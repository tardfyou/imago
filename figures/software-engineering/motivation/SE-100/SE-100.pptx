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9db1a11bb149d7" /><Relationship Type="http://schemas.openxmlformats.org/officeDocument/2006/relationships/extended-properties" Target="/docProps/app.xml" Id="Rd14603211aaf4a68" /><Relationship Type="http://schemas.openxmlformats.org/officeDocument/2006/relationships/officeDocument" Target="/ppt/presentation.xml" Id="Rd71d938eef874b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bdd4c3ec414dfe"/>
  </p:sldMasterIdLst>
  <p:notesMasterIdLst>
    <p:notesMasterId xmlns:r="http://schemas.openxmlformats.org/officeDocument/2006/relationships" r:id="R190dc3b7b3574367"/>
  </p:notesMasterIdLst>
  <p:sldIdLst>
    <p:sldId xmlns:r="http://schemas.openxmlformats.org/officeDocument/2006/relationships" id="256" r:id="R26381f7a11414d0d"/>
  </p:sldIdLst>
  <p:sldSz cx="7315200" cy="10887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2b9e8dac4c47b3" /><Relationship Type="http://schemas.openxmlformats.org/officeDocument/2006/relationships/slideMaster" Target="/ppt/slideMasters/slideMaster1.xml" Id="Ra2bdd4c3ec414dfe" /><Relationship Type="http://schemas.openxmlformats.org/officeDocument/2006/relationships/notesMaster" Target="/ppt/notesMasters/notesMaster1.xml" Id="R190dc3b7b3574367" /><Relationship Type="http://schemas.openxmlformats.org/officeDocument/2006/relationships/presProps" Target="/ppt/presProps.xml" Id="R42530ea5ee0b4f5d" /><Relationship Type="http://schemas.openxmlformats.org/officeDocument/2006/relationships/tableStyles" Target="/ppt/tableStyles.xml" Id="R99fa47ec76674a52" /><Relationship Type="http://schemas.openxmlformats.org/officeDocument/2006/relationships/slide" Target="/ppt/slides/slide1.xml" Id="R26381f7a11414d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56ef72c76e46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660518917e4833" /><Relationship Type="http://schemas.openxmlformats.org/officeDocument/2006/relationships/notesMaster" Target="/ppt/notesMasters/notesMaster1.xml" Id="Rbbecf1f6c3924f0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素材ID：SE-100</ns1:t>
            </ns1:r>
          </ns1:p>
          <ns1:p>
            <ns1:r>
              <ns1:t>论文：Seeing is Fixing: Cross-Modal Reasoning with Multimodal LLMs for Visual Software Issue Repair</ns1:t>
            </ns1:r>
          </ns1:p>
          <ns1:p>
            <ns1:r>
              <ns1:t>会议：ASE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10，PDF第10页</ns1:t>
            </ns1:r>
          </ns1:p>
          <ns1:p>
            <ns1:r>
              <ns1:t>类型：动机案例</ns1:t>
            </ns1:r>
          </ns1:p>
          <ns1:p>
            <ns1:r>
              <ns1:t>借鉴点：顶层并排给出问题文字与复现场景，随后按知识挖掘、复现代码、文件定位和补丁选择逐层展开推理记录，底部并列展示候选修复的界面效果。</ns1:t>
            </ns1:r>
          </ns1:p>
          <ns1:p>
            <ns1:r>
              <ns1:t>论文URL：https://arxiv.org/pdf/2506.16136</ns1:t>
            </ns1:r>
          </ns1:p>
          <ns1:p>
            <ns1:r>
              <ns1:t>官方获奖URL：https://www2.sigsoft.org/awards/distinguishedpaper/#the-ieeeacm-international-conference-on-automated-software-engineering-ase-2025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e904c051b44b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5171c1c9094dd6" /><Relationship Type="http://schemas.openxmlformats.org/officeDocument/2006/relationships/slideLayout" Target="/ppt/slideLayouts/slideLayout1.xml" Id="Rc1998d1b986f45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998d1b986f45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7d598ddda43c9" /><Relationship Type="http://schemas.openxmlformats.org/officeDocument/2006/relationships/image" Target="/ppt/media/image.png" Id="R2c9d9526bb824e03" /><Relationship Type="http://schemas.openxmlformats.org/officeDocument/2006/relationships/image" Target="/ppt/media/image2.png" Id="R792d54344be54375" /><Relationship Type="http://schemas.openxmlformats.org/officeDocument/2006/relationships/image" Target="/ppt/media/image3.png" Id="R5dc3d2d070234674" /><Relationship Type="http://schemas.openxmlformats.org/officeDocument/2006/relationships/image" Target="/ppt/media/image4.png" Id="Raf80b0ad547d438a" /><Relationship Type="http://schemas.openxmlformats.org/officeDocument/2006/relationships/image" Target="/ppt/media/image5.png" Id="R9aa77edab86f46e7" /><Relationship Type="http://schemas.openxmlformats.org/officeDocument/2006/relationships/image" Target="/ppt/media/image6.png" Id="R6f81b987919242f1" /><Relationship Type="http://schemas.openxmlformats.org/officeDocument/2006/relationships/image" Target="/ppt/media/image7.png" Id="Rba7a922df21d4675" /><Relationship Type="http://schemas.openxmlformats.org/officeDocument/2006/relationships/image" Target="/ppt/media/image8.png" Id="Reb265f29a7704c2d" /><Relationship Type="http://schemas.openxmlformats.org/officeDocument/2006/relationships/image" Target="/ppt/media/image9.png" Id="R8d3ba3bb74474b31" /><Relationship Type="http://schemas.openxmlformats.org/officeDocument/2006/relationships/image" Target="/ppt/media/image10.png" Id="R045f1a6c00b74ecc" /><Relationship Type="http://schemas.openxmlformats.org/officeDocument/2006/relationships/image" Target="/ppt/media/image11.png" Id="Re0857f5f6a754435" /><Relationship Type="http://schemas.openxmlformats.org/officeDocument/2006/relationships/notesSlide" Target="/ppt/notesSlides/notesSlide1.xml" Id="R9c4816a040614b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D84DC-0ABE-4444-B137-5654BE2A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12" y="72674"/>
            <a:ext cx="7173739" cy="2869494"/>
          </a:xfrm>
          <a:custGeom xmlns:a="http://schemas.openxmlformats.org/drawingml/2006/main">
            <a:pathLst>
              <a:path w="7173739" h="2869494">
                <a:moveTo>
                  <a:pt x="7173739" y="2869494"/>
                </a:moveTo>
                <a:lnTo>
                  <a:pt x="0" y="2869494"/>
                </a:lnTo>
                <a:lnTo>
                  <a:pt x="0" y="0"/>
                </a:lnTo>
                <a:lnTo>
                  <a:pt x="7173739" y="0"/>
                </a:lnTo>
                <a:lnTo>
                  <a:pt x="7173739" y="28694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EDA7BA-AD06-418C-8756-CB0E3EC2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79" y="104126"/>
            <a:ext cx="2884533" cy="2789727"/>
          </a:xfrm>
          <a:custGeom xmlns:a="http://schemas.openxmlformats.org/drawingml/2006/main">
            <a:pathLst>
              <a:path w="2884533" h="2789727">
                <a:moveTo>
                  <a:pt x="0" y="96543"/>
                </a:moveTo>
                <a:cubicBezTo>
                  <a:pt x="0" y="43215"/>
                  <a:pt x="43224" y="0"/>
                  <a:pt x="96552" y="0"/>
                </a:cubicBezTo>
                <a:lnTo>
                  <a:pt x="2787990" y="0"/>
                </a:lnTo>
                <a:cubicBezTo>
                  <a:pt x="2841318" y="0"/>
                  <a:pt x="2884533" y="43215"/>
                  <a:pt x="2884533" y="96543"/>
                </a:cubicBezTo>
                <a:lnTo>
                  <a:pt x="2884533" y="2693184"/>
                </a:lnTo>
                <a:cubicBezTo>
                  <a:pt x="2884533" y="2746512"/>
                  <a:pt x="2841318" y="2789727"/>
                  <a:pt x="2787990" y="2789727"/>
                </a:cubicBezTo>
                <a:lnTo>
                  <a:pt x="96552" y="2789727"/>
                </a:lnTo>
                <a:cubicBezTo>
                  <a:pt x="43224" y="2789727"/>
                  <a:pt x="0" y="2746512"/>
                  <a:pt x="0" y="2693184"/>
                </a:cubicBezTo>
                <a:lnTo>
                  <a:pt x="0" y="96543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Issue">
            <a:extLst xmlns:a="http://schemas.openxmlformats.org/drawingml/2006/main">
              <a:ext uri="{FF2B5EF4-FFF2-40B4-BE49-F238E27FC236}">
                <a16:creationId xmlns:a16="http://schemas.microsoft.com/office/drawing/2014/main" id="{2FAD938B-79B3-4A19-B245-B89EECDB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85" y="315023"/>
            <a:ext cx="382915" cy="117149"/>
          </a:xfrm>
          <a:custGeom xmlns:a="http://schemas.openxmlformats.org/drawingml/2006/main">
            <a:pathLst>
              <a:path w="382915" h="117149">
                <a:moveTo>
                  <a:pt x="23369" y="0"/>
                </a:moveTo>
                <a:lnTo>
                  <a:pt x="0" y="0"/>
                </a:lnTo>
                <a:lnTo>
                  <a:pt x="0" y="113564"/>
                </a:lnTo>
                <a:lnTo>
                  <a:pt x="23369" y="113564"/>
                </a:lnTo>
                <a:lnTo>
                  <a:pt x="23369" y="0"/>
                </a:lnTo>
                <a:close/>
                <a:moveTo>
                  <a:pt x="112164" y="56548"/>
                </a:moveTo>
                <a:cubicBezTo>
                  <a:pt x="111853" y="38789"/>
                  <a:pt x="98144" y="28040"/>
                  <a:pt x="75555" y="28040"/>
                </a:cubicBezTo>
                <a:cubicBezTo>
                  <a:pt x="54214" y="28040"/>
                  <a:pt x="40971" y="38789"/>
                  <a:pt x="40971" y="56082"/>
                </a:cubicBezTo>
                <a:cubicBezTo>
                  <a:pt x="40971" y="61689"/>
                  <a:pt x="42685" y="66520"/>
                  <a:pt x="45644" y="69790"/>
                </a:cubicBezTo>
                <a:cubicBezTo>
                  <a:pt x="48606" y="72750"/>
                  <a:pt x="51254" y="74152"/>
                  <a:pt x="59353" y="76800"/>
                </a:cubicBezTo>
                <a:lnTo>
                  <a:pt x="85370" y="84901"/>
                </a:lnTo>
                <a:cubicBezTo>
                  <a:pt x="90823" y="86615"/>
                  <a:pt x="92691" y="88329"/>
                  <a:pt x="92691" y="91754"/>
                </a:cubicBezTo>
                <a:cubicBezTo>
                  <a:pt x="92691" y="96896"/>
                  <a:pt x="86615" y="100012"/>
                  <a:pt x="76489" y="100012"/>
                </a:cubicBezTo>
                <a:cubicBezTo>
                  <a:pt x="70727" y="100012"/>
                  <a:pt x="66365" y="99078"/>
                  <a:pt x="63560" y="97053"/>
                </a:cubicBezTo>
                <a:cubicBezTo>
                  <a:pt x="61224" y="95339"/>
                  <a:pt x="60289" y="93625"/>
                  <a:pt x="59353" y="89106"/>
                </a:cubicBezTo>
                <a:lnTo>
                  <a:pt x="38012" y="89106"/>
                </a:lnTo>
                <a:cubicBezTo>
                  <a:pt x="38634" y="107645"/>
                  <a:pt x="52188" y="117149"/>
                  <a:pt x="77737" y="117149"/>
                </a:cubicBezTo>
                <a:cubicBezTo>
                  <a:pt x="89420" y="117149"/>
                  <a:pt x="98301" y="114655"/>
                  <a:pt x="104531" y="109670"/>
                </a:cubicBezTo>
                <a:cubicBezTo>
                  <a:pt x="110761" y="104686"/>
                  <a:pt x="114501" y="96896"/>
                  <a:pt x="114501" y="88641"/>
                </a:cubicBezTo>
                <a:cubicBezTo>
                  <a:pt x="114501" y="77735"/>
                  <a:pt x="109050" y="70725"/>
                  <a:pt x="97987" y="67454"/>
                </a:cubicBezTo>
                <a:lnTo>
                  <a:pt x="70416" y="59507"/>
                </a:lnTo>
                <a:cubicBezTo>
                  <a:pt x="64340" y="57639"/>
                  <a:pt x="62781" y="56393"/>
                  <a:pt x="62781" y="52966"/>
                </a:cubicBezTo>
                <a:cubicBezTo>
                  <a:pt x="62781" y="48292"/>
                  <a:pt x="67765" y="45176"/>
                  <a:pt x="75400" y="45176"/>
                </a:cubicBezTo>
                <a:cubicBezTo>
                  <a:pt x="85838" y="45176"/>
                  <a:pt x="90977" y="48915"/>
                  <a:pt x="91134" y="56548"/>
                </a:cubicBezTo>
                <a:lnTo>
                  <a:pt x="112164" y="56548"/>
                </a:lnTo>
                <a:close/>
                <a:moveTo>
                  <a:pt x="198779" y="56548"/>
                </a:moveTo>
                <a:cubicBezTo>
                  <a:pt x="198468" y="38789"/>
                  <a:pt x="184759" y="28040"/>
                  <a:pt x="162170" y="28040"/>
                </a:cubicBezTo>
                <a:cubicBezTo>
                  <a:pt x="140829" y="28040"/>
                  <a:pt x="127586" y="38789"/>
                  <a:pt x="127586" y="56082"/>
                </a:cubicBezTo>
                <a:cubicBezTo>
                  <a:pt x="127586" y="61689"/>
                  <a:pt x="129300" y="66520"/>
                  <a:pt x="132260" y="69790"/>
                </a:cubicBezTo>
                <a:cubicBezTo>
                  <a:pt x="135221" y="72750"/>
                  <a:pt x="137869" y="74152"/>
                  <a:pt x="145968" y="76800"/>
                </a:cubicBezTo>
                <a:lnTo>
                  <a:pt x="171985" y="84901"/>
                </a:lnTo>
                <a:cubicBezTo>
                  <a:pt x="177438" y="86615"/>
                  <a:pt x="179306" y="88329"/>
                  <a:pt x="179306" y="91754"/>
                </a:cubicBezTo>
                <a:cubicBezTo>
                  <a:pt x="179306" y="96896"/>
                  <a:pt x="173231" y="100012"/>
                  <a:pt x="163104" y="100012"/>
                </a:cubicBezTo>
                <a:cubicBezTo>
                  <a:pt x="157342" y="100012"/>
                  <a:pt x="152980" y="99078"/>
                  <a:pt x="150175" y="97053"/>
                </a:cubicBezTo>
                <a:cubicBezTo>
                  <a:pt x="147839" y="95339"/>
                  <a:pt x="146905" y="93625"/>
                  <a:pt x="145968" y="89106"/>
                </a:cubicBezTo>
                <a:lnTo>
                  <a:pt x="124627" y="89106"/>
                </a:lnTo>
                <a:cubicBezTo>
                  <a:pt x="125250" y="107645"/>
                  <a:pt x="138804" y="117149"/>
                  <a:pt x="164352" y="117149"/>
                </a:cubicBezTo>
                <a:cubicBezTo>
                  <a:pt x="176035" y="117149"/>
                  <a:pt x="184916" y="114655"/>
                  <a:pt x="191146" y="109670"/>
                </a:cubicBezTo>
                <a:cubicBezTo>
                  <a:pt x="197377" y="104686"/>
                  <a:pt x="201116" y="96896"/>
                  <a:pt x="201116" y="88641"/>
                </a:cubicBezTo>
                <a:cubicBezTo>
                  <a:pt x="201116" y="77735"/>
                  <a:pt x="195665" y="70725"/>
                  <a:pt x="184602" y="67454"/>
                </a:cubicBezTo>
                <a:lnTo>
                  <a:pt x="157031" y="59507"/>
                </a:lnTo>
                <a:cubicBezTo>
                  <a:pt x="150955" y="57639"/>
                  <a:pt x="149396" y="56393"/>
                  <a:pt x="149396" y="52966"/>
                </a:cubicBezTo>
                <a:cubicBezTo>
                  <a:pt x="149396" y="48292"/>
                  <a:pt x="154380" y="45176"/>
                  <a:pt x="162016" y="45176"/>
                </a:cubicBezTo>
                <a:cubicBezTo>
                  <a:pt x="172453" y="45176"/>
                  <a:pt x="177592" y="48915"/>
                  <a:pt x="177749" y="56548"/>
                </a:cubicBezTo>
                <a:lnTo>
                  <a:pt x="198779" y="56548"/>
                </a:lnTo>
                <a:close/>
                <a:moveTo>
                  <a:pt x="290225" y="113564"/>
                </a:moveTo>
                <a:lnTo>
                  <a:pt x="290225" y="29442"/>
                </a:lnTo>
                <a:lnTo>
                  <a:pt x="268414" y="29442"/>
                </a:lnTo>
                <a:lnTo>
                  <a:pt x="268414" y="82096"/>
                </a:lnTo>
                <a:cubicBezTo>
                  <a:pt x="268414" y="92068"/>
                  <a:pt x="261560" y="98610"/>
                  <a:pt x="250811" y="98610"/>
                </a:cubicBezTo>
                <a:cubicBezTo>
                  <a:pt x="241465" y="98610"/>
                  <a:pt x="236792" y="93625"/>
                  <a:pt x="236792" y="83499"/>
                </a:cubicBezTo>
                <a:lnTo>
                  <a:pt x="236792" y="29442"/>
                </a:lnTo>
                <a:lnTo>
                  <a:pt x="214982" y="29442"/>
                </a:lnTo>
                <a:lnTo>
                  <a:pt x="214982" y="88018"/>
                </a:lnTo>
                <a:cubicBezTo>
                  <a:pt x="214982" y="106711"/>
                  <a:pt x="225106" y="117149"/>
                  <a:pt x="243179" y="117149"/>
                </a:cubicBezTo>
                <a:cubicBezTo>
                  <a:pt x="254551" y="117149"/>
                  <a:pt x="262183" y="113098"/>
                  <a:pt x="268414" y="103595"/>
                </a:cubicBezTo>
                <a:lnTo>
                  <a:pt x="268414" y="113564"/>
                </a:lnTo>
                <a:lnTo>
                  <a:pt x="290225" y="113564"/>
                </a:lnTo>
                <a:close/>
                <a:moveTo>
                  <a:pt x="382758" y="78357"/>
                </a:moveTo>
                <a:cubicBezTo>
                  <a:pt x="382915" y="76489"/>
                  <a:pt x="382915" y="75709"/>
                  <a:pt x="382915" y="74618"/>
                </a:cubicBezTo>
                <a:cubicBezTo>
                  <a:pt x="382915" y="66208"/>
                  <a:pt x="381670" y="58419"/>
                  <a:pt x="379644" y="52497"/>
                </a:cubicBezTo>
                <a:cubicBezTo>
                  <a:pt x="374035" y="37232"/>
                  <a:pt x="360483" y="28040"/>
                  <a:pt x="343501" y="28040"/>
                </a:cubicBezTo>
                <a:cubicBezTo>
                  <a:pt x="319355" y="28040"/>
                  <a:pt x="304556" y="45487"/>
                  <a:pt x="304556" y="73684"/>
                </a:cubicBezTo>
                <a:cubicBezTo>
                  <a:pt x="304556" y="100635"/>
                  <a:pt x="319201" y="117149"/>
                  <a:pt x="343035" y="117149"/>
                </a:cubicBezTo>
                <a:cubicBezTo>
                  <a:pt x="361885" y="117149"/>
                  <a:pt x="377151" y="106554"/>
                  <a:pt x="381981" y="89886"/>
                </a:cubicBezTo>
                <a:lnTo>
                  <a:pt x="360483" y="89886"/>
                </a:lnTo>
                <a:cubicBezTo>
                  <a:pt x="357835" y="96585"/>
                  <a:pt x="351759" y="100478"/>
                  <a:pt x="343813" y="100478"/>
                </a:cubicBezTo>
                <a:cubicBezTo>
                  <a:pt x="337582" y="100478"/>
                  <a:pt x="332598" y="97830"/>
                  <a:pt x="329481" y="93157"/>
                </a:cubicBezTo>
                <a:cubicBezTo>
                  <a:pt x="327456" y="90043"/>
                  <a:pt x="326676" y="86304"/>
                  <a:pt x="326365" y="78357"/>
                </a:cubicBezTo>
                <a:lnTo>
                  <a:pt x="382758" y="78357"/>
                </a:lnTo>
                <a:moveTo>
                  <a:pt x="326676" y="63869"/>
                </a:moveTo>
                <a:cubicBezTo>
                  <a:pt x="328079" y="50940"/>
                  <a:pt x="333532" y="44710"/>
                  <a:pt x="343190" y="44710"/>
                </a:cubicBezTo>
                <a:cubicBezTo>
                  <a:pt x="353162" y="44710"/>
                  <a:pt x="359080" y="51409"/>
                  <a:pt x="360172" y="63869"/>
                </a:cubicBezTo>
                <a:lnTo>
                  <a:pt x="326676" y="6386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[CascaderSelect]Enablingpopupv2willreportan">
            <a:extLst xmlns:a="http://schemas.openxmlformats.org/drawingml/2006/main">
              <a:ext uri="{FF2B5EF4-FFF2-40B4-BE49-F238E27FC236}">
                <a16:creationId xmlns:a16="http://schemas.microsoft.com/office/drawing/2014/main" id="{37B02ACF-66F9-44D5-8BCF-867E52CB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99" y="574120"/>
            <a:ext cx="2461445" cy="99465"/>
          </a:xfrm>
          <a:custGeom xmlns:a="http://schemas.openxmlformats.org/drawingml/2006/main">
            <a:pathLst>
              <a:path w="2461445" h="99465">
                <a:moveTo>
                  <a:pt x="25100" y="1245"/>
                </a:moveTo>
                <a:lnTo>
                  <a:pt x="0" y="1245"/>
                </a:lnTo>
                <a:lnTo>
                  <a:pt x="0" y="97599"/>
                </a:lnTo>
                <a:lnTo>
                  <a:pt x="25100" y="97599"/>
                </a:lnTo>
                <a:lnTo>
                  <a:pt x="25100" y="87019"/>
                </a:lnTo>
                <a:lnTo>
                  <a:pt x="13484" y="87019"/>
                </a:lnTo>
                <a:lnTo>
                  <a:pt x="13484" y="11824"/>
                </a:lnTo>
                <a:lnTo>
                  <a:pt x="25100" y="11824"/>
                </a:lnTo>
                <a:lnTo>
                  <a:pt x="25100" y="1245"/>
                </a:lnTo>
                <a:close/>
                <a:moveTo>
                  <a:pt x="98116" y="26863"/>
                </a:moveTo>
                <a:cubicBezTo>
                  <a:pt x="97597" y="20328"/>
                  <a:pt x="96248" y="16180"/>
                  <a:pt x="93034" y="11928"/>
                </a:cubicBezTo>
                <a:cubicBezTo>
                  <a:pt x="87226" y="4252"/>
                  <a:pt x="77892" y="0"/>
                  <a:pt x="66586" y="0"/>
                </a:cubicBezTo>
                <a:cubicBezTo>
                  <a:pt x="45221" y="0"/>
                  <a:pt x="31944" y="15247"/>
                  <a:pt x="31944" y="39725"/>
                </a:cubicBezTo>
                <a:cubicBezTo>
                  <a:pt x="31944" y="64098"/>
                  <a:pt x="45116" y="79241"/>
                  <a:pt x="66171" y="79241"/>
                </a:cubicBezTo>
                <a:cubicBezTo>
                  <a:pt x="85048" y="79241"/>
                  <a:pt x="97494" y="68351"/>
                  <a:pt x="98428" y="51029"/>
                </a:cubicBezTo>
                <a:lnTo>
                  <a:pt x="83284" y="51029"/>
                </a:lnTo>
                <a:cubicBezTo>
                  <a:pt x="82247" y="60675"/>
                  <a:pt x="76232" y="66171"/>
                  <a:pt x="66586" y="66171"/>
                </a:cubicBezTo>
                <a:cubicBezTo>
                  <a:pt x="54555" y="66171"/>
                  <a:pt x="47503" y="56423"/>
                  <a:pt x="47503" y="39932"/>
                </a:cubicBezTo>
                <a:cubicBezTo>
                  <a:pt x="47503" y="23232"/>
                  <a:pt x="54867" y="13276"/>
                  <a:pt x="67105" y="13276"/>
                </a:cubicBezTo>
                <a:cubicBezTo>
                  <a:pt x="76127" y="13276"/>
                  <a:pt x="81211" y="17632"/>
                  <a:pt x="83284" y="26863"/>
                </a:cubicBezTo>
                <a:lnTo>
                  <a:pt x="98116" y="26863"/>
                </a:lnTo>
                <a:close/>
                <a:moveTo>
                  <a:pt x="156612" y="75091"/>
                </a:moveTo>
                <a:cubicBezTo>
                  <a:pt x="154124" y="72706"/>
                  <a:pt x="153293" y="71046"/>
                  <a:pt x="153293" y="68246"/>
                </a:cubicBezTo>
                <a:lnTo>
                  <a:pt x="153293" y="37131"/>
                </a:lnTo>
                <a:cubicBezTo>
                  <a:pt x="153293" y="25722"/>
                  <a:pt x="145515" y="19914"/>
                  <a:pt x="130372" y="19914"/>
                </a:cubicBezTo>
                <a:cubicBezTo>
                  <a:pt x="115230" y="19914"/>
                  <a:pt x="107347" y="26344"/>
                  <a:pt x="106414" y="39309"/>
                </a:cubicBezTo>
                <a:lnTo>
                  <a:pt x="120415" y="39309"/>
                </a:lnTo>
                <a:cubicBezTo>
                  <a:pt x="121141" y="33500"/>
                  <a:pt x="123526" y="31634"/>
                  <a:pt x="130683" y="31634"/>
                </a:cubicBezTo>
                <a:cubicBezTo>
                  <a:pt x="136283" y="31634"/>
                  <a:pt x="139085" y="33500"/>
                  <a:pt x="139085" y="37235"/>
                </a:cubicBezTo>
                <a:cubicBezTo>
                  <a:pt x="139085" y="39101"/>
                  <a:pt x="138151" y="40657"/>
                  <a:pt x="136595" y="41591"/>
                </a:cubicBezTo>
                <a:cubicBezTo>
                  <a:pt x="134625" y="42629"/>
                  <a:pt x="134625" y="42629"/>
                  <a:pt x="127468" y="43768"/>
                </a:cubicBezTo>
                <a:lnTo>
                  <a:pt x="121660" y="44806"/>
                </a:lnTo>
                <a:cubicBezTo>
                  <a:pt x="110562" y="46672"/>
                  <a:pt x="105170" y="52378"/>
                  <a:pt x="105170" y="62438"/>
                </a:cubicBezTo>
                <a:cubicBezTo>
                  <a:pt x="105170" y="72499"/>
                  <a:pt x="111910" y="79241"/>
                  <a:pt x="122178" y="79241"/>
                </a:cubicBezTo>
                <a:cubicBezTo>
                  <a:pt x="128402" y="79241"/>
                  <a:pt x="134003" y="76647"/>
                  <a:pt x="139187" y="71255"/>
                </a:cubicBezTo>
                <a:cubicBezTo>
                  <a:pt x="139187" y="74159"/>
                  <a:pt x="139499" y="75195"/>
                  <a:pt x="140848" y="76854"/>
                </a:cubicBezTo>
                <a:lnTo>
                  <a:pt x="156612" y="76854"/>
                </a:lnTo>
                <a:lnTo>
                  <a:pt x="156612" y="75091"/>
                </a:lnTo>
                <a:moveTo>
                  <a:pt x="139085" y="54348"/>
                </a:moveTo>
                <a:cubicBezTo>
                  <a:pt x="139085" y="62750"/>
                  <a:pt x="134935" y="67520"/>
                  <a:pt x="127571" y="67520"/>
                </a:cubicBezTo>
                <a:cubicBezTo>
                  <a:pt x="122697" y="67520"/>
                  <a:pt x="119690" y="64928"/>
                  <a:pt x="119690" y="60778"/>
                </a:cubicBezTo>
                <a:cubicBezTo>
                  <a:pt x="119690" y="56423"/>
                  <a:pt x="121970" y="54348"/>
                  <a:pt x="127986" y="53104"/>
                </a:cubicBezTo>
                <a:lnTo>
                  <a:pt x="132965" y="52170"/>
                </a:lnTo>
                <a:cubicBezTo>
                  <a:pt x="136803" y="51444"/>
                  <a:pt x="137424" y="51237"/>
                  <a:pt x="139085" y="50407"/>
                </a:cubicBezTo>
                <a:lnTo>
                  <a:pt x="139085" y="54348"/>
                </a:lnTo>
                <a:close/>
                <a:moveTo>
                  <a:pt x="212308" y="38894"/>
                </a:moveTo>
                <a:cubicBezTo>
                  <a:pt x="212101" y="27070"/>
                  <a:pt x="202974" y="19914"/>
                  <a:pt x="187935" y="19914"/>
                </a:cubicBezTo>
                <a:cubicBezTo>
                  <a:pt x="173726" y="19914"/>
                  <a:pt x="164909" y="27070"/>
                  <a:pt x="164909" y="38584"/>
                </a:cubicBezTo>
                <a:cubicBezTo>
                  <a:pt x="164909" y="42317"/>
                  <a:pt x="166050" y="45533"/>
                  <a:pt x="168021" y="47710"/>
                </a:cubicBezTo>
                <a:cubicBezTo>
                  <a:pt x="169993" y="49681"/>
                  <a:pt x="171756" y="50615"/>
                  <a:pt x="177148" y="52378"/>
                </a:cubicBezTo>
                <a:lnTo>
                  <a:pt x="194469" y="57771"/>
                </a:lnTo>
                <a:cubicBezTo>
                  <a:pt x="198100" y="58912"/>
                  <a:pt x="199344" y="60053"/>
                  <a:pt x="199344" y="62334"/>
                </a:cubicBezTo>
                <a:cubicBezTo>
                  <a:pt x="199344" y="65757"/>
                  <a:pt x="195298" y="67832"/>
                  <a:pt x="188557" y="67832"/>
                </a:cubicBezTo>
                <a:cubicBezTo>
                  <a:pt x="184720" y="67832"/>
                  <a:pt x="181816" y="67210"/>
                  <a:pt x="179949" y="65861"/>
                </a:cubicBezTo>
                <a:cubicBezTo>
                  <a:pt x="178393" y="64720"/>
                  <a:pt x="177771" y="63579"/>
                  <a:pt x="177148" y="60571"/>
                </a:cubicBezTo>
                <a:lnTo>
                  <a:pt x="162939" y="60571"/>
                </a:lnTo>
                <a:cubicBezTo>
                  <a:pt x="163354" y="72913"/>
                  <a:pt x="172378" y="79241"/>
                  <a:pt x="189387" y="79241"/>
                </a:cubicBezTo>
                <a:cubicBezTo>
                  <a:pt x="197166" y="79241"/>
                  <a:pt x="203078" y="77580"/>
                  <a:pt x="207226" y="74262"/>
                </a:cubicBezTo>
                <a:cubicBezTo>
                  <a:pt x="211374" y="70943"/>
                  <a:pt x="213864" y="65757"/>
                  <a:pt x="213864" y="60260"/>
                </a:cubicBezTo>
                <a:cubicBezTo>
                  <a:pt x="213864" y="53000"/>
                  <a:pt x="210235" y="48332"/>
                  <a:pt x="202870" y="46155"/>
                </a:cubicBezTo>
                <a:lnTo>
                  <a:pt x="184513" y="40864"/>
                </a:lnTo>
                <a:cubicBezTo>
                  <a:pt x="180468" y="39620"/>
                  <a:pt x="179430" y="38791"/>
                  <a:pt x="179430" y="36509"/>
                </a:cubicBezTo>
                <a:cubicBezTo>
                  <a:pt x="179430" y="33398"/>
                  <a:pt x="182748" y="31323"/>
                  <a:pt x="187832" y="31323"/>
                </a:cubicBezTo>
                <a:cubicBezTo>
                  <a:pt x="194781" y="31323"/>
                  <a:pt x="198202" y="33812"/>
                  <a:pt x="198307" y="38894"/>
                </a:cubicBezTo>
                <a:lnTo>
                  <a:pt x="212308" y="38894"/>
                </a:lnTo>
                <a:close/>
                <a:moveTo>
                  <a:pt x="272256" y="41798"/>
                </a:moveTo>
                <a:cubicBezTo>
                  <a:pt x="271220" y="28108"/>
                  <a:pt x="262196" y="19914"/>
                  <a:pt x="248090" y="19914"/>
                </a:cubicBezTo>
                <a:cubicBezTo>
                  <a:pt x="231289" y="19914"/>
                  <a:pt x="221643" y="30908"/>
                  <a:pt x="221643" y="49993"/>
                </a:cubicBezTo>
                <a:cubicBezTo>
                  <a:pt x="221643" y="68454"/>
                  <a:pt x="231289" y="79241"/>
                  <a:pt x="247883" y="79241"/>
                </a:cubicBezTo>
                <a:cubicBezTo>
                  <a:pt x="261471" y="79241"/>
                  <a:pt x="270908" y="70839"/>
                  <a:pt x="272256" y="57459"/>
                </a:cubicBezTo>
                <a:lnTo>
                  <a:pt x="258360" y="57459"/>
                </a:lnTo>
                <a:cubicBezTo>
                  <a:pt x="256595" y="64720"/>
                  <a:pt x="253691" y="67520"/>
                  <a:pt x="247883" y="67520"/>
                </a:cubicBezTo>
                <a:cubicBezTo>
                  <a:pt x="240519" y="67520"/>
                  <a:pt x="236164" y="60985"/>
                  <a:pt x="236164" y="49993"/>
                </a:cubicBezTo>
                <a:cubicBezTo>
                  <a:pt x="236164" y="44599"/>
                  <a:pt x="237200" y="39725"/>
                  <a:pt x="238963" y="36404"/>
                </a:cubicBezTo>
                <a:cubicBezTo>
                  <a:pt x="240623" y="33293"/>
                  <a:pt x="243838" y="31634"/>
                  <a:pt x="247987" y="31634"/>
                </a:cubicBezTo>
                <a:cubicBezTo>
                  <a:pt x="253898" y="31634"/>
                  <a:pt x="256699" y="34434"/>
                  <a:pt x="258360" y="41798"/>
                </a:cubicBezTo>
                <a:lnTo>
                  <a:pt x="272256" y="41798"/>
                </a:lnTo>
                <a:close/>
                <a:moveTo>
                  <a:pt x="330442" y="75091"/>
                </a:moveTo>
                <a:cubicBezTo>
                  <a:pt x="327954" y="72706"/>
                  <a:pt x="327123" y="71046"/>
                  <a:pt x="327123" y="68246"/>
                </a:cubicBezTo>
                <a:lnTo>
                  <a:pt x="327123" y="37131"/>
                </a:lnTo>
                <a:cubicBezTo>
                  <a:pt x="327123" y="25722"/>
                  <a:pt x="319344" y="19914"/>
                  <a:pt x="304202" y="19914"/>
                </a:cubicBezTo>
                <a:cubicBezTo>
                  <a:pt x="289060" y="19914"/>
                  <a:pt x="281177" y="26344"/>
                  <a:pt x="280243" y="39309"/>
                </a:cubicBezTo>
                <a:lnTo>
                  <a:pt x="294244" y="39309"/>
                </a:lnTo>
                <a:cubicBezTo>
                  <a:pt x="294971" y="33500"/>
                  <a:pt x="297356" y="31634"/>
                  <a:pt x="304512" y="31634"/>
                </a:cubicBezTo>
                <a:cubicBezTo>
                  <a:pt x="310113" y="31634"/>
                  <a:pt x="312914" y="33500"/>
                  <a:pt x="312914" y="37235"/>
                </a:cubicBezTo>
                <a:cubicBezTo>
                  <a:pt x="312914" y="39101"/>
                  <a:pt x="311981" y="40657"/>
                  <a:pt x="310425" y="41591"/>
                </a:cubicBezTo>
                <a:cubicBezTo>
                  <a:pt x="308455" y="42629"/>
                  <a:pt x="308455" y="42629"/>
                  <a:pt x="301298" y="43768"/>
                </a:cubicBezTo>
                <a:lnTo>
                  <a:pt x="295490" y="44806"/>
                </a:lnTo>
                <a:cubicBezTo>
                  <a:pt x="284391" y="46672"/>
                  <a:pt x="278999" y="52378"/>
                  <a:pt x="278999" y="62438"/>
                </a:cubicBezTo>
                <a:cubicBezTo>
                  <a:pt x="278999" y="72499"/>
                  <a:pt x="285740" y="79241"/>
                  <a:pt x="296007" y="79241"/>
                </a:cubicBezTo>
                <a:cubicBezTo>
                  <a:pt x="302232" y="79241"/>
                  <a:pt x="307833" y="76647"/>
                  <a:pt x="313017" y="71255"/>
                </a:cubicBezTo>
                <a:cubicBezTo>
                  <a:pt x="313017" y="74159"/>
                  <a:pt x="313329" y="75195"/>
                  <a:pt x="314677" y="76854"/>
                </a:cubicBezTo>
                <a:lnTo>
                  <a:pt x="330442" y="76854"/>
                </a:lnTo>
                <a:lnTo>
                  <a:pt x="330442" y="75091"/>
                </a:lnTo>
                <a:moveTo>
                  <a:pt x="312914" y="54348"/>
                </a:moveTo>
                <a:cubicBezTo>
                  <a:pt x="312914" y="62750"/>
                  <a:pt x="308765" y="67520"/>
                  <a:pt x="301401" y="67520"/>
                </a:cubicBezTo>
                <a:cubicBezTo>
                  <a:pt x="296526" y="67520"/>
                  <a:pt x="293520" y="64928"/>
                  <a:pt x="293520" y="60778"/>
                </a:cubicBezTo>
                <a:cubicBezTo>
                  <a:pt x="293520" y="56423"/>
                  <a:pt x="295800" y="54348"/>
                  <a:pt x="301816" y="53104"/>
                </a:cubicBezTo>
                <a:lnTo>
                  <a:pt x="306794" y="52170"/>
                </a:lnTo>
                <a:cubicBezTo>
                  <a:pt x="310632" y="51444"/>
                  <a:pt x="311254" y="51237"/>
                  <a:pt x="312914" y="50407"/>
                </a:cubicBezTo>
                <a:lnTo>
                  <a:pt x="312914" y="54348"/>
                </a:lnTo>
                <a:close/>
                <a:moveTo>
                  <a:pt x="376078" y="76854"/>
                </a:moveTo>
                <a:lnTo>
                  <a:pt x="390599" y="76854"/>
                </a:lnTo>
                <a:lnTo>
                  <a:pt x="390599" y="1245"/>
                </a:lnTo>
                <a:lnTo>
                  <a:pt x="376078" y="1245"/>
                </a:lnTo>
                <a:lnTo>
                  <a:pt x="376078" y="28108"/>
                </a:lnTo>
                <a:cubicBezTo>
                  <a:pt x="372448" y="22508"/>
                  <a:pt x="367676" y="19914"/>
                  <a:pt x="360624" y="19914"/>
                </a:cubicBezTo>
                <a:cubicBezTo>
                  <a:pt x="347245" y="19914"/>
                  <a:pt x="337080" y="32776"/>
                  <a:pt x="337080" y="49681"/>
                </a:cubicBezTo>
                <a:cubicBezTo>
                  <a:pt x="337080" y="57252"/>
                  <a:pt x="339362" y="64928"/>
                  <a:pt x="343095" y="70321"/>
                </a:cubicBezTo>
                <a:cubicBezTo>
                  <a:pt x="346933" y="75817"/>
                  <a:pt x="353778" y="79241"/>
                  <a:pt x="360624" y="79241"/>
                </a:cubicBezTo>
                <a:cubicBezTo>
                  <a:pt x="367676" y="79241"/>
                  <a:pt x="372448" y="76751"/>
                  <a:pt x="376078" y="71150"/>
                </a:cubicBezTo>
                <a:lnTo>
                  <a:pt x="376078" y="76854"/>
                </a:lnTo>
                <a:moveTo>
                  <a:pt x="363838" y="32049"/>
                </a:moveTo>
                <a:cubicBezTo>
                  <a:pt x="371202" y="32049"/>
                  <a:pt x="376078" y="39101"/>
                  <a:pt x="376078" y="49888"/>
                </a:cubicBezTo>
                <a:cubicBezTo>
                  <a:pt x="376078" y="60053"/>
                  <a:pt x="371099" y="67105"/>
                  <a:pt x="363838" y="67105"/>
                </a:cubicBezTo>
                <a:cubicBezTo>
                  <a:pt x="356579" y="67105"/>
                  <a:pt x="351600" y="59949"/>
                  <a:pt x="351600" y="49681"/>
                </a:cubicBezTo>
                <a:cubicBezTo>
                  <a:pt x="351600" y="39206"/>
                  <a:pt x="356579" y="32049"/>
                  <a:pt x="363838" y="32049"/>
                </a:cubicBezTo>
                <a:close/>
                <a:moveTo>
                  <a:pt x="451790" y="53414"/>
                </a:moveTo>
                <a:cubicBezTo>
                  <a:pt x="451895" y="52170"/>
                  <a:pt x="451895" y="51651"/>
                  <a:pt x="451895" y="50925"/>
                </a:cubicBezTo>
                <a:cubicBezTo>
                  <a:pt x="451895" y="45326"/>
                  <a:pt x="451065" y="40139"/>
                  <a:pt x="449717" y="36197"/>
                </a:cubicBezTo>
                <a:cubicBezTo>
                  <a:pt x="445982" y="26034"/>
                  <a:pt x="436960" y="19914"/>
                  <a:pt x="425654" y="19914"/>
                </a:cubicBezTo>
                <a:cubicBezTo>
                  <a:pt x="409578" y="19914"/>
                  <a:pt x="399724" y="31530"/>
                  <a:pt x="399724" y="50303"/>
                </a:cubicBezTo>
                <a:cubicBezTo>
                  <a:pt x="399724" y="68246"/>
                  <a:pt x="409475" y="79241"/>
                  <a:pt x="425344" y="79241"/>
                </a:cubicBezTo>
                <a:cubicBezTo>
                  <a:pt x="437894" y="79241"/>
                  <a:pt x="448057" y="72187"/>
                  <a:pt x="451273" y="61090"/>
                </a:cubicBezTo>
                <a:lnTo>
                  <a:pt x="436960" y="61090"/>
                </a:lnTo>
                <a:cubicBezTo>
                  <a:pt x="435197" y="65550"/>
                  <a:pt x="431152" y="68142"/>
                  <a:pt x="425861" y="68142"/>
                </a:cubicBezTo>
                <a:cubicBezTo>
                  <a:pt x="421713" y="68142"/>
                  <a:pt x="418394" y="66379"/>
                  <a:pt x="416320" y="63267"/>
                </a:cubicBezTo>
                <a:cubicBezTo>
                  <a:pt x="414971" y="61194"/>
                  <a:pt x="414452" y="58705"/>
                  <a:pt x="414245" y="53414"/>
                </a:cubicBezTo>
                <a:lnTo>
                  <a:pt x="451790" y="53414"/>
                </a:lnTo>
                <a:moveTo>
                  <a:pt x="414452" y="43768"/>
                </a:moveTo>
                <a:cubicBezTo>
                  <a:pt x="415386" y="35161"/>
                  <a:pt x="419016" y="31013"/>
                  <a:pt x="425446" y="31013"/>
                </a:cubicBezTo>
                <a:cubicBezTo>
                  <a:pt x="432085" y="31013"/>
                  <a:pt x="436026" y="35472"/>
                  <a:pt x="436752" y="43768"/>
                </a:cubicBezTo>
                <a:lnTo>
                  <a:pt x="414452" y="43768"/>
                </a:lnTo>
                <a:close/>
                <a:moveTo>
                  <a:pt x="461851" y="20848"/>
                </a:moveTo>
                <a:lnTo>
                  <a:pt x="461851" y="76854"/>
                </a:lnTo>
                <a:lnTo>
                  <a:pt x="476371" y="76854"/>
                </a:lnTo>
                <a:lnTo>
                  <a:pt x="476371" y="47089"/>
                </a:lnTo>
                <a:cubicBezTo>
                  <a:pt x="476371" y="38584"/>
                  <a:pt x="480624" y="34331"/>
                  <a:pt x="489129" y="34331"/>
                </a:cubicBezTo>
                <a:cubicBezTo>
                  <a:pt x="490684" y="34331"/>
                  <a:pt x="491723" y="34434"/>
                  <a:pt x="493693" y="34746"/>
                </a:cubicBezTo>
                <a:lnTo>
                  <a:pt x="493693" y="20018"/>
                </a:lnTo>
                <a:cubicBezTo>
                  <a:pt x="492864" y="19914"/>
                  <a:pt x="492552" y="19914"/>
                  <a:pt x="491930" y="19914"/>
                </a:cubicBezTo>
                <a:cubicBezTo>
                  <a:pt x="485291" y="19914"/>
                  <a:pt x="479587" y="24271"/>
                  <a:pt x="476371" y="31842"/>
                </a:cubicBezTo>
                <a:lnTo>
                  <a:pt x="476371" y="20848"/>
                </a:lnTo>
                <a:lnTo>
                  <a:pt x="461851" y="20848"/>
                </a:lnTo>
                <a:close/>
                <a:moveTo>
                  <a:pt x="557686" y="24271"/>
                </a:moveTo>
                <a:cubicBezTo>
                  <a:pt x="557582" y="8609"/>
                  <a:pt x="547106" y="0"/>
                  <a:pt x="528024" y="0"/>
                </a:cubicBezTo>
                <a:cubicBezTo>
                  <a:pt x="509873" y="0"/>
                  <a:pt x="499398" y="8505"/>
                  <a:pt x="499398" y="23232"/>
                </a:cubicBezTo>
                <a:cubicBezTo>
                  <a:pt x="499398" y="34953"/>
                  <a:pt x="505309" y="40657"/>
                  <a:pt x="520660" y="43561"/>
                </a:cubicBezTo>
                <a:lnTo>
                  <a:pt x="531238" y="45636"/>
                </a:lnTo>
                <a:cubicBezTo>
                  <a:pt x="541610" y="47606"/>
                  <a:pt x="545448" y="50510"/>
                  <a:pt x="545448" y="56630"/>
                </a:cubicBezTo>
                <a:cubicBezTo>
                  <a:pt x="545448" y="62957"/>
                  <a:pt x="539640" y="66793"/>
                  <a:pt x="530201" y="66793"/>
                </a:cubicBezTo>
                <a:cubicBezTo>
                  <a:pt x="519622" y="66793"/>
                  <a:pt x="513711" y="62334"/>
                  <a:pt x="513191" y="54245"/>
                </a:cubicBezTo>
                <a:lnTo>
                  <a:pt x="498049" y="54245"/>
                </a:lnTo>
                <a:cubicBezTo>
                  <a:pt x="498981" y="70424"/>
                  <a:pt x="510080" y="79241"/>
                  <a:pt x="529372" y="79241"/>
                </a:cubicBezTo>
                <a:cubicBezTo>
                  <a:pt x="548870" y="79241"/>
                  <a:pt x="560383" y="70217"/>
                  <a:pt x="560383" y="54763"/>
                </a:cubicBezTo>
                <a:cubicBezTo>
                  <a:pt x="560383" y="42836"/>
                  <a:pt x="554367" y="36612"/>
                  <a:pt x="540365" y="33917"/>
                </a:cubicBezTo>
                <a:lnTo>
                  <a:pt x="528541" y="31634"/>
                </a:lnTo>
                <a:cubicBezTo>
                  <a:pt x="517444" y="29455"/>
                  <a:pt x="514228" y="27278"/>
                  <a:pt x="514228" y="21781"/>
                </a:cubicBezTo>
                <a:cubicBezTo>
                  <a:pt x="514228" y="16076"/>
                  <a:pt x="519207" y="12447"/>
                  <a:pt x="527297" y="12447"/>
                </a:cubicBezTo>
                <a:cubicBezTo>
                  <a:pt x="537150" y="12447"/>
                  <a:pt x="542647" y="16595"/>
                  <a:pt x="543166" y="24271"/>
                </a:cubicBezTo>
                <a:lnTo>
                  <a:pt x="557686" y="24271"/>
                </a:lnTo>
                <a:close/>
                <a:moveTo>
                  <a:pt x="618463" y="53414"/>
                </a:moveTo>
                <a:cubicBezTo>
                  <a:pt x="618568" y="52170"/>
                  <a:pt x="618568" y="51651"/>
                  <a:pt x="618568" y="50925"/>
                </a:cubicBezTo>
                <a:cubicBezTo>
                  <a:pt x="618568" y="45326"/>
                  <a:pt x="617739" y="40139"/>
                  <a:pt x="616390" y="36197"/>
                </a:cubicBezTo>
                <a:cubicBezTo>
                  <a:pt x="612655" y="26034"/>
                  <a:pt x="603633" y="19914"/>
                  <a:pt x="592327" y="19914"/>
                </a:cubicBezTo>
                <a:cubicBezTo>
                  <a:pt x="576251" y="19914"/>
                  <a:pt x="566398" y="31530"/>
                  <a:pt x="566398" y="50303"/>
                </a:cubicBezTo>
                <a:cubicBezTo>
                  <a:pt x="566398" y="68246"/>
                  <a:pt x="576148" y="79241"/>
                  <a:pt x="592017" y="79241"/>
                </a:cubicBezTo>
                <a:cubicBezTo>
                  <a:pt x="604567" y="79241"/>
                  <a:pt x="614730" y="72187"/>
                  <a:pt x="617946" y="61090"/>
                </a:cubicBezTo>
                <a:lnTo>
                  <a:pt x="603633" y="61090"/>
                </a:lnTo>
                <a:cubicBezTo>
                  <a:pt x="601870" y="65550"/>
                  <a:pt x="597825" y="68142"/>
                  <a:pt x="592534" y="68142"/>
                </a:cubicBezTo>
                <a:cubicBezTo>
                  <a:pt x="588386" y="68142"/>
                  <a:pt x="585068" y="66379"/>
                  <a:pt x="582993" y="63267"/>
                </a:cubicBezTo>
                <a:cubicBezTo>
                  <a:pt x="581644" y="61194"/>
                  <a:pt x="581125" y="58705"/>
                  <a:pt x="580918" y="53414"/>
                </a:cubicBezTo>
                <a:lnTo>
                  <a:pt x="618463" y="53414"/>
                </a:lnTo>
                <a:moveTo>
                  <a:pt x="581125" y="43768"/>
                </a:moveTo>
                <a:cubicBezTo>
                  <a:pt x="582059" y="35161"/>
                  <a:pt x="585690" y="31013"/>
                  <a:pt x="592120" y="31013"/>
                </a:cubicBezTo>
                <a:cubicBezTo>
                  <a:pt x="598759" y="31013"/>
                  <a:pt x="602699" y="35472"/>
                  <a:pt x="603426" y="43768"/>
                </a:cubicBezTo>
                <a:lnTo>
                  <a:pt x="581125" y="43768"/>
                </a:lnTo>
                <a:close/>
                <a:moveTo>
                  <a:pt x="642629" y="1245"/>
                </a:moveTo>
                <a:lnTo>
                  <a:pt x="628109" y="1245"/>
                </a:lnTo>
                <a:lnTo>
                  <a:pt x="628109" y="76854"/>
                </a:lnTo>
                <a:lnTo>
                  <a:pt x="642629" y="76854"/>
                </a:lnTo>
                <a:lnTo>
                  <a:pt x="642629" y="1245"/>
                </a:lnTo>
                <a:close/>
                <a:moveTo>
                  <a:pt x="704341" y="53414"/>
                </a:moveTo>
                <a:cubicBezTo>
                  <a:pt x="704445" y="52170"/>
                  <a:pt x="704445" y="51651"/>
                  <a:pt x="704445" y="50925"/>
                </a:cubicBezTo>
                <a:cubicBezTo>
                  <a:pt x="704445" y="45326"/>
                  <a:pt x="703616" y="40139"/>
                  <a:pt x="702268" y="36197"/>
                </a:cubicBezTo>
                <a:cubicBezTo>
                  <a:pt x="698533" y="26034"/>
                  <a:pt x="689511" y="19914"/>
                  <a:pt x="678204" y="19914"/>
                </a:cubicBezTo>
                <a:cubicBezTo>
                  <a:pt x="662128" y="19914"/>
                  <a:pt x="652275" y="31530"/>
                  <a:pt x="652275" y="50303"/>
                </a:cubicBezTo>
                <a:cubicBezTo>
                  <a:pt x="652275" y="68246"/>
                  <a:pt x="662026" y="79241"/>
                  <a:pt x="677894" y="79241"/>
                </a:cubicBezTo>
                <a:cubicBezTo>
                  <a:pt x="690444" y="79241"/>
                  <a:pt x="700608" y="72187"/>
                  <a:pt x="703823" y="61090"/>
                </a:cubicBezTo>
                <a:lnTo>
                  <a:pt x="689511" y="61090"/>
                </a:lnTo>
                <a:cubicBezTo>
                  <a:pt x="687747" y="65550"/>
                  <a:pt x="683702" y="68142"/>
                  <a:pt x="678412" y="68142"/>
                </a:cubicBezTo>
                <a:cubicBezTo>
                  <a:pt x="674264" y="68142"/>
                  <a:pt x="670945" y="66379"/>
                  <a:pt x="668870" y="63267"/>
                </a:cubicBezTo>
                <a:cubicBezTo>
                  <a:pt x="667522" y="61194"/>
                  <a:pt x="667003" y="58705"/>
                  <a:pt x="666796" y="53414"/>
                </a:cubicBezTo>
                <a:lnTo>
                  <a:pt x="704341" y="53414"/>
                </a:lnTo>
                <a:moveTo>
                  <a:pt x="667003" y="43768"/>
                </a:moveTo>
                <a:cubicBezTo>
                  <a:pt x="667937" y="35161"/>
                  <a:pt x="671567" y="31013"/>
                  <a:pt x="677997" y="31013"/>
                </a:cubicBezTo>
                <a:cubicBezTo>
                  <a:pt x="684636" y="31013"/>
                  <a:pt x="688577" y="35472"/>
                  <a:pt x="689303" y="43768"/>
                </a:cubicBezTo>
                <a:lnTo>
                  <a:pt x="667003" y="43768"/>
                </a:lnTo>
                <a:close/>
                <a:moveTo>
                  <a:pt x="761385" y="41798"/>
                </a:moveTo>
                <a:cubicBezTo>
                  <a:pt x="760349" y="28108"/>
                  <a:pt x="751325" y="19914"/>
                  <a:pt x="737219" y="19914"/>
                </a:cubicBezTo>
                <a:cubicBezTo>
                  <a:pt x="720418" y="19914"/>
                  <a:pt x="710772" y="30908"/>
                  <a:pt x="710772" y="49993"/>
                </a:cubicBezTo>
                <a:cubicBezTo>
                  <a:pt x="710772" y="68454"/>
                  <a:pt x="720418" y="79241"/>
                  <a:pt x="737012" y="79241"/>
                </a:cubicBezTo>
                <a:cubicBezTo>
                  <a:pt x="750600" y="79241"/>
                  <a:pt x="760037" y="70839"/>
                  <a:pt x="761385" y="57459"/>
                </a:cubicBezTo>
                <a:lnTo>
                  <a:pt x="747489" y="57459"/>
                </a:lnTo>
                <a:cubicBezTo>
                  <a:pt x="745724" y="64720"/>
                  <a:pt x="742820" y="67520"/>
                  <a:pt x="737012" y="67520"/>
                </a:cubicBezTo>
                <a:cubicBezTo>
                  <a:pt x="729648" y="67520"/>
                  <a:pt x="725293" y="60985"/>
                  <a:pt x="725293" y="49993"/>
                </a:cubicBezTo>
                <a:cubicBezTo>
                  <a:pt x="725293" y="44599"/>
                  <a:pt x="726329" y="39725"/>
                  <a:pt x="728092" y="36404"/>
                </a:cubicBezTo>
                <a:cubicBezTo>
                  <a:pt x="729752" y="33293"/>
                  <a:pt x="732967" y="31634"/>
                  <a:pt x="737116" y="31634"/>
                </a:cubicBezTo>
                <a:cubicBezTo>
                  <a:pt x="743027" y="31634"/>
                  <a:pt x="745829" y="34434"/>
                  <a:pt x="747489" y="41798"/>
                </a:cubicBezTo>
                <a:lnTo>
                  <a:pt x="761385" y="41798"/>
                </a:lnTo>
                <a:close/>
                <a:moveTo>
                  <a:pt x="796442" y="21989"/>
                </a:moveTo>
                <a:lnTo>
                  <a:pt x="788352" y="21989"/>
                </a:lnTo>
                <a:lnTo>
                  <a:pt x="788352" y="6949"/>
                </a:lnTo>
                <a:lnTo>
                  <a:pt x="773832" y="6949"/>
                </a:lnTo>
                <a:lnTo>
                  <a:pt x="773832" y="21989"/>
                </a:lnTo>
                <a:lnTo>
                  <a:pt x="766675" y="21989"/>
                </a:lnTo>
                <a:lnTo>
                  <a:pt x="766675" y="31634"/>
                </a:lnTo>
                <a:lnTo>
                  <a:pt x="773832" y="31634"/>
                </a:lnTo>
                <a:lnTo>
                  <a:pt x="773832" y="66069"/>
                </a:lnTo>
                <a:cubicBezTo>
                  <a:pt x="773832" y="74884"/>
                  <a:pt x="778499" y="79241"/>
                  <a:pt x="788040" y="79241"/>
                </a:cubicBezTo>
                <a:cubicBezTo>
                  <a:pt x="791361" y="79241"/>
                  <a:pt x="793746" y="78929"/>
                  <a:pt x="796442" y="78099"/>
                </a:cubicBezTo>
                <a:lnTo>
                  <a:pt x="796442" y="67934"/>
                </a:lnTo>
                <a:cubicBezTo>
                  <a:pt x="794990" y="68142"/>
                  <a:pt x="794265" y="68246"/>
                  <a:pt x="793124" y="68246"/>
                </a:cubicBezTo>
                <a:cubicBezTo>
                  <a:pt x="789286" y="68246"/>
                  <a:pt x="788352" y="67105"/>
                  <a:pt x="788352" y="62126"/>
                </a:cubicBezTo>
                <a:lnTo>
                  <a:pt x="788352" y="31634"/>
                </a:lnTo>
                <a:lnTo>
                  <a:pt x="796442" y="31634"/>
                </a:lnTo>
                <a:lnTo>
                  <a:pt x="796442" y="21989"/>
                </a:lnTo>
                <a:close/>
                <a:moveTo>
                  <a:pt x="802181" y="97599"/>
                </a:moveTo>
                <a:lnTo>
                  <a:pt x="827281" y="97599"/>
                </a:lnTo>
                <a:lnTo>
                  <a:pt x="827281" y="1245"/>
                </a:lnTo>
                <a:lnTo>
                  <a:pt x="802181" y="1245"/>
                </a:lnTo>
                <a:lnTo>
                  <a:pt x="802181" y="11824"/>
                </a:lnTo>
                <a:lnTo>
                  <a:pt x="813797" y="11824"/>
                </a:lnTo>
                <a:lnTo>
                  <a:pt x="813797" y="87019"/>
                </a:lnTo>
                <a:lnTo>
                  <a:pt x="802181" y="87019"/>
                </a:lnTo>
                <a:lnTo>
                  <a:pt x="802181" y="97599"/>
                </a:lnTo>
                <a:close/>
                <a:moveTo>
                  <a:pt x="884221" y="44287"/>
                </a:moveTo>
                <a:lnTo>
                  <a:pt x="920418" y="44287"/>
                </a:lnTo>
                <a:lnTo>
                  <a:pt x="920418" y="31323"/>
                </a:lnTo>
                <a:lnTo>
                  <a:pt x="884221" y="31323"/>
                </a:lnTo>
                <a:lnTo>
                  <a:pt x="884221" y="14210"/>
                </a:lnTo>
                <a:lnTo>
                  <a:pt x="923322" y="14210"/>
                </a:lnTo>
                <a:lnTo>
                  <a:pt x="923322" y="1245"/>
                </a:lnTo>
                <a:lnTo>
                  <a:pt x="868664" y="1245"/>
                </a:lnTo>
                <a:lnTo>
                  <a:pt x="868664" y="76854"/>
                </a:lnTo>
                <a:lnTo>
                  <a:pt x="925190" y="76854"/>
                </a:lnTo>
                <a:lnTo>
                  <a:pt x="925190" y="63889"/>
                </a:lnTo>
                <a:lnTo>
                  <a:pt x="884221" y="63889"/>
                </a:lnTo>
                <a:lnTo>
                  <a:pt x="884221" y="44287"/>
                </a:lnTo>
                <a:close/>
                <a:moveTo>
                  <a:pt x="936391" y="20848"/>
                </a:moveTo>
                <a:lnTo>
                  <a:pt x="936391" y="76854"/>
                </a:lnTo>
                <a:lnTo>
                  <a:pt x="950911" y="76854"/>
                </a:lnTo>
                <a:lnTo>
                  <a:pt x="950911" y="43251"/>
                </a:lnTo>
                <a:cubicBezTo>
                  <a:pt x="950911" y="36612"/>
                  <a:pt x="955475" y="32256"/>
                  <a:pt x="962632" y="32256"/>
                </a:cubicBezTo>
                <a:cubicBezTo>
                  <a:pt x="968854" y="32256"/>
                  <a:pt x="971966" y="35680"/>
                  <a:pt x="971966" y="42317"/>
                </a:cubicBezTo>
                <a:lnTo>
                  <a:pt x="971966" y="76854"/>
                </a:lnTo>
                <a:lnTo>
                  <a:pt x="986486" y="76854"/>
                </a:lnTo>
                <a:lnTo>
                  <a:pt x="986486" y="39309"/>
                </a:lnTo>
                <a:cubicBezTo>
                  <a:pt x="986486" y="26863"/>
                  <a:pt x="979744" y="19914"/>
                  <a:pt x="967713" y="19914"/>
                </a:cubicBezTo>
                <a:cubicBezTo>
                  <a:pt x="960142" y="19914"/>
                  <a:pt x="955060" y="22611"/>
                  <a:pt x="950911" y="28938"/>
                </a:cubicBezTo>
                <a:lnTo>
                  <a:pt x="950911" y="20848"/>
                </a:lnTo>
                <a:lnTo>
                  <a:pt x="936391" y="20848"/>
                </a:lnTo>
                <a:close/>
                <a:moveTo>
                  <a:pt x="1047575" y="75091"/>
                </a:moveTo>
                <a:cubicBezTo>
                  <a:pt x="1045087" y="72706"/>
                  <a:pt x="1044256" y="71046"/>
                  <a:pt x="1044256" y="68246"/>
                </a:cubicBezTo>
                <a:lnTo>
                  <a:pt x="1044256" y="37131"/>
                </a:lnTo>
                <a:cubicBezTo>
                  <a:pt x="1044256" y="25722"/>
                  <a:pt x="1036478" y="19914"/>
                  <a:pt x="1021336" y="19914"/>
                </a:cubicBezTo>
                <a:cubicBezTo>
                  <a:pt x="1006193" y="19914"/>
                  <a:pt x="998310" y="26344"/>
                  <a:pt x="997377" y="39309"/>
                </a:cubicBezTo>
                <a:lnTo>
                  <a:pt x="1011378" y="39309"/>
                </a:lnTo>
                <a:cubicBezTo>
                  <a:pt x="1012104" y="33500"/>
                  <a:pt x="1014489" y="31634"/>
                  <a:pt x="1021646" y="31634"/>
                </a:cubicBezTo>
                <a:cubicBezTo>
                  <a:pt x="1027247" y="31634"/>
                  <a:pt x="1030048" y="33500"/>
                  <a:pt x="1030048" y="37235"/>
                </a:cubicBezTo>
                <a:cubicBezTo>
                  <a:pt x="1030048" y="39101"/>
                  <a:pt x="1029114" y="40657"/>
                  <a:pt x="1027558" y="41591"/>
                </a:cubicBezTo>
                <a:cubicBezTo>
                  <a:pt x="1025588" y="42629"/>
                  <a:pt x="1025588" y="42629"/>
                  <a:pt x="1018432" y="43768"/>
                </a:cubicBezTo>
                <a:lnTo>
                  <a:pt x="1012623" y="44806"/>
                </a:lnTo>
                <a:cubicBezTo>
                  <a:pt x="1001525" y="46672"/>
                  <a:pt x="996133" y="52378"/>
                  <a:pt x="996133" y="62438"/>
                </a:cubicBezTo>
                <a:cubicBezTo>
                  <a:pt x="996133" y="72499"/>
                  <a:pt x="1002873" y="79241"/>
                  <a:pt x="1013141" y="79241"/>
                </a:cubicBezTo>
                <a:cubicBezTo>
                  <a:pt x="1019365" y="79241"/>
                  <a:pt x="1024966" y="76647"/>
                  <a:pt x="1030151" y="71255"/>
                </a:cubicBezTo>
                <a:cubicBezTo>
                  <a:pt x="1030151" y="74159"/>
                  <a:pt x="1030462" y="75195"/>
                  <a:pt x="1031811" y="76854"/>
                </a:cubicBezTo>
                <a:lnTo>
                  <a:pt x="1047575" y="76854"/>
                </a:lnTo>
                <a:lnTo>
                  <a:pt x="1047575" y="75091"/>
                </a:lnTo>
                <a:moveTo>
                  <a:pt x="1030048" y="54348"/>
                </a:moveTo>
                <a:cubicBezTo>
                  <a:pt x="1030048" y="62750"/>
                  <a:pt x="1025898" y="67520"/>
                  <a:pt x="1018534" y="67520"/>
                </a:cubicBezTo>
                <a:cubicBezTo>
                  <a:pt x="1013660" y="67520"/>
                  <a:pt x="1010653" y="64928"/>
                  <a:pt x="1010653" y="60778"/>
                </a:cubicBezTo>
                <a:cubicBezTo>
                  <a:pt x="1010653" y="56423"/>
                  <a:pt x="1012934" y="54348"/>
                  <a:pt x="1018949" y="53104"/>
                </a:cubicBezTo>
                <a:lnTo>
                  <a:pt x="1023928" y="52170"/>
                </a:lnTo>
                <a:cubicBezTo>
                  <a:pt x="1027766" y="51444"/>
                  <a:pt x="1028388" y="51237"/>
                  <a:pt x="1030048" y="50407"/>
                </a:cubicBezTo>
                <a:lnTo>
                  <a:pt x="1030048" y="54348"/>
                </a:lnTo>
                <a:close/>
                <a:moveTo>
                  <a:pt x="1057221" y="1245"/>
                </a:moveTo>
                <a:lnTo>
                  <a:pt x="1057221" y="76854"/>
                </a:lnTo>
                <a:lnTo>
                  <a:pt x="1071741" y="76854"/>
                </a:lnTo>
                <a:lnTo>
                  <a:pt x="1071741" y="71150"/>
                </a:lnTo>
                <a:cubicBezTo>
                  <a:pt x="1075267" y="76647"/>
                  <a:pt x="1080143" y="79241"/>
                  <a:pt x="1087195" y="79241"/>
                </a:cubicBezTo>
                <a:cubicBezTo>
                  <a:pt x="1100575" y="79241"/>
                  <a:pt x="1110740" y="66483"/>
                  <a:pt x="1110740" y="49576"/>
                </a:cubicBezTo>
                <a:cubicBezTo>
                  <a:pt x="1110740" y="42005"/>
                  <a:pt x="1108458" y="34331"/>
                  <a:pt x="1104724" y="28938"/>
                </a:cubicBezTo>
                <a:cubicBezTo>
                  <a:pt x="1100887" y="23440"/>
                  <a:pt x="1094040" y="19914"/>
                  <a:pt x="1087195" y="19914"/>
                </a:cubicBezTo>
                <a:cubicBezTo>
                  <a:pt x="1080143" y="19914"/>
                  <a:pt x="1075267" y="22508"/>
                  <a:pt x="1071741" y="28108"/>
                </a:cubicBezTo>
                <a:lnTo>
                  <a:pt x="1071741" y="1245"/>
                </a:lnTo>
                <a:lnTo>
                  <a:pt x="1057221" y="1245"/>
                </a:lnTo>
                <a:moveTo>
                  <a:pt x="1083980" y="32049"/>
                </a:moveTo>
                <a:cubicBezTo>
                  <a:pt x="1091136" y="32049"/>
                  <a:pt x="1096219" y="39309"/>
                  <a:pt x="1096219" y="49681"/>
                </a:cubicBezTo>
                <a:cubicBezTo>
                  <a:pt x="1096219" y="59949"/>
                  <a:pt x="1091241" y="67105"/>
                  <a:pt x="1083980" y="67105"/>
                </a:cubicBezTo>
                <a:cubicBezTo>
                  <a:pt x="1076616" y="67105"/>
                  <a:pt x="1071741" y="60156"/>
                  <a:pt x="1071741" y="49369"/>
                </a:cubicBezTo>
                <a:cubicBezTo>
                  <a:pt x="1071741" y="39101"/>
                  <a:pt x="1076720" y="32049"/>
                  <a:pt x="1083980" y="32049"/>
                </a:cubicBezTo>
                <a:close/>
                <a:moveTo>
                  <a:pt x="1135942" y="1245"/>
                </a:moveTo>
                <a:lnTo>
                  <a:pt x="1121421" y="1245"/>
                </a:lnTo>
                <a:lnTo>
                  <a:pt x="1121421" y="76854"/>
                </a:lnTo>
                <a:lnTo>
                  <a:pt x="1135942" y="76854"/>
                </a:lnTo>
                <a:lnTo>
                  <a:pt x="1135942" y="1245"/>
                </a:lnTo>
                <a:close/>
                <a:moveTo>
                  <a:pt x="1164775" y="20848"/>
                </a:moveTo>
                <a:lnTo>
                  <a:pt x="1150255" y="20848"/>
                </a:lnTo>
                <a:lnTo>
                  <a:pt x="1150255" y="76854"/>
                </a:lnTo>
                <a:lnTo>
                  <a:pt x="1164775" y="76854"/>
                </a:lnTo>
                <a:lnTo>
                  <a:pt x="1164775" y="20848"/>
                </a:lnTo>
                <a:moveTo>
                  <a:pt x="1164775" y="1245"/>
                </a:moveTo>
                <a:lnTo>
                  <a:pt x="1150255" y="1245"/>
                </a:lnTo>
                <a:lnTo>
                  <a:pt x="1150255" y="14210"/>
                </a:lnTo>
                <a:lnTo>
                  <a:pt x="1164775" y="14210"/>
                </a:lnTo>
                <a:lnTo>
                  <a:pt x="1164775" y="1245"/>
                </a:lnTo>
                <a:close/>
                <a:moveTo>
                  <a:pt x="1178673" y="20848"/>
                </a:moveTo>
                <a:lnTo>
                  <a:pt x="1178673" y="76854"/>
                </a:lnTo>
                <a:lnTo>
                  <a:pt x="1193194" y="76854"/>
                </a:lnTo>
                <a:lnTo>
                  <a:pt x="1193194" y="43251"/>
                </a:lnTo>
                <a:cubicBezTo>
                  <a:pt x="1193194" y="36612"/>
                  <a:pt x="1197758" y="32256"/>
                  <a:pt x="1204914" y="32256"/>
                </a:cubicBezTo>
                <a:cubicBezTo>
                  <a:pt x="1211137" y="32256"/>
                  <a:pt x="1214249" y="35680"/>
                  <a:pt x="1214249" y="42317"/>
                </a:cubicBezTo>
                <a:lnTo>
                  <a:pt x="1214249" y="76854"/>
                </a:lnTo>
                <a:lnTo>
                  <a:pt x="1228769" y="76854"/>
                </a:lnTo>
                <a:lnTo>
                  <a:pt x="1228769" y="39309"/>
                </a:lnTo>
                <a:cubicBezTo>
                  <a:pt x="1228769" y="26863"/>
                  <a:pt x="1222027" y="19914"/>
                  <a:pt x="1209996" y="19914"/>
                </a:cubicBezTo>
                <a:cubicBezTo>
                  <a:pt x="1202425" y="19914"/>
                  <a:pt x="1197343" y="22611"/>
                  <a:pt x="1193194" y="28938"/>
                </a:cubicBezTo>
                <a:lnTo>
                  <a:pt x="1193194" y="20848"/>
                </a:lnTo>
                <a:lnTo>
                  <a:pt x="1178673" y="20848"/>
                </a:lnTo>
                <a:close/>
                <a:moveTo>
                  <a:pt x="1276998" y="20848"/>
                </a:moveTo>
                <a:lnTo>
                  <a:pt x="1276998" y="29455"/>
                </a:lnTo>
                <a:cubicBezTo>
                  <a:pt x="1272953" y="22922"/>
                  <a:pt x="1268493" y="19914"/>
                  <a:pt x="1262580" y="19914"/>
                </a:cubicBezTo>
                <a:cubicBezTo>
                  <a:pt x="1257603" y="19914"/>
                  <a:pt x="1252105" y="22403"/>
                  <a:pt x="1248267" y="26448"/>
                </a:cubicBezTo>
                <a:cubicBezTo>
                  <a:pt x="1242666" y="32256"/>
                  <a:pt x="1239762" y="40347"/>
                  <a:pt x="1239762" y="50200"/>
                </a:cubicBezTo>
                <a:cubicBezTo>
                  <a:pt x="1239762" y="67417"/>
                  <a:pt x="1248891" y="79241"/>
                  <a:pt x="1262270" y="79241"/>
                </a:cubicBezTo>
                <a:cubicBezTo>
                  <a:pt x="1268286" y="79241"/>
                  <a:pt x="1271916" y="77270"/>
                  <a:pt x="1276998" y="71150"/>
                </a:cubicBezTo>
                <a:lnTo>
                  <a:pt x="1276998" y="78721"/>
                </a:lnTo>
                <a:cubicBezTo>
                  <a:pt x="1276998" y="85463"/>
                  <a:pt x="1272226" y="90130"/>
                  <a:pt x="1265381" y="90130"/>
                </a:cubicBezTo>
                <a:cubicBezTo>
                  <a:pt x="1260195" y="90130"/>
                  <a:pt x="1256979" y="87848"/>
                  <a:pt x="1255840" y="83596"/>
                </a:cubicBezTo>
                <a:lnTo>
                  <a:pt x="1240903" y="83596"/>
                </a:lnTo>
                <a:cubicBezTo>
                  <a:pt x="1241008" y="87953"/>
                  <a:pt x="1242564" y="90960"/>
                  <a:pt x="1246401" y="94071"/>
                </a:cubicBezTo>
                <a:cubicBezTo>
                  <a:pt x="1250861" y="97702"/>
                  <a:pt x="1256979" y="99465"/>
                  <a:pt x="1264862" y="99465"/>
                </a:cubicBezTo>
                <a:cubicBezTo>
                  <a:pt x="1281043" y="99465"/>
                  <a:pt x="1290792" y="91686"/>
                  <a:pt x="1290792" y="78721"/>
                </a:cubicBezTo>
                <a:lnTo>
                  <a:pt x="1290792" y="20848"/>
                </a:lnTo>
                <a:lnTo>
                  <a:pt x="1276998" y="20848"/>
                </a:lnTo>
                <a:moveTo>
                  <a:pt x="1265277" y="32049"/>
                </a:moveTo>
                <a:cubicBezTo>
                  <a:pt x="1272123" y="32049"/>
                  <a:pt x="1277205" y="39620"/>
                  <a:pt x="1277205" y="49993"/>
                </a:cubicBezTo>
                <a:cubicBezTo>
                  <a:pt x="1277205" y="60156"/>
                  <a:pt x="1272331" y="67105"/>
                  <a:pt x="1265070" y="67105"/>
                </a:cubicBezTo>
                <a:cubicBezTo>
                  <a:pt x="1258744" y="67105"/>
                  <a:pt x="1254284" y="60156"/>
                  <a:pt x="1254284" y="49993"/>
                </a:cubicBezTo>
                <a:cubicBezTo>
                  <a:pt x="1254284" y="39413"/>
                  <a:pt x="1258744" y="32049"/>
                  <a:pt x="1265277" y="32049"/>
                </a:cubicBezTo>
                <a:close/>
                <a:moveTo>
                  <a:pt x="1350533" y="20848"/>
                </a:moveTo>
                <a:lnTo>
                  <a:pt x="1336013" y="20848"/>
                </a:lnTo>
                <a:lnTo>
                  <a:pt x="1336013" y="99465"/>
                </a:lnTo>
                <a:lnTo>
                  <a:pt x="1350533" y="99465"/>
                </a:lnTo>
                <a:lnTo>
                  <a:pt x="1350533" y="70217"/>
                </a:lnTo>
                <a:cubicBezTo>
                  <a:pt x="1354059" y="76439"/>
                  <a:pt x="1359038" y="79343"/>
                  <a:pt x="1366090" y="79343"/>
                </a:cubicBezTo>
                <a:cubicBezTo>
                  <a:pt x="1379574" y="79343"/>
                  <a:pt x="1389530" y="66691"/>
                  <a:pt x="1389530" y="49681"/>
                </a:cubicBezTo>
                <a:cubicBezTo>
                  <a:pt x="1389530" y="41798"/>
                  <a:pt x="1387248" y="33917"/>
                  <a:pt x="1383515" y="28730"/>
                </a:cubicBezTo>
                <a:cubicBezTo>
                  <a:pt x="1379781" y="23440"/>
                  <a:pt x="1372832" y="19914"/>
                  <a:pt x="1366090" y="19914"/>
                </a:cubicBezTo>
                <a:cubicBezTo>
                  <a:pt x="1359038" y="19914"/>
                  <a:pt x="1354059" y="22922"/>
                  <a:pt x="1350533" y="29145"/>
                </a:cubicBezTo>
                <a:lnTo>
                  <a:pt x="1350533" y="20848"/>
                </a:lnTo>
                <a:moveTo>
                  <a:pt x="1362772" y="32049"/>
                </a:moveTo>
                <a:cubicBezTo>
                  <a:pt x="1370135" y="32049"/>
                  <a:pt x="1375010" y="39101"/>
                  <a:pt x="1375010" y="49888"/>
                </a:cubicBezTo>
                <a:cubicBezTo>
                  <a:pt x="1375010" y="60156"/>
                  <a:pt x="1370031" y="67210"/>
                  <a:pt x="1362772" y="67210"/>
                </a:cubicBezTo>
                <a:cubicBezTo>
                  <a:pt x="1355408" y="67210"/>
                  <a:pt x="1350533" y="60156"/>
                  <a:pt x="1350533" y="49681"/>
                </a:cubicBezTo>
                <a:cubicBezTo>
                  <a:pt x="1350533" y="39101"/>
                  <a:pt x="1355408" y="32049"/>
                  <a:pt x="1362772" y="32049"/>
                </a:cubicBezTo>
                <a:close/>
                <a:moveTo>
                  <a:pt x="1424587" y="19914"/>
                </a:moveTo>
                <a:cubicBezTo>
                  <a:pt x="1407473" y="19914"/>
                  <a:pt x="1396998" y="31220"/>
                  <a:pt x="1396998" y="49576"/>
                </a:cubicBezTo>
                <a:cubicBezTo>
                  <a:pt x="1396998" y="68039"/>
                  <a:pt x="1407473" y="79241"/>
                  <a:pt x="1424690" y="79241"/>
                </a:cubicBezTo>
                <a:cubicBezTo>
                  <a:pt x="1441804" y="79241"/>
                  <a:pt x="1452384" y="68039"/>
                  <a:pt x="1452384" y="49993"/>
                </a:cubicBezTo>
                <a:cubicBezTo>
                  <a:pt x="1452384" y="31013"/>
                  <a:pt x="1442114" y="19914"/>
                  <a:pt x="1424587" y="19914"/>
                </a:cubicBezTo>
                <a:moveTo>
                  <a:pt x="1424690" y="31634"/>
                </a:moveTo>
                <a:cubicBezTo>
                  <a:pt x="1432677" y="31634"/>
                  <a:pt x="1437864" y="38791"/>
                  <a:pt x="1437864" y="49785"/>
                </a:cubicBezTo>
                <a:cubicBezTo>
                  <a:pt x="1437864" y="60260"/>
                  <a:pt x="1432470" y="67520"/>
                  <a:pt x="1424690" y="67520"/>
                </a:cubicBezTo>
                <a:cubicBezTo>
                  <a:pt x="1416809" y="67520"/>
                  <a:pt x="1411518" y="60363"/>
                  <a:pt x="1411518" y="49576"/>
                </a:cubicBezTo>
                <a:cubicBezTo>
                  <a:pt x="1411518" y="38791"/>
                  <a:pt x="1416809" y="31634"/>
                  <a:pt x="1424690" y="31634"/>
                </a:cubicBezTo>
                <a:close/>
                <a:moveTo>
                  <a:pt x="1477276" y="20848"/>
                </a:moveTo>
                <a:lnTo>
                  <a:pt x="1462755" y="20848"/>
                </a:lnTo>
                <a:lnTo>
                  <a:pt x="1462755" y="99465"/>
                </a:lnTo>
                <a:lnTo>
                  <a:pt x="1477276" y="99465"/>
                </a:lnTo>
                <a:lnTo>
                  <a:pt x="1477276" y="70217"/>
                </a:lnTo>
                <a:cubicBezTo>
                  <a:pt x="1480802" y="76439"/>
                  <a:pt x="1485781" y="79343"/>
                  <a:pt x="1492833" y="79343"/>
                </a:cubicBezTo>
                <a:cubicBezTo>
                  <a:pt x="1506316" y="79343"/>
                  <a:pt x="1516272" y="66691"/>
                  <a:pt x="1516272" y="49681"/>
                </a:cubicBezTo>
                <a:cubicBezTo>
                  <a:pt x="1516272" y="41798"/>
                  <a:pt x="1513990" y="33917"/>
                  <a:pt x="1510257" y="28730"/>
                </a:cubicBezTo>
                <a:cubicBezTo>
                  <a:pt x="1506524" y="23440"/>
                  <a:pt x="1499574" y="19914"/>
                  <a:pt x="1492833" y="19914"/>
                </a:cubicBezTo>
                <a:cubicBezTo>
                  <a:pt x="1485781" y="19914"/>
                  <a:pt x="1480802" y="22922"/>
                  <a:pt x="1477276" y="29145"/>
                </a:cubicBezTo>
                <a:lnTo>
                  <a:pt x="1477276" y="20848"/>
                </a:lnTo>
                <a:moveTo>
                  <a:pt x="1489514" y="32049"/>
                </a:moveTo>
                <a:cubicBezTo>
                  <a:pt x="1496878" y="32049"/>
                  <a:pt x="1501752" y="39101"/>
                  <a:pt x="1501752" y="49888"/>
                </a:cubicBezTo>
                <a:cubicBezTo>
                  <a:pt x="1501752" y="60156"/>
                  <a:pt x="1496773" y="67210"/>
                  <a:pt x="1489514" y="67210"/>
                </a:cubicBezTo>
                <a:cubicBezTo>
                  <a:pt x="1482150" y="67210"/>
                  <a:pt x="1477276" y="60156"/>
                  <a:pt x="1477276" y="49681"/>
                </a:cubicBezTo>
                <a:cubicBezTo>
                  <a:pt x="1477276" y="39101"/>
                  <a:pt x="1482150" y="32049"/>
                  <a:pt x="1489514" y="32049"/>
                </a:cubicBezTo>
                <a:close/>
                <a:moveTo>
                  <a:pt x="1576222" y="76854"/>
                </a:moveTo>
                <a:lnTo>
                  <a:pt x="1576222" y="20848"/>
                </a:lnTo>
                <a:lnTo>
                  <a:pt x="1561700" y="20848"/>
                </a:lnTo>
                <a:lnTo>
                  <a:pt x="1561700" y="55904"/>
                </a:lnTo>
                <a:cubicBezTo>
                  <a:pt x="1561700" y="62543"/>
                  <a:pt x="1557137" y="66898"/>
                  <a:pt x="1549981" y="66898"/>
                </a:cubicBezTo>
                <a:cubicBezTo>
                  <a:pt x="1543758" y="66898"/>
                  <a:pt x="1540647" y="63579"/>
                  <a:pt x="1540647" y="56837"/>
                </a:cubicBezTo>
                <a:lnTo>
                  <a:pt x="1540647" y="20848"/>
                </a:lnTo>
                <a:lnTo>
                  <a:pt x="1526127" y="20848"/>
                </a:lnTo>
                <a:lnTo>
                  <a:pt x="1526127" y="59846"/>
                </a:lnTo>
                <a:cubicBezTo>
                  <a:pt x="1526127" y="72291"/>
                  <a:pt x="1532867" y="79241"/>
                  <a:pt x="1544899" y="79241"/>
                </a:cubicBezTo>
                <a:cubicBezTo>
                  <a:pt x="1552470" y="79241"/>
                  <a:pt x="1557552" y="76544"/>
                  <a:pt x="1561700" y="70217"/>
                </a:cubicBezTo>
                <a:lnTo>
                  <a:pt x="1561700" y="76854"/>
                </a:lnTo>
                <a:lnTo>
                  <a:pt x="1576222" y="76854"/>
                </a:lnTo>
                <a:close/>
                <a:moveTo>
                  <a:pt x="1603603" y="20848"/>
                </a:moveTo>
                <a:lnTo>
                  <a:pt x="1589082" y="20848"/>
                </a:lnTo>
                <a:lnTo>
                  <a:pt x="1589082" y="99465"/>
                </a:lnTo>
                <a:lnTo>
                  <a:pt x="1603603" y="99465"/>
                </a:lnTo>
                <a:lnTo>
                  <a:pt x="1603603" y="70217"/>
                </a:lnTo>
                <a:cubicBezTo>
                  <a:pt x="1607129" y="76439"/>
                  <a:pt x="1612108" y="79343"/>
                  <a:pt x="1619160" y="79343"/>
                </a:cubicBezTo>
                <a:cubicBezTo>
                  <a:pt x="1632643" y="79343"/>
                  <a:pt x="1642600" y="66691"/>
                  <a:pt x="1642600" y="49681"/>
                </a:cubicBezTo>
                <a:cubicBezTo>
                  <a:pt x="1642600" y="41798"/>
                  <a:pt x="1640317" y="33917"/>
                  <a:pt x="1636584" y="28730"/>
                </a:cubicBezTo>
                <a:cubicBezTo>
                  <a:pt x="1632851" y="23440"/>
                  <a:pt x="1625902" y="19914"/>
                  <a:pt x="1619160" y="19914"/>
                </a:cubicBezTo>
                <a:cubicBezTo>
                  <a:pt x="1612108" y="19914"/>
                  <a:pt x="1607129" y="22922"/>
                  <a:pt x="1603603" y="29145"/>
                </a:cubicBezTo>
                <a:lnTo>
                  <a:pt x="1603603" y="20848"/>
                </a:lnTo>
                <a:moveTo>
                  <a:pt x="1615841" y="32049"/>
                </a:moveTo>
                <a:cubicBezTo>
                  <a:pt x="1623205" y="32049"/>
                  <a:pt x="1628079" y="39101"/>
                  <a:pt x="1628079" y="49888"/>
                </a:cubicBezTo>
                <a:cubicBezTo>
                  <a:pt x="1628079" y="60156"/>
                  <a:pt x="1623100" y="67210"/>
                  <a:pt x="1615841" y="67210"/>
                </a:cubicBezTo>
                <a:cubicBezTo>
                  <a:pt x="1608477" y="67210"/>
                  <a:pt x="1603603" y="60156"/>
                  <a:pt x="1603603" y="49681"/>
                </a:cubicBezTo>
                <a:cubicBezTo>
                  <a:pt x="1603603" y="39101"/>
                  <a:pt x="1608477" y="32049"/>
                  <a:pt x="1615841" y="32049"/>
                </a:cubicBezTo>
                <a:close/>
                <a:moveTo>
                  <a:pt x="1713646" y="76854"/>
                </a:moveTo>
                <a:lnTo>
                  <a:pt x="1732937" y="20848"/>
                </a:lnTo>
                <a:lnTo>
                  <a:pt x="1717588" y="20848"/>
                </a:lnTo>
                <a:lnTo>
                  <a:pt x="1706282" y="61816"/>
                </a:lnTo>
                <a:lnTo>
                  <a:pt x="1694146" y="20848"/>
                </a:lnTo>
                <a:lnTo>
                  <a:pt x="1678797" y="20848"/>
                </a:lnTo>
                <a:lnTo>
                  <a:pt x="1698399" y="76854"/>
                </a:lnTo>
                <a:lnTo>
                  <a:pt x="1713646" y="76854"/>
                </a:lnTo>
                <a:close/>
                <a:moveTo>
                  <a:pt x="1786455" y="63889"/>
                </a:moveTo>
                <a:lnTo>
                  <a:pt x="1755237" y="63889"/>
                </a:lnTo>
                <a:cubicBezTo>
                  <a:pt x="1757207" y="59949"/>
                  <a:pt x="1759490" y="57771"/>
                  <a:pt x="1770275" y="49993"/>
                </a:cubicBezTo>
                <a:cubicBezTo>
                  <a:pt x="1783032" y="40657"/>
                  <a:pt x="1786767" y="35161"/>
                  <a:pt x="1786767" y="25100"/>
                </a:cubicBezTo>
                <a:cubicBezTo>
                  <a:pt x="1786767" y="10891"/>
                  <a:pt x="1776914" y="1763"/>
                  <a:pt x="1761563" y="1763"/>
                </a:cubicBezTo>
                <a:cubicBezTo>
                  <a:pt x="1746318" y="1763"/>
                  <a:pt x="1737396" y="10787"/>
                  <a:pt x="1737396" y="26344"/>
                </a:cubicBezTo>
                <a:lnTo>
                  <a:pt x="1737396" y="28938"/>
                </a:lnTo>
                <a:lnTo>
                  <a:pt x="1751399" y="28938"/>
                </a:lnTo>
                <a:lnTo>
                  <a:pt x="1751399" y="26551"/>
                </a:lnTo>
                <a:cubicBezTo>
                  <a:pt x="1751399" y="18358"/>
                  <a:pt x="1755237" y="13587"/>
                  <a:pt x="1761874" y="13587"/>
                </a:cubicBezTo>
                <a:cubicBezTo>
                  <a:pt x="1768305" y="13587"/>
                  <a:pt x="1772247" y="18048"/>
                  <a:pt x="1772247" y="25412"/>
                </a:cubicBezTo>
                <a:cubicBezTo>
                  <a:pt x="1772247" y="33605"/>
                  <a:pt x="1769757" y="36612"/>
                  <a:pt x="1753370" y="48230"/>
                </a:cubicBezTo>
                <a:cubicBezTo>
                  <a:pt x="1740924" y="56733"/>
                  <a:pt x="1737086" y="63165"/>
                  <a:pt x="1736464" y="76854"/>
                </a:cubicBezTo>
                <a:lnTo>
                  <a:pt x="1786455" y="76854"/>
                </a:lnTo>
                <a:lnTo>
                  <a:pt x="1786455" y="63889"/>
                </a:lnTo>
                <a:close/>
                <a:moveTo>
                  <a:pt x="1884882" y="76854"/>
                </a:moveTo>
                <a:lnTo>
                  <a:pt x="1900751" y="20848"/>
                </a:lnTo>
                <a:lnTo>
                  <a:pt x="1885712" y="20848"/>
                </a:lnTo>
                <a:lnTo>
                  <a:pt x="1877207" y="60053"/>
                </a:lnTo>
                <a:lnTo>
                  <a:pt x="1868806" y="20848"/>
                </a:lnTo>
                <a:lnTo>
                  <a:pt x="1854286" y="20848"/>
                </a:lnTo>
                <a:lnTo>
                  <a:pt x="1845781" y="60053"/>
                </a:lnTo>
                <a:lnTo>
                  <a:pt x="1836862" y="20848"/>
                </a:lnTo>
                <a:lnTo>
                  <a:pt x="1821822" y="20848"/>
                </a:lnTo>
                <a:lnTo>
                  <a:pt x="1837588" y="76854"/>
                </a:lnTo>
                <a:lnTo>
                  <a:pt x="1852523" y="76854"/>
                </a:lnTo>
                <a:lnTo>
                  <a:pt x="1861443" y="37338"/>
                </a:lnTo>
                <a:lnTo>
                  <a:pt x="1869843" y="76854"/>
                </a:lnTo>
                <a:lnTo>
                  <a:pt x="1884882" y="76854"/>
                </a:lnTo>
                <a:close/>
                <a:moveTo>
                  <a:pt x="1925643" y="20848"/>
                </a:moveTo>
                <a:lnTo>
                  <a:pt x="1911122" y="20848"/>
                </a:lnTo>
                <a:lnTo>
                  <a:pt x="1911122" y="76854"/>
                </a:lnTo>
                <a:lnTo>
                  <a:pt x="1925643" y="76854"/>
                </a:lnTo>
                <a:lnTo>
                  <a:pt x="1925643" y="20848"/>
                </a:lnTo>
                <a:moveTo>
                  <a:pt x="1925643" y="1245"/>
                </a:moveTo>
                <a:lnTo>
                  <a:pt x="1911122" y="1245"/>
                </a:lnTo>
                <a:lnTo>
                  <a:pt x="1911122" y="14210"/>
                </a:lnTo>
                <a:lnTo>
                  <a:pt x="1925643" y="14210"/>
                </a:lnTo>
                <a:lnTo>
                  <a:pt x="1925643" y="1245"/>
                </a:lnTo>
                <a:close/>
                <a:moveTo>
                  <a:pt x="1954476" y="1245"/>
                </a:moveTo>
                <a:lnTo>
                  <a:pt x="1939956" y="1245"/>
                </a:lnTo>
                <a:lnTo>
                  <a:pt x="1939956" y="76854"/>
                </a:lnTo>
                <a:lnTo>
                  <a:pt x="1954476" y="76854"/>
                </a:lnTo>
                <a:lnTo>
                  <a:pt x="1954476" y="1245"/>
                </a:lnTo>
                <a:close/>
                <a:moveTo>
                  <a:pt x="1983621" y="1245"/>
                </a:moveTo>
                <a:lnTo>
                  <a:pt x="1969101" y="1245"/>
                </a:lnTo>
                <a:lnTo>
                  <a:pt x="1969101" y="76854"/>
                </a:lnTo>
                <a:lnTo>
                  <a:pt x="1983621" y="76854"/>
                </a:lnTo>
                <a:lnTo>
                  <a:pt x="1983621" y="1245"/>
                </a:lnTo>
                <a:close/>
                <a:moveTo>
                  <a:pt x="2024693" y="20848"/>
                </a:moveTo>
                <a:lnTo>
                  <a:pt x="2024693" y="76854"/>
                </a:lnTo>
                <a:lnTo>
                  <a:pt x="2039213" y="76854"/>
                </a:lnTo>
                <a:lnTo>
                  <a:pt x="2039213" y="47089"/>
                </a:lnTo>
                <a:cubicBezTo>
                  <a:pt x="2039213" y="38584"/>
                  <a:pt x="2043466" y="34331"/>
                  <a:pt x="2051971" y="34331"/>
                </a:cubicBezTo>
                <a:cubicBezTo>
                  <a:pt x="2053526" y="34331"/>
                  <a:pt x="2054564" y="34434"/>
                  <a:pt x="2056535" y="34746"/>
                </a:cubicBezTo>
                <a:lnTo>
                  <a:pt x="2056535" y="20018"/>
                </a:lnTo>
                <a:cubicBezTo>
                  <a:pt x="2055705" y="19914"/>
                  <a:pt x="2055394" y="19914"/>
                  <a:pt x="2054772" y="19914"/>
                </a:cubicBezTo>
                <a:cubicBezTo>
                  <a:pt x="2048133" y="19914"/>
                  <a:pt x="2042429" y="24271"/>
                  <a:pt x="2039213" y="31842"/>
                </a:cubicBezTo>
                <a:lnTo>
                  <a:pt x="2039213" y="20848"/>
                </a:lnTo>
                <a:lnTo>
                  <a:pt x="2024693" y="20848"/>
                </a:lnTo>
                <a:close/>
                <a:moveTo>
                  <a:pt x="2112852" y="53414"/>
                </a:moveTo>
                <a:cubicBezTo>
                  <a:pt x="2112957" y="52170"/>
                  <a:pt x="2112957" y="51651"/>
                  <a:pt x="2112957" y="50925"/>
                </a:cubicBezTo>
                <a:cubicBezTo>
                  <a:pt x="2112957" y="45326"/>
                  <a:pt x="2112127" y="40139"/>
                  <a:pt x="2110779" y="36197"/>
                </a:cubicBezTo>
                <a:cubicBezTo>
                  <a:pt x="2107044" y="26034"/>
                  <a:pt x="2098022" y="19914"/>
                  <a:pt x="2086716" y="19914"/>
                </a:cubicBezTo>
                <a:cubicBezTo>
                  <a:pt x="2070640" y="19914"/>
                  <a:pt x="2060786" y="31530"/>
                  <a:pt x="2060786" y="50303"/>
                </a:cubicBezTo>
                <a:cubicBezTo>
                  <a:pt x="2060786" y="68246"/>
                  <a:pt x="2070537" y="79241"/>
                  <a:pt x="2086405" y="79241"/>
                </a:cubicBezTo>
                <a:cubicBezTo>
                  <a:pt x="2098955" y="79241"/>
                  <a:pt x="2109119" y="72187"/>
                  <a:pt x="2112335" y="61090"/>
                </a:cubicBezTo>
                <a:lnTo>
                  <a:pt x="2098022" y="61090"/>
                </a:lnTo>
                <a:cubicBezTo>
                  <a:pt x="2096259" y="65550"/>
                  <a:pt x="2092214" y="68142"/>
                  <a:pt x="2086923" y="68142"/>
                </a:cubicBezTo>
                <a:cubicBezTo>
                  <a:pt x="2082775" y="68142"/>
                  <a:pt x="2079456" y="66379"/>
                  <a:pt x="2077381" y="63267"/>
                </a:cubicBezTo>
                <a:cubicBezTo>
                  <a:pt x="2076033" y="61194"/>
                  <a:pt x="2075514" y="58705"/>
                  <a:pt x="2075307" y="53414"/>
                </a:cubicBezTo>
                <a:lnTo>
                  <a:pt x="2112852" y="53414"/>
                </a:lnTo>
                <a:moveTo>
                  <a:pt x="2075514" y="43768"/>
                </a:moveTo>
                <a:cubicBezTo>
                  <a:pt x="2076448" y="35161"/>
                  <a:pt x="2080078" y="31013"/>
                  <a:pt x="2086508" y="31013"/>
                </a:cubicBezTo>
                <a:cubicBezTo>
                  <a:pt x="2093147" y="31013"/>
                  <a:pt x="2097088" y="35472"/>
                  <a:pt x="2097814" y="43768"/>
                </a:cubicBezTo>
                <a:lnTo>
                  <a:pt x="2075514" y="43768"/>
                </a:lnTo>
                <a:close/>
                <a:moveTo>
                  <a:pt x="2137123" y="20848"/>
                </a:moveTo>
                <a:lnTo>
                  <a:pt x="2122603" y="20848"/>
                </a:lnTo>
                <a:lnTo>
                  <a:pt x="2122603" y="99465"/>
                </a:lnTo>
                <a:lnTo>
                  <a:pt x="2137123" y="99465"/>
                </a:lnTo>
                <a:lnTo>
                  <a:pt x="2137123" y="70217"/>
                </a:lnTo>
                <a:cubicBezTo>
                  <a:pt x="2140649" y="76439"/>
                  <a:pt x="2145628" y="79343"/>
                  <a:pt x="2152680" y="79343"/>
                </a:cubicBezTo>
                <a:cubicBezTo>
                  <a:pt x="2166164" y="79343"/>
                  <a:pt x="2176120" y="66691"/>
                  <a:pt x="2176120" y="49681"/>
                </a:cubicBezTo>
                <a:cubicBezTo>
                  <a:pt x="2176120" y="41798"/>
                  <a:pt x="2173838" y="33917"/>
                  <a:pt x="2170104" y="28730"/>
                </a:cubicBezTo>
                <a:cubicBezTo>
                  <a:pt x="2166371" y="23440"/>
                  <a:pt x="2159422" y="19914"/>
                  <a:pt x="2152680" y="19914"/>
                </a:cubicBezTo>
                <a:cubicBezTo>
                  <a:pt x="2145628" y="19914"/>
                  <a:pt x="2140649" y="22922"/>
                  <a:pt x="2137123" y="29145"/>
                </a:cubicBezTo>
                <a:lnTo>
                  <a:pt x="2137123" y="20848"/>
                </a:lnTo>
                <a:moveTo>
                  <a:pt x="2149361" y="32049"/>
                </a:moveTo>
                <a:cubicBezTo>
                  <a:pt x="2156725" y="32049"/>
                  <a:pt x="2161600" y="39101"/>
                  <a:pt x="2161600" y="49888"/>
                </a:cubicBezTo>
                <a:cubicBezTo>
                  <a:pt x="2161600" y="60156"/>
                  <a:pt x="2156621" y="67210"/>
                  <a:pt x="2149361" y="67210"/>
                </a:cubicBezTo>
                <a:cubicBezTo>
                  <a:pt x="2141998" y="67210"/>
                  <a:pt x="2137123" y="60156"/>
                  <a:pt x="2137123" y="49681"/>
                </a:cubicBezTo>
                <a:cubicBezTo>
                  <a:pt x="2137123" y="39101"/>
                  <a:pt x="2141998" y="32049"/>
                  <a:pt x="2149361" y="32049"/>
                </a:cubicBezTo>
                <a:close/>
                <a:moveTo>
                  <a:pt x="2211177" y="19914"/>
                </a:moveTo>
                <a:cubicBezTo>
                  <a:pt x="2194063" y="19914"/>
                  <a:pt x="2183587" y="31220"/>
                  <a:pt x="2183587" y="49576"/>
                </a:cubicBezTo>
                <a:cubicBezTo>
                  <a:pt x="2183587" y="68039"/>
                  <a:pt x="2194063" y="79241"/>
                  <a:pt x="2211280" y="79241"/>
                </a:cubicBezTo>
                <a:cubicBezTo>
                  <a:pt x="2228394" y="79241"/>
                  <a:pt x="2238973" y="68039"/>
                  <a:pt x="2238973" y="49993"/>
                </a:cubicBezTo>
                <a:cubicBezTo>
                  <a:pt x="2238973" y="31013"/>
                  <a:pt x="2228704" y="19914"/>
                  <a:pt x="2211177" y="19914"/>
                </a:cubicBezTo>
                <a:moveTo>
                  <a:pt x="2211280" y="31634"/>
                </a:moveTo>
                <a:cubicBezTo>
                  <a:pt x="2219267" y="31634"/>
                  <a:pt x="2224453" y="38791"/>
                  <a:pt x="2224453" y="49785"/>
                </a:cubicBezTo>
                <a:cubicBezTo>
                  <a:pt x="2224453" y="60260"/>
                  <a:pt x="2219060" y="67520"/>
                  <a:pt x="2211280" y="67520"/>
                </a:cubicBezTo>
                <a:cubicBezTo>
                  <a:pt x="2203398" y="67520"/>
                  <a:pt x="2198108" y="60363"/>
                  <a:pt x="2198108" y="49576"/>
                </a:cubicBezTo>
                <a:cubicBezTo>
                  <a:pt x="2198108" y="38791"/>
                  <a:pt x="2203398" y="31634"/>
                  <a:pt x="2211280" y="31634"/>
                </a:cubicBezTo>
                <a:close/>
                <a:moveTo>
                  <a:pt x="2249862" y="20848"/>
                </a:moveTo>
                <a:lnTo>
                  <a:pt x="2249862" y="76854"/>
                </a:lnTo>
                <a:lnTo>
                  <a:pt x="2264383" y="76854"/>
                </a:lnTo>
                <a:lnTo>
                  <a:pt x="2264383" y="47089"/>
                </a:lnTo>
                <a:cubicBezTo>
                  <a:pt x="2264383" y="38584"/>
                  <a:pt x="2268635" y="34331"/>
                  <a:pt x="2277140" y="34331"/>
                </a:cubicBezTo>
                <a:cubicBezTo>
                  <a:pt x="2278696" y="34331"/>
                  <a:pt x="2279734" y="34434"/>
                  <a:pt x="2281704" y="34746"/>
                </a:cubicBezTo>
                <a:lnTo>
                  <a:pt x="2281704" y="20018"/>
                </a:lnTo>
                <a:cubicBezTo>
                  <a:pt x="2280875" y="19914"/>
                  <a:pt x="2280563" y="19914"/>
                  <a:pt x="2279941" y="19914"/>
                </a:cubicBezTo>
                <a:cubicBezTo>
                  <a:pt x="2273302" y="19914"/>
                  <a:pt x="2267599" y="24271"/>
                  <a:pt x="2264383" y="31842"/>
                </a:cubicBezTo>
                <a:lnTo>
                  <a:pt x="2264383" y="20848"/>
                </a:lnTo>
                <a:lnTo>
                  <a:pt x="2249862" y="20848"/>
                </a:lnTo>
                <a:close/>
                <a:moveTo>
                  <a:pt x="2314894" y="21989"/>
                </a:moveTo>
                <a:lnTo>
                  <a:pt x="2306803" y="21989"/>
                </a:lnTo>
                <a:lnTo>
                  <a:pt x="2306803" y="6949"/>
                </a:lnTo>
                <a:lnTo>
                  <a:pt x="2292283" y="6949"/>
                </a:lnTo>
                <a:lnTo>
                  <a:pt x="2292283" y="21989"/>
                </a:lnTo>
                <a:lnTo>
                  <a:pt x="2285127" y="21989"/>
                </a:lnTo>
                <a:lnTo>
                  <a:pt x="2285127" y="31634"/>
                </a:lnTo>
                <a:lnTo>
                  <a:pt x="2292283" y="31634"/>
                </a:lnTo>
                <a:lnTo>
                  <a:pt x="2292283" y="66069"/>
                </a:lnTo>
                <a:cubicBezTo>
                  <a:pt x="2292283" y="74884"/>
                  <a:pt x="2296950" y="79241"/>
                  <a:pt x="2306492" y="79241"/>
                </a:cubicBezTo>
                <a:cubicBezTo>
                  <a:pt x="2309812" y="79241"/>
                  <a:pt x="2312197" y="78929"/>
                  <a:pt x="2314894" y="78099"/>
                </a:cubicBezTo>
                <a:lnTo>
                  <a:pt x="2314894" y="67934"/>
                </a:lnTo>
                <a:cubicBezTo>
                  <a:pt x="2313441" y="68142"/>
                  <a:pt x="2312716" y="68246"/>
                  <a:pt x="2311575" y="68246"/>
                </a:cubicBezTo>
                <a:cubicBezTo>
                  <a:pt x="2307737" y="68246"/>
                  <a:pt x="2306803" y="67105"/>
                  <a:pt x="2306803" y="62126"/>
                </a:cubicBezTo>
                <a:lnTo>
                  <a:pt x="2306803" y="31634"/>
                </a:lnTo>
                <a:lnTo>
                  <a:pt x="2314894" y="31634"/>
                </a:lnTo>
                <a:lnTo>
                  <a:pt x="2314894" y="21989"/>
                </a:lnTo>
                <a:close/>
                <a:moveTo>
                  <a:pt x="2400978" y="75091"/>
                </a:moveTo>
                <a:cubicBezTo>
                  <a:pt x="2398490" y="72706"/>
                  <a:pt x="2397659" y="71046"/>
                  <a:pt x="2397659" y="68246"/>
                </a:cubicBezTo>
                <a:lnTo>
                  <a:pt x="2397659" y="37131"/>
                </a:lnTo>
                <a:cubicBezTo>
                  <a:pt x="2397659" y="25722"/>
                  <a:pt x="2389881" y="19914"/>
                  <a:pt x="2374738" y="19914"/>
                </a:cubicBezTo>
                <a:cubicBezTo>
                  <a:pt x="2359596" y="19914"/>
                  <a:pt x="2351713" y="26344"/>
                  <a:pt x="2350780" y="39309"/>
                </a:cubicBezTo>
                <a:lnTo>
                  <a:pt x="2364781" y="39309"/>
                </a:lnTo>
                <a:cubicBezTo>
                  <a:pt x="2365507" y="33500"/>
                  <a:pt x="2367892" y="31634"/>
                  <a:pt x="2375049" y="31634"/>
                </a:cubicBezTo>
                <a:cubicBezTo>
                  <a:pt x="2380649" y="31634"/>
                  <a:pt x="2383451" y="33500"/>
                  <a:pt x="2383451" y="37235"/>
                </a:cubicBezTo>
                <a:cubicBezTo>
                  <a:pt x="2383451" y="39101"/>
                  <a:pt x="2382517" y="40657"/>
                  <a:pt x="2380961" y="41591"/>
                </a:cubicBezTo>
                <a:cubicBezTo>
                  <a:pt x="2378991" y="42629"/>
                  <a:pt x="2378991" y="42629"/>
                  <a:pt x="2371834" y="43768"/>
                </a:cubicBezTo>
                <a:lnTo>
                  <a:pt x="2366026" y="44806"/>
                </a:lnTo>
                <a:cubicBezTo>
                  <a:pt x="2354928" y="46672"/>
                  <a:pt x="2349536" y="52378"/>
                  <a:pt x="2349536" y="62438"/>
                </a:cubicBezTo>
                <a:cubicBezTo>
                  <a:pt x="2349536" y="72499"/>
                  <a:pt x="2356276" y="79241"/>
                  <a:pt x="2366544" y="79241"/>
                </a:cubicBezTo>
                <a:cubicBezTo>
                  <a:pt x="2372768" y="79241"/>
                  <a:pt x="2378369" y="76647"/>
                  <a:pt x="2383554" y="71255"/>
                </a:cubicBezTo>
                <a:cubicBezTo>
                  <a:pt x="2383554" y="74159"/>
                  <a:pt x="2383865" y="75195"/>
                  <a:pt x="2385214" y="76854"/>
                </a:cubicBezTo>
                <a:lnTo>
                  <a:pt x="2400978" y="76854"/>
                </a:lnTo>
                <a:lnTo>
                  <a:pt x="2400978" y="75091"/>
                </a:lnTo>
                <a:moveTo>
                  <a:pt x="2383451" y="54348"/>
                </a:moveTo>
                <a:cubicBezTo>
                  <a:pt x="2383451" y="62750"/>
                  <a:pt x="2379301" y="67520"/>
                  <a:pt x="2371937" y="67520"/>
                </a:cubicBezTo>
                <a:cubicBezTo>
                  <a:pt x="2367063" y="67520"/>
                  <a:pt x="2364056" y="64928"/>
                  <a:pt x="2364056" y="60778"/>
                </a:cubicBezTo>
                <a:cubicBezTo>
                  <a:pt x="2364056" y="56423"/>
                  <a:pt x="2366336" y="54348"/>
                  <a:pt x="2372352" y="53104"/>
                </a:cubicBezTo>
                <a:lnTo>
                  <a:pt x="2377331" y="52170"/>
                </a:lnTo>
                <a:cubicBezTo>
                  <a:pt x="2381169" y="51444"/>
                  <a:pt x="2381791" y="51237"/>
                  <a:pt x="2383451" y="50407"/>
                </a:cubicBezTo>
                <a:lnTo>
                  <a:pt x="2383451" y="54348"/>
                </a:lnTo>
                <a:close/>
                <a:moveTo>
                  <a:pt x="2411350" y="20848"/>
                </a:moveTo>
                <a:lnTo>
                  <a:pt x="2411350" y="76854"/>
                </a:lnTo>
                <a:lnTo>
                  <a:pt x="2425870" y="76854"/>
                </a:lnTo>
                <a:lnTo>
                  <a:pt x="2425870" y="43251"/>
                </a:lnTo>
                <a:cubicBezTo>
                  <a:pt x="2425870" y="36612"/>
                  <a:pt x="2430434" y="32256"/>
                  <a:pt x="2437591" y="32256"/>
                </a:cubicBezTo>
                <a:cubicBezTo>
                  <a:pt x="2443814" y="32256"/>
                  <a:pt x="2446925" y="35680"/>
                  <a:pt x="2446925" y="42317"/>
                </a:cubicBezTo>
                <a:lnTo>
                  <a:pt x="2446925" y="76854"/>
                </a:lnTo>
                <a:lnTo>
                  <a:pt x="2461445" y="76854"/>
                </a:lnTo>
                <a:lnTo>
                  <a:pt x="2461445" y="39309"/>
                </a:lnTo>
                <a:cubicBezTo>
                  <a:pt x="2461445" y="26863"/>
                  <a:pt x="2454703" y="19914"/>
                  <a:pt x="2442673" y="19914"/>
                </a:cubicBezTo>
                <a:cubicBezTo>
                  <a:pt x="2435101" y="19914"/>
                  <a:pt x="2430020" y="22611"/>
                  <a:pt x="2425870" y="28938"/>
                </a:cubicBezTo>
                <a:lnTo>
                  <a:pt x="2425870" y="20848"/>
                </a:lnTo>
                <a:lnTo>
                  <a:pt x="2411350" y="20848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error">
            <a:extLst xmlns:a="http://schemas.openxmlformats.org/drawingml/2006/main">
              <a:ext uri="{FF2B5EF4-FFF2-40B4-BE49-F238E27FC236}">
                <a16:creationId xmlns:a16="http://schemas.microsoft.com/office/drawing/2014/main" id="{7D27A835-B531-4EF4-8938-3F125935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9" y="718380"/>
            <a:ext cx="238507" cy="59445"/>
          </a:xfrm>
          <a:custGeom xmlns:a="http://schemas.openxmlformats.org/drawingml/2006/main">
            <a:pathLst>
              <a:path w="238507" h="59445">
                <a:moveTo>
                  <a:pt x="52170" y="33567"/>
                </a:moveTo>
                <a:cubicBezTo>
                  <a:pt x="52275" y="32321"/>
                  <a:pt x="52275" y="31801"/>
                  <a:pt x="52275" y="31073"/>
                </a:cubicBezTo>
                <a:cubicBezTo>
                  <a:pt x="52275" y="25463"/>
                  <a:pt x="51444" y="20266"/>
                  <a:pt x="50093" y="16316"/>
                </a:cubicBezTo>
                <a:cubicBezTo>
                  <a:pt x="46350" y="6132"/>
                  <a:pt x="37310" y="0"/>
                  <a:pt x="25981" y="0"/>
                </a:cubicBezTo>
                <a:cubicBezTo>
                  <a:pt x="9873" y="0"/>
                  <a:pt x="0" y="11639"/>
                  <a:pt x="0" y="30450"/>
                </a:cubicBezTo>
                <a:cubicBezTo>
                  <a:pt x="0" y="48429"/>
                  <a:pt x="9770" y="59445"/>
                  <a:pt x="25670" y="59445"/>
                </a:cubicBezTo>
                <a:cubicBezTo>
                  <a:pt x="38245" y="59445"/>
                  <a:pt x="48429" y="52378"/>
                  <a:pt x="51651" y="41258"/>
                </a:cubicBezTo>
                <a:lnTo>
                  <a:pt x="37310" y="41258"/>
                </a:lnTo>
                <a:cubicBezTo>
                  <a:pt x="35543" y="45727"/>
                  <a:pt x="31490" y="48324"/>
                  <a:pt x="26189" y="48324"/>
                </a:cubicBezTo>
                <a:cubicBezTo>
                  <a:pt x="22033" y="48324"/>
                  <a:pt x="18707" y="46558"/>
                  <a:pt x="16628" y="43440"/>
                </a:cubicBezTo>
                <a:cubicBezTo>
                  <a:pt x="15277" y="41363"/>
                  <a:pt x="14757" y="38869"/>
                  <a:pt x="14549" y="33567"/>
                </a:cubicBezTo>
                <a:lnTo>
                  <a:pt x="52170" y="33567"/>
                </a:lnTo>
                <a:moveTo>
                  <a:pt x="14757" y="23902"/>
                </a:moveTo>
                <a:cubicBezTo>
                  <a:pt x="15693" y="15277"/>
                  <a:pt x="19330" y="11121"/>
                  <a:pt x="25773" y="11121"/>
                </a:cubicBezTo>
                <a:cubicBezTo>
                  <a:pt x="32426" y="11121"/>
                  <a:pt x="36374" y="15590"/>
                  <a:pt x="37102" y="23902"/>
                </a:cubicBezTo>
                <a:lnTo>
                  <a:pt x="14757" y="23902"/>
                </a:lnTo>
                <a:close/>
                <a:moveTo>
                  <a:pt x="62043" y="936"/>
                </a:moveTo>
                <a:lnTo>
                  <a:pt x="62043" y="57054"/>
                </a:lnTo>
                <a:lnTo>
                  <a:pt x="76592" y="57054"/>
                </a:lnTo>
                <a:lnTo>
                  <a:pt x="76592" y="27229"/>
                </a:lnTo>
                <a:cubicBezTo>
                  <a:pt x="76592" y="18707"/>
                  <a:pt x="80853" y="14446"/>
                  <a:pt x="89375" y="14446"/>
                </a:cubicBezTo>
                <a:cubicBezTo>
                  <a:pt x="90934" y="14446"/>
                  <a:pt x="91974" y="14549"/>
                  <a:pt x="93948" y="14862"/>
                </a:cubicBezTo>
                <a:lnTo>
                  <a:pt x="93948" y="105"/>
                </a:lnTo>
                <a:cubicBezTo>
                  <a:pt x="93117" y="0"/>
                  <a:pt x="92805" y="0"/>
                  <a:pt x="92182" y="0"/>
                </a:cubicBezTo>
                <a:cubicBezTo>
                  <a:pt x="85530" y="0"/>
                  <a:pt x="79815" y="4366"/>
                  <a:pt x="76592" y="11952"/>
                </a:cubicBezTo>
                <a:lnTo>
                  <a:pt x="76592" y="936"/>
                </a:lnTo>
                <a:lnTo>
                  <a:pt x="62043" y="936"/>
                </a:lnTo>
                <a:close/>
                <a:moveTo>
                  <a:pt x="102677" y="936"/>
                </a:moveTo>
                <a:lnTo>
                  <a:pt x="102677" y="57054"/>
                </a:lnTo>
                <a:lnTo>
                  <a:pt x="117227" y="57054"/>
                </a:lnTo>
                <a:lnTo>
                  <a:pt x="117227" y="27229"/>
                </a:lnTo>
                <a:cubicBezTo>
                  <a:pt x="117227" y="18707"/>
                  <a:pt x="121488" y="14446"/>
                  <a:pt x="130010" y="14446"/>
                </a:cubicBezTo>
                <a:cubicBezTo>
                  <a:pt x="131568" y="14446"/>
                  <a:pt x="132609" y="14549"/>
                  <a:pt x="134583" y="14862"/>
                </a:cubicBezTo>
                <a:lnTo>
                  <a:pt x="134583" y="105"/>
                </a:lnTo>
                <a:cubicBezTo>
                  <a:pt x="133752" y="0"/>
                  <a:pt x="133440" y="0"/>
                  <a:pt x="132816" y="0"/>
                </a:cubicBezTo>
                <a:cubicBezTo>
                  <a:pt x="126164" y="0"/>
                  <a:pt x="120449" y="4366"/>
                  <a:pt x="117227" y="11952"/>
                </a:cubicBezTo>
                <a:lnTo>
                  <a:pt x="117227" y="936"/>
                </a:lnTo>
                <a:lnTo>
                  <a:pt x="102677" y="936"/>
                </a:lnTo>
                <a:close/>
                <a:moveTo>
                  <a:pt x="167839" y="0"/>
                </a:moveTo>
                <a:cubicBezTo>
                  <a:pt x="150690" y="0"/>
                  <a:pt x="140194" y="11329"/>
                  <a:pt x="140194" y="29722"/>
                </a:cubicBezTo>
                <a:cubicBezTo>
                  <a:pt x="140194" y="48221"/>
                  <a:pt x="150690" y="59445"/>
                  <a:pt x="167942" y="59445"/>
                </a:cubicBezTo>
                <a:cubicBezTo>
                  <a:pt x="185090" y="59445"/>
                  <a:pt x="195691" y="48221"/>
                  <a:pt x="195691" y="30139"/>
                </a:cubicBezTo>
                <a:cubicBezTo>
                  <a:pt x="195691" y="11121"/>
                  <a:pt x="185401" y="0"/>
                  <a:pt x="167839" y="0"/>
                </a:cubicBezTo>
                <a:moveTo>
                  <a:pt x="167942" y="11744"/>
                </a:moveTo>
                <a:cubicBezTo>
                  <a:pt x="175945" y="11744"/>
                  <a:pt x="181142" y="18915"/>
                  <a:pt x="181142" y="29931"/>
                </a:cubicBezTo>
                <a:cubicBezTo>
                  <a:pt x="181142" y="40427"/>
                  <a:pt x="175737" y="47701"/>
                  <a:pt x="167942" y="47701"/>
                </a:cubicBezTo>
                <a:cubicBezTo>
                  <a:pt x="160045" y="47701"/>
                  <a:pt x="154743" y="40530"/>
                  <a:pt x="154743" y="29722"/>
                </a:cubicBezTo>
                <a:cubicBezTo>
                  <a:pt x="154743" y="18915"/>
                  <a:pt x="160045" y="11744"/>
                  <a:pt x="167942" y="11744"/>
                </a:cubicBezTo>
                <a:close/>
                <a:moveTo>
                  <a:pt x="206602" y="936"/>
                </a:moveTo>
                <a:lnTo>
                  <a:pt x="206602" y="57054"/>
                </a:lnTo>
                <a:lnTo>
                  <a:pt x="221151" y="57054"/>
                </a:lnTo>
                <a:lnTo>
                  <a:pt x="221151" y="27229"/>
                </a:lnTo>
                <a:cubicBezTo>
                  <a:pt x="221151" y="18707"/>
                  <a:pt x="225412" y="14446"/>
                  <a:pt x="233934" y="14446"/>
                </a:cubicBezTo>
                <a:cubicBezTo>
                  <a:pt x="235493" y="14446"/>
                  <a:pt x="236533" y="14549"/>
                  <a:pt x="238507" y="14862"/>
                </a:cubicBezTo>
                <a:lnTo>
                  <a:pt x="238507" y="105"/>
                </a:lnTo>
                <a:cubicBezTo>
                  <a:pt x="237676" y="0"/>
                  <a:pt x="237364" y="0"/>
                  <a:pt x="236741" y="0"/>
                </a:cubicBezTo>
                <a:cubicBezTo>
                  <a:pt x="230088" y="0"/>
                  <a:pt x="224373" y="4366"/>
                  <a:pt x="221151" y="11952"/>
                </a:cubicBezTo>
                <a:lnTo>
                  <a:pt x="221151" y="936"/>
                </a:lnTo>
                <a:lnTo>
                  <a:pt x="206602" y="936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#3992">
            <a:extLst xmlns:a="http://schemas.openxmlformats.org/drawingml/2006/main">
              <a:ext uri="{FF2B5EF4-FFF2-40B4-BE49-F238E27FC236}">
                <a16:creationId xmlns:a16="http://schemas.microsoft.com/office/drawing/2014/main" id="{C7A29D40-5511-42C0-885F-7FAD3425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12" y="700193"/>
            <a:ext cx="285538" cy="78568"/>
          </a:xfrm>
          <a:custGeom xmlns:a="http://schemas.openxmlformats.org/drawingml/2006/main">
            <a:pathLst>
              <a:path w="285538" h="78568">
                <a:moveTo>
                  <a:pt x="14862" y="78568"/>
                </a:moveTo>
                <a:lnTo>
                  <a:pt x="19018" y="57366"/>
                </a:lnTo>
                <a:lnTo>
                  <a:pt x="29722" y="57366"/>
                </a:lnTo>
                <a:lnTo>
                  <a:pt x="25566" y="78568"/>
                </a:lnTo>
                <a:lnTo>
                  <a:pt x="36477" y="78568"/>
                </a:lnTo>
                <a:lnTo>
                  <a:pt x="40635" y="57366"/>
                </a:lnTo>
                <a:lnTo>
                  <a:pt x="53002" y="57366"/>
                </a:lnTo>
                <a:lnTo>
                  <a:pt x="53002" y="47078"/>
                </a:lnTo>
                <a:lnTo>
                  <a:pt x="42609" y="47078"/>
                </a:lnTo>
                <a:lnTo>
                  <a:pt x="45832" y="31178"/>
                </a:lnTo>
                <a:lnTo>
                  <a:pt x="57159" y="31178"/>
                </a:lnTo>
                <a:lnTo>
                  <a:pt x="57159" y="20889"/>
                </a:lnTo>
                <a:lnTo>
                  <a:pt x="47806" y="20889"/>
                </a:lnTo>
                <a:lnTo>
                  <a:pt x="51339" y="2807"/>
                </a:lnTo>
                <a:lnTo>
                  <a:pt x="40427" y="2807"/>
                </a:lnTo>
                <a:lnTo>
                  <a:pt x="36893" y="20889"/>
                </a:lnTo>
                <a:lnTo>
                  <a:pt x="26189" y="20889"/>
                </a:lnTo>
                <a:lnTo>
                  <a:pt x="29722" y="2807"/>
                </a:lnTo>
                <a:lnTo>
                  <a:pt x="18810" y="2807"/>
                </a:lnTo>
                <a:lnTo>
                  <a:pt x="15277" y="20889"/>
                </a:lnTo>
                <a:lnTo>
                  <a:pt x="2910" y="20889"/>
                </a:lnTo>
                <a:lnTo>
                  <a:pt x="2910" y="31178"/>
                </a:lnTo>
                <a:lnTo>
                  <a:pt x="13198" y="31178"/>
                </a:lnTo>
                <a:lnTo>
                  <a:pt x="10081" y="47078"/>
                </a:lnTo>
                <a:lnTo>
                  <a:pt x="0" y="47078"/>
                </a:lnTo>
                <a:lnTo>
                  <a:pt x="0" y="57366"/>
                </a:lnTo>
                <a:lnTo>
                  <a:pt x="8002" y="57366"/>
                </a:lnTo>
                <a:lnTo>
                  <a:pt x="3845" y="78568"/>
                </a:lnTo>
                <a:lnTo>
                  <a:pt x="14862" y="78568"/>
                </a:lnTo>
                <a:moveTo>
                  <a:pt x="20992" y="47078"/>
                </a:moveTo>
                <a:lnTo>
                  <a:pt x="24110" y="31178"/>
                </a:lnTo>
                <a:lnTo>
                  <a:pt x="34815" y="31178"/>
                </a:lnTo>
                <a:lnTo>
                  <a:pt x="31698" y="47078"/>
                </a:lnTo>
                <a:lnTo>
                  <a:pt x="20992" y="47078"/>
                </a:lnTo>
                <a:close/>
                <a:moveTo>
                  <a:pt x="80322" y="42299"/>
                </a:moveTo>
                <a:cubicBezTo>
                  <a:pt x="85934" y="42299"/>
                  <a:pt x="86245" y="42299"/>
                  <a:pt x="88844" y="43025"/>
                </a:cubicBezTo>
                <a:cubicBezTo>
                  <a:pt x="93728" y="44376"/>
                  <a:pt x="96846" y="48637"/>
                  <a:pt x="96846" y="54041"/>
                </a:cubicBezTo>
                <a:cubicBezTo>
                  <a:pt x="96846" y="60589"/>
                  <a:pt x="92273" y="65160"/>
                  <a:pt x="85934" y="65160"/>
                </a:cubicBezTo>
                <a:cubicBezTo>
                  <a:pt x="79074" y="65160"/>
                  <a:pt x="75333" y="61212"/>
                  <a:pt x="74918" y="53626"/>
                </a:cubicBezTo>
                <a:lnTo>
                  <a:pt x="60784" y="53626"/>
                </a:lnTo>
                <a:cubicBezTo>
                  <a:pt x="60889" y="68383"/>
                  <a:pt x="70449" y="77632"/>
                  <a:pt x="85622" y="77632"/>
                </a:cubicBezTo>
                <a:cubicBezTo>
                  <a:pt x="101315" y="77632"/>
                  <a:pt x="111395" y="68383"/>
                  <a:pt x="111395" y="54041"/>
                </a:cubicBezTo>
                <a:cubicBezTo>
                  <a:pt x="111395" y="45416"/>
                  <a:pt x="107654" y="39804"/>
                  <a:pt x="99340" y="35751"/>
                </a:cubicBezTo>
                <a:cubicBezTo>
                  <a:pt x="106096" y="31490"/>
                  <a:pt x="109006" y="26814"/>
                  <a:pt x="109006" y="20058"/>
                </a:cubicBezTo>
                <a:cubicBezTo>
                  <a:pt x="109006" y="7796"/>
                  <a:pt x="99860" y="0"/>
                  <a:pt x="85622" y="0"/>
                </a:cubicBezTo>
                <a:cubicBezTo>
                  <a:pt x="74918" y="0"/>
                  <a:pt x="66709" y="4676"/>
                  <a:pt x="63486" y="12680"/>
                </a:cubicBezTo>
                <a:cubicBezTo>
                  <a:pt x="62135" y="16213"/>
                  <a:pt x="61720" y="18603"/>
                  <a:pt x="61720" y="24735"/>
                </a:cubicBezTo>
                <a:lnTo>
                  <a:pt x="75230" y="24735"/>
                </a:lnTo>
                <a:cubicBezTo>
                  <a:pt x="75333" y="20786"/>
                  <a:pt x="75646" y="18810"/>
                  <a:pt x="76372" y="16941"/>
                </a:cubicBezTo>
                <a:cubicBezTo>
                  <a:pt x="77723" y="13718"/>
                  <a:pt x="81050" y="11744"/>
                  <a:pt x="85311" y="11744"/>
                </a:cubicBezTo>
                <a:cubicBezTo>
                  <a:pt x="91131" y="11744"/>
                  <a:pt x="94456" y="15277"/>
                  <a:pt x="94456" y="21409"/>
                </a:cubicBezTo>
                <a:cubicBezTo>
                  <a:pt x="94456" y="28891"/>
                  <a:pt x="90195" y="32529"/>
                  <a:pt x="81569" y="32529"/>
                </a:cubicBezTo>
                <a:lnTo>
                  <a:pt x="80322" y="32529"/>
                </a:lnTo>
                <a:lnTo>
                  <a:pt x="80322" y="42299"/>
                </a:lnTo>
                <a:close/>
                <a:moveTo>
                  <a:pt x="119802" y="58094"/>
                </a:moveTo>
                <a:cubicBezTo>
                  <a:pt x="120112" y="69421"/>
                  <a:pt x="129675" y="77736"/>
                  <a:pt x="142353" y="77736"/>
                </a:cubicBezTo>
                <a:cubicBezTo>
                  <a:pt x="151810" y="77736"/>
                  <a:pt x="158981" y="73787"/>
                  <a:pt x="163347" y="66304"/>
                </a:cubicBezTo>
                <a:cubicBezTo>
                  <a:pt x="167190" y="59758"/>
                  <a:pt x="169477" y="48637"/>
                  <a:pt x="169477" y="36790"/>
                </a:cubicBezTo>
                <a:cubicBezTo>
                  <a:pt x="169477" y="25981"/>
                  <a:pt x="167815" y="17667"/>
                  <a:pt x="164385" y="12057"/>
                </a:cubicBezTo>
                <a:cubicBezTo>
                  <a:pt x="159709" y="4158"/>
                  <a:pt x="152433" y="0"/>
                  <a:pt x="143601" y="0"/>
                </a:cubicBezTo>
                <a:cubicBezTo>
                  <a:pt x="128844" y="0"/>
                  <a:pt x="118763" y="10601"/>
                  <a:pt x="118763" y="25981"/>
                </a:cubicBezTo>
                <a:cubicBezTo>
                  <a:pt x="118763" y="41155"/>
                  <a:pt x="127700" y="51547"/>
                  <a:pt x="140794" y="51547"/>
                </a:cubicBezTo>
                <a:cubicBezTo>
                  <a:pt x="144535" y="51547"/>
                  <a:pt x="148069" y="50508"/>
                  <a:pt x="150354" y="48845"/>
                </a:cubicBezTo>
                <a:cubicBezTo>
                  <a:pt x="151706" y="47909"/>
                  <a:pt x="152538" y="46975"/>
                  <a:pt x="154928" y="44273"/>
                </a:cubicBezTo>
                <a:cubicBezTo>
                  <a:pt x="154928" y="58510"/>
                  <a:pt x="150979" y="65265"/>
                  <a:pt x="142768" y="65265"/>
                </a:cubicBezTo>
                <a:cubicBezTo>
                  <a:pt x="137573" y="65265"/>
                  <a:pt x="134143" y="62460"/>
                  <a:pt x="133831" y="58094"/>
                </a:cubicBezTo>
                <a:lnTo>
                  <a:pt x="119802" y="58094"/>
                </a:lnTo>
                <a:moveTo>
                  <a:pt x="143185" y="11847"/>
                </a:moveTo>
                <a:cubicBezTo>
                  <a:pt x="150251" y="11847"/>
                  <a:pt x="154615" y="17251"/>
                  <a:pt x="154615" y="25981"/>
                </a:cubicBezTo>
                <a:cubicBezTo>
                  <a:pt x="154615" y="34088"/>
                  <a:pt x="150147" y="39492"/>
                  <a:pt x="143393" y="39492"/>
                </a:cubicBezTo>
                <a:cubicBezTo>
                  <a:pt x="136741" y="39492"/>
                  <a:pt x="132584" y="34295"/>
                  <a:pt x="132584" y="25773"/>
                </a:cubicBezTo>
                <a:cubicBezTo>
                  <a:pt x="132584" y="17251"/>
                  <a:pt x="136638" y="11847"/>
                  <a:pt x="143185" y="11847"/>
                </a:cubicBezTo>
                <a:close/>
                <a:moveTo>
                  <a:pt x="177884" y="58094"/>
                </a:moveTo>
                <a:cubicBezTo>
                  <a:pt x="178194" y="69421"/>
                  <a:pt x="187756" y="77736"/>
                  <a:pt x="200435" y="77736"/>
                </a:cubicBezTo>
                <a:cubicBezTo>
                  <a:pt x="209892" y="77736"/>
                  <a:pt x="217063" y="73787"/>
                  <a:pt x="221428" y="66304"/>
                </a:cubicBezTo>
                <a:cubicBezTo>
                  <a:pt x="225272" y="59758"/>
                  <a:pt x="227559" y="48637"/>
                  <a:pt x="227559" y="36790"/>
                </a:cubicBezTo>
                <a:cubicBezTo>
                  <a:pt x="227559" y="25981"/>
                  <a:pt x="225897" y="17667"/>
                  <a:pt x="222467" y="12057"/>
                </a:cubicBezTo>
                <a:cubicBezTo>
                  <a:pt x="217791" y="4158"/>
                  <a:pt x="210515" y="0"/>
                  <a:pt x="201683" y="0"/>
                </a:cubicBezTo>
                <a:cubicBezTo>
                  <a:pt x="186926" y="0"/>
                  <a:pt x="176845" y="10601"/>
                  <a:pt x="176845" y="25981"/>
                </a:cubicBezTo>
                <a:cubicBezTo>
                  <a:pt x="176845" y="41155"/>
                  <a:pt x="185782" y="51547"/>
                  <a:pt x="198876" y="51547"/>
                </a:cubicBezTo>
                <a:cubicBezTo>
                  <a:pt x="202617" y="51547"/>
                  <a:pt x="206151" y="50508"/>
                  <a:pt x="208436" y="48845"/>
                </a:cubicBezTo>
                <a:cubicBezTo>
                  <a:pt x="209787" y="47909"/>
                  <a:pt x="210620" y="46975"/>
                  <a:pt x="213010" y="44273"/>
                </a:cubicBezTo>
                <a:cubicBezTo>
                  <a:pt x="213010" y="58510"/>
                  <a:pt x="209061" y="65265"/>
                  <a:pt x="200850" y="65265"/>
                </a:cubicBezTo>
                <a:cubicBezTo>
                  <a:pt x="195655" y="65265"/>
                  <a:pt x="192225" y="62460"/>
                  <a:pt x="191913" y="58094"/>
                </a:cubicBezTo>
                <a:lnTo>
                  <a:pt x="177884" y="58094"/>
                </a:lnTo>
                <a:moveTo>
                  <a:pt x="201267" y="11847"/>
                </a:moveTo>
                <a:cubicBezTo>
                  <a:pt x="208333" y="11847"/>
                  <a:pt x="212697" y="17251"/>
                  <a:pt x="212697" y="25981"/>
                </a:cubicBezTo>
                <a:cubicBezTo>
                  <a:pt x="212697" y="34088"/>
                  <a:pt x="208229" y="39492"/>
                  <a:pt x="201475" y="39492"/>
                </a:cubicBezTo>
                <a:cubicBezTo>
                  <a:pt x="194823" y="39492"/>
                  <a:pt x="190666" y="34295"/>
                  <a:pt x="190666" y="25773"/>
                </a:cubicBezTo>
                <a:cubicBezTo>
                  <a:pt x="190666" y="17251"/>
                  <a:pt x="194720" y="11847"/>
                  <a:pt x="201267" y="11847"/>
                </a:cubicBezTo>
                <a:close/>
                <a:moveTo>
                  <a:pt x="285225" y="62251"/>
                </a:moveTo>
                <a:lnTo>
                  <a:pt x="253945" y="62251"/>
                </a:lnTo>
                <a:cubicBezTo>
                  <a:pt x="255919" y="58302"/>
                  <a:pt x="258206" y="56120"/>
                  <a:pt x="269013" y="48326"/>
                </a:cubicBezTo>
                <a:cubicBezTo>
                  <a:pt x="281795" y="38972"/>
                  <a:pt x="285538" y="33464"/>
                  <a:pt x="285538" y="23384"/>
                </a:cubicBezTo>
                <a:cubicBezTo>
                  <a:pt x="285538" y="9147"/>
                  <a:pt x="275665" y="0"/>
                  <a:pt x="260283" y="0"/>
                </a:cubicBezTo>
                <a:cubicBezTo>
                  <a:pt x="245007" y="0"/>
                  <a:pt x="236068" y="9042"/>
                  <a:pt x="236068" y="24630"/>
                </a:cubicBezTo>
                <a:lnTo>
                  <a:pt x="236068" y="27229"/>
                </a:lnTo>
                <a:lnTo>
                  <a:pt x="250099" y="27229"/>
                </a:lnTo>
                <a:lnTo>
                  <a:pt x="250099" y="24838"/>
                </a:lnTo>
                <a:cubicBezTo>
                  <a:pt x="250099" y="16628"/>
                  <a:pt x="253945" y="11847"/>
                  <a:pt x="260595" y="11847"/>
                </a:cubicBezTo>
                <a:cubicBezTo>
                  <a:pt x="267038" y="11847"/>
                  <a:pt x="270989" y="16317"/>
                  <a:pt x="270989" y="23696"/>
                </a:cubicBezTo>
                <a:cubicBezTo>
                  <a:pt x="270989" y="31905"/>
                  <a:pt x="268494" y="34918"/>
                  <a:pt x="252074" y="46560"/>
                </a:cubicBezTo>
                <a:cubicBezTo>
                  <a:pt x="239603" y="55080"/>
                  <a:pt x="235758" y="61524"/>
                  <a:pt x="235134" y="75241"/>
                </a:cubicBezTo>
                <a:lnTo>
                  <a:pt x="285225" y="75241"/>
                </a:lnTo>
                <a:lnTo>
                  <a:pt x="285225" y="62251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###Component">
            <a:extLst xmlns:a="http://schemas.openxmlformats.org/drawingml/2006/main">
              <a:ext uri="{FF2B5EF4-FFF2-40B4-BE49-F238E27FC236}">
                <a16:creationId xmlns:a16="http://schemas.microsoft.com/office/drawing/2014/main" id="{5241FC05-5C50-4C3E-9B5F-14A9484C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12" y="923487"/>
            <a:ext cx="642109" cy="82556"/>
          </a:xfrm>
          <a:custGeom xmlns:a="http://schemas.openxmlformats.org/drawingml/2006/main">
            <a:pathLst>
              <a:path w="642109" h="82556">
                <a:moveTo>
                  <a:pt x="12311" y="66545"/>
                </a:moveTo>
                <a:lnTo>
                  <a:pt x="15753" y="48982"/>
                </a:lnTo>
                <a:lnTo>
                  <a:pt x="24620" y="48982"/>
                </a:lnTo>
                <a:lnTo>
                  <a:pt x="21177" y="66545"/>
                </a:lnTo>
                <a:lnTo>
                  <a:pt x="30216" y="66545"/>
                </a:lnTo>
                <a:lnTo>
                  <a:pt x="33660" y="48982"/>
                </a:lnTo>
                <a:lnTo>
                  <a:pt x="43904" y="48982"/>
                </a:lnTo>
                <a:lnTo>
                  <a:pt x="43904" y="40460"/>
                </a:lnTo>
                <a:lnTo>
                  <a:pt x="35295" y="40460"/>
                </a:lnTo>
                <a:lnTo>
                  <a:pt x="37964" y="27289"/>
                </a:lnTo>
                <a:lnTo>
                  <a:pt x="47347" y="27289"/>
                </a:lnTo>
                <a:lnTo>
                  <a:pt x="47347" y="18767"/>
                </a:lnTo>
                <a:lnTo>
                  <a:pt x="39600" y="18767"/>
                </a:lnTo>
                <a:lnTo>
                  <a:pt x="42526" y="3788"/>
                </a:lnTo>
                <a:lnTo>
                  <a:pt x="33488" y="3788"/>
                </a:lnTo>
                <a:lnTo>
                  <a:pt x="30560" y="18767"/>
                </a:lnTo>
                <a:lnTo>
                  <a:pt x="21693" y="18767"/>
                </a:lnTo>
                <a:lnTo>
                  <a:pt x="24620" y="3788"/>
                </a:lnTo>
                <a:lnTo>
                  <a:pt x="15581" y="3788"/>
                </a:lnTo>
                <a:lnTo>
                  <a:pt x="12655" y="18767"/>
                </a:lnTo>
                <a:lnTo>
                  <a:pt x="2410" y="18767"/>
                </a:lnTo>
                <a:lnTo>
                  <a:pt x="2410" y="27289"/>
                </a:lnTo>
                <a:lnTo>
                  <a:pt x="10933" y="27289"/>
                </a:lnTo>
                <a:lnTo>
                  <a:pt x="8350" y="40460"/>
                </a:lnTo>
                <a:lnTo>
                  <a:pt x="0" y="40460"/>
                </a:lnTo>
                <a:lnTo>
                  <a:pt x="0" y="48982"/>
                </a:lnTo>
                <a:lnTo>
                  <a:pt x="6628" y="48982"/>
                </a:lnTo>
                <a:lnTo>
                  <a:pt x="3185" y="66545"/>
                </a:lnTo>
                <a:lnTo>
                  <a:pt x="12311" y="66545"/>
                </a:lnTo>
                <a:moveTo>
                  <a:pt x="17389" y="40460"/>
                </a:moveTo>
                <a:lnTo>
                  <a:pt x="19971" y="27289"/>
                </a:lnTo>
                <a:lnTo>
                  <a:pt x="28839" y="27289"/>
                </a:lnTo>
                <a:lnTo>
                  <a:pt x="26257" y="40460"/>
                </a:lnTo>
                <a:lnTo>
                  <a:pt x="17389" y="40460"/>
                </a:lnTo>
                <a:close/>
                <a:moveTo>
                  <a:pt x="60174" y="66545"/>
                </a:moveTo>
                <a:lnTo>
                  <a:pt x="63617" y="48982"/>
                </a:lnTo>
                <a:lnTo>
                  <a:pt x="72483" y="48982"/>
                </a:lnTo>
                <a:lnTo>
                  <a:pt x="69040" y="66545"/>
                </a:lnTo>
                <a:lnTo>
                  <a:pt x="78079" y="66545"/>
                </a:lnTo>
                <a:lnTo>
                  <a:pt x="81523" y="48982"/>
                </a:lnTo>
                <a:lnTo>
                  <a:pt x="91767" y="48982"/>
                </a:lnTo>
                <a:lnTo>
                  <a:pt x="91767" y="40460"/>
                </a:lnTo>
                <a:lnTo>
                  <a:pt x="83158" y="40460"/>
                </a:lnTo>
                <a:lnTo>
                  <a:pt x="85828" y="27289"/>
                </a:lnTo>
                <a:lnTo>
                  <a:pt x="95210" y="27289"/>
                </a:lnTo>
                <a:lnTo>
                  <a:pt x="95210" y="18767"/>
                </a:lnTo>
                <a:lnTo>
                  <a:pt x="87463" y="18767"/>
                </a:lnTo>
                <a:lnTo>
                  <a:pt x="90390" y="3788"/>
                </a:lnTo>
                <a:lnTo>
                  <a:pt x="81351" y="3788"/>
                </a:lnTo>
                <a:lnTo>
                  <a:pt x="78423" y="18767"/>
                </a:lnTo>
                <a:lnTo>
                  <a:pt x="69557" y="18767"/>
                </a:lnTo>
                <a:lnTo>
                  <a:pt x="72483" y="3788"/>
                </a:lnTo>
                <a:lnTo>
                  <a:pt x="63445" y="3788"/>
                </a:lnTo>
                <a:lnTo>
                  <a:pt x="60518" y="18767"/>
                </a:lnTo>
                <a:lnTo>
                  <a:pt x="50274" y="18767"/>
                </a:lnTo>
                <a:lnTo>
                  <a:pt x="50274" y="27289"/>
                </a:lnTo>
                <a:lnTo>
                  <a:pt x="58796" y="27289"/>
                </a:lnTo>
                <a:lnTo>
                  <a:pt x="56214" y="40460"/>
                </a:lnTo>
                <a:lnTo>
                  <a:pt x="47863" y="40460"/>
                </a:lnTo>
                <a:lnTo>
                  <a:pt x="47863" y="48982"/>
                </a:lnTo>
                <a:lnTo>
                  <a:pt x="54491" y="48982"/>
                </a:lnTo>
                <a:lnTo>
                  <a:pt x="51049" y="66545"/>
                </a:lnTo>
                <a:lnTo>
                  <a:pt x="60174" y="66545"/>
                </a:lnTo>
                <a:moveTo>
                  <a:pt x="65252" y="40460"/>
                </a:moveTo>
                <a:lnTo>
                  <a:pt x="67835" y="27289"/>
                </a:lnTo>
                <a:lnTo>
                  <a:pt x="76702" y="27289"/>
                </a:lnTo>
                <a:lnTo>
                  <a:pt x="74120" y="40460"/>
                </a:lnTo>
                <a:lnTo>
                  <a:pt x="65252" y="40460"/>
                </a:lnTo>
                <a:close/>
                <a:moveTo>
                  <a:pt x="107693" y="66545"/>
                </a:moveTo>
                <a:lnTo>
                  <a:pt x="111136" y="48982"/>
                </a:lnTo>
                <a:lnTo>
                  <a:pt x="120002" y="48982"/>
                </a:lnTo>
                <a:lnTo>
                  <a:pt x="116559" y="66545"/>
                </a:lnTo>
                <a:lnTo>
                  <a:pt x="125598" y="66545"/>
                </a:lnTo>
                <a:lnTo>
                  <a:pt x="129042" y="48982"/>
                </a:lnTo>
                <a:lnTo>
                  <a:pt x="139286" y="48982"/>
                </a:lnTo>
                <a:lnTo>
                  <a:pt x="139286" y="40460"/>
                </a:lnTo>
                <a:lnTo>
                  <a:pt x="130677" y="40460"/>
                </a:lnTo>
                <a:lnTo>
                  <a:pt x="133347" y="27289"/>
                </a:lnTo>
                <a:lnTo>
                  <a:pt x="142729" y="27289"/>
                </a:lnTo>
                <a:lnTo>
                  <a:pt x="142729" y="18767"/>
                </a:lnTo>
                <a:lnTo>
                  <a:pt x="134982" y="18767"/>
                </a:lnTo>
                <a:lnTo>
                  <a:pt x="137909" y="3788"/>
                </a:lnTo>
                <a:lnTo>
                  <a:pt x="128870" y="3788"/>
                </a:lnTo>
                <a:lnTo>
                  <a:pt x="125942" y="18767"/>
                </a:lnTo>
                <a:lnTo>
                  <a:pt x="117076" y="18767"/>
                </a:lnTo>
                <a:lnTo>
                  <a:pt x="120002" y="3788"/>
                </a:lnTo>
                <a:lnTo>
                  <a:pt x="110964" y="3788"/>
                </a:lnTo>
                <a:lnTo>
                  <a:pt x="108037" y="18767"/>
                </a:lnTo>
                <a:lnTo>
                  <a:pt x="97793" y="18767"/>
                </a:lnTo>
                <a:lnTo>
                  <a:pt x="97793" y="27289"/>
                </a:lnTo>
                <a:lnTo>
                  <a:pt x="106315" y="27289"/>
                </a:lnTo>
                <a:lnTo>
                  <a:pt x="103732" y="40460"/>
                </a:lnTo>
                <a:lnTo>
                  <a:pt x="95382" y="40460"/>
                </a:lnTo>
                <a:lnTo>
                  <a:pt x="95382" y="48982"/>
                </a:lnTo>
                <a:lnTo>
                  <a:pt x="102010" y="48982"/>
                </a:lnTo>
                <a:lnTo>
                  <a:pt x="98568" y="66545"/>
                </a:lnTo>
                <a:lnTo>
                  <a:pt x="107693" y="66545"/>
                </a:lnTo>
                <a:moveTo>
                  <a:pt x="112771" y="40460"/>
                </a:moveTo>
                <a:lnTo>
                  <a:pt x="115354" y="27289"/>
                </a:lnTo>
                <a:lnTo>
                  <a:pt x="124221" y="27289"/>
                </a:lnTo>
                <a:lnTo>
                  <a:pt x="121639" y="40460"/>
                </a:lnTo>
                <a:lnTo>
                  <a:pt x="112771" y="40460"/>
                </a:lnTo>
                <a:close/>
                <a:moveTo>
                  <a:pt x="224338" y="22296"/>
                </a:moveTo>
                <a:cubicBezTo>
                  <a:pt x="223907" y="16873"/>
                  <a:pt x="222788" y="13430"/>
                  <a:pt x="220120" y="9900"/>
                </a:cubicBezTo>
                <a:cubicBezTo>
                  <a:pt x="215299" y="3530"/>
                  <a:pt x="207552" y="0"/>
                  <a:pt x="198168" y="0"/>
                </a:cubicBezTo>
                <a:cubicBezTo>
                  <a:pt x="180435" y="0"/>
                  <a:pt x="169415" y="12655"/>
                  <a:pt x="169415" y="32972"/>
                </a:cubicBezTo>
                <a:cubicBezTo>
                  <a:pt x="169415" y="53202"/>
                  <a:pt x="180348" y="65770"/>
                  <a:pt x="197824" y="65770"/>
                </a:cubicBezTo>
                <a:cubicBezTo>
                  <a:pt x="213492" y="65770"/>
                  <a:pt x="223822" y="56731"/>
                  <a:pt x="224597" y="42354"/>
                </a:cubicBezTo>
                <a:lnTo>
                  <a:pt x="212027" y="42354"/>
                </a:lnTo>
                <a:cubicBezTo>
                  <a:pt x="211167" y="50360"/>
                  <a:pt x="206174" y="54922"/>
                  <a:pt x="198168" y="54922"/>
                </a:cubicBezTo>
                <a:cubicBezTo>
                  <a:pt x="188182" y="54922"/>
                  <a:pt x="182329" y="46831"/>
                  <a:pt x="182329" y="33144"/>
                </a:cubicBezTo>
                <a:cubicBezTo>
                  <a:pt x="182329" y="19283"/>
                  <a:pt x="188441" y="11019"/>
                  <a:pt x="198599" y="11019"/>
                </a:cubicBezTo>
                <a:cubicBezTo>
                  <a:pt x="206087" y="11019"/>
                  <a:pt x="210306" y="14634"/>
                  <a:pt x="212027" y="22296"/>
                </a:cubicBezTo>
                <a:lnTo>
                  <a:pt x="224338" y="22296"/>
                </a:lnTo>
                <a:close/>
                <a:moveTo>
                  <a:pt x="253693" y="16528"/>
                </a:moveTo>
                <a:cubicBezTo>
                  <a:pt x="239488" y="16528"/>
                  <a:pt x="230794" y="25912"/>
                  <a:pt x="230794" y="41148"/>
                </a:cubicBezTo>
                <a:cubicBezTo>
                  <a:pt x="230794" y="56472"/>
                  <a:pt x="239488" y="65770"/>
                  <a:pt x="253778" y="65770"/>
                </a:cubicBezTo>
                <a:cubicBezTo>
                  <a:pt x="267983" y="65770"/>
                  <a:pt x="276764" y="56472"/>
                  <a:pt x="276764" y="41494"/>
                </a:cubicBezTo>
                <a:cubicBezTo>
                  <a:pt x="276764" y="25740"/>
                  <a:pt x="268241" y="16528"/>
                  <a:pt x="253693" y="16528"/>
                </a:cubicBezTo>
                <a:moveTo>
                  <a:pt x="253778" y="26257"/>
                </a:moveTo>
                <a:cubicBezTo>
                  <a:pt x="260408" y="26257"/>
                  <a:pt x="264712" y="32197"/>
                  <a:pt x="264712" y="41322"/>
                </a:cubicBezTo>
                <a:cubicBezTo>
                  <a:pt x="264712" y="50016"/>
                  <a:pt x="260236" y="56041"/>
                  <a:pt x="253778" y="56041"/>
                </a:cubicBezTo>
                <a:cubicBezTo>
                  <a:pt x="247237" y="56041"/>
                  <a:pt x="242846" y="50102"/>
                  <a:pt x="242846" y="41148"/>
                </a:cubicBezTo>
                <a:cubicBezTo>
                  <a:pt x="242846" y="32197"/>
                  <a:pt x="247237" y="26257"/>
                  <a:pt x="253778" y="26257"/>
                </a:cubicBezTo>
                <a:close/>
                <a:moveTo>
                  <a:pt x="285803" y="17303"/>
                </a:moveTo>
                <a:lnTo>
                  <a:pt x="285803" y="63789"/>
                </a:lnTo>
                <a:lnTo>
                  <a:pt x="297855" y="63789"/>
                </a:lnTo>
                <a:lnTo>
                  <a:pt x="297855" y="35898"/>
                </a:lnTo>
                <a:cubicBezTo>
                  <a:pt x="297855" y="30130"/>
                  <a:pt x="300954" y="26773"/>
                  <a:pt x="306118" y="26773"/>
                </a:cubicBezTo>
                <a:cubicBezTo>
                  <a:pt x="310164" y="26773"/>
                  <a:pt x="312661" y="29097"/>
                  <a:pt x="312661" y="32798"/>
                </a:cubicBezTo>
                <a:lnTo>
                  <a:pt x="312661" y="63789"/>
                </a:lnTo>
                <a:lnTo>
                  <a:pt x="324713" y="63789"/>
                </a:lnTo>
                <a:lnTo>
                  <a:pt x="324713" y="35898"/>
                </a:lnTo>
                <a:cubicBezTo>
                  <a:pt x="324713" y="30216"/>
                  <a:pt x="327812" y="26773"/>
                  <a:pt x="332977" y="26773"/>
                </a:cubicBezTo>
                <a:cubicBezTo>
                  <a:pt x="337024" y="26773"/>
                  <a:pt x="339520" y="29097"/>
                  <a:pt x="339520" y="32798"/>
                </a:cubicBezTo>
                <a:lnTo>
                  <a:pt x="339520" y="63789"/>
                </a:lnTo>
                <a:lnTo>
                  <a:pt x="351571" y="63789"/>
                </a:lnTo>
                <a:lnTo>
                  <a:pt x="351571" y="30905"/>
                </a:lnTo>
                <a:cubicBezTo>
                  <a:pt x="351571" y="21865"/>
                  <a:pt x="346062" y="16528"/>
                  <a:pt x="336765" y="16528"/>
                </a:cubicBezTo>
                <a:cubicBezTo>
                  <a:pt x="330825" y="16528"/>
                  <a:pt x="326779" y="18595"/>
                  <a:pt x="323163" y="23415"/>
                </a:cubicBezTo>
                <a:cubicBezTo>
                  <a:pt x="320925" y="19026"/>
                  <a:pt x="316276" y="16528"/>
                  <a:pt x="310510" y="16528"/>
                </a:cubicBezTo>
                <a:cubicBezTo>
                  <a:pt x="305171" y="16528"/>
                  <a:pt x="301729" y="18251"/>
                  <a:pt x="297768" y="23071"/>
                </a:cubicBezTo>
                <a:lnTo>
                  <a:pt x="297768" y="17303"/>
                </a:lnTo>
                <a:lnTo>
                  <a:pt x="285803" y="17303"/>
                </a:lnTo>
                <a:close/>
                <a:moveTo>
                  <a:pt x="374213" y="17303"/>
                </a:moveTo>
                <a:lnTo>
                  <a:pt x="362161" y="17303"/>
                </a:lnTo>
                <a:lnTo>
                  <a:pt x="362161" y="82556"/>
                </a:lnTo>
                <a:lnTo>
                  <a:pt x="374213" y="82556"/>
                </a:lnTo>
                <a:lnTo>
                  <a:pt x="374213" y="58280"/>
                </a:lnTo>
                <a:cubicBezTo>
                  <a:pt x="377139" y="63445"/>
                  <a:pt x="381272" y="65855"/>
                  <a:pt x="387125" y="65855"/>
                </a:cubicBezTo>
                <a:cubicBezTo>
                  <a:pt x="398316" y="65855"/>
                  <a:pt x="406580" y="55353"/>
                  <a:pt x="406580" y="41235"/>
                </a:cubicBezTo>
                <a:cubicBezTo>
                  <a:pt x="406580" y="34692"/>
                  <a:pt x="404686" y="28151"/>
                  <a:pt x="401587" y="23846"/>
                </a:cubicBezTo>
                <a:cubicBezTo>
                  <a:pt x="398488" y="19455"/>
                  <a:pt x="392720" y="16528"/>
                  <a:pt x="387125" y="16528"/>
                </a:cubicBezTo>
                <a:cubicBezTo>
                  <a:pt x="381272" y="16528"/>
                  <a:pt x="377139" y="19026"/>
                  <a:pt x="374213" y="24190"/>
                </a:cubicBezTo>
                <a:lnTo>
                  <a:pt x="374213" y="17303"/>
                </a:lnTo>
                <a:moveTo>
                  <a:pt x="384370" y="26601"/>
                </a:moveTo>
                <a:cubicBezTo>
                  <a:pt x="390482" y="26601"/>
                  <a:pt x="394528" y="32454"/>
                  <a:pt x="394528" y="41407"/>
                </a:cubicBezTo>
                <a:cubicBezTo>
                  <a:pt x="394528" y="49930"/>
                  <a:pt x="390396" y="55784"/>
                  <a:pt x="384370" y="55784"/>
                </a:cubicBezTo>
                <a:cubicBezTo>
                  <a:pt x="378258" y="55784"/>
                  <a:pt x="374213" y="49930"/>
                  <a:pt x="374213" y="41235"/>
                </a:cubicBezTo>
                <a:cubicBezTo>
                  <a:pt x="374213" y="32454"/>
                  <a:pt x="378258" y="26601"/>
                  <a:pt x="384370" y="26601"/>
                </a:cubicBezTo>
                <a:close/>
                <a:moveTo>
                  <a:pt x="436107" y="16528"/>
                </a:moveTo>
                <a:cubicBezTo>
                  <a:pt x="421903" y="16528"/>
                  <a:pt x="413208" y="25912"/>
                  <a:pt x="413208" y="41148"/>
                </a:cubicBezTo>
                <a:cubicBezTo>
                  <a:pt x="413208" y="56472"/>
                  <a:pt x="421903" y="65770"/>
                  <a:pt x="436193" y="65770"/>
                </a:cubicBezTo>
                <a:cubicBezTo>
                  <a:pt x="450398" y="65770"/>
                  <a:pt x="459179" y="56472"/>
                  <a:pt x="459179" y="41494"/>
                </a:cubicBezTo>
                <a:cubicBezTo>
                  <a:pt x="459179" y="25740"/>
                  <a:pt x="450655" y="16528"/>
                  <a:pt x="436107" y="16528"/>
                </a:cubicBezTo>
                <a:moveTo>
                  <a:pt x="436193" y="26257"/>
                </a:moveTo>
                <a:cubicBezTo>
                  <a:pt x="442822" y="26257"/>
                  <a:pt x="447127" y="32197"/>
                  <a:pt x="447127" y="41322"/>
                </a:cubicBezTo>
                <a:cubicBezTo>
                  <a:pt x="447127" y="50016"/>
                  <a:pt x="442650" y="56041"/>
                  <a:pt x="436193" y="56041"/>
                </a:cubicBezTo>
                <a:cubicBezTo>
                  <a:pt x="429651" y="56041"/>
                  <a:pt x="425260" y="50102"/>
                  <a:pt x="425260" y="41148"/>
                </a:cubicBezTo>
                <a:cubicBezTo>
                  <a:pt x="425260" y="32197"/>
                  <a:pt x="429651" y="26257"/>
                  <a:pt x="436193" y="26257"/>
                </a:cubicBezTo>
                <a:close/>
                <a:moveTo>
                  <a:pt x="468389" y="17303"/>
                </a:moveTo>
                <a:lnTo>
                  <a:pt x="468389" y="63789"/>
                </a:lnTo>
                <a:lnTo>
                  <a:pt x="480441" y="63789"/>
                </a:lnTo>
                <a:lnTo>
                  <a:pt x="480441" y="35898"/>
                </a:lnTo>
                <a:cubicBezTo>
                  <a:pt x="480441" y="30388"/>
                  <a:pt x="484229" y="26773"/>
                  <a:pt x="490169" y="26773"/>
                </a:cubicBezTo>
                <a:cubicBezTo>
                  <a:pt x="495334" y="26773"/>
                  <a:pt x="497916" y="29614"/>
                  <a:pt x="497916" y="35123"/>
                </a:cubicBezTo>
                <a:lnTo>
                  <a:pt x="497916" y="63789"/>
                </a:lnTo>
                <a:lnTo>
                  <a:pt x="509968" y="63789"/>
                </a:lnTo>
                <a:lnTo>
                  <a:pt x="509968" y="32626"/>
                </a:lnTo>
                <a:cubicBezTo>
                  <a:pt x="509968" y="22296"/>
                  <a:pt x="504372" y="16528"/>
                  <a:pt x="494387" y="16528"/>
                </a:cubicBezTo>
                <a:cubicBezTo>
                  <a:pt x="488102" y="16528"/>
                  <a:pt x="483885" y="18767"/>
                  <a:pt x="480441" y="24018"/>
                </a:cubicBezTo>
                <a:lnTo>
                  <a:pt x="480441" y="17303"/>
                </a:lnTo>
                <a:lnTo>
                  <a:pt x="468389" y="17303"/>
                </a:lnTo>
                <a:close/>
                <a:moveTo>
                  <a:pt x="560844" y="44334"/>
                </a:moveTo>
                <a:cubicBezTo>
                  <a:pt x="560931" y="43301"/>
                  <a:pt x="560931" y="42870"/>
                  <a:pt x="560931" y="42268"/>
                </a:cubicBezTo>
                <a:cubicBezTo>
                  <a:pt x="560931" y="37620"/>
                  <a:pt x="560242" y="33316"/>
                  <a:pt x="559123" y="30044"/>
                </a:cubicBezTo>
                <a:cubicBezTo>
                  <a:pt x="556023" y="21608"/>
                  <a:pt x="548535" y="16528"/>
                  <a:pt x="539151" y="16528"/>
                </a:cubicBezTo>
                <a:cubicBezTo>
                  <a:pt x="525807" y="16528"/>
                  <a:pt x="517629" y="26170"/>
                  <a:pt x="517629" y="41751"/>
                </a:cubicBezTo>
                <a:cubicBezTo>
                  <a:pt x="517629" y="56644"/>
                  <a:pt x="525722" y="65770"/>
                  <a:pt x="538893" y="65770"/>
                </a:cubicBezTo>
                <a:cubicBezTo>
                  <a:pt x="549310" y="65770"/>
                  <a:pt x="557745" y="59915"/>
                  <a:pt x="560414" y="50704"/>
                </a:cubicBezTo>
                <a:lnTo>
                  <a:pt x="548535" y="50704"/>
                </a:lnTo>
                <a:cubicBezTo>
                  <a:pt x="547071" y="54406"/>
                  <a:pt x="543714" y="56558"/>
                  <a:pt x="539323" y="56558"/>
                </a:cubicBezTo>
                <a:cubicBezTo>
                  <a:pt x="535880" y="56558"/>
                  <a:pt x="533125" y="55094"/>
                  <a:pt x="531403" y="52512"/>
                </a:cubicBezTo>
                <a:cubicBezTo>
                  <a:pt x="530284" y="50791"/>
                  <a:pt x="529853" y="48725"/>
                  <a:pt x="529681" y="44334"/>
                </a:cubicBezTo>
                <a:lnTo>
                  <a:pt x="560844" y="44334"/>
                </a:lnTo>
                <a:moveTo>
                  <a:pt x="529853" y="36328"/>
                </a:moveTo>
                <a:cubicBezTo>
                  <a:pt x="530628" y="29183"/>
                  <a:pt x="533641" y="25740"/>
                  <a:pt x="538978" y="25740"/>
                </a:cubicBezTo>
                <a:cubicBezTo>
                  <a:pt x="544489" y="25740"/>
                  <a:pt x="547760" y="29442"/>
                  <a:pt x="548362" y="36328"/>
                </a:cubicBezTo>
                <a:lnTo>
                  <a:pt x="529853" y="36328"/>
                </a:lnTo>
                <a:close/>
                <a:moveTo>
                  <a:pt x="569022" y="17303"/>
                </a:moveTo>
                <a:lnTo>
                  <a:pt x="569022" y="63789"/>
                </a:lnTo>
                <a:lnTo>
                  <a:pt x="581074" y="63789"/>
                </a:lnTo>
                <a:lnTo>
                  <a:pt x="581074" y="35898"/>
                </a:lnTo>
                <a:cubicBezTo>
                  <a:pt x="581074" y="30388"/>
                  <a:pt x="584862" y="26773"/>
                  <a:pt x="590802" y="26773"/>
                </a:cubicBezTo>
                <a:cubicBezTo>
                  <a:pt x="595967" y="26773"/>
                  <a:pt x="598549" y="29614"/>
                  <a:pt x="598549" y="35123"/>
                </a:cubicBezTo>
                <a:lnTo>
                  <a:pt x="598549" y="63789"/>
                </a:lnTo>
                <a:lnTo>
                  <a:pt x="610601" y="63789"/>
                </a:lnTo>
                <a:lnTo>
                  <a:pt x="610601" y="32626"/>
                </a:lnTo>
                <a:cubicBezTo>
                  <a:pt x="610601" y="22296"/>
                  <a:pt x="605006" y="16528"/>
                  <a:pt x="595020" y="16528"/>
                </a:cubicBezTo>
                <a:cubicBezTo>
                  <a:pt x="588736" y="16528"/>
                  <a:pt x="584518" y="18767"/>
                  <a:pt x="581074" y="24018"/>
                </a:cubicBezTo>
                <a:lnTo>
                  <a:pt x="581074" y="17303"/>
                </a:lnTo>
                <a:lnTo>
                  <a:pt x="569022" y="17303"/>
                </a:lnTo>
                <a:close/>
                <a:moveTo>
                  <a:pt x="642109" y="18251"/>
                </a:moveTo>
                <a:lnTo>
                  <a:pt x="635394" y="18251"/>
                </a:lnTo>
                <a:lnTo>
                  <a:pt x="635394" y="5768"/>
                </a:lnTo>
                <a:lnTo>
                  <a:pt x="623342" y="5768"/>
                </a:lnTo>
                <a:lnTo>
                  <a:pt x="623342" y="18251"/>
                </a:lnTo>
                <a:lnTo>
                  <a:pt x="617402" y="18251"/>
                </a:lnTo>
                <a:lnTo>
                  <a:pt x="617402" y="26257"/>
                </a:lnTo>
                <a:lnTo>
                  <a:pt x="623342" y="26257"/>
                </a:lnTo>
                <a:lnTo>
                  <a:pt x="623342" y="54837"/>
                </a:lnTo>
                <a:cubicBezTo>
                  <a:pt x="623342" y="62153"/>
                  <a:pt x="627216" y="65770"/>
                  <a:pt x="635135" y="65770"/>
                </a:cubicBezTo>
                <a:cubicBezTo>
                  <a:pt x="637891" y="65770"/>
                  <a:pt x="639871" y="65511"/>
                  <a:pt x="642109" y="64823"/>
                </a:cubicBezTo>
                <a:lnTo>
                  <a:pt x="642109" y="56386"/>
                </a:lnTo>
                <a:cubicBezTo>
                  <a:pt x="640903" y="56558"/>
                  <a:pt x="640301" y="56644"/>
                  <a:pt x="639354" y="56644"/>
                </a:cubicBezTo>
                <a:cubicBezTo>
                  <a:pt x="636169" y="56644"/>
                  <a:pt x="635394" y="55697"/>
                  <a:pt x="635394" y="51565"/>
                </a:cubicBezTo>
                <a:lnTo>
                  <a:pt x="635394" y="26257"/>
                </a:lnTo>
                <a:lnTo>
                  <a:pt x="642109" y="26257"/>
                </a:lnTo>
                <a:lnTo>
                  <a:pt x="642109" y="18251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CascaderSelect">
            <a:extLst xmlns:a="http://schemas.openxmlformats.org/drawingml/2006/main">
              <a:ext uri="{FF2B5EF4-FFF2-40B4-BE49-F238E27FC236}">
                <a16:creationId xmlns:a16="http://schemas.microsoft.com/office/drawing/2014/main" id="{71FA254C-5454-44A9-83E7-194DE6A9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85" y="1027204"/>
            <a:ext cx="601305" cy="65770"/>
          </a:xfrm>
          <a:custGeom xmlns:a="http://schemas.openxmlformats.org/drawingml/2006/main">
            <a:pathLst>
              <a:path w="601305" h="65770">
                <a:moveTo>
                  <a:pt x="52856" y="20489"/>
                </a:moveTo>
                <a:cubicBezTo>
                  <a:pt x="50360" y="6715"/>
                  <a:pt x="42441" y="0"/>
                  <a:pt x="28667" y="0"/>
                </a:cubicBezTo>
                <a:cubicBezTo>
                  <a:pt x="20230" y="0"/>
                  <a:pt x="13430" y="2669"/>
                  <a:pt x="8781" y="7834"/>
                </a:cubicBezTo>
                <a:cubicBezTo>
                  <a:pt x="3100" y="14033"/>
                  <a:pt x="0" y="22985"/>
                  <a:pt x="0" y="33144"/>
                </a:cubicBezTo>
                <a:cubicBezTo>
                  <a:pt x="0" y="43473"/>
                  <a:pt x="3185" y="52340"/>
                  <a:pt x="9040" y="58452"/>
                </a:cubicBezTo>
                <a:cubicBezTo>
                  <a:pt x="13946" y="63445"/>
                  <a:pt x="20145" y="65770"/>
                  <a:pt x="28323" y="65770"/>
                </a:cubicBezTo>
                <a:cubicBezTo>
                  <a:pt x="43645" y="65770"/>
                  <a:pt x="52254" y="57505"/>
                  <a:pt x="54147" y="40891"/>
                </a:cubicBezTo>
                <a:lnTo>
                  <a:pt x="45884" y="40891"/>
                </a:lnTo>
                <a:cubicBezTo>
                  <a:pt x="45195" y="45195"/>
                  <a:pt x="44334" y="48122"/>
                  <a:pt x="43043" y="50618"/>
                </a:cubicBezTo>
                <a:cubicBezTo>
                  <a:pt x="40460" y="55784"/>
                  <a:pt x="35123" y="58711"/>
                  <a:pt x="28408" y="58711"/>
                </a:cubicBezTo>
                <a:cubicBezTo>
                  <a:pt x="15926" y="58711"/>
                  <a:pt x="8006" y="48725"/>
                  <a:pt x="8006" y="33057"/>
                </a:cubicBezTo>
                <a:cubicBezTo>
                  <a:pt x="8006" y="16959"/>
                  <a:pt x="15496" y="7059"/>
                  <a:pt x="27720" y="7059"/>
                </a:cubicBezTo>
                <a:cubicBezTo>
                  <a:pt x="32799" y="7059"/>
                  <a:pt x="37533" y="8522"/>
                  <a:pt x="40116" y="11019"/>
                </a:cubicBezTo>
                <a:cubicBezTo>
                  <a:pt x="42441" y="13171"/>
                  <a:pt x="43732" y="15753"/>
                  <a:pt x="44678" y="20489"/>
                </a:cubicBezTo>
                <a:lnTo>
                  <a:pt x="52856" y="20489"/>
                </a:lnTo>
                <a:close/>
                <a:moveTo>
                  <a:pt x="104077" y="59571"/>
                </a:moveTo>
                <a:cubicBezTo>
                  <a:pt x="103303" y="59743"/>
                  <a:pt x="102958" y="59743"/>
                  <a:pt x="102528" y="59743"/>
                </a:cubicBezTo>
                <a:cubicBezTo>
                  <a:pt x="100031" y="59743"/>
                  <a:pt x="98654" y="58452"/>
                  <a:pt x="98654" y="56214"/>
                </a:cubicBezTo>
                <a:lnTo>
                  <a:pt x="98654" y="29699"/>
                </a:lnTo>
                <a:cubicBezTo>
                  <a:pt x="98654" y="21693"/>
                  <a:pt x="92800" y="17390"/>
                  <a:pt x="81695" y="17390"/>
                </a:cubicBezTo>
                <a:cubicBezTo>
                  <a:pt x="75067" y="17390"/>
                  <a:pt x="69815" y="19283"/>
                  <a:pt x="66717" y="22640"/>
                </a:cubicBezTo>
                <a:cubicBezTo>
                  <a:pt x="64650" y="24965"/>
                  <a:pt x="63789" y="27548"/>
                  <a:pt x="63617" y="32024"/>
                </a:cubicBezTo>
                <a:lnTo>
                  <a:pt x="70848" y="32024"/>
                </a:lnTo>
                <a:cubicBezTo>
                  <a:pt x="71451" y="26514"/>
                  <a:pt x="74723" y="24018"/>
                  <a:pt x="81436" y="24018"/>
                </a:cubicBezTo>
                <a:cubicBezTo>
                  <a:pt x="87979" y="24018"/>
                  <a:pt x="91509" y="26429"/>
                  <a:pt x="91509" y="30733"/>
                </a:cubicBezTo>
                <a:lnTo>
                  <a:pt x="91509" y="32626"/>
                </a:lnTo>
                <a:cubicBezTo>
                  <a:pt x="91423" y="35726"/>
                  <a:pt x="89873" y="36845"/>
                  <a:pt x="84019" y="37620"/>
                </a:cubicBezTo>
                <a:cubicBezTo>
                  <a:pt x="73861" y="38911"/>
                  <a:pt x="72311" y="39256"/>
                  <a:pt x="69557" y="40375"/>
                </a:cubicBezTo>
                <a:cubicBezTo>
                  <a:pt x="64306" y="42613"/>
                  <a:pt x="61637" y="46572"/>
                  <a:pt x="61637" y="52427"/>
                </a:cubicBezTo>
                <a:cubicBezTo>
                  <a:pt x="61637" y="60605"/>
                  <a:pt x="67318" y="65770"/>
                  <a:pt x="76444" y="65770"/>
                </a:cubicBezTo>
                <a:cubicBezTo>
                  <a:pt x="82126" y="65770"/>
                  <a:pt x="86688" y="63789"/>
                  <a:pt x="91768" y="59141"/>
                </a:cubicBezTo>
                <a:cubicBezTo>
                  <a:pt x="92284" y="63789"/>
                  <a:pt x="94522" y="65770"/>
                  <a:pt x="99171" y="65770"/>
                </a:cubicBezTo>
                <a:cubicBezTo>
                  <a:pt x="100719" y="65770"/>
                  <a:pt x="101666" y="65598"/>
                  <a:pt x="104077" y="64995"/>
                </a:cubicBezTo>
                <a:lnTo>
                  <a:pt x="104077" y="59571"/>
                </a:lnTo>
                <a:moveTo>
                  <a:pt x="91509" y="49585"/>
                </a:moveTo>
                <a:cubicBezTo>
                  <a:pt x="91509" y="51996"/>
                  <a:pt x="90820" y="53459"/>
                  <a:pt x="88668" y="55439"/>
                </a:cubicBezTo>
                <a:cubicBezTo>
                  <a:pt x="85741" y="58108"/>
                  <a:pt x="82211" y="59486"/>
                  <a:pt x="77994" y="59486"/>
                </a:cubicBezTo>
                <a:cubicBezTo>
                  <a:pt x="72398" y="59486"/>
                  <a:pt x="69127" y="56816"/>
                  <a:pt x="69127" y="52254"/>
                </a:cubicBezTo>
                <a:cubicBezTo>
                  <a:pt x="69127" y="47519"/>
                  <a:pt x="72226" y="45109"/>
                  <a:pt x="79973" y="43990"/>
                </a:cubicBezTo>
                <a:cubicBezTo>
                  <a:pt x="87635" y="42957"/>
                  <a:pt x="89098" y="42613"/>
                  <a:pt x="91509" y="41494"/>
                </a:cubicBezTo>
                <a:lnTo>
                  <a:pt x="91509" y="49585"/>
                </a:lnTo>
                <a:close/>
                <a:moveTo>
                  <a:pt x="143590" y="31249"/>
                </a:moveTo>
                <a:cubicBezTo>
                  <a:pt x="143504" y="22383"/>
                  <a:pt x="137650" y="17390"/>
                  <a:pt x="127234" y="17390"/>
                </a:cubicBezTo>
                <a:cubicBezTo>
                  <a:pt x="116732" y="17390"/>
                  <a:pt x="109931" y="22812"/>
                  <a:pt x="109931" y="31163"/>
                </a:cubicBezTo>
                <a:cubicBezTo>
                  <a:pt x="109931" y="38222"/>
                  <a:pt x="113546" y="41579"/>
                  <a:pt x="124222" y="44162"/>
                </a:cubicBezTo>
                <a:lnTo>
                  <a:pt x="130936" y="45797"/>
                </a:lnTo>
                <a:cubicBezTo>
                  <a:pt x="135929" y="47003"/>
                  <a:pt x="137909" y="48810"/>
                  <a:pt x="137909" y="51996"/>
                </a:cubicBezTo>
                <a:cubicBezTo>
                  <a:pt x="137909" y="56300"/>
                  <a:pt x="133691" y="59141"/>
                  <a:pt x="127407" y="59141"/>
                </a:cubicBezTo>
                <a:cubicBezTo>
                  <a:pt x="123532" y="59141"/>
                  <a:pt x="120261" y="58022"/>
                  <a:pt x="118454" y="56128"/>
                </a:cubicBezTo>
                <a:cubicBezTo>
                  <a:pt x="117335" y="54837"/>
                  <a:pt x="116818" y="53546"/>
                  <a:pt x="116387" y="50360"/>
                </a:cubicBezTo>
                <a:lnTo>
                  <a:pt x="108812" y="50360"/>
                </a:lnTo>
                <a:cubicBezTo>
                  <a:pt x="109156" y="60777"/>
                  <a:pt x="115010" y="65770"/>
                  <a:pt x="126804" y="65770"/>
                </a:cubicBezTo>
                <a:cubicBezTo>
                  <a:pt x="138168" y="65770"/>
                  <a:pt x="145399" y="60174"/>
                  <a:pt x="145399" y="51479"/>
                </a:cubicBezTo>
                <a:cubicBezTo>
                  <a:pt x="145399" y="44765"/>
                  <a:pt x="141610" y="41063"/>
                  <a:pt x="132657" y="38911"/>
                </a:cubicBezTo>
                <a:lnTo>
                  <a:pt x="125770" y="37275"/>
                </a:lnTo>
                <a:cubicBezTo>
                  <a:pt x="119917" y="35898"/>
                  <a:pt x="117420" y="34004"/>
                  <a:pt x="117420" y="30819"/>
                </a:cubicBezTo>
                <a:cubicBezTo>
                  <a:pt x="117420" y="26601"/>
                  <a:pt x="121122" y="24018"/>
                  <a:pt x="126976" y="24018"/>
                </a:cubicBezTo>
                <a:cubicBezTo>
                  <a:pt x="132744" y="24018"/>
                  <a:pt x="135843" y="26514"/>
                  <a:pt x="136015" y="31249"/>
                </a:cubicBezTo>
                <a:lnTo>
                  <a:pt x="143590" y="31249"/>
                </a:lnTo>
                <a:close/>
                <a:moveTo>
                  <a:pt x="189818" y="33832"/>
                </a:moveTo>
                <a:cubicBezTo>
                  <a:pt x="189474" y="29442"/>
                  <a:pt x="188527" y="26601"/>
                  <a:pt x="186805" y="24104"/>
                </a:cubicBezTo>
                <a:cubicBezTo>
                  <a:pt x="183706" y="19886"/>
                  <a:pt x="178282" y="17390"/>
                  <a:pt x="171998" y="17390"/>
                </a:cubicBezTo>
                <a:cubicBezTo>
                  <a:pt x="159774" y="17390"/>
                  <a:pt x="151940" y="27032"/>
                  <a:pt x="151940" y="42010"/>
                </a:cubicBezTo>
                <a:cubicBezTo>
                  <a:pt x="151940" y="56558"/>
                  <a:pt x="159688" y="65770"/>
                  <a:pt x="171913" y="65770"/>
                </a:cubicBezTo>
                <a:cubicBezTo>
                  <a:pt x="182674" y="65770"/>
                  <a:pt x="189474" y="59314"/>
                  <a:pt x="190334" y="48294"/>
                </a:cubicBezTo>
                <a:lnTo>
                  <a:pt x="183103" y="48294"/>
                </a:lnTo>
                <a:cubicBezTo>
                  <a:pt x="181899" y="55525"/>
                  <a:pt x="178197" y="59141"/>
                  <a:pt x="172085" y="59141"/>
                </a:cubicBezTo>
                <a:cubicBezTo>
                  <a:pt x="164164" y="59141"/>
                  <a:pt x="159430" y="52684"/>
                  <a:pt x="159430" y="42010"/>
                </a:cubicBezTo>
                <a:cubicBezTo>
                  <a:pt x="159430" y="30733"/>
                  <a:pt x="164079" y="24018"/>
                  <a:pt x="171913" y="24018"/>
                </a:cubicBezTo>
                <a:cubicBezTo>
                  <a:pt x="177938" y="24018"/>
                  <a:pt x="181726" y="27548"/>
                  <a:pt x="182587" y="33832"/>
                </a:cubicBezTo>
                <a:lnTo>
                  <a:pt x="189818" y="33832"/>
                </a:lnTo>
                <a:close/>
                <a:moveTo>
                  <a:pt x="238800" y="59571"/>
                </a:moveTo>
                <a:cubicBezTo>
                  <a:pt x="238026" y="59743"/>
                  <a:pt x="237681" y="59743"/>
                  <a:pt x="237251" y="59743"/>
                </a:cubicBezTo>
                <a:cubicBezTo>
                  <a:pt x="234754" y="59743"/>
                  <a:pt x="233378" y="58452"/>
                  <a:pt x="233378" y="56214"/>
                </a:cubicBezTo>
                <a:lnTo>
                  <a:pt x="233378" y="29699"/>
                </a:lnTo>
                <a:cubicBezTo>
                  <a:pt x="233378" y="21693"/>
                  <a:pt x="227523" y="17390"/>
                  <a:pt x="216418" y="17390"/>
                </a:cubicBezTo>
                <a:cubicBezTo>
                  <a:pt x="209790" y="17390"/>
                  <a:pt x="204539" y="19283"/>
                  <a:pt x="201440" y="22640"/>
                </a:cubicBezTo>
                <a:cubicBezTo>
                  <a:pt x="199374" y="24965"/>
                  <a:pt x="198512" y="27548"/>
                  <a:pt x="198340" y="32024"/>
                </a:cubicBezTo>
                <a:lnTo>
                  <a:pt x="205571" y="32024"/>
                </a:lnTo>
                <a:cubicBezTo>
                  <a:pt x="206174" y="26514"/>
                  <a:pt x="209446" y="24018"/>
                  <a:pt x="216160" y="24018"/>
                </a:cubicBezTo>
                <a:cubicBezTo>
                  <a:pt x="222702" y="24018"/>
                  <a:pt x="226232" y="26429"/>
                  <a:pt x="226232" y="30733"/>
                </a:cubicBezTo>
                <a:lnTo>
                  <a:pt x="226232" y="32626"/>
                </a:lnTo>
                <a:cubicBezTo>
                  <a:pt x="226147" y="35726"/>
                  <a:pt x="224597" y="36845"/>
                  <a:pt x="218742" y="37620"/>
                </a:cubicBezTo>
                <a:cubicBezTo>
                  <a:pt x="208584" y="38911"/>
                  <a:pt x="207034" y="39256"/>
                  <a:pt x="204280" y="40375"/>
                </a:cubicBezTo>
                <a:cubicBezTo>
                  <a:pt x="199030" y="42613"/>
                  <a:pt x="196360" y="46572"/>
                  <a:pt x="196360" y="52427"/>
                </a:cubicBezTo>
                <a:cubicBezTo>
                  <a:pt x="196360" y="60605"/>
                  <a:pt x="202042" y="65770"/>
                  <a:pt x="211167" y="65770"/>
                </a:cubicBezTo>
                <a:cubicBezTo>
                  <a:pt x="216849" y="65770"/>
                  <a:pt x="221411" y="63789"/>
                  <a:pt x="226491" y="59141"/>
                </a:cubicBezTo>
                <a:cubicBezTo>
                  <a:pt x="227007" y="63789"/>
                  <a:pt x="229245" y="65770"/>
                  <a:pt x="233894" y="65770"/>
                </a:cubicBezTo>
                <a:cubicBezTo>
                  <a:pt x="235443" y="65770"/>
                  <a:pt x="236390" y="65598"/>
                  <a:pt x="238800" y="64995"/>
                </a:cubicBezTo>
                <a:lnTo>
                  <a:pt x="238800" y="59571"/>
                </a:lnTo>
                <a:moveTo>
                  <a:pt x="226232" y="49585"/>
                </a:moveTo>
                <a:cubicBezTo>
                  <a:pt x="226232" y="51996"/>
                  <a:pt x="225544" y="53459"/>
                  <a:pt x="223391" y="55439"/>
                </a:cubicBezTo>
                <a:cubicBezTo>
                  <a:pt x="220464" y="58108"/>
                  <a:pt x="216935" y="59486"/>
                  <a:pt x="212717" y="59486"/>
                </a:cubicBezTo>
                <a:cubicBezTo>
                  <a:pt x="207121" y="59486"/>
                  <a:pt x="203850" y="56816"/>
                  <a:pt x="203850" y="52254"/>
                </a:cubicBezTo>
                <a:cubicBezTo>
                  <a:pt x="203850" y="47519"/>
                  <a:pt x="206949" y="45109"/>
                  <a:pt x="214696" y="43990"/>
                </a:cubicBezTo>
                <a:cubicBezTo>
                  <a:pt x="222358" y="42957"/>
                  <a:pt x="223822" y="42613"/>
                  <a:pt x="226232" y="41494"/>
                </a:cubicBezTo>
                <a:lnTo>
                  <a:pt x="226232" y="49585"/>
                </a:lnTo>
                <a:close/>
                <a:moveTo>
                  <a:pt x="283220" y="1034"/>
                </a:moveTo>
                <a:lnTo>
                  <a:pt x="276075" y="1034"/>
                </a:lnTo>
                <a:lnTo>
                  <a:pt x="276075" y="24362"/>
                </a:lnTo>
                <a:cubicBezTo>
                  <a:pt x="273063" y="19801"/>
                  <a:pt x="268242" y="17390"/>
                  <a:pt x="262215" y="17390"/>
                </a:cubicBezTo>
                <a:cubicBezTo>
                  <a:pt x="250508" y="17390"/>
                  <a:pt x="242846" y="26773"/>
                  <a:pt x="242846" y="41148"/>
                </a:cubicBezTo>
                <a:cubicBezTo>
                  <a:pt x="242846" y="56386"/>
                  <a:pt x="250250" y="65770"/>
                  <a:pt x="262474" y="65770"/>
                </a:cubicBezTo>
                <a:cubicBezTo>
                  <a:pt x="268672" y="65770"/>
                  <a:pt x="272976" y="63445"/>
                  <a:pt x="276850" y="57850"/>
                </a:cubicBezTo>
                <a:lnTo>
                  <a:pt x="276850" y="63789"/>
                </a:lnTo>
                <a:lnTo>
                  <a:pt x="283220" y="63789"/>
                </a:lnTo>
                <a:lnTo>
                  <a:pt x="283220" y="1034"/>
                </a:lnTo>
                <a:moveTo>
                  <a:pt x="263421" y="24104"/>
                </a:moveTo>
                <a:cubicBezTo>
                  <a:pt x="271169" y="24104"/>
                  <a:pt x="276075" y="30905"/>
                  <a:pt x="276075" y="41751"/>
                </a:cubicBezTo>
                <a:cubicBezTo>
                  <a:pt x="276075" y="52168"/>
                  <a:pt x="271082" y="59055"/>
                  <a:pt x="263507" y="59055"/>
                </a:cubicBezTo>
                <a:cubicBezTo>
                  <a:pt x="255587" y="59055"/>
                  <a:pt x="250336" y="52082"/>
                  <a:pt x="250336" y="41579"/>
                </a:cubicBezTo>
                <a:cubicBezTo>
                  <a:pt x="250336" y="31077"/>
                  <a:pt x="255587" y="24104"/>
                  <a:pt x="263421" y="24104"/>
                </a:cubicBezTo>
                <a:close/>
                <a:moveTo>
                  <a:pt x="332289" y="43645"/>
                </a:moveTo>
                <a:cubicBezTo>
                  <a:pt x="332289" y="36758"/>
                  <a:pt x="331772" y="32626"/>
                  <a:pt x="330481" y="29270"/>
                </a:cubicBezTo>
                <a:cubicBezTo>
                  <a:pt x="327554" y="21865"/>
                  <a:pt x="320667" y="17390"/>
                  <a:pt x="312231" y="17390"/>
                </a:cubicBezTo>
                <a:cubicBezTo>
                  <a:pt x="299662" y="17390"/>
                  <a:pt x="291571" y="26945"/>
                  <a:pt x="291571" y="41838"/>
                </a:cubicBezTo>
                <a:cubicBezTo>
                  <a:pt x="291571" y="56731"/>
                  <a:pt x="299318" y="65770"/>
                  <a:pt x="312059" y="65770"/>
                </a:cubicBezTo>
                <a:cubicBezTo>
                  <a:pt x="322389" y="65770"/>
                  <a:pt x="329534" y="59915"/>
                  <a:pt x="331342" y="50102"/>
                </a:cubicBezTo>
                <a:lnTo>
                  <a:pt x="324111" y="50102"/>
                </a:lnTo>
                <a:cubicBezTo>
                  <a:pt x="322130" y="56041"/>
                  <a:pt x="318085" y="59141"/>
                  <a:pt x="312317" y="59141"/>
                </a:cubicBezTo>
                <a:cubicBezTo>
                  <a:pt x="307755" y="59141"/>
                  <a:pt x="303881" y="57075"/>
                  <a:pt x="301471" y="53287"/>
                </a:cubicBezTo>
                <a:cubicBezTo>
                  <a:pt x="299749" y="50704"/>
                  <a:pt x="299146" y="48122"/>
                  <a:pt x="299060" y="43645"/>
                </a:cubicBezTo>
                <a:lnTo>
                  <a:pt x="332289" y="43645"/>
                </a:lnTo>
                <a:moveTo>
                  <a:pt x="299233" y="37792"/>
                </a:moveTo>
                <a:cubicBezTo>
                  <a:pt x="299834" y="29442"/>
                  <a:pt x="304914" y="24018"/>
                  <a:pt x="312145" y="24018"/>
                </a:cubicBezTo>
                <a:cubicBezTo>
                  <a:pt x="319463" y="24018"/>
                  <a:pt x="324541" y="29699"/>
                  <a:pt x="324541" y="37792"/>
                </a:cubicBezTo>
                <a:lnTo>
                  <a:pt x="299233" y="37792"/>
                </a:lnTo>
                <a:close/>
                <a:moveTo>
                  <a:pt x="341930" y="18681"/>
                </a:moveTo>
                <a:lnTo>
                  <a:pt x="341930" y="63789"/>
                </a:lnTo>
                <a:lnTo>
                  <a:pt x="349162" y="63789"/>
                </a:lnTo>
                <a:lnTo>
                  <a:pt x="349162" y="40375"/>
                </a:lnTo>
                <a:cubicBezTo>
                  <a:pt x="349247" y="29527"/>
                  <a:pt x="353724" y="24707"/>
                  <a:pt x="363624" y="24965"/>
                </a:cubicBezTo>
                <a:lnTo>
                  <a:pt x="363624" y="17648"/>
                </a:lnTo>
                <a:cubicBezTo>
                  <a:pt x="362418" y="17476"/>
                  <a:pt x="361730" y="17390"/>
                  <a:pt x="360868" y="17390"/>
                </a:cubicBezTo>
                <a:cubicBezTo>
                  <a:pt x="356220" y="17390"/>
                  <a:pt x="352692" y="20145"/>
                  <a:pt x="348559" y="26858"/>
                </a:cubicBezTo>
                <a:lnTo>
                  <a:pt x="348559" y="18681"/>
                </a:lnTo>
                <a:lnTo>
                  <a:pt x="341930" y="18681"/>
                </a:lnTo>
                <a:close/>
                <a:moveTo>
                  <a:pt x="415964" y="19455"/>
                </a:moveTo>
                <a:cubicBezTo>
                  <a:pt x="415964" y="15152"/>
                  <a:pt x="415705" y="13946"/>
                  <a:pt x="414328" y="11019"/>
                </a:cubicBezTo>
                <a:cubicBezTo>
                  <a:pt x="410884" y="3788"/>
                  <a:pt x="403567" y="0"/>
                  <a:pt x="392979" y="0"/>
                </a:cubicBezTo>
                <a:cubicBezTo>
                  <a:pt x="379205" y="0"/>
                  <a:pt x="370683" y="7059"/>
                  <a:pt x="370683" y="18423"/>
                </a:cubicBezTo>
                <a:cubicBezTo>
                  <a:pt x="370683" y="26085"/>
                  <a:pt x="374728" y="30905"/>
                  <a:pt x="382993" y="33057"/>
                </a:cubicBezTo>
                <a:lnTo>
                  <a:pt x="398575" y="37189"/>
                </a:lnTo>
                <a:cubicBezTo>
                  <a:pt x="406581" y="39256"/>
                  <a:pt x="410110" y="42441"/>
                  <a:pt x="410110" y="47347"/>
                </a:cubicBezTo>
                <a:cubicBezTo>
                  <a:pt x="410110" y="50704"/>
                  <a:pt x="408302" y="54147"/>
                  <a:pt x="405634" y="56041"/>
                </a:cubicBezTo>
                <a:cubicBezTo>
                  <a:pt x="403137" y="57850"/>
                  <a:pt x="399176" y="58711"/>
                  <a:pt x="394098" y="58711"/>
                </a:cubicBezTo>
                <a:cubicBezTo>
                  <a:pt x="387211" y="58711"/>
                  <a:pt x="382649" y="57075"/>
                  <a:pt x="379636" y="53459"/>
                </a:cubicBezTo>
                <a:cubicBezTo>
                  <a:pt x="377311" y="50704"/>
                  <a:pt x="376278" y="47691"/>
                  <a:pt x="376364" y="43818"/>
                </a:cubicBezTo>
                <a:lnTo>
                  <a:pt x="368789" y="43818"/>
                </a:lnTo>
                <a:cubicBezTo>
                  <a:pt x="368875" y="49585"/>
                  <a:pt x="369994" y="53374"/>
                  <a:pt x="372490" y="56816"/>
                </a:cubicBezTo>
                <a:cubicBezTo>
                  <a:pt x="376795" y="62756"/>
                  <a:pt x="384026" y="65770"/>
                  <a:pt x="393582" y="65770"/>
                </a:cubicBezTo>
                <a:cubicBezTo>
                  <a:pt x="401070" y="65770"/>
                  <a:pt x="407182" y="64048"/>
                  <a:pt x="411229" y="60949"/>
                </a:cubicBezTo>
                <a:cubicBezTo>
                  <a:pt x="415447" y="57591"/>
                  <a:pt x="418115" y="51996"/>
                  <a:pt x="418115" y="46572"/>
                </a:cubicBezTo>
                <a:cubicBezTo>
                  <a:pt x="418115" y="38825"/>
                  <a:pt x="413294" y="33144"/>
                  <a:pt x="404772" y="30819"/>
                </a:cubicBezTo>
                <a:lnTo>
                  <a:pt x="389019" y="26601"/>
                </a:lnTo>
                <a:cubicBezTo>
                  <a:pt x="381443" y="24535"/>
                  <a:pt x="378689" y="22124"/>
                  <a:pt x="378689" y="17303"/>
                </a:cubicBezTo>
                <a:cubicBezTo>
                  <a:pt x="378689" y="10933"/>
                  <a:pt x="384285" y="6715"/>
                  <a:pt x="392720" y="6715"/>
                </a:cubicBezTo>
                <a:cubicBezTo>
                  <a:pt x="402706" y="6715"/>
                  <a:pt x="408302" y="11191"/>
                  <a:pt x="408388" y="19455"/>
                </a:cubicBezTo>
                <a:lnTo>
                  <a:pt x="415964" y="19455"/>
                </a:lnTo>
                <a:close/>
                <a:moveTo>
                  <a:pt x="466238" y="43645"/>
                </a:moveTo>
                <a:cubicBezTo>
                  <a:pt x="466238" y="36758"/>
                  <a:pt x="465720" y="32626"/>
                  <a:pt x="464429" y="29270"/>
                </a:cubicBezTo>
                <a:cubicBezTo>
                  <a:pt x="461503" y="21865"/>
                  <a:pt x="454616" y="17390"/>
                  <a:pt x="446180" y="17390"/>
                </a:cubicBezTo>
                <a:cubicBezTo>
                  <a:pt x="433611" y="17390"/>
                  <a:pt x="425519" y="26945"/>
                  <a:pt x="425519" y="41838"/>
                </a:cubicBezTo>
                <a:cubicBezTo>
                  <a:pt x="425519" y="56731"/>
                  <a:pt x="433266" y="65770"/>
                  <a:pt x="446008" y="65770"/>
                </a:cubicBezTo>
                <a:cubicBezTo>
                  <a:pt x="456338" y="65770"/>
                  <a:pt x="463482" y="59915"/>
                  <a:pt x="465291" y="50102"/>
                </a:cubicBezTo>
                <a:lnTo>
                  <a:pt x="458060" y="50102"/>
                </a:lnTo>
                <a:cubicBezTo>
                  <a:pt x="456079" y="56041"/>
                  <a:pt x="452033" y="59141"/>
                  <a:pt x="446265" y="59141"/>
                </a:cubicBezTo>
                <a:cubicBezTo>
                  <a:pt x="441703" y="59141"/>
                  <a:pt x="437830" y="57075"/>
                  <a:pt x="435419" y="53287"/>
                </a:cubicBezTo>
                <a:cubicBezTo>
                  <a:pt x="433697" y="50704"/>
                  <a:pt x="433094" y="48122"/>
                  <a:pt x="433009" y="43645"/>
                </a:cubicBezTo>
                <a:lnTo>
                  <a:pt x="466238" y="43645"/>
                </a:lnTo>
                <a:moveTo>
                  <a:pt x="433181" y="37792"/>
                </a:moveTo>
                <a:cubicBezTo>
                  <a:pt x="433783" y="29442"/>
                  <a:pt x="438862" y="24018"/>
                  <a:pt x="446093" y="24018"/>
                </a:cubicBezTo>
                <a:cubicBezTo>
                  <a:pt x="453411" y="24018"/>
                  <a:pt x="458489" y="29699"/>
                  <a:pt x="458489" y="37792"/>
                </a:cubicBezTo>
                <a:lnTo>
                  <a:pt x="433181" y="37792"/>
                </a:lnTo>
                <a:close/>
                <a:moveTo>
                  <a:pt x="482679" y="1034"/>
                </a:moveTo>
                <a:lnTo>
                  <a:pt x="475448" y="1034"/>
                </a:lnTo>
                <a:lnTo>
                  <a:pt x="475448" y="63789"/>
                </a:lnTo>
                <a:lnTo>
                  <a:pt x="482679" y="63789"/>
                </a:lnTo>
                <a:lnTo>
                  <a:pt x="482679" y="1034"/>
                </a:lnTo>
                <a:close/>
                <a:moveTo>
                  <a:pt x="532437" y="43645"/>
                </a:moveTo>
                <a:cubicBezTo>
                  <a:pt x="532437" y="36758"/>
                  <a:pt x="531920" y="32626"/>
                  <a:pt x="530629" y="29270"/>
                </a:cubicBezTo>
                <a:cubicBezTo>
                  <a:pt x="527702" y="21865"/>
                  <a:pt x="520815" y="17390"/>
                  <a:pt x="512379" y="17390"/>
                </a:cubicBezTo>
                <a:cubicBezTo>
                  <a:pt x="499810" y="17390"/>
                  <a:pt x="491718" y="26945"/>
                  <a:pt x="491718" y="41838"/>
                </a:cubicBezTo>
                <a:cubicBezTo>
                  <a:pt x="491718" y="56731"/>
                  <a:pt x="499466" y="65770"/>
                  <a:pt x="512207" y="65770"/>
                </a:cubicBezTo>
                <a:cubicBezTo>
                  <a:pt x="522537" y="65770"/>
                  <a:pt x="529681" y="59915"/>
                  <a:pt x="531490" y="50102"/>
                </a:cubicBezTo>
                <a:lnTo>
                  <a:pt x="524259" y="50102"/>
                </a:lnTo>
                <a:cubicBezTo>
                  <a:pt x="522278" y="56041"/>
                  <a:pt x="518233" y="59141"/>
                  <a:pt x="512465" y="59141"/>
                </a:cubicBezTo>
                <a:cubicBezTo>
                  <a:pt x="507903" y="59141"/>
                  <a:pt x="504029" y="57075"/>
                  <a:pt x="501619" y="53287"/>
                </a:cubicBezTo>
                <a:cubicBezTo>
                  <a:pt x="499897" y="50704"/>
                  <a:pt x="499294" y="48122"/>
                  <a:pt x="499208" y="43645"/>
                </a:cubicBezTo>
                <a:lnTo>
                  <a:pt x="532437" y="43645"/>
                </a:lnTo>
                <a:moveTo>
                  <a:pt x="499380" y="37792"/>
                </a:moveTo>
                <a:cubicBezTo>
                  <a:pt x="499982" y="29442"/>
                  <a:pt x="505061" y="24018"/>
                  <a:pt x="512293" y="24018"/>
                </a:cubicBezTo>
                <a:cubicBezTo>
                  <a:pt x="519610" y="24018"/>
                  <a:pt x="524689" y="29699"/>
                  <a:pt x="524689" y="37792"/>
                </a:cubicBezTo>
                <a:lnTo>
                  <a:pt x="499380" y="37792"/>
                </a:lnTo>
                <a:close/>
                <a:moveTo>
                  <a:pt x="576684" y="33832"/>
                </a:moveTo>
                <a:cubicBezTo>
                  <a:pt x="576340" y="29442"/>
                  <a:pt x="575393" y="26601"/>
                  <a:pt x="573671" y="24104"/>
                </a:cubicBezTo>
                <a:cubicBezTo>
                  <a:pt x="570572" y="19886"/>
                  <a:pt x="565149" y="17390"/>
                  <a:pt x="558865" y="17390"/>
                </a:cubicBezTo>
                <a:cubicBezTo>
                  <a:pt x="546641" y="17390"/>
                  <a:pt x="538807" y="27032"/>
                  <a:pt x="538807" y="42010"/>
                </a:cubicBezTo>
                <a:cubicBezTo>
                  <a:pt x="538807" y="56558"/>
                  <a:pt x="546554" y="65770"/>
                  <a:pt x="558779" y="65770"/>
                </a:cubicBezTo>
                <a:cubicBezTo>
                  <a:pt x="569540" y="65770"/>
                  <a:pt x="576340" y="59314"/>
                  <a:pt x="577201" y="48294"/>
                </a:cubicBezTo>
                <a:lnTo>
                  <a:pt x="569969" y="48294"/>
                </a:lnTo>
                <a:cubicBezTo>
                  <a:pt x="568765" y="55525"/>
                  <a:pt x="565063" y="59141"/>
                  <a:pt x="558951" y="59141"/>
                </a:cubicBezTo>
                <a:cubicBezTo>
                  <a:pt x="551031" y="59141"/>
                  <a:pt x="546297" y="52684"/>
                  <a:pt x="546297" y="42010"/>
                </a:cubicBezTo>
                <a:cubicBezTo>
                  <a:pt x="546297" y="30733"/>
                  <a:pt x="550945" y="24018"/>
                  <a:pt x="558779" y="24018"/>
                </a:cubicBezTo>
                <a:cubicBezTo>
                  <a:pt x="564805" y="24018"/>
                  <a:pt x="568593" y="27548"/>
                  <a:pt x="569453" y="33832"/>
                </a:cubicBezTo>
                <a:lnTo>
                  <a:pt x="576684" y="33832"/>
                </a:lnTo>
                <a:close/>
                <a:moveTo>
                  <a:pt x="601305" y="18681"/>
                </a:moveTo>
                <a:lnTo>
                  <a:pt x="593902" y="18681"/>
                </a:lnTo>
                <a:lnTo>
                  <a:pt x="593902" y="6284"/>
                </a:lnTo>
                <a:lnTo>
                  <a:pt x="586756" y="6284"/>
                </a:lnTo>
                <a:lnTo>
                  <a:pt x="586756" y="18681"/>
                </a:lnTo>
                <a:lnTo>
                  <a:pt x="580644" y="18681"/>
                </a:lnTo>
                <a:lnTo>
                  <a:pt x="580644" y="24535"/>
                </a:lnTo>
                <a:lnTo>
                  <a:pt x="586756" y="24535"/>
                </a:lnTo>
                <a:lnTo>
                  <a:pt x="586756" y="58624"/>
                </a:lnTo>
                <a:cubicBezTo>
                  <a:pt x="586756" y="63273"/>
                  <a:pt x="589855" y="65770"/>
                  <a:pt x="595451" y="65770"/>
                </a:cubicBezTo>
                <a:cubicBezTo>
                  <a:pt x="597345" y="65770"/>
                  <a:pt x="598895" y="65598"/>
                  <a:pt x="601305" y="65167"/>
                </a:cubicBezTo>
                <a:lnTo>
                  <a:pt x="601305" y="59141"/>
                </a:lnTo>
                <a:cubicBezTo>
                  <a:pt x="600271" y="59399"/>
                  <a:pt x="599324" y="59486"/>
                  <a:pt x="597861" y="59486"/>
                </a:cubicBezTo>
                <a:cubicBezTo>
                  <a:pt x="594762" y="59486"/>
                  <a:pt x="593902" y="58624"/>
                  <a:pt x="593902" y="55439"/>
                </a:cubicBezTo>
                <a:lnTo>
                  <a:pt x="593902" y="24535"/>
                </a:lnTo>
                <a:lnTo>
                  <a:pt x="601305" y="24535"/>
                </a:lnTo>
                <a:lnTo>
                  <a:pt x="601305" y="18681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###Stepstoreproduce">
            <a:extLst xmlns:a="http://schemas.openxmlformats.org/drawingml/2006/main">
              <a:ext uri="{FF2B5EF4-FFF2-40B4-BE49-F238E27FC236}">
                <a16:creationId xmlns:a16="http://schemas.microsoft.com/office/drawing/2014/main" id="{440BF5AC-EFF5-404B-A2F9-EA371561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12" y="1234638"/>
            <a:ext cx="947883" cy="82556"/>
          </a:xfrm>
          <a:custGeom xmlns:a="http://schemas.openxmlformats.org/drawingml/2006/main">
            <a:pathLst>
              <a:path w="947883" h="82556">
                <a:moveTo>
                  <a:pt x="12311" y="66545"/>
                </a:moveTo>
                <a:lnTo>
                  <a:pt x="15753" y="48982"/>
                </a:lnTo>
                <a:lnTo>
                  <a:pt x="24620" y="48982"/>
                </a:lnTo>
                <a:lnTo>
                  <a:pt x="21177" y="66545"/>
                </a:lnTo>
                <a:lnTo>
                  <a:pt x="30216" y="66545"/>
                </a:lnTo>
                <a:lnTo>
                  <a:pt x="33660" y="48982"/>
                </a:lnTo>
                <a:lnTo>
                  <a:pt x="43904" y="48982"/>
                </a:lnTo>
                <a:lnTo>
                  <a:pt x="43904" y="40460"/>
                </a:lnTo>
                <a:lnTo>
                  <a:pt x="35295" y="40460"/>
                </a:lnTo>
                <a:lnTo>
                  <a:pt x="37964" y="27289"/>
                </a:lnTo>
                <a:lnTo>
                  <a:pt x="47347" y="27289"/>
                </a:lnTo>
                <a:lnTo>
                  <a:pt x="47347" y="18767"/>
                </a:lnTo>
                <a:lnTo>
                  <a:pt x="39600" y="18767"/>
                </a:lnTo>
                <a:lnTo>
                  <a:pt x="42526" y="3788"/>
                </a:lnTo>
                <a:lnTo>
                  <a:pt x="33488" y="3788"/>
                </a:lnTo>
                <a:lnTo>
                  <a:pt x="30560" y="18767"/>
                </a:lnTo>
                <a:lnTo>
                  <a:pt x="21693" y="18767"/>
                </a:lnTo>
                <a:lnTo>
                  <a:pt x="24620" y="3788"/>
                </a:lnTo>
                <a:lnTo>
                  <a:pt x="15581" y="3788"/>
                </a:lnTo>
                <a:lnTo>
                  <a:pt x="12655" y="18767"/>
                </a:lnTo>
                <a:lnTo>
                  <a:pt x="2410" y="18767"/>
                </a:lnTo>
                <a:lnTo>
                  <a:pt x="2410" y="27289"/>
                </a:lnTo>
                <a:lnTo>
                  <a:pt x="10933" y="27289"/>
                </a:lnTo>
                <a:lnTo>
                  <a:pt x="8350" y="40460"/>
                </a:lnTo>
                <a:lnTo>
                  <a:pt x="0" y="40460"/>
                </a:lnTo>
                <a:lnTo>
                  <a:pt x="0" y="48982"/>
                </a:lnTo>
                <a:lnTo>
                  <a:pt x="6628" y="48982"/>
                </a:lnTo>
                <a:lnTo>
                  <a:pt x="3185" y="66545"/>
                </a:lnTo>
                <a:lnTo>
                  <a:pt x="12311" y="66545"/>
                </a:lnTo>
                <a:moveTo>
                  <a:pt x="17389" y="40460"/>
                </a:moveTo>
                <a:lnTo>
                  <a:pt x="19971" y="27289"/>
                </a:lnTo>
                <a:lnTo>
                  <a:pt x="28839" y="27289"/>
                </a:lnTo>
                <a:lnTo>
                  <a:pt x="26257" y="40460"/>
                </a:lnTo>
                <a:lnTo>
                  <a:pt x="17389" y="40460"/>
                </a:lnTo>
                <a:close/>
                <a:moveTo>
                  <a:pt x="60174" y="66545"/>
                </a:moveTo>
                <a:lnTo>
                  <a:pt x="63617" y="48982"/>
                </a:lnTo>
                <a:lnTo>
                  <a:pt x="72483" y="48982"/>
                </a:lnTo>
                <a:lnTo>
                  <a:pt x="69040" y="66545"/>
                </a:lnTo>
                <a:lnTo>
                  <a:pt x="78079" y="66545"/>
                </a:lnTo>
                <a:lnTo>
                  <a:pt x="81523" y="48982"/>
                </a:lnTo>
                <a:lnTo>
                  <a:pt x="91767" y="48982"/>
                </a:lnTo>
                <a:lnTo>
                  <a:pt x="91767" y="40460"/>
                </a:lnTo>
                <a:lnTo>
                  <a:pt x="83158" y="40460"/>
                </a:lnTo>
                <a:lnTo>
                  <a:pt x="85828" y="27289"/>
                </a:lnTo>
                <a:lnTo>
                  <a:pt x="95210" y="27289"/>
                </a:lnTo>
                <a:lnTo>
                  <a:pt x="95210" y="18767"/>
                </a:lnTo>
                <a:lnTo>
                  <a:pt x="87463" y="18767"/>
                </a:lnTo>
                <a:lnTo>
                  <a:pt x="90390" y="3788"/>
                </a:lnTo>
                <a:lnTo>
                  <a:pt x="81351" y="3788"/>
                </a:lnTo>
                <a:lnTo>
                  <a:pt x="78423" y="18767"/>
                </a:lnTo>
                <a:lnTo>
                  <a:pt x="69557" y="18767"/>
                </a:lnTo>
                <a:lnTo>
                  <a:pt x="72483" y="3788"/>
                </a:lnTo>
                <a:lnTo>
                  <a:pt x="63445" y="3788"/>
                </a:lnTo>
                <a:lnTo>
                  <a:pt x="60518" y="18767"/>
                </a:lnTo>
                <a:lnTo>
                  <a:pt x="50274" y="18767"/>
                </a:lnTo>
                <a:lnTo>
                  <a:pt x="50274" y="27289"/>
                </a:lnTo>
                <a:lnTo>
                  <a:pt x="58796" y="27289"/>
                </a:lnTo>
                <a:lnTo>
                  <a:pt x="56214" y="40460"/>
                </a:lnTo>
                <a:lnTo>
                  <a:pt x="47863" y="40460"/>
                </a:lnTo>
                <a:lnTo>
                  <a:pt x="47863" y="48982"/>
                </a:lnTo>
                <a:lnTo>
                  <a:pt x="54491" y="48982"/>
                </a:lnTo>
                <a:lnTo>
                  <a:pt x="51049" y="66545"/>
                </a:lnTo>
                <a:lnTo>
                  <a:pt x="60174" y="66545"/>
                </a:lnTo>
                <a:moveTo>
                  <a:pt x="65252" y="40460"/>
                </a:moveTo>
                <a:lnTo>
                  <a:pt x="67835" y="27289"/>
                </a:lnTo>
                <a:lnTo>
                  <a:pt x="76702" y="27289"/>
                </a:lnTo>
                <a:lnTo>
                  <a:pt x="74120" y="40460"/>
                </a:lnTo>
                <a:lnTo>
                  <a:pt x="65252" y="40460"/>
                </a:lnTo>
                <a:close/>
                <a:moveTo>
                  <a:pt x="107693" y="66545"/>
                </a:moveTo>
                <a:lnTo>
                  <a:pt x="111136" y="48982"/>
                </a:lnTo>
                <a:lnTo>
                  <a:pt x="120002" y="48982"/>
                </a:lnTo>
                <a:lnTo>
                  <a:pt x="116559" y="66545"/>
                </a:lnTo>
                <a:lnTo>
                  <a:pt x="125598" y="66545"/>
                </a:lnTo>
                <a:lnTo>
                  <a:pt x="129042" y="48982"/>
                </a:lnTo>
                <a:lnTo>
                  <a:pt x="139286" y="48982"/>
                </a:lnTo>
                <a:lnTo>
                  <a:pt x="139286" y="40460"/>
                </a:lnTo>
                <a:lnTo>
                  <a:pt x="130677" y="40460"/>
                </a:lnTo>
                <a:lnTo>
                  <a:pt x="133347" y="27289"/>
                </a:lnTo>
                <a:lnTo>
                  <a:pt x="142729" y="27289"/>
                </a:lnTo>
                <a:lnTo>
                  <a:pt x="142729" y="18767"/>
                </a:lnTo>
                <a:lnTo>
                  <a:pt x="134982" y="18767"/>
                </a:lnTo>
                <a:lnTo>
                  <a:pt x="137909" y="3788"/>
                </a:lnTo>
                <a:lnTo>
                  <a:pt x="128870" y="3788"/>
                </a:lnTo>
                <a:lnTo>
                  <a:pt x="125942" y="18767"/>
                </a:lnTo>
                <a:lnTo>
                  <a:pt x="117076" y="18767"/>
                </a:lnTo>
                <a:lnTo>
                  <a:pt x="120002" y="3788"/>
                </a:lnTo>
                <a:lnTo>
                  <a:pt x="110964" y="3788"/>
                </a:lnTo>
                <a:lnTo>
                  <a:pt x="108037" y="18767"/>
                </a:lnTo>
                <a:lnTo>
                  <a:pt x="97793" y="18767"/>
                </a:lnTo>
                <a:lnTo>
                  <a:pt x="97793" y="27289"/>
                </a:lnTo>
                <a:lnTo>
                  <a:pt x="106315" y="27289"/>
                </a:lnTo>
                <a:lnTo>
                  <a:pt x="103732" y="40460"/>
                </a:lnTo>
                <a:lnTo>
                  <a:pt x="95382" y="40460"/>
                </a:lnTo>
                <a:lnTo>
                  <a:pt x="95382" y="48982"/>
                </a:lnTo>
                <a:lnTo>
                  <a:pt x="102010" y="48982"/>
                </a:lnTo>
                <a:lnTo>
                  <a:pt x="98568" y="66545"/>
                </a:lnTo>
                <a:lnTo>
                  <a:pt x="107693" y="66545"/>
                </a:lnTo>
                <a:moveTo>
                  <a:pt x="112771" y="40460"/>
                </a:moveTo>
                <a:lnTo>
                  <a:pt x="115354" y="27289"/>
                </a:lnTo>
                <a:lnTo>
                  <a:pt x="124221" y="27289"/>
                </a:lnTo>
                <a:lnTo>
                  <a:pt x="121639" y="40460"/>
                </a:lnTo>
                <a:lnTo>
                  <a:pt x="112771" y="40460"/>
                </a:lnTo>
                <a:close/>
                <a:moveTo>
                  <a:pt x="217882" y="20145"/>
                </a:moveTo>
                <a:cubicBezTo>
                  <a:pt x="217795" y="7146"/>
                  <a:pt x="209101" y="0"/>
                  <a:pt x="193262" y="0"/>
                </a:cubicBezTo>
                <a:cubicBezTo>
                  <a:pt x="178197" y="0"/>
                  <a:pt x="169502" y="7059"/>
                  <a:pt x="169502" y="19283"/>
                </a:cubicBezTo>
                <a:cubicBezTo>
                  <a:pt x="169502" y="29011"/>
                  <a:pt x="174408" y="33745"/>
                  <a:pt x="187150" y="36156"/>
                </a:cubicBezTo>
                <a:lnTo>
                  <a:pt x="195930" y="37878"/>
                </a:lnTo>
                <a:cubicBezTo>
                  <a:pt x="204539" y="39513"/>
                  <a:pt x="207724" y="41923"/>
                  <a:pt x="207724" y="47003"/>
                </a:cubicBezTo>
                <a:cubicBezTo>
                  <a:pt x="207724" y="52254"/>
                  <a:pt x="202903" y="55439"/>
                  <a:pt x="195069" y="55439"/>
                </a:cubicBezTo>
                <a:cubicBezTo>
                  <a:pt x="186288" y="55439"/>
                  <a:pt x="181382" y="51737"/>
                  <a:pt x="180951" y="45023"/>
                </a:cubicBezTo>
                <a:lnTo>
                  <a:pt x="168383" y="45023"/>
                </a:lnTo>
                <a:cubicBezTo>
                  <a:pt x="169157" y="58452"/>
                  <a:pt x="178369" y="65770"/>
                  <a:pt x="194381" y="65770"/>
                </a:cubicBezTo>
                <a:cubicBezTo>
                  <a:pt x="210564" y="65770"/>
                  <a:pt x="220120" y="58280"/>
                  <a:pt x="220120" y="45453"/>
                </a:cubicBezTo>
                <a:cubicBezTo>
                  <a:pt x="220120" y="35554"/>
                  <a:pt x="215127" y="30388"/>
                  <a:pt x="203505" y="28151"/>
                </a:cubicBezTo>
                <a:lnTo>
                  <a:pt x="193691" y="26257"/>
                </a:lnTo>
                <a:cubicBezTo>
                  <a:pt x="184481" y="24448"/>
                  <a:pt x="181811" y="22640"/>
                  <a:pt x="181811" y="18078"/>
                </a:cubicBezTo>
                <a:cubicBezTo>
                  <a:pt x="181811" y="13343"/>
                  <a:pt x="185944" y="10331"/>
                  <a:pt x="192659" y="10331"/>
                </a:cubicBezTo>
                <a:cubicBezTo>
                  <a:pt x="200837" y="10331"/>
                  <a:pt x="205399" y="13774"/>
                  <a:pt x="205830" y="20145"/>
                </a:cubicBezTo>
                <a:lnTo>
                  <a:pt x="217882" y="20145"/>
                </a:lnTo>
                <a:close/>
                <a:moveTo>
                  <a:pt x="248614" y="18251"/>
                </a:moveTo>
                <a:lnTo>
                  <a:pt x="241899" y="18251"/>
                </a:lnTo>
                <a:lnTo>
                  <a:pt x="241899" y="5768"/>
                </a:lnTo>
                <a:lnTo>
                  <a:pt x="229847" y="5768"/>
                </a:lnTo>
                <a:lnTo>
                  <a:pt x="229847" y="18251"/>
                </a:lnTo>
                <a:lnTo>
                  <a:pt x="223907" y="18251"/>
                </a:lnTo>
                <a:lnTo>
                  <a:pt x="223907" y="26257"/>
                </a:lnTo>
                <a:lnTo>
                  <a:pt x="229847" y="26257"/>
                </a:lnTo>
                <a:lnTo>
                  <a:pt x="229847" y="54837"/>
                </a:lnTo>
                <a:cubicBezTo>
                  <a:pt x="229847" y="62153"/>
                  <a:pt x="233721" y="65770"/>
                  <a:pt x="241640" y="65770"/>
                </a:cubicBezTo>
                <a:cubicBezTo>
                  <a:pt x="244396" y="65770"/>
                  <a:pt x="246376" y="65511"/>
                  <a:pt x="248614" y="64823"/>
                </a:cubicBezTo>
                <a:lnTo>
                  <a:pt x="248614" y="56386"/>
                </a:lnTo>
                <a:cubicBezTo>
                  <a:pt x="247408" y="56558"/>
                  <a:pt x="246807" y="56644"/>
                  <a:pt x="245860" y="56644"/>
                </a:cubicBezTo>
                <a:cubicBezTo>
                  <a:pt x="242674" y="56644"/>
                  <a:pt x="241899" y="55697"/>
                  <a:pt x="241899" y="51565"/>
                </a:cubicBezTo>
                <a:lnTo>
                  <a:pt x="241899" y="26257"/>
                </a:lnTo>
                <a:lnTo>
                  <a:pt x="248614" y="26257"/>
                </a:lnTo>
                <a:lnTo>
                  <a:pt x="248614" y="18251"/>
                </a:lnTo>
                <a:close/>
                <a:moveTo>
                  <a:pt x="296735" y="44334"/>
                </a:moveTo>
                <a:cubicBezTo>
                  <a:pt x="296821" y="43301"/>
                  <a:pt x="296821" y="42870"/>
                  <a:pt x="296821" y="42268"/>
                </a:cubicBezTo>
                <a:cubicBezTo>
                  <a:pt x="296821" y="37620"/>
                  <a:pt x="296133" y="33316"/>
                  <a:pt x="295014" y="30044"/>
                </a:cubicBezTo>
                <a:cubicBezTo>
                  <a:pt x="291914" y="21608"/>
                  <a:pt x="284425" y="16528"/>
                  <a:pt x="275041" y="16528"/>
                </a:cubicBezTo>
                <a:cubicBezTo>
                  <a:pt x="261698" y="16528"/>
                  <a:pt x="253520" y="26170"/>
                  <a:pt x="253520" y="41751"/>
                </a:cubicBezTo>
                <a:cubicBezTo>
                  <a:pt x="253520" y="56644"/>
                  <a:pt x="261613" y="65770"/>
                  <a:pt x="274784" y="65770"/>
                </a:cubicBezTo>
                <a:cubicBezTo>
                  <a:pt x="285200" y="65770"/>
                  <a:pt x="293636" y="59915"/>
                  <a:pt x="296305" y="50704"/>
                </a:cubicBezTo>
                <a:lnTo>
                  <a:pt x="284425" y="50704"/>
                </a:lnTo>
                <a:cubicBezTo>
                  <a:pt x="282962" y="54406"/>
                  <a:pt x="279605" y="56558"/>
                  <a:pt x="275214" y="56558"/>
                </a:cubicBezTo>
                <a:cubicBezTo>
                  <a:pt x="271771" y="56558"/>
                  <a:pt x="269016" y="55094"/>
                  <a:pt x="267294" y="52512"/>
                </a:cubicBezTo>
                <a:cubicBezTo>
                  <a:pt x="266175" y="50791"/>
                  <a:pt x="265744" y="48725"/>
                  <a:pt x="265572" y="44334"/>
                </a:cubicBezTo>
                <a:lnTo>
                  <a:pt x="296735" y="44334"/>
                </a:lnTo>
                <a:moveTo>
                  <a:pt x="265744" y="36328"/>
                </a:moveTo>
                <a:cubicBezTo>
                  <a:pt x="266519" y="29183"/>
                  <a:pt x="269532" y="25740"/>
                  <a:pt x="274869" y="25740"/>
                </a:cubicBezTo>
                <a:cubicBezTo>
                  <a:pt x="280380" y="25740"/>
                  <a:pt x="283650" y="29442"/>
                  <a:pt x="284253" y="36328"/>
                </a:cubicBezTo>
                <a:lnTo>
                  <a:pt x="265744" y="36328"/>
                </a:lnTo>
                <a:close/>
                <a:moveTo>
                  <a:pt x="316535" y="17303"/>
                </a:moveTo>
                <a:lnTo>
                  <a:pt x="304484" y="17303"/>
                </a:lnTo>
                <a:lnTo>
                  <a:pt x="304484" y="82556"/>
                </a:lnTo>
                <a:lnTo>
                  <a:pt x="316535" y="82556"/>
                </a:lnTo>
                <a:lnTo>
                  <a:pt x="316535" y="58280"/>
                </a:lnTo>
                <a:cubicBezTo>
                  <a:pt x="319462" y="63445"/>
                  <a:pt x="323594" y="65855"/>
                  <a:pt x="329448" y="65855"/>
                </a:cubicBezTo>
                <a:cubicBezTo>
                  <a:pt x="340639" y="65855"/>
                  <a:pt x="348903" y="55353"/>
                  <a:pt x="348903" y="41235"/>
                </a:cubicBezTo>
                <a:cubicBezTo>
                  <a:pt x="348903" y="34692"/>
                  <a:pt x="347009" y="28151"/>
                  <a:pt x="343910" y="23846"/>
                </a:cubicBezTo>
                <a:cubicBezTo>
                  <a:pt x="340811" y="19455"/>
                  <a:pt x="335043" y="16528"/>
                  <a:pt x="329448" y="16528"/>
                </a:cubicBezTo>
                <a:cubicBezTo>
                  <a:pt x="323594" y="16528"/>
                  <a:pt x="319462" y="19026"/>
                  <a:pt x="316535" y="24190"/>
                </a:cubicBezTo>
                <a:lnTo>
                  <a:pt x="316535" y="17303"/>
                </a:lnTo>
                <a:moveTo>
                  <a:pt x="326693" y="26601"/>
                </a:moveTo>
                <a:cubicBezTo>
                  <a:pt x="332805" y="26601"/>
                  <a:pt x="336851" y="32454"/>
                  <a:pt x="336851" y="41407"/>
                </a:cubicBezTo>
                <a:cubicBezTo>
                  <a:pt x="336851" y="49930"/>
                  <a:pt x="332718" y="55784"/>
                  <a:pt x="326693" y="55784"/>
                </a:cubicBezTo>
                <a:cubicBezTo>
                  <a:pt x="320581" y="55784"/>
                  <a:pt x="316535" y="49930"/>
                  <a:pt x="316535" y="41235"/>
                </a:cubicBezTo>
                <a:cubicBezTo>
                  <a:pt x="316535" y="32454"/>
                  <a:pt x="320581" y="26601"/>
                  <a:pt x="326693" y="26601"/>
                </a:cubicBezTo>
                <a:close/>
                <a:moveTo>
                  <a:pt x="395561" y="32282"/>
                </a:moveTo>
                <a:cubicBezTo>
                  <a:pt x="395389" y="22468"/>
                  <a:pt x="387813" y="16528"/>
                  <a:pt x="375331" y="16528"/>
                </a:cubicBezTo>
                <a:cubicBezTo>
                  <a:pt x="363538" y="16528"/>
                  <a:pt x="356220" y="22468"/>
                  <a:pt x="356220" y="32024"/>
                </a:cubicBezTo>
                <a:cubicBezTo>
                  <a:pt x="356220" y="35123"/>
                  <a:pt x="357167" y="37792"/>
                  <a:pt x="358802" y="39600"/>
                </a:cubicBezTo>
                <a:cubicBezTo>
                  <a:pt x="360439" y="41235"/>
                  <a:pt x="361902" y="42010"/>
                  <a:pt x="366377" y="43473"/>
                </a:cubicBezTo>
                <a:lnTo>
                  <a:pt x="380754" y="47950"/>
                </a:lnTo>
                <a:cubicBezTo>
                  <a:pt x="383768" y="48897"/>
                  <a:pt x="384800" y="49844"/>
                  <a:pt x="384800" y="51737"/>
                </a:cubicBezTo>
                <a:cubicBezTo>
                  <a:pt x="384800" y="54578"/>
                  <a:pt x="381443" y="56300"/>
                  <a:pt x="375847" y="56300"/>
                </a:cubicBezTo>
                <a:cubicBezTo>
                  <a:pt x="372663" y="56300"/>
                  <a:pt x="370252" y="55784"/>
                  <a:pt x="368702" y="54665"/>
                </a:cubicBezTo>
                <a:cubicBezTo>
                  <a:pt x="367411" y="53718"/>
                  <a:pt x="366895" y="52771"/>
                  <a:pt x="366377" y="50274"/>
                </a:cubicBezTo>
                <a:lnTo>
                  <a:pt x="354584" y="50274"/>
                </a:lnTo>
                <a:cubicBezTo>
                  <a:pt x="354929" y="60518"/>
                  <a:pt x="362418" y="65770"/>
                  <a:pt x="376537" y="65770"/>
                </a:cubicBezTo>
                <a:cubicBezTo>
                  <a:pt x="382993" y="65770"/>
                  <a:pt x="387900" y="64392"/>
                  <a:pt x="391343" y="61637"/>
                </a:cubicBezTo>
                <a:cubicBezTo>
                  <a:pt x="394786" y="58883"/>
                  <a:pt x="396852" y="54578"/>
                  <a:pt x="396852" y="50016"/>
                </a:cubicBezTo>
                <a:cubicBezTo>
                  <a:pt x="396852" y="43990"/>
                  <a:pt x="393840" y="40116"/>
                  <a:pt x="387727" y="38308"/>
                </a:cubicBezTo>
                <a:lnTo>
                  <a:pt x="372491" y="33917"/>
                </a:lnTo>
                <a:cubicBezTo>
                  <a:pt x="369133" y="32885"/>
                  <a:pt x="368272" y="32197"/>
                  <a:pt x="368272" y="30302"/>
                </a:cubicBezTo>
                <a:cubicBezTo>
                  <a:pt x="368272" y="27720"/>
                  <a:pt x="371026" y="25998"/>
                  <a:pt x="375245" y="25998"/>
                </a:cubicBezTo>
                <a:cubicBezTo>
                  <a:pt x="381013" y="25998"/>
                  <a:pt x="383853" y="28064"/>
                  <a:pt x="383940" y="32282"/>
                </a:cubicBezTo>
                <a:lnTo>
                  <a:pt x="395561" y="32282"/>
                </a:lnTo>
                <a:close/>
                <a:moveTo>
                  <a:pt x="449795" y="18251"/>
                </a:moveTo>
                <a:lnTo>
                  <a:pt x="443080" y="18251"/>
                </a:lnTo>
                <a:lnTo>
                  <a:pt x="443080" y="5768"/>
                </a:lnTo>
                <a:lnTo>
                  <a:pt x="431028" y="5768"/>
                </a:lnTo>
                <a:lnTo>
                  <a:pt x="431028" y="18251"/>
                </a:lnTo>
                <a:lnTo>
                  <a:pt x="425088" y="18251"/>
                </a:lnTo>
                <a:lnTo>
                  <a:pt x="425088" y="26257"/>
                </a:lnTo>
                <a:lnTo>
                  <a:pt x="431028" y="26257"/>
                </a:lnTo>
                <a:lnTo>
                  <a:pt x="431028" y="54837"/>
                </a:lnTo>
                <a:cubicBezTo>
                  <a:pt x="431028" y="62153"/>
                  <a:pt x="434902" y="65770"/>
                  <a:pt x="442821" y="65770"/>
                </a:cubicBezTo>
                <a:cubicBezTo>
                  <a:pt x="445577" y="65770"/>
                  <a:pt x="447556" y="65511"/>
                  <a:pt x="449795" y="64823"/>
                </a:cubicBezTo>
                <a:lnTo>
                  <a:pt x="449795" y="56386"/>
                </a:lnTo>
                <a:cubicBezTo>
                  <a:pt x="448589" y="56558"/>
                  <a:pt x="447987" y="56644"/>
                  <a:pt x="447040" y="56644"/>
                </a:cubicBezTo>
                <a:cubicBezTo>
                  <a:pt x="443855" y="56644"/>
                  <a:pt x="443080" y="55697"/>
                  <a:pt x="443080" y="51565"/>
                </a:cubicBezTo>
                <a:lnTo>
                  <a:pt x="443080" y="26257"/>
                </a:lnTo>
                <a:lnTo>
                  <a:pt x="449795" y="26257"/>
                </a:lnTo>
                <a:lnTo>
                  <a:pt x="449795" y="18251"/>
                </a:lnTo>
                <a:close/>
                <a:moveTo>
                  <a:pt x="478633" y="16528"/>
                </a:moveTo>
                <a:cubicBezTo>
                  <a:pt x="464428" y="16528"/>
                  <a:pt x="455734" y="25912"/>
                  <a:pt x="455734" y="41148"/>
                </a:cubicBezTo>
                <a:cubicBezTo>
                  <a:pt x="455734" y="56472"/>
                  <a:pt x="464428" y="65770"/>
                  <a:pt x="478719" y="65770"/>
                </a:cubicBezTo>
                <a:cubicBezTo>
                  <a:pt x="492923" y="65770"/>
                  <a:pt x="501704" y="56472"/>
                  <a:pt x="501704" y="41494"/>
                </a:cubicBezTo>
                <a:cubicBezTo>
                  <a:pt x="501704" y="25740"/>
                  <a:pt x="493181" y="16528"/>
                  <a:pt x="478633" y="16528"/>
                </a:cubicBezTo>
                <a:moveTo>
                  <a:pt x="478719" y="26257"/>
                </a:moveTo>
                <a:cubicBezTo>
                  <a:pt x="485348" y="26257"/>
                  <a:pt x="489653" y="32197"/>
                  <a:pt x="489653" y="41322"/>
                </a:cubicBezTo>
                <a:cubicBezTo>
                  <a:pt x="489653" y="50016"/>
                  <a:pt x="485176" y="56041"/>
                  <a:pt x="478719" y="56041"/>
                </a:cubicBezTo>
                <a:cubicBezTo>
                  <a:pt x="472177" y="56041"/>
                  <a:pt x="467786" y="50102"/>
                  <a:pt x="467786" y="41148"/>
                </a:cubicBezTo>
                <a:cubicBezTo>
                  <a:pt x="467786" y="32197"/>
                  <a:pt x="472177" y="26257"/>
                  <a:pt x="478719" y="26257"/>
                </a:cubicBezTo>
                <a:close/>
                <a:moveTo>
                  <a:pt x="534846" y="17303"/>
                </a:moveTo>
                <a:lnTo>
                  <a:pt x="534846" y="63789"/>
                </a:lnTo>
                <a:lnTo>
                  <a:pt x="546898" y="63789"/>
                </a:lnTo>
                <a:lnTo>
                  <a:pt x="546898" y="39083"/>
                </a:lnTo>
                <a:cubicBezTo>
                  <a:pt x="546898" y="32024"/>
                  <a:pt x="550427" y="28495"/>
                  <a:pt x="557486" y="28495"/>
                </a:cubicBezTo>
                <a:cubicBezTo>
                  <a:pt x="558778" y="28495"/>
                  <a:pt x="559639" y="28580"/>
                  <a:pt x="561275" y="28839"/>
                </a:cubicBezTo>
                <a:lnTo>
                  <a:pt x="561275" y="16615"/>
                </a:lnTo>
                <a:cubicBezTo>
                  <a:pt x="560586" y="16528"/>
                  <a:pt x="560328" y="16528"/>
                  <a:pt x="559811" y="16528"/>
                </a:cubicBezTo>
                <a:cubicBezTo>
                  <a:pt x="554301" y="16528"/>
                  <a:pt x="549567" y="20145"/>
                  <a:pt x="546898" y="26429"/>
                </a:cubicBezTo>
                <a:lnTo>
                  <a:pt x="546898" y="17303"/>
                </a:lnTo>
                <a:lnTo>
                  <a:pt x="534846" y="17303"/>
                </a:lnTo>
                <a:close/>
                <a:moveTo>
                  <a:pt x="607674" y="44334"/>
                </a:moveTo>
                <a:cubicBezTo>
                  <a:pt x="607761" y="43301"/>
                  <a:pt x="607761" y="42870"/>
                  <a:pt x="607761" y="42268"/>
                </a:cubicBezTo>
                <a:cubicBezTo>
                  <a:pt x="607761" y="37620"/>
                  <a:pt x="607072" y="33316"/>
                  <a:pt x="605953" y="30044"/>
                </a:cubicBezTo>
                <a:cubicBezTo>
                  <a:pt x="602853" y="21608"/>
                  <a:pt x="595365" y="16528"/>
                  <a:pt x="585981" y="16528"/>
                </a:cubicBezTo>
                <a:cubicBezTo>
                  <a:pt x="572637" y="16528"/>
                  <a:pt x="564459" y="26170"/>
                  <a:pt x="564459" y="41751"/>
                </a:cubicBezTo>
                <a:cubicBezTo>
                  <a:pt x="564459" y="56644"/>
                  <a:pt x="572552" y="65770"/>
                  <a:pt x="585723" y="65770"/>
                </a:cubicBezTo>
                <a:cubicBezTo>
                  <a:pt x="596140" y="65770"/>
                  <a:pt x="604575" y="59915"/>
                  <a:pt x="607244" y="50704"/>
                </a:cubicBezTo>
                <a:lnTo>
                  <a:pt x="595365" y="50704"/>
                </a:lnTo>
                <a:cubicBezTo>
                  <a:pt x="593901" y="54406"/>
                  <a:pt x="590544" y="56558"/>
                  <a:pt x="586153" y="56558"/>
                </a:cubicBezTo>
                <a:cubicBezTo>
                  <a:pt x="582710" y="56558"/>
                  <a:pt x="579955" y="55094"/>
                  <a:pt x="578233" y="52512"/>
                </a:cubicBezTo>
                <a:cubicBezTo>
                  <a:pt x="577114" y="50791"/>
                  <a:pt x="576683" y="48725"/>
                  <a:pt x="576511" y="44334"/>
                </a:cubicBezTo>
                <a:lnTo>
                  <a:pt x="607674" y="44334"/>
                </a:lnTo>
                <a:moveTo>
                  <a:pt x="576683" y="36328"/>
                </a:moveTo>
                <a:cubicBezTo>
                  <a:pt x="577458" y="29183"/>
                  <a:pt x="580472" y="25740"/>
                  <a:pt x="585808" y="25740"/>
                </a:cubicBezTo>
                <a:cubicBezTo>
                  <a:pt x="591319" y="25740"/>
                  <a:pt x="594590" y="29442"/>
                  <a:pt x="595193" y="36328"/>
                </a:cubicBezTo>
                <a:lnTo>
                  <a:pt x="576683" y="36328"/>
                </a:lnTo>
                <a:close/>
                <a:moveTo>
                  <a:pt x="627474" y="17303"/>
                </a:moveTo>
                <a:lnTo>
                  <a:pt x="615423" y="17303"/>
                </a:lnTo>
                <a:lnTo>
                  <a:pt x="615423" y="82556"/>
                </a:lnTo>
                <a:lnTo>
                  <a:pt x="627474" y="82556"/>
                </a:lnTo>
                <a:lnTo>
                  <a:pt x="627474" y="58280"/>
                </a:lnTo>
                <a:cubicBezTo>
                  <a:pt x="630401" y="63445"/>
                  <a:pt x="634534" y="65855"/>
                  <a:pt x="640387" y="65855"/>
                </a:cubicBezTo>
                <a:cubicBezTo>
                  <a:pt x="651578" y="65855"/>
                  <a:pt x="659842" y="55353"/>
                  <a:pt x="659842" y="41235"/>
                </a:cubicBezTo>
                <a:cubicBezTo>
                  <a:pt x="659842" y="34692"/>
                  <a:pt x="657948" y="28151"/>
                  <a:pt x="654849" y="23846"/>
                </a:cubicBezTo>
                <a:cubicBezTo>
                  <a:pt x="651750" y="19455"/>
                  <a:pt x="645982" y="16528"/>
                  <a:pt x="640387" y="16528"/>
                </a:cubicBezTo>
                <a:cubicBezTo>
                  <a:pt x="634534" y="16528"/>
                  <a:pt x="630401" y="19026"/>
                  <a:pt x="627474" y="24190"/>
                </a:cubicBezTo>
                <a:lnTo>
                  <a:pt x="627474" y="17303"/>
                </a:lnTo>
                <a:moveTo>
                  <a:pt x="637632" y="26601"/>
                </a:moveTo>
                <a:cubicBezTo>
                  <a:pt x="643744" y="26601"/>
                  <a:pt x="647790" y="32454"/>
                  <a:pt x="647790" y="41407"/>
                </a:cubicBezTo>
                <a:cubicBezTo>
                  <a:pt x="647790" y="49930"/>
                  <a:pt x="643657" y="55784"/>
                  <a:pt x="637632" y="55784"/>
                </a:cubicBezTo>
                <a:cubicBezTo>
                  <a:pt x="631520" y="55784"/>
                  <a:pt x="627474" y="49930"/>
                  <a:pt x="627474" y="41235"/>
                </a:cubicBezTo>
                <a:cubicBezTo>
                  <a:pt x="627474" y="32454"/>
                  <a:pt x="631520" y="26601"/>
                  <a:pt x="637632" y="26601"/>
                </a:cubicBezTo>
                <a:close/>
                <a:moveTo>
                  <a:pt x="668450" y="17303"/>
                </a:moveTo>
                <a:lnTo>
                  <a:pt x="668450" y="63789"/>
                </a:lnTo>
                <a:lnTo>
                  <a:pt x="680502" y="63789"/>
                </a:lnTo>
                <a:lnTo>
                  <a:pt x="680502" y="39083"/>
                </a:lnTo>
                <a:cubicBezTo>
                  <a:pt x="680502" y="32024"/>
                  <a:pt x="684031" y="28495"/>
                  <a:pt x="691091" y="28495"/>
                </a:cubicBezTo>
                <a:cubicBezTo>
                  <a:pt x="692382" y="28495"/>
                  <a:pt x="693243" y="28580"/>
                  <a:pt x="694879" y="28839"/>
                </a:cubicBezTo>
                <a:lnTo>
                  <a:pt x="694879" y="16615"/>
                </a:lnTo>
                <a:cubicBezTo>
                  <a:pt x="694191" y="16528"/>
                  <a:pt x="693932" y="16528"/>
                  <a:pt x="693416" y="16528"/>
                </a:cubicBezTo>
                <a:cubicBezTo>
                  <a:pt x="687905" y="16528"/>
                  <a:pt x="683171" y="20145"/>
                  <a:pt x="680502" y="26429"/>
                </a:cubicBezTo>
                <a:lnTo>
                  <a:pt x="680502" y="17303"/>
                </a:lnTo>
                <a:lnTo>
                  <a:pt x="668450" y="17303"/>
                </a:lnTo>
                <a:close/>
                <a:moveTo>
                  <a:pt x="722426" y="16528"/>
                </a:moveTo>
                <a:cubicBezTo>
                  <a:pt x="708221" y="16528"/>
                  <a:pt x="699527" y="25912"/>
                  <a:pt x="699527" y="41148"/>
                </a:cubicBezTo>
                <a:cubicBezTo>
                  <a:pt x="699527" y="56472"/>
                  <a:pt x="708221" y="65770"/>
                  <a:pt x="722511" y="65770"/>
                </a:cubicBezTo>
                <a:cubicBezTo>
                  <a:pt x="736716" y="65770"/>
                  <a:pt x="745497" y="56472"/>
                  <a:pt x="745497" y="41494"/>
                </a:cubicBezTo>
                <a:cubicBezTo>
                  <a:pt x="745497" y="25740"/>
                  <a:pt x="736974" y="16528"/>
                  <a:pt x="722426" y="16528"/>
                </a:cubicBezTo>
                <a:moveTo>
                  <a:pt x="722511" y="26257"/>
                </a:moveTo>
                <a:cubicBezTo>
                  <a:pt x="729141" y="26257"/>
                  <a:pt x="733445" y="32197"/>
                  <a:pt x="733445" y="41322"/>
                </a:cubicBezTo>
                <a:cubicBezTo>
                  <a:pt x="733445" y="50016"/>
                  <a:pt x="728969" y="56041"/>
                  <a:pt x="722511" y="56041"/>
                </a:cubicBezTo>
                <a:cubicBezTo>
                  <a:pt x="715970" y="56041"/>
                  <a:pt x="711579" y="50102"/>
                  <a:pt x="711579" y="41148"/>
                </a:cubicBezTo>
                <a:cubicBezTo>
                  <a:pt x="711579" y="32197"/>
                  <a:pt x="715970" y="26257"/>
                  <a:pt x="722511" y="26257"/>
                </a:cubicBezTo>
                <a:close/>
                <a:moveTo>
                  <a:pt x="783977" y="63789"/>
                </a:moveTo>
                <a:lnTo>
                  <a:pt x="796029" y="63789"/>
                </a:lnTo>
                <a:lnTo>
                  <a:pt x="796029" y="1034"/>
                </a:lnTo>
                <a:lnTo>
                  <a:pt x="783977" y="1034"/>
                </a:lnTo>
                <a:lnTo>
                  <a:pt x="783977" y="23330"/>
                </a:lnTo>
                <a:cubicBezTo>
                  <a:pt x="780964" y="18681"/>
                  <a:pt x="777003" y="16528"/>
                  <a:pt x="771150" y="16528"/>
                </a:cubicBezTo>
                <a:cubicBezTo>
                  <a:pt x="760046" y="16528"/>
                  <a:pt x="751609" y="27204"/>
                  <a:pt x="751609" y="41235"/>
                </a:cubicBezTo>
                <a:cubicBezTo>
                  <a:pt x="751609" y="47519"/>
                  <a:pt x="753503" y="53890"/>
                  <a:pt x="756601" y="58366"/>
                </a:cubicBezTo>
                <a:cubicBezTo>
                  <a:pt x="759787" y="62928"/>
                  <a:pt x="765468" y="65770"/>
                  <a:pt x="771150" y="65770"/>
                </a:cubicBezTo>
                <a:cubicBezTo>
                  <a:pt x="777003" y="65770"/>
                  <a:pt x="780964" y="63703"/>
                  <a:pt x="783977" y="59055"/>
                </a:cubicBezTo>
                <a:lnTo>
                  <a:pt x="783977" y="63789"/>
                </a:lnTo>
                <a:moveTo>
                  <a:pt x="773818" y="26601"/>
                </a:moveTo>
                <a:cubicBezTo>
                  <a:pt x="779930" y="26601"/>
                  <a:pt x="783977" y="32454"/>
                  <a:pt x="783977" y="41407"/>
                </a:cubicBezTo>
                <a:cubicBezTo>
                  <a:pt x="783977" y="49844"/>
                  <a:pt x="779845" y="55697"/>
                  <a:pt x="773818" y="55697"/>
                </a:cubicBezTo>
                <a:cubicBezTo>
                  <a:pt x="767793" y="55697"/>
                  <a:pt x="763660" y="49757"/>
                  <a:pt x="763660" y="41235"/>
                </a:cubicBezTo>
                <a:cubicBezTo>
                  <a:pt x="763660" y="32541"/>
                  <a:pt x="767793" y="26601"/>
                  <a:pt x="773818" y="26601"/>
                </a:cubicBezTo>
                <a:close/>
                <a:moveTo>
                  <a:pt x="848627" y="63789"/>
                </a:moveTo>
                <a:lnTo>
                  <a:pt x="848627" y="17303"/>
                </a:lnTo>
                <a:lnTo>
                  <a:pt x="836574" y="17303"/>
                </a:lnTo>
                <a:lnTo>
                  <a:pt x="836574" y="46400"/>
                </a:lnTo>
                <a:cubicBezTo>
                  <a:pt x="836574" y="51910"/>
                  <a:pt x="832787" y="55525"/>
                  <a:pt x="826847" y="55525"/>
                </a:cubicBezTo>
                <a:cubicBezTo>
                  <a:pt x="821682" y="55525"/>
                  <a:pt x="819100" y="52771"/>
                  <a:pt x="819100" y="47175"/>
                </a:cubicBezTo>
                <a:lnTo>
                  <a:pt x="819100" y="17303"/>
                </a:lnTo>
                <a:lnTo>
                  <a:pt x="807048" y="17303"/>
                </a:lnTo>
                <a:lnTo>
                  <a:pt x="807048" y="49672"/>
                </a:lnTo>
                <a:cubicBezTo>
                  <a:pt x="807048" y="60002"/>
                  <a:pt x="812642" y="65770"/>
                  <a:pt x="822629" y="65770"/>
                </a:cubicBezTo>
                <a:cubicBezTo>
                  <a:pt x="828913" y="65770"/>
                  <a:pt x="833131" y="63531"/>
                  <a:pt x="836574" y="58280"/>
                </a:cubicBezTo>
                <a:lnTo>
                  <a:pt x="836574" y="63789"/>
                </a:lnTo>
                <a:lnTo>
                  <a:pt x="848627" y="63789"/>
                </a:lnTo>
                <a:close/>
                <a:moveTo>
                  <a:pt x="899761" y="34692"/>
                </a:moveTo>
                <a:cubicBezTo>
                  <a:pt x="898900" y="23330"/>
                  <a:pt x="891410" y="16528"/>
                  <a:pt x="879703" y="16528"/>
                </a:cubicBezTo>
                <a:cubicBezTo>
                  <a:pt x="865758" y="16528"/>
                  <a:pt x="857752" y="25654"/>
                  <a:pt x="857752" y="41494"/>
                </a:cubicBezTo>
                <a:cubicBezTo>
                  <a:pt x="857752" y="56816"/>
                  <a:pt x="865758" y="65770"/>
                  <a:pt x="879531" y="65770"/>
                </a:cubicBezTo>
                <a:cubicBezTo>
                  <a:pt x="890809" y="65770"/>
                  <a:pt x="898641" y="58796"/>
                  <a:pt x="899761" y="47691"/>
                </a:cubicBezTo>
                <a:lnTo>
                  <a:pt x="888226" y="47691"/>
                </a:lnTo>
                <a:cubicBezTo>
                  <a:pt x="886762" y="53718"/>
                  <a:pt x="884351" y="56041"/>
                  <a:pt x="879531" y="56041"/>
                </a:cubicBezTo>
                <a:cubicBezTo>
                  <a:pt x="873419" y="56041"/>
                  <a:pt x="869804" y="50618"/>
                  <a:pt x="869804" y="41494"/>
                </a:cubicBezTo>
                <a:cubicBezTo>
                  <a:pt x="869804" y="37017"/>
                  <a:pt x="870664" y="32972"/>
                  <a:pt x="872127" y="30216"/>
                </a:cubicBezTo>
                <a:cubicBezTo>
                  <a:pt x="873505" y="27633"/>
                  <a:pt x="876173" y="26257"/>
                  <a:pt x="879617" y="26257"/>
                </a:cubicBezTo>
                <a:cubicBezTo>
                  <a:pt x="884523" y="26257"/>
                  <a:pt x="886848" y="28580"/>
                  <a:pt x="888226" y="34692"/>
                </a:cubicBezTo>
                <a:lnTo>
                  <a:pt x="899761" y="34692"/>
                </a:lnTo>
                <a:close/>
                <a:moveTo>
                  <a:pt x="947796" y="44334"/>
                </a:moveTo>
                <a:cubicBezTo>
                  <a:pt x="947883" y="43301"/>
                  <a:pt x="947883" y="42870"/>
                  <a:pt x="947883" y="42268"/>
                </a:cubicBezTo>
                <a:cubicBezTo>
                  <a:pt x="947883" y="37620"/>
                  <a:pt x="947194" y="33316"/>
                  <a:pt x="946075" y="30044"/>
                </a:cubicBezTo>
                <a:cubicBezTo>
                  <a:pt x="942975" y="21608"/>
                  <a:pt x="935487" y="16528"/>
                  <a:pt x="926103" y="16528"/>
                </a:cubicBezTo>
                <a:cubicBezTo>
                  <a:pt x="912759" y="16528"/>
                  <a:pt x="904581" y="26170"/>
                  <a:pt x="904581" y="41751"/>
                </a:cubicBezTo>
                <a:cubicBezTo>
                  <a:pt x="904581" y="56644"/>
                  <a:pt x="912674" y="65770"/>
                  <a:pt x="925845" y="65770"/>
                </a:cubicBezTo>
                <a:cubicBezTo>
                  <a:pt x="936262" y="65770"/>
                  <a:pt x="944697" y="59915"/>
                  <a:pt x="947366" y="50704"/>
                </a:cubicBezTo>
                <a:lnTo>
                  <a:pt x="935487" y="50704"/>
                </a:lnTo>
                <a:cubicBezTo>
                  <a:pt x="934023" y="54406"/>
                  <a:pt x="930666" y="56558"/>
                  <a:pt x="926275" y="56558"/>
                </a:cubicBezTo>
                <a:cubicBezTo>
                  <a:pt x="922832" y="56558"/>
                  <a:pt x="920077" y="55094"/>
                  <a:pt x="918355" y="52512"/>
                </a:cubicBezTo>
                <a:cubicBezTo>
                  <a:pt x="917236" y="50791"/>
                  <a:pt x="916805" y="48725"/>
                  <a:pt x="916633" y="44334"/>
                </a:cubicBezTo>
                <a:lnTo>
                  <a:pt x="947796" y="44334"/>
                </a:lnTo>
                <a:moveTo>
                  <a:pt x="916805" y="36328"/>
                </a:moveTo>
                <a:cubicBezTo>
                  <a:pt x="917580" y="29183"/>
                  <a:pt x="920593" y="25740"/>
                  <a:pt x="925930" y="25740"/>
                </a:cubicBezTo>
                <a:cubicBezTo>
                  <a:pt x="931441" y="25740"/>
                  <a:pt x="934712" y="29442"/>
                  <a:pt x="935314" y="36328"/>
                </a:cubicBezTo>
                <a:lnTo>
                  <a:pt x="916805" y="36328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&lt;CascaderSelect">
            <a:extLst xmlns:a="http://schemas.openxmlformats.org/drawingml/2006/main">
              <a:ext uri="{FF2B5EF4-FFF2-40B4-BE49-F238E27FC236}">
                <a16:creationId xmlns:a16="http://schemas.microsoft.com/office/drawing/2014/main" id="{FCE4DB29-2A53-4B89-BB64-FD56093D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28" y="1338355"/>
            <a:ext cx="651347" cy="65770"/>
          </a:xfrm>
          <a:custGeom xmlns:a="http://schemas.openxmlformats.org/drawingml/2006/main">
            <a:pathLst>
              <a:path w="651347" h="65770">
                <a:moveTo>
                  <a:pt x="0" y="46744"/>
                </a:moveTo>
                <a:lnTo>
                  <a:pt x="42095" y="64564"/>
                </a:lnTo>
                <a:lnTo>
                  <a:pt x="42095" y="57764"/>
                </a:lnTo>
                <a:lnTo>
                  <a:pt x="8178" y="43645"/>
                </a:lnTo>
                <a:lnTo>
                  <a:pt x="42095" y="29786"/>
                </a:lnTo>
                <a:lnTo>
                  <a:pt x="42095" y="22985"/>
                </a:lnTo>
                <a:lnTo>
                  <a:pt x="0" y="40804"/>
                </a:lnTo>
                <a:lnTo>
                  <a:pt x="0" y="46744"/>
                </a:lnTo>
                <a:close/>
                <a:moveTo>
                  <a:pt x="102898" y="20489"/>
                </a:moveTo>
                <a:cubicBezTo>
                  <a:pt x="100402" y="6715"/>
                  <a:pt x="92482" y="0"/>
                  <a:pt x="78709" y="0"/>
                </a:cubicBezTo>
                <a:cubicBezTo>
                  <a:pt x="70272" y="0"/>
                  <a:pt x="63471" y="2669"/>
                  <a:pt x="58823" y="7834"/>
                </a:cubicBezTo>
                <a:cubicBezTo>
                  <a:pt x="53142" y="14033"/>
                  <a:pt x="50042" y="22985"/>
                  <a:pt x="50042" y="33144"/>
                </a:cubicBezTo>
                <a:cubicBezTo>
                  <a:pt x="50042" y="43473"/>
                  <a:pt x="53227" y="52340"/>
                  <a:pt x="59081" y="58452"/>
                </a:cubicBezTo>
                <a:cubicBezTo>
                  <a:pt x="63988" y="63445"/>
                  <a:pt x="70186" y="65770"/>
                  <a:pt x="78364" y="65770"/>
                </a:cubicBezTo>
                <a:cubicBezTo>
                  <a:pt x="93687" y="65770"/>
                  <a:pt x="102296" y="57505"/>
                  <a:pt x="104189" y="40891"/>
                </a:cubicBezTo>
                <a:lnTo>
                  <a:pt x="95925" y="40891"/>
                </a:lnTo>
                <a:cubicBezTo>
                  <a:pt x="95237" y="45195"/>
                  <a:pt x="94375" y="48122"/>
                  <a:pt x="93084" y="50618"/>
                </a:cubicBezTo>
                <a:cubicBezTo>
                  <a:pt x="90502" y="55784"/>
                  <a:pt x="85165" y="58711"/>
                  <a:pt x="78450" y="58711"/>
                </a:cubicBezTo>
                <a:cubicBezTo>
                  <a:pt x="65967" y="58711"/>
                  <a:pt x="58048" y="48725"/>
                  <a:pt x="58048" y="33057"/>
                </a:cubicBezTo>
                <a:cubicBezTo>
                  <a:pt x="58048" y="16959"/>
                  <a:pt x="65538" y="7059"/>
                  <a:pt x="77761" y="7059"/>
                </a:cubicBezTo>
                <a:cubicBezTo>
                  <a:pt x="82841" y="7059"/>
                  <a:pt x="87575" y="8522"/>
                  <a:pt x="90157" y="11019"/>
                </a:cubicBezTo>
                <a:cubicBezTo>
                  <a:pt x="92482" y="13171"/>
                  <a:pt x="93774" y="15753"/>
                  <a:pt x="94719" y="20489"/>
                </a:cubicBezTo>
                <a:lnTo>
                  <a:pt x="102898" y="20489"/>
                </a:lnTo>
                <a:close/>
                <a:moveTo>
                  <a:pt x="154118" y="59571"/>
                </a:moveTo>
                <a:cubicBezTo>
                  <a:pt x="153345" y="59743"/>
                  <a:pt x="152999" y="59743"/>
                  <a:pt x="152570" y="59743"/>
                </a:cubicBezTo>
                <a:cubicBezTo>
                  <a:pt x="150073" y="59743"/>
                  <a:pt x="148696" y="58452"/>
                  <a:pt x="148696" y="56214"/>
                </a:cubicBezTo>
                <a:lnTo>
                  <a:pt x="148696" y="29699"/>
                </a:lnTo>
                <a:cubicBezTo>
                  <a:pt x="148696" y="21693"/>
                  <a:pt x="142842" y="17390"/>
                  <a:pt x="131737" y="17390"/>
                </a:cubicBezTo>
                <a:cubicBezTo>
                  <a:pt x="125109" y="17390"/>
                  <a:pt x="119857" y="19283"/>
                  <a:pt x="116758" y="22640"/>
                </a:cubicBezTo>
                <a:cubicBezTo>
                  <a:pt x="114692" y="24965"/>
                  <a:pt x="113830" y="27548"/>
                  <a:pt x="113658" y="32024"/>
                </a:cubicBezTo>
                <a:lnTo>
                  <a:pt x="120889" y="32024"/>
                </a:lnTo>
                <a:cubicBezTo>
                  <a:pt x="121492" y="26514"/>
                  <a:pt x="124764" y="24018"/>
                  <a:pt x="131478" y="24018"/>
                </a:cubicBezTo>
                <a:cubicBezTo>
                  <a:pt x="138021" y="24018"/>
                  <a:pt x="141550" y="26429"/>
                  <a:pt x="141550" y="30733"/>
                </a:cubicBezTo>
                <a:lnTo>
                  <a:pt x="141550" y="32626"/>
                </a:lnTo>
                <a:cubicBezTo>
                  <a:pt x="141465" y="35726"/>
                  <a:pt x="139915" y="36845"/>
                  <a:pt x="134060" y="37620"/>
                </a:cubicBezTo>
                <a:cubicBezTo>
                  <a:pt x="123903" y="38911"/>
                  <a:pt x="122353" y="39256"/>
                  <a:pt x="119598" y="40375"/>
                </a:cubicBezTo>
                <a:cubicBezTo>
                  <a:pt x="114348" y="42613"/>
                  <a:pt x="111679" y="46572"/>
                  <a:pt x="111679" y="52427"/>
                </a:cubicBezTo>
                <a:cubicBezTo>
                  <a:pt x="111679" y="60605"/>
                  <a:pt x="117360" y="65770"/>
                  <a:pt x="126485" y="65770"/>
                </a:cubicBezTo>
                <a:cubicBezTo>
                  <a:pt x="132168" y="65770"/>
                  <a:pt x="136730" y="63789"/>
                  <a:pt x="141809" y="59141"/>
                </a:cubicBezTo>
                <a:cubicBezTo>
                  <a:pt x="142325" y="63789"/>
                  <a:pt x="144564" y="65770"/>
                  <a:pt x="149212" y="65770"/>
                </a:cubicBezTo>
                <a:cubicBezTo>
                  <a:pt x="150761" y="65770"/>
                  <a:pt x="151708" y="65598"/>
                  <a:pt x="154118" y="64995"/>
                </a:cubicBezTo>
                <a:lnTo>
                  <a:pt x="154118" y="59571"/>
                </a:lnTo>
                <a:moveTo>
                  <a:pt x="141550" y="49585"/>
                </a:moveTo>
                <a:cubicBezTo>
                  <a:pt x="141550" y="51996"/>
                  <a:pt x="140862" y="53459"/>
                  <a:pt x="138709" y="55439"/>
                </a:cubicBezTo>
                <a:cubicBezTo>
                  <a:pt x="135782" y="58108"/>
                  <a:pt x="132253" y="59486"/>
                  <a:pt x="128035" y="59486"/>
                </a:cubicBezTo>
                <a:cubicBezTo>
                  <a:pt x="122439" y="59486"/>
                  <a:pt x="119169" y="56816"/>
                  <a:pt x="119169" y="52254"/>
                </a:cubicBezTo>
                <a:cubicBezTo>
                  <a:pt x="119169" y="47519"/>
                  <a:pt x="122267" y="45109"/>
                  <a:pt x="130015" y="43990"/>
                </a:cubicBezTo>
                <a:cubicBezTo>
                  <a:pt x="137677" y="42957"/>
                  <a:pt x="139140" y="42613"/>
                  <a:pt x="141550" y="41494"/>
                </a:cubicBezTo>
                <a:lnTo>
                  <a:pt x="141550" y="49585"/>
                </a:lnTo>
                <a:close/>
                <a:moveTo>
                  <a:pt x="193631" y="31249"/>
                </a:moveTo>
                <a:cubicBezTo>
                  <a:pt x="193546" y="22383"/>
                  <a:pt x="187691" y="17390"/>
                  <a:pt x="177275" y="17390"/>
                </a:cubicBezTo>
                <a:cubicBezTo>
                  <a:pt x="166773" y="17390"/>
                  <a:pt x="159973" y="22812"/>
                  <a:pt x="159973" y="31163"/>
                </a:cubicBezTo>
                <a:cubicBezTo>
                  <a:pt x="159973" y="38222"/>
                  <a:pt x="163588" y="41579"/>
                  <a:pt x="174263" y="44162"/>
                </a:cubicBezTo>
                <a:lnTo>
                  <a:pt x="180978" y="45797"/>
                </a:lnTo>
                <a:cubicBezTo>
                  <a:pt x="185971" y="47003"/>
                  <a:pt x="187950" y="48810"/>
                  <a:pt x="187950" y="51996"/>
                </a:cubicBezTo>
                <a:cubicBezTo>
                  <a:pt x="187950" y="56300"/>
                  <a:pt x="183732" y="59141"/>
                  <a:pt x="177448" y="59141"/>
                </a:cubicBezTo>
                <a:cubicBezTo>
                  <a:pt x="173573" y="59141"/>
                  <a:pt x="170303" y="58022"/>
                  <a:pt x="168495" y="56128"/>
                </a:cubicBezTo>
                <a:cubicBezTo>
                  <a:pt x="167376" y="54837"/>
                  <a:pt x="166860" y="53546"/>
                  <a:pt x="166429" y="50360"/>
                </a:cubicBezTo>
                <a:lnTo>
                  <a:pt x="158854" y="50360"/>
                </a:lnTo>
                <a:cubicBezTo>
                  <a:pt x="159198" y="60777"/>
                  <a:pt x="165051" y="65770"/>
                  <a:pt x="176845" y="65770"/>
                </a:cubicBezTo>
                <a:cubicBezTo>
                  <a:pt x="188209" y="65770"/>
                  <a:pt x="195440" y="60174"/>
                  <a:pt x="195440" y="51479"/>
                </a:cubicBezTo>
                <a:cubicBezTo>
                  <a:pt x="195440" y="44765"/>
                  <a:pt x="191652" y="41063"/>
                  <a:pt x="182699" y="38911"/>
                </a:cubicBezTo>
                <a:lnTo>
                  <a:pt x="175812" y="37275"/>
                </a:lnTo>
                <a:cubicBezTo>
                  <a:pt x="169959" y="35898"/>
                  <a:pt x="167461" y="34004"/>
                  <a:pt x="167461" y="30819"/>
                </a:cubicBezTo>
                <a:cubicBezTo>
                  <a:pt x="167461" y="26601"/>
                  <a:pt x="171163" y="24018"/>
                  <a:pt x="177018" y="24018"/>
                </a:cubicBezTo>
                <a:cubicBezTo>
                  <a:pt x="182785" y="24018"/>
                  <a:pt x="185884" y="26514"/>
                  <a:pt x="186056" y="31249"/>
                </a:cubicBezTo>
                <a:lnTo>
                  <a:pt x="193631" y="31249"/>
                </a:lnTo>
                <a:close/>
                <a:moveTo>
                  <a:pt x="239860" y="33832"/>
                </a:moveTo>
                <a:cubicBezTo>
                  <a:pt x="239515" y="29442"/>
                  <a:pt x="238568" y="26601"/>
                  <a:pt x="236846" y="24104"/>
                </a:cubicBezTo>
                <a:cubicBezTo>
                  <a:pt x="233748" y="19886"/>
                  <a:pt x="228324" y="17390"/>
                  <a:pt x="222040" y="17390"/>
                </a:cubicBezTo>
                <a:cubicBezTo>
                  <a:pt x="209816" y="17390"/>
                  <a:pt x="201982" y="27032"/>
                  <a:pt x="201982" y="42010"/>
                </a:cubicBezTo>
                <a:cubicBezTo>
                  <a:pt x="201982" y="56558"/>
                  <a:pt x="209729" y="65770"/>
                  <a:pt x="221954" y="65770"/>
                </a:cubicBezTo>
                <a:cubicBezTo>
                  <a:pt x="232715" y="65770"/>
                  <a:pt x="239515" y="59314"/>
                  <a:pt x="240376" y="48294"/>
                </a:cubicBezTo>
                <a:lnTo>
                  <a:pt x="233145" y="48294"/>
                </a:lnTo>
                <a:cubicBezTo>
                  <a:pt x="231940" y="55525"/>
                  <a:pt x="228239" y="59141"/>
                  <a:pt x="222127" y="59141"/>
                </a:cubicBezTo>
                <a:cubicBezTo>
                  <a:pt x="214206" y="59141"/>
                  <a:pt x="209472" y="52684"/>
                  <a:pt x="209472" y="42010"/>
                </a:cubicBezTo>
                <a:cubicBezTo>
                  <a:pt x="209472" y="30733"/>
                  <a:pt x="214120" y="24018"/>
                  <a:pt x="221954" y="24018"/>
                </a:cubicBezTo>
                <a:cubicBezTo>
                  <a:pt x="227980" y="24018"/>
                  <a:pt x="231768" y="27548"/>
                  <a:pt x="232628" y="33832"/>
                </a:cubicBezTo>
                <a:lnTo>
                  <a:pt x="239860" y="33832"/>
                </a:lnTo>
                <a:close/>
                <a:moveTo>
                  <a:pt x="288842" y="59571"/>
                </a:moveTo>
                <a:cubicBezTo>
                  <a:pt x="288068" y="59743"/>
                  <a:pt x="287722" y="59743"/>
                  <a:pt x="287293" y="59743"/>
                </a:cubicBezTo>
                <a:cubicBezTo>
                  <a:pt x="284796" y="59743"/>
                  <a:pt x="283419" y="58452"/>
                  <a:pt x="283419" y="56214"/>
                </a:cubicBezTo>
                <a:lnTo>
                  <a:pt x="283419" y="29699"/>
                </a:lnTo>
                <a:cubicBezTo>
                  <a:pt x="283419" y="21693"/>
                  <a:pt x="277565" y="17390"/>
                  <a:pt x="266460" y="17390"/>
                </a:cubicBezTo>
                <a:cubicBezTo>
                  <a:pt x="259832" y="17390"/>
                  <a:pt x="254580" y="19283"/>
                  <a:pt x="251482" y="22640"/>
                </a:cubicBezTo>
                <a:cubicBezTo>
                  <a:pt x="249415" y="24965"/>
                  <a:pt x="248554" y="27548"/>
                  <a:pt x="248382" y="32024"/>
                </a:cubicBezTo>
                <a:lnTo>
                  <a:pt x="255613" y="32024"/>
                </a:lnTo>
                <a:cubicBezTo>
                  <a:pt x="256216" y="26514"/>
                  <a:pt x="259488" y="24018"/>
                  <a:pt x="266201" y="24018"/>
                </a:cubicBezTo>
                <a:cubicBezTo>
                  <a:pt x="272744" y="24018"/>
                  <a:pt x="276274" y="26429"/>
                  <a:pt x="276274" y="30733"/>
                </a:cubicBezTo>
                <a:lnTo>
                  <a:pt x="276274" y="32626"/>
                </a:lnTo>
                <a:cubicBezTo>
                  <a:pt x="276188" y="35726"/>
                  <a:pt x="274638" y="36845"/>
                  <a:pt x="268784" y="37620"/>
                </a:cubicBezTo>
                <a:cubicBezTo>
                  <a:pt x="258626" y="38911"/>
                  <a:pt x="257076" y="39256"/>
                  <a:pt x="254321" y="40375"/>
                </a:cubicBezTo>
                <a:cubicBezTo>
                  <a:pt x="249071" y="42613"/>
                  <a:pt x="246402" y="46572"/>
                  <a:pt x="246402" y="52427"/>
                </a:cubicBezTo>
                <a:cubicBezTo>
                  <a:pt x="246402" y="60605"/>
                  <a:pt x="252083" y="65770"/>
                  <a:pt x="261208" y="65770"/>
                </a:cubicBezTo>
                <a:cubicBezTo>
                  <a:pt x="266891" y="65770"/>
                  <a:pt x="271453" y="63789"/>
                  <a:pt x="276532" y="59141"/>
                </a:cubicBezTo>
                <a:cubicBezTo>
                  <a:pt x="277049" y="63789"/>
                  <a:pt x="279287" y="65770"/>
                  <a:pt x="283935" y="65770"/>
                </a:cubicBezTo>
                <a:cubicBezTo>
                  <a:pt x="285484" y="65770"/>
                  <a:pt x="286431" y="65598"/>
                  <a:pt x="288842" y="64995"/>
                </a:cubicBezTo>
                <a:lnTo>
                  <a:pt x="288842" y="59571"/>
                </a:lnTo>
                <a:moveTo>
                  <a:pt x="276274" y="49585"/>
                </a:moveTo>
                <a:cubicBezTo>
                  <a:pt x="276274" y="51996"/>
                  <a:pt x="275585" y="53459"/>
                  <a:pt x="273432" y="55439"/>
                </a:cubicBezTo>
                <a:cubicBezTo>
                  <a:pt x="270506" y="58108"/>
                  <a:pt x="266976" y="59486"/>
                  <a:pt x="262758" y="59486"/>
                </a:cubicBezTo>
                <a:cubicBezTo>
                  <a:pt x="257163" y="59486"/>
                  <a:pt x="253892" y="56816"/>
                  <a:pt x="253892" y="52254"/>
                </a:cubicBezTo>
                <a:cubicBezTo>
                  <a:pt x="253892" y="47519"/>
                  <a:pt x="256991" y="45109"/>
                  <a:pt x="264738" y="43990"/>
                </a:cubicBezTo>
                <a:cubicBezTo>
                  <a:pt x="272400" y="42957"/>
                  <a:pt x="273863" y="42613"/>
                  <a:pt x="276274" y="41494"/>
                </a:cubicBezTo>
                <a:lnTo>
                  <a:pt x="276274" y="49585"/>
                </a:lnTo>
                <a:close/>
                <a:moveTo>
                  <a:pt x="333262" y="1034"/>
                </a:moveTo>
                <a:lnTo>
                  <a:pt x="326116" y="1034"/>
                </a:lnTo>
                <a:lnTo>
                  <a:pt x="326116" y="24362"/>
                </a:lnTo>
                <a:cubicBezTo>
                  <a:pt x="323104" y="19801"/>
                  <a:pt x="318284" y="17390"/>
                  <a:pt x="312257" y="17390"/>
                </a:cubicBezTo>
                <a:cubicBezTo>
                  <a:pt x="300549" y="17390"/>
                  <a:pt x="292887" y="26773"/>
                  <a:pt x="292887" y="41148"/>
                </a:cubicBezTo>
                <a:cubicBezTo>
                  <a:pt x="292887" y="56386"/>
                  <a:pt x="300292" y="65770"/>
                  <a:pt x="312516" y="65770"/>
                </a:cubicBezTo>
                <a:cubicBezTo>
                  <a:pt x="318713" y="65770"/>
                  <a:pt x="323018" y="63445"/>
                  <a:pt x="326891" y="57850"/>
                </a:cubicBezTo>
                <a:lnTo>
                  <a:pt x="326891" y="63789"/>
                </a:lnTo>
                <a:lnTo>
                  <a:pt x="333262" y="63789"/>
                </a:lnTo>
                <a:lnTo>
                  <a:pt x="333262" y="1034"/>
                </a:lnTo>
                <a:moveTo>
                  <a:pt x="313463" y="24104"/>
                </a:moveTo>
                <a:cubicBezTo>
                  <a:pt x="321210" y="24104"/>
                  <a:pt x="326116" y="30905"/>
                  <a:pt x="326116" y="41751"/>
                </a:cubicBezTo>
                <a:cubicBezTo>
                  <a:pt x="326116" y="52168"/>
                  <a:pt x="321123" y="59055"/>
                  <a:pt x="313548" y="59055"/>
                </a:cubicBezTo>
                <a:cubicBezTo>
                  <a:pt x="305629" y="59055"/>
                  <a:pt x="300377" y="52082"/>
                  <a:pt x="300377" y="41579"/>
                </a:cubicBezTo>
                <a:cubicBezTo>
                  <a:pt x="300377" y="31077"/>
                  <a:pt x="305629" y="24104"/>
                  <a:pt x="313463" y="24104"/>
                </a:cubicBezTo>
                <a:close/>
                <a:moveTo>
                  <a:pt x="382331" y="43645"/>
                </a:moveTo>
                <a:cubicBezTo>
                  <a:pt x="382331" y="36758"/>
                  <a:pt x="381813" y="32626"/>
                  <a:pt x="380522" y="29270"/>
                </a:cubicBezTo>
                <a:cubicBezTo>
                  <a:pt x="377596" y="21865"/>
                  <a:pt x="370709" y="17390"/>
                  <a:pt x="362273" y="17390"/>
                </a:cubicBezTo>
                <a:cubicBezTo>
                  <a:pt x="349704" y="17390"/>
                  <a:pt x="341612" y="26945"/>
                  <a:pt x="341612" y="41838"/>
                </a:cubicBezTo>
                <a:cubicBezTo>
                  <a:pt x="341612" y="56731"/>
                  <a:pt x="349359" y="65770"/>
                  <a:pt x="362101" y="65770"/>
                </a:cubicBezTo>
                <a:cubicBezTo>
                  <a:pt x="372431" y="65770"/>
                  <a:pt x="379575" y="59915"/>
                  <a:pt x="381384" y="50102"/>
                </a:cubicBezTo>
                <a:lnTo>
                  <a:pt x="374153" y="50102"/>
                </a:lnTo>
                <a:cubicBezTo>
                  <a:pt x="372172" y="56041"/>
                  <a:pt x="368126" y="59141"/>
                  <a:pt x="362358" y="59141"/>
                </a:cubicBezTo>
                <a:cubicBezTo>
                  <a:pt x="357796" y="59141"/>
                  <a:pt x="353923" y="57075"/>
                  <a:pt x="351512" y="53287"/>
                </a:cubicBezTo>
                <a:cubicBezTo>
                  <a:pt x="349790" y="50704"/>
                  <a:pt x="349187" y="48122"/>
                  <a:pt x="349102" y="43645"/>
                </a:cubicBezTo>
                <a:lnTo>
                  <a:pt x="382331" y="43645"/>
                </a:lnTo>
                <a:moveTo>
                  <a:pt x="349274" y="37792"/>
                </a:moveTo>
                <a:cubicBezTo>
                  <a:pt x="349876" y="29442"/>
                  <a:pt x="354955" y="24018"/>
                  <a:pt x="362186" y="24018"/>
                </a:cubicBezTo>
                <a:cubicBezTo>
                  <a:pt x="369504" y="24018"/>
                  <a:pt x="374582" y="29699"/>
                  <a:pt x="374582" y="37792"/>
                </a:cubicBezTo>
                <a:lnTo>
                  <a:pt x="349274" y="37792"/>
                </a:lnTo>
                <a:close/>
                <a:moveTo>
                  <a:pt x="391971" y="18681"/>
                </a:moveTo>
                <a:lnTo>
                  <a:pt x="391971" y="63789"/>
                </a:lnTo>
                <a:lnTo>
                  <a:pt x="399204" y="63789"/>
                </a:lnTo>
                <a:lnTo>
                  <a:pt x="399204" y="40375"/>
                </a:lnTo>
                <a:cubicBezTo>
                  <a:pt x="399289" y="29527"/>
                  <a:pt x="403766" y="24707"/>
                  <a:pt x="413666" y="24965"/>
                </a:cubicBezTo>
                <a:lnTo>
                  <a:pt x="413666" y="17648"/>
                </a:lnTo>
                <a:cubicBezTo>
                  <a:pt x="412460" y="17476"/>
                  <a:pt x="411772" y="17390"/>
                  <a:pt x="410910" y="17390"/>
                </a:cubicBezTo>
                <a:cubicBezTo>
                  <a:pt x="406261" y="17390"/>
                  <a:pt x="402733" y="20145"/>
                  <a:pt x="398601" y="26858"/>
                </a:cubicBezTo>
                <a:lnTo>
                  <a:pt x="398601" y="18681"/>
                </a:lnTo>
                <a:lnTo>
                  <a:pt x="391971" y="18681"/>
                </a:lnTo>
                <a:close/>
                <a:moveTo>
                  <a:pt x="466005" y="19455"/>
                </a:moveTo>
                <a:cubicBezTo>
                  <a:pt x="466005" y="15152"/>
                  <a:pt x="465746" y="13946"/>
                  <a:pt x="464370" y="11019"/>
                </a:cubicBezTo>
                <a:cubicBezTo>
                  <a:pt x="460926" y="3788"/>
                  <a:pt x="453609" y="0"/>
                  <a:pt x="443020" y="0"/>
                </a:cubicBezTo>
                <a:cubicBezTo>
                  <a:pt x="429247" y="0"/>
                  <a:pt x="420724" y="7059"/>
                  <a:pt x="420724" y="18423"/>
                </a:cubicBezTo>
                <a:cubicBezTo>
                  <a:pt x="420724" y="26085"/>
                  <a:pt x="424770" y="30905"/>
                  <a:pt x="433035" y="33057"/>
                </a:cubicBezTo>
                <a:lnTo>
                  <a:pt x="448616" y="37189"/>
                </a:lnTo>
                <a:cubicBezTo>
                  <a:pt x="456622" y="39256"/>
                  <a:pt x="460152" y="42441"/>
                  <a:pt x="460152" y="47347"/>
                </a:cubicBezTo>
                <a:cubicBezTo>
                  <a:pt x="460152" y="50704"/>
                  <a:pt x="458343" y="54147"/>
                  <a:pt x="455675" y="56041"/>
                </a:cubicBezTo>
                <a:cubicBezTo>
                  <a:pt x="453178" y="57850"/>
                  <a:pt x="449218" y="58711"/>
                  <a:pt x="444140" y="58711"/>
                </a:cubicBezTo>
                <a:cubicBezTo>
                  <a:pt x="437253" y="58711"/>
                  <a:pt x="432691" y="57075"/>
                  <a:pt x="429677" y="53459"/>
                </a:cubicBezTo>
                <a:cubicBezTo>
                  <a:pt x="427352" y="50704"/>
                  <a:pt x="426320" y="47691"/>
                  <a:pt x="426405" y="43818"/>
                </a:cubicBezTo>
                <a:lnTo>
                  <a:pt x="418830" y="43818"/>
                </a:lnTo>
                <a:cubicBezTo>
                  <a:pt x="418917" y="49585"/>
                  <a:pt x="420036" y="53374"/>
                  <a:pt x="422532" y="56816"/>
                </a:cubicBezTo>
                <a:cubicBezTo>
                  <a:pt x="426836" y="62756"/>
                  <a:pt x="434067" y="65770"/>
                  <a:pt x="443623" y="65770"/>
                </a:cubicBezTo>
                <a:cubicBezTo>
                  <a:pt x="451112" y="65770"/>
                  <a:pt x="457224" y="64048"/>
                  <a:pt x="461271" y="60949"/>
                </a:cubicBezTo>
                <a:cubicBezTo>
                  <a:pt x="465489" y="57591"/>
                  <a:pt x="468157" y="51996"/>
                  <a:pt x="468157" y="46572"/>
                </a:cubicBezTo>
                <a:cubicBezTo>
                  <a:pt x="468157" y="38825"/>
                  <a:pt x="463336" y="33144"/>
                  <a:pt x="454814" y="30819"/>
                </a:cubicBezTo>
                <a:lnTo>
                  <a:pt x="439060" y="26601"/>
                </a:lnTo>
                <a:cubicBezTo>
                  <a:pt x="431485" y="24535"/>
                  <a:pt x="428730" y="22124"/>
                  <a:pt x="428730" y="17303"/>
                </a:cubicBezTo>
                <a:cubicBezTo>
                  <a:pt x="428730" y="10933"/>
                  <a:pt x="434326" y="6715"/>
                  <a:pt x="442762" y="6715"/>
                </a:cubicBezTo>
                <a:cubicBezTo>
                  <a:pt x="452747" y="6715"/>
                  <a:pt x="458343" y="11191"/>
                  <a:pt x="458430" y="19455"/>
                </a:cubicBezTo>
                <a:lnTo>
                  <a:pt x="466005" y="19455"/>
                </a:lnTo>
                <a:close/>
                <a:moveTo>
                  <a:pt x="516279" y="43645"/>
                </a:moveTo>
                <a:cubicBezTo>
                  <a:pt x="516279" y="36758"/>
                  <a:pt x="515762" y="32626"/>
                  <a:pt x="514471" y="29270"/>
                </a:cubicBezTo>
                <a:cubicBezTo>
                  <a:pt x="511544" y="21865"/>
                  <a:pt x="504657" y="17390"/>
                  <a:pt x="496221" y="17390"/>
                </a:cubicBezTo>
                <a:cubicBezTo>
                  <a:pt x="483652" y="17390"/>
                  <a:pt x="475561" y="26945"/>
                  <a:pt x="475561" y="41838"/>
                </a:cubicBezTo>
                <a:cubicBezTo>
                  <a:pt x="475561" y="56731"/>
                  <a:pt x="483308" y="65770"/>
                  <a:pt x="496049" y="65770"/>
                </a:cubicBezTo>
                <a:cubicBezTo>
                  <a:pt x="506379" y="65770"/>
                  <a:pt x="513524" y="59915"/>
                  <a:pt x="515332" y="50102"/>
                </a:cubicBezTo>
                <a:lnTo>
                  <a:pt x="508101" y="50102"/>
                </a:lnTo>
                <a:cubicBezTo>
                  <a:pt x="506120" y="56041"/>
                  <a:pt x="502075" y="59141"/>
                  <a:pt x="496307" y="59141"/>
                </a:cubicBezTo>
                <a:cubicBezTo>
                  <a:pt x="491745" y="59141"/>
                  <a:pt x="487871" y="57075"/>
                  <a:pt x="485461" y="53287"/>
                </a:cubicBezTo>
                <a:cubicBezTo>
                  <a:pt x="483739" y="50704"/>
                  <a:pt x="483136" y="48122"/>
                  <a:pt x="483050" y="43645"/>
                </a:cubicBezTo>
                <a:lnTo>
                  <a:pt x="516279" y="43645"/>
                </a:lnTo>
                <a:moveTo>
                  <a:pt x="483223" y="37792"/>
                </a:moveTo>
                <a:cubicBezTo>
                  <a:pt x="483824" y="29442"/>
                  <a:pt x="488904" y="24018"/>
                  <a:pt x="496135" y="24018"/>
                </a:cubicBezTo>
                <a:cubicBezTo>
                  <a:pt x="503453" y="24018"/>
                  <a:pt x="508531" y="29699"/>
                  <a:pt x="508531" y="37792"/>
                </a:cubicBezTo>
                <a:lnTo>
                  <a:pt x="483223" y="37792"/>
                </a:lnTo>
                <a:close/>
                <a:moveTo>
                  <a:pt x="532721" y="1034"/>
                </a:moveTo>
                <a:lnTo>
                  <a:pt x="525490" y="1034"/>
                </a:lnTo>
                <a:lnTo>
                  <a:pt x="525490" y="63789"/>
                </a:lnTo>
                <a:lnTo>
                  <a:pt x="532721" y="63789"/>
                </a:lnTo>
                <a:lnTo>
                  <a:pt x="532721" y="1034"/>
                </a:lnTo>
                <a:close/>
                <a:moveTo>
                  <a:pt x="582479" y="43645"/>
                </a:moveTo>
                <a:cubicBezTo>
                  <a:pt x="582479" y="36758"/>
                  <a:pt x="581961" y="32626"/>
                  <a:pt x="580670" y="29270"/>
                </a:cubicBezTo>
                <a:cubicBezTo>
                  <a:pt x="577743" y="21865"/>
                  <a:pt x="570856" y="17390"/>
                  <a:pt x="562421" y="17390"/>
                </a:cubicBezTo>
                <a:cubicBezTo>
                  <a:pt x="549851" y="17390"/>
                  <a:pt x="541760" y="26945"/>
                  <a:pt x="541760" y="41838"/>
                </a:cubicBezTo>
                <a:cubicBezTo>
                  <a:pt x="541760" y="56731"/>
                  <a:pt x="549507" y="65770"/>
                  <a:pt x="562249" y="65770"/>
                </a:cubicBezTo>
                <a:cubicBezTo>
                  <a:pt x="572579" y="65770"/>
                  <a:pt x="579723" y="59915"/>
                  <a:pt x="581532" y="50102"/>
                </a:cubicBezTo>
                <a:lnTo>
                  <a:pt x="574301" y="50102"/>
                </a:lnTo>
                <a:cubicBezTo>
                  <a:pt x="572320" y="56041"/>
                  <a:pt x="568274" y="59141"/>
                  <a:pt x="562506" y="59141"/>
                </a:cubicBezTo>
                <a:cubicBezTo>
                  <a:pt x="557944" y="59141"/>
                  <a:pt x="554071" y="57075"/>
                  <a:pt x="551660" y="53287"/>
                </a:cubicBezTo>
                <a:cubicBezTo>
                  <a:pt x="549938" y="50704"/>
                  <a:pt x="549335" y="48122"/>
                  <a:pt x="549250" y="43645"/>
                </a:cubicBezTo>
                <a:lnTo>
                  <a:pt x="582479" y="43645"/>
                </a:lnTo>
                <a:moveTo>
                  <a:pt x="549422" y="37792"/>
                </a:moveTo>
                <a:cubicBezTo>
                  <a:pt x="550024" y="29442"/>
                  <a:pt x="555103" y="24018"/>
                  <a:pt x="562334" y="24018"/>
                </a:cubicBezTo>
                <a:cubicBezTo>
                  <a:pt x="569652" y="24018"/>
                  <a:pt x="574730" y="29699"/>
                  <a:pt x="574730" y="37792"/>
                </a:cubicBezTo>
                <a:lnTo>
                  <a:pt x="549422" y="37792"/>
                </a:lnTo>
                <a:close/>
                <a:moveTo>
                  <a:pt x="626726" y="33832"/>
                </a:moveTo>
                <a:cubicBezTo>
                  <a:pt x="626382" y="29442"/>
                  <a:pt x="625435" y="26601"/>
                  <a:pt x="623713" y="24104"/>
                </a:cubicBezTo>
                <a:cubicBezTo>
                  <a:pt x="620614" y="19886"/>
                  <a:pt x="615190" y="17390"/>
                  <a:pt x="608906" y="17390"/>
                </a:cubicBezTo>
                <a:cubicBezTo>
                  <a:pt x="596682" y="17390"/>
                  <a:pt x="588848" y="27032"/>
                  <a:pt x="588848" y="42010"/>
                </a:cubicBezTo>
                <a:cubicBezTo>
                  <a:pt x="588848" y="56558"/>
                  <a:pt x="596596" y="65770"/>
                  <a:pt x="608821" y="65770"/>
                </a:cubicBezTo>
                <a:cubicBezTo>
                  <a:pt x="619582" y="65770"/>
                  <a:pt x="626382" y="59314"/>
                  <a:pt x="627242" y="48294"/>
                </a:cubicBezTo>
                <a:lnTo>
                  <a:pt x="620011" y="48294"/>
                </a:lnTo>
                <a:cubicBezTo>
                  <a:pt x="618807" y="55525"/>
                  <a:pt x="615105" y="59141"/>
                  <a:pt x="608993" y="59141"/>
                </a:cubicBezTo>
                <a:cubicBezTo>
                  <a:pt x="601072" y="59141"/>
                  <a:pt x="596338" y="52684"/>
                  <a:pt x="596338" y="42010"/>
                </a:cubicBezTo>
                <a:cubicBezTo>
                  <a:pt x="596338" y="30733"/>
                  <a:pt x="600987" y="24018"/>
                  <a:pt x="608821" y="24018"/>
                </a:cubicBezTo>
                <a:cubicBezTo>
                  <a:pt x="614846" y="24018"/>
                  <a:pt x="618634" y="27548"/>
                  <a:pt x="619495" y="33832"/>
                </a:cubicBezTo>
                <a:lnTo>
                  <a:pt x="626726" y="33832"/>
                </a:lnTo>
                <a:close/>
                <a:moveTo>
                  <a:pt x="651347" y="18681"/>
                </a:moveTo>
                <a:lnTo>
                  <a:pt x="643944" y="18681"/>
                </a:lnTo>
                <a:lnTo>
                  <a:pt x="643944" y="6284"/>
                </a:lnTo>
                <a:lnTo>
                  <a:pt x="636798" y="6284"/>
                </a:lnTo>
                <a:lnTo>
                  <a:pt x="636798" y="18681"/>
                </a:lnTo>
                <a:lnTo>
                  <a:pt x="630686" y="18681"/>
                </a:lnTo>
                <a:lnTo>
                  <a:pt x="630686" y="24535"/>
                </a:lnTo>
                <a:lnTo>
                  <a:pt x="636798" y="24535"/>
                </a:lnTo>
                <a:lnTo>
                  <a:pt x="636798" y="58624"/>
                </a:lnTo>
                <a:cubicBezTo>
                  <a:pt x="636798" y="63273"/>
                  <a:pt x="639896" y="65770"/>
                  <a:pt x="645492" y="65770"/>
                </a:cubicBezTo>
                <a:cubicBezTo>
                  <a:pt x="647386" y="65770"/>
                  <a:pt x="648936" y="65598"/>
                  <a:pt x="651347" y="65167"/>
                </a:cubicBezTo>
                <a:lnTo>
                  <a:pt x="651347" y="59141"/>
                </a:lnTo>
                <a:cubicBezTo>
                  <a:pt x="650313" y="59399"/>
                  <a:pt x="649366" y="59486"/>
                  <a:pt x="647903" y="59486"/>
                </a:cubicBezTo>
                <a:cubicBezTo>
                  <a:pt x="644804" y="59486"/>
                  <a:pt x="643944" y="58624"/>
                  <a:pt x="643944" y="55439"/>
                </a:cubicBezTo>
                <a:lnTo>
                  <a:pt x="643944" y="24535"/>
                </a:lnTo>
                <a:lnTo>
                  <a:pt x="651347" y="24535"/>
                </a:lnTo>
                <a:lnTo>
                  <a:pt x="651347" y="18681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popupProps={{">
            <a:extLst xmlns:a="http://schemas.openxmlformats.org/drawingml/2006/main">
              <a:ext uri="{FF2B5EF4-FFF2-40B4-BE49-F238E27FC236}">
                <a16:creationId xmlns:a16="http://schemas.microsoft.com/office/drawing/2014/main" id="{8DF79BE2-B4BF-4050-A838-09A77B7C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02" y="1443106"/>
            <a:ext cx="561390" cy="81522"/>
          </a:xfrm>
          <a:custGeom xmlns:a="http://schemas.openxmlformats.org/drawingml/2006/main">
            <a:pathLst>
              <a:path w="561390" h="81522">
                <a:moveTo>
                  <a:pt x="0" y="81522"/>
                </a:moveTo>
                <a:lnTo>
                  <a:pt x="7231" y="81522"/>
                </a:lnTo>
                <a:lnTo>
                  <a:pt x="7231" y="58021"/>
                </a:lnTo>
                <a:cubicBezTo>
                  <a:pt x="11019" y="62670"/>
                  <a:pt x="15237" y="64736"/>
                  <a:pt x="21092" y="64736"/>
                </a:cubicBezTo>
                <a:cubicBezTo>
                  <a:pt x="32799" y="64736"/>
                  <a:pt x="40375" y="55352"/>
                  <a:pt x="40375" y="40976"/>
                </a:cubicBezTo>
                <a:cubicBezTo>
                  <a:pt x="40375" y="25824"/>
                  <a:pt x="32972" y="16356"/>
                  <a:pt x="21005" y="16356"/>
                </a:cubicBezTo>
                <a:cubicBezTo>
                  <a:pt x="14893" y="16356"/>
                  <a:pt x="9987" y="19111"/>
                  <a:pt x="6630" y="24448"/>
                </a:cubicBezTo>
                <a:lnTo>
                  <a:pt x="6630" y="17648"/>
                </a:lnTo>
                <a:lnTo>
                  <a:pt x="0" y="17648"/>
                </a:lnTo>
                <a:lnTo>
                  <a:pt x="0" y="81522"/>
                </a:lnTo>
                <a:moveTo>
                  <a:pt x="19801" y="23070"/>
                </a:moveTo>
                <a:cubicBezTo>
                  <a:pt x="27720" y="23070"/>
                  <a:pt x="32885" y="30044"/>
                  <a:pt x="32885" y="40804"/>
                </a:cubicBezTo>
                <a:cubicBezTo>
                  <a:pt x="32885" y="51049"/>
                  <a:pt x="27635" y="58021"/>
                  <a:pt x="19801" y="58021"/>
                </a:cubicBezTo>
                <a:cubicBezTo>
                  <a:pt x="12139" y="58021"/>
                  <a:pt x="7231" y="51134"/>
                  <a:pt x="7231" y="40545"/>
                </a:cubicBezTo>
                <a:cubicBezTo>
                  <a:pt x="7231" y="29957"/>
                  <a:pt x="12139" y="23070"/>
                  <a:pt x="19801" y="23070"/>
                </a:cubicBezTo>
                <a:close/>
                <a:moveTo>
                  <a:pt x="66630" y="16356"/>
                </a:moveTo>
                <a:cubicBezTo>
                  <a:pt x="53890" y="16356"/>
                  <a:pt x="46315" y="25395"/>
                  <a:pt x="46315" y="40545"/>
                </a:cubicBezTo>
                <a:cubicBezTo>
                  <a:pt x="46315" y="55783"/>
                  <a:pt x="53890" y="64736"/>
                  <a:pt x="66717" y="64736"/>
                </a:cubicBezTo>
                <a:cubicBezTo>
                  <a:pt x="79457" y="64736"/>
                  <a:pt x="87119" y="55697"/>
                  <a:pt x="87119" y="40890"/>
                </a:cubicBezTo>
                <a:cubicBezTo>
                  <a:pt x="87119" y="25223"/>
                  <a:pt x="79716" y="16356"/>
                  <a:pt x="66630" y="16356"/>
                </a:cubicBezTo>
                <a:moveTo>
                  <a:pt x="66717" y="22985"/>
                </a:moveTo>
                <a:cubicBezTo>
                  <a:pt x="74808" y="22985"/>
                  <a:pt x="79629" y="29613"/>
                  <a:pt x="79629" y="40804"/>
                </a:cubicBezTo>
                <a:cubicBezTo>
                  <a:pt x="79629" y="51478"/>
                  <a:pt x="74636" y="58108"/>
                  <a:pt x="66717" y="58108"/>
                </a:cubicBezTo>
                <a:cubicBezTo>
                  <a:pt x="58711" y="58108"/>
                  <a:pt x="53803" y="51478"/>
                  <a:pt x="53803" y="40545"/>
                </a:cubicBezTo>
                <a:cubicBezTo>
                  <a:pt x="53803" y="29613"/>
                  <a:pt x="58711" y="22985"/>
                  <a:pt x="66717" y="22985"/>
                </a:cubicBezTo>
                <a:close/>
                <a:moveTo>
                  <a:pt x="95382" y="81522"/>
                </a:moveTo>
                <a:lnTo>
                  <a:pt x="102613" y="81522"/>
                </a:lnTo>
                <a:lnTo>
                  <a:pt x="102613" y="58021"/>
                </a:lnTo>
                <a:cubicBezTo>
                  <a:pt x="106402" y="62670"/>
                  <a:pt x="110619" y="64736"/>
                  <a:pt x="116474" y="64736"/>
                </a:cubicBezTo>
                <a:cubicBezTo>
                  <a:pt x="128182" y="64736"/>
                  <a:pt x="135757" y="55352"/>
                  <a:pt x="135757" y="40976"/>
                </a:cubicBezTo>
                <a:cubicBezTo>
                  <a:pt x="135757" y="25824"/>
                  <a:pt x="128354" y="16356"/>
                  <a:pt x="116387" y="16356"/>
                </a:cubicBezTo>
                <a:cubicBezTo>
                  <a:pt x="110275" y="16356"/>
                  <a:pt x="105369" y="19111"/>
                  <a:pt x="102012" y="24448"/>
                </a:cubicBezTo>
                <a:lnTo>
                  <a:pt x="102012" y="17648"/>
                </a:lnTo>
                <a:lnTo>
                  <a:pt x="95382" y="17648"/>
                </a:lnTo>
                <a:lnTo>
                  <a:pt x="95382" y="81522"/>
                </a:lnTo>
                <a:moveTo>
                  <a:pt x="115183" y="23070"/>
                </a:moveTo>
                <a:cubicBezTo>
                  <a:pt x="123102" y="23070"/>
                  <a:pt x="128267" y="30044"/>
                  <a:pt x="128267" y="40804"/>
                </a:cubicBezTo>
                <a:cubicBezTo>
                  <a:pt x="128267" y="51049"/>
                  <a:pt x="123017" y="58021"/>
                  <a:pt x="115183" y="58021"/>
                </a:cubicBezTo>
                <a:cubicBezTo>
                  <a:pt x="107521" y="58021"/>
                  <a:pt x="102613" y="51134"/>
                  <a:pt x="102613" y="40545"/>
                </a:cubicBezTo>
                <a:cubicBezTo>
                  <a:pt x="102613" y="29957"/>
                  <a:pt x="107521" y="23070"/>
                  <a:pt x="115183" y="23070"/>
                </a:cubicBezTo>
                <a:close/>
                <a:moveTo>
                  <a:pt x="180091" y="62755"/>
                </a:moveTo>
                <a:lnTo>
                  <a:pt x="180091" y="17648"/>
                </a:lnTo>
                <a:lnTo>
                  <a:pt x="172945" y="17648"/>
                </a:lnTo>
                <a:lnTo>
                  <a:pt x="172945" y="43215"/>
                </a:lnTo>
                <a:cubicBezTo>
                  <a:pt x="172945" y="52425"/>
                  <a:pt x="168124" y="58452"/>
                  <a:pt x="160636" y="58452"/>
                </a:cubicBezTo>
                <a:cubicBezTo>
                  <a:pt x="154953" y="58452"/>
                  <a:pt x="151338" y="55008"/>
                  <a:pt x="151338" y="49584"/>
                </a:cubicBezTo>
                <a:lnTo>
                  <a:pt x="151338" y="17648"/>
                </a:lnTo>
                <a:lnTo>
                  <a:pt x="144193" y="17648"/>
                </a:lnTo>
                <a:lnTo>
                  <a:pt x="144193" y="52425"/>
                </a:lnTo>
                <a:cubicBezTo>
                  <a:pt x="144193" y="59915"/>
                  <a:pt x="149788" y="64736"/>
                  <a:pt x="158569" y="64736"/>
                </a:cubicBezTo>
                <a:cubicBezTo>
                  <a:pt x="165198" y="64736"/>
                  <a:pt x="169415" y="62411"/>
                  <a:pt x="173635" y="56471"/>
                </a:cubicBezTo>
                <a:lnTo>
                  <a:pt x="173635" y="62755"/>
                </a:lnTo>
                <a:lnTo>
                  <a:pt x="180091" y="62755"/>
                </a:lnTo>
                <a:close/>
                <a:moveTo>
                  <a:pt x="190764" y="81522"/>
                </a:moveTo>
                <a:lnTo>
                  <a:pt x="197996" y="81522"/>
                </a:lnTo>
                <a:lnTo>
                  <a:pt x="197996" y="58021"/>
                </a:lnTo>
                <a:cubicBezTo>
                  <a:pt x="201784" y="62670"/>
                  <a:pt x="206002" y="64736"/>
                  <a:pt x="211856" y="64736"/>
                </a:cubicBezTo>
                <a:cubicBezTo>
                  <a:pt x="223564" y="64736"/>
                  <a:pt x="231139" y="55352"/>
                  <a:pt x="231139" y="40976"/>
                </a:cubicBezTo>
                <a:cubicBezTo>
                  <a:pt x="231139" y="25824"/>
                  <a:pt x="223736" y="16356"/>
                  <a:pt x="211769" y="16356"/>
                </a:cubicBezTo>
                <a:cubicBezTo>
                  <a:pt x="205658" y="16356"/>
                  <a:pt x="200751" y="19111"/>
                  <a:pt x="197394" y="24448"/>
                </a:cubicBezTo>
                <a:lnTo>
                  <a:pt x="197394" y="17648"/>
                </a:lnTo>
                <a:lnTo>
                  <a:pt x="190764" y="17648"/>
                </a:lnTo>
                <a:lnTo>
                  <a:pt x="190764" y="81522"/>
                </a:lnTo>
                <a:moveTo>
                  <a:pt x="210565" y="23070"/>
                </a:moveTo>
                <a:cubicBezTo>
                  <a:pt x="218484" y="23070"/>
                  <a:pt x="223649" y="30044"/>
                  <a:pt x="223649" y="40804"/>
                </a:cubicBezTo>
                <a:cubicBezTo>
                  <a:pt x="223649" y="51049"/>
                  <a:pt x="218399" y="58021"/>
                  <a:pt x="210565" y="58021"/>
                </a:cubicBezTo>
                <a:cubicBezTo>
                  <a:pt x="202903" y="58021"/>
                  <a:pt x="197996" y="51134"/>
                  <a:pt x="197996" y="40545"/>
                </a:cubicBezTo>
                <a:cubicBezTo>
                  <a:pt x="197996" y="29957"/>
                  <a:pt x="202903" y="23070"/>
                  <a:pt x="210565" y="23070"/>
                </a:cubicBezTo>
                <a:close/>
                <a:moveTo>
                  <a:pt x="249819" y="36156"/>
                </a:moveTo>
                <a:lnTo>
                  <a:pt x="269533" y="36156"/>
                </a:lnTo>
                <a:cubicBezTo>
                  <a:pt x="274439" y="36156"/>
                  <a:pt x="278314" y="34692"/>
                  <a:pt x="281672" y="31679"/>
                </a:cubicBezTo>
                <a:cubicBezTo>
                  <a:pt x="285459" y="28236"/>
                  <a:pt x="287094" y="24189"/>
                  <a:pt x="287094" y="18421"/>
                </a:cubicBezTo>
                <a:cubicBezTo>
                  <a:pt x="287094" y="6628"/>
                  <a:pt x="280122" y="0"/>
                  <a:pt x="267726" y="0"/>
                </a:cubicBezTo>
                <a:lnTo>
                  <a:pt x="241813" y="0"/>
                </a:lnTo>
                <a:lnTo>
                  <a:pt x="241813" y="62755"/>
                </a:lnTo>
                <a:lnTo>
                  <a:pt x="249819" y="62755"/>
                </a:lnTo>
                <a:lnTo>
                  <a:pt x="249819" y="36156"/>
                </a:lnTo>
                <a:moveTo>
                  <a:pt x="249819" y="29097"/>
                </a:moveTo>
                <a:lnTo>
                  <a:pt x="249819" y="7059"/>
                </a:lnTo>
                <a:lnTo>
                  <a:pt x="266520" y="7059"/>
                </a:lnTo>
                <a:cubicBezTo>
                  <a:pt x="274182" y="7059"/>
                  <a:pt x="278744" y="11190"/>
                  <a:pt x="278744" y="18077"/>
                </a:cubicBezTo>
                <a:cubicBezTo>
                  <a:pt x="278744" y="24964"/>
                  <a:pt x="274182" y="29097"/>
                  <a:pt x="266520" y="29097"/>
                </a:cubicBezTo>
                <a:lnTo>
                  <a:pt x="249819" y="29097"/>
                </a:lnTo>
                <a:close/>
                <a:moveTo>
                  <a:pt x="296821" y="17648"/>
                </a:moveTo>
                <a:lnTo>
                  <a:pt x="296821" y="62755"/>
                </a:lnTo>
                <a:lnTo>
                  <a:pt x="304054" y="62755"/>
                </a:lnTo>
                <a:lnTo>
                  <a:pt x="304054" y="39341"/>
                </a:lnTo>
                <a:cubicBezTo>
                  <a:pt x="304139" y="28494"/>
                  <a:pt x="308616" y="23673"/>
                  <a:pt x="318516" y="23932"/>
                </a:cubicBezTo>
                <a:lnTo>
                  <a:pt x="318516" y="16614"/>
                </a:lnTo>
                <a:cubicBezTo>
                  <a:pt x="317310" y="16442"/>
                  <a:pt x="316622" y="16356"/>
                  <a:pt x="315760" y="16356"/>
                </a:cubicBezTo>
                <a:cubicBezTo>
                  <a:pt x="311111" y="16356"/>
                  <a:pt x="307583" y="19111"/>
                  <a:pt x="303451" y="25824"/>
                </a:cubicBezTo>
                <a:lnTo>
                  <a:pt x="303451" y="17648"/>
                </a:lnTo>
                <a:lnTo>
                  <a:pt x="296821" y="17648"/>
                </a:lnTo>
                <a:close/>
                <a:moveTo>
                  <a:pt x="343221" y="16356"/>
                </a:moveTo>
                <a:cubicBezTo>
                  <a:pt x="330481" y="16356"/>
                  <a:pt x="322906" y="25395"/>
                  <a:pt x="322906" y="40545"/>
                </a:cubicBezTo>
                <a:cubicBezTo>
                  <a:pt x="322906" y="55783"/>
                  <a:pt x="330481" y="64736"/>
                  <a:pt x="343308" y="64736"/>
                </a:cubicBezTo>
                <a:cubicBezTo>
                  <a:pt x="356048" y="64736"/>
                  <a:pt x="363710" y="55697"/>
                  <a:pt x="363710" y="40890"/>
                </a:cubicBezTo>
                <a:cubicBezTo>
                  <a:pt x="363710" y="25223"/>
                  <a:pt x="356307" y="16356"/>
                  <a:pt x="343221" y="16356"/>
                </a:cubicBezTo>
                <a:moveTo>
                  <a:pt x="343308" y="22985"/>
                </a:moveTo>
                <a:cubicBezTo>
                  <a:pt x="351399" y="22985"/>
                  <a:pt x="356220" y="29613"/>
                  <a:pt x="356220" y="40804"/>
                </a:cubicBezTo>
                <a:cubicBezTo>
                  <a:pt x="356220" y="51478"/>
                  <a:pt x="351227" y="58108"/>
                  <a:pt x="343308" y="58108"/>
                </a:cubicBezTo>
                <a:cubicBezTo>
                  <a:pt x="335302" y="58108"/>
                  <a:pt x="330394" y="51478"/>
                  <a:pt x="330394" y="40545"/>
                </a:cubicBezTo>
                <a:cubicBezTo>
                  <a:pt x="330394" y="29613"/>
                  <a:pt x="335302" y="22985"/>
                  <a:pt x="343308" y="22985"/>
                </a:cubicBezTo>
                <a:close/>
                <a:moveTo>
                  <a:pt x="372318" y="81522"/>
                </a:moveTo>
                <a:lnTo>
                  <a:pt x="379549" y="81522"/>
                </a:lnTo>
                <a:lnTo>
                  <a:pt x="379549" y="58021"/>
                </a:lnTo>
                <a:cubicBezTo>
                  <a:pt x="383337" y="62670"/>
                  <a:pt x="387555" y="64736"/>
                  <a:pt x="393410" y="64736"/>
                </a:cubicBezTo>
                <a:cubicBezTo>
                  <a:pt x="405117" y="64736"/>
                  <a:pt x="412692" y="55352"/>
                  <a:pt x="412692" y="40976"/>
                </a:cubicBezTo>
                <a:cubicBezTo>
                  <a:pt x="412692" y="25824"/>
                  <a:pt x="405289" y="16356"/>
                  <a:pt x="393323" y="16356"/>
                </a:cubicBezTo>
                <a:cubicBezTo>
                  <a:pt x="387211" y="16356"/>
                  <a:pt x="382305" y="19111"/>
                  <a:pt x="378947" y="24448"/>
                </a:cubicBezTo>
                <a:lnTo>
                  <a:pt x="378947" y="17648"/>
                </a:lnTo>
                <a:lnTo>
                  <a:pt x="372318" y="17648"/>
                </a:lnTo>
                <a:lnTo>
                  <a:pt x="372318" y="81522"/>
                </a:lnTo>
                <a:moveTo>
                  <a:pt x="392118" y="23070"/>
                </a:moveTo>
                <a:cubicBezTo>
                  <a:pt x="400038" y="23070"/>
                  <a:pt x="405203" y="30044"/>
                  <a:pt x="405203" y="40804"/>
                </a:cubicBezTo>
                <a:cubicBezTo>
                  <a:pt x="405203" y="51049"/>
                  <a:pt x="399952" y="58021"/>
                  <a:pt x="392118" y="58021"/>
                </a:cubicBezTo>
                <a:cubicBezTo>
                  <a:pt x="384456" y="58021"/>
                  <a:pt x="379549" y="51134"/>
                  <a:pt x="379549" y="40545"/>
                </a:cubicBezTo>
                <a:cubicBezTo>
                  <a:pt x="379549" y="29957"/>
                  <a:pt x="384456" y="23070"/>
                  <a:pt x="392118" y="23070"/>
                </a:cubicBezTo>
                <a:close/>
                <a:moveTo>
                  <a:pt x="452894" y="30216"/>
                </a:moveTo>
                <a:cubicBezTo>
                  <a:pt x="452808" y="21349"/>
                  <a:pt x="446954" y="16356"/>
                  <a:pt x="436537" y="16356"/>
                </a:cubicBezTo>
                <a:cubicBezTo>
                  <a:pt x="426036" y="16356"/>
                  <a:pt x="419235" y="21779"/>
                  <a:pt x="419235" y="30129"/>
                </a:cubicBezTo>
                <a:cubicBezTo>
                  <a:pt x="419235" y="37188"/>
                  <a:pt x="422850" y="40545"/>
                  <a:pt x="433525" y="43128"/>
                </a:cubicBezTo>
                <a:lnTo>
                  <a:pt x="440240" y="44763"/>
                </a:lnTo>
                <a:cubicBezTo>
                  <a:pt x="445233" y="45969"/>
                  <a:pt x="447213" y="47777"/>
                  <a:pt x="447213" y="50962"/>
                </a:cubicBezTo>
                <a:cubicBezTo>
                  <a:pt x="447213" y="55266"/>
                  <a:pt x="442995" y="58108"/>
                  <a:pt x="436711" y="58108"/>
                </a:cubicBezTo>
                <a:cubicBezTo>
                  <a:pt x="432836" y="58108"/>
                  <a:pt x="429565" y="56989"/>
                  <a:pt x="427758" y="55094"/>
                </a:cubicBezTo>
                <a:cubicBezTo>
                  <a:pt x="426638" y="53803"/>
                  <a:pt x="426122" y="52512"/>
                  <a:pt x="425691" y="49327"/>
                </a:cubicBezTo>
                <a:lnTo>
                  <a:pt x="418116" y="49327"/>
                </a:lnTo>
                <a:cubicBezTo>
                  <a:pt x="418460" y="59743"/>
                  <a:pt x="424313" y="64736"/>
                  <a:pt x="436108" y="64736"/>
                </a:cubicBezTo>
                <a:cubicBezTo>
                  <a:pt x="447471" y="64736"/>
                  <a:pt x="454703" y="59140"/>
                  <a:pt x="454703" y="50446"/>
                </a:cubicBezTo>
                <a:cubicBezTo>
                  <a:pt x="454703" y="43731"/>
                  <a:pt x="450914" y="40029"/>
                  <a:pt x="441961" y="37878"/>
                </a:cubicBezTo>
                <a:lnTo>
                  <a:pt x="435074" y="36241"/>
                </a:lnTo>
                <a:cubicBezTo>
                  <a:pt x="429221" y="34864"/>
                  <a:pt x="426724" y="32970"/>
                  <a:pt x="426724" y="29785"/>
                </a:cubicBezTo>
                <a:cubicBezTo>
                  <a:pt x="426724" y="25567"/>
                  <a:pt x="430425" y="22985"/>
                  <a:pt x="436280" y="22985"/>
                </a:cubicBezTo>
                <a:cubicBezTo>
                  <a:pt x="442048" y="22985"/>
                  <a:pt x="445146" y="25480"/>
                  <a:pt x="445319" y="30216"/>
                </a:cubicBezTo>
                <a:lnTo>
                  <a:pt x="452894" y="30216"/>
                </a:lnTo>
                <a:close/>
                <a:moveTo>
                  <a:pt x="504919" y="32367"/>
                </a:moveTo>
                <a:lnTo>
                  <a:pt x="463253" y="32367"/>
                </a:lnTo>
                <a:lnTo>
                  <a:pt x="463253" y="38394"/>
                </a:lnTo>
                <a:lnTo>
                  <a:pt x="504919" y="38394"/>
                </a:lnTo>
                <a:lnTo>
                  <a:pt x="504919" y="32367"/>
                </a:lnTo>
                <a:moveTo>
                  <a:pt x="504919" y="47174"/>
                </a:moveTo>
                <a:lnTo>
                  <a:pt x="463253" y="47174"/>
                </a:lnTo>
                <a:lnTo>
                  <a:pt x="463253" y="53200"/>
                </a:lnTo>
                <a:lnTo>
                  <a:pt x="504919" y="53200"/>
                </a:lnTo>
                <a:lnTo>
                  <a:pt x="504919" y="47174"/>
                </a:lnTo>
                <a:close/>
                <a:moveTo>
                  <a:pt x="532466" y="0"/>
                </a:moveTo>
                <a:lnTo>
                  <a:pt x="528507" y="0"/>
                </a:lnTo>
                <a:cubicBezTo>
                  <a:pt x="522567" y="85"/>
                  <a:pt x="518950" y="4390"/>
                  <a:pt x="519123" y="11362"/>
                </a:cubicBezTo>
                <a:lnTo>
                  <a:pt x="519123" y="25652"/>
                </a:lnTo>
                <a:cubicBezTo>
                  <a:pt x="519209" y="33314"/>
                  <a:pt x="517402" y="36586"/>
                  <a:pt x="512409" y="37532"/>
                </a:cubicBezTo>
                <a:lnTo>
                  <a:pt x="512409" y="43472"/>
                </a:lnTo>
                <a:cubicBezTo>
                  <a:pt x="517402" y="44419"/>
                  <a:pt x="519209" y="47691"/>
                  <a:pt x="519123" y="55352"/>
                </a:cubicBezTo>
                <a:lnTo>
                  <a:pt x="519123" y="69642"/>
                </a:lnTo>
                <a:cubicBezTo>
                  <a:pt x="518950" y="76616"/>
                  <a:pt x="522567" y="80920"/>
                  <a:pt x="528507" y="81006"/>
                </a:cubicBezTo>
                <a:lnTo>
                  <a:pt x="532466" y="81006"/>
                </a:lnTo>
                <a:lnTo>
                  <a:pt x="532466" y="75410"/>
                </a:lnTo>
                <a:lnTo>
                  <a:pt x="531174" y="75410"/>
                </a:lnTo>
                <a:cubicBezTo>
                  <a:pt x="526871" y="75324"/>
                  <a:pt x="525752" y="74119"/>
                  <a:pt x="525752" y="69642"/>
                </a:cubicBezTo>
                <a:lnTo>
                  <a:pt x="525752" y="54061"/>
                </a:lnTo>
                <a:cubicBezTo>
                  <a:pt x="525665" y="46916"/>
                  <a:pt x="523255" y="42268"/>
                  <a:pt x="518693" y="40460"/>
                </a:cubicBezTo>
                <a:cubicBezTo>
                  <a:pt x="523686" y="38651"/>
                  <a:pt x="525752" y="34692"/>
                  <a:pt x="525752" y="26944"/>
                </a:cubicBezTo>
                <a:lnTo>
                  <a:pt x="525752" y="11362"/>
                </a:lnTo>
                <a:cubicBezTo>
                  <a:pt x="525752" y="6887"/>
                  <a:pt x="526871" y="5681"/>
                  <a:pt x="531174" y="5596"/>
                </a:cubicBezTo>
                <a:lnTo>
                  <a:pt x="532466" y="5596"/>
                </a:lnTo>
                <a:lnTo>
                  <a:pt x="532466" y="0"/>
                </a:lnTo>
                <a:close/>
                <a:moveTo>
                  <a:pt x="561390" y="0"/>
                </a:moveTo>
                <a:lnTo>
                  <a:pt x="557431" y="0"/>
                </a:lnTo>
                <a:cubicBezTo>
                  <a:pt x="551491" y="85"/>
                  <a:pt x="547875" y="4390"/>
                  <a:pt x="548047" y="11362"/>
                </a:cubicBezTo>
                <a:lnTo>
                  <a:pt x="548047" y="25652"/>
                </a:lnTo>
                <a:cubicBezTo>
                  <a:pt x="548134" y="33314"/>
                  <a:pt x="546326" y="36586"/>
                  <a:pt x="541334" y="37532"/>
                </a:cubicBezTo>
                <a:lnTo>
                  <a:pt x="541334" y="43472"/>
                </a:lnTo>
                <a:cubicBezTo>
                  <a:pt x="546326" y="44419"/>
                  <a:pt x="548134" y="47691"/>
                  <a:pt x="548047" y="55352"/>
                </a:cubicBezTo>
                <a:lnTo>
                  <a:pt x="548047" y="69642"/>
                </a:lnTo>
                <a:cubicBezTo>
                  <a:pt x="547875" y="76616"/>
                  <a:pt x="551491" y="80920"/>
                  <a:pt x="557431" y="81006"/>
                </a:cubicBezTo>
                <a:lnTo>
                  <a:pt x="561390" y="81006"/>
                </a:lnTo>
                <a:lnTo>
                  <a:pt x="561390" y="75410"/>
                </a:lnTo>
                <a:lnTo>
                  <a:pt x="560099" y="75410"/>
                </a:lnTo>
                <a:cubicBezTo>
                  <a:pt x="555796" y="75324"/>
                  <a:pt x="554677" y="74119"/>
                  <a:pt x="554677" y="69642"/>
                </a:cubicBezTo>
                <a:lnTo>
                  <a:pt x="554677" y="54061"/>
                </a:lnTo>
                <a:cubicBezTo>
                  <a:pt x="554590" y="46916"/>
                  <a:pt x="552180" y="42268"/>
                  <a:pt x="547618" y="40460"/>
                </a:cubicBezTo>
                <a:cubicBezTo>
                  <a:pt x="552610" y="38651"/>
                  <a:pt x="554677" y="34692"/>
                  <a:pt x="554677" y="26944"/>
                </a:cubicBezTo>
                <a:lnTo>
                  <a:pt x="554677" y="11362"/>
                </a:lnTo>
                <a:cubicBezTo>
                  <a:pt x="554677" y="6887"/>
                  <a:pt x="555796" y="5681"/>
                  <a:pt x="560099" y="5596"/>
                </a:cubicBezTo>
                <a:lnTo>
                  <a:pt x="561390" y="5596"/>
                </a:lnTo>
                <a:lnTo>
                  <a:pt x="56139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v2:true,">
            <a:extLst xmlns:a="http://schemas.openxmlformats.org/drawingml/2006/main">
              <a:ext uri="{FF2B5EF4-FFF2-40B4-BE49-F238E27FC236}">
                <a16:creationId xmlns:a16="http://schemas.microsoft.com/office/drawing/2014/main" id="{8185E7D2-1658-4BA6-B7B9-A2A96B83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15" y="1547339"/>
            <a:ext cx="301727" cy="75066"/>
          </a:xfrm>
          <a:custGeom xmlns:a="http://schemas.openxmlformats.org/drawingml/2006/main">
            <a:pathLst>
              <a:path w="301727" h="75066">
                <a:moveTo>
                  <a:pt x="23673" y="62239"/>
                </a:moveTo>
                <a:lnTo>
                  <a:pt x="40976" y="17131"/>
                </a:lnTo>
                <a:lnTo>
                  <a:pt x="32885" y="17131"/>
                </a:lnTo>
                <a:lnTo>
                  <a:pt x="20143" y="53716"/>
                </a:lnTo>
                <a:lnTo>
                  <a:pt x="8091" y="17131"/>
                </a:lnTo>
                <a:lnTo>
                  <a:pt x="0" y="17131"/>
                </a:lnTo>
                <a:lnTo>
                  <a:pt x="15840" y="62239"/>
                </a:lnTo>
                <a:lnTo>
                  <a:pt x="23673" y="62239"/>
                </a:lnTo>
                <a:close/>
                <a:moveTo>
                  <a:pt x="85224" y="54750"/>
                </a:moveTo>
                <a:lnTo>
                  <a:pt x="53115" y="54750"/>
                </a:lnTo>
                <a:cubicBezTo>
                  <a:pt x="53890" y="49585"/>
                  <a:pt x="56644" y="46313"/>
                  <a:pt x="64133" y="41751"/>
                </a:cubicBezTo>
                <a:lnTo>
                  <a:pt x="72742" y="36931"/>
                </a:lnTo>
                <a:cubicBezTo>
                  <a:pt x="81264" y="32195"/>
                  <a:pt x="85654" y="25826"/>
                  <a:pt x="85654" y="18164"/>
                </a:cubicBezTo>
                <a:cubicBezTo>
                  <a:pt x="85654" y="12999"/>
                  <a:pt x="83589" y="8178"/>
                  <a:pt x="79973" y="4821"/>
                </a:cubicBezTo>
                <a:cubicBezTo>
                  <a:pt x="76358" y="1550"/>
                  <a:pt x="71881" y="0"/>
                  <a:pt x="66114" y="0"/>
                </a:cubicBezTo>
                <a:cubicBezTo>
                  <a:pt x="58366" y="0"/>
                  <a:pt x="52598" y="2755"/>
                  <a:pt x="49241" y="8091"/>
                </a:cubicBezTo>
                <a:cubicBezTo>
                  <a:pt x="47088" y="11364"/>
                  <a:pt x="46141" y="15237"/>
                  <a:pt x="45969" y="21521"/>
                </a:cubicBezTo>
                <a:lnTo>
                  <a:pt x="53544" y="21521"/>
                </a:lnTo>
                <a:cubicBezTo>
                  <a:pt x="53803" y="17303"/>
                  <a:pt x="54319" y="14806"/>
                  <a:pt x="55353" y="12740"/>
                </a:cubicBezTo>
                <a:cubicBezTo>
                  <a:pt x="57332" y="8953"/>
                  <a:pt x="61293" y="6628"/>
                  <a:pt x="65855" y="6628"/>
                </a:cubicBezTo>
                <a:cubicBezTo>
                  <a:pt x="72742" y="6628"/>
                  <a:pt x="77907" y="11621"/>
                  <a:pt x="77907" y="18336"/>
                </a:cubicBezTo>
                <a:cubicBezTo>
                  <a:pt x="77907" y="23329"/>
                  <a:pt x="75067" y="27633"/>
                  <a:pt x="69643" y="30732"/>
                </a:cubicBezTo>
                <a:lnTo>
                  <a:pt x="61722" y="35381"/>
                </a:lnTo>
                <a:cubicBezTo>
                  <a:pt x="48982" y="42698"/>
                  <a:pt x="45281" y="48552"/>
                  <a:pt x="44592" y="62153"/>
                </a:cubicBezTo>
                <a:lnTo>
                  <a:pt x="85224" y="62153"/>
                </a:lnTo>
                <a:lnTo>
                  <a:pt x="85224" y="54750"/>
                </a:lnTo>
                <a:close/>
                <a:moveTo>
                  <a:pt x="107950" y="53287"/>
                </a:moveTo>
                <a:lnTo>
                  <a:pt x="98997" y="53287"/>
                </a:lnTo>
                <a:lnTo>
                  <a:pt x="98997" y="62239"/>
                </a:lnTo>
                <a:lnTo>
                  <a:pt x="107950" y="62239"/>
                </a:lnTo>
                <a:lnTo>
                  <a:pt x="107950" y="53287"/>
                </a:lnTo>
                <a:moveTo>
                  <a:pt x="107950" y="17131"/>
                </a:moveTo>
                <a:lnTo>
                  <a:pt x="98997" y="17131"/>
                </a:lnTo>
                <a:lnTo>
                  <a:pt x="98997" y="26083"/>
                </a:lnTo>
                <a:lnTo>
                  <a:pt x="107950" y="26083"/>
                </a:lnTo>
                <a:lnTo>
                  <a:pt x="107950" y="17131"/>
                </a:lnTo>
                <a:close/>
                <a:moveTo>
                  <a:pt x="158913" y="17131"/>
                </a:moveTo>
                <a:lnTo>
                  <a:pt x="151510" y="17131"/>
                </a:lnTo>
                <a:lnTo>
                  <a:pt x="151510" y="4734"/>
                </a:lnTo>
                <a:lnTo>
                  <a:pt x="144364" y="4734"/>
                </a:lnTo>
                <a:lnTo>
                  <a:pt x="144364" y="17131"/>
                </a:lnTo>
                <a:lnTo>
                  <a:pt x="138253" y="17131"/>
                </a:lnTo>
                <a:lnTo>
                  <a:pt x="138253" y="22985"/>
                </a:lnTo>
                <a:lnTo>
                  <a:pt x="144364" y="22985"/>
                </a:lnTo>
                <a:lnTo>
                  <a:pt x="144364" y="57074"/>
                </a:lnTo>
                <a:cubicBezTo>
                  <a:pt x="144364" y="61723"/>
                  <a:pt x="147463" y="64220"/>
                  <a:pt x="153059" y="64220"/>
                </a:cubicBezTo>
                <a:cubicBezTo>
                  <a:pt x="154953" y="64220"/>
                  <a:pt x="156503" y="64048"/>
                  <a:pt x="158913" y="63617"/>
                </a:cubicBezTo>
                <a:lnTo>
                  <a:pt x="158913" y="57591"/>
                </a:lnTo>
                <a:cubicBezTo>
                  <a:pt x="157880" y="57849"/>
                  <a:pt x="156933" y="57936"/>
                  <a:pt x="155469" y="57936"/>
                </a:cubicBezTo>
                <a:cubicBezTo>
                  <a:pt x="152371" y="57936"/>
                  <a:pt x="151510" y="57074"/>
                  <a:pt x="151510" y="53889"/>
                </a:cubicBezTo>
                <a:lnTo>
                  <a:pt x="151510" y="22985"/>
                </a:lnTo>
                <a:lnTo>
                  <a:pt x="158913" y="22985"/>
                </a:lnTo>
                <a:lnTo>
                  <a:pt x="158913" y="17131"/>
                </a:lnTo>
                <a:close/>
                <a:moveTo>
                  <a:pt x="166918" y="17131"/>
                </a:moveTo>
                <a:lnTo>
                  <a:pt x="166918" y="62239"/>
                </a:lnTo>
                <a:lnTo>
                  <a:pt x="174151" y="62239"/>
                </a:lnTo>
                <a:lnTo>
                  <a:pt x="174151" y="38825"/>
                </a:lnTo>
                <a:cubicBezTo>
                  <a:pt x="174236" y="27977"/>
                  <a:pt x="178713" y="23157"/>
                  <a:pt x="188613" y="23415"/>
                </a:cubicBezTo>
                <a:lnTo>
                  <a:pt x="188613" y="16098"/>
                </a:lnTo>
                <a:cubicBezTo>
                  <a:pt x="187407" y="15926"/>
                  <a:pt x="186719" y="15840"/>
                  <a:pt x="185857" y="15840"/>
                </a:cubicBezTo>
                <a:cubicBezTo>
                  <a:pt x="181208" y="15840"/>
                  <a:pt x="177680" y="18595"/>
                  <a:pt x="173548" y="25308"/>
                </a:cubicBezTo>
                <a:lnTo>
                  <a:pt x="173548" y="17131"/>
                </a:lnTo>
                <a:lnTo>
                  <a:pt x="166918" y="17131"/>
                </a:lnTo>
                <a:close/>
                <a:moveTo>
                  <a:pt x="231311" y="62239"/>
                </a:moveTo>
                <a:lnTo>
                  <a:pt x="231311" y="17131"/>
                </a:lnTo>
                <a:lnTo>
                  <a:pt x="224165" y="17131"/>
                </a:lnTo>
                <a:lnTo>
                  <a:pt x="224165" y="42698"/>
                </a:lnTo>
                <a:cubicBezTo>
                  <a:pt x="224165" y="51909"/>
                  <a:pt x="219344" y="57936"/>
                  <a:pt x="211856" y="57936"/>
                </a:cubicBezTo>
                <a:cubicBezTo>
                  <a:pt x="206173" y="57936"/>
                  <a:pt x="202558" y="54491"/>
                  <a:pt x="202558" y="49068"/>
                </a:cubicBezTo>
                <a:lnTo>
                  <a:pt x="202558" y="17131"/>
                </a:lnTo>
                <a:lnTo>
                  <a:pt x="195413" y="17131"/>
                </a:lnTo>
                <a:lnTo>
                  <a:pt x="195413" y="51909"/>
                </a:lnTo>
                <a:cubicBezTo>
                  <a:pt x="195413" y="59399"/>
                  <a:pt x="201008" y="64220"/>
                  <a:pt x="209789" y="64220"/>
                </a:cubicBezTo>
                <a:cubicBezTo>
                  <a:pt x="216418" y="64220"/>
                  <a:pt x="220635" y="61895"/>
                  <a:pt x="224855" y="55955"/>
                </a:cubicBezTo>
                <a:lnTo>
                  <a:pt x="224855" y="62239"/>
                </a:lnTo>
                <a:lnTo>
                  <a:pt x="231311" y="62239"/>
                </a:lnTo>
                <a:close/>
                <a:moveTo>
                  <a:pt x="281843" y="42095"/>
                </a:moveTo>
                <a:cubicBezTo>
                  <a:pt x="281843" y="35209"/>
                  <a:pt x="281326" y="31076"/>
                  <a:pt x="280034" y="27720"/>
                </a:cubicBezTo>
                <a:cubicBezTo>
                  <a:pt x="277108" y="20315"/>
                  <a:pt x="270221" y="15840"/>
                  <a:pt x="261785" y="15840"/>
                </a:cubicBezTo>
                <a:cubicBezTo>
                  <a:pt x="249216" y="15840"/>
                  <a:pt x="241124" y="25395"/>
                  <a:pt x="241124" y="40288"/>
                </a:cubicBezTo>
                <a:cubicBezTo>
                  <a:pt x="241124" y="55181"/>
                  <a:pt x="248872" y="64220"/>
                  <a:pt x="261613" y="64220"/>
                </a:cubicBezTo>
                <a:cubicBezTo>
                  <a:pt x="271943" y="64220"/>
                  <a:pt x="279087" y="58365"/>
                  <a:pt x="280896" y="48552"/>
                </a:cubicBezTo>
                <a:lnTo>
                  <a:pt x="273665" y="48552"/>
                </a:lnTo>
                <a:cubicBezTo>
                  <a:pt x="271684" y="54491"/>
                  <a:pt x="267638" y="57591"/>
                  <a:pt x="261871" y="57591"/>
                </a:cubicBezTo>
                <a:cubicBezTo>
                  <a:pt x="257309" y="57591"/>
                  <a:pt x="253435" y="55525"/>
                  <a:pt x="251025" y="51737"/>
                </a:cubicBezTo>
                <a:cubicBezTo>
                  <a:pt x="249303" y="49155"/>
                  <a:pt x="248700" y="46572"/>
                  <a:pt x="248614" y="42095"/>
                </a:cubicBezTo>
                <a:lnTo>
                  <a:pt x="281843" y="42095"/>
                </a:lnTo>
                <a:moveTo>
                  <a:pt x="248786" y="36242"/>
                </a:moveTo>
                <a:cubicBezTo>
                  <a:pt x="249388" y="27892"/>
                  <a:pt x="254467" y="22468"/>
                  <a:pt x="261699" y="22468"/>
                </a:cubicBezTo>
                <a:cubicBezTo>
                  <a:pt x="269016" y="22468"/>
                  <a:pt x="274095" y="28149"/>
                  <a:pt x="274095" y="36242"/>
                </a:cubicBezTo>
                <a:lnTo>
                  <a:pt x="248786" y="36242"/>
                </a:lnTo>
                <a:close/>
                <a:moveTo>
                  <a:pt x="292689" y="53287"/>
                </a:moveTo>
                <a:lnTo>
                  <a:pt x="292689" y="62239"/>
                </a:lnTo>
                <a:lnTo>
                  <a:pt x="297854" y="62239"/>
                </a:lnTo>
                <a:lnTo>
                  <a:pt x="297854" y="63789"/>
                </a:lnTo>
                <a:cubicBezTo>
                  <a:pt x="297854" y="69729"/>
                  <a:pt x="296735" y="71451"/>
                  <a:pt x="292689" y="71623"/>
                </a:cubicBezTo>
                <a:lnTo>
                  <a:pt x="292689" y="74894"/>
                </a:lnTo>
                <a:cubicBezTo>
                  <a:pt x="298371" y="75066"/>
                  <a:pt x="301727" y="70935"/>
                  <a:pt x="301727" y="63617"/>
                </a:cubicBezTo>
                <a:lnTo>
                  <a:pt x="301727" y="53287"/>
                </a:lnTo>
                <a:lnTo>
                  <a:pt x="292689" y="53287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}}">
            <a:extLst xmlns:a="http://schemas.openxmlformats.org/drawingml/2006/main">
              <a:ext uri="{FF2B5EF4-FFF2-40B4-BE49-F238E27FC236}">
                <a16:creationId xmlns:a16="http://schemas.microsoft.com/office/drawing/2014/main" id="{3B4D373A-F74B-4882-90CB-90F0BBDA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56" y="1650389"/>
            <a:ext cx="49147" cy="81201"/>
          </a:xfrm>
          <a:custGeom xmlns:a="http://schemas.openxmlformats.org/drawingml/2006/main">
            <a:pathLst>
              <a:path w="49147" h="81201">
                <a:moveTo>
                  <a:pt x="0" y="81201"/>
                </a:moveTo>
                <a:lnTo>
                  <a:pt x="4055" y="81201"/>
                </a:lnTo>
                <a:cubicBezTo>
                  <a:pt x="10097" y="81115"/>
                  <a:pt x="13720" y="76800"/>
                  <a:pt x="13548" y="69810"/>
                </a:cubicBezTo>
                <a:lnTo>
                  <a:pt x="13548" y="55485"/>
                </a:lnTo>
                <a:cubicBezTo>
                  <a:pt x="13462" y="47806"/>
                  <a:pt x="15274" y="44526"/>
                  <a:pt x="20106" y="43577"/>
                </a:cubicBezTo>
                <a:lnTo>
                  <a:pt x="20106" y="37623"/>
                </a:lnTo>
                <a:cubicBezTo>
                  <a:pt x="15274" y="36675"/>
                  <a:pt x="13462" y="33395"/>
                  <a:pt x="13548" y="25714"/>
                </a:cubicBezTo>
                <a:lnTo>
                  <a:pt x="13548" y="11390"/>
                </a:lnTo>
                <a:cubicBezTo>
                  <a:pt x="13720" y="4400"/>
                  <a:pt x="10097" y="86"/>
                  <a:pt x="4055" y="0"/>
                </a:cubicBezTo>
                <a:lnTo>
                  <a:pt x="0" y="0"/>
                </a:lnTo>
                <a:lnTo>
                  <a:pt x="0" y="5609"/>
                </a:lnTo>
                <a:lnTo>
                  <a:pt x="1381" y="5609"/>
                </a:lnTo>
                <a:cubicBezTo>
                  <a:pt x="5695" y="5695"/>
                  <a:pt x="6904" y="6904"/>
                  <a:pt x="6904" y="11390"/>
                </a:cubicBezTo>
                <a:lnTo>
                  <a:pt x="6904" y="27009"/>
                </a:lnTo>
                <a:cubicBezTo>
                  <a:pt x="6989" y="34172"/>
                  <a:pt x="9405" y="38831"/>
                  <a:pt x="13980" y="40643"/>
                </a:cubicBezTo>
                <a:cubicBezTo>
                  <a:pt x="9405" y="42369"/>
                  <a:pt x="6989" y="47029"/>
                  <a:pt x="6904" y="54191"/>
                </a:cubicBezTo>
                <a:lnTo>
                  <a:pt x="6904" y="69810"/>
                </a:lnTo>
                <a:cubicBezTo>
                  <a:pt x="6904" y="74297"/>
                  <a:pt x="5782" y="75506"/>
                  <a:pt x="1381" y="75592"/>
                </a:cubicBezTo>
                <a:lnTo>
                  <a:pt x="0" y="75592"/>
                </a:lnTo>
                <a:lnTo>
                  <a:pt x="0" y="81201"/>
                </a:lnTo>
                <a:close/>
                <a:moveTo>
                  <a:pt x="29040" y="81201"/>
                </a:moveTo>
                <a:lnTo>
                  <a:pt x="33096" y="81201"/>
                </a:lnTo>
                <a:cubicBezTo>
                  <a:pt x="39137" y="81115"/>
                  <a:pt x="42761" y="76800"/>
                  <a:pt x="42588" y="69810"/>
                </a:cubicBezTo>
                <a:lnTo>
                  <a:pt x="42588" y="55485"/>
                </a:lnTo>
                <a:cubicBezTo>
                  <a:pt x="42502" y="47806"/>
                  <a:pt x="44314" y="44526"/>
                  <a:pt x="49147" y="43577"/>
                </a:cubicBezTo>
                <a:lnTo>
                  <a:pt x="49147" y="37623"/>
                </a:lnTo>
                <a:cubicBezTo>
                  <a:pt x="44314" y="36675"/>
                  <a:pt x="42502" y="33395"/>
                  <a:pt x="42588" y="25714"/>
                </a:cubicBezTo>
                <a:lnTo>
                  <a:pt x="42588" y="11390"/>
                </a:lnTo>
                <a:cubicBezTo>
                  <a:pt x="42761" y="4400"/>
                  <a:pt x="39137" y="86"/>
                  <a:pt x="33096" y="0"/>
                </a:cubicBezTo>
                <a:lnTo>
                  <a:pt x="29040" y="0"/>
                </a:lnTo>
                <a:lnTo>
                  <a:pt x="29040" y="5609"/>
                </a:lnTo>
                <a:lnTo>
                  <a:pt x="30422" y="5609"/>
                </a:lnTo>
                <a:cubicBezTo>
                  <a:pt x="34735" y="5695"/>
                  <a:pt x="35944" y="6904"/>
                  <a:pt x="35944" y="11390"/>
                </a:cubicBezTo>
                <a:lnTo>
                  <a:pt x="35944" y="27009"/>
                </a:lnTo>
                <a:cubicBezTo>
                  <a:pt x="36029" y="34172"/>
                  <a:pt x="38446" y="38831"/>
                  <a:pt x="43020" y="40643"/>
                </a:cubicBezTo>
                <a:cubicBezTo>
                  <a:pt x="38446" y="42369"/>
                  <a:pt x="36029" y="47029"/>
                  <a:pt x="35944" y="54191"/>
                </a:cubicBezTo>
                <a:lnTo>
                  <a:pt x="35944" y="69810"/>
                </a:lnTo>
                <a:cubicBezTo>
                  <a:pt x="35944" y="74297"/>
                  <a:pt x="34822" y="75506"/>
                  <a:pt x="30422" y="75592"/>
                </a:cubicBezTo>
                <a:lnTo>
                  <a:pt x="29040" y="75592"/>
                </a:lnTo>
                <a:lnTo>
                  <a:pt x="29040" y="81201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showSearch">
            <a:extLst xmlns:a="http://schemas.openxmlformats.org/drawingml/2006/main">
              <a:ext uri="{FF2B5EF4-FFF2-40B4-BE49-F238E27FC236}">
                <a16:creationId xmlns:a16="http://schemas.microsoft.com/office/drawing/2014/main" id="{41D684F0-2F1A-4A17-B90D-7111266B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81" y="1753396"/>
            <a:ext cx="463826" cy="65770"/>
          </a:xfrm>
          <a:custGeom xmlns:a="http://schemas.openxmlformats.org/drawingml/2006/main">
            <a:pathLst>
              <a:path w="463826" h="65770">
                <a:moveTo>
                  <a:pt x="34778" y="31249"/>
                </a:moveTo>
                <a:cubicBezTo>
                  <a:pt x="34692" y="22383"/>
                  <a:pt x="28838" y="17390"/>
                  <a:pt x="18421" y="17390"/>
                </a:cubicBezTo>
                <a:cubicBezTo>
                  <a:pt x="7919" y="17390"/>
                  <a:pt x="1119" y="22812"/>
                  <a:pt x="1119" y="31163"/>
                </a:cubicBezTo>
                <a:cubicBezTo>
                  <a:pt x="1119" y="38222"/>
                  <a:pt x="4734" y="41579"/>
                  <a:pt x="15409" y="44162"/>
                </a:cubicBezTo>
                <a:lnTo>
                  <a:pt x="22124" y="45797"/>
                </a:lnTo>
                <a:cubicBezTo>
                  <a:pt x="27117" y="47003"/>
                  <a:pt x="29097" y="48810"/>
                  <a:pt x="29097" y="51996"/>
                </a:cubicBezTo>
                <a:cubicBezTo>
                  <a:pt x="29097" y="56300"/>
                  <a:pt x="24879" y="59141"/>
                  <a:pt x="18595" y="59141"/>
                </a:cubicBezTo>
                <a:cubicBezTo>
                  <a:pt x="14720" y="59141"/>
                  <a:pt x="11449" y="58022"/>
                  <a:pt x="9641" y="56128"/>
                </a:cubicBezTo>
                <a:cubicBezTo>
                  <a:pt x="8522" y="54837"/>
                  <a:pt x="8006" y="53546"/>
                  <a:pt x="7575" y="50360"/>
                </a:cubicBezTo>
                <a:lnTo>
                  <a:pt x="0" y="50360"/>
                </a:lnTo>
                <a:cubicBezTo>
                  <a:pt x="344" y="60777"/>
                  <a:pt x="6197" y="65770"/>
                  <a:pt x="17992" y="65770"/>
                </a:cubicBezTo>
                <a:cubicBezTo>
                  <a:pt x="29355" y="65770"/>
                  <a:pt x="36586" y="60174"/>
                  <a:pt x="36586" y="51479"/>
                </a:cubicBezTo>
                <a:cubicBezTo>
                  <a:pt x="36586" y="44765"/>
                  <a:pt x="32798" y="41063"/>
                  <a:pt x="23845" y="38911"/>
                </a:cubicBezTo>
                <a:lnTo>
                  <a:pt x="16958" y="37275"/>
                </a:lnTo>
                <a:cubicBezTo>
                  <a:pt x="11105" y="35898"/>
                  <a:pt x="8608" y="34004"/>
                  <a:pt x="8608" y="30819"/>
                </a:cubicBezTo>
                <a:cubicBezTo>
                  <a:pt x="8608" y="26601"/>
                  <a:pt x="12309" y="24018"/>
                  <a:pt x="18164" y="24018"/>
                </a:cubicBezTo>
                <a:cubicBezTo>
                  <a:pt x="23932" y="24018"/>
                  <a:pt x="27030" y="26514"/>
                  <a:pt x="27202" y="31249"/>
                </a:cubicBezTo>
                <a:lnTo>
                  <a:pt x="34778" y="31249"/>
                </a:lnTo>
                <a:close/>
                <a:moveTo>
                  <a:pt x="46572" y="1034"/>
                </a:moveTo>
                <a:lnTo>
                  <a:pt x="46572" y="63789"/>
                </a:lnTo>
                <a:lnTo>
                  <a:pt x="53717" y="63789"/>
                </a:lnTo>
                <a:lnTo>
                  <a:pt x="53717" y="38911"/>
                </a:lnTo>
                <a:cubicBezTo>
                  <a:pt x="53717" y="29699"/>
                  <a:pt x="58538" y="23674"/>
                  <a:pt x="65941" y="23674"/>
                </a:cubicBezTo>
                <a:cubicBezTo>
                  <a:pt x="68352" y="23674"/>
                  <a:pt x="70590" y="24362"/>
                  <a:pt x="72311" y="25654"/>
                </a:cubicBezTo>
                <a:cubicBezTo>
                  <a:pt x="74377" y="27204"/>
                  <a:pt x="75239" y="29355"/>
                  <a:pt x="75239" y="32541"/>
                </a:cubicBezTo>
                <a:lnTo>
                  <a:pt x="75239" y="63789"/>
                </a:lnTo>
                <a:lnTo>
                  <a:pt x="82383" y="63789"/>
                </a:lnTo>
                <a:lnTo>
                  <a:pt x="82383" y="29699"/>
                </a:lnTo>
                <a:cubicBezTo>
                  <a:pt x="82383" y="22124"/>
                  <a:pt x="76959" y="17390"/>
                  <a:pt x="68180" y="17390"/>
                </a:cubicBezTo>
                <a:cubicBezTo>
                  <a:pt x="61809" y="17390"/>
                  <a:pt x="57935" y="19370"/>
                  <a:pt x="53717" y="24879"/>
                </a:cubicBezTo>
                <a:lnTo>
                  <a:pt x="53717" y="1034"/>
                </a:lnTo>
                <a:lnTo>
                  <a:pt x="46572" y="1034"/>
                </a:lnTo>
                <a:close/>
                <a:moveTo>
                  <a:pt x="111824" y="17390"/>
                </a:moveTo>
                <a:cubicBezTo>
                  <a:pt x="99084" y="17390"/>
                  <a:pt x="91508" y="26429"/>
                  <a:pt x="91508" y="41579"/>
                </a:cubicBezTo>
                <a:cubicBezTo>
                  <a:pt x="91508" y="56816"/>
                  <a:pt x="99084" y="65770"/>
                  <a:pt x="111910" y="65770"/>
                </a:cubicBezTo>
                <a:cubicBezTo>
                  <a:pt x="124651" y="65770"/>
                  <a:pt x="132313" y="56731"/>
                  <a:pt x="132313" y="41923"/>
                </a:cubicBezTo>
                <a:cubicBezTo>
                  <a:pt x="132313" y="26257"/>
                  <a:pt x="124909" y="17390"/>
                  <a:pt x="111824" y="17390"/>
                </a:cubicBezTo>
                <a:moveTo>
                  <a:pt x="111910" y="24018"/>
                </a:moveTo>
                <a:cubicBezTo>
                  <a:pt x="120002" y="24018"/>
                  <a:pt x="124823" y="30647"/>
                  <a:pt x="124823" y="41838"/>
                </a:cubicBezTo>
                <a:cubicBezTo>
                  <a:pt x="124823" y="52512"/>
                  <a:pt x="119830" y="59141"/>
                  <a:pt x="111910" y="59141"/>
                </a:cubicBezTo>
                <a:cubicBezTo>
                  <a:pt x="103904" y="59141"/>
                  <a:pt x="98997" y="52512"/>
                  <a:pt x="98997" y="41579"/>
                </a:cubicBezTo>
                <a:cubicBezTo>
                  <a:pt x="98997" y="30647"/>
                  <a:pt x="103904" y="24018"/>
                  <a:pt x="111910" y="24018"/>
                </a:cubicBezTo>
                <a:close/>
                <a:moveTo>
                  <a:pt x="183620" y="63789"/>
                </a:moveTo>
                <a:lnTo>
                  <a:pt x="196876" y="18681"/>
                </a:lnTo>
                <a:lnTo>
                  <a:pt x="188785" y="18681"/>
                </a:lnTo>
                <a:lnTo>
                  <a:pt x="179831" y="53803"/>
                </a:lnTo>
                <a:lnTo>
                  <a:pt x="170965" y="18681"/>
                </a:lnTo>
                <a:lnTo>
                  <a:pt x="162184" y="18681"/>
                </a:lnTo>
                <a:lnTo>
                  <a:pt x="153575" y="53803"/>
                </a:lnTo>
                <a:lnTo>
                  <a:pt x="144364" y="18681"/>
                </a:lnTo>
                <a:lnTo>
                  <a:pt x="136445" y="18681"/>
                </a:lnTo>
                <a:lnTo>
                  <a:pt x="149529" y="63789"/>
                </a:lnTo>
                <a:lnTo>
                  <a:pt x="157622" y="63789"/>
                </a:lnTo>
                <a:lnTo>
                  <a:pt x="166316" y="28408"/>
                </a:lnTo>
                <a:lnTo>
                  <a:pt x="175442" y="63789"/>
                </a:lnTo>
                <a:lnTo>
                  <a:pt x="183620" y="63789"/>
                </a:lnTo>
                <a:close/>
                <a:moveTo>
                  <a:pt x="248441" y="19455"/>
                </a:moveTo>
                <a:cubicBezTo>
                  <a:pt x="248441" y="15152"/>
                  <a:pt x="248183" y="13946"/>
                  <a:pt x="246806" y="11019"/>
                </a:cubicBezTo>
                <a:cubicBezTo>
                  <a:pt x="243362" y="3788"/>
                  <a:pt x="236045" y="0"/>
                  <a:pt x="225457" y="0"/>
                </a:cubicBezTo>
                <a:cubicBezTo>
                  <a:pt x="211683" y="0"/>
                  <a:pt x="203160" y="7059"/>
                  <a:pt x="203160" y="18423"/>
                </a:cubicBezTo>
                <a:cubicBezTo>
                  <a:pt x="203160" y="26085"/>
                  <a:pt x="207206" y="30905"/>
                  <a:pt x="215471" y="33057"/>
                </a:cubicBezTo>
                <a:lnTo>
                  <a:pt x="231052" y="37189"/>
                </a:lnTo>
                <a:cubicBezTo>
                  <a:pt x="239059" y="39256"/>
                  <a:pt x="242588" y="42441"/>
                  <a:pt x="242588" y="47347"/>
                </a:cubicBezTo>
                <a:cubicBezTo>
                  <a:pt x="242588" y="50704"/>
                  <a:pt x="240779" y="54147"/>
                  <a:pt x="238112" y="56041"/>
                </a:cubicBezTo>
                <a:cubicBezTo>
                  <a:pt x="235614" y="57850"/>
                  <a:pt x="231654" y="58711"/>
                  <a:pt x="226576" y="58711"/>
                </a:cubicBezTo>
                <a:cubicBezTo>
                  <a:pt x="219689" y="58711"/>
                  <a:pt x="215127" y="57075"/>
                  <a:pt x="212114" y="53459"/>
                </a:cubicBezTo>
                <a:cubicBezTo>
                  <a:pt x="209789" y="50704"/>
                  <a:pt x="208756" y="47691"/>
                  <a:pt x="208842" y="43818"/>
                </a:cubicBezTo>
                <a:lnTo>
                  <a:pt x="201266" y="43818"/>
                </a:lnTo>
                <a:cubicBezTo>
                  <a:pt x="201353" y="49585"/>
                  <a:pt x="202472" y="53374"/>
                  <a:pt x="204968" y="56816"/>
                </a:cubicBezTo>
                <a:cubicBezTo>
                  <a:pt x="209272" y="62756"/>
                  <a:pt x="216504" y="65770"/>
                  <a:pt x="226060" y="65770"/>
                </a:cubicBezTo>
                <a:cubicBezTo>
                  <a:pt x="233548" y="65770"/>
                  <a:pt x="239660" y="64048"/>
                  <a:pt x="243707" y="60949"/>
                </a:cubicBezTo>
                <a:cubicBezTo>
                  <a:pt x="247925" y="57591"/>
                  <a:pt x="250593" y="51996"/>
                  <a:pt x="250593" y="46572"/>
                </a:cubicBezTo>
                <a:cubicBezTo>
                  <a:pt x="250593" y="38825"/>
                  <a:pt x="245772" y="33144"/>
                  <a:pt x="237250" y="30819"/>
                </a:cubicBezTo>
                <a:lnTo>
                  <a:pt x="221496" y="26601"/>
                </a:lnTo>
                <a:cubicBezTo>
                  <a:pt x="213921" y="24535"/>
                  <a:pt x="211167" y="22124"/>
                  <a:pt x="211167" y="17303"/>
                </a:cubicBezTo>
                <a:cubicBezTo>
                  <a:pt x="211167" y="10933"/>
                  <a:pt x="216762" y="6715"/>
                  <a:pt x="225198" y="6715"/>
                </a:cubicBezTo>
                <a:cubicBezTo>
                  <a:pt x="235184" y="6715"/>
                  <a:pt x="240779" y="11191"/>
                  <a:pt x="240866" y="19455"/>
                </a:cubicBezTo>
                <a:lnTo>
                  <a:pt x="248441" y="19455"/>
                </a:lnTo>
                <a:close/>
                <a:moveTo>
                  <a:pt x="298371" y="43645"/>
                </a:moveTo>
                <a:cubicBezTo>
                  <a:pt x="298371" y="36758"/>
                  <a:pt x="297854" y="32626"/>
                  <a:pt x="296562" y="29270"/>
                </a:cubicBezTo>
                <a:cubicBezTo>
                  <a:pt x="293636" y="21865"/>
                  <a:pt x="286749" y="17390"/>
                  <a:pt x="278313" y="17390"/>
                </a:cubicBezTo>
                <a:cubicBezTo>
                  <a:pt x="265744" y="17390"/>
                  <a:pt x="257652" y="26945"/>
                  <a:pt x="257652" y="41838"/>
                </a:cubicBezTo>
                <a:cubicBezTo>
                  <a:pt x="257652" y="56731"/>
                  <a:pt x="265400" y="65770"/>
                  <a:pt x="278141" y="65770"/>
                </a:cubicBezTo>
                <a:cubicBezTo>
                  <a:pt x="288471" y="65770"/>
                  <a:pt x="295615" y="59915"/>
                  <a:pt x="297424" y="50102"/>
                </a:cubicBezTo>
                <a:lnTo>
                  <a:pt x="290193" y="50102"/>
                </a:lnTo>
                <a:cubicBezTo>
                  <a:pt x="288212" y="56041"/>
                  <a:pt x="284166" y="59141"/>
                  <a:pt x="278399" y="59141"/>
                </a:cubicBezTo>
                <a:cubicBezTo>
                  <a:pt x="273837" y="59141"/>
                  <a:pt x="269963" y="57075"/>
                  <a:pt x="267553" y="53287"/>
                </a:cubicBezTo>
                <a:cubicBezTo>
                  <a:pt x="265831" y="50704"/>
                  <a:pt x="265228" y="48122"/>
                  <a:pt x="265142" y="43645"/>
                </a:cubicBezTo>
                <a:lnTo>
                  <a:pt x="298371" y="43645"/>
                </a:lnTo>
                <a:moveTo>
                  <a:pt x="265314" y="37792"/>
                </a:moveTo>
                <a:cubicBezTo>
                  <a:pt x="265916" y="29442"/>
                  <a:pt x="270995" y="24018"/>
                  <a:pt x="278227" y="24018"/>
                </a:cubicBezTo>
                <a:cubicBezTo>
                  <a:pt x="285544" y="24018"/>
                  <a:pt x="290623" y="29699"/>
                  <a:pt x="290623" y="37792"/>
                </a:cubicBezTo>
                <a:lnTo>
                  <a:pt x="265314" y="37792"/>
                </a:lnTo>
                <a:close/>
                <a:moveTo>
                  <a:pt x="348127" y="59571"/>
                </a:moveTo>
                <a:cubicBezTo>
                  <a:pt x="347354" y="59743"/>
                  <a:pt x="347008" y="59743"/>
                  <a:pt x="346579" y="59743"/>
                </a:cubicBezTo>
                <a:cubicBezTo>
                  <a:pt x="344082" y="59743"/>
                  <a:pt x="342705" y="58452"/>
                  <a:pt x="342705" y="56214"/>
                </a:cubicBezTo>
                <a:lnTo>
                  <a:pt x="342705" y="29699"/>
                </a:lnTo>
                <a:cubicBezTo>
                  <a:pt x="342705" y="21693"/>
                  <a:pt x="336850" y="17390"/>
                  <a:pt x="325746" y="17390"/>
                </a:cubicBezTo>
                <a:cubicBezTo>
                  <a:pt x="319118" y="17390"/>
                  <a:pt x="313866" y="19283"/>
                  <a:pt x="310767" y="22640"/>
                </a:cubicBezTo>
                <a:cubicBezTo>
                  <a:pt x="308701" y="24965"/>
                  <a:pt x="307839" y="27548"/>
                  <a:pt x="307667" y="32024"/>
                </a:cubicBezTo>
                <a:lnTo>
                  <a:pt x="314898" y="32024"/>
                </a:lnTo>
                <a:cubicBezTo>
                  <a:pt x="315501" y="26514"/>
                  <a:pt x="318773" y="24018"/>
                  <a:pt x="325487" y="24018"/>
                </a:cubicBezTo>
                <a:cubicBezTo>
                  <a:pt x="332030" y="24018"/>
                  <a:pt x="335559" y="26429"/>
                  <a:pt x="335559" y="30733"/>
                </a:cubicBezTo>
                <a:lnTo>
                  <a:pt x="335559" y="32626"/>
                </a:lnTo>
                <a:cubicBezTo>
                  <a:pt x="335474" y="35726"/>
                  <a:pt x="333924" y="36845"/>
                  <a:pt x="328069" y="37620"/>
                </a:cubicBezTo>
                <a:cubicBezTo>
                  <a:pt x="317912" y="38911"/>
                  <a:pt x="316362" y="39256"/>
                  <a:pt x="313607" y="40375"/>
                </a:cubicBezTo>
                <a:cubicBezTo>
                  <a:pt x="308357" y="42613"/>
                  <a:pt x="305688" y="46572"/>
                  <a:pt x="305688" y="52427"/>
                </a:cubicBezTo>
                <a:cubicBezTo>
                  <a:pt x="305688" y="60605"/>
                  <a:pt x="311369" y="65770"/>
                  <a:pt x="320494" y="65770"/>
                </a:cubicBezTo>
                <a:cubicBezTo>
                  <a:pt x="326177" y="65770"/>
                  <a:pt x="330739" y="63789"/>
                  <a:pt x="335818" y="59141"/>
                </a:cubicBezTo>
                <a:cubicBezTo>
                  <a:pt x="336334" y="63789"/>
                  <a:pt x="338573" y="65770"/>
                  <a:pt x="343221" y="65770"/>
                </a:cubicBezTo>
                <a:cubicBezTo>
                  <a:pt x="344770" y="65770"/>
                  <a:pt x="345717" y="65598"/>
                  <a:pt x="348127" y="64995"/>
                </a:cubicBezTo>
                <a:lnTo>
                  <a:pt x="348127" y="59571"/>
                </a:lnTo>
                <a:moveTo>
                  <a:pt x="335559" y="49585"/>
                </a:moveTo>
                <a:cubicBezTo>
                  <a:pt x="335559" y="51996"/>
                  <a:pt x="334871" y="53459"/>
                  <a:pt x="332718" y="55439"/>
                </a:cubicBezTo>
                <a:cubicBezTo>
                  <a:pt x="329791" y="58108"/>
                  <a:pt x="326262" y="59486"/>
                  <a:pt x="322044" y="59486"/>
                </a:cubicBezTo>
                <a:cubicBezTo>
                  <a:pt x="316448" y="59486"/>
                  <a:pt x="313178" y="56816"/>
                  <a:pt x="313178" y="52254"/>
                </a:cubicBezTo>
                <a:cubicBezTo>
                  <a:pt x="313178" y="47519"/>
                  <a:pt x="316276" y="45109"/>
                  <a:pt x="324024" y="43990"/>
                </a:cubicBezTo>
                <a:cubicBezTo>
                  <a:pt x="331686" y="42957"/>
                  <a:pt x="333149" y="42613"/>
                  <a:pt x="335559" y="41494"/>
                </a:cubicBezTo>
                <a:lnTo>
                  <a:pt x="335559" y="49585"/>
                </a:lnTo>
                <a:close/>
                <a:moveTo>
                  <a:pt x="355530" y="18681"/>
                </a:moveTo>
                <a:lnTo>
                  <a:pt x="355530" y="63789"/>
                </a:lnTo>
                <a:lnTo>
                  <a:pt x="362763" y="63789"/>
                </a:lnTo>
                <a:lnTo>
                  <a:pt x="362763" y="40375"/>
                </a:lnTo>
                <a:cubicBezTo>
                  <a:pt x="362848" y="29527"/>
                  <a:pt x="367325" y="24707"/>
                  <a:pt x="377225" y="24965"/>
                </a:cubicBezTo>
                <a:lnTo>
                  <a:pt x="377225" y="17648"/>
                </a:lnTo>
                <a:cubicBezTo>
                  <a:pt x="376019" y="17476"/>
                  <a:pt x="375331" y="17390"/>
                  <a:pt x="374469" y="17390"/>
                </a:cubicBezTo>
                <a:cubicBezTo>
                  <a:pt x="369820" y="17390"/>
                  <a:pt x="366292" y="20145"/>
                  <a:pt x="362160" y="26858"/>
                </a:cubicBezTo>
                <a:lnTo>
                  <a:pt x="362160" y="18681"/>
                </a:lnTo>
                <a:lnTo>
                  <a:pt x="355530" y="18681"/>
                </a:lnTo>
                <a:close/>
                <a:moveTo>
                  <a:pt x="419062" y="33832"/>
                </a:moveTo>
                <a:cubicBezTo>
                  <a:pt x="418718" y="29442"/>
                  <a:pt x="417771" y="26601"/>
                  <a:pt x="416048" y="24104"/>
                </a:cubicBezTo>
                <a:cubicBezTo>
                  <a:pt x="412950" y="19886"/>
                  <a:pt x="407526" y="17390"/>
                  <a:pt x="401242" y="17390"/>
                </a:cubicBezTo>
                <a:cubicBezTo>
                  <a:pt x="389018" y="17390"/>
                  <a:pt x="381184" y="27032"/>
                  <a:pt x="381184" y="42010"/>
                </a:cubicBezTo>
                <a:cubicBezTo>
                  <a:pt x="381184" y="56558"/>
                  <a:pt x="388931" y="65770"/>
                  <a:pt x="401157" y="65770"/>
                </a:cubicBezTo>
                <a:cubicBezTo>
                  <a:pt x="411917" y="65770"/>
                  <a:pt x="418718" y="59314"/>
                  <a:pt x="419578" y="48294"/>
                </a:cubicBezTo>
                <a:lnTo>
                  <a:pt x="412347" y="48294"/>
                </a:lnTo>
                <a:cubicBezTo>
                  <a:pt x="411142" y="55525"/>
                  <a:pt x="407441" y="59141"/>
                  <a:pt x="401329" y="59141"/>
                </a:cubicBezTo>
                <a:cubicBezTo>
                  <a:pt x="393408" y="59141"/>
                  <a:pt x="388674" y="52684"/>
                  <a:pt x="388674" y="42010"/>
                </a:cubicBezTo>
                <a:cubicBezTo>
                  <a:pt x="388674" y="30733"/>
                  <a:pt x="393323" y="24018"/>
                  <a:pt x="401157" y="24018"/>
                </a:cubicBezTo>
                <a:cubicBezTo>
                  <a:pt x="407182" y="24018"/>
                  <a:pt x="410970" y="27548"/>
                  <a:pt x="411831" y="33832"/>
                </a:cubicBezTo>
                <a:lnTo>
                  <a:pt x="419062" y="33832"/>
                </a:lnTo>
                <a:close/>
                <a:moveTo>
                  <a:pt x="428015" y="1034"/>
                </a:moveTo>
                <a:lnTo>
                  <a:pt x="428015" y="63789"/>
                </a:lnTo>
                <a:lnTo>
                  <a:pt x="435160" y="63789"/>
                </a:lnTo>
                <a:lnTo>
                  <a:pt x="435160" y="38911"/>
                </a:lnTo>
                <a:cubicBezTo>
                  <a:pt x="435160" y="29699"/>
                  <a:pt x="439981" y="23674"/>
                  <a:pt x="447384" y="23674"/>
                </a:cubicBezTo>
                <a:cubicBezTo>
                  <a:pt x="449795" y="23674"/>
                  <a:pt x="452033" y="24362"/>
                  <a:pt x="453754" y="25654"/>
                </a:cubicBezTo>
                <a:cubicBezTo>
                  <a:pt x="455820" y="27204"/>
                  <a:pt x="456682" y="29355"/>
                  <a:pt x="456682" y="32541"/>
                </a:cubicBezTo>
                <a:lnTo>
                  <a:pt x="456682" y="63789"/>
                </a:lnTo>
                <a:lnTo>
                  <a:pt x="463826" y="63789"/>
                </a:lnTo>
                <a:lnTo>
                  <a:pt x="463826" y="29699"/>
                </a:lnTo>
                <a:cubicBezTo>
                  <a:pt x="463826" y="22124"/>
                  <a:pt x="458402" y="17390"/>
                  <a:pt x="449622" y="17390"/>
                </a:cubicBezTo>
                <a:cubicBezTo>
                  <a:pt x="443252" y="17390"/>
                  <a:pt x="439378" y="19370"/>
                  <a:pt x="435160" y="24879"/>
                </a:cubicBezTo>
                <a:lnTo>
                  <a:pt x="435160" y="1034"/>
                </a:lnTo>
                <a:lnTo>
                  <a:pt x="428015" y="1034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placeholder=“search”">
            <a:extLst xmlns:a="http://schemas.openxmlformats.org/drawingml/2006/main">
              <a:ext uri="{FF2B5EF4-FFF2-40B4-BE49-F238E27FC236}">
                <a16:creationId xmlns:a16="http://schemas.microsoft.com/office/drawing/2014/main" id="{533066CE-B437-4817-9395-F67EE3E6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02" y="1858146"/>
            <a:ext cx="801985" cy="81522"/>
          </a:xfrm>
          <a:custGeom xmlns:a="http://schemas.openxmlformats.org/drawingml/2006/main">
            <a:pathLst>
              <a:path w="801985" h="81522">
                <a:moveTo>
                  <a:pt x="0" y="81522"/>
                </a:moveTo>
                <a:lnTo>
                  <a:pt x="7231" y="81522"/>
                </a:lnTo>
                <a:lnTo>
                  <a:pt x="7231" y="58021"/>
                </a:lnTo>
                <a:cubicBezTo>
                  <a:pt x="11019" y="62670"/>
                  <a:pt x="15237" y="64736"/>
                  <a:pt x="21092" y="64736"/>
                </a:cubicBezTo>
                <a:cubicBezTo>
                  <a:pt x="32799" y="64736"/>
                  <a:pt x="40375" y="55352"/>
                  <a:pt x="40375" y="40976"/>
                </a:cubicBezTo>
                <a:cubicBezTo>
                  <a:pt x="40375" y="25824"/>
                  <a:pt x="32972" y="16356"/>
                  <a:pt x="21005" y="16356"/>
                </a:cubicBezTo>
                <a:cubicBezTo>
                  <a:pt x="14893" y="16356"/>
                  <a:pt x="9987" y="19111"/>
                  <a:pt x="6630" y="24448"/>
                </a:cubicBezTo>
                <a:lnTo>
                  <a:pt x="6630" y="17648"/>
                </a:lnTo>
                <a:lnTo>
                  <a:pt x="0" y="17648"/>
                </a:lnTo>
                <a:lnTo>
                  <a:pt x="0" y="81522"/>
                </a:lnTo>
                <a:moveTo>
                  <a:pt x="19801" y="23070"/>
                </a:moveTo>
                <a:cubicBezTo>
                  <a:pt x="27720" y="23070"/>
                  <a:pt x="32885" y="30044"/>
                  <a:pt x="32885" y="40804"/>
                </a:cubicBezTo>
                <a:cubicBezTo>
                  <a:pt x="32885" y="51049"/>
                  <a:pt x="27635" y="58021"/>
                  <a:pt x="19801" y="58021"/>
                </a:cubicBezTo>
                <a:cubicBezTo>
                  <a:pt x="12139" y="58021"/>
                  <a:pt x="7231" y="51134"/>
                  <a:pt x="7231" y="40545"/>
                </a:cubicBezTo>
                <a:cubicBezTo>
                  <a:pt x="7231" y="29957"/>
                  <a:pt x="12139" y="23070"/>
                  <a:pt x="19801" y="23070"/>
                </a:cubicBezTo>
                <a:close/>
                <a:moveTo>
                  <a:pt x="56300" y="0"/>
                </a:moveTo>
                <a:lnTo>
                  <a:pt x="49069" y="0"/>
                </a:lnTo>
                <a:lnTo>
                  <a:pt x="49069" y="62755"/>
                </a:lnTo>
                <a:lnTo>
                  <a:pt x="56300" y="62755"/>
                </a:lnTo>
                <a:lnTo>
                  <a:pt x="56300" y="0"/>
                </a:lnTo>
                <a:close/>
                <a:moveTo>
                  <a:pt x="107779" y="58537"/>
                </a:moveTo>
                <a:cubicBezTo>
                  <a:pt x="107005" y="58709"/>
                  <a:pt x="106660" y="58709"/>
                  <a:pt x="106230" y="58709"/>
                </a:cubicBezTo>
                <a:cubicBezTo>
                  <a:pt x="103733" y="58709"/>
                  <a:pt x="102356" y="57418"/>
                  <a:pt x="102356" y="55180"/>
                </a:cubicBezTo>
                <a:lnTo>
                  <a:pt x="102356" y="28666"/>
                </a:lnTo>
                <a:cubicBezTo>
                  <a:pt x="102356" y="20660"/>
                  <a:pt x="96502" y="16356"/>
                  <a:pt x="85397" y="16356"/>
                </a:cubicBezTo>
                <a:cubicBezTo>
                  <a:pt x="78769" y="16356"/>
                  <a:pt x="73517" y="18249"/>
                  <a:pt x="70419" y="21607"/>
                </a:cubicBezTo>
                <a:cubicBezTo>
                  <a:pt x="68352" y="23932"/>
                  <a:pt x="67491" y="26514"/>
                  <a:pt x="67319" y="30991"/>
                </a:cubicBezTo>
                <a:lnTo>
                  <a:pt x="74550" y="30991"/>
                </a:lnTo>
                <a:cubicBezTo>
                  <a:pt x="75153" y="25480"/>
                  <a:pt x="78425" y="22985"/>
                  <a:pt x="85138" y="22985"/>
                </a:cubicBezTo>
                <a:cubicBezTo>
                  <a:pt x="91681" y="22985"/>
                  <a:pt x="95211" y="25395"/>
                  <a:pt x="95211" y="29699"/>
                </a:cubicBezTo>
                <a:lnTo>
                  <a:pt x="95211" y="31592"/>
                </a:lnTo>
                <a:cubicBezTo>
                  <a:pt x="95125" y="34692"/>
                  <a:pt x="93575" y="35811"/>
                  <a:pt x="87721" y="36586"/>
                </a:cubicBezTo>
                <a:cubicBezTo>
                  <a:pt x="77563" y="37878"/>
                  <a:pt x="76013" y="38222"/>
                  <a:pt x="73259" y="39341"/>
                </a:cubicBezTo>
                <a:cubicBezTo>
                  <a:pt x="68008" y="41579"/>
                  <a:pt x="65339" y="45538"/>
                  <a:pt x="65339" y="51393"/>
                </a:cubicBezTo>
                <a:cubicBezTo>
                  <a:pt x="65339" y="59571"/>
                  <a:pt x="71020" y="64736"/>
                  <a:pt x="80146" y="64736"/>
                </a:cubicBezTo>
                <a:cubicBezTo>
                  <a:pt x="85828" y="64736"/>
                  <a:pt x="90390" y="62755"/>
                  <a:pt x="95469" y="58108"/>
                </a:cubicBezTo>
                <a:cubicBezTo>
                  <a:pt x="95986" y="62755"/>
                  <a:pt x="98224" y="64736"/>
                  <a:pt x="102873" y="64736"/>
                </a:cubicBezTo>
                <a:cubicBezTo>
                  <a:pt x="104421" y="64736"/>
                  <a:pt x="105368" y="64564"/>
                  <a:pt x="107779" y="63961"/>
                </a:cubicBezTo>
                <a:lnTo>
                  <a:pt x="107779" y="58537"/>
                </a:lnTo>
                <a:moveTo>
                  <a:pt x="95211" y="48552"/>
                </a:moveTo>
                <a:cubicBezTo>
                  <a:pt x="95211" y="50962"/>
                  <a:pt x="94522" y="52425"/>
                  <a:pt x="92369" y="54405"/>
                </a:cubicBezTo>
                <a:cubicBezTo>
                  <a:pt x="89443" y="57074"/>
                  <a:pt x="85913" y="58452"/>
                  <a:pt x="81696" y="58452"/>
                </a:cubicBezTo>
                <a:cubicBezTo>
                  <a:pt x="76100" y="58452"/>
                  <a:pt x="72829" y="55783"/>
                  <a:pt x="72829" y="51221"/>
                </a:cubicBezTo>
                <a:cubicBezTo>
                  <a:pt x="72829" y="46485"/>
                  <a:pt x="75928" y="44075"/>
                  <a:pt x="83675" y="42956"/>
                </a:cubicBezTo>
                <a:cubicBezTo>
                  <a:pt x="91337" y="41923"/>
                  <a:pt x="92800" y="41579"/>
                  <a:pt x="95211" y="40460"/>
                </a:cubicBezTo>
                <a:lnTo>
                  <a:pt x="95211" y="48552"/>
                </a:lnTo>
                <a:close/>
                <a:moveTo>
                  <a:pt x="150133" y="32798"/>
                </a:moveTo>
                <a:cubicBezTo>
                  <a:pt x="149789" y="28408"/>
                  <a:pt x="148842" y="25567"/>
                  <a:pt x="147120" y="23070"/>
                </a:cubicBezTo>
                <a:cubicBezTo>
                  <a:pt x="144021" y="18852"/>
                  <a:pt x="138597" y="16356"/>
                  <a:pt x="132313" y="16356"/>
                </a:cubicBezTo>
                <a:cubicBezTo>
                  <a:pt x="120089" y="16356"/>
                  <a:pt x="112255" y="25998"/>
                  <a:pt x="112255" y="40976"/>
                </a:cubicBezTo>
                <a:cubicBezTo>
                  <a:pt x="112255" y="55524"/>
                  <a:pt x="120003" y="64736"/>
                  <a:pt x="132228" y="64736"/>
                </a:cubicBezTo>
                <a:cubicBezTo>
                  <a:pt x="142989" y="64736"/>
                  <a:pt x="149789" y="58280"/>
                  <a:pt x="150649" y="47260"/>
                </a:cubicBezTo>
                <a:lnTo>
                  <a:pt x="143418" y="47260"/>
                </a:lnTo>
                <a:cubicBezTo>
                  <a:pt x="142214" y="54491"/>
                  <a:pt x="138512" y="58108"/>
                  <a:pt x="132400" y="58108"/>
                </a:cubicBezTo>
                <a:cubicBezTo>
                  <a:pt x="124479" y="58108"/>
                  <a:pt x="119745" y="51650"/>
                  <a:pt x="119745" y="40976"/>
                </a:cubicBezTo>
                <a:cubicBezTo>
                  <a:pt x="119745" y="29699"/>
                  <a:pt x="124394" y="22985"/>
                  <a:pt x="132228" y="22985"/>
                </a:cubicBezTo>
                <a:cubicBezTo>
                  <a:pt x="138253" y="22985"/>
                  <a:pt x="142041" y="26514"/>
                  <a:pt x="142902" y="32798"/>
                </a:cubicBezTo>
                <a:lnTo>
                  <a:pt x="150133" y="32798"/>
                </a:lnTo>
                <a:close/>
                <a:moveTo>
                  <a:pt x="197050" y="42612"/>
                </a:moveTo>
                <a:cubicBezTo>
                  <a:pt x="197050" y="35725"/>
                  <a:pt x="196532" y="31592"/>
                  <a:pt x="195241" y="28236"/>
                </a:cubicBezTo>
                <a:cubicBezTo>
                  <a:pt x="192315" y="20832"/>
                  <a:pt x="185428" y="16356"/>
                  <a:pt x="176992" y="16356"/>
                </a:cubicBezTo>
                <a:cubicBezTo>
                  <a:pt x="164423" y="16356"/>
                  <a:pt x="156331" y="25911"/>
                  <a:pt x="156331" y="40804"/>
                </a:cubicBezTo>
                <a:cubicBezTo>
                  <a:pt x="156331" y="55697"/>
                  <a:pt x="164079" y="64736"/>
                  <a:pt x="176820" y="64736"/>
                </a:cubicBezTo>
                <a:cubicBezTo>
                  <a:pt x="187150" y="64736"/>
                  <a:pt x="194294" y="58881"/>
                  <a:pt x="196103" y="49068"/>
                </a:cubicBezTo>
                <a:lnTo>
                  <a:pt x="188872" y="49068"/>
                </a:lnTo>
                <a:cubicBezTo>
                  <a:pt x="186891" y="55008"/>
                  <a:pt x="182845" y="58108"/>
                  <a:pt x="177077" y="58108"/>
                </a:cubicBezTo>
                <a:cubicBezTo>
                  <a:pt x="172515" y="58108"/>
                  <a:pt x="168642" y="56041"/>
                  <a:pt x="166231" y="52253"/>
                </a:cubicBezTo>
                <a:cubicBezTo>
                  <a:pt x="164509" y="49671"/>
                  <a:pt x="163906" y="47088"/>
                  <a:pt x="163821" y="42612"/>
                </a:cubicBezTo>
                <a:lnTo>
                  <a:pt x="197050" y="42612"/>
                </a:lnTo>
                <a:moveTo>
                  <a:pt x="163993" y="36758"/>
                </a:moveTo>
                <a:cubicBezTo>
                  <a:pt x="164595" y="28408"/>
                  <a:pt x="169674" y="22985"/>
                  <a:pt x="176905" y="22985"/>
                </a:cubicBezTo>
                <a:cubicBezTo>
                  <a:pt x="184223" y="22985"/>
                  <a:pt x="189301" y="28666"/>
                  <a:pt x="189301" y="36758"/>
                </a:cubicBezTo>
                <a:lnTo>
                  <a:pt x="163993" y="36758"/>
                </a:lnTo>
                <a:close/>
                <a:moveTo>
                  <a:pt x="206777" y="0"/>
                </a:moveTo>
                <a:lnTo>
                  <a:pt x="206777" y="62755"/>
                </a:lnTo>
                <a:lnTo>
                  <a:pt x="213923" y="62755"/>
                </a:lnTo>
                <a:lnTo>
                  <a:pt x="213923" y="37878"/>
                </a:lnTo>
                <a:cubicBezTo>
                  <a:pt x="213923" y="28666"/>
                  <a:pt x="218743" y="22640"/>
                  <a:pt x="226147" y="22640"/>
                </a:cubicBezTo>
                <a:cubicBezTo>
                  <a:pt x="228557" y="22640"/>
                  <a:pt x="230795" y="23329"/>
                  <a:pt x="232516" y="24620"/>
                </a:cubicBezTo>
                <a:cubicBezTo>
                  <a:pt x="234582" y="26170"/>
                  <a:pt x="235444" y="28322"/>
                  <a:pt x="235444" y="31507"/>
                </a:cubicBezTo>
                <a:lnTo>
                  <a:pt x="235444" y="62755"/>
                </a:lnTo>
                <a:lnTo>
                  <a:pt x="242588" y="62755"/>
                </a:lnTo>
                <a:lnTo>
                  <a:pt x="242588" y="28666"/>
                </a:lnTo>
                <a:cubicBezTo>
                  <a:pt x="242588" y="21090"/>
                  <a:pt x="237165" y="16356"/>
                  <a:pt x="228385" y="16356"/>
                </a:cubicBezTo>
                <a:cubicBezTo>
                  <a:pt x="222014" y="16356"/>
                  <a:pt x="218140" y="18336"/>
                  <a:pt x="213923" y="23845"/>
                </a:cubicBezTo>
                <a:lnTo>
                  <a:pt x="213923" y="0"/>
                </a:lnTo>
                <a:lnTo>
                  <a:pt x="206777" y="0"/>
                </a:lnTo>
                <a:close/>
                <a:moveTo>
                  <a:pt x="271685" y="16356"/>
                </a:moveTo>
                <a:cubicBezTo>
                  <a:pt x="258944" y="16356"/>
                  <a:pt x="251369" y="25395"/>
                  <a:pt x="251369" y="40545"/>
                </a:cubicBezTo>
                <a:cubicBezTo>
                  <a:pt x="251369" y="55783"/>
                  <a:pt x="258944" y="64736"/>
                  <a:pt x="271771" y="64736"/>
                </a:cubicBezTo>
                <a:cubicBezTo>
                  <a:pt x="284511" y="64736"/>
                  <a:pt x="292173" y="55697"/>
                  <a:pt x="292173" y="40890"/>
                </a:cubicBezTo>
                <a:cubicBezTo>
                  <a:pt x="292173" y="25223"/>
                  <a:pt x="284770" y="16356"/>
                  <a:pt x="271685" y="16356"/>
                </a:cubicBezTo>
                <a:moveTo>
                  <a:pt x="271771" y="22985"/>
                </a:moveTo>
                <a:cubicBezTo>
                  <a:pt x="279863" y="22985"/>
                  <a:pt x="284684" y="29613"/>
                  <a:pt x="284684" y="40804"/>
                </a:cubicBezTo>
                <a:cubicBezTo>
                  <a:pt x="284684" y="51478"/>
                  <a:pt x="279691" y="58108"/>
                  <a:pt x="271771" y="58108"/>
                </a:cubicBezTo>
                <a:cubicBezTo>
                  <a:pt x="263765" y="58108"/>
                  <a:pt x="258858" y="51478"/>
                  <a:pt x="258858" y="40545"/>
                </a:cubicBezTo>
                <a:cubicBezTo>
                  <a:pt x="258858" y="29613"/>
                  <a:pt x="263765" y="22985"/>
                  <a:pt x="271771" y="22985"/>
                </a:cubicBezTo>
                <a:close/>
                <a:moveTo>
                  <a:pt x="309218" y="0"/>
                </a:moveTo>
                <a:lnTo>
                  <a:pt x="301987" y="0"/>
                </a:lnTo>
                <a:lnTo>
                  <a:pt x="301987" y="62755"/>
                </a:lnTo>
                <a:lnTo>
                  <a:pt x="309218" y="62755"/>
                </a:lnTo>
                <a:lnTo>
                  <a:pt x="309218" y="0"/>
                </a:lnTo>
                <a:close/>
                <a:moveTo>
                  <a:pt x="357254" y="0"/>
                </a:moveTo>
                <a:lnTo>
                  <a:pt x="350108" y="0"/>
                </a:lnTo>
                <a:lnTo>
                  <a:pt x="350108" y="23329"/>
                </a:lnTo>
                <a:cubicBezTo>
                  <a:pt x="347096" y="18767"/>
                  <a:pt x="342275" y="16356"/>
                  <a:pt x="336249" y="16356"/>
                </a:cubicBezTo>
                <a:cubicBezTo>
                  <a:pt x="324541" y="16356"/>
                  <a:pt x="316879" y="25739"/>
                  <a:pt x="316879" y="40115"/>
                </a:cubicBezTo>
                <a:cubicBezTo>
                  <a:pt x="316879" y="55352"/>
                  <a:pt x="324284" y="64736"/>
                  <a:pt x="336508" y="64736"/>
                </a:cubicBezTo>
                <a:cubicBezTo>
                  <a:pt x="342705" y="64736"/>
                  <a:pt x="347009" y="62411"/>
                  <a:pt x="350883" y="56816"/>
                </a:cubicBezTo>
                <a:lnTo>
                  <a:pt x="350883" y="62755"/>
                </a:lnTo>
                <a:lnTo>
                  <a:pt x="357254" y="62755"/>
                </a:lnTo>
                <a:lnTo>
                  <a:pt x="357254" y="0"/>
                </a:lnTo>
                <a:moveTo>
                  <a:pt x="337455" y="23070"/>
                </a:moveTo>
                <a:cubicBezTo>
                  <a:pt x="345202" y="23070"/>
                  <a:pt x="350108" y="29872"/>
                  <a:pt x="350108" y="40718"/>
                </a:cubicBezTo>
                <a:cubicBezTo>
                  <a:pt x="350108" y="51134"/>
                  <a:pt x="345115" y="58021"/>
                  <a:pt x="337540" y="58021"/>
                </a:cubicBezTo>
                <a:cubicBezTo>
                  <a:pt x="329621" y="58021"/>
                  <a:pt x="324369" y="51049"/>
                  <a:pt x="324369" y="40545"/>
                </a:cubicBezTo>
                <a:cubicBezTo>
                  <a:pt x="324369" y="30044"/>
                  <a:pt x="329621" y="23070"/>
                  <a:pt x="337455" y="23070"/>
                </a:cubicBezTo>
                <a:close/>
                <a:moveTo>
                  <a:pt x="406667" y="42612"/>
                </a:moveTo>
                <a:cubicBezTo>
                  <a:pt x="406667" y="35725"/>
                  <a:pt x="406150" y="31592"/>
                  <a:pt x="404858" y="28236"/>
                </a:cubicBezTo>
                <a:cubicBezTo>
                  <a:pt x="401932" y="20832"/>
                  <a:pt x="395045" y="16356"/>
                  <a:pt x="386609" y="16356"/>
                </a:cubicBezTo>
                <a:cubicBezTo>
                  <a:pt x="374040" y="16356"/>
                  <a:pt x="365948" y="25911"/>
                  <a:pt x="365948" y="40804"/>
                </a:cubicBezTo>
                <a:cubicBezTo>
                  <a:pt x="365948" y="55697"/>
                  <a:pt x="373696" y="64736"/>
                  <a:pt x="386437" y="64736"/>
                </a:cubicBezTo>
                <a:cubicBezTo>
                  <a:pt x="396767" y="64736"/>
                  <a:pt x="403911" y="58881"/>
                  <a:pt x="405720" y="49068"/>
                </a:cubicBezTo>
                <a:lnTo>
                  <a:pt x="398489" y="49068"/>
                </a:lnTo>
                <a:cubicBezTo>
                  <a:pt x="396508" y="55008"/>
                  <a:pt x="392462" y="58108"/>
                  <a:pt x="386695" y="58108"/>
                </a:cubicBezTo>
                <a:cubicBezTo>
                  <a:pt x="382133" y="58108"/>
                  <a:pt x="378259" y="56041"/>
                  <a:pt x="375849" y="52253"/>
                </a:cubicBezTo>
                <a:cubicBezTo>
                  <a:pt x="374127" y="49671"/>
                  <a:pt x="373524" y="47088"/>
                  <a:pt x="373438" y="42612"/>
                </a:cubicBezTo>
                <a:lnTo>
                  <a:pt x="406667" y="42612"/>
                </a:lnTo>
                <a:moveTo>
                  <a:pt x="373610" y="36758"/>
                </a:moveTo>
                <a:cubicBezTo>
                  <a:pt x="374212" y="28408"/>
                  <a:pt x="379291" y="22985"/>
                  <a:pt x="386523" y="22985"/>
                </a:cubicBezTo>
                <a:cubicBezTo>
                  <a:pt x="393840" y="22985"/>
                  <a:pt x="398919" y="28666"/>
                  <a:pt x="398919" y="36758"/>
                </a:cubicBezTo>
                <a:lnTo>
                  <a:pt x="373610" y="36758"/>
                </a:lnTo>
                <a:close/>
                <a:moveTo>
                  <a:pt x="415963" y="17648"/>
                </a:moveTo>
                <a:lnTo>
                  <a:pt x="415963" y="62755"/>
                </a:lnTo>
                <a:lnTo>
                  <a:pt x="423196" y="62755"/>
                </a:lnTo>
                <a:lnTo>
                  <a:pt x="423196" y="39341"/>
                </a:lnTo>
                <a:cubicBezTo>
                  <a:pt x="423281" y="28494"/>
                  <a:pt x="427758" y="23673"/>
                  <a:pt x="437658" y="23932"/>
                </a:cubicBezTo>
                <a:lnTo>
                  <a:pt x="437658" y="16614"/>
                </a:lnTo>
                <a:cubicBezTo>
                  <a:pt x="436452" y="16442"/>
                  <a:pt x="435764" y="16356"/>
                  <a:pt x="434902" y="16356"/>
                </a:cubicBezTo>
                <a:cubicBezTo>
                  <a:pt x="430253" y="16356"/>
                  <a:pt x="426725" y="19111"/>
                  <a:pt x="422593" y="25824"/>
                </a:cubicBezTo>
                <a:lnTo>
                  <a:pt x="422593" y="17648"/>
                </a:lnTo>
                <a:lnTo>
                  <a:pt x="415963" y="17648"/>
                </a:lnTo>
                <a:close/>
                <a:moveTo>
                  <a:pt x="485213" y="32367"/>
                </a:moveTo>
                <a:lnTo>
                  <a:pt x="443547" y="32367"/>
                </a:lnTo>
                <a:lnTo>
                  <a:pt x="443547" y="38394"/>
                </a:lnTo>
                <a:lnTo>
                  <a:pt x="485213" y="38394"/>
                </a:lnTo>
                <a:lnTo>
                  <a:pt x="485213" y="32367"/>
                </a:lnTo>
                <a:moveTo>
                  <a:pt x="485213" y="47174"/>
                </a:moveTo>
                <a:lnTo>
                  <a:pt x="443547" y="47174"/>
                </a:lnTo>
                <a:lnTo>
                  <a:pt x="443547" y="53200"/>
                </a:lnTo>
                <a:lnTo>
                  <a:pt x="485213" y="53200"/>
                </a:lnTo>
                <a:lnTo>
                  <a:pt x="485213" y="47174"/>
                </a:lnTo>
                <a:close/>
                <a:moveTo>
                  <a:pt x="500629" y="11474"/>
                </a:moveTo>
                <a:lnTo>
                  <a:pt x="500629" y="20301"/>
                </a:lnTo>
                <a:lnTo>
                  <a:pt x="492517" y="20301"/>
                </a:lnTo>
                <a:lnTo>
                  <a:pt x="492517" y="13365"/>
                </a:lnTo>
                <a:cubicBezTo>
                  <a:pt x="492517" y="9610"/>
                  <a:pt x="492965" y="6892"/>
                  <a:pt x="493862" y="5211"/>
                </a:cubicBezTo>
                <a:cubicBezTo>
                  <a:pt x="495039" y="2969"/>
                  <a:pt x="496902" y="1274"/>
                  <a:pt x="499452" y="125"/>
                </a:cubicBezTo>
                <a:lnTo>
                  <a:pt x="501302" y="3067"/>
                </a:lnTo>
                <a:cubicBezTo>
                  <a:pt x="499761" y="3708"/>
                  <a:pt x="498626" y="4663"/>
                  <a:pt x="497897" y="5932"/>
                </a:cubicBezTo>
                <a:cubicBezTo>
                  <a:pt x="497169" y="7201"/>
                  <a:pt x="496762" y="9048"/>
                  <a:pt x="496678" y="11474"/>
                </a:cubicBezTo>
                <a:lnTo>
                  <a:pt x="500629" y="11474"/>
                </a:lnTo>
                <a:moveTo>
                  <a:pt x="513660" y="11474"/>
                </a:moveTo>
                <a:lnTo>
                  <a:pt x="513660" y="20301"/>
                </a:lnTo>
                <a:lnTo>
                  <a:pt x="505547" y="20301"/>
                </a:lnTo>
                <a:lnTo>
                  <a:pt x="505547" y="13365"/>
                </a:lnTo>
                <a:cubicBezTo>
                  <a:pt x="505547" y="9610"/>
                  <a:pt x="505996" y="6892"/>
                  <a:pt x="506892" y="5211"/>
                </a:cubicBezTo>
                <a:cubicBezTo>
                  <a:pt x="508069" y="2969"/>
                  <a:pt x="509933" y="1274"/>
                  <a:pt x="512483" y="125"/>
                </a:cubicBezTo>
                <a:lnTo>
                  <a:pt x="514332" y="3067"/>
                </a:lnTo>
                <a:cubicBezTo>
                  <a:pt x="512791" y="3708"/>
                  <a:pt x="511656" y="4663"/>
                  <a:pt x="510928" y="5932"/>
                </a:cubicBezTo>
                <a:cubicBezTo>
                  <a:pt x="510199" y="7201"/>
                  <a:pt x="509793" y="9048"/>
                  <a:pt x="509709" y="11474"/>
                </a:cubicBezTo>
                <a:lnTo>
                  <a:pt x="513660" y="11474"/>
                </a:lnTo>
                <a:close/>
                <a:moveTo>
                  <a:pt x="520717" y="49388"/>
                </a:moveTo>
                <a:lnTo>
                  <a:pt x="528199" y="48211"/>
                </a:lnTo>
                <a:cubicBezTo>
                  <a:pt x="528619" y="51197"/>
                  <a:pt x="529789" y="53484"/>
                  <a:pt x="531709" y="55075"/>
                </a:cubicBezTo>
                <a:cubicBezTo>
                  <a:pt x="533628" y="56664"/>
                  <a:pt x="536311" y="57459"/>
                  <a:pt x="539758" y="57459"/>
                </a:cubicBezTo>
                <a:cubicBezTo>
                  <a:pt x="543233" y="57459"/>
                  <a:pt x="545811" y="56757"/>
                  <a:pt x="547492" y="55353"/>
                </a:cubicBezTo>
                <a:cubicBezTo>
                  <a:pt x="549174" y="53949"/>
                  <a:pt x="550014" y="52301"/>
                  <a:pt x="550014" y="50412"/>
                </a:cubicBezTo>
                <a:cubicBezTo>
                  <a:pt x="550014" y="48715"/>
                  <a:pt x="549272" y="47381"/>
                  <a:pt x="547787" y="46408"/>
                </a:cubicBezTo>
                <a:cubicBezTo>
                  <a:pt x="546750" y="45741"/>
                  <a:pt x="544172" y="44892"/>
                  <a:pt x="540052" y="43864"/>
                </a:cubicBezTo>
                <a:cubicBezTo>
                  <a:pt x="534504" y="42462"/>
                  <a:pt x="530658" y="41249"/>
                  <a:pt x="528514" y="40225"/>
                </a:cubicBezTo>
                <a:cubicBezTo>
                  <a:pt x="526370" y="39201"/>
                  <a:pt x="524745" y="37785"/>
                  <a:pt x="523638" y="35976"/>
                </a:cubicBezTo>
                <a:cubicBezTo>
                  <a:pt x="522531" y="34166"/>
                  <a:pt x="521978" y="32168"/>
                  <a:pt x="521978" y="29981"/>
                </a:cubicBezTo>
                <a:cubicBezTo>
                  <a:pt x="521978" y="27989"/>
                  <a:pt x="522433" y="26145"/>
                  <a:pt x="523344" y="24448"/>
                </a:cubicBezTo>
                <a:cubicBezTo>
                  <a:pt x="524255" y="22751"/>
                  <a:pt x="525495" y="21341"/>
                  <a:pt x="527064" y="20220"/>
                </a:cubicBezTo>
                <a:cubicBezTo>
                  <a:pt x="528241" y="19350"/>
                  <a:pt x="529845" y="18614"/>
                  <a:pt x="531877" y="18011"/>
                </a:cubicBezTo>
                <a:cubicBezTo>
                  <a:pt x="533909" y="17408"/>
                  <a:pt x="536087" y="17106"/>
                  <a:pt x="538413" y="17106"/>
                </a:cubicBezTo>
                <a:cubicBezTo>
                  <a:pt x="541916" y="17106"/>
                  <a:pt x="544991" y="17614"/>
                  <a:pt x="547640" y="18630"/>
                </a:cubicBezTo>
                <a:cubicBezTo>
                  <a:pt x="550288" y="19645"/>
                  <a:pt x="552242" y="21020"/>
                  <a:pt x="553503" y="22756"/>
                </a:cubicBezTo>
                <a:cubicBezTo>
                  <a:pt x="554764" y="24491"/>
                  <a:pt x="555633" y="26811"/>
                  <a:pt x="556109" y="29717"/>
                </a:cubicBezTo>
                <a:lnTo>
                  <a:pt x="548711" y="30725"/>
                </a:lnTo>
                <a:cubicBezTo>
                  <a:pt x="548375" y="28427"/>
                  <a:pt x="547401" y="26634"/>
                  <a:pt x="545790" y="25345"/>
                </a:cubicBezTo>
                <a:cubicBezTo>
                  <a:pt x="544179" y="24056"/>
                  <a:pt x="541902" y="23411"/>
                  <a:pt x="538960" y="23411"/>
                </a:cubicBezTo>
                <a:cubicBezTo>
                  <a:pt x="535485" y="23411"/>
                  <a:pt x="533005" y="23983"/>
                  <a:pt x="531520" y="25127"/>
                </a:cubicBezTo>
                <a:cubicBezTo>
                  <a:pt x="530034" y="26270"/>
                  <a:pt x="529292" y="27608"/>
                  <a:pt x="529292" y="29143"/>
                </a:cubicBezTo>
                <a:cubicBezTo>
                  <a:pt x="529292" y="30118"/>
                  <a:pt x="529600" y="30996"/>
                  <a:pt x="530217" y="31778"/>
                </a:cubicBezTo>
                <a:cubicBezTo>
                  <a:pt x="530833" y="32586"/>
                  <a:pt x="531800" y="33255"/>
                  <a:pt x="533117" y="33785"/>
                </a:cubicBezTo>
                <a:cubicBezTo>
                  <a:pt x="533874" y="34064"/>
                  <a:pt x="536101" y="34705"/>
                  <a:pt x="539800" y="35709"/>
                </a:cubicBezTo>
                <a:cubicBezTo>
                  <a:pt x="545153" y="37137"/>
                  <a:pt x="548887" y="38306"/>
                  <a:pt x="551002" y="39216"/>
                </a:cubicBezTo>
                <a:cubicBezTo>
                  <a:pt x="553118" y="40126"/>
                  <a:pt x="554778" y="41449"/>
                  <a:pt x="555983" y="43186"/>
                </a:cubicBezTo>
                <a:cubicBezTo>
                  <a:pt x="557188" y="44921"/>
                  <a:pt x="557791" y="47077"/>
                  <a:pt x="557791" y="49652"/>
                </a:cubicBezTo>
                <a:cubicBezTo>
                  <a:pt x="557791" y="52173"/>
                  <a:pt x="557055" y="54546"/>
                  <a:pt x="555584" y="56772"/>
                </a:cubicBezTo>
                <a:cubicBezTo>
                  <a:pt x="554113" y="58997"/>
                  <a:pt x="551990" y="60719"/>
                  <a:pt x="549216" y="61937"/>
                </a:cubicBezTo>
                <a:cubicBezTo>
                  <a:pt x="546442" y="63155"/>
                  <a:pt x="543303" y="63764"/>
                  <a:pt x="539800" y="63764"/>
                </a:cubicBezTo>
                <a:cubicBezTo>
                  <a:pt x="534000" y="63764"/>
                  <a:pt x="529579" y="62555"/>
                  <a:pt x="526539" y="60138"/>
                </a:cubicBezTo>
                <a:cubicBezTo>
                  <a:pt x="523498" y="57722"/>
                  <a:pt x="521558" y="54138"/>
                  <a:pt x="520717" y="49388"/>
                </a:cubicBezTo>
                <a:close/>
                <a:moveTo>
                  <a:pt x="597775" y="48380"/>
                </a:moveTo>
                <a:lnTo>
                  <a:pt x="605593" y="49346"/>
                </a:lnTo>
                <a:cubicBezTo>
                  <a:pt x="604360" y="53914"/>
                  <a:pt x="602076" y="57459"/>
                  <a:pt x="598742" y="59981"/>
                </a:cubicBezTo>
                <a:cubicBezTo>
                  <a:pt x="595407" y="62503"/>
                  <a:pt x="591148" y="63764"/>
                  <a:pt x="585963" y="63764"/>
                </a:cubicBezTo>
                <a:cubicBezTo>
                  <a:pt x="579434" y="63764"/>
                  <a:pt x="574257" y="61753"/>
                  <a:pt x="570432" y="57732"/>
                </a:cubicBezTo>
                <a:cubicBezTo>
                  <a:pt x="566607" y="53711"/>
                  <a:pt x="564694" y="48071"/>
                  <a:pt x="564694" y="40813"/>
                </a:cubicBezTo>
                <a:cubicBezTo>
                  <a:pt x="564694" y="33303"/>
                  <a:pt x="566628" y="27475"/>
                  <a:pt x="570495" y="23327"/>
                </a:cubicBezTo>
                <a:cubicBezTo>
                  <a:pt x="574362" y="19180"/>
                  <a:pt x="579378" y="17106"/>
                  <a:pt x="585543" y="17106"/>
                </a:cubicBezTo>
                <a:cubicBezTo>
                  <a:pt x="591512" y="17106"/>
                  <a:pt x="596388" y="19135"/>
                  <a:pt x="600171" y="23192"/>
                </a:cubicBezTo>
                <a:cubicBezTo>
                  <a:pt x="603954" y="27248"/>
                  <a:pt x="605845" y="32955"/>
                  <a:pt x="605845" y="40313"/>
                </a:cubicBezTo>
                <a:cubicBezTo>
                  <a:pt x="605845" y="40760"/>
                  <a:pt x="605831" y="41432"/>
                  <a:pt x="605803" y="42327"/>
                </a:cubicBezTo>
                <a:lnTo>
                  <a:pt x="572513" y="42327"/>
                </a:lnTo>
                <a:cubicBezTo>
                  <a:pt x="572793" y="47217"/>
                  <a:pt x="574180" y="50961"/>
                  <a:pt x="576674" y="53560"/>
                </a:cubicBezTo>
                <a:cubicBezTo>
                  <a:pt x="579168" y="56159"/>
                  <a:pt x="582278" y="57459"/>
                  <a:pt x="586005" y="57459"/>
                </a:cubicBezTo>
                <a:cubicBezTo>
                  <a:pt x="588780" y="57459"/>
                  <a:pt x="591148" y="56737"/>
                  <a:pt x="593109" y="55294"/>
                </a:cubicBezTo>
                <a:cubicBezTo>
                  <a:pt x="595071" y="53850"/>
                  <a:pt x="596626" y="51545"/>
                  <a:pt x="597775" y="48380"/>
                </a:cubicBezTo>
                <a:moveTo>
                  <a:pt x="572933" y="36022"/>
                </a:moveTo>
                <a:lnTo>
                  <a:pt x="597859" y="36022"/>
                </a:lnTo>
                <a:cubicBezTo>
                  <a:pt x="597523" y="32328"/>
                  <a:pt x="596570" y="29558"/>
                  <a:pt x="595001" y="27711"/>
                </a:cubicBezTo>
                <a:cubicBezTo>
                  <a:pt x="592591" y="24845"/>
                  <a:pt x="589466" y="23411"/>
                  <a:pt x="585627" y="23411"/>
                </a:cubicBezTo>
                <a:cubicBezTo>
                  <a:pt x="582152" y="23411"/>
                  <a:pt x="579231" y="24556"/>
                  <a:pt x="576863" y="26844"/>
                </a:cubicBezTo>
                <a:cubicBezTo>
                  <a:pt x="574495" y="29131"/>
                  <a:pt x="573185" y="32190"/>
                  <a:pt x="572933" y="36022"/>
                </a:cubicBezTo>
                <a:close/>
                <a:moveTo>
                  <a:pt x="644209" y="57243"/>
                </a:moveTo>
                <a:cubicBezTo>
                  <a:pt x="641407" y="59627"/>
                  <a:pt x="638710" y="61310"/>
                  <a:pt x="636118" y="62291"/>
                </a:cubicBezTo>
                <a:cubicBezTo>
                  <a:pt x="633526" y="63273"/>
                  <a:pt x="630744" y="63764"/>
                  <a:pt x="627774" y="63764"/>
                </a:cubicBezTo>
                <a:cubicBezTo>
                  <a:pt x="622870" y="63764"/>
                  <a:pt x="619101" y="62565"/>
                  <a:pt x="616467" y="60167"/>
                </a:cubicBezTo>
                <a:cubicBezTo>
                  <a:pt x="613833" y="57770"/>
                  <a:pt x="612516" y="54706"/>
                  <a:pt x="612516" y="50976"/>
                </a:cubicBezTo>
                <a:cubicBezTo>
                  <a:pt x="612516" y="48790"/>
                  <a:pt x="613013" y="46792"/>
                  <a:pt x="614008" y="44984"/>
                </a:cubicBezTo>
                <a:cubicBezTo>
                  <a:pt x="615003" y="43175"/>
                  <a:pt x="616306" y="41723"/>
                  <a:pt x="617917" y="40630"/>
                </a:cubicBezTo>
                <a:cubicBezTo>
                  <a:pt x="619528" y="39536"/>
                  <a:pt x="621343" y="38709"/>
                  <a:pt x="623360" y="38148"/>
                </a:cubicBezTo>
                <a:cubicBezTo>
                  <a:pt x="624846" y="37755"/>
                  <a:pt x="627087" y="37376"/>
                  <a:pt x="630086" y="37012"/>
                </a:cubicBezTo>
                <a:cubicBezTo>
                  <a:pt x="636195" y="36289"/>
                  <a:pt x="640692" y="35426"/>
                  <a:pt x="643579" y="34424"/>
                </a:cubicBezTo>
                <a:cubicBezTo>
                  <a:pt x="643607" y="33392"/>
                  <a:pt x="643621" y="32736"/>
                  <a:pt x="643621" y="32457"/>
                </a:cubicBezTo>
                <a:cubicBezTo>
                  <a:pt x="643621" y="29386"/>
                  <a:pt x="642906" y="27222"/>
                  <a:pt x="641477" y="25966"/>
                </a:cubicBezTo>
                <a:cubicBezTo>
                  <a:pt x="639543" y="24263"/>
                  <a:pt x="636671" y="23411"/>
                  <a:pt x="632860" y="23411"/>
                </a:cubicBezTo>
                <a:cubicBezTo>
                  <a:pt x="629301" y="23411"/>
                  <a:pt x="626674" y="24035"/>
                  <a:pt x="624979" y="25282"/>
                </a:cubicBezTo>
                <a:cubicBezTo>
                  <a:pt x="623283" y="26529"/>
                  <a:pt x="622029" y="28736"/>
                  <a:pt x="621217" y="31902"/>
                </a:cubicBezTo>
                <a:lnTo>
                  <a:pt x="613819" y="30893"/>
                </a:lnTo>
                <a:cubicBezTo>
                  <a:pt x="614491" y="27717"/>
                  <a:pt x="615598" y="25152"/>
                  <a:pt x="617139" y="23199"/>
                </a:cubicBezTo>
                <a:cubicBezTo>
                  <a:pt x="618681" y="21245"/>
                  <a:pt x="620908" y="19741"/>
                  <a:pt x="623823" y="18688"/>
                </a:cubicBezTo>
                <a:cubicBezTo>
                  <a:pt x="626737" y="17634"/>
                  <a:pt x="630114" y="17106"/>
                  <a:pt x="633953" y="17106"/>
                </a:cubicBezTo>
                <a:cubicBezTo>
                  <a:pt x="637764" y="17106"/>
                  <a:pt x="640860" y="17555"/>
                  <a:pt x="643242" y="18451"/>
                </a:cubicBezTo>
                <a:cubicBezTo>
                  <a:pt x="645624" y="19348"/>
                  <a:pt x="647376" y="20476"/>
                  <a:pt x="648497" y="21835"/>
                </a:cubicBezTo>
                <a:cubicBezTo>
                  <a:pt x="649617" y="23194"/>
                  <a:pt x="650402" y="24911"/>
                  <a:pt x="650850" y="26984"/>
                </a:cubicBezTo>
                <a:cubicBezTo>
                  <a:pt x="651103" y="28273"/>
                  <a:pt x="651229" y="30599"/>
                  <a:pt x="651229" y="33962"/>
                </a:cubicBezTo>
                <a:lnTo>
                  <a:pt x="651229" y="44050"/>
                </a:lnTo>
                <a:cubicBezTo>
                  <a:pt x="651229" y="51084"/>
                  <a:pt x="651390" y="55532"/>
                  <a:pt x="651712" y="57396"/>
                </a:cubicBezTo>
                <a:cubicBezTo>
                  <a:pt x="652034" y="59259"/>
                  <a:pt x="652672" y="61046"/>
                  <a:pt x="653625" y="62755"/>
                </a:cubicBezTo>
                <a:lnTo>
                  <a:pt x="645722" y="62755"/>
                </a:lnTo>
                <a:cubicBezTo>
                  <a:pt x="644938" y="61184"/>
                  <a:pt x="644433" y="59347"/>
                  <a:pt x="644209" y="57243"/>
                </a:cubicBezTo>
                <a:moveTo>
                  <a:pt x="643579" y="40309"/>
                </a:moveTo>
                <a:cubicBezTo>
                  <a:pt x="640832" y="41440"/>
                  <a:pt x="636713" y="42400"/>
                  <a:pt x="631221" y="43191"/>
                </a:cubicBezTo>
                <a:cubicBezTo>
                  <a:pt x="628110" y="43641"/>
                  <a:pt x="625910" y="44148"/>
                  <a:pt x="624621" y="44711"/>
                </a:cubicBezTo>
                <a:cubicBezTo>
                  <a:pt x="623332" y="45273"/>
                  <a:pt x="622338" y="46096"/>
                  <a:pt x="621637" y="47180"/>
                </a:cubicBezTo>
                <a:cubicBezTo>
                  <a:pt x="620936" y="48263"/>
                  <a:pt x="620586" y="49466"/>
                  <a:pt x="620586" y="50789"/>
                </a:cubicBezTo>
                <a:cubicBezTo>
                  <a:pt x="620586" y="52814"/>
                  <a:pt x="621350" y="54502"/>
                  <a:pt x="622877" y="55854"/>
                </a:cubicBezTo>
                <a:cubicBezTo>
                  <a:pt x="624404" y="57204"/>
                  <a:pt x="626639" y="57879"/>
                  <a:pt x="629581" y="57879"/>
                </a:cubicBezTo>
                <a:cubicBezTo>
                  <a:pt x="632496" y="57879"/>
                  <a:pt x="635088" y="57239"/>
                  <a:pt x="637358" y="55957"/>
                </a:cubicBezTo>
                <a:cubicBezTo>
                  <a:pt x="639627" y="54676"/>
                  <a:pt x="641295" y="52924"/>
                  <a:pt x="642360" y="50699"/>
                </a:cubicBezTo>
                <a:cubicBezTo>
                  <a:pt x="643172" y="48981"/>
                  <a:pt x="643579" y="46447"/>
                  <a:pt x="643579" y="43096"/>
                </a:cubicBezTo>
                <a:lnTo>
                  <a:pt x="643579" y="40309"/>
                </a:lnTo>
                <a:close/>
                <a:moveTo>
                  <a:pt x="662515" y="62755"/>
                </a:moveTo>
                <a:lnTo>
                  <a:pt x="662515" y="18115"/>
                </a:lnTo>
                <a:lnTo>
                  <a:pt x="669324" y="18115"/>
                </a:lnTo>
                <a:lnTo>
                  <a:pt x="669324" y="24841"/>
                </a:lnTo>
                <a:cubicBezTo>
                  <a:pt x="671062" y="21692"/>
                  <a:pt x="672666" y="19615"/>
                  <a:pt x="674137" y="18612"/>
                </a:cubicBezTo>
                <a:cubicBezTo>
                  <a:pt x="675608" y="17608"/>
                  <a:pt x="677226" y="17106"/>
                  <a:pt x="678992" y="17106"/>
                </a:cubicBezTo>
                <a:cubicBezTo>
                  <a:pt x="681542" y="17106"/>
                  <a:pt x="684134" y="17916"/>
                  <a:pt x="686768" y="19534"/>
                </a:cubicBezTo>
                <a:lnTo>
                  <a:pt x="684162" y="26522"/>
                </a:lnTo>
                <a:cubicBezTo>
                  <a:pt x="682313" y="25429"/>
                  <a:pt x="680463" y="24883"/>
                  <a:pt x="678614" y="24883"/>
                </a:cubicBezTo>
                <a:cubicBezTo>
                  <a:pt x="676960" y="24883"/>
                  <a:pt x="675475" y="25381"/>
                  <a:pt x="674158" y="26377"/>
                </a:cubicBezTo>
                <a:cubicBezTo>
                  <a:pt x="672841" y="27373"/>
                  <a:pt x="671902" y="28755"/>
                  <a:pt x="671342" y="30522"/>
                </a:cubicBezTo>
                <a:cubicBezTo>
                  <a:pt x="670501" y="33215"/>
                  <a:pt x="670081" y="36160"/>
                  <a:pt x="670081" y="39358"/>
                </a:cubicBezTo>
                <a:lnTo>
                  <a:pt x="670081" y="62755"/>
                </a:lnTo>
                <a:lnTo>
                  <a:pt x="662515" y="62755"/>
                </a:lnTo>
                <a:close/>
                <a:moveTo>
                  <a:pt x="720653" y="46362"/>
                </a:moveTo>
                <a:lnTo>
                  <a:pt x="728093" y="47329"/>
                </a:lnTo>
                <a:cubicBezTo>
                  <a:pt x="727280" y="52470"/>
                  <a:pt x="725199" y="56495"/>
                  <a:pt x="721851" y="59403"/>
                </a:cubicBezTo>
                <a:cubicBezTo>
                  <a:pt x="718502" y="62310"/>
                  <a:pt x="714390" y="63764"/>
                  <a:pt x="709514" y="63764"/>
                </a:cubicBezTo>
                <a:cubicBezTo>
                  <a:pt x="703405" y="63764"/>
                  <a:pt x="698494" y="61767"/>
                  <a:pt x="694781" y="57774"/>
                </a:cubicBezTo>
                <a:cubicBezTo>
                  <a:pt x="691068" y="53781"/>
                  <a:pt x="689211" y="48057"/>
                  <a:pt x="689211" y="40603"/>
                </a:cubicBezTo>
                <a:cubicBezTo>
                  <a:pt x="689211" y="35783"/>
                  <a:pt x="690010" y="31566"/>
                  <a:pt x="691607" y="27951"/>
                </a:cubicBezTo>
                <a:cubicBezTo>
                  <a:pt x="693205" y="24336"/>
                  <a:pt x="695636" y="21625"/>
                  <a:pt x="698900" y="19818"/>
                </a:cubicBezTo>
                <a:cubicBezTo>
                  <a:pt x="702165" y="18010"/>
                  <a:pt x="705717" y="17106"/>
                  <a:pt x="709556" y="17106"/>
                </a:cubicBezTo>
                <a:cubicBezTo>
                  <a:pt x="714404" y="17106"/>
                  <a:pt x="718369" y="18336"/>
                  <a:pt x="721451" y="20796"/>
                </a:cubicBezTo>
                <a:cubicBezTo>
                  <a:pt x="724534" y="23255"/>
                  <a:pt x="726509" y="26747"/>
                  <a:pt x="727378" y="31272"/>
                </a:cubicBezTo>
                <a:lnTo>
                  <a:pt x="720022" y="32407"/>
                </a:lnTo>
                <a:cubicBezTo>
                  <a:pt x="719322" y="29422"/>
                  <a:pt x="718082" y="27177"/>
                  <a:pt x="716302" y="25671"/>
                </a:cubicBezTo>
                <a:cubicBezTo>
                  <a:pt x="714523" y="24165"/>
                  <a:pt x="712372" y="23411"/>
                  <a:pt x="709850" y="23411"/>
                </a:cubicBezTo>
                <a:cubicBezTo>
                  <a:pt x="706039" y="23411"/>
                  <a:pt x="702942" y="24771"/>
                  <a:pt x="700561" y="27490"/>
                </a:cubicBezTo>
                <a:cubicBezTo>
                  <a:pt x="698179" y="30208"/>
                  <a:pt x="696988" y="34509"/>
                  <a:pt x="696988" y="40393"/>
                </a:cubicBezTo>
                <a:cubicBezTo>
                  <a:pt x="696988" y="46361"/>
                  <a:pt x="698137" y="50697"/>
                  <a:pt x="700434" y="53403"/>
                </a:cubicBezTo>
                <a:cubicBezTo>
                  <a:pt x="702732" y="56107"/>
                  <a:pt x="705731" y="57459"/>
                  <a:pt x="709430" y="57459"/>
                </a:cubicBezTo>
                <a:cubicBezTo>
                  <a:pt x="712400" y="57459"/>
                  <a:pt x="714880" y="56552"/>
                  <a:pt x="716870" y="54737"/>
                </a:cubicBezTo>
                <a:cubicBezTo>
                  <a:pt x="718859" y="52923"/>
                  <a:pt x="720120" y="50131"/>
                  <a:pt x="720653" y="46362"/>
                </a:cubicBezTo>
                <a:close/>
                <a:moveTo>
                  <a:pt x="734996" y="62755"/>
                </a:moveTo>
                <a:lnTo>
                  <a:pt x="734996" y="1134"/>
                </a:lnTo>
                <a:lnTo>
                  <a:pt x="742562" y="1134"/>
                </a:lnTo>
                <a:lnTo>
                  <a:pt x="742562" y="23243"/>
                </a:lnTo>
                <a:cubicBezTo>
                  <a:pt x="746093" y="19152"/>
                  <a:pt x="750549" y="17106"/>
                  <a:pt x="755929" y="17106"/>
                </a:cubicBezTo>
                <a:cubicBezTo>
                  <a:pt x="759236" y="17106"/>
                  <a:pt x="762108" y="17758"/>
                  <a:pt x="764546" y="19061"/>
                </a:cubicBezTo>
                <a:cubicBezTo>
                  <a:pt x="766984" y="20364"/>
                  <a:pt x="768728" y="22164"/>
                  <a:pt x="769779" y="24462"/>
                </a:cubicBezTo>
                <a:cubicBezTo>
                  <a:pt x="770830" y="26760"/>
                  <a:pt x="771355" y="30095"/>
                  <a:pt x="771355" y="34466"/>
                </a:cubicBezTo>
                <a:lnTo>
                  <a:pt x="771355" y="62755"/>
                </a:lnTo>
                <a:lnTo>
                  <a:pt x="763789" y="62755"/>
                </a:lnTo>
                <a:lnTo>
                  <a:pt x="763789" y="34466"/>
                </a:lnTo>
                <a:cubicBezTo>
                  <a:pt x="763789" y="30683"/>
                  <a:pt x="762970" y="27930"/>
                  <a:pt x="761330" y="26207"/>
                </a:cubicBezTo>
                <a:cubicBezTo>
                  <a:pt x="759691" y="24483"/>
                  <a:pt x="757372" y="23622"/>
                  <a:pt x="754374" y="23622"/>
                </a:cubicBezTo>
                <a:cubicBezTo>
                  <a:pt x="752132" y="23622"/>
                  <a:pt x="750023" y="24203"/>
                  <a:pt x="748048" y="25366"/>
                </a:cubicBezTo>
                <a:cubicBezTo>
                  <a:pt x="746072" y="26529"/>
                  <a:pt x="744664" y="28105"/>
                  <a:pt x="743823" y="30095"/>
                </a:cubicBezTo>
                <a:cubicBezTo>
                  <a:pt x="742983" y="32084"/>
                  <a:pt x="742562" y="34831"/>
                  <a:pt x="742562" y="38333"/>
                </a:cubicBezTo>
                <a:lnTo>
                  <a:pt x="742562" y="62755"/>
                </a:lnTo>
                <a:lnTo>
                  <a:pt x="734996" y="62755"/>
                </a:lnTo>
                <a:close/>
                <a:moveTo>
                  <a:pt x="780842" y="9288"/>
                </a:moveTo>
                <a:lnTo>
                  <a:pt x="780842" y="461"/>
                </a:lnTo>
                <a:lnTo>
                  <a:pt x="788954" y="461"/>
                </a:lnTo>
                <a:lnTo>
                  <a:pt x="788954" y="7397"/>
                </a:lnTo>
                <a:cubicBezTo>
                  <a:pt x="788954" y="11152"/>
                  <a:pt x="788520" y="13856"/>
                  <a:pt x="787651" y="15509"/>
                </a:cubicBezTo>
                <a:cubicBezTo>
                  <a:pt x="786446" y="17779"/>
                  <a:pt x="784569" y="19488"/>
                  <a:pt x="782019" y="20637"/>
                </a:cubicBezTo>
                <a:lnTo>
                  <a:pt x="780169" y="17611"/>
                </a:lnTo>
                <a:cubicBezTo>
                  <a:pt x="781683" y="17000"/>
                  <a:pt x="782811" y="16036"/>
                  <a:pt x="783553" y="14718"/>
                </a:cubicBezTo>
                <a:cubicBezTo>
                  <a:pt x="784296" y="13400"/>
                  <a:pt x="784709" y="11590"/>
                  <a:pt x="784793" y="9288"/>
                </a:cubicBezTo>
                <a:lnTo>
                  <a:pt x="780842" y="9288"/>
                </a:lnTo>
                <a:moveTo>
                  <a:pt x="793872" y="9288"/>
                </a:moveTo>
                <a:lnTo>
                  <a:pt x="793872" y="461"/>
                </a:lnTo>
                <a:lnTo>
                  <a:pt x="801985" y="461"/>
                </a:lnTo>
                <a:lnTo>
                  <a:pt x="801985" y="7397"/>
                </a:lnTo>
                <a:cubicBezTo>
                  <a:pt x="801985" y="11152"/>
                  <a:pt x="801551" y="13856"/>
                  <a:pt x="800682" y="15509"/>
                </a:cubicBezTo>
                <a:cubicBezTo>
                  <a:pt x="799477" y="17779"/>
                  <a:pt x="797599" y="19488"/>
                  <a:pt x="795049" y="20637"/>
                </a:cubicBezTo>
                <a:lnTo>
                  <a:pt x="793200" y="17611"/>
                </a:lnTo>
                <a:cubicBezTo>
                  <a:pt x="794713" y="17000"/>
                  <a:pt x="795841" y="16036"/>
                  <a:pt x="796584" y="14718"/>
                </a:cubicBezTo>
                <a:cubicBezTo>
                  <a:pt x="797326" y="13400"/>
                  <a:pt x="797740" y="11590"/>
                  <a:pt x="797824" y="9288"/>
                </a:cubicBezTo>
                <a:lnTo>
                  <a:pt x="793872" y="9288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/&gt;">
            <a:extLst xmlns:a="http://schemas.openxmlformats.org/drawingml/2006/main">
              <a:ext uri="{FF2B5EF4-FFF2-40B4-BE49-F238E27FC236}">
                <a16:creationId xmlns:a16="http://schemas.microsoft.com/office/drawing/2014/main" id="{569078DF-3CBC-4AC5-94BE-1A4B8A18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65" y="1961863"/>
            <a:ext cx="70943" cy="64477"/>
          </a:xfrm>
          <a:custGeom xmlns:a="http://schemas.openxmlformats.org/drawingml/2006/main">
            <a:pathLst>
              <a:path w="70943" h="64477">
                <a:moveTo>
                  <a:pt x="20402" y="0"/>
                </a:moveTo>
                <a:lnTo>
                  <a:pt x="0" y="64477"/>
                </a:lnTo>
                <a:lnTo>
                  <a:pt x="4735" y="64477"/>
                </a:lnTo>
                <a:lnTo>
                  <a:pt x="25137" y="0"/>
                </a:lnTo>
                <a:lnTo>
                  <a:pt x="20402" y="0"/>
                </a:lnTo>
                <a:close/>
                <a:moveTo>
                  <a:pt x="70943" y="39770"/>
                </a:moveTo>
                <a:lnTo>
                  <a:pt x="28848" y="21951"/>
                </a:lnTo>
                <a:lnTo>
                  <a:pt x="28848" y="28752"/>
                </a:lnTo>
                <a:lnTo>
                  <a:pt x="62766" y="42870"/>
                </a:lnTo>
                <a:lnTo>
                  <a:pt x="28848" y="56730"/>
                </a:lnTo>
                <a:lnTo>
                  <a:pt x="28848" y="63530"/>
                </a:lnTo>
                <a:lnTo>
                  <a:pt x="70943" y="45710"/>
                </a:lnTo>
                <a:lnTo>
                  <a:pt x="70943" y="3977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&lt;imgwidth=\&quot;1346\&quot;alt=\&quot;image\&quot;src=\&quot;https://user-">
            <a:extLst xmlns:a="http://schemas.openxmlformats.org/drawingml/2006/main">
              <a:ext uri="{FF2B5EF4-FFF2-40B4-BE49-F238E27FC236}">
                <a16:creationId xmlns:a16="http://schemas.microsoft.com/office/drawing/2014/main" id="{F863A776-EA6D-44A9-9C90-1389E3A9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54" y="2436713"/>
            <a:ext cx="1778910" cy="73664"/>
          </a:xfrm>
          <a:custGeom xmlns:a="http://schemas.openxmlformats.org/drawingml/2006/main">
            <a:pathLst>
              <a:path w="1778910" h="73664">
                <a:moveTo>
                  <a:pt x="0" y="41305"/>
                </a:moveTo>
                <a:lnTo>
                  <a:pt x="38038" y="57407"/>
                </a:lnTo>
                <a:lnTo>
                  <a:pt x="38038" y="51262"/>
                </a:lnTo>
                <a:lnTo>
                  <a:pt x="7390" y="38505"/>
                </a:lnTo>
                <a:lnTo>
                  <a:pt x="38038" y="25981"/>
                </a:lnTo>
                <a:lnTo>
                  <a:pt x="38038" y="19835"/>
                </a:lnTo>
                <a:lnTo>
                  <a:pt x="0" y="35937"/>
                </a:lnTo>
                <a:lnTo>
                  <a:pt x="0" y="41305"/>
                </a:lnTo>
                <a:close/>
                <a:moveTo>
                  <a:pt x="53595" y="15947"/>
                </a:moveTo>
                <a:lnTo>
                  <a:pt x="47138" y="15947"/>
                </a:lnTo>
                <a:lnTo>
                  <a:pt x="47138" y="56706"/>
                </a:lnTo>
                <a:lnTo>
                  <a:pt x="53595" y="56706"/>
                </a:lnTo>
                <a:lnTo>
                  <a:pt x="53595" y="15947"/>
                </a:lnTo>
                <a:moveTo>
                  <a:pt x="53595" y="0"/>
                </a:moveTo>
                <a:lnTo>
                  <a:pt x="47061" y="0"/>
                </a:lnTo>
                <a:lnTo>
                  <a:pt x="47061" y="8167"/>
                </a:lnTo>
                <a:lnTo>
                  <a:pt x="53595" y="8167"/>
                </a:lnTo>
                <a:lnTo>
                  <a:pt x="53595" y="0"/>
                </a:lnTo>
                <a:close/>
                <a:moveTo>
                  <a:pt x="65108" y="15947"/>
                </a:moveTo>
                <a:lnTo>
                  <a:pt x="65108" y="56706"/>
                </a:lnTo>
                <a:lnTo>
                  <a:pt x="71642" y="56706"/>
                </a:lnTo>
                <a:lnTo>
                  <a:pt x="71642" y="31115"/>
                </a:lnTo>
                <a:cubicBezTo>
                  <a:pt x="71642" y="25202"/>
                  <a:pt x="75921" y="20458"/>
                  <a:pt x="81210" y="20458"/>
                </a:cubicBezTo>
                <a:cubicBezTo>
                  <a:pt x="86033" y="20458"/>
                  <a:pt x="88755" y="23414"/>
                  <a:pt x="88755" y="28626"/>
                </a:cubicBezTo>
                <a:lnTo>
                  <a:pt x="88755" y="56706"/>
                </a:lnTo>
                <a:lnTo>
                  <a:pt x="95290" y="56706"/>
                </a:lnTo>
                <a:lnTo>
                  <a:pt x="95290" y="31115"/>
                </a:lnTo>
                <a:cubicBezTo>
                  <a:pt x="95290" y="25202"/>
                  <a:pt x="99568" y="20458"/>
                  <a:pt x="104858" y="20458"/>
                </a:cubicBezTo>
                <a:cubicBezTo>
                  <a:pt x="109603" y="20458"/>
                  <a:pt x="112403" y="23492"/>
                  <a:pt x="112403" y="28626"/>
                </a:cubicBezTo>
                <a:lnTo>
                  <a:pt x="112403" y="56706"/>
                </a:lnTo>
                <a:lnTo>
                  <a:pt x="118937" y="56706"/>
                </a:lnTo>
                <a:lnTo>
                  <a:pt x="118937" y="26137"/>
                </a:lnTo>
                <a:cubicBezTo>
                  <a:pt x="118937" y="18824"/>
                  <a:pt x="114736" y="14780"/>
                  <a:pt x="107114" y="14780"/>
                </a:cubicBezTo>
                <a:cubicBezTo>
                  <a:pt x="101668" y="14780"/>
                  <a:pt x="98401" y="16413"/>
                  <a:pt x="94589" y="21002"/>
                </a:cubicBezTo>
                <a:cubicBezTo>
                  <a:pt x="92179" y="16646"/>
                  <a:pt x="88911" y="14780"/>
                  <a:pt x="83622" y="14780"/>
                </a:cubicBezTo>
                <a:cubicBezTo>
                  <a:pt x="78176" y="14780"/>
                  <a:pt x="74520" y="16801"/>
                  <a:pt x="71097" y="21702"/>
                </a:cubicBezTo>
                <a:lnTo>
                  <a:pt x="71097" y="15947"/>
                </a:lnTo>
                <a:lnTo>
                  <a:pt x="65108" y="15947"/>
                </a:lnTo>
                <a:close/>
                <a:moveTo>
                  <a:pt x="156353" y="15947"/>
                </a:moveTo>
                <a:lnTo>
                  <a:pt x="156353" y="21858"/>
                </a:lnTo>
                <a:cubicBezTo>
                  <a:pt x="153086" y="16958"/>
                  <a:pt x="149508" y="14780"/>
                  <a:pt x="144374" y="14780"/>
                </a:cubicBezTo>
                <a:cubicBezTo>
                  <a:pt x="134494" y="14780"/>
                  <a:pt x="127649" y="23959"/>
                  <a:pt x="127649" y="37027"/>
                </a:cubicBezTo>
                <a:cubicBezTo>
                  <a:pt x="127649" y="43872"/>
                  <a:pt x="129283" y="48850"/>
                  <a:pt x="132784" y="52973"/>
                </a:cubicBezTo>
                <a:cubicBezTo>
                  <a:pt x="135817" y="56551"/>
                  <a:pt x="139706" y="58496"/>
                  <a:pt x="143907" y="58496"/>
                </a:cubicBezTo>
                <a:cubicBezTo>
                  <a:pt x="148807" y="58496"/>
                  <a:pt x="152308" y="56318"/>
                  <a:pt x="155731" y="51184"/>
                </a:cubicBezTo>
                <a:lnTo>
                  <a:pt x="155731" y="53284"/>
                </a:lnTo>
                <a:cubicBezTo>
                  <a:pt x="155731" y="64175"/>
                  <a:pt x="152697" y="68220"/>
                  <a:pt x="144607" y="68220"/>
                </a:cubicBezTo>
                <a:cubicBezTo>
                  <a:pt x="139084" y="68220"/>
                  <a:pt x="136206" y="66042"/>
                  <a:pt x="135584" y="61375"/>
                </a:cubicBezTo>
                <a:lnTo>
                  <a:pt x="128971" y="61375"/>
                </a:lnTo>
                <a:cubicBezTo>
                  <a:pt x="129594" y="68920"/>
                  <a:pt x="135584" y="73664"/>
                  <a:pt x="144451" y="73664"/>
                </a:cubicBezTo>
                <a:cubicBezTo>
                  <a:pt x="150441" y="73664"/>
                  <a:pt x="155420" y="71720"/>
                  <a:pt x="158064" y="68452"/>
                </a:cubicBezTo>
                <a:cubicBezTo>
                  <a:pt x="161175" y="64641"/>
                  <a:pt x="162342" y="59585"/>
                  <a:pt x="162342" y="50017"/>
                </a:cubicBezTo>
                <a:lnTo>
                  <a:pt x="162342" y="15947"/>
                </a:lnTo>
                <a:lnTo>
                  <a:pt x="156353" y="15947"/>
                </a:lnTo>
                <a:moveTo>
                  <a:pt x="144996" y="20769"/>
                </a:moveTo>
                <a:cubicBezTo>
                  <a:pt x="151841" y="20769"/>
                  <a:pt x="155731" y="26525"/>
                  <a:pt x="155731" y="36871"/>
                </a:cubicBezTo>
                <a:cubicBezTo>
                  <a:pt x="155731" y="46750"/>
                  <a:pt x="151763" y="52507"/>
                  <a:pt x="144996" y="52507"/>
                </a:cubicBezTo>
                <a:cubicBezTo>
                  <a:pt x="138306" y="52507"/>
                  <a:pt x="134417" y="46672"/>
                  <a:pt x="134417" y="36637"/>
                </a:cubicBezTo>
                <a:cubicBezTo>
                  <a:pt x="134417" y="26681"/>
                  <a:pt x="138306" y="20769"/>
                  <a:pt x="144996" y="20769"/>
                </a:cubicBezTo>
                <a:close/>
                <a:moveTo>
                  <a:pt x="231185" y="56706"/>
                </a:moveTo>
                <a:lnTo>
                  <a:pt x="243164" y="15947"/>
                </a:lnTo>
                <a:lnTo>
                  <a:pt x="235852" y="15947"/>
                </a:lnTo>
                <a:lnTo>
                  <a:pt x="227762" y="47683"/>
                </a:lnTo>
                <a:lnTo>
                  <a:pt x="219750" y="15947"/>
                </a:lnTo>
                <a:lnTo>
                  <a:pt x="211815" y="15947"/>
                </a:lnTo>
                <a:lnTo>
                  <a:pt x="204036" y="47683"/>
                </a:lnTo>
                <a:lnTo>
                  <a:pt x="195713" y="15947"/>
                </a:lnTo>
                <a:lnTo>
                  <a:pt x="188557" y="15947"/>
                </a:lnTo>
                <a:lnTo>
                  <a:pt x="200380" y="56706"/>
                </a:lnTo>
                <a:lnTo>
                  <a:pt x="207693" y="56706"/>
                </a:lnTo>
                <a:lnTo>
                  <a:pt x="215550" y="24736"/>
                </a:lnTo>
                <a:lnTo>
                  <a:pt x="223795" y="56706"/>
                </a:lnTo>
                <a:lnTo>
                  <a:pt x="231185" y="56706"/>
                </a:lnTo>
                <a:close/>
                <a:moveTo>
                  <a:pt x="254754" y="15947"/>
                </a:moveTo>
                <a:lnTo>
                  <a:pt x="248297" y="15947"/>
                </a:lnTo>
                <a:lnTo>
                  <a:pt x="248297" y="56706"/>
                </a:lnTo>
                <a:lnTo>
                  <a:pt x="254754" y="56706"/>
                </a:lnTo>
                <a:lnTo>
                  <a:pt x="254754" y="15947"/>
                </a:lnTo>
                <a:moveTo>
                  <a:pt x="254754" y="0"/>
                </a:moveTo>
                <a:lnTo>
                  <a:pt x="248220" y="0"/>
                </a:lnTo>
                <a:lnTo>
                  <a:pt x="248220" y="8167"/>
                </a:lnTo>
                <a:lnTo>
                  <a:pt x="254754" y="8167"/>
                </a:lnTo>
                <a:lnTo>
                  <a:pt x="254754" y="0"/>
                </a:lnTo>
                <a:close/>
                <a:moveTo>
                  <a:pt x="299171" y="0"/>
                </a:moveTo>
                <a:lnTo>
                  <a:pt x="292714" y="0"/>
                </a:lnTo>
                <a:lnTo>
                  <a:pt x="292714" y="21080"/>
                </a:lnTo>
                <a:cubicBezTo>
                  <a:pt x="289993" y="16958"/>
                  <a:pt x="285637" y="14780"/>
                  <a:pt x="280191" y="14780"/>
                </a:cubicBezTo>
                <a:cubicBezTo>
                  <a:pt x="269612" y="14780"/>
                  <a:pt x="262688" y="23258"/>
                  <a:pt x="262688" y="36248"/>
                </a:cubicBezTo>
                <a:cubicBezTo>
                  <a:pt x="262688" y="50017"/>
                  <a:pt x="269379" y="58496"/>
                  <a:pt x="280425" y="58496"/>
                </a:cubicBezTo>
                <a:cubicBezTo>
                  <a:pt x="286025" y="58496"/>
                  <a:pt x="289914" y="56395"/>
                  <a:pt x="293415" y="51340"/>
                </a:cubicBezTo>
                <a:lnTo>
                  <a:pt x="293415" y="56706"/>
                </a:lnTo>
                <a:lnTo>
                  <a:pt x="299171" y="56706"/>
                </a:lnTo>
                <a:lnTo>
                  <a:pt x="299171" y="0"/>
                </a:lnTo>
                <a:moveTo>
                  <a:pt x="281281" y="20846"/>
                </a:moveTo>
                <a:cubicBezTo>
                  <a:pt x="288281" y="20846"/>
                  <a:pt x="292714" y="26992"/>
                  <a:pt x="292714" y="36793"/>
                </a:cubicBezTo>
                <a:cubicBezTo>
                  <a:pt x="292714" y="46205"/>
                  <a:pt x="288203" y="52429"/>
                  <a:pt x="281358" y="52429"/>
                </a:cubicBezTo>
                <a:cubicBezTo>
                  <a:pt x="274202" y="52429"/>
                  <a:pt x="269456" y="46128"/>
                  <a:pt x="269456" y="36637"/>
                </a:cubicBezTo>
                <a:cubicBezTo>
                  <a:pt x="269456" y="27148"/>
                  <a:pt x="274202" y="20846"/>
                  <a:pt x="281281" y="20846"/>
                </a:cubicBezTo>
                <a:close/>
                <a:moveTo>
                  <a:pt x="323908" y="15947"/>
                </a:moveTo>
                <a:lnTo>
                  <a:pt x="317218" y="15947"/>
                </a:lnTo>
                <a:lnTo>
                  <a:pt x="317218" y="4744"/>
                </a:lnTo>
                <a:lnTo>
                  <a:pt x="310761" y="4744"/>
                </a:lnTo>
                <a:lnTo>
                  <a:pt x="310761" y="15947"/>
                </a:lnTo>
                <a:lnTo>
                  <a:pt x="305239" y="15947"/>
                </a:lnTo>
                <a:lnTo>
                  <a:pt x="305239" y="21236"/>
                </a:lnTo>
                <a:lnTo>
                  <a:pt x="310761" y="21236"/>
                </a:lnTo>
                <a:lnTo>
                  <a:pt x="310761" y="52039"/>
                </a:lnTo>
                <a:cubicBezTo>
                  <a:pt x="310761" y="56240"/>
                  <a:pt x="313561" y="58496"/>
                  <a:pt x="318618" y="58496"/>
                </a:cubicBezTo>
                <a:cubicBezTo>
                  <a:pt x="320329" y="58496"/>
                  <a:pt x="321730" y="58341"/>
                  <a:pt x="323908" y="57951"/>
                </a:cubicBezTo>
                <a:lnTo>
                  <a:pt x="323908" y="52507"/>
                </a:lnTo>
                <a:cubicBezTo>
                  <a:pt x="322974" y="52740"/>
                  <a:pt x="322118" y="52818"/>
                  <a:pt x="320796" y="52818"/>
                </a:cubicBezTo>
                <a:cubicBezTo>
                  <a:pt x="317996" y="52818"/>
                  <a:pt x="317218" y="52039"/>
                  <a:pt x="317218" y="49161"/>
                </a:cubicBezTo>
                <a:lnTo>
                  <a:pt x="317218" y="21236"/>
                </a:lnTo>
                <a:lnTo>
                  <a:pt x="323908" y="21236"/>
                </a:lnTo>
                <a:lnTo>
                  <a:pt x="323908" y="15947"/>
                </a:lnTo>
                <a:close/>
                <a:moveTo>
                  <a:pt x="331220" y="0"/>
                </a:moveTo>
                <a:lnTo>
                  <a:pt x="331220" y="56706"/>
                </a:lnTo>
                <a:lnTo>
                  <a:pt x="337677" y="56706"/>
                </a:lnTo>
                <a:lnTo>
                  <a:pt x="337677" y="34227"/>
                </a:lnTo>
                <a:cubicBezTo>
                  <a:pt x="337677" y="25903"/>
                  <a:pt x="342033" y="20458"/>
                  <a:pt x="348722" y="20458"/>
                </a:cubicBezTo>
                <a:cubicBezTo>
                  <a:pt x="350900" y="20458"/>
                  <a:pt x="352923" y="21080"/>
                  <a:pt x="354478" y="22247"/>
                </a:cubicBezTo>
                <a:cubicBezTo>
                  <a:pt x="356345" y="23648"/>
                  <a:pt x="357124" y="25592"/>
                  <a:pt x="357124" y="28470"/>
                </a:cubicBezTo>
                <a:lnTo>
                  <a:pt x="357124" y="56706"/>
                </a:lnTo>
                <a:lnTo>
                  <a:pt x="363579" y="56706"/>
                </a:lnTo>
                <a:lnTo>
                  <a:pt x="363579" y="25903"/>
                </a:lnTo>
                <a:cubicBezTo>
                  <a:pt x="363579" y="19058"/>
                  <a:pt x="358678" y="14780"/>
                  <a:pt x="350745" y="14780"/>
                </a:cubicBezTo>
                <a:cubicBezTo>
                  <a:pt x="344988" y="14780"/>
                  <a:pt x="341488" y="16569"/>
                  <a:pt x="337677" y="21547"/>
                </a:cubicBezTo>
                <a:lnTo>
                  <a:pt x="337677" y="0"/>
                </a:lnTo>
                <a:lnTo>
                  <a:pt x="331220" y="0"/>
                </a:lnTo>
                <a:close/>
                <a:moveTo>
                  <a:pt x="410952" y="29248"/>
                </a:moveTo>
                <a:lnTo>
                  <a:pt x="373302" y="29248"/>
                </a:lnTo>
                <a:lnTo>
                  <a:pt x="373302" y="34693"/>
                </a:lnTo>
                <a:lnTo>
                  <a:pt x="410952" y="34693"/>
                </a:lnTo>
                <a:lnTo>
                  <a:pt x="410952" y="29248"/>
                </a:lnTo>
                <a:moveTo>
                  <a:pt x="410952" y="42627"/>
                </a:moveTo>
                <a:lnTo>
                  <a:pt x="373302" y="42627"/>
                </a:lnTo>
                <a:lnTo>
                  <a:pt x="373302" y="48073"/>
                </a:lnTo>
                <a:lnTo>
                  <a:pt x="410952" y="48073"/>
                </a:lnTo>
                <a:lnTo>
                  <a:pt x="410952" y="42627"/>
                </a:lnTo>
                <a:close/>
                <a:moveTo>
                  <a:pt x="419155" y="0"/>
                </a:moveTo>
                <a:lnTo>
                  <a:pt x="414876" y="0"/>
                </a:lnTo>
                <a:lnTo>
                  <a:pt x="433311" y="58262"/>
                </a:lnTo>
                <a:lnTo>
                  <a:pt x="437590" y="58262"/>
                </a:lnTo>
                <a:lnTo>
                  <a:pt x="419155" y="0"/>
                </a:lnTo>
                <a:close/>
                <a:moveTo>
                  <a:pt x="441323" y="1555"/>
                </a:moveTo>
                <a:lnTo>
                  <a:pt x="441323" y="10190"/>
                </a:lnTo>
                <a:lnTo>
                  <a:pt x="443424" y="20614"/>
                </a:lnTo>
                <a:lnTo>
                  <a:pt x="446458" y="20614"/>
                </a:lnTo>
                <a:lnTo>
                  <a:pt x="448558" y="10190"/>
                </a:lnTo>
                <a:lnTo>
                  <a:pt x="448558" y="1555"/>
                </a:lnTo>
                <a:lnTo>
                  <a:pt x="441323" y="1555"/>
                </a:lnTo>
                <a:moveTo>
                  <a:pt x="453770" y="1555"/>
                </a:moveTo>
                <a:lnTo>
                  <a:pt x="453770" y="10190"/>
                </a:lnTo>
                <a:lnTo>
                  <a:pt x="455871" y="20614"/>
                </a:lnTo>
                <a:lnTo>
                  <a:pt x="458904" y="20614"/>
                </a:lnTo>
                <a:lnTo>
                  <a:pt x="461004" y="10190"/>
                </a:lnTo>
                <a:lnTo>
                  <a:pt x="461004" y="1555"/>
                </a:lnTo>
                <a:lnTo>
                  <a:pt x="453770" y="1555"/>
                </a:lnTo>
                <a:close/>
                <a:moveTo>
                  <a:pt x="485429" y="16646"/>
                </a:moveTo>
                <a:lnTo>
                  <a:pt x="485429" y="56706"/>
                </a:lnTo>
                <a:lnTo>
                  <a:pt x="492276" y="56706"/>
                </a:lnTo>
                <a:lnTo>
                  <a:pt x="492276" y="466"/>
                </a:lnTo>
                <a:lnTo>
                  <a:pt x="487763" y="466"/>
                </a:lnTo>
                <a:cubicBezTo>
                  <a:pt x="485352" y="9100"/>
                  <a:pt x="483796" y="10267"/>
                  <a:pt x="473217" y="11668"/>
                </a:cubicBezTo>
                <a:lnTo>
                  <a:pt x="473217" y="16646"/>
                </a:lnTo>
                <a:lnTo>
                  <a:pt x="485429" y="16646"/>
                </a:lnTo>
                <a:close/>
                <a:moveTo>
                  <a:pt x="526113" y="30804"/>
                </a:moveTo>
                <a:lnTo>
                  <a:pt x="526968" y="30804"/>
                </a:lnTo>
                <a:lnTo>
                  <a:pt x="529847" y="30804"/>
                </a:lnTo>
                <a:cubicBezTo>
                  <a:pt x="537314" y="30804"/>
                  <a:pt x="541282" y="34304"/>
                  <a:pt x="541282" y="41072"/>
                </a:cubicBezTo>
                <a:cubicBezTo>
                  <a:pt x="541282" y="48151"/>
                  <a:pt x="537003" y="52429"/>
                  <a:pt x="529924" y="52429"/>
                </a:cubicBezTo>
                <a:cubicBezTo>
                  <a:pt x="522378" y="52429"/>
                  <a:pt x="518723" y="48617"/>
                  <a:pt x="518256" y="40372"/>
                </a:cubicBezTo>
                <a:lnTo>
                  <a:pt x="511411" y="40372"/>
                </a:lnTo>
                <a:cubicBezTo>
                  <a:pt x="511722" y="44883"/>
                  <a:pt x="512499" y="47839"/>
                  <a:pt x="513822" y="50329"/>
                </a:cubicBezTo>
                <a:cubicBezTo>
                  <a:pt x="516700" y="55773"/>
                  <a:pt x="522067" y="58496"/>
                  <a:pt x="529613" y="58496"/>
                </a:cubicBezTo>
                <a:cubicBezTo>
                  <a:pt x="540970" y="58496"/>
                  <a:pt x="548282" y="51651"/>
                  <a:pt x="548282" y="40994"/>
                </a:cubicBezTo>
                <a:cubicBezTo>
                  <a:pt x="548282" y="33837"/>
                  <a:pt x="545559" y="29948"/>
                  <a:pt x="538947" y="27614"/>
                </a:cubicBezTo>
                <a:cubicBezTo>
                  <a:pt x="544082" y="25515"/>
                  <a:pt x="546649" y="21625"/>
                  <a:pt x="546649" y="15947"/>
                </a:cubicBezTo>
                <a:cubicBezTo>
                  <a:pt x="546649" y="6300"/>
                  <a:pt x="540348" y="466"/>
                  <a:pt x="529847" y="466"/>
                </a:cubicBezTo>
                <a:cubicBezTo>
                  <a:pt x="518723" y="466"/>
                  <a:pt x="512810" y="6690"/>
                  <a:pt x="512578" y="18591"/>
                </a:cubicBezTo>
                <a:lnTo>
                  <a:pt x="519423" y="18591"/>
                </a:lnTo>
                <a:cubicBezTo>
                  <a:pt x="519500" y="15168"/>
                  <a:pt x="519812" y="13224"/>
                  <a:pt x="520667" y="11512"/>
                </a:cubicBezTo>
                <a:cubicBezTo>
                  <a:pt x="522223" y="8323"/>
                  <a:pt x="525646" y="6456"/>
                  <a:pt x="529924" y="6456"/>
                </a:cubicBezTo>
                <a:cubicBezTo>
                  <a:pt x="535991" y="6456"/>
                  <a:pt x="539647" y="10112"/>
                  <a:pt x="539647" y="16179"/>
                </a:cubicBezTo>
                <a:cubicBezTo>
                  <a:pt x="539647" y="20147"/>
                  <a:pt x="538248" y="22558"/>
                  <a:pt x="535214" y="23880"/>
                </a:cubicBezTo>
                <a:cubicBezTo>
                  <a:pt x="533347" y="24659"/>
                  <a:pt x="530858" y="24970"/>
                  <a:pt x="526113" y="25047"/>
                </a:cubicBezTo>
                <a:lnTo>
                  <a:pt x="526113" y="30804"/>
                </a:lnTo>
                <a:close/>
                <a:moveTo>
                  <a:pt x="577997" y="43094"/>
                </a:moveTo>
                <a:lnTo>
                  <a:pt x="577997" y="56706"/>
                </a:lnTo>
                <a:lnTo>
                  <a:pt x="584842" y="56706"/>
                </a:lnTo>
                <a:lnTo>
                  <a:pt x="584842" y="43094"/>
                </a:lnTo>
                <a:lnTo>
                  <a:pt x="593010" y="43094"/>
                </a:lnTo>
                <a:lnTo>
                  <a:pt x="593010" y="36948"/>
                </a:lnTo>
                <a:lnTo>
                  <a:pt x="584842" y="36948"/>
                </a:lnTo>
                <a:lnTo>
                  <a:pt x="584842" y="466"/>
                </a:lnTo>
                <a:lnTo>
                  <a:pt x="579786" y="466"/>
                </a:lnTo>
                <a:lnTo>
                  <a:pt x="554739" y="35860"/>
                </a:lnTo>
                <a:lnTo>
                  <a:pt x="554739" y="43094"/>
                </a:lnTo>
                <a:lnTo>
                  <a:pt x="577997" y="43094"/>
                </a:lnTo>
                <a:moveTo>
                  <a:pt x="577997" y="36948"/>
                </a:moveTo>
                <a:lnTo>
                  <a:pt x="560728" y="36948"/>
                </a:lnTo>
                <a:lnTo>
                  <a:pt x="577997" y="12134"/>
                </a:lnTo>
                <a:lnTo>
                  <a:pt x="577997" y="36948"/>
                </a:lnTo>
                <a:close/>
                <a:moveTo>
                  <a:pt x="634704" y="15091"/>
                </a:moveTo>
                <a:cubicBezTo>
                  <a:pt x="633381" y="5911"/>
                  <a:pt x="627470" y="466"/>
                  <a:pt x="619069" y="466"/>
                </a:cubicBezTo>
                <a:cubicBezTo>
                  <a:pt x="613002" y="466"/>
                  <a:pt x="607556" y="3422"/>
                  <a:pt x="604289" y="8478"/>
                </a:cubicBezTo>
                <a:cubicBezTo>
                  <a:pt x="600789" y="14001"/>
                  <a:pt x="599311" y="20846"/>
                  <a:pt x="599311" y="31037"/>
                </a:cubicBezTo>
                <a:cubicBezTo>
                  <a:pt x="599311" y="40527"/>
                  <a:pt x="600634" y="46516"/>
                  <a:pt x="603978" y="51496"/>
                </a:cubicBezTo>
                <a:cubicBezTo>
                  <a:pt x="606934" y="56084"/>
                  <a:pt x="611756" y="58496"/>
                  <a:pt x="617824" y="58496"/>
                </a:cubicBezTo>
                <a:cubicBezTo>
                  <a:pt x="628326" y="58496"/>
                  <a:pt x="635872" y="50640"/>
                  <a:pt x="635872" y="39671"/>
                </a:cubicBezTo>
                <a:cubicBezTo>
                  <a:pt x="635872" y="29326"/>
                  <a:pt x="628870" y="22013"/>
                  <a:pt x="618991" y="22013"/>
                </a:cubicBezTo>
                <a:cubicBezTo>
                  <a:pt x="613546" y="22013"/>
                  <a:pt x="609267" y="24036"/>
                  <a:pt x="606312" y="28159"/>
                </a:cubicBezTo>
                <a:cubicBezTo>
                  <a:pt x="606389" y="14235"/>
                  <a:pt x="610745" y="6534"/>
                  <a:pt x="618603" y="6534"/>
                </a:cubicBezTo>
                <a:cubicBezTo>
                  <a:pt x="623425" y="6534"/>
                  <a:pt x="626770" y="9645"/>
                  <a:pt x="627859" y="15091"/>
                </a:cubicBezTo>
                <a:lnTo>
                  <a:pt x="634704" y="15091"/>
                </a:lnTo>
                <a:moveTo>
                  <a:pt x="618135" y="28081"/>
                </a:moveTo>
                <a:cubicBezTo>
                  <a:pt x="624748" y="28081"/>
                  <a:pt x="628870" y="32748"/>
                  <a:pt x="628870" y="40216"/>
                </a:cubicBezTo>
                <a:cubicBezTo>
                  <a:pt x="628870" y="47295"/>
                  <a:pt x="624203" y="52429"/>
                  <a:pt x="617902" y="52429"/>
                </a:cubicBezTo>
                <a:cubicBezTo>
                  <a:pt x="611524" y="52429"/>
                  <a:pt x="606700" y="47061"/>
                  <a:pt x="606700" y="39905"/>
                </a:cubicBezTo>
                <a:cubicBezTo>
                  <a:pt x="606700" y="32903"/>
                  <a:pt x="611368" y="28081"/>
                  <a:pt x="618135" y="28081"/>
                </a:cubicBezTo>
                <a:close/>
                <a:moveTo>
                  <a:pt x="643443" y="0"/>
                </a:moveTo>
                <a:lnTo>
                  <a:pt x="639164" y="0"/>
                </a:lnTo>
                <a:lnTo>
                  <a:pt x="657599" y="58262"/>
                </a:lnTo>
                <a:lnTo>
                  <a:pt x="661878" y="58262"/>
                </a:lnTo>
                <a:lnTo>
                  <a:pt x="643443" y="0"/>
                </a:lnTo>
                <a:close/>
                <a:moveTo>
                  <a:pt x="665611" y="1555"/>
                </a:moveTo>
                <a:lnTo>
                  <a:pt x="665611" y="10190"/>
                </a:lnTo>
                <a:lnTo>
                  <a:pt x="667712" y="20614"/>
                </a:lnTo>
                <a:lnTo>
                  <a:pt x="670746" y="20614"/>
                </a:lnTo>
                <a:lnTo>
                  <a:pt x="672846" y="10190"/>
                </a:lnTo>
                <a:lnTo>
                  <a:pt x="672846" y="1555"/>
                </a:lnTo>
                <a:lnTo>
                  <a:pt x="665611" y="1555"/>
                </a:lnTo>
                <a:moveTo>
                  <a:pt x="678058" y="1555"/>
                </a:moveTo>
                <a:lnTo>
                  <a:pt x="678058" y="10190"/>
                </a:lnTo>
                <a:lnTo>
                  <a:pt x="680159" y="20614"/>
                </a:lnTo>
                <a:lnTo>
                  <a:pt x="683192" y="20614"/>
                </a:lnTo>
                <a:lnTo>
                  <a:pt x="685292" y="10190"/>
                </a:lnTo>
                <a:lnTo>
                  <a:pt x="685292" y="1555"/>
                </a:lnTo>
                <a:lnTo>
                  <a:pt x="678058" y="1555"/>
                </a:lnTo>
                <a:close/>
                <a:moveTo>
                  <a:pt x="750789" y="52895"/>
                </a:moveTo>
                <a:cubicBezTo>
                  <a:pt x="750090" y="53051"/>
                  <a:pt x="749778" y="53051"/>
                  <a:pt x="749390" y="53051"/>
                </a:cubicBezTo>
                <a:cubicBezTo>
                  <a:pt x="747133" y="53051"/>
                  <a:pt x="745889" y="51884"/>
                  <a:pt x="745889" y="49861"/>
                </a:cubicBezTo>
                <a:lnTo>
                  <a:pt x="745889" y="25903"/>
                </a:lnTo>
                <a:cubicBezTo>
                  <a:pt x="745889" y="18668"/>
                  <a:pt x="740599" y="14780"/>
                  <a:pt x="730565" y="14780"/>
                </a:cubicBezTo>
                <a:cubicBezTo>
                  <a:pt x="724575" y="14780"/>
                  <a:pt x="719830" y="16490"/>
                  <a:pt x="717030" y="19524"/>
                </a:cubicBezTo>
                <a:cubicBezTo>
                  <a:pt x="715163" y="21625"/>
                  <a:pt x="714384" y="23959"/>
                  <a:pt x="714229" y="28004"/>
                </a:cubicBezTo>
                <a:lnTo>
                  <a:pt x="720763" y="28004"/>
                </a:lnTo>
                <a:cubicBezTo>
                  <a:pt x="721308" y="23024"/>
                  <a:pt x="724264" y="20769"/>
                  <a:pt x="730331" y="20769"/>
                </a:cubicBezTo>
                <a:cubicBezTo>
                  <a:pt x="736243" y="20769"/>
                  <a:pt x="739432" y="22947"/>
                  <a:pt x="739432" y="26837"/>
                </a:cubicBezTo>
                <a:lnTo>
                  <a:pt x="739432" y="28547"/>
                </a:lnTo>
                <a:cubicBezTo>
                  <a:pt x="739355" y="31348"/>
                  <a:pt x="737955" y="32360"/>
                  <a:pt x="732664" y="33060"/>
                </a:cubicBezTo>
                <a:cubicBezTo>
                  <a:pt x="723486" y="34227"/>
                  <a:pt x="722085" y="34538"/>
                  <a:pt x="719596" y="35549"/>
                </a:cubicBezTo>
                <a:cubicBezTo>
                  <a:pt x="714852" y="37572"/>
                  <a:pt x="712440" y="41149"/>
                  <a:pt x="712440" y="46439"/>
                </a:cubicBezTo>
                <a:cubicBezTo>
                  <a:pt x="712440" y="53829"/>
                  <a:pt x="717574" y="58496"/>
                  <a:pt x="725819" y="58496"/>
                </a:cubicBezTo>
                <a:cubicBezTo>
                  <a:pt x="730954" y="58496"/>
                  <a:pt x="735076" y="56706"/>
                  <a:pt x="739666" y="52507"/>
                </a:cubicBezTo>
                <a:cubicBezTo>
                  <a:pt x="740133" y="56706"/>
                  <a:pt x="742155" y="58496"/>
                  <a:pt x="746356" y="58496"/>
                </a:cubicBezTo>
                <a:cubicBezTo>
                  <a:pt x="747755" y="58496"/>
                  <a:pt x="748611" y="58341"/>
                  <a:pt x="750789" y="57796"/>
                </a:cubicBezTo>
                <a:lnTo>
                  <a:pt x="750789" y="52895"/>
                </a:lnTo>
                <a:moveTo>
                  <a:pt x="739432" y="43872"/>
                </a:moveTo>
                <a:cubicBezTo>
                  <a:pt x="739432" y="46050"/>
                  <a:pt x="738810" y="47372"/>
                  <a:pt x="736865" y="49161"/>
                </a:cubicBezTo>
                <a:cubicBezTo>
                  <a:pt x="734220" y="51573"/>
                  <a:pt x="731031" y="52818"/>
                  <a:pt x="727220" y="52818"/>
                </a:cubicBezTo>
                <a:cubicBezTo>
                  <a:pt x="722163" y="52818"/>
                  <a:pt x="719208" y="50406"/>
                  <a:pt x="719208" y="46284"/>
                </a:cubicBezTo>
                <a:cubicBezTo>
                  <a:pt x="719208" y="42005"/>
                  <a:pt x="722008" y="39827"/>
                  <a:pt x="729009" y="38816"/>
                </a:cubicBezTo>
                <a:cubicBezTo>
                  <a:pt x="735932" y="37883"/>
                  <a:pt x="737254" y="37572"/>
                  <a:pt x="739432" y="36560"/>
                </a:cubicBezTo>
                <a:lnTo>
                  <a:pt x="739432" y="43872"/>
                </a:lnTo>
                <a:close/>
                <a:moveTo>
                  <a:pt x="764480" y="0"/>
                </a:moveTo>
                <a:lnTo>
                  <a:pt x="757946" y="0"/>
                </a:lnTo>
                <a:lnTo>
                  <a:pt x="757946" y="56706"/>
                </a:lnTo>
                <a:lnTo>
                  <a:pt x="764480" y="56706"/>
                </a:lnTo>
                <a:lnTo>
                  <a:pt x="764480" y="0"/>
                </a:lnTo>
                <a:close/>
                <a:moveTo>
                  <a:pt x="789995" y="15947"/>
                </a:moveTo>
                <a:lnTo>
                  <a:pt x="783305" y="15947"/>
                </a:lnTo>
                <a:lnTo>
                  <a:pt x="783305" y="4744"/>
                </a:lnTo>
                <a:lnTo>
                  <a:pt x="776848" y="4744"/>
                </a:lnTo>
                <a:lnTo>
                  <a:pt x="776848" y="15947"/>
                </a:lnTo>
                <a:lnTo>
                  <a:pt x="771325" y="15947"/>
                </a:lnTo>
                <a:lnTo>
                  <a:pt x="771325" y="21236"/>
                </a:lnTo>
                <a:lnTo>
                  <a:pt x="776848" y="21236"/>
                </a:lnTo>
                <a:lnTo>
                  <a:pt x="776848" y="52039"/>
                </a:lnTo>
                <a:cubicBezTo>
                  <a:pt x="776848" y="56240"/>
                  <a:pt x="779648" y="58496"/>
                  <a:pt x="784704" y="58496"/>
                </a:cubicBezTo>
                <a:cubicBezTo>
                  <a:pt x="786416" y="58496"/>
                  <a:pt x="787817" y="58341"/>
                  <a:pt x="789995" y="57951"/>
                </a:cubicBezTo>
                <a:lnTo>
                  <a:pt x="789995" y="52507"/>
                </a:lnTo>
                <a:cubicBezTo>
                  <a:pt x="789060" y="52740"/>
                  <a:pt x="788205" y="52818"/>
                  <a:pt x="786882" y="52818"/>
                </a:cubicBezTo>
                <a:cubicBezTo>
                  <a:pt x="784082" y="52818"/>
                  <a:pt x="783305" y="52039"/>
                  <a:pt x="783305" y="49161"/>
                </a:cubicBezTo>
                <a:lnTo>
                  <a:pt x="783305" y="21236"/>
                </a:lnTo>
                <a:lnTo>
                  <a:pt x="789995" y="21236"/>
                </a:lnTo>
                <a:lnTo>
                  <a:pt x="789995" y="15947"/>
                </a:lnTo>
                <a:close/>
                <a:moveTo>
                  <a:pt x="833400" y="29248"/>
                </a:moveTo>
                <a:lnTo>
                  <a:pt x="795750" y="29248"/>
                </a:lnTo>
                <a:lnTo>
                  <a:pt x="795750" y="34693"/>
                </a:lnTo>
                <a:lnTo>
                  <a:pt x="833400" y="34693"/>
                </a:lnTo>
                <a:lnTo>
                  <a:pt x="833400" y="29248"/>
                </a:lnTo>
                <a:moveTo>
                  <a:pt x="833400" y="42627"/>
                </a:moveTo>
                <a:lnTo>
                  <a:pt x="795750" y="42627"/>
                </a:lnTo>
                <a:lnTo>
                  <a:pt x="795750" y="48073"/>
                </a:lnTo>
                <a:lnTo>
                  <a:pt x="833400" y="48073"/>
                </a:lnTo>
                <a:lnTo>
                  <a:pt x="833400" y="42627"/>
                </a:lnTo>
                <a:close/>
                <a:moveTo>
                  <a:pt x="841542" y="0"/>
                </a:moveTo>
                <a:lnTo>
                  <a:pt x="837263" y="0"/>
                </a:lnTo>
                <a:lnTo>
                  <a:pt x="855699" y="58262"/>
                </a:lnTo>
                <a:lnTo>
                  <a:pt x="859978" y="58262"/>
                </a:lnTo>
                <a:lnTo>
                  <a:pt x="841542" y="0"/>
                </a:lnTo>
                <a:close/>
                <a:moveTo>
                  <a:pt x="863711" y="1555"/>
                </a:moveTo>
                <a:lnTo>
                  <a:pt x="863711" y="10190"/>
                </a:lnTo>
                <a:lnTo>
                  <a:pt x="865812" y="20614"/>
                </a:lnTo>
                <a:lnTo>
                  <a:pt x="868845" y="20614"/>
                </a:lnTo>
                <a:lnTo>
                  <a:pt x="870945" y="10190"/>
                </a:lnTo>
                <a:lnTo>
                  <a:pt x="870945" y="1555"/>
                </a:lnTo>
                <a:lnTo>
                  <a:pt x="863711" y="1555"/>
                </a:lnTo>
                <a:moveTo>
                  <a:pt x="876157" y="1555"/>
                </a:moveTo>
                <a:lnTo>
                  <a:pt x="876157" y="10190"/>
                </a:lnTo>
                <a:lnTo>
                  <a:pt x="878258" y="20614"/>
                </a:lnTo>
                <a:lnTo>
                  <a:pt x="881292" y="20614"/>
                </a:lnTo>
                <a:lnTo>
                  <a:pt x="883391" y="10190"/>
                </a:lnTo>
                <a:lnTo>
                  <a:pt x="883391" y="1555"/>
                </a:lnTo>
                <a:lnTo>
                  <a:pt x="876157" y="1555"/>
                </a:lnTo>
                <a:close/>
                <a:moveTo>
                  <a:pt x="899260" y="15947"/>
                </a:moveTo>
                <a:lnTo>
                  <a:pt x="892803" y="15947"/>
                </a:lnTo>
                <a:lnTo>
                  <a:pt x="892803" y="56706"/>
                </a:lnTo>
                <a:lnTo>
                  <a:pt x="899260" y="56706"/>
                </a:lnTo>
                <a:lnTo>
                  <a:pt x="899260" y="15947"/>
                </a:lnTo>
                <a:moveTo>
                  <a:pt x="899260" y="0"/>
                </a:moveTo>
                <a:lnTo>
                  <a:pt x="892726" y="0"/>
                </a:lnTo>
                <a:lnTo>
                  <a:pt x="892726" y="8167"/>
                </a:lnTo>
                <a:lnTo>
                  <a:pt x="899260" y="8167"/>
                </a:lnTo>
                <a:lnTo>
                  <a:pt x="899260" y="0"/>
                </a:lnTo>
                <a:close/>
                <a:moveTo>
                  <a:pt x="910617" y="15947"/>
                </a:moveTo>
                <a:lnTo>
                  <a:pt x="910617" y="56706"/>
                </a:lnTo>
                <a:lnTo>
                  <a:pt x="917151" y="56706"/>
                </a:lnTo>
                <a:lnTo>
                  <a:pt x="917151" y="31115"/>
                </a:lnTo>
                <a:cubicBezTo>
                  <a:pt x="917151" y="25202"/>
                  <a:pt x="921430" y="20458"/>
                  <a:pt x="926719" y="20458"/>
                </a:cubicBezTo>
                <a:cubicBezTo>
                  <a:pt x="931542" y="20458"/>
                  <a:pt x="934265" y="23414"/>
                  <a:pt x="934265" y="28626"/>
                </a:cubicBezTo>
                <a:lnTo>
                  <a:pt x="934265" y="56706"/>
                </a:lnTo>
                <a:lnTo>
                  <a:pt x="940799" y="56706"/>
                </a:lnTo>
                <a:lnTo>
                  <a:pt x="940799" y="31115"/>
                </a:lnTo>
                <a:cubicBezTo>
                  <a:pt x="940799" y="25202"/>
                  <a:pt x="945078" y="20458"/>
                  <a:pt x="950367" y="20458"/>
                </a:cubicBezTo>
                <a:cubicBezTo>
                  <a:pt x="955112" y="20458"/>
                  <a:pt x="957912" y="23492"/>
                  <a:pt x="957912" y="28626"/>
                </a:cubicBezTo>
                <a:lnTo>
                  <a:pt x="957912" y="56706"/>
                </a:lnTo>
                <a:lnTo>
                  <a:pt x="964446" y="56706"/>
                </a:lnTo>
                <a:lnTo>
                  <a:pt x="964446" y="26137"/>
                </a:lnTo>
                <a:cubicBezTo>
                  <a:pt x="964446" y="18824"/>
                  <a:pt x="960246" y="14780"/>
                  <a:pt x="952623" y="14780"/>
                </a:cubicBezTo>
                <a:cubicBezTo>
                  <a:pt x="947177" y="14780"/>
                  <a:pt x="943910" y="16413"/>
                  <a:pt x="940098" y="21002"/>
                </a:cubicBezTo>
                <a:cubicBezTo>
                  <a:pt x="937688" y="16646"/>
                  <a:pt x="934420" y="14780"/>
                  <a:pt x="929131" y="14780"/>
                </a:cubicBezTo>
                <a:cubicBezTo>
                  <a:pt x="923685" y="14780"/>
                  <a:pt x="920030" y="16801"/>
                  <a:pt x="916606" y="21702"/>
                </a:cubicBezTo>
                <a:lnTo>
                  <a:pt x="916606" y="15947"/>
                </a:lnTo>
                <a:lnTo>
                  <a:pt x="910617" y="15947"/>
                </a:lnTo>
                <a:close/>
                <a:moveTo>
                  <a:pt x="1012052" y="52895"/>
                </a:moveTo>
                <a:cubicBezTo>
                  <a:pt x="1011353" y="53051"/>
                  <a:pt x="1011041" y="53051"/>
                  <a:pt x="1010653" y="53051"/>
                </a:cubicBezTo>
                <a:cubicBezTo>
                  <a:pt x="1008396" y="53051"/>
                  <a:pt x="1007152" y="51884"/>
                  <a:pt x="1007152" y="49861"/>
                </a:cubicBezTo>
                <a:lnTo>
                  <a:pt x="1007152" y="25903"/>
                </a:lnTo>
                <a:cubicBezTo>
                  <a:pt x="1007152" y="18668"/>
                  <a:pt x="1001862" y="14780"/>
                  <a:pt x="991828" y="14780"/>
                </a:cubicBezTo>
                <a:cubicBezTo>
                  <a:pt x="985838" y="14780"/>
                  <a:pt x="981093" y="16490"/>
                  <a:pt x="978293" y="19524"/>
                </a:cubicBezTo>
                <a:cubicBezTo>
                  <a:pt x="976426" y="21625"/>
                  <a:pt x="975647" y="23959"/>
                  <a:pt x="975492" y="28004"/>
                </a:cubicBezTo>
                <a:lnTo>
                  <a:pt x="982026" y="28004"/>
                </a:lnTo>
                <a:cubicBezTo>
                  <a:pt x="982571" y="23024"/>
                  <a:pt x="985527" y="20769"/>
                  <a:pt x="991594" y="20769"/>
                </a:cubicBezTo>
                <a:cubicBezTo>
                  <a:pt x="997506" y="20769"/>
                  <a:pt x="1000695" y="22947"/>
                  <a:pt x="1000695" y="26837"/>
                </a:cubicBezTo>
                <a:lnTo>
                  <a:pt x="1000695" y="28547"/>
                </a:lnTo>
                <a:cubicBezTo>
                  <a:pt x="1000618" y="31348"/>
                  <a:pt x="999218" y="32360"/>
                  <a:pt x="993927" y="33060"/>
                </a:cubicBezTo>
                <a:cubicBezTo>
                  <a:pt x="984749" y="34227"/>
                  <a:pt x="983348" y="34538"/>
                  <a:pt x="980859" y="35549"/>
                </a:cubicBezTo>
                <a:cubicBezTo>
                  <a:pt x="976115" y="37572"/>
                  <a:pt x="973703" y="41149"/>
                  <a:pt x="973703" y="46439"/>
                </a:cubicBezTo>
                <a:cubicBezTo>
                  <a:pt x="973703" y="53829"/>
                  <a:pt x="978836" y="58496"/>
                  <a:pt x="987082" y="58496"/>
                </a:cubicBezTo>
                <a:cubicBezTo>
                  <a:pt x="992217" y="58496"/>
                  <a:pt x="996339" y="56706"/>
                  <a:pt x="1000929" y="52507"/>
                </a:cubicBezTo>
                <a:cubicBezTo>
                  <a:pt x="1001396" y="56706"/>
                  <a:pt x="1003418" y="58496"/>
                  <a:pt x="1007619" y="58496"/>
                </a:cubicBezTo>
                <a:cubicBezTo>
                  <a:pt x="1009018" y="58496"/>
                  <a:pt x="1009874" y="58341"/>
                  <a:pt x="1012052" y="57796"/>
                </a:cubicBezTo>
                <a:lnTo>
                  <a:pt x="1012052" y="52895"/>
                </a:lnTo>
                <a:moveTo>
                  <a:pt x="1000695" y="43872"/>
                </a:moveTo>
                <a:cubicBezTo>
                  <a:pt x="1000695" y="46050"/>
                  <a:pt x="1000073" y="47372"/>
                  <a:pt x="998128" y="49161"/>
                </a:cubicBezTo>
                <a:cubicBezTo>
                  <a:pt x="995483" y="51573"/>
                  <a:pt x="992294" y="52818"/>
                  <a:pt x="988483" y="52818"/>
                </a:cubicBezTo>
                <a:cubicBezTo>
                  <a:pt x="983426" y="52818"/>
                  <a:pt x="980471" y="50406"/>
                  <a:pt x="980471" y="46284"/>
                </a:cubicBezTo>
                <a:cubicBezTo>
                  <a:pt x="980471" y="42005"/>
                  <a:pt x="983271" y="39827"/>
                  <a:pt x="990272" y="38816"/>
                </a:cubicBezTo>
                <a:cubicBezTo>
                  <a:pt x="997195" y="37883"/>
                  <a:pt x="998517" y="37572"/>
                  <a:pt x="1000695" y="36560"/>
                </a:cubicBezTo>
                <a:lnTo>
                  <a:pt x="1000695" y="43872"/>
                </a:lnTo>
                <a:close/>
                <a:moveTo>
                  <a:pt x="1045345" y="15947"/>
                </a:moveTo>
                <a:lnTo>
                  <a:pt x="1045345" y="21858"/>
                </a:lnTo>
                <a:cubicBezTo>
                  <a:pt x="1042079" y="16958"/>
                  <a:pt x="1038500" y="14780"/>
                  <a:pt x="1033367" y="14780"/>
                </a:cubicBezTo>
                <a:cubicBezTo>
                  <a:pt x="1023487" y="14780"/>
                  <a:pt x="1016641" y="23959"/>
                  <a:pt x="1016641" y="37027"/>
                </a:cubicBezTo>
                <a:cubicBezTo>
                  <a:pt x="1016641" y="43872"/>
                  <a:pt x="1018276" y="48850"/>
                  <a:pt x="1021776" y="52973"/>
                </a:cubicBezTo>
                <a:cubicBezTo>
                  <a:pt x="1024810" y="56551"/>
                  <a:pt x="1028698" y="58496"/>
                  <a:pt x="1032899" y="58496"/>
                </a:cubicBezTo>
                <a:cubicBezTo>
                  <a:pt x="1037800" y="58496"/>
                  <a:pt x="1041300" y="56318"/>
                  <a:pt x="1044723" y="51184"/>
                </a:cubicBezTo>
                <a:lnTo>
                  <a:pt x="1044723" y="53284"/>
                </a:lnTo>
                <a:cubicBezTo>
                  <a:pt x="1044723" y="64175"/>
                  <a:pt x="1041690" y="68220"/>
                  <a:pt x="1033599" y="68220"/>
                </a:cubicBezTo>
                <a:cubicBezTo>
                  <a:pt x="1028076" y="68220"/>
                  <a:pt x="1025198" y="66042"/>
                  <a:pt x="1024576" y="61375"/>
                </a:cubicBezTo>
                <a:lnTo>
                  <a:pt x="1017964" y="61375"/>
                </a:lnTo>
                <a:cubicBezTo>
                  <a:pt x="1018587" y="68920"/>
                  <a:pt x="1024576" y="73664"/>
                  <a:pt x="1033444" y="73664"/>
                </a:cubicBezTo>
                <a:cubicBezTo>
                  <a:pt x="1039433" y="73664"/>
                  <a:pt x="1044412" y="71720"/>
                  <a:pt x="1047057" y="68452"/>
                </a:cubicBezTo>
                <a:cubicBezTo>
                  <a:pt x="1050168" y="64641"/>
                  <a:pt x="1051335" y="59585"/>
                  <a:pt x="1051335" y="50017"/>
                </a:cubicBezTo>
                <a:lnTo>
                  <a:pt x="1051335" y="15947"/>
                </a:lnTo>
                <a:lnTo>
                  <a:pt x="1045345" y="15947"/>
                </a:lnTo>
                <a:moveTo>
                  <a:pt x="1033989" y="20769"/>
                </a:moveTo>
                <a:cubicBezTo>
                  <a:pt x="1040834" y="20769"/>
                  <a:pt x="1044723" y="26525"/>
                  <a:pt x="1044723" y="36871"/>
                </a:cubicBezTo>
                <a:cubicBezTo>
                  <a:pt x="1044723" y="46750"/>
                  <a:pt x="1040755" y="52507"/>
                  <a:pt x="1033989" y="52507"/>
                </a:cubicBezTo>
                <a:cubicBezTo>
                  <a:pt x="1027299" y="52507"/>
                  <a:pt x="1023409" y="46672"/>
                  <a:pt x="1023409" y="36637"/>
                </a:cubicBezTo>
                <a:cubicBezTo>
                  <a:pt x="1023409" y="26681"/>
                  <a:pt x="1027299" y="20769"/>
                  <a:pt x="1033989" y="20769"/>
                </a:cubicBezTo>
                <a:close/>
                <a:moveTo>
                  <a:pt x="1097308" y="38505"/>
                </a:moveTo>
                <a:cubicBezTo>
                  <a:pt x="1097308" y="32281"/>
                  <a:pt x="1096840" y="28547"/>
                  <a:pt x="1095674" y="25515"/>
                </a:cubicBezTo>
                <a:cubicBezTo>
                  <a:pt x="1093029" y="18824"/>
                  <a:pt x="1086806" y="14780"/>
                  <a:pt x="1079183" y="14780"/>
                </a:cubicBezTo>
                <a:cubicBezTo>
                  <a:pt x="1067826" y="14780"/>
                  <a:pt x="1060514" y="23414"/>
                  <a:pt x="1060514" y="36871"/>
                </a:cubicBezTo>
                <a:cubicBezTo>
                  <a:pt x="1060514" y="50329"/>
                  <a:pt x="1067515" y="58496"/>
                  <a:pt x="1079028" y="58496"/>
                </a:cubicBezTo>
                <a:cubicBezTo>
                  <a:pt x="1088362" y="58496"/>
                  <a:pt x="1094818" y="53206"/>
                  <a:pt x="1096452" y="44338"/>
                </a:cubicBezTo>
                <a:lnTo>
                  <a:pt x="1089918" y="44338"/>
                </a:lnTo>
                <a:cubicBezTo>
                  <a:pt x="1088128" y="49706"/>
                  <a:pt x="1084473" y="52507"/>
                  <a:pt x="1079261" y="52507"/>
                </a:cubicBezTo>
                <a:cubicBezTo>
                  <a:pt x="1075138" y="52507"/>
                  <a:pt x="1071638" y="50640"/>
                  <a:pt x="1069460" y="47217"/>
                </a:cubicBezTo>
                <a:cubicBezTo>
                  <a:pt x="1067904" y="44883"/>
                  <a:pt x="1067359" y="42550"/>
                  <a:pt x="1067282" y="38505"/>
                </a:cubicBezTo>
                <a:lnTo>
                  <a:pt x="1097308" y="38505"/>
                </a:lnTo>
                <a:moveTo>
                  <a:pt x="1067437" y="33216"/>
                </a:moveTo>
                <a:cubicBezTo>
                  <a:pt x="1067981" y="25670"/>
                  <a:pt x="1072571" y="20769"/>
                  <a:pt x="1079105" y="20769"/>
                </a:cubicBezTo>
                <a:cubicBezTo>
                  <a:pt x="1085718" y="20769"/>
                  <a:pt x="1090306" y="25903"/>
                  <a:pt x="1090306" y="33216"/>
                </a:cubicBezTo>
                <a:lnTo>
                  <a:pt x="1067437" y="33216"/>
                </a:lnTo>
                <a:close/>
                <a:moveTo>
                  <a:pt x="1104983" y="0"/>
                </a:moveTo>
                <a:lnTo>
                  <a:pt x="1100704" y="0"/>
                </a:lnTo>
                <a:lnTo>
                  <a:pt x="1119140" y="58262"/>
                </a:lnTo>
                <a:lnTo>
                  <a:pt x="1123419" y="58262"/>
                </a:lnTo>
                <a:lnTo>
                  <a:pt x="1104983" y="0"/>
                </a:lnTo>
                <a:close/>
                <a:moveTo>
                  <a:pt x="1127152" y="1555"/>
                </a:moveTo>
                <a:lnTo>
                  <a:pt x="1127152" y="10190"/>
                </a:lnTo>
                <a:lnTo>
                  <a:pt x="1129253" y="20614"/>
                </a:lnTo>
                <a:lnTo>
                  <a:pt x="1132287" y="20614"/>
                </a:lnTo>
                <a:lnTo>
                  <a:pt x="1134386" y="10190"/>
                </a:lnTo>
                <a:lnTo>
                  <a:pt x="1134386" y="1555"/>
                </a:lnTo>
                <a:lnTo>
                  <a:pt x="1127152" y="1555"/>
                </a:lnTo>
                <a:moveTo>
                  <a:pt x="1139598" y="1555"/>
                </a:moveTo>
                <a:lnTo>
                  <a:pt x="1139598" y="10190"/>
                </a:lnTo>
                <a:lnTo>
                  <a:pt x="1141699" y="20614"/>
                </a:lnTo>
                <a:lnTo>
                  <a:pt x="1144733" y="20614"/>
                </a:lnTo>
                <a:lnTo>
                  <a:pt x="1146833" y="10190"/>
                </a:lnTo>
                <a:lnTo>
                  <a:pt x="1146833" y="1555"/>
                </a:lnTo>
                <a:lnTo>
                  <a:pt x="1139598" y="1555"/>
                </a:lnTo>
                <a:close/>
                <a:moveTo>
                  <a:pt x="1203773" y="27303"/>
                </a:moveTo>
                <a:cubicBezTo>
                  <a:pt x="1203696" y="19291"/>
                  <a:pt x="1198406" y="14780"/>
                  <a:pt x="1188993" y="14780"/>
                </a:cubicBezTo>
                <a:cubicBezTo>
                  <a:pt x="1179503" y="14780"/>
                  <a:pt x="1173359" y="19680"/>
                  <a:pt x="1173359" y="27225"/>
                </a:cubicBezTo>
                <a:cubicBezTo>
                  <a:pt x="1173359" y="33604"/>
                  <a:pt x="1176625" y="36637"/>
                  <a:pt x="1186271" y="38971"/>
                </a:cubicBezTo>
                <a:lnTo>
                  <a:pt x="1192339" y="40449"/>
                </a:lnTo>
                <a:cubicBezTo>
                  <a:pt x="1196851" y="41538"/>
                  <a:pt x="1198639" y="43172"/>
                  <a:pt x="1198639" y="46050"/>
                </a:cubicBezTo>
                <a:cubicBezTo>
                  <a:pt x="1198639" y="49940"/>
                  <a:pt x="1194828" y="52507"/>
                  <a:pt x="1189150" y="52507"/>
                </a:cubicBezTo>
                <a:cubicBezTo>
                  <a:pt x="1185648" y="52507"/>
                  <a:pt x="1182693" y="51496"/>
                  <a:pt x="1181059" y="49784"/>
                </a:cubicBezTo>
                <a:cubicBezTo>
                  <a:pt x="1180048" y="48617"/>
                  <a:pt x="1179582" y="47451"/>
                  <a:pt x="1179192" y="44572"/>
                </a:cubicBezTo>
                <a:lnTo>
                  <a:pt x="1172347" y="44572"/>
                </a:lnTo>
                <a:cubicBezTo>
                  <a:pt x="1172658" y="53985"/>
                  <a:pt x="1177947" y="58496"/>
                  <a:pt x="1188605" y="58496"/>
                </a:cubicBezTo>
                <a:cubicBezTo>
                  <a:pt x="1198873" y="58496"/>
                  <a:pt x="1205407" y="53440"/>
                  <a:pt x="1205407" y="45583"/>
                </a:cubicBezTo>
                <a:cubicBezTo>
                  <a:pt x="1205407" y="39516"/>
                  <a:pt x="1201984" y="36171"/>
                  <a:pt x="1193894" y="34227"/>
                </a:cubicBezTo>
                <a:lnTo>
                  <a:pt x="1187671" y="32748"/>
                </a:lnTo>
                <a:cubicBezTo>
                  <a:pt x="1182382" y="31504"/>
                  <a:pt x="1180125" y="29792"/>
                  <a:pt x="1180125" y="26914"/>
                </a:cubicBezTo>
                <a:cubicBezTo>
                  <a:pt x="1180125" y="23103"/>
                  <a:pt x="1183470" y="20769"/>
                  <a:pt x="1188760" y="20769"/>
                </a:cubicBezTo>
                <a:cubicBezTo>
                  <a:pt x="1193972" y="20769"/>
                  <a:pt x="1196772" y="23024"/>
                  <a:pt x="1196928" y="27303"/>
                </a:cubicBezTo>
                <a:lnTo>
                  <a:pt x="1203773" y="27303"/>
                </a:lnTo>
                <a:close/>
                <a:moveTo>
                  <a:pt x="1214430" y="15947"/>
                </a:moveTo>
                <a:lnTo>
                  <a:pt x="1214430" y="56706"/>
                </a:lnTo>
                <a:lnTo>
                  <a:pt x="1220965" y="56706"/>
                </a:lnTo>
                <a:lnTo>
                  <a:pt x="1220965" y="35549"/>
                </a:lnTo>
                <a:cubicBezTo>
                  <a:pt x="1221042" y="25747"/>
                  <a:pt x="1225087" y="21391"/>
                  <a:pt x="1234033" y="21625"/>
                </a:cubicBezTo>
                <a:lnTo>
                  <a:pt x="1234033" y="15012"/>
                </a:lnTo>
                <a:cubicBezTo>
                  <a:pt x="1232944" y="14857"/>
                  <a:pt x="1232322" y="14780"/>
                  <a:pt x="1231543" y="14780"/>
                </a:cubicBezTo>
                <a:cubicBezTo>
                  <a:pt x="1227342" y="14780"/>
                  <a:pt x="1224154" y="17269"/>
                  <a:pt x="1220420" y="23335"/>
                </a:cubicBezTo>
                <a:lnTo>
                  <a:pt x="1220420" y="15947"/>
                </a:lnTo>
                <a:lnTo>
                  <a:pt x="1214430" y="15947"/>
                </a:lnTo>
                <a:close/>
                <a:moveTo>
                  <a:pt x="1271604" y="29637"/>
                </a:moveTo>
                <a:cubicBezTo>
                  <a:pt x="1271293" y="25670"/>
                  <a:pt x="1270437" y="23103"/>
                  <a:pt x="1268881" y="20846"/>
                </a:cubicBezTo>
                <a:cubicBezTo>
                  <a:pt x="1266081" y="17035"/>
                  <a:pt x="1261180" y="14780"/>
                  <a:pt x="1255502" y="14780"/>
                </a:cubicBezTo>
                <a:cubicBezTo>
                  <a:pt x="1244456" y="14780"/>
                  <a:pt x="1237377" y="23492"/>
                  <a:pt x="1237377" y="37027"/>
                </a:cubicBezTo>
                <a:cubicBezTo>
                  <a:pt x="1237377" y="50172"/>
                  <a:pt x="1244378" y="58496"/>
                  <a:pt x="1255425" y="58496"/>
                </a:cubicBezTo>
                <a:cubicBezTo>
                  <a:pt x="1265148" y="58496"/>
                  <a:pt x="1271293" y="52662"/>
                  <a:pt x="1272071" y="42705"/>
                </a:cubicBezTo>
                <a:lnTo>
                  <a:pt x="1265536" y="42705"/>
                </a:lnTo>
                <a:cubicBezTo>
                  <a:pt x="1264448" y="49239"/>
                  <a:pt x="1261103" y="52507"/>
                  <a:pt x="1255580" y="52507"/>
                </a:cubicBezTo>
                <a:cubicBezTo>
                  <a:pt x="1248423" y="52507"/>
                  <a:pt x="1244145" y="46672"/>
                  <a:pt x="1244145" y="37027"/>
                </a:cubicBezTo>
                <a:cubicBezTo>
                  <a:pt x="1244145" y="26837"/>
                  <a:pt x="1248346" y="20769"/>
                  <a:pt x="1255425" y="20769"/>
                </a:cubicBezTo>
                <a:cubicBezTo>
                  <a:pt x="1260869" y="20769"/>
                  <a:pt x="1264293" y="23959"/>
                  <a:pt x="1265070" y="29637"/>
                </a:cubicBezTo>
                <a:lnTo>
                  <a:pt x="1271604" y="29637"/>
                </a:lnTo>
                <a:close/>
                <a:moveTo>
                  <a:pt x="1315866" y="29248"/>
                </a:moveTo>
                <a:lnTo>
                  <a:pt x="1278216" y="29248"/>
                </a:lnTo>
                <a:lnTo>
                  <a:pt x="1278216" y="34693"/>
                </a:lnTo>
                <a:lnTo>
                  <a:pt x="1315866" y="34693"/>
                </a:lnTo>
                <a:lnTo>
                  <a:pt x="1315866" y="29248"/>
                </a:lnTo>
                <a:moveTo>
                  <a:pt x="1315866" y="42627"/>
                </a:moveTo>
                <a:lnTo>
                  <a:pt x="1278216" y="42627"/>
                </a:lnTo>
                <a:lnTo>
                  <a:pt x="1278216" y="48073"/>
                </a:lnTo>
                <a:lnTo>
                  <a:pt x="1315866" y="48073"/>
                </a:lnTo>
                <a:lnTo>
                  <a:pt x="1315866" y="42627"/>
                </a:lnTo>
                <a:close/>
                <a:moveTo>
                  <a:pt x="1323826" y="0"/>
                </a:moveTo>
                <a:lnTo>
                  <a:pt x="1319547" y="0"/>
                </a:lnTo>
                <a:lnTo>
                  <a:pt x="1337983" y="58262"/>
                </a:lnTo>
                <a:lnTo>
                  <a:pt x="1342262" y="58262"/>
                </a:lnTo>
                <a:lnTo>
                  <a:pt x="1323826" y="0"/>
                </a:lnTo>
                <a:close/>
                <a:moveTo>
                  <a:pt x="1345995" y="1555"/>
                </a:moveTo>
                <a:lnTo>
                  <a:pt x="1345995" y="10190"/>
                </a:lnTo>
                <a:lnTo>
                  <a:pt x="1348095" y="20614"/>
                </a:lnTo>
                <a:lnTo>
                  <a:pt x="1351129" y="20614"/>
                </a:lnTo>
                <a:lnTo>
                  <a:pt x="1353229" y="10190"/>
                </a:lnTo>
                <a:lnTo>
                  <a:pt x="1353229" y="1555"/>
                </a:lnTo>
                <a:lnTo>
                  <a:pt x="1345995" y="1555"/>
                </a:lnTo>
                <a:moveTo>
                  <a:pt x="1358441" y="1555"/>
                </a:moveTo>
                <a:lnTo>
                  <a:pt x="1358441" y="10190"/>
                </a:lnTo>
                <a:lnTo>
                  <a:pt x="1360542" y="20614"/>
                </a:lnTo>
                <a:lnTo>
                  <a:pt x="1363576" y="20614"/>
                </a:lnTo>
                <a:lnTo>
                  <a:pt x="1365675" y="10190"/>
                </a:lnTo>
                <a:lnTo>
                  <a:pt x="1365675" y="1555"/>
                </a:lnTo>
                <a:lnTo>
                  <a:pt x="1358441" y="1555"/>
                </a:lnTo>
                <a:close/>
                <a:moveTo>
                  <a:pt x="1375321" y="0"/>
                </a:moveTo>
                <a:lnTo>
                  <a:pt x="1375321" y="56706"/>
                </a:lnTo>
                <a:lnTo>
                  <a:pt x="1381778" y="56706"/>
                </a:lnTo>
                <a:lnTo>
                  <a:pt x="1381778" y="34227"/>
                </a:lnTo>
                <a:cubicBezTo>
                  <a:pt x="1381778" y="25903"/>
                  <a:pt x="1386134" y="20458"/>
                  <a:pt x="1392824" y="20458"/>
                </a:cubicBezTo>
                <a:cubicBezTo>
                  <a:pt x="1395002" y="20458"/>
                  <a:pt x="1397024" y="21080"/>
                  <a:pt x="1398579" y="22247"/>
                </a:cubicBezTo>
                <a:cubicBezTo>
                  <a:pt x="1400446" y="23648"/>
                  <a:pt x="1401225" y="25592"/>
                  <a:pt x="1401225" y="28470"/>
                </a:cubicBezTo>
                <a:lnTo>
                  <a:pt x="1401225" y="56706"/>
                </a:lnTo>
                <a:lnTo>
                  <a:pt x="1407681" y="56706"/>
                </a:lnTo>
                <a:lnTo>
                  <a:pt x="1407681" y="25903"/>
                </a:lnTo>
                <a:cubicBezTo>
                  <a:pt x="1407681" y="19058"/>
                  <a:pt x="1402780" y="14780"/>
                  <a:pt x="1394846" y="14780"/>
                </a:cubicBezTo>
                <a:cubicBezTo>
                  <a:pt x="1389089" y="14780"/>
                  <a:pt x="1385589" y="16569"/>
                  <a:pt x="1381778" y="21547"/>
                </a:cubicBezTo>
                <a:lnTo>
                  <a:pt x="1381778" y="0"/>
                </a:lnTo>
                <a:lnTo>
                  <a:pt x="1375321" y="0"/>
                </a:lnTo>
                <a:close/>
                <a:moveTo>
                  <a:pt x="1433118" y="15947"/>
                </a:moveTo>
                <a:lnTo>
                  <a:pt x="1426428" y="15947"/>
                </a:lnTo>
                <a:lnTo>
                  <a:pt x="1426428" y="4744"/>
                </a:lnTo>
                <a:lnTo>
                  <a:pt x="1419971" y="4744"/>
                </a:lnTo>
                <a:lnTo>
                  <a:pt x="1419971" y="15947"/>
                </a:lnTo>
                <a:lnTo>
                  <a:pt x="1414448" y="15947"/>
                </a:lnTo>
                <a:lnTo>
                  <a:pt x="1414448" y="21236"/>
                </a:lnTo>
                <a:lnTo>
                  <a:pt x="1419971" y="21236"/>
                </a:lnTo>
                <a:lnTo>
                  <a:pt x="1419971" y="52039"/>
                </a:lnTo>
                <a:cubicBezTo>
                  <a:pt x="1419971" y="56240"/>
                  <a:pt x="1422771" y="58496"/>
                  <a:pt x="1427827" y="58496"/>
                </a:cubicBezTo>
                <a:cubicBezTo>
                  <a:pt x="1429539" y="58496"/>
                  <a:pt x="1430940" y="58341"/>
                  <a:pt x="1433118" y="57951"/>
                </a:cubicBezTo>
                <a:lnTo>
                  <a:pt x="1433118" y="52507"/>
                </a:lnTo>
                <a:cubicBezTo>
                  <a:pt x="1432184" y="52740"/>
                  <a:pt x="1431328" y="52818"/>
                  <a:pt x="1430006" y="52818"/>
                </a:cubicBezTo>
                <a:cubicBezTo>
                  <a:pt x="1427206" y="52818"/>
                  <a:pt x="1426428" y="52039"/>
                  <a:pt x="1426428" y="49161"/>
                </a:cubicBezTo>
                <a:lnTo>
                  <a:pt x="1426428" y="21236"/>
                </a:lnTo>
                <a:lnTo>
                  <a:pt x="1433118" y="21236"/>
                </a:lnTo>
                <a:lnTo>
                  <a:pt x="1433118" y="15947"/>
                </a:lnTo>
                <a:close/>
                <a:moveTo>
                  <a:pt x="1454743" y="15947"/>
                </a:moveTo>
                <a:lnTo>
                  <a:pt x="1448053" y="15947"/>
                </a:lnTo>
                <a:lnTo>
                  <a:pt x="1448053" y="4744"/>
                </a:lnTo>
                <a:lnTo>
                  <a:pt x="1441596" y="4744"/>
                </a:lnTo>
                <a:lnTo>
                  <a:pt x="1441596" y="15947"/>
                </a:lnTo>
                <a:lnTo>
                  <a:pt x="1436073" y="15947"/>
                </a:lnTo>
                <a:lnTo>
                  <a:pt x="1436073" y="21236"/>
                </a:lnTo>
                <a:lnTo>
                  <a:pt x="1441596" y="21236"/>
                </a:lnTo>
                <a:lnTo>
                  <a:pt x="1441596" y="52039"/>
                </a:lnTo>
                <a:cubicBezTo>
                  <a:pt x="1441596" y="56240"/>
                  <a:pt x="1444396" y="58496"/>
                  <a:pt x="1449452" y="58496"/>
                </a:cubicBezTo>
                <a:cubicBezTo>
                  <a:pt x="1451164" y="58496"/>
                  <a:pt x="1452565" y="58341"/>
                  <a:pt x="1454743" y="57951"/>
                </a:cubicBezTo>
                <a:lnTo>
                  <a:pt x="1454743" y="52507"/>
                </a:lnTo>
                <a:cubicBezTo>
                  <a:pt x="1453808" y="52740"/>
                  <a:pt x="1452953" y="52818"/>
                  <a:pt x="1451630" y="52818"/>
                </a:cubicBezTo>
                <a:cubicBezTo>
                  <a:pt x="1448830" y="52818"/>
                  <a:pt x="1448053" y="52039"/>
                  <a:pt x="1448053" y="49161"/>
                </a:cubicBezTo>
                <a:lnTo>
                  <a:pt x="1448053" y="21236"/>
                </a:lnTo>
                <a:lnTo>
                  <a:pt x="1454743" y="21236"/>
                </a:lnTo>
                <a:lnTo>
                  <a:pt x="1454743" y="15947"/>
                </a:lnTo>
                <a:close/>
                <a:moveTo>
                  <a:pt x="1461043" y="73664"/>
                </a:moveTo>
                <a:lnTo>
                  <a:pt x="1467577" y="73664"/>
                </a:lnTo>
                <a:lnTo>
                  <a:pt x="1467577" y="52429"/>
                </a:lnTo>
                <a:cubicBezTo>
                  <a:pt x="1471000" y="56629"/>
                  <a:pt x="1474811" y="58496"/>
                  <a:pt x="1480101" y="58496"/>
                </a:cubicBezTo>
                <a:cubicBezTo>
                  <a:pt x="1490681" y="58496"/>
                  <a:pt x="1497526" y="50017"/>
                  <a:pt x="1497526" y="37027"/>
                </a:cubicBezTo>
                <a:cubicBezTo>
                  <a:pt x="1497526" y="23335"/>
                  <a:pt x="1490836" y="14780"/>
                  <a:pt x="1480023" y="14780"/>
                </a:cubicBezTo>
                <a:cubicBezTo>
                  <a:pt x="1474500" y="14780"/>
                  <a:pt x="1470067" y="17269"/>
                  <a:pt x="1467033" y="22091"/>
                </a:cubicBezTo>
                <a:lnTo>
                  <a:pt x="1467033" y="15947"/>
                </a:lnTo>
                <a:lnTo>
                  <a:pt x="1461043" y="15947"/>
                </a:lnTo>
                <a:lnTo>
                  <a:pt x="1461043" y="73664"/>
                </a:lnTo>
                <a:moveTo>
                  <a:pt x="1478935" y="20846"/>
                </a:moveTo>
                <a:cubicBezTo>
                  <a:pt x="1486091" y="20846"/>
                  <a:pt x="1490758" y="27148"/>
                  <a:pt x="1490758" y="36871"/>
                </a:cubicBezTo>
                <a:cubicBezTo>
                  <a:pt x="1490758" y="46128"/>
                  <a:pt x="1486014" y="52429"/>
                  <a:pt x="1478935" y="52429"/>
                </a:cubicBezTo>
                <a:cubicBezTo>
                  <a:pt x="1472011" y="52429"/>
                  <a:pt x="1467577" y="46205"/>
                  <a:pt x="1467577" y="36637"/>
                </a:cubicBezTo>
                <a:cubicBezTo>
                  <a:pt x="1467577" y="27070"/>
                  <a:pt x="1472011" y="20846"/>
                  <a:pt x="1478935" y="20846"/>
                </a:cubicBezTo>
                <a:close/>
                <a:moveTo>
                  <a:pt x="1534397" y="27303"/>
                </a:moveTo>
                <a:cubicBezTo>
                  <a:pt x="1534320" y="19291"/>
                  <a:pt x="1529029" y="14780"/>
                  <a:pt x="1519617" y="14780"/>
                </a:cubicBezTo>
                <a:cubicBezTo>
                  <a:pt x="1510127" y="14780"/>
                  <a:pt x="1503982" y="19680"/>
                  <a:pt x="1503982" y="27225"/>
                </a:cubicBezTo>
                <a:cubicBezTo>
                  <a:pt x="1503982" y="33604"/>
                  <a:pt x="1507249" y="36637"/>
                  <a:pt x="1516895" y="38971"/>
                </a:cubicBezTo>
                <a:lnTo>
                  <a:pt x="1522963" y="40449"/>
                </a:lnTo>
                <a:cubicBezTo>
                  <a:pt x="1527474" y="41538"/>
                  <a:pt x="1529263" y="43172"/>
                  <a:pt x="1529263" y="46050"/>
                </a:cubicBezTo>
                <a:cubicBezTo>
                  <a:pt x="1529263" y="49940"/>
                  <a:pt x="1525452" y="52507"/>
                  <a:pt x="1519774" y="52507"/>
                </a:cubicBezTo>
                <a:cubicBezTo>
                  <a:pt x="1516272" y="52507"/>
                  <a:pt x="1513317" y="51496"/>
                  <a:pt x="1511683" y="49784"/>
                </a:cubicBezTo>
                <a:cubicBezTo>
                  <a:pt x="1510672" y="48617"/>
                  <a:pt x="1510206" y="47451"/>
                  <a:pt x="1509816" y="44572"/>
                </a:cubicBezTo>
                <a:lnTo>
                  <a:pt x="1502971" y="44572"/>
                </a:lnTo>
                <a:cubicBezTo>
                  <a:pt x="1503282" y="53985"/>
                  <a:pt x="1508571" y="58496"/>
                  <a:pt x="1519229" y="58496"/>
                </a:cubicBezTo>
                <a:cubicBezTo>
                  <a:pt x="1529497" y="58496"/>
                  <a:pt x="1536031" y="53440"/>
                  <a:pt x="1536031" y="45583"/>
                </a:cubicBezTo>
                <a:cubicBezTo>
                  <a:pt x="1536031" y="39516"/>
                  <a:pt x="1532608" y="36171"/>
                  <a:pt x="1524518" y="34227"/>
                </a:cubicBezTo>
                <a:lnTo>
                  <a:pt x="1518295" y="32748"/>
                </a:lnTo>
                <a:cubicBezTo>
                  <a:pt x="1513006" y="31504"/>
                  <a:pt x="1510749" y="29792"/>
                  <a:pt x="1510749" y="26914"/>
                </a:cubicBezTo>
                <a:cubicBezTo>
                  <a:pt x="1510749" y="23103"/>
                  <a:pt x="1514094" y="20769"/>
                  <a:pt x="1519384" y="20769"/>
                </a:cubicBezTo>
                <a:cubicBezTo>
                  <a:pt x="1524596" y="20769"/>
                  <a:pt x="1527396" y="23024"/>
                  <a:pt x="1527552" y="27303"/>
                </a:cubicBezTo>
                <a:lnTo>
                  <a:pt x="1534397" y="27303"/>
                </a:lnTo>
                <a:close/>
                <a:moveTo>
                  <a:pt x="1556333" y="48617"/>
                </a:moveTo>
                <a:lnTo>
                  <a:pt x="1548243" y="48617"/>
                </a:lnTo>
                <a:lnTo>
                  <a:pt x="1548243" y="56706"/>
                </a:lnTo>
                <a:lnTo>
                  <a:pt x="1556333" y="56706"/>
                </a:lnTo>
                <a:lnTo>
                  <a:pt x="1556333" y="48617"/>
                </a:lnTo>
                <a:moveTo>
                  <a:pt x="1556333" y="15947"/>
                </a:moveTo>
                <a:lnTo>
                  <a:pt x="1548243" y="15947"/>
                </a:lnTo>
                <a:lnTo>
                  <a:pt x="1548243" y="24036"/>
                </a:lnTo>
                <a:lnTo>
                  <a:pt x="1556333" y="24036"/>
                </a:lnTo>
                <a:lnTo>
                  <a:pt x="1556333" y="15947"/>
                </a:lnTo>
                <a:close/>
                <a:moveTo>
                  <a:pt x="1579125" y="0"/>
                </a:moveTo>
                <a:lnTo>
                  <a:pt x="1560689" y="58262"/>
                </a:lnTo>
                <a:lnTo>
                  <a:pt x="1564968" y="58262"/>
                </a:lnTo>
                <a:lnTo>
                  <a:pt x="1583403" y="0"/>
                </a:lnTo>
                <a:lnTo>
                  <a:pt x="1579125" y="0"/>
                </a:lnTo>
                <a:close/>
                <a:moveTo>
                  <a:pt x="1600983" y="0"/>
                </a:moveTo>
                <a:lnTo>
                  <a:pt x="1582548" y="58262"/>
                </a:lnTo>
                <a:lnTo>
                  <a:pt x="1586826" y="58262"/>
                </a:lnTo>
                <a:lnTo>
                  <a:pt x="1605262" y="0"/>
                </a:lnTo>
                <a:lnTo>
                  <a:pt x="1600983" y="0"/>
                </a:lnTo>
                <a:close/>
                <a:moveTo>
                  <a:pt x="1642289" y="56706"/>
                </a:moveTo>
                <a:lnTo>
                  <a:pt x="1642289" y="15947"/>
                </a:lnTo>
                <a:lnTo>
                  <a:pt x="1635832" y="15947"/>
                </a:lnTo>
                <a:lnTo>
                  <a:pt x="1635832" y="39049"/>
                </a:lnTo>
                <a:cubicBezTo>
                  <a:pt x="1635832" y="47372"/>
                  <a:pt x="1631476" y="52818"/>
                  <a:pt x="1624709" y="52818"/>
                </a:cubicBezTo>
                <a:cubicBezTo>
                  <a:pt x="1619575" y="52818"/>
                  <a:pt x="1616308" y="49706"/>
                  <a:pt x="1616308" y="44805"/>
                </a:cubicBezTo>
                <a:lnTo>
                  <a:pt x="1616308" y="15947"/>
                </a:lnTo>
                <a:lnTo>
                  <a:pt x="1609851" y="15947"/>
                </a:lnTo>
                <a:lnTo>
                  <a:pt x="1609851" y="47372"/>
                </a:lnTo>
                <a:cubicBezTo>
                  <a:pt x="1609851" y="54140"/>
                  <a:pt x="1614908" y="58496"/>
                  <a:pt x="1622842" y="58496"/>
                </a:cubicBezTo>
                <a:cubicBezTo>
                  <a:pt x="1628832" y="58496"/>
                  <a:pt x="1632643" y="56395"/>
                  <a:pt x="1636455" y="51028"/>
                </a:cubicBezTo>
                <a:lnTo>
                  <a:pt x="1636455" y="56706"/>
                </a:lnTo>
                <a:lnTo>
                  <a:pt x="1642289" y="56706"/>
                </a:lnTo>
                <a:close/>
                <a:moveTo>
                  <a:pt x="1682505" y="27303"/>
                </a:moveTo>
                <a:cubicBezTo>
                  <a:pt x="1682428" y="19291"/>
                  <a:pt x="1677137" y="14780"/>
                  <a:pt x="1667725" y="14780"/>
                </a:cubicBezTo>
                <a:cubicBezTo>
                  <a:pt x="1658235" y="14780"/>
                  <a:pt x="1652090" y="19680"/>
                  <a:pt x="1652090" y="27225"/>
                </a:cubicBezTo>
                <a:cubicBezTo>
                  <a:pt x="1652090" y="33604"/>
                  <a:pt x="1655357" y="36637"/>
                  <a:pt x="1665003" y="38971"/>
                </a:cubicBezTo>
                <a:lnTo>
                  <a:pt x="1671071" y="40449"/>
                </a:lnTo>
                <a:cubicBezTo>
                  <a:pt x="1675582" y="41538"/>
                  <a:pt x="1677371" y="43172"/>
                  <a:pt x="1677371" y="46050"/>
                </a:cubicBezTo>
                <a:cubicBezTo>
                  <a:pt x="1677371" y="49940"/>
                  <a:pt x="1673560" y="52507"/>
                  <a:pt x="1667882" y="52507"/>
                </a:cubicBezTo>
                <a:cubicBezTo>
                  <a:pt x="1664380" y="52507"/>
                  <a:pt x="1661425" y="51496"/>
                  <a:pt x="1659791" y="49784"/>
                </a:cubicBezTo>
                <a:cubicBezTo>
                  <a:pt x="1658780" y="48617"/>
                  <a:pt x="1658314" y="47451"/>
                  <a:pt x="1657924" y="44572"/>
                </a:cubicBezTo>
                <a:lnTo>
                  <a:pt x="1651079" y="44572"/>
                </a:lnTo>
                <a:cubicBezTo>
                  <a:pt x="1651390" y="53985"/>
                  <a:pt x="1656679" y="58496"/>
                  <a:pt x="1667337" y="58496"/>
                </a:cubicBezTo>
                <a:cubicBezTo>
                  <a:pt x="1677605" y="58496"/>
                  <a:pt x="1684139" y="53440"/>
                  <a:pt x="1684139" y="45583"/>
                </a:cubicBezTo>
                <a:cubicBezTo>
                  <a:pt x="1684139" y="39516"/>
                  <a:pt x="1680716" y="36171"/>
                  <a:pt x="1672626" y="34227"/>
                </a:cubicBezTo>
                <a:lnTo>
                  <a:pt x="1666403" y="32748"/>
                </a:lnTo>
                <a:cubicBezTo>
                  <a:pt x="1661114" y="31504"/>
                  <a:pt x="1658857" y="29792"/>
                  <a:pt x="1658857" y="26914"/>
                </a:cubicBezTo>
                <a:cubicBezTo>
                  <a:pt x="1658857" y="23103"/>
                  <a:pt x="1662202" y="20769"/>
                  <a:pt x="1667492" y="20769"/>
                </a:cubicBezTo>
                <a:cubicBezTo>
                  <a:pt x="1672704" y="20769"/>
                  <a:pt x="1675504" y="23024"/>
                  <a:pt x="1675660" y="27303"/>
                </a:cubicBezTo>
                <a:lnTo>
                  <a:pt x="1682505" y="27303"/>
                </a:lnTo>
                <a:close/>
                <a:moveTo>
                  <a:pt x="1726689" y="38505"/>
                </a:moveTo>
                <a:cubicBezTo>
                  <a:pt x="1726689" y="32281"/>
                  <a:pt x="1726222" y="28547"/>
                  <a:pt x="1725055" y="25515"/>
                </a:cubicBezTo>
                <a:cubicBezTo>
                  <a:pt x="1722410" y="18824"/>
                  <a:pt x="1716187" y="14780"/>
                  <a:pt x="1708565" y="14780"/>
                </a:cubicBezTo>
                <a:cubicBezTo>
                  <a:pt x="1697207" y="14780"/>
                  <a:pt x="1689895" y="23414"/>
                  <a:pt x="1689895" y="36871"/>
                </a:cubicBezTo>
                <a:cubicBezTo>
                  <a:pt x="1689895" y="50329"/>
                  <a:pt x="1696896" y="58496"/>
                  <a:pt x="1708409" y="58496"/>
                </a:cubicBezTo>
                <a:cubicBezTo>
                  <a:pt x="1717743" y="58496"/>
                  <a:pt x="1724199" y="53206"/>
                  <a:pt x="1725834" y="44338"/>
                </a:cubicBezTo>
                <a:lnTo>
                  <a:pt x="1719299" y="44338"/>
                </a:lnTo>
                <a:cubicBezTo>
                  <a:pt x="1717510" y="49706"/>
                  <a:pt x="1713854" y="52507"/>
                  <a:pt x="1708642" y="52507"/>
                </a:cubicBezTo>
                <a:cubicBezTo>
                  <a:pt x="1704520" y="52507"/>
                  <a:pt x="1701019" y="50640"/>
                  <a:pt x="1698841" y="47217"/>
                </a:cubicBezTo>
                <a:cubicBezTo>
                  <a:pt x="1697285" y="44883"/>
                  <a:pt x="1696740" y="42550"/>
                  <a:pt x="1696663" y="38505"/>
                </a:cubicBezTo>
                <a:lnTo>
                  <a:pt x="1726689" y="38505"/>
                </a:lnTo>
                <a:moveTo>
                  <a:pt x="1696819" y="33216"/>
                </a:moveTo>
                <a:cubicBezTo>
                  <a:pt x="1697362" y="25670"/>
                  <a:pt x="1701952" y="20769"/>
                  <a:pt x="1708486" y="20769"/>
                </a:cubicBezTo>
                <a:cubicBezTo>
                  <a:pt x="1715099" y="20769"/>
                  <a:pt x="1719688" y="25903"/>
                  <a:pt x="1719688" y="33216"/>
                </a:cubicBezTo>
                <a:lnTo>
                  <a:pt x="1696819" y="33216"/>
                </a:lnTo>
                <a:close/>
                <a:moveTo>
                  <a:pt x="1735634" y="15947"/>
                </a:moveTo>
                <a:lnTo>
                  <a:pt x="1735634" y="56706"/>
                </a:lnTo>
                <a:lnTo>
                  <a:pt x="1742169" y="56706"/>
                </a:lnTo>
                <a:lnTo>
                  <a:pt x="1742169" y="35549"/>
                </a:lnTo>
                <a:cubicBezTo>
                  <a:pt x="1742246" y="25747"/>
                  <a:pt x="1746291" y="21391"/>
                  <a:pt x="1755237" y="21625"/>
                </a:cubicBezTo>
                <a:lnTo>
                  <a:pt x="1755237" y="15012"/>
                </a:lnTo>
                <a:cubicBezTo>
                  <a:pt x="1754148" y="14857"/>
                  <a:pt x="1753526" y="14780"/>
                  <a:pt x="1752747" y="14780"/>
                </a:cubicBezTo>
                <a:cubicBezTo>
                  <a:pt x="1748547" y="14780"/>
                  <a:pt x="1745359" y="17269"/>
                  <a:pt x="1741624" y="23335"/>
                </a:cubicBezTo>
                <a:lnTo>
                  <a:pt x="1741624" y="15947"/>
                </a:lnTo>
                <a:lnTo>
                  <a:pt x="1735634" y="15947"/>
                </a:lnTo>
                <a:close/>
                <a:moveTo>
                  <a:pt x="1778910" y="32437"/>
                </a:moveTo>
                <a:lnTo>
                  <a:pt x="1760396" y="32437"/>
                </a:lnTo>
                <a:lnTo>
                  <a:pt x="1760396" y="38038"/>
                </a:lnTo>
                <a:lnTo>
                  <a:pt x="1778910" y="38038"/>
                </a:lnTo>
                <a:lnTo>
                  <a:pt x="1778910" y="32437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images.githubusercontent.com/109202769/178670197-39e8aa2c-5905-">
            <a:extLst xmlns:a="http://schemas.openxmlformats.org/drawingml/2006/main">
              <a:ext uri="{FF2B5EF4-FFF2-40B4-BE49-F238E27FC236}">
                <a16:creationId xmlns:a16="http://schemas.microsoft.com/office/drawing/2014/main" id="{E2537590-9C56-43E4-A815-B9744563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88" y="2530058"/>
            <a:ext cx="2466130" cy="73664"/>
          </a:xfrm>
          <a:custGeom xmlns:a="http://schemas.openxmlformats.org/drawingml/2006/main">
            <a:pathLst>
              <a:path w="2466130" h="73664">
                <a:moveTo>
                  <a:pt x="6534" y="15947"/>
                </a:moveTo>
                <a:lnTo>
                  <a:pt x="77" y="15947"/>
                </a:lnTo>
                <a:lnTo>
                  <a:pt x="77" y="56706"/>
                </a:lnTo>
                <a:lnTo>
                  <a:pt x="6534" y="56706"/>
                </a:lnTo>
                <a:lnTo>
                  <a:pt x="6534" y="15947"/>
                </a:lnTo>
                <a:moveTo>
                  <a:pt x="6534" y="0"/>
                </a:moveTo>
                <a:lnTo>
                  <a:pt x="0" y="0"/>
                </a:lnTo>
                <a:lnTo>
                  <a:pt x="0" y="8167"/>
                </a:lnTo>
                <a:lnTo>
                  <a:pt x="6534" y="8167"/>
                </a:lnTo>
                <a:lnTo>
                  <a:pt x="6534" y="0"/>
                </a:lnTo>
                <a:close/>
                <a:moveTo>
                  <a:pt x="17891" y="15947"/>
                </a:moveTo>
                <a:lnTo>
                  <a:pt x="17891" y="56706"/>
                </a:lnTo>
                <a:lnTo>
                  <a:pt x="24425" y="56706"/>
                </a:lnTo>
                <a:lnTo>
                  <a:pt x="24425" y="31115"/>
                </a:lnTo>
                <a:cubicBezTo>
                  <a:pt x="24425" y="25202"/>
                  <a:pt x="28704" y="20458"/>
                  <a:pt x="33993" y="20458"/>
                </a:cubicBezTo>
                <a:cubicBezTo>
                  <a:pt x="38816" y="20458"/>
                  <a:pt x="41539" y="23414"/>
                  <a:pt x="41539" y="28626"/>
                </a:cubicBezTo>
                <a:lnTo>
                  <a:pt x="41539" y="56706"/>
                </a:lnTo>
                <a:lnTo>
                  <a:pt x="48073" y="56706"/>
                </a:lnTo>
                <a:lnTo>
                  <a:pt x="48073" y="31115"/>
                </a:lnTo>
                <a:cubicBezTo>
                  <a:pt x="48073" y="25202"/>
                  <a:pt x="52352" y="20458"/>
                  <a:pt x="57641" y="20458"/>
                </a:cubicBezTo>
                <a:cubicBezTo>
                  <a:pt x="62386" y="20458"/>
                  <a:pt x="65186" y="23492"/>
                  <a:pt x="65186" y="28626"/>
                </a:cubicBezTo>
                <a:lnTo>
                  <a:pt x="65186" y="56706"/>
                </a:lnTo>
                <a:lnTo>
                  <a:pt x="71720" y="56706"/>
                </a:lnTo>
                <a:lnTo>
                  <a:pt x="71720" y="26137"/>
                </a:lnTo>
                <a:cubicBezTo>
                  <a:pt x="71720" y="18824"/>
                  <a:pt x="67520" y="14780"/>
                  <a:pt x="59897" y="14780"/>
                </a:cubicBezTo>
                <a:cubicBezTo>
                  <a:pt x="54451" y="14780"/>
                  <a:pt x="51184" y="16413"/>
                  <a:pt x="47372" y="21002"/>
                </a:cubicBezTo>
                <a:cubicBezTo>
                  <a:pt x="44962" y="16646"/>
                  <a:pt x="41694" y="14780"/>
                  <a:pt x="36405" y="14780"/>
                </a:cubicBezTo>
                <a:cubicBezTo>
                  <a:pt x="30959" y="14780"/>
                  <a:pt x="27304" y="16801"/>
                  <a:pt x="23880" y="21702"/>
                </a:cubicBezTo>
                <a:lnTo>
                  <a:pt x="23880" y="15947"/>
                </a:lnTo>
                <a:lnTo>
                  <a:pt x="17891" y="15947"/>
                </a:lnTo>
                <a:close/>
                <a:moveTo>
                  <a:pt x="119326" y="52895"/>
                </a:moveTo>
                <a:cubicBezTo>
                  <a:pt x="118627" y="53051"/>
                  <a:pt x="118315" y="53051"/>
                  <a:pt x="117927" y="53051"/>
                </a:cubicBezTo>
                <a:cubicBezTo>
                  <a:pt x="115670" y="53051"/>
                  <a:pt x="114426" y="51884"/>
                  <a:pt x="114426" y="49861"/>
                </a:cubicBezTo>
                <a:lnTo>
                  <a:pt x="114426" y="25903"/>
                </a:lnTo>
                <a:cubicBezTo>
                  <a:pt x="114426" y="18668"/>
                  <a:pt x="109136" y="14780"/>
                  <a:pt x="99102" y="14780"/>
                </a:cubicBezTo>
                <a:cubicBezTo>
                  <a:pt x="93112" y="14780"/>
                  <a:pt x="88367" y="16490"/>
                  <a:pt x="85567" y="19524"/>
                </a:cubicBezTo>
                <a:cubicBezTo>
                  <a:pt x="83700" y="21625"/>
                  <a:pt x="82921" y="23959"/>
                  <a:pt x="82766" y="28004"/>
                </a:cubicBezTo>
                <a:lnTo>
                  <a:pt x="89300" y="28004"/>
                </a:lnTo>
                <a:cubicBezTo>
                  <a:pt x="89845" y="23024"/>
                  <a:pt x="92801" y="20769"/>
                  <a:pt x="98868" y="20769"/>
                </a:cubicBezTo>
                <a:cubicBezTo>
                  <a:pt x="104780" y="20769"/>
                  <a:pt x="107969" y="22947"/>
                  <a:pt x="107969" y="26837"/>
                </a:cubicBezTo>
                <a:lnTo>
                  <a:pt x="107969" y="28547"/>
                </a:lnTo>
                <a:cubicBezTo>
                  <a:pt x="107892" y="31348"/>
                  <a:pt x="106492" y="32360"/>
                  <a:pt x="101201" y="33060"/>
                </a:cubicBezTo>
                <a:cubicBezTo>
                  <a:pt x="92023" y="34227"/>
                  <a:pt x="90622" y="34538"/>
                  <a:pt x="88133" y="35549"/>
                </a:cubicBezTo>
                <a:cubicBezTo>
                  <a:pt x="83389" y="37572"/>
                  <a:pt x="80977" y="41149"/>
                  <a:pt x="80977" y="46439"/>
                </a:cubicBezTo>
                <a:cubicBezTo>
                  <a:pt x="80977" y="53829"/>
                  <a:pt x="86110" y="58496"/>
                  <a:pt x="94356" y="58496"/>
                </a:cubicBezTo>
                <a:cubicBezTo>
                  <a:pt x="99491" y="58496"/>
                  <a:pt x="103613" y="56706"/>
                  <a:pt x="108203" y="52507"/>
                </a:cubicBezTo>
                <a:cubicBezTo>
                  <a:pt x="108670" y="56706"/>
                  <a:pt x="110692" y="58496"/>
                  <a:pt x="114893" y="58496"/>
                </a:cubicBezTo>
                <a:cubicBezTo>
                  <a:pt x="116292" y="58496"/>
                  <a:pt x="117148" y="58341"/>
                  <a:pt x="119326" y="57796"/>
                </a:cubicBezTo>
                <a:lnTo>
                  <a:pt x="119326" y="52895"/>
                </a:lnTo>
                <a:moveTo>
                  <a:pt x="107969" y="43872"/>
                </a:moveTo>
                <a:cubicBezTo>
                  <a:pt x="107969" y="46050"/>
                  <a:pt x="107347" y="47372"/>
                  <a:pt x="105402" y="49161"/>
                </a:cubicBezTo>
                <a:cubicBezTo>
                  <a:pt x="102757" y="51573"/>
                  <a:pt x="99568" y="52818"/>
                  <a:pt x="95757" y="52818"/>
                </a:cubicBezTo>
                <a:cubicBezTo>
                  <a:pt x="90700" y="52818"/>
                  <a:pt x="87745" y="50406"/>
                  <a:pt x="87745" y="46284"/>
                </a:cubicBezTo>
                <a:cubicBezTo>
                  <a:pt x="87745" y="42005"/>
                  <a:pt x="90545" y="39827"/>
                  <a:pt x="97546" y="38816"/>
                </a:cubicBezTo>
                <a:cubicBezTo>
                  <a:pt x="104469" y="37883"/>
                  <a:pt x="105791" y="37572"/>
                  <a:pt x="107969" y="36560"/>
                </a:cubicBezTo>
                <a:lnTo>
                  <a:pt x="107969" y="43872"/>
                </a:lnTo>
                <a:close/>
                <a:moveTo>
                  <a:pt x="152619" y="15947"/>
                </a:moveTo>
                <a:lnTo>
                  <a:pt x="152619" y="21858"/>
                </a:lnTo>
                <a:cubicBezTo>
                  <a:pt x="149353" y="16958"/>
                  <a:pt x="145774" y="14780"/>
                  <a:pt x="140641" y="14780"/>
                </a:cubicBezTo>
                <a:cubicBezTo>
                  <a:pt x="130761" y="14780"/>
                  <a:pt x="123915" y="23959"/>
                  <a:pt x="123915" y="37027"/>
                </a:cubicBezTo>
                <a:cubicBezTo>
                  <a:pt x="123915" y="43872"/>
                  <a:pt x="125550" y="48850"/>
                  <a:pt x="129050" y="52973"/>
                </a:cubicBezTo>
                <a:cubicBezTo>
                  <a:pt x="132084" y="56551"/>
                  <a:pt x="135972" y="58496"/>
                  <a:pt x="140173" y="58496"/>
                </a:cubicBezTo>
                <a:cubicBezTo>
                  <a:pt x="145074" y="58496"/>
                  <a:pt x="148574" y="56318"/>
                  <a:pt x="151997" y="51184"/>
                </a:cubicBezTo>
                <a:lnTo>
                  <a:pt x="151997" y="53284"/>
                </a:lnTo>
                <a:cubicBezTo>
                  <a:pt x="151997" y="64175"/>
                  <a:pt x="148964" y="68220"/>
                  <a:pt x="140873" y="68220"/>
                </a:cubicBezTo>
                <a:cubicBezTo>
                  <a:pt x="135350" y="68220"/>
                  <a:pt x="132472" y="66042"/>
                  <a:pt x="131850" y="61375"/>
                </a:cubicBezTo>
                <a:lnTo>
                  <a:pt x="125238" y="61375"/>
                </a:lnTo>
                <a:cubicBezTo>
                  <a:pt x="125861" y="68920"/>
                  <a:pt x="131850" y="73664"/>
                  <a:pt x="140718" y="73664"/>
                </a:cubicBezTo>
                <a:cubicBezTo>
                  <a:pt x="146707" y="73664"/>
                  <a:pt x="151686" y="71720"/>
                  <a:pt x="154331" y="68452"/>
                </a:cubicBezTo>
                <a:cubicBezTo>
                  <a:pt x="157442" y="64641"/>
                  <a:pt x="158609" y="59585"/>
                  <a:pt x="158609" y="50017"/>
                </a:cubicBezTo>
                <a:lnTo>
                  <a:pt x="158609" y="15947"/>
                </a:lnTo>
                <a:lnTo>
                  <a:pt x="152619" y="15947"/>
                </a:lnTo>
                <a:moveTo>
                  <a:pt x="141263" y="20769"/>
                </a:moveTo>
                <a:cubicBezTo>
                  <a:pt x="148108" y="20769"/>
                  <a:pt x="151997" y="26525"/>
                  <a:pt x="151997" y="36871"/>
                </a:cubicBezTo>
                <a:cubicBezTo>
                  <a:pt x="151997" y="46750"/>
                  <a:pt x="148029" y="52507"/>
                  <a:pt x="141263" y="52507"/>
                </a:cubicBezTo>
                <a:cubicBezTo>
                  <a:pt x="134573" y="52507"/>
                  <a:pt x="130683" y="46672"/>
                  <a:pt x="130683" y="36637"/>
                </a:cubicBezTo>
                <a:cubicBezTo>
                  <a:pt x="130683" y="26681"/>
                  <a:pt x="134573" y="20769"/>
                  <a:pt x="141263" y="20769"/>
                </a:cubicBezTo>
                <a:close/>
                <a:moveTo>
                  <a:pt x="204582" y="38505"/>
                </a:moveTo>
                <a:cubicBezTo>
                  <a:pt x="204582" y="32281"/>
                  <a:pt x="204115" y="28547"/>
                  <a:pt x="202948" y="25515"/>
                </a:cubicBezTo>
                <a:cubicBezTo>
                  <a:pt x="200303" y="18824"/>
                  <a:pt x="194080" y="14780"/>
                  <a:pt x="186458" y="14780"/>
                </a:cubicBezTo>
                <a:cubicBezTo>
                  <a:pt x="175100" y="14780"/>
                  <a:pt x="167788" y="23414"/>
                  <a:pt x="167788" y="36871"/>
                </a:cubicBezTo>
                <a:cubicBezTo>
                  <a:pt x="167788" y="50329"/>
                  <a:pt x="174789" y="58496"/>
                  <a:pt x="186302" y="58496"/>
                </a:cubicBezTo>
                <a:cubicBezTo>
                  <a:pt x="195636" y="58496"/>
                  <a:pt x="202092" y="53206"/>
                  <a:pt x="203726" y="44338"/>
                </a:cubicBezTo>
                <a:lnTo>
                  <a:pt x="197192" y="44338"/>
                </a:lnTo>
                <a:cubicBezTo>
                  <a:pt x="195402" y="49706"/>
                  <a:pt x="191747" y="52507"/>
                  <a:pt x="186535" y="52507"/>
                </a:cubicBezTo>
                <a:cubicBezTo>
                  <a:pt x="182412" y="52507"/>
                  <a:pt x="178912" y="50640"/>
                  <a:pt x="176734" y="47217"/>
                </a:cubicBezTo>
                <a:cubicBezTo>
                  <a:pt x="175178" y="44883"/>
                  <a:pt x="174633" y="42550"/>
                  <a:pt x="174556" y="38505"/>
                </a:cubicBezTo>
                <a:lnTo>
                  <a:pt x="204582" y="38505"/>
                </a:lnTo>
                <a:moveTo>
                  <a:pt x="174712" y="33216"/>
                </a:moveTo>
                <a:cubicBezTo>
                  <a:pt x="175255" y="25670"/>
                  <a:pt x="179845" y="20769"/>
                  <a:pt x="186379" y="20769"/>
                </a:cubicBezTo>
                <a:cubicBezTo>
                  <a:pt x="192992" y="20769"/>
                  <a:pt x="197580" y="25903"/>
                  <a:pt x="197580" y="33216"/>
                </a:cubicBezTo>
                <a:lnTo>
                  <a:pt x="174712" y="33216"/>
                </a:lnTo>
                <a:close/>
                <a:moveTo>
                  <a:pt x="242230" y="27303"/>
                </a:moveTo>
                <a:cubicBezTo>
                  <a:pt x="242153" y="19291"/>
                  <a:pt x="236863" y="14780"/>
                  <a:pt x="227451" y="14780"/>
                </a:cubicBezTo>
                <a:cubicBezTo>
                  <a:pt x="217961" y="14780"/>
                  <a:pt x="211816" y="19680"/>
                  <a:pt x="211816" y="27225"/>
                </a:cubicBezTo>
                <a:cubicBezTo>
                  <a:pt x="211816" y="33604"/>
                  <a:pt x="215083" y="36637"/>
                  <a:pt x="224729" y="38971"/>
                </a:cubicBezTo>
                <a:lnTo>
                  <a:pt x="230797" y="40449"/>
                </a:lnTo>
                <a:cubicBezTo>
                  <a:pt x="235308" y="41538"/>
                  <a:pt x="237097" y="43172"/>
                  <a:pt x="237097" y="46050"/>
                </a:cubicBezTo>
                <a:cubicBezTo>
                  <a:pt x="237097" y="49940"/>
                  <a:pt x="233286" y="52507"/>
                  <a:pt x="227607" y="52507"/>
                </a:cubicBezTo>
                <a:cubicBezTo>
                  <a:pt x="224106" y="52507"/>
                  <a:pt x="221150" y="51496"/>
                  <a:pt x="219517" y="49784"/>
                </a:cubicBezTo>
                <a:cubicBezTo>
                  <a:pt x="218506" y="48617"/>
                  <a:pt x="218039" y="47451"/>
                  <a:pt x="217650" y="44572"/>
                </a:cubicBezTo>
                <a:lnTo>
                  <a:pt x="210805" y="44572"/>
                </a:lnTo>
                <a:cubicBezTo>
                  <a:pt x="211116" y="53985"/>
                  <a:pt x="216405" y="58496"/>
                  <a:pt x="227062" y="58496"/>
                </a:cubicBezTo>
                <a:cubicBezTo>
                  <a:pt x="237331" y="58496"/>
                  <a:pt x="243865" y="53440"/>
                  <a:pt x="243865" y="45583"/>
                </a:cubicBezTo>
                <a:cubicBezTo>
                  <a:pt x="243865" y="39516"/>
                  <a:pt x="240442" y="36171"/>
                  <a:pt x="232352" y="34227"/>
                </a:cubicBezTo>
                <a:lnTo>
                  <a:pt x="226128" y="32748"/>
                </a:lnTo>
                <a:cubicBezTo>
                  <a:pt x="220839" y="31504"/>
                  <a:pt x="218583" y="29792"/>
                  <a:pt x="218583" y="26914"/>
                </a:cubicBezTo>
                <a:cubicBezTo>
                  <a:pt x="218583" y="23103"/>
                  <a:pt x="221928" y="20769"/>
                  <a:pt x="227218" y="20769"/>
                </a:cubicBezTo>
                <a:cubicBezTo>
                  <a:pt x="232430" y="20769"/>
                  <a:pt x="235230" y="23024"/>
                  <a:pt x="235385" y="27303"/>
                </a:cubicBezTo>
                <a:lnTo>
                  <a:pt x="242230" y="27303"/>
                </a:lnTo>
                <a:close/>
                <a:moveTo>
                  <a:pt x="262378" y="48617"/>
                </a:moveTo>
                <a:lnTo>
                  <a:pt x="254288" y="48617"/>
                </a:lnTo>
                <a:lnTo>
                  <a:pt x="254288" y="56706"/>
                </a:lnTo>
                <a:lnTo>
                  <a:pt x="262378" y="56706"/>
                </a:lnTo>
                <a:lnTo>
                  <a:pt x="262378" y="48617"/>
                </a:lnTo>
                <a:close/>
                <a:moveTo>
                  <a:pt x="300572" y="15947"/>
                </a:moveTo>
                <a:lnTo>
                  <a:pt x="300572" y="21858"/>
                </a:lnTo>
                <a:cubicBezTo>
                  <a:pt x="297305" y="16958"/>
                  <a:pt x="293726" y="14780"/>
                  <a:pt x="288593" y="14780"/>
                </a:cubicBezTo>
                <a:cubicBezTo>
                  <a:pt x="278713" y="14780"/>
                  <a:pt x="271868" y="23959"/>
                  <a:pt x="271868" y="37027"/>
                </a:cubicBezTo>
                <a:cubicBezTo>
                  <a:pt x="271868" y="43872"/>
                  <a:pt x="273502" y="48850"/>
                  <a:pt x="277002" y="52973"/>
                </a:cubicBezTo>
                <a:cubicBezTo>
                  <a:pt x="280036" y="56551"/>
                  <a:pt x="283925" y="58496"/>
                  <a:pt x="288125" y="58496"/>
                </a:cubicBezTo>
                <a:cubicBezTo>
                  <a:pt x="293026" y="58496"/>
                  <a:pt x="296527" y="56318"/>
                  <a:pt x="299950" y="51184"/>
                </a:cubicBezTo>
                <a:lnTo>
                  <a:pt x="299950" y="53284"/>
                </a:lnTo>
                <a:cubicBezTo>
                  <a:pt x="299950" y="64175"/>
                  <a:pt x="296916" y="68220"/>
                  <a:pt x="288826" y="68220"/>
                </a:cubicBezTo>
                <a:cubicBezTo>
                  <a:pt x="283303" y="68220"/>
                  <a:pt x="280424" y="66042"/>
                  <a:pt x="279802" y="61375"/>
                </a:cubicBezTo>
                <a:lnTo>
                  <a:pt x="273190" y="61375"/>
                </a:lnTo>
                <a:cubicBezTo>
                  <a:pt x="273813" y="68920"/>
                  <a:pt x="279802" y="73664"/>
                  <a:pt x="288670" y="73664"/>
                </a:cubicBezTo>
                <a:cubicBezTo>
                  <a:pt x="294659" y="73664"/>
                  <a:pt x="299639" y="71720"/>
                  <a:pt x="302283" y="68452"/>
                </a:cubicBezTo>
                <a:cubicBezTo>
                  <a:pt x="305394" y="64641"/>
                  <a:pt x="306561" y="59585"/>
                  <a:pt x="306561" y="50017"/>
                </a:cubicBezTo>
                <a:lnTo>
                  <a:pt x="306561" y="15947"/>
                </a:lnTo>
                <a:lnTo>
                  <a:pt x="300572" y="15947"/>
                </a:lnTo>
                <a:moveTo>
                  <a:pt x="289215" y="20769"/>
                </a:moveTo>
                <a:cubicBezTo>
                  <a:pt x="296060" y="20769"/>
                  <a:pt x="299950" y="26525"/>
                  <a:pt x="299950" y="36871"/>
                </a:cubicBezTo>
                <a:cubicBezTo>
                  <a:pt x="299950" y="46750"/>
                  <a:pt x="295982" y="52507"/>
                  <a:pt x="289215" y="52507"/>
                </a:cubicBezTo>
                <a:cubicBezTo>
                  <a:pt x="282525" y="52507"/>
                  <a:pt x="278636" y="46672"/>
                  <a:pt x="278636" y="36637"/>
                </a:cubicBezTo>
                <a:cubicBezTo>
                  <a:pt x="278636" y="26681"/>
                  <a:pt x="282525" y="20769"/>
                  <a:pt x="289215" y="20769"/>
                </a:cubicBezTo>
                <a:close/>
                <a:moveTo>
                  <a:pt x="324453" y="15947"/>
                </a:moveTo>
                <a:lnTo>
                  <a:pt x="317996" y="15947"/>
                </a:lnTo>
                <a:lnTo>
                  <a:pt x="317996" y="56706"/>
                </a:lnTo>
                <a:lnTo>
                  <a:pt x="324453" y="56706"/>
                </a:lnTo>
                <a:lnTo>
                  <a:pt x="324453" y="15947"/>
                </a:lnTo>
                <a:moveTo>
                  <a:pt x="324453" y="0"/>
                </a:moveTo>
                <a:lnTo>
                  <a:pt x="317918" y="0"/>
                </a:lnTo>
                <a:lnTo>
                  <a:pt x="317918" y="8167"/>
                </a:lnTo>
                <a:lnTo>
                  <a:pt x="324453" y="8167"/>
                </a:lnTo>
                <a:lnTo>
                  <a:pt x="324453" y="0"/>
                </a:lnTo>
                <a:close/>
                <a:moveTo>
                  <a:pt x="350123" y="15947"/>
                </a:moveTo>
                <a:lnTo>
                  <a:pt x="343433" y="15947"/>
                </a:lnTo>
                <a:lnTo>
                  <a:pt x="343433" y="4744"/>
                </a:lnTo>
                <a:lnTo>
                  <a:pt x="336976" y="4744"/>
                </a:lnTo>
                <a:lnTo>
                  <a:pt x="336976" y="15947"/>
                </a:lnTo>
                <a:lnTo>
                  <a:pt x="331453" y="15947"/>
                </a:lnTo>
                <a:lnTo>
                  <a:pt x="331453" y="21236"/>
                </a:lnTo>
                <a:lnTo>
                  <a:pt x="336976" y="21236"/>
                </a:lnTo>
                <a:lnTo>
                  <a:pt x="336976" y="52039"/>
                </a:lnTo>
                <a:cubicBezTo>
                  <a:pt x="336976" y="56240"/>
                  <a:pt x="339776" y="58496"/>
                  <a:pt x="344833" y="58496"/>
                </a:cubicBezTo>
                <a:cubicBezTo>
                  <a:pt x="346544" y="58496"/>
                  <a:pt x="347945" y="58341"/>
                  <a:pt x="350123" y="57951"/>
                </a:cubicBezTo>
                <a:lnTo>
                  <a:pt x="350123" y="52507"/>
                </a:lnTo>
                <a:cubicBezTo>
                  <a:pt x="349189" y="52740"/>
                  <a:pt x="348333" y="52818"/>
                  <a:pt x="347011" y="52818"/>
                </a:cubicBezTo>
                <a:cubicBezTo>
                  <a:pt x="344211" y="52818"/>
                  <a:pt x="343433" y="52039"/>
                  <a:pt x="343433" y="49161"/>
                </a:cubicBezTo>
                <a:lnTo>
                  <a:pt x="343433" y="21236"/>
                </a:lnTo>
                <a:lnTo>
                  <a:pt x="350123" y="21236"/>
                </a:lnTo>
                <a:lnTo>
                  <a:pt x="350123" y="15947"/>
                </a:lnTo>
                <a:close/>
                <a:moveTo>
                  <a:pt x="357434" y="0"/>
                </a:moveTo>
                <a:lnTo>
                  <a:pt x="357434" y="56706"/>
                </a:lnTo>
                <a:lnTo>
                  <a:pt x="363891" y="56706"/>
                </a:lnTo>
                <a:lnTo>
                  <a:pt x="363891" y="34227"/>
                </a:lnTo>
                <a:cubicBezTo>
                  <a:pt x="363891" y="25903"/>
                  <a:pt x="368248" y="20458"/>
                  <a:pt x="374937" y="20458"/>
                </a:cubicBezTo>
                <a:cubicBezTo>
                  <a:pt x="377115" y="20458"/>
                  <a:pt x="379138" y="21080"/>
                  <a:pt x="380693" y="22247"/>
                </a:cubicBezTo>
                <a:cubicBezTo>
                  <a:pt x="382560" y="23648"/>
                  <a:pt x="383338" y="25592"/>
                  <a:pt x="383338" y="28470"/>
                </a:cubicBezTo>
                <a:lnTo>
                  <a:pt x="383338" y="56706"/>
                </a:lnTo>
                <a:lnTo>
                  <a:pt x="389794" y="56706"/>
                </a:lnTo>
                <a:lnTo>
                  <a:pt x="389794" y="25903"/>
                </a:lnTo>
                <a:cubicBezTo>
                  <a:pt x="389794" y="19058"/>
                  <a:pt x="384893" y="14780"/>
                  <a:pt x="376960" y="14780"/>
                </a:cubicBezTo>
                <a:cubicBezTo>
                  <a:pt x="371203" y="14780"/>
                  <a:pt x="367703" y="16569"/>
                  <a:pt x="363891" y="21547"/>
                </a:cubicBezTo>
                <a:lnTo>
                  <a:pt x="363891" y="0"/>
                </a:lnTo>
                <a:lnTo>
                  <a:pt x="357434" y="0"/>
                </a:lnTo>
                <a:close/>
                <a:moveTo>
                  <a:pt x="432189" y="56706"/>
                </a:moveTo>
                <a:lnTo>
                  <a:pt x="432189" y="15947"/>
                </a:lnTo>
                <a:lnTo>
                  <a:pt x="425732" y="15947"/>
                </a:lnTo>
                <a:lnTo>
                  <a:pt x="425732" y="39049"/>
                </a:lnTo>
                <a:cubicBezTo>
                  <a:pt x="425732" y="47372"/>
                  <a:pt x="421376" y="52818"/>
                  <a:pt x="414609" y="52818"/>
                </a:cubicBezTo>
                <a:cubicBezTo>
                  <a:pt x="409474" y="52818"/>
                  <a:pt x="406208" y="49706"/>
                  <a:pt x="406208" y="44805"/>
                </a:cubicBezTo>
                <a:lnTo>
                  <a:pt x="406208" y="15947"/>
                </a:lnTo>
                <a:lnTo>
                  <a:pt x="399751" y="15947"/>
                </a:lnTo>
                <a:lnTo>
                  <a:pt x="399751" y="47372"/>
                </a:lnTo>
                <a:cubicBezTo>
                  <a:pt x="399751" y="54140"/>
                  <a:pt x="404807" y="58496"/>
                  <a:pt x="412742" y="58496"/>
                </a:cubicBezTo>
                <a:cubicBezTo>
                  <a:pt x="418731" y="58496"/>
                  <a:pt x="422542" y="56395"/>
                  <a:pt x="426355" y="51028"/>
                </a:cubicBezTo>
                <a:lnTo>
                  <a:pt x="426355" y="56706"/>
                </a:lnTo>
                <a:lnTo>
                  <a:pt x="432189" y="56706"/>
                </a:lnTo>
                <a:close/>
                <a:moveTo>
                  <a:pt x="442378" y="0"/>
                </a:moveTo>
                <a:lnTo>
                  <a:pt x="442378" y="56706"/>
                </a:lnTo>
                <a:lnTo>
                  <a:pt x="448213" y="56706"/>
                </a:lnTo>
                <a:lnTo>
                  <a:pt x="448213" y="51496"/>
                </a:lnTo>
                <a:cubicBezTo>
                  <a:pt x="451324" y="56240"/>
                  <a:pt x="455447" y="58496"/>
                  <a:pt x="461126" y="58496"/>
                </a:cubicBezTo>
                <a:cubicBezTo>
                  <a:pt x="471861" y="58496"/>
                  <a:pt x="478861" y="49706"/>
                  <a:pt x="478861" y="36171"/>
                </a:cubicBezTo>
                <a:cubicBezTo>
                  <a:pt x="478861" y="22947"/>
                  <a:pt x="472249" y="14780"/>
                  <a:pt x="461437" y="14780"/>
                </a:cubicBezTo>
                <a:cubicBezTo>
                  <a:pt x="455836" y="14780"/>
                  <a:pt x="451869" y="16880"/>
                  <a:pt x="448835" y="21469"/>
                </a:cubicBezTo>
                <a:lnTo>
                  <a:pt x="448835" y="0"/>
                </a:lnTo>
                <a:lnTo>
                  <a:pt x="442378" y="0"/>
                </a:lnTo>
                <a:moveTo>
                  <a:pt x="460192" y="20846"/>
                </a:moveTo>
                <a:cubicBezTo>
                  <a:pt x="467426" y="20846"/>
                  <a:pt x="472093" y="27148"/>
                  <a:pt x="472093" y="36871"/>
                </a:cubicBezTo>
                <a:cubicBezTo>
                  <a:pt x="472093" y="46128"/>
                  <a:pt x="467271" y="52429"/>
                  <a:pt x="460192" y="52429"/>
                </a:cubicBezTo>
                <a:cubicBezTo>
                  <a:pt x="453269" y="52429"/>
                  <a:pt x="448835" y="46205"/>
                  <a:pt x="448835" y="36637"/>
                </a:cubicBezTo>
                <a:cubicBezTo>
                  <a:pt x="448835" y="27070"/>
                  <a:pt x="453269" y="20846"/>
                  <a:pt x="460192" y="20846"/>
                </a:cubicBezTo>
                <a:close/>
                <a:moveTo>
                  <a:pt x="519155" y="56706"/>
                </a:moveTo>
                <a:lnTo>
                  <a:pt x="519155" y="15947"/>
                </a:lnTo>
                <a:lnTo>
                  <a:pt x="512698" y="15947"/>
                </a:lnTo>
                <a:lnTo>
                  <a:pt x="512698" y="39049"/>
                </a:lnTo>
                <a:cubicBezTo>
                  <a:pt x="512698" y="47372"/>
                  <a:pt x="508342" y="52818"/>
                  <a:pt x="501575" y="52818"/>
                </a:cubicBezTo>
                <a:cubicBezTo>
                  <a:pt x="496440" y="52818"/>
                  <a:pt x="493174" y="49706"/>
                  <a:pt x="493174" y="44805"/>
                </a:cubicBezTo>
                <a:lnTo>
                  <a:pt x="493174" y="15947"/>
                </a:lnTo>
                <a:lnTo>
                  <a:pt x="486717" y="15947"/>
                </a:lnTo>
                <a:lnTo>
                  <a:pt x="486717" y="47372"/>
                </a:lnTo>
                <a:cubicBezTo>
                  <a:pt x="486717" y="54140"/>
                  <a:pt x="491773" y="58496"/>
                  <a:pt x="499708" y="58496"/>
                </a:cubicBezTo>
                <a:cubicBezTo>
                  <a:pt x="505697" y="58496"/>
                  <a:pt x="509509" y="56395"/>
                  <a:pt x="513321" y="51028"/>
                </a:cubicBezTo>
                <a:lnTo>
                  <a:pt x="513321" y="56706"/>
                </a:lnTo>
                <a:lnTo>
                  <a:pt x="519155" y="56706"/>
                </a:lnTo>
                <a:close/>
                <a:moveTo>
                  <a:pt x="558282" y="27303"/>
                </a:moveTo>
                <a:cubicBezTo>
                  <a:pt x="558205" y="19291"/>
                  <a:pt x="552915" y="14780"/>
                  <a:pt x="543502" y="14780"/>
                </a:cubicBezTo>
                <a:cubicBezTo>
                  <a:pt x="534012" y="14780"/>
                  <a:pt x="527868" y="19680"/>
                  <a:pt x="527868" y="27225"/>
                </a:cubicBezTo>
                <a:cubicBezTo>
                  <a:pt x="527868" y="33604"/>
                  <a:pt x="531134" y="36637"/>
                  <a:pt x="540780" y="38971"/>
                </a:cubicBezTo>
                <a:lnTo>
                  <a:pt x="546848" y="40449"/>
                </a:lnTo>
                <a:cubicBezTo>
                  <a:pt x="551360" y="41538"/>
                  <a:pt x="553148" y="43172"/>
                  <a:pt x="553148" y="46050"/>
                </a:cubicBezTo>
                <a:cubicBezTo>
                  <a:pt x="553148" y="49940"/>
                  <a:pt x="549337" y="52507"/>
                  <a:pt x="543659" y="52507"/>
                </a:cubicBezTo>
                <a:cubicBezTo>
                  <a:pt x="540157" y="52507"/>
                  <a:pt x="537202" y="51496"/>
                  <a:pt x="535568" y="49784"/>
                </a:cubicBezTo>
                <a:cubicBezTo>
                  <a:pt x="534557" y="48617"/>
                  <a:pt x="534091" y="47451"/>
                  <a:pt x="533701" y="44572"/>
                </a:cubicBezTo>
                <a:lnTo>
                  <a:pt x="526856" y="44572"/>
                </a:lnTo>
                <a:cubicBezTo>
                  <a:pt x="527167" y="53985"/>
                  <a:pt x="532456" y="58496"/>
                  <a:pt x="543114" y="58496"/>
                </a:cubicBezTo>
                <a:cubicBezTo>
                  <a:pt x="553382" y="58496"/>
                  <a:pt x="559916" y="53440"/>
                  <a:pt x="559916" y="45583"/>
                </a:cubicBezTo>
                <a:cubicBezTo>
                  <a:pt x="559916" y="39516"/>
                  <a:pt x="556493" y="36171"/>
                  <a:pt x="548403" y="34227"/>
                </a:cubicBezTo>
                <a:lnTo>
                  <a:pt x="542180" y="32748"/>
                </a:lnTo>
                <a:cubicBezTo>
                  <a:pt x="536891" y="31504"/>
                  <a:pt x="534634" y="29792"/>
                  <a:pt x="534634" y="26914"/>
                </a:cubicBezTo>
                <a:cubicBezTo>
                  <a:pt x="534634" y="23103"/>
                  <a:pt x="537979" y="20769"/>
                  <a:pt x="543269" y="20769"/>
                </a:cubicBezTo>
                <a:cubicBezTo>
                  <a:pt x="548481" y="20769"/>
                  <a:pt x="551281" y="23024"/>
                  <a:pt x="551437" y="27303"/>
                </a:cubicBezTo>
                <a:lnTo>
                  <a:pt x="558282" y="27303"/>
                </a:lnTo>
                <a:close/>
                <a:moveTo>
                  <a:pt x="603477" y="38505"/>
                </a:moveTo>
                <a:cubicBezTo>
                  <a:pt x="603477" y="32281"/>
                  <a:pt x="603010" y="28547"/>
                  <a:pt x="601843" y="25515"/>
                </a:cubicBezTo>
                <a:cubicBezTo>
                  <a:pt x="599198" y="18824"/>
                  <a:pt x="592975" y="14780"/>
                  <a:pt x="585353" y="14780"/>
                </a:cubicBezTo>
                <a:cubicBezTo>
                  <a:pt x="573995" y="14780"/>
                  <a:pt x="566683" y="23414"/>
                  <a:pt x="566683" y="36871"/>
                </a:cubicBezTo>
                <a:cubicBezTo>
                  <a:pt x="566683" y="50329"/>
                  <a:pt x="573684" y="58496"/>
                  <a:pt x="585197" y="58496"/>
                </a:cubicBezTo>
                <a:cubicBezTo>
                  <a:pt x="594531" y="58496"/>
                  <a:pt x="600987" y="53206"/>
                  <a:pt x="602622" y="44338"/>
                </a:cubicBezTo>
                <a:lnTo>
                  <a:pt x="596087" y="44338"/>
                </a:lnTo>
                <a:cubicBezTo>
                  <a:pt x="594298" y="49706"/>
                  <a:pt x="590642" y="52507"/>
                  <a:pt x="585430" y="52507"/>
                </a:cubicBezTo>
                <a:cubicBezTo>
                  <a:pt x="581308" y="52507"/>
                  <a:pt x="577807" y="50640"/>
                  <a:pt x="575629" y="47217"/>
                </a:cubicBezTo>
                <a:cubicBezTo>
                  <a:pt x="574073" y="44883"/>
                  <a:pt x="573528" y="42550"/>
                  <a:pt x="573451" y="38505"/>
                </a:cubicBezTo>
                <a:lnTo>
                  <a:pt x="603477" y="38505"/>
                </a:lnTo>
                <a:moveTo>
                  <a:pt x="573607" y="33216"/>
                </a:moveTo>
                <a:cubicBezTo>
                  <a:pt x="574150" y="25670"/>
                  <a:pt x="578740" y="20769"/>
                  <a:pt x="585274" y="20769"/>
                </a:cubicBezTo>
                <a:cubicBezTo>
                  <a:pt x="591887" y="20769"/>
                  <a:pt x="596476" y="25903"/>
                  <a:pt x="596476" y="33216"/>
                </a:cubicBezTo>
                <a:lnTo>
                  <a:pt x="573607" y="33216"/>
                </a:lnTo>
                <a:close/>
                <a:moveTo>
                  <a:pt x="611488" y="15947"/>
                </a:moveTo>
                <a:lnTo>
                  <a:pt x="611488" y="56706"/>
                </a:lnTo>
                <a:lnTo>
                  <a:pt x="618024" y="56706"/>
                </a:lnTo>
                <a:lnTo>
                  <a:pt x="618024" y="35549"/>
                </a:lnTo>
                <a:cubicBezTo>
                  <a:pt x="618101" y="25747"/>
                  <a:pt x="622146" y="21391"/>
                  <a:pt x="631092" y="21625"/>
                </a:cubicBezTo>
                <a:lnTo>
                  <a:pt x="631092" y="15012"/>
                </a:lnTo>
                <a:cubicBezTo>
                  <a:pt x="630002" y="14857"/>
                  <a:pt x="629380" y="14780"/>
                  <a:pt x="628602" y="14780"/>
                </a:cubicBezTo>
                <a:cubicBezTo>
                  <a:pt x="624401" y="14780"/>
                  <a:pt x="621213" y="17269"/>
                  <a:pt x="617479" y="23335"/>
                </a:cubicBezTo>
                <a:lnTo>
                  <a:pt x="617479" y="15947"/>
                </a:lnTo>
                <a:lnTo>
                  <a:pt x="611488" y="15947"/>
                </a:lnTo>
                <a:close/>
                <a:moveTo>
                  <a:pt x="668663" y="29637"/>
                </a:moveTo>
                <a:cubicBezTo>
                  <a:pt x="668352" y="25670"/>
                  <a:pt x="667496" y="23103"/>
                  <a:pt x="665940" y="20846"/>
                </a:cubicBezTo>
                <a:cubicBezTo>
                  <a:pt x="663140" y="17035"/>
                  <a:pt x="658239" y="14780"/>
                  <a:pt x="652561" y="14780"/>
                </a:cubicBezTo>
                <a:cubicBezTo>
                  <a:pt x="641515" y="14780"/>
                  <a:pt x="634436" y="23492"/>
                  <a:pt x="634436" y="37027"/>
                </a:cubicBezTo>
                <a:cubicBezTo>
                  <a:pt x="634436" y="50172"/>
                  <a:pt x="641437" y="58496"/>
                  <a:pt x="652484" y="58496"/>
                </a:cubicBezTo>
                <a:cubicBezTo>
                  <a:pt x="662207" y="58496"/>
                  <a:pt x="668352" y="52662"/>
                  <a:pt x="669130" y="42705"/>
                </a:cubicBezTo>
                <a:lnTo>
                  <a:pt x="662595" y="42705"/>
                </a:lnTo>
                <a:cubicBezTo>
                  <a:pt x="661507" y="49239"/>
                  <a:pt x="658162" y="52507"/>
                  <a:pt x="652639" y="52507"/>
                </a:cubicBezTo>
                <a:cubicBezTo>
                  <a:pt x="645482" y="52507"/>
                  <a:pt x="641204" y="46672"/>
                  <a:pt x="641204" y="37027"/>
                </a:cubicBezTo>
                <a:cubicBezTo>
                  <a:pt x="641204" y="26837"/>
                  <a:pt x="645405" y="20769"/>
                  <a:pt x="652484" y="20769"/>
                </a:cubicBezTo>
                <a:cubicBezTo>
                  <a:pt x="657928" y="20769"/>
                  <a:pt x="661351" y="23959"/>
                  <a:pt x="662129" y="29637"/>
                </a:cubicBezTo>
                <a:lnTo>
                  <a:pt x="668663" y="29637"/>
                </a:lnTo>
                <a:close/>
                <a:moveTo>
                  <a:pt x="692543" y="14780"/>
                </a:moveTo>
                <a:cubicBezTo>
                  <a:pt x="681031" y="14780"/>
                  <a:pt x="674186" y="22947"/>
                  <a:pt x="674186" y="36637"/>
                </a:cubicBezTo>
                <a:cubicBezTo>
                  <a:pt x="674186" y="50406"/>
                  <a:pt x="681031" y="58496"/>
                  <a:pt x="692622" y="58496"/>
                </a:cubicBezTo>
                <a:cubicBezTo>
                  <a:pt x="704134" y="58496"/>
                  <a:pt x="711057" y="50329"/>
                  <a:pt x="711057" y="36948"/>
                </a:cubicBezTo>
                <a:cubicBezTo>
                  <a:pt x="711057" y="22792"/>
                  <a:pt x="704368" y="14780"/>
                  <a:pt x="692543" y="14780"/>
                </a:cubicBezTo>
                <a:moveTo>
                  <a:pt x="692622" y="20769"/>
                </a:moveTo>
                <a:cubicBezTo>
                  <a:pt x="699933" y="20769"/>
                  <a:pt x="704289" y="26759"/>
                  <a:pt x="704289" y="36871"/>
                </a:cubicBezTo>
                <a:cubicBezTo>
                  <a:pt x="704289" y="46516"/>
                  <a:pt x="699778" y="52507"/>
                  <a:pt x="692622" y="52507"/>
                </a:cubicBezTo>
                <a:cubicBezTo>
                  <a:pt x="685387" y="52507"/>
                  <a:pt x="680953" y="46516"/>
                  <a:pt x="680953" y="36637"/>
                </a:cubicBezTo>
                <a:cubicBezTo>
                  <a:pt x="680953" y="26759"/>
                  <a:pt x="685387" y="20769"/>
                  <a:pt x="692622" y="20769"/>
                </a:cubicBezTo>
                <a:close/>
                <a:moveTo>
                  <a:pt x="720314" y="15947"/>
                </a:moveTo>
                <a:lnTo>
                  <a:pt x="720314" y="56706"/>
                </a:lnTo>
                <a:lnTo>
                  <a:pt x="726848" y="56706"/>
                </a:lnTo>
                <a:lnTo>
                  <a:pt x="726848" y="34227"/>
                </a:lnTo>
                <a:cubicBezTo>
                  <a:pt x="726848" y="25903"/>
                  <a:pt x="731204" y="20458"/>
                  <a:pt x="737894" y="20458"/>
                </a:cubicBezTo>
                <a:cubicBezTo>
                  <a:pt x="743028" y="20458"/>
                  <a:pt x="746295" y="23569"/>
                  <a:pt x="746295" y="28470"/>
                </a:cubicBezTo>
                <a:lnTo>
                  <a:pt x="746295" y="56706"/>
                </a:lnTo>
                <a:lnTo>
                  <a:pt x="752752" y="56706"/>
                </a:lnTo>
                <a:lnTo>
                  <a:pt x="752752" y="25903"/>
                </a:lnTo>
                <a:cubicBezTo>
                  <a:pt x="752752" y="19136"/>
                  <a:pt x="747696" y="14780"/>
                  <a:pt x="739839" y="14780"/>
                </a:cubicBezTo>
                <a:cubicBezTo>
                  <a:pt x="733771" y="14780"/>
                  <a:pt x="729882" y="17113"/>
                  <a:pt x="726303" y="22792"/>
                </a:cubicBezTo>
                <a:lnTo>
                  <a:pt x="726303" y="15947"/>
                </a:lnTo>
                <a:lnTo>
                  <a:pt x="720314" y="15947"/>
                </a:lnTo>
                <a:close/>
                <a:moveTo>
                  <a:pt x="777177" y="15947"/>
                </a:moveTo>
                <a:lnTo>
                  <a:pt x="770488" y="15947"/>
                </a:lnTo>
                <a:lnTo>
                  <a:pt x="770488" y="4744"/>
                </a:lnTo>
                <a:lnTo>
                  <a:pt x="764031" y="4744"/>
                </a:lnTo>
                <a:lnTo>
                  <a:pt x="764031" y="15947"/>
                </a:lnTo>
                <a:lnTo>
                  <a:pt x="758508" y="15947"/>
                </a:lnTo>
                <a:lnTo>
                  <a:pt x="758508" y="21236"/>
                </a:lnTo>
                <a:lnTo>
                  <a:pt x="764031" y="21236"/>
                </a:lnTo>
                <a:lnTo>
                  <a:pt x="764031" y="52039"/>
                </a:lnTo>
                <a:cubicBezTo>
                  <a:pt x="764031" y="56240"/>
                  <a:pt x="766831" y="58496"/>
                  <a:pt x="771887" y="58496"/>
                </a:cubicBezTo>
                <a:cubicBezTo>
                  <a:pt x="773599" y="58496"/>
                  <a:pt x="774999" y="58341"/>
                  <a:pt x="777177" y="57951"/>
                </a:cubicBezTo>
                <a:lnTo>
                  <a:pt x="777177" y="52507"/>
                </a:lnTo>
                <a:cubicBezTo>
                  <a:pt x="776243" y="52740"/>
                  <a:pt x="775387" y="52818"/>
                  <a:pt x="774065" y="52818"/>
                </a:cubicBezTo>
                <a:cubicBezTo>
                  <a:pt x="771265" y="52818"/>
                  <a:pt x="770488" y="52039"/>
                  <a:pt x="770488" y="49161"/>
                </a:cubicBezTo>
                <a:lnTo>
                  <a:pt x="770488" y="21236"/>
                </a:lnTo>
                <a:lnTo>
                  <a:pt x="777177" y="21236"/>
                </a:lnTo>
                <a:lnTo>
                  <a:pt x="777177" y="15947"/>
                </a:lnTo>
                <a:close/>
                <a:moveTo>
                  <a:pt x="818949" y="38505"/>
                </a:moveTo>
                <a:cubicBezTo>
                  <a:pt x="818949" y="32281"/>
                  <a:pt x="818482" y="28547"/>
                  <a:pt x="817315" y="25515"/>
                </a:cubicBezTo>
                <a:cubicBezTo>
                  <a:pt x="814670" y="18824"/>
                  <a:pt x="808447" y="14780"/>
                  <a:pt x="800825" y="14780"/>
                </a:cubicBezTo>
                <a:cubicBezTo>
                  <a:pt x="789467" y="14780"/>
                  <a:pt x="782155" y="23414"/>
                  <a:pt x="782155" y="36871"/>
                </a:cubicBezTo>
                <a:cubicBezTo>
                  <a:pt x="782155" y="50329"/>
                  <a:pt x="789156" y="58496"/>
                  <a:pt x="800669" y="58496"/>
                </a:cubicBezTo>
                <a:cubicBezTo>
                  <a:pt x="810003" y="58496"/>
                  <a:pt x="816459" y="53206"/>
                  <a:pt x="818094" y="44338"/>
                </a:cubicBezTo>
                <a:lnTo>
                  <a:pt x="811560" y="44338"/>
                </a:lnTo>
                <a:cubicBezTo>
                  <a:pt x="809770" y="49706"/>
                  <a:pt x="806114" y="52507"/>
                  <a:pt x="800902" y="52507"/>
                </a:cubicBezTo>
                <a:cubicBezTo>
                  <a:pt x="796780" y="52507"/>
                  <a:pt x="793279" y="50640"/>
                  <a:pt x="791101" y="47217"/>
                </a:cubicBezTo>
                <a:cubicBezTo>
                  <a:pt x="789545" y="44883"/>
                  <a:pt x="789000" y="42550"/>
                  <a:pt x="788923" y="38505"/>
                </a:cubicBezTo>
                <a:lnTo>
                  <a:pt x="818949" y="38505"/>
                </a:lnTo>
                <a:moveTo>
                  <a:pt x="789079" y="33216"/>
                </a:moveTo>
                <a:cubicBezTo>
                  <a:pt x="789622" y="25670"/>
                  <a:pt x="794212" y="20769"/>
                  <a:pt x="800746" y="20769"/>
                </a:cubicBezTo>
                <a:cubicBezTo>
                  <a:pt x="807359" y="20769"/>
                  <a:pt x="811948" y="25903"/>
                  <a:pt x="811948" y="33216"/>
                </a:cubicBezTo>
                <a:lnTo>
                  <a:pt x="789079" y="33216"/>
                </a:lnTo>
                <a:close/>
                <a:moveTo>
                  <a:pt x="828128" y="15947"/>
                </a:moveTo>
                <a:lnTo>
                  <a:pt x="828128" y="56706"/>
                </a:lnTo>
                <a:lnTo>
                  <a:pt x="834662" y="56706"/>
                </a:lnTo>
                <a:lnTo>
                  <a:pt x="834662" y="34227"/>
                </a:lnTo>
                <a:cubicBezTo>
                  <a:pt x="834662" y="25903"/>
                  <a:pt x="839018" y="20458"/>
                  <a:pt x="845708" y="20458"/>
                </a:cubicBezTo>
                <a:cubicBezTo>
                  <a:pt x="850842" y="20458"/>
                  <a:pt x="854109" y="23569"/>
                  <a:pt x="854109" y="28470"/>
                </a:cubicBezTo>
                <a:lnTo>
                  <a:pt x="854109" y="56706"/>
                </a:lnTo>
                <a:lnTo>
                  <a:pt x="860566" y="56706"/>
                </a:lnTo>
                <a:lnTo>
                  <a:pt x="860566" y="25903"/>
                </a:lnTo>
                <a:cubicBezTo>
                  <a:pt x="860566" y="19136"/>
                  <a:pt x="855509" y="14780"/>
                  <a:pt x="847653" y="14780"/>
                </a:cubicBezTo>
                <a:cubicBezTo>
                  <a:pt x="841585" y="14780"/>
                  <a:pt x="837696" y="17113"/>
                  <a:pt x="834117" y="22792"/>
                </a:cubicBezTo>
                <a:lnTo>
                  <a:pt x="834117" y="15947"/>
                </a:lnTo>
                <a:lnTo>
                  <a:pt x="828128" y="15947"/>
                </a:lnTo>
                <a:close/>
                <a:moveTo>
                  <a:pt x="884991" y="15947"/>
                </a:moveTo>
                <a:lnTo>
                  <a:pt x="878301" y="15947"/>
                </a:lnTo>
                <a:lnTo>
                  <a:pt x="878301" y="4744"/>
                </a:lnTo>
                <a:lnTo>
                  <a:pt x="871844" y="4744"/>
                </a:lnTo>
                <a:lnTo>
                  <a:pt x="871844" y="15947"/>
                </a:lnTo>
                <a:lnTo>
                  <a:pt x="866322" y="15947"/>
                </a:lnTo>
                <a:lnTo>
                  <a:pt x="866322" y="21236"/>
                </a:lnTo>
                <a:lnTo>
                  <a:pt x="871844" y="21236"/>
                </a:lnTo>
                <a:lnTo>
                  <a:pt x="871844" y="52039"/>
                </a:lnTo>
                <a:cubicBezTo>
                  <a:pt x="871844" y="56240"/>
                  <a:pt x="874644" y="58496"/>
                  <a:pt x="879701" y="58496"/>
                </a:cubicBezTo>
                <a:cubicBezTo>
                  <a:pt x="881412" y="58496"/>
                  <a:pt x="882813" y="58341"/>
                  <a:pt x="884991" y="57951"/>
                </a:cubicBezTo>
                <a:lnTo>
                  <a:pt x="884991" y="52507"/>
                </a:lnTo>
                <a:cubicBezTo>
                  <a:pt x="884057" y="52740"/>
                  <a:pt x="883201" y="52818"/>
                  <a:pt x="881879" y="52818"/>
                </a:cubicBezTo>
                <a:cubicBezTo>
                  <a:pt x="879079" y="52818"/>
                  <a:pt x="878301" y="52039"/>
                  <a:pt x="878301" y="49161"/>
                </a:cubicBezTo>
                <a:lnTo>
                  <a:pt x="878301" y="21236"/>
                </a:lnTo>
                <a:lnTo>
                  <a:pt x="884991" y="21236"/>
                </a:lnTo>
                <a:lnTo>
                  <a:pt x="884991" y="15947"/>
                </a:lnTo>
                <a:close/>
                <a:moveTo>
                  <a:pt x="901715" y="48617"/>
                </a:moveTo>
                <a:lnTo>
                  <a:pt x="893625" y="48617"/>
                </a:lnTo>
                <a:lnTo>
                  <a:pt x="893625" y="56706"/>
                </a:lnTo>
                <a:lnTo>
                  <a:pt x="901715" y="56706"/>
                </a:lnTo>
                <a:lnTo>
                  <a:pt x="901715" y="48617"/>
                </a:lnTo>
                <a:close/>
                <a:moveTo>
                  <a:pt x="945354" y="29637"/>
                </a:moveTo>
                <a:cubicBezTo>
                  <a:pt x="945043" y="25670"/>
                  <a:pt x="944187" y="23103"/>
                  <a:pt x="942631" y="20846"/>
                </a:cubicBezTo>
                <a:cubicBezTo>
                  <a:pt x="939831" y="17035"/>
                  <a:pt x="934930" y="14780"/>
                  <a:pt x="929252" y="14780"/>
                </a:cubicBezTo>
                <a:cubicBezTo>
                  <a:pt x="918206" y="14780"/>
                  <a:pt x="911127" y="23492"/>
                  <a:pt x="911127" y="37027"/>
                </a:cubicBezTo>
                <a:cubicBezTo>
                  <a:pt x="911127" y="50172"/>
                  <a:pt x="918128" y="58496"/>
                  <a:pt x="929174" y="58496"/>
                </a:cubicBezTo>
                <a:cubicBezTo>
                  <a:pt x="938898" y="58496"/>
                  <a:pt x="945043" y="52662"/>
                  <a:pt x="945820" y="42705"/>
                </a:cubicBezTo>
                <a:lnTo>
                  <a:pt x="939286" y="42705"/>
                </a:lnTo>
                <a:cubicBezTo>
                  <a:pt x="938198" y="49239"/>
                  <a:pt x="934853" y="52507"/>
                  <a:pt x="929330" y="52507"/>
                </a:cubicBezTo>
                <a:cubicBezTo>
                  <a:pt x="922173" y="52507"/>
                  <a:pt x="917895" y="46672"/>
                  <a:pt x="917895" y="37027"/>
                </a:cubicBezTo>
                <a:cubicBezTo>
                  <a:pt x="917895" y="26837"/>
                  <a:pt x="922096" y="20769"/>
                  <a:pt x="929174" y="20769"/>
                </a:cubicBezTo>
                <a:cubicBezTo>
                  <a:pt x="934619" y="20769"/>
                  <a:pt x="938042" y="23959"/>
                  <a:pt x="938820" y="29637"/>
                </a:cubicBezTo>
                <a:lnTo>
                  <a:pt x="945354" y="29637"/>
                </a:lnTo>
                <a:close/>
                <a:moveTo>
                  <a:pt x="969234" y="14780"/>
                </a:moveTo>
                <a:cubicBezTo>
                  <a:pt x="957722" y="14780"/>
                  <a:pt x="950877" y="22947"/>
                  <a:pt x="950877" y="36637"/>
                </a:cubicBezTo>
                <a:cubicBezTo>
                  <a:pt x="950877" y="50406"/>
                  <a:pt x="957722" y="58496"/>
                  <a:pt x="969313" y="58496"/>
                </a:cubicBezTo>
                <a:cubicBezTo>
                  <a:pt x="980825" y="58496"/>
                  <a:pt x="987748" y="50329"/>
                  <a:pt x="987748" y="36948"/>
                </a:cubicBezTo>
                <a:cubicBezTo>
                  <a:pt x="987748" y="22792"/>
                  <a:pt x="981059" y="14780"/>
                  <a:pt x="969234" y="14780"/>
                </a:cubicBezTo>
                <a:moveTo>
                  <a:pt x="969313" y="20769"/>
                </a:moveTo>
                <a:cubicBezTo>
                  <a:pt x="976624" y="20769"/>
                  <a:pt x="980980" y="26759"/>
                  <a:pt x="980980" y="36871"/>
                </a:cubicBezTo>
                <a:cubicBezTo>
                  <a:pt x="980980" y="46516"/>
                  <a:pt x="976469" y="52507"/>
                  <a:pt x="969313" y="52507"/>
                </a:cubicBezTo>
                <a:cubicBezTo>
                  <a:pt x="962078" y="52507"/>
                  <a:pt x="957644" y="46516"/>
                  <a:pt x="957644" y="36637"/>
                </a:cubicBezTo>
                <a:cubicBezTo>
                  <a:pt x="957644" y="26759"/>
                  <a:pt x="962078" y="20769"/>
                  <a:pt x="969313" y="20769"/>
                </a:cubicBezTo>
                <a:close/>
                <a:moveTo>
                  <a:pt x="996071" y="15947"/>
                </a:moveTo>
                <a:lnTo>
                  <a:pt x="996071" y="56706"/>
                </a:lnTo>
                <a:lnTo>
                  <a:pt x="1002605" y="56706"/>
                </a:lnTo>
                <a:lnTo>
                  <a:pt x="1002605" y="31115"/>
                </a:lnTo>
                <a:cubicBezTo>
                  <a:pt x="1002605" y="25202"/>
                  <a:pt x="1006884" y="20458"/>
                  <a:pt x="1012173" y="20458"/>
                </a:cubicBezTo>
                <a:cubicBezTo>
                  <a:pt x="1016996" y="20458"/>
                  <a:pt x="1019719" y="23414"/>
                  <a:pt x="1019719" y="28626"/>
                </a:cubicBezTo>
                <a:lnTo>
                  <a:pt x="1019719" y="56706"/>
                </a:lnTo>
                <a:lnTo>
                  <a:pt x="1026253" y="56706"/>
                </a:lnTo>
                <a:lnTo>
                  <a:pt x="1026253" y="31115"/>
                </a:lnTo>
                <a:cubicBezTo>
                  <a:pt x="1026253" y="25202"/>
                  <a:pt x="1030532" y="20458"/>
                  <a:pt x="1035821" y="20458"/>
                </a:cubicBezTo>
                <a:cubicBezTo>
                  <a:pt x="1040566" y="20458"/>
                  <a:pt x="1043366" y="23492"/>
                  <a:pt x="1043366" y="28626"/>
                </a:cubicBezTo>
                <a:lnTo>
                  <a:pt x="1043366" y="56706"/>
                </a:lnTo>
                <a:lnTo>
                  <a:pt x="1049901" y="56706"/>
                </a:lnTo>
                <a:lnTo>
                  <a:pt x="1049901" y="26137"/>
                </a:lnTo>
                <a:cubicBezTo>
                  <a:pt x="1049901" y="18824"/>
                  <a:pt x="1045700" y="14780"/>
                  <a:pt x="1038077" y="14780"/>
                </a:cubicBezTo>
                <a:cubicBezTo>
                  <a:pt x="1032632" y="14780"/>
                  <a:pt x="1029364" y="16413"/>
                  <a:pt x="1025553" y="21002"/>
                </a:cubicBezTo>
                <a:cubicBezTo>
                  <a:pt x="1023142" y="16646"/>
                  <a:pt x="1019874" y="14780"/>
                  <a:pt x="1014585" y="14780"/>
                </a:cubicBezTo>
                <a:cubicBezTo>
                  <a:pt x="1009140" y="14780"/>
                  <a:pt x="1005484" y="16801"/>
                  <a:pt x="1002061" y="21702"/>
                </a:cubicBezTo>
                <a:lnTo>
                  <a:pt x="1002061" y="15947"/>
                </a:lnTo>
                <a:lnTo>
                  <a:pt x="996071" y="15947"/>
                </a:lnTo>
                <a:close/>
                <a:moveTo>
                  <a:pt x="1073703" y="0"/>
                </a:moveTo>
                <a:lnTo>
                  <a:pt x="1055268" y="58262"/>
                </a:lnTo>
                <a:lnTo>
                  <a:pt x="1059546" y="58262"/>
                </a:lnTo>
                <a:lnTo>
                  <a:pt x="1077982" y="0"/>
                </a:lnTo>
                <a:lnTo>
                  <a:pt x="1073703" y="0"/>
                </a:lnTo>
                <a:close/>
                <a:moveTo>
                  <a:pt x="1097662" y="16646"/>
                </a:moveTo>
                <a:lnTo>
                  <a:pt x="1097662" y="56706"/>
                </a:lnTo>
                <a:lnTo>
                  <a:pt x="1104508" y="56706"/>
                </a:lnTo>
                <a:lnTo>
                  <a:pt x="1104508" y="466"/>
                </a:lnTo>
                <a:lnTo>
                  <a:pt x="1099995" y="466"/>
                </a:lnTo>
                <a:cubicBezTo>
                  <a:pt x="1097584" y="9100"/>
                  <a:pt x="1096028" y="10267"/>
                  <a:pt x="1085449" y="11668"/>
                </a:cubicBezTo>
                <a:lnTo>
                  <a:pt x="1085449" y="16646"/>
                </a:lnTo>
                <a:lnTo>
                  <a:pt x="1097662" y="16646"/>
                </a:lnTo>
                <a:close/>
                <a:moveTo>
                  <a:pt x="1141612" y="466"/>
                </a:moveTo>
                <a:cubicBezTo>
                  <a:pt x="1136479" y="466"/>
                  <a:pt x="1131810" y="2800"/>
                  <a:pt x="1128933" y="6611"/>
                </a:cubicBezTo>
                <a:cubicBezTo>
                  <a:pt x="1125355" y="11591"/>
                  <a:pt x="1123566" y="19058"/>
                  <a:pt x="1123566" y="29481"/>
                </a:cubicBezTo>
                <a:cubicBezTo>
                  <a:pt x="1123566" y="48462"/>
                  <a:pt x="1129788" y="58496"/>
                  <a:pt x="1141612" y="58496"/>
                </a:cubicBezTo>
                <a:cubicBezTo>
                  <a:pt x="1153280" y="58496"/>
                  <a:pt x="1159659" y="48462"/>
                  <a:pt x="1159659" y="29948"/>
                </a:cubicBezTo>
                <a:cubicBezTo>
                  <a:pt x="1159659" y="19058"/>
                  <a:pt x="1157948" y="11746"/>
                  <a:pt x="1154291" y="6611"/>
                </a:cubicBezTo>
                <a:cubicBezTo>
                  <a:pt x="1151413" y="2722"/>
                  <a:pt x="1146824" y="466"/>
                  <a:pt x="1141612" y="466"/>
                </a:cubicBezTo>
                <a:moveTo>
                  <a:pt x="1141612" y="6534"/>
                </a:moveTo>
                <a:cubicBezTo>
                  <a:pt x="1149002" y="6534"/>
                  <a:pt x="1152658" y="14080"/>
                  <a:pt x="1152658" y="29326"/>
                </a:cubicBezTo>
                <a:cubicBezTo>
                  <a:pt x="1152658" y="45350"/>
                  <a:pt x="1149079" y="52818"/>
                  <a:pt x="1141457" y="52818"/>
                </a:cubicBezTo>
                <a:cubicBezTo>
                  <a:pt x="1134222" y="52818"/>
                  <a:pt x="1130567" y="45039"/>
                  <a:pt x="1130567" y="29559"/>
                </a:cubicBezTo>
                <a:cubicBezTo>
                  <a:pt x="1130567" y="14080"/>
                  <a:pt x="1134222" y="6534"/>
                  <a:pt x="1141612" y="6534"/>
                </a:cubicBezTo>
                <a:close/>
                <a:moveTo>
                  <a:pt x="1167827" y="43872"/>
                </a:moveTo>
                <a:cubicBezTo>
                  <a:pt x="1169149" y="53051"/>
                  <a:pt x="1175061" y="58496"/>
                  <a:pt x="1183462" y="58496"/>
                </a:cubicBezTo>
                <a:cubicBezTo>
                  <a:pt x="1189607" y="58496"/>
                  <a:pt x="1195053" y="55540"/>
                  <a:pt x="1198319" y="50484"/>
                </a:cubicBezTo>
                <a:cubicBezTo>
                  <a:pt x="1201742" y="44962"/>
                  <a:pt x="1203297" y="38115"/>
                  <a:pt x="1203297" y="27925"/>
                </a:cubicBezTo>
                <a:cubicBezTo>
                  <a:pt x="1203297" y="18436"/>
                  <a:pt x="1201898" y="12445"/>
                  <a:pt x="1198630" y="7467"/>
                </a:cubicBezTo>
                <a:cubicBezTo>
                  <a:pt x="1195596" y="2877"/>
                  <a:pt x="1190774" y="466"/>
                  <a:pt x="1184706" y="466"/>
                </a:cubicBezTo>
                <a:cubicBezTo>
                  <a:pt x="1174205" y="466"/>
                  <a:pt x="1166660" y="8323"/>
                  <a:pt x="1166660" y="19213"/>
                </a:cubicBezTo>
                <a:cubicBezTo>
                  <a:pt x="1166660" y="29559"/>
                  <a:pt x="1173660" y="36871"/>
                  <a:pt x="1183618" y="36871"/>
                </a:cubicBezTo>
                <a:cubicBezTo>
                  <a:pt x="1188830" y="36871"/>
                  <a:pt x="1192718" y="35004"/>
                  <a:pt x="1196220" y="30725"/>
                </a:cubicBezTo>
                <a:cubicBezTo>
                  <a:pt x="1196141" y="44728"/>
                  <a:pt x="1191785" y="52429"/>
                  <a:pt x="1183929" y="52429"/>
                </a:cubicBezTo>
                <a:cubicBezTo>
                  <a:pt x="1179106" y="52429"/>
                  <a:pt x="1175761" y="49318"/>
                  <a:pt x="1174672" y="43872"/>
                </a:cubicBezTo>
                <a:lnTo>
                  <a:pt x="1167827" y="43872"/>
                </a:lnTo>
                <a:moveTo>
                  <a:pt x="1184629" y="6456"/>
                </a:moveTo>
                <a:cubicBezTo>
                  <a:pt x="1191008" y="6456"/>
                  <a:pt x="1195830" y="11823"/>
                  <a:pt x="1195830" y="19058"/>
                </a:cubicBezTo>
                <a:cubicBezTo>
                  <a:pt x="1195830" y="25981"/>
                  <a:pt x="1191163" y="30804"/>
                  <a:pt x="1184395" y="30804"/>
                </a:cubicBezTo>
                <a:cubicBezTo>
                  <a:pt x="1177784" y="30804"/>
                  <a:pt x="1173660" y="26137"/>
                  <a:pt x="1173660" y="18668"/>
                </a:cubicBezTo>
                <a:cubicBezTo>
                  <a:pt x="1173660" y="11591"/>
                  <a:pt x="1178250" y="6456"/>
                  <a:pt x="1184629" y="6456"/>
                </a:cubicBezTo>
                <a:close/>
                <a:moveTo>
                  <a:pt x="1246548" y="49940"/>
                </a:moveTo>
                <a:lnTo>
                  <a:pt x="1217533" y="49940"/>
                </a:lnTo>
                <a:cubicBezTo>
                  <a:pt x="1218233" y="45273"/>
                  <a:pt x="1220722" y="42316"/>
                  <a:pt x="1227489" y="38194"/>
                </a:cubicBezTo>
                <a:lnTo>
                  <a:pt x="1235268" y="33837"/>
                </a:lnTo>
                <a:cubicBezTo>
                  <a:pt x="1242969" y="29559"/>
                  <a:pt x="1246936" y="23803"/>
                  <a:pt x="1246936" y="16880"/>
                </a:cubicBezTo>
                <a:cubicBezTo>
                  <a:pt x="1246936" y="12212"/>
                  <a:pt x="1245070" y="7856"/>
                  <a:pt x="1241802" y="4823"/>
                </a:cubicBezTo>
                <a:cubicBezTo>
                  <a:pt x="1238536" y="1867"/>
                  <a:pt x="1234491" y="466"/>
                  <a:pt x="1229279" y="466"/>
                </a:cubicBezTo>
                <a:cubicBezTo>
                  <a:pt x="1222278" y="466"/>
                  <a:pt x="1217066" y="2955"/>
                  <a:pt x="1214033" y="7778"/>
                </a:cubicBezTo>
                <a:cubicBezTo>
                  <a:pt x="1212087" y="10735"/>
                  <a:pt x="1211231" y="14235"/>
                  <a:pt x="1211076" y="19913"/>
                </a:cubicBezTo>
                <a:lnTo>
                  <a:pt x="1217921" y="19913"/>
                </a:lnTo>
                <a:cubicBezTo>
                  <a:pt x="1218155" y="16102"/>
                  <a:pt x="1218621" y="13846"/>
                  <a:pt x="1219555" y="11979"/>
                </a:cubicBezTo>
                <a:cubicBezTo>
                  <a:pt x="1221344" y="8557"/>
                  <a:pt x="1224923" y="6456"/>
                  <a:pt x="1229045" y="6456"/>
                </a:cubicBezTo>
                <a:cubicBezTo>
                  <a:pt x="1235268" y="6456"/>
                  <a:pt x="1239935" y="10967"/>
                  <a:pt x="1239935" y="17035"/>
                </a:cubicBezTo>
                <a:cubicBezTo>
                  <a:pt x="1239935" y="21547"/>
                  <a:pt x="1237369" y="25436"/>
                  <a:pt x="1232468" y="28236"/>
                </a:cubicBezTo>
                <a:lnTo>
                  <a:pt x="1225311" y="32437"/>
                </a:lnTo>
                <a:cubicBezTo>
                  <a:pt x="1213799" y="39049"/>
                  <a:pt x="1210454" y="44338"/>
                  <a:pt x="1209832" y="56629"/>
                </a:cubicBezTo>
                <a:lnTo>
                  <a:pt x="1246548" y="56629"/>
                </a:lnTo>
                <a:lnTo>
                  <a:pt x="1246548" y="49940"/>
                </a:lnTo>
                <a:close/>
                <a:moveTo>
                  <a:pt x="1271129" y="466"/>
                </a:moveTo>
                <a:cubicBezTo>
                  <a:pt x="1265995" y="466"/>
                  <a:pt x="1261327" y="2800"/>
                  <a:pt x="1258450" y="6611"/>
                </a:cubicBezTo>
                <a:cubicBezTo>
                  <a:pt x="1254871" y="11591"/>
                  <a:pt x="1253082" y="19058"/>
                  <a:pt x="1253082" y="29481"/>
                </a:cubicBezTo>
                <a:cubicBezTo>
                  <a:pt x="1253082" y="48462"/>
                  <a:pt x="1259304" y="58496"/>
                  <a:pt x="1271129" y="58496"/>
                </a:cubicBezTo>
                <a:cubicBezTo>
                  <a:pt x="1282796" y="58496"/>
                  <a:pt x="1289175" y="48462"/>
                  <a:pt x="1289175" y="29948"/>
                </a:cubicBezTo>
                <a:cubicBezTo>
                  <a:pt x="1289175" y="19058"/>
                  <a:pt x="1287465" y="11746"/>
                  <a:pt x="1283808" y="6611"/>
                </a:cubicBezTo>
                <a:cubicBezTo>
                  <a:pt x="1280929" y="2722"/>
                  <a:pt x="1276341" y="466"/>
                  <a:pt x="1271129" y="466"/>
                </a:cubicBezTo>
                <a:moveTo>
                  <a:pt x="1271129" y="6534"/>
                </a:moveTo>
                <a:cubicBezTo>
                  <a:pt x="1278519" y="6534"/>
                  <a:pt x="1282174" y="14080"/>
                  <a:pt x="1282174" y="29326"/>
                </a:cubicBezTo>
                <a:cubicBezTo>
                  <a:pt x="1282174" y="45350"/>
                  <a:pt x="1278596" y="52818"/>
                  <a:pt x="1270973" y="52818"/>
                </a:cubicBezTo>
                <a:cubicBezTo>
                  <a:pt x="1263739" y="52818"/>
                  <a:pt x="1260083" y="45039"/>
                  <a:pt x="1260083" y="29559"/>
                </a:cubicBezTo>
                <a:cubicBezTo>
                  <a:pt x="1260083" y="14080"/>
                  <a:pt x="1263739" y="6534"/>
                  <a:pt x="1271129" y="6534"/>
                </a:cubicBezTo>
                <a:close/>
                <a:moveTo>
                  <a:pt x="1332581" y="49940"/>
                </a:moveTo>
                <a:lnTo>
                  <a:pt x="1303566" y="49940"/>
                </a:lnTo>
                <a:cubicBezTo>
                  <a:pt x="1304266" y="45273"/>
                  <a:pt x="1306756" y="42316"/>
                  <a:pt x="1313522" y="38194"/>
                </a:cubicBezTo>
                <a:lnTo>
                  <a:pt x="1321302" y="33837"/>
                </a:lnTo>
                <a:cubicBezTo>
                  <a:pt x="1329002" y="29559"/>
                  <a:pt x="1332969" y="23803"/>
                  <a:pt x="1332969" y="16880"/>
                </a:cubicBezTo>
                <a:cubicBezTo>
                  <a:pt x="1332969" y="12212"/>
                  <a:pt x="1331103" y="7856"/>
                  <a:pt x="1327836" y="4823"/>
                </a:cubicBezTo>
                <a:cubicBezTo>
                  <a:pt x="1324569" y="1867"/>
                  <a:pt x="1320524" y="466"/>
                  <a:pt x="1315312" y="466"/>
                </a:cubicBezTo>
                <a:cubicBezTo>
                  <a:pt x="1308312" y="466"/>
                  <a:pt x="1303100" y="2955"/>
                  <a:pt x="1300066" y="7778"/>
                </a:cubicBezTo>
                <a:cubicBezTo>
                  <a:pt x="1298120" y="10735"/>
                  <a:pt x="1297265" y="14235"/>
                  <a:pt x="1297109" y="19913"/>
                </a:cubicBezTo>
                <a:lnTo>
                  <a:pt x="1303954" y="19913"/>
                </a:lnTo>
                <a:cubicBezTo>
                  <a:pt x="1304188" y="16102"/>
                  <a:pt x="1304655" y="13846"/>
                  <a:pt x="1305589" y="11979"/>
                </a:cubicBezTo>
                <a:cubicBezTo>
                  <a:pt x="1307377" y="8557"/>
                  <a:pt x="1310956" y="6456"/>
                  <a:pt x="1315078" y="6456"/>
                </a:cubicBezTo>
                <a:cubicBezTo>
                  <a:pt x="1321302" y="6456"/>
                  <a:pt x="1325969" y="10967"/>
                  <a:pt x="1325969" y="17035"/>
                </a:cubicBezTo>
                <a:cubicBezTo>
                  <a:pt x="1325969" y="21547"/>
                  <a:pt x="1323402" y="25436"/>
                  <a:pt x="1318502" y="28236"/>
                </a:cubicBezTo>
                <a:lnTo>
                  <a:pt x="1311344" y="32437"/>
                </a:lnTo>
                <a:cubicBezTo>
                  <a:pt x="1299832" y="39049"/>
                  <a:pt x="1296487" y="44338"/>
                  <a:pt x="1295865" y="56629"/>
                </a:cubicBezTo>
                <a:lnTo>
                  <a:pt x="1332581" y="56629"/>
                </a:lnTo>
                <a:lnTo>
                  <a:pt x="1332581" y="49940"/>
                </a:lnTo>
                <a:close/>
                <a:moveTo>
                  <a:pt x="1377153" y="1555"/>
                </a:moveTo>
                <a:lnTo>
                  <a:pt x="1340281" y="1555"/>
                </a:lnTo>
                <a:lnTo>
                  <a:pt x="1340281" y="8323"/>
                </a:lnTo>
                <a:lnTo>
                  <a:pt x="1370075" y="8323"/>
                </a:lnTo>
                <a:cubicBezTo>
                  <a:pt x="1356928" y="27070"/>
                  <a:pt x="1351561" y="38583"/>
                  <a:pt x="1347437" y="56706"/>
                </a:cubicBezTo>
                <a:lnTo>
                  <a:pt x="1354750" y="56706"/>
                </a:lnTo>
                <a:cubicBezTo>
                  <a:pt x="1357784" y="39049"/>
                  <a:pt x="1364708" y="23880"/>
                  <a:pt x="1377153" y="7312"/>
                </a:cubicBezTo>
                <a:lnTo>
                  <a:pt x="1377153" y="1555"/>
                </a:lnTo>
                <a:close/>
                <a:moveTo>
                  <a:pt x="1417991" y="15091"/>
                </a:moveTo>
                <a:cubicBezTo>
                  <a:pt x="1416669" y="5911"/>
                  <a:pt x="1410758" y="466"/>
                  <a:pt x="1402357" y="466"/>
                </a:cubicBezTo>
                <a:cubicBezTo>
                  <a:pt x="1396289" y="466"/>
                  <a:pt x="1390843" y="3422"/>
                  <a:pt x="1387577" y="8478"/>
                </a:cubicBezTo>
                <a:cubicBezTo>
                  <a:pt x="1384077" y="14001"/>
                  <a:pt x="1382599" y="20846"/>
                  <a:pt x="1382599" y="31037"/>
                </a:cubicBezTo>
                <a:cubicBezTo>
                  <a:pt x="1382599" y="40527"/>
                  <a:pt x="1383921" y="46516"/>
                  <a:pt x="1387266" y="51496"/>
                </a:cubicBezTo>
                <a:cubicBezTo>
                  <a:pt x="1390221" y="56084"/>
                  <a:pt x="1395044" y="58496"/>
                  <a:pt x="1401112" y="58496"/>
                </a:cubicBezTo>
                <a:cubicBezTo>
                  <a:pt x="1411614" y="58496"/>
                  <a:pt x="1419159" y="50640"/>
                  <a:pt x="1419159" y="39671"/>
                </a:cubicBezTo>
                <a:cubicBezTo>
                  <a:pt x="1419159" y="29326"/>
                  <a:pt x="1412157" y="22013"/>
                  <a:pt x="1402278" y="22013"/>
                </a:cubicBezTo>
                <a:cubicBezTo>
                  <a:pt x="1396834" y="22013"/>
                  <a:pt x="1392555" y="24036"/>
                  <a:pt x="1389599" y="28159"/>
                </a:cubicBezTo>
                <a:cubicBezTo>
                  <a:pt x="1389677" y="14235"/>
                  <a:pt x="1394033" y="6534"/>
                  <a:pt x="1401890" y="6534"/>
                </a:cubicBezTo>
                <a:cubicBezTo>
                  <a:pt x="1406713" y="6534"/>
                  <a:pt x="1410058" y="9645"/>
                  <a:pt x="1411146" y="15091"/>
                </a:cubicBezTo>
                <a:lnTo>
                  <a:pt x="1417991" y="15091"/>
                </a:lnTo>
                <a:moveTo>
                  <a:pt x="1401423" y="28081"/>
                </a:moveTo>
                <a:cubicBezTo>
                  <a:pt x="1408035" y="28081"/>
                  <a:pt x="1412157" y="32748"/>
                  <a:pt x="1412157" y="40216"/>
                </a:cubicBezTo>
                <a:cubicBezTo>
                  <a:pt x="1412157" y="47295"/>
                  <a:pt x="1407490" y="52429"/>
                  <a:pt x="1401190" y="52429"/>
                </a:cubicBezTo>
                <a:cubicBezTo>
                  <a:pt x="1394811" y="52429"/>
                  <a:pt x="1389987" y="47061"/>
                  <a:pt x="1389987" y="39905"/>
                </a:cubicBezTo>
                <a:cubicBezTo>
                  <a:pt x="1389987" y="32903"/>
                  <a:pt x="1394656" y="28081"/>
                  <a:pt x="1401423" y="28081"/>
                </a:cubicBezTo>
                <a:close/>
                <a:moveTo>
                  <a:pt x="1426859" y="43872"/>
                </a:moveTo>
                <a:cubicBezTo>
                  <a:pt x="1428182" y="53051"/>
                  <a:pt x="1434094" y="58496"/>
                  <a:pt x="1442495" y="58496"/>
                </a:cubicBezTo>
                <a:cubicBezTo>
                  <a:pt x="1448640" y="58496"/>
                  <a:pt x="1454086" y="55540"/>
                  <a:pt x="1457352" y="50484"/>
                </a:cubicBezTo>
                <a:cubicBezTo>
                  <a:pt x="1460775" y="44962"/>
                  <a:pt x="1462330" y="38115"/>
                  <a:pt x="1462330" y="27925"/>
                </a:cubicBezTo>
                <a:cubicBezTo>
                  <a:pt x="1462330" y="18436"/>
                  <a:pt x="1460931" y="12445"/>
                  <a:pt x="1457663" y="7467"/>
                </a:cubicBezTo>
                <a:cubicBezTo>
                  <a:pt x="1454629" y="2877"/>
                  <a:pt x="1449807" y="466"/>
                  <a:pt x="1443739" y="466"/>
                </a:cubicBezTo>
                <a:cubicBezTo>
                  <a:pt x="1433238" y="466"/>
                  <a:pt x="1425693" y="8323"/>
                  <a:pt x="1425693" y="19213"/>
                </a:cubicBezTo>
                <a:cubicBezTo>
                  <a:pt x="1425693" y="29559"/>
                  <a:pt x="1432693" y="36871"/>
                  <a:pt x="1442651" y="36871"/>
                </a:cubicBezTo>
                <a:cubicBezTo>
                  <a:pt x="1447862" y="36871"/>
                  <a:pt x="1451751" y="35004"/>
                  <a:pt x="1455252" y="30725"/>
                </a:cubicBezTo>
                <a:cubicBezTo>
                  <a:pt x="1455174" y="44728"/>
                  <a:pt x="1450818" y="52429"/>
                  <a:pt x="1442962" y="52429"/>
                </a:cubicBezTo>
                <a:cubicBezTo>
                  <a:pt x="1438139" y="52429"/>
                  <a:pt x="1434794" y="49318"/>
                  <a:pt x="1433705" y="43872"/>
                </a:cubicBezTo>
                <a:lnTo>
                  <a:pt x="1426859" y="43872"/>
                </a:lnTo>
                <a:moveTo>
                  <a:pt x="1443662" y="6456"/>
                </a:moveTo>
                <a:cubicBezTo>
                  <a:pt x="1450041" y="6456"/>
                  <a:pt x="1454863" y="11823"/>
                  <a:pt x="1454863" y="19058"/>
                </a:cubicBezTo>
                <a:cubicBezTo>
                  <a:pt x="1454863" y="25981"/>
                  <a:pt x="1450196" y="30804"/>
                  <a:pt x="1443428" y="30804"/>
                </a:cubicBezTo>
                <a:cubicBezTo>
                  <a:pt x="1436817" y="30804"/>
                  <a:pt x="1432693" y="26137"/>
                  <a:pt x="1432693" y="18668"/>
                </a:cubicBezTo>
                <a:cubicBezTo>
                  <a:pt x="1432693" y="11591"/>
                  <a:pt x="1437283" y="6456"/>
                  <a:pt x="1443662" y="6456"/>
                </a:cubicBezTo>
                <a:close/>
                <a:moveTo>
                  <a:pt x="1484033" y="0"/>
                </a:moveTo>
                <a:lnTo>
                  <a:pt x="1465597" y="58262"/>
                </a:lnTo>
                <a:lnTo>
                  <a:pt x="1469876" y="58262"/>
                </a:lnTo>
                <a:lnTo>
                  <a:pt x="1488312" y="0"/>
                </a:lnTo>
                <a:lnTo>
                  <a:pt x="1484033" y="0"/>
                </a:lnTo>
                <a:close/>
                <a:moveTo>
                  <a:pt x="1507992" y="16646"/>
                </a:moveTo>
                <a:lnTo>
                  <a:pt x="1507992" y="56706"/>
                </a:lnTo>
                <a:lnTo>
                  <a:pt x="1514838" y="56706"/>
                </a:lnTo>
                <a:lnTo>
                  <a:pt x="1514838" y="466"/>
                </a:lnTo>
                <a:lnTo>
                  <a:pt x="1510325" y="466"/>
                </a:lnTo>
                <a:cubicBezTo>
                  <a:pt x="1507915" y="9100"/>
                  <a:pt x="1506358" y="10267"/>
                  <a:pt x="1495779" y="11668"/>
                </a:cubicBezTo>
                <a:lnTo>
                  <a:pt x="1495779" y="16646"/>
                </a:lnTo>
                <a:lnTo>
                  <a:pt x="1507992" y="16646"/>
                </a:lnTo>
                <a:close/>
                <a:moveTo>
                  <a:pt x="1571000" y="1555"/>
                </a:moveTo>
                <a:lnTo>
                  <a:pt x="1534129" y="1555"/>
                </a:lnTo>
                <a:lnTo>
                  <a:pt x="1534129" y="8323"/>
                </a:lnTo>
                <a:lnTo>
                  <a:pt x="1563922" y="8323"/>
                </a:lnTo>
                <a:cubicBezTo>
                  <a:pt x="1550776" y="27070"/>
                  <a:pt x="1545408" y="38583"/>
                  <a:pt x="1541285" y="56706"/>
                </a:cubicBezTo>
                <a:lnTo>
                  <a:pt x="1548597" y="56706"/>
                </a:lnTo>
                <a:cubicBezTo>
                  <a:pt x="1551631" y="39049"/>
                  <a:pt x="1558555" y="23880"/>
                  <a:pt x="1571000" y="7312"/>
                </a:cubicBezTo>
                <a:lnTo>
                  <a:pt x="1571000" y="1555"/>
                </a:lnTo>
                <a:close/>
                <a:moveTo>
                  <a:pt x="1604449" y="27070"/>
                </a:moveTo>
                <a:cubicBezTo>
                  <a:pt x="1610206" y="23569"/>
                  <a:pt x="1611994" y="20769"/>
                  <a:pt x="1611994" y="15479"/>
                </a:cubicBezTo>
                <a:cubicBezTo>
                  <a:pt x="1611994" y="6611"/>
                  <a:pt x="1605226" y="466"/>
                  <a:pt x="1595426" y="466"/>
                </a:cubicBezTo>
                <a:cubicBezTo>
                  <a:pt x="1585702" y="466"/>
                  <a:pt x="1578857" y="6611"/>
                  <a:pt x="1578857" y="15402"/>
                </a:cubicBezTo>
                <a:cubicBezTo>
                  <a:pt x="1578857" y="20769"/>
                  <a:pt x="1580646" y="23492"/>
                  <a:pt x="1586324" y="27070"/>
                </a:cubicBezTo>
                <a:cubicBezTo>
                  <a:pt x="1580024" y="30259"/>
                  <a:pt x="1576912" y="34849"/>
                  <a:pt x="1576912" y="41072"/>
                </a:cubicBezTo>
                <a:cubicBezTo>
                  <a:pt x="1576912" y="51340"/>
                  <a:pt x="1584457" y="58496"/>
                  <a:pt x="1595426" y="58496"/>
                </a:cubicBezTo>
                <a:cubicBezTo>
                  <a:pt x="1606316" y="58496"/>
                  <a:pt x="1613940" y="51340"/>
                  <a:pt x="1613940" y="41072"/>
                </a:cubicBezTo>
                <a:cubicBezTo>
                  <a:pt x="1613940" y="34849"/>
                  <a:pt x="1610828" y="30259"/>
                  <a:pt x="1604449" y="27070"/>
                </a:cubicBezTo>
                <a:moveTo>
                  <a:pt x="1595426" y="6534"/>
                </a:moveTo>
                <a:cubicBezTo>
                  <a:pt x="1601260" y="6534"/>
                  <a:pt x="1604994" y="10034"/>
                  <a:pt x="1604994" y="15634"/>
                </a:cubicBezTo>
                <a:cubicBezTo>
                  <a:pt x="1604994" y="20925"/>
                  <a:pt x="1601182" y="24425"/>
                  <a:pt x="1595426" y="24425"/>
                </a:cubicBezTo>
                <a:cubicBezTo>
                  <a:pt x="1589592" y="24425"/>
                  <a:pt x="1585858" y="20925"/>
                  <a:pt x="1585858" y="15479"/>
                </a:cubicBezTo>
                <a:cubicBezTo>
                  <a:pt x="1585858" y="10034"/>
                  <a:pt x="1589592" y="6534"/>
                  <a:pt x="1595426" y="6534"/>
                </a:cubicBezTo>
                <a:moveTo>
                  <a:pt x="1595426" y="30182"/>
                </a:moveTo>
                <a:cubicBezTo>
                  <a:pt x="1602271" y="30182"/>
                  <a:pt x="1606938" y="34693"/>
                  <a:pt x="1606938" y="41227"/>
                </a:cubicBezTo>
                <a:cubicBezTo>
                  <a:pt x="1606938" y="47994"/>
                  <a:pt x="1602349" y="52429"/>
                  <a:pt x="1595270" y="52429"/>
                </a:cubicBezTo>
                <a:cubicBezTo>
                  <a:pt x="1588581" y="52429"/>
                  <a:pt x="1583914" y="47839"/>
                  <a:pt x="1583914" y="41305"/>
                </a:cubicBezTo>
                <a:cubicBezTo>
                  <a:pt x="1583914" y="34615"/>
                  <a:pt x="1588502" y="30182"/>
                  <a:pt x="1595426" y="30182"/>
                </a:cubicBezTo>
                <a:close/>
                <a:moveTo>
                  <a:pt x="1656255" y="15091"/>
                </a:moveTo>
                <a:cubicBezTo>
                  <a:pt x="1654933" y="5911"/>
                  <a:pt x="1649022" y="466"/>
                  <a:pt x="1640621" y="466"/>
                </a:cubicBezTo>
                <a:cubicBezTo>
                  <a:pt x="1634553" y="466"/>
                  <a:pt x="1629107" y="3422"/>
                  <a:pt x="1625841" y="8478"/>
                </a:cubicBezTo>
                <a:cubicBezTo>
                  <a:pt x="1622341" y="14001"/>
                  <a:pt x="1620863" y="20846"/>
                  <a:pt x="1620863" y="31037"/>
                </a:cubicBezTo>
                <a:cubicBezTo>
                  <a:pt x="1620863" y="40527"/>
                  <a:pt x="1622185" y="46516"/>
                  <a:pt x="1625530" y="51496"/>
                </a:cubicBezTo>
                <a:cubicBezTo>
                  <a:pt x="1628485" y="56084"/>
                  <a:pt x="1633308" y="58496"/>
                  <a:pt x="1639376" y="58496"/>
                </a:cubicBezTo>
                <a:cubicBezTo>
                  <a:pt x="1649878" y="58496"/>
                  <a:pt x="1657423" y="50640"/>
                  <a:pt x="1657423" y="39671"/>
                </a:cubicBezTo>
                <a:cubicBezTo>
                  <a:pt x="1657423" y="29326"/>
                  <a:pt x="1650421" y="22013"/>
                  <a:pt x="1640542" y="22013"/>
                </a:cubicBezTo>
                <a:cubicBezTo>
                  <a:pt x="1635098" y="22013"/>
                  <a:pt x="1630819" y="24036"/>
                  <a:pt x="1627863" y="28159"/>
                </a:cubicBezTo>
                <a:cubicBezTo>
                  <a:pt x="1627941" y="14235"/>
                  <a:pt x="1632297" y="6534"/>
                  <a:pt x="1640154" y="6534"/>
                </a:cubicBezTo>
                <a:cubicBezTo>
                  <a:pt x="1644977" y="6534"/>
                  <a:pt x="1648322" y="9645"/>
                  <a:pt x="1649410" y="15091"/>
                </a:cubicBezTo>
                <a:lnTo>
                  <a:pt x="1656255" y="15091"/>
                </a:lnTo>
                <a:moveTo>
                  <a:pt x="1639687" y="28081"/>
                </a:moveTo>
                <a:cubicBezTo>
                  <a:pt x="1646299" y="28081"/>
                  <a:pt x="1650421" y="32748"/>
                  <a:pt x="1650421" y="40216"/>
                </a:cubicBezTo>
                <a:cubicBezTo>
                  <a:pt x="1650421" y="47295"/>
                  <a:pt x="1645754" y="52429"/>
                  <a:pt x="1639454" y="52429"/>
                </a:cubicBezTo>
                <a:cubicBezTo>
                  <a:pt x="1633075" y="52429"/>
                  <a:pt x="1628252" y="47061"/>
                  <a:pt x="1628252" y="39905"/>
                </a:cubicBezTo>
                <a:cubicBezTo>
                  <a:pt x="1628252" y="32903"/>
                  <a:pt x="1632920" y="28081"/>
                  <a:pt x="1639687" y="28081"/>
                </a:cubicBezTo>
                <a:close/>
                <a:moveTo>
                  <a:pt x="1700517" y="1555"/>
                </a:moveTo>
                <a:lnTo>
                  <a:pt x="1663645" y="1555"/>
                </a:lnTo>
                <a:lnTo>
                  <a:pt x="1663645" y="8323"/>
                </a:lnTo>
                <a:lnTo>
                  <a:pt x="1693439" y="8323"/>
                </a:lnTo>
                <a:cubicBezTo>
                  <a:pt x="1680292" y="27070"/>
                  <a:pt x="1674925" y="38583"/>
                  <a:pt x="1670801" y="56706"/>
                </a:cubicBezTo>
                <a:lnTo>
                  <a:pt x="1678114" y="56706"/>
                </a:lnTo>
                <a:cubicBezTo>
                  <a:pt x="1681148" y="39049"/>
                  <a:pt x="1688072" y="23880"/>
                  <a:pt x="1700517" y="7312"/>
                </a:cubicBezTo>
                <a:lnTo>
                  <a:pt x="1700517" y="1555"/>
                </a:lnTo>
                <a:close/>
                <a:moveTo>
                  <a:pt x="1724942" y="466"/>
                </a:moveTo>
                <a:cubicBezTo>
                  <a:pt x="1719809" y="466"/>
                  <a:pt x="1715141" y="2800"/>
                  <a:pt x="1712263" y="6611"/>
                </a:cubicBezTo>
                <a:cubicBezTo>
                  <a:pt x="1708685" y="11591"/>
                  <a:pt x="1706896" y="19058"/>
                  <a:pt x="1706896" y="29481"/>
                </a:cubicBezTo>
                <a:cubicBezTo>
                  <a:pt x="1706896" y="48462"/>
                  <a:pt x="1713118" y="58496"/>
                  <a:pt x="1724942" y="58496"/>
                </a:cubicBezTo>
                <a:cubicBezTo>
                  <a:pt x="1736610" y="58496"/>
                  <a:pt x="1742989" y="48462"/>
                  <a:pt x="1742989" y="29948"/>
                </a:cubicBezTo>
                <a:cubicBezTo>
                  <a:pt x="1742989" y="19058"/>
                  <a:pt x="1741278" y="11746"/>
                  <a:pt x="1737621" y="6611"/>
                </a:cubicBezTo>
                <a:cubicBezTo>
                  <a:pt x="1734743" y="2722"/>
                  <a:pt x="1730154" y="466"/>
                  <a:pt x="1724942" y="466"/>
                </a:cubicBezTo>
                <a:moveTo>
                  <a:pt x="1724942" y="6534"/>
                </a:moveTo>
                <a:cubicBezTo>
                  <a:pt x="1732332" y="6534"/>
                  <a:pt x="1735988" y="14080"/>
                  <a:pt x="1735988" y="29326"/>
                </a:cubicBezTo>
                <a:cubicBezTo>
                  <a:pt x="1735988" y="45350"/>
                  <a:pt x="1732410" y="52818"/>
                  <a:pt x="1724787" y="52818"/>
                </a:cubicBezTo>
                <a:cubicBezTo>
                  <a:pt x="1717553" y="52818"/>
                  <a:pt x="1713897" y="45039"/>
                  <a:pt x="1713897" y="29559"/>
                </a:cubicBezTo>
                <a:cubicBezTo>
                  <a:pt x="1713897" y="14080"/>
                  <a:pt x="1717553" y="6534"/>
                  <a:pt x="1724942" y="6534"/>
                </a:cubicBezTo>
                <a:close/>
                <a:moveTo>
                  <a:pt x="1767181" y="16646"/>
                </a:moveTo>
                <a:lnTo>
                  <a:pt x="1767181" y="56706"/>
                </a:lnTo>
                <a:lnTo>
                  <a:pt x="1774027" y="56706"/>
                </a:lnTo>
                <a:lnTo>
                  <a:pt x="1774027" y="466"/>
                </a:lnTo>
                <a:lnTo>
                  <a:pt x="1769514" y="466"/>
                </a:lnTo>
                <a:cubicBezTo>
                  <a:pt x="1767104" y="9100"/>
                  <a:pt x="1765547" y="10267"/>
                  <a:pt x="1754968" y="11668"/>
                </a:cubicBezTo>
                <a:lnTo>
                  <a:pt x="1754968" y="16646"/>
                </a:lnTo>
                <a:lnTo>
                  <a:pt x="1767181" y="16646"/>
                </a:lnTo>
                <a:close/>
                <a:moveTo>
                  <a:pt x="1793707" y="43872"/>
                </a:moveTo>
                <a:cubicBezTo>
                  <a:pt x="1795029" y="53051"/>
                  <a:pt x="1800941" y="58496"/>
                  <a:pt x="1809343" y="58496"/>
                </a:cubicBezTo>
                <a:cubicBezTo>
                  <a:pt x="1815487" y="58496"/>
                  <a:pt x="1820933" y="55540"/>
                  <a:pt x="1824200" y="50484"/>
                </a:cubicBezTo>
                <a:cubicBezTo>
                  <a:pt x="1827623" y="44962"/>
                  <a:pt x="1829178" y="38115"/>
                  <a:pt x="1829178" y="27925"/>
                </a:cubicBezTo>
                <a:cubicBezTo>
                  <a:pt x="1829178" y="18436"/>
                  <a:pt x="1827778" y="12445"/>
                  <a:pt x="1824511" y="7467"/>
                </a:cubicBezTo>
                <a:cubicBezTo>
                  <a:pt x="1821477" y="2877"/>
                  <a:pt x="1816654" y="466"/>
                  <a:pt x="1810586" y="466"/>
                </a:cubicBezTo>
                <a:cubicBezTo>
                  <a:pt x="1800086" y="466"/>
                  <a:pt x="1792540" y="8323"/>
                  <a:pt x="1792540" y="19213"/>
                </a:cubicBezTo>
                <a:cubicBezTo>
                  <a:pt x="1792540" y="29559"/>
                  <a:pt x="1799541" y="36871"/>
                  <a:pt x="1809498" y="36871"/>
                </a:cubicBezTo>
                <a:cubicBezTo>
                  <a:pt x="1814710" y="36871"/>
                  <a:pt x="1818598" y="35004"/>
                  <a:pt x="1822100" y="30725"/>
                </a:cubicBezTo>
                <a:cubicBezTo>
                  <a:pt x="1822022" y="44728"/>
                  <a:pt x="1817665" y="52429"/>
                  <a:pt x="1809809" y="52429"/>
                </a:cubicBezTo>
                <a:cubicBezTo>
                  <a:pt x="1804986" y="52429"/>
                  <a:pt x="1801642" y="49318"/>
                  <a:pt x="1800552" y="43872"/>
                </a:cubicBezTo>
                <a:lnTo>
                  <a:pt x="1793707" y="43872"/>
                </a:lnTo>
                <a:moveTo>
                  <a:pt x="1810509" y="6456"/>
                </a:moveTo>
                <a:cubicBezTo>
                  <a:pt x="1816888" y="6456"/>
                  <a:pt x="1821711" y="11823"/>
                  <a:pt x="1821711" y="19058"/>
                </a:cubicBezTo>
                <a:cubicBezTo>
                  <a:pt x="1821711" y="25981"/>
                  <a:pt x="1817043" y="30804"/>
                  <a:pt x="1810276" y="30804"/>
                </a:cubicBezTo>
                <a:cubicBezTo>
                  <a:pt x="1803664" y="30804"/>
                  <a:pt x="1799541" y="26137"/>
                  <a:pt x="1799541" y="18668"/>
                </a:cubicBezTo>
                <a:cubicBezTo>
                  <a:pt x="1799541" y="11591"/>
                  <a:pt x="1804131" y="6456"/>
                  <a:pt x="1810509" y="6456"/>
                </a:cubicBezTo>
                <a:close/>
                <a:moveTo>
                  <a:pt x="1873517" y="1555"/>
                </a:moveTo>
                <a:lnTo>
                  <a:pt x="1836646" y="1555"/>
                </a:lnTo>
                <a:lnTo>
                  <a:pt x="1836646" y="8323"/>
                </a:lnTo>
                <a:lnTo>
                  <a:pt x="1866439" y="8323"/>
                </a:lnTo>
                <a:cubicBezTo>
                  <a:pt x="1853292" y="27070"/>
                  <a:pt x="1847925" y="38583"/>
                  <a:pt x="1843802" y="56706"/>
                </a:cubicBezTo>
                <a:lnTo>
                  <a:pt x="1851114" y="56706"/>
                </a:lnTo>
                <a:cubicBezTo>
                  <a:pt x="1854148" y="39049"/>
                  <a:pt x="1861072" y="23880"/>
                  <a:pt x="1873517" y="7312"/>
                </a:cubicBezTo>
                <a:lnTo>
                  <a:pt x="1873517" y="1555"/>
                </a:lnTo>
                <a:close/>
                <a:moveTo>
                  <a:pt x="1900700" y="32437"/>
                </a:moveTo>
                <a:lnTo>
                  <a:pt x="1882186" y="32437"/>
                </a:lnTo>
                <a:lnTo>
                  <a:pt x="1882186" y="38038"/>
                </a:lnTo>
                <a:lnTo>
                  <a:pt x="1900700" y="38038"/>
                </a:lnTo>
                <a:lnTo>
                  <a:pt x="1900700" y="32437"/>
                </a:lnTo>
                <a:close/>
                <a:moveTo>
                  <a:pt x="1921728" y="30804"/>
                </a:moveTo>
                <a:lnTo>
                  <a:pt x="1922584" y="30804"/>
                </a:lnTo>
                <a:lnTo>
                  <a:pt x="1925462" y="30804"/>
                </a:lnTo>
                <a:cubicBezTo>
                  <a:pt x="1932929" y="30804"/>
                  <a:pt x="1936897" y="34304"/>
                  <a:pt x="1936897" y="41072"/>
                </a:cubicBezTo>
                <a:cubicBezTo>
                  <a:pt x="1936897" y="48151"/>
                  <a:pt x="1932618" y="52429"/>
                  <a:pt x="1925539" y="52429"/>
                </a:cubicBezTo>
                <a:cubicBezTo>
                  <a:pt x="1917994" y="52429"/>
                  <a:pt x="1914338" y="48617"/>
                  <a:pt x="1913872" y="40372"/>
                </a:cubicBezTo>
                <a:lnTo>
                  <a:pt x="1907027" y="40372"/>
                </a:lnTo>
                <a:cubicBezTo>
                  <a:pt x="1907338" y="44883"/>
                  <a:pt x="1908115" y="47839"/>
                  <a:pt x="1909437" y="50329"/>
                </a:cubicBezTo>
                <a:cubicBezTo>
                  <a:pt x="1912316" y="55773"/>
                  <a:pt x="1917683" y="58496"/>
                  <a:pt x="1925228" y="58496"/>
                </a:cubicBezTo>
                <a:cubicBezTo>
                  <a:pt x="1936585" y="58496"/>
                  <a:pt x="1943898" y="51651"/>
                  <a:pt x="1943898" y="40994"/>
                </a:cubicBezTo>
                <a:cubicBezTo>
                  <a:pt x="1943898" y="33837"/>
                  <a:pt x="1941175" y="29948"/>
                  <a:pt x="1934563" y="27614"/>
                </a:cubicBezTo>
                <a:cubicBezTo>
                  <a:pt x="1939697" y="25515"/>
                  <a:pt x="1942265" y="21625"/>
                  <a:pt x="1942265" y="15947"/>
                </a:cubicBezTo>
                <a:cubicBezTo>
                  <a:pt x="1942265" y="6300"/>
                  <a:pt x="1935963" y="466"/>
                  <a:pt x="1925462" y="466"/>
                </a:cubicBezTo>
                <a:cubicBezTo>
                  <a:pt x="1914338" y="466"/>
                  <a:pt x="1908426" y="6690"/>
                  <a:pt x="1908193" y="18591"/>
                </a:cubicBezTo>
                <a:lnTo>
                  <a:pt x="1915039" y="18591"/>
                </a:lnTo>
                <a:cubicBezTo>
                  <a:pt x="1915116" y="15168"/>
                  <a:pt x="1915428" y="13224"/>
                  <a:pt x="1916282" y="11512"/>
                </a:cubicBezTo>
                <a:cubicBezTo>
                  <a:pt x="1917839" y="8323"/>
                  <a:pt x="1921262" y="6456"/>
                  <a:pt x="1925539" y="6456"/>
                </a:cubicBezTo>
                <a:cubicBezTo>
                  <a:pt x="1931607" y="6456"/>
                  <a:pt x="1935263" y="10112"/>
                  <a:pt x="1935263" y="16179"/>
                </a:cubicBezTo>
                <a:cubicBezTo>
                  <a:pt x="1935263" y="20147"/>
                  <a:pt x="1933863" y="22558"/>
                  <a:pt x="1930830" y="23880"/>
                </a:cubicBezTo>
                <a:cubicBezTo>
                  <a:pt x="1928963" y="24659"/>
                  <a:pt x="1926474" y="24970"/>
                  <a:pt x="1921728" y="25047"/>
                </a:cubicBezTo>
                <a:lnTo>
                  <a:pt x="1921728" y="30804"/>
                </a:lnTo>
                <a:close/>
                <a:moveTo>
                  <a:pt x="1951210" y="43872"/>
                </a:moveTo>
                <a:cubicBezTo>
                  <a:pt x="1952532" y="53051"/>
                  <a:pt x="1958444" y="58496"/>
                  <a:pt x="1966846" y="58496"/>
                </a:cubicBezTo>
                <a:cubicBezTo>
                  <a:pt x="1972991" y="58496"/>
                  <a:pt x="1978436" y="55540"/>
                  <a:pt x="1981703" y="50484"/>
                </a:cubicBezTo>
                <a:cubicBezTo>
                  <a:pt x="1985126" y="44962"/>
                  <a:pt x="1986681" y="38115"/>
                  <a:pt x="1986681" y="27925"/>
                </a:cubicBezTo>
                <a:cubicBezTo>
                  <a:pt x="1986681" y="18436"/>
                  <a:pt x="1985281" y="12445"/>
                  <a:pt x="1982014" y="7467"/>
                </a:cubicBezTo>
                <a:cubicBezTo>
                  <a:pt x="1978980" y="2877"/>
                  <a:pt x="1974157" y="466"/>
                  <a:pt x="1968090" y="466"/>
                </a:cubicBezTo>
                <a:cubicBezTo>
                  <a:pt x="1957589" y="466"/>
                  <a:pt x="1950043" y="8323"/>
                  <a:pt x="1950043" y="19213"/>
                </a:cubicBezTo>
                <a:cubicBezTo>
                  <a:pt x="1950043" y="29559"/>
                  <a:pt x="1957044" y="36871"/>
                  <a:pt x="1967001" y="36871"/>
                </a:cubicBezTo>
                <a:cubicBezTo>
                  <a:pt x="1972213" y="36871"/>
                  <a:pt x="1976101" y="35004"/>
                  <a:pt x="1979603" y="30725"/>
                </a:cubicBezTo>
                <a:cubicBezTo>
                  <a:pt x="1979525" y="44728"/>
                  <a:pt x="1975169" y="52429"/>
                  <a:pt x="1967312" y="52429"/>
                </a:cubicBezTo>
                <a:cubicBezTo>
                  <a:pt x="1962490" y="52429"/>
                  <a:pt x="1959145" y="49318"/>
                  <a:pt x="1958055" y="43872"/>
                </a:cubicBezTo>
                <a:lnTo>
                  <a:pt x="1951210" y="43872"/>
                </a:lnTo>
                <a:moveTo>
                  <a:pt x="1968012" y="6456"/>
                </a:moveTo>
                <a:cubicBezTo>
                  <a:pt x="1974391" y="6456"/>
                  <a:pt x="1979214" y="11823"/>
                  <a:pt x="1979214" y="19058"/>
                </a:cubicBezTo>
                <a:cubicBezTo>
                  <a:pt x="1979214" y="25981"/>
                  <a:pt x="1974547" y="30804"/>
                  <a:pt x="1967779" y="30804"/>
                </a:cubicBezTo>
                <a:cubicBezTo>
                  <a:pt x="1961167" y="30804"/>
                  <a:pt x="1957044" y="26137"/>
                  <a:pt x="1957044" y="18668"/>
                </a:cubicBezTo>
                <a:cubicBezTo>
                  <a:pt x="1957044" y="11591"/>
                  <a:pt x="1961634" y="6456"/>
                  <a:pt x="1968012" y="6456"/>
                </a:cubicBezTo>
                <a:close/>
                <a:moveTo>
                  <a:pt x="2030476" y="38505"/>
                </a:moveTo>
                <a:cubicBezTo>
                  <a:pt x="2030476" y="32281"/>
                  <a:pt x="2030009" y="28547"/>
                  <a:pt x="2028842" y="25515"/>
                </a:cubicBezTo>
                <a:cubicBezTo>
                  <a:pt x="2026197" y="18824"/>
                  <a:pt x="2019974" y="14780"/>
                  <a:pt x="2012352" y="14780"/>
                </a:cubicBezTo>
                <a:cubicBezTo>
                  <a:pt x="2000994" y="14780"/>
                  <a:pt x="1993682" y="23414"/>
                  <a:pt x="1993682" y="36871"/>
                </a:cubicBezTo>
                <a:cubicBezTo>
                  <a:pt x="1993682" y="50329"/>
                  <a:pt x="2000683" y="58496"/>
                  <a:pt x="2012196" y="58496"/>
                </a:cubicBezTo>
                <a:cubicBezTo>
                  <a:pt x="2021530" y="58496"/>
                  <a:pt x="2027986" y="53206"/>
                  <a:pt x="2029621" y="44338"/>
                </a:cubicBezTo>
                <a:lnTo>
                  <a:pt x="2023086" y="44338"/>
                </a:lnTo>
                <a:cubicBezTo>
                  <a:pt x="2021296" y="49706"/>
                  <a:pt x="2017641" y="52507"/>
                  <a:pt x="2012429" y="52507"/>
                </a:cubicBezTo>
                <a:cubicBezTo>
                  <a:pt x="2008307" y="52507"/>
                  <a:pt x="2004806" y="50640"/>
                  <a:pt x="2002628" y="47217"/>
                </a:cubicBezTo>
                <a:cubicBezTo>
                  <a:pt x="2001072" y="44883"/>
                  <a:pt x="2000527" y="42550"/>
                  <a:pt x="2000450" y="38505"/>
                </a:cubicBezTo>
                <a:lnTo>
                  <a:pt x="2030476" y="38505"/>
                </a:lnTo>
                <a:moveTo>
                  <a:pt x="2000606" y="33216"/>
                </a:moveTo>
                <a:cubicBezTo>
                  <a:pt x="2001149" y="25670"/>
                  <a:pt x="2005739" y="20769"/>
                  <a:pt x="2012273" y="20769"/>
                </a:cubicBezTo>
                <a:cubicBezTo>
                  <a:pt x="2018886" y="20769"/>
                  <a:pt x="2023475" y="25903"/>
                  <a:pt x="2023475" y="33216"/>
                </a:cubicBezTo>
                <a:lnTo>
                  <a:pt x="2000606" y="33216"/>
                </a:lnTo>
                <a:close/>
                <a:moveTo>
                  <a:pt x="2064469" y="27070"/>
                </a:moveTo>
                <a:cubicBezTo>
                  <a:pt x="2070226" y="23569"/>
                  <a:pt x="2072014" y="20769"/>
                  <a:pt x="2072014" y="15479"/>
                </a:cubicBezTo>
                <a:cubicBezTo>
                  <a:pt x="2072014" y="6611"/>
                  <a:pt x="2065246" y="466"/>
                  <a:pt x="2055446" y="466"/>
                </a:cubicBezTo>
                <a:cubicBezTo>
                  <a:pt x="2045722" y="466"/>
                  <a:pt x="2038877" y="6611"/>
                  <a:pt x="2038877" y="15402"/>
                </a:cubicBezTo>
                <a:cubicBezTo>
                  <a:pt x="2038877" y="20769"/>
                  <a:pt x="2040666" y="23492"/>
                  <a:pt x="2046344" y="27070"/>
                </a:cubicBezTo>
                <a:cubicBezTo>
                  <a:pt x="2040044" y="30259"/>
                  <a:pt x="2036932" y="34849"/>
                  <a:pt x="2036932" y="41072"/>
                </a:cubicBezTo>
                <a:cubicBezTo>
                  <a:pt x="2036932" y="51340"/>
                  <a:pt x="2044477" y="58496"/>
                  <a:pt x="2055446" y="58496"/>
                </a:cubicBezTo>
                <a:cubicBezTo>
                  <a:pt x="2066336" y="58496"/>
                  <a:pt x="2073960" y="51340"/>
                  <a:pt x="2073960" y="41072"/>
                </a:cubicBezTo>
                <a:cubicBezTo>
                  <a:pt x="2073960" y="34849"/>
                  <a:pt x="2070848" y="30259"/>
                  <a:pt x="2064469" y="27070"/>
                </a:cubicBezTo>
                <a:moveTo>
                  <a:pt x="2055446" y="6534"/>
                </a:moveTo>
                <a:cubicBezTo>
                  <a:pt x="2061280" y="6534"/>
                  <a:pt x="2065014" y="10034"/>
                  <a:pt x="2065014" y="15634"/>
                </a:cubicBezTo>
                <a:cubicBezTo>
                  <a:pt x="2065014" y="20925"/>
                  <a:pt x="2061202" y="24425"/>
                  <a:pt x="2055446" y="24425"/>
                </a:cubicBezTo>
                <a:cubicBezTo>
                  <a:pt x="2049612" y="24425"/>
                  <a:pt x="2045878" y="20925"/>
                  <a:pt x="2045878" y="15479"/>
                </a:cubicBezTo>
                <a:cubicBezTo>
                  <a:pt x="2045878" y="10034"/>
                  <a:pt x="2049612" y="6534"/>
                  <a:pt x="2055446" y="6534"/>
                </a:cubicBezTo>
                <a:moveTo>
                  <a:pt x="2055446" y="30182"/>
                </a:moveTo>
                <a:cubicBezTo>
                  <a:pt x="2062291" y="30182"/>
                  <a:pt x="2066958" y="34693"/>
                  <a:pt x="2066958" y="41227"/>
                </a:cubicBezTo>
                <a:cubicBezTo>
                  <a:pt x="2066958" y="47994"/>
                  <a:pt x="2062369" y="52429"/>
                  <a:pt x="2055290" y="52429"/>
                </a:cubicBezTo>
                <a:cubicBezTo>
                  <a:pt x="2048601" y="52429"/>
                  <a:pt x="2043934" y="47839"/>
                  <a:pt x="2043934" y="41305"/>
                </a:cubicBezTo>
                <a:cubicBezTo>
                  <a:pt x="2043934" y="34615"/>
                  <a:pt x="2048522" y="30182"/>
                  <a:pt x="2055446" y="30182"/>
                </a:cubicBezTo>
                <a:close/>
                <a:moveTo>
                  <a:pt x="2118220" y="52895"/>
                </a:moveTo>
                <a:cubicBezTo>
                  <a:pt x="2117521" y="53051"/>
                  <a:pt x="2117209" y="53051"/>
                  <a:pt x="2116821" y="53051"/>
                </a:cubicBezTo>
                <a:cubicBezTo>
                  <a:pt x="2114564" y="53051"/>
                  <a:pt x="2113320" y="51884"/>
                  <a:pt x="2113320" y="49861"/>
                </a:cubicBezTo>
                <a:lnTo>
                  <a:pt x="2113320" y="25903"/>
                </a:lnTo>
                <a:cubicBezTo>
                  <a:pt x="2113320" y="18668"/>
                  <a:pt x="2108030" y="14780"/>
                  <a:pt x="2097996" y="14780"/>
                </a:cubicBezTo>
                <a:cubicBezTo>
                  <a:pt x="2092006" y="14780"/>
                  <a:pt x="2087261" y="16490"/>
                  <a:pt x="2084461" y="19524"/>
                </a:cubicBezTo>
                <a:cubicBezTo>
                  <a:pt x="2082594" y="21625"/>
                  <a:pt x="2081815" y="23959"/>
                  <a:pt x="2081660" y="28004"/>
                </a:cubicBezTo>
                <a:lnTo>
                  <a:pt x="2088194" y="28004"/>
                </a:lnTo>
                <a:cubicBezTo>
                  <a:pt x="2088739" y="23024"/>
                  <a:pt x="2091695" y="20769"/>
                  <a:pt x="2097762" y="20769"/>
                </a:cubicBezTo>
                <a:cubicBezTo>
                  <a:pt x="2103674" y="20769"/>
                  <a:pt x="2106863" y="22947"/>
                  <a:pt x="2106863" y="26837"/>
                </a:cubicBezTo>
                <a:lnTo>
                  <a:pt x="2106863" y="28547"/>
                </a:lnTo>
                <a:cubicBezTo>
                  <a:pt x="2106786" y="31348"/>
                  <a:pt x="2105386" y="32360"/>
                  <a:pt x="2100095" y="33060"/>
                </a:cubicBezTo>
                <a:cubicBezTo>
                  <a:pt x="2090917" y="34227"/>
                  <a:pt x="2089516" y="34538"/>
                  <a:pt x="2087027" y="35549"/>
                </a:cubicBezTo>
                <a:cubicBezTo>
                  <a:pt x="2082283" y="37572"/>
                  <a:pt x="2079871" y="41149"/>
                  <a:pt x="2079871" y="46439"/>
                </a:cubicBezTo>
                <a:cubicBezTo>
                  <a:pt x="2079871" y="53829"/>
                  <a:pt x="2085004" y="58496"/>
                  <a:pt x="2093250" y="58496"/>
                </a:cubicBezTo>
                <a:cubicBezTo>
                  <a:pt x="2098385" y="58496"/>
                  <a:pt x="2102507" y="56706"/>
                  <a:pt x="2107097" y="52507"/>
                </a:cubicBezTo>
                <a:cubicBezTo>
                  <a:pt x="2107564" y="56706"/>
                  <a:pt x="2109586" y="58496"/>
                  <a:pt x="2113787" y="58496"/>
                </a:cubicBezTo>
                <a:cubicBezTo>
                  <a:pt x="2115186" y="58496"/>
                  <a:pt x="2116042" y="58341"/>
                  <a:pt x="2118220" y="57796"/>
                </a:cubicBezTo>
                <a:lnTo>
                  <a:pt x="2118220" y="52895"/>
                </a:lnTo>
                <a:moveTo>
                  <a:pt x="2106863" y="43872"/>
                </a:moveTo>
                <a:cubicBezTo>
                  <a:pt x="2106863" y="46050"/>
                  <a:pt x="2106241" y="47372"/>
                  <a:pt x="2104296" y="49161"/>
                </a:cubicBezTo>
                <a:cubicBezTo>
                  <a:pt x="2101651" y="51573"/>
                  <a:pt x="2098462" y="52818"/>
                  <a:pt x="2094651" y="52818"/>
                </a:cubicBezTo>
                <a:cubicBezTo>
                  <a:pt x="2089594" y="52818"/>
                  <a:pt x="2086639" y="50406"/>
                  <a:pt x="2086639" y="46284"/>
                </a:cubicBezTo>
                <a:cubicBezTo>
                  <a:pt x="2086639" y="42005"/>
                  <a:pt x="2089439" y="39827"/>
                  <a:pt x="2096440" y="38816"/>
                </a:cubicBezTo>
                <a:cubicBezTo>
                  <a:pt x="2103363" y="37883"/>
                  <a:pt x="2104685" y="37572"/>
                  <a:pt x="2106863" y="36560"/>
                </a:cubicBezTo>
                <a:lnTo>
                  <a:pt x="2106863" y="43872"/>
                </a:lnTo>
                <a:close/>
                <a:moveTo>
                  <a:pt x="2161703" y="52895"/>
                </a:moveTo>
                <a:cubicBezTo>
                  <a:pt x="2161004" y="53051"/>
                  <a:pt x="2160692" y="53051"/>
                  <a:pt x="2160304" y="53051"/>
                </a:cubicBezTo>
                <a:cubicBezTo>
                  <a:pt x="2158047" y="53051"/>
                  <a:pt x="2156803" y="51884"/>
                  <a:pt x="2156803" y="49861"/>
                </a:cubicBezTo>
                <a:lnTo>
                  <a:pt x="2156803" y="25903"/>
                </a:lnTo>
                <a:cubicBezTo>
                  <a:pt x="2156803" y="18668"/>
                  <a:pt x="2151513" y="14780"/>
                  <a:pt x="2141479" y="14780"/>
                </a:cubicBezTo>
                <a:cubicBezTo>
                  <a:pt x="2135489" y="14780"/>
                  <a:pt x="2130744" y="16490"/>
                  <a:pt x="2127944" y="19524"/>
                </a:cubicBezTo>
                <a:cubicBezTo>
                  <a:pt x="2126077" y="21625"/>
                  <a:pt x="2125298" y="23959"/>
                  <a:pt x="2125143" y="28004"/>
                </a:cubicBezTo>
                <a:lnTo>
                  <a:pt x="2131677" y="28004"/>
                </a:lnTo>
                <a:cubicBezTo>
                  <a:pt x="2132222" y="23024"/>
                  <a:pt x="2135179" y="20769"/>
                  <a:pt x="2141245" y="20769"/>
                </a:cubicBezTo>
                <a:cubicBezTo>
                  <a:pt x="2147157" y="20769"/>
                  <a:pt x="2150347" y="22947"/>
                  <a:pt x="2150347" y="26837"/>
                </a:cubicBezTo>
                <a:lnTo>
                  <a:pt x="2150347" y="28547"/>
                </a:lnTo>
                <a:cubicBezTo>
                  <a:pt x="2150269" y="31348"/>
                  <a:pt x="2148869" y="32360"/>
                  <a:pt x="2143579" y="33060"/>
                </a:cubicBezTo>
                <a:cubicBezTo>
                  <a:pt x="2134400" y="34227"/>
                  <a:pt x="2132999" y="34538"/>
                  <a:pt x="2130510" y="35549"/>
                </a:cubicBezTo>
                <a:cubicBezTo>
                  <a:pt x="2125766" y="37572"/>
                  <a:pt x="2123354" y="41149"/>
                  <a:pt x="2123354" y="46439"/>
                </a:cubicBezTo>
                <a:cubicBezTo>
                  <a:pt x="2123354" y="53829"/>
                  <a:pt x="2128488" y="58496"/>
                  <a:pt x="2136733" y="58496"/>
                </a:cubicBezTo>
                <a:cubicBezTo>
                  <a:pt x="2141868" y="58496"/>
                  <a:pt x="2145990" y="56706"/>
                  <a:pt x="2150580" y="52507"/>
                </a:cubicBezTo>
                <a:cubicBezTo>
                  <a:pt x="2151047" y="56706"/>
                  <a:pt x="2153069" y="58496"/>
                  <a:pt x="2157270" y="58496"/>
                </a:cubicBezTo>
                <a:cubicBezTo>
                  <a:pt x="2158669" y="58496"/>
                  <a:pt x="2159525" y="58341"/>
                  <a:pt x="2161703" y="57796"/>
                </a:cubicBezTo>
                <a:lnTo>
                  <a:pt x="2161703" y="52895"/>
                </a:lnTo>
                <a:moveTo>
                  <a:pt x="2150347" y="43872"/>
                </a:moveTo>
                <a:cubicBezTo>
                  <a:pt x="2150347" y="46050"/>
                  <a:pt x="2149725" y="47372"/>
                  <a:pt x="2147779" y="49161"/>
                </a:cubicBezTo>
                <a:cubicBezTo>
                  <a:pt x="2145135" y="51573"/>
                  <a:pt x="2141945" y="52818"/>
                  <a:pt x="2138134" y="52818"/>
                </a:cubicBezTo>
                <a:cubicBezTo>
                  <a:pt x="2133078" y="52818"/>
                  <a:pt x="2130122" y="50406"/>
                  <a:pt x="2130122" y="46284"/>
                </a:cubicBezTo>
                <a:cubicBezTo>
                  <a:pt x="2130122" y="42005"/>
                  <a:pt x="2132922" y="39827"/>
                  <a:pt x="2139923" y="38816"/>
                </a:cubicBezTo>
                <a:cubicBezTo>
                  <a:pt x="2146846" y="37883"/>
                  <a:pt x="2148168" y="37572"/>
                  <a:pt x="2150347" y="36560"/>
                </a:cubicBezTo>
                <a:lnTo>
                  <a:pt x="2150347" y="43872"/>
                </a:lnTo>
                <a:close/>
                <a:moveTo>
                  <a:pt x="2202931" y="49940"/>
                </a:moveTo>
                <a:lnTo>
                  <a:pt x="2173917" y="49940"/>
                </a:lnTo>
                <a:cubicBezTo>
                  <a:pt x="2174617" y="45273"/>
                  <a:pt x="2177106" y="42316"/>
                  <a:pt x="2183873" y="38194"/>
                </a:cubicBezTo>
                <a:lnTo>
                  <a:pt x="2191652" y="33837"/>
                </a:lnTo>
                <a:cubicBezTo>
                  <a:pt x="2199353" y="29559"/>
                  <a:pt x="2203320" y="23803"/>
                  <a:pt x="2203320" y="16880"/>
                </a:cubicBezTo>
                <a:cubicBezTo>
                  <a:pt x="2203320" y="12212"/>
                  <a:pt x="2201454" y="7856"/>
                  <a:pt x="2198186" y="4823"/>
                </a:cubicBezTo>
                <a:cubicBezTo>
                  <a:pt x="2194920" y="1867"/>
                  <a:pt x="2190874" y="466"/>
                  <a:pt x="2185663" y="466"/>
                </a:cubicBezTo>
                <a:cubicBezTo>
                  <a:pt x="2178662" y="466"/>
                  <a:pt x="2173450" y="2955"/>
                  <a:pt x="2170416" y="7778"/>
                </a:cubicBezTo>
                <a:cubicBezTo>
                  <a:pt x="2168471" y="10735"/>
                  <a:pt x="2167615" y="14235"/>
                  <a:pt x="2167460" y="19913"/>
                </a:cubicBezTo>
                <a:lnTo>
                  <a:pt x="2174305" y="19913"/>
                </a:lnTo>
                <a:cubicBezTo>
                  <a:pt x="2174538" y="16102"/>
                  <a:pt x="2175005" y="13846"/>
                  <a:pt x="2175939" y="11979"/>
                </a:cubicBezTo>
                <a:cubicBezTo>
                  <a:pt x="2177728" y="8557"/>
                  <a:pt x="2181306" y="6456"/>
                  <a:pt x="2185429" y="6456"/>
                </a:cubicBezTo>
                <a:cubicBezTo>
                  <a:pt x="2191652" y="6456"/>
                  <a:pt x="2196319" y="10967"/>
                  <a:pt x="2196319" y="17035"/>
                </a:cubicBezTo>
                <a:cubicBezTo>
                  <a:pt x="2196319" y="21547"/>
                  <a:pt x="2193753" y="25436"/>
                  <a:pt x="2188852" y="28236"/>
                </a:cubicBezTo>
                <a:lnTo>
                  <a:pt x="2181695" y="32437"/>
                </a:lnTo>
                <a:cubicBezTo>
                  <a:pt x="2170182" y="39049"/>
                  <a:pt x="2166838" y="44338"/>
                  <a:pt x="2166216" y="56629"/>
                </a:cubicBezTo>
                <a:lnTo>
                  <a:pt x="2202931" y="56629"/>
                </a:lnTo>
                <a:lnTo>
                  <a:pt x="2202931" y="49940"/>
                </a:lnTo>
                <a:close/>
                <a:moveTo>
                  <a:pt x="2242758" y="29637"/>
                </a:moveTo>
                <a:cubicBezTo>
                  <a:pt x="2242447" y="25670"/>
                  <a:pt x="2241592" y="23103"/>
                  <a:pt x="2240036" y="20846"/>
                </a:cubicBezTo>
                <a:cubicBezTo>
                  <a:pt x="2237236" y="17035"/>
                  <a:pt x="2232335" y="14780"/>
                  <a:pt x="2226656" y="14780"/>
                </a:cubicBezTo>
                <a:cubicBezTo>
                  <a:pt x="2215611" y="14780"/>
                  <a:pt x="2208532" y="23492"/>
                  <a:pt x="2208532" y="37027"/>
                </a:cubicBezTo>
                <a:cubicBezTo>
                  <a:pt x="2208532" y="50172"/>
                  <a:pt x="2215532" y="58496"/>
                  <a:pt x="2226579" y="58496"/>
                </a:cubicBezTo>
                <a:cubicBezTo>
                  <a:pt x="2236303" y="58496"/>
                  <a:pt x="2242447" y="52662"/>
                  <a:pt x="2243225" y="42705"/>
                </a:cubicBezTo>
                <a:lnTo>
                  <a:pt x="2236691" y="42705"/>
                </a:lnTo>
                <a:cubicBezTo>
                  <a:pt x="2235602" y="49239"/>
                  <a:pt x="2232258" y="52507"/>
                  <a:pt x="2226735" y="52507"/>
                </a:cubicBezTo>
                <a:cubicBezTo>
                  <a:pt x="2219577" y="52507"/>
                  <a:pt x="2215300" y="46672"/>
                  <a:pt x="2215300" y="37027"/>
                </a:cubicBezTo>
                <a:cubicBezTo>
                  <a:pt x="2215300" y="26837"/>
                  <a:pt x="2219500" y="20769"/>
                  <a:pt x="2226579" y="20769"/>
                </a:cubicBezTo>
                <a:cubicBezTo>
                  <a:pt x="2232024" y="20769"/>
                  <a:pt x="2235447" y="23959"/>
                  <a:pt x="2236224" y="29637"/>
                </a:cubicBezTo>
                <a:lnTo>
                  <a:pt x="2242758" y="29637"/>
                </a:lnTo>
                <a:close/>
                <a:moveTo>
                  <a:pt x="2268031" y="32437"/>
                </a:moveTo>
                <a:lnTo>
                  <a:pt x="2249517" y="32437"/>
                </a:lnTo>
                <a:lnTo>
                  <a:pt x="2249517" y="38038"/>
                </a:lnTo>
                <a:lnTo>
                  <a:pt x="2268031" y="38038"/>
                </a:lnTo>
                <a:lnTo>
                  <a:pt x="2268031" y="32437"/>
                </a:lnTo>
                <a:close/>
                <a:moveTo>
                  <a:pt x="2308895" y="1555"/>
                </a:moveTo>
                <a:lnTo>
                  <a:pt x="2280424" y="1555"/>
                </a:lnTo>
                <a:lnTo>
                  <a:pt x="2276302" y="31581"/>
                </a:lnTo>
                <a:lnTo>
                  <a:pt x="2282602" y="31581"/>
                </a:lnTo>
                <a:cubicBezTo>
                  <a:pt x="2285792" y="27770"/>
                  <a:pt x="2288437" y="26448"/>
                  <a:pt x="2292793" y="26448"/>
                </a:cubicBezTo>
                <a:cubicBezTo>
                  <a:pt x="2300183" y="26448"/>
                  <a:pt x="2304772" y="31504"/>
                  <a:pt x="2304772" y="39671"/>
                </a:cubicBezTo>
                <a:cubicBezTo>
                  <a:pt x="2304772" y="47606"/>
                  <a:pt x="2300183" y="52429"/>
                  <a:pt x="2292715" y="52429"/>
                </a:cubicBezTo>
                <a:cubicBezTo>
                  <a:pt x="2286726" y="52429"/>
                  <a:pt x="2283070" y="49395"/>
                  <a:pt x="2281435" y="43172"/>
                </a:cubicBezTo>
                <a:lnTo>
                  <a:pt x="2274590" y="43172"/>
                </a:lnTo>
                <a:cubicBezTo>
                  <a:pt x="2275524" y="47683"/>
                  <a:pt x="2276302" y="49861"/>
                  <a:pt x="2277935" y="51884"/>
                </a:cubicBezTo>
                <a:cubicBezTo>
                  <a:pt x="2281047" y="56084"/>
                  <a:pt x="2286647" y="58496"/>
                  <a:pt x="2292870" y="58496"/>
                </a:cubicBezTo>
                <a:cubicBezTo>
                  <a:pt x="2303995" y="58496"/>
                  <a:pt x="2311774" y="50406"/>
                  <a:pt x="2311774" y="38738"/>
                </a:cubicBezTo>
                <a:cubicBezTo>
                  <a:pt x="2311774" y="27848"/>
                  <a:pt x="2304539" y="20380"/>
                  <a:pt x="2293960" y="20380"/>
                </a:cubicBezTo>
                <a:cubicBezTo>
                  <a:pt x="2290070" y="20380"/>
                  <a:pt x="2286959" y="21391"/>
                  <a:pt x="2283770" y="23725"/>
                </a:cubicBezTo>
                <a:lnTo>
                  <a:pt x="2285948" y="8323"/>
                </a:lnTo>
                <a:lnTo>
                  <a:pt x="2308895" y="8323"/>
                </a:lnTo>
                <a:lnTo>
                  <a:pt x="2308895" y="1555"/>
                </a:lnTo>
                <a:close/>
                <a:moveTo>
                  <a:pt x="2318541" y="43872"/>
                </a:moveTo>
                <a:cubicBezTo>
                  <a:pt x="2319863" y="53051"/>
                  <a:pt x="2325775" y="58496"/>
                  <a:pt x="2334176" y="58496"/>
                </a:cubicBezTo>
                <a:cubicBezTo>
                  <a:pt x="2340321" y="58496"/>
                  <a:pt x="2345767" y="55540"/>
                  <a:pt x="2349033" y="50484"/>
                </a:cubicBezTo>
                <a:cubicBezTo>
                  <a:pt x="2352457" y="44962"/>
                  <a:pt x="2354012" y="38115"/>
                  <a:pt x="2354012" y="27925"/>
                </a:cubicBezTo>
                <a:cubicBezTo>
                  <a:pt x="2354012" y="18436"/>
                  <a:pt x="2352612" y="12445"/>
                  <a:pt x="2349344" y="7467"/>
                </a:cubicBezTo>
                <a:cubicBezTo>
                  <a:pt x="2346311" y="2877"/>
                  <a:pt x="2341488" y="466"/>
                  <a:pt x="2335420" y="466"/>
                </a:cubicBezTo>
                <a:cubicBezTo>
                  <a:pt x="2324919" y="466"/>
                  <a:pt x="2317374" y="8323"/>
                  <a:pt x="2317374" y="19213"/>
                </a:cubicBezTo>
                <a:cubicBezTo>
                  <a:pt x="2317374" y="29559"/>
                  <a:pt x="2324375" y="36871"/>
                  <a:pt x="2334332" y="36871"/>
                </a:cubicBezTo>
                <a:cubicBezTo>
                  <a:pt x="2339544" y="36871"/>
                  <a:pt x="2343432" y="35004"/>
                  <a:pt x="2346934" y="30725"/>
                </a:cubicBezTo>
                <a:cubicBezTo>
                  <a:pt x="2346855" y="44728"/>
                  <a:pt x="2342499" y="52429"/>
                  <a:pt x="2334643" y="52429"/>
                </a:cubicBezTo>
                <a:cubicBezTo>
                  <a:pt x="2329820" y="52429"/>
                  <a:pt x="2326476" y="49318"/>
                  <a:pt x="2325386" y="43872"/>
                </a:cubicBezTo>
                <a:lnTo>
                  <a:pt x="2318541" y="43872"/>
                </a:lnTo>
                <a:moveTo>
                  <a:pt x="2335343" y="6456"/>
                </a:moveTo>
                <a:cubicBezTo>
                  <a:pt x="2341722" y="6456"/>
                  <a:pt x="2346544" y="11823"/>
                  <a:pt x="2346544" y="19058"/>
                </a:cubicBezTo>
                <a:cubicBezTo>
                  <a:pt x="2346544" y="25981"/>
                  <a:pt x="2341877" y="30804"/>
                  <a:pt x="2335109" y="30804"/>
                </a:cubicBezTo>
                <a:cubicBezTo>
                  <a:pt x="2328498" y="30804"/>
                  <a:pt x="2324375" y="26137"/>
                  <a:pt x="2324375" y="18668"/>
                </a:cubicBezTo>
                <a:cubicBezTo>
                  <a:pt x="2324375" y="11591"/>
                  <a:pt x="2328965" y="6456"/>
                  <a:pt x="2335343" y="6456"/>
                </a:cubicBezTo>
                <a:close/>
                <a:moveTo>
                  <a:pt x="2379293" y="466"/>
                </a:moveTo>
                <a:cubicBezTo>
                  <a:pt x="2374160" y="466"/>
                  <a:pt x="2369491" y="2800"/>
                  <a:pt x="2366614" y="6611"/>
                </a:cubicBezTo>
                <a:cubicBezTo>
                  <a:pt x="2363036" y="11591"/>
                  <a:pt x="2361247" y="19058"/>
                  <a:pt x="2361247" y="29481"/>
                </a:cubicBezTo>
                <a:cubicBezTo>
                  <a:pt x="2361247" y="48462"/>
                  <a:pt x="2367469" y="58496"/>
                  <a:pt x="2379293" y="58496"/>
                </a:cubicBezTo>
                <a:cubicBezTo>
                  <a:pt x="2390961" y="58496"/>
                  <a:pt x="2397339" y="48462"/>
                  <a:pt x="2397339" y="29948"/>
                </a:cubicBezTo>
                <a:cubicBezTo>
                  <a:pt x="2397339" y="19058"/>
                  <a:pt x="2395629" y="11746"/>
                  <a:pt x="2391972" y="6611"/>
                </a:cubicBezTo>
                <a:cubicBezTo>
                  <a:pt x="2389094" y="2722"/>
                  <a:pt x="2384505" y="466"/>
                  <a:pt x="2379293" y="466"/>
                </a:cubicBezTo>
                <a:moveTo>
                  <a:pt x="2379293" y="6534"/>
                </a:moveTo>
                <a:cubicBezTo>
                  <a:pt x="2386683" y="6534"/>
                  <a:pt x="2390339" y="14080"/>
                  <a:pt x="2390339" y="29326"/>
                </a:cubicBezTo>
                <a:cubicBezTo>
                  <a:pt x="2390339" y="45350"/>
                  <a:pt x="2386760" y="52818"/>
                  <a:pt x="2379138" y="52818"/>
                </a:cubicBezTo>
                <a:cubicBezTo>
                  <a:pt x="2371903" y="52818"/>
                  <a:pt x="2368247" y="45039"/>
                  <a:pt x="2368247" y="29559"/>
                </a:cubicBezTo>
                <a:cubicBezTo>
                  <a:pt x="2368247" y="14080"/>
                  <a:pt x="2371903" y="6534"/>
                  <a:pt x="2379293" y="6534"/>
                </a:cubicBezTo>
                <a:close/>
                <a:moveTo>
                  <a:pt x="2438412" y="1555"/>
                </a:moveTo>
                <a:lnTo>
                  <a:pt x="2409941" y="1555"/>
                </a:lnTo>
                <a:lnTo>
                  <a:pt x="2405819" y="31581"/>
                </a:lnTo>
                <a:lnTo>
                  <a:pt x="2412119" y="31581"/>
                </a:lnTo>
                <a:cubicBezTo>
                  <a:pt x="2415308" y="27770"/>
                  <a:pt x="2417954" y="26448"/>
                  <a:pt x="2422310" y="26448"/>
                </a:cubicBezTo>
                <a:cubicBezTo>
                  <a:pt x="2429700" y="26448"/>
                  <a:pt x="2434289" y="31504"/>
                  <a:pt x="2434289" y="39671"/>
                </a:cubicBezTo>
                <a:cubicBezTo>
                  <a:pt x="2434289" y="47606"/>
                  <a:pt x="2429700" y="52429"/>
                  <a:pt x="2422232" y="52429"/>
                </a:cubicBezTo>
                <a:cubicBezTo>
                  <a:pt x="2416242" y="52429"/>
                  <a:pt x="2412587" y="49395"/>
                  <a:pt x="2410952" y="43172"/>
                </a:cubicBezTo>
                <a:lnTo>
                  <a:pt x="2404107" y="43172"/>
                </a:lnTo>
                <a:cubicBezTo>
                  <a:pt x="2405041" y="47683"/>
                  <a:pt x="2405819" y="49861"/>
                  <a:pt x="2407452" y="51884"/>
                </a:cubicBezTo>
                <a:cubicBezTo>
                  <a:pt x="2410564" y="56084"/>
                  <a:pt x="2416164" y="58496"/>
                  <a:pt x="2422387" y="58496"/>
                </a:cubicBezTo>
                <a:cubicBezTo>
                  <a:pt x="2433511" y="58496"/>
                  <a:pt x="2441291" y="50406"/>
                  <a:pt x="2441291" y="38738"/>
                </a:cubicBezTo>
                <a:cubicBezTo>
                  <a:pt x="2441291" y="27848"/>
                  <a:pt x="2434056" y="20380"/>
                  <a:pt x="2423477" y="20380"/>
                </a:cubicBezTo>
                <a:cubicBezTo>
                  <a:pt x="2419587" y="20380"/>
                  <a:pt x="2416476" y="21391"/>
                  <a:pt x="2413287" y="23725"/>
                </a:cubicBezTo>
                <a:lnTo>
                  <a:pt x="2415465" y="8323"/>
                </a:lnTo>
                <a:lnTo>
                  <a:pt x="2438412" y="8323"/>
                </a:lnTo>
                <a:lnTo>
                  <a:pt x="2438412" y="1555"/>
                </a:lnTo>
                <a:close/>
                <a:moveTo>
                  <a:pt x="2466130" y="32437"/>
                </a:moveTo>
                <a:lnTo>
                  <a:pt x="2447616" y="32437"/>
                </a:lnTo>
                <a:lnTo>
                  <a:pt x="2447616" y="38038"/>
                </a:lnTo>
                <a:lnTo>
                  <a:pt x="2466130" y="38038"/>
                </a:lnTo>
                <a:lnTo>
                  <a:pt x="2466130" y="32437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465c-b29b-6810768bac7c.png\&quot;&gt;">
            <a:extLst xmlns:a="http://schemas.openxmlformats.org/drawingml/2006/main">
              <a:ext uri="{FF2B5EF4-FFF2-40B4-BE49-F238E27FC236}">
                <a16:creationId xmlns:a16="http://schemas.microsoft.com/office/drawing/2014/main" id="{4D9BCF23-C9F6-45E5-9099-260C05CC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38" y="2623252"/>
            <a:ext cx="1147794" cy="73861"/>
          </a:xfrm>
          <a:custGeom xmlns:a="http://schemas.openxmlformats.org/drawingml/2006/main">
            <a:pathLst>
              <a:path w="1147794" h="73861">
                <a:moveTo>
                  <a:pt x="23320" y="43209"/>
                </a:moveTo>
                <a:lnTo>
                  <a:pt x="23320" y="56858"/>
                </a:lnTo>
                <a:lnTo>
                  <a:pt x="30184" y="56858"/>
                </a:lnTo>
                <a:lnTo>
                  <a:pt x="30184" y="43209"/>
                </a:lnTo>
                <a:lnTo>
                  <a:pt x="38373" y="43209"/>
                </a:lnTo>
                <a:lnTo>
                  <a:pt x="38373" y="37047"/>
                </a:lnTo>
                <a:lnTo>
                  <a:pt x="30184" y="37047"/>
                </a:lnTo>
                <a:lnTo>
                  <a:pt x="30184" y="468"/>
                </a:lnTo>
                <a:lnTo>
                  <a:pt x="25114" y="468"/>
                </a:lnTo>
                <a:lnTo>
                  <a:pt x="0" y="35956"/>
                </a:lnTo>
                <a:lnTo>
                  <a:pt x="0" y="43209"/>
                </a:lnTo>
                <a:lnTo>
                  <a:pt x="23320" y="43209"/>
                </a:lnTo>
                <a:moveTo>
                  <a:pt x="23320" y="37047"/>
                </a:moveTo>
                <a:lnTo>
                  <a:pt x="6005" y="37047"/>
                </a:lnTo>
                <a:lnTo>
                  <a:pt x="23320" y="12167"/>
                </a:lnTo>
                <a:lnTo>
                  <a:pt x="23320" y="37047"/>
                </a:lnTo>
                <a:close/>
                <a:moveTo>
                  <a:pt x="80218" y="15131"/>
                </a:moveTo>
                <a:cubicBezTo>
                  <a:pt x="78892" y="5927"/>
                  <a:pt x="72966" y="468"/>
                  <a:pt x="64542" y="468"/>
                </a:cubicBezTo>
                <a:cubicBezTo>
                  <a:pt x="58458" y="468"/>
                  <a:pt x="52998" y="3431"/>
                  <a:pt x="49723" y="8501"/>
                </a:cubicBezTo>
                <a:cubicBezTo>
                  <a:pt x="46213" y="14039"/>
                  <a:pt x="44731" y="20902"/>
                  <a:pt x="44731" y="31120"/>
                </a:cubicBezTo>
                <a:cubicBezTo>
                  <a:pt x="44731" y="40635"/>
                  <a:pt x="46057" y="46640"/>
                  <a:pt x="49411" y="51633"/>
                </a:cubicBezTo>
                <a:cubicBezTo>
                  <a:pt x="52374" y="56234"/>
                  <a:pt x="57210" y="58652"/>
                  <a:pt x="63294" y="58652"/>
                </a:cubicBezTo>
                <a:cubicBezTo>
                  <a:pt x="73824" y="58652"/>
                  <a:pt x="81389" y="50775"/>
                  <a:pt x="81389" y="39777"/>
                </a:cubicBezTo>
                <a:cubicBezTo>
                  <a:pt x="81389" y="29404"/>
                  <a:pt x="74369" y="22072"/>
                  <a:pt x="64463" y="22072"/>
                </a:cubicBezTo>
                <a:cubicBezTo>
                  <a:pt x="59004" y="22072"/>
                  <a:pt x="54714" y="24100"/>
                  <a:pt x="51751" y="28234"/>
                </a:cubicBezTo>
                <a:cubicBezTo>
                  <a:pt x="51828" y="14273"/>
                  <a:pt x="56196" y="6552"/>
                  <a:pt x="64074" y="6552"/>
                </a:cubicBezTo>
                <a:cubicBezTo>
                  <a:pt x="68910" y="6552"/>
                  <a:pt x="72263" y="9671"/>
                  <a:pt x="73355" y="15131"/>
                </a:cubicBezTo>
                <a:lnTo>
                  <a:pt x="80218" y="15131"/>
                </a:lnTo>
                <a:moveTo>
                  <a:pt x="63605" y="28156"/>
                </a:moveTo>
                <a:cubicBezTo>
                  <a:pt x="70236" y="28156"/>
                  <a:pt x="74369" y="32835"/>
                  <a:pt x="74369" y="40323"/>
                </a:cubicBezTo>
                <a:cubicBezTo>
                  <a:pt x="74369" y="47421"/>
                  <a:pt x="69689" y="52568"/>
                  <a:pt x="63372" y="52568"/>
                </a:cubicBezTo>
                <a:cubicBezTo>
                  <a:pt x="56976" y="52568"/>
                  <a:pt x="52140" y="47187"/>
                  <a:pt x="52140" y="40012"/>
                </a:cubicBezTo>
                <a:cubicBezTo>
                  <a:pt x="52140" y="32991"/>
                  <a:pt x="56821" y="28156"/>
                  <a:pt x="63605" y="28156"/>
                </a:cubicBezTo>
                <a:close/>
                <a:moveTo>
                  <a:pt x="122065" y="1559"/>
                </a:moveTo>
                <a:lnTo>
                  <a:pt x="93518" y="1559"/>
                </a:lnTo>
                <a:lnTo>
                  <a:pt x="89384" y="31665"/>
                </a:lnTo>
                <a:lnTo>
                  <a:pt x="95701" y="31665"/>
                </a:lnTo>
                <a:cubicBezTo>
                  <a:pt x="98899" y="27844"/>
                  <a:pt x="101552" y="26518"/>
                  <a:pt x="105920" y="26518"/>
                </a:cubicBezTo>
                <a:cubicBezTo>
                  <a:pt x="113329" y="26518"/>
                  <a:pt x="117930" y="31588"/>
                  <a:pt x="117930" y="39777"/>
                </a:cubicBezTo>
                <a:cubicBezTo>
                  <a:pt x="117930" y="47733"/>
                  <a:pt x="113329" y="52568"/>
                  <a:pt x="105841" y="52568"/>
                </a:cubicBezTo>
                <a:cubicBezTo>
                  <a:pt x="99836" y="52568"/>
                  <a:pt x="96170" y="49526"/>
                  <a:pt x="94531" y="43287"/>
                </a:cubicBezTo>
                <a:lnTo>
                  <a:pt x="87668" y="43287"/>
                </a:lnTo>
                <a:cubicBezTo>
                  <a:pt x="88605" y="47810"/>
                  <a:pt x="89384" y="49994"/>
                  <a:pt x="91022" y="52022"/>
                </a:cubicBezTo>
                <a:cubicBezTo>
                  <a:pt x="94142" y="56234"/>
                  <a:pt x="99757" y="58652"/>
                  <a:pt x="105997" y="58652"/>
                </a:cubicBezTo>
                <a:cubicBezTo>
                  <a:pt x="117151" y="58652"/>
                  <a:pt x="124951" y="50540"/>
                  <a:pt x="124951" y="38842"/>
                </a:cubicBezTo>
                <a:cubicBezTo>
                  <a:pt x="124951" y="27922"/>
                  <a:pt x="117697" y="20434"/>
                  <a:pt x="107090" y="20434"/>
                </a:cubicBezTo>
                <a:cubicBezTo>
                  <a:pt x="103190" y="20434"/>
                  <a:pt x="100070" y="21448"/>
                  <a:pt x="96872" y="23788"/>
                </a:cubicBezTo>
                <a:lnTo>
                  <a:pt x="99056" y="8345"/>
                </a:lnTo>
                <a:lnTo>
                  <a:pt x="122065" y="8345"/>
                </a:lnTo>
                <a:lnTo>
                  <a:pt x="122065" y="1559"/>
                </a:lnTo>
                <a:close/>
                <a:moveTo>
                  <a:pt x="165236" y="29716"/>
                </a:moveTo>
                <a:cubicBezTo>
                  <a:pt x="164924" y="25739"/>
                  <a:pt x="164066" y="23164"/>
                  <a:pt x="162506" y="20902"/>
                </a:cubicBezTo>
                <a:cubicBezTo>
                  <a:pt x="159698" y="17080"/>
                  <a:pt x="154784" y="14819"/>
                  <a:pt x="149091" y="14819"/>
                </a:cubicBezTo>
                <a:cubicBezTo>
                  <a:pt x="138016" y="14819"/>
                  <a:pt x="130918" y="23555"/>
                  <a:pt x="130918" y="37126"/>
                </a:cubicBezTo>
                <a:cubicBezTo>
                  <a:pt x="130918" y="50306"/>
                  <a:pt x="137937" y="58652"/>
                  <a:pt x="149014" y="58652"/>
                </a:cubicBezTo>
                <a:cubicBezTo>
                  <a:pt x="158763" y="58652"/>
                  <a:pt x="164924" y="52803"/>
                  <a:pt x="165704" y="42819"/>
                </a:cubicBezTo>
                <a:lnTo>
                  <a:pt x="159152" y="42819"/>
                </a:lnTo>
                <a:cubicBezTo>
                  <a:pt x="158061" y="49371"/>
                  <a:pt x="154707" y="52647"/>
                  <a:pt x="149169" y="52647"/>
                </a:cubicBezTo>
                <a:cubicBezTo>
                  <a:pt x="141993" y="52647"/>
                  <a:pt x="137704" y="46796"/>
                  <a:pt x="137704" y="37126"/>
                </a:cubicBezTo>
                <a:cubicBezTo>
                  <a:pt x="137704" y="26908"/>
                  <a:pt x="141916" y="20825"/>
                  <a:pt x="149014" y="20825"/>
                </a:cubicBezTo>
                <a:cubicBezTo>
                  <a:pt x="154473" y="20825"/>
                  <a:pt x="157905" y="24022"/>
                  <a:pt x="158684" y="29716"/>
                </a:cubicBezTo>
                <a:lnTo>
                  <a:pt x="165236" y="29716"/>
                </a:lnTo>
                <a:close/>
                <a:moveTo>
                  <a:pt x="190045" y="32523"/>
                </a:moveTo>
                <a:lnTo>
                  <a:pt x="171482" y="32523"/>
                </a:lnTo>
                <a:lnTo>
                  <a:pt x="171482" y="38140"/>
                </a:lnTo>
                <a:lnTo>
                  <a:pt x="190045" y="38140"/>
                </a:lnTo>
                <a:lnTo>
                  <a:pt x="190045" y="32523"/>
                </a:lnTo>
                <a:close/>
                <a:moveTo>
                  <a:pt x="198034" y="0"/>
                </a:moveTo>
                <a:lnTo>
                  <a:pt x="198034" y="56858"/>
                </a:lnTo>
                <a:lnTo>
                  <a:pt x="203885" y="56858"/>
                </a:lnTo>
                <a:lnTo>
                  <a:pt x="203885" y="51633"/>
                </a:lnTo>
                <a:cubicBezTo>
                  <a:pt x="207004" y="56390"/>
                  <a:pt x="211139" y="58652"/>
                  <a:pt x="216832" y="58652"/>
                </a:cubicBezTo>
                <a:cubicBezTo>
                  <a:pt x="227596" y="58652"/>
                  <a:pt x="234615" y="49838"/>
                  <a:pt x="234615" y="36267"/>
                </a:cubicBezTo>
                <a:cubicBezTo>
                  <a:pt x="234615" y="23008"/>
                  <a:pt x="227985" y="14819"/>
                  <a:pt x="217144" y="14819"/>
                </a:cubicBezTo>
                <a:cubicBezTo>
                  <a:pt x="211528" y="14819"/>
                  <a:pt x="207551" y="16925"/>
                  <a:pt x="204509" y="21527"/>
                </a:cubicBezTo>
                <a:lnTo>
                  <a:pt x="204509" y="0"/>
                </a:lnTo>
                <a:lnTo>
                  <a:pt x="198034" y="0"/>
                </a:lnTo>
                <a:moveTo>
                  <a:pt x="215896" y="20902"/>
                </a:moveTo>
                <a:cubicBezTo>
                  <a:pt x="223149" y="20902"/>
                  <a:pt x="227829" y="27220"/>
                  <a:pt x="227829" y="36970"/>
                </a:cubicBezTo>
                <a:cubicBezTo>
                  <a:pt x="227829" y="46251"/>
                  <a:pt x="222993" y="52568"/>
                  <a:pt x="215896" y="52568"/>
                </a:cubicBezTo>
                <a:cubicBezTo>
                  <a:pt x="208955" y="52568"/>
                  <a:pt x="204509" y="46329"/>
                  <a:pt x="204509" y="36735"/>
                </a:cubicBezTo>
                <a:cubicBezTo>
                  <a:pt x="204509" y="27142"/>
                  <a:pt x="208955" y="20902"/>
                  <a:pt x="215896" y="20902"/>
                </a:cubicBezTo>
                <a:close/>
                <a:moveTo>
                  <a:pt x="276851" y="50073"/>
                </a:moveTo>
                <a:lnTo>
                  <a:pt x="247758" y="50073"/>
                </a:lnTo>
                <a:cubicBezTo>
                  <a:pt x="248461" y="45393"/>
                  <a:pt x="250956" y="42429"/>
                  <a:pt x="257741" y="38295"/>
                </a:cubicBezTo>
                <a:lnTo>
                  <a:pt x="265541" y="33928"/>
                </a:lnTo>
                <a:cubicBezTo>
                  <a:pt x="273262" y="29637"/>
                  <a:pt x="277240" y="23867"/>
                  <a:pt x="277240" y="16925"/>
                </a:cubicBezTo>
                <a:cubicBezTo>
                  <a:pt x="277240" y="12245"/>
                  <a:pt x="275369" y="7877"/>
                  <a:pt x="272093" y="4835"/>
                </a:cubicBezTo>
                <a:cubicBezTo>
                  <a:pt x="268817" y="1872"/>
                  <a:pt x="264762" y="468"/>
                  <a:pt x="259536" y="468"/>
                </a:cubicBezTo>
                <a:cubicBezTo>
                  <a:pt x="252516" y="468"/>
                  <a:pt x="247291" y="2963"/>
                  <a:pt x="244249" y="7799"/>
                </a:cubicBezTo>
                <a:cubicBezTo>
                  <a:pt x="242298" y="10763"/>
                  <a:pt x="241440" y="14273"/>
                  <a:pt x="241284" y="19967"/>
                </a:cubicBezTo>
                <a:lnTo>
                  <a:pt x="248148" y="19967"/>
                </a:lnTo>
                <a:cubicBezTo>
                  <a:pt x="248382" y="16145"/>
                  <a:pt x="248850" y="13883"/>
                  <a:pt x="249786" y="12011"/>
                </a:cubicBezTo>
                <a:cubicBezTo>
                  <a:pt x="251580" y="8580"/>
                  <a:pt x="255168" y="6473"/>
                  <a:pt x="259301" y="6473"/>
                </a:cubicBezTo>
                <a:cubicBezTo>
                  <a:pt x="265541" y="6473"/>
                  <a:pt x="270221" y="10997"/>
                  <a:pt x="270221" y="17080"/>
                </a:cubicBezTo>
                <a:cubicBezTo>
                  <a:pt x="270221" y="21604"/>
                  <a:pt x="267648" y="25504"/>
                  <a:pt x="262734" y="28312"/>
                </a:cubicBezTo>
                <a:lnTo>
                  <a:pt x="255557" y="32523"/>
                </a:lnTo>
                <a:cubicBezTo>
                  <a:pt x="244014" y="39153"/>
                  <a:pt x="240661" y="44457"/>
                  <a:pt x="240037" y="56780"/>
                </a:cubicBezTo>
                <a:lnTo>
                  <a:pt x="276851" y="56780"/>
                </a:lnTo>
                <a:lnTo>
                  <a:pt x="276851" y="50073"/>
                </a:lnTo>
                <a:close/>
                <a:moveTo>
                  <a:pt x="285080" y="43989"/>
                </a:moveTo>
                <a:cubicBezTo>
                  <a:pt x="286406" y="53192"/>
                  <a:pt x="292334" y="58652"/>
                  <a:pt x="300758" y="58652"/>
                </a:cubicBezTo>
                <a:cubicBezTo>
                  <a:pt x="306919" y="58652"/>
                  <a:pt x="312379" y="55688"/>
                  <a:pt x="315654" y="50619"/>
                </a:cubicBezTo>
                <a:cubicBezTo>
                  <a:pt x="319086" y="45081"/>
                  <a:pt x="320645" y="38217"/>
                  <a:pt x="320645" y="28000"/>
                </a:cubicBezTo>
                <a:cubicBezTo>
                  <a:pt x="320645" y="18485"/>
                  <a:pt x="319242" y="12478"/>
                  <a:pt x="315966" y="7487"/>
                </a:cubicBezTo>
                <a:cubicBezTo>
                  <a:pt x="312924" y="2885"/>
                  <a:pt x="308089" y="468"/>
                  <a:pt x="302005" y="468"/>
                </a:cubicBezTo>
                <a:cubicBezTo>
                  <a:pt x="291476" y="468"/>
                  <a:pt x="283910" y="8345"/>
                  <a:pt x="283910" y="19264"/>
                </a:cubicBezTo>
                <a:cubicBezTo>
                  <a:pt x="283910" y="29637"/>
                  <a:pt x="290930" y="36970"/>
                  <a:pt x="300913" y="36970"/>
                </a:cubicBezTo>
                <a:cubicBezTo>
                  <a:pt x="306139" y="36970"/>
                  <a:pt x="310038" y="35098"/>
                  <a:pt x="313549" y="30807"/>
                </a:cubicBezTo>
                <a:cubicBezTo>
                  <a:pt x="313470" y="44847"/>
                  <a:pt x="309103" y="52568"/>
                  <a:pt x="301225" y="52568"/>
                </a:cubicBezTo>
                <a:cubicBezTo>
                  <a:pt x="296390" y="52568"/>
                  <a:pt x="293036" y="49449"/>
                  <a:pt x="291944" y="43989"/>
                </a:cubicBezTo>
                <a:lnTo>
                  <a:pt x="285080" y="43989"/>
                </a:lnTo>
                <a:moveTo>
                  <a:pt x="301927" y="6473"/>
                </a:moveTo>
                <a:cubicBezTo>
                  <a:pt x="308323" y="6473"/>
                  <a:pt x="313158" y="11855"/>
                  <a:pt x="313158" y="19108"/>
                </a:cubicBezTo>
                <a:cubicBezTo>
                  <a:pt x="313158" y="26050"/>
                  <a:pt x="308479" y="30886"/>
                  <a:pt x="301693" y="30886"/>
                </a:cubicBezTo>
                <a:cubicBezTo>
                  <a:pt x="295064" y="30886"/>
                  <a:pt x="290930" y="26206"/>
                  <a:pt x="290930" y="18718"/>
                </a:cubicBezTo>
                <a:cubicBezTo>
                  <a:pt x="290930" y="11621"/>
                  <a:pt x="295532" y="6473"/>
                  <a:pt x="301927" y="6473"/>
                </a:cubicBezTo>
                <a:close/>
                <a:moveTo>
                  <a:pt x="328719" y="0"/>
                </a:moveTo>
                <a:lnTo>
                  <a:pt x="328719" y="56858"/>
                </a:lnTo>
                <a:lnTo>
                  <a:pt x="334570" y="56858"/>
                </a:lnTo>
                <a:lnTo>
                  <a:pt x="334570" y="51633"/>
                </a:lnTo>
                <a:cubicBezTo>
                  <a:pt x="337689" y="56390"/>
                  <a:pt x="341823" y="58652"/>
                  <a:pt x="347517" y="58652"/>
                </a:cubicBezTo>
                <a:cubicBezTo>
                  <a:pt x="358280" y="58652"/>
                  <a:pt x="365300" y="49838"/>
                  <a:pt x="365300" y="36267"/>
                </a:cubicBezTo>
                <a:cubicBezTo>
                  <a:pt x="365300" y="23008"/>
                  <a:pt x="358669" y="14819"/>
                  <a:pt x="347829" y="14819"/>
                </a:cubicBezTo>
                <a:cubicBezTo>
                  <a:pt x="342213" y="14819"/>
                  <a:pt x="338235" y="16925"/>
                  <a:pt x="335193" y="21527"/>
                </a:cubicBezTo>
                <a:lnTo>
                  <a:pt x="335193" y="0"/>
                </a:lnTo>
                <a:lnTo>
                  <a:pt x="328719" y="0"/>
                </a:lnTo>
                <a:moveTo>
                  <a:pt x="346580" y="20902"/>
                </a:moveTo>
                <a:cubicBezTo>
                  <a:pt x="353834" y="20902"/>
                  <a:pt x="358514" y="27220"/>
                  <a:pt x="358514" y="36970"/>
                </a:cubicBezTo>
                <a:cubicBezTo>
                  <a:pt x="358514" y="46251"/>
                  <a:pt x="353678" y="52568"/>
                  <a:pt x="346580" y="52568"/>
                </a:cubicBezTo>
                <a:cubicBezTo>
                  <a:pt x="339640" y="52568"/>
                  <a:pt x="335193" y="46329"/>
                  <a:pt x="335193" y="36735"/>
                </a:cubicBezTo>
                <a:cubicBezTo>
                  <a:pt x="335193" y="27142"/>
                  <a:pt x="339640" y="20902"/>
                  <a:pt x="346580" y="20902"/>
                </a:cubicBezTo>
                <a:close/>
                <a:moveTo>
                  <a:pt x="390219" y="32523"/>
                </a:moveTo>
                <a:lnTo>
                  <a:pt x="371655" y="32523"/>
                </a:lnTo>
                <a:lnTo>
                  <a:pt x="371655" y="38140"/>
                </a:lnTo>
                <a:lnTo>
                  <a:pt x="390219" y="38140"/>
                </a:lnTo>
                <a:lnTo>
                  <a:pt x="390219" y="32523"/>
                </a:lnTo>
                <a:close/>
                <a:moveTo>
                  <a:pt x="432838" y="15131"/>
                </a:moveTo>
                <a:cubicBezTo>
                  <a:pt x="431512" y="5927"/>
                  <a:pt x="425586" y="468"/>
                  <a:pt x="417162" y="468"/>
                </a:cubicBezTo>
                <a:cubicBezTo>
                  <a:pt x="411078" y="468"/>
                  <a:pt x="405618" y="3431"/>
                  <a:pt x="402343" y="8501"/>
                </a:cubicBezTo>
                <a:cubicBezTo>
                  <a:pt x="398833" y="14039"/>
                  <a:pt x="397351" y="20902"/>
                  <a:pt x="397351" y="31120"/>
                </a:cubicBezTo>
                <a:cubicBezTo>
                  <a:pt x="397351" y="40635"/>
                  <a:pt x="398677" y="46640"/>
                  <a:pt x="402031" y="51633"/>
                </a:cubicBezTo>
                <a:cubicBezTo>
                  <a:pt x="404994" y="56234"/>
                  <a:pt x="409830" y="58652"/>
                  <a:pt x="415914" y="58652"/>
                </a:cubicBezTo>
                <a:cubicBezTo>
                  <a:pt x="426444" y="58652"/>
                  <a:pt x="434009" y="50775"/>
                  <a:pt x="434009" y="39777"/>
                </a:cubicBezTo>
                <a:cubicBezTo>
                  <a:pt x="434009" y="29404"/>
                  <a:pt x="426989" y="22072"/>
                  <a:pt x="417083" y="22072"/>
                </a:cubicBezTo>
                <a:cubicBezTo>
                  <a:pt x="411624" y="22072"/>
                  <a:pt x="407334" y="24100"/>
                  <a:pt x="404371" y="28234"/>
                </a:cubicBezTo>
                <a:cubicBezTo>
                  <a:pt x="404448" y="14273"/>
                  <a:pt x="408816" y="6552"/>
                  <a:pt x="416694" y="6552"/>
                </a:cubicBezTo>
                <a:cubicBezTo>
                  <a:pt x="421530" y="6552"/>
                  <a:pt x="424883" y="9671"/>
                  <a:pt x="425975" y="15131"/>
                </a:cubicBezTo>
                <a:lnTo>
                  <a:pt x="432838" y="15131"/>
                </a:lnTo>
                <a:moveTo>
                  <a:pt x="416225" y="28156"/>
                </a:moveTo>
                <a:cubicBezTo>
                  <a:pt x="422855" y="28156"/>
                  <a:pt x="426989" y="32835"/>
                  <a:pt x="426989" y="40323"/>
                </a:cubicBezTo>
                <a:cubicBezTo>
                  <a:pt x="426989" y="47421"/>
                  <a:pt x="422309" y="52568"/>
                  <a:pt x="415992" y="52568"/>
                </a:cubicBezTo>
                <a:cubicBezTo>
                  <a:pt x="409596" y="52568"/>
                  <a:pt x="404760" y="47187"/>
                  <a:pt x="404760" y="40012"/>
                </a:cubicBezTo>
                <a:cubicBezTo>
                  <a:pt x="404760" y="32991"/>
                  <a:pt x="409440" y="28156"/>
                  <a:pt x="416225" y="28156"/>
                </a:cubicBezTo>
                <a:close/>
                <a:moveTo>
                  <a:pt x="467858" y="27142"/>
                </a:moveTo>
                <a:cubicBezTo>
                  <a:pt x="473630" y="23632"/>
                  <a:pt x="475424" y="20825"/>
                  <a:pt x="475424" y="15520"/>
                </a:cubicBezTo>
                <a:cubicBezTo>
                  <a:pt x="475424" y="6629"/>
                  <a:pt x="468638" y="468"/>
                  <a:pt x="458811" y="468"/>
                </a:cubicBezTo>
                <a:cubicBezTo>
                  <a:pt x="449062" y="468"/>
                  <a:pt x="442198" y="6629"/>
                  <a:pt x="442198" y="15443"/>
                </a:cubicBezTo>
                <a:cubicBezTo>
                  <a:pt x="442198" y="20825"/>
                  <a:pt x="443992" y="23555"/>
                  <a:pt x="449685" y="27142"/>
                </a:cubicBezTo>
                <a:cubicBezTo>
                  <a:pt x="443368" y="30340"/>
                  <a:pt x="440248" y="34942"/>
                  <a:pt x="440248" y="41181"/>
                </a:cubicBezTo>
                <a:cubicBezTo>
                  <a:pt x="440248" y="51477"/>
                  <a:pt x="447813" y="58652"/>
                  <a:pt x="458811" y="58652"/>
                </a:cubicBezTo>
                <a:cubicBezTo>
                  <a:pt x="469730" y="58652"/>
                  <a:pt x="477375" y="51477"/>
                  <a:pt x="477375" y="41181"/>
                </a:cubicBezTo>
                <a:cubicBezTo>
                  <a:pt x="477375" y="34942"/>
                  <a:pt x="474254" y="30340"/>
                  <a:pt x="467858" y="27142"/>
                </a:cubicBezTo>
                <a:moveTo>
                  <a:pt x="458811" y="6552"/>
                </a:moveTo>
                <a:cubicBezTo>
                  <a:pt x="464661" y="6552"/>
                  <a:pt x="468405" y="10061"/>
                  <a:pt x="468405" y="15676"/>
                </a:cubicBezTo>
                <a:cubicBezTo>
                  <a:pt x="468405" y="20980"/>
                  <a:pt x="464583" y="24490"/>
                  <a:pt x="458811" y="24490"/>
                </a:cubicBezTo>
                <a:cubicBezTo>
                  <a:pt x="452962" y="24490"/>
                  <a:pt x="449218" y="20980"/>
                  <a:pt x="449218" y="15520"/>
                </a:cubicBezTo>
                <a:cubicBezTo>
                  <a:pt x="449218" y="10061"/>
                  <a:pt x="452962" y="6552"/>
                  <a:pt x="458811" y="6552"/>
                </a:cubicBezTo>
                <a:moveTo>
                  <a:pt x="458811" y="30262"/>
                </a:moveTo>
                <a:cubicBezTo>
                  <a:pt x="465675" y="30262"/>
                  <a:pt x="470354" y="34786"/>
                  <a:pt x="470354" y="41337"/>
                </a:cubicBezTo>
                <a:cubicBezTo>
                  <a:pt x="470354" y="48122"/>
                  <a:pt x="465753" y="52568"/>
                  <a:pt x="458655" y="52568"/>
                </a:cubicBezTo>
                <a:cubicBezTo>
                  <a:pt x="451948" y="52568"/>
                  <a:pt x="447268" y="47966"/>
                  <a:pt x="447268" y="41415"/>
                </a:cubicBezTo>
                <a:cubicBezTo>
                  <a:pt x="447268" y="34707"/>
                  <a:pt x="451869" y="30262"/>
                  <a:pt x="458811" y="30262"/>
                </a:cubicBezTo>
                <a:close/>
                <a:moveTo>
                  <a:pt x="500304" y="16690"/>
                </a:moveTo>
                <a:lnTo>
                  <a:pt x="500304" y="56858"/>
                </a:lnTo>
                <a:lnTo>
                  <a:pt x="507169" y="56858"/>
                </a:lnTo>
                <a:lnTo>
                  <a:pt x="507169" y="468"/>
                </a:lnTo>
                <a:lnTo>
                  <a:pt x="502644" y="468"/>
                </a:lnTo>
                <a:cubicBezTo>
                  <a:pt x="500227" y="9125"/>
                  <a:pt x="498667" y="10294"/>
                  <a:pt x="488059" y="11699"/>
                </a:cubicBezTo>
                <a:lnTo>
                  <a:pt x="488059" y="16690"/>
                </a:lnTo>
                <a:lnTo>
                  <a:pt x="500304" y="16690"/>
                </a:lnTo>
                <a:close/>
                <a:moveTo>
                  <a:pt x="544918" y="468"/>
                </a:moveTo>
                <a:cubicBezTo>
                  <a:pt x="539771" y="468"/>
                  <a:pt x="535090" y="2807"/>
                  <a:pt x="532205" y="6629"/>
                </a:cubicBezTo>
                <a:cubicBezTo>
                  <a:pt x="528617" y="11621"/>
                  <a:pt x="526824" y="19108"/>
                  <a:pt x="526824" y="29560"/>
                </a:cubicBezTo>
                <a:cubicBezTo>
                  <a:pt x="526824" y="48591"/>
                  <a:pt x="533062" y="58652"/>
                  <a:pt x="544918" y="58652"/>
                </a:cubicBezTo>
                <a:cubicBezTo>
                  <a:pt x="556617" y="58652"/>
                  <a:pt x="563012" y="48591"/>
                  <a:pt x="563012" y="30028"/>
                </a:cubicBezTo>
                <a:cubicBezTo>
                  <a:pt x="563012" y="19108"/>
                  <a:pt x="561298" y="11777"/>
                  <a:pt x="557631" y="6629"/>
                </a:cubicBezTo>
                <a:cubicBezTo>
                  <a:pt x="554745" y="2729"/>
                  <a:pt x="550144" y="468"/>
                  <a:pt x="544918" y="468"/>
                </a:cubicBezTo>
                <a:moveTo>
                  <a:pt x="544918" y="6552"/>
                </a:moveTo>
                <a:cubicBezTo>
                  <a:pt x="552328" y="6552"/>
                  <a:pt x="555993" y="14117"/>
                  <a:pt x="555993" y="29404"/>
                </a:cubicBezTo>
                <a:cubicBezTo>
                  <a:pt x="555993" y="45471"/>
                  <a:pt x="552405" y="52959"/>
                  <a:pt x="544762" y="52959"/>
                </a:cubicBezTo>
                <a:cubicBezTo>
                  <a:pt x="537508" y="52959"/>
                  <a:pt x="533843" y="45159"/>
                  <a:pt x="533843" y="29637"/>
                </a:cubicBezTo>
                <a:cubicBezTo>
                  <a:pt x="533843" y="14117"/>
                  <a:pt x="537508" y="6552"/>
                  <a:pt x="544918" y="6552"/>
                </a:cubicBezTo>
                <a:close/>
                <a:moveTo>
                  <a:pt x="607704" y="1559"/>
                </a:moveTo>
                <a:lnTo>
                  <a:pt x="570734" y="1559"/>
                </a:lnTo>
                <a:lnTo>
                  <a:pt x="570734" y="8345"/>
                </a:lnTo>
                <a:lnTo>
                  <a:pt x="600607" y="8345"/>
                </a:lnTo>
                <a:cubicBezTo>
                  <a:pt x="587425" y="27142"/>
                  <a:pt x="582044" y="38686"/>
                  <a:pt x="577909" y="56858"/>
                </a:cubicBezTo>
                <a:lnTo>
                  <a:pt x="585242" y="56858"/>
                </a:lnTo>
                <a:cubicBezTo>
                  <a:pt x="588283" y="39153"/>
                  <a:pt x="595225" y="23944"/>
                  <a:pt x="607704" y="7331"/>
                </a:cubicBezTo>
                <a:lnTo>
                  <a:pt x="607704" y="1559"/>
                </a:lnTo>
                <a:close/>
                <a:moveTo>
                  <a:pt x="648495" y="15131"/>
                </a:moveTo>
                <a:cubicBezTo>
                  <a:pt x="647169" y="5927"/>
                  <a:pt x="641243" y="468"/>
                  <a:pt x="632819" y="468"/>
                </a:cubicBezTo>
                <a:cubicBezTo>
                  <a:pt x="626735" y="468"/>
                  <a:pt x="621275" y="3431"/>
                  <a:pt x="618000" y="8501"/>
                </a:cubicBezTo>
                <a:cubicBezTo>
                  <a:pt x="614490" y="14039"/>
                  <a:pt x="613008" y="20902"/>
                  <a:pt x="613008" y="31120"/>
                </a:cubicBezTo>
                <a:cubicBezTo>
                  <a:pt x="613008" y="40635"/>
                  <a:pt x="614334" y="46640"/>
                  <a:pt x="617688" y="51633"/>
                </a:cubicBezTo>
                <a:cubicBezTo>
                  <a:pt x="620651" y="56234"/>
                  <a:pt x="625487" y="58652"/>
                  <a:pt x="631570" y="58652"/>
                </a:cubicBezTo>
                <a:cubicBezTo>
                  <a:pt x="642101" y="58652"/>
                  <a:pt x="649666" y="50775"/>
                  <a:pt x="649666" y="39777"/>
                </a:cubicBezTo>
                <a:cubicBezTo>
                  <a:pt x="649666" y="29404"/>
                  <a:pt x="642646" y="22072"/>
                  <a:pt x="632740" y="22072"/>
                </a:cubicBezTo>
                <a:cubicBezTo>
                  <a:pt x="627281" y="22072"/>
                  <a:pt x="622991" y="24100"/>
                  <a:pt x="620028" y="28234"/>
                </a:cubicBezTo>
                <a:cubicBezTo>
                  <a:pt x="620105" y="14273"/>
                  <a:pt x="624473" y="6552"/>
                  <a:pt x="632351" y="6552"/>
                </a:cubicBezTo>
                <a:cubicBezTo>
                  <a:pt x="637187" y="6552"/>
                  <a:pt x="640540" y="9671"/>
                  <a:pt x="641632" y="15131"/>
                </a:cubicBezTo>
                <a:lnTo>
                  <a:pt x="648495" y="15131"/>
                </a:lnTo>
                <a:moveTo>
                  <a:pt x="631882" y="28156"/>
                </a:moveTo>
                <a:cubicBezTo>
                  <a:pt x="638512" y="28156"/>
                  <a:pt x="642646" y="32835"/>
                  <a:pt x="642646" y="40323"/>
                </a:cubicBezTo>
                <a:cubicBezTo>
                  <a:pt x="642646" y="47421"/>
                  <a:pt x="637966" y="52568"/>
                  <a:pt x="631649" y="52568"/>
                </a:cubicBezTo>
                <a:cubicBezTo>
                  <a:pt x="625253" y="52568"/>
                  <a:pt x="620417" y="47187"/>
                  <a:pt x="620417" y="40012"/>
                </a:cubicBezTo>
                <a:cubicBezTo>
                  <a:pt x="620417" y="32991"/>
                  <a:pt x="625097" y="28156"/>
                  <a:pt x="631882" y="28156"/>
                </a:cubicBezTo>
                <a:close/>
                <a:moveTo>
                  <a:pt x="683515" y="27142"/>
                </a:moveTo>
                <a:cubicBezTo>
                  <a:pt x="689287" y="23632"/>
                  <a:pt x="691081" y="20825"/>
                  <a:pt x="691081" y="15520"/>
                </a:cubicBezTo>
                <a:cubicBezTo>
                  <a:pt x="691081" y="6629"/>
                  <a:pt x="684295" y="468"/>
                  <a:pt x="674468" y="468"/>
                </a:cubicBezTo>
                <a:cubicBezTo>
                  <a:pt x="664719" y="468"/>
                  <a:pt x="657855" y="6629"/>
                  <a:pt x="657855" y="15443"/>
                </a:cubicBezTo>
                <a:cubicBezTo>
                  <a:pt x="657855" y="20825"/>
                  <a:pt x="659649" y="23555"/>
                  <a:pt x="665342" y="27142"/>
                </a:cubicBezTo>
                <a:cubicBezTo>
                  <a:pt x="659025" y="30340"/>
                  <a:pt x="655905" y="34942"/>
                  <a:pt x="655905" y="41181"/>
                </a:cubicBezTo>
                <a:cubicBezTo>
                  <a:pt x="655905" y="51477"/>
                  <a:pt x="663470" y="58652"/>
                  <a:pt x="674468" y="58652"/>
                </a:cubicBezTo>
                <a:cubicBezTo>
                  <a:pt x="685387" y="58652"/>
                  <a:pt x="693031" y="51477"/>
                  <a:pt x="693031" y="41181"/>
                </a:cubicBezTo>
                <a:cubicBezTo>
                  <a:pt x="693031" y="34942"/>
                  <a:pt x="689911" y="30340"/>
                  <a:pt x="683515" y="27142"/>
                </a:cubicBezTo>
                <a:moveTo>
                  <a:pt x="674468" y="6552"/>
                </a:moveTo>
                <a:cubicBezTo>
                  <a:pt x="680318" y="6552"/>
                  <a:pt x="684062" y="10061"/>
                  <a:pt x="684062" y="15676"/>
                </a:cubicBezTo>
                <a:cubicBezTo>
                  <a:pt x="684062" y="20980"/>
                  <a:pt x="680240" y="24490"/>
                  <a:pt x="674468" y="24490"/>
                </a:cubicBezTo>
                <a:cubicBezTo>
                  <a:pt x="668619" y="24490"/>
                  <a:pt x="664875" y="20980"/>
                  <a:pt x="664875" y="15520"/>
                </a:cubicBezTo>
                <a:cubicBezTo>
                  <a:pt x="664875" y="10061"/>
                  <a:pt x="668619" y="6552"/>
                  <a:pt x="674468" y="6552"/>
                </a:cubicBezTo>
                <a:moveTo>
                  <a:pt x="674468" y="30262"/>
                </a:moveTo>
                <a:cubicBezTo>
                  <a:pt x="681331" y="30262"/>
                  <a:pt x="686011" y="34786"/>
                  <a:pt x="686011" y="41337"/>
                </a:cubicBezTo>
                <a:cubicBezTo>
                  <a:pt x="686011" y="48122"/>
                  <a:pt x="681410" y="52568"/>
                  <a:pt x="674312" y="52568"/>
                </a:cubicBezTo>
                <a:cubicBezTo>
                  <a:pt x="667605" y="52568"/>
                  <a:pt x="662925" y="47966"/>
                  <a:pt x="662925" y="41415"/>
                </a:cubicBezTo>
                <a:cubicBezTo>
                  <a:pt x="662925" y="34707"/>
                  <a:pt x="667526" y="30262"/>
                  <a:pt x="674468" y="30262"/>
                </a:cubicBezTo>
                <a:close/>
                <a:moveTo>
                  <a:pt x="700908" y="0"/>
                </a:moveTo>
                <a:lnTo>
                  <a:pt x="700908" y="56858"/>
                </a:lnTo>
                <a:lnTo>
                  <a:pt x="706759" y="56858"/>
                </a:lnTo>
                <a:lnTo>
                  <a:pt x="706759" y="51633"/>
                </a:lnTo>
                <a:cubicBezTo>
                  <a:pt x="709878" y="56390"/>
                  <a:pt x="714012" y="58652"/>
                  <a:pt x="719706" y="58652"/>
                </a:cubicBezTo>
                <a:cubicBezTo>
                  <a:pt x="730469" y="58652"/>
                  <a:pt x="737488" y="49838"/>
                  <a:pt x="737488" y="36267"/>
                </a:cubicBezTo>
                <a:cubicBezTo>
                  <a:pt x="737488" y="23008"/>
                  <a:pt x="730858" y="14819"/>
                  <a:pt x="720018" y="14819"/>
                </a:cubicBezTo>
                <a:cubicBezTo>
                  <a:pt x="714401" y="14819"/>
                  <a:pt x="710424" y="16925"/>
                  <a:pt x="707382" y="21527"/>
                </a:cubicBezTo>
                <a:lnTo>
                  <a:pt x="707382" y="0"/>
                </a:lnTo>
                <a:lnTo>
                  <a:pt x="700908" y="0"/>
                </a:lnTo>
                <a:moveTo>
                  <a:pt x="718769" y="20902"/>
                </a:moveTo>
                <a:cubicBezTo>
                  <a:pt x="726023" y="20902"/>
                  <a:pt x="730702" y="27220"/>
                  <a:pt x="730702" y="36970"/>
                </a:cubicBezTo>
                <a:cubicBezTo>
                  <a:pt x="730702" y="46251"/>
                  <a:pt x="725867" y="52568"/>
                  <a:pt x="718769" y="52568"/>
                </a:cubicBezTo>
                <a:cubicBezTo>
                  <a:pt x="711828" y="52568"/>
                  <a:pt x="707382" y="46329"/>
                  <a:pt x="707382" y="36735"/>
                </a:cubicBezTo>
                <a:cubicBezTo>
                  <a:pt x="707382" y="27142"/>
                  <a:pt x="711828" y="20902"/>
                  <a:pt x="718769" y="20902"/>
                </a:cubicBezTo>
                <a:close/>
                <a:moveTo>
                  <a:pt x="780931" y="53036"/>
                </a:moveTo>
                <a:cubicBezTo>
                  <a:pt x="780230" y="53192"/>
                  <a:pt x="779917" y="53192"/>
                  <a:pt x="779528" y="53192"/>
                </a:cubicBezTo>
                <a:cubicBezTo>
                  <a:pt x="777266" y="53192"/>
                  <a:pt x="776019" y="52022"/>
                  <a:pt x="776019" y="49994"/>
                </a:cubicBezTo>
                <a:lnTo>
                  <a:pt x="776019" y="25972"/>
                </a:lnTo>
                <a:cubicBezTo>
                  <a:pt x="776019" y="18718"/>
                  <a:pt x="770714" y="14819"/>
                  <a:pt x="760653" y="14819"/>
                </a:cubicBezTo>
                <a:cubicBezTo>
                  <a:pt x="754648" y="14819"/>
                  <a:pt x="749890" y="16534"/>
                  <a:pt x="747082" y="19576"/>
                </a:cubicBezTo>
                <a:cubicBezTo>
                  <a:pt x="745210" y="21683"/>
                  <a:pt x="744429" y="24022"/>
                  <a:pt x="744274" y="28078"/>
                </a:cubicBezTo>
                <a:lnTo>
                  <a:pt x="750825" y="28078"/>
                </a:lnTo>
                <a:cubicBezTo>
                  <a:pt x="751371" y="23086"/>
                  <a:pt x="754336" y="20825"/>
                  <a:pt x="760419" y="20825"/>
                </a:cubicBezTo>
                <a:cubicBezTo>
                  <a:pt x="766347" y="20825"/>
                  <a:pt x="769544" y="23008"/>
                  <a:pt x="769544" y="26908"/>
                </a:cubicBezTo>
                <a:lnTo>
                  <a:pt x="769544" y="28623"/>
                </a:lnTo>
                <a:cubicBezTo>
                  <a:pt x="769467" y="31432"/>
                  <a:pt x="768063" y="32446"/>
                  <a:pt x="762758" y="33148"/>
                </a:cubicBezTo>
                <a:cubicBezTo>
                  <a:pt x="753555" y="34318"/>
                  <a:pt x="752151" y="34630"/>
                  <a:pt x="749655" y="35644"/>
                </a:cubicBezTo>
                <a:cubicBezTo>
                  <a:pt x="744898" y="37672"/>
                  <a:pt x="742480" y="41259"/>
                  <a:pt x="742480" y="46563"/>
                </a:cubicBezTo>
                <a:cubicBezTo>
                  <a:pt x="742480" y="53973"/>
                  <a:pt x="747627" y="58652"/>
                  <a:pt x="755895" y="58652"/>
                </a:cubicBezTo>
                <a:cubicBezTo>
                  <a:pt x="761043" y="58652"/>
                  <a:pt x="765177" y="56858"/>
                  <a:pt x="769779" y="52647"/>
                </a:cubicBezTo>
                <a:cubicBezTo>
                  <a:pt x="770247" y="56858"/>
                  <a:pt x="772274" y="58652"/>
                  <a:pt x="776486" y="58652"/>
                </a:cubicBezTo>
                <a:cubicBezTo>
                  <a:pt x="777889" y="58652"/>
                  <a:pt x="778747" y="58496"/>
                  <a:pt x="780931" y="57950"/>
                </a:cubicBezTo>
                <a:lnTo>
                  <a:pt x="780931" y="53036"/>
                </a:lnTo>
                <a:moveTo>
                  <a:pt x="769544" y="43989"/>
                </a:moveTo>
                <a:cubicBezTo>
                  <a:pt x="769544" y="46173"/>
                  <a:pt x="768921" y="47499"/>
                  <a:pt x="766970" y="49292"/>
                </a:cubicBezTo>
                <a:cubicBezTo>
                  <a:pt x="764319" y="51710"/>
                  <a:pt x="761121" y="52959"/>
                  <a:pt x="757299" y="52959"/>
                </a:cubicBezTo>
                <a:cubicBezTo>
                  <a:pt x="752229" y="52959"/>
                  <a:pt x="749266" y="50540"/>
                  <a:pt x="749266" y="46407"/>
                </a:cubicBezTo>
                <a:cubicBezTo>
                  <a:pt x="749266" y="42117"/>
                  <a:pt x="752074" y="39933"/>
                  <a:pt x="759093" y="38919"/>
                </a:cubicBezTo>
                <a:cubicBezTo>
                  <a:pt x="766035" y="37984"/>
                  <a:pt x="767360" y="37672"/>
                  <a:pt x="769544" y="36658"/>
                </a:cubicBezTo>
                <a:lnTo>
                  <a:pt x="769544" y="43989"/>
                </a:lnTo>
                <a:close/>
                <a:moveTo>
                  <a:pt x="819305" y="29716"/>
                </a:moveTo>
                <a:cubicBezTo>
                  <a:pt x="818993" y="25739"/>
                  <a:pt x="818135" y="23164"/>
                  <a:pt x="816575" y="20902"/>
                </a:cubicBezTo>
                <a:cubicBezTo>
                  <a:pt x="813768" y="17080"/>
                  <a:pt x="808854" y="14819"/>
                  <a:pt x="803160" y="14819"/>
                </a:cubicBezTo>
                <a:cubicBezTo>
                  <a:pt x="792085" y="14819"/>
                  <a:pt x="784987" y="23555"/>
                  <a:pt x="784987" y="37126"/>
                </a:cubicBezTo>
                <a:cubicBezTo>
                  <a:pt x="784987" y="50306"/>
                  <a:pt x="792007" y="58652"/>
                  <a:pt x="803083" y="58652"/>
                </a:cubicBezTo>
                <a:cubicBezTo>
                  <a:pt x="812832" y="58652"/>
                  <a:pt x="818993" y="52803"/>
                  <a:pt x="819773" y="42819"/>
                </a:cubicBezTo>
                <a:lnTo>
                  <a:pt x="813221" y="42819"/>
                </a:lnTo>
                <a:cubicBezTo>
                  <a:pt x="812130" y="49371"/>
                  <a:pt x="808776" y="52647"/>
                  <a:pt x="803239" y="52647"/>
                </a:cubicBezTo>
                <a:cubicBezTo>
                  <a:pt x="796062" y="52647"/>
                  <a:pt x="791773" y="46796"/>
                  <a:pt x="791773" y="37126"/>
                </a:cubicBezTo>
                <a:cubicBezTo>
                  <a:pt x="791773" y="26908"/>
                  <a:pt x="795985" y="20825"/>
                  <a:pt x="803083" y="20825"/>
                </a:cubicBezTo>
                <a:cubicBezTo>
                  <a:pt x="808542" y="20825"/>
                  <a:pt x="811974" y="24022"/>
                  <a:pt x="812754" y="29716"/>
                </a:cubicBezTo>
                <a:lnTo>
                  <a:pt x="819305" y="29716"/>
                </a:lnTo>
                <a:close/>
                <a:moveTo>
                  <a:pt x="862670" y="1559"/>
                </a:moveTo>
                <a:lnTo>
                  <a:pt x="825701" y="1559"/>
                </a:lnTo>
                <a:lnTo>
                  <a:pt x="825701" y="8345"/>
                </a:lnTo>
                <a:lnTo>
                  <a:pt x="855574" y="8345"/>
                </a:lnTo>
                <a:cubicBezTo>
                  <a:pt x="842392" y="27142"/>
                  <a:pt x="837010" y="38686"/>
                  <a:pt x="832876" y="56858"/>
                </a:cubicBezTo>
                <a:lnTo>
                  <a:pt x="840208" y="56858"/>
                </a:lnTo>
                <a:cubicBezTo>
                  <a:pt x="843250" y="39153"/>
                  <a:pt x="850192" y="23944"/>
                  <a:pt x="862670" y="7331"/>
                </a:cubicBezTo>
                <a:lnTo>
                  <a:pt x="862670" y="1559"/>
                </a:lnTo>
                <a:close/>
                <a:moveTo>
                  <a:pt x="901356" y="29716"/>
                </a:moveTo>
                <a:cubicBezTo>
                  <a:pt x="901045" y="25739"/>
                  <a:pt x="900186" y="23164"/>
                  <a:pt x="898626" y="20902"/>
                </a:cubicBezTo>
                <a:cubicBezTo>
                  <a:pt x="895819" y="17080"/>
                  <a:pt x="890905" y="14819"/>
                  <a:pt x="885211" y="14819"/>
                </a:cubicBezTo>
                <a:cubicBezTo>
                  <a:pt x="874136" y="14819"/>
                  <a:pt x="867038" y="23555"/>
                  <a:pt x="867038" y="37126"/>
                </a:cubicBezTo>
                <a:cubicBezTo>
                  <a:pt x="867038" y="50306"/>
                  <a:pt x="874058" y="58652"/>
                  <a:pt x="885134" y="58652"/>
                </a:cubicBezTo>
                <a:cubicBezTo>
                  <a:pt x="894883" y="58652"/>
                  <a:pt x="901045" y="52803"/>
                  <a:pt x="901824" y="42819"/>
                </a:cubicBezTo>
                <a:lnTo>
                  <a:pt x="895272" y="42819"/>
                </a:lnTo>
                <a:cubicBezTo>
                  <a:pt x="894181" y="49371"/>
                  <a:pt x="890827" y="52647"/>
                  <a:pt x="885290" y="52647"/>
                </a:cubicBezTo>
                <a:cubicBezTo>
                  <a:pt x="878113" y="52647"/>
                  <a:pt x="873824" y="46796"/>
                  <a:pt x="873824" y="37126"/>
                </a:cubicBezTo>
                <a:cubicBezTo>
                  <a:pt x="873824" y="26908"/>
                  <a:pt x="878036" y="20825"/>
                  <a:pt x="885134" y="20825"/>
                </a:cubicBezTo>
                <a:cubicBezTo>
                  <a:pt x="890593" y="20825"/>
                  <a:pt x="894025" y="24022"/>
                  <a:pt x="894805" y="29716"/>
                </a:cubicBezTo>
                <a:lnTo>
                  <a:pt x="901356" y="29716"/>
                </a:lnTo>
                <a:close/>
                <a:moveTo>
                  <a:pt x="918827" y="48747"/>
                </a:moveTo>
                <a:lnTo>
                  <a:pt x="910715" y="48747"/>
                </a:lnTo>
                <a:lnTo>
                  <a:pt x="910715" y="56858"/>
                </a:lnTo>
                <a:lnTo>
                  <a:pt x="918827" y="56858"/>
                </a:lnTo>
                <a:lnTo>
                  <a:pt x="918827" y="48747"/>
                </a:lnTo>
                <a:close/>
                <a:moveTo>
                  <a:pt x="929824" y="73861"/>
                </a:moveTo>
                <a:lnTo>
                  <a:pt x="936375" y="73861"/>
                </a:lnTo>
                <a:lnTo>
                  <a:pt x="936375" y="52568"/>
                </a:lnTo>
                <a:cubicBezTo>
                  <a:pt x="939808" y="56780"/>
                  <a:pt x="943629" y="58652"/>
                  <a:pt x="948934" y="58652"/>
                </a:cubicBezTo>
                <a:cubicBezTo>
                  <a:pt x="959541" y="58652"/>
                  <a:pt x="966404" y="50150"/>
                  <a:pt x="966404" y="37126"/>
                </a:cubicBezTo>
                <a:cubicBezTo>
                  <a:pt x="966404" y="23398"/>
                  <a:pt x="959697" y="14819"/>
                  <a:pt x="948855" y="14819"/>
                </a:cubicBezTo>
                <a:cubicBezTo>
                  <a:pt x="943317" y="14819"/>
                  <a:pt x="938872" y="17315"/>
                  <a:pt x="935830" y="22150"/>
                </a:cubicBezTo>
                <a:lnTo>
                  <a:pt x="935830" y="15989"/>
                </a:lnTo>
                <a:lnTo>
                  <a:pt x="929824" y="15989"/>
                </a:lnTo>
                <a:lnTo>
                  <a:pt x="929824" y="73861"/>
                </a:lnTo>
                <a:moveTo>
                  <a:pt x="947764" y="20902"/>
                </a:moveTo>
                <a:cubicBezTo>
                  <a:pt x="954939" y="20902"/>
                  <a:pt x="959618" y="27220"/>
                  <a:pt x="959618" y="36970"/>
                </a:cubicBezTo>
                <a:cubicBezTo>
                  <a:pt x="959618" y="46251"/>
                  <a:pt x="954861" y="52568"/>
                  <a:pt x="947764" y="52568"/>
                </a:cubicBezTo>
                <a:cubicBezTo>
                  <a:pt x="940822" y="52568"/>
                  <a:pt x="936375" y="46329"/>
                  <a:pt x="936375" y="36735"/>
                </a:cubicBezTo>
                <a:cubicBezTo>
                  <a:pt x="936375" y="27142"/>
                  <a:pt x="940822" y="20902"/>
                  <a:pt x="947764" y="20902"/>
                </a:cubicBezTo>
                <a:close/>
                <a:moveTo>
                  <a:pt x="973658" y="15989"/>
                </a:moveTo>
                <a:lnTo>
                  <a:pt x="973658" y="56858"/>
                </a:lnTo>
                <a:lnTo>
                  <a:pt x="980209" y="56858"/>
                </a:lnTo>
                <a:lnTo>
                  <a:pt x="980209" y="34318"/>
                </a:lnTo>
                <a:cubicBezTo>
                  <a:pt x="980209" y="25972"/>
                  <a:pt x="984577" y="20513"/>
                  <a:pt x="991284" y="20513"/>
                </a:cubicBezTo>
                <a:cubicBezTo>
                  <a:pt x="996433" y="20513"/>
                  <a:pt x="999708" y="23632"/>
                  <a:pt x="999708" y="28546"/>
                </a:cubicBezTo>
                <a:lnTo>
                  <a:pt x="999708" y="56858"/>
                </a:lnTo>
                <a:lnTo>
                  <a:pt x="1006182" y="56858"/>
                </a:lnTo>
                <a:lnTo>
                  <a:pt x="1006182" y="25972"/>
                </a:lnTo>
                <a:cubicBezTo>
                  <a:pt x="1006182" y="19187"/>
                  <a:pt x="1001112" y="14819"/>
                  <a:pt x="993235" y="14819"/>
                </a:cubicBezTo>
                <a:cubicBezTo>
                  <a:pt x="987151" y="14819"/>
                  <a:pt x="983251" y="17159"/>
                  <a:pt x="979663" y="22853"/>
                </a:cubicBezTo>
                <a:lnTo>
                  <a:pt x="979663" y="15989"/>
                </a:lnTo>
                <a:lnTo>
                  <a:pt x="973658" y="15989"/>
                </a:lnTo>
                <a:close/>
                <a:moveTo>
                  <a:pt x="1043073" y="15989"/>
                </a:moveTo>
                <a:lnTo>
                  <a:pt x="1043073" y="21916"/>
                </a:lnTo>
                <a:cubicBezTo>
                  <a:pt x="1039798" y="17003"/>
                  <a:pt x="1036210" y="14819"/>
                  <a:pt x="1031063" y="14819"/>
                </a:cubicBezTo>
                <a:cubicBezTo>
                  <a:pt x="1021156" y="14819"/>
                  <a:pt x="1014293" y="24022"/>
                  <a:pt x="1014293" y="37126"/>
                </a:cubicBezTo>
                <a:cubicBezTo>
                  <a:pt x="1014293" y="43989"/>
                  <a:pt x="1015932" y="48980"/>
                  <a:pt x="1019441" y="53115"/>
                </a:cubicBezTo>
                <a:cubicBezTo>
                  <a:pt x="1022483" y="56702"/>
                  <a:pt x="1026382" y="58652"/>
                  <a:pt x="1030594" y="58652"/>
                </a:cubicBezTo>
                <a:cubicBezTo>
                  <a:pt x="1035508" y="58652"/>
                  <a:pt x="1039018" y="56468"/>
                  <a:pt x="1042450" y="51320"/>
                </a:cubicBezTo>
                <a:lnTo>
                  <a:pt x="1042450" y="53426"/>
                </a:lnTo>
                <a:cubicBezTo>
                  <a:pt x="1042450" y="64346"/>
                  <a:pt x="1039408" y="68402"/>
                  <a:pt x="1031296" y="68402"/>
                </a:cubicBezTo>
                <a:cubicBezTo>
                  <a:pt x="1025758" y="68402"/>
                  <a:pt x="1022872" y="66218"/>
                  <a:pt x="1022249" y="61538"/>
                </a:cubicBezTo>
                <a:lnTo>
                  <a:pt x="1015619" y="61538"/>
                </a:lnTo>
                <a:cubicBezTo>
                  <a:pt x="1016244" y="69104"/>
                  <a:pt x="1022249" y="73861"/>
                  <a:pt x="1031140" y="73861"/>
                </a:cubicBezTo>
                <a:cubicBezTo>
                  <a:pt x="1037145" y="73861"/>
                  <a:pt x="1042138" y="71911"/>
                  <a:pt x="1044790" y="68635"/>
                </a:cubicBezTo>
                <a:cubicBezTo>
                  <a:pt x="1047909" y="64813"/>
                  <a:pt x="1049079" y="59744"/>
                  <a:pt x="1049079" y="50150"/>
                </a:cubicBezTo>
                <a:lnTo>
                  <a:pt x="1049079" y="15989"/>
                </a:lnTo>
                <a:lnTo>
                  <a:pt x="1043073" y="15989"/>
                </a:lnTo>
                <a:moveTo>
                  <a:pt x="1031686" y="20825"/>
                </a:moveTo>
                <a:cubicBezTo>
                  <a:pt x="1038550" y="20825"/>
                  <a:pt x="1042450" y="26595"/>
                  <a:pt x="1042450" y="36970"/>
                </a:cubicBezTo>
                <a:cubicBezTo>
                  <a:pt x="1042450" y="46875"/>
                  <a:pt x="1038471" y="52647"/>
                  <a:pt x="1031686" y="52647"/>
                </a:cubicBezTo>
                <a:cubicBezTo>
                  <a:pt x="1024979" y="52647"/>
                  <a:pt x="1021079" y="46796"/>
                  <a:pt x="1021079" y="36735"/>
                </a:cubicBezTo>
                <a:cubicBezTo>
                  <a:pt x="1021079" y="26753"/>
                  <a:pt x="1024979" y="20825"/>
                  <a:pt x="1031686" y="20825"/>
                </a:cubicBezTo>
                <a:close/>
                <a:moveTo>
                  <a:pt x="1059637" y="0"/>
                </a:moveTo>
                <a:lnTo>
                  <a:pt x="1055346" y="0"/>
                </a:lnTo>
                <a:lnTo>
                  <a:pt x="1073831" y="58418"/>
                </a:lnTo>
                <a:lnTo>
                  <a:pt x="1078121" y="58418"/>
                </a:lnTo>
                <a:lnTo>
                  <a:pt x="1059637" y="0"/>
                </a:lnTo>
                <a:close/>
                <a:moveTo>
                  <a:pt x="1081806" y="1559"/>
                </a:moveTo>
                <a:lnTo>
                  <a:pt x="1081806" y="10217"/>
                </a:lnTo>
                <a:lnTo>
                  <a:pt x="1083913" y="20669"/>
                </a:lnTo>
                <a:lnTo>
                  <a:pt x="1086955" y="20669"/>
                </a:lnTo>
                <a:lnTo>
                  <a:pt x="1089060" y="10217"/>
                </a:lnTo>
                <a:lnTo>
                  <a:pt x="1089060" y="1559"/>
                </a:lnTo>
                <a:lnTo>
                  <a:pt x="1081806" y="1559"/>
                </a:lnTo>
                <a:moveTo>
                  <a:pt x="1094286" y="1559"/>
                </a:moveTo>
                <a:lnTo>
                  <a:pt x="1094286" y="10217"/>
                </a:lnTo>
                <a:lnTo>
                  <a:pt x="1096392" y="20669"/>
                </a:lnTo>
                <a:lnTo>
                  <a:pt x="1099434" y="20669"/>
                </a:lnTo>
                <a:lnTo>
                  <a:pt x="1101540" y="10217"/>
                </a:lnTo>
                <a:lnTo>
                  <a:pt x="1101540" y="1559"/>
                </a:lnTo>
                <a:lnTo>
                  <a:pt x="1094286" y="1559"/>
                </a:lnTo>
                <a:close/>
                <a:moveTo>
                  <a:pt x="1147794" y="36033"/>
                </a:moveTo>
                <a:lnTo>
                  <a:pt x="1109654" y="19888"/>
                </a:lnTo>
                <a:lnTo>
                  <a:pt x="1109654" y="26050"/>
                </a:lnTo>
                <a:lnTo>
                  <a:pt x="1140385" y="38842"/>
                </a:lnTo>
                <a:lnTo>
                  <a:pt x="1109654" y="51399"/>
                </a:lnTo>
                <a:lnTo>
                  <a:pt x="1109654" y="57560"/>
                </a:lnTo>
                <a:lnTo>
                  <a:pt x="1147794" y="41415"/>
                </a:lnTo>
                <a:lnTo>
                  <a:pt x="1147794" y="36033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24E18D-01A8-4612-A2C9-178C9FE6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18" y="269662"/>
            <a:ext cx="202583" cy="202595"/>
          </a:xfrm>
          <a:custGeom xmlns:a="http://schemas.openxmlformats.org/drawingml/2006/main">
            <a:pathLst>
              <a:path w="202583" h="202595">
                <a:moveTo>
                  <a:pt x="101289" y="0"/>
                </a:moveTo>
                <a:cubicBezTo>
                  <a:pt x="157231" y="0"/>
                  <a:pt x="202583" y="45354"/>
                  <a:pt x="202583" y="101298"/>
                </a:cubicBezTo>
                <a:cubicBezTo>
                  <a:pt x="202583" y="157242"/>
                  <a:pt x="157231" y="202595"/>
                  <a:pt x="101290" y="202595"/>
                </a:cubicBezTo>
                <a:cubicBezTo>
                  <a:pt x="45352" y="202595"/>
                  <a:pt x="0" y="157241"/>
                  <a:pt x="0" y="101298"/>
                </a:cubicBezTo>
                <a:cubicBezTo>
                  <a:pt x="0" y="45354"/>
                  <a:pt x="45352" y="0"/>
                  <a:pt x="101289" y="0"/>
                </a:cubicBezTo>
                <a:close/>
                <a:moveTo>
                  <a:pt x="13813" y="101298"/>
                </a:moveTo>
                <a:cubicBezTo>
                  <a:pt x="13813" y="149613"/>
                  <a:pt x="52979" y="188782"/>
                  <a:pt x="101290" y="188782"/>
                </a:cubicBezTo>
                <a:cubicBezTo>
                  <a:pt x="149603" y="188782"/>
                  <a:pt x="188770" y="149614"/>
                  <a:pt x="188770" y="101298"/>
                </a:cubicBezTo>
                <a:cubicBezTo>
                  <a:pt x="188770" y="52982"/>
                  <a:pt x="149603" y="13813"/>
                  <a:pt x="101289" y="13813"/>
                </a:cubicBezTo>
                <a:cubicBezTo>
                  <a:pt x="52979" y="13813"/>
                  <a:pt x="13813" y="52982"/>
                  <a:pt x="13813" y="101298"/>
                </a:cubicBezTo>
                <a:close/>
                <a:moveTo>
                  <a:pt x="101290" y="119715"/>
                </a:moveTo>
                <a:cubicBezTo>
                  <a:pt x="91122" y="119946"/>
                  <a:pt x="82696" y="111888"/>
                  <a:pt x="82466" y="101720"/>
                </a:cubicBezTo>
                <a:cubicBezTo>
                  <a:pt x="82236" y="91552"/>
                  <a:pt x="90293" y="83118"/>
                  <a:pt x="100461" y="82888"/>
                </a:cubicBezTo>
                <a:cubicBezTo>
                  <a:pt x="100737" y="82880"/>
                  <a:pt x="101006" y="82880"/>
                  <a:pt x="101282" y="82888"/>
                </a:cubicBezTo>
                <a:cubicBezTo>
                  <a:pt x="111450" y="83110"/>
                  <a:pt x="119515" y="91536"/>
                  <a:pt x="119292" y="101712"/>
                </a:cubicBezTo>
                <a:cubicBezTo>
                  <a:pt x="119070" y="111558"/>
                  <a:pt x="111143" y="119493"/>
                  <a:pt x="101290" y="1197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25D13-E521-4768-A40E-15859A0C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51" y="2107785"/>
            <a:ext cx="238673" cy="202874"/>
          </a:xfrm>
          <a:custGeom xmlns:a="http://schemas.openxmlformats.org/drawingml/2006/main">
            <a:pathLst>
              <a:path w="238673" h="202874">
                <a:moveTo>
                  <a:pt x="214808" y="202874"/>
                </a:moveTo>
                <a:lnTo>
                  <a:pt x="23867" y="202874"/>
                </a:lnTo>
                <a:cubicBezTo>
                  <a:pt x="10678" y="202874"/>
                  <a:pt x="0" y="192196"/>
                  <a:pt x="0" y="179006"/>
                </a:cubicBezTo>
                <a:lnTo>
                  <a:pt x="0" y="23865"/>
                </a:lnTo>
                <a:cubicBezTo>
                  <a:pt x="0" y="10670"/>
                  <a:pt x="10678" y="0"/>
                  <a:pt x="23867" y="0"/>
                </a:cubicBezTo>
                <a:lnTo>
                  <a:pt x="214808" y="0"/>
                </a:lnTo>
                <a:cubicBezTo>
                  <a:pt x="228003" y="0"/>
                  <a:pt x="238673" y="10670"/>
                  <a:pt x="238673" y="23865"/>
                </a:cubicBezTo>
                <a:lnTo>
                  <a:pt x="238673" y="179006"/>
                </a:lnTo>
                <a:cubicBezTo>
                  <a:pt x="238673" y="192196"/>
                  <a:pt x="228003" y="202874"/>
                  <a:pt x="214808" y="202874"/>
                </a:cubicBezTo>
                <a:close/>
              </a:path>
            </a:pathLst>
          </a:custGeom>
          <a:solidFill xmlns:a="http://schemas.openxmlformats.org/drawingml/2006/main">
            <a:srgbClr val="D2F4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FD8505-2B7D-4219-82AF-B75A07B3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51" y="2159440"/>
            <a:ext cx="238673" cy="151376"/>
          </a:xfrm>
          <a:custGeom xmlns:a="http://schemas.openxmlformats.org/drawingml/2006/main">
            <a:pathLst>
              <a:path w="238673" h="151376">
                <a:moveTo>
                  <a:pt x="238673" y="93119"/>
                </a:moveTo>
                <a:lnTo>
                  <a:pt x="226747" y="78672"/>
                </a:lnTo>
                <a:lnTo>
                  <a:pt x="153730" y="5809"/>
                </a:lnTo>
                <a:cubicBezTo>
                  <a:pt x="147921" y="0"/>
                  <a:pt x="138495" y="0"/>
                  <a:pt x="132686" y="5809"/>
                </a:cubicBezTo>
                <a:lnTo>
                  <a:pt x="91545" y="46795"/>
                </a:lnTo>
                <a:cubicBezTo>
                  <a:pt x="90760" y="47577"/>
                  <a:pt x="89974" y="47744"/>
                  <a:pt x="89503" y="47744"/>
                </a:cubicBezTo>
                <a:cubicBezTo>
                  <a:pt x="89032" y="47744"/>
                  <a:pt x="88090" y="47577"/>
                  <a:pt x="87462" y="46795"/>
                </a:cubicBezTo>
                <a:lnTo>
                  <a:pt x="76156" y="35651"/>
                </a:lnTo>
                <a:cubicBezTo>
                  <a:pt x="70346" y="29841"/>
                  <a:pt x="60925" y="29841"/>
                  <a:pt x="55115" y="35651"/>
                </a:cubicBezTo>
                <a:lnTo>
                  <a:pt x="11934" y="78829"/>
                </a:lnTo>
                <a:lnTo>
                  <a:pt x="0" y="93276"/>
                </a:lnTo>
                <a:lnTo>
                  <a:pt x="0" y="127508"/>
                </a:lnTo>
                <a:cubicBezTo>
                  <a:pt x="0" y="140698"/>
                  <a:pt x="10678" y="151376"/>
                  <a:pt x="23867" y="151376"/>
                </a:cubicBezTo>
                <a:lnTo>
                  <a:pt x="214808" y="151376"/>
                </a:lnTo>
                <a:cubicBezTo>
                  <a:pt x="228003" y="151376"/>
                  <a:pt x="238673" y="140698"/>
                  <a:pt x="238673" y="127509"/>
                </a:cubicBezTo>
                <a:lnTo>
                  <a:pt x="238673" y="93119"/>
                </a:lnTo>
              </a:path>
            </a:pathLst>
          </a:custGeom>
          <a:solidFill xmlns:a="http://schemas.openxmlformats.org/drawingml/2006/main">
            <a:srgbClr val="16C4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3F32E-DD56-4172-9590-8EF02723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69" y="2134625"/>
            <a:ext cx="29834" cy="29841"/>
          </a:xfrm>
          <a:custGeom xmlns:a="http://schemas.openxmlformats.org/drawingml/2006/main">
            <a:pathLst>
              <a:path w="29834" h="29841">
                <a:moveTo>
                  <a:pt x="0" y="14927"/>
                </a:moveTo>
                <a:cubicBezTo>
                  <a:pt x="0" y="23160"/>
                  <a:pt x="6678" y="29841"/>
                  <a:pt x="14918" y="29841"/>
                </a:cubicBezTo>
                <a:cubicBezTo>
                  <a:pt x="23155" y="29841"/>
                  <a:pt x="29834" y="23160"/>
                  <a:pt x="29834" y="14927"/>
                </a:cubicBezTo>
                <a:cubicBezTo>
                  <a:pt x="29834" y="6681"/>
                  <a:pt x="23155" y="0"/>
                  <a:pt x="14918" y="0"/>
                </a:cubicBezTo>
                <a:cubicBezTo>
                  <a:pt x="6678" y="0"/>
                  <a:pt x="0" y="6681"/>
                  <a:pt x="0" y="14927"/>
                </a:cubicBezTo>
                <a:close/>
              </a:path>
            </a:pathLst>
          </a:custGeom>
          <a:solidFill xmlns:a="http://schemas.openxmlformats.org/drawingml/2006/main">
            <a:srgbClr val="E540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06E2C0-A148-4604-A334-A9CC4920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19" y="2244393"/>
            <a:ext cx="122480" cy="41769"/>
          </a:xfrm>
          <a:custGeom xmlns:a="http://schemas.openxmlformats.org/drawingml/2006/main">
            <a:pathLst>
              <a:path w="122480" h="41769">
                <a:moveTo>
                  <a:pt x="116196" y="41769"/>
                </a:moveTo>
                <a:lnTo>
                  <a:pt x="6281" y="41769"/>
                </a:lnTo>
                <a:cubicBezTo>
                  <a:pt x="2826" y="41769"/>
                  <a:pt x="0" y="38942"/>
                  <a:pt x="0" y="35488"/>
                </a:cubicBezTo>
                <a:cubicBezTo>
                  <a:pt x="0" y="32033"/>
                  <a:pt x="2826" y="29207"/>
                  <a:pt x="6281" y="29207"/>
                </a:cubicBezTo>
                <a:lnTo>
                  <a:pt x="116196" y="29207"/>
                </a:lnTo>
                <a:cubicBezTo>
                  <a:pt x="119646" y="29207"/>
                  <a:pt x="122480" y="32033"/>
                  <a:pt x="122480" y="35488"/>
                </a:cubicBezTo>
                <a:cubicBezTo>
                  <a:pt x="122480" y="38943"/>
                  <a:pt x="119646" y="41769"/>
                  <a:pt x="116196" y="41769"/>
                </a:cubicBezTo>
                <a:close/>
                <a:moveTo>
                  <a:pt x="61235" y="12562"/>
                </a:moveTo>
                <a:lnTo>
                  <a:pt x="6281" y="12562"/>
                </a:lnTo>
                <a:cubicBezTo>
                  <a:pt x="2826" y="12562"/>
                  <a:pt x="0" y="9736"/>
                  <a:pt x="0" y="6281"/>
                </a:cubicBezTo>
                <a:cubicBezTo>
                  <a:pt x="0" y="2826"/>
                  <a:pt x="2826" y="0"/>
                  <a:pt x="6281" y="0"/>
                </a:cubicBezTo>
                <a:lnTo>
                  <a:pt x="61235" y="0"/>
                </a:lnTo>
                <a:cubicBezTo>
                  <a:pt x="64697" y="0"/>
                  <a:pt x="67518" y="2826"/>
                  <a:pt x="67518" y="6281"/>
                </a:cubicBezTo>
                <a:cubicBezTo>
                  <a:pt x="67518" y="9736"/>
                  <a:pt x="64697" y="12562"/>
                  <a:pt x="61235" y="12562"/>
                </a:cubicBezTo>
                <a:close/>
              </a:path>
            </a:pathLst>
          </a:custGeom>
          <a:solidFill xmlns:a="http://schemas.openxmlformats.org/drawingml/2006/main">
            <a:srgbClr val="0B96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623BE5-FB70-47DC-B8DB-90676C1D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16" y="103694"/>
            <a:ext cx="4047295" cy="2789813"/>
          </a:xfrm>
          <a:custGeom xmlns:a="http://schemas.openxmlformats.org/drawingml/2006/main">
            <a:pathLst>
              <a:path w="4047295" h="2789813">
                <a:moveTo>
                  <a:pt x="0" y="87641"/>
                </a:moveTo>
                <a:cubicBezTo>
                  <a:pt x="0" y="39240"/>
                  <a:pt x="39240" y="0"/>
                  <a:pt x="87727" y="0"/>
                </a:cubicBezTo>
                <a:lnTo>
                  <a:pt x="3959654" y="0"/>
                </a:lnTo>
                <a:cubicBezTo>
                  <a:pt x="4008056" y="0"/>
                  <a:pt x="4047295" y="39240"/>
                  <a:pt x="4047295" y="87641"/>
                </a:cubicBezTo>
                <a:lnTo>
                  <a:pt x="4047295" y="2702173"/>
                </a:lnTo>
                <a:cubicBezTo>
                  <a:pt x="4047295" y="2750574"/>
                  <a:pt x="4008056" y="2789813"/>
                  <a:pt x="3959654" y="2789813"/>
                </a:cubicBezTo>
                <a:lnTo>
                  <a:pt x="87727" y="2789813"/>
                </a:lnTo>
                <a:cubicBezTo>
                  <a:pt x="39240" y="2789813"/>
                  <a:pt x="0" y="2750574"/>
                  <a:pt x="0" y="2702173"/>
                </a:cubicBezTo>
                <a:lnTo>
                  <a:pt x="0" y="87641"/>
                </a:lnTo>
                <a:close/>
              </a:path>
            </a:pathLst>
          </a:custGeom>
          <a:solidFill xmlns:a="http://schemas.openxmlformats.org/drawingml/2006/main">
            <a:srgbClr val="3539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●">
            <a:extLst xmlns:a="http://schemas.openxmlformats.org/drawingml/2006/main">
              <a:ext uri="{FF2B5EF4-FFF2-40B4-BE49-F238E27FC236}">
                <a16:creationId xmlns:a16="http://schemas.microsoft.com/office/drawing/2014/main" id="{6322B1C8-3EEB-4E1B-8062-44C13901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676" y="203573"/>
            <a:ext cx="88286" cy="88108"/>
          </a:xfrm>
          <a:custGeom xmlns:a="http://schemas.openxmlformats.org/drawingml/2006/main">
            <a:pathLst>
              <a:path w="88286" h="88108">
                <a:moveTo>
                  <a:pt x="44143" y="0"/>
                </a:moveTo>
                <a:cubicBezTo>
                  <a:pt x="71004" y="2607"/>
                  <a:pt x="85718" y="17341"/>
                  <a:pt x="88286" y="44202"/>
                </a:cubicBezTo>
                <a:cubicBezTo>
                  <a:pt x="85718" y="70984"/>
                  <a:pt x="71004" y="85620"/>
                  <a:pt x="44143" y="88108"/>
                </a:cubicBezTo>
                <a:cubicBezTo>
                  <a:pt x="17282" y="85620"/>
                  <a:pt x="2568" y="70984"/>
                  <a:pt x="0" y="44202"/>
                </a:cubicBezTo>
                <a:cubicBezTo>
                  <a:pt x="2568" y="17341"/>
                  <a:pt x="17282" y="2607"/>
                  <a:pt x="44143" y="0"/>
                </a:cubicBezTo>
                <a:close/>
              </a:path>
            </a:pathLst>
          </a:custGeom>
          <a:solidFill xmlns:a="http://schemas.openxmlformats.org/drawingml/2006/main">
            <a:srgbClr val="FE82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●">
            <a:extLst xmlns:a="http://schemas.openxmlformats.org/drawingml/2006/main">
              <a:ext uri="{FF2B5EF4-FFF2-40B4-BE49-F238E27FC236}">
                <a16:creationId xmlns:a16="http://schemas.microsoft.com/office/drawing/2014/main" id="{A7F4D622-3516-4B51-BD25-2C198D8C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025" y="203573"/>
            <a:ext cx="88286" cy="88108"/>
          </a:xfrm>
          <a:custGeom xmlns:a="http://schemas.openxmlformats.org/drawingml/2006/main">
            <a:pathLst>
              <a:path w="88286" h="88108">
                <a:moveTo>
                  <a:pt x="44143" y="0"/>
                </a:moveTo>
                <a:cubicBezTo>
                  <a:pt x="71004" y="2607"/>
                  <a:pt x="85718" y="17341"/>
                  <a:pt x="88286" y="44202"/>
                </a:cubicBezTo>
                <a:cubicBezTo>
                  <a:pt x="85718" y="70984"/>
                  <a:pt x="71004" y="85620"/>
                  <a:pt x="44143" y="88108"/>
                </a:cubicBezTo>
                <a:cubicBezTo>
                  <a:pt x="17282" y="85620"/>
                  <a:pt x="2568" y="70984"/>
                  <a:pt x="0" y="44202"/>
                </a:cubicBezTo>
                <a:cubicBezTo>
                  <a:pt x="2568" y="17341"/>
                  <a:pt x="17282" y="2607"/>
                  <a:pt x="44143" y="0"/>
                </a:cubicBezTo>
                <a:close/>
              </a:path>
            </a:pathLst>
          </a:custGeom>
          <a:solidFill xmlns:a="http://schemas.openxmlformats.org/drawingml/2006/main">
            <a:srgbClr val="F8E2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●">
            <a:extLst xmlns:a="http://schemas.openxmlformats.org/drawingml/2006/main">
              <a:ext uri="{FF2B5EF4-FFF2-40B4-BE49-F238E27FC236}">
                <a16:creationId xmlns:a16="http://schemas.microsoft.com/office/drawing/2014/main" id="{72429991-6D11-48EC-A9AC-18307D56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374" y="203573"/>
            <a:ext cx="88286" cy="88108"/>
          </a:xfrm>
          <a:custGeom xmlns:a="http://schemas.openxmlformats.org/drawingml/2006/main">
            <a:pathLst>
              <a:path w="88286" h="88108">
                <a:moveTo>
                  <a:pt x="44143" y="0"/>
                </a:moveTo>
                <a:cubicBezTo>
                  <a:pt x="71004" y="2607"/>
                  <a:pt x="85718" y="17341"/>
                  <a:pt x="88286" y="44202"/>
                </a:cubicBezTo>
                <a:cubicBezTo>
                  <a:pt x="85718" y="70984"/>
                  <a:pt x="71004" y="85620"/>
                  <a:pt x="44143" y="88108"/>
                </a:cubicBezTo>
                <a:cubicBezTo>
                  <a:pt x="17282" y="85620"/>
                  <a:pt x="2568" y="70984"/>
                  <a:pt x="0" y="44202"/>
                </a:cubicBezTo>
                <a:cubicBezTo>
                  <a:pt x="2568" y="17341"/>
                  <a:pt x="17282" y="2607"/>
                  <a:pt x="44143" y="0"/>
                </a:cubicBezTo>
                <a:close/>
              </a:path>
            </a:pathLst>
          </a:custGeom>
          <a:solidFill xmlns:a="http://schemas.openxmlformats.org/drawingml/2006/main">
            <a:srgbClr val="60EF8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d9526bb824e03"/>
          <a:stretch xmlns:a="http://schemas.openxmlformats.org/drawingml/2006/main"/>
        </p:blipFill>
        <p:spPr>
          <a:xfrm xmlns:a="http://schemas.openxmlformats.org/drawingml/2006/main">
            <a:off x="3387499" y="331699"/>
            <a:ext cx="3691415" cy="2459907"/>
          </a:xfrm>
          <a:prstGeom xmlns:a="http://schemas.openxmlformats.org/drawingml/2006/main" prst="rect">
            <a:avLst/>
          </a:prstGeom>
        </p:spPr>
      </p:pic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549BEE-38DE-4199-8C34-5FD2B797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726" y="199978"/>
            <a:ext cx="2500875" cy="94296"/>
          </a:xfrm>
          <a:custGeom xmlns:a="http://schemas.openxmlformats.org/drawingml/2006/main">
            <a:pathLst>
              <a:path w="2500875" h="94296">
                <a:moveTo>
                  <a:pt x="0" y="47105"/>
                </a:moveTo>
                <a:cubicBezTo>
                  <a:pt x="0" y="21089"/>
                  <a:pt x="21089" y="0"/>
                  <a:pt x="47191" y="0"/>
                </a:cubicBezTo>
                <a:lnTo>
                  <a:pt x="2453770" y="0"/>
                </a:lnTo>
                <a:cubicBezTo>
                  <a:pt x="2479786" y="0"/>
                  <a:pt x="2500875" y="21089"/>
                  <a:pt x="2500875" y="47105"/>
                </a:cubicBezTo>
                <a:cubicBezTo>
                  <a:pt x="2500875" y="73207"/>
                  <a:pt x="2479786" y="94296"/>
                  <a:pt x="2453770" y="94296"/>
                </a:cubicBezTo>
                <a:lnTo>
                  <a:pt x="47191" y="94296"/>
                </a:lnTo>
                <a:cubicBezTo>
                  <a:pt x="21089" y="94296"/>
                  <a:pt x="0" y="73207"/>
                  <a:pt x="0" y="47105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3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https://user-images.githubusercontent.com/109202769/178670197-39e8aa2c-5905-465c-b29b-6810768bac7c.png">
            <a:extLst xmlns:a="http://schemas.openxmlformats.org/drawingml/2006/main">
              <a:ext uri="{FF2B5EF4-FFF2-40B4-BE49-F238E27FC236}">
                <a16:creationId xmlns:a16="http://schemas.microsoft.com/office/drawing/2014/main" id="{DEB69E07-F591-4C9A-B39C-508FAF94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723" y="230107"/>
            <a:ext cx="2164217" cy="41252"/>
          </a:xfrm>
          <a:custGeom xmlns:a="http://schemas.openxmlformats.org/drawingml/2006/main">
            <a:pathLst>
              <a:path w="2164217" h="41252">
                <a:moveTo>
                  <a:pt x="0" y="0"/>
                </a:moveTo>
                <a:lnTo>
                  <a:pt x="0" y="31756"/>
                </a:lnTo>
                <a:lnTo>
                  <a:pt x="3616" y="31756"/>
                </a:lnTo>
                <a:lnTo>
                  <a:pt x="3616" y="19167"/>
                </a:lnTo>
                <a:cubicBezTo>
                  <a:pt x="3616" y="14506"/>
                  <a:pt x="6055" y="11457"/>
                  <a:pt x="9802" y="11457"/>
                </a:cubicBezTo>
                <a:cubicBezTo>
                  <a:pt x="11021" y="11457"/>
                  <a:pt x="12154" y="11805"/>
                  <a:pt x="13025" y="12458"/>
                </a:cubicBezTo>
                <a:cubicBezTo>
                  <a:pt x="14070" y="13243"/>
                  <a:pt x="14506" y="14331"/>
                  <a:pt x="14506" y="15943"/>
                </a:cubicBezTo>
                <a:lnTo>
                  <a:pt x="14506" y="31756"/>
                </a:lnTo>
                <a:lnTo>
                  <a:pt x="18121" y="31756"/>
                </a:lnTo>
                <a:lnTo>
                  <a:pt x="18121" y="14506"/>
                </a:lnTo>
                <a:cubicBezTo>
                  <a:pt x="18121" y="10672"/>
                  <a:pt x="15377" y="8277"/>
                  <a:pt x="10934" y="8277"/>
                </a:cubicBezTo>
                <a:cubicBezTo>
                  <a:pt x="7710" y="8277"/>
                  <a:pt x="5750" y="9278"/>
                  <a:pt x="3616" y="12066"/>
                </a:cubicBezTo>
                <a:lnTo>
                  <a:pt x="3616" y="0"/>
                </a:lnTo>
                <a:lnTo>
                  <a:pt x="0" y="0"/>
                </a:lnTo>
                <a:close/>
                <a:moveTo>
                  <a:pt x="31887" y="8930"/>
                </a:moveTo>
                <a:lnTo>
                  <a:pt x="28141" y="8930"/>
                </a:lnTo>
                <a:lnTo>
                  <a:pt x="28141" y="2657"/>
                </a:lnTo>
                <a:lnTo>
                  <a:pt x="24525" y="2657"/>
                </a:lnTo>
                <a:lnTo>
                  <a:pt x="24525" y="8930"/>
                </a:lnTo>
                <a:lnTo>
                  <a:pt x="21432" y="8930"/>
                </a:lnTo>
                <a:lnTo>
                  <a:pt x="21432" y="11892"/>
                </a:lnTo>
                <a:lnTo>
                  <a:pt x="24525" y="11892"/>
                </a:lnTo>
                <a:lnTo>
                  <a:pt x="24525" y="29142"/>
                </a:lnTo>
                <a:cubicBezTo>
                  <a:pt x="24525" y="31494"/>
                  <a:pt x="26093" y="32758"/>
                  <a:pt x="28924" y="32758"/>
                </a:cubicBezTo>
                <a:cubicBezTo>
                  <a:pt x="29883" y="32758"/>
                  <a:pt x="30667" y="32671"/>
                  <a:pt x="31887" y="32453"/>
                </a:cubicBezTo>
                <a:lnTo>
                  <a:pt x="31887" y="29404"/>
                </a:lnTo>
                <a:cubicBezTo>
                  <a:pt x="31364" y="29534"/>
                  <a:pt x="30884" y="29578"/>
                  <a:pt x="30144" y="29578"/>
                </a:cubicBezTo>
                <a:cubicBezTo>
                  <a:pt x="28576" y="29578"/>
                  <a:pt x="28141" y="29142"/>
                  <a:pt x="28141" y="27530"/>
                </a:cubicBezTo>
                <a:lnTo>
                  <a:pt x="28141" y="11892"/>
                </a:lnTo>
                <a:lnTo>
                  <a:pt x="31887" y="11892"/>
                </a:lnTo>
                <a:lnTo>
                  <a:pt x="31887" y="8930"/>
                </a:lnTo>
                <a:close/>
                <a:moveTo>
                  <a:pt x="44302" y="8930"/>
                </a:moveTo>
                <a:lnTo>
                  <a:pt x="40556" y="8930"/>
                </a:lnTo>
                <a:lnTo>
                  <a:pt x="40556" y="2657"/>
                </a:lnTo>
                <a:lnTo>
                  <a:pt x="36940" y="2657"/>
                </a:lnTo>
                <a:lnTo>
                  <a:pt x="36940" y="8930"/>
                </a:lnTo>
                <a:lnTo>
                  <a:pt x="33847" y="8930"/>
                </a:lnTo>
                <a:lnTo>
                  <a:pt x="33847" y="11892"/>
                </a:lnTo>
                <a:lnTo>
                  <a:pt x="36940" y="11892"/>
                </a:lnTo>
                <a:lnTo>
                  <a:pt x="36940" y="29142"/>
                </a:lnTo>
                <a:cubicBezTo>
                  <a:pt x="36940" y="31494"/>
                  <a:pt x="38508" y="32758"/>
                  <a:pt x="41339" y="32758"/>
                </a:cubicBezTo>
                <a:cubicBezTo>
                  <a:pt x="42298" y="32758"/>
                  <a:pt x="43082" y="32671"/>
                  <a:pt x="44302" y="32453"/>
                </a:cubicBezTo>
                <a:lnTo>
                  <a:pt x="44302" y="29404"/>
                </a:lnTo>
                <a:cubicBezTo>
                  <a:pt x="43779" y="29534"/>
                  <a:pt x="43299" y="29578"/>
                  <a:pt x="42559" y="29578"/>
                </a:cubicBezTo>
                <a:cubicBezTo>
                  <a:pt x="40991" y="29578"/>
                  <a:pt x="40556" y="29142"/>
                  <a:pt x="40556" y="27530"/>
                </a:cubicBezTo>
                <a:lnTo>
                  <a:pt x="40556" y="11892"/>
                </a:lnTo>
                <a:lnTo>
                  <a:pt x="44302" y="11892"/>
                </a:lnTo>
                <a:lnTo>
                  <a:pt x="44302" y="8930"/>
                </a:lnTo>
                <a:close/>
                <a:moveTo>
                  <a:pt x="48004" y="41252"/>
                </a:moveTo>
                <a:lnTo>
                  <a:pt x="51663" y="41252"/>
                </a:lnTo>
                <a:lnTo>
                  <a:pt x="51663" y="29360"/>
                </a:lnTo>
                <a:cubicBezTo>
                  <a:pt x="53580" y="31712"/>
                  <a:pt x="55714" y="32758"/>
                  <a:pt x="58677" y="32758"/>
                </a:cubicBezTo>
                <a:cubicBezTo>
                  <a:pt x="64601" y="32758"/>
                  <a:pt x="68435" y="28009"/>
                  <a:pt x="68435" y="20735"/>
                </a:cubicBezTo>
                <a:cubicBezTo>
                  <a:pt x="68435" y="13068"/>
                  <a:pt x="64688" y="8277"/>
                  <a:pt x="58633" y="8277"/>
                </a:cubicBezTo>
                <a:cubicBezTo>
                  <a:pt x="55540" y="8277"/>
                  <a:pt x="53058" y="9671"/>
                  <a:pt x="51359" y="12371"/>
                </a:cubicBezTo>
                <a:lnTo>
                  <a:pt x="51359" y="8930"/>
                </a:lnTo>
                <a:lnTo>
                  <a:pt x="48004" y="8930"/>
                </a:lnTo>
                <a:lnTo>
                  <a:pt x="48004" y="41252"/>
                </a:lnTo>
                <a:moveTo>
                  <a:pt x="58024" y="11674"/>
                </a:moveTo>
                <a:cubicBezTo>
                  <a:pt x="62031" y="11674"/>
                  <a:pt x="64644" y="15203"/>
                  <a:pt x="64644" y="20648"/>
                </a:cubicBezTo>
                <a:cubicBezTo>
                  <a:pt x="64644" y="25832"/>
                  <a:pt x="61988" y="29360"/>
                  <a:pt x="58024" y="29360"/>
                </a:cubicBezTo>
                <a:cubicBezTo>
                  <a:pt x="54146" y="29360"/>
                  <a:pt x="51663" y="25875"/>
                  <a:pt x="51663" y="20517"/>
                </a:cubicBezTo>
                <a:cubicBezTo>
                  <a:pt x="51663" y="15159"/>
                  <a:pt x="54146" y="11674"/>
                  <a:pt x="58024" y="11674"/>
                </a:cubicBezTo>
                <a:close/>
                <a:moveTo>
                  <a:pt x="88603" y="15290"/>
                </a:moveTo>
                <a:cubicBezTo>
                  <a:pt x="88560" y="10803"/>
                  <a:pt x="85597" y="8277"/>
                  <a:pt x="80326" y="8277"/>
                </a:cubicBezTo>
                <a:cubicBezTo>
                  <a:pt x="75012" y="8277"/>
                  <a:pt x="71571" y="11021"/>
                  <a:pt x="71571" y="15246"/>
                </a:cubicBezTo>
                <a:cubicBezTo>
                  <a:pt x="71571" y="18818"/>
                  <a:pt x="73400" y="20517"/>
                  <a:pt x="78802" y="21824"/>
                </a:cubicBezTo>
                <a:lnTo>
                  <a:pt x="82200" y="22651"/>
                </a:lnTo>
                <a:cubicBezTo>
                  <a:pt x="84726" y="23261"/>
                  <a:pt x="85728" y="24176"/>
                  <a:pt x="85728" y="25788"/>
                </a:cubicBezTo>
                <a:cubicBezTo>
                  <a:pt x="85728" y="27966"/>
                  <a:pt x="83594" y="29404"/>
                  <a:pt x="80414" y="29404"/>
                </a:cubicBezTo>
                <a:cubicBezTo>
                  <a:pt x="78453" y="29404"/>
                  <a:pt x="76798" y="28838"/>
                  <a:pt x="75883" y="27879"/>
                </a:cubicBezTo>
                <a:cubicBezTo>
                  <a:pt x="75317" y="27226"/>
                  <a:pt x="75056" y="26572"/>
                  <a:pt x="74838" y="24960"/>
                </a:cubicBezTo>
                <a:lnTo>
                  <a:pt x="71004" y="24960"/>
                </a:lnTo>
                <a:cubicBezTo>
                  <a:pt x="71179" y="30231"/>
                  <a:pt x="74141" y="32758"/>
                  <a:pt x="80109" y="32758"/>
                </a:cubicBezTo>
                <a:cubicBezTo>
                  <a:pt x="85859" y="32758"/>
                  <a:pt x="89518" y="29926"/>
                  <a:pt x="89518" y="25527"/>
                </a:cubicBezTo>
                <a:cubicBezTo>
                  <a:pt x="89518" y="22129"/>
                  <a:pt x="87601" y="20256"/>
                  <a:pt x="83071" y="19167"/>
                </a:cubicBezTo>
                <a:lnTo>
                  <a:pt x="79586" y="18339"/>
                </a:lnTo>
                <a:cubicBezTo>
                  <a:pt x="76624" y="17642"/>
                  <a:pt x="75360" y="16684"/>
                  <a:pt x="75360" y="15072"/>
                </a:cubicBezTo>
                <a:cubicBezTo>
                  <a:pt x="75360" y="12938"/>
                  <a:pt x="77233" y="11631"/>
                  <a:pt x="80196" y="11631"/>
                </a:cubicBezTo>
                <a:cubicBezTo>
                  <a:pt x="83114" y="11631"/>
                  <a:pt x="84682" y="12894"/>
                  <a:pt x="84770" y="15290"/>
                </a:cubicBezTo>
                <a:lnTo>
                  <a:pt x="88603" y="15290"/>
                </a:lnTo>
                <a:close/>
                <a:moveTo>
                  <a:pt x="99580" y="27226"/>
                </a:moveTo>
                <a:lnTo>
                  <a:pt x="95050" y="27226"/>
                </a:lnTo>
                <a:lnTo>
                  <a:pt x="95050" y="31756"/>
                </a:lnTo>
                <a:lnTo>
                  <a:pt x="99580" y="31756"/>
                </a:lnTo>
                <a:lnTo>
                  <a:pt x="99580" y="27226"/>
                </a:lnTo>
                <a:moveTo>
                  <a:pt x="99580" y="8930"/>
                </a:moveTo>
                <a:lnTo>
                  <a:pt x="95050" y="8930"/>
                </a:lnTo>
                <a:lnTo>
                  <a:pt x="95050" y="13460"/>
                </a:lnTo>
                <a:lnTo>
                  <a:pt x="99580" y="13460"/>
                </a:lnTo>
                <a:lnTo>
                  <a:pt x="99580" y="8930"/>
                </a:lnTo>
                <a:close/>
                <a:moveTo>
                  <a:pt x="112649" y="0"/>
                </a:moveTo>
                <a:lnTo>
                  <a:pt x="102325" y="32627"/>
                </a:lnTo>
                <a:lnTo>
                  <a:pt x="104721" y="32627"/>
                </a:lnTo>
                <a:lnTo>
                  <a:pt x="115045" y="0"/>
                </a:lnTo>
                <a:lnTo>
                  <a:pt x="112649" y="0"/>
                </a:lnTo>
                <a:close/>
                <a:moveTo>
                  <a:pt x="125063" y="0"/>
                </a:moveTo>
                <a:lnTo>
                  <a:pt x="114739" y="32627"/>
                </a:lnTo>
                <a:lnTo>
                  <a:pt x="117136" y="32627"/>
                </a:lnTo>
                <a:lnTo>
                  <a:pt x="127460" y="0"/>
                </a:lnTo>
                <a:lnTo>
                  <a:pt x="125063" y="0"/>
                </a:lnTo>
                <a:close/>
                <a:moveTo>
                  <a:pt x="148500" y="31756"/>
                </a:moveTo>
                <a:lnTo>
                  <a:pt x="148500" y="8930"/>
                </a:lnTo>
                <a:lnTo>
                  <a:pt x="144884" y="8930"/>
                </a:lnTo>
                <a:lnTo>
                  <a:pt x="144884" y="21868"/>
                </a:lnTo>
                <a:cubicBezTo>
                  <a:pt x="144884" y="26528"/>
                  <a:pt x="142445" y="29578"/>
                  <a:pt x="138655" y="29578"/>
                </a:cubicBezTo>
                <a:cubicBezTo>
                  <a:pt x="135780" y="29578"/>
                  <a:pt x="133950" y="27835"/>
                  <a:pt x="133950" y="25091"/>
                </a:cubicBezTo>
                <a:lnTo>
                  <a:pt x="133950" y="8930"/>
                </a:lnTo>
                <a:lnTo>
                  <a:pt x="130335" y="8930"/>
                </a:lnTo>
                <a:lnTo>
                  <a:pt x="130335" y="26528"/>
                </a:lnTo>
                <a:cubicBezTo>
                  <a:pt x="130335" y="30319"/>
                  <a:pt x="133166" y="32758"/>
                  <a:pt x="137610" y="32758"/>
                </a:cubicBezTo>
                <a:cubicBezTo>
                  <a:pt x="140964" y="32758"/>
                  <a:pt x="143098" y="31581"/>
                  <a:pt x="145233" y="28576"/>
                </a:cubicBezTo>
                <a:lnTo>
                  <a:pt x="145233" y="31756"/>
                </a:lnTo>
                <a:lnTo>
                  <a:pt x="148500" y="31756"/>
                </a:lnTo>
                <a:close/>
                <a:moveTo>
                  <a:pt x="170454" y="15290"/>
                </a:moveTo>
                <a:cubicBezTo>
                  <a:pt x="170411" y="10803"/>
                  <a:pt x="167448" y="8277"/>
                  <a:pt x="162177" y="8277"/>
                </a:cubicBezTo>
                <a:cubicBezTo>
                  <a:pt x="156863" y="8277"/>
                  <a:pt x="153422" y="11021"/>
                  <a:pt x="153422" y="15246"/>
                </a:cubicBezTo>
                <a:cubicBezTo>
                  <a:pt x="153422" y="18818"/>
                  <a:pt x="155251" y="20517"/>
                  <a:pt x="160653" y="21824"/>
                </a:cubicBezTo>
                <a:lnTo>
                  <a:pt x="164051" y="22651"/>
                </a:lnTo>
                <a:cubicBezTo>
                  <a:pt x="166578" y="23261"/>
                  <a:pt x="167579" y="24176"/>
                  <a:pt x="167579" y="25788"/>
                </a:cubicBezTo>
                <a:cubicBezTo>
                  <a:pt x="167579" y="27966"/>
                  <a:pt x="165445" y="29404"/>
                  <a:pt x="162265" y="29404"/>
                </a:cubicBezTo>
                <a:cubicBezTo>
                  <a:pt x="160304" y="29404"/>
                  <a:pt x="158649" y="28838"/>
                  <a:pt x="157735" y="27879"/>
                </a:cubicBezTo>
                <a:cubicBezTo>
                  <a:pt x="157168" y="27226"/>
                  <a:pt x="156907" y="26572"/>
                  <a:pt x="156689" y="24960"/>
                </a:cubicBezTo>
                <a:lnTo>
                  <a:pt x="152856" y="24960"/>
                </a:lnTo>
                <a:cubicBezTo>
                  <a:pt x="153030" y="30231"/>
                  <a:pt x="155992" y="32758"/>
                  <a:pt x="161960" y="32758"/>
                </a:cubicBezTo>
                <a:cubicBezTo>
                  <a:pt x="167710" y="32758"/>
                  <a:pt x="171369" y="29926"/>
                  <a:pt x="171369" y="25527"/>
                </a:cubicBezTo>
                <a:cubicBezTo>
                  <a:pt x="171369" y="22129"/>
                  <a:pt x="169453" y="20256"/>
                  <a:pt x="164922" y="19167"/>
                </a:cubicBezTo>
                <a:lnTo>
                  <a:pt x="161437" y="18339"/>
                </a:lnTo>
                <a:cubicBezTo>
                  <a:pt x="158475" y="17642"/>
                  <a:pt x="157212" y="16684"/>
                  <a:pt x="157212" y="15072"/>
                </a:cubicBezTo>
                <a:cubicBezTo>
                  <a:pt x="157212" y="12938"/>
                  <a:pt x="159085" y="11631"/>
                  <a:pt x="162047" y="11631"/>
                </a:cubicBezTo>
                <a:cubicBezTo>
                  <a:pt x="164966" y="11631"/>
                  <a:pt x="166534" y="12894"/>
                  <a:pt x="166621" y="15290"/>
                </a:cubicBezTo>
                <a:lnTo>
                  <a:pt x="170454" y="15290"/>
                </a:lnTo>
                <a:close/>
                <a:moveTo>
                  <a:pt x="194457" y="21563"/>
                </a:moveTo>
                <a:cubicBezTo>
                  <a:pt x="194457" y="18078"/>
                  <a:pt x="194195" y="15986"/>
                  <a:pt x="193542" y="14288"/>
                </a:cubicBezTo>
                <a:cubicBezTo>
                  <a:pt x="192061" y="10541"/>
                  <a:pt x="188576" y="8277"/>
                  <a:pt x="184307" y="8277"/>
                </a:cubicBezTo>
                <a:cubicBezTo>
                  <a:pt x="177947" y="8277"/>
                  <a:pt x="173852" y="13112"/>
                  <a:pt x="173852" y="20648"/>
                </a:cubicBezTo>
                <a:cubicBezTo>
                  <a:pt x="173852" y="28184"/>
                  <a:pt x="177773" y="32758"/>
                  <a:pt x="184220" y="32758"/>
                </a:cubicBezTo>
                <a:cubicBezTo>
                  <a:pt x="189447" y="32758"/>
                  <a:pt x="193062" y="29795"/>
                  <a:pt x="193978" y="24829"/>
                </a:cubicBezTo>
                <a:lnTo>
                  <a:pt x="190319" y="24829"/>
                </a:lnTo>
                <a:cubicBezTo>
                  <a:pt x="189316" y="27835"/>
                  <a:pt x="187269" y="29404"/>
                  <a:pt x="184350" y="29404"/>
                </a:cubicBezTo>
                <a:cubicBezTo>
                  <a:pt x="182042" y="29404"/>
                  <a:pt x="180082" y="28358"/>
                  <a:pt x="178862" y="26441"/>
                </a:cubicBezTo>
                <a:cubicBezTo>
                  <a:pt x="177991" y="25135"/>
                  <a:pt x="177686" y="23828"/>
                  <a:pt x="177642" y="21563"/>
                </a:cubicBezTo>
                <a:lnTo>
                  <a:pt x="194457" y="21563"/>
                </a:lnTo>
                <a:moveTo>
                  <a:pt x="177729" y="18601"/>
                </a:moveTo>
                <a:cubicBezTo>
                  <a:pt x="178034" y="14375"/>
                  <a:pt x="180604" y="11631"/>
                  <a:pt x="184263" y="11631"/>
                </a:cubicBezTo>
                <a:cubicBezTo>
                  <a:pt x="187966" y="11631"/>
                  <a:pt x="190536" y="14506"/>
                  <a:pt x="190536" y="18601"/>
                </a:cubicBezTo>
                <a:lnTo>
                  <a:pt x="177729" y="18601"/>
                </a:lnTo>
                <a:close/>
                <a:moveTo>
                  <a:pt x="198986" y="8930"/>
                </a:moveTo>
                <a:lnTo>
                  <a:pt x="198986" y="31756"/>
                </a:lnTo>
                <a:lnTo>
                  <a:pt x="202646" y="31756"/>
                </a:lnTo>
                <a:lnTo>
                  <a:pt x="202646" y="19907"/>
                </a:lnTo>
                <a:cubicBezTo>
                  <a:pt x="202689" y="14418"/>
                  <a:pt x="204955" y="11979"/>
                  <a:pt x="209964" y="12110"/>
                </a:cubicBezTo>
                <a:lnTo>
                  <a:pt x="209964" y="8407"/>
                </a:lnTo>
                <a:cubicBezTo>
                  <a:pt x="209354" y="8320"/>
                  <a:pt x="209006" y="8277"/>
                  <a:pt x="208570" y="8277"/>
                </a:cubicBezTo>
                <a:cubicBezTo>
                  <a:pt x="206218" y="8277"/>
                  <a:pt x="204432" y="9671"/>
                  <a:pt x="202341" y="13068"/>
                </a:cubicBezTo>
                <a:lnTo>
                  <a:pt x="202341" y="8930"/>
                </a:lnTo>
                <a:lnTo>
                  <a:pt x="198986" y="8930"/>
                </a:lnTo>
                <a:close/>
                <a:moveTo>
                  <a:pt x="222979" y="18165"/>
                </a:moveTo>
                <a:lnTo>
                  <a:pt x="212611" y="18165"/>
                </a:lnTo>
                <a:lnTo>
                  <a:pt x="212611" y="21301"/>
                </a:lnTo>
                <a:lnTo>
                  <a:pt x="222979" y="21301"/>
                </a:lnTo>
                <a:lnTo>
                  <a:pt x="222979" y="18165"/>
                </a:lnTo>
                <a:close/>
                <a:moveTo>
                  <a:pt x="231662" y="8930"/>
                </a:moveTo>
                <a:lnTo>
                  <a:pt x="228046" y="8930"/>
                </a:lnTo>
                <a:lnTo>
                  <a:pt x="228046" y="31756"/>
                </a:lnTo>
                <a:lnTo>
                  <a:pt x="231662" y="31756"/>
                </a:lnTo>
                <a:lnTo>
                  <a:pt x="231662" y="8930"/>
                </a:lnTo>
                <a:moveTo>
                  <a:pt x="231662" y="0"/>
                </a:moveTo>
                <a:lnTo>
                  <a:pt x="228003" y="0"/>
                </a:lnTo>
                <a:lnTo>
                  <a:pt x="228003" y="4574"/>
                </a:lnTo>
                <a:lnTo>
                  <a:pt x="231662" y="4574"/>
                </a:lnTo>
                <a:lnTo>
                  <a:pt x="231662" y="0"/>
                </a:lnTo>
                <a:close/>
                <a:moveTo>
                  <a:pt x="237499" y="8930"/>
                </a:moveTo>
                <a:lnTo>
                  <a:pt x="237499" y="31756"/>
                </a:lnTo>
                <a:lnTo>
                  <a:pt x="241158" y="31756"/>
                </a:lnTo>
                <a:lnTo>
                  <a:pt x="241158" y="17424"/>
                </a:lnTo>
                <a:cubicBezTo>
                  <a:pt x="241158" y="14113"/>
                  <a:pt x="243554" y="11457"/>
                  <a:pt x="246516" y="11457"/>
                </a:cubicBezTo>
                <a:cubicBezTo>
                  <a:pt x="249217" y="11457"/>
                  <a:pt x="250742" y="13112"/>
                  <a:pt x="250742" y="16030"/>
                </a:cubicBezTo>
                <a:lnTo>
                  <a:pt x="250742" y="31756"/>
                </a:lnTo>
                <a:lnTo>
                  <a:pt x="254401" y="31756"/>
                </a:lnTo>
                <a:lnTo>
                  <a:pt x="254401" y="17424"/>
                </a:lnTo>
                <a:cubicBezTo>
                  <a:pt x="254401" y="14113"/>
                  <a:pt x="256797" y="11457"/>
                  <a:pt x="259759" y="11457"/>
                </a:cubicBezTo>
                <a:cubicBezTo>
                  <a:pt x="262416" y="11457"/>
                  <a:pt x="263984" y="13156"/>
                  <a:pt x="263984" y="16030"/>
                </a:cubicBezTo>
                <a:lnTo>
                  <a:pt x="263984" y="31756"/>
                </a:lnTo>
                <a:lnTo>
                  <a:pt x="267643" y="31756"/>
                </a:lnTo>
                <a:lnTo>
                  <a:pt x="267643" y="14636"/>
                </a:lnTo>
                <a:cubicBezTo>
                  <a:pt x="267643" y="10541"/>
                  <a:pt x="265291" y="8277"/>
                  <a:pt x="261022" y="8277"/>
                </a:cubicBezTo>
                <a:cubicBezTo>
                  <a:pt x="257973" y="8277"/>
                  <a:pt x="256143" y="9191"/>
                  <a:pt x="254009" y="11761"/>
                </a:cubicBezTo>
                <a:cubicBezTo>
                  <a:pt x="252659" y="9322"/>
                  <a:pt x="250829" y="8277"/>
                  <a:pt x="247867" y="8277"/>
                </a:cubicBezTo>
                <a:cubicBezTo>
                  <a:pt x="244817" y="8277"/>
                  <a:pt x="242770" y="9409"/>
                  <a:pt x="240853" y="12153"/>
                </a:cubicBezTo>
                <a:lnTo>
                  <a:pt x="240853" y="8930"/>
                </a:lnTo>
                <a:lnTo>
                  <a:pt x="237499" y="8930"/>
                </a:lnTo>
                <a:close/>
                <a:moveTo>
                  <a:pt x="294041" y="29621"/>
                </a:moveTo>
                <a:cubicBezTo>
                  <a:pt x="293649" y="29708"/>
                  <a:pt x="293475" y="29708"/>
                  <a:pt x="293257" y="29708"/>
                </a:cubicBezTo>
                <a:cubicBezTo>
                  <a:pt x="291994" y="29708"/>
                  <a:pt x="291297" y="29055"/>
                  <a:pt x="291297" y="27922"/>
                </a:cubicBezTo>
                <a:lnTo>
                  <a:pt x="291297" y="14506"/>
                </a:lnTo>
                <a:cubicBezTo>
                  <a:pt x="291297" y="10454"/>
                  <a:pt x="288334" y="8277"/>
                  <a:pt x="282715" y="8277"/>
                </a:cubicBezTo>
                <a:cubicBezTo>
                  <a:pt x="279361" y="8277"/>
                  <a:pt x="276704" y="9235"/>
                  <a:pt x="275136" y="10933"/>
                </a:cubicBezTo>
                <a:cubicBezTo>
                  <a:pt x="274090" y="12110"/>
                  <a:pt x="273654" y="13417"/>
                  <a:pt x="273567" y="15682"/>
                </a:cubicBezTo>
                <a:lnTo>
                  <a:pt x="277226" y="15682"/>
                </a:lnTo>
                <a:cubicBezTo>
                  <a:pt x="277531" y="12894"/>
                  <a:pt x="279187" y="11631"/>
                  <a:pt x="282584" y="11631"/>
                </a:cubicBezTo>
                <a:cubicBezTo>
                  <a:pt x="285895" y="11631"/>
                  <a:pt x="287681" y="12850"/>
                  <a:pt x="287681" y="15029"/>
                </a:cubicBezTo>
                <a:lnTo>
                  <a:pt x="287681" y="15986"/>
                </a:lnTo>
                <a:cubicBezTo>
                  <a:pt x="287638" y="17555"/>
                  <a:pt x="286854" y="18121"/>
                  <a:pt x="283891" y="18514"/>
                </a:cubicBezTo>
                <a:cubicBezTo>
                  <a:pt x="278751" y="19167"/>
                  <a:pt x="277967" y="19341"/>
                  <a:pt x="276573" y="19907"/>
                </a:cubicBezTo>
                <a:cubicBezTo>
                  <a:pt x="273916" y="21040"/>
                  <a:pt x="272565" y="23043"/>
                  <a:pt x="272565" y="26006"/>
                </a:cubicBezTo>
                <a:cubicBezTo>
                  <a:pt x="272565" y="30144"/>
                  <a:pt x="275440" y="32758"/>
                  <a:pt x="280058" y="32758"/>
                </a:cubicBezTo>
                <a:cubicBezTo>
                  <a:pt x="282933" y="32758"/>
                  <a:pt x="285242" y="31756"/>
                  <a:pt x="287812" y="29404"/>
                </a:cubicBezTo>
                <a:cubicBezTo>
                  <a:pt x="288073" y="31756"/>
                  <a:pt x="289206" y="32758"/>
                  <a:pt x="291558" y="32758"/>
                </a:cubicBezTo>
                <a:cubicBezTo>
                  <a:pt x="292342" y="32758"/>
                  <a:pt x="292821" y="32671"/>
                  <a:pt x="294041" y="32366"/>
                </a:cubicBezTo>
                <a:lnTo>
                  <a:pt x="294041" y="29621"/>
                </a:lnTo>
                <a:moveTo>
                  <a:pt x="287681" y="24568"/>
                </a:moveTo>
                <a:cubicBezTo>
                  <a:pt x="287681" y="25788"/>
                  <a:pt x="287333" y="26528"/>
                  <a:pt x="286243" y="27530"/>
                </a:cubicBezTo>
                <a:cubicBezTo>
                  <a:pt x="284762" y="28881"/>
                  <a:pt x="282976" y="29578"/>
                  <a:pt x="280842" y="29578"/>
                </a:cubicBezTo>
                <a:cubicBezTo>
                  <a:pt x="278011" y="29578"/>
                  <a:pt x="276355" y="28227"/>
                  <a:pt x="276355" y="25919"/>
                </a:cubicBezTo>
                <a:cubicBezTo>
                  <a:pt x="276355" y="23523"/>
                  <a:pt x="277923" y="22303"/>
                  <a:pt x="281844" y="21737"/>
                </a:cubicBezTo>
                <a:cubicBezTo>
                  <a:pt x="285721" y="21214"/>
                  <a:pt x="286461" y="21040"/>
                  <a:pt x="287681" y="20474"/>
                </a:cubicBezTo>
                <a:lnTo>
                  <a:pt x="287681" y="24568"/>
                </a:lnTo>
                <a:close/>
                <a:moveTo>
                  <a:pt x="312206" y="8930"/>
                </a:moveTo>
                <a:lnTo>
                  <a:pt x="312206" y="12240"/>
                </a:lnTo>
                <a:cubicBezTo>
                  <a:pt x="310377" y="9496"/>
                  <a:pt x="308373" y="8277"/>
                  <a:pt x="305498" y="8277"/>
                </a:cubicBezTo>
                <a:cubicBezTo>
                  <a:pt x="299965" y="8277"/>
                  <a:pt x="296132" y="13417"/>
                  <a:pt x="296132" y="20735"/>
                </a:cubicBezTo>
                <a:cubicBezTo>
                  <a:pt x="296132" y="24568"/>
                  <a:pt x="297047" y="27356"/>
                  <a:pt x="299007" y="29665"/>
                </a:cubicBezTo>
                <a:cubicBezTo>
                  <a:pt x="300706" y="31668"/>
                  <a:pt x="302884" y="32758"/>
                  <a:pt x="305236" y="32758"/>
                </a:cubicBezTo>
                <a:cubicBezTo>
                  <a:pt x="307981" y="32758"/>
                  <a:pt x="309941" y="31538"/>
                  <a:pt x="311858" y="28663"/>
                </a:cubicBezTo>
                <a:lnTo>
                  <a:pt x="311858" y="29839"/>
                </a:lnTo>
                <a:cubicBezTo>
                  <a:pt x="311858" y="35938"/>
                  <a:pt x="310159" y="38203"/>
                  <a:pt x="305628" y="38203"/>
                </a:cubicBezTo>
                <a:cubicBezTo>
                  <a:pt x="302535" y="38203"/>
                  <a:pt x="300924" y="36983"/>
                  <a:pt x="300575" y="34370"/>
                </a:cubicBezTo>
                <a:lnTo>
                  <a:pt x="296872" y="34370"/>
                </a:lnTo>
                <a:cubicBezTo>
                  <a:pt x="297221" y="38595"/>
                  <a:pt x="300575" y="41252"/>
                  <a:pt x="305541" y="41252"/>
                </a:cubicBezTo>
                <a:cubicBezTo>
                  <a:pt x="308895" y="41252"/>
                  <a:pt x="311684" y="40163"/>
                  <a:pt x="313165" y="38333"/>
                </a:cubicBezTo>
                <a:cubicBezTo>
                  <a:pt x="314907" y="36199"/>
                  <a:pt x="315560" y="33367"/>
                  <a:pt x="315560" y="28009"/>
                </a:cubicBezTo>
                <a:lnTo>
                  <a:pt x="315560" y="8930"/>
                </a:lnTo>
                <a:lnTo>
                  <a:pt x="312206" y="8930"/>
                </a:lnTo>
                <a:moveTo>
                  <a:pt x="305846" y="11631"/>
                </a:moveTo>
                <a:cubicBezTo>
                  <a:pt x="309680" y="11631"/>
                  <a:pt x="311858" y="14854"/>
                  <a:pt x="311858" y="20648"/>
                </a:cubicBezTo>
                <a:cubicBezTo>
                  <a:pt x="311858" y="26180"/>
                  <a:pt x="309636" y="29404"/>
                  <a:pt x="305846" y="29404"/>
                </a:cubicBezTo>
                <a:cubicBezTo>
                  <a:pt x="302100" y="29404"/>
                  <a:pt x="299922" y="26136"/>
                  <a:pt x="299922" y="20517"/>
                </a:cubicBezTo>
                <a:cubicBezTo>
                  <a:pt x="299922" y="14942"/>
                  <a:pt x="302100" y="11631"/>
                  <a:pt x="305846" y="11631"/>
                </a:cubicBezTo>
                <a:close/>
                <a:moveTo>
                  <a:pt x="340826" y="21563"/>
                </a:moveTo>
                <a:cubicBezTo>
                  <a:pt x="340826" y="18078"/>
                  <a:pt x="340564" y="15986"/>
                  <a:pt x="339911" y="14288"/>
                </a:cubicBezTo>
                <a:cubicBezTo>
                  <a:pt x="338430" y="10541"/>
                  <a:pt x="334945" y="8277"/>
                  <a:pt x="330676" y="8277"/>
                </a:cubicBezTo>
                <a:cubicBezTo>
                  <a:pt x="324316" y="8277"/>
                  <a:pt x="320221" y="13112"/>
                  <a:pt x="320221" y="20648"/>
                </a:cubicBezTo>
                <a:cubicBezTo>
                  <a:pt x="320221" y="28184"/>
                  <a:pt x="324141" y="32758"/>
                  <a:pt x="330589" y="32758"/>
                </a:cubicBezTo>
                <a:cubicBezTo>
                  <a:pt x="335816" y="32758"/>
                  <a:pt x="339431" y="29795"/>
                  <a:pt x="340347" y="24829"/>
                </a:cubicBezTo>
                <a:lnTo>
                  <a:pt x="336687" y="24829"/>
                </a:lnTo>
                <a:cubicBezTo>
                  <a:pt x="335685" y="27835"/>
                  <a:pt x="333638" y="29404"/>
                  <a:pt x="330719" y="29404"/>
                </a:cubicBezTo>
                <a:cubicBezTo>
                  <a:pt x="328411" y="29404"/>
                  <a:pt x="326451" y="28358"/>
                  <a:pt x="325231" y="26441"/>
                </a:cubicBezTo>
                <a:cubicBezTo>
                  <a:pt x="324359" y="25135"/>
                  <a:pt x="324054" y="23828"/>
                  <a:pt x="324011" y="21563"/>
                </a:cubicBezTo>
                <a:lnTo>
                  <a:pt x="340826" y="21563"/>
                </a:lnTo>
                <a:moveTo>
                  <a:pt x="324098" y="18601"/>
                </a:moveTo>
                <a:cubicBezTo>
                  <a:pt x="324403" y="14375"/>
                  <a:pt x="326973" y="11631"/>
                  <a:pt x="330632" y="11631"/>
                </a:cubicBezTo>
                <a:cubicBezTo>
                  <a:pt x="334335" y="11631"/>
                  <a:pt x="336905" y="14506"/>
                  <a:pt x="336905" y="18601"/>
                </a:cubicBezTo>
                <a:lnTo>
                  <a:pt x="324098" y="18601"/>
                </a:lnTo>
                <a:close/>
                <a:moveTo>
                  <a:pt x="361429" y="15290"/>
                </a:moveTo>
                <a:cubicBezTo>
                  <a:pt x="361386" y="10803"/>
                  <a:pt x="358424" y="8277"/>
                  <a:pt x="353153" y="8277"/>
                </a:cubicBezTo>
                <a:cubicBezTo>
                  <a:pt x="347839" y="8277"/>
                  <a:pt x="344397" y="11021"/>
                  <a:pt x="344397" y="15246"/>
                </a:cubicBezTo>
                <a:cubicBezTo>
                  <a:pt x="344397" y="18818"/>
                  <a:pt x="346227" y="20517"/>
                  <a:pt x="351629" y="21824"/>
                </a:cubicBezTo>
                <a:lnTo>
                  <a:pt x="355027" y="22651"/>
                </a:lnTo>
                <a:cubicBezTo>
                  <a:pt x="357553" y="23261"/>
                  <a:pt x="358555" y="24176"/>
                  <a:pt x="358555" y="25788"/>
                </a:cubicBezTo>
                <a:cubicBezTo>
                  <a:pt x="358555" y="27966"/>
                  <a:pt x="356420" y="29404"/>
                  <a:pt x="353241" y="29404"/>
                </a:cubicBezTo>
                <a:cubicBezTo>
                  <a:pt x="351280" y="29404"/>
                  <a:pt x="349625" y="28838"/>
                  <a:pt x="348710" y="27879"/>
                </a:cubicBezTo>
                <a:cubicBezTo>
                  <a:pt x="348144" y="27226"/>
                  <a:pt x="347882" y="26572"/>
                  <a:pt x="347664" y="24960"/>
                </a:cubicBezTo>
                <a:lnTo>
                  <a:pt x="343831" y="24960"/>
                </a:lnTo>
                <a:cubicBezTo>
                  <a:pt x="344005" y="30231"/>
                  <a:pt x="346967" y="32758"/>
                  <a:pt x="352935" y="32758"/>
                </a:cubicBezTo>
                <a:cubicBezTo>
                  <a:pt x="358686" y="32758"/>
                  <a:pt x="362345" y="29926"/>
                  <a:pt x="362345" y="25527"/>
                </a:cubicBezTo>
                <a:cubicBezTo>
                  <a:pt x="362345" y="22129"/>
                  <a:pt x="360428" y="20256"/>
                  <a:pt x="355897" y="19167"/>
                </a:cubicBezTo>
                <a:lnTo>
                  <a:pt x="352412" y="18339"/>
                </a:lnTo>
                <a:cubicBezTo>
                  <a:pt x="349450" y="17642"/>
                  <a:pt x="348187" y="16684"/>
                  <a:pt x="348187" y="15072"/>
                </a:cubicBezTo>
                <a:cubicBezTo>
                  <a:pt x="348187" y="12938"/>
                  <a:pt x="350060" y="11631"/>
                  <a:pt x="353022" y="11631"/>
                </a:cubicBezTo>
                <a:cubicBezTo>
                  <a:pt x="355941" y="11631"/>
                  <a:pt x="357509" y="12894"/>
                  <a:pt x="357596" y="15290"/>
                </a:cubicBezTo>
                <a:lnTo>
                  <a:pt x="361429" y="15290"/>
                </a:lnTo>
                <a:close/>
                <a:moveTo>
                  <a:pt x="371406" y="27226"/>
                </a:moveTo>
                <a:lnTo>
                  <a:pt x="366875" y="27226"/>
                </a:lnTo>
                <a:lnTo>
                  <a:pt x="366875" y="31756"/>
                </a:lnTo>
                <a:lnTo>
                  <a:pt x="371406" y="31756"/>
                </a:lnTo>
                <a:lnTo>
                  <a:pt x="371406" y="27226"/>
                </a:lnTo>
                <a:close/>
                <a:moveTo>
                  <a:pt x="393099" y="8930"/>
                </a:moveTo>
                <a:lnTo>
                  <a:pt x="393099" y="12240"/>
                </a:lnTo>
                <a:cubicBezTo>
                  <a:pt x="391269" y="9496"/>
                  <a:pt x="389265" y="8277"/>
                  <a:pt x="386391" y="8277"/>
                </a:cubicBezTo>
                <a:cubicBezTo>
                  <a:pt x="380858" y="8277"/>
                  <a:pt x="377025" y="13417"/>
                  <a:pt x="377025" y="20735"/>
                </a:cubicBezTo>
                <a:cubicBezTo>
                  <a:pt x="377025" y="24568"/>
                  <a:pt x="377940" y="27356"/>
                  <a:pt x="379900" y="29665"/>
                </a:cubicBezTo>
                <a:cubicBezTo>
                  <a:pt x="381599" y="31668"/>
                  <a:pt x="383776" y="32758"/>
                  <a:pt x="386129" y="32758"/>
                </a:cubicBezTo>
                <a:cubicBezTo>
                  <a:pt x="388873" y="32758"/>
                  <a:pt x="390833" y="31538"/>
                  <a:pt x="392750" y="28663"/>
                </a:cubicBezTo>
                <a:lnTo>
                  <a:pt x="392750" y="29839"/>
                </a:lnTo>
                <a:cubicBezTo>
                  <a:pt x="392750" y="35938"/>
                  <a:pt x="391051" y="38203"/>
                  <a:pt x="386521" y="38203"/>
                </a:cubicBezTo>
                <a:cubicBezTo>
                  <a:pt x="383428" y="38203"/>
                  <a:pt x="381816" y="36983"/>
                  <a:pt x="381468" y="34370"/>
                </a:cubicBezTo>
                <a:lnTo>
                  <a:pt x="377765" y="34370"/>
                </a:lnTo>
                <a:cubicBezTo>
                  <a:pt x="378114" y="38595"/>
                  <a:pt x="381468" y="41252"/>
                  <a:pt x="386434" y="41252"/>
                </a:cubicBezTo>
                <a:cubicBezTo>
                  <a:pt x="389788" y="41252"/>
                  <a:pt x="392576" y="40163"/>
                  <a:pt x="394057" y="38333"/>
                </a:cubicBezTo>
                <a:cubicBezTo>
                  <a:pt x="395799" y="36199"/>
                  <a:pt x="396453" y="33367"/>
                  <a:pt x="396453" y="28009"/>
                </a:cubicBezTo>
                <a:lnTo>
                  <a:pt x="396453" y="8930"/>
                </a:lnTo>
                <a:lnTo>
                  <a:pt x="393099" y="8930"/>
                </a:lnTo>
                <a:moveTo>
                  <a:pt x="386739" y="11631"/>
                </a:moveTo>
                <a:cubicBezTo>
                  <a:pt x="390572" y="11631"/>
                  <a:pt x="392750" y="14854"/>
                  <a:pt x="392750" y="20648"/>
                </a:cubicBezTo>
                <a:cubicBezTo>
                  <a:pt x="392750" y="26180"/>
                  <a:pt x="390528" y="29404"/>
                  <a:pt x="386739" y="29404"/>
                </a:cubicBezTo>
                <a:cubicBezTo>
                  <a:pt x="382993" y="29404"/>
                  <a:pt x="380815" y="26136"/>
                  <a:pt x="380815" y="20517"/>
                </a:cubicBezTo>
                <a:cubicBezTo>
                  <a:pt x="380815" y="14942"/>
                  <a:pt x="382993" y="11631"/>
                  <a:pt x="386739" y="11631"/>
                </a:cubicBezTo>
                <a:close/>
                <a:moveTo>
                  <a:pt x="405906" y="8930"/>
                </a:moveTo>
                <a:lnTo>
                  <a:pt x="402290" y="8930"/>
                </a:lnTo>
                <a:lnTo>
                  <a:pt x="402290" y="31756"/>
                </a:lnTo>
                <a:lnTo>
                  <a:pt x="405906" y="31756"/>
                </a:lnTo>
                <a:lnTo>
                  <a:pt x="405906" y="8930"/>
                </a:lnTo>
                <a:moveTo>
                  <a:pt x="405906" y="0"/>
                </a:moveTo>
                <a:lnTo>
                  <a:pt x="402246" y="0"/>
                </a:lnTo>
                <a:lnTo>
                  <a:pt x="402246" y="4574"/>
                </a:lnTo>
                <a:lnTo>
                  <a:pt x="405906" y="4574"/>
                </a:lnTo>
                <a:lnTo>
                  <a:pt x="405906" y="0"/>
                </a:lnTo>
                <a:close/>
                <a:moveTo>
                  <a:pt x="420761" y="8930"/>
                </a:moveTo>
                <a:lnTo>
                  <a:pt x="417014" y="8930"/>
                </a:lnTo>
                <a:lnTo>
                  <a:pt x="417014" y="2657"/>
                </a:lnTo>
                <a:lnTo>
                  <a:pt x="413398" y="2657"/>
                </a:lnTo>
                <a:lnTo>
                  <a:pt x="413398" y="8930"/>
                </a:lnTo>
                <a:lnTo>
                  <a:pt x="410306" y="8930"/>
                </a:lnTo>
                <a:lnTo>
                  <a:pt x="410306" y="11892"/>
                </a:lnTo>
                <a:lnTo>
                  <a:pt x="413398" y="11892"/>
                </a:lnTo>
                <a:lnTo>
                  <a:pt x="413398" y="29142"/>
                </a:lnTo>
                <a:cubicBezTo>
                  <a:pt x="413398" y="31494"/>
                  <a:pt x="414966" y="32758"/>
                  <a:pt x="417798" y="32758"/>
                </a:cubicBezTo>
                <a:cubicBezTo>
                  <a:pt x="418756" y="32758"/>
                  <a:pt x="419541" y="32671"/>
                  <a:pt x="420761" y="32453"/>
                </a:cubicBezTo>
                <a:lnTo>
                  <a:pt x="420761" y="29404"/>
                </a:lnTo>
                <a:cubicBezTo>
                  <a:pt x="420237" y="29534"/>
                  <a:pt x="419758" y="29578"/>
                  <a:pt x="419018" y="29578"/>
                </a:cubicBezTo>
                <a:cubicBezTo>
                  <a:pt x="417450" y="29578"/>
                  <a:pt x="417014" y="29142"/>
                  <a:pt x="417014" y="27530"/>
                </a:cubicBezTo>
                <a:lnTo>
                  <a:pt x="417014" y="11892"/>
                </a:lnTo>
                <a:lnTo>
                  <a:pt x="420761" y="11892"/>
                </a:lnTo>
                <a:lnTo>
                  <a:pt x="420761" y="8930"/>
                </a:lnTo>
                <a:close/>
                <a:moveTo>
                  <a:pt x="424158" y="0"/>
                </a:moveTo>
                <a:lnTo>
                  <a:pt x="424158" y="31756"/>
                </a:lnTo>
                <a:lnTo>
                  <a:pt x="427774" y="31756"/>
                </a:lnTo>
                <a:lnTo>
                  <a:pt x="427774" y="19167"/>
                </a:lnTo>
                <a:cubicBezTo>
                  <a:pt x="427774" y="14506"/>
                  <a:pt x="430214" y="11457"/>
                  <a:pt x="433960" y="11457"/>
                </a:cubicBezTo>
                <a:cubicBezTo>
                  <a:pt x="435180" y="11457"/>
                  <a:pt x="436312" y="11805"/>
                  <a:pt x="437183" y="12458"/>
                </a:cubicBezTo>
                <a:cubicBezTo>
                  <a:pt x="438229" y="13243"/>
                  <a:pt x="438665" y="14331"/>
                  <a:pt x="438665" y="15943"/>
                </a:cubicBezTo>
                <a:lnTo>
                  <a:pt x="438665" y="31756"/>
                </a:lnTo>
                <a:lnTo>
                  <a:pt x="442280" y="31756"/>
                </a:lnTo>
                <a:lnTo>
                  <a:pt x="442280" y="14506"/>
                </a:lnTo>
                <a:cubicBezTo>
                  <a:pt x="442280" y="10672"/>
                  <a:pt x="439535" y="8277"/>
                  <a:pt x="435093" y="8277"/>
                </a:cubicBezTo>
                <a:cubicBezTo>
                  <a:pt x="431869" y="8277"/>
                  <a:pt x="429909" y="9278"/>
                  <a:pt x="427774" y="12066"/>
                </a:cubicBezTo>
                <a:lnTo>
                  <a:pt x="427774" y="0"/>
                </a:lnTo>
                <a:lnTo>
                  <a:pt x="424158" y="0"/>
                </a:lnTo>
                <a:close/>
                <a:moveTo>
                  <a:pt x="465977" y="31756"/>
                </a:moveTo>
                <a:lnTo>
                  <a:pt x="465977" y="8930"/>
                </a:lnTo>
                <a:lnTo>
                  <a:pt x="462361" y="8930"/>
                </a:lnTo>
                <a:lnTo>
                  <a:pt x="462361" y="21868"/>
                </a:lnTo>
                <a:cubicBezTo>
                  <a:pt x="462361" y="26528"/>
                  <a:pt x="459921" y="29578"/>
                  <a:pt x="456132" y="29578"/>
                </a:cubicBezTo>
                <a:cubicBezTo>
                  <a:pt x="453257" y="29578"/>
                  <a:pt x="451427" y="27835"/>
                  <a:pt x="451427" y="25091"/>
                </a:cubicBezTo>
                <a:lnTo>
                  <a:pt x="451427" y="8930"/>
                </a:lnTo>
                <a:lnTo>
                  <a:pt x="447811" y="8930"/>
                </a:lnTo>
                <a:lnTo>
                  <a:pt x="447811" y="26528"/>
                </a:lnTo>
                <a:cubicBezTo>
                  <a:pt x="447811" y="30319"/>
                  <a:pt x="450643" y="32758"/>
                  <a:pt x="455086" y="32758"/>
                </a:cubicBezTo>
                <a:cubicBezTo>
                  <a:pt x="458440" y="32758"/>
                  <a:pt x="460575" y="31581"/>
                  <a:pt x="462710" y="28576"/>
                </a:cubicBezTo>
                <a:lnTo>
                  <a:pt x="462710" y="31756"/>
                </a:lnTo>
                <a:lnTo>
                  <a:pt x="465977" y="31756"/>
                </a:lnTo>
                <a:close/>
                <a:moveTo>
                  <a:pt x="471203" y="0"/>
                </a:moveTo>
                <a:lnTo>
                  <a:pt x="471203" y="31756"/>
                </a:lnTo>
                <a:lnTo>
                  <a:pt x="474471" y="31756"/>
                </a:lnTo>
                <a:lnTo>
                  <a:pt x="474471" y="28838"/>
                </a:lnTo>
                <a:cubicBezTo>
                  <a:pt x="476213" y="31494"/>
                  <a:pt x="478522" y="32758"/>
                  <a:pt x="481702" y="32758"/>
                </a:cubicBezTo>
                <a:cubicBezTo>
                  <a:pt x="487714" y="32758"/>
                  <a:pt x="491634" y="27835"/>
                  <a:pt x="491634" y="20256"/>
                </a:cubicBezTo>
                <a:cubicBezTo>
                  <a:pt x="491634" y="12850"/>
                  <a:pt x="487931" y="8277"/>
                  <a:pt x="481876" y="8277"/>
                </a:cubicBezTo>
                <a:cubicBezTo>
                  <a:pt x="478740" y="8277"/>
                  <a:pt x="476518" y="9453"/>
                  <a:pt x="474819" y="12023"/>
                </a:cubicBezTo>
                <a:lnTo>
                  <a:pt x="474819" y="0"/>
                </a:lnTo>
                <a:lnTo>
                  <a:pt x="471203" y="0"/>
                </a:lnTo>
                <a:moveTo>
                  <a:pt x="481179" y="11674"/>
                </a:moveTo>
                <a:cubicBezTo>
                  <a:pt x="485230" y="11674"/>
                  <a:pt x="487844" y="15203"/>
                  <a:pt x="487844" y="20648"/>
                </a:cubicBezTo>
                <a:cubicBezTo>
                  <a:pt x="487844" y="25832"/>
                  <a:pt x="485143" y="29360"/>
                  <a:pt x="481179" y="29360"/>
                </a:cubicBezTo>
                <a:cubicBezTo>
                  <a:pt x="477303" y="29360"/>
                  <a:pt x="474819" y="25875"/>
                  <a:pt x="474819" y="20517"/>
                </a:cubicBezTo>
                <a:cubicBezTo>
                  <a:pt x="474819" y="15159"/>
                  <a:pt x="477303" y="11674"/>
                  <a:pt x="481179" y="11674"/>
                </a:cubicBezTo>
                <a:close/>
                <a:moveTo>
                  <a:pt x="513719" y="31756"/>
                </a:moveTo>
                <a:lnTo>
                  <a:pt x="513719" y="8930"/>
                </a:lnTo>
                <a:lnTo>
                  <a:pt x="510103" y="8930"/>
                </a:lnTo>
                <a:lnTo>
                  <a:pt x="510103" y="21868"/>
                </a:lnTo>
                <a:cubicBezTo>
                  <a:pt x="510103" y="26528"/>
                  <a:pt x="507664" y="29578"/>
                  <a:pt x="503875" y="29578"/>
                </a:cubicBezTo>
                <a:cubicBezTo>
                  <a:pt x="500999" y="29578"/>
                  <a:pt x="499170" y="27835"/>
                  <a:pt x="499170" y="25091"/>
                </a:cubicBezTo>
                <a:lnTo>
                  <a:pt x="499170" y="8930"/>
                </a:lnTo>
                <a:lnTo>
                  <a:pt x="495554" y="8930"/>
                </a:lnTo>
                <a:lnTo>
                  <a:pt x="495554" y="26528"/>
                </a:lnTo>
                <a:cubicBezTo>
                  <a:pt x="495554" y="30319"/>
                  <a:pt x="498386" y="32758"/>
                  <a:pt x="502829" y="32758"/>
                </a:cubicBezTo>
                <a:cubicBezTo>
                  <a:pt x="506183" y="32758"/>
                  <a:pt x="508317" y="31581"/>
                  <a:pt x="510452" y="28576"/>
                </a:cubicBezTo>
                <a:lnTo>
                  <a:pt x="510452" y="31756"/>
                </a:lnTo>
                <a:lnTo>
                  <a:pt x="513719" y="31756"/>
                </a:lnTo>
                <a:close/>
                <a:moveTo>
                  <a:pt x="535674" y="15290"/>
                </a:moveTo>
                <a:cubicBezTo>
                  <a:pt x="535631" y="10803"/>
                  <a:pt x="532668" y="8277"/>
                  <a:pt x="527397" y="8277"/>
                </a:cubicBezTo>
                <a:cubicBezTo>
                  <a:pt x="522083" y="8277"/>
                  <a:pt x="518642" y="11021"/>
                  <a:pt x="518642" y="15246"/>
                </a:cubicBezTo>
                <a:cubicBezTo>
                  <a:pt x="518642" y="18818"/>
                  <a:pt x="520471" y="20517"/>
                  <a:pt x="525873" y="21824"/>
                </a:cubicBezTo>
                <a:lnTo>
                  <a:pt x="529271" y="22651"/>
                </a:lnTo>
                <a:cubicBezTo>
                  <a:pt x="531797" y="23261"/>
                  <a:pt x="532799" y="24176"/>
                  <a:pt x="532799" y="25788"/>
                </a:cubicBezTo>
                <a:cubicBezTo>
                  <a:pt x="532799" y="27966"/>
                  <a:pt x="530665" y="29404"/>
                  <a:pt x="527485" y="29404"/>
                </a:cubicBezTo>
                <a:cubicBezTo>
                  <a:pt x="525524" y="29404"/>
                  <a:pt x="523869" y="28838"/>
                  <a:pt x="522954" y="27879"/>
                </a:cubicBezTo>
                <a:cubicBezTo>
                  <a:pt x="522388" y="27226"/>
                  <a:pt x="522127" y="26572"/>
                  <a:pt x="521909" y="24960"/>
                </a:cubicBezTo>
                <a:lnTo>
                  <a:pt x="518076" y="24960"/>
                </a:lnTo>
                <a:cubicBezTo>
                  <a:pt x="518250" y="30231"/>
                  <a:pt x="521212" y="32758"/>
                  <a:pt x="527180" y="32758"/>
                </a:cubicBezTo>
                <a:cubicBezTo>
                  <a:pt x="532930" y="32758"/>
                  <a:pt x="536589" y="29926"/>
                  <a:pt x="536589" y="25527"/>
                </a:cubicBezTo>
                <a:cubicBezTo>
                  <a:pt x="536589" y="22129"/>
                  <a:pt x="534672" y="20256"/>
                  <a:pt x="530142" y="19167"/>
                </a:cubicBezTo>
                <a:lnTo>
                  <a:pt x="526657" y="18339"/>
                </a:lnTo>
                <a:cubicBezTo>
                  <a:pt x="523695" y="17642"/>
                  <a:pt x="522431" y="16684"/>
                  <a:pt x="522431" y="15072"/>
                </a:cubicBezTo>
                <a:cubicBezTo>
                  <a:pt x="522431" y="12938"/>
                  <a:pt x="524304" y="11631"/>
                  <a:pt x="527267" y="11631"/>
                </a:cubicBezTo>
                <a:cubicBezTo>
                  <a:pt x="530186" y="11631"/>
                  <a:pt x="531754" y="12894"/>
                  <a:pt x="531841" y="15290"/>
                </a:cubicBezTo>
                <a:lnTo>
                  <a:pt x="535674" y="15290"/>
                </a:lnTo>
                <a:close/>
                <a:moveTo>
                  <a:pt x="559677" y="21563"/>
                </a:moveTo>
                <a:cubicBezTo>
                  <a:pt x="559677" y="18078"/>
                  <a:pt x="559415" y="15986"/>
                  <a:pt x="558761" y="14288"/>
                </a:cubicBezTo>
                <a:cubicBezTo>
                  <a:pt x="557280" y="10541"/>
                  <a:pt x="553795" y="8277"/>
                  <a:pt x="549527" y="8277"/>
                </a:cubicBezTo>
                <a:cubicBezTo>
                  <a:pt x="543166" y="8277"/>
                  <a:pt x="539072" y="13112"/>
                  <a:pt x="539072" y="20648"/>
                </a:cubicBezTo>
                <a:cubicBezTo>
                  <a:pt x="539072" y="28184"/>
                  <a:pt x="542992" y="32758"/>
                  <a:pt x="549440" y="32758"/>
                </a:cubicBezTo>
                <a:cubicBezTo>
                  <a:pt x="554667" y="32758"/>
                  <a:pt x="558282" y="29795"/>
                  <a:pt x="559197" y="24829"/>
                </a:cubicBezTo>
                <a:lnTo>
                  <a:pt x="555538" y="24829"/>
                </a:lnTo>
                <a:cubicBezTo>
                  <a:pt x="554536" y="27835"/>
                  <a:pt x="552489" y="29404"/>
                  <a:pt x="549570" y="29404"/>
                </a:cubicBezTo>
                <a:cubicBezTo>
                  <a:pt x="547262" y="29404"/>
                  <a:pt x="545301" y="28358"/>
                  <a:pt x="544082" y="26441"/>
                </a:cubicBezTo>
                <a:cubicBezTo>
                  <a:pt x="543210" y="25135"/>
                  <a:pt x="542905" y="23828"/>
                  <a:pt x="542862" y="21563"/>
                </a:cubicBezTo>
                <a:lnTo>
                  <a:pt x="559677" y="21563"/>
                </a:lnTo>
                <a:moveTo>
                  <a:pt x="542949" y="18601"/>
                </a:moveTo>
                <a:cubicBezTo>
                  <a:pt x="543253" y="14375"/>
                  <a:pt x="545824" y="11631"/>
                  <a:pt x="549483" y="11631"/>
                </a:cubicBezTo>
                <a:cubicBezTo>
                  <a:pt x="553186" y="11631"/>
                  <a:pt x="555756" y="14506"/>
                  <a:pt x="555756" y="18601"/>
                </a:cubicBezTo>
                <a:lnTo>
                  <a:pt x="542949" y="18601"/>
                </a:lnTo>
                <a:close/>
                <a:moveTo>
                  <a:pt x="564206" y="8930"/>
                </a:moveTo>
                <a:lnTo>
                  <a:pt x="564206" y="31756"/>
                </a:lnTo>
                <a:lnTo>
                  <a:pt x="567866" y="31756"/>
                </a:lnTo>
                <a:lnTo>
                  <a:pt x="567866" y="19907"/>
                </a:lnTo>
                <a:cubicBezTo>
                  <a:pt x="567909" y="14418"/>
                  <a:pt x="570175" y="11979"/>
                  <a:pt x="575184" y="12110"/>
                </a:cubicBezTo>
                <a:lnTo>
                  <a:pt x="575184" y="8407"/>
                </a:lnTo>
                <a:cubicBezTo>
                  <a:pt x="574574" y="8320"/>
                  <a:pt x="574226" y="8277"/>
                  <a:pt x="573790" y="8277"/>
                </a:cubicBezTo>
                <a:cubicBezTo>
                  <a:pt x="571438" y="8277"/>
                  <a:pt x="569652" y="9671"/>
                  <a:pt x="567561" y="13068"/>
                </a:cubicBezTo>
                <a:lnTo>
                  <a:pt x="567561" y="8930"/>
                </a:lnTo>
                <a:lnTo>
                  <a:pt x="564206" y="8930"/>
                </a:lnTo>
                <a:close/>
                <a:moveTo>
                  <a:pt x="596224" y="16597"/>
                </a:moveTo>
                <a:cubicBezTo>
                  <a:pt x="596050" y="14375"/>
                  <a:pt x="595571" y="12938"/>
                  <a:pt x="594699" y="11674"/>
                </a:cubicBezTo>
                <a:cubicBezTo>
                  <a:pt x="593131" y="9540"/>
                  <a:pt x="590387" y="8277"/>
                  <a:pt x="587207" y="8277"/>
                </a:cubicBezTo>
                <a:cubicBezTo>
                  <a:pt x="581021" y="8277"/>
                  <a:pt x="577057" y="13156"/>
                  <a:pt x="577057" y="20735"/>
                </a:cubicBezTo>
                <a:cubicBezTo>
                  <a:pt x="577057" y="28096"/>
                  <a:pt x="580977" y="32758"/>
                  <a:pt x="587164" y="32758"/>
                </a:cubicBezTo>
                <a:cubicBezTo>
                  <a:pt x="592609" y="32758"/>
                  <a:pt x="596050" y="29491"/>
                  <a:pt x="596485" y="23915"/>
                </a:cubicBezTo>
                <a:lnTo>
                  <a:pt x="592826" y="23915"/>
                </a:lnTo>
                <a:cubicBezTo>
                  <a:pt x="592217" y="27574"/>
                  <a:pt x="590344" y="29404"/>
                  <a:pt x="587251" y="29404"/>
                </a:cubicBezTo>
                <a:cubicBezTo>
                  <a:pt x="583243" y="29404"/>
                  <a:pt x="580847" y="26136"/>
                  <a:pt x="580847" y="20735"/>
                </a:cubicBezTo>
                <a:cubicBezTo>
                  <a:pt x="580847" y="15029"/>
                  <a:pt x="583200" y="11631"/>
                  <a:pt x="587164" y="11631"/>
                </a:cubicBezTo>
                <a:cubicBezTo>
                  <a:pt x="590213" y="11631"/>
                  <a:pt x="592130" y="13417"/>
                  <a:pt x="592565" y="16597"/>
                </a:cubicBezTo>
                <a:lnTo>
                  <a:pt x="596224" y="16597"/>
                </a:lnTo>
                <a:close/>
                <a:moveTo>
                  <a:pt x="609336" y="8277"/>
                </a:moveTo>
                <a:cubicBezTo>
                  <a:pt x="602889" y="8277"/>
                  <a:pt x="599056" y="12850"/>
                  <a:pt x="599056" y="20517"/>
                </a:cubicBezTo>
                <a:cubicBezTo>
                  <a:pt x="599056" y="28227"/>
                  <a:pt x="602889" y="32758"/>
                  <a:pt x="609380" y="32758"/>
                </a:cubicBezTo>
                <a:cubicBezTo>
                  <a:pt x="615827" y="32758"/>
                  <a:pt x="619704" y="28184"/>
                  <a:pt x="619704" y="20691"/>
                </a:cubicBezTo>
                <a:cubicBezTo>
                  <a:pt x="619704" y="12763"/>
                  <a:pt x="615958" y="8277"/>
                  <a:pt x="609336" y="8277"/>
                </a:cubicBezTo>
                <a:moveTo>
                  <a:pt x="609380" y="11631"/>
                </a:moveTo>
                <a:cubicBezTo>
                  <a:pt x="613474" y="11631"/>
                  <a:pt x="615914" y="14985"/>
                  <a:pt x="615914" y="20648"/>
                </a:cubicBezTo>
                <a:cubicBezTo>
                  <a:pt x="615914" y="26049"/>
                  <a:pt x="613387" y="29404"/>
                  <a:pt x="609380" y="29404"/>
                </a:cubicBezTo>
                <a:cubicBezTo>
                  <a:pt x="605329" y="29404"/>
                  <a:pt x="602845" y="26049"/>
                  <a:pt x="602845" y="20517"/>
                </a:cubicBezTo>
                <a:cubicBezTo>
                  <a:pt x="602845" y="14985"/>
                  <a:pt x="605329" y="11631"/>
                  <a:pt x="609380" y="11631"/>
                </a:cubicBezTo>
                <a:close/>
                <a:moveTo>
                  <a:pt x="624408" y="8930"/>
                </a:moveTo>
                <a:lnTo>
                  <a:pt x="624408" y="31756"/>
                </a:lnTo>
                <a:lnTo>
                  <a:pt x="628067" y="31756"/>
                </a:lnTo>
                <a:lnTo>
                  <a:pt x="628067" y="19167"/>
                </a:lnTo>
                <a:cubicBezTo>
                  <a:pt x="628067" y="14506"/>
                  <a:pt x="630507" y="11457"/>
                  <a:pt x="634253" y="11457"/>
                </a:cubicBezTo>
                <a:cubicBezTo>
                  <a:pt x="637128" y="11457"/>
                  <a:pt x="638958" y="13199"/>
                  <a:pt x="638958" y="15943"/>
                </a:cubicBezTo>
                <a:lnTo>
                  <a:pt x="638958" y="31756"/>
                </a:lnTo>
                <a:lnTo>
                  <a:pt x="642574" y="31756"/>
                </a:lnTo>
                <a:lnTo>
                  <a:pt x="642574" y="14506"/>
                </a:lnTo>
                <a:cubicBezTo>
                  <a:pt x="642574" y="10716"/>
                  <a:pt x="639742" y="8277"/>
                  <a:pt x="635342" y="8277"/>
                </a:cubicBezTo>
                <a:cubicBezTo>
                  <a:pt x="631945" y="8277"/>
                  <a:pt x="629766" y="9584"/>
                  <a:pt x="627762" y="12763"/>
                </a:cubicBezTo>
                <a:lnTo>
                  <a:pt x="627762" y="8930"/>
                </a:lnTo>
                <a:lnTo>
                  <a:pt x="624408" y="8930"/>
                </a:lnTo>
                <a:close/>
                <a:moveTo>
                  <a:pt x="656295" y="8930"/>
                </a:moveTo>
                <a:lnTo>
                  <a:pt x="652549" y="8930"/>
                </a:lnTo>
                <a:lnTo>
                  <a:pt x="652549" y="2657"/>
                </a:lnTo>
                <a:lnTo>
                  <a:pt x="648933" y="2657"/>
                </a:lnTo>
                <a:lnTo>
                  <a:pt x="648933" y="8930"/>
                </a:lnTo>
                <a:lnTo>
                  <a:pt x="645840" y="8930"/>
                </a:lnTo>
                <a:lnTo>
                  <a:pt x="645840" y="11892"/>
                </a:lnTo>
                <a:lnTo>
                  <a:pt x="648933" y="11892"/>
                </a:lnTo>
                <a:lnTo>
                  <a:pt x="648933" y="29142"/>
                </a:lnTo>
                <a:cubicBezTo>
                  <a:pt x="648933" y="31494"/>
                  <a:pt x="650501" y="32758"/>
                  <a:pt x="653333" y="32758"/>
                </a:cubicBezTo>
                <a:cubicBezTo>
                  <a:pt x="654291" y="32758"/>
                  <a:pt x="655075" y="32671"/>
                  <a:pt x="656295" y="32453"/>
                </a:cubicBezTo>
                <a:lnTo>
                  <a:pt x="656295" y="29404"/>
                </a:lnTo>
                <a:cubicBezTo>
                  <a:pt x="655772" y="29534"/>
                  <a:pt x="655293" y="29578"/>
                  <a:pt x="654552" y="29578"/>
                </a:cubicBezTo>
                <a:cubicBezTo>
                  <a:pt x="652984" y="29578"/>
                  <a:pt x="652549" y="29142"/>
                  <a:pt x="652549" y="27530"/>
                </a:cubicBezTo>
                <a:lnTo>
                  <a:pt x="652549" y="11892"/>
                </a:lnTo>
                <a:lnTo>
                  <a:pt x="656295" y="11892"/>
                </a:lnTo>
                <a:lnTo>
                  <a:pt x="656295" y="8930"/>
                </a:lnTo>
                <a:close/>
                <a:moveTo>
                  <a:pt x="678991" y="21563"/>
                </a:moveTo>
                <a:cubicBezTo>
                  <a:pt x="678991" y="18078"/>
                  <a:pt x="678729" y="15986"/>
                  <a:pt x="678075" y="14288"/>
                </a:cubicBezTo>
                <a:cubicBezTo>
                  <a:pt x="676594" y="10541"/>
                  <a:pt x="673110" y="8277"/>
                  <a:pt x="668841" y="8277"/>
                </a:cubicBezTo>
                <a:cubicBezTo>
                  <a:pt x="662480" y="8277"/>
                  <a:pt x="658386" y="13112"/>
                  <a:pt x="658386" y="20648"/>
                </a:cubicBezTo>
                <a:cubicBezTo>
                  <a:pt x="658386" y="28184"/>
                  <a:pt x="662306" y="32758"/>
                  <a:pt x="668754" y="32758"/>
                </a:cubicBezTo>
                <a:cubicBezTo>
                  <a:pt x="673981" y="32758"/>
                  <a:pt x="677596" y="29795"/>
                  <a:pt x="678511" y="24829"/>
                </a:cubicBezTo>
                <a:lnTo>
                  <a:pt x="674852" y="24829"/>
                </a:lnTo>
                <a:cubicBezTo>
                  <a:pt x="673850" y="27835"/>
                  <a:pt x="671803" y="29404"/>
                  <a:pt x="668884" y="29404"/>
                </a:cubicBezTo>
                <a:cubicBezTo>
                  <a:pt x="666576" y="29404"/>
                  <a:pt x="664615" y="28358"/>
                  <a:pt x="663396" y="26441"/>
                </a:cubicBezTo>
                <a:cubicBezTo>
                  <a:pt x="662524" y="25135"/>
                  <a:pt x="662219" y="23828"/>
                  <a:pt x="662176" y="21563"/>
                </a:cubicBezTo>
                <a:lnTo>
                  <a:pt x="678991" y="21563"/>
                </a:lnTo>
                <a:moveTo>
                  <a:pt x="662263" y="18601"/>
                </a:moveTo>
                <a:cubicBezTo>
                  <a:pt x="662568" y="14375"/>
                  <a:pt x="665138" y="11631"/>
                  <a:pt x="668797" y="11631"/>
                </a:cubicBezTo>
                <a:cubicBezTo>
                  <a:pt x="672500" y="11631"/>
                  <a:pt x="675070" y="14506"/>
                  <a:pt x="675070" y="18601"/>
                </a:cubicBezTo>
                <a:lnTo>
                  <a:pt x="662263" y="18601"/>
                </a:lnTo>
                <a:close/>
                <a:moveTo>
                  <a:pt x="683564" y="8930"/>
                </a:moveTo>
                <a:lnTo>
                  <a:pt x="683564" y="31756"/>
                </a:lnTo>
                <a:lnTo>
                  <a:pt x="687223" y="31756"/>
                </a:lnTo>
                <a:lnTo>
                  <a:pt x="687223" y="19167"/>
                </a:lnTo>
                <a:cubicBezTo>
                  <a:pt x="687223" y="14506"/>
                  <a:pt x="689663" y="11457"/>
                  <a:pt x="693409" y="11457"/>
                </a:cubicBezTo>
                <a:cubicBezTo>
                  <a:pt x="696284" y="11457"/>
                  <a:pt x="698113" y="13199"/>
                  <a:pt x="698113" y="15943"/>
                </a:cubicBezTo>
                <a:lnTo>
                  <a:pt x="698113" y="31756"/>
                </a:lnTo>
                <a:lnTo>
                  <a:pt x="701729" y="31756"/>
                </a:lnTo>
                <a:lnTo>
                  <a:pt x="701729" y="14506"/>
                </a:lnTo>
                <a:cubicBezTo>
                  <a:pt x="701729" y="10716"/>
                  <a:pt x="698898" y="8277"/>
                  <a:pt x="694498" y="8277"/>
                </a:cubicBezTo>
                <a:cubicBezTo>
                  <a:pt x="691100" y="8277"/>
                  <a:pt x="688922" y="9584"/>
                  <a:pt x="686918" y="12763"/>
                </a:cubicBezTo>
                <a:lnTo>
                  <a:pt x="686918" y="8930"/>
                </a:lnTo>
                <a:lnTo>
                  <a:pt x="683564" y="8930"/>
                </a:lnTo>
                <a:close/>
                <a:moveTo>
                  <a:pt x="715451" y="8930"/>
                </a:moveTo>
                <a:lnTo>
                  <a:pt x="711705" y="8930"/>
                </a:lnTo>
                <a:lnTo>
                  <a:pt x="711705" y="2657"/>
                </a:lnTo>
                <a:lnTo>
                  <a:pt x="708089" y="2657"/>
                </a:lnTo>
                <a:lnTo>
                  <a:pt x="708089" y="8930"/>
                </a:lnTo>
                <a:lnTo>
                  <a:pt x="704996" y="8930"/>
                </a:lnTo>
                <a:lnTo>
                  <a:pt x="704996" y="11892"/>
                </a:lnTo>
                <a:lnTo>
                  <a:pt x="708089" y="11892"/>
                </a:lnTo>
                <a:lnTo>
                  <a:pt x="708089" y="29142"/>
                </a:lnTo>
                <a:cubicBezTo>
                  <a:pt x="708089" y="31494"/>
                  <a:pt x="709657" y="32758"/>
                  <a:pt x="712488" y="32758"/>
                </a:cubicBezTo>
                <a:cubicBezTo>
                  <a:pt x="713447" y="32758"/>
                  <a:pt x="714231" y="32671"/>
                  <a:pt x="715451" y="32453"/>
                </a:cubicBezTo>
                <a:lnTo>
                  <a:pt x="715451" y="29404"/>
                </a:lnTo>
                <a:cubicBezTo>
                  <a:pt x="714928" y="29534"/>
                  <a:pt x="714448" y="29578"/>
                  <a:pt x="713708" y="29578"/>
                </a:cubicBezTo>
                <a:cubicBezTo>
                  <a:pt x="712140" y="29578"/>
                  <a:pt x="711705" y="29142"/>
                  <a:pt x="711705" y="27530"/>
                </a:cubicBezTo>
                <a:lnTo>
                  <a:pt x="711705" y="11892"/>
                </a:lnTo>
                <a:lnTo>
                  <a:pt x="715451" y="11892"/>
                </a:lnTo>
                <a:lnTo>
                  <a:pt x="715451" y="8930"/>
                </a:lnTo>
                <a:close/>
                <a:moveTo>
                  <a:pt x="725122" y="27226"/>
                </a:moveTo>
                <a:lnTo>
                  <a:pt x="720591" y="27226"/>
                </a:lnTo>
                <a:lnTo>
                  <a:pt x="720591" y="31756"/>
                </a:lnTo>
                <a:lnTo>
                  <a:pt x="725122" y="31756"/>
                </a:lnTo>
                <a:lnTo>
                  <a:pt x="725122" y="27226"/>
                </a:lnTo>
                <a:close/>
                <a:moveTo>
                  <a:pt x="748731" y="16597"/>
                </a:moveTo>
                <a:cubicBezTo>
                  <a:pt x="748557" y="14375"/>
                  <a:pt x="748078" y="12938"/>
                  <a:pt x="747207" y="11674"/>
                </a:cubicBezTo>
                <a:cubicBezTo>
                  <a:pt x="745639" y="9540"/>
                  <a:pt x="742894" y="8277"/>
                  <a:pt x="739714" y="8277"/>
                </a:cubicBezTo>
                <a:cubicBezTo>
                  <a:pt x="733529" y="8277"/>
                  <a:pt x="729564" y="13156"/>
                  <a:pt x="729564" y="20735"/>
                </a:cubicBezTo>
                <a:cubicBezTo>
                  <a:pt x="729564" y="28096"/>
                  <a:pt x="733485" y="32758"/>
                  <a:pt x="739671" y="32758"/>
                </a:cubicBezTo>
                <a:cubicBezTo>
                  <a:pt x="745116" y="32758"/>
                  <a:pt x="748557" y="29491"/>
                  <a:pt x="748993" y="23915"/>
                </a:cubicBezTo>
                <a:lnTo>
                  <a:pt x="745334" y="23915"/>
                </a:lnTo>
                <a:cubicBezTo>
                  <a:pt x="744724" y="27574"/>
                  <a:pt x="742851" y="29404"/>
                  <a:pt x="739758" y="29404"/>
                </a:cubicBezTo>
                <a:cubicBezTo>
                  <a:pt x="735750" y="29404"/>
                  <a:pt x="733355" y="26136"/>
                  <a:pt x="733355" y="20735"/>
                </a:cubicBezTo>
                <a:cubicBezTo>
                  <a:pt x="733355" y="15029"/>
                  <a:pt x="735707" y="11631"/>
                  <a:pt x="739671" y="11631"/>
                </a:cubicBezTo>
                <a:cubicBezTo>
                  <a:pt x="742720" y="11631"/>
                  <a:pt x="744637" y="13417"/>
                  <a:pt x="745072" y="16597"/>
                </a:cubicBezTo>
                <a:lnTo>
                  <a:pt x="748731" y="16597"/>
                </a:lnTo>
                <a:close/>
                <a:moveTo>
                  <a:pt x="761843" y="8277"/>
                </a:moveTo>
                <a:cubicBezTo>
                  <a:pt x="755396" y="8277"/>
                  <a:pt x="751563" y="12850"/>
                  <a:pt x="751563" y="20517"/>
                </a:cubicBezTo>
                <a:cubicBezTo>
                  <a:pt x="751563" y="28227"/>
                  <a:pt x="755396" y="32758"/>
                  <a:pt x="761887" y="32758"/>
                </a:cubicBezTo>
                <a:cubicBezTo>
                  <a:pt x="768334" y="32758"/>
                  <a:pt x="772211" y="28184"/>
                  <a:pt x="772211" y="20691"/>
                </a:cubicBezTo>
                <a:cubicBezTo>
                  <a:pt x="772211" y="12763"/>
                  <a:pt x="768465" y="8277"/>
                  <a:pt x="761843" y="8277"/>
                </a:cubicBezTo>
                <a:moveTo>
                  <a:pt x="761887" y="11631"/>
                </a:moveTo>
                <a:cubicBezTo>
                  <a:pt x="765982" y="11631"/>
                  <a:pt x="768421" y="14985"/>
                  <a:pt x="768421" y="20648"/>
                </a:cubicBezTo>
                <a:cubicBezTo>
                  <a:pt x="768421" y="26049"/>
                  <a:pt x="765895" y="29404"/>
                  <a:pt x="761887" y="29404"/>
                </a:cubicBezTo>
                <a:cubicBezTo>
                  <a:pt x="757836" y="29404"/>
                  <a:pt x="755353" y="26049"/>
                  <a:pt x="755353" y="20517"/>
                </a:cubicBezTo>
                <a:cubicBezTo>
                  <a:pt x="755353" y="14985"/>
                  <a:pt x="757836" y="11631"/>
                  <a:pt x="761887" y="11631"/>
                </a:cubicBezTo>
                <a:close/>
                <a:moveTo>
                  <a:pt x="775870" y="8930"/>
                </a:moveTo>
                <a:lnTo>
                  <a:pt x="775870" y="31756"/>
                </a:lnTo>
                <a:lnTo>
                  <a:pt x="779530" y="31756"/>
                </a:lnTo>
                <a:lnTo>
                  <a:pt x="779530" y="17424"/>
                </a:lnTo>
                <a:cubicBezTo>
                  <a:pt x="779530" y="14113"/>
                  <a:pt x="781926" y="11457"/>
                  <a:pt x="784888" y="11457"/>
                </a:cubicBezTo>
                <a:cubicBezTo>
                  <a:pt x="787588" y="11457"/>
                  <a:pt x="789113" y="13112"/>
                  <a:pt x="789113" y="16030"/>
                </a:cubicBezTo>
                <a:lnTo>
                  <a:pt x="789113" y="31756"/>
                </a:lnTo>
                <a:lnTo>
                  <a:pt x="792772" y="31756"/>
                </a:lnTo>
                <a:lnTo>
                  <a:pt x="792772" y="17424"/>
                </a:lnTo>
                <a:cubicBezTo>
                  <a:pt x="792772" y="14113"/>
                  <a:pt x="795168" y="11457"/>
                  <a:pt x="798130" y="11457"/>
                </a:cubicBezTo>
                <a:cubicBezTo>
                  <a:pt x="800788" y="11457"/>
                  <a:pt x="802356" y="13156"/>
                  <a:pt x="802356" y="16030"/>
                </a:cubicBezTo>
                <a:lnTo>
                  <a:pt x="802356" y="31756"/>
                </a:lnTo>
                <a:lnTo>
                  <a:pt x="806015" y="31756"/>
                </a:lnTo>
                <a:lnTo>
                  <a:pt x="806015" y="14636"/>
                </a:lnTo>
                <a:cubicBezTo>
                  <a:pt x="806015" y="10541"/>
                  <a:pt x="803662" y="8277"/>
                  <a:pt x="799394" y="8277"/>
                </a:cubicBezTo>
                <a:cubicBezTo>
                  <a:pt x="796344" y="8277"/>
                  <a:pt x="794514" y="9191"/>
                  <a:pt x="792380" y="11761"/>
                </a:cubicBezTo>
                <a:cubicBezTo>
                  <a:pt x="791030" y="9322"/>
                  <a:pt x="789200" y="8277"/>
                  <a:pt x="786238" y="8277"/>
                </a:cubicBezTo>
                <a:cubicBezTo>
                  <a:pt x="783189" y="8277"/>
                  <a:pt x="781141" y="9409"/>
                  <a:pt x="779224" y="12153"/>
                </a:cubicBezTo>
                <a:lnTo>
                  <a:pt x="779224" y="8930"/>
                </a:lnTo>
                <a:lnTo>
                  <a:pt x="775870" y="8930"/>
                </a:lnTo>
                <a:close/>
                <a:moveTo>
                  <a:pt x="819083" y="0"/>
                </a:moveTo>
                <a:lnTo>
                  <a:pt x="808759" y="32627"/>
                </a:lnTo>
                <a:lnTo>
                  <a:pt x="811155" y="32627"/>
                </a:lnTo>
                <a:lnTo>
                  <a:pt x="821479" y="0"/>
                </a:lnTo>
                <a:lnTo>
                  <a:pt x="819083" y="0"/>
                </a:lnTo>
                <a:close/>
                <a:moveTo>
                  <a:pt x="832804" y="9322"/>
                </a:moveTo>
                <a:lnTo>
                  <a:pt x="832804" y="31756"/>
                </a:lnTo>
                <a:lnTo>
                  <a:pt x="836638" y="31756"/>
                </a:lnTo>
                <a:lnTo>
                  <a:pt x="836638" y="261"/>
                </a:lnTo>
                <a:lnTo>
                  <a:pt x="834111" y="261"/>
                </a:lnTo>
                <a:cubicBezTo>
                  <a:pt x="832761" y="5096"/>
                  <a:pt x="831890" y="5750"/>
                  <a:pt x="825965" y="6534"/>
                </a:cubicBezTo>
                <a:lnTo>
                  <a:pt x="825965" y="9322"/>
                </a:lnTo>
                <a:lnTo>
                  <a:pt x="832804" y="9322"/>
                </a:lnTo>
                <a:close/>
                <a:moveTo>
                  <a:pt x="857373" y="261"/>
                </a:moveTo>
                <a:cubicBezTo>
                  <a:pt x="854499" y="261"/>
                  <a:pt x="851884" y="1568"/>
                  <a:pt x="850273" y="3702"/>
                </a:cubicBezTo>
                <a:cubicBezTo>
                  <a:pt x="848269" y="6491"/>
                  <a:pt x="847267" y="10672"/>
                  <a:pt x="847267" y="16510"/>
                </a:cubicBezTo>
                <a:cubicBezTo>
                  <a:pt x="847267" y="27139"/>
                  <a:pt x="850752" y="32758"/>
                  <a:pt x="857373" y="32758"/>
                </a:cubicBezTo>
                <a:cubicBezTo>
                  <a:pt x="863907" y="32758"/>
                  <a:pt x="867479" y="27139"/>
                  <a:pt x="867479" y="16771"/>
                </a:cubicBezTo>
                <a:cubicBezTo>
                  <a:pt x="867479" y="10672"/>
                  <a:pt x="866521" y="6578"/>
                  <a:pt x="864474" y="3702"/>
                </a:cubicBezTo>
                <a:cubicBezTo>
                  <a:pt x="862862" y="1524"/>
                  <a:pt x="860292" y="261"/>
                  <a:pt x="857373" y="261"/>
                </a:cubicBezTo>
                <a:moveTo>
                  <a:pt x="857373" y="3659"/>
                </a:moveTo>
                <a:cubicBezTo>
                  <a:pt x="861512" y="3659"/>
                  <a:pt x="863559" y="7885"/>
                  <a:pt x="863559" y="16422"/>
                </a:cubicBezTo>
                <a:cubicBezTo>
                  <a:pt x="863559" y="25396"/>
                  <a:pt x="861555" y="29578"/>
                  <a:pt x="857286" y="29578"/>
                </a:cubicBezTo>
                <a:cubicBezTo>
                  <a:pt x="853235" y="29578"/>
                  <a:pt x="851188" y="25222"/>
                  <a:pt x="851188" y="16553"/>
                </a:cubicBezTo>
                <a:cubicBezTo>
                  <a:pt x="851188" y="7885"/>
                  <a:pt x="853235" y="3659"/>
                  <a:pt x="857373" y="3659"/>
                </a:cubicBezTo>
                <a:close/>
                <a:moveTo>
                  <a:pt x="870529" y="24568"/>
                </a:moveTo>
                <a:cubicBezTo>
                  <a:pt x="871269" y="29708"/>
                  <a:pt x="874580" y="32758"/>
                  <a:pt x="879285" y="32758"/>
                </a:cubicBezTo>
                <a:cubicBezTo>
                  <a:pt x="882726" y="32758"/>
                  <a:pt x="885775" y="31102"/>
                  <a:pt x="887605" y="28271"/>
                </a:cubicBezTo>
                <a:cubicBezTo>
                  <a:pt x="889522" y="25178"/>
                  <a:pt x="890392" y="21345"/>
                  <a:pt x="890392" y="15638"/>
                </a:cubicBezTo>
                <a:cubicBezTo>
                  <a:pt x="890392" y="10324"/>
                  <a:pt x="889609" y="6969"/>
                  <a:pt x="887779" y="4182"/>
                </a:cubicBezTo>
                <a:cubicBezTo>
                  <a:pt x="886080" y="1611"/>
                  <a:pt x="883379" y="261"/>
                  <a:pt x="879981" y="261"/>
                </a:cubicBezTo>
                <a:cubicBezTo>
                  <a:pt x="874101" y="261"/>
                  <a:pt x="869875" y="4661"/>
                  <a:pt x="869875" y="10759"/>
                </a:cubicBezTo>
                <a:cubicBezTo>
                  <a:pt x="869875" y="16553"/>
                  <a:pt x="873796" y="20648"/>
                  <a:pt x="879372" y="20648"/>
                </a:cubicBezTo>
                <a:cubicBezTo>
                  <a:pt x="882290" y="20648"/>
                  <a:pt x="884468" y="19602"/>
                  <a:pt x="886429" y="17206"/>
                </a:cubicBezTo>
                <a:cubicBezTo>
                  <a:pt x="886385" y="25048"/>
                  <a:pt x="883945" y="29360"/>
                  <a:pt x="879546" y="29360"/>
                </a:cubicBezTo>
                <a:cubicBezTo>
                  <a:pt x="876845" y="29360"/>
                  <a:pt x="874972" y="27618"/>
                  <a:pt x="874362" y="24568"/>
                </a:cubicBezTo>
                <a:lnTo>
                  <a:pt x="870529" y="24568"/>
                </a:lnTo>
                <a:moveTo>
                  <a:pt x="879938" y="3615"/>
                </a:moveTo>
                <a:cubicBezTo>
                  <a:pt x="883510" y="3615"/>
                  <a:pt x="886211" y="6621"/>
                  <a:pt x="886211" y="10672"/>
                </a:cubicBezTo>
                <a:cubicBezTo>
                  <a:pt x="886211" y="14549"/>
                  <a:pt x="883597" y="17250"/>
                  <a:pt x="879807" y="17250"/>
                </a:cubicBezTo>
                <a:cubicBezTo>
                  <a:pt x="876105" y="17250"/>
                  <a:pt x="873796" y="14636"/>
                  <a:pt x="873796" y="10454"/>
                </a:cubicBezTo>
                <a:cubicBezTo>
                  <a:pt x="873796" y="6491"/>
                  <a:pt x="876366" y="3615"/>
                  <a:pt x="879938" y="3615"/>
                </a:cubicBezTo>
                <a:close/>
                <a:moveTo>
                  <a:pt x="914133" y="27966"/>
                </a:moveTo>
                <a:lnTo>
                  <a:pt x="897885" y="27966"/>
                </a:lnTo>
                <a:cubicBezTo>
                  <a:pt x="898277" y="25353"/>
                  <a:pt x="899671" y="23697"/>
                  <a:pt x="903460" y="21388"/>
                </a:cubicBezTo>
                <a:lnTo>
                  <a:pt x="907817" y="18949"/>
                </a:lnTo>
                <a:cubicBezTo>
                  <a:pt x="912129" y="16553"/>
                  <a:pt x="914351" y="13330"/>
                  <a:pt x="914351" y="9453"/>
                </a:cubicBezTo>
                <a:cubicBezTo>
                  <a:pt x="914351" y="6839"/>
                  <a:pt x="913306" y="4400"/>
                  <a:pt x="911476" y="2701"/>
                </a:cubicBezTo>
                <a:cubicBezTo>
                  <a:pt x="909647" y="1046"/>
                  <a:pt x="907381" y="261"/>
                  <a:pt x="904463" y="261"/>
                </a:cubicBezTo>
                <a:cubicBezTo>
                  <a:pt x="900542" y="261"/>
                  <a:pt x="897624" y="1655"/>
                  <a:pt x="895925" y="4356"/>
                </a:cubicBezTo>
                <a:cubicBezTo>
                  <a:pt x="894835" y="6011"/>
                  <a:pt x="894356" y="7972"/>
                  <a:pt x="894269" y="11152"/>
                </a:cubicBezTo>
                <a:lnTo>
                  <a:pt x="898102" y="11152"/>
                </a:lnTo>
                <a:cubicBezTo>
                  <a:pt x="898233" y="9017"/>
                  <a:pt x="898494" y="7754"/>
                  <a:pt x="899018" y="6708"/>
                </a:cubicBezTo>
                <a:cubicBezTo>
                  <a:pt x="900019" y="4792"/>
                  <a:pt x="902023" y="3615"/>
                  <a:pt x="904332" y="3615"/>
                </a:cubicBezTo>
                <a:cubicBezTo>
                  <a:pt x="907817" y="3615"/>
                  <a:pt x="910430" y="6142"/>
                  <a:pt x="910430" y="9540"/>
                </a:cubicBezTo>
                <a:cubicBezTo>
                  <a:pt x="910430" y="12066"/>
                  <a:pt x="908993" y="14244"/>
                  <a:pt x="906249" y="15812"/>
                </a:cubicBezTo>
                <a:lnTo>
                  <a:pt x="902241" y="18165"/>
                </a:lnTo>
                <a:cubicBezTo>
                  <a:pt x="895794" y="21868"/>
                  <a:pt x="893921" y="24829"/>
                  <a:pt x="893572" y="31712"/>
                </a:cubicBezTo>
                <a:lnTo>
                  <a:pt x="914133" y="31712"/>
                </a:lnTo>
                <a:lnTo>
                  <a:pt x="914133" y="27966"/>
                </a:lnTo>
                <a:close/>
                <a:moveTo>
                  <a:pt x="927942" y="261"/>
                </a:moveTo>
                <a:cubicBezTo>
                  <a:pt x="925067" y="261"/>
                  <a:pt x="922453" y="1568"/>
                  <a:pt x="920842" y="3702"/>
                </a:cubicBezTo>
                <a:cubicBezTo>
                  <a:pt x="918838" y="6491"/>
                  <a:pt x="917836" y="10672"/>
                  <a:pt x="917836" y="16510"/>
                </a:cubicBezTo>
                <a:cubicBezTo>
                  <a:pt x="917836" y="27139"/>
                  <a:pt x="921320" y="32758"/>
                  <a:pt x="927942" y="32758"/>
                </a:cubicBezTo>
                <a:cubicBezTo>
                  <a:pt x="934476" y="32758"/>
                  <a:pt x="938048" y="27139"/>
                  <a:pt x="938048" y="16771"/>
                </a:cubicBezTo>
                <a:cubicBezTo>
                  <a:pt x="938048" y="10672"/>
                  <a:pt x="937090" y="6578"/>
                  <a:pt x="935042" y="3702"/>
                </a:cubicBezTo>
                <a:cubicBezTo>
                  <a:pt x="933430" y="1524"/>
                  <a:pt x="930861" y="261"/>
                  <a:pt x="927942" y="261"/>
                </a:cubicBezTo>
                <a:moveTo>
                  <a:pt x="927942" y="3659"/>
                </a:moveTo>
                <a:cubicBezTo>
                  <a:pt x="932080" y="3659"/>
                  <a:pt x="934128" y="7885"/>
                  <a:pt x="934128" y="16422"/>
                </a:cubicBezTo>
                <a:cubicBezTo>
                  <a:pt x="934128" y="25396"/>
                  <a:pt x="932124" y="29578"/>
                  <a:pt x="927855" y="29578"/>
                </a:cubicBezTo>
                <a:cubicBezTo>
                  <a:pt x="923804" y="29578"/>
                  <a:pt x="921757" y="25222"/>
                  <a:pt x="921757" y="16553"/>
                </a:cubicBezTo>
                <a:cubicBezTo>
                  <a:pt x="921757" y="7885"/>
                  <a:pt x="923804" y="3659"/>
                  <a:pt x="927942" y="3659"/>
                </a:cubicBezTo>
                <a:close/>
                <a:moveTo>
                  <a:pt x="961876" y="27966"/>
                </a:moveTo>
                <a:lnTo>
                  <a:pt x="945628" y="27966"/>
                </a:lnTo>
                <a:cubicBezTo>
                  <a:pt x="946020" y="25353"/>
                  <a:pt x="947414" y="23697"/>
                  <a:pt x="951203" y="21388"/>
                </a:cubicBezTo>
                <a:lnTo>
                  <a:pt x="955560" y="18949"/>
                </a:lnTo>
                <a:cubicBezTo>
                  <a:pt x="959872" y="16553"/>
                  <a:pt x="962093" y="13330"/>
                  <a:pt x="962093" y="9453"/>
                </a:cubicBezTo>
                <a:cubicBezTo>
                  <a:pt x="962093" y="6839"/>
                  <a:pt x="961049" y="4400"/>
                  <a:pt x="959219" y="2701"/>
                </a:cubicBezTo>
                <a:cubicBezTo>
                  <a:pt x="957389" y="1046"/>
                  <a:pt x="955124" y="261"/>
                  <a:pt x="952206" y="261"/>
                </a:cubicBezTo>
                <a:cubicBezTo>
                  <a:pt x="948285" y="261"/>
                  <a:pt x="945367" y="1655"/>
                  <a:pt x="943668" y="4356"/>
                </a:cubicBezTo>
                <a:cubicBezTo>
                  <a:pt x="942578" y="6011"/>
                  <a:pt x="942099" y="7972"/>
                  <a:pt x="942012" y="11152"/>
                </a:cubicBezTo>
                <a:lnTo>
                  <a:pt x="945845" y="11152"/>
                </a:lnTo>
                <a:cubicBezTo>
                  <a:pt x="945976" y="9017"/>
                  <a:pt x="946237" y="7754"/>
                  <a:pt x="946760" y="6708"/>
                </a:cubicBezTo>
                <a:cubicBezTo>
                  <a:pt x="947762" y="4792"/>
                  <a:pt x="949766" y="3615"/>
                  <a:pt x="952075" y="3615"/>
                </a:cubicBezTo>
                <a:cubicBezTo>
                  <a:pt x="955560" y="3615"/>
                  <a:pt x="958173" y="6142"/>
                  <a:pt x="958173" y="9540"/>
                </a:cubicBezTo>
                <a:cubicBezTo>
                  <a:pt x="958173" y="12066"/>
                  <a:pt x="956736" y="14244"/>
                  <a:pt x="953992" y="15812"/>
                </a:cubicBezTo>
                <a:lnTo>
                  <a:pt x="949983" y="18165"/>
                </a:lnTo>
                <a:cubicBezTo>
                  <a:pt x="943537" y="21868"/>
                  <a:pt x="941664" y="24829"/>
                  <a:pt x="941315" y="31712"/>
                </a:cubicBezTo>
                <a:lnTo>
                  <a:pt x="961876" y="31712"/>
                </a:lnTo>
                <a:lnTo>
                  <a:pt x="961876" y="27966"/>
                </a:lnTo>
                <a:close/>
                <a:moveTo>
                  <a:pt x="986357" y="871"/>
                </a:moveTo>
                <a:lnTo>
                  <a:pt x="965709" y="871"/>
                </a:lnTo>
                <a:lnTo>
                  <a:pt x="965709" y="4661"/>
                </a:lnTo>
                <a:lnTo>
                  <a:pt x="982393" y="4661"/>
                </a:lnTo>
                <a:cubicBezTo>
                  <a:pt x="975031" y="15159"/>
                  <a:pt x="972026" y="21606"/>
                  <a:pt x="969716" y="31756"/>
                </a:cubicBezTo>
                <a:lnTo>
                  <a:pt x="973812" y="31756"/>
                </a:lnTo>
                <a:cubicBezTo>
                  <a:pt x="975511" y="21868"/>
                  <a:pt x="979388" y="13373"/>
                  <a:pt x="986357" y="4094"/>
                </a:cubicBezTo>
                <a:lnTo>
                  <a:pt x="986357" y="871"/>
                </a:lnTo>
                <a:close/>
                <a:moveTo>
                  <a:pt x="1009270" y="8451"/>
                </a:moveTo>
                <a:cubicBezTo>
                  <a:pt x="1008529" y="3310"/>
                  <a:pt x="1005219" y="261"/>
                  <a:pt x="1000514" y="261"/>
                </a:cubicBezTo>
                <a:cubicBezTo>
                  <a:pt x="997117" y="261"/>
                  <a:pt x="994067" y="1916"/>
                  <a:pt x="992238" y="4748"/>
                </a:cubicBezTo>
                <a:cubicBezTo>
                  <a:pt x="990278" y="7841"/>
                  <a:pt x="989450" y="11674"/>
                  <a:pt x="989450" y="17381"/>
                </a:cubicBezTo>
                <a:cubicBezTo>
                  <a:pt x="989450" y="22695"/>
                  <a:pt x="990190" y="26049"/>
                  <a:pt x="992064" y="28838"/>
                </a:cubicBezTo>
                <a:cubicBezTo>
                  <a:pt x="993719" y="31407"/>
                  <a:pt x="996419" y="32758"/>
                  <a:pt x="999817" y="32758"/>
                </a:cubicBezTo>
                <a:cubicBezTo>
                  <a:pt x="1005698" y="32758"/>
                  <a:pt x="1009924" y="28358"/>
                  <a:pt x="1009924" y="22216"/>
                </a:cubicBezTo>
                <a:cubicBezTo>
                  <a:pt x="1009924" y="16422"/>
                  <a:pt x="1006003" y="12327"/>
                  <a:pt x="1000471" y="12327"/>
                </a:cubicBezTo>
                <a:cubicBezTo>
                  <a:pt x="997422" y="12327"/>
                  <a:pt x="995025" y="13460"/>
                  <a:pt x="993370" y="15769"/>
                </a:cubicBezTo>
                <a:cubicBezTo>
                  <a:pt x="993414" y="7972"/>
                  <a:pt x="995853" y="3659"/>
                  <a:pt x="1000253" y="3659"/>
                </a:cubicBezTo>
                <a:cubicBezTo>
                  <a:pt x="1002954" y="3659"/>
                  <a:pt x="1004827" y="5401"/>
                  <a:pt x="1005436" y="8451"/>
                </a:cubicBezTo>
                <a:lnTo>
                  <a:pt x="1009270" y="8451"/>
                </a:lnTo>
                <a:moveTo>
                  <a:pt x="999991" y="15725"/>
                </a:moveTo>
                <a:cubicBezTo>
                  <a:pt x="1003694" y="15725"/>
                  <a:pt x="1006003" y="18339"/>
                  <a:pt x="1006003" y="22521"/>
                </a:cubicBezTo>
                <a:cubicBezTo>
                  <a:pt x="1006003" y="26485"/>
                  <a:pt x="1003389" y="29360"/>
                  <a:pt x="999861" y="29360"/>
                </a:cubicBezTo>
                <a:cubicBezTo>
                  <a:pt x="996289" y="29360"/>
                  <a:pt x="993588" y="26354"/>
                  <a:pt x="993588" y="22347"/>
                </a:cubicBezTo>
                <a:cubicBezTo>
                  <a:pt x="993588" y="18426"/>
                  <a:pt x="996202" y="15725"/>
                  <a:pt x="999991" y="15725"/>
                </a:cubicBezTo>
                <a:close/>
                <a:moveTo>
                  <a:pt x="1013757" y="24568"/>
                </a:moveTo>
                <a:cubicBezTo>
                  <a:pt x="1014497" y="29708"/>
                  <a:pt x="1017808" y="32758"/>
                  <a:pt x="1022513" y="32758"/>
                </a:cubicBezTo>
                <a:cubicBezTo>
                  <a:pt x="1025954" y="32758"/>
                  <a:pt x="1029004" y="31102"/>
                  <a:pt x="1030833" y="28271"/>
                </a:cubicBezTo>
                <a:cubicBezTo>
                  <a:pt x="1032750" y="25178"/>
                  <a:pt x="1033620" y="21345"/>
                  <a:pt x="1033620" y="15638"/>
                </a:cubicBezTo>
                <a:cubicBezTo>
                  <a:pt x="1033620" y="10324"/>
                  <a:pt x="1032837" y="6969"/>
                  <a:pt x="1031007" y="4182"/>
                </a:cubicBezTo>
                <a:cubicBezTo>
                  <a:pt x="1029308" y="1611"/>
                  <a:pt x="1026607" y="261"/>
                  <a:pt x="1023209" y="261"/>
                </a:cubicBezTo>
                <a:cubicBezTo>
                  <a:pt x="1017329" y="261"/>
                  <a:pt x="1013104" y="4661"/>
                  <a:pt x="1013104" y="10759"/>
                </a:cubicBezTo>
                <a:cubicBezTo>
                  <a:pt x="1013104" y="16553"/>
                  <a:pt x="1017024" y="20648"/>
                  <a:pt x="1022600" y="20648"/>
                </a:cubicBezTo>
                <a:cubicBezTo>
                  <a:pt x="1025519" y="20648"/>
                  <a:pt x="1027696" y="19602"/>
                  <a:pt x="1029657" y="17206"/>
                </a:cubicBezTo>
                <a:cubicBezTo>
                  <a:pt x="1029613" y="25048"/>
                  <a:pt x="1027174" y="29360"/>
                  <a:pt x="1022774" y="29360"/>
                </a:cubicBezTo>
                <a:cubicBezTo>
                  <a:pt x="1020073" y="29360"/>
                  <a:pt x="1018200" y="27618"/>
                  <a:pt x="1017590" y="24568"/>
                </a:cubicBezTo>
                <a:lnTo>
                  <a:pt x="1013757" y="24568"/>
                </a:lnTo>
                <a:moveTo>
                  <a:pt x="1023166" y="3615"/>
                </a:moveTo>
                <a:cubicBezTo>
                  <a:pt x="1026738" y="3615"/>
                  <a:pt x="1029439" y="6621"/>
                  <a:pt x="1029439" y="10672"/>
                </a:cubicBezTo>
                <a:cubicBezTo>
                  <a:pt x="1029439" y="14549"/>
                  <a:pt x="1026825" y="17250"/>
                  <a:pt x="1023035" y="17250"/>
                </a:cubicBezTo>
                <a:cubicBezTo>
                  <a:pt x="1019333" y="17250"/>
                  <a:pt x="1017024" y="14636"/>
                  <a:pt x="1017024" y="10454"/>
                </a:cubicBezTo>
                <a:cubicBezTo>
                  <a:pt x="1017024" y="6491"/>
                  <a:pt x="1019594" y="3615"/>
                  <a:pt x="1023166" y="3615"/>
                </a:cubicBezTo>
                <a:close/>
                <a:moveTo>
                  <a:pt x="1045295" y="0"/>
                </a:moveTo>
                <a:lnTo>
                  <a:pt x="1034971" y="32627"/>
                </a:lnTo>
                <a:lnTo>
                  <a:pt x="1037367" y="32627"/>
                </a:lnTo>
                <a:lnTo>
                  <a:pt x="1047691" y="0"/>
                </a:lnTo>
                <a:lnTo>
                  <a:pt x="1045295" y="0"/>
                </a:lnTo>
                <a:close/>
                <a:moveTo>
                  <a:pt x="1058015" y="9322"/>
                </a:moveTo>
                <a:lnTo>
                  <a:pt x="1058015" y="31756"/>
                </a:lnTo>
                <a:lnTo>
                  <a:pt x="1061849" y="31756"/>
                </a:lnTo>
                <a:lnTo>
                  <a:pt x="1061849" y="261"/>
                </a:lnTo>
                <a:lnTo>
                  <a:pt x="1059321" y="261"/>
                </a:lnTo>
                <a:cubicBezTo>
                  <a:pt x="1057971" y="5096"/>
                  <a:pt x="1057100" y="5750"/>
                  <a:pt x="1051176" y="6534"/>
                </a:cubicBezTo>
                <a:lnTo>
                  <a:pt x="1051176" y="9322"/>
                </a:lnTo>
                <a:lnTo>
                  <a:pt x="1058015" y="9322"/>
                </a:lnTo>
                <a:close/>
                <a:moveTo>
                  <a:pt x="1093255" y="871"/>
                </a:moveTo>
                <a:lnTo>
                  <a:pt x="1072607" y="871"/>
                </a:lnTo>
                <a:lnTo>
                  <a:pt x="1072607" y="4661"/>
                </a:lnTo>
                <a:lnTo>
                  <a:pt x="1089292" y="4661"/>
                </a:lnTo>
                <a:cubicBezTo>
                  <a:pt x="1081930" y="15159"/>
                  <a:pt x="1078924" y="21606"/>
                  <a:pt x="1076615" y="31756"/>
                </a:cubicBezTo>
                <a:lnTo>
                  <a:pt x="1080710" y="31756"/>
                </a:lnTo>
                <a:cubicBezTo>
                  <a:pt x="1082409" y="21868"/>
                  <a:pt x="1086286" y="13373"/>
                  <a:pt x="1093255" y="4094"/>
                </a:cubicBezTo>
                <a:lnTo>
                  <a:pt x="1093255" y="871"/>
                </a:lnTo>
                <a:close/>
                <a:moveTo>
                  <a:pt x="1111507" y="15159"/>
                </a:moveTo>
                <a:cubicBezTo>
                  <a:pt x="1114731" y="13199"/>
                  <a:pt x="1115733" y="11631"/>
                  <a:pt x="1115733" y="8668"/>
                </a:cubicBezTo>
                <a:cubicBezTo>
                  <a:pt x="1115733" y="3702"/>
                  <a:pt x="1111943" y="261"/>
                  <a:pt x="1106454" y="261"/>
                </a:cubicBezTo>
                <a:cubicBezTo>
                  <a:pt x="1101009" y="261"/>
                  <a:pt x="1097176" y="3702"/>
                  <a:pt x="1097176" y="8625"/>
                </a:cubicBezTo>
                <a:cubicBezTo>
                  <a:pt x="1097176" y="11631"/>
                  <a:pt x="1098178" y="13156"/>
                  <a:pt x="1101358" y="15159"/>
                </a:cubicBezTo>
                <a:cubicBezTo>
                  <a:pt x="1097829" y="16945"/>
                  <a:pt x="1096087" y="19515"/>
                  <a:pt x="1096087" y="23000"/>
                </a:cubicBezTo>
                <a:cubicBezTo>
                  <a:pt x="1096087" y="28751"/>
                  <a:pt x="1100312" y="32758"/>
                  <a:pt x="1106454" y="32758"/>
                </a:cubicBezTo>
                <a:cubicBezTo>
                  <a:pt x="1112553" y="32758"/>
                  <a:pt x="1116822" y="28751"/>
                  <a:pt x="1116822" y="23000"/>
                </a:cubicBezTo>
                <a:cubicBezTo>
                  <a:pt x="1116822" y="19515"/>
                  <a:pt x="1115079" y="16945"/>
                  <a:pt x="1111507" y="15159"/>
                </a:cubicBezTo>
                <a:moveTo>
                  <a:pt x="1106454" y="3659"/>
                </a:moveTo>
                <a:cubicBezTo>
                  <a:pt x="1109721" y="3659"/>
                  <a:pt x="1111812" y="5619"/>
                  <a:pt x="1111812" y="8755"/>
                </a:cubicBezTo>
                <a:cubicBezTo>
                  <a:pt x="1111812" y="11718"/>
                  <a:pt x="1109678" y="13678"/>
                  <a:pt x="1106454" y="13678"/>
                </a:cubicBezTo>
                <a:cubicBezTo>
                  <a:pt x="1103187" y="13678"/>
                  <a:pt x="1101096" y="11718"/>
                  <a:pt x="1101096" y="8668"/>
                </a:cubicBezTo>
                <a:cubicBezTo>
                  <a:pt x="1101096" y="5619"/>
                  <a:pt x="1103187" y="3659"/>
                  <a:pt x="1106454" y="3659"/>
                </a:cubicBezTo>
                <a:moveTo>
                  <a:pt x="1106454" y="16902"/>
                </a:moveTo>
                <a:cubicBezTo>
                  <a:pt x="1110288" y="16902"/>
                  <a:pt x="1112901" y="19428"/>
                  <a:pt x="1112901" y="23087"/>
                </a:cubicBezTo>
                <a:cubicBezTo>
                  <a:pt x="1112901" y="26877"/>
                  <a:pt x="1110332" y="29360"/>
                  <a:pt x="1106367" y="29360"/>
                </a:cubicBezTo>
                <a:cubicBezTo>
                  <a:pt x="1102621" y="29360"/>
                  <a:pt x="1100008" y="26790"/>
                  <a:pt x="1100008" y="23131"/>
                </a:cubicBezTo>
                <a:cubicBezTo>
                  <a:pt x="1100008" y="19384"/>
                  <a:pt x="1102577" y="16902"/>
                  <a:pt x="1106454" y="16902"/>
                </a:cubicBezTo>
                <a:close/>
                <a:moveTo>
                  <a:pt x="1140040" y="8451"/>
                </a:moveTo>
                <a:cubicBezTo>
                  <a:pt x="1139299" y="3310"/>
                  <a:pt x="1135989" y="261"/>
                  <a:pt x="1131284" y="261"/>
                </a:cubicBezTo>
                <a:cubicBezTo>
                  <a:pt x="1127887" y="261"/>
                  <a:pt x="1124837" y="1916"/>
                  <a:pt x="1123008" y="4748"/>
                </a:cubicBezTo>
                <a:cubicBezTo>
                  <a:pt x="1121048" y="7841"/>
                  <a:pt x="1120220" y="11674"/>
                  <a:pt x="1120220" y="17381"/>
                </a:cubicBezTo>
                <a:cubicBezTo>
                  <a:pt x="1120220" y="22695"/>
                  <a:pt x="1120960" y="26049"/>
                  <a:pt x="1122834" y="28838"/>
                </a:cubicBezTo>
                <a:cubicBezTo>
                  <a:pt x="1124489" y="31407"/>
                  <a:pt x="1127189" y="32758"/>
                  <a:pt x="1130587" y="32758"/>
                </a:cubicBezTo>
                <a:cubicBezTo>
                  <a:pt x="1136468" y="32758"/>
                  <a:pt x="1140694" y="28358"/>
                  <a:pt x="1140694" y="22216"/>
                </a:cubicBezTo>
                <a:cubicBezTo>
                  <a:pt x="1140694" y="16422"/>
                  <a:pt x="1136773" y="12327"/>
                  <a:pt x="1131241" y="12327"/>
                </a:cubicBezTo>
                <a:cubicBezTo>
                  <a:pt x="1128192" y="12327"/>
                  <a:pt x="1125795" y="13460"/>
                  <a:pt x="1124140" y="15769"/>
                </a:cubicBezTo>
                <a:cubicBezTo>
                  <a:pt x="1124184" y="7972"/>
                  <a:pt x="1126623" y="3659"/>
                  <a:pt x="1131023" y="3659"/>
                </a:cubicBezTo>
                <a:cubicBezTo>
                  <a:pt x="1133724" y="3659"/>
                  <a:pt x="1135597" y="5401"/>
                  <a:pt x="1136206" y="8451"/>
                </a:cubicBezTo>
                <a:lnTo>
                  <a:pt x="1140040" y="8451"/>
                </a:lnTo>
                <a:moveTo>
                  <a:pt x="1130761" y="15725"/>
                </a:moveTo>
                <a:cubicBezTo>
                  <a:pt x="1134464" y="15725"/>
                  <a:pt x="1136773" y="18339"/>
                  <a:pt x="1136773" y="22521"/>
                </a:cubicBezTo>
                <a:cubicBezTo>
                  <a:pt x="1136773" y="26485"/>
                  <a:pt x="1134159" y="29360"/>
                  <a:pt x="1130631" y="29360"/>
                </a:cubicBezTo>
                <a:cubicBezTo>
                  <a:pt x="1127059" y="29360"/>
                  <a:pt x="1124358" y="26354"/>
                  <a:pt x="1124358" y="22347"/>
                </a:cubicBezTo>
                <a:cubicBezTo>
                  <a:pt x="1124358" y="18426"/>
                  <a:pt x="1126972" y="15725"/>
                  <a:pt x="1130761" y="15725"/>
                </a:cubicBezTo>
                <a:close/>
                <a:moveTo>
                  <a:pt x="1164870" y="871"/>
                </a:moveTo>
                <a:lnTo>
                  <a:pt x="1144222" y="871"/>
                </a:lnTo>
                <a:lnTo>
                  <a:pt x="1144222" y="4661"/>
                </a:lnTo>
                <a:lnTo>
                  <a:pt x="1160906" y="4661"/>
                </a:lnTo>
                <a:cubicBezTo>
                  <a:pt x="1153544" y="15159"/>
                  <a:pt x="1150538" y="21606"/>
                  <a:pt x="1148229" y="31756"/>
                </a:cubicBezTo>
                <a:lnTo>
                  <a:pt x="1152324" y="31756"/>
                </a:lnTo>
                <a:cubicBezTo>
                  <a:pt x="1154023" y="21868"/>
                  <a:pt x="1157900" y="13373"/>
                  <a:pt x="1164870" y="4094"/>
                </a:cubicBezTo>
                <a:lnTo>
                  <a:pt x="1164870" y="871"/>
                </a:lnTo>
                <a:close/>
                <a:moveTo>
                  <a:pt x="1178069" y="261"/>
                </a:moveTo>
                <a:cubicBezTo>
                  <a:pt x="1175194" y="261"/>
                  <a:pt x="1172580" y="1568"/>
                  <a:pt x="1170968" y="3702"/>
                </a:cubicBezTo>
                <a:cubicBezTo>
                  <a:pt x="1168964" y="6491"/>
                  <a:pt x="1167963" y="10672"/>
                  <a:pt x="1167963" y="16510"/>
                </a:cubicBezTo>
                <a:cubicBezTo>
                  <a:pt x="1167963" y="27139"/>
                  <a:pt x="1171447" y="32758"/>
                  <a:pt x="1178069" y="32758"/>
                </a:cubicBezTo>
                <a:cubicBezTo>
                  <a:pt x="1184602" y="32758"/>
                  <a:pt x="1188174" y="27139"/>
                  <a:pt x="1188174" y="16771"/>
                </a:cubicBezTo>
                <a:cubicBezTo>
                  <a:pt x="1188174" y="10672"/>
                  <a:pt x="1187217" y="6578"/>
                  <a:pt x="1185169" y="3702"/>
                </a:cubicBezTo>
                <a:cubicBezTo>
                  <a:pt x="1183557" y="1524"/>
                  <a:pt x="1180987" y="261"/>
                  <a:pt x="1178069" y="261"/>
                </a:cubicBezTo>
                <a:moveTo>
                  <a:pt x="1178069" y="3659"/>
                </a:moveTo>
                <a:cubicBezTo>
                  <a:pt x="1182207" y="3659"/>
                  <a:pt x="1184254" y="7885"/>
                  <a:pt x="1184254" y="16422"/>
                </a:cubicBezTo>
                <a:cubicBezTo>
                  <a:pt x="1184254" y="25396"/>
                  <a:pt x="1182250" y="29578"/>
                  <a:pt x="1177981" y="29578"/>
                </a:cubicBezTo>
                <a:cubicBezTo>
                  <a:pt x="1173930" y="29578"/>
                  <a:pt x="1171883" y="25222"/>
                  <a:pt x="1171883" y="16553"/>
                </a:cubicBezTo>
                <a:cubicBezTo>
                  <a:pt x="1171883" y="7885"/>
                  <a:pt x="1173930" y="3659"/>
                  <a:pt x="1178069" y="3659"/>
                </a:cubicBezTo>
                <a:close/>
                <a:moveTo>
                  <a:pt x="1201243" y="9322"/>
                </a:moveTo>
                <a:lnTo>
                  <a:pt x="1201243" y="31756"/>
                </a:lnTo>
                <a:lnTo>
                  <a:pt x="1205076" y="31756"/>
                </a:lnTo>
                <a:lnTo>
                  <a:pt x="1205076" y="261"/>
                </a:lnTo>
                <a:lnTo>
                  <a:pt x="1202549" y="261"/>
                </a:lnTo>
                <a:cubicBezTo>
                  <a:pt x="1201199" y="5096"/>
                  <a:pt x="1200328" y="5750"/>
                  <a:pt x="1194404" y="6534"/>
                </a:cubicBezTo>
                <a:lnTo>
                  <a:pt x="1194404" y="9322"/>
                </a:lnTo>
                <a:lnTo>
                  <a:pt x="1201243" y="9322"/>
                </a:lnTo>
                <a:close/>
                <a:moveTo>
                  <a:pt x="1216141" y="24568"/>
                </a:moveTo>
                <a:cubicBezTo>
                  <a:pt x="1216881" y="29708"/>
                  <a:pt x="1220192" y="32758"/>
                  <a:pt x="1224897" y="32758"/>
                </a:cubicBezTo>
                <a:cubicBezTo>
                  <a:pt x="1228338" y="32758"/>
                  <a:pt x="1231387" y="31102"/>
                  <a:pt x="1233217" y="28271"/>
                </a:cubicBezTo>
                <a:cubicBezTo>
                  <a:pt x="1235134" y="25178"/>
                  <a:pt x="1236004" y="21345"/>
                  <a:pt x="1236004" y="15638"/>
                </a:cubicBezTo>
                <a:cubicBezTo>
                  <a:pt x="1236004" y="10324"/>
                  <a:pt x="1235221" y="6969"/>
                  <a:pt x="1233391" y="4182"/>
                </a:cubicBezTo>
                <a:cubicBezTo>
                  <a:pt x="1231692" y="1611"/>
                  <a:pt x="1228991" y="261"/>
                  <a:pt x="1225593" y="261"/>
                </a:cubicBezTo>
                <a:cubicBezTo>
                  <a:pt x="1219713" y="261"/>
                  <a:pt x="1215487" y="4661"/>
                  <a:pt x="1215487" y="10759"/>
                </a:cubicBezTo>
                <a:cubicBezTo>
                  <a:pt x="1215487" y="16553"/>
                  <a:pt x="1219408" y="20648"/>
                  <a:pt x="1224984" y="20648"/>
                </a:cubicBezTo>
                <a:cubicBezTo>
                  <a:pt x="1227902" y="20648"/>
                  <a:pt x="1230080" y="19602"/>
                  <a:pt x="1232041" y="17206"/>
                </a:cubicBezTo>
                <a:cubicBezTo>
                  <a:pt x="1231997" y="25048"/>
                  <a:pt x="1229558" y="29360"/>
                  <a:pt x="1225158" y="29360"/>
                </a:cubicBezTo>
                <a:cubicBezTo>
                  <a:pt x="1222457" y="29360"/>
                  <a:pt x="1220584" y="27618"/>
                  <a:pt x="1219974" y="24568"/>
                </a:cubicBezTo>
                <a:lnTo>
                  <a:pt x="1216141" y="24568"/>
                </a:lnTo>
                <a:moveTo>
                  <a:pt x="1225550" y="3615"/>
                </a:moveTo>
                <a:cubicBezTo>
                  <a:pt x="1229122" y="3615"/>
                  <a:pt x="1231823" y="6621"/>
                  <a:pt x="1231823" y="10672"/>
                </a:cubicBezTo>
                <a:cubicBezTo>
                  <a:pt x="1231823" y="14549"/>
                  <a:pt x="1229209" y="17250"/>
                  <a:pt x="1225419" y="17250"/>
                </a:cubicBezTo>
                <a:cubicBezTo>
                  <a:pt x="1221717" y="17250"/>
                  <a:pt x="1219408" y="14636"/>
                  <a:pt x="1219408" y="10454"/>
                </a:cubicBezTo>
                <a:cubicBezTo>
                  <a:pt x="1219408" y="6491"/>
                  <a:pt x="1221978" y="3615"/>
                  <a:pt x="1225550" y="3615"/>
                </a:cubicBezTo>
                <a:close/>
                <a:moveTo>
                  <a:pt x="1260355" y="871"/>
                </a:moveTo>
                <a:lnTo>
                  <a:pt x="1239707" y="871"/>
                </a:lnTo>
                <a:lnTo>
                  <a:pt x="1239707" y="4661"/>
                </a:lnTo>
                <a:lnTo>
                  <a:pt x="1256391" y="4661"/>
                </a:lnTo>
                <a:cubicBezTo>
                  <a:pt x="1249029" y="15159"/>
                  <a:pt x="1246023" y="21606"/>
                  <a:pt x="1243714" y="31756"/>
                </a:cubicBezTo>
                <a:lnTo>
                  <a:pt x="1247810" y="31756"/>
                </a:lnTo>
                <a:cubicBezTo>
                  <a:pt x="1249508" y="21868"/>
                  <a:pt x="1253386" y="13373"/>
                  <a:pt x="1260355" y="4094"/>
                </a:cubicBezTo>
                <a:lnTo>
                  <a:pt x="1260355" y="871"/>
                </a:lnTo>
                <a:close/>
                <a:moveTo>
                  <a:pt x="1273632" y="18165"/>
                </a:moveTo>
                <a:lnTo>
                  <a:pt x="1263264" y="18165"/>
                </a:lnTo>
                <a:lnTo>
                  <a:pt x="1263264" y="21301"/>
                </a:lnTo>
                <a:lnTo>
                  <a:pt x="1273632" y="21301"/>
                </a:lnTo>
                <a:lnTo>
                  <a:pt x="1273632" y="18165"/>
                </a:lnTo>
                <a:close/>
                <a:moveTo>
                  <a:pt x="1284370" y="17250"/>
                </a:moveTo>
                <a:lnTo>
                  <a:pt x="1284850" y="17250"/>
                </a:lnTo>
                <a:lnTo>
                  <a:pt x="1286461" y="17250"/>
                </a:lnTo>
                <a:cubicBezTo>
                  <a:pt x="1290643" y="17250"/>
                  <a:pt x="1292865" y="19210"/>
                  <a:pt x="1292865" y="23000"/>
                </a:cubicBezTo>
                <a:cubicBezTo>
                  <a:pt x="1292865" y="26964"/>
                  <a:pt x="1290469" y="29360"/>
                  <a:pt x="1286505" y="29360"/>
                </a:cubicBezTo>
                <a:cubicBezTo>
                  <a:pt x="1282279" y="29360"/>
                  <a:pt x="1280232" y="27226"/>
                  <a:pt x="1279971" y="22608"/>
                </a:cubicBezTo>
                <a:lnTo>
                  <a:pt x="1276137" y="22608"/>
                </a:lnTo>
                <a:cubicBezTo>
                  <a:pt x="1276312" y="25135"/>
                  <a:pt x="1276747" y="26790"/>
                  <a:pt x="1277487" y="28184"/>
                </a:cubicBezTo>
                <a:cubicBezTo>
                  <a:pt x="1279099" y="31233"/>
                  <a:pt x="1282105" y="32758"/>
                  <a:pt x="1286331" y="32758"/>
                </a:cubicBezTo>
                <a:cubicBezTo>
                  <a:pt x="1292690" y="32758"/>
                  <a:pt x="1296785" y="28925"/>
                  <a:pt x="1296785" y="22956"/>
                </a:cubicBezTo>
                <a:cubicBezTo>
                  <a:pt x="1296785" y="18949"/>
                  <a:pt x="1295261" y="16771"/>
                  <a:pt x="1291558" y="15464"/>
                </a:cubicBezTo>
                <a:cubicBezTo>
                  <a:pt x="1294433" y="14288"/>
                  <a:pt x="1295871" y="12110"/>
                  <a:pt x="1295871" y="8930"/>
                </a:cubicBezTo>
                <a:cubicBezTo>
                  <a:pt x="1295871" y="3528"/>
                  <a:pt x="1292342" y="261"/>
                  <a:pt x="1286461" y="261"/>
                </a:cubicBezTo>
                <a:cubicBezTo>
                  <a:pt x="1280232" y="261"/>
                  <a:pt x="1276921" y="3746"/>
                  <a:pt x="1276791" y="10411"/>
                </a:cubicBezTo>
                <a:lnTo>
                  <a:pt x="1280624" y="10411"/>
                </a:lnTo>
                <a:cubicBezTo>
                  <a:pt x="1280667" y="8494"/>
                  <a:pt x="1280842" y="7405"/>
                  <a:pt x="1281321" y="6447"/>
                </a:cubicBezTo>
                <a:cubicBezTo>
                  <a:pt x="1282192" y="4661"/>
                  <a:pt x="1284109" y="3615"/>
                  <a:pt x="1286505" y="3615"/>
                </a:cubicBezTo>
                <a:cubicBezTo>
                  <a:pt x="1289903" y="3615"/>
                  <a:pt x="1291950" y="5662"/>
                  <a:pt x="1291950" y="9060"/>
                </a:cubicBezTo>
                <a:cubicBezTo>
                  <a:pt x="1291950" y="11282"/>
                  <a:pt x="1291166" y="12632"/>
                  <a:pt x="1289467" y="13373"/>
                </a:cubicBezTo>
                <a:cubicBezTo>
                  <a:pt x="1288422" y="13809"/>
                  <a:pt x="1287028" y="13983"/>
                  <a:pt x="1284370" y="14026"/>
                </a:cubicBezTo>
                <a:lnTo>
                  <a:pt x="1284370" y="17250"/>
                </a:lnTo>
                <a:close/>
                <a:moveTo>
                  <a:pt x="1300907" y="24568"/>
                </a:moveTo>
                <a:cubicBezTo>
                  <a:pt x="1301648" y="29708"/>
                  <a:pt x="1304959" y="32758"/>
                  <a:pt x="1309663" y="32758"/>
                </a:cubicBezTo>
                <a:cubicBezTo>
                  <a:pt x="1313104" y="32758"/>
                  <a:pt x="1316154" y="31102"/>
                  <a:pt x="1317983" y="28271"/>
                </a:cubicBezTo>
                <a:cubicBezTo>
                  <a:pt x="1319900" y="25178"/>
                  <a:pt x="1320771" y="21345"/>
                  <a:pt x="1320771" y="15638"/>
                </a:cubicBezTo>
                <a:cubicBezTo>
                  <a:pt x="1320771" y="10324"/>
                  <a:pt x="1319987" y="6969"/>
                  <a:pt x="1318157" y="4182"/>
                </a:cubicBezTo>
                <a:cubicBezTo>
                  <a:pt x="1316458" y="1611"/>
                  <a:pt x="1313758" y="261"/>
                  <a:pt x="1310360" y="261"/>
                </a:cubicBezTo>
                <a:cubicBezTo>
                  <a:pt x="1304479" y="261"/>
                  <a:pt x="1300254" y="4661"/>
                  <a:pt x="1300254" y="10759"/>
                </a:cubicBezTo>
                <a:cubicBezTo>
                  <a:pt x="1300254" y="16553"/>
                  <a:pt x="1304174" y="20648"/>
                  <a:pt x="1309750" y="20648"/>
                </a:cubicBezTo>
                <a:cubicBezTo>
                  <a:pt x="1312669" y="20648"/>
                  <a:pt x="1314847" y="19602"/>
                  <a:pt x="1316807" y="17206"/>
                </a:cubicBezTo>
                <a:cubicBezTo>
                  <a:pt x="1316764" y="25048"/>
                  <a:pt x="1314324" y="29360"/>
                  <a:pt x="1309925" y="29360"/>
                </a:cubicBezTo>
                <a:cubicBezTo>
                  <a:pt x="1307224" y="29360"/>
                  <a:pt x="1305351" y="27618"/>
                  <a:pt x="1304741" y="24568"/>
                </a:cubicBezTo>
                <a:lnTo>
                  <a:pt x="1300907" y="24568"/>
                </a:lnTo>
                <a:moveTo>
                  <a:pt x="1310317" y="3615"/>
                </a:moveTo>
                <a:cubicBezTo>
                  <a:pt x="1313889" y="3615"/>
                  <a:pt x="1316589" y="6621"/>
                  <a:pt x="1316589" y="10672"/>
                </a:cubicBezTo>
                <a:cubicBezTo>
                  <a:pt x="1316589" y="14549"/>
                  <a:pt x="1313976" y="17250"/>
                  <a:pt x="1310186" y="17250"/>
                </a:cubicBezTo>
                <a:cubicBezTo>
                  <a:pt x="1306483" y="17250"/>
                  <a:pt x="1304174" y="14636"/>
                  <a:pt x="1304174" y="10454"/>
                </a:cubicBezTo>
                <a:cubicBezTo>
                  <a:pt x="1304174" y="6491"/>
                  <a:pt x="1306745" y="3615"/>
                  <a:pt x="1310317" y="3615"/>
                </a:cubicBezTo>
                <a:close/>
                <a:moveTo>
                  <a:pt x="1344801" y="21563"/>
                </a:moveTo>
                <a:cubicBezTo>
                  <a:pt x="1344801" y="18078"/>
                  <a:pt x="1344539" y="15986"/>
                  <a:pt x="1343886" y="14288"/>
                </a:cubicBezTo>
                <a:cubicBezTo>
                  <a:pt x="1342405" y="10541"/>
                  <a:pt x="1338920" y="8277"/>
                  <a:pt x="1334651" y="8277"/>
                </a:cubicBezTo>
                <a:cubicBezTo>
                  <a:pt x="1328291" y="8277"/>
                  <a:pt x="1324196" y="13112"/>
                  <a:pt x="1324196" y="20648"/>
                </a:cubicBezTo>
                <a:cubicBezTo>
                  <a:pt x="1324196" y="28184"/>
                  <a:pt x="1328117" y="32758"/>
                  <a:pt x="1334564" y="32758"/>
                </a:cubicBezTo>
                <a:cubicBezTo>
                  <a:pt x="1339791" y="32758"/>
                  <a:pt x="1343407" y="29795"/>
                  <a:pt x="1344322" y="24829"/>
                </a:cubicBezTo>
                <a:lnTo>
                  <a:pt x="1340663" y="24829"/>
                </a:lnTo>
                <a:cubicBezTo>
                  <a:pt x="1339660" y="27835"/>
                  <a:pt x="1337613" y="29404"/>
                  <a:pt x="1334694" y="29404"/>
                </a:cubicBezTo>
                <a:cubicBezTo>
                  <a:pt x="1332386" y="29404"/>
                  <a:pt x="1330426" y="28358"/>
                  <a:pt x="1329206" y="26441"/>
                </a:cubicBezTo>
                <a:cubicBezTo>
                  <a:pt x="1328335" y="25135"/>
                  <a:pt x="1328030" y="23828"/>
                  <a:pt x="1327986" y="21563"/>
                </a:cubicBezTo>
                <a:lnTo>
                  <a:pt x="1344801" y="21563"/>
                </a:lnTo>
                <a:moveTo>
                  <a:pt x="1328073" y="18601"/>
                </a:moveTo>
                <a:cubicBezTo>
                  <a:pt x="1328378" y="14375"/>
                  <a:pt x="1330948" y="11631"/>
                  <a:pt x="1334607" y="11631"/>
                </a:cubicBezTo>
                <a:cubicBezTo>
                  <a:pt x="1338310" y="11631"/>
                  <a:pt x="1340880" y="14506"/>
                  <a:pt x="1340880" y="18601"/>
                </a:cubicBezTo>
                <a:lnTo>
                  <a:pt x="1328073" y="18601"/>
                </a:lnTo>
                <a:close/>
                <a:moveTo>
                  <a:pt x="1363341" y="15159"/>
                </a:moveTo>
                <a:cubicBezTo>
                  <a:pt x="1366565" y="13199"/>
                  <a:pt x="1367567" y="11631"/>
                  <a:pt x="1367567" y="8668"/>
                </a:cubicBezTo>
                <a:cubicBezTo>
                  <a:pt x="1367567" y="3702"/>
                  <a:pt x="1363777" y="261"/>
                  <a:pt x="1358288" y="261"/>
                </a:cubicBezTo>
                <a:cubicBezTo>
                  <a:pt x="1352843" y="261"/>
                  <a:pt x="1349010" y="3702"/>
                  <a:pt x="1349010" y="8625"/>
                </a:cubicBezTo>
                <a:cubicBezTo>
                  <a:pt x="1349010" y="11631"/>
                  <a:pt x="1350011" y="13156"/>
                  <a:pt x="1353191" y="15159"/>
                </a:cubicBezTo>
                <a:cubicBezTo>
                  <a:pt x="1349663" y="16945"/>
                  <a:pt x="1347920" y="19515"/>
                  <a:pt x="1347920" y="23000"/>
                </a:cubicBezTo>
                <a:cubicBezTo>
                  <a:pt x="1347920" y="28751"/>
                  <a:pt x="1352146" y="32758"/>
                  <a:pt x="1358288" y="32758"/>
                </a:cubicBezTo>
                <a:cubicBezTo>
                  <a:pt x="1364387" y="32758"/>
                  <a:pt x="1368656" y="28751"/>
                  <a:pt x="1368656" y="23000"/>
                </a:cubicBezTo>
                <a:cubicBezTo>
                  <a:pt x="1368656" y="19515"/>
                  <a:pt x="1366913" y="16945"/>
                  <a:pt x="1363341" y="15159"/>
                </a:cubicBezTo>
                <a:moveTo>
                  <a:pt x="1358288" y="3659"/>
                </a:moveTo>
                <a:cubicBezTo>
                  <a:pt x="1361555" y="3659"/>
                  <a:pt x="1363646" y="5619"/>
                  <a:pt x="1363646" y="8755"/>
                </a:cubicBezTo>
                <a:cubicBezTo>
                  <a:pt x="1363646" y="11718"/>
                  <a:pt x="1361512" y="13678"/>
                  <a:pt x="1358288" y="13678"/>
                </a:cubicBezTo>
                <a:cubicBezTo>
                  <a:pt x="1355021" y="13678"/>
                  <a:pt x="1352930" y="11718"/>
                  <a:pt x="1352930" y="8668"/>
                </a:cubicBezTo>
                <a:cubicBezTo>
                  <a:pt x="1352930" y="5619"/>
                  <a:pt x="1355021" y="3659"/>
                  <a:pt x="1358288" y="3659"/>
                </a:cubicBezTo>
                <a:moveTo>
                  <a:pt x="1358288" y="16902"/>
                </a:moveTo>
                <a:cubicBezTo>
                  <a:pt x="1362121" y="16902"/>
                  <a:pt x="1364735" y="19428"/>
                  <a:pt x="1364735" y="23087"/>
                </a:cubicBezTo>
                <a:cubicBezTo>
                  <a:pt x="1364735" y="26877"/>
                  <a:pt x="1362165" y="29360"/>
                  <a:pt x="1358201" y="29360"/>
                </a:cubicBezTo>
                <a:cubicBezTo>
                  <a:pt x="1354455" y="29360"/>
                  <a:pt x="1351841" y="26790"/>
                  <a:pt x="1351841" y="23131"/>
                </a:cubicBezTo>
                <a:cubicBezTo>
                  <a:pt x="1351841" y="19384"/>
                  <a:pt x="1354411" y="16902"/>
                  <a:pt x="1358288" y="16902"/>
                </a:cubicBezTo>
                <a:close/>
                <a:moveTo>
                  <a:pt x="1393469" y="29621"/>
                </a:moveTo>
                <a:cubicBezTo>
                  <a:pt x="1393077" y="29708"/>
                  <a:pt x="1392903" y="29708"/>
                  <a:pt x="1392685" y="29708"/>
                </a:cubicBezTo>
                <a:cubicBezTo>
                  <a:pt x="1391422" y="29708"/>
                  <a:pt x="1390725" y="29055"/>
                  <a:pt x="1390725" y="27922"/>
                </a:cubicBezTo>
                <a:lnTo>
                  <a:pt x="1390725" y="14506"/>
                </a:lnTo>
                <a:cubicBezTo>
                  <a:pt x="1390725" y="10454"/>
                  <a:pt x="1387762" y="8277"/>
                  <a:pt x="1382143" y="8277"/>
                </a:cubicBezTo>
                <a:cubicBezTo>
                  <a:pt x="1378789" y="8277"/>
                  <a:pt x="1376132" y="9235"/>
                  <a:pt x="1374564" y="10933"/>
                </a:cubicBezTo>
                <a:cubicBezTo>
                  <a:pt x="1373518" y="12110"/>
                  <a:pt x="1373082" y="13417"/>
                  <a:pt x="1372995" y="15682"/>
                </a:cubicBezTo>
                <a:lnTo>
                  <a:pt x="1376654" y="15682"/>
                </a:lnTo>
                <a:cubicBezTo>
                  <a:pt x="1376959" y="12894"/>
                  <a:pt x="1378615" y="11631"/>
                  <a:pt x="1382012" y="11631"/>
                </a:cubicBezTo>
                <a:cubicBezTo>
                  <a:pt x="1385323" y="11631"/>
                  <a:pt x="1387109" y="12850"/>
                  <a:pt x="1387109" y="15029"/>
                </a:cubicBezTo>
                <a:lnTo>
                  <a:pt x="1387109" y="15986"/>
                </a:lnTo>
                <a:cubicBezTo>
                  <a:pt x="1387066" y="17555"/>
                  <a:pt x="1386282" y="18121"/>
                  <a:pt x="1383319" y="18514"/>
                </a:cubicBezTo>
                <a:cubicBezTo>
                  <a:pt x="1378179" y="19167"/>
                  <a:pt x="1377395" y="19341"/>
                  <a:pt x="1376001" y="19907"/>
                </a:cubicBezTo>
                <a:cubicBezTo>
                  <a:pt x="1373344" y="21040"/>
                  <a:pt x="1371993" y="23043"/>
                  <a:pt x="1371993" y="26006"/>
                </a:cubicBezTo>
                <a:cubicBezTo>
                  <a:pt x="1371993" y="30144"/>
                  <a:pt x="1374868" y="32758"/>
                  <a:pt x="1379486" y="32758"/>
                </a:cubicBezTo>
                <a:cubicBezTo>
                  <a:pt x="1382361" y="32758"/>
                  <a:pt x="1384670" y="31756"/>
                  <a:pt x="1387240" y="29404"/>
                </a:cubicBezTo>
                <a:cubicBezTo>
                  <a:pt x="1387501" y="31756"/>
                  <a:pt x="1388634" y="32758"/>
                  <a:pt x="1390986" y="32758"/>
                </a:cubicBezTo>
                <a:cubicBezTo>
                  <a:pt x="1391770" y="32758"/>
                  <a:pt x="1392249" y="32671"/>
                  <a:pt x="1393469" y="32366"/>
                </a:cubicBezTo>
                <a:lnTo>
                  <a:pt x="1393469" y="29621"/>
                </a:lnTo>
                <a:moveTo>
                  <a:pt x="1387109" y="24568"/>
                </a:moveTo>
                <a:cubicBezTo>
                  <a:pt x="1387109" y="25788"/>
                  <a:pt x="1386761" y="26528"/>
                  <a:pt x="1385671" y="27530"/>
                </a:cubicBezTo>
                <a:cubicBezTo>
                  <a:pt x="1384190" y="28881"/>
                  <a:pt x="1382404" y="29578"/>
                  <a:pt x="1380270" y="29578"/>
                </a:cubicBezTo>
                <a:cubicBezTo>
                  <a:pt x="1377438" y="29578"/>
                  <a:pt x="1375783" y="28227"/>
                  <a:pt x="1375783" y="25919"/>
                </a:cubicBezTo>
                <a:cubicBezTo>
                  <a:pt x="1375783" y="23523"/>
                  <a:pt x="1377351" y="22303"/>
                  <a:pt x="1381272" y="21737"/>
                </a:cubicBezTo>
                <a:cubicBezTo>
                  <a:pt x="1385149" y="21214"/>
                  <a:pt x="1385889" y="21040"/>
                  <a:pt x="1387109" y="20474"/>
                </a:cubicBezTo>
                <a:lnTo>
                  <a:pt x="1387109" y="24568"/>
                </a:lnTo>
                <a:close/>
                <a:moveTo>
                  <a:pt x="1417324" y="29621"/>
                </a:moveTo>
                <a:cubicBezTo>
                  <a:pt x="1416932" y="29708"/>
                  <a:pt x="1416757" y="29708"/>
                  <a:pt x="1416540" y="29708"/>
                </a:cubicBezTo>
                <a:cubicBezTo>
                  <a:pt x="1415277" y="29708"/>
                  <a:pt x="1414580" y="29055"/>
                  <a:pt x="1414580" y="27922"/>
                </a:cubicBezTo>
                <a:lnTo>
                  <a:pt x="1414580" y="14506"/>
                </a:lnTo>
                <a:cubicBezTo>
                  <a:pt x="1414580" y="10454"/>
                  <a:pt x="1411617" y="8277"/>
                  <a:pt x="1405998" y="8277"/>
                </a:cubicBezTo>
                <a:cubicBezTo>
                  <a:pt x="1402644" y="8277"/>
                  <a:pt x="1399987" y="9235"/>
                  <a:pt x="1398419" y="10933"/>
                </a:cubicBezTo>
                <a:cubicBezTo>
                  <a:pt x="1397373" y="12110"/>
                  <a:pt x="1396937" y="13417"/>
                  <a:pt x="1396850" y="15682"/>
                </a:cubicBezTo>
                <a:lnTo>
                  <a:pt x="1400509" y="15682"/>
                </a:lnTo>
                <a:cubicBezTo>
                  <a:pt x="1400814" y="12894"/>
                  <a:pt x="1402470" y="11631"/>
                  <a:pt x="1405867" y="11631"/>
                </a:cubicBezTo>
                <a:cubicBezTo>
                  <a:pt x="1409178" y="11631"/>
                  <a:pt x="1410964" y="12850"/>
                  <a:pt x="1410964" y="15029"/>
                </a:cubicBezTo>
                <a:lnTo>
                  <a:pt x="1410964" y="15986"/>
                </a:lnTo>
                <a:cubicBezTo>
                  <a:pt x="1410921" y="17555"/>
                  <a:pt x="1410137" y="18121"/>
                  <a:pt x="1407174" y="18514"/>
                </a:cubicBezTo>
                <a:cubicBezTo>
                  <a:pt x="1402034" y="19167"/>
                  <a:pt x="1401250" y="19341"/>
                  <a:pt x="1399856" y="19907"/>
                </a:cubicBezTo>
                <a:cubicBezTo>
                  <a:pt x="1397199" y="21040"/>
                  <a:pt x="1395848" y="23043"/>
                  <a:pt x="1395848" y="26006"/>
                </a:cubicBezTo>
                <a:cubicBezTo>
                  <a:pt x="1395848" y="30144"/>
                  <a:pt x="1398723" y="32758"/>
                  <a:pt x="1403341" y="32758"/>
                </a:cubicBezTo>
                <a:cubicBezTo>
                  <a:pt x="1406216" y="32758"/>
                  <a:pt x="1408525" y="31756"/>
                  <a:pt x="1411095" y="29404"/>
                </a:cubicBezTo>
                <a:cubicBezTo>
                  <a:pt x="1411356" y="31756"/>
                  <a:pt x="1412489" y="32758"/>
                  <a:pt x="1414841" y="32758"/>
                </a:cubicBezTo>
                <a:cubicBezTo>
                  <a:pt x="1415625" y="32758"/>
                  <a:pt x="1416104" y="32671"/>
                  <a:pt x="1417324" y="32366"/>
                </a:cubicBezTo>
                <a:lnTo>
                  <a:pt x="1417324" y="29621"/>
                </a:lnTo>
                <a:moveTo>
                  <a:pt x="1410964" y="24568"/>
                </a:moveTo>
                <a:cubicBezTo>
                  <a:pt x="1410964" y="25788"/>
                  <a:pt x="1410616" y="26528"/>
                  <a:pt x="1409526" y="27530"/>
                </a:cubicBezTo>
                <a:cubicBezTo>
                  <a:pt x="1408045" y="28881"/>
                  <a:pt x="1406259" y="29578"/>
                  <a:pt x="1404125" y="29578"/>
                </a:cubicBezTo>
                <a:cubicBezTo>
                  <a:pt x="1401293" y="29578"/>
                  <a:pt x="1399638" y="28227"/>
                  <a:pt x="1399638" y="25919"/>
                </a:cubicBezTo>
                <a:cubicBezTo>
                  <a:pt x="1399638" y="23523"/>
                  <a:pt x="1401206" y="22303"/>
                  <a:pt x="1405127" y="21737"/>
                </a:cubicBezTo>
                <a:cubicBezTo>
                  <a:pt x="1409004" y="21214"/>
                  <a:pt x="1409744" y="21040"/>
                  <a:pt x="1410964" y="20474"/>
                </a:cubicBezTo>
                <a:lnTo>
                  <a:pt x="1410964" y="24568"/>
                </a:lnTo>
                <a:close/>
                <a:moveTo>
                  <a:pt x="1439916" y="27966"/>
                </a:moveTo>
                <a:lnTo>
                  <a:pt x="1423668" y="27966"/>
                </a:lnTo>
                <a:cubicBezTo>
                  <a:pt x="1424060" y="25353"/>
                  <a:pt x="1425454" y="23697"/>
                  <a:pt x="1429243" y="21388"/>
                </a:cubicBezTo>
                <a:lnTo>
                  <a:pt x="1433599" y="18949"/>
                </a:lnTo>
                <a:cubicBezTo>
                  <a:pt x="1437912" y="16553"/>
                  <a:pt x="1440133" y="13330"/>
                  <a:pt x="1440133" y="9453"/>
                </a:cubicBezTo>
                <a:cubicBezTo>
                  <a:pt x="1440133" y="6839"/>
                  <a:pt x="1439088" y="4400"/>
                  <a:pt x="1437258" y="2701"/>
                </a:cubicBezTo>
                <a:cubicBezTo>
                  <a:pt x="1435429" y="1046"/>
                  <a:pt x="1433164" y="261"/>
                  <a:pt x="1430245" y="261"/>
                </a:cubicBezTo>
                <a:cubicBezTo>
                  <a:pt x="1426325" y="261"/>
                  <a:pt x="1423406" y="1655"/>
                  <a:pt x="1421707" y="4356"/>
                </a:cubicBezTo>
                <a:cubicBezTo>
                  <a:pt x="1420618" y="6011"/>
                  <a:pt x="1420139" y="7972"/>
                  <a:pt x="1420052" y="11152"/>
                </a:cubicBezTo>
                <a:lnTo>
                  <a:pt x="1423885" y="11152"/>
                </a:lnTo>
                <a:cubicBezTo>
                  <a:pt x="1424016" y="9017"/>
                  <a:pt x="1424277" y="7754"/>
                  <a:pt x="1424800" y="6708"/>
                </a:cubicBezTo>
                <a:cubicBezTo>
                  <a:pt x="1425802" y="4792"/>
                  <a:pt x="1427806" y="3615"/>
                  <a:pt x="1430114" y="3615"/>
                </a:cubicBezTo>
                <a:cubicBezTo>
                  <a:pt x="1433599" y="3615"/>
                  <a:pt x="1436213" y="6142"/>
                  <a:pt x="1436213" y="9540"/>
                </a:cubicBezTo>
                <a:cubicBezTo>
                  <a:pt x="1436213" y="12066"/>
                  <a:pt x="1434776" y="14244"/>
                  <a:pt x="1432031" y="15812"/>
                </a:cubicBezTo>
                <a:lnTo>
                  <a:pt x="1428023" y="18165"/>
                </a:lnTo>
                <a:cubicBezTo>
                  <a:pt x="1421576" y="21868"/>
                  <a:pt x="1419703" y="24829"/>
                  <a:pt x="1419355" y="31712"/>
                </a:cubicBezTo>
                <a:lnTo>
                  <a:pt x="1439916" y="31712"/>
                </a:lnTo>
                <a:lnTo>
                  <a:pt x="1439916" y="27966"/>
                </a:lnTo>
                <a:close/>
                <a:moveTo>
                  <a:pt x="1462246" y="16597"/>
                </a:moveTo>
                <a:cubicBezTo>
                  <a:pt x="1462072" y="14375"/>
                  <a:pt x="1461593" y="12938"/>
                  <a:pt x="1460721" y="11674"/>
                </a:cubicBezTo>
                <a:cubicBezTo>
                  <a:pt x="1459153" y="9540"/>
                  <a:pt x="1456409" y="8277"/>
                  <a:pt x="1453229" y="8277"/>
                </a:cubicBezTo>
                <a:cubicBezTo>
                  <a:pt x="1447043" y="8277"/>
                  <a:pt x="1443079" y="13156"/>
                  <a:pt x="1443079" y="20735"/>
                </a:cubicBezTo>
                <a:cubicBezTo>
                  <a:pt x="1443079" y="28096"/>
                  <a:pt x="1446999" y="32758"/>
                  <a:pt x="1453186" y="32758"/>
                </a:cubicBezTo>
                <a:cubicBezTo>
                  <a:pt x="1458631" y="32758"/>
                  <a:pt x="1462072" y="29491"/>
                  <a:pt x="1462507" y="23915"/>
                </a:cubicBezTo>
                <a:lnTo>
                  <a:pt x="1458848" y="23915"/>
                </a:lnTo>
                <a:cubicBezTo>
                  <a:pt x="1458239" y="27574"/>
                  <a:pt x="1456366" y="29404"/>
                  <a:pt x="1453273" y="29404"/>
                </a:cubicBezTo>
                <a:cubicBezTo>
                  <a:pt x="1449265" y="29404"/>
                  <a:pt x="1446869" y="26136"/>
                  <a:pt x="1446869" y="20735"/>
                </a:cubicBezTo>
                <a:cubicBezTo>
                  <a:pt x="1446869" y="15029"/>
                  <a:pt x="1449221" y="11631"/>
                  <a:pt x="1453186" y="11631"/>
                </a:cubicBezTo>
                <a:cubicBezTo>
                  <a:pt x="1456235" y="11631"/>
                  <a:pt x="1458152" y="13417"/>
                  <a:pt x="1458587" y="16597"/>
                </a:cubicBezTo>
                <a:lnTo>
                  <a:pt x="1462246" y="16597"/>
                </a:lnTo>
                <a:close/>
                <a:moveTo>
                  <a:pt x="1474843" y="18165"/>
                </a:moveTo>
                <a:lnTo>
                  <a:pt x="1464475" y="18165"/>
                </a:lnTo>
                <a:lnTo>
                  <a:pt x="1464475" y="21301"/>
                </a:lnTo>
                <a:lnTo>
                  <a:pt x="1474843" y="21301"/>
                </a:lnTo>
                <a:lnTo>
                  <a:pt x="1474843" y="18165"/>
                </a:lnTo>
                <a:close/>
                <a:moveTo>
                  <a:pt x="1497727" y="871"/>
                </a:moveTo>
                <a:lnTo>
                  <a:pt x="1481783" y="871"/>
                </a:lnTo>
                <a:lnTo>
                  <a:pt x="1479475" y="17685"/>
                </a:lnTo>
                <a:lnTo>
                  <a:pt x="1483003" y="17685"/>
                </a:lnTo>
                <a:cubicBezTo>
                  <a:pt x="1484789" y="15551"/>
                  <a:pt x="1486271" y="14811"/>
                  <a:pt x="1488710" y="14811"/>
                </a:cubicBezTo>
                <a:cubicBezTo>
                  <a:pt x="1492849" y="14811"/>
                  <a:pt x="1495418" y="17642"/>
                  <a:pt x="1495418" y="22216"/>
                </a:cubicBezTo>
                <a:cubicBezTo>
                  <a:pt x="1495418" y="26659"/>
                  <a:pt x="1492849" y="29360"/>
                  <a:pt x="1488666" y="29360"/>
                </a:cubicBezTo>
                <a:cubicBezTo>
                  <a:pt x="1485312" y="29360"/>
                  <a:pt x="1483265" y="27661"/>
                  <a:pt x="1482350" y="24176"/>
                </a:cubicBezTo>
                <a:lnTo>
                  <a:pt x="1478516" y="24176"/>
                </a:lnTo>
                <a:cubicBezTo>
                  <a:pt x="1479040" y="26703"/>
                  <a:pt x="1479475" y="27922"/>
                  <a:pt x="1480390" y="29055"/>
                </a:cubicBezTo>
                <a:cubicBezTo>
                  <a:pt x="1482132" y="31407"/>
                  <a:pt x="1485268" y="32758"/>
                  <a:pt x="1488753" y="32758"/>
                </a:cubicBezTo>
                <a:cubicBezTo>
                  <a:pt x="1494983" y="32758"/>
                  <a:pt x="1499339" y="28227"/>
                  <a:pt x="1499339" y="21693"/>
                </a:cubicBezTo>
                <a:cubicBezTo>
                  <a:pt x="1499339" y="15595"/>
                  <a:pt x="1495288" y="11413"/>
                  <a:pt x="1489364" y="11413"/>
                </a:cubicBezTo>
                <a:cubicBezTo>
                  <a:pt x="1487185" y="11413"/>
                  <a:pt x="1485443" y="11979"/>
                  <a:pt x="1483657" y="13286"/>
                </a:cubicBezTo>
                <a:lnTo>
                  <a:pt x="1484877" y="4661"/>
                </a:lnTo>
                <a:lnTo>
                  <a:pt x="1497727" y="4661"/>
                </a:lnTo>
                <a:lnTo>
                  <a:pt x="1497727" y="871"/>
                </a:lnTo>
                <a:close/>
                <a:moveTo>
                  <a:pt x="1503156" y="24568"/>
                </a:moveTo>
                <a:cubicBezTo>
                  <a:pt x="1503897" y="29708"/>
                  <a:pt x="1507207" y="32758"/>
                  <a:pt x="1511912" y="32758"/>
                </a:cubicBezTo>
                <a:cubicBezTo>
                  <a:pt x="1515353" y="32758"/>
                  <a:pt x="1518403" y="31102"/>
                  <a:pt x="1520232" y="28271"/>
                </a:cubicBezTo>
                <a:cubicBezTo>
                  <a:pt x="1522149" y="25178"/>
                  <a:pt x="1523020" y="21345"/>
                  <a:pt x="1523020" y="15638"/>
                </a:cubicBezTo>
                <a:cubicBezTo>
                  <a:pt x="1523020" y="10324"/>
                  <a:pt x="1522236" y="6969"/>
                  <a:pt x="1520406" y="4182"/>
                </a:cubicBezTo>
                <a:cubicBezTo>
                  <a:pt x="1518707" y="1611"/>
                  <a:pt x="1516007" y="261"/>
                  <a:pt x="1512609" y="261"/>
                </a:cubicBezTo>
                <a:cubicBezTo>
                  <a:pt x="1506728" y="261"/>
                  <a:pt x="1502503" y="4661"/>
                  <a:pt x="1502503" y="10759"/>
                </a:cubicBezTo>
                <a:cubicBezTo>
                  <a:pt x="1502503" y="16553"/>
                  <a:pt x="1506423" y="20648"/>
                  <a:pt x="1511999" y="20648"/>
                </a:cubicBezTo>
                <a:cubicBezTo>
                  <a:pt x="1514918" y="20648"/>
                  <a:pt x="1517095" y="19602"/>
                  <a:pt x="1519056" y="17206"/>
                </a:cubicBezTo>
                <a:cubicBezTo>
                  <a:pt x="1519012" y="25048"/>
                  <a:pt x="1516573" y="29360"/>
                  <a:pt x="1512173" y="29360"/>
                </a:cubicBezTo>
                <a:cubicBezTo>
                  <a:pt x="1509473" y="29360"/>
                  <a:pt x="1507600" y="27618"/>
                  <a:pt x="1506989" y="24568"/>
                </a:cubicBezTo>
                <a:lnTo>
                  <a:pt x="1503156" y="24568"/>
                </a:lnTo>
                <a:moveTo>
                  <a:pt x="1512565" y="3615"/>
                </a:moveTo>
                <a:cubicBezTo>
                  <a:pt x="1516137" y="3615"/>
                  <a:pt x="1518838" y="6621"/>
                  <a:pt x="1518838" y="10672"/>
                </a:cubicBezTo>
                <a:cubicBezTo>
                  <a:pt x="1518838" y="14549"/>
                  <a:pt x="1516225" y="17250"/>
                  <a:pt x="1512434" y="17250"/>
                </a:cubicBezTo>
                <a:cubicBezTo>
                  <a:pt x="1508732" y="17250"/>
                  <a:pt x="1506423" y="14636"/>
                  <a:pt x="1506423" y="10454"/>
                </a:cubicBezTo>
                <a:cubicBezTo>
                  <a:pt x="1506423" y="6491"/>
                  <a:pt x="1508993" y="3615"/>
                  <a:pt x="1512565" y="3615"/>
                </a:cubicBezTo>
                <a:close/>
                <a:moveTo>
                  <a:pt x="1536681" y="261"/>
                </a:moveTo>
                <a:cubicBezTo>
                  <a:pt x="1533807" y="261"/>
                  <a:pt x="1531192" y="1568"/>
                  <a:pt x="1529581" y="3702"/>
                </a:cubicBezTo>
                <a:cubicBezTo>
                  <a:pt x="1527577" y="6491"/>
                  <a:pt x="1526575" y="10672"/>
                  <a:pt x="1526575" y="16510"/>
                </a:cubicBezTo>
                <a:cubicBezTo>
                  <a:pt x="1526575" y="27139"/>
                  <a:pt x="1530060" y="32758"/>
                  <a:pt x="1536681" y="32758"/>
                </a:cubicBezTo>
                <a:cubicBezTo>
                  <a:pt x="1543215" y="32758"/>
                  <a:pt x="1546787" y="27139"/>
                  <a:pt x="1546787" y="16771"/>
                </a:cubicBezTo>
                <a:cubicBezTo>
                  <a:pt x="1546787" y="10672"/>
                  <a:pt x="1545829" y="6578"/>
                  <a:pt x="1543782" y="3702"/>
                </a:cubicBezTo>
                <a:cubicBezTo>
                  <a:pt x="1542170" y="1524"/>
                  <a:pt x="1539600" y="261"/>
                  <a:pt x="1536681" y="261"/>
                </a:cubicBezTo>
                <a:moveTo>
                  <a:pt x="1536681" y="3659"/>
                </a:moveTo>
                <a:cubicBezTo>
                  <a:pt x="1540820" y="3659"/>
                  <a:pt x="1542867" y="7885"/>
                  <a:pt x="1542867" y="16422"/>
                </a:cubicBezTo>
                <a:cubicBezTo>
                  <a:pt x="1542867" y="25396"/>
                  <a:pt x="1540863" y="29578"/>
                  <a:pt x="1536594" y="29578"/>
                </a:cubicBezTo>
                <a:cubicBezTo>
                  <a:pt x="1532543" y="29578"/>
                  <a:pt x="1530496" y="25222"/>
                  <a:pt x="1530496" y="16553"/>
                </a:cubicBezTo>
                <a:cubicBezTo>
                  <a:pt x="1530496" y="7885"/>
                  <a:pt x="1532543" y="3659"/>
                  <a:pt x="1536681" y="3659"/>
                </a:cubicBezTo>
                <a:close/>
                <a:moveTo>
                  <a:pt x="1569293" y="871"/>
                </a:moveTo>
                <a:lnTo>
                  <a:pt x="1553349" y="871"/>
                </a:lnTo>
                <a:lnTo>
                  <a:pt x="1551040" y="17685"/>
                </a:lnTo>
                <a:lnTo>
                  <a:pt x="1554568" y="17685"/>
                </a:lnTo>
                <a:cubicBezTo>
                  <a:pt x="1556354" y="15551"/>
                  <a:pt x="1557836" y="14811"/>
                  <a:pt x="1560275" y="14811"/>
                </a:cubicBezTo>
                <a:cubicBezTo>
                  <a:pt x="1564414" y="14811"/>
                  <a:pt x="1566983" y="17642"/>
                  <a:pt x="1566983" y="22216"/>
                </a:cubicBezTo>
                <a:cubicBezTo>
                  <a:pt x="1566983" y="26659"/>
                  <a:pt x="1564414" y="29360"/>
                  <a:pt x="1560232" y="29360"/>
                </a:cubicBezTo>
                <a:cubicBezTo>
                  <a:pt x="1556877" y="29360"/>
                  <a:pt x="1554830" y="27661"/>
                  <a:pt x="1553915" y="24176"/>
                </a:cubicBezTo>
                <a:lnTo>
                  <a:pt x="1550082" y="24176"/>
                </a:lnTo>
                <a:cubicBezTo>
                  <a:pt x="1550605" y="26703"/>
                  <a:pt x="1551040" y="27922"/>
                  <a:pt x="1551955" y="29055"/>
                </a:cubicBezTo>
                <a:cubicBezTo>
                  <a:pt x="1553698" y="31407"/>
                  <a:pt x="1556834" y="32758"/>
                  <a:pt x="1560319" y="32758"/>
                </a:cubicBezTo>
                <a:cubicBezTo>
                  <a:pt x="1566548" y="32758"/>
                  <a:pt x="1570904" y="28227"/>
                  <a:pt x="1570904" y="21693"/>
                </a:cubicBezTo>
                <a:cubicBezTo>
                  <a:pt x="1570904" y="15595"/>
                  <a:pt x="1566853" y="11413"/>
                  <a:pt x="1560929" y="11413"/>
                </a:cubicBezTo>
                <a:cubicBezTo>
                  <a:pt x="1558751" y="11413"/>
                  <a:pt x="1557008" y="11979"/>
                  <a:pt x="1555222" y="13286"/>
                </a:cubicBezTo>
                <a:lnTo>
                  <a:pt x="1556442" y="4661"/>
                </a:lnTo>
                <a:lnTo>
                  <a:pt x="1569293" y="4661"/>
                </a:lnTo>
                <a:lnTo>
                  <a:pt x="1569293" y="871"/>
                </a:lnTo>
                <a:close/>
                <a:moveTo>
                  <a:pt x="1584782" y="18165"/>
                </a:moveTo>
                <a:lnTo>
                  <a:pt x="1574414" y="18165"/>
                </a:lnTo>
                <a:lnTo>
                  <a:pt x="1574414" y="21301"/>
                </a:lnTo>
                <a:lnTo>
                  <a:pt x="1584782" y="21301"/>
                </a:lnTo>
                <a:lnTo>
                  <a:pt x="1584782" y="18165"/>
                </a:lnTo>
                <a:close/>
                <a:moveTo>
                  <a:pt x="1600139" y="24133"/>
                </a:moveTo>
                <a:lnTo>
                  <a:pt x="1600139" y="31756"/>
                </a:lnTo>
                <a:lnTo>
                  <a:pt x="1603972" y="31756"/>
                </a:lnTo>
                <a:lnTo>
                  <a:pt x="1603972" y="24133"/>
                </a:lnTo>
                <a:lnTo>
                  <a:pt x="1608546" y="24133"/>
                </a:lnTo>
                <a:lnTo>
                  <a:pt x="1608546" y="20691"/>
                </a:lnTo>
                <a:lnTo>
                  <a:pt x="1603972" y="20691"/>
                </a:lnTo>
                <a:lnTo>
                  <a:pt x="1603972" y="261"/>
                </a:lnTo>
                <a:lnTo>
                  <a:pt x="1601141" y="261"/>
                </a:lnTo>
                <a:lnTo>
                  <a:pt x="1587114" y="20082"/>
                </a:lnTo>
                <a:lnTo>
                  <a:pt x="1587114" y="24133"/>
                </a:lnTo>
                <a:lnTo>
                  <a:pt x="1600139" y="24133"/>
                </a:lnTo>
                <a:moveTo>
                  <a:pt x="1600139" y="20691"/>
                </a:moveTo>
                <a:lnTo>
                  <a:pt x="1590468" y="20691"/>
                </a:lnTo>
                <a:lnTo>
                  <a:pt x="1600139" y="6795"/>
                </a:lnTo>
                <a:lnTo>
                  <a:pt x="1600139" y="20691"/>
                </a:lnTo>
                <a:close/>
                <a:moveTo>
                  <a:pt x="1631443" y="8451"/>
                </a:moveTo>
                <a:cubicBezTo>
                  <a:pt x="1630703" y="3310"/>
                  <a:pt x="1627393" y="261"/>
                  <a:pt x="1622688" y="261"/>
                </a:cubicBezTo>
                <a:cubicBezTo>
                  <a:pt x="1619290" y="261"/>
                  <a:pt x="1616240" y="1916"/>
                  <a:pt x="1614411" y="4748"/>
                </a:cubicBezTo>
                <a:cubicBezTo>
                  <a:pt x="1612451" y="7841"/>
                  <a:pt x="1611623" y="11674"/>
                  <a:pt x="1611623" y="17381"/>
                </a:cubicBezTo>
                <a:cubicBezTo>
                  <a:pt x="1611623" y="22695"/>
                  <a:pt x="1612364" y="26049"/>
                  <a:pt x="1614237" y="28838"/>
                </a:cubicBezTo>
                <a:cubicBezTo>
                  <a:pt x="1615892" y="31407"/>
                  <a:pt x="1618593" y="32758"/>
                  <a:pt x="1621991" y="32758"/>
                </a:cubicBezTo>
                <a:cubicBezTo>
                  <a:pt x="1627872" y="32758"/>
                  <a:pt x="1632097" y="28358"/>
                  <a:pt x="1632097" y="22216"/>
                </a:cubicBezTo>
                <a:cubicBezTo>
                  <a:pt x="1632097" y="16422"/>
                  <a:pt x="1628176" y="12327"/>
                  <a:pt x="1622644" y="12327"/>
                </a:cubicBezTo>
                <a:cubicBezTo>
                  <a:pt x="1619595" y="12327"/>
                  <a:pt x="1617199" y="13460"/>
                  <a:pt x="1615544" y="15769"/>
                </a:cubicBezTo>
                <a:cubicBezTo>
                  <a:pt x="1615587" y="7972"/>
                  <a:pt x="1618026" y="3659"/>
                  <a:pt x="1622427" y="3659"/>
                </a:cubicBezTo>
                <a:cubicBezTo>
                  <a:pt x="1625127" y="3659"/>
                  <a:pt x="1627000" y="5401"/>
                  <a:pt x="1627610" y="8451"/>
                </a:cubicBezTo>
                <a:lnTo>
                  <a:pt x="1631443" y="8451"/>
                </a:lnTo>
                <a:moveTo>
                  <a:pt x="1622165" y="15725"/>
                </a:moveTo>
                <a:cubicBezTo>
                  <a:pt x="1625868" y="15725"/>
                  <a:pt x="1628176" y="18339"/>
                  <a:pt x="1628176" y="22521"/>
                </a:cubicBezTo>
                <a:cubicBezTo>
                  <a:pt x="1628176" y="26485"/>
                  <a:pt x="1625563" y="29360"/>
                  <a:pt x="1622034" y="29360"/>
                </a:cubicBezTo>
                <a:cubicBezTo>
                  <a:pt x="1618462" y="29360"/>
                  <a:pt x="1615761" y="26354"/>
                  <a:pt x="1615761" y="22347"/>
                </a:cubicBezTo>
                <a:cubicBezTo>
                  <a:pt x="1615761" y="18426"/>
                  <a:pt x="1618375" y="15725"/>
                  <a:pt x="1622165" y="15725"/>
                </a:cubicBezTo>
                <a:close/>
                <a:moveTo>
                  <a:pt x="1654340" y="871"/>
                </a:moveTo>
                <a:lnTo>
                  <a:pt x="1638396" y="871"/>
                </a:lnTo>
                <a:lnTo>
                  <a:pt x="1636087" y="17685"/>
                </a:lnTo>
                <a:lnTo>
                  <a:pt x="1639616" y="17685"/>
                </a:lnTo>
                <a:cubicBezTo>
                  <a:pt x="1641402" y="15551"/>
                  <a:pt x="1642883" y="14811"/>
                  <a:pt x="1645323" y="14811"/>
                </a:cubicBezTo>
                <a:cubicBezTo>
                  <a:pt x="1649461" y="14811"/>
                  <a:pt x="1652031" y="17642"/>
                  <a:pt x="1652031" y="22216"/>
                </a:cubicBezTo>
                <a:cubicBezTo>
                  <a:pt x="1652031" y="26659"/>
                  <a:pt x="1649461" y="29360"/>
                  <a:pt x="1645279" y="29360"/>
                </a:cubicBezTo>
                <a:cubicBezTo>
                  <a:pt x="1641925" y="29360"/>
                  <a:pt x="1639877" y="27661"/>
                  <a:pt x="1638962" y="24176"/>
                </a:cubicBezTo>
                <a:lnTo>
                  <a:pt x="1635129" y="24176"/>
                </a:lnTo>
                <a:cubicBezTo>
                  <a:pt x="1635652" y="26703"/>
                  <a:pt x="1636087" y="27922"/>
                  <a:pt x="1637002" y="29055"/>
                </a:cubicBezTo>
                <a:cubicBezTo>
                  <a:pt x="1638745" y="31407"/>
                  <a:pt x="1641881" y="32758"/>
                  <a:pt x="1645366" y="32758"/>
                </a:cubicBezTo>
                <a:cubicBezTo>
                  <a:pt x="1651595" y="32758"/>
                  <a:pt x="1655952" y="28227"/>
                  <a:pt x="1655952" y="21693"/>
                </a:cubicBezTo>
                <a:cubicBezTo>
                  <a:pt x="1655952" y="15595"/>
                  <a:pt x="1651900" y="11413"/>
                  <a:pt x="1645976" y="11413"/>
                </a:cubicBezTo>
                <a:cubicBezTo>
                  <a:pt x="1643798" y="11413"/>
                  <a:pt x="1642056" y="11979"/>
                  <a:pt x="1640270" y="13286"/>
                </a:cubicBezTo>
                <a:lnTo>
                  <a:pt x="1641489" y="4661"/>
                </a:lnTo>
                <a:lnTo>
                  <a:pt x="1654340" y="4661"/>
                </a:lnTo>
                <a:lnTo>
                  <a:pt x="1654340" y="871"/>
                </a:lnTo>
                <a:close/>
                <a:moveTo>
                  <a:pt x="1677977" y="16597"/>
                </a:moveTo>
                <a:cubicBezTo>
                  <a:pt x="1677803" y="14375"/>
                  <a:pt x="1677324" y="12938"/>
                  <a:pt x="1676452" y="11674"/>
                </a:cubicBezTo>
                <a:cubicBezTo>
                  <a:pt x="1674884" y="9540"/>
                  <a:pt x="1672140" y="8277"/>
                  <a:pt x="1668960" y="8277"/>
                </a:cubicBezTo>
                <a:cubicBezTo>
                  <a:pt x="1662774" y="8277"/>
                  <a:pt x="1658810" y="13156"/>
                  <a:pt x="1658810" y="20735"/>
                </a:cubicBezTo>
                <a:cubicBezTo>
                  <a:pt x="1658810" y="28096"/>
                  <a:pt x="1662730" y="32758"/>
                  <a:pt x="1668917" y="32758"/>
                </a:cubicBezTo>
                <a:cubicBezTo>
                  <a:pt x="1674362" y="32758"/>
                  <a:pt x="1677803" y="29491"/>
                  <a:pt x="1678238" y="23915"/>
                </a:cubicBezTo>
                <a:lnTo>
                  <a:pt x="1674579" y="23915"/>
                </a:lnTo>
                <a:cubicBezTo>
                  <a:pt x="1673970" y="27574"/>
                  <a:pt x="1672097" y="29404"/>
                  <a:pt x="1669004" y="29404"/>
                </a:cubicBezTo>
                <a:cubicBezTo>
                  <a:pt x="1664996" y="29404"/>
                  <a:pt x="1662600" y="26136"/>
                  <a:pt x="1662600" y="20735"/>
                </a:cubicBezTo>
                <a:cubicBezTo>
                  <a:pt x="1662600" y="15029"/>
                  <a:pt x="1664952" y="11631"/>
                  <a:pt x="1668917" y="11631"/>
                </a:cubicBezTo>
                <a:cubicBezTo>
                  <a:pt x="1671966" y="11631"/>
                  <a:pt x="1673883" y="13417"/>
                  <a:pt x="1674318" y="16597"/>
                </a:cubicBezTo>
                <a:lnTo>
                  <a:pt x="1677977" y="16597"/>
                </a:lnTo>
                <a:close/>
                <a:moveTo>
                  <a:pt x="1691611" y="18165"/>
                </a:moveTo>
                <a:lnTo>
                  <a:pt x="1681243" y="18165"/>
                </a:lnTo>
                <a:lnTo>
                  <a:pt x="1681243" y="21301"/>
                </a:lnTo>
                <a:lnTo>
                  <a:pt x="1691611" y="21301"/>
                </a:lnTo>
                <a:lnTo>
                  <a:pt x="1691611" y="18165"/>
                </a:lnTo>
                <a:close/>
                <a:moveTo>
                  <a:pt x="1695334" y="0"/>
                </a:moveTo>
                <a:lnTo>
                  <a:pt x="1695334" y="31756"/>
                </a:lnTo>
                <a:lnTo>
                  <a:pt x="1698602" y="31756"/>
                </a:lnTo>
                <a:lnTo>
                  <a:pt x="1698602" y="28838"/>
                </a:lnTo>
                <a:cubicBezTo>
                  <a:pt x="1700344" y="31494"/>
                  <a:pt x="1702653" y="32758"/>
                  <a:pt x="1705833" y="32758"/>
                </a:cubicBezTo>
                <a:cubicBezTo>
                  <a:pt x="1711844" y="32758"/>
                  <a:pt x="1715765" y="27835"/>
                  <a:pt x="1715765" y="20256"/>
                </a:cubicBezTo>
                <a:cubicBezTo>
                  <a:pt x="1715765" y="12850"/>
                  <a:pt x="1712062" y="8277"/>
                  <a:pt x="1706007" y="8277"/>
                </a:cubicBezTo>
                <a:cubicBezTo>
                  <a:pt x="1702870" y="8277"/>
                  <a:pt x="1700649" y="9453"/>
                  <a:pt x="1698950" y="12023"/>
                </a:cubicBezTo>
                <a:lnTo>
                  <a:pt x="1698950" y="0"/>
                </a:lnTo>
                <a:lnTo>
                  <a:pt x="1695334" y="0"/>
                </a:lnTo>
                <a:moveTo>
                  <a:pt x="1705310" y="11674"/>
                </a:moveTo>
                <a:cubicBezTo>
                  <a:pt x="1709361" y="11674"/>
                  <a:pt x="1711975" y="15203"/>
                  <a:pt x="1711975" y="20648"/>
                </a:cubicBezTo>
                <a:cubicBezTo>
                  <a:pt x="1711975" y="25832"/>
                  <a:pt x="1709274" y="29360"/>
                  <a:pt x="1705310" y="29360"/>
                </a:cubicBezTo>
                <a:cubicBezTo>
                  <a:pt x="1701433" y="29360"/>
                  <a:pt x="1698950" y="25875"/>
                  <a:pt x="1698950" y="20517"/>
                </a:cubicBezTo>
                <a:cubicBezTo>
                  <a:pt x="1698950" y="15159"/>
                  <a:pt x="1701433" y="11674"/>
                  <a:pt x="1705310" y="11674"/>
                </a:cubicBezTo>
                <a:close/>
                <a:moveTo>
                  <a:pt x="1738880" y="27966"/>
                </a:moveTo>
                <a:lnTo>
                  <a:pt x="1722631" y="27966"/>
                </a:lnTo>
                <a:cubicBezTo>
                  <a:pt x="1723024" y="25353"/>
                  <a:pt x="1724417" y="23697"/>
                  <a:pt x="1728207" y="21388"/>
                </a:cubicBezTo>
                <a:lnTo>
                  <a:pt x="1732563" y="18949"/>
                </a:lnTo>
                <a:cubicBezTo>
                  <a:pt x="1736876" y="16553"/>
                  <a:pt x="1739097" y="13330"/>
                  <a:pt x="1739097" y="9453"/>
                </a:cubicBezTo>
                <a:cubicBezTo>
                  <a:pt x="1739097" y="6839"/>
                  <a:pt x="1738052" y="4400"/>
                  <a:pt x="1736222" y="2701"/>
                </a:cubicBezTo>
                <a:cubicBezTo>
                  <a:pt x="1734393" y="1046"/>
                  <a:pt x="1732128" y="261"/>
                  <a:pt x="1729209" y="261"/>
                </a:cubicBezTo>
                <a:cubicBezTo>
                  <a:pt x="1725289" y="261"/>
                  <a:pt x="1722370" y="1655"/>
                  <a:pt x="1720671" y="4356"/>
                </a:cubicBezTo>
                <a:cubicBezTo>
                  <a:pt x="1719582" y="6011"/>
                  <a:pt x="1719103" y="7972"/>
                  <a:pt x="1719016" y="11152"/>
                </a:cubicBezTo>
                <a:lnTo>
                  <a:pt x="1722849" y="11152"/>
                </a:lnTo>
                <a:cubicBezTo>
                  <a:pt x="1722980" y="9017"/>
                  <a:pt x="1723241" y="7754"/>
                  <a:pt x="1723764" y="6708"/>
                </a:cubicBezTo>
                <a:cubicBezTo>
                  <a:pt x="1724766" y="4792"/>
                  <a:pt x="1726770" y="3615"/>
                  <a:pt x="1729078" y="3615"/>
                </a:cubicBezTo>
                <a:cubicBezTo>
                  <a:pt x="1732563" y="3615"/>
                  <a:pt x="1735177" y="6142"/>
                  <a:pt x="1735177" y="9540"/>
                </a:cubicBezTo>
                <a:cubicBezTo>
                  <a:pt x="1735177" y="12066"/>
                  <a:pt x="1733740" y="14244"/>
                  <a:pt x="1730995" y="15812"/>
                </a:cubicBezTo>
                <a:lnTo>
                  <a:pt x="1726987" y="18165"/>
                </a:lnTo>
                <a:cubicBezTo>
                  <a:pt x="1720540" y="21868"/>
                  <a:pt x="1718667" y="24829"/>
                  <a:pt x="1718319" y="31712"/>
                </a:cubicBezTo>
                <a:lnTo>
                  <a:pt x="1738880" y="31712"/>
                </a:lnTo>
                <a:lnTo>
                  <a:pt x="1738880" y="27966"/>
                </a:lnTo>
                <a:close/>
                <a:moveTo>
                  <a:pt x="1743001" y="24568"/>
                </a:moveTo>
                <a:cubicBezTo>
                  <a:pt x="1743742" y="29708"/>
                  <a:pt x="1747053" y="32758"/>
                  <a:pt x="1751757" y="32758"/>
                </a:cubicBezTo>
                <a:cubicBezTo>
                  <a:pt x="1755199" y="32758"/>
                  <a:pt x="1758248" y="31102"/>
                  <a:pt x="1760077" y="28271"/>
                </a:cubicBezTo>
                <a:cubicBezTo>
                  <a:pt x="1761994" y="25178"/>
                  <a:pt x="1762865" y="21345"/>
                  <a:pt x="1762865" y="15638"/>
                </a:cubicBezTo>
                <a:cubicBezTo>
                  <a:pt x="1762865" y="10324"/>
                  <a:pt x="1762081" y="6969"/>
                  <a:pt x="1760252" y="4182"/>
                </a:cubicBezTo>
                <a:cubicBezTo>
                  <a:pt x="1758553" y="1611"/>
                  <a:pt x="1755852" y="261"/>
                  <a:pt x="1752454" y="261"/>
                </a:cubicBezTo>
                <a:cubicBezTo>
                  <a:pt x="1746574" y="261"/>
                  <a:pt x="1742348" y="4661"/>
                  <a:pt x="1742348" y="10759"/>
                </a:cubicBezTo>
                <a:cubicBezTo>
                  <a:pt x="1742348" y="16553"/>
                  <a:pt x="1746268" y="20648"/>
                  <a:pt x="1751845" y="20648"/>
                </a:cubicBezTo>
                <a:cubicBezTo>
                  <a:pt x="1754763" y="20648"/>
                  <a:pt x="1756941" y="19602"/>
                  <a:pt x="1758902" y="17206"/>
                </a:cubicBezTo>
                <a:cubicBezTo>
                  <a:pt x="1758858" y="25048"/>
                  <a:pt x="1756418" y="29360"/>
                  <a:pt x="1752019" y="29360"/>
                </a:cubicBezTo>
                <a:cubicBezTo>
                  <a:pt x="1749318" y="29360"/>
                  <a:pt x="1747445" y="27618"/>
                  <a:pt x="1746835" y="24568"/>
                </a:cubicBezTo>
                <a:lnTo>
                  <a:pt x="1743001" y="24568"/>
                </a:lnTo>
                <a:moveTo>
                  <a:pt x="1752411" y="3615"/>
                </a:moveTo>
                <a:cubicBezTo>
                  <a:pt x="1755983" y="3615"/>
                  <a:pt x="1758684" y="6621"/>
                  <a:pt x="1758684" y="10672"/>
                </a:cubicBezTo>
                <a:cubicBezTo>
                  <a:pt x="1758684" y="14549"/>
                  <a:pt x="1756070" y="17250"/>
                  <a:pt x="1752280" y="17250"/>
                </a:cubicBezTo>
                <a:cubicBezTo>
                  <a:pt x="1748578" y="17250"/>
                  <a:pt x="1746268" y="14636"/>
                  <a:pt x="1746268" y="10454"/>
                </a:cubicBezTo>
                <a:cubicBezTo>
                  <a:pt x="1746268" y="6491"/>
                  <a:pt x="1748839" y="3615"/>
                  <a:pt x="1752411" y="3615"/>
                </a:cubicBezTo>
                <a:close/>
                <a:moveTo>
                  <a:pt x="1766899" y="0"/>
                </a:moveTo>
                <a:lnTo>
                  <a:pt x="1766899" y="31756"/>
                </a:lnTo>
                <a:lnTo>
                  <a:pt x="1770167" y="31756"/>
                </a:lnTo>
                <a:lnTo>
                  <a:pt x="1770167" y="28838"/>
                </a:lnTo>
                <a:cubicBezTo>
                  <a:pt x="1771909" y="31494"/>
                  <a:pt x="1774218" y="32758"/>
                  <a:pt x="1777398" y="32758"/>
                </a:cubicBezTo>
                <a:cubicBezTo>
                  <a:pt x="1783410" y="32758"/>
                  <a:pt x="1787330" y="27835"/>
                  <a:pt x="1787330" y="20256"/>
                </a:cubicBezTo>
                <a:cubicBezTo>
                  <a:pt x="1787330" y="12850"/>
                  <a:pt x="1783627" y="8277"/>
                  <a:pt x="1777572" y="8277"/>
                </a:cubicBezTo>
                <a:cubicBezTo>
                  <a:pt x="1774436" y="8277"/>
                  <a:pt x="1772214" y="9453"/>
                  <a:pt x="1770515" y="12023"/>
                </a:cubicBezTo>
                <a:lnTo>
                  <a:pt x="1770515" y="0"/>
                </a:lnTo>
                <a:lnTo>
                  <a:pt x="1766899" y="0"/>
                </a:lnTo>
                <a:moveTo>
                  <a:pt x="1776875" y="11674"/>
                </a:moveTo>
                <a:cubicBezTo>
                  <a:pt x="1780926" y="11674"/>
                  <a:pt x="1783540" y="15203"/>
                  <a:pt x="1783540" y="20648"/>
                </a:cubicBezTo>
                <a:cubicBezTo>
                  <a:pt x="1783540" y="25832"/>
                  <a:pt x="1780839" y="29360"/>
                  <a:pt x="1776875" y="29360"/>
                </a:cubicBezTo>
                <a:cubicBezTo>
                  <a:pt x="1772999" y="29360"/>
                  <a:pt x="1770515" y="25875"/>
                  <a:pt x="1770515" y="20517"/>
                </a:cubicBezTo>
                <a:cubicBezTo>
                  <a:pt x="1770515" y="15159"/>
                  <a:pt x="1772999" y="11674"/>
                  <a:pt x="1776875" y="11674"/>
                </a:cubicBezTo>
                <a:close/>
                <a:moveTo>
                  <a:pt x="1800773" y="18165"/>
                </a:moveTo>
                <a:lnTo>
                  <a:pt x="1790405" y="18165"/>
                </a:lnTo>
                <a:lnTo>
                  <a:pt x="1790405" y="21301"/>
                </a:lnTo>
                <a:lnTo>
                  <a:pt x="1800773" y="21301"/>
                </a:lnTo>
                <a:lnTo>
                  <a:pt x="1800773" y="18165"/>
                </a:lnTo>
                <a:close/>
                <a:moveTo>
                  <a:pt x="1824615" y="8451"/>
                </a:moveTo>
                <a:cubicBezTo>
                  <a:pt x="1823875" y="3310"/>
                  <a:pt x="1820564" y="261"/>
                  <a:pt x="1815860" y="261"/>
                </a:cubicBezTo>
                <a:cubicBezTo>
                  <a:pt x="1812462" y="261"/>
                  <a:pt x="1809412" y="1916"/>
                  <a:pt x="1807583" y="4748"/>
                </a:cubicBezTo>
                <a:cubicBezTo>
                  <a:pt x="1805623" y="7841"/>
                  <a:pt x="1804795" y="11674"/>
                  <a:pt x="1804795" y="17381"/>
                </a:cubicBezTo>
                <a:cubicBezTo>
                  <a:pt x="1804795" y="22695"/>
                  <a:pt x="1805536" y="26049"/>
                  <a:pt x="1807409" y="28838"/>
                </a:cubicBezTo>
                <a:cubicBezTo>
                  <a:pt x="1809064" y="31407"/>
                  <a:pt x="1811765" y="32758"/>
                  <a:pt x="1815162" y="32758"/>
                </a:cubicBezTo>
                <a:cubicBezTo>
                  <a:pt x="1821044" y="32758"/>
                  <a:pt x="1825269" y="28358"/>
                  <a:pt x="1825269" y="22216"/>
                </a:cubicBezTo>
                <a:cubicBezTo>
                  <a:pt x="1825269" y="16422"/>
                  <a:pt x="1821348" y="12327"/>
                  <a:pt x="1815816" y="12327"/>
                </a:cubicBezTo>
                <a:cubicBezTo>
                  <a:pt x="1812767" y="12327"/>
                  <a:pt x="1810371" y="13460"/>
                  <a:pt x="1808716" y="15769"/>
                </a:cubicBezTo>
                <a:cubicBezTo>
                  <a:pt x="1808759" y="7972"/>
                  <a:pt x="1811198" y="3659"/>
                  <a:pt x="1815599" y="3659"/>
                </a:cubicBezTo>
                <a:cubicBezTo>
                  <a:pt x="1818299" y="3659"/>
                  <a:pt x="1820172" y="5401"/>
                  <a:pt x="1820782" y="8451"/>
                </a:cubicBezTo>
                <a:lnTo>
                  <a:pt x="1824615" y="8451"/>
                </a:lnTo>
                <a:moveTo>
                  <a:pt x="1815337" y="15725"/>
                </a:moveTo>
                <a:cubicBezTo>
                  <a:pt x="1819040" y="15725"/>
                  <a:pt x="1821348" y="18339"/>
                  <a:pt x="1821348" y="22521"/>
                </a:cubicBezTo>
                <a:cubicBezTo>
                  <a:pt x="1821348" y="26485"/>
                  <a:pt x="1818735" y="29360"/>
                  <a:pt x="1815206" y="29360"/>
                </a:cubicBezTo>
                <a:cubicBezTo>
                  <a:pt x="1811634" y="29360"/>
                  <a:pt x="1808933" y="26354"/>
                  <a:pt x="1808933" y="22347"/>
                </a:cubicBezTo>
                <a:cubicBezTo>
                  <a:pt x="1808933" y="18426"/>
                  <a:pt x="1811547" y="15725"/>
                  <a:pt x="1815337" y="15725"/>
                </a:cubicBezTo>
                <a:close/>
                <a:moveTo>
                  <a:pt x="1842781" y="15159"/>
                </a:moveTo>
                <a:cubicBezTo>
                  <a:pt x="1846004" y="13199"/>
                  <a:pt x="1847006" y="11631"/>
                  <a:pt x="1847006" y="8668"/>
                </a:cubicBezTo>
                <a:cubicBezTo>
                  <a:pt x="1847006" y="3702"/>
                  <a:pt x="1843216" y="261"/>
                  <a:pt x="1837728" y="261"/>
                </a:cubicBezTo>
                <a:cubicBezTo>
                  <a:pt x="1832282" y="261"/>
                  <a:pt x="1828449" y="3702"/>
                  <a:pt x="1828449" y="8625"/>
                </a:cubicBezTo>
                <a:cubicBezTo>
                  <a:pt x="1828449" y="11631"/>
                  <a:pt x="1829451" y="13156"/>
                  <a:pt x="1832631" y="15159"/>
                </a:cubicBezTo>
                <a:cubicBezTo>
                  <a:pt x="1829103" y="16945"/>
                  <a:pt x="1827360" y="19515"/>
                  <a:pt x="1827360" y="23000"/>
                </a:cubicBezTo>
                <a:cubicBezTo>
                  <a:pt x="1827360" y="28751"/>
                  <a:pt x="1831585" y="32758"/>
                  <a:pt x="1837728" y="32758"/>
                </a:cubicBezTo>
                <a:cubicBezTo>
                  <a:pt x="1843826" y="32758"/>
                  <a:pt x="1848095" y="28751"/>
                  <a:pt x="1848095" y="23000"/>
                </a:cubicBezTo>
                <a:cubicBezTo>
                  <a:pt x="1848095" y="19515"/>
                  <a:pt x="1846353" y="16945"/>
                  <a:pt x="1842781" y="15159"/>
                </a:cubicBezTo>
                <a:moveTo>
                  <a:pt x="1837728" y="3659"/>
                </a:moveTo>
                <a:cubicBezTo>
                  <a:pt x="1840994" y="3659"/>
                  <a:pt x="1843086" y="5619"/>
                  <a:pt x="1843086" y="8755"/>
                </a:cubicBezTo>
                <a:cubicBezTo>
                  <a:pt x="1843086" y="11718"/>
                  <a:pt x="1840951" y="13678"/>
                  <a:pt x="1837728" y="13678"/>
                </a:cubicBezTo>
                <a:cubicBezTo>
                  <a:pt x="1834461" y="13678"/>
                  <a:pt x="1832369" y="11718"/>
                  <a:pt x="1832369" y="8668"/>
                </a:cubicBezTo>
                <a:cubicBezTo>
                  <a:pt x="1832369" y="5619"/>
                  <a:pt x="1834461" y="3659"/>
                  <a:pt x="1837728" y="3659"/>
                </a:cubicBezTo>
                <a:moveTo>
                  <a:pt x="1837728" y="16902"/>
                </a:moveTo>
                <a:cubicBezTo>
                  <a:pt x="1841561" y="16902"/>
                  <a:pt x="1844174" y="19428"/>
                  <a:pt x="1844174" y="23087"/>
                </a:cubicBezTo>
                <a:cubicBezTo>
                  <a:pt x="1844174" y="26877"/>
                  <a:pt x="1841605" y="29360"/>
                  <a:pt x="1837640" y="29360"/>
                </a:cubicBezTo>
                <a:cubicBezTo>
                  <a:pt x="1833894" y="29360"/>
                  <a:pt x="1831281" y="26790"/>
                  <a:pt x="1831281" y="23131"/>
                </a:cubicBezTo>
                <a:cubicBezTo>
                  <a:pt x="1831281" y="19384"/>
                  <a:pt x="1833850" y="16902"/>
                  <a:pt x="1837728" y="16902"/>
                </a:cubicBezTo>
                <a:close/>
                <a:moveTo>
                  <a:pt x="1860902" y="9322"/>
                </a:moveTo>
                <a:lnTo>
                  <a:pt x="1860902" y="31756"/>
                </a:lnTo>
                <a:lnTo>
                  <a:pt x="1864736" y="31756"/>
                </a:lnTo>
                <a:lnTo>
                  <a:pt x="1864736" y="261"/>
                </a:lnTo>
                <a:lnTo>
                  <a:pt x="1862209" y="261"/>
                </a:lnTo>
                <a:cubicBezTo>
                  <a:pt x="1860859" y="5096"/>
                  <a:pt x="1859987" y="5750"/>
                  <a:pt x="1854063" y="6534"/>
                </a:cubicBezTo>
                <a:lnTo>
                  <a:pt x="1854063" y="9322"/>
                </a:lnTo>
                <a:lnTo>
                  <a:pt x="1860902" y="9322"/>
                </a:lnTo>
                <a:close/>
                <a:moveTo>
                  <a:pt x="1885470" y="261"/>
                </a:moveTo>
                <a:cubicBezTo>
                  <a:pt x="1882596" y="261"/>
                  <a:pt x="1879981" y="1568"/>
                  <a:pt x="1878370" y="3702"/>
                </a:cubicBezTo>
                <a:cubicBezTo>
                  <a:pt x="1876366" y="6491"/>
                  <a:pt x="1875364" y="10672"/>
                  <a:pt x="1875364" y="16510"/>
                </a:cubicBezTo>
                <a:cubicBezTo>
                  <a:pt x="1875364" y="27139"/>
                  <a:pt x="1878849" y="32758"/>
                  <a:pt x="1885470" y="32758"/>
                </a:cubicBezTo>
                <a:cubicBezTo>
                  <a:pt x="1892004" y="32758"/>
                  <a:pt x="1895576" y="27139"/>
                  <a:pt x="1895576" y="16771"/>
                </a:cubicBezTo>
                <a:cubicBezTo>
                  <a:pt x="1895576" y="10672"/>
                  <a:pt x="1894618" y="6578"/>
                  <a:pt x="1892571" y="3702"/>
                </a:cubicBezTo>
                <a:cubicBezTo>
                  <a:pt x="1890959" y="1524"/>
                  <a:pt x="1888389" y="261"/>
                  <a:pt x="1885470" y="261"/>
                </a:cubicBezTo>
                <a:moveTo>
                  <a:pt x="1885470" y="3659"/>
                </a:moveTo>
                <a:cubicBezTo>
                  <a:pt x="1889609" y="3659"/>
                  <a:pt x="1891656" y="7885"/>
                  <a:pt x="1891656" y="16422"/>
                </a:cubicBezTo>
                <a:cubicBezTo>
                  <a:pt x="1891656" y="25396"/>
                  <a:pt x="1889652" y="29578"/>
                  <a:pt x="1885383" y="29578"/>
                </a:cubicBezTo>
                <a:cubicBezTo>
                  <a:pt x="1881332" y="29578"/>
                  <a:pt x="1879285" y="25222"/>
                  <a:pt x="1879285" y="16553"/>
                </a:cubicBezTo>
                <a:cubicBezTo>
                  <a:pt x="1879285" y="7885"/>
                  <a:pt x="1881332" y="3659"/>
                  <a:pt x="1885470" y="3659"/>
                </a:cubicBezTo>
                <a:close/>
                <a:moveTo>
                  <a:pt x="1920014" y="871"/>
                </a:moveTo>
                <a:lnTo>
                  <a:pt x="1899366" y="871"/>
                </a:lnTo>
                <a:lnTo>
                  <a:pt x="1899366" y="4661"/>
                </a:lnTo>
                <a:lnTo>
                  <a:pt x="1916050" y="4661"/>
                </a:lnTo>
                <a:cubicBezTo>
                  <a:pt x="1908688" y="15159"/>
                  <a:pt x="1905683" y="21606"/>
                  <a:pt x="1903373" y="31756"/>
                </a:cubicBezTo>
                <a:lnTo>
                  <a:pt x="1907469" y="31756"/>
                </a:lnTo>
                <a:cubicBezTo>
                  <a:pt x="1909167" y="21868"/>
                  <a:pt x="1913045" y="13373"/>
                  <a:pt x="1920014" y="4094"/>
                </a:cubicBezTo>
                <a:lnTo>
                  <a:pt x="1920014" y="871"/>
                </a:lnTo>
                <a:close/>
                <a:moveTo>
                  <a:pt x="1942926" y="8451"/>
                </a:moveTo>
                <a:cubicBezTo>
                  <a:pt x="1942186" y="3310"/>
                  <a:pt x="1938876" y="261"/>
                  <a:pt x="1934171" y="261"/>
                </a:cubicBezTo>
                <a:cubicBezTo>
                  <a:pt x="1930773" y="261"/>
                  <a:pt x="1927724" y="1916"/>
                  <a:pt x="1925894" y="4748"/>
                </a:cubicBezTo>
                <a:cubicBezTo>
                  <a:pt x="1923934" y="7841"/>
                  <a:pt x="1923107" y="11674"/>
                  <a:pt x="1923107" y="17381"/>
                </a:cubicBezTo>
                <a:cubicBezTo>
                  <a:pt x="1923107" y="22695"/>
                  <a:pt x="1923847" y="26049"/>
                  <a:pt x="1925720" y="28838"/>
                </a:cubicBezTo>
                <a:cubicBezTo>
                  <a:pt x="1927375" y="31407"/>
                  <a:pt x="1930076" y="32758"/>
                  <a:pt x="1933474" y="32758"/>
                </a:cubicBezTo>
                <a:cubicBezTo>
                  <a:pt x="1939355" y="32758"/>
                  <a:pt x="1943580" y="28358"/>
                  <a:pt x="1943580" y="22216"/>
                </a:cubicBezTo>
                <a:cubicBezTo>
                  <a:pt x="1943580" y="16422"/>
                  <a:pt x="1939659" y="12327"/>
                  <a:pt x="1934127" y="12327"/>
                </a:cubicBezTo>
                <a:cubicBezTo>
                  <a:pt x="1931078" y="12327"/>
                  <a:pt x="1928682" y="13460"/>
                  <a:pt x="1927027" y="15769"/>
                </a:cubicBezTo>
                <a:cubicBezTo>
                  <a:pt x="1927070" y="7972"/>
                  <a:pt x="1929510" y="3659"/>
                  <a:pt x="1933910" y="3659"/>
                </a:cubicBezTo>
                <a:cubicBezTo>
                  <a:pt x="1936611" y="3659"/>
                  <a:pt x="1938484" y="5401"/>
                  <a:pt x="1939093" y="8451"/>
                </a:cubicBezTo>
                <a:lnTo>
                  <a:pt x="1942926" y="8451"/>
                </a:lnTo>
                <a:moveTo>
                  <a:pt x="1933648" y="15725"/>
                </a:moveTo>
                <a:cubicBezTo>
                  <a:pt x="1937351" y="15725"/>
                  <a:pt x="1939659" y="18339"/>
                  <a:pt x="1939659" y="22521"/>
                </a:cubicBezTo>
                <a:cubicBezTo>
                  <a:pt x="1939659" y="26485"/>
                  <a:pt x="1937046" y="29360"/>
                  <a:pt x="1933518" y="29360"/>
                </a:cubicBezTo>
                <a:cubicBezTo>
                  <a:pt x="1929946" y="29360"/>
                  <a:pt x="1927244" y="26354"/>
                  <a:pt x="1927244" y="22347"/>
                </a:cubicBezTo>
                <a:cubicBezTo>
                  <a:pt x="1927244" y="18426"/>
                  <a:pt x="1929859" y="15725"/>
                  <a:pt x="1933648" y="15725"/>
                </a:cubicBezTo>
                <a:close/>
                <a:moveTo>
                  <a:pt x="1962137" y="15159"/>
                </a:moveTo>
                <a:cubicBezTo>
                  <a:pt x="1965361" y="13199"/>
                  <a:pt x="1966363" y="11631"/>
                  <a:pt x="1966363" y="8668"/>
                </a:cubicBezTo>
                <a:cubicBezTo>
                  <a:pt x="1966363" y="3702"/>
                  <a:pt x="1962573" y="261"/>
                  <a:pt x="1957084" y="261"/>
                </a:cubicBezTo>
                <a:cubicBezTo>
                  <a:pt x="1951639" y="261"/>
                  <a:pt x="1947806" y="3702"/>
                  <a:pt x="1947806" y="8625"/>
                </a:cubicBezTo>
                <a:cubicBezTo>
                  <a:pt x="1947806" y="11631"/>
                  <a:pt x="1948807" y="13156"/>
                  <a:pt x="1951987" y="15159"/>
                </a:cubicBezTo>
                <a:cubicBezTo>
                  <a:pt x="1948459" y="16945"/>
                  <a:pt x="1946716" y="19515"/>
                  <a:pt x="1946716" y="23000"/>
                </a:cubicBezTo>
                <a:cubicBezTo>
                  <a:pt x="1946716" y="28751"/>
                  <a:pt x="1950942" y="32758"/>
                  <a:pt x="1957084" y="32758"/>
                </a:cubicBezTo>
                <a:cubicBezTo>
                  <a:pt x="1963183" y="32758"/>
                  <a:pt x="1967452" y="28751"/>
                  <a:pt x="1967452" y="23000"/>
                </a:cubicBezTo>
                <a:cubicBezTo>
                  <a:pt x="1967452" y="19515"/>
                  <a:pt x="1965709" y="16945"/>
                  <a:pt x="1962137" y="15159"/>
                </a:cubicBezTo>
                <a:moveTo>
                  <a:pt x="1957084" y="3659"/>
                </a:moveTo>
                <a:cubicBezTo>
                  <a:pt x="1960351" y="3659"/>
                  <a:pt x="1962442" y="5619"/>
                  <a:pt x="1962442" y="8755"/>
                </a:cubicBezTo>
                <a:cubicBezTo>
                  <a:pt x="1962442" y="11718"/>
                  <a:pt x="1960308" y="13678"/>
                  <a:pt x="1957084" y="13678"/>
                </a:cubicBezTo>
                <a:cubicBezTo>
                  <a:pt x="1953817" y="13678"/>
                  <a:pt x="1951726" y="11718"/>
                  <a:pt x="1951726" y="8668"/>
                </a:cubicBezTo>
                <a:cubicBezTo>
                  <a:pt x="1951726" y="5619"/>
                  <a:pt x="1953817" y="3659"/>
                  <a:pt x="1957084" y="3659"/>
                </a:cubicBezTo>
                <a:moveTo>
                  <a:pt x="1957084" y="16902"/>
                </a:moveTo>
                <a:cubicBezTo>
                  <a:pt x="1960917" y="16902"/>
                  <a:pt x="1963531" y="19428"/>
                  <a:pt x="1963531" y="23087"/>
                </a:cubicBezTo>
                <a:cubicBezTo>
                  <a:pt x="1963531" y="26877"/>
                  <a:pt x="1960961" y="29360"/>
                  <a:pt x="1956997" y="29360"/>
                </a:cubicBezTo>
                <a:cubicBezTo>
                  <a:pt x="1953251" y="29360"/>
                  <a:pt x="1950637" y="26790"/>
                  <a:pt x="1950637" y="23131"/>
                </a:cubicBezTo>
                <a:cubicBezTo>
                  <a:pt x="1950637" y="19384"/>
                  <a:pt x="1953207" y="16902"/>
                  <a:pt x="1957084" y="16902"/>
                </a:cubicBezTo>
                <a:close/>
                <a:moveTo>
                  <a:pt x="1971328" y="0"/>
                </a:moveTo>
                <a:lnTo>
                  <a:pt x="1971328" y="31756"/>
                </a:lnTo>
                <a:lnTo>
                  <a:pt x="1974596" y="31756"/>
                </a:lnTo>
                <a:lnTo>
                  <a:pt x="1974596" y="28838"/>
                </a:lnTo>
                <a:cubicBezTo>
                  <a:pt x="1976338" y="31494"/>
                  <a:pt x="1978647" y="32758"/>
                  <a:pt x="1981827" y="32758"/>
                </a:cubicBezTo>
                <a:cubicBezTo>
                  <a:pt x="1987839" y="32758"/>
                  <a:pt x="1991759" y="27835"/>
                  <a:pt x="1991759" y="20256"/>
                </a:cubicBezTo>
                <a:cubicBezTo>
                  <a:pt x="1991759" y="12850"/>
                  <a:pt x="1988056" y="8277"/>
                  <a:pt x="1982001" y="8277"/>
                </a:cubicBezTo>
                <a:cubicBezTo>
                  <a:pt x="1978865" y="8277"/>
                  <a:pt x="1976643" y="9453"/>
                  <a:pt x="1974944" y="12023"/>
                </a:cubicBezTo>
                <a:lnTo>
                  <a:pt x="1974944" y="0"/>
                </a:lnTo>
                <a:lnTo>
                  <a:pt x="1971328" y="0"/>
                </a:lnTo>
                <a:moveTo>
                  <a:pt x="1981304" y="11674"/>
                </a:moveTo>
                <a:cubicBezTo>
                  <a:pt x="1985355" y="11674"/>
                  <a:pt x="1987969" y="15203"/>
                  <a:pt x="1987969" y="20648"/>
                </a:cubicBezTo>
                <a:cubicBezTo>
                  <a:pt x="1987969" y="25832"/>
                  <a:pt x="1985268" y="29360"/>
                  <a:pt x="1981304" y="29360"/>
                </a:cubicBezTo>
                <a:cubicBezTo>
                  <a:pt x="1977428" y="29360"/>
                  <a:pt x="1974944" y="25875"/>
                  <a:pt x="1974944" y="20517"/>
                </a:cubicBezTo>
                <a:cubicBezTo>
                  <a:pt x="1974944" y="15159"/>
                  <a:pt x="1977428" y="11674"/>
                  <a:pt x="1981304" y="11674"/>
                </a:cubicBezTo>
                <a:close/>
                <a:moveTo>
                  <a:pt x="2016152" y="29621"/>
                </a:moveTo>
                <a:cubicBezTo>
                  <a:pt x="2015761" y="29708"/>
                  <a:pt x="2015586" y="29708"/>
                  <a:pt x="2015369" y="29708"/>
                </a:cubicBezTo>
                <a:cubicBezTo>
                  <a:pt x="2014105" y="29708"/>
                  <a:pt x="2013409" y="29055"/>
                  <a:pt x="2013409" y="27922"/>
                </a:cubicBezTo>
                <a:lnTo>
                  <a:pt x="2013409" y="14506"/>
                </a:lnTo>
                <a:cubicBezTo>
                  <a:pt x="2013409" y="10454"/>
                  <a:pt x="2010446" y="8277"/>
                  <a:pt x="2004827" y="8277"/>
                </a:cubicBezTo>
                <a:cubicBezTo>
                  <a:pt x="2001473" y="8277"/>
                  <a:pt x="1998815" y="9235"/>
                  <a:pt x="1997247" y="10933"/>
                </a:cubicBezTo>
                <a:cubicBezTo>
                  <a:pt x="1996202" y="12110"/>
                  <a:pt x="1995766" y="13417"/>
                  <a:pt x="1995679" y="15682"/>
                </a:cubicBezTo>
                <a:lnTo>
                  <a:pt x="1999338" y="15682"/>
                </a:lnTo>
                <a:cubicBezTo>
                  <a:pt x="1999643" y="12894"/>
                  <a:pt x="2001299" y="11631"/>
                  <a:pt x="2004696" y="11631"/>
                </a:cubicBezTo>
                <a:cubicBezTo>
                  <a:pt x="2008007" y="11631"/>
                  <a:pt x="2009793" y="12850"/>
                  <a:pt x="2009793" y="15029"/>
                </a:cubicBezTo>
                <a:lnTo>
                  <a:pt x="2009793" y="15986"/>
                </a:lnTo>
                <a:cubicBezTo>
                  <a:pt x="2009749" y="17555"/>
                  <a:pt x="2008965" y="18121"/>
                  <a:pt x="2006003" y="18514"/>
                </a:cubicBezTo>
                <a:cubicBezTo>
                  <a:pt x="2000862" y="19167"/>
                  <a:pt x="2000078" y="19341"/>
                  <a:pt x="1998684" y="19907"/>
                </a:cubicBezTo>
                <a:cubicBezTo>
                  <a:pt x="1996028" y="21040"/>
                  <a:pt x="1994677" y="23043"/>
                  <a:pt x="1994677" y="26006"/>
                </a:cubicBezTo>
                <a:cubicBezTo>
                  <a:pt x="1994677" y="30144"/>
                  <a:pt x="1997552" y="32758"/>
                  <a:pt x="2002169" y="32758"/>
                </a:cubicBezTo>
                <a:cubicBezTo>
                  <a:pt x="2005045" y="32758"/>
                  <a:pt x="2007353" y="31756"/>
                  <a:pt x="2009924" y="29404"/>
                </a:cubicBezTo>
                <a:cubicBezTo>
                  <a:pt x="2010185" y="31756"/>
                  <a:pt x="2011317" y="32758"/>
                  <a:pt x="2013670" y="32758"/>
                </a:cubicBezTo>
                <a:cubicBezTo>
                  <a:pt x="2014453" y="32758"/>
                  <a:pt x="2014933" y="32671"/>
                  <a:pt x="2016152" y="32366"/>
                </a:cubicBezTo>
                <a:lnTo>
                  <a:pt x="2016152" y="29621"/>
                </a:lnTo>
                <a:moveTo>
                  <a:pt x="2009793" y="24568"/>
                </a:moveTo>
                <a:cubicBezTo>
                  <a:pt x="2009793" y="25788"/>
                  <a:pt x="2009444" y="26528"/>
                  <a:pt x="2008355" y="27530"/>
                </a:cubicBezTo>
                <a:cubicBezTo>
                  <a:pt x="2006874" y="28881"/>
                  <a:pt x="2005088" y="29578"/>
                  <a:pt x="2002954" y="29578"/>
                </a:cubicBezTo>
                <a:cubicBezTo>
                  <a:pt x="2000122" y="29578"/>
                  <a:pt x="1998467" y="28227"/>
                  <a:pt x="1998467" y="25919"/>
                </a:cubicBezTo>
                <a:cubicBezTo>
                  <a:pt x="1998467" y="23523"/>
                  <a:pt x="2000035" y="22303"/>
                  <a:pt x="2003955" y="21737"/>
                </a:cubicBezTo>
                <a:cubicBezTo>
                  <a:pt x="2007832" y="21214"/>
                  <a:pt x="2008573" y="21040"/>
                  <a:pt x="2009793" y="20474"/>
                </a:cubicBezTo>
                <a:lnTo>
                  <a:pt x="2009793" y="24568"/>
                </a:lnTo>
                <a:close/>
                <a:moveTo>
                  <a:pt x="2037236" y="16597"/>
                </a:moveTo>
                <a:cubicBezTo>
                  <a:pt x="2037062" y="14375"/>
                  <a:pt x="2036583" y="12938"/>
                  <a:pt x="2035712" y="11674"/>
                </a:cubicBezTo>
                <a:cubicBezTo>
                  <a:pt x="2034144" y="9540"/>
                  <a:pt x="2031399" y="8277"/>
                  <a:pt x="2028219" y="8277"/>
                </a:cubicBezTo>
                <a:cubicBezTo>
                  <a:pt x="2022034" y="8277"/>
                  <a:pt x="2018069" y="13156"/>
                  <a:pt x="2018069" y="20735"/>
                </a:cubicBezTo>
                <a:cubicBezTo>
                  <a:pt x="2018069" y="28096"/>
                  <a:pt x="2021990" y="32758"/>
                  <a:pt x="2028176" y="32758"/>
                </a:cubicBezTo>
                <a:cubicBezTo>
                  <a:pt x="2033621" y="32758"/>
                  <a:pt x="2037062" y="29491"/>
                  <a:pt x="2037498" y="23915"/>
                </a:cubicBezTo>
                <a:lnTo>
                  <a:pt x="2033839" y="23915"/>
                </a:lnTo>
                <a:cubicBezTo>
                  <a:pt x="2033229" y="27574"/>
                  <a:pt x="2031356" y="29404"/>
                  <a:pt x="2028263" y="29404"/>
                </a:cubicBezTo>
                <a:cubicBezTo>
                  <a:pt x="2024255" y="29404"/>
                  <a:pt x="2021860" y="26136"/>
                  <a:pt x="2021860" y="20735"/>
                </a:cubicBezTo>
                <a:cubicBezTo>
                  <a:pt x="2021860" y="15029"/>
                  <a:pt x="2024212" y="11631"/>
                  <a:pt x="2028176" y="11631"/>
                </a:cubicBezTo>
                <a:cubicBezTo>
                  <a:pt x="2031225" y="11631"/>
                  <a:pt x="2033142" y="13417"/>
                  <a:pt x="2033577" y="16597"/>
                </a:cubicBezTo>
                <a:lnTo>
                  <a:pt x="2037236" y="16597"/>
                </a:lnTo>
                <a:close/>
                <a:moveTo>
                  <a:pt x="2061151" y="871"/>
                </a:moveTo>
                <a:lnTo>
                  <a:pt x="2040503" y="871"/>
                </a:lnTo>
                <a:lnTo>
                  <a:pt x="2040503" y="4661"/>
                </a:lnTo>
                <a:lnTo>
                  <a:pt x="2057187" y="4661"/>
                </a:lnTo>
                <a:cubicBezTo>
                  <a:pt x="2049825" y="15159"/>
                  <a:pt x="2046820" y="21606"/>
                  <a:pt x="2044510" y="31756"/>
                </a:cubicBezTo>
                <a:lnTo>
                  <a:pt x="2048606" y="31756"/>
                </a:lnTo>
                <a:cubicBezTo>
                  <a:pt x="2050305" y="21868"/>
                  <a:pt x="2054182" y="13373"/>
                  <a:pt x="2061151" y="4094"/>
                </a:cubicBezTo>
                <a:lnTo>
                  <a:pt x="2061151" y="871"/>
                </a:lnTo>
                <a:close/>
                <a:moveTo>
                  <a:pt x="2082888" y="16597"/>
                </a:moveTo>
                <a:cubicBezTo>
                  <a:pt x="2082714" y="14375"/>
                  <a:pt x="2082235" y="12938"/>
                  <a:pt x="2081363" y="11674"/>
                </a:cubicBezTo>
                <a:cubicBezTo>
                  <a:pt x="2079795" y="9540"/>
                  <a:pt x="2077051" y="8277"/>
                  <a:pt x="2073871" y="8277"/>
                </a:cubicBezTo>
                <a:cubicBezTo>
                  <a:pt x="2067685" y="8277"/>
                  <a:pt x="2063721" y="13156"/>
                  <a:pt x="2063721" y="20735"/>
                </a:cubicBezTo>
                <a:cubicBezTo>
                  <a:pt x="2063721" y="28096"/>
                  <a:pt x="2067642" y="32758"/>
                  <a:pt x="2073828" y="32758"/>
                </a:cubicBezTo>
                <a:cubicBezTo>
                  <a:pt x="2079273" y="32758"/>
                  <a:pt x="2082714" y="29491"/>
                  <a:pt x="2083149" y="23915"/>
                </a:cubicBezTo>
                <a:lnTo>
                  <a:pt x="2079490" y="23915"/>
                </a:lnTo>
                <a:cubicBezTo>
                  <a:pt x="2078881" y="27574"/>
                  <a:pt x="2077008" y="29404"/>
                  <a:pt x="2073915" y="29404"/>
                </a:cubicBezTo>
                <a:cubicBezTo>
                  <a:pt x="2069907" y="29404"/>
                  <a:pt x="2067511" y="26136"/>
                  <a:pt x="2067511" y="20735"/>
                </a:cubicBezTo>
                <a:cubicBezTo>
                  <a:pt x="2067511" y="15029"/>
                  <a:pt x="2069864" y="11631"/>
                  <a:pt x="2073828" y="11631"/>
                </a:cubicBezTo>
                <a:cubicBezTo>
                  <a:pt x="2076877" y="11631"/>
                  <a:pt x="2078794" y="13417"/>
                  <a:pt x="2079229" y="16597"/>
                </a:cubicBezTo>
                <a:lnTo>
                  <a:pt x="2082888" y="16597"/>
                </a:lnTo>
                <a:close/>
                <a:moveTo>
                  <a:pt x="2091426" y="27226"/>
                </a:moveTo>
                <a:lnTo>
                  <a:pt x="2086896" y="27226"/>
                </a:lnTo>
                <a:lnTo>
                  <a:pt x="2086896" y="31756"/>
                </a:lnTo>
                <a:lnTo>
                  <a:pt x="2091426" y="31756"/>
                </a:lnTo>
                <a:lnTo>
                  <a:pt x="2091426" y="27226"/>
                </a:lnTo>
                <a:close/>
                <a:moveTo>
                  <a:pt x="2097873" y="41252"/>
                </a:moveTo>
                <a:lnTo>
                  <a:pt x="2101532" y="41252"/>
                </a:lnTo>
                <a:lnTo>
                  <a:pt x="2101532" y="29360"/>
                </a:lnTo>
                <a:cubicBezTo>
                  <a:pt x="2103449" y="31712"/>
                  <a:pt x="2105583" y="32758"/>
                  <a:pt x="2108546" y="32758"/>
                </a:cubicBezTo>
                <a:cubicBezTo>
                  <a:pt x="2114470" y="32758"/>
                  <a:pt x="2118303" y="28009"/>
                  <a:pt x="2118303" y="20735"/>
                </a:cubicBezTo>
                <a:cubicBezTo>
                  <a:pt x="2118303" y="13068"/>
                  <a:pt x="2114557" y="8277"/>
                  <a:pt x="2108502" y="8277"/>
                </a:cubicBezTo>
                <a:cubicBezTo>
                  <a:pt x="2105409" y="8277"/>
                  <a:pt x="2102926" y="9671"/>
                  <a:pt x="2101227" y="12371"/>
                </a:cubicBezTo>
                <a:lnTo>
                  <a:pt x="2101227" y="8930"/>
                </a:lnTo>
                <a:lnTo>
                  <a:pt x="2097873" y="8930"/>
                </a:lnTo>
                <a:lnTo>
                  <a:pt x="2097873" y="41252"/>
                </a:lnTo>
                <a:moveTo>
                  <a:pt x="2107892" y="11674"/>
                </a:moveTo>
                <a:cubicBezTo>
                  <a:pt x="2111900" y="11674"/>
                  <a:pt x="2114513" y="15203"/>
                  <a:pt x="2114513" y="20648"/>
                </a:cubicBezTo>
                <a:cubicBezTo>
                  <a:pt x="2114513" y="25832"/>
                  <a:pt x="2111856" y="29360"/>
                  <a:pt x="2107892" y="29360"/>
                </a:cubicBezTo>
                <a:cubicBezTo>
                  <a:pt x="2104015" y="29360"/>
                  <a:pt x="2101532" y="25875"/>
                  <a:pt x="2101532" y="20517"/>
                </a:cubicBezTo>
                <a:cubicBezTo>
                  <a:pt x="2101532" y="15159"/>
                  <a:pt x="2104015" y="11674"/>
                  <a:pt x="2107892" y="11674"/>
                </a:cubicBezTo>
                <a:close/>
                <a:moveTo>
                  <a:pt x="2122442" y="8930"/>
                </a:moveTo>
                <a:lnTo>
                  <a:pt x="2122442" y="31756"/>
                </a:lnTo>
                <a:lnTo>
                  <a:pt x="2126101" y="31756"/>
                </a:lnTo>
                <a:lnTo>
                  <a:pt x="2126101" y="19167"/>
                </a:lnTo>
                <a:cubicBezTo>
                  <a:pt x="2126101" y="14506"/>
                  <a:pt x="2128540" y="11457"/>
                  <a:pt x="2132286" y="11457"/>
                </a:cubicBezTo>
                <a:cubicBezTo>
                  <a:pt x="2135162" y="11457"/>
                  <a:pt x="2136991" y="13199"/>
                  <a:pt x="2136991" y="15943"/>
                </a:cubicBezTo>
                <a:lnTo>
                  <a:pt x="2136991" y="31756"/>
                </a:lnTo>
                <a:lnTo>
                  <a:pt x="2140607" y="31756"/>
                </a:lnTo>
                <a:lnTo>
                  <a:pt x="2140607" y="14506"/>
                </a:lnTo>
                <a:cubicBezTo>
                  <a:pt x="2140607" y="10716"/>
                  <a:pt x="2137775" y="8277"/>
                  <a:pt x="2133376" y="8277"/>
                </a:cubicBezTo>
                <a:cubicBezTo>
                  <a:pt x="2129978" y="8277"/>
                  <a:pt x="2127800" y="9584"/>
                  <a:pt x="2125796" y="12763"/>
                </a:cubicBezTo>
                <a:lnTo>
                  <a:pt x="2125796" y="8930"/>
                </a:lnTo>
                <a:lnTo>
                  <a:pt x="2122442" y="8930"/>
                </a:lnTo>
                <a:close/>
                <a:moveTo>
                  <a:pt x="2160863" y="8930"/>
                </a:moveTo>
                <a:lnTo>
                  <a:pt x="2160863" y="12240"/>
                </a:lnTo>
                <a:cubicBezTo>
                  <a:pt x="2159033" y="9496"/>
                  <a:pt x="2157029" y="8277"/>
                  <a:pt x="2154154" y="8277"/>
                </a:cubicBezTo>
                <a:cubicBezTo>
                  <a:pt x="2148622" y="8277"/>
                  <a:pt x="2144788" y="13417"/>
                  <a:pt x="2144788" y="20735"/>
                </a:cubicBezTo>
                <a:cubicBezTo>
                  <a:pt x="2144788" y="24568"/>
                  <a:pt x="2145704" y="27356"/>
                  <a:pt x="2147664" y="29665"/>
                </a:cubicBezTo>
                <a:cubicBezTo>
                  <a:pt x="2149363" y="31668"/>
                  <a:pt x="2151540" y="32758"/>
                  <a:pt x="2153893" y="32758"/>
                </a:cubicBezTo>
                <a:cubicBezTo>
                  <a:pt x="2156637" y="32758"/>
                  <a:pt x="2158597" y="31538"/>
                  <a:pt x="2160514" y="28663"/>
                </a:cubicBezTo>
                <a:lnTo>
                  <a:pt x="2160514" y="29839"/>
                </a:lnTo>
                <a:cubicBezTo>
                  <a:pt x="2160514" y="35938"/>
                  <a:pt x="2158815" y="38203"/>
                  <a:pt x="2154285" y="38203"/>
                </a:cubicBezTo>
                <a:cubicBezTo>
                  <a:pt x="2151192" y="38203"/>
                  <a:pt x="2149580" y="36983"/>
                  <a:pt x="2149232" y="34370"/>
                </a:cubicBezTo>
                <a:lnTo>
                  <a:pt x="2145529" y="34370"/>
                </a:lnTo>
                <a:cubicBezTo>
                  <a:pt x="2145878" y="38595"/>
                  <a:pt x="2149232" y="41252"/>
                  <a:pt x="2154198" y="41252"/>
                </a:cubicBezTo>
                <a:cubicBezTo>
                  <a:pt x="2157552" y="41252"/>
                  <a:pt x="2160340" y="40163"/>
                  <a:pt x="2161821" y="38333"/>
                </a:cubicBezTo>
                <a:cubicBezTo>
                  <a:pt x="2163563" y="36199"/>
                  <a:pt x="2164217" y="33367"/>
                  <a:pt x="2164217" y="28009"/>
                </a:cubicBezTo>
                <a:lnTo>
                  <a:pt x="2164217" y="8930"/>
                </a:lnTo>
                <a:lnTo>
                  <a:pt x="2160863" y="8930"/>
                </a:lnTo>
                <a:moveTo>
                  <a:pt x="2154503" y="11631"/>
                </a:moveTo>
                <a:cubicBezTo>
                  <a:pt x="2158336" y="11631"/>
                  <a:pt x="2160514" y="14854"/>
                  <a:pt x="2160514" y="20648"/>
                </a:cubicBezTo>
                <a:cubicBezTo>
                  <a:pt x="2160514" y="26180"/>
                  <a:pt x="2158292" y="29404"/>
                  <a:pt x="2154503" y="29404"/>
                </a:cubicBezTo>
                <a:cubicBezTo>
                  <a:pt x="2150757" y="29404"/>
                  <a:pt x="2148578" y="26136"/>
                  <a:pt x="2148578" y="20517"/>
                </a:cubicBezTo>
                <a:cubicBezTo>
                  <a:pt x="2148578" y="14942"/>
                  <a:pt x="2150757" y="11631"/>
                  <a:pt x="2154503" y="11631"/>
                </a:cubicBez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(a)Theissuereportofnext-4182.">
            <a:extLst xmlns:a="http://schemas.openxmlformats.org/drawingml/2006/main">
              <a:ext uri="{FF2B5EF4-FFF2-40B4-BE49-F238E27FC236}">
                <a16:creationId xmlns:a16="http://schemas.microsoft.com/office/drawing/2014/main" id="{19A628D3-9F99-48BE-9CAF-92C86549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02" y="3079864"/>
            <a:ext cx="3144941" cy="204914"/>
          </a:xfrm>
          <a:custGeom xmlns:a="http://schemas.openxmlformats.org/drawingml/2006/main">
            <a:pathLst>
              <a:path w="3144941" h="204914">
                <a:moveTo>
                  <a:pt x="56255" y="1633"/>
                </a:moveTo>
                <a:cubicBezTo>
                  <a:pt x="39401" y="12566"/>
                  <a:pt x="32569" y="18488"/>
                  <a:pt x="24142" y="28965"/>
                </a:cubicBezTo>
                <a:cubicBezTo>
                  <a:pt x="7972" y="48777"/>
                  <a:pt x="0" y="71553"/>
                  <a:pt x="0" y="98200"/>
                </a:cubicBezTo>
                <a:cubicBezTo>
                  <a:pt x="0" y="127123"/>
                  <a:pt x="8427" y="149441"/>
                  <a:pt x="28468" y="172672"/>
                </a:cubicBezTo>
                <a:cubicBezTo>
                  <a:pt x="37806" y="183605"/>
                  <a:pt x="43727" y="188616"/>
                  <a:pt x="55571" y="195903"/>
                </a:cubicBezTo>
                <a:lnTo>
                  <a:pt x="58302" y="192258"/>
                </a:lnTo>
                <a:cubicBezTo>
                  <a:pt x="40086" y="177909"/>
                  <a:pt x="33709" y="169940"/>
                  <a:pt x="27558" y="152857"/>
                </a:cubicBezTo>
                <a:cubicBezTo>
                  <a:pt x="22091" y="137601"/>
                  <a:pt x="19586" y="120291"/>
                  <a:pt x="19586" y="97515"/>
                </a:cubicBezTo>
                <a:cubicBezTo>
                  <a:pt x="19586" y="73603"/>
                  <a:pt x="22547" y="54928"/>
                  <a:pt x="28698" y="40808"/>
                </a:cubicBezTo>
                <a:cubicBezTo>
                  <a:pt x="35074" y="26685"/>
                  <a:pt x="41906" y="18488"/>
                  <a:pt x="58302" y="5279"/>
                </a:cubicBezTo>
                <a:lnTo>
                  <a:pt x="56255" y="1633"/>
                </a:lnTo>
                <a:close/>
                <a:moveTo>
                  <a:pt x="165570" y="140461"/>
                </a:moveTo>
                <a:cubicBezTo>
                  <a:pt x="161699" y="143644"/>
                  <a:pt x="158968" y="144784"/>
                  <a:pt x="155552" y="144784"/>
                </a:cubicBezTo>
                <a:cubicBezTo>
                  <a:pt x="150315" y="144784"/>
                  <a:pt x="148720" y="141597"/>
                  <a:pt x="148720" y="131586"/>
                </a:cubicBezTo>
                <a:lnTo>
                  <a:pt x="148720" y="87205"/>
                </a:lnTo>
                <a:cubicBezTo>
                  <a:pt x="148720" y="75368"/>
                  <a:pt x="147580" y="68769"/>
                  <a:pt x="144164" y="63306"/>
                </a:cubicBezTo>
                <a:cubicBezTo>
                  <a:pt x="139153" y="55115"/>
                  <a:pt x="129360" y="50785"/>
                  <a:pt x="115925" y="50785"/>
                </a:cubicBezTo>
                <a:cubicBezTo>
                  <a:pt x="94515" y="50785"/>
                  <a:pt x="77664" y="61941"/>
                  <a:pt x="77664" y="76279"/>
                </a:cubicBezTo>
                <a:cubicBezTo>
                  <a:pt x="77664" y="81516"/>
                  <a:pt x="82216" y="86065"/>
                  <a:pt x="87457" y="86065"/>
                </a:cubicBezTo>
                <a:cubicBezTo>
                  <a:pt x="92920" y="86065"/>
                  <a:pt x="97705" y="81516"/>
                  <a:pt x="97705" y="76508"/>
                </a:cubicBezTo>
                <a:cubicBezTo>
                  <a:pt x="97705" y="75598"/>
                  <a:pt x="97475" y="74458"/>
                  <a:pt x="97250" y="72866"/>
                </a:cubicBezTo>
                <a:cubicBezTo>
                  <a:pt x="96794" y="70820"/>
                  <a:pt x="96565" y="68999"/>
                  <a:pt x="96565" y="67403"/>
                </a:cubicBezTo>
                <a:cubicBezTo>
                  <a:pt x="96565" y="61259"/>
                  <a:pt x="103852" y="56252"/>
                  <a:pt x="112964" y="56252"/>
                </a:cubicBezTo>
                <a:cubicBezTo>
                  <a:pt x="124123" y="56252"/>
                  <a:pt x="130270" y="62851"/>
                  <a:pt x="130270" y="75143"/>
                </a:cubicBezTo>
                <a:lnTo>
                  <a:pt x="130270" y="89026"/>
                </a:lnTo>
                <a:cubicBezTo>
                  <a:pt x="95199" y="103135"/>
                  <a:pt x="91328" y="104956"/>
                  <a:pt x="81535" y="113605"/>
                </a:cubicBezTo>
                <a:cubicBezTo>
                  <a:pt x="76524" y="118158"/>
                  <a:pt x="73334" y="125893"/>
                  <a:pt x="73334" y="133403"/>
                </a:cubicBezTo>
                <a:cubicBezTo>
                  <a:pt x="73334" y="147745"/>
                  <a:pt x="83356" y="157764"/>
                  <a:pt x="97250" y="157764"/>
                </a:cubicBezTo>
                <a:cubicBezTo>
                  <a:pt x="107268" y="157764"/>
                  <a:pt x="116606" y="152982"/>
                  <a:pt x="130500" y="141139"/>
                </a:cubicBezTo>
                <a:cubicBezTo>
                  <a:pt x="131639" y="152982"/>
                  <a:pt x="135737" y="157764"/>
                  <a:pt x="145074" y="157764"/>
                </a:cubicBezTo>
                <a:cubicBezTo>
                  <a:pt x="152817" y="157764"/>
                  <a:pt x="157602" y="155032"/>
                  <a:pt x="165570" y="146379"/>
                </a:cubicBezTo>
                <a:lnTo>
                  <a:pt x="165570" y="140461"/>
                </a:lnTo>
                <a:moveTo>
                  <a:pt x="130270" y="127474"/>
                </a:moveTo>
                <a:cubicBezTo>
                  <a:pt x="130270" y="134536"/>
                  <a:pt x="129134" y="136586"/>
                  <a:pt x="124349" y="139318"/>
                </a:cubicBezTo>
                <a:cubicBezTo>
                  <a:pt x="118886" y="142508"/>
                  <a:pt x="112509" y="144555"/>
                  <a:pt x="107724" y="144555"/>
                </a:cubicBezTo>
                <a:cubicBezTo>
                  <a:pt x="99755" y="144555"/>
                  <a:pt x="93378" y="136812"/>
                  <a:pt x="93378" y="127019"/>
                </a:cubicBezTo>
                <a:lnTo>
                  <a:pt x="93378" y="126109"/>
                </a:lnTo>
                <a:cubicBezTo>
                  <a:pt x="93378" y="112670"/>
                  <a:pt x="102712" y="104473"/>
                  <a:pt x="130270" y="94450"/>
                </a:cubicBezTo>
                <a:lnTo>
                  <a:pt x="130270" y="127474"/>
                </a:lnTo>
                <a:close/>
                <a:moveTo>
                  <a:pt x="174682" y="195903"/>
                </a:moveTo>
                <a:cubicBezTo>
                  <a:pt x="191536" y="184970"/>
                  <a:pt x="198369" y="179049"/>
                  <a:pt x="206792" y="168571"/>
                </a:cubicBezTo>
                <a:cubicBezTo>
                  <a:pt x="222965" y="148760"/>
                  <a:pt x="230934" y="125984"/>
                  <a:pt x="230934" y="99340"/>
                </a:cubicBezTo>
                <a:cubicBezTo>
                  <a:pt x="230934" y="70187"/>
                  <a:pt x="222507" y="48096"/>
                  <a:pt x="202466" y="24864"/>
                </a:cubicBezTo>
                <a:cubicBezTo>
                  <a:pt x="193128" y="13932"/>
                  <a:pt x="187206" y="8924"/>
                  <a:pt x="175363" y="1633"/>
                </a:cubicBezTo>
                <a:lnTo>
                  <a:pt x="172632" y="5279"/>
                </a:lnTo>
                <a:cubicBezTo>
                  <a:pt x="190852" y="19627"/>
                  <a:pt x="196999" y="27599"/>
                  <a:pt x="203376" y="44680"/>
                </a:cubicBezTo>
                <a:cubicBezTo>
                  <a:pt x="208843" y="59939"/>
                  <a:pt x="211348" y="77245"/>
                  <a:pt x="211348" y="100021"/>
                </a:cubicBezTo>
                <a:cubicBezTo>
                  <a:pt x="211348" y="123707"/>
                  <a:pt x="208387" y="142609"/>
                  <a:pt x="202240" y="156502"/>
                </a:cubicBezTo>
                <a:cubicBezTo>
                  <a:pt x="195863" y="170851"/>
                  <a:pt x="189031" y="179049"/>
                  <a:pt x="172632" y="192258"/>
                </a:cubicBezTo>
                <a:lnTo>
                  <a:pt x="174682" y="195903"/>
                </a:lnTo>
                <a:close/>
                <a:moveTo>
                  <a:pt x="379426" y="14314"/>
                </a:moveTo>
                <a:lnTo>
                  <a:pt x="379426" y="128208"/>
                </a:lnTo>
                <a:cubicBezTo>
                  <a:pt x="379426" y="147571"/>
                  <a:pt x="376921" y="150077"/>
                  <a:pt x="358016" y="151213"/>
                </a:cubicBezTo>
                <a:lnTo>
                  <a:pt x="358016" y="155540"/>
                </a:lnTo>
                <a:lnTo>
                  <a:pt x="424519" y="155540"/>
                </a:lnTo>
                <a:lnTo>
                  <a:pt x="424519" y="151213"/>
                </a:lnTo>
                <a:cubicBezTo>
                  <a:pt x="405844" y="150303"/>
                  <a:pt x="402654" y="147342"/>
                  <a:pt x="402654" y="130713"/>
                </a:cubicBezTo>
                <a:lnTo>
                  <a:pt x="402654" y="14314"/>
                </a:lnTo>
                <a:lnTo>
                  <a:pt x="414952" y="14314"/>
                </a:lnTo>
                <a:cubicBezTo>
                  <a:pt x="440915" y="14314"/>
                  <a:pt x="445926" y="18415"/>
                  <a:pt x="451167" y="43470"/>
                </a:cubicBezTo>
                <a:lnTo>
                  <a:pt x="456630" y="43470"/>
                </a:lnTo>
                <a:lnTo>
                  <a:pt x="455264" y="4747"/>
                </a:lnTo>
                <a:lnTo>
                  <a:pt x="326816" y="4747"/>
                </a:lnTo>
                <a:lnTo>
                  <a:pt x="325451" y="43470"/>
                </a:lnTo>
                <a:lnTo>
                  <a:pt x="330913" y="43470"/>
                </a:lnTo>
                <a:cubicBezTo>
                  <a:pt x="336380" y="18641"/>
                  <a:pt x="341620" y="14314"/>
                  <a:pt x="367128" y="14314"/>
                </a:cubicBezTo>
                <a:lnTo>
                  <a:pt x="379426" y="14314"/>
                </a:lnTo>
                <a:close/>
                <a:moveTo>
                  <a:pt x="496487" y="77433"/>
                </a:moveTo>
                <a:cubicBezTo>
                  <a:pt x="506051" y="66959"/>
                  <a:pt x="512883" y="63084"/>
                  <a:pt x="521765" y="63084"/>
                </a:cubicBezTo>
                <a:cubicBezTo>
                  <a:pt x="533153" y="63084"/>
                  <a:pt x="538846" y="71285"/>
                  <a:pt x="538846" y="87226"/>
                </a:cubicBezTo>
                <a:lnTo>
                  <a:pt x="538846" y="132312"/>
                </a:lnTo>
                <a:cubicBezTo>
                  <a:pt x="538846" y="147797"/>
                  <a:pt x="536569" y="150758"/>
                  <a:pt x="523360" y="152123"/>
                </a:cubicBezTo>
                <a:lnTo>
                  <a:pt x="523360" y="155540"/>
                </a:lnTo>
                <a:lnTo>
                  <a:pt x="571644" y="155540"/>
                </a:lnTo>
                <a:lnTo>
                  <a:pt x="571644" y="152123"/>
                </a:lnTo>
                <a:cubicBezTo>
                  <a:pt x="559345" y="149847"/>
                  <a:pt x="557976" y="148026"/>
                  <a:pt x="557976" y="132312"/>
                </a:cubicBezTo>
                <a:lnTo>
                  <a:pt x="557976" y="86996"/>
                </a:lnTo>
                <a:cubicBezTo>
                  <a:pt x="557976" y="63084"/>
                  <a:pt x="548413" y="50785"/>
                  <a:pt x="529963" y="50785"/>
                </a:cubicBezTo>
                <a:cubicBezTo>
                  <a:pt x="516528" y="50785"/>
                  <a:pt x="506961" y="56252"/>
                  <a:pt x="496487" y="69916"/>
                </a:cubicBezTo>
                <a:lnTo>
                  <a:pt x="496487" y="685"/>
                </a:lnTo>
                <a:lnTo>
                  <a:pt x="495347" y="0"/>
                </a:lnTo>
                <a:cubicBezTo>
                  <a:pt x="487605" y="2731"/>
                  <a:pt x="481909" y="4556"/>
                  <a:pt x="469155" y="8198"/>
                </a:cubicBezTo>
                <a:lnTo>
                  <a:pt x="463008" y="10022"/>
                </a:lnTo>
                <a:lnTo>
                  <a:pt x="463008" y="13664"/>
                </a:lnTo>
                <a:cubicBezTo>
                  <a:pt x="463918" y="13438"/>
                  <a:pt x="464603" y="13438"/>
                  <a:pt x="465739" y="13438"/>
                </a:cubicBezTo>
                <a:cubicBezTo>
                  <a:pt x="475532" y="13438"/>
                  <a:pt x="477357" y="15259"/>
                  <a:pt x="477357" y="25052"/>
                </a:cubicBezTo>
                <a:lnTo>
                  <a:pt x="477357" y="132312"/>
                </a:lnTo>
                <a:cubicBezTo>
                  <a:pt x="477357" y="148252"/>
                  <a:pt x="475988" y="150303"/>
                  <a:pt x="462779" y="152123"/>
                </a:cubicBezTo>
                <a:lnTo>
                  <a:pt x="462779" y="155540"/>
                </a:lnTo>
                <a:lnTo>
                  <a:pt x="511972" y="155540"/>
                </a:lnTo>
                <a:lnTo>
                  <a:pt x="511972" y="152123"/>
                </a:lnTo>
                <a:cubicBezTo>
                  <a:pt x="498764" y="150758"/>
                  <a:pt x="496487" y="148026"/>
                  <a:pt x="496487" y="132312"/>
                </a:cubicBezTo>
                <a:lnTo>
                  <a:pt x="496487" y="77433"/>
                </a:lnTo>
                <a:close/>
                <a:moveTo>
                  <a:pt x="667522" y="118126"/>
                </a:moveTo>
                <a:cubicBezTo>
                  <a:pt x="656593" y="135443"/>
                  <a:pt x="646797" y="142053"/>
                  <a:pt x="632222" y="142053"/>
                </a:cubicBezTo>
                <a:cubicBezTo>
                  <a:pt x="619242" y="142053"/>
                  <a:pt x="609450" y="135443"/>
                  <a:pt x="602843" y="122456"/>
                </a:cubicBezTo>
                <a:cubicBezTo>
                  <a:pt x="598743" y="113796"/>
                  <a:pt x="597151" y="106276"/>
                  <a:pt x="596696" y="92376"/>
                </a:cubicBezTo>
                <a:lnTo>
                  <a:pt x="666841" y="92376"/>
                </a:lnTo>
                <a:cubicBezTo>
                  <a:pt x="665017" y="77599"/>
                  <a:pt x="662741" y="71018"/>
                  <a:pt x="657048" y="63755"/>
                </a:cubicBezTo>
                <a:cubicBezTo>
                  <a:pt x="650213" y="55571"/>
                  <a:pt x="639739" y="50785"/>
                  <a:pt x="627895" y="50785"/>
                </a:cubicBezTo>
                <a:cubicBezTo>
                  <a:pt x="616508" y="50785"/>
                  <a:pt x="605804" y="54886"/>
                  <a:pt x="597151" y="62618"/>
                </a:cubicBezTo>
                <a:cubicBezTo>
                  <a:pt x="586444" y="71925"/>
                  <a:pt x="580297" y="88049"/>
                  <a:pt x="580297" y="106731"/>
                </a:cubicBezTo>
                <a:cubicBezTo>
                  <a:pt x="580297" y="138178"/>
                  <a:pt x="596696" y="157764"/>
                  <a:pt x="622884" y="157764"/>
                </a:cubicBezTo>
                <a:cubicBezTo>
                  <a:pt x="644520" y="157764"/>
                  <a:pt x="661601" y="144329"/>
                  <a:pt x="671168" y="119721"/>
                </a:cubicBezTo>
                <a:lnTo>
                  <a:pt x="667522" y="118126"/>
                </a:lnTo>
                <a:moveTo>
                  <a:pt x="597151" y="85088"/>
                </a:moveTo>
                <a:cubicBezTo>
                  <a:pt x="599653" y="67386"/>
                  <a:pt x="607399" y="58987"/>
                  <a:pt x="621289" y="58987"/>
                </a:cubicBezTo>
                <a:cubicBezTo>
                  <a:pt x="635183" y="58987"/>
                  <a:pt x="640649" y="65343"/>
                  <a:pt x="643610" y="85088"/>
                </a:cubicBezTo>
                <a:lnTo>
                  <a:pt x="597151" y="85088"/>
                </a:lnTo>
                <a:close/>
                <a:moveTo>
                  <a:pt x="795287" y="50785"/>
                </a:moveTo>
                <a:lnTo>
                  <a:pt x="759987" y="63240"/>
                </a:lnTo>
                <a:lnTo>
                  <a:pt x="759987" y="66660"/>
                </a:lnTo>
                <a:lnTo>
                  <a:pt x="761811" y="66430"/>
                </a:lnTo>
                <a:cubicBezTo>
                  <a:pt x="764543" y="65975"/>
                  <a:pt x="767504" y="65746"/>
                  <a:pt x="769554" y="65746"/>
                </a:cubicBezTo>
                <a:cubicBezTo>
                  <a:pt x="775020" y="65746"/>
                  <a:pt x="777067" y="69391"/>
                  <a:pt x="777067" y="79420"/>
                </a:cubicBezTo>
                <a:lnTo>
                  <a:pt x="777067" y="132298"/>
                </a:lnTo>
                <a:cubicBezTo>
                  <a:pt x="777067" y="148707"/>
                  <a:pt x="774791" y="151213"/>
                  <a:pt x="759076" y="152123"/>
                </a:cubicBezTo>
                <a:lnTo>
                  <a:pt x="759076" y="155540"/>
                </a:lnTo>
                <a:lnTo>
                  <a:pt x="813052" y="155540"/>
                </a:lnTo>
                <a:lnTo>
                  <a:pt x="813052" y="152123"/>
                </a:lnTo>
                <a:cubicBezTo>
                  <a:pt x="798022" y="150987"/>
                  <a:pt x="796198" y="148707"/>
                  <a:pt x="796198" y="132298"/>
                </a:cubicBezTo>
                <a:lnTo>
                  <a:pt x="796198" y="51470"/>
                </a:lnTo>
                <a:lnTo>
                  <a:pt x="795287" y="50785"/>
                </a:lnTo>
                <a:moveTo>
                  <a:pt x="784584" y="76"/>
                </a:moveTo>
                <a:cubicBezTo>
                  <a:pt x="778436" y="76"/>
                  <a:pt x="773196" y="5317"/>
                  <a:pt x="773196" y="11694"/>
                </a:cubicBezTo>
                <a:cubicBezTo>
                  <a:pt x="773196" y="18071"/>
                  <a:pt x="778207" y="23308"/>
                  <a:pt x="784584" y="23308"/>
                </a:cubicBezTo>
                <a:cubicBezTo>
                  <a:pt x="791190" y="23308"/>
                  <a:pt x="796427" y="18297"/>
                  <a:pt x="796427" y="11694"/>
                </a:cubicBezTo>
                <a:cubicBezTo>
                  <a:pt x="796427" y="5317"/>
                  <a:pt x="791190" y="76"/>
                  <a:pt x="784584" y="76"/>
                </a:cubicBezTo>
                <a:close/>
                <a:moveTo>
                  <a:pt x="890485" y="83983"/>
                </a:moveTo>
                <a:lnTo>
                  <a:pt x="889574" y="53010"/>
                </a:lnTo>
                <a:lnTo>
                  <a:pt x="887069" y="53010"/>
                </a:lnTo>
                <a:lnTo>
                  <a:pt x="886614" y="53468"/>
                </a:lnTo>
                <a:cubicBezTo>
                  <a:pt x="884563" y="55060"/>
                  <a:pt x="884337" y="55289"/>
                  <a:pt x="883427" y="55289"/>
                </a:cubicBezTo>
                <a:cubicBezTo>
                  <a:pt x="882061" y="55289"/>
                  <a:pt x="879781" y="54834"/>
                  <a:pt x="877276" y="53694"/>
                </a:cubicBezTo>
                <a:cubicBezTo>
                  <a:pt x="872265" y="51922"/>
                  <a:pt x="867257" y="51008"/>
                  <a:pt x="861336" y="51008"/>
                </a:cubicBezTo>
                <a:cubicBezTo>
                  <a:pt x="843341" y="51008"/>
                  <a:pt x="830362" y="62622"/>
                  <a:pt x="830362" y="79010"/>
                </a:cubicBezTo>
                <a:cubicBezTo>
                  <a:pt x="830362" y="91754"/>
                  <a:pt x="837649" y="100858"/>
                  <a:pt x="857009" y="111784"/>
                </a:cubicBezTo>
                <a:lnTo>
                  <a:pt x="870218" y="119297"/>
                </a:lnTo>
                <a:cubicBezTo>
                  <a:pt x="878186" y="123850"/>
                  <a:pt x="882061" y="129313"/>
                  <a:pt x="882061" y="136367"/>
                </a:cubicBezTo>
                <a:cubicBezTo>
                  <a:pt x="882061" y="146383"/>
                  <a:pt x="874770" y="152756"/>
                  <a:pt x="863156" y="152756"/>
                </a:cubicBezTo>
                <a:cubicBezTo>
                  <a:pt x="855414" y="152756"/>
                  <a:pt x="848352" y="149795"/>
                  <a:pt x="844026" y="144787"/>
                </a:cubicBezTo>
                <a:cubicBezTo>
                  <a:pt x="839244" y="139099"/>
                  <a:pt x="837194" y="133862"/>
                  <a:pt x="834233" y="120889"/>
                </a:cubicBezTo>
                <a:lnTo>
                  <a:pt x="830588" y="120889"/>
                </a:lnTo>
                <a:lnTo>
                  <a:pt x="830588" y="156398"/>
                </a:lnTo>
                <a:lnTo>
                  <a:pt x="833548" y="156398"/>
                </a:lnTo>
                <a:cubicBezTo>
                  <a:pt x="835144" y="154122"/>
                  <a:pt x="836054" y="153666"/>
                  <a:pt x="838789" y="153666"/>
                </a:cubicBezTo>
                <a:cubicBezTo>
                  <a:pt x="840839" y="153719"/>
                  <a:pt x="844026" y="154174"/>
                  <a:pt x="849263" y="155540"/>
                </a:cubicBezTo>
                <a:cubicBezTo>
                  <a:pt x="855640" y="156853"/>
                  <a:pt x="861791" y="157764"/>
                  <a:pt x="865888" y="157764"/>
                </a:cubicBezTo>
                <a:cubicBezTo>
                  <a:pt x="883427" y="157764"/>
                  <a:pt x="898002" y="144562"/>
                  <a:pt x="898002" y="128628"/>
                </a:cubicBezTo>
                <a:cubicBezTo>
                  <a:pt x="898002" y="117247"/>
                  <a:pt x="892535" y="109737"/>
                  <a:pt x="878871" y="101543"/>
                </a:cubicBezTo>
                <a:lnTo>
                  <a:pt x="854274" y="86975"/>
                </a:lnTo>
                <a:cubicBezTo>
                  <a:pt x="847897" y="83333"/>
                  <a:pt x="844481" y="77645"/>
                  <a:pt x="844481" y="71497"/>
                </a:cubicBezTo>
                <a:cubicBezTo>
                  <a:pt x="844481" y="62392"/>
                  <a:pt x="851543" y="56019"/>
                  <a:pt x="862017" y="56019"/>
                </a:cubicBezTo>
                <a:cubicBezTo>
                  <a:pt x="875000" y="56019"/>
                  <a:pt x="881832" y="63758"/>
                  <a:pt x="887069" y="84018"/>
                </a:cubicBezTo>
                <a:lnTo>
                  <a:pt x="890485" y="83983"/>
                </a:lnTo>
                <a:close/>
                <a:moveTo>
                  <a:pt x="979078" y="83983"/>
                </a:moveTo>
                <a:lnTo>
                  <a:pt x="978168" y="53010"/>
                </a:lnTo>
                <a:lnTo>
                  <a:pt x="975662" y="53010"/>
                </a:lnTo>
                <a:lnTo>
                  <a:pt x="975207" y="53468"/>
                </a:lnTo>
                <a:cubicBezTo>
                  <a:pt x="973156" y="55060"/>
                  <a:pt x="972931" y="55289"/>
                  <a:pt x="972020" y="55289"/>
                </a:cubicBezTo>
                <a:cubicBezTo>
                  <a:pt x="970654" y="55289"/>
                  <a:pt x="968375" y="54834"/>
                  <a:pt x="965869" y="53694"/>
                </a:cubicBezTo>
                <a:cubicBezTo>
                  <a:pt x="960858" y="51922"/>
                  <a:pt x="955850" y="51008"/>
                  <a:pt x="949929" y="51008"/>
                </a:cubicBezTo>
                <a:cubicBezTo>
                  <a:pt x="931935" y="51008"/>
                  <a:pt x="918955" y="62622"/>
                  <a:pt x="918955" y="79010"/>
                </a:cubicBezTo>
                <a:cubicBezTo>
                  <a:pt x="918955" y="91754"/>
                  <a:pt x="926242" y="100858"/>
                  <a:pt x="945602" y="111784"/>
                </a:cubicBezTo>
                <a:lnTo>
                  <a:pt x="958811" y="119297"/>
                </a:lnTo>
                <a:cubicBezTo>
                  <a:pt x="966780" y="123850"/>
                  <a:pt x="970654" y="129313"/>
                  <a:pt x="970654" y="136367"/>
                </a:cubicBezTo>
                <a:cubicBezTo>
                  <a:pt x="970654" y="146383"/>
                  <a:pt x="963364" y="152756"/>
                  <a:pt x="951750" y="152756"/>
                </a:cubicBezTo>
                <a:cubicBezTo>
                  <a:pt x="944007" y="152756"/>
                  <a:pt x="936946" y="149795"/>
                  <a:pt x="932619" y="144787"/>
                </a:cubicBezTo>
                <a:cubicBezTo>
                  <a:pt x="927837" y="139099"/>
                  <a:pt x="925787" y="133862"/>
                  <a:pt x="922826" y="120889"/>
                </a:cubicBezTo>
                <a:lnTo>
                  <a:pt x="919181" y="120889"/>
                </a:lnTo>
                <a:lnTo>
                  <a:pt x="919181" y="156398"/>
                </a:lnTo>
                <a:lnTo>
                  <a:pt x="922142" y="156398"/>
                </a:lnTo>
                <a:cubicBezTo>
                  <a:pt x="923737" y="154122"/>
                  <a:pt x="924647" y="153666"/>
                  <a:pt x="927382" y="153666"/>
                </a:cubicBezTo>
                <a:cubicBezTo>
                  <a:pt x="929432" y="153719"/>
                  <a:pt x="932619" y="154174"/>
                  <a:pt x="937856" y="155540"/>
                </a:cubicBezTo>
                <a:cubicBezTo>
                  <a:pt x="944233" y="156853"/>
                  <a:pt x="950384" y="157764"/>
                  <a:pt x="954481" y="157764"/>
                </a:cubicBezTo>
                <a:cubicBezTo>
                  <a:pt x="972020" y="157764"/>
                  <a:pt x="986595" y="144562"/>
                  <a:pt x="986595" y="128628"/>
                </a:cubicBezTo>
                <a:cubicBezTo>
                  <a:pt x="986595" y="117247"/>
                  <a:pt x="981128" y="109737"/>
                  <a:pt x="967464" y="101543"/>
                </a:cubicBezTo>
                <a:lnTo>
                  <a:pt x="942867" y="86975"/>
                </a:lnTo>
                <a:cubicBezTo>
                  <a:pt x="936490" y="83333"/>
                  <a:pt x="933074" y="77645"/>
                  <a:pt x="933074" y="71497"/>
                </a:cubicBezTo>
                <a:cubicBezTo>
                  <a:pt x="933074" y="62392"/>
                  <a:pt x="940136" y="56019"/>
                  <a:pt x="950610" y="56019"/>
                </a:cubicBezTo>
                <a:cubicBezTo>
                  <a:pt x="963593" y="56019"/>
                  <a:pt x="970425" y="63758"/>
                  <a:pt x="975662" y="84018"/>
                </a:cubicBezTo>
                <a:lnTo>
                  <a:pt x="979078" y="83983"/>
                </a:lnTo>
                <a:close/>
                <a:moveTo>
                  <a:pt x="1105022" y="144110"/>
                </a:moveTo>
                <a:lnTo>
                  <a:pt x="1103885" y="144110"/>
                </a:lnTo>
                <a:cubicBezTo>
                  <a:pt x="1093408" y="144110"/>
                  <a:pt x="1090902" y="141604"/>
                  <a:pt x="1090902" y="131127"/>
                </a:cubicBezTo>
                <a:lnTo>
                  <a:pt x="1090902" y="53010"/>
                </a:lnTo>
                <a:lnTo>
                  <a:pt x="1054917" y="53010"/>
                </a:lnTo>
                <a:lnTo>
                  <a:pt x="1054917" y="56884"/>
                </a:lnTo>
                <a:cubicBezTo>
                  <a:pt x="1069040" y="57565"/>
                  <a:pt x="1071772" y="59845"/>
                  <a:pt x="1071772" y="71230"/>
                </a:cubicBezTo>
                <a:lnTo>
                  <a:pt x="1071772" y="124743"/>
                </a:lnTo>
                <a:cubicBezTo>
                  <a:pt x="1071772" y="131120"/>
                  <a:pt x="1070632" y="134310"/>
                  <a:pt x="1067445" y="136812"/>
                </a:cubicBezTo>
                <a:cubicBezTo>
                  <a:pt x="1061294" y="141823"/>
                  <a:pt x="1054236" y="144555"/>
                  <a:pt x="1047404" y="144555"/>
                </a:cubicBezTo>
                <a:cubicBezTo>
                  <a:pt x="1038522" y="144555"/>
                  <a:pt x="1031235" y="136812"/>
                  <a:pt x="1031235" y="127249"/>
                </a:cubicBezTo>
                <a:lnTo>
                  <a:pt x="1031235" y="53010"/>
                </a:lnTo>
                <a:lnTo>
                  <a:pt x="997981" y="53010"/>
                </a:lnTo>
                <a:lnTo>
                  <a:pt x="997981" y="56200"/>
                </a:lnTo>
                <a:cubicBezTo>
                  <a:pt x="1008914" y="56884"/>
                  <a:pt x="1012104" y="60300"/>
                  <a:pt x="1012104" y="70774"/>
                </a:cubicBezTo>
                <a:lnTo>
                  <a:pt x="1012104" y="128159"/>
                </a:lnTo>
                <a:cubicBezTo>
                  <a:pt x="1012104" y="146150"/>
                  <a:pt x="1023033" y="157764"/>
                  <a:pt x="1039658" y="157764"/>
                </a:cubicBezTo>
                <a:cubicBezTo>
                  <a:pt x="1048085" y="157764"/>
                  <a:pt x="1056968" y="154122"/>
                  <a:pt x="1063119" y="147971"/>
                </a:cubicBezTo>
                <a:lnTo>
                  <a:pt x="1072912" y="138181"/>
                </a:lnTo>
                <a:lnTo>
                  <a:pt x="1072912" y="157082"/>
                </a:lnTo>
                <a:lnTo>
                  <a:pt x="1073822" y="157541"/>
                </a:lnTo>
                <a:cubicBezTo>
                  <a:pt x="1085210" y="152989"/>
                  <a:pt x="1093408" y="150483"/>
                  <a:pt x="1105022" y="147293"/>
                </a:cubicBezTo>
                <a:lnTo>
                  <a:pt x="1105022" y="144110"/>
                </a:lnTo>
                <a:close/>
                <a:moveTo>
                  <a:pt x="1202725" y="118126"/>
                </a:moveTo>
                <a:cubicBezTo>
                  <a:pt x="1191796" y="135443"/>
                  <a:pt x="1181999" y="142053"/>
                  <a:pt x="1167424" y="142053"/>
                </a:cubicBezTo>
                <a:cubicBezTo>
                  <a:pt x="1154445" y="142053"/>
                  <a:pt x="1144652" y="135443"/>
                  <a:pt x="1138046" y="122456"/>
                </a:cubicBezTo>
                <a:cubicBezTo>
                  <a:pt x="1133945" y="113796"/>
                  <a:pt x="1132354" y="106276"/>
                  <a:pt x="1131898" y="92376"/>
                </a:cubicBezTo>
                <a:lnTo>
                  <a:pt x="1202044" y="92376"/>
                </a:lnTo>
                <a:cubicBezTo>
                  <a:pt x="1200219" y="77599"/>
                  <a:pt x="1197943" y="71018"/>
                  <a:pt x="1192251" y="63755"/>
                </a:cubicBezTo>
                <a:cubicBezTo>
                  <a:pt x="1185415" y="55571"/>
                  <a:pt x="1174941" y="50785"/>
                  <a:pt x="1163098" y="50785"/>
                </a:cubicBezTo>
                <a:cubicBezTo>
                  <a:pt x="1151710" y="50785"/>
                  <a:pt x="1141007" y="54886"/>
                  <a:pt x="1132354" y="62618"/>
                </a:cubicBezTo>
                <a:cubicBezTo>
                  <a:pt x="1121647" y="71925"/>
                  <a:pt x="1115499" y="88049"/>
                  <a:pt x="1115499" y="106731"/>
                </a:cubicBezTo>
                <a:cubicBezTo>
                  <a:pt x="1115499" y="138178"/>
                  <a:pt x="1131898" y="157764"/>
                  <a:pt x="1158087" y="157764"/>
                </a:cubicBezTo>
                <a:cubicBezTo>
                  <a:pt x="1179723" y="157764"/>
                  <a:pt x="1196803" y="144329"/>
                  <a:pt x="1206370" y="119721"/>
                </a:cubicBezTo>
                <a:lnTo>
                  <a:pt x="1202725" y="118126"/>
                </a:lnTo>
                <a:moveTo>
                  <a:pt x="1132354" y="85088"/>
                </a:moveTo>
                <a:cubicBezTo>
                  <a:pt x="1134856" y="67386"/>
                  <a:pt x="1142602" y="58987"/>
                  <a:pt x="1156492" y="58987"/>
                </a:cubicBezTo>
                <a:cubicBezTo>
                  <a:pt x="1170385" y="58987"/>
                  <a:pt x="1175852" y="65343"/>
                  <a:pt x="1178812" y="85088"/>
                </a:cubicBezTo>
                <a:lnTo>
                  <a:pt x="1132354" y="85088"/>
                </a:lnTo>
                <a:close/>
                <a:moveTo>
                  <a:pt x="1292229" y="66729"/>
                </a:moveTo>
                <a:cubicBezTo>
                  <a:pt x="1295419" y="66045"/>
                  <a:pt x="1297469" y="65815"/>
                  <a:pt x="1300201" y="65815"/>
                </a:cubicBezTo>
                <a:cubicBezTo>
                  <a:pt x="1305893" y="65815"/>
                  <a:pt x="1307943" y="69461"/>
                  <a:pt x="1307943" y="79480"/>
                </a:cubicBezTo>
                <a:lnTo>
                  <a:pt x="1307943" y="136412"/>
                </a:lnTo>
                <a:cubicBezTo>
                  <a:pt x="1307943" y="147797"/>
                  <a:pt x="1306348" y="149392"/>
                  <a:pt x="1291773" y="152123"/>
                </a:cubicBezTo>
                <a:lnTo>
                  <a:pt x="1291773" y="155540"/>
                </a:lnTo>
                <a:lnTo>
                  <a:pt x="1346434" y="155540"/>
                </a:lnTo>
                <a:lnTo>
                  <a:pt x="1346434" y="152123"/>
                </a:lnTo>
                <a:cubicBezTo>
                  <a:pt x="1330945" y="151442"/>
                  <a:pt x="1327074" y="148026"/>
                  <a:pt x="1327074" y="135047"/>
                </a:cubicBezTo>
                <a:lnTo>
                  <a:pt x="1327074" y="83806"/>
                </a:lnTo>
                <a:cubicBezTo>
                  <a:pt x="1327074" y="76519"/>
                  <a:pt x="1336867" y="65134"/>
                  <a:pt x="1343018" y="65134"/>
                </a:cubicBezTo>
                <a:cubicBezTo>
                  <a:pt x="1344383" y="65134"/>
                  <a:pt x="1346434" y="66274"/>
                  <a:pt x="1348939" y="68550"/>
                </a:cubicBezTo>
                <a:cubicBezTo>
                  <a:pt x="1352581" y="71737"/>
                  <a:pt x="1355087" y="73103"/>
                  <a:pt x="1358047" y="73103"/>
                </a:cubicBezTo>
                <a:cubicBezTo>
                  <a:pt x="1363514" y="73103"/>
                  <a:pt x="1366930" y="69231"/>
                  <a:pt x="1366930" y="62858"/>
                </a:cubicBezTo>
                <a:cubicBezTo>
                  <a:pt x="1366930" y="55341"/>
                  <a:pt x="1362148" y="50785"/>
                  <a:pt x="1354406" y="50785"/>
                </a:cubicBezTo>
                <a:cubicBezTo>
                  <a:pt x="1344839" y="50785"/>
                  <a:pt x="1338236" y="56026"/>
                  <a:pt x="1327074" y="72192"/>
                </a:cubicBezTo>
                <a:lnTo>
                  <a:pt x="1327074" y="51244"/>
                </a:lnTo>
                <a:lnTo>
                  <a:pt x="1325937" y="50785"/>
                </a:lnTo>
                <a:cubicBezTo>
                  <a:pt x="1313865" y="55797"/>
                  <a:pt x="1305667" y="58757"/>
                  <a:pt x="1292229" y="63084"/>
                </a:cubicBezTo>
                <a:lnTo>
                  <a:pt x="1292229" y="66729"/>
                </a:lnTo>
                <a:close/>
                <a:moveTo>
                  <a:pt x="1459394" y="118126"/>
                </a:moveTo>
                <a:cubicBezTo>
                  <a:pt x="1448465" y="135443"/>
                  <a:pt x="1438669" y="142053"/>
                  <a:pt x="1424094" y="142053"/>
                </a:cubicBezTo>
                <a:cubicBezTo>
                  <a:pt x="1411114" y="142053"/>
                  <a:pt x="1401321" y="135443"/>
                  <a:pt x="1394715" y="122456"/>
                </a:cubicBezTo>
                <a:cubicBezTo>
                  <a:pt x="1390615" y="113796"/>
                  <a:pt x="1389023" y="106276"/>
                  <a:pt x="1388568" y="92376"/>
                </a:cubicBezTo>
                <a:lnTo>
                  <a:pt x="1458713" y="92376"/>
                </a:lnTo>
                <a:cubicBezTo>
                  <a:pt x="1456889" y="77599"/>
                  <a:pt x="1454612" y="71018"/>
                  <a:pt x="1448920" y="63755"/>
                </a:cubicBezTo>
                <a:cubicBezTo>
                  <a:pt x="1442085" y="55571"/>
                  <a:pt x="1431611" y="50785"/>
                  <a:pt x="1419767" y="50785"/>
                </a:cubicBezTo>
                <a:cubicBezTo>
                  <a:pt x="1408379" y="50785"/>
                  <a:pt x="1397676" y="54886"/>
                  <a:pt x="1389023" y="62618"/>
                </a:cubicBezTo>
                <a:cubicBezTo>
                  <a:pt x="1378316" y="71925"/>
                  <a:pt x="1372169" y="88049"/>
                  <a:pt x="1372169" y="106731"/>
                </a:cubicBezTo>
                <a:cubicBezTo>
                  <a:pt x="1372169" y="138178"/>
                  <a:pt x="1388568" y="157764"/>
                  <a:pt x="1414756" y="157764"/>
                </a:cubicBezTo>
                <a:cubicBezTo>
                  <a:pt x="1436392" y="157764"/>
                  <a:pt x="1453473" y="144329"/>
                  <a:pt x="1463040" y="119721"/>
                </a:cubicBezTo>
                <a:lnTo>
                  <a:pt x="1459394" y="118126"/>
                </a:lnTo>
                <a:moveTo>
                  <a:pt x="1389023" y="85088"/>
                </a:moveTo>
                <a:cubicBezTo>
                  <a:pt x="1391525" y="67386"/>
                  <a:pt x="1399271" y="58987"/>
                  <a:pt x="1413161" y="58987"/>
                </a:cubicBezTo>
                <a:cubicBezTo>
                  <a:pt x="1427055" y="58987"/>
                  <a:pt x="1432521" y="65343"/>
                  <a:pt x="1435482" y="85088"/>
                </a:cubicBezTo>
                <a:lnTo>
                  <a:pt x="1389023" y="85088"/>
                </a:lnTo>
                <a:close/>
                <a:moveTo>
                  <a:pt x="1469642" y="65989"/>
                </a:moveTo>
                <a:cubicBezTo>
                  <a:pt x="1471693" y="65763"/>
                  <a:pt x="1473288" y="65763"/>
                  <a:pt x="1475338" y="65763"/>
                </a:cubicBezTo>
                <a:cubicBezTo>
                  <a:pt x="1483081" y="65763"/>
                  <a:pt x="1484676" y="68039"/>
                  <a:pt x="1484676" y="78743"/>
                </a:cubicBezTo>
                <a:lnTo>
                  <a:pt x="1484676" y="185328"/>
                </a:lnTo>
                <a:cubicBezTo>
                  <a:pt x="1484676" y="197171"/>
                  <a:pt x="1482170" y="199677"/>
                  <a:pt x="1468732" y="201043"/>
                </a:cubicBezTo>
                <a:lnTo>
                  <a:pt x="1468732" y="204914"/>
                </a:lnTo>
                <a:lnTo>
                  <a:pt x="1523847" y="204914"/>
                </a:lnTo>
                <a:lnTo>
                  <a:pt x="1523847" y="200817"/>
                </a:lnTo>
                <a:cubicBezTo>
                  <a:pt x="1506767" y="200588"/>
                  <a:pt x="1503806" y="198082"/>
                  <a:pt x="1503806" y="183733"/>
                </a:cubicBezTo>
                <a:lnTo>
                  <a:pt x="1503806" y="147974"/>
                </a:lnTo>
                <a:cubicBezTo>
                  <a:pt x="1511778" y="155487"/>
                  <a:pt x="1517241" y="157764"/>
                  <a:pt x="1526808" y="157764"/>
                </a:cubicBezTo>
                <a:cubicBezTo>
                  <a:pt x="1553681" y="157764"/>
                  <a:pt x="1574633" y="132270"/>
                  <a:pt x="1574633" y="99270"/>
                </a:cubicBezTo>
                <a:cubicBezTo>
                  <a:pt x="1574633" y="71052"/>
                  <a:pt x="1558692" y="50785"/>
                  <a:pt x="1536601" y="50785"/>
                </a:cubicBezTo>
                <a:cubicBezTo>
                  <a:pt x="1523847" y="50785"/>
                  <a:pt x="1513825" y="56481"/>
                  <a:pt x="1503806" y="68776"/>
                </a:cubicBezTo>
                <a:lnTo>
                  <a:pt x="1503806" y="51244"/>
                </a:lnTo>
                <a:lnTo>
                  <a:pt x="1502441" y="50785"/>
                </a:lnTo>
                <a:cubicBezTo>
                  <a:pt x="1490142" y="55571"/>
                  <a:pt x="1482170" y="58531"/>
                  <a:pt x="1469642" y="62403"/>
                </a:cubicBezTo>
                <a:lnTo>
                  <a:pt x="1469642" y="65989"/>
                </a:lnTo>
                <a:moveTo>
                  <a:pt x="1503806" y="79473"/>
                </a:moveTo>
                <a:cubicBezTo>
                  <a:pt x="1503806" y="72644"/>
                  <a:pt x="1516560" y="64453"/>
                  <a:pt x="1527034" y="64453"/>
                </a:cubicBezTo>
                <a:cubicBezTo>
                  <a:pt x="1543888" y="64453"/>
                  <a:pt x="1555047" y="81749"/>
                  <a:pt x="1555047" y="108149"/>
                </a:cubicBezTo>
                <a:cubicBezTo>
                  <a:pt x="1555047" y="133410"/>
                  <a:pt x="1543888" y="150476"/>
                  <a:pt x="1527493" y="150476"/>
                </a:cubicBezTo>
                <a:cubicBezTo>
                  <a:pt x="1516786" y="150476"/>
                  <a:pt x="1503806" y="142285"/>
                  <a:pt x="1503806" y="135457"/>
                </a:cubicBezTo>
                <a:lnTo>
                  <a:pt x="1503806" y="79473"/>
                </a:lnTo>
                <a:close/>
                <a:moveTo>
                  <a:pt x="1638404" y="50785"/>
                </a:moveTo>
                <a:cubicBezTo>
                  <a:pt x="1608796" y="50785"/>
                  <a:pt x="1588071" y="72640"/>
                  <a:pt x="1588071" y="104049"/>
                </a:cubicBezTo>
                <a:cubicBezTo>
                  <a:pt x="1588071" y="134772"/>
                  <a:pt x="1609252" y="157764"/>
                  <a:pt x="1637946" y="157764"/>
                </a:cubicBezTo>
                <a:cubicBezTo>
                  <a:pt x="1666643" y="157764"/>
                  <a:pt x="1688505" y="133636"/>
                  <a:pt x="1688505" y="102228"/>
                </a:cubicBezTo>
                <a:cubicBezTo>
                  <a:pt x="1688505" y="72411"/>
                  <a:pt x="1667554" y="50785"/>
                  <a:pt x="1638404" y="50785"/>
                </a:cubicBezTo>
                <a:moveTo>
                  <a:pt x="1635444" y="57166"/>
                </a:moveTo>
                <a:cubicBezTo>
                  <a:pt x="1654574" y="57166"/>
                  <a:pt x="1668009" y="79014"/>
                  <a:pt x="1668009" y="110193"/>
                </a:cubicBezTo>
                <a:cubicBezTo>
                  <a:pt x="1668009" y="135912"/>
                  <a:pt x="1657761" y="151387"/>
                  <a:pt x="1640681" y="151387"/>
                </a:cubicBezTo>
                <a:cubicBezTo>
                  <a:pt x="1631798" y="151387"/>
                  <a:pt x="1623371" y="145927"/>
                  <a:pt x="1618589" y="136823"/>
                </a:cubicBezTo>
                <a:cubicBezTo>
                  <a:pt x="1612212" y="124986"/>
                  <a:pt x="1608567" y="109056"/>
                  <a:pt x="1608567" y="92897"/>
                </a:cubicBezTo>
                <a:cubicBezTo>
                  <a:pt x="1608567" y="71275"/>
                  <a:pt x="1619270" y="57166"/>
                  <a:pt x="1635444" y="57166"/>
                </a:cubicBezTo>
                <a:close/>
                <a:moveTo>
                  <a:pt x="1696932" y="66729"/>
                </a:moveTo>
                <a:cubicBezTo>
                  <a:pt x="1700123" y="66045"/>
                  <a:pt x="1702173" y="65815"/>
                  <a:pt x="1704904" y="65815"/>
                </a:cubicBezTo>
                <a:cubicBezTo>
                  <a:pt x="1710597" y="65815"/>
                  <a:pt x="1712647" y="69461"/>
                  <a:pt x="1712647" y="79480"/>
                </a:cubicBezTo>
                <a:lnTo>
                  <a:pt x="1712647" y="136412"/>
                </a:lnTo>
                <a:cubicBezTo>
                  <a:pt x="1712647" y="147797"/>
                  <a:pt x="1711052" y="149392"/>
                  <a:pt x="1696477" y="152123"/>
                </a:cubicBezTo>
                <a:lnTo>
                  <a:pt x="1696477" y="155540"/>
                </a:lnTo>
                <a:lnTo>
                  <a:pt x="1751137" y="155540"/>
                </a:lnTo>
                <a:lnTo>
                  <a:pt x="1751137" y="152123"/>
                </a:lnTo>
                <a:cubicBezTo>
                  <a:pt x="1735649" y="151442"/>
                  <a:pt x="1731778" y="148026"/>
                  <a:pt x="1731778" y="135047"/>
                </a:cubicBezTo>
                <a:lnTo>
                  <a:pt x="1731778" y="83806"/>
                </a:lnTo>
                <a:cubicBezTo>
                  <a:pt x="1731778" y="76519"/>
                  <a:pt x="1741570" y="65134"/>
                  <a:pt x="1747721" y="65134"/>
                </a:cubicBezTo>
                <a:cubicBezTo>
                  <a:pt x="1749087" y="65134"/>
                  <a:pt x="1751137" y="66274"/>
                  <a:pt x="1753643" y="68550"/>
                </a:cubicBezTo>
                <a:cubicBezTo>
                  <a:pt x="1757285" y="71737"/>
                  <a:pt x="1759790" y="73103"/>
                  <a:pt x="1762751" y="73103"/>
                </a:cubicBezTo>
                <a:cubicBezTo>
                  <a:pt x="1768218" y="73103"/>
                  <a:pt x="1771634" y="69231"/>
                  <a:pt x="1771634" y="62858"/>
                </a:cubicBezTo>
                <a:cubicBezTo>
                  <a:pt x="1771634" y="55341"/>
                  <a:pt x="1766852" y="50785"/>
                  <a:pt x="1759109" y="50785"/>
                </a:cubicBezTo>
                <a:cubicBezTo>
                  <a:pt x="1749542" y="50785"/>
                  <a:pt x="1742940" y="56026"/>
                  <a:pt x="1731778" y="72192"/>
                </a:cubicBezTo>
                <a:lnTo>
                  <a:pt x="1731778" y="51244"/>
                </a:lnTo>
                <a:lnTo>
                  <a:pt x="1730641" y="50785"/>
                </a:lnTo>
                <a:cubicBezTo>
                  <a:pt x="1718569" y="55797"/>
                  <a:pt x="1710371" y="58757"/>
                  <a:pt x="1696932" y="63084"/>
                </a:cubicBezTo>
                <a:lnTo>
                  <a:pt x="1696932" y="66729"/>
                </a:lnTo>
                <a:close/>
                <a:moveTo>
                  <a:pt x="1829253" y="53010"/>
                </a:moveTo>
                <a:lnTo>
                  <a:pt x="1806251" y="53010"/>
                </a:lnTo>
                <a:lnTo>
                  <a:pt x="1806251" y="26592"/>
                </a:lnTo>
                <a:cubicBezTo>
                  <a:pt x="1806251" y="24315"/>
                  <a:pt x="1806025" y="23631"/>
                  <a:pt x="1804656" y="23631"/>
                </a:cubicBezTo>
                <a:cubicBezTo>
                  <a:pt x="1803065" y="25681"/>
                  <a:pt x="1801695" y="27731"/>
                  <a:pt x="1800104" y="30008"/>
                </a:cubicBezTo>
                <a:cubicBezTo>
                  <a:pt x="1791447" y="42536"/>
                  <a:pt x="1781654" y="53468"/>
                  <a:pt x="1778012" y="54379"/>
                </a:cubicBezTo>
                <a:cubicBezTo>
                  <a:pt x="1775507" y="55970"/>
                  <a:pt x="1774138" y="57565"/>
                  <a:pt x="1774138" y="58705"/>
                </a:cubicBezTo>
                <a:cubicBezTo>
                  <a:pt x="1774138" y="59390"/>
                  <a:pt x="1774367" y="59845"/>
                  <a:pt x="1775052" y="60300"/>
                </a:cubicBezTo>
                <a:lnTo>
                  <a:pt x="1787121" y="60300"/>
                </a:lnTo>
                <a:lnTo>
                  <a:pt x="1787121" y="128844"/>
                </a:lnTo>
                <a:cubicBezTo>
                  <a:pt x="1787121" y="147971"/>
                  <a:pt x="1793953" y="157764"/>
                  <a:pt x="1807391" y="157764"/>
                </a:cubicBezTo>
                <a:cubicBezTo>
                  <a:pt x="1818550" y="157764"/>
                  <a:pt x="1827203" y="152301"/>
                  <a:pt x="1834719" y="140457"/>
                </a:cubicBezTo>
                <a:lnTo>
                  <a:pt x="1831759" y="137952"/>
                </a:lnTo>
                <a:cubicBezTo>
                  <a:pt x="1826977" y="143644"/>
                  <a:pt x="1823106" y="145924"/>
                  <a:pt x="1818094" y="145924"/>
                </a:cubicBezTo>
                <a:cubicBezTo>
                  <a:pt x="1809667" y="145924"/>
                  <a:pt x="1806251" y="139773"/>
                  <a:pt x="1806251" y="125428"/>
                </a:cubicBezTo>
                <a:lnTo>
                  <a:pt x="1806251" y="60300"/>
                </a:lnTo>
                <a:lnTo>
                  <a:pt x="1829253" y="60300"/>
                </a:lnTo>
                <a:lnTo>
                  <a:pt x="1829253" y="53010"/>
                </a:lnTo>
                <a:close/>
                <a:moveTo>
                  <a:pt x="1971141" y="50785"/>
                </a:moveTo>
                <a:cubicBezTo>
                  <a:pt x="1941533" y="50785"/>
                  <a:pt x="1920807" y="72640"/>
                  <a:pt x="1920807" y="104049"/>
                </a:cubicBezTo>
                <a:cubicBezTo>
                  <a:pt x="1920807" y="134772"/>
                  <a:pt x="1941988" y="157764"/>
                  <a:pt x="1970682" y="157764"/>
                </a:cubicBezTo>
                <a:cubicBezTo>
                  <a:pt x="1999380" y="157764"/>
                  <a:pt x="2021242" y="133636"/>
                  <a:pt x="2021242" y="102228"/>
                </a:cubicBezTo>
                <a:cubicBezTo>
                  <a:pt x="2021242" y="72411"/>
                  <a:pt x="2000290" y="50785"/>
                  <a:pt x="1971141" y="50785"/>
                </a:cubicBezTo>
                <a:moveTo>
                  <a:pt x="1968180" y="57166"/>
                </a:moveTo>
                <a:cubicBezTo>
                  <a:pt x="1987311" y="57166"/>
                  <a:pt x="2000745" y="79014"/>
                  <a:pt x="2000745" y="110193"/>
                </a:cubicBezTo>
                <a:cubicBezTo>
                  <a:pt x="2000745" y="135912"/>
                  <a:pt x="1990497" y="151387"/>
                  <a:pt x="1973417" y="151387"/>
                </a:cubicBezTo>
                <a:cubicBezTo>
                  <a:pt x="1964535" y="151387"/>
                  <a:pt x="1956108" y="145927"/>
                  <a:pt x="1951326" y="136823"/>
                </a:cubicBezTo>
                <a:cubicBezTo>
                  <a:pt x="1944949" y="124986"/>
                  <a:pt x="1941304" y="109056"/>
                  <a:pt x="1941304" y="92897"/>
                </a:cubicBezTo>
                <a:cubicBezTo>
                  <a:pt x="1941304" y="71275"/>
                  <a:pt x="1952007" y="57166"/>
                  <a:pt x="1968180" y="57166"/>
                </a:cubicBezTo>
                <a:close/>
                <a:moveTo>
                  <a:pt x="2098449" y="53010"/>
                </a:moveTo>
                <a:lnTo>
                  <a:pt x="2070436" y="53010"/>
                </a:lnTo>
                <a:lnTo>
                  <a:pt x="2070436" y="26668"/>
                </a:lnTo>
                <a:cubicBezTo>
                  <a:pt x="2070436" y="13494"/>
                  <a:pt x="2074762" y="6457"/>
                  <a:pt x="2083419" y="6457"/>
                </a:cubicBezTo>
                <a:cubicBezTo>
                  <a:pt x="2088200" y="6457"/>
                  <a:pt x="2091391" y="8726"/>
                  <a:pt x="2095488" y="15311"/>
                </a:cubicBezTo>
                <a:cubicBezTo>
                  <a:pt x="2099133" y="21216"/>
                  <a:pt x="2101865" y="23488"/>
                  <a:pt x="2105736" y="23488"/>
                </a:cubicBezTo>
                <a:cubicBezTo>
                  <a:pt x="2110976" y="23488"/>
                  <a:pt x="2115303" y="19398"/>
                  <a:pt x="2115303" y="14175"/>
                </a:cubicBezTo>
                <a:cubicBezTo>
                  <a:pt x="2115303" y="5998"/>
                  <a:pt x="2105281" y="76"/>
                  <a:pt x="2091616" y="76"/>
                </a:cubicBezTo>
                <a:cubicBezTo>
                  <a:pt x="2077497" y="76"/>
                  <a:pt x="2065424" y="6227"/>
                  <a:pt x="2059503" y="16674"/>
                </a:cubicBezTo>
                <a:cubicBezTo>
                  <a:pt x="2053585" y="26668"/>
                  <a:pt x="2051760" y="34842"/>
                  <a:pt x="2051534" y="53010"/>
                </a:cubicBezTo>
                <a:lnTo>
                  <a:pt x="2032859" y="53010"/>
                </a:lnTo>
                <a:lnTo>
                  <a:pt x="2032859" y="60300"/>
                </a:lnTo>
                <a:lnTo>
                  <a:pt x="2051534" y="60300"/>
                </a:lnTo>
                <a:lnTo>
                  <a:pt x="2051534" y="131846"/>
                </a:lnTo>
                <a:cubicBezTo>
                  <a:pt x="2051534" y="148478"/>
                  <a:pt x="2049029" y="151213"/>
                  <a:pt x="2032630" y="152123"/>
                </a:cubicBezTo>
                <a:lnTo>
                  <a:pt x="2032630" y="155540"/>
                </a:lnTo>
                <a:lnTo>
                  <a:pt x="2091846" y="155540"/>
                </a:lnTo>
                <a:lnTo>
                  <a:pt x="2091846" y="152123"/>
                </a:lnTo>
                <a:cubicBezTo>
                  <a:pt x="2073171" y="151442"/>
                  <a:pt x="2070665" y="148937"/>
                  <a:pt x="2070665" y="131846"/>
                </a:cubicBezTo>
                <a:lnTo>
                  <a:pt x="2070665" y="60300"/>
                </a:lnTo>
                <a:lnTo>
                  <a:pt x="2098449" y="60300"/>
                </a:lnTo>
                <a:lnTo>
                  <a:pt x="2098449" y="53010"/>
                </a:lnTo>
                <a:close/>
                <a:moveTo>
                  <a:pt x="2187269" y="64908"/>
                </a:moveTo>
                <a:cubicBezTo>
                  <a:pt x="2188635" y="64224"/>
                  <a:pt x="2190915" y="63998"/>
                  <a:pt x="2193420" y="63998"/>
                </a:cubicBezTo>
                <a:cubicBezTo>
                  <a:pt x="2199797" y="63998"/>
                  <a:pt x="2201844" y="67414"/>
                  <a:pt x="2201844" y="78569"/>
                </a:cubicBezTo>
                <a:lnTo>
                  <a:pt x="2201844" y="135047"/>
                </a:lnTo>
                <a:cubicBezTo>
                  <a:pt x="2201844" y="148026"/>
                  <a:pt x="2199338" y="151213"/>
                  <a:pt x="2187725" y="152123"/>
                </a:cubicBezTo>
                <a:lnTo>
                  <a:pt x="2187725" y="155540"/>
                </a:lnTo>
                <a:lnTo>
                  <a:pt x="2236008" y="155540"/>
                </a:lnTo>
                <a:lnTo>
                  <a:pt x="2236008" y="152123"/>
                </a:lnTo>
                <a:cubicBezTo>
                  <a:pt x="2224391" y="151213"/>
                  <a:pt x="2220974" y="148482"/>
                  <a:pt x="2220974" y="140284"/>
                </a:cubicBezTo>
                <a:lnTo>
                  <a:pt x="2220974" y="76293"/>
                </a:lnTo>
                <a:cubicBezTo>
                  <a:pt x="2231907" y="66045"/>
                  <a:pt x="2236918" y="63313"/>
                  <a:pt x="2244435" y="63313"/>
                </a:cubicBezTo>
                <a:cubicBezTo>
                  <a:pt x="2255594" y="63313"/>
                  <a:pt x="2261060" y="70371"/>
                  <a:pt x="2261060" y="85401"/>
                </a:cubicBezTo>
                <a:lnTo>
                  <a:pt x="2261060" y="132996"/>
                </a:lnTo>
                <a:cubicBezTo>
                  <a:pt x="2261060" y="147342"/>
                  <a:pt x="2258099" y="151213"/>
                  <a:pt x="2246711" y="152123"/>
                </a:cubicBezTo>
                <a:lnTo>
                  <a:pt x="2246711" y="155540"/>
                </a:lnTo>
                <a:lnTo>
                  <a:pt x="2294084" y="155540"/>
                </a:lnTo>
                <a:lnTo>
                  <a:pt x="2294084" y="152123"/>
                </a:lnTo>
                <a:cubicBezTo>
                  <a:pt x="2282922" y="150987"/>
                  <a:pt x="2280191" y="148252"/>
                  <a:pt x="2280191" y="137097"/>
                </a:cubicBezTo>
                <a:lnTo>
                  <a:pt x="2280191" y="84946"/>
                </a:lnTo>
                <a:cubicBezTo>
                  <a:pt x="2280191" y="63543"/>
                  <a:pt x="2270168" y="50785"/>
                  <a:pt x="2253317" y="50785"/>
                </a:cubicBezTo>
                <a:cubicBezTo>
                  <a:pt x="2242840" y="50785"/>
                  <a:pt x="2235778" y="54660"/>
                  <a:pt x="2220293" y="69235"/>
                </a:cubicBezTo>
                <a:lnTo>
                  <a:pt x="2220293" y="51244"/>
                </a:lnTo>
                <a:lnTo>
                  <a:pt x="2218698" y="50785"/>
                </a:lnTo>
                <a:cubicBezTo>
                  <a:pt x="2207540" y="54886"/>
                  <a:pt x="2199797" y="57392"/>
                  <a:pt x="2187269" y="61037"/>
                </a:cubicBezTo>
                <a:lnTo>
                  <a:pt x="2187269" y="64908"/>
                </a:lnTo>
                <a:close/>
                <a:moveTo>
                  <a:pt x="2390418" y="118126"/>
                </a:moveTo>
                <a:cubicBezTo>
                  <a:pt x="2379489" y="135443"/>
                  <a:pt x="2369692" y="142053"/>
                  <a:pt x="2355118" y="142053"/>
                </a:cubicBezTo>
                <a:cubicBezTo>
                  <a:pt x="2342138" y="142053"/>
                  <a:pt x="2332345" y="135443"/>
                  <a:pt x="2325739" y="122456"/>
                </a:cubicBezTo>
                <a:cubicBezTo>
                  <a:pt x="2321638" y="113796"/>
                  <a:pt x="2320047" y="106276"/>
                  <a:pt x="2319591" y="92376"/>
                </a:cubicBezTo>
                <a:lnTo>
                  <a:pt x="2389737" y="92376"/>
                </a:lnTo>
                <a:cubicBezTo>
                  <a:pt x="2387912" y="77599"/>
                  <a:pt x="2385636" y="71018"/>
                  <a:pt x="2379944" y="63755"/>
                </a:cubicBezTo>
                <a:cubicBezTo>
                  <a:pt x="2373108" y="55571"/>
                  <a:pt x="2362634" y="50785"/>
                  <a:pt x="2350791" y="50785"/>
                </a:cubicBezTo>
                <a:cubicBezTo>
                  <a:pt x="2339403" y="50785"/>
                  <a:pt x="2328700" y="54886"/>
                  <a:pt x="2320047" y="62618"/>
                </a:cubicBezTo>
                <a:cubicBezTo>
                  <a:pt x="2309340" y="71925"/>
                  <a:pt x="2303192" y="88049"/>
                  <a:pt x="2303192" y="106731"/>
                </a:cubicBezTo>
                <a:cubicBezTo>
                  <a:pt x="2303192" y="138178"/>
                  <a:pt x="2319591" y="157764"/>
                  <a:pt x="2345780" y="157764"/>
                </a:cubicBezTo>
                <a:cubicBezTo>
                  <a:pt x="2367416" y="157764"/>
                  <a:pt x="2384496" y="144329"/>
                  <a:pt x="2394063" y="119721"/>
                </a:cubicBezTo>
                <a:lnTo>
                  <a:pt x="2390418" y="118126"/>
                </a:lnTo>
                <a:moveTo>
                  <a:pt x="2320047" y="85088"/>
                </a:moveTo>
                <a:cubicBezTo>
                  <a:pt x="2322549" y="67386"/>
                  <a:pt x="2330295" y="58987"/>
                  <a:pt x="2344185" y="58987"/>
                </a:cubicBezTo>
                <a:cubicBezTo>
                  <a:pt x="2358078" y="58987"/>
                  <a:pt x="2363545" y="65343"/>
                  <a:pt x="2366506" y="85088"/>
                </a:cubicBezTo>
                <a:lnTo>
                  <a:pt x="2320047" y="85088"/>
                </a:lnTo>
                <a:close/>
                <a:moveTo>
                  <a:pt x="2458516" y="155540"/>
                </a:moveTo>
                <a:lnTo>
                  <a:pt x="2504290" y="155540"/>
                </a:lnTo>
                <a:lnTo>
                  <a:pt x="2504290" y="152123"/>
                </a:lnTo>
                <a:cubicBezTo>
                  <a:pt x="2497233" y="152123"/>
                  <a:pt x="2492677" y="148482"/>
                  <a:pt x="2485615" y="138456"/>
                </a:cubicBezTo>
                <a:lnTo>
                  <a:pt x="2456466" y="93797"/>
                </a:lnTo>
                <a:lnTo>
                  <a:pt x="2475367" y="66455"/>
                </a:lnTo>
                <a:cubicBezTo>
                  <a:pt x="2479694" y="60300"/>
                  <a:pt x="2486526" y="56655"/>
                  <a:pt x="2493816" y="56429"/>
                </a:cubicBezTo>
                <a:lnTo>
                  <a:pt x="2493816" y="53010"/>
                </a:lnTo>
                <a:lnTo>
                  <a:pt x="2457832" y="53010"/>
                </a:lnTo>
                <a:lnTo>
                  <a:pt x="2457832" y="56429"/>
                </a:lnTo>
                <a:cubicBezTo>
                  <a:pt x="2464664" y="56884"/>
                  <a:pt x="2466940" y="58250"/>
                  <a:pt x="2466940" y="61440"/>
                </a:cubicBezTo>
                <a:cubicBezTo>
                  <a:pt x="2466940" y="64175"/>
                  <a:pt x="2464208" y="69186"/>
                  <a:pt x="2458516" y="76251"/>
                </a:cubicBezTo>
                <a:cubicBezTo>
                  <a:pt x="2457376" y="77617"/>
                  <a:pt x="2454641" y="81721"/>
                  <a:pt x="2451681" y="86277"/>
                </a:cubicBezTo>
                <a:lnTo>
                  <a:pt x="2448494" y="81721"/>
                </a:lnTo>
                <a:cubicBezTo>
                  <a:pt x="2442117" y="72150"/>
                  <a:pt x="2438016" y="64404"/>
                  <a:pt x="2438016" y="61440"/>
                </a:cubicBezTo>
                <a:cubicBezTo>
                  <a:pt x="2438016" y="58250"/>
                  <a:pt x="2440977" y="56655"/>
                  <a:pt x="2447809" y="56429"/>
                </a:cubicBezTo>
                <a:lnTo>
                  <a:pt x="2447809" y="53010"/>
                </a:lnTo>
                <a:lnTo>
                  <a:pt x="2400666" y="53010"/>
                </a:lnTo>
                <a:lnTo>
                  <a:pt x="2400666" y="56429"/>
                </a:lnTo>
                <a:lnTo>
                  <a:pt x="2402716" y="56429"/>
                </a:lnTo>
                <a:cubicBezTo>
                  <a:pt x="2409548" y="56429"/>
                  <a:pt x="2413194" y="59390"/>
                  <a:pt x="2420252" y="70100"/>
                </a:cubicBezTo>
                <a:lnTo>
                  <a:pt x="2441662" y="102909"/>
                </a:lnTo>
                <a:lnTo>
                  <a:pt x="2415699" y="140506"/>
                </a:lnTo>
                <a:cubicBezTo>
                  <a:pt x="2408867" y="149847"/>
                  <a:pt x="2406587" y="151442"/>
                  <a:pt x="2399074" y="152123"/>
                </a:cubicBezTo>
                <a:lnTo>
                  <a:pt x="2399074" y="155540"/>
                </a:lnTo>
                <a:lnTo>
                  <a:pt x="2432095" y="155540"/>
                </a:lnTo>
                <a:lnTo>
                  <a:pt x="2432095" y="152123"/>
                </a:lnTo>
                <a:cubicBezTo>
                  <a:pt x="2425718" y="152123"/>
                  <a:pt x="2422987" y="150987"/>
                  <a:pt x="2422987" y="148023"/>
                </a:cubicBezTo>
                <a:cubicBezTo>
                  <a:pt x="2422987" y="146657"/>
                  <a:pt x="2424582" y="143241"/>
                  <a:pt x="2427542" y="138682"/>
                </a:cubicBezTo>
                <a:lnTo>
                  <a:pt x="2445533" y="110658"/>
                </a:lnTo>
                <a:lnTo>
                  <a:pt x="2466259" y="142556"/>
                </a:lnTo>
                <a:cubicBezTo>
                  <a:pt x="2467169" y="143922"/>
                  <a:pt x="2467624" y="145291"/>
                  <a:pt x="2467624" y="146657"/>
                </a:cubicBezTo>
                <a:cubicBezTo>
                  <a:pt x="2467624" y="150758"/>
                  <a:pt x="2466029" y="151668"/>
                  <a:pt x="2458516" y="152123"/>
                </a:cubicBezTo>
                <a:lnTo>
                  <a:pt x="2458516" y="155540"/>
                </a:lnTo>
                <a:close/>
                <a:moveTo>
                  <a:pt x="2567148" y="53010"/>
                </a:moveTo>
                <a:lnTo>
                  <a:pt x="2544147" y="53010"/>
                </a:lnTo>
                <a:lnTo>
                  <a:pt x="2544147" y="26592"/>
                </a:lnTo>
                <a:cubicBezTo>
                  <a:pt x="2544147" y="24315"/>
                  <a:pt x="2543921" y="23631"/>
                  <a:pt x="2542552" y="23631"/>
                </a:cubicBezTo>
                <a:cubicBezTo>
                  <a:pt x="2540960" y="25681"/>
                  <a:pt x="2539591" y="27731"/>
                  <a:pt x="2537999" y="30008"/>
                </a:cubicBezTo>
                <a:cubicBezTo>
                  <a:pt x="2529343" y="42536"/>
                  <a:pt x="2519550" y="53468"/>
                  <a:pt x="2515908" y="54379"/>
                </a:cubicBezTo>
                <a:cubicBezTo>
                  <a:pt x="2513402" y="55970"/>
                  <a:pt x="2512033" y="57565"/>
                  <a:pt x="2512033" y="58705"/>
                </a:cubicBezTo>
                <a:cubicBezTo>
                  <a:pt x="2512033" y="59390"/>
                  <a:pt x="2512262" y="59845"/>
                  <a:pt x="2512947" y="60300"/>
                </a:cubicBezTo>
                <a:lnTo>
                  <a:pt x="2525016" y="60300"/>
                </a:lnTo>
                <a:lnTo>
                  <a:pt x="2525016" y="128844"/>
                </a:lnTo>
                <a:cubicBezTo>
                  <a:pt x="2525016" y="147971"/>
                  <a:pt x="2531848" y="157764"/>
                  <a:pt x="2545287" y="157764"/>
                </a:cubicBezTo>
                <a:cubicBezTo>
                  <a:pt x="2556445" y="157764"/>
                  <a:pt x="2565098" y="152301"/>
                  <a:pt x="2572615" y="140457"/>
                </a:cubicBezTo>
                <a:lnTo>
                  <a:pt x="2569654" y="137952"/>
                </a:lnTo>
                <a:cubicBezTo>
                  <a:pt x="2564872" y="143644"/>
                  <a:pt x="2561001" y="145924"/>
                  <a:pt x="2555990" y="145924"/>
                </a:cubicBezTo>
                <a:cubicBezTo>
                  <a:pt x="2547563" y="145924"/>
                  <a:pt x="2544147" y="139773"/>
                  <a:pt x="2544147" y="125428"/>
                </a:cubicBezTo>
                <a:lnTo>
                  <a:pt x="2544147" y="60300"/>
                </a:lnTo>
                <a:lnTo>
                  <a:pt x="2567148" y="60300"/>
                </a:lnTo>
                <a:lnTo>
                  <a:pt x="2567148" y="53010"/>
                </a:lnTo>
                <a:close/>
                <a:moveTo>
                  <a:pt x="2581268" y="97046"/>
                </a:moveTo>
                <a:lnTo>
                  <a:pt x="2581268" y="111395"/>
                </a:lnTo>
                <a:lnTo>
                  <a:pt x="2637294" y="111395"/>
                </a:lnTo>
                <a:lnTo>
                  <a:pt x="2637294" y="97046"/>
                </a:lnTo>
                <a:lnTo>
                  <a:pt x="2581268" y="97046"/>
                </a:lnTo>
                <a:close/>
                <a:moveTo>
                  <a:pt x="2755724" y="102933"/>
                </a:moveTo>
                <a:lnTo>
                  <a:pt x="2732493" y="102933"/>
                </a:lnTo>
                <a:lnTo>
                  <a:pt x="2732493" y="1633"/>
                </a:lnTo>
                <a:lnTo>
                  <a:pt x="2722470" y="1633"/>
                </a:lnTo>
                <a:lnTo>
                  <a:pt x="2650959" y="102933"/>
                </a:lnTo>
                <a:lnTo>
                  <a:pt x="2650959" y="117508"/>
                </a:lnTo>
                <a:lnTo>
                  <a:pt x="2714957" y="117508"/>
                </a:lnTo>
                <a:lnTo>
                  <a:pt x="2714957" y="155540"/>
                </a:lnTo>
                <a:lnTo>
                  <a:pt x="2732493" y="155540"/>
                </a:lnTo>
                <a:lnTo>
                  <a:pt x="2732493" y="117508"/>
                </a:lnTo>
                <a:lnTo>
                  <a:pt x="2755724" y="117508"/>
                </a:lnTo>
                <a:lnTo>
                  <a:pt x="2755724" y="102933"/>
                </a:lnTo>
                <a:moveTo>
                  <a:pt x="2714728" y="102933"/>
                </a:moveTo>
                <a:lnTo>
                  <a:pt x="2660068" y="102933"/>
                </a:lnTo>
                <a:lnTo>
                  <a:pt x="2714728" y="24854"/>
                </a:lnTo>
                <a:lnTo>
                  <a:pt x="2714728" y="102933"/>
                </a:lnTo>
                <a:close/>
                <a:moveTo>
                  <a:pt x="2828375" y="1633"/>
                </a:moveTo>
                <a:lnTo>
                  <a:pt x="2787379" y="22317"/>
                </a:lnTo>
                <a:lnTo>
                  <a:pt x="2787379" y="25507"/>
                </a:lnTo>
                <a:cubicBezTo>
                  <a:pt x="2790110" y="24368"/>
                  <a:pt x="2792616" y="23457"/>
                  <a:pt x="2793526" y="23002"/>
                </a:cubicBezTo>
                <a:cubicBezTo>
                  <a:pt x="2797627" y="21410"/>
                  <a:pt x="2801498" y="20503"/>
                  <a:pt x="2803778" y="20503"/>
                </a:cubicBezTo>
                <a:cubicBezTo>
                  <a:pt x="2808559" y="20503"/>
                  <a:pt x="2810610" y="23912"/>
                  <a:pt x="2810610" y="31200"/>
                </a:cubicBezTo>
                <a:lnTo>
                  <a:pt x="2810610" y="134362"/>
                </a:lnTo>
                <a:cubicBezTo>
                  <a:pt x="2810610" y="141879"/>
                  <a:pt x="2808785" y="147116"/>
                  <a:pt x="2805143" y="149166"/>
                </a:cubicBezTo>
                <a:cubicBezTo>
                  <a:pt x="2801727" y="151213"/>
                  <a:pt x="2798537" y="151898"/>
                  <a:pt x="2788974" y="152123"/>
                </a:cubicBezTo>
                <a:lnTo>
                  <a:pt x="2788974" y="155540"/>
                </a:lnTo>
                <a:lnTo>
                  <a:pt x="2851832" y="155540"/>
                </a:lnTo>
                <a:lnTo>
                  <a:pt x="2851832" y="152123"/>
                </a:lnTo>
                <a:cubicBezTo>
                  <a:pt x="2833837" y="151898"/>
                  <a:pt x="2830196" y="149621"/>
                  <a:pt x="2830196" y="138689"/>
                </a:cubicBezTo>
                <a:lnTo>
                  <a:pt x="2830196" y="2092"/>
                </a:lnTo>
                <a:lnTo>
                  <a:pt x="2828375" y="1633"/>
                </a:lnTo>
                <a:close/>
                <a:moveTo>
                  <a:pt x="2942018" y="71042"/>
                </a:moveTo>
                <a:cubicBezTo>
                  <a:pt x="2964565" y="58983"/>
                  <a:pt x="2972537" y="49427"/>
                  <a:pt x="2972537" y="33952"/>
                </a:cubicBezTo>
                <a:cubicBezTo>
                  <a:pt x="2972537" y="15294"/>
                  <a:pt x="2956137" y="1633"/>
                  <a:pt x="2933365" y="1633"/>
                </a:cubicBezTo>
                <a:cubicBezTo>
                  <a:pt x="2908539" y="1633"/>
                  <a:pt x="2890093" y="16886"/>
                  <a:pt x="2890093" y="37594"/>
                </a:cubicBezTo>
                <a:cubicBezTo>
                  <a:pt x="2890093" y="52384"/>
                  <a:pt x="2894419" y="58983"/>
                  <a:pt x="2918332" y="79917"/>
                </a:cubicBezTo>
                <a:cubicBezTo>
                  <a:pt x="2893735" y="98575"/>
                  <a:pt x="2888727" y="105630"/>
                  <a:pt x="2888727" y="121105"/>
                </a:cubicBezTo>
                <a:cubicBezTo>
                  <a:pt x="2888727" y="143175"/>
                  <a:pt x="2906718" y="158653"/>
                  <a:pt x="2932451" y="158653"/>
                </a:cubicBezTo>
                <a:cubicBezTo>
                  <a:pt x="2959783" y="158653"/>
                  <a:pt x="2977318" y="143630"/>
                  <a:pt x="2977318" y="120194"/>
                </a:cubicBezTo>
                <a:cubicBezTo>
                  <a:pt x="2977318" y="102672"/>
                  <a:pt x="2969576" y="91521"/>
                  <a:pt x="2942018" y="71042"/>
                </a:cubicBezTo>
                <a:moveTo>
                  <a:pt x="2937917" y="94482"/>
                </a:moveTo>
                <a:cubicBezTo>
                  <a:pt x="2954542" y="106314"/>
                  <a:pt x="2960009" y="114505"/>
                  <a:pt x="2960009" y="127249"/>
                </a:cubicBezTo>
                <a:cubicBezTo>
                  <a:pt x="2960009" y="142039"/>
                  <a:pt x="2949761" y="152276"/>
                  <a:pt x="2934957" y="152276"/>
                </a:cubicBezTo>
                <a:cubicBezTo>
                  <a:pt x="2917650" y="152276"/>
                  <a:pt x="2906033" y="139081"/>
                  <a:pt x="2906033" y="119284"/>
                </a:cubicBezTo>
                <a:cubicBezTo>
                  <a:pt x="2906033" y="104719"/>
                  <a:pt x="2911044" y="95163"/>
                  <a:pt x="2924253" y="84470"/>
                </a:cubicBezTo>
                <a:lnTo>
                  <a:pt x="2937917" y="94482"/>
                </a:lnTo>
                <a:moveTo>
                  <a:pt x="2935412" y="66948"/>
                </a:moveTo>
                <a:cubicBezTo>
                  <a:pt x="2915145" y="53750"/>
                  <a:pt x="2906944" y="43283"/>
                  <a:pt x="2906944" y="30539"/>
                </a:cubicBezTo>
                <a:cubicBezTo>
                  <a:pt x="2906944" y="17341"/>
                  <a:pt x="2917195" y="8014"/>
                  <a:pt x="2931541" y="8014"/>
                </a:cubicBezTo>
                <a:cubicBezTo>
                  <a:pt x="2947029" y="8014"/>
                  <a:pt x="2956822" y="18025"/>
                  <a:pt x="2956822" y="33726"/>
                </a:cubicBezTo>
                <a:cubicBezTo>
                  <a:pt x="2956822" y="46695"/>
                  <a:pt x="2950445" y="56936"/>
                  <a:pt x="2937462" y="65583"/>
                </a:cubicBezTo>
                <a:cubicBezTo>
                  <a:pt x="2936326" y="66264"/>
                  <a:pt x="2936326" y="66264"/>
                  <a:pt x="2935412" y="66948"/>
                </a:cubicBezTo>
                <a:close/>
                <a:moveTo>
                  <a:pt x="3098023" y="124347"/>
                </a:moveTo>
                <a:lnTo>
                  <a:pt x="3095062" y="123207"/>
                </a:lnTo>
                <a:cubicBezTo>
                  <a:pt x="3086635" y="136183"/>
                  <a:pt x="3083674" y="138233"/>
                  <a:pt x="3073426" y="138233"/>
                </a:cubicBezTo>
                <a:lnTo>
                  <a:pt x="3018995" y="138233"/>
                </a:lnTo>
                <a:lnTo>
                  <a:pt x="3057257" y="98165"/>
                </a:lnTo>
                <a:cubicBezTo>
                  <a:pt x="3077527" y="76995"/>
                  <a:pt x="3086409" y="59692"/>
                  <a:pt x="3086409" y="41938"/>
                </a:cubicBezTo>
                <a:cubicBezTo>
                  <a:pt x="3086409" y="19172"/>
                  <a:pt x="3067960" y="1633"/>
                  <a:pt x="3044277" y="1633"/>
                </a:cubicBezTo>
                <a:cubicBezTo>
                  <a:pt x="3031749" y="1633"/>
                  <a:pt x="3019906" y="6644"/>
                  <a:pt x="3011479" y="15756"/>
                </a:cubicBezTo>
                <a:cubicBezTo>
                  <a:pt x="3004191" y="23495"/>
                  <a:pt x="3000775" y="30783"/>
                  <a:pt x="2996904" y="46945"/>
                </a:cubicBezTo>
                <a:lnTo>
                  <a:pt x="3001686" y="48082"/>
                </a:lnTo>
                <a:cubicBezTo>
                  <a:pt x="3010798" y="25772"/>
                  <a:pt x="3018995" y="18488"/>
                  <a:pt x="3034710" y="18488"/>
                </a:cubicBezTo>
                <a:cubicBezTo>
                  <a:pt x="3053840" y="18488"/>
                  <a:pt x="3066824" y="31464"/>
                  <a:pt x="3066824" y="50587"/>
                </a:cubicBezTo>
                <a:cubicBezTo>
                  <a:pt x="3066824" y="68345"/>
                  <a:pt x="3056346" y="89516"/>
                  <a:pt x="3037215" y="109776"/>
                </a:cubicBezTo>
                <a:lnTo>
                  <a:pt x="2996678" y="152808"/>
                </a:lnTo>
                <a:lnTo>
                  <a:pt x="2996678" y="155540"/>
                </a:lnTo>
                <a:lnTo>
                  <a:pt x="3085499" y="155540"/>
                </a:lnTo>
                <a:lnTo>
                  <a:pt x="3098023" y="124347"/>
                </a:lnTo>
                <a:close/>
                <a:moveTo>
                  <a:pt x="3132187" y="132708"/>
                </a:moveTo>
                <a:cubicBezTo>
                  <a:pt x="3125351" y="132708"/>
                  <a:pt x="3119659" y="138630"/>
                  <a:pt x="3119659" y="145691"/>
                </a:cubicBezTo>
                <a:cubicBezTo>
                  <a:pt x="3119659" y="152294"/>
                  <a:pt x="3125351" y="157986"/>
                  <a:pt x="3131957" y="157986"/>
                </a:cubicBezTo>
                <a:cubicBezTo>
                  <a:pt x="3139019" y="157986"/>
                  <a:pt x="3144941" y="152294"/>
                  <a:pt x="3144941" y="145691"/>
                </a:cubicBezTo>
                <a:cubicBezTo>
                  <a:pt x="3144941" y="138630"/>
                  <a:pt x="3139019" y="132708"/>
                  <a:pt x="3132187" y="1327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Note:leftisthetextualdescription,rightistheissueimage.">
            <a:extLst xmlns:a="http://schemas.openxmlformats.org/drawingml/2006/main">
              <a:ext uri="{FF2B5EF4-FFF2-40B4-BE49-F238E27FC236}">
                <a16:creationId xmlns:a16="http://schemas.microsoft.com/office/drawing/2014/main" id="{31D78957-10A4-47EA-A7F9-177F8F80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175" y="3138185"/>
            <a:ext cx="3520938" cy="128269"/>
          </a:xfrm>
          <a:custGeom xmlns:a="http://schemas.openxmlformats.org/drawingml/2006/main">
            <a:pathLst>
              <a:path w="3520938" h="128269">
                <a:moveTo>
                  <a:pt x="85405" y="98748"/>
                </a:moveTo>
                <a:lnTo>
                  <a:pt x="85405" y="23894"/>
                </a:lnTo>
                <a:cubicBezTo>
                  <a:pt x="85405" y="15356"/>
                  <a:pt x="86828" y="10091"/>
                  <a:pt x="89532" y="8240"/>
                </a:cubicBezTo>
                <a:cubicBezTo>
                  <a:pt x="91526" y="6818"/>
                  <a:pt x="93517" y="6249"/>
                  <a:pt x="98928" y="5680"/>
                </a:cubicBezTo>
                <a:lnTo>
                  <a:pt x="98928" y="2973"/>
                </a:lnTo>
                <a:lnTo>
                  <a:pt x="65478" y="2973"/>
                </a:lnTo>
                <a:lnTo>
                  <a:pt x="65478" y="5680"/>
                </a:lnTo>
                <a:cubicBezTo>
                  <a:pt x="70886" y="6105"/>
                  <a:pt x="72877" y="6674"/>
                  <a:pt x="75012" y="7956"/>
                </a:cubicBezTo>
                <a:cubicBezTo>
                  <a:pt x="77860" y="9948"/>
                  <a:pt x="79141" y="15071"/>
                  <a:pt x="79141" y="23894"/>
                </a:cubicBezTo>
                <a:lnTo>
                  <a:pt x="79141" y="71852"/>
                </a:lnTo>
                <a:lnTo>
                  <a:pt x="24341" y="2973"/>
                </a:lnTo>
                <a:lnTo>
                  <a:pt x="0" y="2973"/>
                </a:lnTo>
                <a:lnTo>
                  <a:pt x="0" y="5680"/>
                </a:lnTo>
                <a:cubicBezTo>
                  <a:pt x="6121" y="5680"/>
                  <a:pt x="8112" y="6818"/>
                  <a:pt x="13807" y="13505"/>
                </a:cubicBezTo>
                <a:lnTo>
                  <a:pt x="13807" y="76264"/>
                </a:lnTo>
                <a:cubicBezTo>
                  <a:pt x="13807" y="90957"/>
                  <a:pt x="11813" y="93661"/>
                  <a:pt x="0" y="94514"/>
                </a:cubicBezTo>
                <a:lnTo>
                  <a:pt x="0" y="97218"/>
                </a:lnTo>
                <a:lnTo>
                  <a:pt x="33450" y="97218"/>
                </a:lnTo>
                <a:lnTo>
                  <a:pt x="33450" y="94514"/>
                </a:lnTo>
                <a:cubicBezTo>
                  <a:pt x="22491" y="93945"/>
                  <a:pt x="20071" y="90672"/>
                  <a:pt x="20071" y="76296"/>
                </a:cubicBezTo>
                <a:lnTo>
                  <a:pt x="20071" y="20499"/>
                </a:lnTo>
                <a:lnTo>
                  <a:pt x="82984" y="98748"/>
                </a:lnTo>
                <a:lnTo>
                  <a:pt x="85405" y="98748"/>
                </a:lnTo>
                <a:close/>
                <a:moveTo>
                  <a:pt x="136648" y="31747"/>
                </a:moveTo>
                <a:cubicBezTo>
                  <a:pt x="118143" y="31747"/>
                  <a:pt x="105189" y="45407"/>
                  <a:pt x="105189" y="65037"/>
                </a:cubicBezTo>
                <a:cubicBezTo>
                  <a:pt x="105189" y="84239"/>
                  <a:pt x="118427" y="98609"/>
                  <a:pt x="136361" y="98609"/>
                </a:cubicBezTo>
                <a:cubicBezTo>
                  <a:pt x="154297" y="98609"/>
                  <a:pt x="167961" y="83529"/>
                  <a:pt x="167961" y="63899"/>
                </a:cubicBezTo>
                <a:cubicBezTo>
                  <a:pt x="167961" y="45263"/>
                  <a:pt x="154866" y="31747"/>
                  <a:pt x="136648" y="31747"/>
                </a:cubicBezTo>
                <a:moveTo>
                  <a:pt x="134797" y="35735"/>
                </a:moveTo>
                <a:cubicBezTo>
                  <a:pt x="146754" y="35735"/>
                  <a:pt x="155151" y="49390"/>
                  <a:pt x="155151" y="68877"/>
                </a:cubicBezTo>
                <a:cubicBezTo>
                  <a:pt x="155151" y="84951"/>
                  <a:pt x="148745" y="94623"/>
                  <a:pt x="138070" y="94623"/>
                </a:cubicBezTo>
                <a:cubicBezTo>
                  <a:pt x="132519" y="94623"/>
                  <a:pt x="127252" y="91211"/>
                  <a:pt x="124263" y="85520"/>
                </a:cubicBezTo>
                <a:cubicBezTo>
                  <a:pt x="120278" y="78123"/>
                  <a:pt x="117999" y="68167"/>
                  <a:pt x="117999" y="58067"/>
                </a:cubicBezTo>
                <a:cubicBezTo>
                  <a:pt x="117999" y="44553"/>
                  <a:pt x="124689" y="35735"/>
                  <a:pt x="134797" y="35735"/>
                </a:cubicBezTo>
                <a:close/>
                <a:moveTo>
                  <a:pt x="208528" y="33137"/>
                </a:moveTo>
                <a:lnTo>
                  <a:pt x="194152" y="33137"/>
                </a:lnTo>
                <a:lnTo>
                  <a:pt x="194152" y="16626"/>
                </a:lnTo>
                <a:cubicBezTo>
                  <a:pt x="194152" y="15204"/>
                  <a:pt x="194011" y="14776"/>
                  <a:pt x="193155" y="14776"/>
                </a:cubicBezTo>
                <a:cubicBezTo>
                  <a:pt x="192160" y="16057"/>
                  <a:pt x="191305" y="17339"/>
                  <a:pt x="190310" y="18761"/>
                </a:cubicBezTo>
                <a:cubicBezTo>
                  <a:pt x="184900" y="26591"/>
                  <a:pt x="178779" y="33424"/>
                  <a:pt x="176503" y="33993"/>
                </a:cubicBezTo>
                <a:cubicBezTo>
                  <a:pt x="174937" y="34988"/>
                  <a:pt x="174081" y="35985"/>
                  <a:pt x="174081" y="36697"/>
                </a:cubicBezTo>
                <a:cubicBezTo>
                  <a:pt x="174081" y="37125"/>
                  <a:pt x="174225" y="37410"/>
                  <a:pt x="174652" y="37694"/>
                </a:cubicBezTo>
                <a:lnTo>
                  <a:pt x="182196" y="37694"/>
                </a:lnTo>
                <a:lnTo>
                  <a:pt x="182196" y="80534"/>
                </a:lnTo>
                <a:cubicBezTo>
                  <a:pt x="182196" y="92488"/>
                  <a:pt x="186466" y="98609"/>
                  <a:pt x="194865" y="98609"/>
                </a:cubicBezTo>
                <a:cubicBezTo>
                  <a:pt x="201839" y="98609"/>
                  <a:pt x="207247" y="95194"/>
                  <a:pt x="211945" y="87792"/>
                </a:cubicBezTo>
                <a:lnTo>
                  <a:pt x="210094" y="86226"/>
                </a:lnTo>
                <a:cubicBezTo>
                  <a:pt x="207106" y="89784"/>
                  <a:pt x="204686" y="91209"/>
                  <a:pt x="201554" y="91209"/>
                </a:cubicBezTo>
                <a:cubicBezTo>
                  <a:pt x="196287" y="91209"/>
                  <a:pt x="194152" y="87364"/>
                  <a:pt x="194152" y="78399"/>
                </a:cubicBezTo>
                <a:lnTo>
                  <a:pt x="194152" y="37694"/>
                </a:lnTo>
                <a:lnTo>
                  <a:pt x="208528" y="37694"/>
                </a:lnTo>
                <a:lnTo>
                  <a:pt x="208528" y="33137"/>
                </a:lnTo>
                <a:close/>
                <a:moveTo>
                  <a:pt x="269877" y="73835"/>
                </a:moveTo>
                <a:cubicBezTo>
                  <a:pt x="263046" y="84658"/>
                  <a:pt x="256924" y="88789"/>
                  <a:pt x="247814" y="88789"/>
                </a:cubicBezTo>
                <a:cubicBezTo>
                  <a:pt x="239702" y="88789"/>
                  <a:pt x="233582" y="84658"/>
                  <a:pt x="229453" y="76542"/>
                </a:cubicBezTo>
                <a:cubicBezTo>
                  <a:pt x="226890" y="71129"/>
                  <a:pt x="225895" y="66429"/>
                  <a:pt x="225611" y="57741"/>
                </a:cubicBezTo>
                <a:lnTo>
                  <a:pt x="269451" y="57741"/>
                </a:lnTo>
                <a:cubicBezTo>
                  <a:pt x="268311" y="48506"/>
                  <a:pt x="266888" y="44392"/>
                  <a:pt x="263331" y="39853"/>
                </a:cubicBezTo>
                <a:cubicBezTo>
                  <a:pt x="259059" y="34738"/>
                  <a:pt x="252512" y="31747"/>
                  <a:pt x="245110" y="31747"/>
                </a:cubicBezTo>
                <a:cubicBezTo>
                  <a:pt x="237993" y="31747"/>
                  <a:pt x="231303" y="34310"/>
                  <a:pt x="225895" y="39143"/>
                </a:cubicBezTo>
                <a:cubicBezTo>
                  <a:pt x="219203" y="44959"/>
                  <a:pt x="215361" y="55037"/>
                  <a:pt x="215361" y="66713"/>
                </a:cubicBezTo>
                <a:cubicBezTo>
                  <a:pt x="215361" y="86367"/>
                  <a:pt x="225611" y="98609"/>
                  <a:pt x="241978" y="98609"/>
                </a:cubicBezTo>
                <a:cubicBezTo>
                  <a:pt x="255501" y="98609"/>
                  <a:pt x="266176" y="90212"/>
                  <a:pt x="272155" y="74832"/>
                </a:cubicBezTo>
                <a:lnTo>
                  <a:pt x="269877" y="73835"/>
                </a:lnTo>
                <a:moveTo>
                  <a:pt x="225895" y="53187"/>
                </a:moveTo>
                <a:cubicBezTo>
                  <a:pt x="227459" y="42123"/>
                  <a:pt x="232300" y="36873"/>
                  <a:pt x="240981" y="36873"/>
                </a:cubicBezTo>
                <a:cubicBezTo>
                  <a:pt x="249665" y="36873"/>
                  <a:pt x="253081" y="40846"/>
                  <a:pt x="254932" y="53187"/>
                </a:cubicBezTo>
                <a:lnTo>
                  <a:pt x="225895" y="53187"/>
                </a:lnTo>
                <a:close/>
                <a:moveTo>
                  <a:pt x="294359" y="31886"/>
                </a:moveTo>
                <a:cubicBezTo>
                  <a:pt x="290089" y="31886"/>
                  <a:pt x="286532" y="35587"/>
                  <a:pt x="286532" y="40001"/>
                </a:cubicBezTo>
                <a:cubicBezTo>
                  <a:pt x="286532" y="44130"/>
                  <a:pt x="290089" y="47687"/>
                  <a:pt x="294218" y="47687"/>
                </a:cubicBezTo>
                <a:cubicBezTo>
                  <a:pt x="298629" y="47687"/>
                  <a:pt x="302330" y="44130"/>
                  <a:pt x="302330" y="40001"/>
                </a:cubicBezTo>
                <a:cubicBezTo>
                  <a:pt x="302330" y="35587"/>
                  <a:pt x="298629" y="31886"/>
                  <a:pt x="294359" y="31886"/>
                </a:cubicBezTo>
                <a:moveTo>
                  <a:pt x="294359" y="82949"/>
                </a:moveTo>
                <a:cubicBezTo>
                  <a:pt x="290089" y="82949"/>
                  <a:pt x="286532" y="86650"/>
                  <a:pt x="286532" y="91063"/>
                </a:cubicBezTo>
                <a:cubicBezTo>
                  <a:pt x="286532" y="95190"/>
                  <a:pt x="290089" y="98748"/>
                  <a:pt x="294218" y="98748"/>
                </a:cubicBezTo>
                <a:cubicBezTo>
                  <a:pt x="298629" y="98748"/>
                  <a:pt x="302330" y="95190"/>
                  <a:pt x="302330" y="91063"/>
                </a:cubicBezTo>
                <a:cubicBezTo>
                  <a:pt x="302330" y="86650"/>
                  <a:pt x="298629" y="82949"/>
                  <a:pt x="294359" y="82949"/>
                </a:cubicBezTo>
                <a:close/>
                <a:moveTo>
                  <a:pt x="367097" y="8540"/>
                </a:moveTo>
                <a:lnTo>
                  <a:pt x="367950" y="8540"/>
                </a:lnTo>
                <a:cubicBezTo>
                  <a:pt x="369516" y="8399"/>
                  <a:pt x="371223" y="8256"/>
                  <a:pt x="372364" y="8256"/>
                </a:cubicBezTo>
                <a:cubicBezTo>
                  <a:pt x="376918" y="8256"/>
                  <a:pt x="378341" y="10249"/>
                  <a:pt x="378341" y="16939"/>
                </a:cubicBezTo>
                <a:lnTo>
                  <a:pt x="378341" y="84836"/>
                </a:lnTo>
                <a:cubicBezTo>
                  <a:pt x="378341" y="92523"/>
                  <a:pt x="376349" y="94373"/>
                  <a:pt x="367381" y="95083"/>
                </a:cubicBezTo>
                <a:lnTo>
                  <a:pt x="367381" y="97218"/>
                </a:lnTo>
                <a:lnTo>
                  <a:pt x="400973" y="97218"/>
                </a:lnTo>
                <a:lnTo>
                  <a:pt x="400973" y="95083"/>
                </a:lnTo>
                <a:cubicBezTo>
                  <a:pt x="392007" y="94514"/>
                  <a:pt x="390297" y="93092"/>
                  <a:pt x="390297" y="85262"/>
                </a:cubicBezTo>
                <a:lnTo>
                  <a:pt x="390297" y="285"/>
                </a:lnTo>
                <a:lnTo>
                  <a:pt x="389728" y="0"/>
                </a:lnTo>
                <a:cubicBezTo>
                  <a:pt x="382326" y="2420"/>
                  <a:pt x="376918" y="3844"/>
                  <a:pt x="367097" y="6264"/>
                </a:cubicBezTo>
                <a:lnTo>
                  <a:pt x="367097" y="8540"/>
                </a:lnTo>
                <a:close/>
                <a:moveTo>
                  <a:pt x="462036" y="73835"/>
                </a:moveTo>
                <a:cubicBezTo>
                  <a:pt x="455206" y="84658"/>
                  <a:pt x="449083" y="88789"/>
                  <a:pt x="439974" y="88789"/>
                </a:cubicBezTo>
                <a:cubicBezTo>
                  <a:pt x="431862" y="88789"/>
                  <a:pt x="425741" y="84658"/>
                  <a:pt x="421612" y="76542"/>
                </a:cubicBezTo>
                <a:cubicBezTo>
                  <a:pt x="419049" y="71129"/>
                  <a:pt x="418055" y="66429"/>
                  <a:pt x="417770" y="57741"/>
                </a:cubicBezTo>
                <a:lnTo>
                  <a:pt x="461611" y="57741"/>
                </a:lnTo>
                <a:cubicBezTo>
                  <a:pt x="460470" y="48506"/>
                  <a:pt x="459048" y="44392"/>
                  <a:pt x="455490" y="39853"/>
                </a:cubicBezTo>
                <a:cubicBezTo>
                  <a:pt x="451218" y="34738"/>
                  <a:pt x="444672" y="31747"/>
                  <a:pt x="437270" y="31747"/>
                </a:cubicBezTo>
                <a:cubicBezTo>
                  <a:pt x="430152" y="31747"/>
                  <a:pt x="423463" y="34310"/>
                  <a:pt x="418055" y="39143"/>
                </a:cubicBezTo>
                <a:cubicBezTo>
                  <a:pt x="411363" y="44959"/>
                  <a:pt x="407521" y="55037"/>
                  <a:pt x="407521" y="66713"/>
                </a:cubicBezTo>
                <a:cubicBezTo>
                  <a:pt x="407521" y="86367"/>
                  <a:pt x="417770" y="98609"/>
                  <a:pt x="434138" y="98609"/>
                </a:cubicBezTo>
                <a:cubicBezTo>
                  <a:pt x="447660" y="98609"/>
                  <a:pt x="458335" y="90212"/>
                  <a:pt x="464315" y="74832"/>
                </a:cubicBezTo>
                <a:lnTo>
                  <a:pt x="462036" y="73835"/>
                </a:lnTo>
                <a:moveTo>
                  <a:pt x="418055" y="53187"/>
                </a:moveTo>
                <a:cubicBezTo>
                  <a:pt x="419618" y="42123"/>
                  <a:pt x="424460" y="36873"/>
                  <a:pt x="433141" y="36873"/>
                </a:cubicBezTo>
                <a:cubicBezTo>
                  <a:pt x="441824" y="36873"/>
                  <a:pt x="445241" y="40846"/>
                  <a:pt x="447091" y="53187"/>
                </a:cubicBezTo>
                <a:lnTo>
                  <a:pt x="418055" y="53187"/>
                </a:lnTo>
                <a:close/>
                <a:moveTo>
                  <a:pt x="511145" y="33137"/>
                </a:moveTo>
                <a:lnTo>
                  <a:pt x="493636" y="33137"/>
                </a:lnTo>
                <a:lnTo>
                  <a:pt x="493636" y="16674"/>
                </a:lnTo>
                <a:cubicBezTo>
                  <a:pt x="493636" y="8440"/>
                  <a:pt x="496341" y="4042"/>
                  <a:pt x="501751" y="4042"/>
                </a:cubicBezTo>
                <a:cubicBezTo>
                  <a:pt x="504739" y="4042"/>
                  <a:pt x="506733" y="5460"/>
                  <a:pt x="509294" y="9576"/>
                </a:cubicBezTo>
                <a:cubicBezTo>
                  <a:pt x="511572" y="13266"/>
                  <a:pt x="513280" y="14687"/>
                  <a:pt x="515699" y="14687"/>
                </a:cubicBezTo>
                <a:cubicBezTo>
                  <a:pt x="518974" y="14687"/>
                  <a:pt x="521678" y="12130"/>
                  <a:pt x="521678" y="8866"/>
                </a:cubicBezTo>
                <a:cubicBezTo>
                  <a:pt x="521678" y="3755"/>
                  <a:pt x="515415" y="54"/>
                  <a:pt x="506874" y="54"/>
                </a:cubicBezTo>
                <a:cubicBezTo>
                  <a:pt x="498050" y="54"/>
                  <a:pt x="490504" y="3899"/>
                  <a:pt x="486804" y="10428"/>
                </a:cubicBezTo>
                <a:cubicBezTo>
                  <a:pt x="483105" y="16674"/>
                  <a:pt x="481964" y="21782"/>
                  <a:pt x="481823" y="33137"/>
                </a:cubicBezTo>
                <a:lnTo>
                  <a:pt x="470151" y="33137"/>
                </a:lnTo>
                <a:lnTo>
                  <a:pt x="470151" y="37694"/>
                </a:lnTo>
                <a:lnTo>
                  <a:pt x="481823" y="37694"/>
                </a:lnTo>
                <a:lnTo>
                  <a:pt x="481823" y="82410"/>
                </a:lnTo>
                <a:cubicBezTo>
                  <a:pt x="481823" y="92805"/>
                  <a:pt x="480257" y="94514"/>
                  <a:pt x="470008" y="95083"/>
                </a:cubicBezTo>
                <a:lnTo>
                  <a:pt x="470008" y="97218"/>
                </a:lnTo>
                <a:lnTo>
                  <a:pt x="507018" y="97218"/>
                </a:lnTo>
                <a:lnTo>
                  <a:pt x="507018" y="95083"/>
                </a:lnTo>
                <a:cubicBezTo>
                  <a:pt x="495346" y="94658"/>
                  <a:pt x="493780" y="93092"/>
                  <a:pt x="493780" y="82410"/>
                </a:cubicBezTo>
                <a:lnTo>
                  <a:pt x="493780" y="37694"/>
                </a:lnTo>
                <a:lnTo>
                  <a:pt x="511145" y="37694"/>
                </a:lnTo>
                <a:lnTo>
                  <a:pt x="511145" y="33137"/>
                </a:lnTo>
                <a:close/>
                <a:moveTo>
                  <a:pt x="550857" y="33137"/>
                </a:moveTo>
                <a:lnTo>
                  <a:pt x="536481" y="33137"/>
                </a:lnTo>
                <a:lnTo>
                  <a:pt x="536481" y="16626"/>
                </a:lnTo>
                <a:cubicBezTo>
                  <a:pt x="536481" y="15204"/>
                  <a:pt x="536340" y="14776"/>
                  <a:pt x="535484" y="14776"/>
                </a:cubicBezTo>
                <a:cubicBezTo>
                  <a:pt x="534489" y="16057"/>
                  <a:pt x="533634" y="17339"/>
                  <a:pt x="532639" y="18761"/>
                </a:cubicBezTo>
                <a:cubicBezTo>
                  <a:pt x="527228" y="26591"/>
                  <a:pt x="521108" y="33424"/>
                  <a:pt x="518832" y="33993"/>
                </a:cubicBezTo>
                <a:cubicBezTo>
                  <a:pt x="517266" y="34988"/>
                  <a:pt x="516410" y="35985"/>
                  <a:pt x="516410" y="36697"/>
                </a:cubicBezTo>
                <a:cubicBezTo>
                  <a:pt x="516410" y="37125"/>
                  <a:pt x="516553" y="37410"/>
                  <a:pt x="516981" y="37694"/>
                </a:cubicBezTo>
                <a:lnTo>
                  <a:pt x="524524" y="37694"/>
                </a:lnTo>
                <a:lnTo>
                  <a:pt x="524524" y="80534"/>
                </a:lnTo>
                <a:cubicBezTo>
                  <a:pt x="524524" y="92488"/>
                  <a:pt x="528794" y="98609"/>
                  <a:pt x="537193" y="98609"/>
                </a:cubicBezTo>
                <a:cubicBezTo>
                  <a:pt x="544167" y="98609"/>
                  <a:pt x="549576" y="95194"/>
                  <a:pt x="554274" y="87792"/>
                </a:cubicBezTo>
                <a:lnTo>
                  <a:pt x="552423" y="86226"/>
                </a:lnTo>
                <a:cubicBezTo>
                  <a:pt x="549434" y="89784"/>
                  <a:pt x="547015" y="91209"/>
                  <a:pt x="543883" y="91209"/>
                </a:cubicBezTo>
                <a:cubicBezTo>
                  <a:pt x="538616" y="91209"/>
                  <a:pt x="536481" y="87364"/>
                  <a:pt x="536481" y="78399"/>
                </a:cubicBezTo>
                <a:lnTo>
                  <a:pt x="536481" y="37694"/>
                </a:lnTo>
                <a:lnTo>
                  <a:pt x="550857" y="37694"/>
                </a:lnTo>
                <a:lnTo>
                  <a:pt x="550857" y="33137"/>
                </a:lnTo>
                <a:close/>
                <a:moveTo>
                  <a:pt x="628859" y="31747"/>
                </a:moveTo>
                <a:lnTo>
                  <a:pt x="606797" y="39532"/>
                </a:lnTo>
                <a:lnTo>
                  <a:pt x="606797" y="41669"/>
                </a:lnTo>
                <a:lnTo>
                  <a:pt x="607937" y="41525"/>
                </a:lnTo>
                <a:cubicBezTo>
                  <a:pt x="609644" y="41241"/>
                  <a:pt x="611495" y="41098"/>
                  <a:pt x="612776" y="41098"/>
                </a:cubicBezTo>
                <a:cubicBezTo>
                  <a:pt x="616192" y="41098"/>
                  <a:pt x="617472" y="43376"/>
                  <a:pt x="617472" y="49644"/>
                </a:cubicBezTo>
                <a:lnTo>
                  <a:pt x="617472" y="82693"/>
                </a:lnTo>
                <a:cubicBezTo>
                  <a:pt x="617472" y="92948"/>
                  <a:pt x="616049" y="94514"/>
                  <a:pt x="606228" y="95083"/>
                </a:cubicBezTo>
                <a:lnTo>
                  <a:pt x="606228" y="97218"/>
                </a:lnTo>
                <a:lnTo>
                  <a:pt x="639962" y="97218"/>
                </a:lnTo>
                <a:lnTo>
                  <a:pt x="639962" y="95083"/>
                </a:lnTo>
                <a:cubicBezTo>
                  <a:pt x="630569" y="94373"/>
                  <a:pt x="629428" y="92948"/>
                  <a:pt x="629428" y="82693"/>
                </a:cubicBezTo>
                <a:lnTo>
                  <a:pt x="629428" y="32175"/>
                </a:lnTo>
                <a:lnTo>
                  <a:pt x="628859" y="31747"/>
                </a:lnTo>
                <a:moveTo>
                  <a:pt x="622170" y="54"/>
                </a:moveTo>
                <a:cubicBezTo>
                  <a:pt x="618328" y="54"/>
                  <a:pt x="615052" y="3330"/>
                  <a:pt x="615052" y="7315"/>
                </a:cubicBezTo>
                <a:cubicBezTo>
                  <a:pt x="615052" y="11301"/>
                  <a:pt x="618184" y="14574"/>
                  <a:pt x="622170" y="14574"/>
                </a:cubicBezTo>
                <a:cubicBezTo>
                  <a:pt x="626299" y="14574"/>
                  <a:pt x="629572" y="11442"/>
                  <a:pt x="629572" y="7315"/>
                </a:cubicBezTo>
                <a:cubicBezTo>
                  <a:pt x="629572" y="3330"/>
                  <a:pt x="626299" y="54"/>
                  <a:pt x="622170" y="54"/>
                </a:cubicBezTo>
                <a:close/>
                <a:moveTo>
                  <a:pt x="688358" y="52496"/>
                </a:moveTo>
                <a:lnTo>
                  <a:pt x="687788" y="33137"/>
                </a:lnTo>
                <a:lnTo>
                  <a:pt x="686223" y="33137"/>
                </a:lnTo>
                <a:lnTo>
                  <a:pt x="685938" y="33424"/>
                </a:lnTo>
                <a:cubicBezTo>
                  <a:pt x="684657" y="34419"/>
                  <a:pt x="684515" y="34562"/>
                  <a:pt x="683946" y="34562"/>
                </a:cubicBezTo>
                <a:cubicBezTo>
                  <a:pt x="683093" y="34562"/>
                  <a:pt x="681668" y="34278"/>
                  <a:pt x="680102" y="33565"/>
                </a:cubicBezTo>
                <a:cubicBezTo>
                  <a:pt x="676970" y="32458"/>
                  <a:pt x="673840" y="31886"/>
                  <a:pt x="670139" y="31886"/>
                </a:cubicBezTo>
                <a:cubicBezTo>
                  <a:pt x="658893" y="31886"/>
                  <a:pt x="650781" y="39145"/>
                  <a:pt x="650781" y="49388"/>
                </a:cubicBezTo>
                <a:cubicBezTo>
                  <a:pt x="650781" y="57352"/>
                  <a:pt x="655335" y="63043"/>
                  <a:pt x="667435" y="69872"/>
                </a:cubicBezTo>
                <a:lnTo>
                  <a:pt x="675691" y="74567"/>
                </a:lnTo>
                <a:cubicBezTo>
                  <a:pt x="680671" y="77412"/>
                  <a:pt x="683093" y="80827"/>
                  <a:pt x="683093" y="85236"/>
                </a:cubicBezTo>
                <a:cubicBezTo>
                  <a:pt x="683093" y="91495"/>
                  <a:pt x="678536" y="95479"/>
                  <a:pt x="671277" y="95479"/>
                </a:cubicBezTo>
                <a:cubicBezTo>
                  <a:pt x="666438" y="95479"/>
                  <a:pt x="662025" y="93628"/>
                  <a:pt x="659321" y="90498"/>
                </a:cubicBezTo>
                <a:cubicBezTo>
                  <a:pt x="656332" y="86943"/>
                  <a:pt x="655051" y="83670"/>
                  <a:pt x="653200" y="75562"/>
                </a:cubicBezTo>
                <a:lnTo>
                  <a:pt x="650922" y="75562"/>
                </a:lnTo>
                <a:lnTo>
                  <a:pt x="650922" y="97755"/>
                </a:lnTo>
                <a:lnTo>
                  <a:pt x="652772" y="97755"/>
                </a:lnTo>
                <a:cubicBezTo>
                  <a:pt x="653769" y="96332"/>
                  <a:pt x="654338" y="96048"/>
                  <a:pt x="656048" y="96048"/>
                </a:cubicBezTo>
                <a:cubicBezTo>
                  <a:pt x="657329" y="96080"/>
                  <a:pt x="659321" y="96365"/>
                  <a:pt x="662594" y="97218"/>
                </a:cubicBezTo>
                <a:cubicBezTo>
                  <a:pt x="666579" y="98039"/>
                  <a:pt x="670424" y="98609"/>
                  <a:pt x="672985" y="98609"/>
                </a:cubicBezTo>
                <a:cubicBezTo>
                  <a:pt x="683946" y="98609"/>
                  <a:pt x="693055" y="90357"/>
                  <a:pt x="693055" y="80399"/>
                </a:cubicBezTo>
                <a:cubicBezTo>
                  <a:pt x="693055" y="73286"/>
                  <a:pt x="689639" y="68592"/>
                  <a:pt x="681099" y="63471"/>
                </a:cubicBezTo>
                <a:lnTo>
                  <a:pt x="665726" y="54366"/>
                </a:lnTo>
                <a:cubicBezTo>
                  <a:pt x="661740" y="52090"/>
                  <a:pt x="659605" y="48534"/>
                  <a:pt x="659605" y="44692"/>
                </a:cubicBezTo>
                <a:cubicBezTo>
                  <a:pt x="659605" y="39002"/>
                  <a:pt x="664019" y="35018"/>
                  <a:pt x="670565" y="35018"/>
                </a:cubicBezTo>
                <a:cubicBezTo>
                  <a:pt x="678679" y="35018"/>
                  <a:pt x="682949" y="39855"/>
                  <a:pt x="686223" y="52518"/>
                </a:cubicBezTo>
                <a:lnTo>
                  <a:pt x="688358" y="52496"/>
                </a:lnTo>
                <a:close/>
                <a:moveTo>
                  <a:pt x="785007" y="33137"/>
                </a:moveTo>
                <a:lnTo>
                  <a:pt x="770631" y="33137"/>
                </a:lnTo>
                <a:lnTo>
                  <a:pt x="770631" y="16626"/>
                </a:lnTo>
                <a:cubicBezTo>
                  <a:pt x="770631" y="15204"/>
                  <a:pt x="770490" y="14776"/>
                  <a:pt x="769634" y="14776"/>
                </a:cubicBezTo>
                <a:cubicBezTo>
                  <a:pt x="768639" y="16057"/>
                  <a:pt x="767784" y="17339"/>
                  <a:pt x="766789" y="18761"/>
                </a:cubicBezTo>
                <a:cubicBezTo>
                  <a:pt x="761379" y="26591"/>
                  <a:pt x="755258" y="33424"/>
                  <a:pt x="752982" y="33993"/>
                </a:cubicBezTo>
                <a:cubicBezTo>
                  <a:pt x="751416" y="34988"/>
                  <a:pt x="750560" y="35985"/>
                  <a:pt x="750560" y="36697"/>
                </a:cubicBezTo>
                <a:cubicBezTo>
                  <a:pt x="750560" y="37125"/>
                  <a:pt x="750703" y="37410"/>
                  <a:pt x="751131" y="37694"/>
                </a:cubicBezTo>
                <a:lnTo>
                  <a:pt x="758675" y="37694"/>
                </a:lnTo>
                <a:lnTo>
                  <a:pt x="758675" y="80534"/>
                </a:lnTo>
                <a:cubicBezTo>
                  <a:pt x="758675" y="92488"/>
                  <a:pt x="762945" y="98609"/>
                  <a:pt x="771343" y="98609"/>
                </a:cubicBezTo>
                <a:cubicBezTo>
                  <a:pt x="778318" y="98609"/>
                  <a:pt x="783726" y="95194"/>
                  <a:pt x="788424" y="87792"/>
                </a:cubicBezTo>
                <a:lnTo>
                  <a:pt x="786573" y="86226"/>
                </a:lnTo>
                <a:cubicBezTo>
                  <a:pt x="783585" y="89784"/>
                  <a:pt x="781165" y="91209"/>
                  <a:pt x="778033" y="91209"/>
                </a:cubicBezTo>
                <a:cubicBezTo>
                  <a:pt x="772766" y="91209"/>
                  <a:pt x="770631" y="87364"/>
                  <a:pt x="770631" y="78399"/>
                </a:cubicBezTo>
                <a:lnTo>
                  <a:pt x="770631" y="37694"/>
                </a:lnTo>
                <a:lnTo>
                  <a:pt x="785007" y="37694"/>
                </a:lnTo>
                <a:lnTo>
                  <a:pt x="785007" y="33137"/>
                </a:lnTo>
                <a:close/>
                <a:moveTo>
                  <a:pt x="810630" y="48402"/>
                </a:moveTo>
                <a:cubicBezTo>
                  <a:pt x="816607" y="41856"/>
                  <a:pt x="820877" y="39434"/>
                  <a:pt x="826428" y="39434"/>
                </a:cubicBezTo>
                <a:cubicBezTo>
                  <a:pt x="833546" y="39434"/>
                  <a:pt x="837103" y="44560"/>
                  <a:pt x="837103" y="54522"/>
                </a:cubicBezTo>
                <a:lnTo>
                  <a:pt x="837103" y="82701"/>
                </a:lnTo>
                <a:cubicBezTo>
                  <a:pt x="837103" y="92379"/>
                  <a:pt x="835681" y="94230"/>
                  <a:pt x="827425" y="95083"/>
                </a:cubicBezTo>
                <a:lnTo>
                  <a:pt x="827425" y="97218"/>
                </a:lnTo>
                <a:lnTo>
                  <a:pt x="857602" y="97218"/>
                </a:lnTo>
                <a:lnTo>
                  <a:pt x="857602" y="95083"/>
                </a:lnTo>
                <a:cubicBezTo>
                  <a:pt x="849916" y="93661"/>
                  <a:pt x="849060" y="92523"/>
                  <a:pt x="849060" y="82701"/>
                </a:cubicBezTo>
                <a:lnTo>
                  <a:pt x="849060" y="54379"/>
                </a:lnTo>
                <a:cubicBezTo>
                  <a:pt x="849060" y="39434"/>
                  <a:pt x="843083" y="31747"/>
                  <a:pt x="831552" y="31747"/>
                </a:cubicBezTo>
                <a:cubicBezTo>
                  <a:pt x="823155" y="31747"/>
                  <a:pt x="817176" y="35164"/>
                  <a:pt x="810630" y="43704"/>
                </a:cubicBezTo>
                <a:lnTo>
                  <a:pt x="810630" y="434"/>
                </a:lnTo>
                <a:lnTo>
                  <a:pt x="809917" y="7"/>
                </a:lnTo>
                <a:cubicBezTo>
                  <a:pt x="805078" y="1714"/>
                  <a:pt x="801518" y="2854"/>
                  <a:pt x="793547" y="5130"/>
                </a:cubicBezTo>
                <a:lnTo>
                  <a:pt x="789705" y="6270"/>
                </a:lnTo>
                <a:lnTo>
                  <a:pt x="789705" y="8547"/>
                </a:lnTo>
                <a:cubicBezTo>
                  <a:pt x="790274" y="8405"/>
                  <a:pt x="790702" y="8405"/>
                  <a:pt x="791412" y="8405"/>
                </a:cubicBezTo>
                <a:cubicBezTo>
                  <a:pt x="797533" y="8405"/>
                  <a:pt x="798673" y="9544"/>
                  <a:pt x="798673" y="15664"/>
                </a:cubicBezTo>
                <a:lnTo>
                  <a:pt x="798673" y="82701"/>
                </a:lnTo>
                <a:cubicBezTo>
                  <a:pt x="798673" y="92664"/>
                  <a:pt x="797817" y="93945"/>
                  <a:pt x="789562" y="95083"/>
                </a:cubicBezTo>
                <a:lnTo>
                  <a:pt x="789562" y="97218"/>
                </a:lnTo>
                <a:lnTo>
                  <a:pt x="820308" y="97218"/>
                </a:lnTo>
                <a:lnTo>
                  <a:pt x="820308" y="95083"/>
                </a:lnTo>
                <a:cubicBezTo>
                  <a:pt x="812052" y="94230"/>
                  <a:pt x="810630" y="92523"/>
                  <a:pt x="810630" y="82701"/>
                </a:cubicBezTo>
                <a:lnTo>
                  <a:pt x="810630" y="48402"/>
                </a:lnTo>
                <a:close/>
                <a:moveTo>
                  <a:pt x="917526" y="73835"/>
                </a:moveTo>
                <a:cubicBezTo>
                  <a:pt x="910695" y="84658"/>
                  <a:pt x="904572" y="88789"/>
                  <a:pt x="895463" y="88789"/>
                </a:cubicBezTo>
                <a:cubicBezTo>
                  <a:pt x="887351" y="88789"/>
                  <a:pt x="881231" y="84658"/>
                  <a:pt x="877102" y="76542"/>
                </a:cubicBezTo>
                <a:cubicBezTo>
                  <a:pt x="874539" y="71129"/>
                  <a:pt x="873544" y="66429"/>
                  <a:pt x="873260" y="57741"/>
                </a:cubicBezTo>
                <a:lnTo>
                  <a:pt x="917100" y="57741"/>
                </a:lnTo>
                <a:cubicBezTo>
                  <a:pt x="915960" y="48506"/>
                  <a:pt x="914537" y="44392"/>
                  <a:pt x="910980" y="39853"/>
                </a:cubicBezTo>
                <a:cubicBezTo>
                  <a:pt x="906708" y="34738"/>
                  <a:pt x="900161" y="31747"/>
                  <a:pt x="892759" y="31747"/>
                </a:cubicBezTo>
                <a:cubicBezTo>
                  <a:pt x="885642" y="31747"/>
                  <a:pt x="878952" y="34310"/>
                  <a:pt x="873544" y="39143"/>
                </a:cubicBezTo>
                <a:cubicBezTo>
                  <a:pt x="866852" y="44959"/>
                  <a:pt x="863010" y="55037"/>
                  <a:pt x="863010" y="66713"/>
                </a:cubicBezTo>
                <a:cubicBezTo>
                  <a:pt x="863010" y="86367"/>
                  <a:pt x="873260" y="98609"/>
                  <a:pt x="889627" y="98609"/>
                </a:cubicBezTo>
                <a:cubicBezTo>
                  <a:pt x="903150" y="98609"/>
                  <a:pt x="913825" y="90212"/>
                  <a:pt x="919804" y="74832"/>
                </a:cubicBezTo>
                <a:lnTo>
                  <a:pt x="917526" y="73835"/>
                </a:lnTo>
                <a:moveTo>
                  <a:pt x="873544" y="53187"/>
                </a:moveTo>
                <a:cubicBezTo>
                  <a:pt x="875108" y="42123"/>
                  <a:pt x="879949" y="36873"/>
                  <a:pt x="888630" y="36873"/>
                </a:cubicBezTo>
                <a:cubicBezTo>
                  <a:pt x="897314" y="36873"/>
                  <a:pt x="900730" y="40846"/>
                  <a:pt x="902581" y="53187"/>
                </a:cubicBezTo>
                <a:lnTo>
                  <a:pt x="873544" y="53187"/>
                </a:lnTo>
                <a:close/>
                <a:moveTo>
                  <a:pt x="1008767" y="33137"/>
                </a:moveTo>
                <a:lnTo>
                  <a:pt x="994390" y="33137"/>
                </a:lnTo>
                <a:lnTo>
                  <a:pt x="994390" y="16626"/>
                </a:lnTo>
                <a:cubicBezTo>
                  <a:pt x="994390" y="15204"/>
                  <a:pt x="994249" y="14776"/>
                  <a:pt x="993394" y="14776"/>
                </a:cubicBezTo>
                <a:cubicBezTo>
                  <a:pt x="992399" y="16057"/>
                  <a:pt x="991543" y="17339"/>
                  <a:pt x="990548" y="18761"/>
                </a:cubicBezTo>
                <a:cubicBezTo>
                  <a:pt x="985138" y="26591"/>
                  <a:pt x="979017" y="33424"/>
                  <a:pt x="976741" y="33993"/>
                </a:cubicBezTo>
                <a:cubicBezTo>
                  <a:pt x="975175" y="34988"/>
                  <a:pt x="974320" y="35985"/>
                  <a:pt x="974320" y="36697"/>
                </a:cubicBezTo>
                <a:cubicBezTo>
                  <a:pt x="974320" y="37125"/>
                  <a:pt x="974463" y="37410"/>
                  <a:pt x="974891" y="37694"/>
                </a:cubicBezTo>
                <a:lnTo>
                  <a:pt x="982434" y="37694"/>
                </a:lnTo>
                <a:lnTo>
                  <a:pt x="982434" y="80534"/>
                </a:lnTo>
                <a:cubicBezTo>
                  <a:pt x="982434" y="92488"/>
                  <a:pt x="986704" y="98609"/>
                  <a:pt x="995103" y="98609"/>
                </a:cubicBezTo>
                <a:cubicBezTo>
                  <a:pt x="1002077" y="98609"/>
                  <a:pt x="1007485" y="95194"/>
                  <a:pt x="1012183" y="87792"/>
                </a:cubicBezTo>
                <a:lnTo>
                  <a:pt x="1010333" y="86226"/>
                </a:lnTo>
                <a:cubicBezTo>
                  <a:pt x="1007344" y="89784"/>
                  <a:pt x="1004924" y="91209"/>
                  <a:pt x="1001792" y="91209"/>
                </a:cubicBezTo>
                <a:cubicBezTo>
                  <a:pt x="996525" y="91209"/>
                  <a:pt x="994390" y="87364"/>
                  <a:pt x="994390" y="78399"/>
                </a:cubicBezTo>
                <a:lnTo>
                  <a:pt x="994390" y="37694"/>
                </a:lnTo>
                <a:lnTo>
                  <a:pt x="1008767" y="37694"/>
                </a:lnTo>
                <a:lnTo>
                  <a:pt x="1008767" y="33137"/>
                </a:lnTo>
                <a:close/>
                <a:moveTo>
                  <a:pt x="1070115" y="73835"/>
                </a:moveTo>
                <a:cubicBezTo>
                  <a:pt x="1063284" y="84658"/>
                  <a:pt x="1057162" y="88789"/>
                  <a:pt x="1048052" y="88789"/>
                </a:cubicBezTo>
                <a:cubicBezTo>
                  <a:pt x="1039940" y="88789"/>
                  <a:pt x="1033820" y="84658"/>
                  <a:pt x="1029691" y="76542"/>
                </a:cubicBezTo>
                <a:cubicBezTo>
                  <a:pt x="1027128" y="71129"/>
                  <a:pt x="1026133" y="66429"/>
                  <a:pt x="1025849" y="57741"/>
                </a:cubicBezTo>
                <a:lnTo>
                  <a:pt x="1069689" y="57741"/>
                </a:lnTo>
                <a:cubicBezTo>
                  <a:pt x="1068549" y="48506"/>
                  <a:pt x="1067126" y="44392"/>
                  <a:pt x="1063569" y="39853"/>
                </a:cubicBezTo>
                <a:cubicBezTo>
                  <a:pt x="1059297" y="34738"/>
                  <a:pt x="1052750" y="31747"/>
                  <a:pt x="1045348" y="31747"/>
                </a:cubicBezTo>
                <a:cubicBezTo>
                  <a:pt x="1038231" y="31747"/>
                  <a:pt x="1031541" y="34310"/>
                  <a:pt x="1026133" y="39143"/>
                </a:cubicBezTo>
                <a:cubicBezTo>
                  <a:pt x="1019441" y="44959"/>
                  <a:pt x="1015599" y="55037"/>
                  <a:pt x="1015599" y="66713"/>
                </a:cubicBezTo>
                <a:cubicBezTo>
                  <a:pt x="1015599" y="86367"/>
                  <a:pt x="1025849" y="98609"/>
                  <a:pt x="1042216" y="98609"/>
                </a:cubicBezTo>
                <a:cubicBezTo>
                  <a:pt x="1055739" y="98609"/>
                  <a:pt x="1066414" y="90212"/>
                  <a:pt x="1072393" y="74832"/>
                </a:cubicBezTo>
                <a:lnTo>
                  <a:pt x="1070115" y="73835"/>
                </a:lnTo>
                <a:moveTo>
                  <a:pt x="1026133" y="53187"/>
                </a:moveTo>
                <a:cubicBezTo>
                  <a:pt x="1027697" y="42123"/>
                  <a:pt x="1032538" y="36873"/>
                  <a:pt x="1041219" y="36873"/>
                </a:cubicBezTo>
                <a:cubicBezTo>
                  <a:pt x="1049903" y="36873"/>
                  <a:pt x="1053319" y="40846"/>
                  <a:pt x="1055170" y="53187"/>
                </a:cubicBezTo>
                <a:lnTo>
                  <a:pt x="1026133" y="53187"/>
                </a:lnTo>
                <a:close/>
                <a:moveTo>
                  <a:pt x="1112676" y="97218"/>
                </a:moveTo>
                <a:lnTo>
                  <a:pt x="1141285" y="97218"/>
                </a:lnTo>
                <a:lnTo>
                  <a:pt x="1141285" y="95083"/>
                </a:lnTo>
                <a:cubicBezTo>
                  <a:pt x="1136874" y="95083"/>
                  <a:pt x="1134027" y="92807"/>
                  <a:pt x="1129613" y="86541"/>
                </a:cubicBezTo>
                <a:lnTo>
                  <a:pt x="1111395" y="58630"/>
                </a:lnTo>
                <a:lnTo>
                  <a:pt x="1123208" y="41541"/>
                </a:lnTo>
                <a:cubicBezTo>
                  <a:pt x="1125912" y="37694"/>
                  <a:pt x="1130182" y="35416"/>
                  <a:pt x="1134739" y="35275"/>
                </a:cubicBezTo>
                <a:lnTo>
                  <a:pt x="1134739" y="33137"/>
                </a:lnTo>
                <a:lnTo>
                  <a:pt x="1112249" y="33137"/>
                </a:lnTo>
                <a:lnTo>
                  <a:pt x="1112249" y="35275"/>
                </a:lnTo>
                <a:cubicBezTo>
                  <a:pt x="1116519" y="35559"/>
                  <a:pt x="1117941" y="36413"/>
                  <a:pt x="1117941" y="38407"/>
                </a:cubicBezTo>
                <a:cubicBezTo>
                  <a:pt x="1117941" y="40116"/>
                  <a:pt x="1116234" y="43248"/>
                  <a:pt x="1112676" y="47663"/>
                </a:cubicBezTo>
                <a:cubicBezTo>
                  <a:pt x="1111964" y="48517"/>
                  <a:pt x="1110255" y="51082"/>
                  <a:pt x="1108404" y="53929"/>
                </a:cubicBezTo>
                <a:lnTo>
                  <a:pt x="1106413" y="51082"/>
                </a:lnTo>
                <a:cubicBezTo>
                  <a:pt x="1102427" y="45100"/>
                  <a:pt x="1099864" y="40259"/>
                  <a:pt x="1099864" y="38407"/>
                </a:cubicBezTo>
                <a:cubicBezTo>
                  <a:pt x="1099864" y="36413"/>
                  <a:pt x="1101715" y="35416"/>
                  <a:pt x="1105985" y="35275"/>
                </a:cubicBezTo>
                <a:lnTo>
                  <a:pt x="1105985" y="33137"/>
                </a:lnTo>
                <a:lnTo>
                  <a:pt x="1076520" y="33137"/>
                </a:lnTo>
                <a:lnTo>
                  <a:pt x="1076520" y="35275"/>
                </a:lnTo>
                <a:lnTo>
                  <a:pt x="1077802" y="35275"/>
                </a:lnTo>
                <a:cubicBezTo>
                  <a:pt x="1082072" y="35275"/>
                  <a:pt x="1084350" y="37125"/>
                  <a:pt x="1088761" y="43819"/>
                </a:cubicBezTo>
                <a:lnTo>
                  <a:pt x="1102143" y="64324"/>
                </a:lnTo>
                <a:lnTo>
                  <a:pt x="1085916" y="87823"/>
                </a:lnTo>
                <a:cubicBezTo>
                  <a:pt x="1081646" y="93661"/>
                  <a:pt x="1080221" y="94658"/>
                  <a:pt x="1075525" y="95083"/>
                </a:cubicBezTo>
                <a:lnTo>
                  <a:pt x="1075525" y="97218"/>
                </a:lnTo>
                <a:lnTo>
                  <a:pt x="1096163" y="97218"/>
                </a:lnTo>
                <a:lnTo>
                  <a:pt x="1096163" y="95083"/>
                </a:lnTo>
                <a:cubicBezTo>
                  <a:pt x="1092178" y="95083"/>
                  <a:pt x="1090470" y="94373"/>
                  <a:pt x="1090470" y="92521"/>
                </a:cubicBezTo>
                <a:cubicBezTo>
                  <a:pt x="1090470" y="91667"/>
                  <a:pt x="1091467" y="89532"/>
                  <a:pt x="1093318" y="86682"/>
                </a:cubicBezTo>
                <a:lnTo>
                  <a:pt x="1104562" y="69168"/>
                </a:lnTo>
                <a:lnTo>
                  <a:pt x="1117516" y="89104"/>
                </a:lnTo>
                <a:cubicBezTo>
                  <a:pt x="1118085" y="89958"/>
                  <a:pt x="1118369" y="90813"/>
                  <a:pt x="1118369" y="91667"/>
                </a:cubicBezTo>
                <a:cubicBezTo>
                  <a:pt x="1118369" y="94230"/>
                  <a:pt x="1117372" y="94799"/>
                  <a:pt x="1112676" y="95083"/>
                </a:cubicBezTo>
                <a:lnTo>
                  <a:pt x="1112676" y="97218"/>
                </a:lnTo>
                <a:close/>
                <a:moveTo>
                  <a:pt x="1180571" y="33137"/>
                </a:moveTo>
                <a:lnTo>
                  <a:pt x="1166195" y="33137"/>
                </a:lnTo>
                <a:lnTo>
                  <a:pt x="1166195" y="16626"/>
                </a:lnTo>
                <a:cubicBezTo>
                  <a:pt x="1166195" y="15204"/>
                  <a:pt x="1166054" y="14776"/>
                  <a:pt x="1165198" y="14776"/>
                </a:cubicBezTo>
                <a:cubicBezTo>
                  <a:pt x="1164204" y="16057"/>
                  <a:pt x="1163348" y="17339"/>
                  <a:pt x="1162353" y="18761"/>
                </a:cubicBezTo>
                <a:cubicBezTo>
                  <a:pt x="1156943" y="26591"/>
                  <a:pt x="1150822" y="33424"/>
                  <a:pt x="1148546" y="33993"/>
                </a:cubicBezTo>
                <a:cubicBezTo>
                  <a:pt x="1146980" y="34988"/>
                  <a:pt x="1146124" y="35985"/>
                  <a:pt x="1146124" y="36697"/>
                </a:cubicBezTo>
                <a:cubicBezTo>
                  <a:pt x="1146124" y="37125"/>
                  <a:pt x="1146268" y="37410"/>
                  <a:pt x="1146696" y="37694"/>
                </a:cubicBezTo>
                <a:lnTo>
                  <a:pt x="1154239" y="37694"/>
                </a:lnTo>
                <a:lnTo>
                  <a:pt x="1154239" y="80534"/>
                </a:lnTo>
                <a:cubicBezTo>
                  <a:pt x="1154239" y="92488"/>
                  <a:pt x="1158509" y="98609"/>
                  <a:pt x="1166908" y="98609"/>
                </a:cubicBezTo>
                <a:cubicBezTo>
                  <a:pt x="1173882" y="98609"/>
                  <a:pt x="1179290" y="95194"/>
                  <a:pt x="1183988" y="87792"/>
                </a:cubicBezTo>
                <a:lnTo>
                  <a:pt x="1182137" y="86226"/>
                </a:lnTo>
                <a:cubicBezTo>
                  <a:pt x="1179149" y="89784"/>
                  <a:pt x="1176729" y="91209"/>
                  <a:pt x="1173597" y="91209"/>
                </a:cubicBezTo>
                <a:cubicBezTo>
                  <a:pt x="1168330" y="91209"/>
                  <a:pt x="1166195" y="87364"/>
                  <a:pt x="1166195" y="78399"/>
                </a:cubicBezTo>
                <a:lnTo>
                  <a:pt x="1166195" y="37694"/>
                </a:lnTo>
                <a:lnTo>
                  <a:pt x="1180571" y="37694"/>
                </a:lnTo>
                <a:lnTo>
                  <a:pt x="1180571" y="33137"/>
                </a:lnTo>
                <a:close/>
                <a:moveTo>
                  <a:pt x="1252026" y="90075"/>
                </a:moveTo>
                <a:lnTo>
                  <a:pt x="1251316" y="90075"/>
                </a:lnTo>
                <a:cubicBezTo>
                  <a:pt x="1244768" y="90075"/>
                  <a:pt x="1243202" y="88509"/>
                  <a:pt x="1243202" y="81961"/>
                </a:cubicBezTo>
                <a:lnTo>
                  <a:pt x="1243202" y="33137"/>
                </a:lnTo>
                <a:lnTo>
                  <a:pt x="1220711" y="33137"/>
                </a:lnTo>
                <a:lnTo>
                  <a:pt x="1220711" y="35559"/>
                </a:lnTo>
                <a:cubicBezTo>
                  <a:pt x="1229538" y="35985"/>
                  <a:pt x="1231245" y="37410"/>
                  <a:pt x="1231245" y="44525"/>
                </a:cubicBezTo>
                <a:lnTo>
                  <a:pt x="1231245" y="77971"/>
                </a:lnTo>
                <a:cubicBezTo>
                  <a:pt x="1231245" y="81956"/>
                  <a:pt x="1230533" y="83950"/>
                  <a:pt x="1228541" y="85514"/>
                </a:cubicBezTo>
                <a:cubicBezTo>
                  <a:pt x="1224697" y="88646"/>
                  <a:pt x="1220285" y="90353"/>
                  <a:pt x="1216015" y="90353"/>
                </a:cubicBezTo>
                <a:cubicBezTo>
                  <a:pt x="1210464" y="90353"/>
                  <a:pt x="1205909" y="85514"/>
                  <a:pt x="1205909" y="79537"/>
                </a:cubicBezTo>
                <a:lnTo>
                  <a:pt x="1205909" y="33137"/>
                </a:lnTo>
                <a:lnTo>
                  <a:pt x="1185126" y="33137"/>
                </a:lnTo>
                <a:lnTo>
                  <a:pt x="1185126" y="35131"/>
                </a:lnTo>
                <a:cubicBezTo>
                  <a:pt x="1191959" y="35559"/>
                  <a:pt x="1193953" y="37694"/>
                  <a:pt x="1193953" y="44240"/>
                </a:cubicBezTo>
                <a:lnTo>
                  <a:pt x="1193953" y="80106"/>
                </a:lnTo>
                <a:cubicBezTo>
                  <a:pt x="1193953" y="91350"/>
                  <a:pt x="1200784" y="98609"/>
                  <a:pt x="1211174" y="98609"/>
                </a:cubicBezTo>
                <a:cubicBezTo>
                  <a:pt x="1216441" y="98609"/>
                  <a:pt x="1221993" y="96332"/>
                  <a:pt x="1225837" y="92488"/>
                </a:cubicBezTo>
                <a:lnTo>
                  <a:pt x="1231958" y="86370"/>
                </a:lnTo>
                <a:lnTo>
                  <a:pt x="1231958" y="98183"/>
                </a:lnTo>
                <a:lnTo>
                  <a:pt x="1232527" y="98470"/>
                </a:lnTo>
                <a:cubicBezTo>
                  <a:pt x="1239644" y="95624"/>
                  <a:pt x="1244768" y="94058"/>
                  <a:pt x="1252026" y="92064"/>
                </a:cubicBezTo>
                <a:lnTo>
                  <a:pt x="1252026" y="90075"/>
                </a:lnTo>
                <a:close/>
                <a:moveTo>
                  <a:pt x="1317929" y="87794"/>
                </a:moveTo>
                <a:cubicBezTo>
                  <a:pt x="1315510" y="89784"/>
                  <a:pt x="1313803" y="90496"/>
                  <a:pt x="1311668" y="90496"/>
                </a:cubicBezTo>
                <a:cubicBezTo>
                  <a:pt x="1308395" y="90496"/>
                  <a:pt x="1307398" y="88505"/>
                  <a:pt x="1307398" y="82247"/>
                </a:cubicBezTo>
                <a:lnTo>
                  <a:pt x="1307398" y="54509"/>
                </a:lnTo>
                <a:cubicBezTo>
                  <a:pt x="1307398" y="47112"/>
                  <a:pt x="1306685" y="42987"/>
                  <a:pt x="1304550" y="39573"/>
                </a:cubicBezTo>
                <a:cubicBezTo>
                  <a:pt x="1301418" y="34454"/>
                  <a:pt x="1295298" y="31747"/>
                  <a:pt x="1286901" y="31747"/>
                </a:cubicBezTo>
                <a:cubicBezTo>
                  <a:pt x="1273520" y="31747"/>
                  <a:pt x="1262988" y="38719"/>
                  <a:pt x="1262988" y="47681"/>
                </a:cubicBezTo>
                <a:cubicBezTo>
                  <a:pt x="1262988" y="50954"/>
                  <a:pt x="1265833" y="53797"/>
                  <a:pt x="1269108" y="53797"/>
                </a:cubicBezTo>
                <a:cubicBezTo>
                  <a:pt x="1272523" y="53797"/>
                  <a:pt x="1275513" y="50954"/>
                  <a:pt x="1275513" y="47824"/>
                </a:cubicBezTo>
                <a:cubicBezTo>
                  <a:pt x="1275513" y="47255"/>
                  <a:pt x="1275370" y="46543"/>
                  <a:pt x="1275229" y="45548"/>
                </a:cubicBezTo>
                <a:cubicBezTo>
                  <a:pt x="1274944" y="44269"/>
                  <a:pt x="1274801" y="43131"/>
                  <a:pt x="1274801" y="42134"/>
                </a:cubicBezTo>
                <a:cubicBezTo>
                  <a:pt x="1274801" y="38294"/>
                  <a:pt x="1279356" y="35164"/>
                  <a:pt x="1285050" y="35164"/>
                </a:cubicBezTo>
                <a:cubicBezTo>
                  <a:pt x="1292025" y="35164"/>
                  <a:pt x="1295867" y="39288"/>
                  <a:pt x="1295867" y="46971"/>
                </a:cubicBezTo>
                <a:lnTo>
                  <a:pt x="1295867" y="55647"/>
                </a:lnTo>
                <a:cubicBezTo>
                  <a:pt x="1273947" y="64466"/>
                  <a:pt x="1271528" y="65604"/>
                  <a:pt x="1265407" y="71010"/>
                </a:cubicBezTo>
                <a:cubicBezTo>
                  <a:pt x="1262275" y="73855"/>
                  <a:pt x="1260282" y="78690"/>
                  <a:pt x="1260282" y="83383"/>
                </a:cubicBezTo>
                <a:cubicBezTo>
                  <a:pt x="1260282" y="92347"/>
                  <a:pt x="1266545" y="98609"/>
                  <a:pt x="1275229" y="98609"/>
                </a:cubicBezTo>
                <a:cubicBezTo>
                  <a:pt x="1281491" y="98609"/>
                  <a:pt x="1287327" y="95620"/>
                  <a:pt x="1296010" y="88218"/>
                </a:cubicBezTo>
                <a:cubicBezTo>
                  <a:pt x="1296722" y="95620"/>
                  <a:pt x="1299283" y="98609"/>
                  <a:pt x="1305119" y="98609"/>
                </a:cubicBezTo>
                <a:cubicBezTo>
                  <a:pt x="1309958" y="98609"/>
                  <a:pt x="1312949" y="96901"/>
                  <a:pt x="1317929" y="91493"/>
                </a:cubicBezTo>
                <a:lnTo>
                  <a:pt x="1317929" y="87794"/>
                </a:lnTo>
                <a:moveTo>
                  <a:pt x="1295867" y="79678"/>
                </a:moveTo>
                <a:cubicBezTo>
                  <a:pt x="1295867" y="84091"/>
                  <a:pt x="1295157" y="85373"/>
                  <a:pt x="1292166" y="87080"/>
                </a:cubicBezTo>
                <a:cubicBezTo>
                  <a:pt x="1288751" y="89074"/>
                  <a:pt x="1284766" y="90353"/>
                  <a:pt x="1281775" y="90353"/>
                </a:cubicBezTo>
                <a:cubicBezTo>
                  <a:pt x="1276795" y="90353"/>
                  <a:pt x="1272809" y="85514"/>
                  <a:pt x="1272809" y="79393"/>
                </a:cubicBezTo>
                <a:lnTo>
                  <a:pt x="1272809" y="78824"/>
                </a:lnTo>
                <a:cubicBezTo>
                  <a:pt x="1272809" y="70425"/>
                  <a:pt x="1278643" y="65302"/>
                  <a:pt x="1295867" y="59038"/>
                </a:cubicBezTo>
                <a:lnTo>
                  <a:pt x="1295867" y="79678"/>
                </a:lnTo>
                <a:close/>
                <a:moveTo>
                  <a:pt x="1320920" y="8540"/>
                </a:moveTo>
                <a:lnTo>
                  <a:pt x="1321774" y="8540"/>
                </a:lnTo>
                <a:cubicBezTo>
                  <a:pt x="1323340" y="8399"/>
                  <a:pt x="1325047" y="8256"/>
                  <a:pt x="1326187" y="8256"/>
                </a:cubicBezTo>
                <a:cubicBezTo>
                  <a:pt x="1330742" y="8256"/>
                  <a:pt x="1332164" y="10249"/>
                  <a:pt x="1332164" y="16939"/>
                </a:cubicBezTo>
                <a:lnTo>
                  <a:pt x="1332164" y="84836"/>
                </a:lnTo>
                <a:cubicBezTo>
                  <a:pt x="1332164" y="92523"/>
                  <a:pt x="1330173" y="94373"/>
                  <a:pt x="1321205" y="95083"/>
                </a:cubicBezTo>
                <a:lnTo>
                  <a:pt x="1321205" y="97218"/>
                </a:lnTo>
                <a:lnTo>
                  <a:pt x="1354796" y="97218"/>
                </a:lnTo>
                <a:lnTo>
                  <a:pt x="1354796" y="95083"/>
                </a:lnTo>
                <a:cubicBezTo>
                  <a:pt x="1345830" y="94514"/>
                  <a:pt x="1344121" y="93092"/>
                  <a:pt x="1344121" y="85262"/>
                </a:cubicBezTo>
                <a:lnTo>
                  <a:pt x="1344121" y="285"/>
                </a:lnTo>
                <a:lnTo>
                  <a:pt x="1343552" y="0"/>
                </a:lnTo>
                <a:cubicBezTo>
                  <a:pt x="1336150" y="2420"/>
                  <a:pt x="1330742" y="3844"/>
                  <a:pt x="1320920" y="6264"/>
                </a:cubicBezTo>
                <a:lnTo>
                  <a:pt x="1320920" y="8540"/>
                </a:lnTo>
                <a:close/>
                <a:moveTo>
                  <a:pt x="1456570" y="98609"/>
                </a:moveTo>
                <a:lnTo>
                  <a:pt x="1477495" y="91209"/>
                </a:lnTo>
                <a:lnTo>
                  <a:pt x="1477495" y="88933"/>
                </a:lnTo>
                <a:cubicBezTo>
                  <a:pt x="1474932" y="89074"/>
                  <a:pt x="1474647" y="89074"/>
                  <a:pt x="1474219" y="89074"/>
                </a:cubicBezTo>
                <a:cubicBezTo>
                  <a:pt x="1469096" y="89074"/>
                  <a:pt x="1467958" y="87510"/>
                  <a:pt x="1467958" y="80966"/>
                </a:cubicBezTo>
                <a:lnTo>
                  <a:pt x="1467958" y="291"/>
                </a:lnTo>
                <a:lnTo>
                  <a:pt x="1467245" y="7"/>
                </a:lnTo>
                <a:cubicBezTo>
                  <a:pt x="1460412" y="2426"/>
                  <a:pt x="1455432" y="3849"/>
                  <a:pt x="1446321" y="6270"/>
                </a:cubicBezTo>
                <a:lnTo>
                  <a:pt x="1446321" y="8547"/>
                </a:lnTo>
                <a:cubicBezTo>
                  <a:pt x="1447461" y="8405"/>
                  <a:pt x="1448315" y="8405"/>
                  <a:pt x="1449453" y="8405"/>
                </a:cubicBezTo>
                <a:cubicBezTo>
                  <a:pt x="1454720" y="8405"/>
                  <a:pt x="1456001" y="9828"/>
                  <a:pt x="1456001" y="15664"/>
                </a:cubicBezTo>
                <a:lnTo>
                  <a:pt x="1456001" y="37868"/>
                </a:lnTo>
                <a:cubicBezTo>
                  <a:pt x="1450591" y="33313"/>
                  <a:pt x="1446749" y="31747"/>
                  <a:pt x="1441054" y="31747"/>
                </a:cubicBezTo>
                <a:cubicBezTo>
                  <a:pt x="1424686" y="31747"/>
                  <a:pt x="1411448" y="47824"/>
                  <a:pt x="1411448" y="68023"/>
                </a:cubicBezTo>
                <a:cubicBezTo>
                  <a:pt x="1411448" y="86228"/>
                  <a:pt x="1422123" y="98609"/>
                  <a:pt x="1437781" y="98609"/>
                </a:cubicBezTo>
                <a:cubicBezTo>
                  <a:pt x="1445752" y="98609"/>
                  <a:pt x="1451162" y="95763"/>
                  <a:pt x="1456001" y="89074"/>
                </a:cubicBezTo>
                <a:lnTo>
                  <a:pt x="1456001" y="98183"/>
                </a:lnTo>
                <a:lnTo>
                  <a:pt x="1456570" y="98609"/>
                </a:lnTo>
                <a:moveTo>
                  <a:pt x="1456001" y="82673"/>
                </a:moveTo>
                <a:cubicBezTo>
                  <a:pt x="1456001" y="83670"/>
                  <a:pt x="1455004" y="85377"/>
                  <a:pt x="1453582" y="86941"/>
                </a:cubicBezTo>
                <a:cubicBezTo>
                  <a:pt x="1451019" y="89786"/>
                  <a:pt x="1447461" y="91209"/>
                  <a:pt x="1443332" y="91209"/>
                </a:cubicBezTo>
                <a:cubicBezTo>
                  <a:pt x="1431519" y="91209"/>
                  <a:pt x="1423689" y="79828"/>
                  <a:pt x="1423689" y="62333"/>
                </a:cubicBezTo>
                <a:cubicBezTo>
                  <a:pt x="1423689" y="46260"/>
                  <a:pt x="1430663" y="35735"/>
                  <a:pt x="1441482" y="35735"/>
                </a:cubicBezTo>
                <a:cubicBezTo>
                  <a:pt x="1449027" y="35735"/>
                  <a:pt x="1456001" y="42418"/>
                  <a:pt x="1456001" y="49957"/>
                </a:cubicBezTo>
                <a:lnTo>
                  <a:pt x="1456001" y="82673"/>
                </a:lnTo>
                <a:close/>
                <a:moveTo>
                  <a:pt x="1536850" y="73835"/>
                </a:moveTo>
                <a:cubicBezTo>
                  <a:pt x="1530019" y="84658"/>
                  <a:pt x="1523896" y="88789"/>
                  <a:pt x="1514787" y="88789"/>
                </a:cubicBezTo>
                <a:cubicBezTo>
                  <a:pt x="1506675" y="88789"/>
                  <a:pt x="1500554" y="84658"/>
                  <a:pt x="1496425" y="76542"/>
                </a:cubicBezTo>
                <a:cubicBezTo>
                  <a:pt x="1493863" y="71129"/>
                  <a:pt x="1492868" y="66429"/>
                  <a:pt x="1492583" y="57741"/>
                </a:cubicBezTo>
                <a:lnTo>
                  <a:pt x="1536424" y="57741"/>
                </a:lnTo>
                <a:cubicBezTo>
                  <a:pt x="1535284" y="48506"/>
                  <a:pt x="1533861" y="44392"/>
                  <a:pt x="1530303" y="39853"/>
                </a:cubicBezTo>
                <a:cubicBezTo>
                  <a:pt x="1526031" y="34738"/>
                  <a:pt x="1519485" y="31747"/>
                  <a:pt x="1512083" y="31747"/>
                </a:cubicBezTo>
                <a:cubicBezTo>
                  <a:pt x="1504965" y="31747"/>
                  <a:pt x="1498276" y="34310"/>
                  <a:pt x="1492868" y="39143"/>
                </a:cubicBezTo>
                <a:cubicBezTo>
                  <a:pt x="1486176" y="44959"/>
                  <a:pt x="1482334" y="55037"/>
                  <a:pt x="1482334" y="66713"/>
                </a:cubicBezTo>
                <a:cubicBezTo>
                  <a:pt x="1482334" y="86367"/>
                  <a:pt x="1492583" y="98609"/>
                  <a:pt x="1508951" y="98609"/>
                </a:cubicBezTo>
                <a:cubicBezTo>
                  <a:pt x="1522474" y="98609"/>
                  <a:pt x="1533149" y="90212"/>
                  <a:pt x="1539128" y="74832"/>
                </a:cubicBezTo>
                <a:lnTo>
                  <a:pt x="1536850" y="73835"/>
                </a:lnTo>
                <a:moveTo>
                  <a:pt x="1492868" y="53187"/>
                </a:moveTo>
                <a:cubicBezTo>
                  <a:pt x="1494432" y="42123"/>
                  <a:pt x="1499273" y="36873"/>
                  <a:pt x="1507954" y="36873"/>
                </a:cubicBezTo>
                <a:cubicBezTo>
                  <a:pt x="1516638" y="36873"/>
                  <a:pt x="1520054" y="40846"/>
                  <a:pt x="1521905" y="53187"/>
                </a:cubicBezTo>
                <a:lnTo>
                  <a:pt x="1492868" y="53187"/>
                </a:lnTo>
                <a:close/>
                <a:moveTo>
                  <a:pt x="1586811" y="52496"/>
                </a:moveTo>
                <a:lnTo>
                  <a:pt x="1586242" y="33137"/>
                </a:lnTo>
                <a:lnTo>
                  <a:pt x="1584676" y="33137"/>
                </a:lnTo>
                <a:lnTo>
                  <a:pt x="1584391" y="33424"/>
                </a:lnTo>
                <a:cubicBezTo>
                  <a:pt x="1583110" y="34419"/>
                  <a:pt x="1582969" y="34562"/>
                  <a:pt x="1582400" y="34562"/>
                </a:cubicBezTo>
                <a:cubicBezTo>
                  <a:pt x="1581546" y="34562"/>
                  <a:pt x="1580121" y="34278"/>
                  <a:pt x="1578555" y="33565"/>
                </a:cubicBezTo>
                <a:cubicBezTo>
                  <a:pt x="1575423" y="32458"/>
                  <a:pt x="1572294" y="31886"/>
                  <a:pt x="1568593" y="31886"/>
                </a:cubicBezTo>
                <a:cubicBezTo>
                  <a:pt x="1557346" y="31886"/>
                  <a:pt x="1549234" y="39145"/>
                  <a:pt x="1549234" y="49388"/>
                </a:cubicBezTo>
                <a:cubicBezTo>
                  <a:pt x="1549234" y="57352"/>
                  <a:pt x="1553789" y="63043"/>
                  <a:pt x="1565889" y="69872"/>
                </a:cubicBezTo>
                <a:lnTo>
                  <a:pt x="1574144" y="74567"/>
                </a:lnTo>
                <a:cubicBezTo>
                  <a:pt x="1579124" y="77412"/>
                  <a:pt x="1581546" y="80827"/>
                  <a:pt x="1581546" y="85236"/>
                </a:cubicBezTo>
                <a:cubicBezTo>
                  <a:pt x="1581546" y="91495"/>
                  <a:pt x="1576989" y="95479"/>
                  <a:pt x="1569731" y="95479"/>
                </a:cubicBezTo>
                <a:cubicBezTo>
                  <a:pt x="1564892" y="95479"/>
                  <a:pt x="1560478" y="93628"/>
                  <a:pt x="1557774" y="90498"/>
                </a:cubicBezTo>
                <a:cubicBezTo>
                  <a:pt x="1554786" y="86943"/>
                  <a:pt x="1553504" y="83670"/>
                  <a:pt x="1551654" y="75562"/>
                </a:cubicBezTo>
                <a:lnTo>
                  <a:pt x="1549375" y="75562"/>
                </a:lnTo>
                <a:lnTo>
                  <a:pt x="1549375" y="97755"/>
                </a:lnTo>
                <a:lnTo>
                  <a:pt x="1551226" y="97755"/>
                </a:lnTo>
                <a:cubicBezTo>
                  <a:pt x="1552223" y="96332"/>
                  <a:pt x="1552792" y="96048"/>
                  <a:pt x="1554501" y="96048"/>
                </a:cubicBezTo>
                <a:cubicBezTo>
                  <a:pt x="1555783" y="96080"/>
                  <a:pt x="1557774" y="96365"/>
                  <a:pt x="1561047" y="97218"/>
                </a:cubicBezTo>
                <a:cubicBezTo>
                  <a:pt x="1565033" y="98039"/>
                  <a:pt x="1568877" y="98609"/>
                  <a:pt x="1571438" y="98609"/>
                </a:cubicBezTo>
                <a:cubicBezTo>
                  <a:pt x="1582400" y="98609"/>
                  <a:pt x="1591509" y="90357"/>
                  <a:pt x="1591509" y="80399"/>
                </a:cubicBezTo>
                <a:cubicBezTo>
                  <a:pt x="1591509" y="73286"/>
                  <a:pt x="1588092" y="68592"/>
                  <a:pt x="1579552" y="63471"/>
                </a:cubicBezTo>
                <a:lnTo>
                  <a:pt x="1564179" y="54366"/>
                </a:lnTo>
                <a:cubicBezTo>
                  <a:pt x="1560194" y="52090"/>
                  <a:pt x="1558059" y="48534"/>
                  <a:pt x="1558059" y="44692"/>
                </a:cubicBezTo>
                <a:cubicBezTo>
                  <a:pt x="1558059" y="39002"/>
                  <a:pt x="1562472" y="35018"/>
                  <a:pt x="1569018" y="35018"/>
                </a:cubicBezTo>
                <a:cubicBezTo>
                  <a:pt x="1577133" y="35018"/>
                  <a:pt x="1581403" y="39855"/>
                  <a:pt x="1584676" y="52518"/>
                </a:cubicBezTo>
                <a:lnTo>
                  <a:pt x="1586811" y="52496"/>
                </a:lnTo>
                <a:close/>
                <a:moveTo>
                  <a:pt x="1653997" y="74991"/>
                </a:moveTo>
                <a:cubicBezTo>
                  <a:pt x="1647164" y="84947"/>
                  <a:pt x="1642040" y="88361"/>
                  <a:pt x="1633926" y="88361"/>
                </a:cubicBezTo>
                <a:cubicBezTo>
                  <a:pt x="1620973" y="88361"/>
                  <a:pt x="1611863" y="76982"/>
                  <a:pt x="1611863" y="60626"/>
                </a:cubicBezTo>
                <a:cubicBezTo>
                  <a:pt x="1611863" y="45976"/>
                  <a:pt x="1619693" y="35876"/>
                  <a:pt x="1631222" y="35876"/>
                </a:cubicBezTo>
                <a:cubicBezTo>
                  <a:pt x="1636346" y="35876"/>
                  <a:pt x="1638196" y="37440"/>
                  <a:pt x="1639621" y="42703"/>
                </a:cubicBezTo>
                <a:lnTo>
                  <a:pt x="1640474" y="45832"/>
                </a:lnTo>
                <a:cubicBezTo>
                  <a:pt x="1641613" y="49816"/>
                  <a:pt x="1644175" y="52376"/>
                  <a:pt x="1647164" y="52376"/>
                </a:cubicBezTo>
                <a:cubicBezTo>
                  <a:pt x="1650865" y="52376"/>
                  <a:pt x="1653997" y="49672"/>
                  <a:pt x="1653997" y="46401"/>
                </a:cubicBezTo>
                <a:cubicBezTo>
                  <a:pt x="1653997" y="38437"/>
                  <a:pt x="1644032" y="31747"/>
                  <a:pt x="1632076" y="31747"/>
                </a:cubicBezTo>
                <a:cubicBezTo>
                  <a:pt x="1625101" y="31747"/>
                  <a:pt x="1617843" y="34595"/>
                  <a:pt x="1612007" y="39716"/>
                </a:cubicBezTo>
                <a:cubicBezTo>
                  <a:pt x="1604889" y="45976"/>
                  <a:pt x="1600904" y="55647"/>
                  <a:pt x="1600904" y="66883"/>
                </a:cubicBezTo>
                <a:cubicBezTo>
                  <a:pt x="1600904" y="85375"/>
                  <a:pt x="1612148" y="98609"/>
                  <a:pt x="1627949" y="98609"/>
                </a:cubicBezTo>
                <a:cubicBezTo>
                  <a:pt x="1634354" y="98609"/>
                  <a:pt x="1640047" y="96332"/>
                  <a:pt x="1645172" y="91919"/>
                </a:cubicBezTo>
                <a:cubicBezTo>
                  <a:pt x="1649015" y="88502"/>
                  <a:pt x="1651719" y="84662"/>
                  <a:pt x="1655989" y="76270"/>
                </a:cubicBezTo>
                <a:lnTo>
                  <a:pt x="1653997" y="74991"/>
                </a:lnTo>
                <a:close/>
                <a:moveTo>
                  <a:pt x="1661540" y="41712"/>
                </a:moveTo>
                <a:cubicBezTo>
                  <a:pt x="1663534" y="41284"/>
                  <a:pt x="1664816" y="41141"/>
                  <a:pt x="1666523" y="41141"/>
                </a:cubicBezTo>
                <a:cubicBezTo>
                  <a:pt x="1670080" y="41141"/>
                  <a:pt x="1671362" y="43419"/>
                  <a:pt x="1671362" y="49681"/>
                </a:cubicBezTo>
                <a:lnTo>
                  <a:pt x="1671362" y="85264"/>
                </a:lnTo>
                <a:cubicBezTo>
                  <a:pt x="1671362" y="92379"/>
                  <a:pt x="1670365" y="93376"/>
                  <a:pt x="1661256" y="95083"/>
                </a:cubicBezTo>
                <a:lnTo>
                  <a:pt x="1661256" y="97218"/>
                </a:lnTo>
                <a:lnTo>
                  <a:pt x="1695418" y="97218"/>
                </a:lnTo>
                <a:lnTo>
                  <a:pt x="1695418" y="95083"/>
                </a:lnTo>
                <a:cubicBezTo>
                  <a:pt x="1685738" y="94658"/>
                  <a:pt x="1683318" y="92523"/>
                  <a:pt x="1683318" y="84411"/>
                </a:cubicBezTo>
                <a:lnTo>
                  <a:pt x="1683318" y="52385"/>
                </a:lnTo>
                <a:cubicBezTo>
                  <a:pt x="1683318" y="47831"/>
                  <a:pt x="1689439" y="40715"/>
                  <a:pt x="1693283" y="40715"/>
                </a:cubicBezTo>
                <a:cubicBezTo>
                  <a:pt x="1694137" y="40715"/>
                  <a:pt x="1695418" y="41428"/>
                  <a:pt x="1696984" y="42850"/>
                </a:cubicBezTo>
                <a:cubicBezTo>
                  <a:pt x="1699260" y="44842"/>
                  <a:pt x="1700826" y="45696"/>
                  <a:pt x="1702677" y="45696"/>
                </a:cubicBezTo>
                <a:cubicBezTo>
                  <a:pt x="1706093" y="45696"/>
                  <a:pt x="1708228" y="43276"/>
                  <a:pt x="1708228" y="39293"/>
                </a:cubicBezTo>
                <a:cubicBezTo>
                  <a:pt x="1708228" y="34595"/>
                  <a:pt x="1705240" y="31747"/>
                  <a:pt x="1700401" y="31747"/>
                </a:cubicBezTo>
                <a:cubicBezTo>
                  <a:pt x="1694421" y="31747"/>
                  <a:pt x="1690295" y="35023"/>
                  <a:pt x="1683318" y="45127"/>
                </a:cubicBezTo>
                <a:lnTo>
                  <a:pt x="1683318" y="32034"/>
                </a:lnTo>
                <a:lnTo>
                  <a:pt x="1682608" y="31747"/>
                </a:lnTo>
                <a:cubicBezTo>
                  <a:pt x="1675063" y="34879"/>
                  <a:pt x="1669939" y="36730"/>
                  <a:pt x="1661540" y="39434"/>
                </a:cubicBezTo>
                <a:lnTo>
                  <a:pt x="1661540" y="41712"/>
                </a:lnTo>
                <a:close/>
                <a:moveTo>
                  <a:pt x="1732853" y="31747"/>
                </a:moveTo>
                <a:lnTo>
                  <a:pt x="1710790" y="39532"/>
                </a:lnTo>
                <a:lnTo>
                  <a:pt x="1710790" y="41669"/>
                </a:lnTo>
                <a:lnTo>
                  <a:pt x="1711930" y="41525"/>
                </a:lnTo>
                <a:cubicBezTo>
                  <a:pt x="1713637" y="41241"/>
                  <a:pt x="1715488" y="41098"/>
                  <a:pt x="1716769" y="41098"/>
                </a:cubicBezTo>
                <a:cubicBezTo>
                  <a:pt x="1720186" y="41098"/>
                  <a:pt x="1721465" y="43376"/>
                  <a:pt x="1721465" y="49644"/>
                </a:cubicBezTo>
                <a:lnTo>
                  <a:pt x="1721465" y="82693"/>
                </a:lnTo>
                <a:cubicBezTo>
                  <a:pt x="1721465" y="92948"/>
                  <a:pt x="1720043" y="94514"/>
                  <a:pt x="1710221" y="95083"/>
                </a:cubicBezTo>
                <a:lnTo>
                  <a:pt x="1710221" y="97218"/>
                </a:lnTo>
                <a:lnTo>
                  <a:pt x="1743956" y="97218"/>
                </a:lnTo>
                <a:lnTo>
                  <a:pt x="1743956" y="95083"/>
                </a:lnTo>
                <a:cubicBezTo>
                  <a:pt x="1734562" y="94373"/>
                  <a:pt x="1733422" y="92948"/>
                  <a:pt x="1733422" y="82693"/>
                </a:cubicBezTo>
                <a:lnTo>
                  <a:pt x="1733422" y="32175"/>
                </a:lnTo>
                <a:lnTo>
                  <a:pt x="1732853" y="31747"/>
                </a:lnTo>
                <a:moveTo>
                  <a:pt x="1726163" y="54"/>
                </a:moveTo>
                <a:cubicBezTo>
                  <a:pt x="1722321" y="54"/>
                  <a:pt x="1719046" y="3330"/>
                  <a:pt x="1719046" y="7315"/>
                </a:cubicBezTo>
                <a:cubicBezTo>
                  <a:pt x="1719046" y="11301"/>
                  <a:pt x="1722178" y="14574"/>
                  <a:pt x="1726163" y="14574"/>
                </a:cubicBezTo>
                <a:cubicBezTo>
                  <a:pt x="1730292" y="14574"/>
                  <a:pt x="1733565" y="11442"/>
                  <a:pt x="1733565" y="7315"/>
                </a:cubicBezTo>
                <a:cubicBezTo>
                  <a:pt x="1733565" y="3330"/>
                  <a:pt x="1730292" y="54"/>
                  <a:pt x="1726163" y="54"/>
                </a:cubicBezTo>
                <a:close/>
                <a:moveTo>
                  <a:pt x="1748794" y="41250"/>
                </a:moveTo>
                <a:cubicBezTo>
                  <a:pt x="1750076" y="41108"/>
                  <a:pt x="1751073" y="41108"/>
                  <a:pt x="1752354" y="41108"/>
                </a:cubicBezTo>
                <a:cubicBezTo>
                  <a:pt x="1757193" y="41108"/>
                  <a:pt x="1758190" y="42531"/>
                  <a:pt x="1758190" y="49221"/>
                </a:cubicBezTo>
                <a:lnTo>
                  <a:pt x="1758190" y="115836"/>
                </a:lnTo>
                <a:cubicBezTo>
                  <a:pt x="1758190" y="123238"/>
                  <a:pt x="1756624" y="124804"/>
                  <a:pt x="1748225" y="125658"/>
                </a:cubicBezTo>
                <a:lnTo>
                  <a:pt x="1748225" y="128077"/>
                </a:lnTo>
                <a:lnTo>
                  <a:pt x="1782672" y="128077"/>
                </a:lnTo>
                <a:lnTo>
                  <a:pt x="1782672" y="125517"/>
                </a:lnTo>
                <a:cubicBezTo>
                  <a:pt x="1771997" y="125373"/>
                  <a:pt x="1770147" y="123807"/>
                  <a:pt x="1770147" y="114839"/>
                </a:cubicBezTo>
                <a:lnTo>
                  <a:pt x="1770147" y="92490"/>
                </a:lnTo>
                <a:cubicBezTo>
                  <a:pt x="1775129" y="97186"/>
                  <a:pt x="1778544" y="98609"/>
                  <a:pt x="1784523" y="98609"/>
                </a:cubicBezTo>
                <a:cubicBezTo>
                  <a:pt x="1801319" y="98609"/>
                  <a:pt x="1814413" y="82675"/>
                  <a:pt x="1814413" y="62050"/>
                </a:cubicBezTo>
                <a:cubicBezTo>
                  <a:pt x="1814413" y="44414"/>
                  <a:pt x="1804451" y="31747"/>
                  <a:pt x="1790644" y="31747"/>
                </a:cubicBezTo>
                <a:cubicBezTo>
                  <a:pt x="1782672" y="31747"/>
                  <a:pt x="1776409" y="35307"/>
                  <a:pt x="1770147" y="42991"/>
                </a:cubicBezTo>
                <a:lnTo>
                  <a:pt x="1770147" y="32034"/>
                </a:lnTo>
                <a:lnTo>
                  <a:pt x="1769293" y="31747"/>
                </a:lnTo>
                <a:cubicBezTo>
                  <a:pt x="1761607" y="34738"/>
                  <a:pt x="1756624" y="36589"/>
                  <a:pt x="1748794" y="39008"/>
                </a:cubicBezTo>
                <a:lnTo>
                  <a:pt x="1748794" y="41250"/>
                </a:lnTo>
                <a:moveTo>
                  <a:pt x="1770147" y="49677"/>
                </a:moveTo>
                <a:cubicBezTo>
                  <a:pt x="1770147" y="45409"/>
                  <a:pt x="1778118" y="40290"/>
                  <a:pt x="1784664" y="40290"/>
                </a:cubicBezTo>
                <a:cubicBezTo>
                  <a:pt x="1795198" y="40290"/>
                  <a:pt x="1802172" y="51099"/>
                  <a:pt x="1802172" y="67600"/>
                </a:cubicBezTo>
                <a:cubicBezTo>
                  <a:pt x="1802172" y="83388"/>
                  <a:pt x="1795198" y="94054"/>
                  <a:pt x="1784951" y="94054"/>
                </a:cubicBezTo>
                <a:cubicBezTo>
                  <a:pt x="1778259" y="94054"/>
                  <a:pt x="1770147" y="88935"/>
                  <a:pt x="1770147" y="84667"/>
                </a:cubicBezTo>
                <a:lnTo>
                  <a:pt x="1770147" y="49677"/>
                </a:lnTo>
                <a:close/>
                <a:moveTo>
                  <a:pt x="1854981" y="33137"/>
                </a:moveTo>
                <a:lnTo>
                  <a:pt x="1840605" y="33137"/>
                </a:lnTo>
                <a:lnTo>
                  <a:pt x="1840605" y="16626"/>
                </a:lnTo>
                <a:cubicBezTo>
                  <a:pt x="1840605" y="15204"/>
                  <a:pt x="1840464" y="14776"/>
                  <a:pt x="1839608" y="14776"/>
                </a:cubicBezTo>
                <a:cubicBezTo>
                  <a:pt x="1838613" y="16057"/>
                  <a:pt x="1837757" y="17339"/>
                  <a:pt x="1836763" y="18761"/>
                </a:cubicBezTo>
                <a:cubicBezTo>
                  <a:pt x="1831352" y="26591"/>
                  <a:pt x="1825232" y="33424"/>
                  <a:pt x="1822956" y="33993"/>
                </a:cubicBezTo>
                <a:cubicBezTo>
                  <a:pt x="1821390" y="34988"/>
                  <a:pt x="1820534" y="35985"/>
                  <a:pt x="1820534" y="36697"/>
                </a:cubicBezTo>
                <a:cubicBezTo>
                  <a:pt x="1820534" y="37125"/>
                  <a:pt x="1820677" y="37410"/>
                  <a:pt x="1821105" y="37694"/>
                </a:cubicBezTo>
                <a:lnTo>
                  <a:pt x="1828648" y="37694"/>
                </a:lnTo>
                <a:lnTo>
                  <a:pt x="1828648" y="80534"/>
                </a:lnTo>
                <a:cubicBezTo>
                  <a:pt x="1828648" y="92488"/>
                  <a:pt x="1832918" y="98609"/>
                  <a:pt x="1841317" y="98609"/>
                </a:cubicBezTo>
                <a:cubicBezTo>
                  <a:pt x="1848291" y="98609"/>
                  <a:pt x="1853699" y="95194"/>
                  <a:pt x="1858397" y="87792"/>
                </a:cubicBezTo>
                <a:lnTo>
                  <a:pt x="1856547" y="86226"/>
                </a:lnTo>
                <a:cubicBezTo>
                  <a:pt x="1853558" y="89784"/>
                  <a:pt x="1851139" y="91209"/>
                  <a:pt x="1848007" y="91209"/>
                </a:cubicBezTo>
                <a:cubicBezTo>
                  <a:pt x="1842740" y="91209"/>
                  <a:pt x="1840605" y="87364"/>
                  <a:pt x="1840605" y="78399"/>
                </a:cubicBezTo>
                <a:lnTo>
                  <a:pt x="1840605" y="37694"/>
                </a:lnTo>
                <a:lnTo>
                  <a:pt x="1854981" y="37694"/>
                </a:lnTo>
                <a:lnTo>
                  <a:pt x="1854981" y="33137"/>
                </a:lnTo>
                <a:close/>
                <a:moveTo>
                  <a:pt x="1883164" y="31747"/>
                </a:moveTo>
                <a:lnTo>
                  <a:pt x="1861101" y="39532"/>
                </a:lnTo>
                <a:lnTo>
                  <a:pt x="1861101" y="41669"/>
                </a:lnTo>
                <a:lnTo>
                  <a:pt x="1862241" y="41525"/>
                </a:lnTo>
                <a:cubicBezTo>
                  <a:pt x="1863949" y="41241"/>
                  <a:pt x="1865799" y="41098"/>
                  <a:pt x="1867081" y="41098"/>
                </a:cubicBezTo>
                <a:cubicBezTo>
                  <a:pt x="1870497" y="41098"/>
                  <a:pt x="1871776" y="43376"/>
                  <a:pt x="1871776" y="49644"/>
                </a:cubicBezTo>
                <a:lnTo>
                  <a:pt x="1871776" y="82693"/>
                </a:lnTo>
                <a:cubicBezTo>
                  <a:pt x="1871776" y="92948"/>
                  <a:pt x="1870354" y="94514"/>
                  <a:pt x="1860532" y="95083"/>
                </a:cubicBezTo>
                <a:lnTo>
                  <a:pt x="1860532" y="97218"/>
                </a:lnTo>
                <a:lnTo>
                  <a:pt x="1894267" y="97218"/>
                </a:lnTo>
                <a:lnTo>
                  <a:pt x="1894267" y="95083"/>
                </a:lnTo>
                <a:cubicBezTo>
                  <a:pt x="1884873" y="94373"/>
                  <a:pt x="1883733" y="92948"/>
                  <a:pt x="1883733" y="82693"/>
                </a:cubicBezTo>
                <a:lnTo>
                  <a:pt x="1883733" y="32175"/>
                </a:lnTo>
                <a:lnTo>
                  <a:pt x="1883164" y="31747"/>
                </a:lnTo>
                <a:moveTo>
                  <a:pt x="1876474" y="54"/>
                </a:moveTo>
                <a:cubicBezTo>
                  <a:pt x="1872632" y="54"/>
                  <a:pt x="1869357" y="3330"/>
                  <a:pt x="1869357" y="7315"/>
                </a:cubicBezTo>
                <a:cubicBezTo>
                  <a:pt x="1869357" y="11301"/>
                  <a:pt x="1872489" y="14574"/>
                  <a:pt x="1876474" y="14574"/>
                </a:cubicBezTo>
                <a:cubicBezTo>
                  <a:pt x="1880603" y="14574"/>
                  <a:pt x="1883876" y="11442"/>
                  <a:pt x="1883876" y="7315"/>
                </a:cubicBezTo>
                <a:cubicBezTo>
                  <a:pt x="1883876" y="3330"/>
                  <a:pt x="1880603" y="54"/>
                  <a:pt x="1876474" y="54"/>
                </a:cubicBezTo>
                <a:close/>
                <a:moveTo>
                  <a:pt x="1933412" y="31747"/>
                </a:moveTo>
                <a:cubicBezTo>
                  <a:pt x="1914907" y="31747"/>
                  <a:pt x="1901953" y="45407"/>
                  <a:pt x="1901953" y="65037"/>
                </a:cubicBezTo>
                <a:cubicBezTo>
                  <a:pt x="1901953" y="84239"/>
                  <a:pt x="1915191" y="98609"/>
                  <a:pt x="1933125" y="98609"/>
                </a:cubicBezTo>
                <a:cubicBezTo>
                  <a:pt x="1951061" y="98609"/>
                  <a:pt x="1964725" y="83529"/>
                  <a:pt x="1964725" y="63899"/>
                </a:cubicBezTo>
                <a:cubicBezTo>
                  <a:pt x="1964725" y="45263"/>
                  <a:pt x="1951630" y="31747"/>
                  <a:pt x="1933412" y="31747"/>
                </a:cubicBezTo>
                <a:moveTo>
                  <a:pt x="1931561" y="35735"/>
                </a:moveTo>
                <a:cubicBezTo>
                  <a:pt x="1943518" y="35735"/>
                  <a:pt x="1951915" y="49390"/>
                  <a:pt x="1951915" y="68877"/>
                </a:cubicBezTo>
                <a:cubicBezTo>
                  <a:pt x="1951915" y="84951"/>
                  <a:pt x="1945509" y="94623"/>
                  <a:pt x="1934834" y="94623"/>
                </a:cubicBezTo>
                <a:cubicBezTo>
                  <a:pt x="1929283" y="94623"/>
                  <a:pt x="1924016" y="91211"/>
                  <a:pt x="1921027" y="85520"/>
                </a:cubicBezTo>
                <a:cubicBezTo>
                  <a:pt x="1917042" y="78123"/>
                  <a:pt x="1914763" y="68167"/>
                  <a:pt x="1914763" y="58067"/>
                </a:cubicBezTo>
                <a:cubicBezTo>
                  <a:pt x="1914763" y="44553"/>
                  <a:pt x="1921453" y="35735"/>
                  <a:pt x="1931561" y="35735"/>
                </a:cubicBezTo>
                <a:close/>
                <a:moveTo>
                  <a:pt x="1971273" y="40574"/>
                </a:moveTo>
                <a:cubicBezTo>
                  <a:pt x="1972127" y="40146"/>
                  <a:pt x="1973551" y="40005"/>
                  <a:pt x="1975117" y="40005"/>
                </a:cubicBezTo>
                <a:cubicBezTo>
                  <a:pt x="1979103" y="40005"/>
                  <a:pt x="1980382" y="42140"/>
                  <a:pt x="1980382" y="49112"/>
                </a:cubicBezTo>
                <a:lnTo>
                  <a:pt x="1980382" y="84411"/>
                </a:lnTo>
                <a:cubicBezTo>
                  <a:pt x="1980382" y="92523"/>
                  <a:pt x="1978816" y="94514"/>
                  <a:pt x="1971558" y="95083"/>
                </a:cubicBezTo>
                <a:lnTo>
                  <a:pt x="1971558" y="97218"/>
                </a:lnTo>
                <a:lnTo>
                  <a:pt x="2001735" y="97218"/>
                </a:lnTo>
                <a:lnTo>
                  <a:pt x="2001735" y="95083"/>
                </a:lnTo>
                <a:cubicBezTo>
                  <a:pt x="1994474" y="94514"/>
                  <a:pt x="1992339" y="92807"/>
                  <a:pt x="1992339" y="87684"/>
                </a:cubicBezTo>
                <a:lnTo>
                  <a:pt x="1992339" y="47689"/>
                </a:lnTo>
                <a:cubicBezTo>
                  <a:pt x="1999172" y="41284"/>
                  <a:pt x="2002304" y="39577"/>
                  <a:pt x="2007002" y="39577"/>
                </a:cubicBezTo>
                <a:cubicBezTo>
                  <a:pt x="2013976" y="39577"/>
                  <a:pt x="2017392" y="43988"/>
                  <a:pt x="2017392" y="53382"/>
                </a:cubicBezTo>
                <a:lnTo>
                  <a:pt x="2017392" y="83129"/>
                </a:lnTo>
                <a:cubicBezTo>
                  <a:pt x="2017392" y="92095"/>
                  <a:pt x="2015542" y="94514"/>
                  <a:pt x="2008424" y="95083"/>
                </a:cubicBezTo>
                <a:lnTo>
                  <a:pt x="2008424" y="97218"/>
                </a:lnTo>
                <a:lnTo>
                  <a:pt x="2038032" y="97218"/>
                </a:lnTo>
                <a:lnTo>
                  <a:pt x="2038032" y="95083"/>
                </a:lnTo>
                <a:cubicBezTo>
                  <a:pt x="2031056" y="94373"/>
                  <a:pt x="2029349" y="92664"/>
                  <a:pt x="2029349" y="85692"/>
                </a:cubicBezTo>
                <a:lnTo>
                  <a:pt x="2029349" y="53098"/>
                </a:lnTo>
                <a:cubicBezTo>
                  <a:pt x="2029349" y="39721"/>
                  <a:pt x="2023085" y="31747"/>
                  <a:pt x="2012553" y="31747"/>
                </a:cubicBezTo>
                <a:cubicBezTo>
                  <a:pt x="2006005" y="31747"/>
                  <a:pt x="2001591" y="34169"/>
                  <a:pt x="1991913" y="43278"/>
                </a:cubicBezTo>
                <a:lnTo>
                  <a:pt x="1991913" y="32034"/>
                </a:lnTo>
                <a:lnTo>
                  <a:pt x="1990916" y="31747"/>
                </a:lnTo>
                <a:cubicBezTo>
                  <a:pt x="1983942" y="34310"/>
                  <a:pt x="1979103" y="35876"/>
                  <a:pt x="1971273" y="38155"/>
                </a:cubicBezTo>
                <a:lnTo>
                  <a:pt x="1971273" y="40574"/>
                </a:lnTo>
                <a:close/>
                <a:moveTo>
                  <a:pt x="2051980" y="117283"/>
                </a:moveTo>
                <a:cubicBezTo>
                  <a:pt x="2061517" y="112585"/>
                  <a:pt x="2067922" y="103904"/>
                  <a:pt x="2067922" y="95361"/>
                </a:cubicBezTo>
                <a:cubicBezTo>
                  <a:pt x="2067922" y="88246"/>
                  <a:pt x="2062940" y="82695"/>
                  <a:pt x="2056535" y="82695"/>
                </a:cubicBezTo>
                <a:cubicBezTo>
                  <a:pt x="2051552" y="82695"/>
                  <a:pt x="2048138" y="85968"/>
                  <a:pt x="2048138" y="90807"/>
                </a:cubicBezTo>
                <a:cubicBezTo>
                  <a:pt x="2048138" y="95348"/>
                  <a:pt x="2051411" y="98053"/>
                  <a:pt x="2056535" y="98053"/>
                </a:cubicBezTo>
                <a:cubicBezTo>
                  <a:pt x="2057388" y="98053"/>
                  <a:pt x="2058385" y="97911"/>
                  <a:pt x="2059239" y="97768"/>
                </a:cubicBezTo>
                <a:cubicBezTo>
                  <a:pt x="2060236" y="97496"/>
                  <a:pt x="2060236" y="97496"/>
                  <a:pt x="2060379" y="97496"/>
                </a:cubicBezTo>
                <a:cubicBezTo>
                  <a:pt x="2061517" y="97496"/>
                  <a:pt x="2062371" y="98352"/>
                  <a:pt x="2062371" y="99490"/>
                </a:cubicBezTo>
                <a:cubicBezTo>
                  <a:pt x="2062371" y="104045"/>
                  <a:pt x="2058385" y="109312"/>
                  <a:pt x="2050699" y="114579"/>
                </a:cubicBezTo>
                <a:lnTo>
                  <a:pt x="2051980" y="117283"/>
                </a:lnTo>
                <a:close/>
                <a:moveTo>
                  <a:pt x="2126566" y="41712"/>
                </a:moveTo>
                <a:cubicBezTo>
                  <a:pt x="2128560" y="41284"/>
                  <a:pt x="2129842" y="41141"/>
                  <a:pt x="2131549" y="41141"/>
                </a:cubicBezTo>
                <a:cubicBezTo>
                  <a:pt x="2135106" y="41141"/>
                  <a:pt x="2136388" y="43419"/>
                  <a:pt x="2136388" y="49681"/>
                </a:cubicBezTo>
                <a:lnTo>
                  <a:pt x="2136388" y="85264"/>
                </a:lnTo>
                <a:cubicBezTo>
                  <a:pt x="2136388" y="92379"/>
                  <a:pt x="2135391" y="93376"/>
                  <a:pt x="2126282" y="95083"/>
                </a:cubicBezTo>
                <a:lnTo>
                  <a:pt x="2126282" y="97218"/>
                </a:lnTo>
                <a:lnTo>
                  <a:pt x="2160444" y="97218"/>
                </a:lnTo>
                <a:lnTo>
                  <a:pt x="2160444" y="95083"/>
                </a:lnTo>
                <a:cubicBezTo>
                  <a:pt x="2150764" y="94658"/>
                  <a:pt x="2148344" y="92523"/>
                  <a:pt x="2148344" y="84411"/>
                </a:cubicBezTo>
                <a:lnTo>
                  <a:pt x="2148344" y="52385"/>
                </a:lnTo>
                <a:cubicBezTo>
                  <a:pt x="2148344" y="47831"/>
                  <a:pt x="2154465" y="40715"/>
                  <a:pt x="2158309" y="40715"/>
                </a:cubicBezTo>
                <a:cubicBezTo>
                  <a:pt x="2159163" y="40715"/>
                  <a:pt x="2160444" y="41428"/>
                  <a:pt x="2162010" y="42850"/>
                </a:cubicBezTo>
                <a:cubicBezTo>
                  <a:pt x="2164287" y="44842"/>
                  <a:pt x="2165852" y="45696"/>
                  <a:pt x="2167703" y="45696"/>
                </a:cubicBezTo>
                <a:cubicBezTo>
                  <a:pt x="2171119" y="45696"/>
                  <a:pt x="2173254" y="43276"/>
                  <a:pt x="2173254" y="39293"/>
                </a:cubicBezTo>
                <a:cubicBezTo>
                  <a:pt x="2173254" y="34595"/>
                  <a:pt x="2170266" y="31747"/>
                  <a:pt x="2165427" y="31747"/>
                </a:cubicBezTo>
                <a:cubicBezTo>
                  <a:pt x="2159447" y="31747"/>
                  <a:pt x="2155321" y="35023"/>
                  <a:pt x="2148344" y="45127"/>
                </a:cubicBezTo>
                <a:lnTo>
                  <a:pt x="2148344" y="32034"/>
                </a:lnTo>
                <a:lnTo>
                  <a:pt x="2147634" y="31747"/>
                </a:lnTo>
                <a:cubicBezTo>
                  <a:pt x="2140089" y="34879"/>
                  <a:pt x="2134965" y="36730"/>
                  <a:pt x="2126566" y="39434"/>
                </a:cubicBezTo>
                <a:lnTo>
                  <a:pt x="2126566" y="41712"/>
                </a:lnTo>
                <a:close/>
                <a:moveTo>
                  <a:pt x="2197879" y="31747"/>
                </a:moveTo>
                <a:lnTo>
                  <a:pt x="2175816" y="39532"/>
                </a:lnTo>
                <a:lnTo>
                  <a:pt x="2175816" y="41669"/>
                </a:lnTo>
                <a:lnTo>
                  <a:pt x="2176956" y="41525"/>
                </a:lnTo>
                <a:cubicBezTo>
                  <a:pt x="2178664" y="41241"/>
                  <a:pt x="2180514" y="41098"/>
                  <a:pt x="2181796" y="41098"/>
                </a:cubicBezTo>
                <a:cubicBezTo>
                  <a:pt x="2185212" y="41098"/>
                  <a:pt x="2186491" y="43376"/>
                  <a:pt x="2186491" y="49644"/>
                </a:cubicBezTo>
                <a:lnTo>
                  <a:pt x="2186491" y="82693"/>
                </a:lnTo>
                <a:cubicBezTo>
                  <a:pt x="2186491" y="92948"/>
                  <a:pt x="2185069" y="94514"/>
                  <a:pt x="2175247" y="95083"/>
                </a:cubicBezTo>
                <a:lnTo>
                  <a:pt x="2175247" y="97218"/>
                </a:lnTo>
                <a:lnTo>
                  <a:pt x="2208982" y="97218"/>
                </a:lnTo>
                <a:lnTo>
                  <a:pt x="2208982" y="95083"/>
                </a:lnTo>
                <a:cubicBezTo>
                  <a:pt x="2199588" y="94373"/>
                  <a:pt x="2198448" y="92948"/>
                  <a:pt x="2198448" y="82693"/>
                </a:cubicBezTo>
                <a:lnTo>
                  <a:pt x="2198448" y="32175"/>
                </a:lnTo>
                <a:lnTo>
                  <a:pt x="2197879" y="31747"/>
                </a:lnTo>
                <a:moveTo>
                  <a:pt x="2191189" y="54"/>
                </a:moveTo>
                <a:cubicBezTo>
                  <a:pt x="2187347" y="54"/>
                  <a:pt x="2184072" y="3330"/>
                  <a:pt x="2184072" y="7315"/>
                </a:cubicBezTo>
                <a:cubicBezTo>
                  <a:pt x="2184072" y="11301"/>
                  <a:pt x="2187204" y="14574"/>
                  <a:pt x="2191189" y="14574"/>
                </a:cubicBezTo>
                <a:cubicBezTo>
                  <a:pt x="2195318" y="14574"/>
                  <a:pt x="2198591" y="11442"/>
                  <a:pt x="2198591" y="7315"/>
                </a:cubicBezTo>
                <a:cubicBezTo>
                  <a:pt x="2198591" y="3330"/>
                  <a:pt x="2195318" y="54"/>
                  <a:pt x="2191189" y="54"/>
                </a:cubicBezTo>
                <a:close/>
                <a:moveTo>
                  <a:pt x="2279439" y="42025"/>
                </a:moveTo>
                <a:lnTo>
                  <a:pt x="2279439" y="36473"/>
                </a:lnTo>
                <a:lnTo>
                  <a:pt x="2268480" y="36473"/>
                </a:lnTo>
                <a:cubicBezTo>
                  <a:pt x="2265632" y="36473"/>
                  <a:pt x="2263497" y="36030"/>
                  <a:pt x="2260652" y="35023"/>
                </a:cubicBezTo>
                <a:lnTo>
                  <a:pt x="2257520" y="33885"/>
                </a:lnTo>
                <a:cubicBezTo>
                  <a:pt x="2253676" y="32460"/>
                  <a:pt x="2249834" y="31747"/>
                  <a:pt x="2246133" y="31747"/>
                </a:cubicBezTo>
                <a:cubicBezTo>
                  <a:pt x="2232895" y="31747"/>
                  <a:pt x="2222361" y="42025"/>
                  <a:pt x="2222361" y="54974"/>
                </a:cubicBezTo>
                <a:cubicBezTo>
                  <a:pt x="2222361" y="63940"/>
                  <a:pt x="2226205" y="69346"/>
                  <a:pt x="2235599" y="74042"/>
                </a:cubicBezTo>
                <a:cubicBezTo>
                  <a:pt x="2232895" y="76605"/>
                  <a:pt x="2230334" y="79020"/>
                  <a:pt x="2229478" y="79730"/>
                </a:cubicBezTo>
                <a:cubicBezTo>
                  <a:pt x="2224782" y="83850"/>
                  <a:pt x="2222932" y="86693"/>
                  <a:pt x="2222932" y="89534"/>
                </a:cubicBezTo>
                <a:cubicBezTo>
                  <a:pt x="2222932" y="92518"/>
                  <a:pt x="2224639" y="94223"/>
                  <a:pt x="2230475" y="97071"/>
                </a:cubicBezTo>
                <a:cubicBezTo>
                  <a:pt x="2220369" y="104479"/>
                  <a:pt x="2216527" y="109184"/>
                  <a:pt x="2216527" y="114455"/>
                </a:cubicBezTo>
                <a:cubicBezTo>
                  <a:pt x="2216527" y="122005"/>
                  <a:pt x="2227628" y="128269"/>
                  <a:pt x="2241150" y="128269"/>
                </a:cubicBezTo>
                <a:cubicBezTo>
                  <a:pt x="2251825" y="128269"/>
                  <a:pt x="2262928" y="124568"/>
                  <a:pt x="2270330" y="118588"/>
                </a:cubicBezTo>
                <a:cubicBezTo>
                  <a:pt x="2275741" y="114171"/>
                  <a:pt x="2278160" y="109609"/>
                  <a:pt x="2278160" y="104195"/>
                </a:cubicBezTo>
                <a:cubicBezTo>
                  <a:pt x="2278160" y="95361"/>
                  <a:pt x="2271468" y="89393"/>
                  <a:pt x="2260937" y="88967"/>
                </a:cubicBezTo>
                <a:lnTo>
                  <a:pt x="2242575" y="88114"/>
                </a:lnTo>
                <a:cubicBezTo>
                  <a:pt x="2235030" y="87829"/>
                  <a:pt x="2231472" y="86550"/>
                  <a:pt x="2231472" y="84278"/>
                </a:cubicBezTo>
                <a:cubicBezTo>
                  <a:pt x="2231472" y="81435"/>
                  <a:pt x="2236168" y="76461"/>
                  <a:pt x="2240012" y="75323"/>
                </a:cubicBezTo>
                <a:cubicBezTo>
                  <a:pt x="2241294" y="75466"/>
                  <a:pt x="2242290" y="75608"/>
                  <a:pt x="2242716" y="75608"/>
                </a:cubicBezTo>
                <a:cubicBezTo>
                  <a:pt x="2245420" y="75892"/>
                  <a:pt x="2247271" y="76035"/>
                  <a:pt x="2248126" y="76035"/>
                </a:cubicBezTo>
                <a:cubicBezTo>
                  <a:pt x="2253391" y="76035"/>
                  <a:pt x="2259086" y="73900"/>
                  <a:pt x="2263497" y="70058"/>
                </a:cubicBezTo>
                <a:cubicBezTo>
                  <a:pt x="2268195" y="66073"/>
                  <a:pt x="2270330" y="61092"/>
                  <a:pt x="2270330" y="53979"/>
                </a:cubicBezTo>
                <a:cubicBezTo>
                  <a:pt x="2270330" y="49853"/>
                  <a:pt x="2269618" y="46580"/>
                  <a:pt x="2267626" y="42025"/>
                </a:cubicBezTo>
                <a:lnTo>
                  <a:pt x="2279439" y="42025"/>
                </a:lnTo>
                <a:moveTo>
                  <a:pt x="2233464" y="97496"/>
                </a:moveTo>
                <a:cubicBezTo>
                  <a:pt x="2238162" y="98496"/>
                  <a:pt x="2249549" y="99349"/>
                  <a:pt x="2256523" y="99349"/>
                </a:cubicBezTo>
                <a:cubicBezTo>
                  <a:pt x="2269477" y="99349"/>
                  <a:pt x="2274175" y="101202"/>
                  <a:pt x="2274175" y="106332"/>
                </a:cubicBezTo>
                <a:cubicBezTo>
                  <a:pt x="2274175" y="114598"/>
                  <a:pt x="2263356" y="120154"/>
                  <a:pt x="2247271" y="120154"/>
                </a:cubicBezTo>
                <a:cubicBezTo>
                  <a:pt x="2234745" y="120154"/>
                  <a:pt x="2226490" y="116023"/>
                  <a:pt x="2226490" y="109753"/>
                </a:cubicBezTo>
                <a:cubicBezTo>
                  <a:pt x="2226490" y="106475"/>
                  <a:pt x="2227486" y="104623"/>
                  <a:pt x="2233464" y="97496"/>
                </a:cubicBezTo>
                <a:moveTo>
                  <a:pt x="2234176" y="49140"/>
                </a:moveTo>
                <a:cubicBezTo>
                  <a:pt x="2234176" y="40746"/>
                  <a:pt x="2238162" y="35735"/>
                  <a:pt x="2244710" y="35735"/>
                </a:cubicBezTo>
                <a:cubicBezTo>
                  <a:pt x="2249121" y="35735"/>
                  <a:pt x="2252822" y="38183"/>
                  <a:pt x="2255101" y="42453"/>
                </a:cubicBezTo>
                <a:cubicBezTo>
                  <a:pt x="2257661" y="47433"/>
                  <a:pt x="2259371" y="53979"/>
                  <a:pt x="2259371" y="59529"/>
                </a:cubicBezTo>
                <a:cubicBezTo>
                  <a:pt x="2259371" y="67495"/>
                  <a:pt x="2255242" y="72476"/>
                  <a:pt x="2248696" y="72476"/>
                </a:cubicBezTo>
                <a:cubicBezTo>
                  <a:pt x="2240155" y="72476"/>
                  <a:pt x="2234176" y="63228"/>
                  <a:pt x="2234176" y="49568"/>
                </a:cubicBezTo>
                <a:lnTo>
                  <a:pt x="2234176" y="49140"/>
                </a:lnTo>
                <a:close/>
                <a:moveTo>
                  <a:pt x="2306059" y="48402"/>
                </a:moveTo>
                <a:cubicBezTo>
                  <a:pt x="2312036" y="41856"/>
                  <a:pt x="2316306" y="39434"/>
                  <a:pt x="2321858" y="39434"/>
                </a:cubicBezTo>
                <a:cubicBezTo>
                  <a:pt x="2328975" y="39434"/>
                  <a:pt x="2332533" y="44560"/>
                  <a:pt x="2332533" y="54522"/>
                </a:cubicBezTo>
                <a:lnTo>
                  <a:pt x="2332533" y="82701"/>
                </a:lnTo>
                <a:cubicBezTo>
                  <a:pt x="2332533" y="92379"/>
                  <a:pt x="2331110" y="94230"/>
                  <a:pt x="2322854" y="95083"/>
                </a:cubicBezTo>
                <a:lnTo>
                  <a:pt x="2322854" y="97218"/>
                </a:lnTo>
                <a:lnTo>
                  <a:pt x="2353031" y="97218"/>
                </a:lnTo>
                <a:lnTo>
                  <a:pt x="2353031" y="95083"/>
                </a:lnTo>
                <a:cubicBezTo>
                  <a:pt x="2345345" y="93661"/>
                  <a:pt x="2344489" y="92523"/>
                  <a:pt x="2344489" y="82701"/>
                </a:cubicBezTo>
                <a:lnTo>
                  <a:pt x="2344489" y="54379"/>
                </a:lnTo>
                <a:cubicBezTo>
                  <a:pt x="2344489" y="39434"/>
                  <a:pt x="2338512" y="31747"/>
                  <a:pt x="2326981" y="31747"/>
                </a:cubicBezTo>
                <a:cubicBezTo>
                  <a:pt x="2318584" y="31747"/>
                  <a:pt x="2312605" y="35164"/>
                  <a:pt x="2306059" y="43704"/>
                </a:cubicBezTo>
                <a:lnTo>
                  <a:pt x="2306059" y="434"/>
                </a:lnTo>
                <a:lnTo>
                  <a:pt x="2305346" y="7"/>
                </a:lnTo>
                <a:cubicBezTo>
                  <a:pt x="2300507" y="1714"/>
                  <a:pt x="2296947" y="2854"/>
                  <a:pt x="2288976" y="5130"/>
                </a:cubicBezTo>
                <a:lnTo>
                  <a:pt x="2285134" y="6270"/>
                </a:lnTo>
                <a:lnTo>
                  <a:pt x="2285134" y="8547"/>
                </a:lnTo>
                <a:cubicBezTo>
                  <a:pt x="2285703" y="8405"/>
                  <a:pt x="2286131" y="8405"/>
                  <a:pt x="2286841" y="8405"/>
                </a:cubicBezTo>
                <a:cubicBezTo>
                  <a:pt x="2292962" y="8405"/>
                  <a:pt x="2294102" y="9544"/>
                  <a:pt x="2294102" y="15664"/>
                </a:cubicBezTo>
                <a:lnTo>
                  <a:pt x="2294102" y="82701"/>
                </a:lnTo>
                <a:cubicBezTo>
                  <a:pt x="2294102" y="92664"/>
                  <a:pt x="2293246" y="93945"/>
                  <a:pt x="2284991" y="95083"/>
                </a:cubicBezTo>
                <a:lnTo>
                  <a:pt x="2284991" y="97218"/>
                </a:lnTo>
                <a:lnTo>
                  <a:pt x="2315737" y="97218"/>
                </a:lnTo>
                <a:lnTo>
                  <a:pt x="2315737" y="95083"/>
                </a:lnTo>
                <a:cubicBezTo>
                  <a:pt x="2307481" y="94230"/>
                  <a:pt x="2306059" y="92523"/>
                  <a:pt x="2306059" y="82701"/>
                </a:cubicBezTo>
                <a:lnTo>
                  <a:pt x="2306059" y="48402"/>
                </a:lnTo>
                <a:close/>
                <a:moveTo>
                  <a:pt x="2391177" y="33137"/>
                </a:moveTo>
                <a:lnTo>
                  <a:pt x="2376801" y="33137"/>
                </a:lnTo>
                <a:lnTo>
                  <a:pt x="2376801" y="16626"/>
                </a:lnTo>
                <a:cubicBezTo>
                  <a:pt x="2376801" y="15204"/>
                  <a:pt x="2376660" y="14776"/>
                  <a:pt x="2375804" y="14776"/>
                </a:cubicBezTo>
                <a:cubicBezTo>
                  <a:pt x="2374809" y="16057"/>
                  <a:pt x="2373954" y="17339"/>
                  <a:pt x="2372959" y="18761"/>
                </a:cubicBezTo>
                <a:cubicBezTo>
                  <a:pt x="2367548" y="26591"/>
                  <a:pt x="2361428" y="33424"/>
                  <a:pt x="2359152" y="33993"/>
                </a:cubicBezTo>
                <a:cubicBezTo>
                  <a:pt x="2357586" y="34988"/>
                  <a:pt x="2356730" y="35985"/>
                  <a:pt x="2356730" y="36697"/>
                </a:cubicBezTo>
                <a:cubicBezTo>
                  <a:pt x="2356730" y="37125"/>
                  <a:pt x="2356873" y="37410"/>
                  <a:pt x="2357301" y="37694"/>
                </a:cubicBezTo>
                <a:lnTo>
                  <a:pt x="2364844" y="37694"/>
                </a:lnTo>
                <a:lnTo>
                  <a:pt x="2364844" y="80534"/>
                </a:lnTo>
                <a:cubicBezTo>
                  <a:pt x="2364844" y="92488"/>
                  <a:pt x="2369114" y="98609"/>
                  <a:pt x="2377513" y="98609"/>
                </a:cubicBezTo>
                <a:cubicBezTo>
                  <a:pt x="2384487" y="98609"/>
                  <a:pt x="2389896" y="95194"/>
                  <a:pt x="2394594" y="87792"/>
                </a:cubicBezTo>
                <a:lnTo>
                  <a:pt x="2392743" y="86226"/>
                </a:lnTo>
                <a:cubicBezTo>
                  <a:pt x="2389754" y="89784"/>
                  <a:pt x="2387335" y="91209"/>
                  <a:pt x="2384203" y="91209"/>
                </a:cubicBezTo>
                <a:cubicBezTo>
                  <a:pt x="2378936" y="91209"/>
                  <a:pt x="2376801" y="87364"/>
                  <a:pt x="2376801" y="78399"/>
                </a:cubicBezTo>
                <a:lnTo>
                  <a:pt x="2376801" y="37694"/>
                </a:lnTo>
                <a:lnTo>
                  <a:pt x="2391177" y="37694"/>
                </a:lnTo>
                <a:lnTo>
                  <a:pt x="2391177" y="33137"/>
                </a:lnTo>
                <a:close/>
                <a:moveTo>
                  <a:pt x="2469180" y="31747"/>
                </a:moveTo>
                <a:lnTo>
                  <a:pt x="2447117" y="39532"/>
                </a:lnTo>
                <a:lnTo>
                  <a:pt x="2447117" y="41669"/>
                </a:lnTo>
                <a:lnTo>
                  <a:pt x="2448258" y="41525"/>
                </a:lnTo>
                <a:cubicBezTo>
                  <a:pt x="2449965" y="41241"/>
                  <a:pt x="2451815" y="41098"/>
                  <a:pt x="2453097" y="41098"/>
                </a:cubicBezTo>
                <a:cubicBezTo>
                  <a:pt x="2456513" y="41098"/>
                  <a:pt x="2457792" y="43376"/>
                  <a:pt x="2457792" y="49644"/>
                </a:cubicBezTo>
                <a:lnTo>
                  <a:pt x="2457792" y="82693"/>
                </a:lnTo>
                <a:cubicBezTo>
                  <a:pt x="2457792" y="92948"/>
                  <a:pt x="2456370" y="94514"/>
                  <a:pt x="2446548" y="95083"/>
                </a:cubicBezTo>
                <a:lnTo>
                  <a:pt x="2446548" y="97218"/>
                </a:lnTo>
                <a:lnTo>
                  <a:pt x="2480283" y="97218"/>
                </a:lnTo>
                <a:lnTo>
                  <a:pt x="2480283" y="95083"/>
                </a:lnTo>
                <a:cubicBezTo>
                  <a:pt x="2470889" y="94373"/>
                  <a:pt x="2469749" y="92948"/>
                  <a:pt x="2469749" y="82693"/>
                </a:cubicBezTo>
                <a:lnTo>
                  <a:pt x="2469749" y="32175"/>
                </a:lnTo>
                <a:lnTo>
                  <a:pt x="2469180" y="31747"/>
                </a:lnTo>
                <a:moveTo>
                  <a:pt x="2462490" y="54"/>
                </a:moveTo>
                <a:cubicBezTo>
                  <a:pt x="2458648" y="54"/>
                  <a:pt x="2455373" y="3330"/>
                  <a:pt x="2455373" y="7315"/>
                </a:cubicBezTo>
                <a:cubicBezTo>
                  <a:pt x="2455373" y="11301"/>
                  <a:pt x="2458505" y="14574"/>
                  <a:pt x="2462490" y="14574"/>
                </a:cubicBezTo>
                <a:cubicBezTo>
                  <a:pt x="2466619" y="14574"/>
                  <a:pt x="2469892" y="11442"/>
                  <a:pt x="2469892" y="7315"/>
                </a:cubicBezTo>
                <a:cubicBezTo>
                  <a:pt x="2469892" y="3330"/>
                  <a:pt x="2466619" y="54"/>
                  <a:pt x="2462490" y="54"/>
                </a:cubicBezTo>
                <a:close/>
                <a:moveTo>
                  <a:pt x="2528678" y="52496"/>
                </a:moveTo>
                <a:lnTo>
                  <a:pt x="2528109" y="33137"/>
                </a:lnTo>
                <a:lnTo>
                  <a:pt x="2526543" y="33137"/>
                </a:lnTo>
                <a:lnTo>
                  <a:pt x="2526259" y="33424"/>
                </a:lnTo>
                <a:cubicBezTo>
                  <a:pt x="2524977" y="34419"/>
                  <a:pt x="2524836" y="34562"/>
                  <a:pt x="2524267" y="34562"/>
                </a:cubicBezTo>
                <a:cubicBezTo>
                  <a:pt x="2523413" y="34562"/>
                  <a:pt x="2521989" y="34278"/>
                  <a:pt x="2520423" y="33565"/>
                </a:cubicBezTo>
                <a:cubicBezTo>
                  <a:pt x="2517291" y="32458"/>
                  <a:pt x="2514161" y="31886"/>
                  <a:pt x="2510460" y="31886"/>
                </a:cubicBezTo>
                <a:cubicBezTo>
                  <a:pt x="2499214" y="31886"/>
                  <a:pt x="2491101" y="39145"/>
                  <a:pt x="2491101" y="49388"/>
                </a:cubicBezTo>
                <a:cubicBezTo>
                  <a:pt x="2491101" y="57352"/>
                  <a:pt x="2495656" y="63043"/>
                  <a:pt x="2507756" y="69872"/>
                </a:cubicBezTo>
                <a:lnTo>
                  <a:pt x="2516011" y="74567"/>
                </a:lnTo>
                <a:cubicBezTo>
                  <a:pt x="2520992" y="77412"/>
                  <a:pt x="2523413" y="80827"/>
                  <a:pt x="2523413" y="85236"/>
                </a:cubicBezTo>
                <a:cubicBezTo>
                  <a:pt x="2523413" y="91495"/>
                  <a:pt x="2518857" y="95479"/>
                  <a:pt x="2511598" y="95479"/>
                </a:cubicBezTo>
                <a:cubicBezTo>
                  <a:pt x="2506759" y="95479"/>
                  <a:pt x="2502345" y="93628"/>
                  <a:pt x="2499641" y="90498"/>
                </a:cubicBezTo>
                <a:cubicBezTo>
                  <a:pt x="2496653" y="86943"/>
                  <a:pt x="2495371" y="83670"/>
                  <a:pt x="2493521" y="75562"/>
                </a:cubicBezTo>
                <a:lnTo>
                  <a:pt x="2491242" y="75562"/>
                </a:lnTo>
                <a:lnTo>
                  <a:pt x="2491242" y="97755"/>
                </a:lnTo>
                <a:lnTo>
                  <a:pt x="2493093" y="97755"/>
                </a:lnTo>
                <a:cubicBezTo>
                  <a:pt x="2494090" y="96332"/>
                  <a:pt x="2494659" y="96048"/>
                  <a:pt x="2496368" y="96048"/>
                </a:cubicBezTo>
                <a:cubicBezTo>
                  <a:pt x="2497650" y="96080"/>
                  <a:pt x="2499641" y="96365"/>
                  <a:pt x="2502915" y="97218"/>
                </a:cubicBezTo>
                <a:cubicBezTo>
                  <a:pt x="2506900" y="98039"/>
                  <a:pt x="2510744" y="98609"/>
                  <a:pt x="2513305" y="98609"/>
                </a:cubicBezTo>
                <a:cubicBezTo>
                  <a:pt x="2524267" y="98609"/>
                  <a:pt x="2533376" y="90357"/>
                  <a:pt x="2533376" y="80399"/>
                </a:cubicBezTo>
                <a:cubicBezTo>
                  <a:pt x="2533376" y="73286"/>
                  <a:pt x="2529960" y="68592"/>
                  <a:pt x="2521419" y="63471"/>
                </a:cubicBezTo>
                <a:lnTo>
                  <a:pt x="2506046" y="54366"/>
                </a:lnTo>
                <a:cubicBezTo>
                  <a:pt x="2502061" y="52090"/>
                  <a:pt x="2499926" y="48534"/>
                  <a:pt x="2499926" y="44692"/>
                </a:cubicBezTo>
                <a:cubicBezTo>
                  <a:pt x="2499926" y="39002"/>
                  <a:pt x="2504339" y="35018"/>
                  <a:pt x="2510886" y="35018"/>
                </a:cubicBezTo>
                <a:cubicBezTo>
                  <a:pt x="2519000" y="35018"/>
                  <a:pt x="2523270" y="39855"/>
                  <a:pt x="2526543" y="52518"/>
                </a:cubicBezTo>
                <a:lnTo>
                  <a:pt x="2528678" y="52496"/>
                </a:lnTo>
                <a:close/>
                <a:moveTo>
                  <a:pt x="2625328" y="33137"/>
                </a:moveTo>
                <a:lnTo>
                  <a:pt x="2610952" y="33137"/>
                </a:lnTo>
                <a:lnTo>
                  <a:pt x="2610952" y="16626"/>
                </a:lnTo>
                <a:cubicBezTo>
                  <a:pt x="2610952" y="15204"/>
                  <a:pt x="2610810" y="14776"/>
                  <a:pt x="2609955" y="14776"/>
                </a:cubicBezTo>
                <a:cubicBezTo>
                  <a:pt x="2608960" y="16057"/>
                  <a:pt x="2608104" y="17339"/>
                  <a:pt x="2607109" y="18761"/>
                </a:cubicBezTo>
                <a:cubicBezTo>
                  <a:pt x="2601699" y="26591"/>
                  <a:pt x="2595579" y="33424"/>
                  <a:pt x="2593302" y="33993"/>
                </a:cubicBezTo>
                <a:cubicBezTo>
                  <a:pt x="2591736" y="34988"/>
                  <a:pt x="2590881" y="35985"/>
                  <a:pt x="2590881" y="36697"/>
                </a:cubicBezTo>
                <a:cubicBezTo>
                  <a:pt x="2590881" y="37125"/>
                  <a:pt x="2591024" y="37410"/>
                  <a:pt x="2591452" y="37694"/>
                </a:cubicBezTo>
                <a:lnTo>
                  <a:pt x="2598995" y="37694"/>
                </a:lnTo>
                <a:lnTo>
                  <a:pt x="2598995" y="80534"/>
                </a:lnTo>
                <a:cubicBezTo>
                  <a:pt x="2598995" y="92488"/>
                  <a:pt x="2603265" y="98609"/>
                  <a:pt x="2611664" y="98609"/>
                </a:cubicBezTo>
                <a:cubicBezTo>
                  <a:pt x="2618638" y="98609"/>
                  <a:pt x="2624046" y="95194"/>
                  <a:pt x="2628744" y="87792"/>
                </a:cubicBezTo>
                <a:lnTo>
                  <a:pt x="2626894" y="86226"/>
                </a:lnTo>
                <a:cubicBezTo>
                  <a:pt x="2623905" y="89784"/>
                  <a:pt x="2621486" y="91209"/>
                  <a:pt x="2618354" y="91209"/>
                </a:cubicBezTo>
                <a:cubicBezTo>
                  <a:pt x="2613087" y="91209"/>
                  <a:pt x="2610952" y="87364"/>
                  <a:pt x="2610952" y="78399"/>
                </a:cubicBezTo>
                <a:lnTo>
                  <a:pt x="2610952" y="37694"/>
                </a:lnTo>
                <a:lnTo>
                  <a:pt x="2625328" y="37694"/>
                </a:lnTo>
                <a:lnTo>
                  <a:pt x="2625328" y="33137"/>
                </a:lnTo>
                <a:close/>
                <a:moveTo>
                  <a:pt x="2650950" y="48402"/>
                </a:moveTo>
                <a:cubicBezTo>
                  <a:pt x="2656927" y="41856"/>
                  <a:pt x="2661197" y="39434"/>
                  <a:pt x="2666749" y="39434"/>
                </a:cubicBezTo>
                <a:cubicBezTo>
                  <a:pt x="2673866" y="39434"/>
                  <a:pt x="2677424" y="44560"/>
                  <a:pt x="2677424" y="54522"/>
                </a:cubicBezTo>
                <a:lnTo>
                  <a:pt x="2677424" y="82701"/>
                </a:lnTo>
                <a:cubicBezTo>
                  <a:pt x="2677424" y="92379"/>
                  <a:pt x="2676001" y="94230"/>
                  <a:pt x="2667746" y="95083"/>
                </a:cubicBezTo>
                <a:lnTo>
                  <a:pt x="2667746" y="97218"/>
                </a:lnTo>
                <a:lnTo>
                  <a:pt x="2697923" y="97218"/>
                </a:lnTo>
                <a:lnTo>
                  <a:pt x="2697923" y="95083"/>
                </a:lnTo>
                <a:cubicBezTo>
                  <a:pt x="2690236" y="93661"/>
                  <a:pt x="2689381" y="92523"/>
                  <a:pt x="2689381" y="82701"/>
                </a:cubicBezTo>
                <a:lnTo>
                  <a:pt x="2689381" y="54379"/>
                </a:lnTo>
                <a:cubicBezTo>
                  <a:pt x="2689381" y="39434"/>
                  <a:pt x="2683403" y="31747"/>
                  <a:pt x="2671873" y="31747"/>
                </a:cubicBezTo>
                <a:cubicBezTo>
                  <a:pt x="2663476" y="31747"/>
                  <a:pt x="2657496" y="35164"/>
                  <a:pt x="2650950" y="43704"/>
                </a:cubicBezTo>
                <a:lnTo>
                  <a:pt x="2650950" y="434"/>
                </a:lnTo>
                <a:lnTo>
                  <a:pt x="2650238" y="7"/>
                </a:lnTo>
                <a:cubicBezTo>
                  <a:pt x="2645399" y="1714"/>
                  <a:pt x="2641839" y="2854"/>
                  <a:pt x="2633868" y="5130"/>
                </a:cubicBezTo>
                <a:lnTo>
                  <a:pt x="2630026" y="6270"/>
                </a:lnTo>
                <a:lnTo>
                  <a:pt x="2630026" y="8547"/>
                </a:lnTo>
                <a:cubicBezTo>
                  <a:pt x="2630595" y="8405"/>
                  <a:pt x="2631023" y="8405"/>
                  <a:pt x="2631733" y="8405"/>
                </a:cubicBezTo>
                <a:cubicBezTo>
                  <a:pt x="2637853" y="8405"/>
                  <a:pt x="2638994" y="9544"/>
                  <a:pt x="2638994" y="15664"/>
                </a:cubicBezTo>
                <a:lnTo>
                  <a:pt x="2638994" y="82701"/>
                </a:lnTo>
                <a:cubicBezTo>
                  <a:pt x="2638994" y="92664"/>
                  <a:pt x="2638138" y="93945"/>
                  <a:pt x="2629882" y="95083"/>
                </a:cubicBezTo>
                <a:lnTo>
                  <a:pt x="2629882" y="97218"/>
                </a:lnTo>
                <a:lnTo>
                  <a:pt x="2660628" y="97218"/>
                </a:lnTo>
                <a:lnTo>
                  <a:pt x="2660628" y="95083"/>
                </a:lnTo>
                <a:cubicBezTo>
                  <a:pt x="2652373" y="94230"/>
                  <a:pt x="2650950" y="92523"/>
                  <a:pt x="2650950" y="82701"/>
                </a:cubicBezTo>
                <a:lnTo>
                  <a:pt x="2650950" y="48402"/>
                </a:lnTo>
                <a:close/>
                <a:moveTo>
                  <a:pt x="2757847" y="73835"/>
                </a:moveTo>
                <a:cubicBezTo>
                  <a:pt x="2751016" y="84658"/>
                  <a:pt x="2744893" y="88789"/>
                  <a:pt x="2735784" y="88789"/>
                </a:cubicBezTo>
                <a:cubicBezTo>
                  <a:pt x="2727672" y="88789"/>
                  <a:pt x="2721551" y="84658"/>
                  <a:pt x="2717423" y="76542"/>
                </a:cubicBezTo>
                <a:cubicBezTo>
                  <a:pt x="2714860" y="71129"/>
                  <a:pt x="2713865" y="66429"/>
                  <a:pt x="2713580" y="57741"/>
                </a:cubicBezTo>
                <a:lnTo>
                  <a:pt x="2757421" y="57741"/>
                </a:lnTo>
                <a:cubicBezTo>
                  <a:pt x="2756281" y="48506"/>
                  <a:pt x="2754858" y="44392"/>
                  <a:pt x="2751301" y="39853"/>
                </a:cubicBezTo>
                <a:cubicBezTo>
                  <a:pt x="2747028" y="34738"/>
                  <a:pt x="2740482" y="31747"/>
                  <a:pt x="2733080" y="31747"/>
                </a:cubicBezTo>
                <a:cubicBezTo>
                  <a:pt x="2725963" y="31747"/>
                  <a:pt x="2719273" y="34310"/>
                  <a:pt x="2713865" y="39143"/>
                </a:cubicBezTo>
                <a:cubicBezTo>
                  <a:pt x="2707173" y="44959"/>
                  <a:pt x="2703331" y="55037"/>
                  <a:pt x="2703331" y="66713"/>
                </a:cubicBezTo>
                <a:cubicBezTo>
                  <a:pt x="2703331" y="86367"/>
                  <a:pt x="2713580" y="98609"/>
                  <a:pt x="2729948" y="98609"/>
                </a:cubicBezTo>
                <a:cubicBezTo>
                  <a:pt x="2743471" y="98609"/>
                  <a:pt x="2754146" y="90212"/>
                  <a:pt x="2760125" y="74832"/>
                </a:cubicBezTo>
                <a:lnTo>
                  <a:pt x="2757847" y="73835"/>
                </a:lnTo>
                <a:moveTo>
                  <a:pt x="2713865" y="53187"/>
                </a:moveTo>
                <a:cubicBezTo>
                  <a:pt x="2715429" y="42123"/>
                  <a:pt x="2720270" y="36873"/>
                  <a:pt x="2728951" y="36873"/>
                </a:cubicBezTo>
                <a:cubicBezTo>
                  <a:pt x="2737635" y="36873"/>
                  <a:pt x="2741051" y="40846"/>
                  <a:pt x="2742902" y="53187"/>
                </a:cubicBezTo>
                <a:lnTo>
                  <a:pt x="2713865" y="53187"/>
                </a:lnTo>
                <a:close/>
                <a:moveTo>
                  <a:pt x="2837700" y="31747"/>
                </a:moveTo>
                <a:lnTo>
                  <a:pt x="2815638" y="39532"/>
                </a:lnTo>
                <a:lnTo>
                  <a:pt x="2815638" y="41669"/>
                </a:lnTo>
                <a:lnTo>
                  <a:pt x="2816778" y="41525"/>
                </a:lnTo>
                <a:cubicBezTo>
                  <a:pt x="2818485" y="41241"/>
                  <a:pt x="2820336" y="41098"/>
                  <a:pt x="2821617" y="41098"/>
                </a:cubicBezTo>
                <a:cubicBezTo>
                  <a:pt x="2825034" y="41098"/>
                  <a:pt x="2826313" y="43376"/>
                  <a:pt x="2826313" y="49644"/>
                </a:cubicBezTo>
                <a:lnTo>
                  <a:pt x="2826313" y="82693"/>
                </a:lnTo>
                <a:cubicBezTo>
                  <a:pt x="2826313" y="92948"/>
                  <a:pt x="2824890" y="94514"/>
                  <a:pt x="2815069" y="95083"/>
                </a:cubicBezTo>
                <a:lnTo>
                  <a:pt x="2815069" y="97218"/>
                </a:lnTo>
                <a:lnTo>
                  <a:pt x="2848803" y="97218"/>
                </a:lnTo>
                <a:lnTo>
                  <a:pt x="2848803" y="95083"/>
                </a:lnTo>
                <a:cubicBezTo>
                  <a:pt x="2839410" y="94373"/>
                  <a:pt x="2838270" y="92948"/>
                  <a:pt x="2838270" y="82693"/>
                </a:cubicBezTo>
                <a:lnTo>
                  <a:pt x="2838270" y="32175"/>
                </a:lnTo>
                <a:lnTo>
                  <a:pt x="2837700" y="31747"/>
                </a:lnTo>
                <a:moveTo>
                  <a:pt x="2831011" y="54"/>
                </a:moveTo>
                <a:cubicBezTo>
                  <a:pt x="2827169" y="54"/>
                  <a:pt x="2823893" y="3330"/>
                  <a:pt x="2823893" y="7315"/>
                </a:cubicBezTo>
                <a:cubicBezTo>
                  <a:pt x="2823893" y="11301"/>
                  <a:pt x="2827025" y="14574"/>
                  <a:pt x="2831011" y="14574"/>
                </a:cubicBezTo>
                <a:cubicBezTo>
                  <a:pt x="2835140" y="14574"/>
                  <a:pt x="2838413" y="11442"/>
                  <a:pt x="2838413" y="7315"/>
                </a:cubicBezTo>
                <a:cubicBezTo>
                  <a:pt x="2838413" y="3330"/>
                  <a:pt x="2835140" y="54"/>
                  <a:pt x="2831011" y="54"/>
                </a:cubicBezTo>
                <a:close/>
                <a:moveTo>
                  <a:pt x="2897198" y="52496"/>
                </a:moveTo>
                <a:lnTo>
                  <a:pt x="2896629" y="33137"/>
                </a:lnTo>
                <a:lnTo>
                  <a:pt x="2895063" y="33137"/>
                </a:lnTo>
                <a:lnTo>
                  <a:pt x="2894779" y="33424"/>
                </a:lnTo>
                <a:cubicBezTo>
                  <a:pt x="2893497" y="34419"/>
                  <a:pt x="2893356" y="34562"/>
                  <a:pt x="2892787" y="34562"/>
                </a:cubicBezTo>
                <a:cubicBezTo>
                  <a:pt x="2891934" y="34562"/>
                  <a:pt x="2890509" y="34278"/>
                  <a:pt x="2888943" y="33565"/>
                </a:cubicBezTo>
                <a:cubicBezTo>
                  <a:pt x="2885811" y="32458"/>
                  <a:pt x="2882681" y="31886"/>
                  <a:pt x="2878980" y="31886"/>
                </a:cubicBezTo>
                <a:cubicBezTo>
                  <a:pt x="2867734" y="31886"/>
                  <a:pt x="2859622" y="39145"/>
                  <a:pt x="2859622" y="49388"/>
                </a:cubicBezTo>
                <a:cubicBezTo>
                  <a:pt x="2859622" y="57352"/>
                  <a:pt x="2864176" y="63043"/>
                  <a:pt x="2876276" y="69872"/>
                </a:cubicBezTo>
                <a:lnTo>
                  <a:pt x="2884532" y="74567"/>
                </a:lnTo>
                <a:cubicBezTo>
                  <a:pt x="2889512" y="77412"/>
                  <a:pt x="2891934" y="80827"/>
                  <a:pt x="2891934" y="85236"/>
                </a:cubicBezTo>
                <a:cubicBezTo>
                  <a:pt x="2891934" y="91495"/>
                  <a:pt x="2887377" y="95479"/>
                  <a:pt x="2880118" y="95479"/>
                </a:cubicBezTo>
                <a:cubicBezTo>
                  <a:pt x="2875279" y="95479"/>
                  <a:pt x="2870866" y="93628"/>
                  <a:pt x="2868162" y="90498"/>
                </a:cubicBezTo>
                <a:cubicBezTo>
                  <a:pt x="2865173" y="86943"/>
                  <a:pt x="2863892" y="83670"/>
                  <a:pt x="2862041" y="75562"/>
                </a:cubicBezTo>
                <a:lnTo>
                  <a:pt x="2859763" y="75562"/>
                </a:lnTo>
                <a:lnTo>
                  <a:pt x="2859763" y="97755"/>
                </a:lnTo>
                <a:lnTo>
                  <a:pt x="2861613" y="97755"/>
                </a:lnTo>
                <a:cubicBezTo>
                  <a:pt x="2862610" y="96332"/>
                  <a:pt x="2863179" y="96048"/>
                  <a:pt x="2864889" y="96048"/>
                </a:cubicBezTo>
                <a:cubicBezTo>
                  <a:pt x="2866170" y="96080"/>
                  <a:pt x="2868162" y="96365"/>
                  <a:pt x="2871435" y="97218"/>
                </a:cubicBezTo>
                <a:cubicBezTo>
                  <a:pt x="2875420" y="98039"/>
                  <a:pt x="2879265" y="98609"/>
                  <a:pt x="2881825" y="98609"/>
                </a:cubicBezTo>
                <a:cubicBezTo>
                  <a:pt x="2892787" y="98609"/>
                  <a:pt x="2901896" y="90357"/>
                  <a:pt x="2901896" y="80399"/>
                </a:cubicBezTo>
                <a:cubicBezTo>
                  <a:pt x="2901896" y="73286"/>
                  <a:pt x="2898480" y="68592"/>
                  <a:pt x="2889940" y="63471"/>
                </a:cubicBezTo>
                <a:lnTo>
                  <a:pt x="2874567" y="54366"/>
                </a:lnTo>
                <a:cubicBezTo>
                  <a:pt x="2870581" y="52090"/>
                  <a:pt x="2868446" y="48534"/>
                  <a:pt x="2868446" y="44692"/>
                </a:cubicBezTo>
                <a:cubicBezTo>
                  <a:pt x="2868446" y="39002"/>
                  <a:pt x="2872860" y="35018"/>
                  <a:pt x="2879406" y="35018"/>
                </a:cubicBezTo>
                <a:cubicBezTo>
                  <a:pt x="2887520" y="35018"/>
                  <a:pt x="2891790" y="39855"/>
                  <a:pt x="2895063" y="52518"/>
                </a:cubicBezTo>
                <a:lnTo>
                  <a:pt x="2897198" y="52496"/>
                </a:lnTo>
                <a:close/>
                <a:moveTo>
                  <a:pt x="2952569" y="52496"/>
                </a:moveTo>
                <a:lnTo>
                  <a:pt x="2952000" y="33137"/>
                </a:lnTo>
                <a:lnTo>
                  <a:pt x="2950434" y="33137"/>
                </a:lnTo>
                <a:lnTo>
                  <a:pt x="2950149" y="33424"/>
                </a:lnTo>
                <a:cubicBezTo>
                  <a:pt x="2948868" y="34419"/>
                  <a:pt x="2948727" y="34562"/>
                  <a:pt x="2948158" y="34562"/>
                </a:cubicBezTo>
                <a:cubicBezTo>
                  <a:pt x="2947304" y="34562"/>
                  <a:pt x="2945879" y="34278"/>
                  <a:pt x="2944313" y="33565"/>
                </a:cubicBezTo>
                <a:cubicBezTo>
                  <a:pt x="2941181" y="32458"/>
                  <a:pt x="2938052" y="31886"/>
                  <a:pt x="2934351" y="31886"/>
                </a:cubicBezTo>
                <a:cubicBezTo>
                  <a:pt x="2923104" y="31886"/>
                  <a:pt x="2914992" y="39145"/>
                  <a:pt x="2914992" y="49388"/>
                </a:cubicBezTo>
                <a:cubicBezTo>
                  <a:pt x="2914992" y="57352"/>
                  <a:pt x="2919547" y="63043"/>
                  <a:pt x="2931646" y="69872"/>
                </a:cubicBezTo>
                <a:lnTo>
                  <a:pt x="2939902" y="74567"/>
                </a:lnTo>
                <a:cubicBezTo>
                  <a:pt x="2944882" y="77412"/>
                  <a:pt x="2947304" y="80827"/>
                  <a:pt x="2947304" y="85236"/>
                </a:cubicBezTo>
                <a:cubicBezTo>
                  <a:pt x="2947304" y="91495"/>
                  <a:pt x="2942747" y="95479"/>
                  <a:pt x="2935489" y="95479"/>
                </a:cubicBezTo>
                <a:cubicBezTo>
                  <a:pt x="2930650" y="95479"/>
                  <a:pt x="2926236" y="93628"/>
                  <a:pt x="2923532" y="90498"/>
                </a:cubicBezTo>
                <a:cubicBezTo>
                  <a:pt x="2920543" y="86943"/>
                  <a:pt x="2919262" y="83670"/>
                  <a:pt x="2917412" y="75562"/>
                </a:cubicBezTo>
                <a:lnTo>
                  <a:pt x="2915133" y="75562"/>
                </a:lnTo>
                <a:lnTo>
                  <a:pt x="2915133" y="97755"/>
                </a:lnTo>
                <a:lnTo>
                  <a:pt x="2916984" y="97755"/>
                </a:lnTo>
                <a:cubicBezTo>
                  <a:pt x="2917981" y="96332"/>
                  <a:pt x="2918550" y="96048"/>
                  <a:pt x="2920259" y="96048"/>
                </a:cubicBezTo>
                <a:cubicBezTo>
                  <a:pt x="2921540" y="96080"/>
                  <a:pt x="2923532" y="96365"/>
                  <a:pt x="2926805" y="97218"/>
                </a:cubicBezTo>
                <a:cubicBezTo>
                  <a:pt x="2930791" y="98039"/>
                  <a:pt x="2934635" y="98609"/>
                  <a:pt x="2937196" y="98609"/>
                </a:cubicBezTo>
                <a:cubicBezTo>
                  <a:pt x="2948158" y="98609"/>
                  <a:pt x="2957267" y="90357"/>
                  <a:pt x="2957267" y="80399"/>
                </a:cubicBezTo>
                <a:cubicBezTo>
                  <a:pt x="2957267" y="73286"/>
                  <a:pt x="2953850" y="68592"/>
                  <a:pt x="2945310" y="63471"/>
                </a:cubicBezTo>
                <a:lnTo>
                  <a:pt x="2929937" y="54366"/>
                </a:lnTo>
                <a:cubicBezTo>
                  <a:pt x="2925952" y="52090"/>
                  <a:pt x="2923817" y="48534"/>
                  <a:pt x="2923817" y="44692"/>
                </a:cubicBezTo>
                <a:cubicBezTo>
                  <a:pt x="2923817" y="39002"/>
                  <a:pt x="2928230" y="35018"/>
                  <a:pt x="2934776" y="35018"/>
                </a:cubicBezTo>
                <a:cubicBezTo>
                  <a:pt x="2942891" y="35018"/>
                  <a:pt x="2947161" y="39855"/>
                  <a:pt x="2950434" y="52518"/>
                </a:cubicBezTo>
                <a:lnTo>
                  <a:pt x="2952569" y="52496"/>
                </a:lnTo>
                <a:close/>
                <a:moveTo>
                  <a:pt x="3031283" y="90075"/>
                </a:moveTo>
                <a:lnTo>
                  <a:pt x="3030573" y="90075"/>
                </a:lnTo>
                <a:cubicBezTo>
                  <a:pt x="3024024" y="90075"/>
                  <a:pt x="3022458" y="88509"/>
                  <a:pt x="3022458" y="81961"/>
                </a:cubicBezTo>
                <a:lnTo>
                  <a:pt x="3022458" y="33137"/>
                </a:lnTo>
                <a:lnTo>
                  <a:pt x="2999968" y="33137"/>
                </a:lnTo>
                <a:lnTo>
                  <a:pt x="2999968" y="35559"/>
                </a:lnTo>
                <a:cubicBezTo>
                  <a:pt x="3008795" y="35985"/>
                  <a:pt x="3010502" y="37410"/>
                  <a:pt x="3010502" y="44525"/>
                </a:cubicBezTo>
                <a:lnTo>
                  <a:pt x="3010502" y="77971"/>
                </a:lnTo>
                <a:cubicBezTo>
                  <a:pt x="3010502" y="81956"/>
                  <a:pt x="3009789" y="83950"/>
                  <a:pt x="3007798" y="85514"/>
                </a:cubicBezTo>
                <a:cubicBezTo>
                  <a:pt x="3003953" y="88646"/>
                  <a:pt x="2999542" y="90353"/>
                  <a:pt x="2995272" y="90353"/>
                </a:cubicBezTo>
                <a:cubicBezTo>
                  <a:pt x="2989721" y="90353"/>
                  <a:pt x="2985166" y="85514"/>
                  <a:pt x="2985166" y="79537"/>
                </a:cubicBezTo>
                <a:lnTo>
                  <a:pt x="2985166" y="33137"/>
                </a:lnTo>
                <a:lnTo>
                  <a:pt x="2964383" y="33137"/>
                </a:lnTo>
                <a:lnTo>
                  <a:pt x="2964383" y="35131"/>
                </a:lnTo>
                <a:cubicBezTo>
                  <a:pt x="2971216" y="35559"/>
                  <a:pt x="2973209" y="37694"/>
                  <a:pt x="2973209" y="44240"/>
                </a:cubicBezTo>
                <a:lnTo>
                  <a:pt x="2973209" y="80106"/>
                </a:lnTo>
                <a:cubicBezTo>
                  <a:pt x="2973209" y="91350"/>
                  <a:pt x="2980040" y="98609"/>
                  <a:pt x="2990431" y="98609"/>
                </a:cubicBezTo>
                <a:cubicBezTo>
                  <a:pt x="2995698" y="98609"/>
                  <a:pt x="3001249" y="96332"/>
                  <a:pt x="3005094" y="92488"/>
                </a:cubicBezTo>
                <a:lnTo>
                  <a:pt x="3011214" y="86370"/>
                </a:lnTo>
                <a:lnTo>
                  <a:pt x="3011214" y="98183"/>
                </a:lnTo>
                <a:lnTo>
                  <a:pt x="3011783" y="98470"/>
                </a:lnTo>
                <a:cubicBezTo>
                  <a:pt x="3018901" y="95624"/>
                  <a:pt x="3024024" y="94058"/>
                  <a:pt x="3031283" y="92064"/>
                </a:cubicBezTo>
                <a:lnTo>
                  <a:pt x="3031283" y="90075"/>
                </a:lnTo>
                <a:close/>
                <a:moveTo>
                  <a:pt x="3092348" y="73835"/>
                </a:moveTo>
                <a:cubicBezTo>
                  <a:pt x="3085517" y="84658"/>
                  <a:pt x="3079394" y="88789"/>
                  <a:pt x="3070285" y="88789"/>
                </a:cubicBezTo>
                <a:cubicBezTo>
                  <a:pt x="3062173" y="88789"/>
                  <a:pt x="3056052" y="84658"/>
                  <a:pt x="3051923" y="76542"/>
                </a:cubicBezTo>
                <a:cubicBezTo>
                  <a:pt x="3049360" y="71129"/>
                  <a:pt x="3048366" y="66429"/>
                  <a:pt x="3048081" y="57741"/>
                </a:cubicBezTo>
                <a:lnTo>
                  <a:pt x="3091922" y="57741"/>
                </a:lnTo>
                <a:cubicBezTo>
                  <a:pt x="3090782" y="48506"/>
                  <a:pt x="3089359" y="44392"/>
                  <a:pt x="3085801" y="39853"/>
                </a:cubicBezTo>
                <a:cubicBezTo>
                  <a:pt x="3081529" y="34738"/>
                  <a:pt x="3074983" y="31747"/>
                  <a:pt x="3067581" y="31747"/>
                </a:cubicBezTo>
                <a:cubicBezTo>
                  <a:pt x="3060463" y="31747"/>
                  <a:pt x="3053774" y="34310"/>
                  <a:pt x="3048366" y="39143"/>
                </a:cubicBezTo>
                <a:cubicBezTo>
                  <a:pt x="3041674" y="44959"/>
                  <a:pt x="3037832" y="55037"/>
                  <a:pt x="3037832" y="66713"/>
                </a:cubicBezTo>
                <a:cubicBezTo>
                  <a:pt x="3037832" y="86367"/>
                  <a:pt x="3048081" y="98609"/>
                  <a:pt x="3064449" y="98609"/>
                </a:cubicBezTo>
                <a:cubicBezTo>
                  <a:pt x="3077971" y="98609"/>
                  <a:pt x="3088647" y="90212"/>
                  <a:pt x="3094626" y="74832"/>
                </a:cubicBezTo>
                <a:lnTo>
                  <a:pt x="3092348" y="73835"/>
                </a:lnTo>
                <a:moveTo>
                  <a:pt x="3048366" y="53187"/>
                </a:moveTo>
                <a:cubicBezTo>
                  <a:pt x="3049929" y="42123"/>
                  <a:pt x="3054771" y="36873"/>
                  <a:pt x="3063452" y="36873"/>
                </a:cubicBezTo>
                <a:cubicBezTo>
                  <a:pt x="3072135" y="36873"/>
                  <a:pt x="3075552" y="40846"/>
                  <a:pt x="3077402" y="53187"/>
                </a:cubicBezTo>
                <a:lnTo>
                  <a:pt x="3048366" y="53187"/>
                </a:lnTo>
                <a:close/>
                <a:moveTo>
                  <a:pt x="3172201" y="31747"/>
                </a:moveTo>
                <a:lnTo>
                  <a:pt x="3150138" y="39532"/>
                </a:lnTo>
                <a:lnTo>
                  <a:pt x="3150138" y="41669"/>
                </a:lnTo>
                <a:lnTo>
                  <a:pt x="3151279" y="41525"/>
                </a:lnTo>
                <a:cubicBezTo>
                  <a:pt x="3152986" y="41241"/>
                  <a:pt x="3154836" y="41098"/>
                  <a:pt x="3156118" y="41098"/>
                </a:cubicBezTo>
                <a:cubicBezTo>
                  <a:pt x="3159534" y="41098"/>
                  <a:pt x="3160813" y="43376"/>
                  <a:pt x="3160813" y="49644"/>
                </a:cubicBezTo>
                <a:lnTo>
                  <a:pt x="3160813" y="82693"/>
                </a:lnTo>
                <a:cubicBezTo>
                  <a:pt x="3160813" y="92948"/>
                  <a:pt x="3159391" y="94514"/>
                  <a:pt x="3149569" y="95083"/>
                </a:cubicBezTo>
                <a:lnTo>
                  <a:pt x="3149569" y="97218"/>
                </a:lnTo>
                <a:lnTo>
                  <a:pt x="3183304" y="97218"/>
                </a:lnTo>
                <a:lnTo>
                  <a:pt x="3183304" y="95083"/>
                </a:lnTo>
                <a:cubicBezTo>
                  <a:pt x="3173910" y="94373"/>
                  <a:pt x="3172770" y="92948"/>
                  <a:pt x="3172770" y="82693"/>
                </a:cubicBezTo>
                <a:lnTo>
                  <a:pt x="3172770" y="32175"/>
                </a:lnTo>
                <a:lnTo>
                  <a:pt x="3172201" y="31747"/>
                </a:lnTo>
                <a:moveTo>
                  <a:pt x="3165511" y="54"/>
                </a:moveTo>
                <a:cubicBezTo>
                  <a:pt x="3161669" y="54"/>
                  <a:pt x="3158394" y="3330"/>
                  <a:pt x="3158394" y="7315"/>
                </a:cubicBezTo>
                <a:cubicBezTo>
                  <a:pt x="3158394" y="11301"/>
                  <a:pt x="3161526" y="14574"/>
                  <a:pt x="3165511" y="14574"/>
                </a:cubicBezTo>
                <a:cubicBezTo>
                  <a:pt x="3169640" y="14574"/>
                  <a:pt x="3172913" y="11442"/>
                  <a:pt x="3172913" y="7315"/>
                </a:cubicBezTo>
                <a:cubicBezTo>
                  <a:pt x="3172913" y="3330"/>
                  <a:pt x="3169640" y="54"/>
                  <a:pt x="3165511" y="54"/>
                </a:cubicBezTo>
                <a:close/>
                <a:moveTo>
                  <a:pt x="3189568" y="40574"/>
                </a:moveTo>
                <a:cubicBezTo>
                  <a:pt x="3191418" y="40146"/>
                  <a:pt x="3192556" y="40005"/>
                  <a:pt x="3194122" y="40005"/>
                </a:cubicBezTo>
                <a:cubicBezTo>
                  <a:pt x="3197823" y="40005"/>
                  <a:pt x="3199105" y="42281"/>
                  <a:pt x="3199105" y="49112"/>
                </a:cubicBezTo>
                <a:lnTo>
                  <a:pt x="3199105" y="85121"/>
                </a:lnTo>
                <a:cubicBezTo>
                  <a:pt x="3199105" y="92807"/>
                  <a:pt x="3197111" y="94942"/>
                  <a:pt x="3189140" y="95083"/>
                </a:cubicBezTo>
                <a:lnTo>
                  <a:pt x="3189140" y="97218"/>
                </a:lnTo>
                <a:lnTo>
                  <a:pt x="3220739" y="97218"/>
                </a:lnTo>
                <a:lnTo>
                  <a:pt x="3220739" y="95083"/>
                </a:lnTo>
                <a:cubicBezTo>
                  <a:pt x="3213196" y="94799"/>
                  <a:pt x="3211061" y="93235"/>
                  <a:pt x="3211061" y="87684"/>
                </a:cubicBezTo>
                <a:lnTo>
                  <a:pt x="3211061" y="47548"/>
                </a:lnTo>
                <a:cubicBezTo>
                  <a:pt x="3211061" y="47264"/>
                  <a:pt x="3212199" y="45839"/>
                  <a:pt x="3213196" y="44844"/>
                </a:cubicBezTo>
                <a:cubicBezTo>
                  <a:pt x="3216754" y="41569"/>
                  <a:pt x="3222875" y="39149"/>
                  <a:pt x="3227857" y="39149"/>
                </a:cubicBezTo>
                <a:cubicBezTo>
                  <a:pt x="3234119" y="39149"/>
                  <a:pt x="3237251" y="44132"/>
                  <a:pt x="3237251" y="54094"/>
                </a:cubicBezTo>
                <a:lnTo>
                  <a:pt x="3237251" y="84980"/>
                </a:lnTo>
                <a:cubicBezTo>
                  <a:pt x="3237251" y="92951"/>
                  <a:pt x="3235685" y="94514"/>
                  <a:pt x="3227572" y="95083"/>
                </a:cubicBezTo>
                <a:lnTo>
                  <a:pt x="3227572" y="97218"/>
                </a:lnTo>
                <a:lnTo>
                  <a:pt x="3259457" y="97218"/>
                </a:lnTo>
                <a:lnTo>
                  <a:pt x="3259457" y="95083"/>
                </a:lnTo>
                <a:cubicBezTo>
                  <a:pt x="3251342" y="94942"/>
                  <a:pt x="3249207" y="92523"/>
                  <a:pt x="3249207" y="83698"/>
                </a:cubicBezTo>
                <a:lnTo>
                  <a:pt x="3249207" y="47833"/>
                </a:lnTo>
                <a:cubicBezTo>
                  <a:pt x="3253477" y="41712"/>
                  <a:pt x="3258175" y="39149"/>
                  <a:pt x="3264724" y="39149"/>
                </a:cubicBezTo>
                <a:cubicBezTo>
                  <a:pt x="3272836" y="39149"/>
                  <a:pt x="3275399" y="42994"/>
                  <a:pt x="3275399" y="54807"/>
                </a:cubicBezTo>
                <a:lnTo>
                  <a:pt x="3275399" y="84836"/>
                </a:lnTo>
                <a:cubicBezTo>
                  <a:pt x="3275399" y="92951"/>
                  <a:pt x="3274261" y="94089"/>
                  <a:pt x="3266005" y="95083"/>
                </a:cubicBezTo>
                <a:lnTo>
                  <a:pt x="3266005" y="97218"/>
                </a:lnTo>
                <a:lnTo>
                  <a:pt x="3297177" y="97218"/>
                </a:lnTo>
                <a:lnTo>
                  <a:pt x="3297177" y="95083"/>
                </a:lnTo>
                <a:lnTo>
                  <a:pt x="3293476" y="94799"/>
                </a:lnTo>
                <a:cubicBezTo>
                  <a:pt x="3289206" y="94514"/>
                  <a:pt x="3287355" y="91954"/>
                  <a:pt x="3287355" y="86402"/>
                </a:cubicBezTo>
                <a:lnTo>
                  <a:pt x="3287355" y="57083"/>
                </a:lnTo>
                <a:cubicBezTo>
                  <a:pt x="3287355" y="40290"/>
                  <a:pt x="3281804" y="31747"/>
                  <a:pt x="3270844" y="31747"/>
                </a:cubicBezTo>
                <a:cubicBezTo>
                  <a:pt x="3262589" y="31747"/>
                  <a:pt x="3255328" y="35448"/>
                  <a:pt x="3247641" y="43704"/>
                </a:cubicBezTo>
                <a:cubicBezTo>
                  <a:pt x="3245080" y="35592"/>
                  <a:pt x="3240241" y="31747"/>
                  <a:pt x="3232555" y="31747"/>
                </a:cubicBezTo>
                <a:cubicBezTo>
                  <a:pt x="3226291" y="31747"/>
                  <a:pt x="3222305" y="33741"/>
                  <a:pt x="3210490" y="42709"/>
                </a:cubicBezTo>
                <a:lnTo>
                  <a:pt x="3210490" y="32034"/>
                </a:lnTo>
                <a:lnTo>
                  <a:pt x="3209495" y="31747"/>
                </a:lnTo>
                <a:cubicBezTo>
                  <a:pt x="3202235" y="34454"/>
                  <a:pt x="3197395" y="36020"/>
                  <a:pt x="3189568" y="38155"/>
                </a:cubicBezTo>
                <a:lnTo>
                  <a:pt x="3189568" y="40574"/>
                </a:lnTo>
                <a:close/>
                <a:moveTo>
                  <a:pt x="3360518" y="87794"/>
                </a:moveTo>
                <a:cubicBezTo>
                  <a:pt x="3358098" y="89784"/>
                  <a:pt x="3356391" y="90496"/>
                  <a:pt x="3354256" y="90496"/>
                </a:cubicBezTo>
                <a:cubicBezTo>
                  <a:pt x="3350983" y="90496"/>
                  <a:pt x="3349986" y="88505"/>
                  <a:pt x="3349986" y="82247"/>
                </a:cubicBezTo>
                <a:lnTo>
                  <a:pt x="3349986" y="54509"/>
                </a:lnTo>
                <a:cubicBezTo>
                  <a:pt x="3349986" y="47112"/>
                  <a:pt x="3349273" y="42987"/>
                  <a:pt x="3347138" y="39573"/>
                </a:cubicBezTo>
                <a:cubicBezTo>
                  <a:pt x="3344006" y="34454"/>
                  <a:pt x="3337886" y="31747"/>
                  <a:pt x="3329489" y="31747"/>
                </a:cubicBezTo>
                <a:cubicBezTo>
                  <a:pt x="3316108" y="31747"/>
                  <a:pt x="3305576" y="38719"/>
                  <a:pt x="3305576" y="47681"/>
                </a:cubicBezTo>
                <a:cubicBezTo>
                  <a:pt x="3305576" y="50954"/>
                  <a:pt x="3308421" y="53797"/>
                  <a:pt x="3311697" y="53797"/>
                </a:cubicBezTo>
                <a:cubicBezTo>
                  <a:pt x="3315111" y="53797"/>
                  <a:pt x="3318102" y="50954"/>
                  <a:pt x="3318102" y="47824"/>
                </a:cubicBezTo>
                <a:cubicBezTo>
                  <a:pt x="3318102" y="47255"/>
                  <a:pt x="3317958" y="46543"/>
                  <a:pt x="3317817" y="45548"/>
                </a:cubicBezTo>
                <a:cubicBezTo>
                  <a:pt x="3317533" y="44269"/>
                  <a:pt x="3317389" y="43131"/>
                  <a:pt x="3317389" y="42134"/>
                </a:cubicBezTo>
                <a:cubicBezTo>
                  <a:pt x="3317389" y="38294"/>
                  <a:pt x="3321944" y="35164"/>
                  <a:pt x="3327639" y="35164"/>
                </a:cubicBezTo>
                <a:cubicBezTo>
                  <a:pt x="3334613" y="35164"/>
                  <a:pt x="3338455" y="39288"/>
                  <a:pt x="3338455" y="46971"/>
                </a:cubicBezTo>
                <a:lnTo>
                  <a:pt x="3338455" y="55647"/>
                </a:lnTo>
                <a:cubicBezTo>
                  <a:pt x="3316536" y="64466"/>
                  <a:pt x="3314116" y="65604"/>
                  <a:pt x="3307996" y="71010"/>
                </a:cubicBezTo>
                <a:cubicBezTo>
                  <a:pt x="3304864" y="73855"/>
                  <a:pt x="3302870" y="78690"/>
                  <a:pt x="3302870" y="83383"/>
                </a:cubicBezTo>
                <a:cubicBezTo>
                  <a:pt x="3302870" y="92347"/>
                  <a:pt x="3309134" y="98609"/>
                  <a:pt x="3317817" y="98609"/>
                </a:cubicBezTo>
                <a:cubicBezTo>
                  <a:pt x="3324079" y="98609"/>
                  <a:pt x="3329915" y="95620"/>
                  <a:pt x="3338598" y="88218"/>
                </a:cubicBezTo>
                <a:cubicBezTo>
                  <a:pt x="3339311" y="95620"/>
                  <a:pt x="3341871" y="98609"/>
                  <a:pt x="3347707" y="98609"/>
                </a:cubicBezTo>
                <a:cubicBezTo>
                  <a:pt x="3352546" y="98609"/>
                  <a:pt x="3355537" y="96901"/>
                  <a:pt x="3360518" y="91493"/>
                </a:cubicBezTo>
                <a:lnTo>
                  <a:pt x="3360518" y="87794"/>
                </a:lnTo>
                <a:moveTo>
                  <a:pt x="3338455" y="79678"/>
                </a:moveTo>
                <a:cubicBezTo>
                  <a:pt x="3338455" y="84091"/>
                  <a:pt x="3337745" y="85373"/>
                  <a:pt x="3334754" y="87080"/>
                </a:cubicBezTo>
                <a:cubicBezTo>
                  <a:pt x="3331340" y="89074"/>
                  <a:pt x="3327354" y="90353"/>
                  <a:pt x="3324363" y="90353"/>
                </a:cubicBezTo>
                <a:cubicBezTo>
                  <a:pt x="3319383" y="90353"/>
                  <a:pt x="3315398" y="85514"/>
                  <a:pt x="3315398" y="79393"/>
                </a:cubicBezTo>
                <a:lnTo>
                  <a:pt x="3315398" y="78824"/>
                </a:lnTo>
                <a:cubicBezTo>
                  <a:pt x="3315398" y="70425"/>
                  <a:pt x="3321231" y="65302"/>
                  <a:pt x="3338455" y="59038"/>
                </a:cubicBezTo>
                <a:lnTo>
                  <a:pt x="3338455" y="79678"/>
                </a:lnTo>
                <a:close/>
                <a:moveTo>
                  <a:pt x="3427702" y="42025"/>
                </a:moveTo>
                <a:lnTo>
                  <a:pt x="3427702" y="36473"/>
                </a:lnTo>
                <a:lnTo>
                  <a:pt x="3416743" y="36473"/>
                </a:lnTo>
                <a:cubicBezTo>
                  <a:pt x="3413895" y="36473"/>
                  <a:pt x="3411760" y="36030"/>
                  <a:pt x="3408915" y="35023"/>
                </a:cubicBezTo>
                <a:lnTo>
                  <a:pt x="3405783" y="33885"/>
                </a:lnTo>
                <a:cubicBezTo>
                  <a:pt x="3401939" y="32460"/>
                  <a:pt x="3398097" y="31747"/>
                  <a:pt x="3394396" y="31747"/>
                </a:cubicBezTo>
                <a:cubicBezTo>
                  <a:pt x="3381158" y="31747"/>
                  <a:pt x="3370624" y="42025"/>
                  <a:pt x="3370624" y="54974"/>
                </a:cubicBezTo>
                <a:cubicBezTo>
                  <a:pt x="3370624" y="63940"/>
                  <a:pt x="3374468" y="69346"/>
                  <a:pt x="3383862" y="74042"/>
                </a:cubicBezTo>
                <a:cubicBezTo>
                  <a:pt x="3381158" y="76605"/>
                  <a:pt x="3378597" y="79020"/>
                  <a:pt x="3377741" y="79730"/>
                </a:cubicBezTo>
                <a:cubicBezTo>
                  <a:pt x="3373045" y="83850"/>
                  <a:pt x="3371195" y="86693"/>
                  <a:pt x="3371195" y="89534"/>
                </a:cubicBezTo>
                <a:cubicBezTo>
                  <a:pt x="3371195" y="92518"/>
                  <a:pt x="3372902" y="94223"/>
                  <a:pt x="3378738" y="97071"/>
                </a:cubicBezTo>
                <a:cubicBezTo>
                  <a:pt x="3368632" y="104479"/>
                  <a:pt x="3364790" y="109184"/>
                  <a:pt x="3364790" y="114455"/>
                </a:cubicBezTo>
                <a:cubicBezTo>
                  <a:pt x="3364790" y="122005"/>
                  <a:pt x="3375891" y="128269"/>
                  <a:pt x="3389413" y="128269"/>
                </a:cubicBezTo>
                <a:cubicBezTo>
                  <a:pt x="3400088" y="128269"/>
                  <a:pt x="3411191" y="124568"/>
                  <a:pt x="3418593" y="118588"/>
                </a:cubicBezTo>
                <a:cubicBezTo>
                  <a:pt x="3424004" y="114171"/>
                  <a:pt x="3426423" y="109609"/>
                  <a:pt x="3426423" y="104195"/>
                </a:cubicBezTo>
                <a:cubicBezTo>
                  <a:pt x="3426423" y="95361"/>
                  <a:pt x="3419731" y="89393"/>
                  <a:pt x="3409200" y="88967"/>
                </a:cubicBezTo>
                <a:lnTo>
                  <a:pt x="3390838" y="88114"/>
                </a:lnTo>
                <a:cubicBezTo>
                  <a:pt x="3383293" y="87829"/>
                  <a:pt x="3379735" y="86550"/>
                  <a:pt x="3379735" y="84278"/>
                </a:cubicBezTo>
                <a:cubicBezTo>
                  <a:pt x="3379735" y="81435"/>
                  <a:pt x="3384431" y="76461"/>
                  <a:pt x="3388275" y="75323"/>
                </a:cubicBezTo>
                <a:cubicBezTo>
                  <a:pt x="3389556" y="75466"/>
                  <a:pt x="3390553" y="75608"/>
                  <a:pt x="3390979" y="75608"/>
                </a:cubicBezTo>
                <a:cubicBezTo>
                  <a:pt x="3393683" y="75892"/>
                  <a:pt x="3395534" y="76035"/>
                  <a:pt x="3396389" y="76035"/>
                </a:cubicBezTo>
                <a:cubicBezTo>
                  <a:pt x="3401654" y="76035"/>
                  <a:pt x="3407349" y="73900"/>
                  <a:pt x="3411760" y="70058"/>
                </a:cubicBezTo>
                <a:cubicBezTo>
                  <a:pt x="3416458" y="66073"/>
                  <a:pt x="3418593" y="61092"/>
                  <a:pt x="3418593" y="53979"/>
                </a:cubicBezTo>
                <a:cubicBezTo>
                  <a:pt x="3418593" y="49853"/>
                  <a:pt x="3417881" y="46580"/>
                  <a:pt x="3415889" y="42025"/>
                </a:cubicBezTo>
                <a:lnTo>
                  <a:pt x="3427702" y="42025"/>
                </a:lnTo>
                <a:moveTo>
                  <a:pt x="3381727" y="97496"/>
                </a:moveTo>
                <a:cubicBezTo>
                  <a:pt x="3386425" y="98496"/>
                  <a:pt x="3397812" y="99349"/>
                  <a:pt x="3404786" y="99349"/>
                </a:cubicBezTo>
                <a:cubicBezTo>
                  <a:pt x="3417740" y="99349"/>
                  <a:pt x="3422438" y="101202"/>
                  <a:pt x="3422438" y="106332"/>
                </a:cubicBezTo>
                <a:cubicBezTo>
                  <a:pt x="3422438" y="114598"/>
                  <a:pt x="3411619" y="120154"/>
                  <a:pt x="3395534" y="120154"/>
                </a:cubicBezTo>
                <a:cubicBezTo>
                  <a:pt x="3383008" y="120154"/>
                  <a:pt x="3374752" y="116023"/>
                  <a:pt x="3374752" y="109753"/>
                </a:cubicBezTo>
                <a:cubicBezTo>
                  <a:pt x="3374752" y="106475"/>
                  <a:pt x="3375749" y="104623"/>
                  <a:pt x="3381727" y="97496"/>
                </a:cubicBezTo>
                <a:moveTo>
                  <a:pt x="3382439" y="49140"/>
                </a:moveTo>
                <a:cubicBezTo>
                  <a:pt x="3382439" y="40746"/>
                  <a:pt x="3386425" y="35735"/>
                  <a:pt x="3392973" y="35735"/>
                </a:cubicBezTo>
                <a:cubicBezTo>
                  <a:pt x="3397384" y="35735"/>
                  <a:pt x="3401085" y="38183"/>
                  <a:pt x="3403364" y="42453"/>
                </a:cubicBezTo>
                <a:cubicBezTo>
                  <a:pt x="3405924" y="47433"/>
                  <a:pt x="3407634" y="53979"/>
                  <a:pt x="3407634" y="59529"/>
                </a:cubicBezTo>
                <a:cubicBezTo>
                  <a:pt x="3407634" y="67495"/>
                  <a:pt x="3403505" y="72476"/>
                  <a:pt x="3396958" y="72476"/>
                </a:cubicBezTo>
                <a:cubicBezTo>
                  <a:pt x="3388418" y="72476"/>
                  <a:pt x="3382439" y="63228"/>
                  <a:pt x="3382439" y="49568"/>
                </a:cubicBezTo>
                <a:lnTo>
                  <a:pt x="3382439" y="49140"/>
                </a:lnTo>
                <a:close/>
                <a:moveTo>
                  <a:pt x="3490048" y="73835"/>
                </a:moveTo>
                <a:cubicBezTo>
                  <a:pt x="3483218" y="84658"/>
                  <a:pt x="3477095" y="88789"/>
                  <a:pt x="3467986" y="88789"/>
                </a:cubicBezTo>
                <a:cubicBezTo>
                  <a:pt x="3459874" y="88789"/>
                  <a:pt x="3453753" y="84658"/>
                  <a:pt x="3449624" y="76542"/>
                </a:cubicBezTo>
                <a:cubicBezTo>
                  <a:pt x="3447061" y="71129"/>
                  <a:pt x="3446066" y="66429"/>
                  <a:pt x="3445782" y="57741"/>
                </a:cubicBezTo>
                <a:lnTo>
                  <a:pt x="3489623" y="57741"/>
                </a:lnTo>
                <a:cubicBezTo>
                  <a:pt x="3488482" y="48506"/>
                  <a:pt x="3487060" y="44392"/>
                  <a:pt x="3483502" y="39853"/>
                </a:cubicBezTo>
                <a:cubicBezTo>
                  <a:pt x="3479230" y="34738"/>
                  <a:pt x="3472684" y="31747"/>
                  <a:pt x="3465282" y="31747"/>
                </a:cubicBezTo>
                <a:cubicBezTo>
                  <a:pt x="3458164" y="31747"/>
                  <a:pt x="3451475" y="34310"/>
                  <a:pt x="3446066" y="39143"/>
                </a:cubicBezTo>
                <a:cubicBezTo>
                  <a:pt x="3439375" y="44959"/>
                  <a:pt x="3435533" y="55037"/>
                  <a:pt x="3435533" y="66713"/>
                </a:cubicBezTo>
                <a:cubicBezTo>
                  <a:pt x="3435533" y="86367"/>
                  <a:pt x="3445782" y="98609"/>
                  <a:pt x="3462150" y="98609"/>
                </a:cubicBezTo>
                <a:cubicBezTo>
                  <a:pt x="3475672" y="98609"/>
                  <a:pt x="3486347" y="90212"/>
                  <a:pt x="3492327" y="74832"/>
                </a:cubicBezTo>
                <a:lnTo>
                  <a:pt x="3490048" y="73835"/>
                </a:lnTo>
                <a:moveTo>
                  <a:pt x="3446066" y="53187"/>
                </a:moveTo>
                <a:cubicBezTo>
                  <a:pt x="3447630" y="42123"/>
                  <a:pt x="3452472" y="36873"/>
                  <a:pt x="3461153" y="36873"/>
                </a:cubicBezTo>
                <a:cubicBezTo>
                  <a:pt x="3469836" y="36873"/>
                  <a:pt x="3473253" y="40846"/>
                  <a:pt x="3475103" y="53187"/>
                </a:cubicBezTo>
                <a:lnTo>
                  <a:pt x="3446066" y="53187"/>
                </a:lnTo>
                <a:close/>
                <a:moveTo>
                  <a:pt x="3512967" y="82949"/>
                </a:moveTo>
                <a:cubicBezTo>
                  <a:pt x="3508695" y="82949"/>
                  <a:pt x="3505137" y="86650"/>
                  <a:pt x="3505137" y="91063"/>
                </a:cubicBezTo>
                <a:cubicBezTo>
                  <a:pt x="3505137" y="95190"/>
                  <a:pt x="3508695" y="98748"/>
                  <a:pt x="3512823" y="98748"/>
                </a:cubicBezTo>
                <a:cubicBezTo>
                  <a:pt x="3517237" y="98748"/>
                  <a:pt x="3520938" y="95190"/>
                  <a:pt x="3520938" y="91063"/>
                </a:cubicBezTo>
                <a:cubicBezTo>
                  <a:pt x="3520938" y="86650"/>
                  <a:pt x="3517237" y="82949"/>
                  <a:pt x="3512967" y="829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8C1CAA-973D-47CC-A64E-B4BBCF5E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12" y="3483187"/>
            <a:ext cx="7173739" cy="6947973"/>
          </a:xfrm>
          <a:custGeom xmlns:a="http://schemas.openxmlformats.org/drawingml/2006/main">
            <a:pathLst>
              <a:path w="7173739" h="6947973">
                <a:moveTo>
                  <a:pt x="7173739" y="0"/>
                </a:moveTo>
                <a:lnTo>
                  <a:pt x="7173739" y="6947973"/>
                </a:lnTo>
                <a:lnTo>
                  <a:pt x="0" y="6947973"/>
                </a:lnTo>
                <a:lnTo>
                  <a:pt x="0" y="0"/>
                </a:lnTo>
                <a:lnTo>
                  <a:pt x="717373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F2FC0C-4B59-448A-8215-AC9CC5EB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7" y="6573669"/>
            <a:ext cx="7136851" cy="1029045"/>
          </a:xfrm>
          <a:custGeom xmlns:a="http://schemas.openxmlformats.org/drawingml/2006/main">
            <a:pathLst>
              <a:path w="7136851" h="1029045">
                <a:moveTo>
                  <a:pt x="0" y="1029045"/>
                </a:moveTo>
                <a:lnTo>
                  <a:pt x="0" y="0"/>
                </a:lnTo>
                <a:lnTo>
                  <a:pt x="7136851" y="0"/>
                </a:lnTo>
                <a:lnTo>
                  <a:pt x="7136851" y="1029045"/>
                </a:lnTo>
                <a:lnTo>
                  <a:pt x="0" y="1029045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E1DA8-8F54-4D2E-9247-7D0C02BD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7" y="6573669"/>
            <a:ext cx="7136851" cy="1029045"/>
          </a:xfrm>
          <a:custGeom xmlns:a="http://schemas.openxmlformats.org/drawingml/2006/main">
            <a:pathLst>
              <a:path w="7136851" h="1029045" fill="none">
                <a:moveTo>
                  <a:pt x="0" y="1029045"/>
                </a:moveTo>
                <a:lnTo>
                  <a:pt x="7136851" y="1029045"/>
                </a:lnTo>
                <a:lnTo>
                  <a:pt x="7136851" y="0"/>
                </a:lnTo>
                <a:lnTo>
                  <a:pt x="0" y="0"/>
                </a:lnTo>
                <a:lnTo>
                  <a:pt x="0" y="10290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643" cap="flat">
            <a:solidFill>
              <a:srgbClr val="7F7F7F"/>
            </a:solidFill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C1B6C-AE1F-49DE-8C86-B0352FAD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7" y="6399079"/>
            <a:ext cx="7136877" cy="245118"/>
          </a:xfrm>
          <a:custGeom xmlns:a="http://schemas.openxmlformats.org/drawingml/2006/main">
            <a:pathLst>
              <a:path w="7136877" h="245118">
                <a:moveTo>
                  <a:pt x="0" y="1210"/>
                </a:moveTo>
                <a:cubicBezTo>
                  <a:pt x="0" y="519"/>
                  <a:pt x="553" y="0"/>
                  <a:pt x="1227" y="0"/>
                </a:cubicBezTo>
                <a:lnTo>
                  <a:pt x="7135667" y="0"/>
                </a:lnTo>
                <a:cubicBezTo>
                  <a:pt x="7136358" y="0"/>
                  <a:pt x="7136877" y="519"/>
                  <a:pt x="7136877" y="1210"/>
                </a:cubicBezTo>
                <a:lnTo>
                  <a:pt x="7136877" y="243908"/>
                </a:lnTo>
                <a:cubicBezTo>
                  <a:pt x="7136877" y="244599"/>
                  <a:pt x="7136358" y="245118"/>
                  <a:pt x="7135667" y="245118"/>
                </a:cubicBezTo>
                <a:lnTo>
                  <a:pt x="1227" y="245118"/>
                </a:lnTo>
                <a:cubicBezTo>
                  <a:pt x="553" y="245118"/>
                  <a:pt x="0" y="244599"/>
                  <a:pt x="0" y="243908"/>
                </a:cubicBezTo>
                <a:lnTo>
                  <a:pt x="0" y="1210"/>
                </a:lnTo>
                <a:close/>
              </a:path>
            </a:pathLst>
          </a:custGeom>
          <a:solidFill xmlns:a="http://schemas.openxmlformats.org/drawingml/2006/main">
            <a:srgbClr val="F7F8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B9E28E-5BD9-478E-BEEE-A8E37227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7" y="6399079"/>
            <a:ext cx="7136877" cy="245118"/>
          </a:xfrm>
          <a:custGeom xmlns:a="http://schemas.openxmlformats.org/drawingml/2006/main">
            <a:pathLst>
              <a:path w="7136877" h="245118" fill="none">
                <a:moveTo>
                  <a:pt x="0" y="1210"/>
                </a:moveTo>
                <a:cubicBezTo>
                  <a:pt x="0" y="519"/>
                  <a:pt x="553" y="0"/>
                  <a:pt x="1227" y="0"/>
                </a:cubicBezTo>
                <a:lnTo>
                  <a:pt x="7135667" y="0"/>
                </a:lnTo>
                <a:cubicBezTo>
                  <a:pt x="7136358" y="0"/>
                  <a:pt x="7136877" y="519"/>
                  <a:pt x="7136877" y="1210"/>
                </a:cubicBezTo>
                <a:lnTo>
                  <a:pt x="7136877" y="243908"/>
                </a:lnTo>
                <a:cubicBezTo>
                  <a:pt x="7136877" y="244599"/>
                  <a:pt x="7136358" y="245118"/>
                  <a:pt x="7135667" y="245118"/>
                </a:cubicBezTo>
                <a:lnTo>
                  <a:pt x="1227" y="245118"/>
                </a:lnTo>
                <a:cubicBezTo>
                  <a:pt x="553" y="245118"/>
                  <a:pt x="0" y="244599"/>
                  <a:pt x="0" y="243908"/>
                </a:cubicBezTo>
                <a:lnTo>
                  <a:pt x="0" y="1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643" cap="flat">
            <a:solidFill>
              <a:srgbClr val="7F7F7F"/>
            </a:solidFill>
            <a:miter/>
          </a:ln>
        </p:spPr>
      </p:sp>
      <p:sp>
        <p:nvSpPr>
          <p:cNvPr id="39" name="Text FileLocalization">
            <a:extLst xmlns:a="http://schemas.openxmlformats.org/drawingml/2006/main">
              <a:ext uri="{FF2B5EF4-FFF2-40B4-BE49-F238E27FC236}">
                <a16:creationId xmlns:a16="http://schemas.microsoft.com/office/drawing/2014/main" id="{0DA18699-7FFC-46B9-88DB-5D85B978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082" y="6487609"/>
            <a:ext cx="886819" cy="86074"/>
          </a:xfrm>
          <a:custGeom xmlns:a="http://schemas.openxmlformats.org/drawingml/2006/main">
            <a:pathLst>
              <a:path w="886819" h="86074">
                <a:moveTo>
                  <a:pt x="45743" y="6518"/>
                </a:moveTo>
                <a:cubicBezTo>
                  <a:pt x="48903" y="6518"/>
                  <a:pt x="51451" y="6399"/>
                  <a:pt x="53386" y="6162"/>
                </a:cubicBezTo>
                <a:lnTo>
                  <a:pt x="53623" y="6518"/>
                </a:lnTo>
                <a:cubicBezTo>
                  <a:pt x="53465" y="8785"/>
                  <a:pt x="53386" y="10218"/>
                  <a:pt x="53386" y="10815"/>
                </a:cubicBezTo>
                <a:cubicBezTo>
                  <a:pt x="53386" y="12839"/>
                  <a:pt x="53465" y="14505"/>
                  <a:pt x="53623" y="15815"/>
                </a:cubicBezTo>
                <a:lnTo>
                  <a:pt x="53386" y="16287"/>
                </a:lnTo>
                <a:cubicBezTo>
                  <a:pt x="41891" y="15304"/>
                  <a:pt x="30732" y="14813"/>
                  <a:pt x="19909" y="14813"/>
                </a:cubicBezTo>
                <a:cubicBezTo>
                  <a:pt x="19277" y="16976"/>
                  <a:pt x="18961" y="22303"/>
                  <a:pt x="18961" y="30795"/>
                </a:cubicBezTo>
                <a:lnTo>
                  <a:pt x="18961" y="39581"/>
                </a:lnTo>
                <a:cubicBezTo>
                  <a:pt x="27770" y="39581"/>
                  <a:pt x="36954" y="39187"/>
                  <a:pt x="46513" y="38401"/>
                </a:cubicBezTo>
                <a:lnTo>
                  <a:pt x="46869" y="38755"/>
                </a:lnTo>
                <a:cubicBezTo>
                  <a:pt x="46632" y="39823"/>
                  <a:pt x="46513" y="41332"/>
                  <a:pt x="46513" y="43284"/>
                </a:cubicBezTo>
                <a:cubicBezTo>
                  <a:pt x="46513" y="45234"/>
                  <a:pt x="46632" y="46766"/>
                  <a:pt x="46869" y="47878"/>
                </a:cubicBezTo>
                <a:lnTo>
                  <a:pt x="46513" y="48293"/>
                </a:lnTo>
                <a:cubicBezTo>
                  <a:pt x="38494" y="47501"/>
                  <a:pt x="29310" y="47086"/>
                  <a:pt x="18961" y="47046"/>
                </a:cubicBezTo>
                <a:lnTo>
                  <a:pt x="18961" y="60517"/>
                </a:lnTo>
                <a:cubicBezTo>
                  <a:pt x="18961" y="70962"/>
                  <a:pt x="19356" y="79072"/>
                  <a:pt x="20146" y="84849"/>
                </a:cubicBezTo>
                <a:lnTo>
                  <a:pt x="19909" y="85205"/>
                </a:lnTo>
                <a:cubicBezTo>
                  <a:pt x="16354" y="84968"/>
                  <a:pt x="13194" y="84849"/>
                  <a:pt x="10428" y="84849"/>
                </a:cubicBezTo>
                <a:lnTo>
                  <a:pt x="119" y="85205"/>
                </a:lnTo>
                <a:lnTo>
                  <a:pt x="0" y="84849"/>
                </a:lnTo>
                <a:cubicBezTo>
                  <a:pt x="988" y="78287"/>
                  <a:pt x="1481" y="70183"/>
                  <a:pt x="1481" y="60537"/>
                </a:cubicBezTo>
                <a:lnTo>
                  <a:pt x="1481" y="30830"/>
                </a:lnTo>
                <a:cubicBezTo>
                  <a:pt x="1481" y="21500"/>
                  <a:pt x="988" y="13396"/>
                  <a:pt x="0" y="6518"/>
                </a:cubicBezTo>
                <a:lnTo>
                  <a:pt x="237" y="6162"/>
                </a:lnTo>
                <a:cubicBezTo>
                  <a:pt x="4266" y="6399"/>
                  <a:pt x="7663" y="6518"/>
                  <a:pt x="10428" y="6518"/>
                </a:cubicBezTo>
                <a:lnTo>
                  <a:pt x="45743" y="6518"/>
                </a:lnTo>
                <a:close/>
                <a:moveTo>
                  <a:pt x="67422" y="17294"/>
                </a:moveTo>
                <a:cubicBezTo>
                  <a:pt x="65684" y="15629"/>
                  <a:pt x="64815" y="13577"/>
                  <a:pt x="64815" y="11139"/>
                </a:cubicBezTo>
                <a:cubicBezTo>
                  <a:pt x="64815" y="8701"/>
                  <a:pt x="65684" y="6650"/>
                  <a:pt x="67422" y="4986"/>
                </a:cubicBezTo>
                <a:cubicBezTo>
                  <a:pt x="69160" y="3321"/>
                  <a:pt x="71323" y="2489"/>
                  <a:pt x="73910" y="2489"/>
                </a:cubicBezTo>
                <a:cubicBezTo>
                  <a:pt x="76497" y="2489"/>
                  <a:pt x="78660" y="3321"/>
                  <a:pt x="80398" y="4986"/>
                </a:cubicBezTo>
                <a:cubicBezTo>
                  <a:pt x="82136" y="6650"/>
                  <a:pt x="83005" y="8701"/>
                  <a:pt x="83005" y="11139"/>
                </a:cubicBezTo>
                <a:cubicBezTo>
                  <a:pt x="83005" y="13577"/>
                  <a:pt x="82136" y="15629"/>
                  <a:pt x="80398" y="17294"/>
                </a:cubicBezTo>
                <a:cubicBezTo>
                  <a:pt x="78660" y="18958"/>
                  <a:pt x="76497" y="19790"/>
                  <a:pt x="73910" y="19790"/>
                </a:cubicBezTo>
                <a:cubicBezTo>
                  <a:pt x="71323" y="19790"/>
                  <a:pt x="69160" y="18958"/>
                  <a:pt x="67422" y="17294"/>
                </a:cubicBezTo>
                <a:moveTo>
                  <a:pt x="65881" y="56316"/>
                </a:moveTo>
                <a:cubicBezTo>
                  <a:pt x="65881" y="45045"/>
                  <a:pt x="65486" y="37215"/>
                  <a:pt x="64696" y="32826"/>
                </a:cubicBezTo>
                <a:lnTo>
                  <a:pt x="65052" y="32352"/>
                </a:lnTo>
                <a:cubicBezTo>
                  <a:pt x="65447" y="32352"/>
                  <a:pt x="66681" y="32411"/>
                  <a:pt x="68755" y="32530"/>
                </a:cubicBezTo>
                <a:cubicBezTo>
                  <a:pt x="70829" y="32648"/>
                  <a:pt x="72458" y="32707"/>
                  <a:pt x="73643" y="32707"/>
                </a:cubicBezTo>
                <a:cubicBezTo>
                  <a:pt x="75658" y="32707"/>
                  <a:pt x="78463" y="32510"/>
                  <a:pt x="82057" y="32115"/>
                </a:cubicBezTo>
                <a:cubicBezTo>
                  <a:pt x="82768" y="32115"/>
                  <a:pt x="83124" y="32530"/>
                  <a:pt x="83124" y="33359"/>
                </a:cubicBezTo>
                <a:cubicBezTo>
                  <a:pt x="82334" y="43246"/>
                  <a:pt x="81939" y="50443"/>
                  <a:pt x="81939" y="54951"/>
                </a:cubicBezTo>
                <a:lnTo>
                  <a:pt x="81939" y="62959"/>
                </a:lnTo>
                <a:cubicBezTo>
                  <a:pt x="81939" y="71778"/>
                  <a:pt x="82334" y="79075"/>
                  <a:pt x="83124" y="84849"/>
                </a:cubicBezTo>
                <a:lnTo>
                  <a:pt x="82887" y="85205"/>
                </a:lnTo>
                <a:cubicBezTo>
                  <a:pt x="79253" y="84968"/>
                  <a:pt x="76260" y="84849"/>
                  <a:pt x="73910" y="84849"/>
                </a:cubicBezTo>
                <a:cubicBezTo>
                  <a:pt x="71560" y="84849"/>
                  <a:pt x="68567" y="84968"/>
                  <a:pt x="64933" y="85205"/>
                </a:cubicBezTo>
                <a:lnTo>
                  <a:pt x="64696" y="84849"/>
                </a:lnTo>
                <a:cubicBezTo>
                  <a:pt x="65486" y="79353"/>
                  <a:pt x="65881" y="72056"/>
                  <a:pt x="65881" y="62959"/>
                </a:cubicBezTo>
                <a:lnTo>
                  <a:pt x="65881" y="56316"/>
                </a:lnTo>
                <a:close/>
                <a:moveTo>
                  <a:pt x="103025" y="60521"/>
                </a:moveTo>
                <a:lnTo>
                  <a:pt x="103025" y="27234"/>
                </a:lnTo>
                <a:cubicBezTo>
                  <a:pt x="103025" y="17424"/>
                  <a:pt x="102551" y="9809"/>
                  <a:pt x="101603" y="4390"/>
                </a:cubicBezTo>
                <a:lnTo>
                  <a:pt x="101840" y="4035"/>
                </a:lnTo>
                <a:cubicBezTo>
                  <a:pt x="104092" y="3877"/>
                  <a:pt x="107124" y="3333"/>
                  <a:pt x="110936" y="2403"/>
                </a:cubicBezTo>
                <a:cubicBezTo>
                  <a:pt x="114748" y="1474"/>
                  <a:pt x="117503" y="673"/>
                  <a:pt x="119201" y="0"/>
                </a:cubicBezTo>
                <a:cubicBezTo>
                  <a:pt x="120110" y="0"/>
                  <a:pt x="120544" y="415"/>
                  <a:pt x="120505" y="1246"/>
                </a:cubicBezTo>
                <a:cubicBezTo>
                  <a:pt x="119517" y="9039"/>
                  <a:pt x="119024" y="16654"/>
                  <a:pt x="119024" y="24090"/>
                </a:cubicBezTo>
                <a:lnTo>
                  <a:pt x="119024" y="60521"/>
                </a:lnTo>
                <a:cubicBezTo>
                  <a:pt x="119024" y="70252"/>
                  <a:pt x="119517" y="78361"/>
                  <a:pt x="120505" y="84849"/>
                </a:cubicBezTo>
                <a:lnTo>
                  <a:pt x="120268" y="85205"/>
                </a:lnTo>
                <a:cubicBezTo>
                  <a:pt x="116871" y="84968"/>
                  <a:pt x="113790" y="84849"/>
                  <a:pt x="111025" y="84849"/>
                </a:cubicBezTo>
                <a:lnTo>
                  <a:pt x="101722" y="85205"/>
                </a:lnTo>
                <a:lnTo>
                  <a:pt x="101603" y="84849"/>
                </a:lnTo>
                <a:cubicBezTo>
                  <a:pt x="102551" y="78679"/>
                  <a:pt x="103025" y="70569"/>
                  <a:pt x="103025" y="60521"/>
                </a:cubicBezTo>
                <a:close/>
                <a:moveTo>
                  <a:pt x="150344" y="50839"/>
                </a:moveTo>
                <a:lnTo>
                  <a:pt x="168831" y="50839"/>
                </a:lnTo>
                <a:cubicBezTo>
                  <a:pt x="168989" y="50687"/>
                  <a:pt x="169068" y="49872"/>
                  <a:pt x="169068" y="48394"/>
                </a:cubicBezTo>
                <a:cubicBezTo>
                  <a:pt x="169068" y="44190"/>
                  <a:pt x="168199" y="41235"/>
                  <a:pt x="166460" y="39531"/>
                </a:cubicBezTo>
                <a:cubicBezTo>
                  <a:pt x="164722" y="37826"/>
                  <a:pt x="162787" y="36973"/>
                  <a:pt x="160654" y="36973"/>
                </a:cubicBezTo>
                <a:cubicBezTo>
                  <a:pt x="157810" y="36973"/>
                  <a:pt x="155637" y="38091"/>
                  <a:pt x="154136" y="40327"/>
                </a:cubicBezTo>
                <a:cubicBezTo>
                  <a:pt x="151687" y="43773"/>
                  <a:pt x="150423" y="47277"/>
                  <a:pt x="150344" y="50839"/>
                </a:cubicBezTo>
                <a:moveTo>
                  <a:pt x="183110" y="69148"/>
                </a:moveTo>
                <a:cubicBezTo>
                  <a:pt x="184335" y="69148"/>
                  <a:pt x="184947" y="70392"/>
                  <a:pt x="184947" y="72880"/>
                </a:cubicBezTo>
                <a:cubicBezTo>
                  <a:pt x="178943" y="81650"/>
                  <a:pt x="171378" y="86034"/>
                  <a:pt x="162254" y="86034"/>
                </a:cubicBezTo>
                <a:cubicBezTo>
                  <a:pt x="153524" y="86034"/>
                  <a:pt x="146927" y="84015"/>
                  <a:pt x="142463" y="79976"/>
                </a:cubicBezTo>
                <a:cubicBezTo>
                  <a:pt x="139975" y="77719"/>
                  <a:pt x="138000" y="74780"/>
                  <a:pt x="136538" y="71158"/>
                </a:cubicBezTo>
                <a:cubicBezTo>
                  <a:pt x="135076" y="67535"/>
                  <a:pt x="134346" y="63902"/>
                  <a:pt x="134346" y="60260"/>
                </a:cubicBezTo>
                <a:cubicBezTo>
                  <a:pt x="134346" y="51372"/>
                  <a:pt x="137032" y="44262"/>
                  <a:pt x="142404" y="38929"/>
                </a:cubicBezTo>
                <a:cubicBezTo>
                  <a:pt x="147776" y="33596"/>
                  <a:pt x="154116" y="30930"/>
                  <a:pt x="161424" y="30930"/>
                </a:cubicBezTo>
                <a:cubicBezTo>
                  <a:pt x="169601" y="30930"/>
                  <a:pt x="175487" y="32987"/>
                  <a:pt x="179081" y="37101"/>
                </a:cubicBezTo>
                <a:cubicBezTo>
                  <a:pt x="182676" y="41216"/>
                  <a:pt x="184473" y="46189"/>
                  <a:pt x="184473" y="52022"/>
                </a:cubicBezTo>
                <a:cubicBezTo>
                  <a:pt x="184473" y="55262"/>
                  <a:pt x="183288" y="56882"/>
                  <a:pt x="180918" y="56882"/>
                </a:cubicBezTo>
                <a:lnTo>
                  <a:pt x="149870" y="56882"/>
                </a:lnTo>
                <a:lnTo>
                  <a:pt x="149870" y="58838"/>
                </a:lnTo>
                <a:cubicBezTo>
                  <a:pt x="149870" y="65711"/>
                  <a:pt x="151371" y="70421"/>
                  <a:pt x="154373" y="72969"/>
                </a:cubicBezTo>
                <a:cubicBezTo>
                  <a:pt x="157375" y="75517"/>
                  <a:pt x="161582" y="76791"/>
                  <a:pt x="166994" y="76791"/>
                </a:cubicBezTo>
                <a:cubicBezTo>
                  <a:pt x="169403" y="76791"/>
                  <a:pt x="172109" y="76120"/>
                  <a:pt x="175111" y="74776"/>
                </a:cubicBezTo>
                <a:cubicBezTo>
                  <a:pt x="178113" y="73433"/>
                  <a:pt x="180780" y="71557"/>
                  <a:pt x="183110" y="69148"/>
                </a:cubicBezTo>
                <a:close/>
                <a:moveTo>
                  <a:pt x="249631" y="59358"/>
                </a:moveTo>
                <a:cubicBezTo>
                  <a:pt x="249631" y="67620"/>
                  <a:pt x="249947" y="72838"/>
                  <a:pt x="250579" y="75014"/>
                </a:cubicBezTo>
                <a:cubicBezTo>
                  <a:pt x="255437" y="75014"/>
                  <a:pt x="260760" y="74796"/>
                  <a:pt x="266547" y="74362"/>
                </a:cubicBezTo>
                <a:cubicBezTo>
                  <a:pt x="272334" y="73927"/>
                  <a:pt x="276906" y="73472"/>
                  <a:pt x="280264" y="72997"/>
                </a:cubicBezTo>
                <a:lnTo>
                  <a:pt x="285301" y="72345"/>
                </a:lnTo>
                <a:lnTo>
                  <a:pt x="285538" y="72819"/>
                </a:lnTo>
                <a:cubicBezTo>
                  <a:pt x="285380" y="74123"/>
                  <a:pt x="285301" y="76434"/>
                  <a:pt x="285301" y="79754"/>
                </a:cubicBezTo>
                <a:cubicBezTo>
                  <a:pt x="285301" y="80899"/>
                  <a:pt x="285380" y="82598"/>
                  <a:pt x="285538" y="84849"/>
                </a:cubicBezTo>
                <a:lnTo>
                  <a:pt x="285301" y="85205"/>
                </a:lnTo>
                <a:cubicBezTo>
                  <a:pt x="283365" y="84968"/>
                  <a:pt x="280936" y="84849"/>
                  <a:pt x="278012" y="84849"/>
                </a:cubicBezTo>
                <a:lnTo>
                  <a:pt x="241098" y="84849"/>
                </a:lnTo>
                <a:lnTo>
                  <a:pt x="231085" y="85205"/>
                </a:lnTo>
                <a:lnTo>
                  <a:pt x="230907" y="84849"/>
                </a:lnTo>
                <a:cubicBezTo>
                  <a:pt x="231697" y="79355"/>
                  <a:pt x="232112" y="71251"/>
                  <a:pt x="232151" y="60537"/>
                </a:cubicBezTo>
                <a:lnTo>
                  <a:pt x="232151" y="30830"/>
                </a:lnTo>
                <a:cubicBezTo>
                  <a:pt x="232151" y="20947"/>
                  <a:pt x="231697" y="12843"/>
                  <a:pt x="230788" y="6518"/>
                </a:cubicBezTo>
                <a:lnTo>
                  <a:pt x="231085" y="6162"/>
                </a:lnTo>
                <a:cubicBezTo>
                  <a:pt x="234719" y="6399"/>
                  <a:pt x="237899" y="6518"/>
                  <a:pt x="240624" y="6518"/>
                </a:cubicBezTo>
                <a:lnTo>
                  <a:pt x="250697" y="6162"/>
                </a:lnTo>
                <a:lnTo>
                  <a:pt x="250816" y="6518"/>
                </a:lnTo>
                <a:cubicBezTo>
                  <a:pt x="250026" y="11855"/>
                  <a:pt x="249631" y="19960"/>
                  <a:pt x="249631" y="30832"/>
                </a:cubicBezTo>
                <a:lnTo>
                  <a:pt x="249631" y="59358"/>
                </a:lnTo>
                <a:close/>
                <a:moveTo>
                  <a:pt x="295979" y="59936"/>
                </a:moveTo>
                <a:cubicBezTo>
                  <a:pt x="295979" y="50801"/>
                  <a:pt x="298665" y="43762"/>
                  <a:pt x="304038" y="38820"/>
                </a:cubicBezTo>
                <a:cubicBezTo>
                  <a:pt x="309410" y="33876"/>
                  <a:pt x="316599" y="31443"/>
                  <a:pt x="325605" y="31522"/>
                </a:cubicBezTo>
                <a:cubicBezTo>
                  <a:pt x="335402" y="31522"/>
                  <a:pt x="342700" y="34034"/>
                  <a:pt x="347499" y="39057"/>
                </a:cubicBezTo>
                <a:cubicBezTo>
                  <a:pt x="352299" y="44078"/>
                  <a:pt x="354698" y="50682"/>
                  <a:pt x="354698" y="58867"/>
                </a:cubicBezTo>
                <a:cubicBezTo>
                  <a:pt x="354698" y="67290"/>
                  <a:pt x="352111" y="73924"/>
                  <a:pt x="346936" y="78769"/>
                </a:cubicBezTo>
                <a:cubicBezTo>
                  <a:pt x="341762" y="83613"/>
                  <a:pt x="334572" y="86034"/>
                  <a:pt x="325368" y="86034"/>
                </a:cubicBezTo>
                <a:cubicBezTo>
                  <a:pt x="316323" y="86034"/>
                  <a:pt x="309163" y="83711"/>
                  <a:pt x="303890" y="79065"/>
                </a:cubicBezTo>
                <a:cubicBezTo>
                  <a:pt x="298616" y="74419"/>
                  <a:pt x="295979" y="68042"/>
                  <a:pt x="295979" y="59936"/>
                </a:cubicBezTo>
                <a:moveTo>
                  <a:pt x="324717" y="37566"/>
                </a:moveTo>
                <a:cubicBezTo>
                  <a:pt x="321399" y="37566"/>
                  <a:pt x="318851" y="38545"/>
                  <a:pt x="317073" y="40503"/>
                </a:cubicBezTo>
                <a:cubicBezTo>
                  <a:pt x="315296" y="42460"/>
                  <a:pt x="314209" y="44695"/>
                  <a:pt x="313814" y="47207"/>
                </a:cubicBezTo>
                <a:cubicBezTo>
                  <a:pt x="313419" y="49720"/>
                  <a:pt x="313222" y="53033"/>
                  <a:pt x="313222" y="57147"/>
                </a:cubicBezTo>
                <a:cubicBezTo>
                  <a:pt x="313222" y="72376"/>
                  <a:pt x="317824" y="79991"/>
                  <a:pt x="327028" y="79991"/>
                </a:cubicBezTo>
                <a:cubicBezTo>
                  <a:pt x="333980" y="79991"/>
                  <a:pt x="337456" y="74038"/>
                  <a:pt x="337456" y="62132"/>
                </a:cubicBezTo>
                <a:cubicBezTo>
                  <a:pt x="337456" y="53310"/>
                  <a:pt x="336567" y="47011"/>
                  <a:pt x="334790" y="43234"/>
                </a:cubicBezTo>
                <a:cubicBezTo>
                  <a:pt x="333012" y="39455"/>
                  <a:pt x="329654" y="37566"/>
                  <a:pt x="324717" y="37566"/>
                </a:cubicBezTo>
                <a:close/>
                <a:moveTo>
                  <a:pt x="395356" y="37566"/>
                </a:moveTo>
                <a:cubicBezTo>
                  <a:pt x="393183" y="37566"/>
                  <a:pt x="391139" y="38080"/>
                  <a:pt x="389223" y="39108"/>
                </a:cubicBezTo>
                <a:cubicBezTo>
                  <a:pt x="387307" y="40135"/>
                  <a:pt x="385777" y="41578"/>
                  <a:pt x="384631" y="43438"/>
                </a:cubicBezTo>
                <a:cubicBezTo>
                  <a:pt x="383604" y="45058"/>
                  <a:pt x="382854" y="47016"/>
                  <a:pt x="382379" y="49309"/>
                </a:cubicBezTo>
                <a:cubicBezTo>
                  <a:pt x="381905" y="51601"/>
                  <a:pt x="381668" y="54210"/>
                  <a:pt x="381668" y="57136"/>
                </a:cubicBezTo>
                <a:cubicBezTo>
                  <a:pt x="381668" y="64102"/>
                  <a:pt x="382873" y="69523"/>
                  <a:pt x="385283" y="73401"/>
                </a:cubicBezTo>
                <a:cubicBezTo>
                  <a:pt x="386428" y="75182"/>
                  <a:pt x="388028" y="76726"/>
                  <a:pt x="390082" y="78032"/>
                </a:cubicBezTo>
                <a:cubicBezTo>
                  <a:pt x="392136" y="79338"/>
                  <a:pt x="394052" y="79991"/>
                  <a:pt x="395830" y="79991"/>
                </a:cubicBezTo>
                <a:cubicBezTo>
                  <a:pt x="402071" y="79991"/>
                  <a:pt x="406811" y="78051"/>
                  <a:pt x="410050" y="74173"/>
                </a:cubicBezTo>
                <a:lnTo>
                  <a:pt x="412006" y="74767"/>
                </a:lnTo>
                <a:cubicBezTo>
                  <a:pt x="412006" y="76152"/>
                  <a:pt x="412203" y="77735"/>
                  <a:pt x="412598" y="79517"/>
                </a:cubicBezTo>
                <a:cubicBezTo>
                  <a:pt x="409833" y="81847"/>
                  <a:pt x="406940" y="83516"/>
                  <a:pt x="403918" y="84524"/>
                </a:cubicBezTo>
                <a:cubicBezTo>
                  <a:pt x="400896" y="85531"/>
                  <a:pt x="397114" y="86034"/>
                  <a:pt x="392571" y="86034"/>
                </a:cubicBezTo>
                <a:cubicBezTo>
                  <a:pt x="383170" y="86034"/>
                  <a:pt x="376099" y="83443"/>
                  <a:pt x="371359" y="78261"/>
                </a:cubicBezTo>
                <a:cubicBezTo>
                  <a:pt x="366974" y="73475"/>
                  <a:pt x="364782" y="67483"/>
                  <a:pt x="364782" y="60284"/>
                </a:cubicBezTo>
                <a:cubicBezTo>
                  <a:pt x="364782" y="51151"/>
                  <a:pt x="367557" y="44075"/>
                  <a:pt x="373107" y="39055"/>
                </a:cubicBezTo>
                <a:cubicBezTo>
                  <a:pt x="378656" y="34033"/>
                  <a:pt x="385717" y="31522"/>
                  <a:pt x="394289" y="31522"/>
                </a:cubicBezTo>
                <a:cubicBezTo>
                  <a:pt x="397212" y="31522"/>
                  <a:pt x="400471" y="31927"/>
                  <a:pt x="404066" y="32737"/>
                </a:cubicBezTo>
                <a:cubicBezTo>
                  <a:pt x="407661" y="33547"/>
                  <a:pt x="410426" y="34485"/>
                  <a:pt x="412361" y="35551"/>
                </a:cubicBezTo>
                <a:lnTo>
                  <a:pt x="412598" y="35907"/>
                </a:lnTo>
                <a:lnTo>
                  <a:pt x="409695" y="47639"/>
                </a:lnTo>
                <a:lnTo>
                  <a:pt x="406258" y="47757"/>
                </a:lnTo>
                <a:cubicBezTo>
                  <a:pt x="403533" y="40963"/>
                  <a:pt x="399898" y="37566"/>
                  <a:pt x="395356" y="37566"/>
                </a:cubicBezTo>
                <a:close/>
                <a:moveTo>
                  <a:pt x="454342" y="57890"/>
                </a:moveTo>
                <a:lnTo>
                  <a:pt x="444624" y="60437"/>
                </a:lnTo>
                <a:cubicBezTo>
                  <a:pt x="439529" y="61820"/>
                  <a:pt x="436981" y="65632"/>
                  <a:pt x="436981" y="71873"/>
                </a:cubicBezTo>
                <a:cubicBezTo>
                  <a:pt x="436981" y="73572"/>
                  <a:pt x="437593" y="75152"/>
                  <a:pt x="438818" y="76613"/>
                </a:cubicBezTo>
                <a:cubicBezTo>
                  <a:pt x="440042" y="78075"/>
                  <a:pt x="441543" y="78806"/>
                  <a:pt x="443321" y="78806"/>
                </a:cubicBezTo>
                <a:cubicBezTo>
                  <a:pt x="446560" y="78806"/>
                  <a:pt x="449542" y="77423"/>
                  <a:pt x="452268" y="74658"/>
                </a:cubicBezTo>
                <a:cubicBezTo>
                  <a:pt x="452663" y="74263"/>
                  <a:pt x="453068" y="73453"/>
                  <a:pt x="453483" y="72229"/>
                </a:cubicBezTo>
                <a:cubicBezTo>
                  <a:pt x="453897" y="71004"/>
                  <a:pt x="454105" y="69997"/>
                  <a:pt x="454105" y="69207"/>
                </a:cubicBezTo>
                <a:lnTo>
                  <a:pt x="454342" y="57890"/>
                </a:lnTo>
                <a:moveTo>
                  <a:pt x="469629" y="75078"/>
                </a:moveTo>
                <a:cubicBezTo>
                  <a:pt x="469629" y="76957"/>
                  <a:pt x="470172" y="78167"/>
                  <a:pt x="471258" y="78708"/>
                </a:cubicBezTo>
                <a:cubicBezTo>
                  <a:pt x="472345" y="79247"/>
                  <a:pt x="474270" y="79517"/>
                  <a:pt x="477036" y="79517"/>
                </a:cubicBezTo>
                <a:cubicBezTo>
                  <a:pt x="477668" y="80070"/>
                  <a:pt x="478063" y="80919"/>
                  <a:pt x="478221" y="82065"/>
                </a:cubicBezTo>
                <a:cubicBezTo>
                  <a:pt x="474744" y="84751"/>
                  <a:pt x="469945" y="86074"/>
                  <a:pt x="463822" y="86034"/>
                </a:cubicBezTo>
                <a:cubicBezTo>
                  <a:pt x="461215" y="86034"/>
                  <a:pt x="459181" y="85491"/>
                  <a:pt x="457719" y="84405"/>
                </a:cubicBezTo>
                <a:cubicBezTo>
                  <a:pt x="456258" y="83319"/>
                  <a:pt x="455092" y="81531"/>
                  <a:pt x="454223" y="79043"/>
                </a:cubicBezTo>
                <a:lnTo>
                  <a:pt x="453986" y="79043"/>
                </a:lnTo>
                <a:cubicBezTo>
                  <a:pt x="449286" y="83743"/>
                  <a:pt x="443736" y="86074"/>
                  <a:pt x="437336" y="86034"/>
                </a:cubicBezTo>
                <a:cubicBezTo>
                  <a:pt x="432794" y="86034"/>
                  <a:pt x="428893" y="84842"/>
                  <a:pt x="425634" y="82457"/>
                </a:cubicBezTo>
                <a:cubicBezTo>
                  <a:pt x="422375" y="80071"/>
                  <a:pt x="420746" y="76870"/>
                  <a:pt x="420746" y="72854"/>
                </a:cubicBezTo>
                <a:cubicBezTo>
                  <a:pt x="420746" y="68778"/>
                  <a:pt x="422385" y="65251"/>
                  <a:pt x="425664" y="62272"/>
                </a:cubicBezTo>
                <a:cubicBezTo>
                  <a:pt x="428942" y="59294"/>
                  <a:pt x="433525" y="57069"/>
                  <a:pt x="439410" y="55599"/>
                </a:cubicBezTo>
                <a:lnTo>
                  <a:pt x="453631" y="52009"/>
                </a:lnTo>
                <a:cubicBezTo>
                  <a:pt x="454105" y="51843"/>
                  <a:pt x="454342" y="51327"/>
                  <a:pt x="454342" y="50459"/>
                </a:cubicBezTo>
                <a:cubicBezTo>
                  <a:pt x="454342" y="45706"/>
                  <a:pt x="453651" y="42370"/>
                  <a:pt x="452268" y="40449"/>
                </a:cubicBezTo>
                <a:cubicBezTo>
                  <a:pt x="450885" y="38527"/>
                  <a:pt x="448792" y="37566"/>
                  <a:pt x="445987" y="37566"/>
                </a:cubicBezTo>
                <a:cubicBezTo>
                  <a:pt x="440418" y="37566"/>
                  <a:pt x="435440" y="40792"/>
                  <a:pt x="431056" y="47245"/>
                </a:cubicBezTo>
                <a:lnTo>
                  <a:pt x="427027" y="47124"/>
                </a:lnTo>
                <a:lnTo>
                  <a:pt x="424597" y="37927"/>
                </a:lnTo>
                <a:lnTo>
                  <a:pt x="424953" y="37435"/>
                </a:lnTo>
                <a:cubicBezTo>
                  <a:pt x="426572" y="36084"/>
                  <a:pt x="429653" y="34761"/>
                  <a:pt x="434196" y="33466"/>
                </a:cubicBezTo>
                <a:cubicBezTo>
                  <a:pt x="438739" y="32170"/>
                  <a:pt x="443025" y="31522"/>
                  <a:pt x="447054" y="31522"/>
                </a:cubicBezTo>
                <a:cubicBezTo>
                  <a:pt x="450332" y="31483"/>
                  <a:pt x="453739" y="31871"/>
                  <a:pt x="457275" y="32687"/>
                </a:cubicBezTo>
                <a:cubicBezTo>
                  <a:pt x="460810" y="33502"/>
                  <a:pt x="463467" y="34705"/>
                  <a:pt x="465244" y="36296"/>
                </a:cubicBezTo>
                <a:cubicBezTo>
                  <a:pt x="468483" y="39168"/>
                  <a:pt x="470103" y="44020"/>
                  <a:pt x="470103" y="50851"/>
                </a:cubicBezTo>
                <a:cubicBezTo>
                  <a:pt x="470103" y="51092"/>
                  <a:pt x="470024" y="54840"/>
                  <a:pt x="469866" y="62095"/>
                </a:cubicBezTo>
                <a:cubicBezTo>
                  <a:pt x="469708" y="69348"/>
                  <a:pt x="469629" y="73676"/>
                  <a:pt x="469629" y="75078"/>
                </a:cubicBezTo>
                <a:close/>
                <a:moveTo>
                  <a:pt x="489643" y="60521"/>
                </a:moveTo>
                <a:lnTo>
                  <a:pt x="489643" y="27234"/>
                </a:lnTo>
                <a:cubicBezTo>
                  <a:pt x="489643" y="17424"/>
                  <a:pt x="489169" y="9809"/>
                  <a:pt x="488221" y="4390"/>
                </a:cubicBezTo>
                <a:lnTo>
                  <a:pt x="488458" y="4035"/>
                </a:lnTo>
                <a:cubicBezTo>
                  <a:pt x="490709" y="3877"/>
                  <a:pt x="493741" y="3333"/>
                  <a:pt x="497553" y="2403"/>
                </a:cubicBezTo>
                <a:cubicBezTo>
                  <a:pt x="501365" y="1474"/>
                  <a:pt x="504120" y="673"/>
                  <a:pt x="505819" y="0"/>
                </a:cubicBezTo>
                <a:cubicBezTo>
                  <a:pt x="506727" y="0"/>
                  <a:pt x="507162" y="415"/>
                  <a:pt x="507122" y="1246"/>
                </a:cubicBezTo>
                <a:cubicBezTo>
                  <a:pt x="506135" y="9039"/>
                  <a:pt x="505641" y="16654"/>
                  <a:pt x="505641" y="24090"/>
                </a:cubicBezTo>
                <a:lnTo>
                  <a:pt x="505641" y="60521"/>
                </a:lnTo>
                <a:cubicBezTo>
                  <a:pt x="505641" y="70252"/>
                  <a:pt x="506135" y="78361"/>
                  <a:pt x="507122" y="84849"/>
                </a:cubicBezTo>
                <a:lnTo>
                  <a:pt x="506885" y="85205"/>
                </a:lnTo>
                <a:cubicBezTo>
                  <a:pt x="503488" y="84968"/>
                  <a:pt x="500407" y="84849"/>
                  <a:pt x="497642" y="84849"/>
                </a:cubicBezTo>
                <a:lnTo>
                  <a:pt x="488339" y="85205"/>
                </a:lnTo>
                <a:lnTo>
                  <a:pt x="488221" y="84849"/>
                </a:lnTo>
                <a:cubicBezTo>
                  <a:pt x="489169" y="78679"/>
                  <a:pt x="489643" y="70569"/>
                  <a:pt x="489643" y="60521"/>
                </a:cubicBezTo>
                <a:close/>
                <a:moveTo>
                  <a:pt x="528547" y="17294"/>
                </a:moveTo>
                <a:cubicBezTo>
                  <a:pt x="526809" y="15629"/>
                  <a:pt x="525940" y="13577"/>
                  <a:pt x="525940" y="11139"/>
                </a:cubicBezTo>
                <a:cubicBezTo>
                  <a:pt x="525940" y="8701"/>
                  <a:pt x="526809" y="6650"/>
                  <a:pt x="528547" y="4986"/>
                </a:cubicBezTo>
                <a:cubicBezTo>
                  <a:pt x="530285" y="3321"/>
                  <a:pt x="532448" y="2489"/>
                  <a:pt x="535035" y="2489"/>
                </a:cubicBezTo>
                <a:cubicBezTo>
                  <a:pt x="537622" y="2489"/>
                  <a:pt x="539785" y="3321"/>
                  <a:pt x="541523" y="4986"/>
                </a:cubicBezTo>
                <a:cubicBezTo>
                  <a:pt x="543261" y="6650"/>
                  <a:pt x="544130" y="8701"/>
                  <a:pt x="544130" y="11139"/>
                </a:cubicBezTo>
                <a:cubicBezTo>
                  <a:pt x="544130" y="13577"/>
                  <a:pt x="543261" y="15629"/>
                  <a:pt x="541523" y="17294"/>
                </a:cubicBezTo>
                <a:cubicBezTo>
                  <a:pt x="539785" y="18958"/>
                  <a:pt x="537622" y="19790"/>
                  <a:pt x="535035" y="19790"/>
                </a:cubicBezTo>
                <a:cubicBezTo>
                  <a:pt x="532448" y="19790"/>
                  <a:pt x="530285" y="18958"/>
                  <a:pt x="528547" y="17294"/>
                </a:cubicBezTo>
                <a:moveTo>
                  <a:pt x="527006" y="56316"/>
                </a:moveTo>
                <a:cubicBezTo>
                  <a:pt x="527006" y="45045"/>
                  <a:pt x="526611" y="37215"/>
                  <a:pt x="525821" y="32826"/>
                </a:cubicBezTo>
                <a:lnTo>
                  <a:pt x="526177" y="32352"/>
                </a:lnTo>
                <a:cubicBezTo>
                  <a:pt x="526572" y="32352"/>
                  <a:pt x="527806" y="32411"/>
                  <a:pt x="529880" y="32530"/>
                </a:cubicBezTo>
                <a:cubicBezTo>
                  <a:pt x="531954" y="32648"/>
                  <a:pt x="533583" y="32707"/>
                  <a:pt x="534768" y="32707"/>
                </a:cubicBezTo>
                <a:cubicBezTo>
                  <a:pt x="536783" y="32707"/>
                  <a:pt x="539588" y="32510"/>
                  <a:pt x="543182" y="32115"/>
                </a:cubicBezTo>
                <a:cubicBezTo>
                  <a:pt x="543893" y="32115"/>
                  <a:pt x="544249" y="32530"/>
                  <a:pt x="544249" y="33359"/>
                </a:cubicBezTo>
                <a:cubicBezTo>
                  <a:pt x="543459" y="43246"/>
                  <a:pt x="543064" y="50443"/>
                  <a:pt x="543064" y="54951"/>
                </a:cubicBezTo>
                <a:lnTo>
                  <a:pt x="543064" y="62959"/>
                </a:lnTo>
                <a:cubicBezTo>
                  <a:pt x="543064" y="71778"/>
                  <a:pt x="543459" y="79075"/>
                  <a:pt x="544249" y="84849"/>
                </a:cubicBezTo>
                <a:lnTo>
                  <a:pt x="544012" y="85205"/>
                </a:lnTo>
                <a:cubicBezTo>
                  <a:pt x="540378" y="84968"/>
                  <a:pt x="537385" y="84849"/>
                  <a:pt x="535035" y="84849"/>
                </a:cubicBezTo>
                <a:cubicBezTo>
                  <a:pt x="532685" y="84849"/>
                  <a:pt x="529693" y="84968"/>
                  <a:pt x="526058" y="85205"/>
                </a:cubicBezTo>
                <a:lnTo>
                  <a:pt x="525821" y="84849"/>
                </a:lnTo>
                <a:cubicBezTo>
                  <a:pt x="526611" y="79353"/>
                  <a:pt x="527006" y="72056"/>
                  <a:pt x="527006" y="62959"/>
                </a:cubicBezTo>
                <a:lnTo>
                  <a:pt x="527006" y="56316"/>
                </a:lnTo>
                <a:close/>
                <a:moveTo>
                  <a:pt x="586607" y="39936"/>
                </a:moveTo>
                <a:cubicBezTo>
                  <a:pt x="582578" y="40015"/>
                  <a:pt x="578420" y="40163"/>
                  <a:pt x="574135" y="40380"/>
                </a:cubicBezTo>
                <a:cubicBezTo>
                  <a:pt x="569849" y="40597"/>
                  <a:pt x="566560" y="40803"/>
                  <a:pt x="564269" y="41001"/>
                </a:cubicBezTo>
                <a:lnTo>
                  <a:pt x="560892" y="41297"/>
                </a:lnTo>
                <a:lnTo>
                  <a:pt x="560655" y="40942"/>
                </a:lnTo>
                <a:cubicBezTo>
                  <a:pt x="560813" y="39631"/>
                  <a:pt x="560892" y="38200"/>
                  <a:pt x="560892" y="36649"/>
                </a:cubicBezTo>
                <a:cubicBezTo>
                  <a:pt x="560892" y="36172"/>
                  <a:pt x="560813" y="34858"/>
                  <a:pt x="560655" y="32707"/>
                </a:cubicBezTo>
                <a:lnTo>
                  <a:pt x="560892" y="32352"/>
                </a:lnTo>
                <a:cubicBezTo>
                  <a:pt x="562748" y="32589"/>
                  <a:pt x="565020" y="32707"/>
                  <a:pt x="567706" y="32707"/>
                </a:cubicBezTo>
                <a:lnTo>
                  <a:pt x="598280" y="32707"/>
                </a:lnTo>
                <a:cubicBezTo>
                  <a:pt x="599346" y="32707"/>
                  <a:pt x="600640" y="32648"/>
                  <a:pt x="602161" y="32530"/>
                </a:cubicBezTo>
                <a:cubicBezTo>
                  <a:pt x="603682" y="32411"/>
                  <a:pt x="605025" y="32293"/>
                  <a:pt x="606190" y="32174"/>
                </a:cubicBezTo>
                <a:cubicBezTo>
                  <a:pt x="607355" y="32056"/>
                  <a:pt x="607997" y="31996"/>
                  <a:pt x="608116" y="31996"/>
                </a:cubicBezTo>
                <a:cubicBezTo>
                  <a:pt x="608511" y="31996"/>
                  <a:pt x="608708" y="32233"/>
                  <a:pt x="608708" y="32707"/>
                </a:cubicBezTo>
                <a:cubicBezTo>
                  <a:pt x="608155" y="33339"/>
                  <a:pt x="606931" y="35038"/>
                  <a:pt x="605035" y="37803"/>
                </a:cubicBezTo>
                <a:lnTo>
                  <a:pt x="578016" y="77621"/>
                </a:lnTo>
                <a:cubicBezTo>
                  <a:pt x="582321" y="77621"/>
                  <a:pt x="586933" y="77503"/>
                  <a:pt x="591851" y="77267"/>
                </a:cubicBezTo>
                <a:cubicBezTo>
                  <a:pt x="596769" y="77030"/>
                  <a:pt x="600630" y="76813"/>
                  <a:pt x="603435" y="76615"/>
                </a:cubicBezTo>
                <a:lnTo>
                  <a:pt x="607582" y="76319"/>
                </a:lnTo>
                <a:lnTo>
                  <a:pt x="607820" y="76674"/>
                </a:lnTo>
                <a:cubicBezTo>
                  <a:pt x="607662" y="77987"/>
                  <a:pt x="607582" y="79398"/>
                  <a:pt x="607582" y="80907"/>
                </a:cubicBezTo>
                <a:cubicBezTo>
                  <a:pt x="607582" y="81385"/>
                  <a:pt x="607662" y="82699"/>
                  <a:pt x="607820" y="84849"/>
                </a:cubicBezTo>
                <a:lnTo>
                  <a:pt x="607582" y="85205"/>
                </a:lnTo>
                <a:cubicBezTo>
                  <a:pt x="605805" y="84968"/>
                  <a:pt x="603553" y="84849"/>
                  <a:pt x="600828" y="84849"/>
                </a:cubicBezTo>
                <a:lnTo>
                  <a:pt x="573394" y="84849"/>
                </a:lnTo>
                <a:lnTo>
                  <a:pt x="556507" y="85205"/>
                </a:lnTo>
                <a:lnTo>
                  <a:pt x="556270" y="84012"/>
                </a:lnTo>
                <a:cubicBezTo>
                  <a:pt x="557336" y="82946"/>
                  <a:pt x="558186" y="81919"/>
                  <a:pt x="558818" y="80931"/>
                </a:cubicBezTo>
                <a:lnTo>
                  <a:pt x="586607" y="39936"/>
                </a:lnTo>
                <a:close/>
                <a:moveTo>
                  <a:pt x="650199" y="57890"/>
                </a:moveTo>
                <a:lnTo>
                  <a:pt x="640481" y="60437"/>
                </a:lnTo>
                <a:cubicBezTo>
                  <a:pt x="635386" y="61820"/>
                  <a:pt x="632838" y="65632"/>
                  <a:pt x="632838" y="71873"/>
                </a:cubicBezTo>
                <a:cubicBezTo>
                  <a:pt x="632838" y="73572"/>
                  <a:pt x="633450" y="75152"/>
                  <a:pt x="634675" y="76613"/>
                </a:cubicBezTo>
                <a:cubicBezTo>
                  <a:pt x="635899" y="78075"/>
                  <a:pt x="637400" y="78806"/>
                  <a:pt x="639178" y="78806"/>
                </a:cubicBezTo>
                <a:cubicBezTo>
                  <a:pt x="642417" y="78806"/>
                  <a:pt x="645399" y="77423"/>
                  <a:pt x="648125" y="74658"/>
                </a:cubicBezTo>
                <a:cubicBezTo>
                  <a:pt x="648520" y="74263"/>
                  <a:pt x="648925" y="73453"/>
                  <a:pt x="649339" y="72229"/>
                </a:cubicBezTo>
                <a:cubicBezTo>
                  <a:pt x="649754" y="71004"/>
                  <a:pt x="649962" y="69997"/>
                  <a:pt x="649962" y="69207"/>
                </a:cubicBezTo>
                <a:lnTo>
                  <a:pt x="650199" y="57890"/>
                </a:lnTo>
                <a:moveTo>
                  <a:pt x="665486" y="75078"/>
                </a:moveTo>
                <a:cubicBezTo>
                  <a:pt x="665486" y="76957"/>
                  <a:pt x="666029" y="78167"/>
                  <a:pt x="667115" y="78708"/>
                </a:cubicBezTo>
                <a:cubicBezTo>
                  <a:pt x="668201" y="79247"/>
                  <a:pt x="670127" y="79517"/>
                  <a:pt x="672892" y="79517"/>
                </a:cubicBezTo>
                <a:cubicBezTo>
                  <a:pt x="673524" y="80070"/>
                  <a:pt x="673919" y="80919"/>
                  <a:pt x="674077" y="82065"/>
                </a:cubicBezTo>
                <a:cubicBezTo>
                  <a:pt x="670601" y="84751"/>
                  <a:pt x="665802" y="86074"/>
                  <a:pt x="659679" y="86034"/>
                </a:cubicBezTo>
                <a:cubicBezTo>
                  <a:pt x="657072" y="86034"/>
                  <a:pt x="655038" y="85491"/>
                  <a:pt x="653576" y="84405"/>
                </a:cubicBezTo>
                <a:cubicBezTo>
                  <a:pt x="652114" y="83319"/>
                  <a:pt x="650949" y="81531"/>
                  <a:pt x="650080" y="79043"/>
                </a:cubicBezTo>
                <a:lnTo>
                  <a:pt x="649843" y="79043"/>
                </a:lnTo>
                <a:cubicBezTo>
                  <a:pt x="645142" y="83743"/>
                  <a:pt x="639592" y="86074"/>
                  <a:pt x="633193" y="86034"/>
                </a:cubicBezTo>
                <a:cubicBezTo>
                  <a:pt x="628651" y="86034"/>
                  <a:pt x="624750" y="84842"/>
                  <a:pt x="621491" y="82457"/>
                </a:cubicBezTo>
                <a:cubicBezTo>
                  <a:pt x="618232" y="80071"/>
                  <a:pt x="616603" y="76870"/>
                  <a:pt x="616603" y="72854"/>
                </a:cubicBezTo>
                <a:cubicBezTo>
                  <a:pt x="616603" y="68778"/>
                  <a:pt x="618242" y="65251"/>
                  <a:pt x="621520" y="62272"/>
                </a:cubicBezTo>
                <a:cubicBezTo>
                  <a:pt x="624799" y="59294"/>
                  <a:pt x="629381" y="57069"/>
                  <a:pt x="635267" y="55599"/>
                </a:cubicBezTo>
                <a:lnTo>
                  <a:pt x="649488" y="52009"/>
                </a:lnTo>
                <a:cubicBezTo>
                  <a:pt x="649962" y="51843"/>
                  <a:pt x="650199" y="51327"/>
                  <a:pt x="650199" y="50459"/>
                </a:cubicBezTo>
                <a:cubicBezTo>
                  <a:pt x="650199" y="45706"/>
                  <a:pt x="649507" y="42370"/>
                  <a:pt x="648125" y="40449"/>
                </a:cubicBezTo>
                <a:cubicBezTo>
                  <a:pt x="646742" y="38527"/>
                  <a:pt x="644649" y="37566"/>
                  <a:pt x="641844" y="37566"/>
                </a:cubicBezTo>
                <a:cubicBezTo>
                  <a:pt x="636274" y="37566"/>
                  <a:pt x="631297" y="40792"/>
                  <a:pt x="626912" y="47245"/>
                </a:cubicBezTo>
                <a:lnTo>
                  <a:pt x="622883" y="47124"/>
                </a:lnTo>
                <a:lnTo>
                  <a:pt x="620454" y="37927"/>
                </a:lnTo>
                <a:lnTo>
                  <a:pt x="620809" y="37435"/>
                </a:lnTo>
                <a:cubicBezTo>
                  <a:pt x="622429" y="36084"/>
                  <a:pt x="625510" y="34761"/>
                  <a:pt x="630053" y="33466"/>
                </a:cubicBezTo>
                <a:cubicBezTo>
                  <a:pt x="634595" y="32170"/>
                  <a:pt x="638881" y="31522"/>
                  <a:pt x="642911" y="31522"/>
                </a:cubicBezTo>
                <a:cubicBezTo>
                  <a:pt x="646189" y="31483"/>
                  <a:pt x="649596" y="31871"/>
                  <a:pt x="653132" y="32687"/>
                </a:cubicBezTo>
                <a:cubicBezTo>
                  <a:pt x="656667" y="33502"/>
                  <a:pt x="659323" y="34705"/>
                  <a:pt x="661101" y="36296"/>
                </a:cubicBezTo>
                <a:cubicBezTo>
                  <a:pt x="664340" y="39168"/>
                  <a:pt x="665960" y="44020"/>
                  <a:pt x="665960" y="50851"/>
                </a:cubicBezTo>
                <a:cubicBezTo>
                  <a:pt x="665960" y="51092"/>
                  <a:pt x="665881" y="54840"/>
                  <a:pt x="665723" y="62095"/>
                </a:cubicBezTo>
                <a:cubicBezTo>
                  <a:pt x="665565" y="69348"/>
                  <a:pt x="665486" y="73676"/>
                  <a:pt x="665486" y="75078"/>
                </a:cubicBezTo>
                <a:close/>
                <a:moveTo>
                  <a:pt x="677975" y="38751"/>
                </a:moveTo>
                <a:cubicBezTo>
                  <a:pt x="676908" y="38751"/>
                  <a:pt x="676395" y="38105"/>
                  <a:pt x="676434" y="36814"/>
                </a:cubicBezTo>
                <a:cubicBezTo>
                  <a:pt x="676434" y="35914"/>
                  <a:pt x="676711" y="35005"/>
                  <a:pt x="677264" y="34087"/>
                </a:cubicBezTo>
                <a:cubicBezTo>
                  <a:pt x="677817" y="33167"/>
                  <a:pt x="678389" y="32707"/>
                  <a:pt x="678982" y="32707"/>
                </a:cubicBezTo>
                <a:lnTo>
                  <a:pt x="685974" y="32707"/>
                </a:lnTo>
                <a:cubicBezTo>
                  <a:pt x="685974" y="27928"/>
                  <a:pt x="685697" y="23859"/>
                  <a:pt x="685144" y="20501"/>
                </a:cubicBezTo>
                <a:lnTo>
                  <a:pt x="685381" y="20087"/>
                </a:lnTo>
                <a:cubicBezTo>
                  <a:pt x="688620" y="19376"/>
                  <a:pt x="693874" y="17558"/>
                  <a:pt x="701142" y="14635"/>
                </a:cubicBezTo>
                <a:cubicBezTo>
                  <a:pt x="701853" y="14635"/>
                  <a:pt x="702229" y="15050"/>
                  <a:pt x="702268" y="15880"/>
                </a:cubicBezTo>
                <a:cubicBezTo>
                  <a:pt x="701873" y="21805"/>
                  <a:pt x="701676" y="27414"/>
                  <a:pt x="701676" y="32707"/>
                </a:cubicBezTo>
                <a:lnTo>
                  <a:pt x="714652" y="32707"/>
                </a:lnTo>
                <a:cubicBezTo>
                  <a:pt x="715284" y="32707"/>
                  <a:pt x="715600" y="32962"/>
                  <a:pt x="715600" y="33470"/>
                </a:cubicBezTo>
                <a:lnTo>
                  <a:pt x="715600" y="37166"/>
                </a:lnTo>
                <a:cubicBezTo>
                  <a:pt x="715600" y="38223"/>
                  <a:pt x="714632" y="38751"/>
                  <a:pt x="712697" y="38751"/>
                </a:cubicBezTo>
                <a:lnTo>
                  <a:pt x="701676" y="38751"/>
                </a:lnTo>
                <a:lnTo>
                  <a:pt x="701379" y="51748"/>
                </a:lnTo>
                <a:cubicBezTo>
                  <a:pt x="701300" y="56178"/>
                  <a:pt x="701261" y="61894"/>
                  <a:pt x="701261" y="68896"/>
                </a:cubicBezTo>
                <a:cubicBezTo>
                  <a:pt x="701261" y="69529"/>
                  <a:pt x="701281" y="70133"/>
                  <a:pt x="701320" y="70707"/>
                </a:cubicBezTo>
                <a:cubicBezTo>
                  <a:pt x="701360" y="71281"/>
                  <a:pt x="701419" y="71855"/>
                  <a:pt x="701498" y="72429"/>
                </a:cubicBezTo>
                <a:cubicBezTo>
                  <a:pt x="701577" y="73001"/>
                  <a:pt x="701685" y="73535"/>
                  <a:pt x="701824" y="74030"/>
                </a:cubicBezTo>
                <a:cubicBezTo>
                  <a:pt x="701962" y="74524"/>
                  <a:pt x="702120" y="74989"/>
                  <a:pt x="702298" y="75425"/>
                </a:cubicBezTo>
                <a:cubicBezTo>
                  <a:pt x="702475" y="75859"/>
                  <a:pt x="702683" y="76245"/>
                  <a:pt x="702920" y="76582"/>
                </a:cubicBezTo>
                <a:cubicBezTo>
                  <a:pt x="703157" y="76918"/>
                  <a:pt x="703414" y="77214"/>
                  <a:pt x="703690" y="77472"/>
                </a:cubicBezTo>
                <a:cubicBezTo>
                  <a:pt x="703967" y="77729"/>
                  <a:pt x="704283" y="77917"/>
                  <a:pt x="704638" y="78035"/>
                </a:cubicBezTo>
                <a:cubicBezTo>
                  <a:pt x="704994" y="78154"/>
                  <a:pt x="705369" y="78213"/>
                  <a:pt x="705764" y="78213"/>
                </a:cubicBezTo>
                <a:cubicBezTo>
                  <a:pt x="708529" y="78213"/>
                  <a:pt x="710879" y="77738"/>
                  <a:pt x="712815" y="76789"/>
                </a:cubicBezTo>
                <a:cubicBezTo>
                  <a:pt x="714198" y="77663"/>
                  <a:pt x="714889" y="79332"/>
                  <a:pt x="714889" y="81796"/>
                </a:cubicBezTo>
                <a:cubicBezTo>
                  <a:pt x="710188" y="84661"/>
                  <a:pt x="704243" y="86074"/>
                  <a:pt x="697054" y="86034"/>
                </a:cubicBezTo>
                <a:cubicBezTo>
                  <a:pt x="693420" y="86034"/>
                  <a:pt x="690546" y="84833"/>
                  <a:pt x="688433" y="82431"/>
                </a:cubicBezTo>
                <a:cubicBezTo>
                  <a:pt x="686319" y="80028"/>
                  <a:pt x="685263" y="77257"/>
                  <a:pt x="685263" y="74119"/>
                </a:cubicBezTo>
                <a:cubicBezTo>
                  <a:pt x="685263" y="69807"/>
                  <a:pt x="685381" y="62785"/>
                  <a:pt x="685618" y="53053"/>
                </a:cubicBezTo>
                <a:lnTo>
                  <a:pt x="685974" y="38751"/>
                </a:lnTo>
                <a:lnTo>
                  <a:pt x="677975" y="38751"/>
                </a:lnTo>
                <a:close/>
                <a:moveTo>
                  <a:pt x="729986" y="17294"/>
                </a:moveTo>
                <a:cubicBezTo>
                  <a:pt x="728248" y="15629"/>
                  <a:pt x="727379" y="13577"/>
                  <a:pt x="727379" y="11139"/>
                </a:cubicBezTo>
                <a:cubicBezTo>
                  <a:pt x="727379" y="8701"/>
                  <a:pt x="728248" y="6650"/>
                  <a:pt x="729986" y="4986"/>
                </a:cubicBezTo>
                <a:cubicBezTo>
                  <a:pt x="731724" y="3321"/>
                  <a:pt x="733887" y="2489"/>
                  <a:pt x="736474" y="2489"/>
                </a:cubicBezTo>
                <a:cubicBezTo>
                  <a:pt x="739062" y="2489"/>
                  <a:pt x="741224" y="3321"/>
                  <a:pt x="742962" y="4986"/>
                </a:cubicBezTo>
                <a:cubicBezTo>
                  <a:pt x="744700" y="6650"/>
                  <a:pt x="745570" y="8701"/>
                  <a:pt x="745570" y="11139"/>
                </a:cubicBezTo>
                <a:cubicBezTo>
                  <a:pt x="745570" y="13577"/>
                  <a:pt x="744700" y="15629"/>
                  <a:pt x="742962" y="17294"/>
                </a:cubicBezTo>
                <a:cubicBezTo>
                  <a:pt x="741224" y="18958"/>
                  <a:pt x="739062" y="19790"/>
                  <a:pt x="736474" y="19790"/>
                </a:cubicBezTo>
                <a:cubicBezTo>
                  <a:pt x="733887" y="19790"/>
                  <a:pt x="731724" y="18958"/>
                  <a:pt x="729986" y="17294"/>
                </a:cubicBezTo>
                <a:moveTo>
                  <a:pt x="728446" y="56316"/>
                </a:moveTo>
                <a:cubicBezTo>
                  <a:pt x="728446" y="45045"/>
                  <a:pt x="728051" y="37215"/>
                  <a:pt x="727261" y="32826"/>
                </a:cubicBezTo>
                <a:lnTo>
                  <a:pt x="727616" y="32352"/>
                </a:lnTo>
                <a:cubicBezTo>
                  <a:pt x="728011" y="32352"/>
                  <a:pt x="729245" y="32411"/>
                  <a:pt x="731319" y="32530"/>
                </a:cubicBezTo>
                <a:cubicBezTo>
                  <a:pt x="733393" y="32648"/>
                  <a:pt x="735023" y="32707"/>
                  <a:pt x="736208" y="32707"/>
                </a:cubicBezTo>
                <a:cubicBezTo>
                  <a:pt x="738222" y="32707"/>
                  <a:pt x="741027" y="32510"/>
                  <a:pt x="744621" y="32115"/>
                </a:cubicBezTo>
                <a:cubicBezTo>
                  <a:pt x="745332" y="32115"/>
                  <a:pt x="745688" y="32530"/>
                  <a:pt x="745688" y="33359"/>
                </a:cubicBezTo>
                <a:cubicBezTo>
                  <a:pt x="744898" y="43246"/>
                  <a:pt x="744503" y="50443"/>
                  <a:pt x="744503" y="54951"/>
                </a:cubicBezTo>
                <a:lnTo>
                  <a:pt x="744503" y="62959"/>
                </a:lnTo>
                <a:cubicBezTo>
                  <a:pt x="744503" y="71778"/>
                  <a:pt x="744898" y="79075"/>
                  <a:pt x="745688" y="84849"/>
                </a:cubicBezTo>
                <a:lnTo>
                  <a:pt x="745451" y="85205"/>
                </a:lnTo>
                <a:cubicBezTo>
                  <a:pt x="741817" y="84968"/>
                  <a:pt x="738825" y="84849"/>
                  <a:pt x="736474" y="84849"/>
                </a:cubicBezTo>
                <a:cubicBezTo>
                  <a:pt x="734124" y="84849"/>
                  <a:pt x="731132" y="84968"/>
                  <a:pt x="727498" y="85205"/>
                </a:cubicBezTo>
                <a:lnTo>
                  <a:pt x="727261" y="84849"/>
                </a:lnTo>
                <a:cubicBezTo>
                  <a:pt x="728051" y="79353"/>
                  <a:pt x="728446" y="72056"/>
                  <a:pt x="728446" y="62959"/>
                </a:cubicBezTo>
                <a:lnTo>
                  <a:pt x="728446" y="56316"/>
                </a:lnTo>
                <a:close/>
                <a:moveTo>
                  <a:pt x="760139" y="59936"/>
                </a:moveTo>
                <a:cubicBezTo>
                  <a:pt x="760139" y="50801"/>
                  <a:pt x="762825" y="43762"/>
                  <a:pt x="768197" y="38820"/>
                </a:cubicBezTo>
                <a:cubicBezTo>
                  <a:pt x="773569" y="33876"/>
                  <a:pt x="780759" y="31443"/>
                  <a:pt x="789765" y="31522"/>
                </a:cubicBezTo>
                <a:cubicBezTo>
                  <a:pt x="799561" y="31522"/>
                  <a:pt x="806859" y="34034"/>
                  <a:pt x="811659" y="39057"/>
                </a:cubicBezTo>
                <a:cubicBezTo>
                  <a:pt x="816458" y="44078"/>
                  <a:pt x="818858" y="50682"/>
                  <a:pt x="818858" y="58867"/>
                </a:cubicBezTo>
                <a:cubicBezTo>
                  <a:pt x="818858" y="67290"/>
                  <a:pt x="816271" y="73924"/>
                  <a:pt x="811096" y="78769"/>
                </a:cubicBezTo>
                <a:cubicBezTo>
                  <a:pt x="805921" y="83613"/>
                  <a:pt x="798732" y="86034"/>
                  <a:pt x="789528" y="86034"/>
                </a:cubicBezTo>
                <a:cubicBezTo>
                  <a:pt x="780482" y="86034"/>
                  <a:pt x="773322" y="83711"/>
                  <a:pt x="768049" y="79065"/>
                </a:cubicBezTo>
                <a:cubicBezTo>
                  <a:pt x="762775" y="74419"/>
                  <a:pt x="760139" y="68042"/>
                  <a:pt x="760139" y="59936"/>
                </a:cubicBezTo>
                <a:moveTo>
                  <a:pt x="788876" y="37566"/>
                </a:moveTo>
                <a:cubicBezTo>
                  <a:pt x="785558" y="37566"/>
                  <a:pt x="783010" y="38545"/>
                  <a:pt x="781233" y="40503"/>
                </a:cubicBezTo>
                <a:cubicBezTo>
                  <a:pt x="779455" y="42460"/>
                  <a:pt x="778369" y="44695"/>
                  <a:pt x="777974" y="47207"/>
                </a:cubicBezTo>
                <a:cubicBezTo>
                  <a:pt x="777579" y="49720"/>
                  <a:pt x="777381" y="53033"/>
                  <a:pt x="777381" y="57147"/>
                </a:cubicBezTo>
                <a:cubicBezTo>
                  <a:pt x="777381" y="72376"/>
                  <a:pt x="781983" y="79991"/>
                  <a:pt x="791187" y="79991"/>
                </a:cubicBezTo>
                <a:cubicBezTo>
                  <a:pt x="798139" y="79991"/>
                  <a:pt x="801615" y="74038"/>
                  <a:pt x="801615" y="62132"/>
                </a:cubicBezTo>
                <a:cubicBezTo>
                  <a:pt x="801615" y="53310"/>
                  <a:pt x="800727" y="47011"/>
                  <a:pt x="798949" y="43234"/>
                </a:cubicBezTo>
                <a:cubicBezTo>
                  <a:pt x="797171" y="39455"/>
                  <a:pt x="793814" y="37566"/>
                  <a:pt x="788876" y="37566"/>
                </a:cubicBezTo>
                <a:close/>
                <a:moveTo>
                  <a:pt x="885516" y="62956"/>
                </a:moveTo>
                <a:cubicBezTo>
                  <a:pt x="885516" y="71856"/>
                  <a:pt x="885950" y="79154"/>
                  <a:pt x="886819" y="84849"/>
                </a:cubicBezTo>
                <a:lnTo>
                  <a:pt x="886582" y="85205"/>
                </a:lnTo>
                <a:cubicBezTo>
                  <a:pt x="883027" y="84968"/>
                  <a:pt x="879867" y="84849"/>
                  <a:pt x="877102" y="84849"/>
                </a:cubicBezTo>
                <a:lnTo>
                  <a:pt x="868984" y="85205"/>
                </a:lnTo>
                <a:lnTo>
                  <a:pt x="868747" y="84849"/>
                </a:lnTo>
                <a:cubicBezTo>
                  <a:pt x="869221" y="80538"/>
                  <a:pt x="869458" y="73240"/>
                  <a:pt x="869458" y="62956"/>
                </a:cubicBezTo>
                <a:lnTo>
                  <a:pt x="869458" y="52157"/>
                </a:lnTo>
                <a:cubicBezTo>
                  <a:pt x="869458" y="44642"/>
                  <a:pt x="867365" y="40884"/>
                  <a:pt x="863177" y="40884"/>
                </a:cubicBezTo>
                <a:cubicBezTo>
                  <a:pt x="858714" y="40884"/>
                  <a:pt x="854013" y="44108"/>
                  <a:pt x="849075" y="50555"/>
                </a:cubicBezTo>
                <a:lnTo>
                  <a:pt x="849075" y="62956"/>
                </a:lnTo>
                <a:cubicBezTo>
                  <a:pt x="849075" y="72014"/>
                  <a:pt x="849312" y="79312"/>
                  <a:pt x="849786" y="84849"/>
                </a:cubicBezTo>
                <a:lnTo>
                  <a:pt x="849431" y="85205"/>
                </a:lnTo>
                <a:cubicBezTo>
                  <a:pt x="847179" y="84968"/>
                  <a:pt x="844671" y="84849"/>
                  <a:pt x="841906" y="84849"/>
                </a:cubicBezTo>
                <a:lnTo>
                  <a:pt x="831951" y="85205"/>
                </a:lnTo>
                <a:lnTo>
                  <a:pt x="831714" y="84849"/>
                </a:lnTo>
                <a:cubicBezTo>
                  <a:pt x="832623" y="79274"/>
                  <a:pt x="833077" y="71977"/>
                  <a:pt x="833077" y="62959"/>
                </a:cubicBezTo>
                <a:lnTo>
                  <a:pt x="833077" y="56316"/>
                </a:lnTo>
                <a:cubicBezTo>
                  <a:pt x="833077" y="45560"/>
                  <a:pt x="832623" y="37691"/>
                  <a:pt x="831714" y="32707"/>
                </a:cubicBezTo>
                <a:lnTo>
                  <a:pt x="831951" y="32352"/>
                </a:lnTo>
                <a:cubicBezTo>
                  <a:pt x="838904" y="32668"/>
                  <a:pt x="844177" y="32549"/>
                  <a:pt x="847772" y="31996"/>
                </a:cubicBezTo>
                <a:cubicBezTo>
                  <a:pt x="848325" y="31996"/>
                  <a:pt x="848680" y="32401"/>
                  <a:pt x="848838" y="33211"/>
                </a:cubicBezTo>
                <a:cubicBezTo>
                  <a:pt x="848996" y="34021"/>
                  <a:pt x="849075" y="36974"/>
                  <a:pt x="849075" y="42071"/>
                </a:cubicBezTo>
                <a:lnTo>
                  <a:pt x="849549" y="42427"/>
                </a:lnTo>
                <a:cubicBezTo>
                  <a:pt x="852314" y="38950"/>
                  <a:pt x="855396" y="36264"/>
                  <a:pt x="858793" y="34368"/>
                </a:cubicBezTo>
                <a:cubicBezTo>
                  <a:pt x="862190" y="32471"/>
                  <a:pt x="865468" y="31522"/>
                  <a:pt x="868629" y="31522"/>
                </a:cubicBezTo>
                <a:cubicBezTo>
                  <a:pt x="874198" y="31522"/>
                  <a:pt x="878405" y="32955"/>
                  <a:pt x="881249" y="35822"/>
                </a:cubicBezTo>
                <a:cubicBezTo>
                  <a:pt x="884093" y="38687"/>
                  <a:pt x="885516" y="43242"/>
                  <a:pt x="885516" y="49487"/>
                </a:cubicBezTo>
                <a:lnTo>
                  <a:pt x="885516" y="629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&quot;bug_files&quot;">
            <a:extLst xmlns:a="http://schemas.openxmlformats.org/drawingml/2006/main">
              <a:ext uri="{FF2B5EF4-FFF2-40B4-BE49-F238E27FC236}">
                <a16:creationId xmlns:a16="http://schemas.microsoft.com/office/drawing/2014/main" id="{7023C723-CD98-4D61-A5A5-93BB5A26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56" y="6731517"/>
            <a:ext cx="547023" cy="86008"/>
          </a:xfrm>
          <a:custGeom xmlns:a="http://schemas.openxmlformats.org/drawingml/2006/main">
            <a:pathLst>
              <a:path w="547023" h="86008">
                <a:moveTo>
                  <a:pt x="10297" y="559"/>
                </a:moveTo>
                <a:lnTo>
                  <a:pt x="8992" y="22457"/>
                </a:lnTo>
                <a:lnTo>
                  <a:pt x="1351" y="22457"/>
                </a:lnTo>
                <a:lnTo>
                  <a:pt x="0" y="559"/>
                </a:lnTo>
                <a:lnTo>
                  <a:pt x="10297" y="559"/>
                </a:lnTo>
                <a:moveTo>
                  <a:pt x="28421" y="559"/>
                </a:moveTo>
                <a:lnTo>
                  <a:pt x="27116" y="22457"/>
                </a:lnTo>
                <a:lnTo>
                  <a:pt x="19475" y="22457"/>
                </a:lnTo>
                <a:lnTo>
                  <a:pt x="18124" y="559"/>
                </a:lnTo>
                <a:lnTo>
                  <a:pt x="28421" y="559"/>
                </a:lnTo>
                <a:close/>
                <a:moveTo>
                  <a:pt x="87268" y="42212"/>
                </a:moveTo>
                <a:cubicBezTo>
                  <a:pt x="87268" y="46095"/>
                  <a:pt x="86732" y="49566"/>
                  <a:pt x="85661" y="52625"/>
                </a:cubicBezTo>
                <a:cubicBezTo>
                  <a:pt x="84589" y="55685"/>
                  <a:pt x="83067" y="58278"/>
                  <a:pt x="81095" y="60406"/>
                </a:cubicBezTo>
                <a:cubicBezTo>
                  <a:pt x="79122" y="62534"/>
                  <a:pt x="76723" y="64164"/>
                  <a:pt x="73896" y="65298"/>
                </a:cubicBezTo>
                <a:cubicBezTo>
                  <a:pt x="71070" y="66432"/>
                  <a:pt x="67886" y="66999"/>
                  <a:pt x="64345" y="66999"/>
                </a:cubicBezTo>
                <a:cubicBezTo>
                  <a:pt x="61581" y="66999"/>
                  <a:pt x="58754" y="66735"/>
                  <a:pt x="55865" y="66207"/>
                </a:cubicBezTo>
                <a:cubicBezTo>
                  <a:pt x="52977" y="65679"/>
                  <a:pt x="50119" y="64840"/>
                  <a:pt x="47292" y="63691"/>
                </a:cubicBezTo>
                <a:lnTo>
                  <a:pt x="47292" y="559"/>
                </a:lnTo>
                <a:lnTo>
                  <a:pt x="55399" y="559"/>
                </a:lnTo>
                <a:lnTo>
                  <a:pt x="55399" y="18715"/>
                </a:lnTo>
                <a:lnTo>
                  <a:pt x="55027" y="27396"/>
                </a:lnTo>
                <a:cubicBezTo>
                  <a:pt x="57356" y="24259"/>
                  <a:pt x="59849" y="22046"/>
                  <a:pt x="62505" y="20757"/>
                </a:cubicBezTo>
                <a:cubicBezTo>
                  <a:pt x="65160" y="19468"/>
                  <a:pt x="68010" y="18823"/>
                  <a:pt x="71054" y="18823"/>
                </a:cubicBezTo>
                <a:cubicBezTo>
                  <a:pt x="73725" y="18823"/>
                  <a:pt x="76071" y="19382"/>
                  <a:pt x="78090" y="20500"/>
                </a:cubicBezTo>
                <a:cubicBezTo>
                  <a:pt x="80108" y="21619"/>
                  <a:pt x="81801" y="23195"/>
                  <a:pt x="83168" y="25229"/>
                </a:cubicBezTo>
                <a:cubicBezTo>
                  <a:pt x="84535" y="27264"/>
                  <a:pt x="85560" y="29718"/>
                  <a:pt x="86243" y="32591"/>
                </a:cubicBezTo>
                <a:cubicBezTo>
                  <a:pt x="86926" y="35464"/>
                  <a:pt x="87268" y="38671"/>
                  <a:pt x="87268" y="42212"/>
                </a:cubicBezTo>
                <a:moveTo>
                  <a:pt x="78975" y="42585"/>
                </a:moveTo>
                <a:cubicBezTo>
                  <a:pt x="78975" y="40131"/>
                  <a:pt x="78796" y="37879"/>
                  <a:pt x="78439" y="35829"/>
                </a:cubicBezTo>
                <a:cubicBezTo>
                  <a:pt x="78082" y="33779"/>
                  <a:pt x="77515" y="32024"/>
                  <a:pt x="76738" y="30564"/>
                </a:cubicBezTo>
                <a:cubicBezTo>
                  <a:pt x="75962" y="29104"/>
                  <a:pt x="74968" y="27963"/>
                  <a:pt x="73757" y="27140"/>
                </a:cubicBezTo>
                <a:cubicBezTo>
                  <a:pt x="72545" y="26316"/>
                  <a:pt x="71101" y="25905"/>
                  <a:pt x="69423" y="25905"/>
                </a:cubicBezTo>
                <a:cubicBezTo>
                  <a:pt x="68398" y="25905"/>
                  <a:pt x="67358" y="26068"/>
                  <a:pt x="66302" y="26394"/>
                </a:cubicBezTo>
                <a:cubicBezTo>
                  <a:pt x="65246" y="26720"/>
                  <a:pt x="64151" y="27264"/>
                  <a:pt x="63017" y="28025"/>
                </a:cubicBezTo>
                <a:cubicBezTo>
                  <a:pt x="61883" y="28786"/>
                  <a:pt x="60688" y="29795"/>
                  <a:pt x="59430" y="31053"/>
                </a:cubicBezTo>
                <a:cubicBezTo>
                  <a:pt x="58172" y="32311"/>
                  <a:pt x="56828" y="33872"/>
                  <a:pt x="55399" y="35736"/>
                </a:cubicBezTo>
                <a:lnTo>
                  <a:pt x="55399" y="58426"/>
                </a:lnTo>
                <a:cubicBezTo>
                  <a:pt x="56984" y="59047"/>
                  <a:pt x="58599" y="59536"/>
                  <a:pt x="60245" y="59894"/>
                </a:cubicBezTo>
                <a:cubicBezTo>
                  <a:pt x="61891" y="60251"/>
                  <a:pt x="63460" y="60429"/>
                  <a:pt x="64951" y="60429"/>
                </a:cubicBezTo>
                <a:cubicBezTo>
                  <a:pt x="66814" y="60429"/>
                  <a:pt x="68593" y="60134"/>
                  <a:pt x="70285" y="59544"/>
                </a:cubicBezTo>
                <a:cubicBezTo>
                  <a:pt x="71978" y="58954"/>
                  <a:pt x="73469" y="57968"/>
                  <a:pt x="74758" y="56586"/>
                </a:cubicBezTo>
                <a:cubicBezTo>
                  <a:pt x="76047" y="55203"/>
                  <a:pt x="77072" y="53371"/>
                  <a:pt x="77833" y="51088"/>
                </a:cubicBezTo>
                <a:cubicBezTo>
                  <a:pt x="78594" y="48805"/>
                  <a:pt x="78975" y="45970"/>
                  <a:pt x="78975" y="42585"/>
                </a:cubicBezTo>
                <a:close/>
                <a:moveTo>
                  <a:pt x="136750" y="66440"/>
                </a:moveTo>
                <a:lnTo>
                  <a:pt x="129482" y="66440"/>
                </a:lnTo>
                <a:lnTo>
                  <a:pt x="129203" y="58892"/>
                </a:lnTo>
                <a:cubicBezTo>
                  <a:pt x="127805" y="60507"/>
                  <a:pt x="126477" y="61850"/>
                  <a:pt x="125219" y="62922"/>
                </a:cubicBezTo>
                <a:cubicBezTo>
                  <a:pt x="123961" y="63994"/>
                  <a:pt x="122711" y="64856"/>
                  <a:pt x="121468" y="65508"/>
                </a:cubicBezTo>
                <a:cubicBezTo>
                  <a:pt x="120226" y="66160"/>
                  <a:pt x="118976" y="66618"/>
                  <a:pt x="117718" y="66882"/>
                </a:cubicBezTo>
                <a:cubicBezTo>
                  <a:pt x="116460" y="67146"/>
                  <a:pt x="115132" y="67278"/>
                  <a:pt x="113734" y="67278"/>
                </a:cubicBezTo>
                <a:cubicBezTo>
                  <a:pt x="108920" y="67278"/>
                  <a:pt x="105286" y="65865"/>
                  <a:pt x="102832" y="63038"/>
                </a:cubicBezTo>
                <a:cubicBezTo>
                  <a:pt x="100378" y="60212"/>
                  <a:pt x="99151" y="55941"/>
                  <a:pt x="99151" y="50226"/>
                </a:cubicBezTo>
                <a:lnTo>
                  <a:pt x="99151" y="19662"/>
                </a:lnTo>
                <a:lnTo>
                  <a:pt x="107258" y="19662"/>
                </a:lnTo>
                <a:lnTo>
                  <a:pt x="107258" y="49573"/>
                </a:lnTo>
                <a:cubicBezTo>
                  <a:pt x="107258" y="56749"/>
                  <a:pt x="109960" y="60336"/>
                  <a:pt x="115365" y="60336"/>
                </a:cubicBezTo>
                <a:cubicBezTo>
                  <a:pt x="116359" y="60336"/>
                  <a:pt x="117329" y="60189"/>
                  <a:pt x="118277" y="59894"/>
                </a:cubicBezTo>
                <a:cubicBezTo>
                  <a:pt x="119224" y="59598"/>
                  <a:pt x="120218" y="59086"/>
                  <a:pt x="121259" y="58356"/>
                </a:cubicBezTo>
                <a:cubicBezTo>
                  <a:pt x="122299" y="57626"/>
                  <a:pt x="123417" y="56640"/>
                  <a:pt x="124613" y="55397"/>
                </a:cubicBezTo>
                <a:cubicBezTo>
                  <a:pt x="125809" y="54155"/>
                  <a:pt x="127153" y="52586"/>
                  <a:pt x="128643" y="50692"/>
                </a:cubicBezTo>
                <a:lnTo>
                  <a:pt x="128643" y="19662"/>
                </a:lnTo>
                <a:lnTo>
                  <a:pt x="136750" y="19662"/>
                </a:lnTo>
                <a:lnTo>
                  <a:pt x="136750" y="66440"/>
                </a:lnTo>
                <a:close/>
                <a:moveTo>
                  <a:pt x="184695" y="26278"/>
                </a:moveTo>
                <a:cubicBezTo>
                  <a:pt x="185565" y="27365"/>
                  <a:pt x="186240" y="28631"/>
                  <a:pt x="186722" y="30075"/>
                </a:cubicBezTo>
                <a:cubicBezTo>
                  <a:pt x="187203" y="31519"/>
                  <a:pt x="187444" y="33080"/>
                  <a:pt x="187444" y="34757"/>
                </a:cubicBezTo>
                <a:cubicBezTo>
                  <a:pt x="187444" y="37180"/>
                  <a:pt x="187001" y="39393"/>
                  <a:pt x="186116" y="41397"/>
                </a:cubicBezTo>
                <a:cubicBezTo>
                  <a:pt x="185231" y="43400"/>
                  <a:pt x="183981" y="45116"/>
                  <a:pt x="182366" y="46545"/>
                </a:cubicBezTo>
                <a:cubicBezTo>
                  <a:pt x="180750" y="47974"/>
                  <a:pt x="178817" y="49084"/>
                  <a:pt x="176565" y="49876"/>
                </a:cubicBezTo>
                <a:cubicBezTo>
                  <a:pt x="174313" y="50668"/>
                  <a:pt x="171836" y="51064"/>
                  <a:pt x="169134" y="51064"/>
                </a:cubicBezTo>
                <a:cubicBezTo>
                  <a:pt x="167177" y="51064"/>
                  <a:pt x="165344" y="50855"/>
                  <a:pt x="163636" y="50435"/>
                </a:cubicBezTo>
                <a:cubicBezTo>
                  <a:pt x="161927" y="50016"/>
                  <a:pt x="160576" y="49496"/>
                  <a:pt x="159582" y="48875"/>
                </a:cubicBezTo>
                <a:cubicBezTo>
                  <a:pt x="158992" y="49744"/>
                  <a:pt x="158495" y="50566"/>
                  <a:pt x="158091" y="51340"/>
                </a:cubicBezTo>
                <a:cubicBezTo>
                  <a:pt x="157688" y="52112"/>
                  <a:pt x="157486" y="52977"/>
                  <a:pt x="157486" y="53934"/>
                </a:cubicBezTo>
                <a:cubicBezTo>
                  <a:pt x="157486" y="55107"/>
                  <a:pt x="158053" y="56079"/>
                  <a:pt x="159186" y="56850"/>
                </a:cubicBezTo>
                <a:cubicBezTo>
                  <a:pt x="160320" y="57621"/>
                  <a:pt x="161819" y="58038"/>
                  <a:pt x="163682" y="58100"/>
                </a:cubicBezTo>
                <a:lnTo>
                  <a:pt x="175983" y="58566"/>
                </a:lnTo>
                <a:cubicBezTo>
                  <a:pt x="178312" y="58628"/>
                  <a:pt x="180463" y="58923"/>
                  <a:pt x="182436" y="59452"/>
                </a:cubicBezTo>
                <a:cubicBezTo>
                  <a:pt x="184408" y="59981"/>
                  <a:pt x="186101" y="60744"/>
                  <a:pt x="187514" y="61740"/>
                </a:cubicBezTo>
                <a:cubicBezTo>
                  <a:pt x="188927" y="62735"/>
                  <a:pt x="190030" y="63963"/>
                  <a:pt x="190822" y="65426"/>
                </a:cubicBezTo>
                <a:cubicBezTo>
                  <a:pt x="191614" y="66888"/>
                  <a:pt x="192010" y="68584"/>
                  <a:pt x="192010" y="70513"/>
                </a:cubicBezTo>
                <a:cubicBezTo>
                  <a:pt x="192010" y="72598"/>
                  <a:pt x="191560" y="74574"/>
                  <a:pt x="190659" y="76441"/>
                </a:cubicBezTo>
                <a:cubicBezTo>
                  <a:pt x="189758" y="78307"/>
                  <a:pt x="188368" y="79948"/>
                  <a:pt x="186489" y="81364"/>
                </a:cubicBezTo>
                <a:cubicBezTo>
                  <a:pt x="184610" y="82780"/>
                  <a:pt x="182226" y="83908"/>
                  <a:pt x="179337" y="84747"/>
                </a:cubicBezTo>
                <a:cubicBezTo>
                  <a:pt x="176448" y="85588"/>
                  <a:pt x="173016" y="86008"/>
                  <a:pt x="169040" y="86008"/>
                </a:cubicBezTo>
                <a:cubicBezTo>
                  <a:pt x="165251" y="86008"/>
                  <a:pt x="162028" y="85705"/>
                  <a:pt x="159373" y="85098"/>
                </a:cubicBezTo>
                <a:cubicBezTo>
                  <a:pt x="156717" y="84491"/>
                  <a:pt x="154535" y="83651"/>
                  <a:pt x="152827" y="82578"/>
                </a:cubicBezTo>
                <a:cubicBezTo>
                  <a:pt x="151118" y="81504"/>
                  <a:pt x="149876" y="80228"/>
                  <a:pt x="149099" y="78750"/>
                </a:cubicBezTo>
                <a:cubicBezTo>
                  <a:pt x="148323" y="77273"/>
                  <a:pt x="147934" y="75647"/>
                  <a:pt x="147934" y="73874"/>
                </a:cubicBezTo>
                <a:cubicBezTo>
                  <a:pt x="147934" y="71603"/>
                  <a:pt x="148462" y="69611"/>
                  <a:pt x="149519" y="67900"/>
                </a:cubicBezTo>
                <a:cubicBezTo>
                  <a:pt x="150575" y="66190"/>
                  <a:pt x="152205" y="64541"/>
                  <a:pt x="154411" y="62954"/>
                </a:cubicBezTo>
                <a:cubicBezTo>
                  <a:pt x="153603" y="62582"/>
                  <a:pt x="152904" y="62117"/>
                  <a:pt x="152314" y="61559"/>
                </a:cubicBezTo>
                <a:cubicBezTo>
                  <a:pt x="151724" y="61001"/>
                  <a:pt x="151242" y="60389"/>
                  <a:pt x="150870" y="59723"/>
                </a:cubicBezTo>
                <a:cubicBezTo>
                  <a:pt x="150497" y="59056"/>
                  <a:pt x="150217" y="58351"/>
                  <a:pt x="150031" y="57608"/>
                </a:cubicBezTo>
                <a:cubicBezTo>
                  <a:pt x="149845" y="56863"/>
                  <a:pt x="149751" y="56135"/>
                  <a:pt x="149751" y="55422"/>
                </a:cubicBezTo>
                <a:cubicBezTo>
                  <a:pt x="149751" y="53407"/>
                  <a:pt x="150225" y="51563"/>
                  <a:pt x="151173" y="49889"/>
                </a:cubicBezTo>
                <a:cubicBezTo>
                  <a:pt x="152120" y="48216"/>
                  <a:pt x="153246" y="46635"/>
                  <a:pt x="154550" y="45147"/>
                </a:cubicBezTo>
                <a:cubicBezTo>
                  <a:pt x="153960" y="44433"/>
                  <a:pt x="153440" y="43734"/>
                  <a:pt x="152990" y="43051"/>
                </a:cubicBezTo>
                <a:cubicBezTo>
                  <a:pt x="152539" y="42367"/>
                  <a:pt x="152151" y="41630"/>
                  <a:pt x="151825" y="40838"/>
                </a:cubicBezTo>
                <a:cubicBezTo>
                  <a:pt x="151499" y="40045"/>
                  <a:pt x="151250" y="39191"/>
                  <a:pt x="151079" y="38275"/>
                </a:cubicBezTo>
                <a:cubicBezTo>
                  <a:pt x="150909" y="37359"/>
                  <a:pt x="150823" y="36310"/>
                  <a:pt x="150823" y="35130"/>
                </a:cubicBezTo>
                <a:cubicBezTo>
                  <a:pt x="150823" y="32707"/>
                  <a:pt x="151266" y="30494"/>
                  <a:pt x="152151" y="28491"/>
                </a:cubicBezTo>
                <a:cubicBezTo>
                  <a:pt x="153036" y="26487"/>
                  <a:pt x="154279" y="24771"/>
                  <a:pt x="155878" y="23342"/>
                </a:cubicBezTo>
                <a:cubicBezTo>
                  <a:pt x="157478" y="21914"/>
                  <a:pt x="159404" y="20803"/>
                  <a:pt x="161656" y="20011"/>
                </a:cubicBezTo>
                <a:cubicBezTo>
                  <a:pt x="163908" y="19219"/>
                  <a:pt x="166400" y="18823"/>
                  <a:pt x="169134" y="18823"/>
                </a:cubicBezTo>
                <a:cubicBezTo>
                  <a:pt x="170283" y="18823"/>
                  <a:pt x="171386" y="18901"/>
                  <a:pt x="172442" y="19056"/>
                </a:cubicBezTo>
                <a:cubicBezTo>
                  <a:pt x="173498" y="19211"/>
                  <a:pt x="174430" y="19413"/>
                  <a:pt x="175237" y="19662"/>
                </a:cubicBezTo>
                <a:lnTo>
                  <a:pt x="192196" y="19662"/>
                </a:lnTo>
                <a:lnTo>
                  <a:pt x="192196" y="26278"/>
                </a:lnTo>
                <a:lnTo>
                  <a:pt x="184695" y="26278"/>
                </a:lnTo>
                <a:moveTo>
                  <a:pt x="156554" y="73175"/>
                </a:moveTo>
                <a:cubicBezTo>
                  <a:pt x="156554" y="75387"/>
                  <a:pt x="157703" y="76999"/>
                  <a:pt x="160002" y="78012"/>
                </a:cubicBezTo>
                <a:cubicBezTo>
                  <a:pt x="162300" y="79025"/>
                  <a:pt x="165499" y="79532"/>
                  <a:pt x="169600" y="79532"/>
                </a:cubicBezTo>
                <a:cubicBezTo>
                  <a:pt x="172178" y="79532"/>
                  <a:pt x="174344" y="79298"/>
                  <a:pt x="176099" y="78830"/>
                </a:cubicBezTo>
                <a:cubicBezTo>
                  <a:pt x="177854" y="78363"/>
                  <a:pt x="179267" y="77748"/>
                  <a:pt x="180339" y="76984"/>
                </a:cubicBezTo>
                <a:cubicBezTo>
                  <a:pt x="181410" y="76220"/>
                  <a:pt x="182179" y="75347"/>
                  <a:pt x="182645" y="74366"/>
                </a:cubicBezTo>
                <a:cubicBezTo>
                  <a:pt x="183111" y="73385"/>
                  <a:pt x="183344" y="72380"/>
                  <a:pt x="183344" y="71351"/>
                </a:cubicBezTo>
                <a:cubicBezTo>
                  <a:pt x="183344" y="69449"/>
                  <a:pt x="182568" y="68047"/>
                  <a:pt x="181014" y="67143"/>
                </a:cubicBezTo>
                <a:cubicBezTo>
                  <a:pt x="179461" y="66239"/>
                  <a:pt x="177085" y="65710"/>
                  <a:pt x="173886" y="65554"/>
                </a:cubicBezTo>
                <a:lnTo>
                  <a:pt x="161679" y="65135"/>
                </a:lnTo>
                <a:cubicBezTo>
                  <a:pt x="160654" y="65820"/>
                  <a:pt x="159808" y="66490"/>
                  <a:pt x="159140" y="67144"/>
                </a:cubicBezTo>
                <a:cubicBezTo>
                  <a:pt x="158472" y="67800"/>
                  <a:pt x="157952" y="68462"/>
                  <a:pt x="157579" y="69132"/>
                </a:cubicBezTo>
                <a:cubicBezTo>
                  <a:pt x="157206" y="69802"/>
                  <a:pt x="156942" y="70471"/>
                  <a:pt x="156787" y="71141"/>
                </a:cubicBezTo>
                <a:cubicBezTo>
                  <a:pt x="156632" y="71812"/>
                  <a:pt x="156554" y="72490"/>
                  <a:pt x="156554" y="73175"/>
                </a:cubicBezTo>
                <a:moveTo>
                  <a:pt x="159023" y="34944"/>
                </a:moveTo>
                <a:cubicBezTo>
                  <a:pt x="159023" y="36435"/>
                  <a:pt x="159272" y="37801"/>
                  <a:pt x="159769" y="39044"/>
                </a:cubicBezTo>
                <a:cubicBezTo>
                  <a:pt x="160266" y="40286"/>
                  <a:pt x="160965" y="41342"/>
                  <a:pt x="161865" y="42212"/>
                </a:cubicBezTo>
                <a:cubicBezTo>
                  <a:pt x="162766" y="43082"/>
                  <a:pt x="163830" y="43757"/>
                  <a:pt x="165057" y="44239"/>
                </a:cubicBezTo>
                <a:cubicBezTo>
                  <a:pt x="166284" y="44720"/>
                  <a:pt x="167643" y="44961"/>
                  <a:pt x="169134" y="44961"/>
                </a:cubicBezTo>
                <a:cubicBezTo>
                  <a:pt x="170749" y="44961"/>
                  <a:pt x="172185" y="44689"/>
                  <a:pt x="173443" y="44146"/>
                </a:cubicBezTo>
                <a:cubicBezTo>
                  <a:pt x="174701" y="43602"/>
                  <a:pt x="175757" y="42864"/>
                  <a:pt x="176612" y="41932"/>
                </a:cubicBezTo>
                <a:cubicBezTo>
                  <a:pt x="177466" y="41001"/>
                  <a:pt x="178118" y="39929"/>
                  <a:pt x="178568" y="38718"/>
                </a:cubicBezTo>
                <a:cubicBezTo>
                  <a:pt x="179019" y="37506"/>
                  <a:pt x="179244" y="36248"/>
                  <a:pt x="179244" y="34944"/>
                </a:cubicBezTo>
                <a:cubicBezTo>
                  <a:pt x="179244" y="33453"/>
                  <a:pt x="178995" y="32086"/>
                  <a:pt x="178499" y="30844"/>
                </a:cubicBezTo>
                <a:cubicBezTo>
                  <a:pt x="178002" y="29601"/>
                  <a:pt x="177303" y="28545"/>
                  <a:pt x="176402" y="27675"/>
                </a:cubicBezTo>
                <a:cubicBezTo>
                  <a:pt x="175501" y="26806"/>
                  <a:pt x="174437" y="26130"/>
                  <a:pt x="173210" y="25649"/>
                </a:cubicBezTo>
                <a:cubicBezTo>
                  <a:pt x="171983" y="25167"/>
                  <a:pt x="170625" y="24927"/>
                  <a:pt x="169134" y="24927"/>
                </a:cubicBezTo>
                <a:cubicBezTo>
                  <a:pt x="167518" y="24927"/>
                  <a:pt x="166082" y="25206"/>
                  <a:pt x="164824" y="25765"/>
                </a:cubicBezTo>
                <a:cubicBezTo>
                  <a:pt x="163566" y="26324"/>
                  <a:pt x="162510" y="27062"/>
                  <a:pt x="161656" y="27978"/>
                </a:cubicBezTo>
                <a:cubicBezTo>
                  <a:pt x="160801" y="28895"/>
                  <a:pt x="160149" y="29958"/>
                  <a:pt x="159699" y="31170"/>
                </a:cubicBezTo>
                <a:cubicBezTo>
                  <a:pt x="159248" y="32381"/>
                  <a:pt x="159023" y="33639"/>
                  <a:pt x="159023" y="34944"/>
                </a:cubicBezTo>
                <a:close/>
                <a:moveTo>
                  <a:pt x="247875" y="85542"/>
                </a:moveTo>
                <a:lnTo>
                  <a:pt x="195413" y="85542"/>
                </a:lnTo>
                <a:lnTo>
                  <a:pt x="195413" y="78833"/>
                </a:lnTo>
                <a:lnTo>
                  <a:pt x="247875" y="78833"/>
                </a:lnTo>
                <a:lnTo>
                  <a:pt x="247875" y="85542"/>
                </a:lnTo>
                <a:close/>
                <a:moveTo>
                  <a:pt x="296240" y="8107"/>
                </a:moveTo>
                <a:cubicBezTo>
                  <a:pt x="291984" y="7206"/>
                  <a:pt x="288319" y="6756"/>
                  <a:pt x="285244" y="6756"/>
                </a:cubicBezTo>
                <a:cubicBezTo>
                  <a:pt x="277945" y="6756"/>
                  <a:pt x="274295" y="10576"/>
                  <a:pt x="274295" y="18217"/>
                </a:cubicBezTo>
                <a:lnTo>
                  <a:pt x="274295" y="26417"/>
                </a:lnTo>
                <a:lnTo>
                  <a:pt x="294795" y="26417"/>
                </a:lnTo>
                <a:lnTo>
                  <a:pt x="294795" y="33173"/>
                </a:lnTo>
                <a:lnTo>
                  <a:pt x="274295" y="33173"/>
                </a:lnTo>
                <a:lnTo>
                  <a:pt x="274295" y="66440"/>
                </a:lnTo>
                <a:lnTo>
                  <a:pt x="266048" y="66440"/>
                </a:lnTo>
                <a:lnTo>
                  <a:pt x="266048" y="33173"/>
                </a:lnTo>
                <a:lnTo>
                  <a:pt x="250999" y="33173"/>
                </a:lnTo>
                <a:lnTo>
                  <a:pt x="250999" y="26417"/>
                </a:lnTo>
                <a:lnTo>
                  <a:pt x="266048" y="26417"/>
                </a:lnTo>
                <a:lnTo>
                  <a:pt x="266048" y="18683"/>
                </a:lnTo>
                <a:cubicBezTo>
                  <a:pt x="266048" y="6228"/>
                  <a:pt x="272540" y="0"/>
                  <a:pt x="285523" y="0"/>
                </a:cubicBezTo>
                <a:cubicBezTo>
                  <a:pt x="288754" y="0"/>
                  <a:pt x="292326" y="373"/>
                  <a:pt x="296240" y="1118"/>
                </a:cubicBezTo>
                <a:lnTo>
                  <a:pt x="296240" y="8107"/>
                </a:lnTo>
                <a:moveTo>
                  <a:pt x="247272" y="19662"/>
                </a:moveTo>
                <a:lnTo>
                  <a:pt x="247272" y="19662"/>
                </a:lnTo>
                <a:close/>
                <a:moveTo>
                  <a:pt x="322519" y="26371"/>
                </a:moveTo>
                <a:lnTo>
                  <a:pt x="308682" y="26371"/>
                </a:lnTo>
                <a:lnTo>
                  <a:pt x="308682" y="19662"/>
                </a:lnTo>
                <a:lnTo>
                  <a:pt x="330719" y="19662"/>
                </a:lnTo>
                <a:lnTo>
                  <a:pt x="330719" y="59684"/>
                </a:lnTo>
                <a:lnTo>
                  <a:pt x="344650" y="59684"/>
                </a:lnTo>
                <a:lnTo>
                  <a:pt x="344650" y="66440"/>
                </a:lnTo>
                <a:lnTo>
                  <a:pt x="307144" y="66440"/>
                </a:lnTo>
                <a:lnTo>
                  <a:pt x="307144" y="59684"/>
                </a:lnTo>
                <a:lnTo>
                  <a:pt x="322519" y="59684"/>
                </a:lnTo>
                <a:lnTo>
                  <a:pt x="322519" y="26371"/>
                </a:lnTo>
                <a:moveTo>
                  <a:pt x="325361" y="0"/>
                </a:moveTo>
                <a:cubicBezTo>
                  <a:pt x="326262" y="0"/>
                  <a:pt x="327101" y="163"/>
                  <a:pt x="327877" y="489"/>
                </a:cubicBezTo>
                <a:cubicBezTo>
                  <a:pt x="328654" y="815"/>
                  <a:pt x="329329" y="1274"/>
                  <a:pt x="329904" y="1864"/>
                </a:cubicBezTo>
                <a:cubicBezTo>
                  <a:pt x="330479" y="2454"/>
                  <a:pt x="330929" y="3129"/>
                  <a:pt x="331255" y="3890"/>
                </a:cubicBezTo>
                <a:cubicBezTo>
                  <a:pt x="331581" y="4651"/>
                  <a:pt x="331744" y="5482"/>
                  <a:pt x="331744" y="6383"/>
                </a:cubicBezTo>
                <a:cubicBezTo>
                  <a:pt x="331744" y="7253"/>
                  <a:pt x="331581" y="8076"/>
                  <a:pt x="331255" y="8852"/>
                </a:cubicBezTo>
                <a:cubicBezTo>
                  <a:pt x="330929" y="9629"/>
                  <a:pt x="330479" y="10312"/>
                  <a:pt x="329904" y="10902"/>
                </a:cubicBezTo>
                <a:cubicBezTo>
                  <a:pt x="329329" y="11493"/>
                  <a:pt x="328654" y="11951"/>
                  <a:pt x="327877" y="12277"/>
                </a:cubicBezTo>
                <a:cubicBezTo>
                  <a:pt x="327101" y="12603"/>
                  <a:pt x="326262" y="12766"/>
                  <a:pt x="325361" y="12766"/>
                </a:cubicBezTo>
                <a:cubicBezTo>
                  <a:pt x="324461" y="12766"/>
                  <a:pt x="323622" y="12603"/>
                  <a:pt x="322845" y="12277"/>
                </a:cubicBezTo>
                <a:cubicBezTo>
                  <a:pt x="322069" y="11951"/>
                  <a:pt x="321393" y="11493"/>
                  <a:pt x="320819" y="10902"/>
                </a:cubicBezTo>
                <a:cubicBezTo>
                  <a:pt x="320244" y="10312"/>
                  <a:pt x="319794" y="9629"/>
                  <a:pt x="319467" y="8852"/>
                </a:cubicBezTo>
                <a:cubicBezTo>
                  <a:pt x="319141" y="8076"/>
                  <a:pt x="318978" y="7253"/>
                  <a:pt x="318978" y="6383"/>
                </a:cubicBezTo>
                <a:cubicBezTo>
                  <a:pt x="318978" y="5482"/>
                  <a:pt x="319141" y="4651"/>
                  <a:pt x="319467" y="3890"/>
                </a:cubicBezTo>
                <a:cubicBezTo>
                  <a:pt x="319794" y="3129"/>
                  <a:pt x="320244" y="2454"/>
                  <a:pt x="320819" y="1864"/>
                </a:cubicBezTo>
                <a:cubicBezTo>
                  <a:pt x="321393" y="1274"/>
                  <a:pt x="322069" y="815"/>
                  <a:pt x="322845" y="489"/>
                </a:cubicBezTo>
                <a:cubicBezTo>
                  <a:pt x="323622" y="163"/>
                  <a:pt x="324461" y="0"/>
                  <a:pt x="325361" y="0"/>
                </a:cubicBezTo>
                <a:close/>
                <a:moveTo>
                  <a:pt x="374378" y="7222"/>
                </a:moveTo>
                <a:lnTo>
                  <a:pt x="360540" y="7222"/>
                </a:lnTo>
                <a:lnTo>
                  <a:pt x="360540" y="559"/>
                </a:lnTo>
                <a:lnTo>
                  <a:pt x="382578" y="559"/>
                </a:lnTo>
                <a:lnTo>
                  <a:pt x="382578" y="59684"/>
                </a:lnTo>
                <a:lnTo>
                  <a:pt x="396509" y="59684"/>
                </a:lnTo>
                <a:lnTo>
                  <a:pt x="396509" y="66440"/>
                </a:lnTo>
                <a:lnTo>
                  <a:pt x="359002" y="66440"/>
                </a:lnTo>
                <a:lnTo>
                  <a:pt x="359002" y="59684"/>
                </a:lnTo>
                <a:lnTo>
                  <a:pt x="374378" y="59684"/>
                </a:lnTo>
                <a:lnTo>
                  <a:pt x="374378" y="7222"/>
                </a:lnTo>
                <a:close/>
                <a:moveTo>
                  <a:pt x="449811" y="40581"/>
                </a:moveTo>
                <a:cubicBezTo>
                  <a:pt x="449811" y="41731"/>
                  <a:pt x="449796" y="42693"/>
                  <a:pt x="449765" y="43470"/>
                </a:cubicBezTo>
                <a:cubicBezTo>
                  <a:pt x="449734" y="44246"/>
                  <a:pt x="449687" y="44976"/>
                  <a:pt x="449625" y="45660"/>
                </a:cubicBezTo>
                <a:lnTo>
                  <a:pt x="416778" y="45660"/>
                </a:lnTo>
                <a:cubicBezTo>
                  <a:pt x="416778" y="50443"/>
                  <a:pt x="418114" y="54116"/>
                  <a:pt x="420785" y="56679"/>
                </a:cubicBezTo>
                <a:cubicBezTo>
                  <a:pt x="423456" y="59241"/>
                  <a:pt x="427308" y="60522"/>
                  <a:pt x="432340" y="60522"/>
                </a:cubicBezTo>
                <a:cubicBezTo>
                  <a:pt x="433706" y="60522"/>
                  <a:pt x="435073" y="60467"/>
                  <a:pt x="436440" y="60357"/>
                </a:cubicBezTo>
                <a:cubicBezTo>
                  <a:pt x="437806" y="60245"/>
                  <a:pt x="439126" y="60094"/>
                  <a:pt x="440400" y="59904"/>
                </a:cubicBezTo>
                <a:cubicBezTo>
                  <a:pt x="441673" y="59712"/>
                  <a:pt x="442893" y="59498"/>
                  <a:pt x="444057" y="59260"/>
                </a:cubicBezTo>
                <a:cubicBezTo>
                  <a:pt x="445222" y="59021"/>
                  <a:pt x="446302" y="58759"/>
                  <a:pt x="447296" y="58472"/>
                </a:cubicBezTo>
                <a:lnTo>
                  <a:pt x="447296" y="65135"/>
                </a:lnTo>
                <a:cubicBezTo>
                  <a:pt x="445090" y="65770"/>
                  <a:pt x="442598" y="66286"/>
                  <a:pt x="439818" y="66683"/>
                </a:cubicBezTo>
                <a:cubicBezTo>
                  <a:pt x="437038" y="67080"/>
                  <a:pt x="434157" y="67278"/>
                  <a:pt x="431175" y="67278"/>
                </a:cubicBezTo>
                <a:cubicBezTo>
                  <a:pt x="427168" y="67278"/>
                  <a:pt x="423720" y="66735"/>
                  <a:pt x="420832" y="65648"/>
                </a:cubicBezTo>
                <a:cubicBezTo>
                  <a:pt x="417943" y="64560"/>
                  <a:pt x="415574" y="62984"/>
                  <a:pt x="413726" y="60919"/>
                </a:cubicBezTo>
                <a:cubicBezTo>
                  <a:pt x="411878" y="58853"/>
                  <a:pt x="410511" y="56321"/>
                  <a:pt x="409626" y="53324"/>
                </a:cubicBezTo>
                <a:cubicBezTo>
                  <a:pt x="408741" y="50327"/>
                  <a:pt x="408298" y="46933"/>
                  <a:pt x="408298" y="43144"/>
                </a:cubicBezTo>
                <a:cubicBezTo>
                  <a:pt x="408298" y="39851"/>
                  <a:pt x="408772" y="36737"/>
                  <a:pt x="409719" y="33802"/>
                </a:cubicBezTo>
                <a:cubicBezTo>
                  <a:pt x="410667" y="30867"/>
                  <a:pt x="412049" y="28289"/>
                  <a:pt x="413866" y="26068"/>
                </a:cubicBezTo>
                <a:cubicBezTo>
                  <a:pt x="415683" y="23847"/>
                  <a:pt x="417912" y="22084"/>
                  <a:pt x="420552" y="20780"/>
                </a:cubicBezTo>
                <a:cubicBezTo>
                  <a:pt x="423192" y="19475"/>
                  <a:pt x="426190" y="18823"/>
                  <a:pt x="429544" y="18823"/>
                </a:cubicBezTo>
                <a:cubicBezTo>
                  <a:pt x="432806" y="18823"/>
                  <a:pt x="435694" y="19336"/>
                  <a:pt x="438210" y="20361"/>
                </a:cubicBezTo>
                <a:cubicBezTo>
                  <a:pt x="440726" y="21386"/>
                  <a:pt x="442846" y="22838"/>
                  <a:pt x="444570" y="24717"/>
                </a:cubicBezTo>
                <a:cubicBezTo>
                  <a:pt x="446294" y="26596"/>
                  <a:pt x="447598" y="28879"/>
                  <a:pt x="448484" y="31566"/>
                </a:cubicBezTo>
                <a:cubicBezTo>
                  <a:pt x="449369" y="34253"/>
                  <a:pt x="449811" y="37258"/>
                  <a:pt x="449811" y="40581"/>
                </a:cubicBezTo>
                <a:moveTo>
                  <a:pt x="441378" y="39416"/>
                </a:moveTo>
                <a:cubicBezTo>
                  <a:pt x="441472" y="37335"/>
                  <a:pt x="441270" y="35433"/>
                  <a:pt x="440773" y="33709"/>
                </a:cubicBezTo>
                <a:cubicBezTo>
                  <a:pt x="440276" y="31985"/>
                  <a:pt x="439507" y="30502"/>
                  <a:pt x="438466" y="29260"/>
                </a:cubicBezTo>
                <a:cubicBezTo>
                  <a:pt x="437426" y="28017"/>
                  <a:pt x="436129" y="27046"/>
                  <a:pt x="434576" y="26348"/>
                </a:cubicBezTo>
                <a:cubicBezTo>
                  <a:pt x="433023" y="25649"/>
                  <a:pt x="431221" y="25299"/>
                  <a:pt x="429171" y="25299"/>
                </a:cubicBezTo>
                <a:cubicBezTo>
                  <a:pt x="427401" y="25299"/>
                  <a:pt x="425786" y="25641"/>
                  <a:pt x="424326" y="26324"/>
                </a:cubicBezTo>
                <a:cubicBezTo>
                  <a:pt x="422866" y="27008"/>
                  <a:pt x="421608" y="27970"/>
                  <a:pt x="420552" y="29213"/>
                </a:cubicBezTo>
                <a:cubicBezTo>
                  <a:pt x="419496" y="30455"/>
                  <a:pt x="418642" y="31946"/>
                  <a:pt x="417989" y="33686"/>
                </a:cubicBezTo>
                <a:cubicBezTo>
                  <a:pt x="417337" y="35425"/>
                  <a:pt x="416933" y="37335"/>
                  <a:pt x="416778" y="39416"/>
                </a:cubicBezTo>
                <a:lnTo>
                  <a:pt x="441378" y="39416"/>
                </a:lnTo>
                <a:close/>
                <a:moveTo>
                  <a:pt x="499201" y="53674"/>
                </a:moveTo>
                <a:cubicBezTo>
                  <a:pt x="499201" y="55320"/>
                  <a:pt x="498921" y="56795"/>
                  <a:pt x="498362" y="58100"/>
                </a:cubicBezTo>
                <a:cubicBezTo>
                  <a:pt x="497803" y="59404"/>
                  <a:pt x="497042" y="60561"/>
                  <a:pt x="496079" y="61571"/>
                </a:cubicBezTo>
                <a:cubicBezTo>
                  <a:pt x="495116" y="62580"/>
                  <a:pt x="493998" y="63442"/>
                  <a:pt x="492725" y="64157"/>
                </a:cubicBezTo>
                <a:cubicBezTo>
                  <a:pt x="491451" y="64871"/>
                  <a:pt x="490092" y="65461"/>
                  <a:pt x="488648" y="65927"/>
                </a:cubicBezTo>
                <a:cubicBezTo>
                  <a:pt x="487203" y="66393"/>
                  <a:pt x="485720" y="66735"/>
                  <a:pt x="484198" y="66952"/>
                </a:cubicBezTo>
                <a:cubicBezTo>
                  <a:pt x="482676" y="67170"/>
                  <a:pt x="481185" y="67278"/>
                  <a:pt x="479725" y="67278"/>
                </a:cubicBezTo>
                <a:cubicBezTo>
                  <a:pt x="476557" y="67278"/>
                  <a:pt x="473645" y="67139"/>
                  <a:pt x="470990" y="66859"/>
                </a:cubicBezTo>
                <a:cubicBezTo>
                  <a:pt x="468334" y="66579"/>
                  <a:pt x="465732" y="66129"/>
                  <a:pt x="463185" y="65508"/>
                </a:cubicBezTo>
                <a:lnTo>
                  <a:pt x="463185" y="58053"/>
                </a:lnTo>
                <a:cubicBezTo>
                  <a:pt x="465919" y="58830"/>
                  <a:pt x="468637" y="59420"/>
                  <a:pt x="471339" y="59824"/>
                </a:cubicBezTo>
                <a:cubicBezTo>
                  <a:pt x="474041" y="60227"/>
                  <a:pt x="476728" y="60429"/>
                  <a:pt x="479399" y="60429"/>
                </a:cubicBezTo>
                <a:cubicBezTo>
                  <a:pt x="483282" y="60429"/>
                  <a:pt x="486155" y="59901"/>
                  <a:pt x="488019" y="58845"/>
                </a:cubicBezTo>
                <a:cubicBezTo>
                  <a:pt x="489882" y="57789"/>
                  <a:pt x="490814" y="56283"/>
                  <a:pt x="490814" y="54326"/>
                </a:cubicBezTo>
                <a:cubicBezTo>
                  <a:pt x="490814" y="53487"/>
                  <a:pt x="490667" y="52734"/>
                  <a:pt x="490372" y="52066"/>
                </a:cubicBezTo>
                <a:cubicBezTo>
                  <a:pt x="490077" y="51398"/>
                  <a:pt x="489541" y="50762"/>
                  <a:pt x="488764" y="50156"/>
                </a:cubicBezTo>
                <a:cubicBezTo>
                  <a:pt x="487988" y="49550"/>
                  <a:pt x="486784" y="48921"/>
                  <a:pt x="485153" y="48269"/>
                </a:cubicBezTo>
                <a:cubicBezTo>
                  <a:pt x="483523" y="47617"/>
                  <a:pt x="481294" y="46871"/>
                  <a:pt x="478467" y="46033"/>
                </a:cubicBezTo>
                <a:cubicBezTo>
                  <a:pt x="476355" y="45411"/>
                  <a:pt x="474406" y="44705"/>
                  <a:pt x="472620" y="43913"/>
                </a:cubicBezTo>
                <a:cubicBezTo>
                  <a:pt x="470834" y="43121"/>
                  <a:pt x="469289" y="42181"/>
                  <a:pt x="467984" y="41094"/>
                </a:cubicBezTo>
                <a:cubicBezTo>
                  <a:pt x="466680" y="40007"/>
                  <a:pt x="465655" y="38733"/>
                  <a:pt x="464909" y="37273"/>
                </a:cubicBezTo>
                <a:cubicBezTo>
                  <a:pt x="464164" y="35813"/>
                  <a:pt x="463791" y="34090"/>
                  <a:pt x="463791" y="32102"/>
                </a:cubicBezTo>
                <a:cubicBezTo>
                  <a:pt x="463791" y="30797"/>
                  <a:pt x="464094" y="29368"/>
                  <a:pt x="464700" y="27815"/>
                </a:cubicBezTo>
                <a:cubicBezTo>
                  <a:pt x="465305" y="26262"/>
                  <a:pt x="466338" y="24818"/>
                  <a:pt x="467798" y="23482"/>
                </a:cubicBezTo>
                <a:cubicBezTo>
                  <a:pt x="469258" y="22147"/>
                  <a:pt x="471230" y="21036"/>
                  <a:pt x="473715" y="20151"/>
                </a:cubicBezTo>
                <a:cubicBezTo>
                  <a:pt x="476200" y="19266"/>
                  <a:pt x="479306" y="18823"/>
                  <a:pt x="483033" y="18823"/>
                </a:cubicBezTo>
                <a:cubicBezTo>
                  <a:pt x="484866" y="18823"/>
                  <a:pt x="486901" y="18924"/>
                  <a:pt x="489137" y="19126"/>
                </a:cubicBezTo>
                <a:cubicBezTo>
                  <a:pt x="491373" y="19328"/>
                  <a:pt x="493703" y="19677"/>
                  <a:pt x="496126" y="20174"/>
                </a:cubicBezTo>
                <a:lnTo>
                  <a:pt x="496126" y="27396"/>
                </a:lnTo>
                <a:cubicBezTo>
                  <a:pt x="493579" y="26775"/>
                  <a:pt x="491164" y="26316"/>
                  <a:pt x="488881" y="26021"/>
                </a:cubicBezTo>
                <a:cubicBezTo>
                  <a:pt x="486598" y="25726"/>
                  <a:pt x="484618" y="25579"/>
                  <a:pt x="482940" y="25579"/>
                </a:cubicBezTo>
                <a:cubicBezTo>
                  <a:pt x="480921" y="25579"/>
                  <a:pt x="479221" y="25734"/>
                  <a:pt x="477838" y="26045"/>
                </a:cubicBezTo>
                <a:cubicBezTo>
                  <a:pt x="476456" y="26355"/>
                  <a:pt x="475338" y="26782"/>
                  <a:pt x="474484" y="27326"/>
                </a:cubicBezTo>
                <a:cubicBezTo>
                  <a:pt x="473630" y="27870"/>
                  <a:pt x="473016" y="28506"/>
                  <a:pt x="472644" y="29236"/>
                </a:cubicBezTo>
                <a:cubicBezTo>
                  <a:pt x="472271" y="29966"/>
                  <a:pt x="472084" y="30750"/>
                  <a:pt x="472084" y="31589"/>
                </a:cubicBezTo>
                <a:cubicBezTo>
                  <a:pt x="472084" y="32428"/>
                  <a:pt x="472247" y="33189"/>
                  <a:pt x="472574" y="33872"/>
                </a:cubicBezTo>
                <a:cubicBezTo>
                  <a:pt x="472900" y="34555"/>
                  <a:pt x="473505" y="35215"/>
                  <a:pt x="474391" y="35852"/>
                </a:cubicBezTo>
                <a:cubicBezTo>
                  <a:pt x="475276" y="36489"/>
                  <a:pt x="476511" y="37126"/>
                  <a:pt x="478095" y="37762"/>
                </a:cubicBezTo>
                <a:cubicBezTo>
                  <a:pt x="479679" y="38399"/>
                  <a:pt x="481744" y="39090"/>
                  <a:pt x="484291" y="39836"/>
                </a:cubicBezTo>
                <a:cubicBezTo>
                  <a:pt x="487056" y="40643"/>
                  <a:pt x="489385" y="41490"/>
                  <a:pt x="491280" y="42375"/>
                </a:cubicBezTo>
                <a:cubicBezTo>
                  <a:pt x="493175" y="43260"/>
                  <a:pt x="494712" y="44246"/>
                  <a:pt x="495893" y="45334"/>
                </a:cubicBezTo>
                <a:cubicBezTo>
                  <a:pt x="497073" y="46421"/>
                  <a:pt x="497919" y="47648"/>
                  <a:pt x="498432" y="49014"/>
                </a:cubicBezTo>
                <a:cubicBezTo>
                  <a:pt x="498944" y="50381"/>
                  <a:pt x="499201" y="51934"/>
                  <a:pt x="499201" y="53674"/>
                </a:cubicBezTo>
                <a:close/>
                <a:moveTo>
                  <a:pt x="528899" y="559"/>
                </a:moveTo>
                <a:lnTo>
                  <a:pt x="527594" y="22457"/>
                </a:lnTo>
                <a:lnTo>
                  <a:pt x="519953" y="22457"/>
                </a:lnTo>
                <a:lnTo>
                  <a:pt x="518602" y="559"/>
                </a:lnTo>
                <a:lnTo>
                  <a:pt x="528899" y="559"/>
                </a:lnTo>
                <a:moveTo>
                  <a:pt x="547023" y="559"/>
                </a:moveTo>
                <a:lnTo>
                  <a:pt x="545718" y="22457"/>
                </a:lnTo>
                <a:lnTo>
                  <a:pt x="538077" y="22457"/>
                </a:lnTo>
                <a:lnTo>
                  <a:pt x="536726" y="559"/>
                </a:lnTo>
                <a:lnTo>
                  <a:pt x="547023" y="559"/>
                </a:lnTo>
                <a:close/>
              </a:path>
            </a:pathLst>
          </a:custGeom>
          <a:solidFill xmlns:a="http://schemas.openxmlformats.org/drawingml/2006/main">
            <a:srgbClr val="9CDCF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:[">
            <a:extLst xmlns:a="http://schemas.openxmlformats.org/drawingml/2006/main">
              <a:ext uri="{FF2B5EF4-FFF2-40B4-BE49-F238E27FC236}">
                <a16:creationId xmlns:a16="http://schemas.microsoft.com/office/drawing/2014/main" id="{7CFC67DE-9C7F-4828-BC4F-A73998EA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98" y="6730492"/>
            <a:ext cx="123658" cy="86567"/>
          </a:xfrm>
          <a:custGeom xmlns:a="http://schemas.openxmlformats.org/drawingml/2006/main">
            <a:pathLst>
              <a:path w="123658" h="86567">
                <a:moveTo>
                  <a:pt x="7129" y="19848"/>
                </a:moveTo>
                <a:cubicBezTo>
                  <a:pt x="8091" y="19848"/>
                  <a:pt x="9008" y="20042"/>
                  <a:pt x="9877" y="20430"/>
                </a:cubicBezTo>
                <a:cubicBezTo>
                  <a:pt x="10747" y="20819"/>
                  <a:pt x="11508" y="21339"/>
                  <a:pt x="12160" y="21991"/>
                </a:cubicBezTo>
                <a:cubicBezTo>
                  <a:pt x="12813" y="22644"/>
                  <a:pt x="13333" y="23405"/>
                  <a:pt x="13721" y="24274"/>
                </a:cubicBezTo>
                <a:cubicBezTo>
                  <a:pt x="14109" y="25144"/>
                  <a:pt x="14304" y="26060"/>
                  <a:pt x="14304" y="27023"/>
                </a:cubicBezTo>
                <a:cubicBezTo>
                  <a:pt x="14304" y="28017"/>
                  <a:pt x="14109" y="28941"/>
                  <a:pt x="13721" y="29795"/>
                </a:cubicBezTo>
                <a:cubicBezTo>
                  <a:pt x="13333" y="30650"/>
                  <a:pt x="12813" y="31403"/>
                  <a:pt x="12160" y="32055"/>
                </a:cubicBezTo>
                <a:cubicBezTo>
                  <a:pt x="11508" y="32707"/>
                  <a:pt x="10747" y="33220"/>
                  <a:pt x="9877" y="33593"/>
                </a:cubicBezTo>
                <a:cubicBezTo>
                  <a:pt x="9008" y="33965"/>
                  <a:pt x="8091" y="34152"/>
                  <a:pt x="7129" y="34152"/>
                </a:cubicBezTo>
                <a:cubicBezTo>
                  <a:pt x="6135" y="34152"/>
                  <a:pt x="5210" y="33965"/>
                  <a:pt x="4356" y="33593"/>
                </a:cubicBezTo>
                <a:cubicBezTo>
                  <a:pt x="3502" y="33220"/>
                  <a:pt x="2749" y="32707"/>
                  <a:pt x="2097" y="32055"/>
                </a:cubicBezTo>
                <a:cubicBezTo>
                  <a:pt x="1444" y="31403"/>
                  <a:pt x="932" y="30650"/>
                  <a:pt x="559" y="29795"/>
                </a:cubicBezTo>
                <a:cubicBezTo>
                  <a:pt x="186" y="28941"/>
                  <a:pt x="0" y="28017"/>
                  <a:pt x="0" y="27023"/>
                </a:cubicBezTo>
                <a:cubicBezTo>
                  <a:pt x="0" y="26060"/>
                  <a:pt x="186" y="25144"/>
                  <a:pt x="559" y="24274"/>
                </a:cubicBezTo>
                <a:cubicBezTo>
                  <a:pt x="932" y="23405"/>
                  <a:pt x="1444" y="22644"/>
                  <a:pt x="2097" y="21991"/>
                </a:cubicBezTo>
                <a:cubicBezTo>
                  <a:pt x="2749" y="21339"/>
                  <a:pt x="3502" y="20819"/>
                  <a:pt x="4356" y="20430"/>
                </a:cubicBezTo>
                <a:cubicBezTo>
                  <a:pt x="5210" y="20042"/>
                  <a:pt x="6135" y="19848"/>
                  <a:pt x="7129" y="19848"/>
                </a:cubicBezTo>
                <a:moveTo>
                  <a:pt x="7129" y="54000"/>
                </a:moveTo>
                <a:cubicBezTo>
                  <a:pt x="8091" y="54000"/>
                  <a:pt x="9008" y="54194"/>
                  <a:pt x="9877" y="54582"/>
                </a:cubicBezTo>
                <a:cubicBezTo>
                  <a:pt x="10747" y="54970"/>
                  <a:pt x="11508" y="55491"/>
                  <a:pt x="12160" y="56143"/>
                </a:cubicBezTo>
                <a:cubicBezTo>
                  <a:pt x="12813" y="56795"/>
                  <a:pt x="13333" y="57556"/>
                  <a:pt x="13721" y="58426"/>
                </a:cubicBezTo>
                <a:cubicBezTo>
                  <a:pt x="14109" y="59296"/>
                  <a:pt x="14304" y="60212"/>
                  <a:pt x="14304" y="61175"/>
                </a:cubicBezTo>
                <a:cubicBezTo>
                  <a:pt x="14304" y="62169"/>
                  <a:pt x="14109" y="63093"/>
                  <a:pt x="13721" y="63947"/>
                </a:cubicBezTo>
                <a:cubicBezTo>
                  <a:pt x="13333" y="64801"/>
                  <a:pt x="12813" y="65554"/>
                  <a:pt x="12160" y="66207"/>
                </a:cubicBezTo>
                <a:cubicBezTo>
                  <a:pt x="11508" y="66859"/>
                  <a:pt x="10747" y="67371"/>
                  <a:pt x="9877" y="67744"/>
                </a:cubicBezTo>
                <a:cubicBezTo>
                  <a:pt x="9008" y="68117"/>
                  <a:pt x="8091" y="68303"/>
                  <a:pt x="7129" y="68303"/>
                </a:cubicBezTo>
                <a:cubicBezTo>
                  <a:pt x="6135" y="68303"/>
                  <a:pt x="5210" y="68117"/>
                  <a:pt x="4356" y="67744"/>
                </a:cubicBezTo>
                <a:cubicBezTo>
                  <a:pt x="3502" y="67371"/>
                  <a:pt x="2749" y="66859"/>
                  <a:pt x="2097" y="66207"/>
                </a:cubicBezTo>
                <a:cubicBezTo>
                  <a:pt x="1444" y="65554"/>
                  <a:pt x="932" y="64801"/>
                  <a:pt x="559" y="63947"/>
                </a:cubicBezTo>
                <a:cubicBezTo>
                  <a:pt x="186" y="63093"/>
                  <a:pt x="0" y="62169"/>
                  <a:pt x="0" y="61175"/>
                </a:cubicBezTo>
                <a:cubicBezTo>
                  <a:pt x="0" y="60212"/>
                  <a:pt x="186" y="59296"/>
                  <a:pt x="559" y="58426"/>
                </a:cubicBezTo>
                <a:cubicBezTo>
                  <a:pt x="932" y="57556"/>
                  <a:pt x="1444" y="56795"/>
                  <a:pt x="2097" y="56143"/>
                </a:cubicBezTo>
                <a:cubicBezTo>
                  <a:pt x="2749" y="55491"/>
                  <a:pt x="3502" y="54970"/>
                  <a:pt x="4356" y="54582"/>
                </a:cubicBezTo>
                <a:cubicBezTo>
                  <a:pt x="5210" y="54194"/>
                  <a:pt x="6135" y="54000"/>
                  <a:pt x="7129" y="54000"/>
                </a:cubicBezTo>
                <a:close/>
                <a:moveTo>
                  <a:pt x="123658" y="86567"/>
                </a:moveTo>
                <a:lnTo>
                  <a:pt x="100689" y="86567"/>
                </a:lnTo>
                <a:lnTo>
                  <a:pt x="100689" y="0"/>
                </a:lnTo>
                <a:lnTo>
                  <a:pt x="123658" y="0"/>
                </a:lnTo>
                <a:lnTo>
                  <a:pt x="123658" y="6523"/>
                </a:lnTo>
                <a:lnTo>
                  <a:pt x="108423" y="6523"/>
                </a:lnTo>
                <a:lnTo>
                  <a:pt x="108423" y="80044"/>
                </a:lnTo>
                <a:lnTo>
                  <a:pt x="123658" y="80044"/>
                </a:lnTo>
                <a:lnTo>
                  <a:pt x="123658" y="86567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&quot;">
            <a:extLst xmlns:a="http://schemas.openxmlformats.org/drawingml/2006/main">
              <a:ext uri="{FF2B5EF4-FFF2-40B4-BE49-F238E27FC236}">
                <a16:creationId xmlns:a16="http://schemas.microsoft.com/office/drawing/2014/main" id="{778A9E8F-8A22-4907-9325-745B6FB5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92" y="6732076"/>
            <a:ext cx="28421" cy="21898"/>
          </a:xfrm>
          <a:custGeom xmlns:a="http://schemas.openxmlformats.org/drawingml/2006/main">
            <a:pathLst>
              <a:path w="28421" h="21898">
                <a:moveTo>
                  <a:pt x="10297" y="0"/>
                </a:moveTo>
                <a:lnTo>
                  <a:pt x="8992" y="21898"/>
                </a:lnTo>
                <a:lnTo>
                  <a:pt x="1351" y="21898"/>
                </a:lnTo>
                <a:lnTo>
                  <a:pt x="0" y="0"/>
                </a:lnTo>
                <a:lnTo>
                  <a:pt x="10297" y="0"/>
                </a:lnTo>
                <a:moveTo>
                  <a:pt x="28421" y="0"/>
                </a:moveTo>
                <a:lnTo>
                  <a:pt x="27116" y="21898"/>
                </a:lnTo>
                <a:lnTo>
                  <a:pt x="19475" y="21898"/>
                </a:lnTo>
                <a:lnTo>
                  <a:pt x="18124" y="0"/>
                </a:lnTo>
                <a:lnTo>
                  <a:pt x="28421" y="0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src/cascader-select/cascader-select.jsx">
            <a:extLst xmlns:a="http://schemas.openxmlformats.org/drawingml/2006/main">
              <a:ext uri="{FF2B5EF4-FFF2-40B4-BE49-F238E27FC236}">
                <a16:creationId xmlns:a16="http://schemas.microsoft.com/office/drawing/2014/main" id="{80413EC4-970A-46E5-9414-B26598F8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09" y="6731517"/>
            <a:ext cx="2012195" cy="86008"/>
          </a:xfrm>
          <a:custGeom xmlns:a="http://schemas.openxmlformats.org/drawingml/2006/main">
            <a:pathLst>
              <a:path w="2012195" h="86008">
                <a:moveTo>
                  <a:pt x="36015" y="53674"/>
                </a:moveTo>
                <a:cubicBezTo>
                  <a:pt x="36015" y="55320"/>
                  <a:pt x="35736" y="56795"/>
                  <a:pt x="35177" y="58100"/>
                </a:cubicBezTo>
                <a:cubicBezTo>
                  <a:pt x="34618" y="59404"/>
                  <a:pt x="33857" y="60561"/>
                  <a:pt x="32894" y="61571"/>
                </a:cubicBezTo>
                <a:cubicBezTo>
                  <a:pt x="31931" y="62580"/>
                  <a:pt x="30813" y="63442"/>
                  <a:pt x="29539" y="64157"/>
                </a:cubicBezTo>
                <a:cubicBezTo>
                  <a:pt x="28266" y="64871"/>
                  <a:pt x="26907" y="65461"/>
                  <a:pt x="25462" y="65927"/>
                </a:cubicBezTo>
                <a:cubicBezTo>
                  <a:pt x="24018" y="66393"/>
                  <a:pt x="22535" y="66735"/>
                  <a:pt x="21013" y="66952"/>
                </a:cubicBezTo>
                <a:cubicBezTo>
                  <a:pt x="19491" y="67170"/>
                  <a:pt x="18000" y="67278"/>
                  <a:pt x="16540" y="67278"/>
                </a:cubicBezTo>
                <a:cubicBezTo>
                  <a:pt x="13372" y="67278"/>
                  <a:pt x="10460" y="67139"/>
                  <a:pt x="7804" y="66859"/>
                </a:cubicBezTo>
                <a:cubicBezTo>
                  <a:pt x="5148" y="66579"/>
                  <a:pt x="2547" y="66129"/>
                  <a:pt x="0" y="65508"/>
                </a:cubicBezTo>
                <a:lnTo>
                  <a:pt x="0" y="58053"/>
                </a:lnTo>
                <a:cubicBezTo>
                  <a:pt x="2733" y="58830"/>
                  <a:pt x="5451" y="59420"/>
                  <a:pt x="8154" y="59824"/>
                </a:cubicBezTo>
                <a:cubicBezTo>
                  <a:pt x="10856" y="60227"/>
                  <a:pt x="13543" y="60429"/>
                  <a:pt x="16214" y="60429"/>
                </a:cubicBezTo>
                <a:cubicBezTo>
                  <a:pt x="20097" y="60429"/>
                  <a:pt x="22970" y="59901"/>
                  <a:pt x="24833" y="58845"/>
                </a:cubicBezTo>
                <a:cubicBezTo>
                  <a:pt x="26697" y="57789"/>
                  <a:pt x="27629" y="56283"/>
                  <a:pt x="27629" y="54326"/>
                </a:cubicBezTo>
                <a:cubicBezTo>
                  <a:pt x="27629" y="53487"/>
                  <a:pt x="27481" y="52734"/>
                  <a:pt x="27186" y="52066"/>
                </a:cubicBezTo>
                <a:cubicBezTo>
                  <a:pt x="26891" y="51398"/>
                  <a:pt x="26355" y="50762"/>
                  <a:pt x="25579" y="50156"/>
                </a:cubicBezTo>
                <a:cubicBezTo>
                  <a:pt x="24802" y="49550"/>
                  <a:pt x="23599" y="48921"/>
                  <a:pt x="21968" y="48269"/>
                </a:cubicBezTo>
                <a:cubicBezTo>
                  <a:pt x="20337" y="47617"/>
                  <a:pt x="18109" y="46871"/>
                  <a:pt x="15282" y="46033"/>
                </a:cubicBezTo>
                <a:cubicBezTo>
                  <a:pt x="13170" y="45411"/>
                  <a:pt x="11221" y="44705"/>
                  <a:pt x="9435" y="43913"/>
                </a:cubicBezTo>
                <a:cubicBezTo>
                  <a:pt x="7649" y="43121"/>
                  <a:pt x="6103" y="42181"/>
                  <a:pt x="4799" y="41094"/>
                </a:cubicBezTo>
                <a:cubicBezTo>
                  <a:pt x="3494" y="40007"/>
                  <a:pt x="2469" y="38733"/>
                  <a:pt x="1724" y="37273"/>
                </a:cubicBezTo>
                <a:cubicBezTo>
                  <a:pt x="978" y="35813"/>
                  <a:pt x="606" y="34090"/>
                  <a:pt x="606" y="32102"/>
                </a:cubicBezTo>
                <a:cubicBezTo>
                  <a:pt x="606" y="30797"/>
                  <a:pt x="909" y="29368"/>
                  <a:pt x="1514" y="27815"/>
                </a:cubicBezTo>
                <a:cubicBezTo>
                  <a:pt x="2120" y="26262"/>
                  <a:pt x="3153" y="24818"/>
                  <a:pt x="4613" y="23482"/>
                </a:cubicBezTo>
                <a:cubicBezTo>
                  <a:pt x="6072" y="22147"/>
                  <a:pt x="8045" y="21036"/>
                  <a:pt x="10530" y="20151"/>
                </a:cubicBezTo>
                <a:cubicBezTo>
                  <a:pt x="13015" y="19266"/>
                  <a:pt x="16121" y="18823"/>
                  <a:pt x="19848" y="18823"/>
                </a:cubicBezTo>
                <a:cubicBezTo>
                  <a:pt x="21681" y="18823"/>
                  <a:pt x="23715" y="18924"/>
                  <a:pt x="25952" y="19126"/>
                </a:cubicBezTo>
                <a:cubicBezTo>
                  <a:pt x="28188" y="19328"/>
                  <a:pt x="30518" y="19677"/>
                  <a:pt x="32940" y="20174"/>
                </a:cubicBezTo>
                <a:lnTo>
                  <a:pt x="32940" y="27396"/>
                </a:lnTo>
                <a:cubicBezTo>
                  <a:pt x="30393" y="26775"/>
                  <a:pt x="27978" y="26316"/>
                  <a:pt x="25695" y="26021"/>
                </a:cubicBezTo>
                <a:cubicBezTo>
                  <a:pt x="23412" y="25726"/>
                  <a:pt x="21432" y="25579"/>
                  <a:pt x="19755" y="25579"/>
                </a:cubicBezTo>
                <a:cubicBezTo>
                  <a:pt x="17736" y="25579"/>
                  <a:pt x="16035" y="25734"/>
                  <a:pt x="14653" y="26045"/>
                </a:cubicBezTo>
                <a:cubicBezTo>
                  <a:pt x="13271" y="26355"/>
                  <a:pt x="12153" y="26782"/>
                  <a:pt x="11298" y="27326"/>
                </a:cubicBezTo>
                <a:cubicBezTo>
                  <a:pt x="10444" y="27870"/>
                  <a:pt x="9831" y="28506"/>
                  <a:pt x="9458" y="29236"/>
                </a:cubicBezTo>
                <a:cubicBezTo>
                  <a:pt x="9085" y="29966"/>
                  <a:pt x="8899" y="30750"/>
                  <a:pt x="8899" y="31589"/>
                </a:cubicBezTo>
                <a:cubicBezTo>
                  <a:pt x="8899" y="32428"/>
                  <a:pt x="9062" y="33189"/>
                  <a:pt x="9388" y="33872"/>
                </a:cubicBezTo>
                <a:cubicBezTo>
                  <a:pt x="9714" y="34555"/>
                  <a:pt x="10320" y="35215"/>
                  <a:pt x="11205" y="35852"/>
                </a:cubicBezTo>
                <a:cubicBezTo>
                  <a:pt x="12091" y="36489"/>
                  <a:pt x="13325" y="37126"/>
                  <a:pt x="14909" y="37762"/>
                </a:cubicBezTo>
                <a:cubicBezTo>
                  <a:pt x="16493" y="38399"/>
                  <a:pt x="18559" y="39090"/>
                  <a:pt x="21106" y="39836"/>
                </a:cubicBezTo>
                <a:cubicBezTo>
                  <a:pt x="23870" y="40643"/>
                  <a:pt x="26200" y="41490"/>
                  <a:pt x="28095" y="42375"/>
                </a:cubicBezTo>
                <a:cubicBezTo>
                  <a:pt x="29989" y="43260"/>
                  <a:pt x="31527" y="44246"/>
                  <a:pt x="32707" y="45334"/>
                </a:cubicBezTo>
                <a:cubicBezTo>
                  <a:pt x="33888" y="46421"/>
                  <a:pt x="34734" y="47648"/>
                  <a:pt x="35247" y="49014"/>
                </a:cubicBezTo>
                <a:cubicBezTo>
                  <a:pt x="35759" y="50381"/>
                  <a:pt x="36015" y="51934"/>
                  <a:pt x="36015" y="53674"/>
                </a:cubicBezTo>
                <a:close/>
                <a:moveTo>
                  <a:pt x="52744" y="19662"/>
                </a:moveTo>
                <a:lnTo>
                  <a:pt x="60152" y="19662"/>
                </a:lnTo>
                <a:lnTo>
                  <a:pt x="60385" y="28259"/>
                </a:lnTo>
                <a:cubicBezTo>
                  <a:pt x="63149" y="24943"/>
                  <a:pt x="65875" y="22542"/>
                  <a:pt x="68562" y="21055"/>
                </a:cubicBezTo>
                <a:cubicBezTo>
                  <a:pt x="71248" y="19567"/>
                  <a:pt x="73958" y="18823"/>
                  <a:pt x="76692" y="18823"/>
                </a:cubicBezTo>
                <a:cubicBezTo>
                  <a:pt x="81537" y="18823"/>
                  <a:pt x="85210" y="20388"/>
                  <a:pt x="87711" y="23517"/>
                </a:cubicBezTo>
                <a:cubicBezTo>
                  <a:pt x="90211" y="26647"/>
                  <a:pt x="91368" y="31294"/>
                  <a:pt x="91182" y="37460"/>
                </a:cubicBezTo>
                <a:lnTo>
                  <a:pt x="82982" y="37460"/>
                </a:lnTo>
                <a:cubicBezTo>
                  <a:pt x="83075" y="33376"/>
                  <a:pt x="82477" y="30414"/>
                  <a:pt x="81188" y="28574"/>
                </a:cubicBezTo>
                <a:cubicBezTo>
                  <a:pt x="79899" y="26732"/>
                  <a:pt x="78012" y="25812"/>
                  <a:pt x="75527" y="25812"/>
                </a:cubicBezTo>
                <a:cubicBezTo>
                  <a:pt x="74440" y="25812"/>
                  <a:pt x="73345" y="26005"/>
                  <a:pt x="72242" y="26393"/>
                </a:cubicBezTo>
                <a:cubicBezTo>
                  <a:pt x="71140" y="26779"/>
                  <a:pt x="70006" y="27397"/>
                  <a:pt x="68841" y="28248"/>
                </a:cubicBezTo>
                <a:cubicBezTo>
                  <a:pt x="67676" y="29098"/>
                  <a:pt x="66442" y="30188"/>
                  <a:pt x="65137" y="31519"/>
                </a:cubicBezTo>
                <a:cubicBezTo>
                  <a:pt x="63833" y="32849"/>
                  <a:pt x="62435" y="34457"/>
                  <a:pt x="60944" y="36344"/>
                </a:cubicBezTo>
                <a:lnTo>
                  <a:pt x="60944" y="66440"/>
                </a:lnTo>
                <a:lnTo>
                  <a:pt x="52744" y="66440"/>
                </a:lnTo>
                <a:lnTo>
                  <a:pt x="52744" y="19662"/>
                </a:lnTo>
                <a:close/>
                <a:moveTo>
                  <a:pt x="139033" y="64716"/>
                </a:moveTo>
                <a:cubicBezTo>
                  <a:pt x="136921" y="65523"/>
                  <a:pt x="134755" y="66121"/>
                  <a:pt x="132534" y="66510"/>
                </a:cubicBezTo>
                <a:cubicBezTo>
                  <a:pt x="130313" y="66898"/>
                  <a:pt x="128022" y="67092"/>
                  <a:pt x="125662" y="67092"/>
                </a:cubicBezTo>
                <a:cubicBezTo>
                  <a:pt x="118269" y="67092"/>
                  <a:pt x="112577" y="65088"/>
                  <a:pt x="108586" y="61082"/>
                </a:cubicBezTo>
                <a:cubicBezTo>
                  <a:pt x="104594" y="57075"/>
                  <a:pt x="102599" y="51220"/>
                  <a:pt x="102599" y="43517"/>
                </a:cubicBezTo>
                <a:cubicBezTo>
                  <a:pt x="102599" y="39820"/>
                  <a:pt x="103173" y="36466"/>
                  <a:pt x="104323" y="33453"/>
                </a:cubicBezTo>
                <a:cubicBezTo>
                  <a:pt x="105472" y="30440"/>
                  <a:pt x="107087" y="27862"/>
                  <a:pt x="109168" y="25719"/>
                </a:cubicBezTo>
                <a:cubicBezTo>
                  <a:pt x="111249" y="23575"/>
                  <a:pt x="113734" y="21921"/>
                  <a:pt x="116623" y="20757"/>
                </a:cubicBezTo>
                <a:cubicBezTo>
                  <a:pt x="119511" y="19592"/>
                  <a:pt x="122695" y="19009"/>
                  <a:pt x="126174" y="19009"/>
                </a:cubicBezTo>
                <a:cubicBezTo>
                  <a:pt x="128597" y="19009"/>
                  <a:pt x="130864" y="19184"/>
                  <a:pt x="132976" y="19534"/>
                </a:cubicBezTo>
                <a:cubicBezTo>
                  <a:pt x="135089" y="19882"/>
                  <a:pt x="137108" y="20453"/>
                  <a:pt x="139033" y="21246"/>
                </a:cubicBezTo>
                <a:lnTo>
                  <a:pt x="139033" y="28980"/>
                </a:lnTo>
                <a:cubicBezTo>
                  <a:pt x="137014" y="27907"/>
                  <a:pt x="134957" y="27127"/>
                  <a:pt x="132860" y="26639"/>
                </a:cubicBezTo>
                <a:cubicBezTo>
                  <a:pt x="130763" y="26150"/>
                  <a:pt x="128597" y="25905"/>
                  <a:pt x="126360" y="25905"/>
                </a:cubicBezTo>
                <a:cubicBezTo>
                  <a:pt x="124279" y="25905"/>
                  <a:pt x="122315" y="26301"/>
                  <a:pt x="120467" y="27093"/>
                </a:cubicBezTo>
                <a:cubicBezTo>
                  <a:pt x="118618" y="27885"/>
                  <a:pt x="116996" y="29027"/>
                  <a:pt x="115598" y="30518"/>
                </a:cubicBezTo>
                <a:cubicBezTo>
                  <a:pt x="114200" y="32008"/>
                  <a:pt x="113097" y="33826"/>
                  <a:pt x="112290" y="35969"/>
                </a:cubicBezTo>
                <a:cubicBezTo>
                  <a:pt x="111482" y="38112"/>
                  <a:pt x="111078" y="40535"/>
                  <a:pt x="111078" y="43237"/>
                </a:cubicBezTo>
                <a:cubicBezTo>
                  <a:pt x="111078" y="48890"/>
                  <a:pt x="112453" y="53122"/>
                  <a:pt x="115202" y="55933"/>
                </a:cubicBezTo>
                <a:cubicBezTo>
                  <a:pt x="117951" y="58744"/>
                  <a:pt x="121763" y="60150"/>
                  <a:pt x="126640" y="60150"/>
                </a:cubicBezTo>
                <a:cubicBezTo>
                  <a:pt x="128845" y="60150"/>
                  <a:pt x="130981" y="59901"/>
                  <a:pt x="133046" y="59404"/>
                </a:cubicBezTo>
                <a:cubicBezTo>
                  <a:pt x="135112" y="58907"/>
                  <a:pt x="137108" y="58162"/>
                  <a:pt x="139033" y="57168"/>
                </a:cubicBezTo>
                <a:lnTo>
                  <a:pt x="139033" y="64716"/>
                </a:lnTo>
                <a:close/>
                <a:moveTo>
                  <a:pt x="192323" y="559"/>
                </a:moveTo>
                <a:lnTo>
                  <a:pt x="160361" y="76503"/>
                </a:lnTo>
                <a:lnTo>
                  <a:pt x="152627" y="76503"/>
                </a:lnTo>
                <a:lnTo>
                  <a:pt x="184589" y="559"/>
                </a:lnTo>
                <a:lnTo>
                  <a:pt x="192323" y="559"/>
                </a:lnTo>
                <a:close/>
                <a:moveTo>
                  <a:pt x="242923" y="64716"/>
                </a:moveTo>
                <a:cubicBezTo>
                  <a:pt x="240811" y="65523"/>
                  <a:pt x="238645" y="66121"/>
                  <a:pt x="236424" y="66510"/>
                </a:cubicBezTo>
                <a:cubicBezTo>
                  <a:pt x="234203" y="66898"/>
                  <a:pt x="231912" y="67092"/>
                  <a:pt x="229552" y="67092"/>
                </a:cubicBezTo>
                <a:cubicBezTo>
                  <a:pt x="222159" y="67092"/>
                  <a:pt x="216467" y="65088"/>
                  <a:pt x="212476" y="61082"/>
                </a:cubicBezTo>
                <a:cubicBezTo>
                  <a:pt x="208484" y="57075"/>
                  <a:pt x="206489" y="51220"/>
                  <a:pt x="206489" y="43517"/>
                </a:cubicBezTo>
                <a:cubicBezTo>
                  <a:pt x="206489" y="39820"/>
                  <a:pt x="207063" y="36466"/>
                  <a:pt x="208213" y="33453"/>
                </a:cubicBezTo>
                <a:cubicBezTo>
                  <a:pt x="209362" y="30440"/>
                  <a:pt x="210977" y="27862"/>
                  <a:pt x="213058" y="25719"/>
                </a:cubicBezTo>
                <a:cubicBezTo>
                  <a:pt x="215139" y="23575"/>
                  <a:pt x="217624" y="21921"/>
                  <a:pt x="220513" y="20757"/>
                </a:cubicBezTo>
                <a:cubicBezTo>
                  <a:pt x="223401" y="19592"/>
                  <a:pt x="226585" y="19009"/>
                  <a:pt x="230064" y="19009"/>
                </a:cubicBezTo>
                <a:cubicBezTo>
                  <a:pt x="232487" y="19009"/>
                  <a:pt x="234754" y="19184"/>
                  <a:pt x="236866" y="19534"/>
                </a:cubicBezTo>
                <a:cubicBezTo>
                  <a:pt x="238979" y="19882"/>
                  <a:pt x="240998" y="20453"/>
                  <a:pt x="242923" y="21246"/>
                </a:cubicBezTo>
                <a:lnTo>
                  <a:pt x="242923" y="28980"/>
                </a:lnTo>
                <a:cubicBezTo>
                  <a:pt x="240904" y="27907"/>
                  <a:pt x="238847" y="27127"/>
                  <a:pt x="236750" y="26639"/>
                </a:cubicBezTo>
                <a:cubicBezTo>
                  <a:pt x="234653" y="26150"/>
                  <a:pt x="232487" y="25905"/>
                  <a:pt x="230250" y="25905"/>
                </a:cubicBezTo>
                <a:cubicBezTo>
                  <a:pt x="228169" y="25905"/>
                  <a:pt x="226205" y="26301"/>
                  <a:pt x="224357" y="27093"/>
                </a:cubicBezTo>
                <a:cubicBezTo>
                  <a:pt x="222508" y="27885"/>
                  <a:pt x="220885" y="29027"/>
                  <a:pt x="219488" y="30518"/>
                </a:cubicBezTo>
                <a:cubicBezTo>
                  <a:pt x="218090" y="32008"/>
                  <a:pt x="216987" y="33826"/>
                  <a:pt x="216180" y="35969"/>
                </a:cubicBezTo>
                <a:cubicBezTo>
                  <a:pt x="215372" y="38112"/>
                  <a:pt x="214968" y="40535"/>
                  <a:pt x="214968" y="43237"/>
                </a:cubicBezTo>
                <a:cubicBezTo>
                  <a:pt x="214968" y="48890"/>
                  <a:pt x="216343" y="53122"/>
                  <a:pt x="219092" y="55933"/>
                </a:cubicBezTo>
                <a:cubicBezTo>
                  <a:pt x="221841" y="58744"/>
                  <a:pt x="225653" y="60150"/>
                  <a:pt x="230530" y="60150"/>
                </a:cubicBezTo>
                <a:cubicBezTo>
                  <a:pt x="232735" y="60150"/>
                  <a:pt x="234871" y="59901"/>
                  <a:pt x="236936" y="59404"/>
                </a:cubicBezTo>
                <a:cubicBezTo>
                  <a:pt x="239002" y="58907"/>
                  <a:pt x="240998" y="58162"/>
                  <a:pt x="242923" y="57168"/>
                </a:cubicBezTo>
                <a:lnTo>
                  <a:pt x="242923" y="64716"/>
                </a:lnTo>
                <a:close/>
                <a:moveTo>
                  <a:pt x="288492" y="66440"/>
                </a:moveTo>
                <a:lnTo>
                  <a:pt x="288306" y="60137"/>
                </a:lnTo>
                <a:cubicBezTo>
                  <a:pt x="285759" y="62657"/>
                  <a:pt x="283173" y="64478"/>
                  <a:pt x="280548" y="65598"/>
                </a:cubicBezTo>
                <a:cubicBezTo>
                  <a:pt x="277923" y="66718"/>
                  <a:pt x="275167" y="67278"/>
                  <a:pt x="272278" y="67278"/>
                </a:cubicBezTo>
                <a:cubicBezTo>
                  <a:pt x="269607" y="67278"/>
                  <a:pt x="267324" y="66936"/>
                  <a:pt x="265429" y="66252"/>
                </a:cubicBezTo>
                <a:cubicBezTo>
                  <a:pt x="263534" y="65567"/>
                  <a:pt x="261973" y="64626"/>
                  <a:pt x="260747" y="63429"/>
                </a:cubicBezTo>
                <a:cubicBezTo>
                  <a:pt x="259520" y="62231"/>
                  <a:pt x="258619" y="60823"/>
                  <a:pt x="258044" y="59205"/>
                </a:cubicBezTo>
                <a:cubicBezTo>
                  <a:pt x="257470" y="57587"/>
                  <a:pt x="257182" y="55829"/>
                  <a:pt x="257182" y="53931"/>
                </a:cubicBezTo>
                <a:cubicBezTo>
                  <a:pt x="257182" y="49233"/>
                  <a:pt x="258930" y="45554"/>
                  <a:pt x="262424" y="42895"/>
                </a:cubicBezTo>
                <a:cubicBezTo>
                  <a:pt x="265918" y="40234"/>
                  <a:pt x="271082" y="38904"/>
                  <a:pt x="277916" y="38904"/>
                </a:cubicBezTo>
                <a:lnTo>
                  <a:pt x="287607" y="38904"/>
                </a:lnTo>
                <a:lnTo>
                  <a:pt x="287607" y="34818"/>
                </a:lnTo>
                <a:cubicBezTo>
                  <a:pt x="287607" y="32064"/>
                  <a:pt x="286721" y="29858"/>
                  <a:pt x="284951" y="28202"/>
                </a:cubicBezTo>
                <a:cubicBezTo>
                  <a:pt x="283180" y="26547"/>
                  <a:pt x="280478" y="25719"/>
                  <a:pt x="276844" y="25719"/>
                </a:cubicBezTo>
                <a:cubicBezTo>
                  <a:pt x="274204" y="25719"/>
                  <a:pt x="271602" y="26018"/>
                  <a:pt x="269040" y="26617"/>
                </a:cubicBezTo>
                <a:cubicBezTo>
                  <a:pt x="266477" y="27215"/>
                  <a:pt x="263829" y="28065"/>
                  <a:pt x="261096" y="29166"/>
                </a:cubicBezTo>
                <a:lnTo>
                  <a:pt x="261096" y="21851"/>
                </a:lnTo>
                <a:cubicBezTo>
                  <a:pt x="262121" y="21473"/>
                  <a:pt x="263263" y="21102"/>
                  <a:pt x="264521" y="20739"/>
                </a:cubicBezTo>
                <a:cubicBezTo>
                  <a:pt x="265778" y="20376"/>
                  <a:pt x="267106" y="20053"/>
                  <a:pt x="268504" y="19769"/>
                </a:cubicBezTo>
                <a:cubicBezTo>
                  <a:pt x="269902" y="19485"/>
                  <a:pt x="271362" y="19256"/>
                  <a:pt x="272884" y="19084"/>
                </a:cubicBezTo>
                <a:cubicBezTo>
                  <a:pt x="274406" y="18910"/>
                  <a:pt x="275943" y="18823"/>
                  <a:pt x="277496" y="18823"/>
                </a:cubicBezTo>
                <a:cubicBezTo>
                  <a:pt x="280323" y="18823"/>
                  <a:pt x="282870" y="19134"/>
                  <a:pt x="285137" y="19755"/>
                </a:cubicBezTo>
                <a:cubicBezTo>
                  <a:pt x="287405" y="20376"/>
                  <a:pt x="289323" y="21323"/>
                  <a:pt x="290891" y="22597"/>
                </a:cubicBezTo>
                <a:cubicBezTo>
                  <a:pt x="292460" y="23870"/>
                  <a:pt x="293664" y="25470"/>
                  <a:pt x="294502" y="27396"/>
                </a:cubicBezTo>
                <a:cubicBezTo>
                  <a:pt x="295341" y="29322"/>
                  <a:pt x="295760" y="31589"/>
                  <a:pt x="295760" y="34198"/>
                </a:cubicBezTo>
                <a:lnTo>
                  <a:pt x="295760" y="66440"/>
                </a:lnTo>
                <a:lnTo>
                  <a:pt x="288492" y="66440"/>
                </a:lnTo>
                <a:moveTo>
                  <a:pt x="287607" y="45101"/>
                </a:moveTo>
                <a:lnTo>
                  <a:pt x="277310" y="45101"/>
                </a:lnTo>
                <a:cubicBezTo>
                  <a:pt x="275291" y="45101"/>
                  <a:pt x="273552" y="45304"/>
                  <a:pt x="272092" y="45709"/>
                </a:cubicBezTo>
                <a:cubicBezTo>
                  <a:pt x="270632" y="46114"/>
                  <a:pt x="269436" y="46690"/>
                  <a:pt x="268504" y="47438"/>
                </a:cubicBezTo>
                <a:cubicBezTo>
                  <a:pt x="267572" y="48185"/>
                  <a:pt x="266881" y="49081"/>
                  <a:pt x="266431" y="50125"/>
                </a:cubicBezTo>
                <a:cubicBezTo>
                  <a:pt x="265980" y="51169"/>
                  <a:pt x="265755" y="52345"/>
                  <a:pt x="265755" y="53653"/>
                </a:cubicBezTo>
                <a:cubicBezTo>
                  <a:pt x="265755" y="54557"/>
                  <a:pt x="265895" y="55422"/>
                  <a:pt x="266175" y="56248"/>
                </a:cubicBezTo>
                <a:cubicBezTo>
                  <a:pt x="266454" y="57073"/>
                  <a:pt x="266904" y="57805"/>
                  <a:pt x="267526" y="58443"/>
                </a:cubicBezTo>
                <a:cubicBezTo>
                  <a:pt x="268147" y="59082"/>
                  <a:pt x="268954" y="59588"/>
                  <a:pt x="269948" y="59962"/>
                </a:cubicBezTo>
                <a:cubicBezTo>
                  <a:pt x="270942" y="60336"/>
                  <a:pt x="272154" y="60522"/>
                  <a:pt x="273583" y="60522"/>
                </a:cubicBezTo>
                <a:cubicBezTo>
                  <a:pt x="275446" y="60522"/>
                  <a:pt x="277582" y="59954"/>
                  <a:pt x="279989" y="58818"/>
                </a:cubicBezTo>
                <a:cubicBezTo>
                  <a:pt x="282396" y="57680"/>
                  <a:pt x="284935" y="55880"/>
                  <a:pt x="287607" y="53419"/>
                </a:cubicBezTo>
                <a:lnTo>
                  <a:pt x="287607" y="45101"/>
                </a:lnTo>
                <a:close/>
                <a:moveTo>
                  <a:pt x="347339" y="53674"/>
                </a:moveTo>
                <a:cubicBezTo>
                  <a:pt x="347339" y="55320"/>
                  <a:pt x="347060" y="56795"/>
                  <a:pt x="346500" y="58100"/>
                </a:cubicBezTo>
                <a:cubicBezTo>
                  <a:pt x="345941" y="59404"/>
                  <a:pt x="345180" y="60561"/>
                  <a:pt x="344217" y="61571"/>
                </a:cubicBezTo>
                <a:cubicBezTo>
                  <a:pt x="343255" y="62580"/>
                  <a:pt x="342136" y="63442"/>
                  <a:pt x="340863" y="64157"/>
                </a:cubicBezTo>
                <a:cubicBezTo>
                  <a:pt x="339589" y="64871"/>
                  <a:pt x="338230" y="65461"/>
                  <a:pt x="336786" y="65927"/>
                </a:cubicBezTo>
                <a:cubicBezTo>
                  <a:pt x="335342" y="66393"/>
                  <a:pt x="333859" y="66735"/>
                  <a:pt x="332337" y="66952"/>
                </a:cubicBezTo>
                <a:cubicBezTo>
                  <a:pt x="330815" y="67170"/>
                  <a:pt x="329324" y="67278"/>
                  <a:pt x="327864" y="67278"/>
                </a:cubicBezTo>
                <a:cubicBezTo>
                  <a:pt x="324696" y="67278"/>
                  <a:pt x="321784" y="67139"/>
                  <a:pt x="319128" y="66859"/>
                </a:cubicBezTo>
                <a:cubicBezTo>
                  <a:pt x="316472" y="66579"/>
                  <a:pt x="313871" y="66129"/>
                  <a:pt x="311324" y="65508"/>
                </a:cubicBezTo>
                <a:lnTo>
                  <a:pt x="311324" y="58053"/>
                </a:lnTo>
                <a:cubicBezTo>
                  <a:pt x="314057" y="58830"/>
                  <a:pt x="316775" y="59420"/>
                  <a:pt x="319477" y="59824"/>
                </a:cubicBezTo>
                <a:cubicBezTo>
                  <a:pt x="322180" y="60227"/>
                  <a:pt x="324866" y="60429"/>
                  <a:pt x="327538" y="60429"/>
                </a:cubicBezTo>
                <a:cubicBezTo>
                  <a:pt x="331420" y="60429"/>
                  <a:pt x="334293" y="59901"/>
                  <a:pt x="336157" y="58845"/>
                </a:cubicBezTo>
                <a:cubicBezTo>
                  <a:pt x="338021" y="57789"/>
                  <a:pt x="338953" y="56283"/>
                  <a:pt x="338953" y="54326"/>
                </a:cubicBezTo>
                <a:cubicBezTo>
                  <a:pt x="338953" y="53487"/>
                  <a:pt x="338805" y="52734"/>
                  <a:pt x="338510" y="52066"/>
                </a:cubicBezTo>
                <a:cubicBezTo>
                  <a:pt x="338215" y="51398"/>
                  <a:pt x="337679" y="50762"/>
                  <a:pt x="336903" y="50156"/>
                </a:cubicBezTo>
                <a:cubicBezTo>
                  <a:pt x="336126" y="49550"/>
                  <a:pt x="334922" y="48921"/>
                  <a:pt x="333292" y="48269"/>
                </a:cubicBezTo>
                <a:cubicBezTo>
                  <a:pt x="331661" y="47617"/>
                  <a:pt x="329432" y="46871"/>
                  <a:pt x="326606" y="46033"/>
                </a:cubicBezTo>
                <a:cubicBezTo>
                  <a:pt x="324494" y="45411"/>
                  <a:pt x="322545" y="44705"/>
                  <a:pt x="320759" y="43913"/>
                </a:cubicBezTo>
                <a:cubicBezTo>
                  <a:pt x="318973" y="43121"/>
                  <a:pt x="317427" y="42181"/>
                  <a:pt x="316123" y="41094"/>
                </a:cubicBezTo>
                <a:cubicBezTo>
                  <a:pt x="314818" y="40007"/>
                  <a:pt x="313793" y="38733"/>
                  <a:pt x="313048" y="37273"/>
                </a:cubicBezTo>
                <a:cubicBezTo>
                  <a:pt x="312302" y="35813"/>
                  <a:pt x="311929" y="34090"/>
                  <a:pt x="311929" y="32102"/>
                </a:cubicBezTo>
                <a:cubicBezTo>
                  <a:pt x="311929" y="30797"/>
                  <a:pt x="312232" y="29368"/>
                  <a:pt x="312838" y="27815"/>
                </a:cubicBezTo>
                <a:cubicBezTo>
                  <a:pt x="313444" y="26262"/>
                  <a:pt x="314476" y="24818"/>
                  <a:pt x="315936" y="23482"/>
                </a:cubicBezTo>
                <a:cubicBezTo>
                  <a:pt x="317396" y="22147"/>
                  <a:pt x="319369" y="21036"/>
                  <a:pt x="321853" y="20151"/>
                </a:cubicBezTo>
                <a:cubicBezTo>
                  <a:pt x="324338" y="19266"/>
                  <a:pt x="327444" y="18823"/>
                  <a:pt x="331172" y="18823"/>
                </a:cubicBezTo>
                <a:cubicBezTo>
                  <a:pt x="333004" y="18823"/>
                  <a:pt x="335039" y="18924"/>
                  <a:pt x="337275" y="19126"/>
                </a:cubicBezTo>
                <a:cubicBezTo>
                  <a:pt x="339512" y="19328"/>
                  <a:pt x="341841" y="19677"/>
                  <a:pt x="344264" y="20174"/>
                </a:cubicBezTo>
                <a:lnTo>
                  <a:pt x="344264" y="27396"/>
                </a:lnTo>
                <a:cubicBezTo>
                  <a:pt x="341717" y="26775"/>
                  <a:pt x="339302" y="26316"/>
                  <a:pt x="337019" y="26021"/>
                </a:cubicBezTo>
                <a:cubicBezTo>
                  <a:pt x="334736" y="25726"/>
                  <a:pt x="332756" y="25579"/>
                  <a:pt x="331079" y="25579"/>
                </a:cubicBezTo>
                <a:cubicBezTo>
                  <a:pt x="329060" y="25579"/>
                  <a:pt x="327359" y="25734"/>
                  <a:pt x="325977" y="26045"/>
                </a:cubicBezTo>
                <a:cubicBezTo>
                  <a:pt x="324595" y="26355"/>
                  <a:pt x="323476" y="26782"/>
                  <a:pt x="322622" y="27326"/>
                </a:cubicBezTo>
                <a:cubicBezTo>
                  <a:pt x="321768" y="27870"/>
                  <a:pt x="321155" y="28506"/>
                  <a:pt x="320782" y="29236"/>
                </a:cubicBezTo>
                <a:cubicBezTo>
                  <a:pt x="320409" y="29966"/>
                  <a:pt x="320223" y="30750"/>
                  <a:pt x="320223" y="31589"/>
                </a:cubicBezTo>
                <a:cubicBezTo>
                  <a:pt x="320223" y="32428"/>
                  <a:pt x="320386" y="33189"/>
                  <a:pt x="320712" y="33872"/>
                </a:cubicBezTo>
                <a:cubicBezTo>
                  <a:pt x="321038" y="34555"/>
                  <a:pt x="321644" y="35215"/>
                  <a:pt x="322529" y="35852"/>
                </a:cubicBezTo>
                <a:cubicBezTo>
                  <a:pt x="323414" y="36489"/>
                  <a:pt x="324649" y="37126"/>
                  <a:pt x="326233" y="37762"/>
                </a:cubicBezTo>
                <a:cubicBezTo>
                  <a:pt x="327817" y="38399"/>
                  <a:pt x="329883" y="39090"/>
                  <a:pt x="332430" y="39836"/>
                </a:cubicBezTo>
                <a:cubicBezTo>
                  <a:pt x="335194" y="40643"/>
                  <a:pt x="337524" y="41490"/>
                  <a:pt x="339419" y="42375"/>
                </a:cubicBezTo>
                <a:cubicBezTo>
                  <a:pt x="341313" y="43260"/>
                  <a:pt x="342851" y="44246"/>
                  <a:pt x="344031" y="45334"/>
                </a:cubicBezTo>
                <a:cubicBezTo>
                  <a:pt x="345211" y="46421"/>
                  <a:pt x="346058" y="47648"/>
                  <a:pt x="346570" y="49014"/>
                </a:cubicBezTo>
                <a:cubicBezTo>
                  <a:pt x="347083" y="50381"/>
                  <a:pt x="347339" y="51934"/>
                  <a:pt x="347339" y="53674"/>
                </a:cubicBezTo>
                <a:close/>
                <a:moveTo>
                  <a:pt x="398499" y="64716"/>
                </a:moveTo>
                <a:cubicBezTo>
                  <a:pt x="396387" y="65523"/>
                  <a:pt x="394220" y="66121"/>
                  <a:pt x="391999" y="66510"/>
                </a:cubicBezTo>
                <a:cubicBezTo>
                  <a:pt x="389778" y="66898"/>
                  <a:pt x="387488" y="67092"/>
                  <a:pt x="385127" y="67092"/>
                </a:cubicBezTo>
                <a:cubicBezTo>
                  <a:pt x="377734" y="67092"/>
                  <a:pt x="372042" y="65088"/>
                  <a:pt x="368051" y="61082"/>
                </a:cubicBezTo>
                <a:cubicBezTo>
                  <a:pt x="364060" y="57075"/>
                  <a:pt x="362064" y="51220"/>
                  <a:pt x="362064" y="43517"/>
                </a:cubicBezTo>
                <a:cubicBezTo>
                  <a:pt x="362064" y="39820"/>
                  <a:pt x="362639" y="36466"/>
                  <a:pt x="363788" y="33453"/>
                </a:cubicBezTo>
                <a:cubicBezTo>
                  <a:pt x="364937" y="30440"/>
                  <a:pt x="366552" y="27862"/>
                  <a:pt x="368633" y="25719"/>
                </a:cubicBezTo>
                <a:cubicBezTo>
                  <a:pt x="370715" y="23575"/>
                  <a:pt x="373199" y="21921"/>
                  <a:pt x="376088" y="20757"/>
                </a:cubicBezTo>
                <a:cubicBezTo>
                  <a:pt x="378977" y="19592"/>
                  <a:pt x="382161" y="19009"/>
                  <a:pt x="385639" y="19009"/>
                </a:cubicBezTo>
                <a:cubicBezTo>
                  <a:pt x="388062" y="19009"/>
                  <a:pt x="390330" y="19184"/>
                  <a:pt x="392442" y="19534"/>
                </a:cubicBezTo>
                <a:cubicBezTo>
                  <a:pt x="394554" y="19882"/>
                  <a:pt x="396573" y="20453"/>
                  <a:pt x="398499" y="21246"/>
                </a:cubicBezTo>
                <a:lnTo>
                  <a:pt x="398499" y="28980"/>
                </a:lnTo>
                <a:cubicBezTo>
                  <a:pt x="396480" y="27907"/>
                  <a:pt x="394422" y="27127"/>
                  <a:pt x="392325" y="26639"/>
                </a:cubicBezTo>
                <a:cubicBezTo>
                  <a:pt x="390229" y="26150"/>
                  <a:pt x="388062" y="25905"/>
                  <a:pt x="385826" y="25905"/>
                </a:cubicBezTo>
                <a:cubicBezTo>
                  <a:pt x="383745" y="25905"/>
                  <a:pt x="381780" y="26301"/>
                  <a:pt x="379932" y="27093"/>
                </a:cubicBezTo>
                <a:cubicBezTo>
                  <a:pt x="378084" y="27885"/>
                  <a:pt x="376461" y="29027"/>
                  <a:pt x="375063" y="30518"/>
                </a:cubicBezTo>
                <a:cubicBezTo>
                  <a:pt x="373665" y="32008"/>
                  <a:pt x="372563" y="33826"/>
                  <a:pt x="371755" y="35969"/>
                </a:cubicBezTo>
                <a:cubicBezTo>
                  <a:pt x="370948" y="38112"/>
                  <a:pt x="370544" y="40535"/>
                  <a:pt x="370544" y="43237"/>
                </a:cubicBezTo>
                <a:cubicBezTo>
                  <a:pt x="370544" y="48890"/>
                  <a:pt x="371918" y="53122"/>
                  <a:pt x="374667" y="55933"/>
                </a:cubicBezTo>
                <a:cubicBezTo>
                  <a:pt x="377416" y="58744"/>
                  <a:pt x="381229" y="60150"/>
                  <a:pt x="386105" y="60150"/>
                </a:cubicBezTo>
                <a:cubicBezTo>
                  <a:pt x="388311" y="60150"/>
                  <a:pt x="390446" y="59901"/>
                  <a:pt x="392512" y="59404"/>
                </a:cubicBezTo>
                <a:cubicBezTo>
                  <a:pt x="394577" y="58907"/>
                  <a:pt x="396573" y="58162"/>
                  <a:pt x="398499" y="57168"/>
                </a:cubicBezTo>
                <a:lnTo>
                  <a:pt x="398499" y="64716"/>
                </a:lnTo>
                <a:close/>
                <a:moveTo>
                  <a:pt x="444067" y="66440"/>
                </a:moveTo>
                <a:lnTo>
                  <a:pt x="443881" y="60137"/>
                </a:lnTo>
                <a:cubicBezTo>
                  <a:pt x="441334" y="62657"/>
                  <a:pt x="438748" y="64478"/>
                  <a:pt x="436124" y="65598"/>
                </a:cubicBezTo>
                <a:cubicBezTo>
                  <a:pt x="433499" y="66718"/>
                  <a:pt x="430742" y="67278"/>
                  <a:pt x="427854" y="67278"/>
                </a:cubicBezTo>
                <a:cubicBezTo>
                  <a:pt x="425182" y="67278"/>
                  <a:pt x="422899" y="66936"/>
                  <a:pt x="421005" y="66252"/>
                </a:cubicBezTo>
                <a:cubicBezTo>
                  <a:pt x="419110" y="65567"/>
                  <a:pt x="417549" y="64626"/>
                  <a:pt x="416322" y="63429"/>
                </a:cubicBezTo>
                <a:cubicBezTo>
                  <a:pt x="415095" y="62231"/>
                  <a:pt x="414194" y="60823"/>
                  <a:pt x="413620" y="59205"/>
                </a:cubicBezTo>
                <a:cubicBezTo>
                  <a:pt x="413045" y="57587"/>
                  <a:pt x="412758" y="55829"/>
                  <a:pt x="412758" y="53931"/>
                </a:cubicBezTo>
                <a:cubicBezTo>
                  <a:pt x="412758" y="49233"/>
                  <a:pt x="414505" y="45554"/>
                  <a:pt x="417999" y="42895"/>
                </a:cubicBezTo>
                <a:cubicBezTo>
                  <a:pt x="421494" y="40234"/>
                  <a:pt x="426658" y="38904"/>
                  <a:pt x="433491" y="38904"/>
                </a:cubicBezTo>
                <a:lnTo>
                  <a:pt x="443182" y="38904"/>
                </a:lnTo>
                <a:lnTo>
                  <a:pt x="443182" y="34818"/>
                </a:lnTo>
                <a:cubicBezTo>
                  <a:pt x="443182" y="32064"/>
                  <a:pt x="442297" y="29858"/>
                  <a:pt x="440526" y="28202"/>
                </a:cubicBezTo>
                <a:cubicBezTo>
                  <a:pt x="438756" y="26547"/>
                  <a:pt x="436054" y="25719"/>
                  <a:pt x="432419" y="25719"/>
                </a:cubicBezTo>
                <a:cubicBezTo>
                  <a:pt x="429779" y="25719"/>
                  <a:pt x="427178" y="26018"/>
                  <a:pt x="424615" y="26617"/>
                </a:cubicBezTo>
                <a:cubicBezTo>
                  <a:pt x="422053" y="27215"/>
                  <a:pt x="419405" y="28065"/>
                  <a:pt x="416672" y="29166"/>
                </a:cubicBezTo>
                <a:lnTo>
                  <a:pt x="416672" y="21851"/>
                </a:lnTo>
                <a:cubicBezTo>
                  <a:pt x="417697" y="21473"/>
                  <a:pt x="418838" y="21102"/>
                  <a:pt x="420096" y="20739"/>
                </a:cubicBezTo>
                <a:cubicBezTo>
                  <a:pt x="421354" y="20376"/>
                  <a:pt x="422682" y="20053"/>
                  <a:pt x="424080" y="19769"/>
                </a:cubicBezTo>
                <a:cubicBezTo>
                  <a:pt x="425477" y="19485"/>
                  <a:pt x="426937" y="19256"/>
                  <a:pt x="428459" y="19084"/>
                </a:cubicBezTo>
                <a:cubicBezTo>
                  <a:pt x="429981" y="18910"/>
                  <a:pt x="431519" y="18823"/>
                  <a:pt x="433072" y="18823"/>
                </a:cubicBezTo>
                <a:cubicBezTo>
                  <a:pt x="435898" y="18823"/>
                  <a:pt x="438445" y="19134"/>
                  <a:pt x="440713" y="19755"/>
                </a:cubicBezTo>
                <a:cubicBezTo>
                  <a:pt x="442980" y="20376"/>
                  <a:pt x="444898" y="21323"/>
                  <a:pt x="446467" y="22597"/>
                </a:cubicBezTo>
                <a:cubicBezTo>
                  <a:pt x="448035" y="23870"/>
                  <a:pt x="449239" y="25470"/>
                  <a:pt x="450078" y="27396"/>
                </a:cubicBezTo>
                <a:cubicBezTo>
                  <a:pt x="450916" y="29322"/>
                  <a:pt x="451336" y="31589"/>
                  <a:pt x="451336" y="34198"/>
                </a:cubicBezTo>
                <a:lnTo>
                  <a:pt x="451336" y="66440"/>
                </a:lnTo>
                <a:lnTo>
                  <a:pt x="444067" y="66440"/>
                </a:lnTo>
                <a:moveTo>
                  <a:pt x="443182" y="45101"/>
                </a:moveTo>
                <a:lnTo>
                  <a:pt x="432885" y="45101"/>
                </a:lnTo>
                <a:cubicBezTo>
                  <a:pt x="430866" y="45101"/>
                  <a:pt x="429127" y="45304"/>
                  <a:pt x="427667" y="45709"/>
                </a:cubicBezTo>
                <a:cubicBezTo>
                  <a:pt x="426207" y="46114"/>
                  <a:pt x="425011" y="46690"/>
                  <a:pt x="424080" y="47438"/>
                </a:cubicBezTo>
                <a:cubicBezTo>
                  <a:pt x="423148" y="48185"/>
                  <a:pt x="422457" y="49081"/>
                  <a:pt x="422006" y="50125"/>
                </a:cubicBezTo>
                <a:cubicBezTo>
                  <a:pt x="421556" y="51169"/>
                  <a:pt x="421331" y="52345"/>
                  <a:pt x="421331" y="53653"/>
                </a:cubicBezTo>
                <a:cubicBezTo>
                  <a:pt x="421331" y="54557"/>
                  <a:pt x="421470" y="55422"/>
                  <a:pt x="421750" y="56248"/>
                </a:cubicBezTo>
                <a:cubicBezTo>
                  <a:pt x="422030" y="57073"/>
                  <a:pt x="422480" y="57805"/>
                  <a:pt x="423101" y="58443"/>
                </a:cubicBezTo>
                <a:cubicBezTo>
                  <a:pt x="423722" y="59082"/>
                  <a:pt x="424530" y="59588"/>
                  <a:pt x="425524" y="59962"/>
                </a:cubicBezTo>
                <a:cubicBezTo>
                  <a:pt x="426518" y="60336"/>
                  <a:pt x="427729" y="60522"/>
                  <a:pt x="429158" y="60522"/>
                </a:cubicBezTo>
                <a:cubicBezTo>
                  <a:pt x="431022" y="60522"/>
                  <a:pt x="433157" y="59954"/>
                  <a:pt x="435564" y="58818"/>
                </a:cubicBezTo>
                <a:cubicBezTo>
                  <a:pt x="437972" y="57680"/>
                  <a:pt x="440511" y="55880"/>
                  <a:pt x="443182" y="53419"/>
                </a:cubicBezTo>
                <a:lnTo>
                  <a:pt x="443182" y="45101"/>
                </a:lnTo>
                <a:close/>
                <a:moveTo>
                  <a:pt x="463498" y="44029"/>
                </a:moveTo>
                <a:cubicBezTo>
                  <a:pt x="463498" y="40053"/>
                  <a:pt x="464042" y="36520"/>
                  <a:pt x="465129" y="33429"/>
                </a:cubicBezTo>
                <a:cubicBezTo>
                  <a:pt x="466216" y="30339"/>
                  <a:pt x="467761" y="27730"/>
                  <a:pt x="469765" y="25602"/>
                </a:cubicBezTo>
                <a:cubicBezTo>
                  <a:pt x="471768" y="23474"/>
                  <a:pt x="474175" y="21859"/>
                  <a:pt x="476986" y="20757"/>
                </a:cubicBezTo>
                <a:cubicBezTo>
                  <a:pt x="479797" y="19654"/>
                  <a:pt x="482927" y="19103"/>
                  <a:pt x="486375" y="19103"/>
                </a:cubicBezTo>
                <a:cubicBezTo>
                  <a:pt x="487865" y="19103"/>
                  <a:pt x="489333" y="19196"/>
                  <a:pt x="490777" y="19382"/>
                </a:cubicBezTo>
                <a:cubicBezTo>
                  <a:pt x="492222" y="19568"/>
                  <a:pt x="493643" y="19864"/>
                  <a:pt x="495041" y="20267"/>
                </a:cubicBezTo>
                <a:lnTo>
                  <a:pt x="495041" y="559"/>
                </a:lnTo>
                <a:lnTo>
                  <a:pt x="503194" y="559"/>
                </a:lnTo>
                <a:lnTo>
                  <a:pt x="503194" y="66440"/>
                </a:lnTo>
                <a:lnTo>
                  <a:pt x="495926" y="66440"/>
                </a:lnTo>
                <a:lnTo>
                  <a:pt x="495646" y="57587"/>
                </a:lnTo>
                <a:cubicBezTo>
                  <a:pt x="493379" y="60880"/>
                  <a:pt x="490925" y="63318"/>
                  <a:pt x="488285" y="64902"/>
                </a:cubicBezTo>
                <a:cubicBezTo>
                  <a:pt x="485645" y="66486"/>
                  <a:pt x="482787" y="67278"/>
                  <a:pt x="479712" y="67278"/>
                </a:cubicBezTo>
                <a:cubicBezTo>
                  <a:pt x="477041" y="67278"/>
                  <a:pt x="474688" y="66719"/>
                  <a:pt x="472653" y="65601"/>
                </a:cubicBezTo>
                <a:cubicBezTo>
                  <a:pt x="470619" y="64483"/>
                  <a:pt x="468926" y="62906"/>
                  <a:pt x="467575" y="60872"/>
                </a:cubicBezTo>
                <a:cubicBezTo>
                  <a:pt x="466224" y="58837"/>
                  <a:pt x="465206" y="56391"/>
                  <a:pt x="464523" y="53534"/>
                </a:cubicBezTo>
                <a:cubicBezTo>
                  <a:pt x="463840" y="50676"/>
                  <a:pt x="463498" y="47508"/>
                  <a:pt x="463498" y="44029"/>
                </a:cubicBezTo>
                <a:moveTo>
                  <a:pt x="471791" y="43517"/>
                </a:moveTo>
                <a:cubicBezTo>
                  <a:pt x="471791" y="49170"/>
                  <a:pt x="472622" y="53386"/>
                  <a:pt x="474284" y="56166"/>
                </a:cubicBezTo>
                <a:cubicBezTo>
                  <a:pt x="475946" y="58946"/>
                  <a:pt x="478299" y="60336"/>
                  <a:pt x="481343" y="60336"/>
                </a:cubicBezTo>
                <a:cubicBezTo>
                  <a:pt x="483393" y="60336"/>
                  <a:pt x="485559" y="59420"/>
                  <a:pt x="487842" y="57587"/>
                </a:cubicBezTo>
                <a:cubicBezTo>
                  <a:pt x="490125" y="55755"/>
                  <a:pt x="492525" y="53037"/>
                  <a:pt x="495041" y="49434"/>
                </a:cubicBezTo>
                <a:lnTo>
                  <a:pt x="495041" y="27722"/>
                </a:lnTo>
                <a:cubicBezTo>
                  <a:pt x="493705" y="27101"/>
                  <a:pt x="492230" y="26627"/>
                  <a:pt x="490614" y="26301"/>
                </a:cubicBezTo>
                <a:cubicBezTo>
                  <a:pt x="488999" y="25975"/>
                  <a:pt x="487400" y="25812"/>
                  <a:pt x="485815" y="25812"/>
                </a:cubicBezTo>
                <a:cubicBezTo>
                  <a:pt x="481405" y="25812"/>
                  <a:pt x="477965" y="27241"/>
                  <a:pt x="475495" y="30098"/>
                </a:cubicBezTo>
                <a:cubicBezTo>
                  <a:pt x="473026" y="32956"/>
                  <a:pt x="471791" y="37429"/>
                  <a:pt x="471791" y="43517"/>
                </a:cubicBezTo>
                <a:close/>
                <a:moveTo>
                  <a:pt x="557242" y="40581"/>
                </a:moveTo>
                <a:cubicBezTo>
                  <a:pt x="557242" y="41731"/>
                  <a:pt x="557227" y="42693"/>
                  <a:pt x="557196" y="43470"/>
                </a:cubicBezTo>
                <a:cubicBezTo>
                  <a:pt x="557165" y="44246"/>
                  <a:pt x="557118" y="44976"/>
                  <a:pt x="557056" y="45660"/>
                </a:cubicBezTo>
                <a:lnTo>
                  <a:pt x="524209" y="45660"/>
                </a:lnTo>
                <a:cubicBezTo>
                  <a:pt x="524209" y="50443"/>
                  <a:pt x="525545" y="54116"/>
                  <a:pt x="528216" y="56679"/>
                </a:cubicBezTo>
                <a:cubicBezTo>
                  <a:pt x="530887" y="59241"/>
                  <a:pt x="534739" y="60522"/>
                  <a:pt x="539771" y="60522"/>
                </a:cubicBezTo>
                <a:cubicBezTo>
                  <a:pt x="541137" y="60522"/>
                  <a:pt x="542504" y="60467"/>
                  <a:pt x="543871" y="60357"/>
                </a:cubicBezTo>
                <a:cubicBezTo>
                  <a:pt x="545237" y="60245"/>
                  <a:pt x="546557" y="60094"/>
                  <a:pt x="547831" y="59904"/>
                </a:cubicBezTo>
                <a:cubicBezTo>
                  <a:pt x="549104" y="59712"/>
                  <a:pt x="550324" y="59498"/>
                  <a:pt x="551488" y="59260"/>
                </a:cubicBezTo>
                <a:cubicBezTo>
                  <a:pt x="552653" y="59021"/>
                  <a:pt x="553733" y="58759"/>
                  <a:pt x="554726" y="58472"/>
                </a:cubicBezTo>
                <a:lnTo>
                  <a:pt x="554726" y="65135"/>
                </a:lnTo>
                <a:cubicBezTo>
                  <a:pt x="552521" y="65770"/>
                  <a:pt x="550028" y="66286"/>
                  <a:pt x="547249" y="66683"/>
                </a:cubicBezTo>
                <a:cubicBezTo>
                  <a:pt x="544469" y="67080"/>
                  <a:pt x="541588" y="67278"/>
                  <a:pt x="538606" y="67278"/>
                </a:cubicBezTo>
                <a:cubicBezTo>
                  <a:pt x="534599" y="67278"/>
                  <a:pt x="531151" y="66735"/>
                  <a:pt x="528262" y="65648"/>
                </a:cubicBezTo>
                <a:cubicBezTo>
                  <a:pt x="525374" y="64560"/>
                  <a:pt x="523005" y="62984"/>
                  <a:pt x="521157" y="60919"/>
                </a:cubicBezTo>
                <a:cubicBezTo>
                  <a:pt x="519309" y="58853"/>
                  <a:pt x="517942" y="56321"/>
                  <a:pt x="517057" y="53324"/>
                </a:cubicBezTo>
                <a:cubicBezTo>
                  <a:pt x="516172" y="50327"/>
                  <a:pt x="515729" y="46933"/>
                  <a:pt x="515729" y="43144"/>
                </a:cubicBezTo>
                <a:cubicBezTo>
                  <a:pt x="515729" y="39851"/>
                  <a:pt x="516203" y="36737"/>
                  <a:pt x="517150" y="33802"/>
                </a:cubicBezTo>
                <a:cubicBezTo>
                  <a:pt x="518098" y="30867"/>
                  <a:pt x="519480" y="28289"/>
                  <a:pt x="521297" y="26068"/>
                </a:cubicBezTo>
                <a:cubicBezTo>
                  <a:pt x="523114" y="23847"/>
                  <a:pt x="525343" y="22084"/>
                  <a:pt x="527983" y="20780"/>
                </a:cubicBezTo>
                <a:cubicBezTo>
                  <a:pt x="530623" y="19475"/>
                  <a:pt x="533620" y="18823"/>
                  <a:pt x="536975" y="18823"/>
                </a:cubicBezTo>
                <a:cubicBezTo>
                  <a:pt x="540236" y="18823"/>
                  <a:pt x="543125" y="19336"/>
                  <a:pt x="545641" y="20361"/>
                </a:cubicBezTo>
                <a:cubicBezTo>
                  <a:pt x="548157" y="21386"/>
                  <a:pt x="550277" y="22838"/>
                  <a:pt x="552001" y="24717"/>
                </a:cubicBezTo>
                <a:cubicBezTo>
                  <a:pt x="553725" y="26596"/>
                  <a:pt x="555029" y="28879"/>
                  <a:pt x="555915" y="31566"/>
                </a:cubicBezTo>
                <a:cubicBezTo>
                  <a:pt x="556800" y="34253"/>
                  <a:pt x="557242" y="37258"/>
                  <a:pt x="557242" y="40581"/>
                </a:cubicBezTo>
                <a:moveTo>
                  <a:pt x="548809" y="39416"/>
                </a:moveTo>
                <a:cubicBezTo>
                  <a:pt x="548903" y="37335"/>
                  <a:pt x="548701" y="35433"/>
                  <a:pt x="548204" y="33709"/>
                </a:cubicBezTo>
                <a:cubicBezTo>
                  <a:pt x="547707" y="31985"/>
                  <a:pt x="546938" y="30502"/>
                  <a:pt x="545897" y="29260"/>
                </a:cubicBezTo>
                <a:cubicBezTo>
                  <a:pt x="544857" y="28017"/>
                  <a:pt x="543560" y="27046"/>
                  <a:pt x="542007" y="26348"/>
                </a:cubicBezTo>
                <a:cubicBezTo>
                  <a:pt x="540454" y="25649"/>
                  <a:pt x="538652" y="25299"/>
                  <a:pt x="536602" y="25299"/>
                </a:cubicBezTo>
                <a:cubicBezTo>
                  <a:pt x="534832" y="25299"/>
                  <a:pt x="533217" y="25641"/>
                  <a:pt x="531757" y="26324"/>
                </a:cubicBezTo>
                <a:cubicBezTo>
                  <a:pt x="530297" y="27008"/>
                  <a:pt x="529039" y="27970"/>
                  <a:pt x="527983" y="29213"/>
                </a:cubicBezTo>
                <a:cubicBezTo>
                  <a:pt x="526927" y="30455"/>
                  <a:pt x="526073" y="31946"/>
                  <a:pt x="525420" y="33686"/>
                </a:cubicBezTo>
                <a:cubicBezTo>
                  <a:pt x="524768" y="35425"/>
                  <a:pt x="524364" y="37335"/>
                  <a:pt x="524209" y="39416"/>
                </a:cubicBezTo>
                <a:lnTo>
                  <a:pt x="548809" y="39416"/>
                </a:lnTo>
                <a:close/>
                <a:moveTo>
                  <a:pt x="571501" y="19662"/>
                </a:moveTo>
                <a:lnTo>
                  <a:pt x="578910" y="19662"/>
                </a:lnTo>
                <a:lnTo>
                  <a:pt x="579142" y="28259"/>
                </a:lnTo>
                <a:cubicBezTo>
                  <a:pt x="581907" y="24943"/>
                  <a:pt x="584633" y="22542"/>
                  <a:pt x="587319" y="21055"/>
                </a:cubicBezTo>
                <a:cubicBezTo>
                  <a:pt x="590006" y="19567"/>
                  <a:pt x="592716" y="18823"/>
                  <a:pt x="595450" y="18823"/>
                </a:cubicBezTo>
                <a:cubicBezTo>
                  <a:pt x="600295" y="18823"/>
                  <a:pt x="603968" y="20388"/>
                  <a:pt x="606468" y="23517"/>
                </a:cubicBezTo>
                <a:cubicBezTo>
                  <a:pt x="608969" y="26647"/>
                  <a:pt x="610126" y="31294"/>
                  <a:pt x="609940" y="37460"/>
                </a:cubicBezTo>
                <a:lnTo>
                  <a:pt x="601739" y="37460"/>
                </a:lnTo>
                <a:cubicBezTo>
                  <a:pt x="601833" y="33376"/>
                  <a:pt x="601235" y="30414"/>
                  <a:pt x="599946" y="28574"/>
                </a:cubicBezTo>
                <a:cubicBezTo>
                  <a:pt x="598657" y="26732"/>
                  <a:pt x="596770" y="25812"/>
                  <a:pt x="594285" y="25812"/>
                </a:cubicBezTo>
                <a:cubicBezTo>
                  <a:pt x="593198" y="25812"/>
                  <a:pt x="592103" y="26005"/>
                  <a:pt x="591000" y="26393"/>
                </a:cubicBezTo>
                <a:cubicBezTo>
                  <a:pt x="589897" y="26779"/>
                  <a:pt x="588764" y="27397"/>
                  <a:pt x="587599" y="28248"/>
                </a:cubicBezTo>
                <a:cubicBezTo>
                  <a:pt x="586434" y="29098"/>
                  <a:pt x="585199" y="30188"/>
                  <a:pt x="583895" y="31519"/>
                </a:cubicBezTo>
                <a:cubicBezTo>
                  <a:pt x="582590" y="32849"/>
                  <a:pt x="581192" y="34457"/>
                  <a:pt x="579702" y="36344"/>
                </a:cubicBezTo>
                <a:lnTo>
                  <a:pt x="579702" y="66440"/>
                </a:lnTo>
                <a:lnTo>
                  <a:pt x="571501" y="66440"/>
                </a:lnTo>
                <a:lnTo>
                  <a:pt x="571501" y="19662"/>
                </a:lnTo>
                <a:close/>
                <a:moveTo>
                  <a:pt x="654157" y="44821"/>
                </a:moveTo>
                <a:lnTo>
                  <a:pt x="626295" y="44821"/>
                </a:lnTo>
                <a:lnTo>
                  <a:pt x="626295" y="37180"/>
                </a:lnTo>
                <a:lnTo>
                  <a:pt x="654157" y="37180"/>
                </a:lnTo>
                <a:lnTo>
                  <a:pt x="654157" y="44821"/>
                </a:lnTo>
                <a:close/>
                <a:moveTo>
                  <a:pt x="710348" y="53674"/>
                </a:moveTo>
                <a:cubicBezTo>
                  <a:pt x="710348" y="55320"/>
                  <a:pt x="710069" y="56795"/>
                  <a:pt x="709510" y="58100"/>
                </a:cubicBezTo>
                <a:cubicBezTo>
                  <a:pt x="708951" y="59404"/>
                  <a:pt x="708190" y="60561"/>
                  <a:pt x="707227" y="61571"/>
                </a:cubicBezTo>
                <a:cubicBezTo>
                  <a:pt x="706264" y="62580"/>
                  <a:pt x="705146" y="63442"/>
                  <a:pt x="703872" y="64157"/>
                </a:cubicBezTo>
                <a:cubicBezTo>
                  <a:pt x="702599" y="64871"/>
                  <a:pt x="701240" y="65461"/>
                  <a:pt x="699795" y="65927"/>
                </a:cubicBezTo>
                <a:cubicBezTo>
                  <a:pt x="698351" y="66393"/>
                  <a:pt x="696868" y="66735"/>
                  <a:pt x="695346" y="66952"/>
                </a:cubicBezTo>
                <a:cubicBezTo>
                  <a:pt x="693824" y="67170"/>
                  <a:pt x="692333" y="67278"/>
                  <a:pt x="690873" y="67278"/>
                </a:cubicBezTo>
                <a:cubicBezTo>
                  <a:pt x="687705" y="67278"/>
                  <a:pt x="684793" y="67139"/>
                  <a:pt x="682137" y="66859"/>
                </a:cubicBezTo>
                <a:cubicBezTo>
                  <a:pt x="679482" y="66579"/>
                  <a:pt x="676880" y="66129"/>
                  <a:pt x="674333" y="65508"/>
                </a:cubicBezTo>
                <a:lnTo>
                  <a:pt x="674333" y="58053"/>
                </a:lnTo>
                <a:cubicBezTo>
                  <a:pt x="677067" y="58830"/>
                  <a:pt x="679784" y="59420"/>
                  <a:pt x="682487" y="59824"/>
                </a:cubicBezTo>
                <a:cubicBezTo>
                  <a:pt x="685189" y="60227"/>
                  <a:pt x="687876" y="60429"/>
                  <a:pt x="690547" y="60429"/>
                </a:cubicBezTo>
                <a:cubicBezTo>
                  <a:pt x="694430" y="60429"/>
                  <a:pt x="697303" y="59901"/>
                  <a:pt x="699166" y="58845"/>
                </a:cubicBezTo>
                <a:cubicBezTo>
                  <a:pt x="701030" y="57789"/>
                  <a:pt x="701962" y="56283"/>
                  <a:pt x="701962" y="54326"/>
                </a:cubicBezTo>
                <a:cubicBezTo>
                  <a:pt x="701962" y="53487"/>
                  <a:pt x="701814" y="52734"/>
                  <a:pt x="701519" y="52066"/>
                </a:cubicBezTo>
                <a:cubicBezTo>
                  <a:pt x="701224" y="51398"/>
                  <a:pt x="700688" y="50762"/>
                  <a:pt x="699912" y="50156"/>
                </a:cubicBezTo>
                <a:cubicBezTo>
                  <a:pt x="699135" y="49550"/>
                  <a:pt x="697932" y="48921"/>
                  <a:pt x="696301" y="48269"/>
                </a:cubicBezTo>
                <a:cubicBezTo>
                  <a:pt x="694670" y="47617"/>
                  <a:pt x="692442" y="46871"/>
                  <a:pt x="689615" y="46033"/>
                </a:cubicBezTo>
                <a:cubicBezTo>
                  <a:pt x="687503" y="45411"/>
                  <a:pt x="685554" y="44705"/>
                  <a:pt x="683768" y="43913"/>
                </a:cubicBezTo>
                <a:cubicBezTo>
                  <a:pt x="681982" y="43121"/>
                  <a:pt x="680437" y="42181"/>
                  <a:pt x="679132" y="41094"/>
                </a:cubicBezTo>
                <a:cubicBezTo>
                  <a:pt x="677828" y="40007"/>
                  <a:pt x="676802" y="38733"/>
                  <a:pt x="676057" y="37273"/>
                </a:cubicBezTo>
                <a:cubicBezTo>
                  <a:pt x="675312" y="35813"/>
                  <a:pt x="674939" y="34090"/>
                  <a:pt x="674939" y="32102"/>
                </a:cubicBezTo>
                <a:cubicBezTo>
                  <a:pt x="674939" y="30797"/>
                  <a:pt x="675242" y="29368"/>
                  <a:pt x="675847" y="27815"/>
                </a:cubicBezTo>
                <a:cubicBezTo>
                  <a:pt x="676453" y="26262"/>
                  <a:pt x="677486" y="24818"/>
                  <a:pt x="678946" y="23482"/>
                </a:cubicBezTo>
                <a:cubicBezTo>
                  <a:pt x="680406" y="22147"/>
                  <a:pt x="682378" y="21036"/>
                  <a:pt x="684863" y="20151"/>
                </a:cubicBezTo>
                <a:cubicBezTo>
                  <a:pt x="687348" y="19266"/>
                  <a:pt x="690454" y="18823"/>
                  <a:pt x="694181" y="18823"/>
                </a:cubicBezTo>
                <a:cubicBezTo>
                  <a:pt x="696014" y="18823"/>
                  <a:pt x="698048" y="18924"/>
                  <a:pt x="700285" y="19126"/>
                </a:cubicBezTo>
                <a:cubicBezTo>
                  <a:pt x="702521" y="19328"/>
                  <a:pt x="704851" y="19677"/>
                  <a:pt x="707273" y="20174"/>
                </a:cubicBezTo>
                <a:lnTo>
                  <a:pt x="707273" y="27396"/>
                </a:lnTo>
                <a:cubicBezTo>
                  <a:pt x="704726" y="26775"/>
                  <a:pt x="702311" y="26316"/>
                  <a:pt x="700028" y="26021"/>
                </a:cubicBezTo>
                <a:cubicBezTo>
                  <a:pt x="697745" y="25726"/>
                  <a:pt x="695765" y="25579"/>
                  <a:pt x="694088" y="25579"/>
                </a:cubicBezTo>
                <a:cubicBezTo>
                  <a:pt x="692069" y="25579"/>
                  <a:pt x="690368" y="25734"/>
                  <a:pt x="688986" y="26045"/>
                </a:cubicBezTo>
                <a:cubicBezTo>
                  <a:pt x="687604" y="26355"/>
                  <a:pt x="686486" y="26782"/>
                  <a:pt x="685632" y="27326"/>
                </a:cubicBezTo>
                <a:cubicBezTo>
                  <a:pt x="684777" y="27870"/>
                  <a:pt x="684164" y="28506"/>
                  <a:pt x="683791" y="29236"/>
                </a:cubicBezTo>
                <a:cubicBezTo>
                  <a:pt x="683419" y="29966"/>
                  <a:pt x="683232" y="30750"/>
                  <a:pt x="683232" y="31589"/>
                </a:cubicBezTo>
                <a:cubicBezTo>
                  <a:pt x="683232" y="32428"/>
                  <a:pt x="683395" y="33189"/>
                  <a:pt x="683721" y="33872"/>
                </a:cubicBezTo>
                <a:cubicBezTo>
                  <a:pt x="684047" y="34555"/>
                  <a:pt x="684653" y="35215"/>
                  <a:pt x="685538" y="35852"/>
                </a:cubicBezTo>
                <a:cubicBezTo>
                  <a:pt x="686424" y="36489"/>
                  <a:pt x="687658" y="37126"/>
                  <a:pt x="689242" y="37762"/>
                </a:cubicBezTo>
                <a:cubicBezTo>
                  <a:pt x="690827" y="38399"/>
                  <a:pt x="692892" y="39090"/>
                  <a:pt x="695439" y="39836"/>
                </a:cubicBezTo>
                <a:cubicBezTo>
                  <a:pt x="698204" y="40643"/>
                  <a:pt x="700533" y="41490"/>
                  <a:pt x="702428" y="42375"/>
                </a:cubicBezTo>
                <a:cubicBezTo>
                  <a:pt x="704323" y="43260"/>
                  <a:pt x="705860" y="44246"/>
                  <a:pt x="707040" y="45334"/>
                </a:cubicBezTo>
                <a:cubicBezTo>
                  <a:pt x="708221" y="46421"/>
                  <a:pt x="709067" y="47648"/>
                  <a:pt x="709580" y="49014"/>
                </a:cubicBezTo>
                <a:cubicBezTo>
                  <a:pt x="710092" y="50381"/>
                  <a:pt x="710348" y="51934"/>
                  <a:pt x="710348" y="53674"/>
                </a:cubicBezTo>
                <a:close/>
                <a:moveTo>
                  <a:pt x="764676" y="40581"/>
                </a:moveTo>
                <a:cubicBezTo>
                  <a:pt x="764676" y="41731"/>
                  <a:pt x="764661" y="42693"/>
                  <a:pt x="764630" y="43470"/>
                </a:cubicBezTo>
                <a:cubicBezTo>
                  <a:pt x="764599" y="44246"/>
                  <a:pt x="764552" y="44976"/>
                  <a:pt x="764490" y="45660"/>
                </a:cubicBezTo>
                <a:lnTo>
                  <a:pt x="731643" y="45660"/>
                </a:lnTo>
                <a:cubicBezTo>
                  <a:pt x="731643" y="50443"/>
                  <a:pt x="732978" y="54116"/>
                  <a:pt x="735650" y="56679"/>
                </a:cubicBezTo>
                <a:cubicBezTo>
                  <a:pt x="738321" y="59241"/>
                  <a:pt x="742173" y="60522"/>
                  <a:pt x="747204" y="60522"/>
                </a:cubicBezTo>
                <a:cubicBezTo>
                  <a:pt x="748571" y="60522"/>
                  <a:pt x="749938" y="60467"/>
                  <a:pt x="751304" y="60357"/>
                </a:cubicBezTo>
                <a:cubicBezTo>
                  <a:pt x="752671" y="60245"/>
                  <a:pt x="753991" y="60094"/>
                  <a:pt x="755265" y="59904"/>
                </a:cubicBezTo>
                <a:cubicBezTo>
                  <a:pt x="756538" y="59712"/>
                  <a:pt x="757757" y="59498"/>
                  <a:pt x="758922" y="59260"/>
                </a:cubicBezTo>
                <a:cubicBezTo>
                  <a:pt x="760087" y="59021"/>
                  <a:pt x="761166" y="58759"/>
                  <a:pt x="762160" y="58472"/>
                </a:cubicBezTo>
                <a:lnTo>
                  <a:pt x="762160" y="65135"/>
                </a:lnTo>
                <a:cubicBezTo>
                  <a:pt x="759955" y="65770"/>
                  <a:pt x="757462" y="66286"/>
                  <a:pt x="754682" y="66683"/>
                </a:cubicBezTo>
                <a:cubicBezTo>
                  <a:pt x="751902" y="67080"/>
                  <a:pt x="749021" y="67278"/>
                  <a:pt x="746040" y="67278"/>
                </a:cubicBezTo>
                <a:cubicBezTo>
                  <a:pt x="742033" y="67278"/>
                  <a:pt x="738585" y="66735"/>
                  <a:pt x="735696" y="65648"/>
                </a:cubicBezTo>
                <a:cubicBezTo>
                  <a:pt x="732808" y="64560"/>
                  <a:pt x="730439" y="62984"/>
                  <a:pt x="728591" y="60919"/>
                </a:cubicBezTo>
                <a:cubicBezTo>
                  <a:pt x="726743" y="58853"/>
                  <a:pt x="725376" y="56321"/>
                  <a:pt x="724491" y="53324"/>
                </a:cubicBezTo>
                <a:cubicBezTo>
                  <a:pt x="723606" y="50327"/>
                  <a:pt x="723163" y="46933"/>
                  <a:pt x="723163" y="43144"/>
                </a:cubicBezTo>
                <a:cubicBezTo>
                  <a:pt x="723163" y="39851"/>
                  <a:pt x="723637" y="36737"/>
                  <a:pt x="724584" y="33802"/>
                </a:cubicBezTo>
                <a:cubicBezTo>
                  <a:pt x="725532" y="30867"/>
                  <a:pt x="726914" y="28289"/>
                  <a:pt x="728731" y="26068"/>
                </a:cubicBezTo>
                <a:cubicBezTo>
                  <a:pt x="730548" y="23847"/>
                  <a:pt x="732777" y="22084"/>
                  <a:pt x="735417" y="20780"/>
                </a:cubicBezTo>
                <a:cubicBezTo>
                  <a:pt x="738057" y="19475"/>
                  <a:pt x="741054" y="18823"/>
                  <a:pt x="744409" y="18823"/>
                </a:cubicBezTo>
                <a:cubicBezTo>
                  <a:pt x="747670" y="18823"/>
                  <a:pt x="750559" y="19336"/>
                  <a:pt x="753075" y="20361"/>
                </a:cubicBezTo>
                <a:cubicBezTo>
                  <a:pt x="755591" y="21386"/>
                  <a:pt x="757711" y="22838"/>
                  <a:pt x="759435" y="24717"/>
                </a:cubicBezTo>
                <a:cubicBezTo>
                  <a:pt x="761159" y="26596"/>
                  <a:pt x="762463" y="28879"/>
                  <a:pt x="763348" y="31566"/>
                </a:cubicBezTo>
                <a:cubicBezTo>
                  <a:pt x="764234" y="34253"/>
                  <a:pt x="764676" y="37258"/>
                  <a:pt x="764676" y="40581"/>
                </a:cubicBezTo>
                <a:moveTo>
                  <a:pt x="756243" y="39416"/>
                </a:moveTo>
                <a:cubicBezTo>
                  <a:pt x="756336" y="37335"/>
                  <a:pt x="756134" y="35433"/>
                  <a:pt x="755637" y="33709"/>
                </a:cubicBezTo>
                <a:cubicBezTo>
                  <a:pt x="755141" y="31985"/>
                  <a:pt x="754372" y="30502"/>
                  <a:pt x="753331" y="29260"/>
                </a:cubicBezTo>
                <a:cubicBezTo>
                  <a:pt x="752291" y="28017"/>
                  <a:pt x="750994" y="27046"/>
                  <a:pt x="749441" y="26348"/>
                </a:cubicBezTo>
                <a:cubicBezTo>
                  <a:pt x="747888" y="25649"/>
                  <a:pt x="746086" y="25299"/>
                  <a:pt x="744036" y="25299"/>
                </a:cubicBezTo>
                <a:cubicBezTo>
                  <a:pt x="742266" y="25299"/>
                  <a:pt x="740651" y="25641"/>
                  <a:pt x="739191" y="26324"/>
                </a:cubicBezTo>
                <a:cubicBezTo>
                  <a:pt x="737731" y="27008"/>
                  <a:pt x="736473" y="27970"/>
                  <a:pt x="735417" y="29213"/>
                </a:cubicBezTo>
                <a:cubicBezTo>
                  <a:pt x="734361" y="30455"/>
                  <a:pt x="733506" y="31946"/>
                  <a:pt x="732854" y="33686"/>
                </a:cubicBezTo>
                <a:cubicBezTo>
                  <a:pt x="732202" y="35425"/>
                  <a:pt x="731798" y="37335"/>
                  <a:pt x="731643" y="39416"/>
                </a:cubicBezTo>
                <a:lnTo>
                  <a:pt x="756243" y="39416"/>
                </a:lnTo>
                <a:close/>
                <a:moveTo>
                  <a:pt x="792959" y="7222"/>
                </a:moveTo>
                <a:lnTo>
                  <a:pt x="779122" y="7222"/>
                </a:lnTo>
                <a:lnTo>
                  <a:pt x="779122" y="559"/>
                </a:lnTo>
                <a:lnTo>
                  <a:pt x="801159" y="559"/>
                </a:lnTo>
                <a:lnTo>
                  <a:pt x="801159" y="59684"/>
                </a:lnTo>
                <a:lnTo>
                  <a:pt x="815090" y="59684"/>
                </a:lnTo>
                <a:lnTo>
                  <a:pt x="815090" y="66440"/>
                </a:lnTo>
                <a:lnTo>
                  <a:pt x="777584" y="66440"/>
                </a:lnTo>
                <a:lnTo>
                  <a:pt x="777584" y="59684"/>
                </a:lnTo>
                <a:lnTo>
                  <a:pt x="792959" y="59684"/>
                </a:lnTo>
                <a:lnTo>
                  <a:pt x="792959" y="7222"/>
                </a:lnTo>
                <a:close/>
                <a:moveTo>
                  <a:pt x="868393" y="40581"/>
                </a:moveTo>
                <a:cubicBezTo>
                  <a:pt x="868393" y="41731"/>
                  <a:pt x="868378" y="42693"/>
                  <a:pt x="868347" y="43470"/>
                </a:cubicBezTo>
                <a:cubicBezTo>
                  <a:pt x="868316" y="44246"/>
                  <a:pt x="868269" y="44976"/>
                  <a:pt x="868207" y="45660"/>
                </a:cubicBezTo>
                <a:lnTo>
                  <a:pt x="835360" y="45660"/>
                </a:lnTo>
                <a:cubicBezTo>
                  <a:pt x="835360" y="50443"/>
                  <a:pt x="836696" y="54116"/>
                  <a:pt x="839367" y="56679"/>
                </a:cubicBezTo>
                <a:cubicBezTo>
                  <a:pt x="842038" y="59241"/>
                  <a:pt x="845890" y="60522"/>
                  <a:pt x="850921" y="60522"/>
                </a:cubicBezTo>
                <a:cubicBezTo>
                  <a:pt x="852288" y="60522"/>
                  <a:pt x="853655" y="60467"/>
                  <a:pt x="855022" y="60357"/>
                </a:cubicBezTo>
                <a:cubicBezTo>
                  <a:pt x="856388" y="60245"/>
                  <a:pt x="857708" y="60094"/>
                  <a:pt x="858982" y="59904"/>
                </a:cubicBezTo>
                <a:cubicBezTo>
                  <a:pt x="860255" y="59712"/>
                  <a:pt x="861474" y="59498"/>
                  <a:pt x="862639" y="59260"/>
                </a:cubicBezTo>
                <a:cubicBezTo>
                  <a:pt x="863804" y="59021"/>
                  <a:pt x="864883" y="58759"/>
                  <a:pt x="865877" y="58472"/>
                </a:cubicBezTo>
                <a:lnTo>
                  <a:pt x="865877" y="65135"/>
                </a:lnTo>
                <a:cubicBezTo>
                  <a:pt x="863672" y="65770"/>
                  <a:pt x="861179" y="66286"/>
                  <a:pt x="858399" y="66683"/>
                </a:cubicBezTo>
                <a:cubicBezTo>
                  <a:pt x="855619" y="67080"/>
                  <a:pt x="852739" y="67278"/>
                  <a:pt x="849757" y="67278"/>
                </a:cubicBezTo>
                <a:cubicBezTo>
                  <a:pt x="845750" y="67278"/>
                  <a:pt x="842302" y="66735"/>
                  <a:pt x="839413" y="65648"/>
                </a:cubicBezTo>
                <a:cubicBezTo>
                  <a:pt x="836525" y="64560"/>
                  <a:pt x="834156" y="62984"/>
                  <a:pt x="832308" y="60919"/>
                </a:cubicBezTo>
                <a:cubicBezTo>
                  <a:pt x="830460" y="58853"/>
                  <a:pt x="829093" y="56321"/>
                  <a:pt x="828208" y="53324"/>
                </a:cubicBezTo>
                <a:cubicBezTo>
                  <a:pt x="827323" y="50327"/>
                  <a:pt x="826880" y="46933"/>
                  <a:pt x="826880" y="43144"/>
                </a:cubicBezTo>
                <a:cubicBezTo>
                  <a:pt x="826880" y="39851"/>
                  <a:pt x="827354" y="36737"/>
                  <a:pt x="828301" y="33802"/>
                </a:cubicBezTo>
                <a:cubicBezTo>
                  <a:pt x="829249" y="30867"/>
                  <a:pt x="830631" y="28289"/>
                  <a:pt x="832448" y="26068"/>
                </a:cubicBezTo>
                <a:cubicBezTo>
                  <a:pt x="834265" y="23847"/>
                  <a:pt x="836494" y="22084"/>
                  <a:pt x="839134" y="20780"/>
                </a:cubicBezTo>
                <a:cubicBezTo>
                  <a:pt x="841774" y="19475"/>
                  <a:pt x="844771" y="18823"/>
                  <a:pt x="848126" y="18823"/>
                </a:cubicBezTo>
                <a:cubicBezTo>
                  <a:pt x="851387" y="18823"/>
                  <a:pt x="854276" y="19336"/>
                  <a:pt x="856792" y="20361"/>
                </a:cubicBezTo>
                <a:cubicBezTo>
                  <a:pt x="859308" y="21386"/>
                  <a:pt x="861428" y="22838"/>
                  <a:pt x="863152" y="24717"/>
                </a:cubicBezTo>
                <a:cubicBezTo>
                  <a:pt x="864876" y="26596"/>
                  <a:pt x="866180" y="28879"/>
                  <a:pt x="867065" y="31566"/>
                </a:cubicBezTo>
                <a:cubicBezTo>
                  <a:pt x="867951" y="34253"/>
                  <a:pt x="868393" y="37258"/>
                  <a:pt x="868393" y="40581"/>
                </a:cubicBezTo>
                <a:moveTo>
                  <a:pt x="859960" y="39416"/>
                </a:moveTo>
                <a:cubicBezTo>
                  <a:pt x="860053" y="37335"/>
                  <a:pt x="859852" y="35433"/>
                  <a:pt x="859355" y="33709"/>
                </a:cubicBezTo>
                <a:cubicBezTo>
                  <a:pt x="858858" y="31985"/>
                  <a:pt x="858089" y="30502"/>
                  <a:pt x="857048" y="29260"/>
                </a:cubicBezTo>
                <a:cubicBezTo>
                  <a:pt x="856008" y="28017"/>
                  <a:pt x="854711" y="27046"/>
                  <a:pt x="853158" y="26348"/>
                </a:cubicBezTo>
                <a:cubicBezTo>
                  <a:pt x="851605" y="25649"/>
                  <a:pt x="849803" y="25299"/>
                  <a:pt x="847753" y="25299"/>
                </a:cubicBezTo>
                <a:cubicBezTo>
                  <a:pt x="845983" y="25299"/>
                  <a:pt x="844368" y="25641"/>
                  <a:pt x="842908" y="26324"/>
                </a:cubicBezTo>
                <a:cubicBezTo>
                  <a:pt x="841448" y="27008"/>
                  <a:pt x="840190" y="27970"/>
                  <a:pt x="839134" y="29213"/>
                </a:cubicBezTo>
                <a:cubicBezTo>
                  <a:pt x="838078" y="30455"/>
                  <a:pt x="837224" y="31946"/>
                  <a:pt x="836571" y="33686"/>
                </a:cubicBezTo>
                <a:cubicBezTo>
                  <a:pt x="835919" y="35425"/>
                  <a:pt x="835515" y="37335"/>
                  <a:pt x="835360" y="39416"/>
                </a:cubicBezTo>
                <a:lnTo>
                  <a:pt x="859960" y="39416"/>
                </a:lnTo>
                <a:close/>
                <a:moveTo>
                  <a:pt x="917084" y="64716"/>
                </a:moveTo>
                <a:cubicBezTo>
                  <a:pt x="914971" y="65523"/>
                  <a:pt x="912805" y="66121"/>
                  <a:pt x="910584" y="66510"/>
                </a:cubicBezTo>
                <a:cubicBezTo>
                  <a:pt x="908363" y="66898"/>
                  <a:pt x="906072" y="67092"/>
                  <a:pt x="903712" y="67092"/>
                </a:cubicBezTo>
                <a:cubicBezTo>
                  <a:pt x="896319" y="67092"/>
                  <a:pt x="890627" y="65088"/>
                  <a:pt x="886636" y="61082"/>
                </a:cubicBezTo>
                <a:cubicBezTo>
                  <a:pt x="882645" y="57075"/>
                  <a:pt x="880649" y="51220"/>
                  <a:pt x="880649" y="43517"/>
                </a:cubicBezTo>
                <a:cubicBezTo>
                  <a:pt x="880649" y="39820"/>
                  <a:pt x="881224" y="36466"/>
                  <a:pt x="882373" y="33453"/>
                </a:cubicBezTo>
                <a:cubicBezTo>
                  <a:pt x="883522" y="30440"/>
                  <a:pt x="885137" y="27862"/>
                  <a:pt x="887218" y="25719"/>
                </a:cubicBezTo>
                <a:cubicBezTo>
                  <a:pt x="889299" y="23575"/>
                  <a:pt x="891784" y="21921"/>
                  <a:pt x="894673" y="20757"/>
                </a:cubicBezTo>
                <a:cubicBezTo>
                  <a:pt x="897562" y="19592"/>
                  <a:pt x="900745" y="19009"/>
                  <a:pt x="904224" y="19009"/>
                </a:cubicBezTo>
                <a:cubicBezTo>
                  <a:pt x="906647" y="19009"/>
                  <a:pt x="908915" y="19184"/>
                  <a:pt x="911027" y="19534"/>
                </a:cubicBezTo>
                <a:cubicBezTo>
                  <a:pt x="913139" y="19882"/>
                  <a:pt x="915158" y="20453"/>
                  <a:pt x="917084" y="21246"/>
                </a:cubicBezTo>
                <a:lnTo>
                  <a:pt x="917084" y="28980"/>
                </a:lnTo>
                <a:cubicBezTo>
                  <a:pt x="915065" y="27907"/>
                  <a:pt x="913007" y="27127"/>
                  <a:pt x="910910" y="26639"/>
                </a:cubicBezTo>
                <a:cubicBezTo>
                  <a:pt x="908814" y="26150"/>
                  <a:pt x="906647" y="25905"/>
                  <a:pt x="904411" y="25905"/>
                </a:cubicBezTo>
                <a:cubicBezTo>
                  <a:pt x="902330" y="25905"/>
                  <a:pt x="900365" y="26301"/>
                  <a:pt x="898517" y="27093"/>
                </a:cubicBezTo>
                <a:cubicBezTo>
                  <a:pt x="896669" y="27885"/>
                  <a:pt x="895046" y="29027"/>
                  <a:pt x="893648" y="30518"/>
                </a:cubicBezTo>
                <a:cubicBezTo>
                  <a:pt x="892250" y="32008"/>
                  <a:pt x="891148" y="33826"/>
                  <a:pt x="890340" y="35969"/>
                </a:cubicBezTo>
                <a:cubicBezTo>
                  <a:pt x="889532" y="38112"/>
                  <a:pt x="889129" y="40535"/>
                  <a:pt x="889129" y="43237"/>
                </a:cubicBezTo>
                <a:cubicBezTo>
                  <a:pt x="889129" y="48890"/>
                  <a:pt x="890503" y="53122"/>
                  <a:pt x="893252" y="55933"/>
                </a:cubicBezTo>
                <a:cubicBezTo>
                  <a:pt x="896001" y="58744"/>
                  <a:pt x="899814" y="60150"/>
                  <a:pt x="904690" y="60150"/>
                </a:cubicBezTo>
                <a:cubicBezTo>
                  <a:pt x="906896" y="60150"/>
                  <a:pt x="909031" y="59901"/>
                  <a:pt x="911097" y="59404"/>
                </a:cubicBezTo>
                <a:cubicBezTo>
                  <a:pt x="913162" y="58907"/>
                  <a:pt x="915158" y="58162"/>
                  <a:pt x="917084" y="57168"/>
                </a:cubicBezTo>
                <a:lnTo>
                  <a:pt x="917084" y="64716"/>
                </a:lnTo>
                <a:close/>
                <a:moveTo>
                  <a:pt x="970293" y="65741"/>
                </a:moveTo>
                <a:cubicBezTo>
                  <a:pt x="968461" y="66223"/>
                  <a:pt x="966566" y="66569"/>
                  <a:pt x="964609" y="66777"/>
                </a:cubicBezTo>
                <a:cubicBezTo>
                  <a:pt x="962652" y="66987"/>
                  <a:pt x="960664" y="67092"/>
                  <a:pt x="958645" y="67092"/>
                </a:cubicBezTo>
                <a:cubicBezTo>
                  <a:pt x="952775" y="67092"/>
                  <a:pt x="948395" y="65764"/>
                  <a:pt x="945506" y="63108"/>
                </a:cubicBezTo>
                <a:cubicBezTo>
                  <a:pt x="942618" y="60453"/>
                  <a:pt x="941173" y="56376"/>
                  <a:pt x="941173" y="50878"/>
                </a:cubicBezTo>
                <a:lnTo>
                  <a:pt x="941173" y="26464"/>
                </a:lnTo>
                <a:lnTo>
                  <a:pt x="928081" y="26464"/>
                </a:lnTo>
                <a:lnTo>
                  <a:pt x="928081" y="19662"/>
                </a:lnTo>
                <a:lnTo>
                  <a:pt x="941173" y="19662"/>
                </a:lnTo>
                <a:lnTo>
                  <a:pt x="941173" y="6762"/>
                </a:lnTo>
                <a:lnTo>
                  <a:pt x="949280" y="4659"/>
                </a:lnTo>
                <a:lnTo>
                  <a:pt x="949280" y="19662"/>
                </a:lnTo>
                <a:lnTo>
                  <a:pt x="970293" y="19662"/>
                </a:lnTo>
                <a:lnTo>
                  <a:pt x="970293" y="26464"/>
                </a:lnTo>
                <a:lnTo>
                  <a:pt x="949280" y="26464"/>
                </a:lnTo>
                <a:lnTo>
                  <a:pt x="949280" y="50226"/>
                </a:lnTo>
                <a:cubicBezTo>
                  <a:pt x="949280" y="53580"/>
                  <a:pt x="950173" y="56089"/>
                  <a:pt x="951959" y="57750"/>
                </a:cubicBezTo>
                <a:cubicBezTo>
                  <a:pt x="953745" y="59412"/>
                  <a:pt x="956378" y="60243"/>
                  <a:pt x="959857" y="60243"/>
                </a:cubicBezTo>
                <a:cubicBezTo>
                  <a:pt x="961348" y="60243"/>
                  <a:pt x="962978" y="60123"/>
                  <a:pt x="964749" y="59883"/>
                </a:cubicBezTo>
                <a:cubicBezTo>
                  <a:pt x="966519" y="59643"/>
                  <a:pt x="968367" y="59265"/>
                  <a:pt x="970293" y="58752"/>
                </a:cubicBezTo>
                <a:lnTo>
                  <a:pt x="970293" y="65741"/>
                </a:lnTo>
                <a:close/>
                <a:moveTo>
                  <a:pt x="1022059" y="559"/>
                </a:moveTo>
                <a:lnTo>
                  <a:pt x="990097" y="76503"/>
                </a:lnTo>
                <a:lnTo>
                  <a:pt x="982362" y="76503"/>
                </a:lnTo>
                <a:lnTo>
                  <a:pt x="1014324" y="559"/>
                </a:lnTo>
                <a:lnTo>
                  <a:pt x="1022059" y="559"/>
                </a:lnTo>
                <a:close/>
                <a:moveTo>
                  <a:pt x="1072659" y="64716"/>
                </a:moveTo>
                <a:cubicBezTo>
                  <a:pt x="1070547" y="65523"/>
                  <a:pt x="1068380" y="66121"/>
                  <a:pt x="1066160" y="66510"/>
                </a:cubicBezTo>
                <a:cubicBezTo>
                  <a:pt x="1063939" y="66898"/>
                  <a:pt x="1061648" y="67092"/>
                  <a:pt x="1059287" y="67092"/>
                </a:cubicBezTo>
                <a:cubicBezTo>
                  <a:pt x="1051895" y="67092"/>
                  <a:pt x="1046203" y="65088"/>
                  <a:pt x="1042211" y="61082"/>
                </a:cubicBezTo>
                <a:cubicBezTo>
                  <a:pt x="1038220" y="57075"/>
                  <a:pt x="1036224" y="51220"/>
                  <a:pt x="1036224" y="43517"/>
                </a:cubicBezTo>
                <a:cubicBezTo>
                  <a:pt x="1036224" y="39820"/>
                  <a:pt x="1036799" y="36466"/>
                  <a:pt x="1037948" y="33453"/>
                </a:cubicBezTo>
                <a:cubicBezTo>
                  <a:pt x="1039098" y="30440"/>
                  <a:pt x="1040713" y="27862"/>
                  <a:pt x="1042794" y="25719"/>
                </a:cubicBezTo>
                <a:cubicBezTo>
                  <a:pt x="1044875" y="23575"/>
                  <a:pt x="1047360" y="21921"/>
                  <a:pt x="1050248" y="20757"/>
                </a:cubicBezTo>
                <a:cubicBezTo>
                  <a:pt x="1053137" y="19592"/>
                  <a:pt x="1056321" y="19009"/>
                  <a:pt x="1059800" y="19009"/>
                </a:cubicBezTo>
                <a:cubicBezTo>
                  <a:pt x="1062223" y="19009"/>
                  <a:pt x="1064490" y="19184"/>
                  <a:pt x="1066602" y="19534"/>
                </a:cubicBezTo>
                <a:cubicBezTo>
                  <a:pt x="1068714" y="19882"/>
                  <a:pt x="1070733" y="20453"/>
                  <a:pt x="1072659" y="21246"/>
                </a:cubicBezTo>
                <a:lnTo>
                  <a:pt x="1072659" y="28980"/>
                </a:lnTo>
                <a:cubicBezTo>
                  <a:pt x="1070640" y="27907"/>
                  <a:pt x="1068582" y="27127"/>
                  <a:pt x="1066486" y="26639"/>
                </a:cubicBezTo>
                <a:cubicBezTo>
                  <a:pt x="1064389" y="26150"/>
                  <a:pt x="1062223" y="25905"/>
                  <a:pt x="1059986" y="25905"/>
                </a:cubicBezTo>
                <a:cubicBezTo>
                  <a:pt x="1057905" y="25905"/>
                  <a:pt x="1055940" y="26301"/>
                  <a:pt x="1054092" y="27093"/>
                </a:cubicBezTo>
                <a:cubicBezTo>
                  <a:pt x="1052244" y="27885"/>
                  <a:pt x="1050621" y="29027"/>
                  <a:pt x="1049223" y="30518"/>
                </a:cubicBezTo>
                <a:cubicBezTo>
                  <a:pt x="1047826" y="32008"/>
                  <a:pt x="1046723" y="33826"/>
                  <a:pt x="1045915" y="35969"/>
                </a:cubicBezTo>
                <a:cubicBezTo>
                  <a:pt x="1045108" y="38112"/>
                  <a:pt x="1044704" y="40535"/>
                  <a:pt x="1044704" y="43237"/>
                </a:cubicBezTo>
                <a:cubicBezTo>
                  <a:pt x="1044704" y="48890"/>
                  <a:pt x="1046079" y="53122"/>
                  <a:pt x="1048827" y="55933"/>
                </a:cubicBezTo>
                <a:cubicBezTo>
                  <a:pt x="1051576" y="58744"/>
                  <a:pt x="1055389" y="60150"/>
                  <a:pt x="1060266" y="60150"/>
                </a:cubicBezTo>
                <a:cubicBezTo>
                  <a:pt x="1062471" y="60150"/>
                  <a:pt x="1064606" y="59901"/>
                  <a:pt x="1066672" y="59404"/>
                </a:cubicBezTo>
                <a:cubicBezTo>
                  <a:pt x="1068738" y="58907"/>
                  <a:pt x="1070733" y="58162"/>
                  <a:pt x="1072659" y="57168"/>
                </a:cubicBezTo>
                <a:lnTo>
                  <a:pt x="1072659" y="64716"/>
                </a:lnTo>
                <a:close/>
                <a:moveTo>
                  <a:pt x="1118228" y="66440"/>
                </a:moveTo>
                <a:lnTo>
                  <a:pt x="1118041" y="60137"/>
                </a:lnTo>
                <a:cubicBezTo>
                  <a:pt x="1115494" y="62657"/>
                  <a:pt x="1112908" y="64478"/>
                  <a:pt x="1110284" y="65598"/>
                </a:cubicBezTo>
                <a:cubicBezTo>
                  <a:pt x="1107659" y="66718"/>
                  <a:pt x="1104902" y="67278"/>
                  <a:pt x="1102014" y="67278"/>
                </a:cubicBezTo>
                <a:cubicBezTo>
                  <a:pt x="1099343" y="67278"/>
                  <a:pt x="1097060" y="66936"/>
                  <a:pt x="1095165" y="66252"/>
                </a:cubicBezTo>
                <a:cubicBezTo>
                  <a:pt x="1093270" y="65567"/>
                  <a:pt x="1091709" y="64626"/>
                  <a:pt x="1090482" y="63429"/>
                </a:cubicBezTo>
                <a:cubicBezTo>
                  <a:pt x="1089255" y="62231"/>
                  <a:pt x="1088355" y="60823"/>
                  <a:pt x="1087780" y="59205"/>
                </a:cubicBezTo>
                <a:cubicBezTo>
                  <a:pt x="1087205" y="57587"/>
                  <a:pt x="1086918" y="55829"/>
                  <a:pt x="1086918" y="53931"/>
                </a:cubicBezTo>
                <a:cubicBezTo>
                  <a:pt x="1086918" y="49233"/>
                  <a:pt x="1088665" y="45554"/>
                  <a:pt x="1092160" y="42895"/>
                </a:cubicBezTo>
                <a:cubicBezTo>
                  <a:pt x="1095654" y="40234"/>
                  <a:pt x="1100818" y="38904"/>
                  <a:pt x="1107651" y="38904"/>
                </a:cubicBezTo>
                <a:lnTo>
                  <a:pt x="1117342" y="38904"/>
                </a:lnTo>
                <a:lnTo>
                  <a:pt x="1117342" y="34818"/>
                </a:lnTo>
                <a:cubicBezTo>
                  <a:pt x="1117342" y="32064"/>
                  <a:pt x="1116457" y="29858"/>
                  <a:pt x="1114687" y="28202"/>
                </a:cubicBezTo>
                <a:cubicBezTo>
                  <a:pt x="1112916" y="26547"/>
                  <a:pt x="1110214" y="25719"/>
                  <a:pt x="1106580" y="25719"/>
                </a:cubicBezTo>
                <a:cubicBezTo>
                  <a:pt x="1103940" y="25719"/>
                  <a:pt x="1101338" y="26018"/>
                  <a:pt x="1098776" y="26617"/>
                </a:cubicBezTo>
                <a:cubicBezTo>
                  <a:pt x="1096213" y="27215"/>
                  <a:pt x="1093565" y="28065"/>
                  <a:pt x="1090832" y="29166"/>
                </a:cubicBezTo>
                <a:lnTo>
                  <a:pt x="1090832" y="21851"/>
                </a:lnTo>
                <a:cubicBezTo>
                  <a:pt x="1091857" y="21473"/>
                  <a:pt x="1092998" y="21102"/>
                  <a:pt x="1094256" y="20739"/>
                </a:cubicBezTo>
                <a:cubicBezTo>
                  <a:pt x="1095514" y="20376"/>
                  <a:pt x="1096842" y="20053"/>
                  <a:pt x="1098240" y="19769"/>
                </a:cubicBezTo>
                <a:cubicBezTo>
                  <a:pt x="1099638" y="19485"/>
                  <a:pt x="1101097" y="19256"/>
                  <a:pt x="1102619" y="19084"/>
                </a:cubicBezTo>
                <a:cubicBezTo>
                  <a:pt x="1104141" y="18910"/>
                  <a:pt x="1105679" y="18823"/>
                  <a:pt x="1107232" y="18823"/>
                </a:cubicBezTo>
                <a:cubicBezTo>
                  <a:pt x="1110059" y="18823"/>
                  <a:pt x="1112606" y="19134"/>
                  <a:pt x="1114873" y="19755"/>
                </a:cubicBezTo>
                <a:cubicBezTo>
                  <a:pt x="1117141" y="20376"/>
                  <a:pt x="1119059" y="21323"/>
                  <a:pt x="1120627" y="22597"/>
                </a:cubicBezTo>
                <a:cubicBezTo>
                  <a:pt x="1122196" y="23870"/>
                  <a:pt x="1123399" y="25470"/>
                  <a:pt x="1124238" y="27396"/>
                </a:cubicBezTo>
                <a:cubicBezTo>
                  <a:pt x="1125077" y="29322"/>
                  <a:pt x="1125496" y="31589"/>
                  <a:pt x="1125496" y="34198"/>
                </a:cubicBezTo>
                <a:lnTo>
                  <a:pt x="1125496" y="66440"/>
                </a:lnTo>
                <a:lnTo>
                  <a:pt x="1118228" y="66440"/>
                </a:lnTo>
                <a:moveTo>
                  <a:pt x="1117342" y="45101"/>
                </a:moveTo>
                <a:lnTo>
                  <a:pt x="1107046" y="45101"/>
                </a:lnTo>
                <a:cubicBezTo>
                  <a:pt x="1105027" y="45101"/>
                  <a:pt x="1103287" y="45304"/>
                  <a:pt x="1101827" y="45709"/>
                </a:cubicBezTo>
                <a:cubicBezTo>
                  <a:pt x="1100368" y="46114"/>
                  <a:pt x="1099172" y="46690"/>
                  <a:pt x="1098240" y="47438"/>
                </a:cubicBezTo>
                <a:cubicBezTo>
                  <a:pt x="1097308" y="48185"/>
                  <a:pt x="1096617" y="49081"/>
                  <a:pt x="1096167" y="50125"/>
                </a:cubicBezTo>
                <a:cubicBezTo>
                  <a:pt x="1095716" y="51169"/>
                  <a:pt x="1095491" y="52345"/>
                  <a:pt x="1095491" y="53653"/>
                </a:cubicBezTo>
                <a:cubicBezTo>
                  <a:pt x="1095491" y="54557"/>
                  <a:pt x="1095631" y="55422"/>
                  <a:pt x="1095910" y="56248"/>
                </a:cubicBezTo>
                <a:cubicBezTo>
                  <a:pt x="1096190" y="57073"/>
                  <a:pt x="1096640" y="57805"/>
                  <a:pt x="1097261" y="58443"/>
                </a:cubicBezTo>
                <a:cubicBezTo>
                  <a:pt x="1097883" y="59082"/>
                  <a:pt x="1098690" y="59588"/>
                  <a:pt x="1099684" y="59962"/>
                </a:cubicBezTo>
                <a:cubicBezTo>
                  <a:pt x="1100678" y="60336"/>
                  <a:pt x="1101890" y="60522"/>
                  <a:pt x="1103318" y="60522"/>
                </a:cubicBezTo>
                <a:cubicBezTo>
                  <a:pt x="1105182" y="60522"/>
                  <a:pt x="1107317" y="59954"/>
                  <a:pt x="1109725" y="58818"/>
                </a:cubicBezTo>
                <a:cubicBezTo>
                  <a:pt x="1112132" y="57680"/>
                  <a:pt x="1114671" y="55880"/>
                  <a:pt x="1117342" y="53419"/>
                </a:cubicBezTo>
                <a:lnTo>
                  <a:pt x="1117342" y="45101"/>
                </a:lnTo>
                <a:close/>
                <a:moveTo>
                  <a:pt x="1177075" y="53674"/>
                </a:moveTo>
                <a:cubicBezTo>
                  <a:pt x="1177075" y="55320"/>
                  <a:pt x="1176795" y="56795"/>
                  <a:pt x="1176236" y="58100"/>
                </a:cubicBezTo>
                <a:cubicBezTo>
                  <a:pt x="1175677" y="59404"/>
                  <a:pt x="1174916" y="60561"/>
                  <a:pt x="1173953" y="61571"/>
                </a:cubicBezTo>
                <a:cubicBezTo>
                  <a:pt x="1172990" y="62580"/>
                  <a:pt x="1171872" y="63442"/>
                  <a:pt x="1170599" y="64157"/>
                </a:cubicBezTo>
                <a:cubicBezTo>
                  <a:pt x="1169325" y="64871"/>
                  <a:pt x="1167966" y="65461"/>
                  <a:pt x="1166522" y="65927"/>
                </a:cubicBezTo>
                <a:cubicBezTo>
                  <a:pt x="1165078" y="66393"/>
                  <a:pt x="1163594" y="66735"/>
                  <a:pt x="1162072" y="66952"/>
                </a:cubicBezTo>
                <a:cubicBezTo>
                  <a:pt x="1160550" y="67170"/>
                  <a:pt x="1159059" y="67278"/>
                  <a:pt x="1157600" y="67278"/>
                </a:cubicBezTo>
                <a:cubicBezTo>
                  <a:pt x="1154431" y="67278"/>
                  <a:pt x="1151519" y="67139"/>
                  <a:pt x="1148864" y="66859"/>
                </a:cubicBezTo>
                <a:cubicBezTo>
                  <a:pt x="1146208" y="66579"/>
                  <a:pt x="1143607" y="66129"/>
                  <a:pt x="1141060" y="65508"/>
                </a:cubicBezTo>
                <a:lnTo>
                  <a:pt x="1141060" y="58053"/>
                </a:lnTo>
                <a:cubicBezTo>
                  <a:pt x="1143793" y="58830"/>
                  <a:pt x="1146511" y="59420"/>
                  <a:pt x="1149213" y="59824"/>
                </a:cubicBezTo>
                <a:cubicBezTo>
                  <a:pt x="1151915" y="60227"/>
                  <a:pt x="1154602" y="60429"/>
                  <a:pt x="1157273" y="60429"/>
                </a:cubicBezTo>
                <a:cubicBezTo>
                  <a:pt x="1161156" y="60429"/>
                  <a:pt x="1164029" y="59901"/>
                  <a:pt x="1165893" y="58845"/>
                </a:cubicBezTo>
                <a:cubicBezTo>
                  <a:pt x="1167757" y="57789"/>
                  <a:pt x="1168688" y="56283"/>
                  <a:pt x="1168688" y="54326"/>
                </a:cubicBezTo>
                <a:cubicBezTo>
                  <a:pt x="1168688" y="53487"/>
                  <a:pt x="1168541" y="52734"/>
                  <a:pt x="1168246" y="52066"/>
                </a:cubicBezTo>
                <a:cubicBezTo>
                  <a:pt x="1167951" y="51398"/>
                  <a:pt x="1167415" y="50762"/>
                  <a:pt x="1166638" y="50156"/>
                </a:cubicBezTo>
                <a:cubicBezTo>
                  <a:pt x="1165862" y="49550"/>
                  <a:pt x="1164658" y="48921"/>
                  <a:pt x="1163027" y="48269"/>
                </a:cubicBezTo>
                <a:cubicBezTo>
                  <a:pt x="1161397" y="47617"/>
                  <a:pt x="1159168" y="46871"/>
                  <a:pt x="1156342" y="46033"/>
                </a:cubicBezTo>
                <a:cubicBezTo>
                  <a:pt x="1154229" y="45411"/>
                  <a:pt x="1152280" y="44705"/>
                  <a:pt x="1150494" y="43913"/>
                </a:cubicBezTo>
                <a:cubicBezTo>
                  <a:pt x="1148708" y="43121"/>
                  <a:pt x="1147163" y="42181"/>
                  <a:pt x="1145858" y="41094"/>
                </a:cubicBezTo>
                <a:cubicBezTo>
                  <a:pt x="1144554" y="40007"/>
                  <a:pt x="1143529" y="38733"/>
                  <a:pt x="1142783" y="37273"/>
                </a:cubicBezTo>
                <a:cubicBezTo>
                  <a:pt x="1142038" y="35813"/>
                  <a:pt x="1141665" y="34090"/>
                  <a:pt x="1141665" y="32102"/>
                </a:cubicBezTo>
                <a:cubicBezTo>
                  <a:pt x="1141665" y="30797"/>
                  <a:pt x="1141968" y="29368"/>
                  <a:pt x="1142574" y="27815"/>
                </a:cubicBezTo>
                <a:cubicBezTo>
                  <a:pt x="1143179" y="26262"/>
                  <a:pt x="1144212" y="24818"/>
                  <a:pt x="1145672" y="23482"/>
                </a:cubicBezTo>
                <a:cubicBezTo>
                  <a:pt x="1147132" y="22147"/>
                  <a:pt x="1149104" y="21036"/>
                  <a:pt x="1151589" y="20151"/>
                </a:cubicBezTo>
                <a:cubicBezTo>
                  <a:pt x="1154074" y="19266"/>
                  <a:pt x="1157180" y="18823"/>
                  <a:pt x="1160908" y="18823"/>
                </a:cubicBezTo>
                <a:cubicBezTo>
                  <a:pt x="1162740" y="18823"/>
                  <a:pt x="1164775" y="18924"/>
                  <a:pt x="1167011" y="19126"/>
                </a:cubicBezTo>
                <a:cubicBezTo>
                  <a:pt x="1169247" y="19328"/>
                  <a:pt x="1171577" y="19677"/>
                  <a:pt x="1174000" y="20174"/>
                </a:cubicBezTo>
                <a:lnTo>
                  <a:pt x="1174000" y="27396"/>
                </a:lnTo>
                <a:cubicBezTo>
                  <a:pt x="1171453" y="26775"/>
                  <a:pt x="1169038" y="26316"/>
                  <a:pt x="1166755" y="26021"/>
                </a:cubicBezTo>
                <a:cubicBezTo>
                  <a:pt x="1164472" y="25726"/>
                  <a:pt x="1162492" y="25579"/>
                  <a:pt x="1160814" y="25579"/>
                </a:cubicBezTo>
                <a:cubicBezTo>
                  <a:pt x="1158795" y="25579"/>
                  <a:pt x="1157095" y="25734"/>
                  <a:pt x="1155713" y="26045"/>
                </a:cubicBezTo>
                <a:cubicBezTo>
                  <a:pt x="1154330" y="26355"/>
                  <a:pt x="1153212" y="26782"/>
                  <a:pt x="1152358" y="27326"/>
                </a:cubicBezTo>
                <a:cubicBezTo>
                  <a:pt x="1151504" y="27870"/>
                  <a:pt x="1150890" y="28506"/>
                  <a:pt x="1150518" y="29236"/>
                </a:cubicBezTo>
                <a:cubicBezTo>
                  <a:pt x="1150145" y="29966"/>
                  <a:pt x="1149959" y="30750"/>
                  <a:pt x="1149959" y="31589"/>
                </a:cubicBezTo>
                <a:cubicBezTo>
                  <a:pt x="1149959" y="32428"/>
                  <a:pt x="1150122" y="33189"/>
                  <a:pt x="1150448" y="33872"/>
                </a:cubicBezTo>
                <a:cubicBezTo>
                  <a:pt x="1150774" y="34555"/>
                  <a:pt x="1151380" y="35215"/>
                  <a:pt x="1152265" y="35852"/>
                </a:cubicBezTo>
                <a:cubicBezTo>
                  <a:pt x="1153150" y="36489"/>
                  <a:pt x="1154385" y="37126"/>
                  <a:pt x="1155969" y="37762"/>
                </a:cubicBezTo>
                <a:cubicBezTo>
                  <a:pt x="1157553" y="38399"/>
                  <a:pt x="1159619" y="39090"/>
                  <a:pt x="1162166" y="39836"/>
                </a:cubicBezTo>
                <a:cubicBezTo>
                  <a:pt x="1164930" y="40643"/>
                  <a:pt x="1167260" y="41490"/>
                  <a:pt x="1169154" y="42375"/>
                </a:cubicBezTo>
                <a:cubicBezTo>
                  <a:pt x="1171049" y="43260"/>
                  <a:pt x="1172587" y="44246"/>
                  <a:pt x="1173767" y="45334"/>
                </a:cubicBezTo>
                <a:cubicBezTo>
                  <a:pt x="1174947" y="46421"/>
                  <a:pt x="1175794" y="47648"/>
                  <a:pt x="1176306" y="49014"/>
                </a:cubicBezTo>
                <a:cubicBezTo>
                  <a:pt x="1176819" y="50381"/>
                  <a:pt x="1177075" y="51934"/>
                  <a:pt x="1177075" y="53674"/>
                </a:cubicBezTo>
                <a:close/>
                <a:moveTo>
                  <a:pt x="1228234" y="64716"/>
                </a:moveTo>
                <a:cubicBezTo>
                  <a:pt x="1226122" y="65523"/>
                  <a:pt x="1223956" y="66121"/>
                  <a:pt x="1221735" y="66510"/>
                </a:cubicBezTo>
                <a:cubicBezTo>
                  <a:pt x="1219514" y="66898"/>
                  <a:pt x="1217223" y="67092"/>
                  <a:pt x="1214863" y="67092"/>
                </a:cubicBezTo>
                <a:cubicBezTo>
                  <a:pt x="1207470" y="67092"/>
                  <a:pt x="1201778" y="65088"/>
                  <a:pt x="1197787" y="61082"/>
                </a:cubicBezTo>
                <a:cubicBezTo>
                  <a:pt x="1193795" y="57075"/>
                  <a:pt x="1191800" y="51220"/>
                  <a:pt x="1191800" y="43517"/>
                </a:cubicBezTo>
                <a:cubicBezTo>
                  <a:pt x="1191800" y="39820"/>
                  <a:pt x="1192374" y="36466"/>
                  <a:pt x="1193524" y="33453"/>
                </a:cubicBezTo>
                <a:cubicBezTo>
                  <a:pt x="1194673" y="30440"/>
                  <a:pt x="1196288" y="27862"/>
                  <a:pt x="1198369" y="25719"/>
                </a:cubicBezTo>
                <a:cubicBezTo>
                  <a:pt x="1200450" y="23575"/>
                  <a:pt x="1202935" y="21921"/>
                  <a:pt x="1205824" y="20757"/>
                </a:cubicBezTo>
                <a:cubicBezTo>
                  <a:pt x="1208713" y="19592"/>
                  <a:pt x="1211896" y="19009"/>
                  <a:pt x="1215375" y="19009"/>
                </a:cubicBezTo>
                <a:cubicBezTo>
                  <a:pt x="1217798" y="19009"/>
                  <a:pt x="1220065" y="19184"/>
                  <a:pt x="1222178" y="19534"/>
                </a:cubicBezTo>
                <a:cubicBezTo>
                  <a:pt x="1224290" y="19882"/>
                  <a:pt x="1226309" y="20453"/>
                  <a:pt x="1228234" y="21246"/>
                </a:cubicBezTo>
                <a:lnTo>
                  <a:pt x="1228234" y="28980"/>
                </a:lnTo>
                <a:cubicBezTo>
                  <a:pt x="1226215" y="27907"/>
                  <a:pt x="1224158" y="27127"/>
                  <a:pt x="1222061" y="26639"/>
                </a:cubicBezTo>
                <a:cubicBezTo>
                  <a:pt x="1219964" y="26150"/>
                  <a:pt x="1217798" y="25905"/>
                  <a:pt x="1215562" y="25905"/>
                </a:cubicBezTo>
                <a:cubicBezTo>
                  <a:pt x="1213480" y="25905"/>
                  <a:pt x="1211516" y="26301"/>
                  <a:pt x="1209668" y="27093"/>
                </a:cubicBezTo>
                <a:cubicBezTo>
                  <a:pt x="1207820" y="27885"/>
                  <a:pt x="1206197" y="29027"/>
                  <a:pt x="1204799" y="30518"/>
                </a:cubicBezTo>
                <a:cubicBezTo>
                  <a:pt x="1203401" y="32008"/>
                  <a:pt x="1202298" y="33826"/>
                  <a:pt x="1201491" y="35969"/>
                </a:cubicBezTo>
                <a:cubicBezTo>
                  <a:pt x="1200683" y="38112"/>
                  <a:pt x="1200279" y="40535"/>
                  <a:pt x="1200279" y="43237"/>
                </a:cubicBezTo>
                <a:cubicBezTo>
                  <a:pt x="1200279" y="48890"/>
                  <a:pt x="1201654" y="53122"/>
                  <a:pt x="1204403" y="55933"/>
                </a:cubicBezTo>
                <a:cubicBezTo>
                  <a:pt x="1207152" y="58744"/>
                  <a:pt x="1210964" y="60150"/>
                  <a:pt x="1215841" y="60150"/>
                </a:cubicBezTo>
                <a:cubicBezTo>
                  <a:pt x="1218046" y="60150"/>
                  <a:pt x="1220182" y="59901"/>
                  <a:pt x="1222247" y="59404"/>
                </a:cubicBezTo>
                <a:cubicBezTo>
                  <a:pt x="1224313" y="58907"/>
                  <a:pt x="1226309" y="58162"/>
                  <a:pt x="1228234" y="57168"/>
                </a:cubicBezTo>
                <a:lnTo>
                  <a:pt x="1228234" y="64716"/>
                </a:lnTo>
                <a:close/>
                <a:moveTo>
                  <a:pt x="1273803" y="66440"/>
                </a:moveTo>
                <a:lnTo>
                  <a:pt x="1273617" y="60137"/>
                </a:lnTo>
                <a:cubicBezTo>
                  <a:pt x="1271070" y="62657"/>
                  <a:pt x="1268484" y="64478"/>
                  <a:pt x="1265859" y="65598"/>
                </a:cubicBezTo>
                <a:cubicBezTo>
                  <a:pt x="1263235" y="66718"/>
                  <a:pt x="1260478" y="67278"/>
                  <a:pt x="1257589" y="67278"/>
                </a:cubicBezTo>
                <a:cubicBezTo>
                  <a:pt x="1254918" y="67278"/>
                  <a:pt x="1252635" y="66936"/>
                  <a:pt x="1250740" y="66252"/>
                </a:cubicBezTo>
                <a:cubicBezTo>
                  <a:pt x="1248845" y="65567"/>
                  <a:pt x="1247285" y="64626"/>
                  <a:pt x="1246058" y="63429"/>
                </a:cubicBezTo>
                <a:cubicBezTo>
                  <a:pt x="1244831" y="62231"/>
                  <a:pt x="1243930" y="60823"/>
                  <a:pt x="1243355" y="59205"/>
                </a:cubicBezTo>
                <a:cubicBezTo>
                  <a:pt x="1242781" y="57587"/>
                  <a:pt x="1242494" y="55829"/>
                  <a:pt x="1242494" y="53931"/>
                </a:cubicBezTo>
                <a:cubicBezTo>
                  <a:pt x="1242494" y="49233"/>
                  <a:pt x="1244241" y="45554"/>
                  <a:pt x="1247735" y="42895"/>
                </a:cubicBezTo>
                <a:cubicBezTo>
                  <a:pt x="1251229" y="40234"/>
                  <a:pt x="1256393" y="38904"/>
                  <a:pt x="1263227" y="38904"/>
                </a:cubicBezTo>
                <a:lnTo>
                  <a:pt x="1272918" y="38904"/>
                </a:lnTo>
                <a:lnTo>
                  <a:pt x="1272918" y="34818"/>
                </a:lnTo>
                <a:cubicBezTo>
                  <a:pt x="1272918" y="32064"/>
                  <a:pt x="1272033" y="29858"/>
                  <a:pt x="1270262" y="28202"/>
                </a:cubicBezTo>
                <a:cubicBezTo>
                  <a:pt x="1268492" y="26547"/>
                  <a:pt x="1265789" y="25719"/>
                  <a:pt x="1262155" y="25719"/>
                </a:cubicBezTo>
                <a:cubicBezTo>
                  <a:pt x="1259515" y="25719"/>
                  <a:pt x="1256914" y="26018"/>
                  <a:pt x="1254351" y="26617"/>
                </a:cubicBezTo>
                <a:cubicBezTo>
                  <a:pt x="1251789" y="27215"/>
                  <a:pt x="1249141" y="28065"/>
                  <a:pt x="1246407" y="29166"/>
                </a:cubicBezTo>
                <a:lnTo>
                  <a:pt x="1246407" y="21851"/>
                </a:lnTo>
                <a:cubicBezTo>
                  <a:pt x="1247432" y="21473"/>
                  <a:pt x="1248574" y="21102"/>
                  <a:pt x="1249832" y="20739"/>
                </a:cubicBezTo>
                <a:cubicBezTo>
                  <a:pt x="1251090" y="20376"/>
                  <a:pt x="1252418" y="20053"/>
                  <a:pt x="1253815" y="19769"/>
                </a:cubicBezTo>
                <a:cubicBezTo>
                  <a:pt x="1255213" y="19485"/>
                  <a:pt x="1256673" y="19256"/>
                  <a:pt x="1258195" y="19084"/>
                </a:cubicBezTo>
                <a:cubicBezTo>
                  <a:pt x="1259717" y="18910"/>
                  <a:pt x="1261254" y="18823"/>
                  <a:pt x="1262807" y="18823"/>
                </a:cubicBezTo>
                <a:cubicBezTo>
                  <a:pt x="1265634" y="18823"/>
                  <a:pt x="1268181" y="19134"/>
                  <a:pt x="1270448" y="19755"/>
                </a:cubicBezTo>
                <a:cubicBezTo>
                  <a:pt x="1272716" y="20376"/>
                  <a:pt x="1274634" y="21323"/>
                  <a:pt x="1276203" y="22597"/>
                </a:cubicBezTo>
                <a:cubicBezTo>
                  <a:pt x="1277771" y="23870"/>
                  <a:pt x="1278975" y="25470"/>
                  <a:pt x="1279813" y="27396"/>
                </a:cubicBezTo>
                <a:cubicBezTo>
                  <a:pt x="1280652" y="29322"/>
                  <a:pt x="1281071" y="31589"/>
                  <a:pt x="1281071" y="34198"/>
                </a:cubicBezTo>
                <a:lnTo>
                  <a:pt x="1281071" y="66440"/>
                </a:lnTo>
                <a:lnTo>
                  <a:pt x="1273803" y="66440"/>
                </a:lnTo>
                <a:moveTo>
                  <a:pt x="1272918" y="45101"/>
                </a:moveTo>
                <a:lnTo>
                  <a:pt x="1262621" y="45101"/>
                </a:lnTo>
                <a:cubicBezTo>
                  <a:pt x="1260602" y="45101"/>
                  <a:pt x="1258863" y="45304"/>
                  <a:pt x="1257403" y="45709"/>
                </a:cubicBezTo>
                <a:cubicBezTo>
                  <a:pt x="1255943" y="46114"/>
                  <a:pt x="1254747" y="46690"/>
                  <a:pt x="1253815" y="47438"/>
                </a:cubicBezTo>
                <a:cubicBezTo>
                  <a:pt x="1252883" y="48185"/>
                  <a:pt x="1252192" y="49081"/>
                  <a:pt x="1251742" y="50125"/>
                </a:cubicBezTo>
                <a:cubicBezTo>
                  <a:pt x="1251292" y="51169"/>
                  <a:pt x="1251066" y="52345"/>
                  <a:pt x="1251066" y="53653"/>
                </a:cubicBezTo>
                <a:cubicBezTo>
                  <a:pt x="1251066" y="54557"/>
                  <a:pt x="1251206" y="55422"/>
                  <a:pt x="1251486" y="56248"/>
                </a:cubicBezTo>
                <a:cubicBezTo>
                  <a:pt x="1251765" y="57073"/>
                  <a:pt x="1252216" y="57805"/>
                  <a:pt x="1252837" y="58443"/>
                </a:cubicBezTo>
                <a:cubicBezTo>
                  <a:pt x="1253458" y="59082"/>
                  <a:pt x="1254266" y="59588"/>
                  <a:pt x="1255260" y="59962"/>
                </a:cubicBezTo>
                <a:cubicBezTo>
                  <a:pt x="1256254" y="60336"/>
                  <a:pt x="1257465" y="60522"/>
                  <a:pt x="1258894" y="60522"/>
                </a:cubicBezTo>
                <a:cubicBezTo>
                  <a:pt x="1260757" y="60522"/>
                  <a:pt x="1262893" y="59954"/>
                  <a:pt x="1265300" y="58818"/>
                </a:cubicBezTo>
                <a:cubicBezTo>
                  <a:pt x="1267707" y="57680"/>
                  <a:pt x="1270247" y="55880"/>
                  <a:pt x="1272918" y="53419"/>
                </a:cubicBezTo>
                <a:lnTo>
                  <a:pt x="1272918" y="45101"/>
                </a:lnTo>
                <a:close/>
                <a:moveTo>
                  <a:pt x="1293234" y="44029"/>
                </a:moveTo>
                <a:cubicBezTo>
                  <a:pt x="1293234" y="40053"/>
                  <a:pt x="1293777" y="36520"/>
                  <a:pt x="1294864" y="33429"/>
                </a:cubicBezTo>
                <a:cubicBezTo>
                  <a:pt x="1295952" y="30339"/>
                  <a:pt x="1297497" y="27730"/>
                  <a:pt x="1299500" y="25602"/>
                </a:cubicBezTo>
                <a:cubicBezTo>
                  <a:pt x="1301504" y="23474"/>
                  <a:pt x="1303911" y="21859"/>
                  <a:pt x="1306722" y="20757"/>
                </a:cubicBezTo>
                <a:cubicBezTo>
                  <a:pt x="1309533" y="19654"/>
                  <a:pt x="1312662" y="19103"/>
                  <a:pt x="1316110" y="19103"/>
                </a:cubicBezTo>
                <a:cubicBezTo>
                  <a:pt x="1317601" y="19103"/>
                  <a:pt x="1319069" y="19196"/>
                  <a:pt x="1320513" y="19382"/>
                </a:cubicBezTo>
                <a:cubicBezTo>
                  <a:pt x="1321957" y="19568"/>
                  <a:pt x="1323379" y="19864"/>
                  <a:pt x="1324776" y="20267"/>
                </a:cubicBezTo>
                <a:lnTo>
                  <a:pt x="1324776" y="559"/>
                </a:lnTo>
                <a:lnTo>
                  <a:pt x="1332930" y="559"/>
                </a:lnTo>
                <a:lnTo>
                  <a:pt x="1332930" y="66440"/>
                </a:lnTo>
                <a:lnTo>
                  <a:pt x="1325662" y="66440"/>
                </a:lnTo>
                <a:lnTo>
                  <a:pt x="1325382" y="57587"/>
                </a:lnTo>
                <a:cubicBezTo>
                  <a:pt x="1323115" y="60880"/>
                  <a:pt x="1320661" y="63318"/>
                  <a:pt x="1318020" y="64902"/>
                </a:cubicBezTo>
                <a:cubicBezTo>
                  <a:pt x="1315380" y="66486"/>
                  <a:pt x="1312523" y="67278"/>
                  <a:pt x="1309448" y="67278"/>
                </a:cubicBezTo>
                <a:cubicBezTo>
                  <a:pt x="1306776" y="67278"/>
                  <a:pt x="1304424" y="66719"/>
                  <a:pt x="1302389" y="65601"/>
                </a:cubicBezTo>
                <a:cubicBezTo>
                  <a:pt x="1300355" y="64483"/>
                  <a:pt x="1298662" y="62906"/>
                  <a:pt x="1297311" y="60872"/>
                </a:cubicBezTo>
                <a:cubicBezTo>
                  <a:pt x="1295959" y="58837"/>
                  <a:pt x="1294942" y="56391"/>
                  <a:pt x="1294259" y="53534"/>
                </a:cubicBezTo>
                <a:cubicBezTo>
                  <a:pt x="1293575" y="50676"/>
                  <a:pt x="1293234" y="47508"/>
                  <a:pt x="1293234" y="44029"/>
                </a:cubicBezTo>
                <a:moveTo>
                  <a:pt x="1301527" y="43517"/>
                </a:moveTo>
                <a:cubicBezTo>
                  <a:pt x="1301527" y="49170"/>
                  <a:pt x="1302358" y="53386"/>
                  <a:pt x="1304020" y="56166"/>
                </a:cubicBezTo>
                <a:cubicBezTo>
                  <a:pt x="1305681" y="58946"/>
                  <a:pt x="1308034" y="60336"/>
                  <a:pt x="1311078" y="60336"/>
                </a:cubicBezTo>
                <a:cubicBezTo>
                  <a:pt x="1313128" y="60336"/>
                  <a:pt x="1315295" y="59420"/>
                  <a:pt x="1317578" y="57587"/>
                </a:cubicBezTo>
                <a:cubicBezTo>
                  <a:pt x="1319861" y="55755"/>
                  <a:pt x="1322260" y="53037"/>
                  <a:pt x="1324776" y="49434"/>
                </a:cubicBezTo>
                <a:lnTo>
                  <a:pt x="1324776" y="27722"/>
                </a:lnTo>
                <a:cubicBezTo>
                  <a:pt x="1323441" y="27101"/>
                  <a:pt x="1321965" y="26627"/>
                  <a:pt x="1320350" y="26301"/>
                </a:cubicBezTo>
                <a:cubicBezTo>
                  <a:pt x="1318735" y="25975"/>
                  <a:pt x="1317135" y="25812"/>
                  <a:pt x="1315551" y="25812"/>
                </a:cubicBezTo>
                <a:cubicBezTo>
                  <a:pt x="1311140" y="25812"/>
                  <a:pt x="1307700" y="27241"/>
                  <a:pt x="1305231" y="30098"/>
                </a:cubicBezTo>
                <a:cubicBezTo>
                  <a:pt x="1302762" y="32956"/>
                  <a:pt x="1301527" y="37429"/>
                  <a:pt x="1301527" y="43517"/>
                </a:cubicBezTo>
                <a:close/>
                <a:moveTo>
                  <a:pt x="1386978" y="40581"/>
                </a:moveTo>
                <a:cubicBezTo>
                  <a:pt x="1386978" y="41731"/>
                  <a:pt x="1386963" y="42693"/>
                  <a:pt x="1386931" y="43470"/>
                </a:cubicBezTo>
                <a:cubicBezTo>
                  <a:pt x="1386900" y="44246"/>
                  <a:pt x="1386854" y="44976"/>
                  <a:pt x="1386792" y="45660"/>
                </a:cubicBezTo>
                <a:lnTo>
                  <a:pt x="1353945" y="45660"/>
                </a:lnTo>
                <a:cubicBezTo>
                  <a:pt x="1353945" y="50443"/>
                  <a:pt x="1355280" y="54116"/>
                  <a:pt x="1357951" y="56679"/>
                </a:cubicBezTo>
                <a:cubicBezTo>
                  <a:pt x="1360623" y="59241"/>
                  <a:pt x="1364474" y="60522"/>
                  <a:pt x="1369506" y="60522"/>
                </a:cubicBezTo>
                <a:cubicBezTo>
                  <a:pt x="1370873" y="60522"/>
                  <a:pt x="1372240" y="60467"/>
                  <a:pt x="1373606" y="60357"/>
                </a:cubicBezTo>
                <a:cubicBezTo>
                  <a:pt x="1374973" y="60245"/>
                  <a:pt x="1376293" y="60094"/>
                  <a:pt x="1377567" y="59904"/>
                </a:cubicBezTo>
                <a:cubicBezTo>
                  <a:pt x="1378840" y="59712"/>
                  <a:pt x="1380059" y="59498"/>
                  <a:pt x="1381224" y="59260"/>
                </a:cubicBezTo>
                <a:cubicBezTo>
                  <a:pt x="1382389" y="59021"/>
                  <a:pt x="1383468" y="58759"/>
                  <a:pt x="1384462" y="58472"/>
                </a:cubicBezTo>
                <a:lnTo>
                  <a:pt x="1384462" y="65135"/>
                </a:lnTo>
                <a:cubicBezTo>
                  <a:pt x="1382257" y="65770"/>
                  <a:pt x="1379764" y="66286"/>
                  <a:pt x="1376984" y="66683"/>
                </a:cubicBezTo>
                <a:cubicBezTo>
                  <a:pt x="1374204" y="67080"/>
                  <a:pt x="1371323" y="67278"/>
                  <a:pt x="1368341" y="67278"/>
                </a:cubicBezTo>
                <a:cubicBezTo>
                  <a:pt x="1364335" y="67278"/>
                  <a:pt x="1360887" y="66735"/>
                  <a:pt x="1357998" y="65648"/>
                </a:cubicBezTo>
                <a:cubicBezTo>
                  <a:pt x="1355109" y="64560"/>
                  <a:pt x="1352741" y="62984"/>
                  <a:pt x="1350893" y="60919"/>
                </a:cubicBezTo>
                <a:cubicBezTo>
                  <a:pt x="1349045" y="58853"/>
                  <a:pt x="1347678" y="56321"/>
                  <a:pt x="1346793" y="53324"/>
                </a:cubicBezTo>
                <a:cubicBezTo>
                  <a:pt x="1345908" y="50327"/>
                  <a:pt x="1345465" y="46933"/>
                  <a:pt x="1345465" y="43144"/>
                </a:cubicBezTo>
                <a:cubicBezTo>
                  <a:pt x="1345465" y="39851"/>
                  <a:pt x="1345939" y="36737"/>
                  <a:pt x="1346886" y="33802"/>
                </a:cubicBezTo>
                <a:cubicBezTo>
                  <a:pt x="1347833" y="30867"/>
                  <a:pt x="1349216" y="28289"/>
                  <a:pt x="1351033" y="26068"/>
                </a:cubicBezTo>
                <a:cubicBezTo>
                  <a:pt x="1352850" y="23847"/>
                  <a:pt x="1355078" y="22084"/>
                  <a:pt x="1357719" y="20780"/>
                </a:cubicBezTo>
                <a:cubicBezTo>
                  <a:pt x="1360359" y="19475"/>
                  <a:pt x="1363356" y="18823"/>
                  <a:pt x="1366711" y="18823"/>
                </a:cubicBezTo>
                <a:cubicBezTo>
                  <a:pt x="1369972" y="18823"/>
                  <a:pt x="1372861" y="19336"/>
                  <a:pt x="1375377" y="20361"/>
                </a:cubicBezTo>
                <a:cubicBezTo>
                  <a:pt x="1377893" y="21386"/>
                  <a:pt x="1380013" y="22838"/>
                  <a:pt x="1381737" y="24717"/>
                </a:cubicBezTo>
                <a:cubicBezTo>
                  <a:pt x="1383460" y="26596"/>
                  <a:pt x="1384765" y="28879"/>
                  <a:pt x="1385650" y="31566"/>
                </a:cubicBezTo>
                <a:cubicBezTo>
                  <a:pt x="1386535" y="34253"/>
                  <a:pt x="1386978" y="37258"/>
                  <a:pt x="1386978" y="40581"/>
                </a:cubicBezTo>
                <a:moveTo>
                  <a:pt x="1378545" y="39416"/>
                </a:moveTo>
                <a:cubicBezTo>
                  <a:pt x="1378638" y="37335"/>
                  <a:pt x="1378436" y="35433"/>
                  <a:pt x="1377939" y="33709"/>
                </a:cubicBezTo>
                <a:cubicBezTo>
                  <a:pt x="1377442" y="31985"/>
                  <a:pt x="1376674" y="30502"/>
                  <a:pt x="1375633" y="29260"/>
                </a:cubicBezTo>
                <a:cubicBezTo>
                  <a:pt x="1374592" y="28017"/>
                  <a:pt x="1373296" y="27046"/>
                  <a:pt x="1371743" y="26348"/>
                </a:cubicBezTo>
                <a:cubicBezTo>
                  <a:pt x="1370190" y="25649"/>
                  <a:pt x="1368388" y="25299"/>
                  <a:pt x="1366338" y="25299"/>
                </a:cubicBezTo>
                <a:cubicBezTo>
                  <a:pt x="1364568" y="25299"/>
                  <a:pt x="1362952" y="25641"/>
                  <a:pt x="1361492" y="26324"/>
                </a:cubicBezTo>
                <a:cubicBezTo>
                  <a:pt x="1360033" y="27008"/>
                  <a:pt x="1358775" y="27970"/>
                  <a:pt x="1357719" y="29213"/>
                </a:cubicBezTo>
                <a:cubicBezTo>
                  <a:pt x="1356662" y="30455"/>
                  <a:pt x="1355808" y="31946"/>
                  <a:pt x="1355156" y="33686"/>
                </a:cubicBezTo>
                <a:cubicBezTo>
                  <a:pt x="1354504" y="35425"/>
                  <a:pt x="1354100" y="37335"/>
                  <a:pt x="1353945" y="39416"/>
                </a:cubicBezTo>
                <a:lnTo>
                  <a:pt x="1378545" y="39416"/>
                </a:lnTo>
                <a:close/>
                <a:moveTo>
                  <a:pt x="1401237" y="19662"/>
                </a:moveTo>
                <a:lnTo>
                  <a:pt x="1408645" y="19662"/>
                </a:lnTo>
                <a:lnTo>
                  <a:pt x="1408878" y="28259"/>
                </a:lnTo>
                <a:cubicBezTo>
                  <a:pt x="1411642" y="24943"/>
                  <a:pt x="1414368" y="22542"/>
                  <a:pt x="1417055" y="21055"/>
                </a:cubicBezTo>
                <a:cubicBezTo>
                  <a:pt x="1419742" y="19567"/>
                  <a:pt x="1422452" y="18823"/>
                  <a:pt x="1425185" y="18823"/>
                </a:cubicBezTo>
                <a:cubicBezTo>
                  <a:pt x="1430031" y="18823"/>
                  <a:pt x="1433704" y="20388"/>
                  <a:pt x="1436204" y="23517"/>
                </a:cubicBezTo>
                <a:cubicBezTo>
                  <a:pt x="1438704" y="26647"/>
                  <a:pt x="1439861" y="31294"/>
                  <a:pt x="1439675" y="37460"/>
                </a:cubicBezTo>
                <a:lnTo>
                  <a:pt x="1431475" y="37460"/>
                </a:lnTo>
                <a:cubicBezTo>
                  <a:pt x="1431568" y="33376"/>
                  <a:pt x="1430970" y="30414"/>
                  <a:pt x="1429681" y="28574"/>
                </a:cubicBezTo>
                <a:cubicBezTo>
                  <a:pt x="1428392" y="26732"/>
                  <a:pt x="1426505" y="25812"/>
                  <a:pt x="1424020" y="25812"/>
                </a:cubicBezTo>
                <a:cubicBezTo>
                  <a:pt x="1422933" y="25812"/>
                  <a:pt x="1421838" y="26005"/>
                  <a:pt x="1420736" y="26393"/>
                </a:cubicBezTo>
                <a:cubicBezTo>
                  <a:pt x="1419633" y="26779"/>
                  <a:pt x="1418499" y="27397"/>
                  <a:pt x="1417334" y="28248"/>
                </a:cubicBezTo>
                <a:cubicBezTo>
                  <a:pt x="1416170" y="29098"/>
                  <a:pt x="1414935" y="30188"/>
                  <a:pt x="1413630" y="31519"/>
                </a:cubicBezTo>
                <a:cubicBezTo>
                  <a:pt x="1412326" y="32849"/>
                  <a:pt x="1410928" y="34457"/>
                  <a:pt x="1409437" y="36344"/>
                </a:cubicBezTo>
                <a:lnTo>
                  <a:pt x="1409437" y="66440"/>
                </a:lnTo>
                <a:lnTo>
                  <a:pt x="1401237" y="66440"/>
                </a:lnTo>
                <a:lnTo>
                  <a:pt x="1401237" y="19662"/>
                </a:lnTo>
                <a:close/>
                <a:moveTo>
                  <a:pt x="1483893" y="44821"/>
                </a:moveTo>
                <a:lnTo>
                  <a:pt x="1456031" y="44821"/>
                </a:lnTo>
                <a:lnTo>
                  <a:pt x="1456031" y="37180"/>
                </a:lnTo>
                <a:lnTo>
                  <a:pt x="1483893" y="37180"/>
                </a:lnTo>
                <a:lnTo>
                  <a:pt x="1483893" y="44821"/>
                </a:lnTo>
                <a:close/>
                <a:moveTo>
                  <a:pt x="1540084" y="53674"/>
                </a:moveTo>
                <a:cubicBezTo>
                  <a:pt x="1540084" y="55320"/>
                  <a:pt x="1539805" y="56795"/>
                  <a:pt x="1539246" y="58100"/>
                </a:cubicBezTo>
                <a:cubicBezTo>
                  <a:pt x="1538686" y="59404"/>
                  <a:pt x="1537925" y="60561"/>
                  <a:pt x="1536963" y="61571"/>
                </a:cubicBezTo>
                <a:cubicBezTo>
                  <a:pt x="1536000" y="62580"/>
                  <a:pt x="1534882" y="63442"/>
                  <a:pt x="1533608" y="64157"/>
                </a:cubicBezTo>
                <a:cubicBezTo>
                  <a:pt x="1532335" y="64871"/>
                  <a:pt x="1530976" y="65461"/>
                  <a:pt x="1529531" y="65927"/>
                </a:cubicBezTo>
                <a:cubicBezTo>
                  <a:pt x="1528087" y="66393"/>
                  <a:pt x="1526604" y="66735"/>
                  <a:pt x="1525082" y="66952"/>
                </a:cubicBezTo>
                <a:cubicBezTo>
                  <a:pt x="1523560" y="67170"/>
                  <a:pt x="1522069" y="67278"/>
                  <a:pt x="1520609" y="67278"/>
                </a:cubicBezTo>
                <a:cubicBezTo>
                  <a:pt x="1517441" y="67278"/>
                  <a:pt x="1514529" y="67139"/>
                  <a:pt x="1511873" y="66859"/>
                </a:cubicBezTo>
                <a:cubicBezTo>
                  <a:pt x="1509217" y="66579"/>
                  <a:pt x="1506616" y="66129"/>
                  <a:pt x="1504069" y="65508"/>
                </a:cubicBezTo>
                <a:lnTo>
                  <a:pt x="1504069" y="58053"/>
                </a:lnTo>
                <a:cubicBezTo>
                  <a:pt x="1506802" y="58830"/>
                  <a:pt x="1509520" y="59420"/>
                  <a:pt x="1512222" y="59824"/>
                </a:cubicBezTo>
                <a:cubicBezTo>
                  <a:pt x="1514925" y="60227"/>
                  <a:pt x="1517612" y="60429"/>
                  <a:pt x="1520283" y="60429"/>
                </a:cubicBezTo>
                <a:cubicBezTo>
                  <a:pt x="1524165" y="60429"/>
                  <a:pt x="1527039" y="59901"/>
                  <a:pt x="1528902" y="58845"/>
                </a:cubicBezTo>
                <a:cubicBezTo>
                  <a:pt x="1530766" y="57789"/>
                  <a:pt x="1531698" y="56283"/>
                  <a:pt x="1531698" y="54326"/>
                </a:cubicBezTo>
                <a:cubicBezTo>
                  <a:pt x="1531698" y="53487"/>
                  <a:pt x="1531550" y="52734"/>
                  <a:pt x="1531255" y="52066"/>
                </a:cubicBezTo>
                <a:cubicBezTo>
                  <a:pt x="1530960" y="51398"/>
                  <a:pt x="1530424" y="50762"/>
                  <a:pt x="1529648" y="50156"/>
                </a:cubicBezTo>
                <a:cubicBezTo>
                  <a:pt x="1528871" y="49550"/>
                  <a:pt x="1527668" y="48921"/>
                  <a:pt x="1526037" y="48269"/>
                </a:cubicBezTo>
                <a:cubicBezTo>
                  <a:pt x="1524406" y="47617"/>
                  <a:pt x="1522178" y="46871"/>
                  <a:pt x="1519351" y="46033"/>
                </a:cubicBezTo>
                <a:cubicBezTo>
                  <a:pt x="1517239" y="45411"/>
                  <a:pt x="1515290" y="44705"/>
                  <a:pt x="1513504" y="43913"/>
                </a:cubicBezTo>
                <a:cubicBezTo>
                  <a:pt x="1511718" y="43121"/>
                  <a:pt x="1510172" y="42181"/>
                  <a:pt x="1508868" y="41094"/>
                </a:cubicBezTo>
                <a:cubicBezTo>
                  <a:pt x="1507563" y="40007"/>
                  <a:pt x="1506538" y="38733"/>
                  <a:pt x="1505793" y="37273"/>
                </a:cubicBezTo>
                <a:cubicBezTo>
                  <a:pt x="1505047" y="35813"/>
                  <a:pt x="1504675" y="34090"/>
                  <a:pt x="1504675" y="32102"/>
                </a:cubicBezTo>
                <a:cubicBezTo>
                  <a:pt x="1504675" y="30797"/>
                  <a:pt x="1504977" y="29368"/>
                  <a:pt x="1505583" y="27815"/>
                </a:cubicBezTo>
                <a:cubicBezTo>
                  <a:pt x="1506189" y="26262"/>
                  <a:pt x="1507222" y="24818"/>
                  <a:pt x="1508681" y="23482"/>
                </a:cubicBezTo>
                <a:cubicBezTo>
                  <a:pt x="1510141" y="22147"/>
                  <a:pt x="1512114" y="21036"/>
                  <a:pt x="1514599" y="20151"/>
                </a:cubicBezTo>
                <a:cubicBezTo>
                  <a:pt x="1517084" y="19266"/>
                  <a:pt x="1520190" y="18823"/>
                  <a:pt x="1523917" y="18823"/>
                </a:cubicBezTo>
                <a:cubicBezTo>
                  <a:pt x="1525750" y="18823"/>
                  <a:pt x="1527784" y="18924"/>
                  <a:pt x="1530020" y="19126"/>
                </a:cubicBezTo>
                <a:cubicBezTo>
                  <a:pt x="1532257" y="19328"/>
                  <a:pt x="1534586" y="19677"/>
                  <a:pt x="1537009" y="20174"/>
                </a:cubicBezTo>
                <a:lnTo>
                  <a:pt x="1537009" y="27396"/>
                </a:lnTo>
                <a:cubicBezTo>
                  <a:pt x="1534462" y="26775"/>
                  <a:pt x="1532047" y="26316"/>
                  <a:pt x="1529764" y="26021"/>
                </a:cubicBezTo>
                <a:cubicBezTo>
                  <a:pt x="1527481" y="25726"/>
                  <a:pt x="1525501" y="25579"/>
                  <a:pt x="1523824" y="25579"/>
                </a:cubicBezTo>
                <a:cubicBezTo>
                  <a:pt x="1521805" y="25579"/>
                  <a:pt x="1520104" y="25734"/>
                  <a:pt x="1518722" y="26045"/>
                </a:cubicBezTo>
                <a:cubicBezTo>
                  <a:pt x="1517340" y="26355"/>
                  <a:pt x="1516222" y="26782"/>
                  <a:pt x="1515367" y="27326"/>
                </a:cubicBezTo>
                <a:cubicBezTo>
                  <a:pt x="1514513" y="27870"/>
                  <a:pt x="1513900" y="28506"/>
                  <a:pt x="1513527" y="29236"/>
                </a:cubicBezTo>
                <a:cubicBezTo>
                  <a:pt x="1513154" y="29966"/>
                  <a:pt x="1512968" y="30750"/>
                  <a:pt x="1512968" y="31589"/>
                </a:cubicBezTo>
                <a:cubicBezTo>
                  <a:pt x="1512968" y="32428"/>
                  <a:pt x="1513131" y="33189"/>
                  <a:pt x="1513457" y="33872"/>
                </a:cubicBezTo>
                <a:cubicBezTo>
                  <a:pt x="1513783" y="34555"/>
                  <a:pt x="1514389" y="35215"/>
                  <a:pt x="1515274" y="35852"/>
                </a:cubicBezTo>
                <a:cubicBezTo>
                  <a:pt x="1516159" y="36489"/>
                  <a:pt x="1517394" y="37126"/>
                  <a:pt x="1518978" y="37762"/>
                </a:cubicBezTo>
                <a:cubicBezTo>
                  <a:pt x="1520562" y="38399"/>
                  <a:pt x="1522628" y="39090"/>
                  <a:pt x="1525175" y="39836"/>
                </a:cubicBezTo>
                <a:cubicBezTo>
                  <a:pt x="1527939" y="40643"/>
                  <a:pt x="1530269" y="41490"/>
                  <a:pt x="1532164" y="42375"/>
                </a:cubicBezTo>
                <a:cubicBezTo>
                  <a:pt x="1534058" y="43260"/>
                  <a:pt x="1535596" y="44246"/>
                  <a:pt x="1536776" y="45334"/>
                </a:cubicBezTo>
                <a:cubicBezTo>
                  <a:pt x="1537957" y="46421"/>
                  <a:pt x="1538803" y="47648"/>
                  <a:pt x="1539315" y="49014"/>
                </a:cubicBezTo>
                <a:cubicBezTo>
                  <a:pt x="1539828" y="50381"/>
                  <a:pt x="1540084" y="51934"/>
                  <a:pt x="1540084" y="53674"/>
                </a:cubicBezTo>
                <a:close/>
                <a:moveTo>
                  <a:pt x="1594412" y="40581"/>
                </a:moveTo>
                <a:cubicBezTo>
                  <a:pt x="1594412" y="41731"/>
                  <a:pt x="1594397" y="42693"/>
                  <a:pt x="1594365" y="43470"/>
                </a:cubicBezTo>
                <a:cubicBezTo>
                  <a:pt x="1594334" y="44246"/>
                  <a:pt x="1594288" y="44976"/>
                  <a:pt x="1594226" y="45660"/>
                </a:cubicBezTo>
                <a:lnTo>
                  <a:pt x="1561379" y="45660"/>
                </a:lnTo>
                <a:cubicBezTo>
                  <a:pt x="1561379" y="50443"/>
                  <a:pt x="1562714" y="54116"/>
                  <a:pt x="1565386" y="56679"/>
                </a:cubicBezTo>
                <a:cubicBezTo>
                  <a:pt x="1568057" y="59241"/>
                  <a:pt x="1571908" y="60522"/>
                  <a:pt x="1576940" y="60522"/>
                </a:cubicBezTo>
                <a:cubicBezTo>
                  <a:pt x="1578307" y="60522"/>
                  <a:pt x="1579674" y="60467"/>
                  <a:pt x="1581040" y="60357"/>
                </a:cubicBezTo>
                <a:cubicBezTo>
                  <a:pt x="1582407" y="60245"/>
                  <a:pt x="1583727" y="60094"/>
                  <a:pt x="1585001" y="59904"/>
                </a:cubicBezTo>
                <a:cubicBezTo>
                  <a:pt x="1586274" y="59712"/>
                  <a:pt x="1587493" y="59498"/>
                  <a:pt x="1588658" y="59260"/>
                </a:cubicBezTo>
                <a:cubicBezTo>
                  <a:pt x="1589823" y="59021"/>
                  <a:pt x="1590902" y="58759"/>
                  <a:pt x="1591896" y="58472"/>
                </a:cubicBezTo>
                <a:lnTo>
                  <a:pt x="1591896" y="65135"/>
                </a:lnTo>
                <a:cubicBezTo>
                  <a:pt x="1589691" y="65770"/>
                  <a:pt x="1587198" y="66286"/>
                  <a:pt x="1584418" y="66683"/>
                </a:cubicBezTo>
                <a:cubicBezTo>
                  <a:pt x="1581638" y="67080"/>
                  <a:pt x="1578757" y="67278"/>
                  <a:pt x="1575775" y="67278"/>
                </a:cubicBezTo>
                <a:cubicBezTo>
                  <a:pt x="1571769" y="67278"/>
                  <a:pt x="1568321" y="66735"/>
                  <a:pt x="1565432" y="65648"/>
                </a:cubicBezTo>
                <a:cubicBezTo>
                  <a:pt x="1562543" y="64560"/>
                  <a:pt x="1560175" y="62984"/>
                  <a:pt x="1558327" y="60919"/>
                </a:cubicBezTo>
                <a:cubicBezTo>
                  <a:pt x="1556479" y="58853"/>
                  <a:pt x="1555112" y="56321"/>
                  <a:pt x="1554227" y="53324"/>
                </a:cubicBezTo>
                <a:cubicBezTo>
                  <a:pt x="1553342" y="50327"/>
                  <a:pt x="1552899" y="46933"/>
                  <a:pt x="1552899" y="43144"/>
                </a:cubicBezTo>
                <a:cubicBezTo>
                  <a:pt x="1552899" y="39851"/>
                  <a:pt x="1553373" y="36737"/>
                  <a:pt x="1554320" y="33802"/>
                </a:cubicBezTo>
                <a:cubicBezTo>
                  <a:pt x="1555267" y="30867"/>
                  <a:pt x="1556650" y="28289"/>
                  <a:pt x="1558467" y="26068"/>
                </a:cubicBezTo>
                <a:cubicBezTo>
                  <a:pt x="1560284" y="23847"/>
                  <a:pt x="1562512" y="22084"/>
                  <a:pt x="1565153" y="20780"/>
                </a:cubicBezTo>
                <a:cubicBezTo>
                  <a:pt x="1567793" y="19475"/>
                  <a:pt x="1570790" y="18823"/>
                  <a:pt x="1574145" y="18823"/>
                </a:cubicBezTo>
                <a:cubicBezTo>
                  <a:pt x="1577406" y="18823"/>
                  <a:pt x="1580295" y="19336"/>
                  <a:pt x="1582811" y="20361"/>
                </a:cubicBezTo>
                <a:cubicBezTo>
                  <a:pt x="1585327" y="21386"/>
                  <a:pt x="1587447" y="22838"/>
                  <a:pt x="1589171" y="24717"/>
                </a:cubicBezTo>
                <a:cubicBezTo>
                  <a:pt x="1590894" y="26596"/>
                  <a:pt x="1592199" y="28879"/>
                  <a:pt x="1593084" y="31566"/>
                </a:cubicBezTo>
                <a:cubicBezTo>
                  <a:pt x="1593969" y="34253"/>
                  <a:pt x="1594412" y="37258"/>
                  <a:pt x="1594412" y="40581"/>
                </a:cubicBezTo>
                <a:moveTo>
                  <a:pt x="1585979" y="39416"/>
                </a:moveTo>
                <a:cubicBezTo>
                  <a:pt x="1586072" y="37335"/>
                  <a:pt x="1585870" y="35433"/>
                  <a:pt x="1585373" y="33709"/>
                </a:cubicBezTo>
                <a:cubicBezTo>
                  <a:pt x="1584876" y="31985"/>
                  <a:pt x="1584108" y="30502"/>
                  <a:pt x="1583067" y="29260"/>
                </a:cubicBezTo>
                <a:cubicBezTo>
                  <a:pt x="1582026" y="28017"/>
                  <a:pt x="1580730" y="27046"/>
                  <a:pt x="1579177" y="26348"/>
                </a:cubicBezTo>
                <a:cubicBezTo>
                  <a:pt x="1577624" y="25649"/>
                  <a:pt x="1575822" y="25299"/>
                  <a:pt x="1573772" y="25299"/>
                </a:cubicBezTo>
                <a:cubicBezTo>
                  <a:pt x="1572002" y="25299"/>
                  <a:pt x="1570386" y="25641"/>
                  <a:pt x="1568926" y="26324"/>
                </a:cubicBezTo>
                <a:cubicBezTo>
                  <a:pt x="1567467" y="27008"/>
                  <a:pt x="1566209" y="27970"/>
                  <a:pt x="1565153" y="29213"/>
                </a:cubicBezTo>
                <a:cubicBezTo>
                  <a:pt x="1564096" y="30455"/>
                  <a:pt x="1563242" y="31946"/>
                  <a:pt x="1562590" y="33686"/>
                </a:cubicBezTo>
                <a:cubicBezTo>
                  <a:pt x="1561938" y="35425"/>
                  <a:pt x="1561534" y="37335"/>
                  <a:pt x="1561379" y="39416"/>
                </a:cubicBezTo>
                <a:lnTo>
                  <a:pt x="1585979" y="39416"/>
                </a:lnTo>
                <a:close/>
                <a:moveTo>
                  <a:pt x="1622695" y="7222"/>
                </a:moveTo>
                <a:lnTo>
                  <a:pt x="1608857" y="7222"/>
                </a:lnTo>
                <a:lnTo>
                  <a:pt x="1608857" y="559"/>
                </a:lnTo>
                <a:lnTo>
                  <a:pt x="1630895" y="559"/>
                </a:lnTo>
                <a:lnTo>
                  <a:pt x="1630895" y="59684"/>
                </a:lnTo>
                <a:lnTo>
                  <a:pt x="1644826" y="59684"/>
                </a:lnTo>
                <a:lnTo>
                  <a:pt x="1644826" y="66440"/>
                </a:lnTo>
                <a:lnTo>
                  <a:pt x="1607320" y="66440"/>
                </a:lnTo>
                <a:lnTo>
                  <a:pt x="1607320" y="59684"/>
                </a:lnTo>
                <a:lnTo>
                  <a:pt x="1622695" y="59684"/>
                </a:lnTo>
                <a:lnTo>
                  <a:pt x="1622695" y="7222"/>
                </a:lnTo>
                <a:close/>
                <a:moveTo>
                  <a:pt x="1698129" y="40581"/>
                </a:moveTo>
                <a:cubicBezTo>
                  <a:pt x="1698129" y="41731"/>
                  <a:pt x="1698114" y="42693"/>
                  <a:pt x="1698082" y="43470"/>
                </a:cubicBezTo>
                <a:cubicBezTo>
                  <a:pt x="1698051" y="44246"/>
                  <a:pt x="1698005" y="44976"/>
                  <a:pt x="1697943" y="45660"/>
                </a:cubicBezTo>
                <a:lnTo>
                  <a:pt x="1665096" y="45660"/>
                </a:lnTo>
                <a:cubicBezTo>
                  <a:pt x="1665096" y="50443"/>
                  <a:pt x="1666431" y="54116"/>
                  <a:pt x="1669102" y="56679"/>
                </a:cubicBezTo>
                <a:cubicBezTo>
                  <a:pt x="1671774" y="59241"/>
                  <a:pt x="1675625" y="60522"/>
                  <a:pt x="1680657" y="60522"/>
                </a:cubicBezTo>
                <a:cubicBezTo>
                  <a:pt x="1682024" y="60522"/>
                  <a:pt x="1683391" y="60467"/>
                  <a:pt x="1684757" y="60357"/>
                </a:cubicBezTo>
                <a:cubicBezTo>
                  <a:pt x="1686124" y="60245"/>
                  <a:pt x="1687444" y="60094"/>
                  <a:pt x="1688718" y="59904"/>
                </a:cubicBezTo>
                <a:cubicBezTo>
                  <a:pt x="1689991" y="59712"/>
                  <a:pt x="1691210" y="59498"/>
                  <a:pt x="1692375" y="59260"/>
                </a:cubicBezTo>
                <a:cubicBezTo>
                  <a:pt x="1693540" y="59021"/>
                  <a:pt x="1694619" y="58759"/>
                  <a:pt x="1695613" y="58472"/>
                </a:cubicBezTo>
                <a:lnTo>
                  <a:pt x="1695613" y="65135"/>
                </a:lnTo>
                <a:cubicBezTo>
                  <a:pt x="1693408" y="65770"/>
                  <a:pt x="1690915" y="66286"/>
                  <a:pt x="1688135" y="66683"/>
                </a:cubicBezTo>
                <a:cubicBezTo>
                  <a:pt x="1685355" y="67080"/>
                  <a:pt x="1682474" y="67278"/>
                  <a:pt x="1679492" y="67278"/>
                </a:cubicBezTo>
                <a:cubicBezTo>
                  <a:pt x="1675486" y="67278"/>
                  <a:pt x="1672038" y="66735"/>
                  <a:pt x="1669149" y="65648"/>
                </a:cubicBezTo>
                <a:cubicBezTo>
                  <a:pt x="1666260" y="64560"/>
                  <a:pt x="1663892" y="62984"/>
                  <a:pt x="1662044" y="60919"/>
                </a:cubicBezTo>
                <a:cubicBezTo>
                  <a:pt x="1660196" y="58853"/>
                  <a:pt x="1658829" y="56321"/>
                  <a:pt x="1657944" y="53324"/>
                </a:cubicBezTo>
                <a:cubicBezTo>
                  <a:pt x="1657059" y="50327"/>
                  <a:pt x="1656616" y="46933"/>
                  <a:pt x="1656616" y="43144"/>
                </a:cubicBezTo>
                <a:cubicBezTo>
                  <a:pt x="1656616" y="39851"/>
                  <a:pt x="1657090" y="36737"/>
                  <a:pt x="1658037" y="33802"/>
                </a:cubicBezTo>
                <a:cubicBezTo>
                  <a:pt x="1658984" y="30867"/>
                  <a:pt x="1660367" y="28289"/>
                  <a:pt x="1662184" y="26068"/>
                </a:cubicBezTo>
                <a:cubicBezTo>
                  <a:pt x="1664001" y="23847"/>
                  <a:pt x="1666229" y="22084"/>
                  <a:pt x="1668870" y="20780"/>
                </a:cubicBezTo>
                <a:cubicBezTo>
                  <a:pt x="1671510" y="19475"/>
                  <a:pt x="1674507" y="18823"/>
                  <a:pt x="1677862" y="18823"/>
                </a:cubicBezTo>
                <a:cubicBezTo>
                  <a:pt x="1681123" y="18823"/>
                  <a:pt x="1684012" y="19336"/>
                  <a:pt x="1686528" y="20361"/>
                </a:cubicBezTo>
                <a:cubicBezTo>
                  <a:pt x="1689044" y="21386"/>
                  <a:pt x="1691164" y="22838"/>
                  <a:pt x="1692887" y="24717"/>
                </a:cubicBezTo>
                <a:cubicBezTo>
                  <a:pt x="1694611" y="26596"/>
                  <a:pt x="1695916" y="28879"/>
                  <a:pt x="1696801" y="31566"/>
                </a:cubicBezTo>
                <a:cubicBezTo>
                  <a:pt x="1697686" y="34253"/>
                  <a:pt x="1698129" y="37258"/>
                  <a:pt x="1698129" y="40581"/>
                </a:cubicBezTo>
                <a:moveTo>
                  <a:pt x="1689696" y="39416"/>
                </a:moveTo>
                <a:cubicBezTo>
                  <a:pt x="1689789" y="37335"/>
                  <a:pt x="1689587" y="35433"/>
                  <a:pt x="1689090" y="33709"/>
                </a:cubicBezTo>
                <a:cubicBezTo>
                  <a:pt x="1688593" y="31985"/>
                  <a:pt x="1687825" y="30502"/>
                  <a:pt x="1686784" y="29260"/>
                </a:cubicBezTo>
                <a:cubicBezTo>
                  <a:pt x="1685743" y="28017"/>
                  <a:pt x="1684447" y="27046"/>
                  <a:pt x="1682894" y="26348"/>
                </a:cubicBezTo>
                <a:cubicBezTo>
                  <a:pt x="1681341" y="25649"/>
                  <a:pt x="1679539" y="25299"/>
                  <a:pt x="1677489" y="25299"/>
                </a:cubicBezTo>
                <a:cubicBezTo>
                  <a:pt x="1675718" y="25299"/>
                  <a:pt x="1674103" y="25641"/>
                  <a:pt x="1672643" y="26324"/>
                </a:cubicBezTo>
                <a:cubicBezTo>
                  <a:pt x="1671184" y="27008"/>
                  <a:pt x="1669926" y="27970"/>
                  <a:pt x="1668870" y="29213"/>
                </a:cubicBezTo>
                <a:cubicBezTo>
                  <a:pt x="1667813" y="30455"/>
                  <a:pt x="1666959" y="31946"/>
                  <a:pt x="1666307" y="33686"/>
                </a:cubicBezTo>
                <a:cubicBezTo>
                  <a:pt x="1665655" y="35425"/>
                  <a:pt x="1665251" y="37335"/>
                  <a:pt x="1665096" y="39416"/>
                </a:cubicBezTo>
                <a:lnTo>
                  <a:pt x="1689696" y="39416"/>
                </a:lnTo>
                <a:close/>
                <a:moveTo>
                  <a:pt x="1746819" y="64716"/>
                </a:moveTo>
                <a:cubicBezTo>
                  <a:pt x="1744707" y="65523"/>
                  <a:pt x="1742541" y="66121"/>
                  <a:pt x="1740320" y="66510"/>
                </a:cubicBezTo>
                <a:cubicBezTo>
                  <a:pt x="1738099" y="66898"/>
                  <a:pt x="1735808" y="67092"/>
                  <a:pt x="1733448" y="67092"/>
                </a:cubicBezTo>
                <a:cubicBezTo>
                  <a:pt x="1726055" y="67092"/>
                  <a:pt x="1720363" y="65088"/>
                  <a:pt x="1716372" y="61082"/>
                </a:cubicBezTo>
                <a:cubicBezTo>
                  <a:pt x="1712380" y="57075"/>
                  <a:pt x="1710385" y="51220"/>
                  <a:pt x="1710385" y="43517"/>
                </a:cubicBezTo>
                <a:cubicBezTo>
                  <a:pt x="1710385" y="39820"/>
                  <a:pt x="1710959" y="36466"/>
                  <a:pt x="1712109" y="33453"/>
                </a:cubicBezTo>
                <a:cubicBezTo>
                  <a:pt x="1713258" y="30440"/>
                  <a:pt x="1714873" y="27862"/>
                  <a:pt x="1716954" y="25719"/>
                </a:cubicBezTo>
                <a:cubicBezTo>
                  <a:pt x="1719035" y="23575"/>
                  <a:pt x="1721520" y="21921"/>
                  <a:pt x="1724409" y="20757"/>
                </a:cubicBezTo>
                <a:cubicBezTo>
                  <a:pt x="1727297" y="19592"/>
                  <a:pt x="1730481" y="19009"/>
                  <a:pt x="1733960" y="19009"/>
                </a:cubicBezTo>
                <a:cubicBezTo>
                  <a:pt x="1736383" y="19009"/>
                  <a:pt x="1738650" y="19184"/>
                  <a:pt x="1740762" y="19534"/>
                </a:cubicBezTo>
                <a:cubicBezTo>
                  <a:pt x="1742875" y="19882"/>
                  <a:pt x="1744894" y="20453"/>
                  <a:pt x="1746819" y="21246"/>
                </a:cubicBezTo>
                <a:lnTo>
                  <a:pt x="1746819" y="28980"/>
                </a:lnTo>
                <a:cubicBezTo>
                  <a:pt x="1744800" y="27907"/>
                  <a:pt x="1742743" y="27127"/>
                  <a:pt x="1740646" y="26639"/>
                </a:cubicBezTo>
                <a:cubicBezTo>
                  <a:pt x="1738549" y="26150"/>
                  <a:pt x="1736383" y="25905"/>
                  <a:pt x="1734146" y="25905"/>
                </a:cubicBezTo>
                <a:cubicBezTo>
                  <a:pt x="1732065" y="25905"/>
                  <a:pt x="1730101" y="26301"/>
                  <a:pt x="1728253" y="27093"/>
                </a:cubicBezTo>
                <a:cubicBezTo>
                  <a:pt x="1726404" y="27885"/>
                  <a:pt x="1724781" y="29027"/>
                  <a:pt x="1723384" y="30518"/>
                </a:cubicBezTo>
                <a:cubicBezTo>
                  <a:pt x="1721986" y="32008"/>
                  <a:pt x="1720883" y="33826"/>
                  <a:pt x="1720076" y="35969"/>
                </a:cubicBezTo>
                <a:cubicBezTo>
                  <a:pt x="1719268" y="38112"/>
                  <a:pt x="1718864" y="40535"/>
                  <a:pt x="1718864" y="43237"/>
                </a:cubicBezTo>
                <a:cubicBezTo>
                  <a:pt x="1718864" y="48890"/>
                  <a:pt x="1720239" y="53122"/>
                  <a:pt x="1722988" y="55933"/>
                </a:cubicBezTo>
                <a:cubicBezTo>
                  <a:pt x="1725737" y="58744"/>
                  <a:pt x="1729549" y="60150"/>
                  <a:pt x="1734426" y="60150"/>
                </a:cubicBezTo>
                <a:cubicBezTo>
                  <a:pt x="1736631" y="60150"/>
                  <a:pt x="1738767" y="59901"/>
                  <a:pt x="1740832" y="59404"/>
                </a:cubicBezTo>
                <a:cubicBezTo>
                  <a:pt x="1742898" y="58907"/>
                  <a:pt x="1744894" y="58162"/>
                  <a:pt x="1746819" y="57168"/>
                </a:cubicBezTo>
                <a:lnTo>
                  <a:pt x="1746819" y="64716"/>
                </a:lnTo>
                <a:close/>
                <a:moveTo>
                  <a:pt x="1800029" y="65741"/>
                </a:moveTo>
                <a:cubicBezTo>
                  <a:pt x="1798196" y="66223"/>
                  <a:pt x="1796302" y="66569"/>
                  <a:pt x="1794345" y="66777"/>
                </a:cubicBezTo>
                <a:cubicBezTo>
                  <a:pt x="1792388" y="66987"/>
                  <a:pt x="1790400" y="67092"/>
                  <a:pt x="1788381" y="67092"/>
                </a:cubicBezTo>
                <a:cubicBezTo>
                  <a:pt x="1782510" y="67092"/>
                  <a:pt x="1778131" y="65764"/>
                  <a:pt x="1775242" y="63108"/>
                </a:cubicBezTo>
                <a:cubicBezTo>
                  <a:pt x="1772354" y="60453"/>
                  <a:pt x="1770909" y="56376"/>
                  <a:pt x="1770909" y="50878"/>
                </a:cubicBezTo>
                <a:lnTo>
                  <a:pt x="1770909" y="26464"/>
                </a:lnTo>
                <a:lnTo>
                  <a:pt x="1757817" y="26464"/>
                </a:lnTo>
                <a:lnTo>
                  <a:pt x="1757817" y="19662"/>
                </a:lnTo>
                <a:lnTo>
                  <a:pt x="1770909" y="19662"/>
                </a:lnTo>
                <a:lnTo>
                  <a:pt x="1770909" y="6762"/>
                </a:lnTo>
                <a:lnTo>
                  <a:pt x="1779016" y="4659"/>
                </a:lnTo>
                <a:lnTo>
                  <a:pt x="1779016" y="19662"/>
                </a:lnTo>
                <a:lnTo>
                  <a:pt x="1800029" y="19662"/>
                </a:lnTo>
                <a:lnTo>
                  <a:pt x="1800029" y="26464"/>
                </a:lnTo>
                <a:lnTo>
                  <a:pt x="1779016" y="26464"/>
                </a:lnTo>
                <a:lnTo>
                  <a:pt x="1779016" y="50226"/>
                </a:lnTo>
                <a:cubicBezTo>
                  <a:pt x="1779016" y="53580"/>
                  <a:pt x="1779909" y="56089"/>
                  <a:pt x="1781695" y="57750"/>
                </a:cubicBezTo>
                <a:cubicBezTo>
                  <a:pt x="1783481" y="59412"/>
                  <a:pt x="1786114" y="60243"/>
                  <a:pt x="1789592" y="60243"/>
                </a:cubicBezTo>
                <a:cubicBezTo>
                  <a:pt x="1791083" y="60243"/>
                  <a:pt x="1792714" y="60123"/>
                  <a:pt x="1794485" y="59883"/>
                </a:cubicBezTo>
                <a:cubicBezTo>
                  <a:pt x="1796255" y="59643"/>
                  <a:pt x="1798103" y="59265"/>
                  <a:pt x="1800029" y="58752"/>
                </a:cubicBezTo>
                <a:lnTo>
                  <a:pt x="1800029" y="65741"/>
                </a:lnTo>
                <a:close/>
                <a:moveTo>
                  <a:pt x="1832598" y="51763"/>
                </a:moveTo>
                <a:cubicBezTo>
                  <a:pt x="1833655" y="51763"/>
                  <a:pt x="1834656" y="51965"/>
                  <a:pt x="1835604" y="52369"/>
                </a:cubicBezTo>
                <a:cubicBezTo>
                  <a:pt x="1836551" y="52773"/>
                  <a:pt x="1837374" y="53332"/>
                  <a:pt x="1838073" y="54046"/>
                </a:cubicBezTo>
                <a:cubicBezTo>
                  <a:pt x="1838772" y="54761"/>
                  <a:pt x="1839323" y="55592"/>
                  <a:pt x="1839727" y="56539"/>
                </a:cubicBezTo>
                <a:cubicBezTo>
                  <a:pt x="1840131" y="57486"/>
                  <a:pt x="1840333" y="58504"/>
                  <a:pt x="1840333" y="59591"/>
                </a:cubicBezTo>
                <a:cubicBezTo>
                  <a:pt x="1840333" y="60647"/>
                  <a:pt x="1840131" y="61641"/>
                  <a:pt x="1839727" y="62573"/>
                </a:cubicBezTo>
                <a:cubicBezTo>
                  <a:pt x="1839323" y="63504"/>
                  <a:pt x="1838772" y="64320"/>
                  <a:pt x="1838073" y="65019"/>
                </a:cubicBezTo>
                <a:cubicBezTo>
                  <a:pt x="1837374" y="65717"/>
                  <a:pt x="1836551" y="66269"/>
                  <a:pt x="1835604" y="66673"/>
                </a:cubicBezTo>
                <a:cubicBezTo>
                  <a:pt x="1834656" y="67076"/>
                  <a:pt x="1833655" y="67278"/>
                  <a:pt x="1832598" y="67278"/>
                </a:cubicBezTo>
                <a:cubicBezTo>
                  <a:pt x="1831511" y="67278"/>
                  <a:pt x="1830502" y="67076"/>
                  <a:pt x="1829570" y="66673"/>
                </a:cubicBezTo>
                <a:cubicBezTo>
                  <a:pt x="1828638" y="66269"/>
                  <a:pt x="1827823" y="65717"/>
                  <a:pt x="1827124" y="65019"/>
                </a:cubicBezTo>
                <a:cubicBezTo>
                  <a:pt x="1826425" y="64320"/>
                  <a:pt x="1825874" y="63504"/>
                  <a:pt x="1825470" y="62573"/>
                </a:cubicBezTo>
                <a:cubicBezTo>
                  <a:pt x="1825066" y="61641"/>
                  <a:pt x="1824864" y="60647"/>
                  <a:pt x="1824864" y="59591"/>
                </a:cubicBezTo>
                <a:cubicBezTo>
                  <a:pt x="1824864" y="58504"/>
                  <a:pt x="1825066" y="57486"/>
                  <a:pt x="1825470" y="56539"/>
                </a:cubicBezTo>
                <a:cubicBezTo>
                  <a:pt x="1825874" y="55592"/>
                  <a:pt x="1826425" y="54761"/>
                  <a:pt x="1827124" y="54046"/>
                </a:cubicBezTo>
                <a:cubicBezTo>
                  <a:pt x="1827823" y="53332"/>
                  <a:pt x="1828638" y="52773"/>
                  <a:pt x="1829570" y="52369"/>
                </a:cubicBezTo>
                <a:cubicBezTo>
                  <a:pt x="1830502" y="51965"/>
                  <a:pt x="1831511" y="51763"/>
                  <a:pt x="1832598" y="51763"/>
                </a:cubicBezTo>
                <a:close/>
                <a:moveTo>
                  <a:pt x="1897995" y="19662"/>
                </a:moveTo>
                <a:lnTo>
                  <a:pt x="1897995" y="65601"/>
                </a:lnTo>
                <a:cubicBezTo>
                  <a:pt x="1897995" y="68862"/>
                  <a:pt x="1897529" y="71759"/>
                  <a:pt x="1896597" y="74290"/>
                </a:cubicBezTo>
                <a:cubicBezTo>
                  <a:pt x="1895665" y="76822"/>
                  <a:pt x="1894330" y="78957"/>
                  <a:pt x="1892590" y="80697"/>
                </a:cubicBezTo>
                <a:cubicBezTo>
                  <a:pt x="1890851" y="82436"/>
                  <a:pt x="1888715" y="83756"/>
                  <a:pt x="1886184" y="84657"/>
                </a:cubicBezTo>
                <a:cubicBezTo>
                  <a:pt x="1883653" y="85558"/>
                  <a:pt x="1880803" y="86008"/>
                  <a:pt x="1877634" y="86008"/>
                </a:cubicBezTo>
                <a:cubicBezTo>
                  <a:pt x="1875336" y="86008"/>
                  <a:pt x="1873092" y="85794"/>
                  <a:pt x="1870902" y="85366"/>
                </a:cubicBezTo>
                <a:cubicBezTo>
                  <a:pt x="1868712" y="84939"/>
                  <a:pt x="1866732" y="84345"/>
                  <a:pt x="1864962" y="83585"/>
                </a:cubicBezTo>
                <a:lnTo>
                  <a:pt x="1864962" y="75851"/>
                </a:lnTo>
                <a:cubicBezTo>
                  <a:pt x="1865924" y="76355"/>
                  <a:pt x="1866957" y="76812"/>
                  <a:pt x="1868060" y="77221"/>
                </a:cubicBezTo>
                <a:cubicBezTo>
                  <a:pt x="1869163" y="77631"/>
                  <a:pt x="1870296" y="77977"/>
                  <a:pt x="1871461" y="78261"/>
                </a:cubicBezTo>
                <a:cubicBezTo>
                  <a:pt x="1872626" y="78545"/>
                  <a:pt x="1873798" y="78758"/>
                  <a:pt x="1874979" y="78900"/>
                </a:cubicBezTo>
                <a:cubicBezTo>
                  <a:pt x="1876159" y="79042"/>
                  <a:pt x="1877308" y="79113"/>
                  <a:pt x="1878426" y="79113"/>
                </a:cubicBezTo>
                <a:cubicBezTo>
                  <a:pt x="1881967" y="79113"/>
                  <a:pt x="1884747" y="77994"/>
                  <a:pt x="1886766" y="75758"/>
                </a:cubicBezTo>
                <a:cubicBezTo>
                  <a:pt x="1888785" y="73522"/>
                  <a:pt x="1889795" y="70229"/>
                  <a:pt x="1889795" y="65881"/>
                </a:cubicBezTo>
                <a:lnTo>
                  <a:pt x="1889795" y="26371"/>
                </a:lnTo>
                <a:lnTo>
                  <a:pt x="1866872" y="26371"/>
                </a:lnTo>
                <a:lnTo>
                  <a:pt x="1866872" y="19662"/>
                </a:lnTo>
                <a:lnTo>
                  <a:pt x="1897995" y="19662"/>
                </a:lnTo>
                <a:moveTo>
                  <a:pt x="1893103" y="0"/>
                </a:moveTo>
                <a:cubicBezTo>
                  <a:pt x="1894004" y="0"/>
                  <a:pt x="1894842" y="163"/>
                  <a:pt x="1895619" y="489"/>
                </a:cubicBezTo>
                <a:cubicBezTo>
                  <a:pt x="1896395" y="815"/>
                  <a:pt x="1897071" y="1274"/>
                  <a:pt x="1897646" y="1864"/>
                </a:cubicBezTo>
                <a:cubicBezTo>
                  <a:pt x="1898220" y="2454"/>
                  <a:pt x="1898671" y="3137"/>
                  <a:pt x="1898997" y="3914"/>
                </a:cubicBezTo>
                <a:cubicBezTo>
                  <a:pt x="1899323" y="4690"/>
                  <a:pt x="1899486" y="5513"/>
                  <a:pt x="1899486" y="6383"/>
                </a:cubicBezTo>
                <a:cubicBezTo>
                  <a:pt x="1899486" y="7284"/>
                  <a:pt x="1899323" y="8115"/>
                  <a:pt x="1898997" y="8876"/>
                </a:cubicBezTo>
                <a:cubicBezTo>
                  <a:pt x="1898671" y="9637"/>
                  <a:pt x="1898220" y="10312"/>
                  <a:pt x="1897646" y="10902"/>
                </a:cubicBezTo>
                <a:cubicBezTo>
                  <a:pt x="1897071" y="11493"/>
                  <a:pt x="1896395" y="11951"/>
                  <a:pt x="1895619" y="12277"/>
                </a:cubicBezTo>
                <a:cubicBezTo>
                  <a:pt x="1894842" y="12603"/>
                  <a:pt x="1894004" y="12766"/>
                  <a:pt x="1893103" y="12766"/>
                </a:cubicBezTo>
                <a:cubicBezTo>
                  <a:pt x="1892202" y="12766"/>
                  <a:pt x="1891363" y="12603"/>
                  <a:pt x="1890587" y="12277"/>
                </a:cubicBezTo>
                <a:cubicBezTo>
                  <a:pt x="1889810" y="11951"/>
                  <a:pt x="1889135" y="11493"/>
                  <a:pt x="1888560" y="10902"/>
                </a:cubicBezTo>
                <a:cubicBezTo>
                  <a:pt x="1887986" y="10312"/>
                  <a:pt x="1887535" y="9637"/>
                  <a:pt x="1887209" y="8876"/>
                </a:cubicBezTo>
                <a:cubicBezTo>
                  <a:pt x="1886883" y="8115"/>
                  <a:pt x="1886720" y="7284"/>
                  <a:pt x="1886720" y="6383"/>
                </a:cubicBezTo>
                <a:cubicBezTo>
                  <a:pt x="1886720" y="5513"/>
                  <a:pt x="1886883" y="4690"/>
                  <a:pt x="1887209" y="3914"/>
                </a:cubicBezTo>
                <a:cubicBezTo>
                  <a:pt x="1887535" y="3137"/>
                  <a:pt x="1887986" y="2454"/>
                  <a:pt x="1888560" y="1864"/>
                </a:cubicBezTo>
                <a:cubicBezTo>
                  <a:pt x="1889135" y="1274"/>
                  <a:pt x="1889810" y="815"/>
                  <a:pt x="1890587" y="489"/>
                </a:cubicBezTo>
                <a:cubicBezTo>
                  <a:pt x="1891363" y="163"/>
                  <a:pt x="1892202" y="0"/>
                  <a:pt x="1893103" y="0"/>
                </a:cubicBezTo>
                <a:close/>
                <a:moveTo>
                  <a:pt x="1955211" y="53674"/>
                </a:moveTo>
                <a:cubicBezTo>
                  <a:pt x="1955211" y="55320"/>
                  <a:pt x="1954932" y="56795"/>
                  <a:pt x="1954373" y="58100"/>
                </a:cubicBezTo>
                <a:cubicBezTo>
                  <a:pt x="1953814" y="59404"/>
                  <a:pt x="1953053" y="60561"/>
                  <a:pt x="1952090" y="61571"/>
                </a:cubicBezTo>
                <a:cubicBezTo>
                  <a:pt x="1951127" y="62580"/>
                  <a:pt x="1950009" y="63442"/>
                  <a:pt x="1948735" y="64157"/>
                </a:cubicBezTo>
                <a:cubicBezTo>
                  <a:pt x="1947462" y="64871"/>
                  <a:pt x="1946103" y="65461"/>
                  <a:pt x="1944658" y="65927"/>
                </a:cubicBezTo>
                <a:cubicBezTo>
                  <a:pt x="1943214" y="66393"/>
                  <a:pt x="1941731" y="66735"/>
                  <a:pt x="1940209" y="66952"/>
                </a:cubicBezTo>
                <a:cubicBezTo>
                  <a:pt x="1938687" y="67170"/>
                  <a:pt x="1937196" y="67278"/>
                  <a:pt x="1935736" y="67278"/>
                </a:cubicBezTo>
                <a:cubicBezTo>
                  <a:pt x="1932568" y="67278"/>
                  <a:pt x="1929656" y="67139"/>
                  <a:pt x="1927000" y="66859"/>
                </a:cubicBezTo>
                <a:cubicBezTo>
                  <a:pt x="1924344" y="66579"/>
                  <a:pt x="1921743" y="66129"/>
                  <a:pt x="1919196" y="65508"/>
                </a:cubicBezTo>
                <a:lnTo>
                  <a:pt x="1919196" y="58053"/>
                </a:lnTo>
                <a:cubicBezTo>
                  <a:pt x="1921929" y="58830"/>
                  <a:pt x="1924647" y="59420"/>
                  <a:pt x="1927349" y="59824"/>
                </a:cubicBezTo>
                <a:cubicBezTo>
                  <a:pt x="1930052" y="60227"/>
                  <a:pt x="1932739" y="60429"/>
                  <a:pt x="1935410" y="60429"/>
                </a:cubicBezTo>
                <a:cubicBezTo>
                  <a:pt x="1939292" y="60429"/>
                  <a:pt x="1942166" y="59901"/>
                  <a:pt x="1944029" y="58845"/>
                </a:cubicBezTo>
                <a:cubicBezTo>
                  <a:pt x="1945893" y="57789"/>
                  <a:pt x="1946825" y="56283"/>
                  <a:pt x="1946825" y="54326"/>
                </a:cubicBezTo>
                <a:cubicBezTo>
                  <a:pt x="1946825" y="53487"/>
                  <a:pt x="1946677" y="52734"/>
                  <a:pt x="1946382" y="52066"/>
                </a:cubicBezTo>
                <a:cubicBezTo>
                  <a:pt x="1946087" y="51398"/>
                  <a:pt x="1945551" y="50762"/>
                  <a:pt x="1944775" y="50156"/>
                </a:cubicBezTo>
                <a:cubicBezTo>
                  <a:pt x="1943998" y="49550"/>
                  <a:pt x="1942795" y="48921"/>
                  <a:pt x="1941164" y="48269"/>
                </a:cubicBezTo>
                <a:cubicBezTo>
                  <a:pt x="1939533" y="47617"/>
                  <a:pt x="1937305" y="46871"/>
                  <a:pt x="1934478" y="46033"/>
                </a:cubicBezTo>
                <a:cubicBezTo>
                  <a:pt x="1932366" y="45411"/>
                  <a:pt x="1930417" y="44705"/>
                  <a:pt x="1928631" y="43913"/>
                </a:cubicBezTo>
                <a:cubicBezTo>
                  <a:pt x="1926845" y="43121"/>
                  <a:pt x="1925299" y="42181"/>
                  <a:pt x="1923995" y="41094"/>
                </a:cubicBezTo>
                <a:cubicBezTo>
                  <a:pt x="1922690" y="40007"/>
                  <a:pt x="1921665" y="38733"/>
                  <a:pt x="1920920" y="37273"/>
                </a:cubicBezTo>
                <a:cubicBezTo>
                  <a:pt x="1920174" y="35813"/>
                  <a:pt x="1919802" y="34090"/>
                  <a:pt x="1919802" y="32102"/>
                </a:cubicBezTo>
                <a:cubicBezTo>
                  <a:pt x="1919802" y="30797"/>
                  <a:pt x="1920104" y="29368"/>
                  <a:pt x="1920710" y="27815"/>
                </a:cubicBezTo>
                <a:cubicBezTo>
                  <a:pt x="1921316" y="26262"/>
                  <a:pt x="1922349" y="24818"/>
                  <a:pt x="1923809" y="23482"/>
                </a:cubicBezTo>
                <a:cubicBezTo>
                  <a:pt x="1925268" y="22147"/>
                  <a:pt x="1927241" y="21036"/>
                  <a:pt x="1929726" y="20151"/>
                </a:cubicBezTo>
                <a:cubicBezTo>
                  <a:pt x="1932211" y="19266"/>
                  <a:pt x="1935317" y="18823"/>
                  <a:pt x="1939044" y="18823"/>
                </a:cubicBezTo>
                <a:cubicBezTo>
                  <a:pt x="1940877" y="18823"/>
                  <a:pt x="1942911" y="18924"/>
                  <a:pt x="1945147" y="19126"/>
                </a:cubicBezTo>
                <a:cubicBezTo>
                  <a:pt x="1947384" y="19328"/>
                  <a:pt x="1949713" y="19677"/>
                  <a:pt x="1952136" y="20174"/>
                </a:cubicBezTo>
                <a:lnTo>
                  <a:pt x="1952136" y="27396"/>
                </a:lnTo>
                <a:cubicBezTo>
                  <a:pt x="1949589" y="26775"/>
                  <a:pt x="1947174" y="26316"/>
                  <a:pt x="1944891" y="26021"/>
                </a:cubicBezTo>
                <a:cubicBezTo>
                  <a:pt x="1942608" y="25726"/>
                  <a:pt x="1940628" y="25579"/>
                  <a:pt x="1938951" y="25579"/>
                </a:cubicBezTo>
                <a:cubicBezTo>
                  <a:pt x="1936932" y="25579"/>
                  <a:pt x="1935231" y="25734"/>
                  <a:pt x="1933849" y="26045"/>
                </a:cubicBezTo>
                <a:cubicBezTo>
                  <a:pt x="1932467" y="26355"/>
                  <a:pt x="1931349" y="26782"/>
                  <a:pt x="1930494" y="27326"/>
                </a:cubicBezTo>
                <a:cubicBezTo>
                  <a:pt x="1929640" y="27870"/>
                  <a:pt x="1929027" y="28506"/>
                  <a:pt x="1928654" y="29236"/>
                </a:cubicBezTo>
                <a:cubicBezTo>
                  <a:pt x="1928281" y="29966"/>
                  <a:pt x="1928095" y="30750"/>
                  <a:pt x="1928095" y="31589"/>
                </a:cubicBezTo>
                <a:cubicBezTo>
                  <a:pt x="1928095" y="32428"/>
                  <a:pt x="1928258" y="33189"/>
                  <a:pt x="1928584" y="33872"/>
                </a:cubicBezTo>
                <a:cubicBezTo>
                  <a:pt x="1928910" y="34555"/>
                  <a:pt x="1929516" y="35215"/>
                  <a:pt x="1930401" y="35852"/>
                </a:cubicBezTo>
                <a:cubicBezTo>
                  <a:pt x="1931286" y="36489"/>
                  <a:pt x="1932521" y="37126"/>
                  <a:pt x="1934105" y="37762"/>
                </a:cubicBezTo>
                <a:cubicBezTo>
                  <a:pt x="1935689" y="38399"/>
                  <a:pt x="1937755" y="39090"/>
                  <a:pt x="1940302" y="39836"/>
                </a:cubicBezTo>
                <a:cubicBezTo>
                  <a:pt x="1943066" y="40643"/>
                  <a:pt x="1945396" y="41490"/>
                  <a:pt x="1947291" y="42375"/>
                </a:cubicBezTo>
                <a:cubicBezTo>
                  <a:pt x="1949185" y="43260"/>
                  <a:pt x="1950723" y="44246"/>
                  <a:pt x="1951903" y="45334"/>
                </a:cubicBezTo>
                <a:cubicBezTo>
                  <a:pt x="1953084" y="46421"/>
                  <a:pt x="1953930" y="47648"/>
                  <a:pt x="1954443" y="49014"/>
                </a:cubicBezTo>
                <a:cubicBezTo>
                  <a:pt x="1954955" y="50381"/>
                  <a:pt x="1955211" y="51934"/>
                  <a:pt x="1955211" y="53674"/>
                </a:cubicBezTo>
                <a:close/>
                <a:moveTo>
                  <a:pt x="2012195" y="66440"/>
                </a:moveTo>
                <a:lnTo>
                  <a:pt x="2001432" y="66440"/>
                </a:lnTo>
                <a:lnTo>
                  <a:pt x="1988806" y="48595"/>
                </a:lnTo>
                <a:lnTo>
                  <a:pt x="1976319" y="66440"/>
                </a:lnTo>
                <a:lnTo>
                  <a:pt x="1965836" y="66440"/>
                </a:lnTo>
                <a:lnTo>
                  <a:pt x="1983960" y="42957"/>
                </a:lnTo>
                <a:lnTo>
                  <a:pt x="1966675" y="19662"/>
                </a:lnTo>
                <a:lnTo>
                  <a:pt x="1977065" y="19662"/>
                </a:lnTo>
                <a:lnTo>
                  <a:pt x="1989365" y="37646"/>
                </a:lnTo>
                <a:lnTo>
                  <a:pt x="2001432" y="19662"/>
                </a:lnTo>
                <a:lnTo>
                  <a:pt x="2011449" y="19662"/>
                </a:lnTo>
                <a:lnTo>
                  <a:pt x="1993884" y="43144"/>
                </a:lnTo>
                <a:lnTo>
                  <a:pt x="2012195" y="66440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&quot;">
            <a:extLst xmlns:a="http://schemas.openxmlformats.org/drawingml/2006/main">
              <a:ext uri="{FF2B5EF4-FFF2-40B4-BE49-F238E27FC236}">
                <a16:creationId xmlns:a16="http://schemas.microsoft.com/office/drawing/2014/main" id="{879AEF0C-F09C-4252-A1AC-5C3EE194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2063" y="6732076"/>
            <a:ext cx="28421" cy="21898"/>
          </a:xfrm>
          <a:custGeom xmlns:a="http://schemas.openxmlformats.org/drawingml/2006/main">
            <a:pathLst>
              <a:path w="28421" h="21898">
                <a:moveTo>
                  <a:pt x="10297" y="0"/>
                </a:moveTo>
                <a:lnTo>
                  <a:pt x="8992" y="21898"/>
                </a:lnTo>
                <a:lnTo>
                  <a:pt x="1351" y="21898"/>
                </a:lnTo>
                <a:lnTo>
                  <a:pt x="0" y="0"/>
                </a:lnTo>
                <a:lnTo>
                  <a:pt x="10297" y="0"/>
                </a:lnTo>
                <a:moveTo>
                  <a:pt x="28421" y="0"/>
                </a:moveTo>
                <a:lnTo>
                  <a:pt x="27116" y="21898"/>
                </a:lnTo>
                <a:lnTo>
                  <a:pt x="19475" y="21898"/>
                </a:lnTo>
                <a:lnTo>
                  <a:pt x="18124" y="0"/>
                </a:lnTo>
                <a:lnTo>
                  <a:pt x="28421" y="0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,">
            <a:extLst xmlns:a="http://schemas.openxmlformats.org/drawingml/2006/main">
              <a:ext uri="{FF2B5EF4-FFF2-40B4-BE49-F238E27FC236}">
                <a16:creationId xmlns:a16="http://schemas.microsoft.com/office/drawing/2014/main" id="{D761E569-048B-4772-A306-80431AEC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990" y="6782908"/>
            <a:ext cx="22504" cy="30983"/>
          </a:xfrm>
          <a:custGeom xmlns:a="http://schemas.openxmlformats.org/drawingml/2006/main">
            <a:pathLst>
              <a:path w="22504" h="30983">
                <a:moveTo>
                  <a:pt x="0" y="24600"/>
                </a:moveTo>
                <a:cubicBezTo>
                  <a:pt x="1584" y="24662"/>
                  <a:pt x="3122" y="24522"/>
                  <a:pt x="4613" y="24178"/>
                </a:cubicBezTo>
                <a:cubicBezTo>
                  <a:pt x="6103" y="23835"/>
                  <a:pt x="7416" y="23328"/>
                  <a:pt x="8550" y="22657"/>
                </a:cubicBezTo>
                <a:cubicBezTo>
                  <a:pt x="9683" y="21986"/>
                  <a:pt x="10592" y="21151"/>
                  <a:pt x="11275" y="20152"/>
                </a:cubicBezTo>
                <a:cubicBezTo>
                  <a:pt x="11959" y="19154"/>
                  <a:pt x="12300" y="18015"/>
                  <a:pt x="12300" y="16735"/>
                </a:cubicBezTo>
                <a:cubicBezTo>
                  <a:pt x="12300" y="15425"/>
                  <a:pt x="12075" y="14366"/>
                  <a:pt x="11625" y="13558"/>
                </a:cubicBezTo>
                <a:cubicBezTo>
                  <a:pt x="11174" y="12751"/>
                  <a:pt x="10669" y="12005"/>
                  <a:pt x="10110" y="11322"/>
                </a:cubicBezTo>
                <a:cubicBezTo>
                  <a:pt x="9551" y="10638"/>
                  <a:pt x="9047" y="9908"/>
                  <a:pt x="8596" y="9132"/>
                </a:cubicBezTo>
                <a:cubicBezTo>
                  <a:pt x="8146" y="8355"/>
                  <a:pt x="7921" y="7315"/>
                  <a:pt x="7921" y="6010"/>
                </a:cubicBezTo>
                <a:cubicBezTo>
                  <a:pt x="7921" y="5358"/>
                  <a:pt x="8045" y="4675"/>
                  <a:pt x="8293" y="3960"/>
                </a:cubicBezTo>
                <a:cubicBezTo>
                  <a:pt x="8542" y="3246"/>
                  <a:pt x="8922" y="2594"/>
                  <a:pt x="9435" y="2003"/>
                </a:cubicBezTo>
                <a:cubicBezTo>
                  <a:pt x="9947" y="1413"/>
                  <a:pt x="10600" y="932"/>
                  <a:pt x="11392" y="559"/>
                </a:cubicBezTo>
                <a:cubicBezTo>
                  <a:pt x="12184" y="186"/>
                  <a:pt x="13123" y="0"/>
                  <a:pt x="14210" y="0"/>
                </a:cubicBezTo>
                <a:cubicBezTo>
                  <a:pt x="15298" y="0"/>
                  <a:pt x="16346" y="226"/>
                  <a:pt x="17355" y="677"/>
                </a:cubicBezTo>
                <a:cubicBezTo>
                  <a:pt x="18365" y="1127"/>
                  <a:pt x="19250" y="1820"/>
                  <a:pt x="20011" y="2753"/>
                </a:cubicBezTo>
                <a:cubicBezTo>
                  <a:pt x="20772" y="3686"/>
                  <a:pt x="21378" y="4853"/>
                  <a:pt x="21828" y="6253"/>
                </a:cubicBezTo>
                <a:cubicBezTo>
                  <a:pt x="22279" y="7653"/>
                  <a:pt x="22504" y="9302"/>
                  <a:pt x="22504" y="11199"/>
                </a:cubicBezTo>
                <a:cubicBezTo>
                  <a:pt x="22504" y="13781"/>
                  <a:pt x="22030" y="16262"/>
                  <a:pt x="21083" y="18641"/>
                </a:cubicBezTo>
                <a:cubicBezTo>
                  <a:pt x="20135" y="21021"/>
                  <a:pt x="18722" y="23129"/>
                  <a:pt x="16843" y="24964"/>
                </a:cubicBezTo>
                <a:cubicBezTo>
                  <a:pt x="14964" y="26800"/>
                  <a:pt x="12619" y="28262"/>
                  <a:pt x="9808" y="29350"/>
                </a:cubicBezTo>
                <a:cubicBezTo>
                  <a:pt x="6997" y="30439"/>
                  <a:pt x="3727" y="30983"/>
                  <a:pt x="0" y="30983"/>
                </a:cubicBezTo>
                <a:lnTo>
                  <a:pt x="0" y="2460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&quot;src/overlay/overlay-v2.jsx&quot;">
            <a:extLst xmlns:a="http://schemas.openxmlformats.org/drawingml/2006/main">
              <a:ext uri="{FF2B5EF4-FFF2-40B4-BE49-F238E27FC236}">
                <a16:creationId xmlns:a16="http://schemas.microsoft.com/office/drawing/2014/main" id="{40298D2A-1D31-4B68-8DA2-B65D96EE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780" y="6731517"/>
            <a:ext cx="1428600" cy="86008"/>
          </a:xfrm>
          <a:custGeom xmlns:a="http://schemas.openxmlformats.org/drawingml/2006/main">
            <a:pathLst>
              <a:path w="1428600" h="86008">
                <a:moveTo>
                  <a:pt x="10297" y="559"/>
                </a:moveTo>
                <a:lnTo>
                  <a:pt x="8992" y="22457"/>
                </a:lnTo>
                <a:lnTo>
                  <a:pt x="1351" y="22457"/>
                </a:lnTo>
                <a:lnTo>
                  <a:pt x="0" y="559"/>
                </a:lnTo>
                <a:lnTo>
                  <a:pt x="10297" y="559"/>
                </a:lnTo>
                <a:moveTo>
                  <a:pt x="28421" y="559"/>
                </a:moveTo>
                <a:lnTo>
                  <a:pt x="27116" y="22457"/>
                </a:lnTo>
                <a:lnTo>
                  <a:pt x="19475" y="22457"/>
                </a:lnTo>
                <a:lnTo>
                  <a:pt x="18124" y="559"/>
                </a:lnTo>
                <a:lnTo>
                  <a:pt x="28421" y="559"/>
                </a:lnTo>
                <a:close/>
                <a:moveTo>
                  <a:pt x="84333" y="53674"/>
                </a:moveTo>
                <a:cubicBezTo>
                  <a:pt x="84333" y="55320"/>
                  <a:pt x="84053" y="56795"/>
                  <a:pt x="83494" y="58100"/>
                </a:cubicBezTo>
                <a:cubicBezTo>
                  <a:pt x="82935" y="59404"/>
                  <a:pt x="82174" y="60561"/>
                  <a:pt x="81211" y="61571"/>
                </a:cubicBezTo>
                <a:cubicBezTo>
                  <a:pt x="80248" y="62580"/>
                  <a:pt x="79130" y="63442"/>
                  <a:pt x="77857" y="64157"/>
                </a:cubicBezTo>
                <a:cubicBezTo>
                  <a:pt x="76583" y="64871"/>
                  <a:pt x="75224" y="65461"/>
                  <a:pt x="73780" y="65927"/>
                </a:cubicBezTo>
                <a:cubicBezTo>
                  <a:pt x="72335" y="66393"/>
                  <a:pt x="70852" y="66735"/>
                  <a:pt x="69330" y="66952"/>
                </a:cubicBezTo>
                <a:cubicBezTo>
                  <a:pt x="67808" y="67170"/>
                  <a:pt x="66317" y="67278"/>
                  <a:pt x="64858" y="67278"/>
                </a:cubicBezTo>
                <a:cubicBezTo>
                  <a:pt x="61689" y="67278"/>
                  <a:pt x="58777" y="67139"/>
                  <a:pt x="56122" y="66859"/>
                </a:cubicBezTo>
                <a:cubicBezTo>
                  <a:pt x="53466" y="66579"/>
                  <a:pt x="50865" y="66129"/>
                  <a:pt x="48318" y="65508"/>
                </a:cubicBezTo>
                <a:lnTo>
                  <a:pt x="48318" y="58053"/>
                </a:lnTo>
                <a:cubicBezTo>
                  <a:pt x="51051" y="58830"/>
                  <a:pt x="53769" y="59420"/>
                  <a:pt x="56471" y="59824"/>
                </a:cubicBezTo>
                <a:cubicBezTo>
                  <a:pt x="59173" y="60227"/>
                  <a:pt x="61860" y="60429"/>
                  <a:pt x="64531" y="60429"/>
                </a:cubicBezTo>
                <a:cubicBezTo>
                  <a:pt x="68414" y="60429"/>
                  <a:pt x="71287" y="59901"/>
                  <a:pt x="73151" y="58845"/>
                </a:cubicBezTo>
                <a:cubicBezTo>
                  <a:pt x="75015" y="57789"/>
                  <a:pt x="75946" y="56283"/>
                  <a:pt x="75946" y="54326"/>
                </a:cubicBezTo>
                <a:cubicBezTo>
                  <a:pt x="75946" y="53487"/>
                  <a:pt x="75799" y="52734"/>
                  <a:pt x="75504" y="52066"/>
                </a:cubicBezTo>
                <a:cubicBezTo>
                  <a:pt x="75209" y="51398"/>
                  <a:pt x="74673" y="50762"/>
                  <a:pt x="73896" y="50156"/>
                </a:cubicBezTo>
                <a:cubicBezTo>
                  <a:pt x="73120" y="49550"/>
                  <a:pt x="71916" y="48921"/>
                  <a:pt x="70285" y="48269"/>
                </a:cubicBezTo>
                <a:cubicBezTo>
                  <a:pt x="68655" y="47617"/>
                  <a:pt x="66426" y="46871"/>
                  <a:pt x="63600" y="46033"/>
                </a:cubicBezTo>
                <a:cubicBezTo>
                  <a:pt x="61487" y="45411"/>
                  <a:pt x="59538" y="44705"/>
                  <a:pt x="57752" y="43913"/>
                </a:cubicBezTo>
                <a:cubicBezTo>
                  <a:pt x="55966" y="43121"/>
                  <a:pt x="54421" y="42181"/>
                  <a:pt x="53116" y="41094"/>
                </a:cubicBezTo>
                <a:cubicBezTo>
                  <a:pt x="51812" y="40007"/>
                  <a:pt x="50787" y="38733"/>
                  <a:pt x="50041" y="37273"/>
                </a:cubicBezTo>
                <a:cubicBezTo>
                  <a:pt x="49296" y="35813"/>
                  <a:pt x="48923" y="34090"/>
                  <a:pt x="48923" y="32102"/>
                </a:cubicBezTo>
                <a:cubicBezTo>
                  <a:pt x="48923" y="30797"/>
                  <a:pt x="49226" y="29368"/>
                  <a:pt x="49832" y="27815"/>
                </a:cubicBezTo>
                <a:cubicBezTo>
                  <a:pt x="50437" y="26262"/>
                  <a:pt x="51470" y="24818"/>
                  <a:pt x="52930" y="23482"/>
                </a:cubicBezTo>
                <a:cubicBezTo>
                  <a:pt x="54390" y="22147"/>
                  <a:pt x="56362" y="21036"/>
                  <a:pt x="58847" y="20151"/>
                </a:cubicBezTo>
                <a:cubicBezTo>
                  <a:pt x="61332" y="19266"/>
                  <a:pt x="64438" y="18823"/>
                  <a:pt x="68166" y="18823"/>
                </a:cubicBezTo>
                <a:cubicBezTo>
                  <a:pt x="69998" y="18823"/>
                  <a:pt x="72033" y="18924"/>
                  <a:pt x="74269" y="19126"/>
                </a:cubicBezTo>
                <a:cubicBezTo>
                  <a:pt x="76505" y="19328"/>
                  <a:pt x="78835" y="19677"/>
                  <a:pt x="81258" y="20174"/>
                </a:cubicBezTo>
                <a:lnTo>
                  <a:pt x="81258" y="27396"/>
                </a:lnTo>
                <a:cubicBezTo>
                  <a:pt x="78711" y="26775"/>
                  <a:pt x="76296" y="26316"/>
                  <a:pt x="74013" y="26021"/>
                </a:cubicBezTo>
                <a:cubicBezTo>
                  <a:pt x="71730" y="25726"/>
                  <a:pt x="69750" y="25579"/>
                  <a:pt x="68072" y="25579"/>
                </a:cubicBezTo>
                <a:cubicBezTo>
                  <a:pt x="66053" y="25579"/>
                  <a:pt x="64353" y="25734"/>
                  <a:pt x="62971" y="26045"/>
                </a:cubicBezTo>
                <a:cubicBezTo>
                  <a:pt x="61588" y="26355"/>
                  <a:pt x="60470" y="26782"/>
                  <a:pt x="59616" y="27326"/>
                </a:cubicBezTo>
                <a:cubicBezTo>
                  <a:pt x="58762" y="27870"/>
                  <a:pt x="58148" y="28506"/>
                  <a:pt x="57776" y="29236"/>
                </a:cubicBezTo>
                <a:cubicBezTo>
                  <a:pt x="57403" y="29966"/>
                  <a:pt x="57217" y="30750"/>
                  <a:pt x="57217" y="31589"/>
                </a:cubicBezTo>
                <a:cubicBezTo>
                  <a:pt x="57217" y="32428"/>
                  <a:pt x="57380" y="33189"/>
                  <a:pt x="57706" y="33872"/>
                </a:cubicBezTo>
                <a:cubicBezTo>
                  <a:pt x="58032" y="34555"/>
                  <a:pt x="58638" y="35215"/>
                  <a:pt x="59523" y="35852"/>
                </a:cubicBezTo>
                <a:cubicBezTo>
                  <a:pt x="60408" y="36489"/>
                  <a:pt x="61643" y="37126"/>
                  <a:pt x="63227" y="37762"/>
                </a:cubicBezTo>
                <a:cubicBezTo>
                  <a:pt x="64811" y="38399"/>
                  <a:pt x="66877" y="39090"/>
                  <a:pt x="69424" y="39836"/>
                </a:cubicBezTo>
                <a:cubicBezTo>
                  <a:pt x="72188" y="40643"/>
                  <a:pt x="74518" y="41490"/>
                  <a:pt x="76412" y="42375"/>
                </a:cubicBezTo>
                <a:cubicBezTo>
                  <a:pt x="78307" y="43260"/>
                  <a:pt x="79845" y="44246"/>
                  <a:pt x="81025" y="45334"/>
                </a:cubicBezTo>
                <a:cubicBezTo>
                  <a:pt x="82205" y="46421"/>
                  <a:pt x="83052" y="47648"/>
                  <a:pt x="83564" y="49014"/>
                </a:cubicBezTo>
                <a:cubicBezTo>
                  <a:pt x="84077" y="50381"/>
                  <a:pt x="84333" y="51934"/>
                  <a:pt x="84333" y="53674"/>
                </a:cubicBezTo>
                <a:close/>
                <a:moveTo>
                  <a:pt x="101061" y="19662"/>
                </a:moveTo>
                <a:lnTo>
                  <a:pt x="108469" y="19662"/>
                </a:lnTo>
                <a:lnTo>
                  <a:pt x="108702" y="28259"/>
                </a:lnTo>
                <a:cubicBezTo>
                  <a:pt x="111467" y="24943"/>
                  <a:pt x="114192" y="22542"/>
                  <a:pt x="116879" y="21055"/>
                </a:cubicBezTo>
                <a:cubicBezTo>
                  <a:pt x="119566" y="19567"/>
                  <a:pt x="122276" y="18823"/>
                  <a:pt x="125009" y="18823"/>
                </a:cubicBezTo>
                <a:cubicBezTo>
                  <a:pt x="129855" y="18823"/>
                  <a:pt x="133528" y="20388"/>
                  <a:pt x="136028" y="23517"/>
                </a:cubicBezTo>
                <a:cubicBezTo>
                  <a:pt x="138529" y="26647"/>
                  <a:pt x="139686" y="31294"/>
                  <a:pt x="139499" y="37460"/>
                </a:cubicBezTo>
                <a:lnTo>
                  <a:pt x="131299" y="37460"/>
                </a:lnTo>
                <a:cubicBezTo>
                  <a:pt x="131392" y="33376"/>
                  <a:pt x="130794" y="30414"/>
                  <a:pt x="129505" y="28574"/>
                </a:cubicBezTo>
                <a:cubicBezTo>
                  <a:pt x="128216" y="26732"/>
                  <a:pt x="126329" y="25812"/>
                  <a:pt x="123845" y="25812"/>
                </a:cubicBezTo>
                <a:cubicBezTo>
                  <a:pt x="122757" y="25812"/>
                  <a:pt x="121662" y="26005"/>
                  <a:pt x="120560" y="26393"/>
                </a:cubicBezTo>
                <a:cubicBezTo>
                  <a:pt x="119457" y="26779"/>
                  <a:pt x="118323" y="27397"/>
                  <a:pt x="117159" y="28248"/>
                </a:cubicBezTo>
                <a:cubicBezTo>
                  <a:pt x="115994" y="29098"/>
                  <a:pt x="114759" y="30188"/>
                  <a:pt x="113455" y="31519"/>
                </a:cubicBezTo>
                <a:cubicBezTo>
                  <a:pt x="112150" y="32849"/>
                  <a:pt x="110752" y="34457"/>
                  <a:pt x="109261" y="36344"/>
                </a:cubicBezTo>
                <a:lnTo>
                  <a:pt x="109261" y="66440"/>
                </a:lnTo>
                <a:lnTo>
                  <a:pt x="101061" y="66440"/>
                </a:lnTo>
                <a:lnTo>
                  <a:pt x="101061" y="19662"/>
                </a:lnTo>
                <a:close/>
                <a:moveTo>
                  <a:pt x="187351" y="64716"/>
                </a:moveTo>
                <a:cubicBezTo>
                  <a:pt x="185239" y="65523"/>
                  <a:pt x="183072" y="66121"/>
                  <a:pt x="180851" y="66510"/>
                </a:cubicBezTo>
                <a:cubicBezTo>
                  <a:pt x="178631" y="66898"/>
                  <a:pt x="176340" y="67092"/>
                  <a:pt x="173979" y="67092"/>
                </a:cubicBezTo>
                <a:cubicBezTo>
                  <a:pt x="166587" y="67092"/>
                  <a:pt x="160895" y="65088"/>
                  <a:pt x="156903" y="61082"/>
                </a:cubicBezTo>
                <a:cubicBezTo>
                  <a:pt x="152912" y="57075"/>
                  <a:pt x="150916" y="51220"/>
                  <a:pt x="150916" y="43517"/>
                </a:cubicBezTo>
                <a:cubicBezTo>
                  <a:pt x="150916" y="39820"/>
                  <a:pt x="151491" y="36466"/>
                  <a:pt x="152640" y="33453"/>
                </a:cubicBezTo>
                <a:cubicBezTo>
                  <a:pt x="153789" y="30440"/>
                  <a:pt x="155405" y="27862"/>
                  <a:pt x="157486" y="25719"/>
                </a:cubicBezTo>
                <a:cubicBezTo>
                  <a:pt x="159567" y="23575"/>
                  <a:pt x="162052" y="21921"/>
                  <a:pt x="164940" y="20757"/>
                </a:cubicBezTo>
                <a:cubicBezTo>
                  <a:pt x="167829" y="19592"/>
                  <a:pt x="171013" y="19009"/>
                  <a:pt x="174492" y="19009"/>
                </a:cubicBezTo>
                <a:cubicBezTo>
                  <a:pt x="176914" y="19009"/>
                  <a:pt x="179182" y="19184"/>
                  <a:pt x="181294" y="19534"/>
                </a:cubicBezTo>
                <a:cubicBezTo>
                  <a:pt x="183406" y="19882"/>
                  <a:pt x="185425" y="20453"/>
                  <a:pt x="187351" y="21246"/>
                </a:cubicBezTo>
                <a:lnTo>
                  <a:pt x="187351" y="28980"/>
                </a:lnTo>
                <a:cubicBezTo>
                  <a:pt x="185332" y="27907"/>
                  <a:pt x="183274" y="27127"/>
                  <a:pt x="181178" y="26639"/>
                </a:cubicBezTo>
                <a:cubicBezTo>
                  <a:pt x="179081" y="26150"/>
                  <a:pt x="176914" y="25905"/>
                  <a:pt x="174678" y="25905"/>
                </a:cubicBezTo>
                <a:cubicBezTo>
                  <a:pt x="172597" y="25905"/>
                  <a:pt x="170632" y="26301"/>
                  <a:pt x="168784" y="27093"/>
                </a:cubicBezTo>
                <a:cubicBezTo>
                  <a:pt x="166936" y="27885"/>
                  <a:pt x="165313" y="29027"/>
                  <a:pt x="163915" y="30518"/>
                </a:cubicBezTo>
                <a:cubicBezTo>
                  <a:pt x="162518" y="32008"/>
                  <a:pt x="161415" y="33826"/>
                  <a:pt x="160607" y="35969"/>
                </a:cubicBezTo>
                <a:cubicBezTo>
                  <a:pt x="159800" y="38112"/>
                  <a:pt x="159396" y="40535"/>
                  <a:pt x="159396" y="43237"/>
                </a:cubicBezTo>
                <a:cubicBezTo>
                  <a:pt x="159396" y="48890"/>
                  <a:pt x="160770" y="53122"/>
                  <a:pt x="163519" y="55933"/>
                </a:cubicBezTo>
                <a:cubicBezTo>
                  <a:pt x="166268" y="58744"/>
                  <a:pt x="170081" y="60150"/>
                  <a:pt x="174958" y="60150"/>
                </a:cubicBezTo>
                <a:cubicBezTo>
                  <a:pt x="177163" y="60150"/>
                  <a:pt x="179298" y="59901"/>
                  <a:pt x="181364" y="59404"/>
                </a:cubicBezTo>
                <a:cubicBezTo>
                  <a:pt x="183429" y="58907"/>
                  <a:pt x="185425" y="58162"/>
                  <a:pt x="187351" y="57168"/>
                </a:cubicBezTo>
                <a:lnTo>
                  <a:pt x="187351" y="64716"/>
                </a:lnTo>
                <a:close/>
                <a:moveTo>
                  <a:pt x="240467" y="559"/>
                </a:moveTo>
                <a:lnTo>
                  <a:pt x="208506" y="76503"/>
                </a:lnTo>
                <a:lnTo>
                  <a:pt x="200771" y="76503"/>
                </a:lnTo>
                <a:lnTo>
                  <a:pt x="232733" y="559"/>
                </a:lnTo>
                <a:lnTo>
                  <a:pt x="240467" y="559"/>
                </a:lnTo>
                <a:close/>
                <a:moveTo>
                  <a:pt x="295447" y="42678"/>
                </a:moveTo>
                <a:cubicBezTo>
                  <a:pt x="295447" y="46312"/>
                  <a:pt x="294935" y="49643"/>
                  <a:pt x="293910" y="52672"/>
                </a:cubicBezTo>
                <a:cubicBezTo>
                  <a:pt x="292885" y="55700"/>
                  <a:pt x="291410" y="58294"/>
                  <a:pt x="289484" y="60453"/>
                </a:cubicBezTo>
                <a:cubicBezTo>
                  <a:pt x="287558" y="62611"/>
                  <a:pt x="285213" y="64289"/>
                  <a:pt x="282448" y="65485"/>
                </a:cubicBezTo>
                <a:cubicBezTo>
                  <a:pt x="279684" y="66680"/>
                  <a:pt x="276547" y="67278"/>
                  <a:pt x="273037" y="67278"/>
                </a:cubicBezTo>
                <a:cubicBezTo>
                  <a:pt x="269682" y="67278"/>
                  <a:pt x="266677" y="66758"/>
                  <a:pt x="264021" y="65717"/>
                </a:cubicBezTo>
                <a:cubicBezTo>
                  <a:pt x="261366" y="64677"/>
                  <a:pt x="259114" y="63147"/>
                  <a:pt x="257266" y="61128"/>
                </a:cubicBezTo>
                <a:cubicBezTo>
                  <a:pt x="255418" y="59109"/>
                  <a:pt x="254004" y="56609"/>
                  <a:pt x="253026" y="53627"/>
                </a:cubicBezTo>
                <a:cubicBezTo>
                  <a:pt x="252047" y="50645"/>
                  <a:pt x="251558" y="47213"/>
                  <a:pt x="251558" y="43330"/>
                </a:cubicBezTo>
                <a:cubicBezTo>
                  <a:pt x="251558" y="39696"/>
                  <a:pt x="252071" y="36380"/>
                  <a:pt x="253096" y="33383"/>
                </a:cubicBezTo>
                <a:cubicBezTo>
                  <a:pt x="254121" y="30385"/>
                  <a:pt x="255596" y="27807"/>
                  <a:pt x="257522" y="25649"/>
                </a:cubicBezTo>
                <a:cubicBezTo>
                  <a:pt x="259448" y="23490"/>
                  <a:pt x="261793" y="21813"/>
                  <a:pt x="264557" y="20617"/>
                </a:cubicBezTo>
                <a:cubicBezTo>
                  <a:pt x="267322" y="19421"/>
                  <a:pt x="270459" y="18823"/>
                  <a:pt x="273969" y="18823"/>
                </a:cubicBezTo>
                <a:cubicBezTo>
                  <a:pt x="277323" y="18823"/>
                  <a:pt x="280329" y="19343"/>
                  <a:pt x="282984" y="20384"/>
                </a:cubicBezTo>
                <a:cubicBezTo>
                  <a:pt x="285640" y="21424"/>
                  <a:pt x="287892" y="22946"/>
                  <a:pt x="289740" y="24950"/>
                </a:cubicBezTo>
                <a:cubicBezTo>
                  <a:pt x="291588" y="26953"/>
                  <a:pt x="293001" y="29446"/>
                  <a:pt x="293980" y="32428"/>
                </a:cubicBezTo>
                <a:cubicBezTo>
                  <a:pt x="294958" y="35410"/>
                  <a:pt x="295447" y="38826"/>
                  <a:pt x="295447" y="42678"/>
                </a:cubicBezTo>
                <a:moveTo>
                  <a:pt x="287154" y="43051"/>
                </a:moveTo>
                <a:cubicBezTo>
                  <a:pt x="287154" y="40162"/>
                  <a:pt x="286836" y="37638"/>
                  <a:pt x="286199" y="35480"/>
                </a:cubicBezTo>
                <a:cubicBezTo>
                  <a:pt x="285562" y="33321"/>
                  <a:pt x="284654" y="31519"/>
                  <a:pt x="283473" y="30075"/>
                </a:cubicBezTo>
                <a:cubicBezTo>
                  <a:pt x="282293" y="28631"/>
                  <a:pt x="280857" y="27543"/>
                  <a:pt x="279164" y="26813"/>
                </a:cubicBezTo>
                <a:cubicBezTo>
                  <a:pt x="277471" y="26084"/>
                  <a:pt x="275584" y="25719"/>
                  <a:pt x="273503" y="25719"/>
                </a:cubicBezTo>
                <a:cubicBezTo>
                  <a:pt x="271080" y="25719"/>
                  <a:pt x="269007" y="26192"/>
                  <a:pt x="267283" y="27140"/>
                </a:cubicBezTo>
                <a:cubicBezTo>
                  <a:pt x="265559" y="28087"/>
                  <a:pt x="264146" y="29353"/>
                  <a:pt x="263043" y="30937"/>
                </a:cubicBezTo>
                <a:cubicBezTo>
                  <a:pt x="261940" y="32521"/>
                  <a:pt x="261133" y="34361"/>
                  <a:pt x="260620" y="36458"/>
                </a:cubicBezTo>
                <a:cubicBezTo>
                  <a:pt x="260108" y="38555"/>
                  <a:pt x="259852" y="40752"/>
                  <a:pt x="259852" y="43051"/>
                </a:cubicBezTo>
                <a:cubicBezTo>
                  <a:pt x="259852" y="45939"/>
                  <a:pt x="260170" y="48471"/>
                  <a:pt x="260807" y="50645"/>
                </a:cubicBezTo>
                <a:cubicBezTo>
                  <a:pt x="261443" y="52819"/>
                  <a:pt x="262352" y="54629"/>
                  <a:pt x="263532" y="56073"/>
                </a:cubicBezTo>
                <a:cubicBezTo>
                  <a:pt x="264713" y="57517"/>
                  <a:pt x="266141" y="58604"/>
                  <a:pt x="267819" y="59334"/>
                </a:cubicBezTo>
                <a:cubicBezTo>
                  <a:pt x="269496" y="60064"/>
                  <a:pt x="271391" y="60429"/>
                  <a:pt x="273503" y="60429"/>
                </a:cubicBezTo>
                <a:cubicBezTo>
                  <a:pt x="275926" y="60429"/>
                  <a:pt x="277999" y="59956"/>
                  <a:pt x="279723" y="59008"/>
                </a:cubicBezTo>
                <a:cubicBezTo>
                  <a:pt x="281447" y="58061"/>
                  <a:pt x="282860" y="56795"/>
                  <a:pt x="283963" y="55211"/>
                </a:cubicBezTo>
                <a:cubicBezTo>
                  <a:pt x="285065" y="53627"/>
                  <a:pt x="285873" y="51787"/>
                  <a:pt x="286385" y="49690"/>
                </a:cubicBezTo>
                <a:cubicBezTo>
                  <a:pt x="286898" y="47593"/>
                  <a:pt x="287154" y="45380"/>
                  <a:pt x="287154" y="43051"/>
                </a:cubicBezTo>
                <a:close/>
                <a:moveTo>
                  <a:pt x="302205" y="19662"/>
                </a:moveTo>
                <a:lnTo>
                  <a:pt x="311430" y="19662"/>
                </a:lnTo>
                <a:lnTo>
                  <a:pt x="322892" y="50598"/>
                </a:lnTo>
                <a:lnTo>
                  <a:pt x="325361" y="58146"/>
                </a:lnTo>
                <a:lnTo>
                  <a:pt x="327924" y="50412"/>
                </a:lnTo>
                <a:lnTo>
                  <a:pt x="339292" y="19662"/>
                </a:lnTo>
                <a:lnTo>
                  <a:pt x="348191" y="19662"/>
                </a:lnTo>
                <a:lnTo>
                  <a:pt x="329834" y="66440"/>
                </a:lnTo>
                <a:lnTo>
                  <a:pt x="320516" y="66440"/>
                </a:lnTo>
                <a:lnTo>
                  <a:pt x="302205" y="19662"/>
                </a:lnTo>
                <a:close/>
                <a:moveTo>
                  <a:pt x="397953" y="40581"/>
                </a:moveTo>
                <a:cubicBezTo>
                  <a:pt x="397953" y="41731"/>
                  <a:pt x="397938" y="42693"/>
                  <a:pt x="397906" y="43470"/>
                </a:cubicBezTo>
                <a:cubicBezTo>
                  <a:pt x="397875" y="44246"/>
                  <a:pt x="397829" y="44976"/>
                  <a:pt x="397767" y="45660"/>
                </a:cubicBezTo>
                <a:lnTo>
                  <a:pt x="364920" y="45660"/>
                </a:lnTo>
                <a:cubicBezTo>
                  <a:pt x="364920" y="50443"/>
                  <a:pt x="366255" y="54116"/>
                  <a:pt x="368926" y="56679"/>
                </a:cubicBezTo>
                <a:cubicBezTo>
                  <a:pt x="371598" y="59241"/>
                  <a:pt x="375449" y="60522"/>
                  <a:pt x="380481" y="60522"/>
                </a:cubicBezTo>
                <a:cubicBezTo>
                  <a:pt x="381848" y="60522"/>
                  <a:pt x="383215" y="60467"/>
                  <a:pt x="384581" y="60357"/>
                </a:cubicBezTo>
                <a:cubicBezTo>
                  <a:pt x="385948" y="60245"/>
                  <a:pt x="387268" y="60094"/>
                  <a:pt x="388542" y="59904"/>
                </a:cubicBezTo>
                <a:cubicBezTo>
                  <a:pt x="389815" y="59712"/>
                  <a:pt x="391034" y="59498"/>
                  <a:pt x="392199" y="59260"/>
                </a:cubicBezTo>
                <a:cubicBezTo>
                  <a:pt x="393364" y="59021"/>
                  <a:pt x="394443" y="58759"/>
                  <a:pt x="395437" y="58472"/>
                </a:cubicBezTo>
                <a:lnTo>
                  <a:pt x="395437" y="65135"/>
                </a:lnTo>
                <a:cubicBezTo>
                  <a:pt x="393232" y="65770"/>
                  <a:pt x="390739" y="66286"/>
                  <a:pt x="387959" y="66683"/>
                </a:cubicBezTo>
                <a:cubicBezTo>
                  <a:pt x="385179" y="67080"/>
                  <a:pt x="382298" y="67278"/>
                  <a:pt x="379316" y="67278"/>
                </a:cubicBezTo>
                <a:cubicBezTo>
                  <a:pt x="375310" y="67278"/>
                  <a:pt x="371862" y="66735"/>
                  <a:pt x="368973" y="65648"/>
                </a:cubicBezTo>
                <a:cubicBezTo>
                  <a:pt x="366084" y="64560"/>
                  <a:pt x="363716" y="62984"/>
                  <a:pt x="361868" y="60919"/>
                </a:cubicBezTo>
                <a:cubicBezTo>
                  <a:pt x="360020" y="58853"/>
                  <a:pt x="358653" y="56321"/>
                  <a:pt x="357768" y="53324"/>
                </a:cubicBezTo>
                <a:cubicBezTo>
                  <a:pt x="356883" y="50327"/>
                  <a:pt x="356440" y="46933"/>
                  <a:pt x="356440" y="43144"/>
                </a:cubicBezTo>
                <a:cubicBezTo>
                  <a:pt x="356440" y="39851"/>
                  <a:pt x="356914" y="36737"/>
                  <a:pt x="357861" y="33802"/>
                </a:cubicBezTo>
                <a:cubicBezTo>
                  <a:pt x="358808" y="30867"/>
                  <a:pt x="360191" y="28289"/>
                  <a:pt x="362008" y="26068"/>
                </a:cubicBezTo>
                <a:cubicBezTo>
                  <a:pt x="363825" y="23847"/>
                  <a:pt x="366053" y="22084"/>
                  <a:pt x="368694" y="20780"/>
                </a:cubicBezTo>
                <a:cubicBezTo>
                  <a:pt x="371334" y="19475"/>
                  <a:pt x="374331" y="18823"/>
                  <a:pt x="377686" y="18823"/>
                </a:cubicBezTo>
                <a:cubicBezTo>
                  <a:pt x="380947" y="18823"/>
                  <a:pt x="383836" y="19336"/>
                  <a:pt x="386352" y="20361"/>
                </a:cubicBezTo>
                <a:cubicBezTo>
                  <a:pt x="388868" y="21386"/>
                  <a:pt x="390988" y="22838"/>
                  <a:pt x="392711" y="24717"/>
                </a:cubicBezTo>
                <a:cubicBezTo>
                  <a:pt x="394435" y="26596"/>
                  <a:pt x="395740" y="28879"/>
                  <a:pt x="396625" y="31566"/>
                </a:cubicBezTo>
                <a:cubicBezTo>
                  <a:pt x="397510" y="34253"/>
                  <a:pt x="397953" y="37258"/>
                  <a:pt x="397953" y="40581"/>
                </a:cubicBezTo>
                <a:moveTo>
                  <a:pt x="389520" y="39416"/>
                </a:moveTo>
                <a:cubicBezTo>
                  <a:pt x="389613" y="37335"/>
                  <a:pt x="389411" y="35433"/>
                  <a:pt x="388914" y="33709"/>
                </a:cubicBezTo>
                <a:cubicBezTo>
                  <a:pt x="388417" y="31985"/>
                  <a:pt x="387649" y="30502"/>
                  <a:pt x="386608" y="29260"/>
                </a:cubicBezTo>
                <a:cubicBezTo>
                  <a:pt x="385567" y="28017"/>
                  <a:pt x="384271" y="27046"/>
                  <a:pt x="382718" y="26348"/>
                </a:cubicBezTo>
                <a:cubicBezTo>
                  <a:pt x="381165" y="25649"/>
                  <a:pt x="379363" y="25299"/>
                  <a:pt x="377313" y="25299"/>
                </a:cubicBezTo>
                <a:cubicBezTo>
                  <a:pt x="375542" y="25299"/>
                  <a:pt x="373927" y="25641"/>
                  <a:pt x="372467" y="26324"/>
                </a:cubicBezTo>
                <a:cubicBezTo>
                  <a:pt x="371008" y="27008"/>
                  <a:pt x="369750" y="27970"/>
                  <a:pt x="368694" y="29213"/>
                </a:cubicBezTo>
                <a:cubicBezTo>
                  <a:pt x="367637" y="30455"/>
                  <a:pt x="366783" y="31946"/>
                  <a:pt x="366131" y="33686"/>
                </a:cubicBezTo>
                <a:cubicBezTo>
                  <a:pt x="365479" y="35425"/>
                  <a:pt x="365075" y="37335"/>
                  <a:pt x="364920" y="39416"/>
                </a:cubicBezTo>
                <a:lnTo>
                  <a:pt x="389520" y="39416"/>
                </a:lnTo>
                <a:close/>
                <a:moveTo>
                  <a:pt x="412212" y="19662"/>
                </a:moveTo>
                <a:lnTo>
                  <a:pt x="419620" y="19662"/>
                </a:lnTo>
                <a:lnTo>
                  <a:pt x="419853" y="28259"/>
                </a:lnTo>
                <a:cubicBezTo>
                  <a:pt x="422618" y="24943"/>
                  <a:pt x="425343" y="22542"/>
                  <a:pt x="428030" y="21055"/>
                </a:cubicBezTo>
                <a:cubicBezTo>
                  <a:pt x="430717" y="19567"/>
                  <a:pt x="433427" y="18823"/>
                  <a:pt x="436160" y="18823"/>
                </a:cubicBezTo>
                <a:cubicBezTo>
                  <a:pt x="441006" y="18823"/>
                  <a:pt x="444679" y="20388"/>
                  <a:pt x="447179" y="23517"/>
                </a:cubicBezTo>
                <a:cubicBezTo>
                  <a:pt x="449680" y="26647"/>
                  <a:pt x="450837" y="31294"/>
                  <a:pt x="450650" y="37460"/>
                </a:cubicBezTo>
                <a:lnTo>
                  <a:pt x="442450" y="37460"/>
                </a:lnTo>
                <a:cubicBezTo>
                  <a:pt x="442543" y="33376"/>
                  <a:pt x="441945" y="30414"/>
                  <a:pt x="440656" y="28574"/>
                </a:cubicBezTo>
                <a:cubicBezTo>
                  <a:pt x="439367" y="26732"/>
                  <a:pt x="437480" y="25812"/>
                  <a:pt x="434995" y="25812"/>
                </a:cubicBezTo>
                <a:cubicBezTo>
                  <a:pt x="433908" y="25812"/>
                  <a:pt x="432813" y="26005"/>
                  <a:pt x="431711" y="26393"/>
                </a:cubicBezTo>
                <a:cubicBezTo>
                  <a:pt x="430608" y="26779"/>
                  <a:pt x="429474" y="27397"/>
                  <a:pt x="428310" y="28248"/>
                </a:cubicBezTo>
                <a:cubicBezTo>
                  <a:pt x="427145" y="29098"/>
                  <a:pt x="425910" y="30188"/>
                  <a:pt x="424605" y="31519"/>
                </a:cubicBezTo>
                <a:cubicBezTo>
                  <a:pt x="423301" y="32849"/>
                  <a:pt x="421903" y="34457"/>
                  <a:pt x="420412" y="36344"/>
                </a:cubicBezTo>
                <a:lnTo>
                  <a:pt x="420412" y="66440"/>
                </a:lnTo>
                <a:lnTo>
                  <a:pt x="412212" y="66440"/>
                </a:lnTo>
                <a:lnTo>
                  <a:pt x="412212" y="19662"/>
                </a:lnTo>
                <a:close/>
                <a:moveTo>
                  <a:pt x="478095" y="7222"/>
                </a:moveTo>
                <a:lnTo>
                  <a:pt x="464257" y="7222"/>
                </a:lnTo>
                <a:lnTo>
                  <a:pt x="464257" y="559"/>
                </a:lnTo>
                <a:lnTo>
                  <a:pt x="486295" y="559"/>
                </a:lnTo>
                <a:lnTo>
                  <a:pt x="486295" y="59684"/>
                </a:lnTo>
                <a:lnTo>
                  <a:pt x="500226" y="59684"/>
                </a:lnTo>
                <a:lnTo>
                  <a:pt x="500226" y="66440"/>
                </a:lnTo>
                <a:lnTo>
                  <a:pt x="462719" y="66440"/>
                </a:lnTo>
                <a:lnTo>
                  <a:pt x="462719" y="59684"/>
                </a:lnTo>
                <a:lnTo>
                  <a:pt x="478095" y="59684"/>
                </a:lnTo>
                <a:lnTo>
                  <a:pt x="478095" y="7222"/>
                </a:lnTo>
                <a:close/>
                <a:moveTo>
                  <a:pt x="544070" y="66440"/>
                </a:moveTo>
                <a:lnTo>
                  <a:pt x="543884" y="60137"/>
                </a:lnTo>
                <a:cubicBezTo>
                  <a:pt x="541337" y="62657"/>
                  <a:pt x="538751" y="64478"/>
                  <a:pt x="536126" y="65598"/>
                </a:cubicBezTo>
                <a:cubicBezTo>
                  <a:pt x="533502" y="66718"/>
                  <a:pt x="530745" y="67278"/>
                  <a:pt x="527856" y="67278"/>
                </a:cubicBezTo>
                <a:cubicBezTo>
                  <a:pt x="525185" y="67278"/>
                  <a:pt x="522902" y="66936"/>
                  <a:pt x="521007" y="66252"/>
                </a:cubicBezTo>
                <a:cubicBezTo>
                  <a:pt x="519113" y="65567"/>
                  <a:pt x="517552" y="64626"/>
                  <a:pt x="516325" y="63429"/>
                </a:cubicBezTo>
                <a:cubicBezTo>
                  <a:pt x="515098" y="62231"/>
                  <a:pt x="514197" y="60823"/>
                  <a:pt x="513623" y="59205"/>
                </a:cubicBezTo>
                <a:cubicBezTo>
                  <a:pt x="513048" y="57587"/>
                  <a:pt x="512761" y="55829"/>
                  <a:pt x="512761" y="53931"/>
                </a:cubicBezTo>
                <a:cubicBezTo>
                  <a:pt x="512761" y="49233"/>
                  <a:pt x="514508" y="45554"/>
                  <a:pt x="518002" y="42895"/>
                </a:cubicBezTo>
                <a:cubicBezTo>
                  <a:pt x="521497" y="40234"/>
                  <a:pt x="526661" y="38904"/>
                  <a:pt x="533494" y="38904"/>
                </a:cubicBezTo>
                <a:lnTo>
                  <a:pt x="543185" y="38904"/>
                </a:lnTo>
                <a:lnTo>
                  <a:pt x="543185" y="34818"/>
                </a:lnTo>
                <a:cubicBezTo>
                  <a:pt x="543185" y="32064"/>
                  <a:pt x="542300" y="29858"/>
                  <a:pt x="540529" y="28202"/>
                </a:cubicBezTo>
                <a:cubicBezTo>
                  <a:pt x="538759" y="26547"/>
                  <a:pt x="536057" y="25719"/>
                  <a:pt x="532422" y="25719"/>
                </a:cubicBezTo>
                <a:cubicBezTo>
                  <a:pt x="529782" y="25719"/>
                  <a:pt x="527181" y="26018"/>
                  <a:pt x="524618" y="26617"/>
                </a:cubicBezTo>
                <a:cubicBezTo>
                  <a:pt x="522056" y="27215"/>
                  <a:pt x="519408" y="28065"/>
                  <a:pt x="516674" y="29166"/>
                </a:cubicBezTo>
                <a:lnTo>
                  <a:pt x="516674" y="21851"/>
                </a:lnTo>
                <a:cubicBezTo>
                  <a:pt x="517699" y="21473"/>
                  <a:pt x="518841" y="21102"/>
                  <a:pt x="520099" y="20739"/>
                </a:cubicBezTo>
                <a:cubicBezTo>
                  <a:pt x="521357" y="20376"/>
                  <a:pt x="522685" y="20053"/>
                  <a:pt x="524083" y="19769"/>
                </a:cubicBezTo>
                <a:cubicBezTo>
                  <a:pt x="525480" y="19485"/>
                  <a:pt x="526940" y="19256"/>
                  <a:pt x="528462" y="19084"/>
                </a:cubicBezTo>
                <a:cubicBezTo>
                  <a:pt x="529984" y="18910"/>
                  <a:pt x="531522" y="18823"/>
                  <a:pt x="533075" y="18823"/>
                </a:cubicBezTo>
                <a:cubicBezTo>
                  <a:pt x="535901" y="18823"/>
                  <a:pt x="538448" y="19134"/>
                  <a:pt x="540716" y="19755"/>
                </a:cubicBezTo>
                <a:cubicBezTo>
                  <a:pt x="542983" y="20376"/>
                  <a:pt x="544901" y="21323"/>
                  <a:pt x="546470" y="22597"/>
                </a:cubicBezTo>
                <a:cubicBezTo>
                  <a:pt x="548038" y="23870"/>
                  <a:pt x="549242" y="25470"/>
                  <a:pt x="550081" y="27396"/>
                </a:cubicBezTo>
                <a:cubicBezTo>
                  <a:pt x="550919" y="29322"/>
                  <a:pt x="551339" y="31589"/>
                  <a:pt x="551339" y="34198"/>
                </a:cubicBezTo>
                <a:lnTo>
                  <a:pt x="551339" y="66440"/>
                </a:lnTo>
                <a:lnTo>
                  <a:pt x="544070" y="66440"/>
                </a:lnTo>
                <a:moveTo>
                  <a:pt x="543185" y="45101"/>
                </a:moveTo>
                <a:lnTo>
                  <a:pt x="532888" y="45101"/>
                </a:lnTo>
                <a:cubicBezTo>
                  <a:pt x="530869" y="45101"/>
                  <a:pt x="529130" y="45304"/>
                  <a:pt x="527670" y="45709"/>
                </a:cubicBezTo>
                <a:cubicBezTo>
                  <a:pt x="526210" y="46114"/>
                  <a:pt x="525014" y="46690"/>
                  <a:pt x="524083" y="47438"/>
                </a:cubicBezTo>
                <a:cubicBezTo>
                  <a:pt x="523151" y="48185"/>
                  <a:pt x="522460" y="49081"/>
                  <a:pt x="522009" y="50125"/>
                </a:cubicBezTo>
                <a:cubicBezTo>
                  <a:pt x="521559" y="51169"/>
                  <a:pt x="521334" y="52345"/>
                  <a:pt x="521334" y="53653"/>
                </a:cubicBezTo>
                <a:cubicBezTo>
                  <a:pt x="521334" y="54557"/>
                  <a:pt x="521473" y="55422"/>
                  <a:pt x="521753" y="56248"/>
                </a:cubicBezTo>
                <a:cubicBezTo>
                  <a:pt x="522033" y="57073"/>
                  <a:pt x="522483" y="57805"/>
                  <a:pt x="523104" y="58443"/>
                </a:cubicBezTo>
                <a:cubicBezTo>
                  <a:pt x="523725" y="59082"/>
                  <a:pt x="524533" y="59588"/>
                  <a:pt x="525527" y="59962"/>
                </a:cubicBezTo>
                <a:cubicBezTo>
                  <a:pt x="526521" y="60336"/>
                  <a:pt x="527732" y="60522"/>
                  <a:pt x="529161" y="60522"/>
                </a:cubicBezTo>
                <a:cubicBezTo>
                  <a:pt x="531025" y="60522"/>
                  <a:pt x="533160" y="59954"/>
                  <a:pt x="535567" y="58818"/>
                </a:cubicBezTo>
                <a:cubicBezTo>
                  <a:pt x="537975" y="57680"/>
                  <a:pt x="540514" y="55880"/>
                  <a:pt x="543185" y="53419"/>
                </a:cubicBezTo>
                <a:lnTo>
                  <a:pt x="543185" y="45101"/>
                </a:lnTo>
                <a:close/>
                <a:moveTo>
                  <a:pt x="607483" y="19662"/>
                </a:moveTo>
                <a:lnTo>
                  <a:pt x="591549" y="61501"/>
                </a:lnTo>
                <a:cubicBezTo>
                  <a:pt x="589903" y="65756"/>
                  <a:pt x="588202" y="69421"/>
                  <a:pt x="586447" y="72497"/>
                </a:cubicBezTo>
                <a:cubicBezTo>
                  <a:pt x="584692" y="75572"/>
                  <a:pt x="582774" y="78095"/>
                  <a:pt x="580693" y="80068"/>
                </a:cubicBezTo>
                <a:cubicBezTo>
                  <a:pt x="578612" y="82040"/>
                  <a:pt x="576329" y="83492"/>
                  <a:pt x="573844" y="84424"/>
                </a:cubicBezTo>
                <a:cubicBezTo>
                  <a:pt x="571359" y="85356"/>
                  <a:pt x="568579" y="85822"/>
                  <a:pt x="565504" y="85822"/>
                </a:cubicBezTo>
                <a:cubicBezTo>
                  <a:pt x="564697" y="85822"/>
                  <a:pt x="563967" y="85806"/>
                  <a:pt x="563314" y="85775"/>
                </a:cubicBezTo>
                <a:cubicBezTo>
                  <a:pt x="562662" y="85744"/>
                  <a:pt x="561948" y="85697"/>
                  <a:pt x="561171" y="85635"/>
                </a:cubicBezTo>
                <a:lnTo>
                  <a:pt x="561171" y="78274"/>
                </a:lnTo>
                <a:cubicBezTo>
                  <a:pt x="561855" y="78367"/>
                  <a:pt x="562600" y="78453"/>
                  <a:pt x="563408" y="78530"/>
                </a:cubicBezTo>
                <a:cubicBezTo>
                  <a:pt x="564215" y="78608"/>
                  <a:pt x="565069" y="78647"/>
                  <a:pt x="565970" y="78647"/>
                </a:cubicBezTo>
                <a:cubicBezTo>
                  <a:pt x="567461" y="78647"/>
                  <a:pt x="568851" y="78429"/>
                  <a:pt x="570140" y="77994"/>
                </a:cubicBezTo>
                <a:cubicBezTo>
                  <a:pt x="571429" y="77559"/>
                  <a:pt x="572648" y="76853"/>
                  <a:pt x="573798" y="75874"/>
                </a:cubicBezTo>
                <a:cubicBezTo>
                  <a:pt x="574947" y="74896"/>
                  <a:pt x="576050" y="73630"/>
                  <a:pt x="577106" y="72077"/>
                </a:cubicBezTo>
                <a:cubicBezTo>
                  <a:pt x="578162" y="70524"/>
                  <a:pt x="579187" y="68645"/>
                  <a:pt x="580181" y="66440"/>
                </a:cubicBezTo>
                <a:lnTo>
                  <a:pt x="561497" y="19662"/>
                </a:lnTo>
                <a:lnTo>
                  <a:pt x="570723" y="19662"/>
                </a:lnTo>
                <a:lnTo>
                  <a:pt x="582557" y="50598"/>
                </a:lnTo>
                <a:lnTo>
                  <a:pt x="584933" y="57867"/>
                </a:lnTo>
                <a:lnTo>
                  <a:pt x="587635" y="50412"/>
                </a:lnTo>
                <a:lnTo>
                  <a:pt x="598584" y="19662"/>
                </a:lnTo>
                <a:lnTo>
                  <a:pt x="607483" y="19662"/>
                </a:lnTo>
                <a:close/>
                <a:moveTo>
                  <a:pt x="655335" y="559"/>
                </a:moveTo>
                <a:lnTo>
                  <a:pt x="623373" y="76503"/>
                </a:lnTo>
                <a:lnTo>
                  <a:pt x="615639" y="76503"/>
                </a:lnTo>
                <a:lnTo>
                  <a:pt x="647601" y="559"/>
                </a:lnTo>
                <a:lnTo>
                  <a:pt x="655335" y="559"/>
                </a:lnTo>
                <a:close/>
                <a:moveTo>
                  <a:pt x="710316" y="42678"/>
                </a:moveTo>
                <a:cubicBezTo>
                  <a:pt x="710316" y="46312"/>
                  <a:pt x="709803" y="49643"/>
                  <a:pt x="708778" y="52672"/>
                </a:cubicBezTo>
                <a:cubicBezTo>
                  <a:pt x="707753" y="55700"/>
                  <a:pt x="706278" y="58294"/>
                  <a:pt x="704352" y="60453"/>
                </a:cubicBezTo>
                <a:cubicBezTo>
                  <a:pt x="702426" y="62611"/>
                  <a:pt x="700081" y="64289"/>
                  <a:pt x="697317" y="65485"/>
                </a:cubicBezTo>
                <a:cubicBezTo>
                  <a:pt x="694552" y="66680"/>
                  <a:pt x="691415" y="67278"/>
                  <a:pt x="687905" y="67278"/>
                </a:cubicBezTo>
                <a:cubicBezTo>
                  <a:pt x="684550" y="67278"/>
                  <a:pt x="681545" y="66758"/>
                  <a:pt x="678890" y="65717"/>
                </a:cubicBezTo>
                <a:cubicBezTo>
                  <a:pt x="676234" y="64677"/>
                  <a:pt x="673982" y="63147"/>
                  <a:pt x="672134" y="61128"/>
                </a:cubicBezTo>
                <a:cubicBezTo>
                  <a:pt x="670286" y="59109"/>
                  <a:pt x="668872" y="56609"/>
                  <a:pt x="667894" y="53627"/>
                </a:cubicBezTo>
                <a:cubicBezTo>
                  <a:pt x="666916" y="50645"/>
                  <a:pt x="666426" y="47213"/>
                  <a:pt x="666426" y="43330"/>
                </a:cubicBezTo>
                <a:cubicBezTo>
                  <a:pt x="666426" y="39696"/>
                  <a:pt x="666939" y="36380"/>
                  <a:pt x="667964" y="33383"/>
                </a:cubicBezTo>
                <a:cubicBezTo>
                  <a:pt x="668989" y="30385"/>
                  <a:pt x="670464" y="27807"/>
                  <a:pt x="672390" y="25649"/>
                </a:cubicBezTo>
                <a:cubicBezTo>
                  <a:pt x="674316" y="23490"/>
                  <a:pt x="676661" y="21813"/>
                  <a:pt x="679425" y="20617"/>
                </a:cubicBezTo>
                <a:cubicBezTo>
                  <a:pt x="682190" y="19421"/>
                  <a:pt x="685327" y="18823"/>
                  <a:pt x="688837" y="18823"/>
                </a:cubicBezTo>
                <a:cubicBezTo>
                  <a:pt x="692191" y="18823"/>
                  <a:pt x="695197" y="19343"/>
                  <a:pt x="697852" y="20384"/>
                </a:cubicBezTo>
                <a:cubicBezTo>
                  <a:pt x="700508" y="21424"/>
                  <a:pt x="702760" y="22946"/>
                  <a:pt x="704608" y="24950"/>
                </a:cubicBezTo>
                <a:cubicBezTo>
                  <a:pt x="706456" y="26953"/>
                  <a:pt x="707870" y="29446"/>
                  <a:pt x="708848" y="32428"/>
                </a:cubicBezTo>
                <a:cubicBezTo>
                  <a:pt x="709826" y="35410"/>
                  <a:pt x="710316" y="38826"/>
                  <a:pt x="710316" y="42678"/>
                </a:cubicBezTo>
                <a:moveTo>
                  <a:pt x="702022" y="43051"/>
                </a:moveTo>
                <a:cubicBezTo>
                  <a:pt x="702022" y="40162"/>
                  <a:pt x="701704" y="37638"/>
                  <a:pt x="701067" y="35480"/>
                </a:cubicBezTo>
                <a:cubicBezTo>
                  <a:pt x="700430" y="33321"/>
                  <a:pt x="699522" y="31519"/>
                  <a:pt x="698342" y="30075"/>
                </a:cubicBezTo>
                <a:cubicBezTo>
                  <a:pt x="697161" y="28631"/>
                  <a:pt x="695725" y="27543"/>
                  <a:pt x="694032" y="26813"/>
                </a:cubicBezTo>
                <a:cubicBezTo>
                  <a:pt x="692339" y="26084"/>
                  <a:pt x="690452" y="25719"/>
                  <a:pt x="688371" y="25719"/>
                </a:cubicBezTo>
                <a:cubicBezTo>
                  <a:pt x="685948" y="25719"/>
                  <a:pt x="683875" y="26192"/>
                  <a:pt x="682151" y="27140"/>
                </a:cubicBezTo>
                <a:cubicBezTo>
                  <a:pt x="680427" y="28087"/>
                  <a:pt x="679014" y="29353"/>
                  <a:pt x="677911" y="30937"/>
                </a:cubicBezTo>
                <a:cubicBezTo>
                  <a:pt x="676809" y="32521"/>
                  <a:pt x="676001" y="34361"/>
                  <a:pt x="675488" y="36458"/>
                </a:cubicBezTo>
                <a:cubicBezTo>
                  <a:pt x="674976" y="38555"/>
                  <a:pt x="674720" y="40752"/>
                  <a:pt x="674720" y="43051"/>
                </a:cubicBezTo>
                <a:cubicBezTo>
                  <a:pt x="674720" y="45939"/>
                  <a:pt x="675038" y="48471"/>
                  <a:pt x="675675" y="50645"/>
                </a:cubicBezTo>
                <a:cubicBezTo>
                  <a:pt x="676312" y="52819"/>
                  <a:pt x="677220" y="54629"/>
                  <a:pt x="678400" y="56073"/>
                </a:cubicBezTo>
                <a:cubicBezTo>
                  <a:pt x="679581" y="57517"/>
                  <a:pt x="681010" y="58604"/>
                  <a:pt x="682687" y="59334"/>
                </a:cubicBezTo>
                <a:cubicBezTo>
                  <a:pt x="684364" y="60064"/>
                  <a:pt x="686259" y="60429"/>
                  <a:pt x="688371" y="60429"/>
                </a:cubicBezTo>
                <a:cubicBezTo>
                  <a:pt x="690794" y="60429"/>
                  <a:pt x="692867" y="59956"/>
                  <a:pt x="694591" y="59008"/>
                </a:cubicBezTo>
                <a:cubicBezTo>
                  <a:pt x="696315" y="58061"/>
                  <a:pt x="697728" y="56795"/>
                  <a:pt x="698831" y="55211"/>
                </a:cubicBezTo>
                <a:cubicBezTo>
                  <a:pt x="699933" y="53627"/>
                  <a:pt x="700741" y="51787"/>
                  <a:pt x="701254" y="49690"/>
                </a:cubicBezTo>
                <a:cubicBezTo>
                  <a:pt x="701766" y="47593"/>
                  <a:pt x="702022" y="45380"/>
                  <a:pt x="702022" y="43051"/>
                </a:cubicBezTo>
                <a:close/>
                <a:moveTo>
                  <a:pt x="717073" y="19662"/>
                </a:moveTo>
                <a:lnTo>
                  <a:pt x="726299" y="19662"/>
                </a:lnTo>
                <a:lnTo>
                  <a:pt x="737760" y="50598"/>
                </a:lnTo>
                <a:lnTo>
                  <a:pt x="740229" y="58146"/>
                </a:lnTo>
                <a:lnTo>
                  <a:pt x="742792" y="50412"/>
                </a:lnTo>
                <a:lnTo>
                  <a:pt x="754160" y="19662"/>
                </a:lnTo>
                <a:lnTo>
                  <a:pt x="763059" y="19662"/>
                </a:lnTo>
                <a:lnTo>
                  <a:pt x="744702" y="66440"/>
                </a:lnTo>
                <a:lnTo>
                  <a:pt x="735384" y="66440"/>
                </a:lnTo>
                <a:lnTo>
                  <a:pt x="717073" y="19662"/>
                </a:lnTo>
                <a:close/>
                <a:moveTo>
                  <a:pt x="812821" y="40581"/>
                </a:moveTo>
                <a:cubicBezTo>
                  <a:pt x="812821" y="41731"/>
                  <a:pt x="812806" y="42693"/>
                  <a:pt x="812775" y="43470"/>
                </a:cubicBezTo>
                <a:cubicBezTo>
                  <a:pt x="812744" y="44246"/>
                  <a:pt x="812697" y="44976"/>
                  <a:pt x="812635" y="45660"/>
                </a:cubicBezTo>
                <a:lnTo>
                  <a:pt x="779788" y="45660"/>
                </a:lnTo>
                <a:cubicBezTo>
                  <a:pt x="779788" y="50443"/>
                  <a:pt x="781123" y="54116"/>
                  <a:pt x="783795" y="56679"/>
                </a:cubicBezTo>
                <a:cubicBezTo>
                  <a:pt x="786466" y="59241"/>
                  <a:pt x="790317" y="60522"/>
                  <a:pt x="795349" y="60522"/>
                </a:cubicBezTo>
                <a:cubicBezTo>
                  <a:pt x="796716" y="60522"/>
                  <a:pt x="798083" y="60467"/>
                  <a:pt x="799449" y="60357"/>
                </a:cubicBezTo>
                <a:cubicBezTo>
                  <a:pt x="800816" y="60245"/>
                  <a:pt x="802136" y="60094"/>
                  <a:pt x="803410" y="59904"/>
                </a:cubicBezTo>
                <a:cubicBezTo>
                  <a:pt x="804683" y="59712"/>
                  <a:pt x="805902" y="59498"/>
                  <a:pt x="807067" y="59260"/>
                </a:cubicBezTo>
                <a:cubicBezTo>
                  <a:pt x="808232" y="59021"/>
                  <a:pt x="809311" y="58759"/>
                  <a:pt x="810305" y="58472"/>
                </a:cubicBezTo>
                <a:lnTo>
                  <a:pt x="810305" y="65135"/>
                </a:lnTo>
                <a:cubicBezTo>
                  <a:pt x="808100" y="65770"/>
                  <a:pt x="805607" y="66286"/>
                  <a:pt x="802827" y="66683"/>
                </a:cubicBezTo>
                <a:cubicBezTo>
                  <a:pt x="800047" y="67080"/>
                  <a:pt x="797166" y="67278"/>
                  <a:pt x="794185" y="67278"/>
                </a:cubicBezTo>
                <a:cubicBezTo>
                  <a:pt x="790178" y="67278"/>
                  <a:pt x="786730" y="66735"/>
                  <a:pt x="783841" y="65648"/>
                </a:cubicBezTo>
                <a:cubicBezTo>
                  <a:pt x="780953" y="64560"/>
                  <a:pt x="778584" y="62984"/>
                  <a:pt x="776736" y="60919"/>
                </a:cubicBezTo>
                <a:cubicBezTo>
                  <a:pt x="774888" y="58853"/>
                  <a:pt x="773521" y="56321"/>
                  <a:pt x="772636" y="53324"/>
                </a:cubicBezTo>
                <a:cubicBezTo>
                  <a:pt x="771751" y="50327"/>
                  <a:pt x="771308" y="46933"/>
                  <a:pt x="771308" y="43144"/>
                </a:cubicBezTo>
                <a:cubicBezTo>
                  <a:pt x="771308" y="39851"/>
                  <a:pt x="771782" y="36737"/>
                  <a:pt x="772729" y="33802"/>
                </a:cubicBezTo>
                <a:cubicBezTo>
                  <a:pt x="773676" y="30867"/>
                  <a:pt x="775059" y="28289"/>
                  <a:pt x="776876" y="26068"/>
                </a:cubicBezTo>
                <a:cubicBezTo>
                  <a:pt x="778693" y="23847"/>
                  <a:pt x="780921" y="22084"/>
                  <a:pt x="783562" y="20780"/>
                </a:cubicBezTo>
                <a:cubicBezTo>
                  <a:pt x="786202" y="19475"/>
                  <a:pt x="789199" y="18823"/>
                  <a:pt x="792554" y="18823"/>
                </a:cubicBezTo>
                <a:cubicBezTo>
                  <a:pt x="795815" y="18823"/>
                  <a:pt x="798704" y="19336"/>
                  <a:pt x="801220" y="20361"/>
                </a:cubicBezTo>
                <a:cubicBezTo>
                  <a:pt x="803736" y="21386"/>
                  <a:pt x="805856" y="22838"/>
                  <a:pt x="807580" y="24717"/>
                </a:cubicBezTo>
                <a:cubicBezTo>
                  <a:pt x="809304" y="26596"/>
                  <a:pt x="810608" y="28879"/>
                  <a:pt x="811493" y="31566"/>
                </a:cubicBezTo>
                <a:cubicBezTo>
                  <a:pt x="812379" y="34253"/>
                  <a:pt x="812821" y="37258"/>
                  <a:pt x="812821" y="40581"/>
                </a:cubicBezTo>
                <a:moveTo>
                  <a:pt x="804388" y="39416"/>
                </a:moveTo>
                <a:cubicBezTo>
                  <a:pt x="804481" y="37335"/>
                  <a:pt x="804279" y="35433"/>
                  <a:pt x="803782" y="33709"/>
                </a:cubicBezTo>
                <a:cubicBezTo>
                  <a:pt x="803285" y="31985"/>
                  <a:pt x="802517" y="30502"/>
                  <a:pt x="801476" y="29260"/>
                </a:cubicBezTo>
                <a:cubicBezTo>
                  <a:pt x="800436" y="28017"/>
                  <a:pt x="799139" y="27046"/>
                  <a:pt x="797586" y="26348"/>
                </a:cubicBezTo>
                <a:cubicBezTo>
                  <a:pt x="796033" y="25649"/>
                  <a:pt x="794231" y="25299"/>
                  <a:pt x="792181" y="25299"/>
                </a:cubicBezTo>
                <a:cubicBezTo>
                  <a:pt x="790411" y="25299"/>
                  <a:pt x="788795" y="25641"/>
                  <a:pt x="787336" y="26324"/>
                </a:cubicBezTo>
                <a:cubicBezTo>
                  <a:pt x="785876" y="27008"/>
                  <a:pt x="784618" y="27970"/>
                  <a:pt x="783562" y="29213"/>
                </a:cubicBezTo>
                <a:cubicBezTo>
                  <a:pt x="782506" y="30455"/>
                  <a:pt x="781651" y="31946"/>
                  <a:pt x="780999" y="33686"/>
                </a:cubicBezTo>
                <a:cubicBezTo>
                  <a:pt x="780347" y="35425"/>
                  <a:pt x="779943" y="37335"/>
                  <a:pt x="779788" y="39416"/>
                </a:cubicBezTo>
                <a:lnTo>
                  <a:pt x="804388" y="39416"/>
                </a:lnTo>
                <a:close/>
                <a:moveTo>
                  <a:pt x="827080" y="19662"/>
                </a:moveTo>
                <a:lnTo>
                  <a:pt x="834488" y="19662"/>
                </a:lnTo>
                <a:lnTo>
                  <a:pt x="834721" y="28259"/>
                </a:lnTo>
                <a:cubicBezTo>
                  <a:pt x="837486" y="24943"/>
                  <a:pt x="840211" y="22542"/>
                  <a:pt x="842898" y="21055"/>
                </a:cubicBezTo>
                <a:cubicBezTo>
                  <a:pt x="845585" y="19567"/>
                  <a:pt x="848295" y="18823"/>
                  <a:pt x="851028" y="18823"/>
                </a:cubicBezTo>
                <a:cubicBezTo>
                  <a:pt x="855874" y="18823"/>
                  <a:pt x="859547" y="20388"/>
                  <a:pt x="862047" y="23517"/>
                </a:cubicBezTo>
                <a:cubicBezTo>
                  <a:pt x="864548" y="26647"/>
                  <a:pt x="865705" y="31294"/>
                  <a:pt x="865518" y="37460"/>
                </a:cubicBezTo>
                <a:lnTo>
                  <a:pt x="857318" y="37460"/>
                </a:lnTo>
                <a:cubicBezTo>
                  <a:pt x="857411" y="33376"/>
                  <a:pt x="856813" y="30414"/>
                  <a:pt x="855524" y="28574"/>
                </a:cubicBezTo>
                <a:cubicBezTo>
                  <a:pt x="854235" y="26732"/>
                  <a:pt x="852348" y="25812"/>
                  <a:pt x="849864" y="25812"/>
                </a:cubicBezTo>
                <a:cubicBezTo>
                  <a:pt x="848776" y="25812"/>
                  <a:pt x="847682" y="26005"/>
                  <a:pt x="846579" y="26393"/>
                </a:cubicBezTo>
                <a:cubicBezTo>
                  <a:pt x="845476" y="26779"/>
                  <a:pt x="844342" y="27397"/>
                  <a:pt x="843178" y="28248"/>
                </a:cubicBezTo>
                <a:cubicBezTo>
                  <a:pt x="842013" y="29098"/>
                  <a:pt x="840778" y="30188"/>
                  <a:pt x="839474" y="31519"/>
                </a:cubicBezTo>
                <a:cubicBezTo>
                  <a:pt x="838169" y="32849"/>
                  <a:pt x="836771" y="34457"/>
                  <a:pt x="835280" y="36344"/>
                </a:cubicBezTo>
                <a:lnTo>
                  <a:pt x="835280" y="66440"/>
                </a:lnTo>
                <a:lnTo>
                  <a:pt x="827080" y="66440"/>
                </a:lnTo>
                <a:lnTo>
                  <a:pt x="827080" y="19662"/>
                </a:lnTo>
                <a:close/>
                <a:moveTo>
                  <a:pt x="892963" y="7222"/>
                </a:moveTo>
                <a:lnTo>
                  <a:pt x="879125" y="7222"/>
                </a:lnTo>
                <a:lnTo>
                  <a:pt x="879125" y="559"/>
                </a:lnTo>
                <a:lnTo>
                  <a:pt x="901163" y="559"/>
                </a:lnTo>
                <a:lnTo>
                  <a:pt x="901163" y="59684"/>
                </a:lnTo>
                <a:lnTo>
                  <a:pt x="915094" y="59684"/>
                </a:lnTo>
                <a:lnTo>
                  <a:pt x="915094" y="66440"/>
                </a:lnTo>
                <a:lnTo>
                  <a:pt x="877588" y="66440"/>
                </a:lnTo>
                <a:lnTo>
                  <a:pt x="877588" y="59684"/>
                </a:lnTo>
                <a:lnTo>
                  <a:pt x="892963" y="59684"/>
                </a:lnTo>
                <a:lnTo>
                  <a:pt x="892963" y="7222"/>
                </a:lnTo>
                <a:close/>
                <a:moveTo>
                  <a:pt x="958939" y="66440"/>
                </a:moveTo>
                <a:lnTo>
                  <a:pt x="958752" y="60137"/>
                </a:lnTo>
                <a:cubicBezTo>
                  <a:pt x="956205" y="62657"/>
                  <a:pt x="953619" y="64478"/>
                  <a:pt x="950995" y="65598"/>
                </a:cubicBezTo>
                <a:cubicBezTo>
                  <a:pt x="948370" y="66718"/>
                  <a:pt x="945613" y="67278"/>
                  <a:pt x="942725" y="67278"/>
                </a:cubicBezTo>
                <a:cubicBezTo>
                  <a:pt x="940053" y="67278"/>
                  <a:pt x="937770" y="66936"/>
                  <a:pt x="935876" y="66252"/>
                </a:cubicBezTo>
                <a:cubicBezTo>
                  <a:pt x="933981" y="65567"/>
                  <a:pt x="932420" y="64626"/>
                  <a:pt x="931193" y="63429"/>
                </a:cubicBezTo>
                <a:cubicBezTo>
                  <a:pt x="929966" y="62231"/>
                  <a:pt x="929066" y="60823"/>
                  <a:pt x="928491" y="59205"/>
                </a:cubicBezTo>
                <a:cubicBezTo>
                  <a:pt x="927916" y="57587"/>
                  <a:pt x="927629" y="55829"/>
                  <a:pt x="927629" y="53931"/>
                </a:cubicBezTo>
                <a:cubicBezTo>
                  <a:pt x="927629" y="49233"/>
                  <a:pt x="929376" y="45554"/>
                  <a:pt x="932871" y="42895"/>
                </a:cubicBezTo>
                <a:cubicBezTo>
                  <a:pt x="936365" y="40234"/>
                  <a:pt x="941529" y="38904"/>
                  <a:pt x="948362" y="38904"/>
                </a:cubicBezTo>
                <a:lnTo>
                  <a:pt x="958053" y="38904"/>
                </a:lnTo>
                <a:lnTo>
                  <a:pt x="958053" y="34818"/>
                </a:lnTo>
                <a:cubicBezTo>
                  <a:pt x="958053" y="32064"/>
                  <a:pt x="957168" y="29858"/>
                  <a:pt x="955398" y="28202"/>
                </a:cubicBezTo>
                <a:cubicBezTo>
                  <a:pt x="953627" y="26547"/>
                  <a:pt x="950925" y="25719"/>
                  <a:pt x="947291" y="25719"/>
                </a:cubicBezTo>
                <a:cubicBezTo>
                  <a:pt x="944650" y="25719"/>
                  <a:pt x="942049" y="26018"/>
                  <a:pt x="939487" y="26617"/>
                </a:cubicBezTo>
                <a:cubicBezTo>
                  <a:pt x="936924" y="27215"/>
                  <a:pt x="934276" y="28065"/>
                  <a:pt x="931543" y="29166"/>
                </a:cubicBezTo>
                <a:lnTo>
                  <a:pt x="931543" y="21851"/>
                </a:lnTo>
                <a:cubicBezTo>
                  <a:pt x="932568" y="21473"/>
                  <a:pt x="933709" y="21102"/>
                  <a:pt x="934967" y="20739"/>
                </a:cubicBezTo>
                <a:cubicBezTo>
                  <a:pt x="936225" y="20376"/>
                  <a:pt x="937553" y="20053"/>
                  <a:pt x="938951" y="19769"/>
                </a:cubicBezTo>
                <a:cubicBezTo>
                  <a:pt x="940349" y="19485"/>
                  <a:pt x="941808" y="19256"/>
                  <a:pt x="943330" y="19084"/>
                </a:cubicBezTo>
                <a:cubicBezTo>
                  <a:pt x="944852" y="18910"/>
                  <a:pt x="946390" y="18823"/>
                  <a:pt x="947943" y="18823"/>
                </a:cubicBezTo>
                <a:cubicBezTo>
                  <a:pt x="950770" y="18823"/>
                  <a:pt x="953317" y="19134"/>
                  <a:pt x="955584" y="19755"/>
                </a:cubicBezTo>
                <a:cubicBezTo>
                  <a:pt x="957851" y="20376"/>
                  <a:pt x="959769" y="21323"/>
                  <a:pt x="961338" y="22597"/>
                </a:cubicBezTo>
                <a:cubicBezTo>
                  <a:pt x="962907" y="23870"/>
                  <a:pt x="964110" y="25470"/>
                  <a:pt x="964949" y="27396"/>
                </a:cubicBezTo>
                <a:cubicBezTo>
                  <a:pt x="965788" y="29322"/>
                  <a:pt x="966207" y="31589"/>
                  <a:pt x="966207" y="34198"/>
                </a:cubicBezTo>
                <a:lnTo>
                  <a:pt x="966207" y="66440"/>
                </a:lnTo>
                <a:lnTo>
                  <a:pt x="958939" y="66440"/>
                </a:lnTo>
                <a:moveTo>
                  <a:pt x="958053" y="45101"/>
                </a:moveTo>
                <a:lnTo>
                  <a:pt x="947757" y="45101"/>
                </a:lnTo>
                <a:cubicBezTo>
                  <a:pt x="945738" y="45101"/>
                  <a:pt x="943998" y="45304"/>
                  <a:pt x="942538" y="45709"/>
                </a:cubicBezTo>
                <a:cubicBezTo>
                  <a:pt x="941078" y="46114"/>
                  <a:pt x="939883" y="46690"/>
                  <a:pt x="938951" y="47438"/>
                </a:cubicBezTo>
                <a:cubicBezTo>
                  <a:pt x="938019" y="48185"/>
                  <a:pt x="937328" y="49081"/>
                  <a:pt x="936877" y="50125"/>
                </a:cubicBezTo>
                <a:cubicBezTo>
                  <a:pt x="936427" y="51169"/>
                  <a:pt x="936202" y="52345"/>
                  <a:pt x="936202" y="53653"/>
                </a:cubicBezTo>
                <a:cubicBezTo>
                  <a:pt x="936202" y="54557"/>
                  <a:pt x="936342" y="55422"/>
                  <a:pt x="936621" y="56248"/>
                </a:cubicBezTo>
                <a:cubicBezTo>
                  <a:pt x="936901" y="57073"/>
                  <a:pt x="937351" y="57805"/>
                  <a:pt x="937972" y="58443"/>
                </a:cubicBezTo>
                <a:cubicBezTo>
                  <a:pt x="938594" y="59082"/>
                  <a:pt x="939401" y="59588"/>
                  <a:pt x="940395" y="59962"/>
                </a:cubicBezTo>
                <a:cubicBezTo>
                  <a:pt x="941389" y="60336"/>
                  <a:pt x="942600" y="60522"/>
                  <a:pt x="944029" y="60522"/>
                </a:cubicBezTo>
                <a:cubicBezTo>
                  <a:pt x="945893" y="60522"/>
                  <a:pt x="948028" y="59954"/>
                  <a:pt x="950436" y="58818"/>
                </a:cubicBezTo>
                <a:cubicBezTo>
                  <a:pt x="952843" y="57680"/>
                  <a:pt x="955382" y="55880"/>
                  <a:pt x="958053" y="53419"/>
                </a:cubicBezTo>
                <a:lnTo>
                  <a:pt x="958053" y="45101"/>
                </a:lnTo>
                <a:close/>
                <a:moveTo>
                  <a:pt x="1022352" y="19662"/>
                </a:moveTo>
                <a:lnTo>
                  <a:pt x="1006417" y="61501"/>
                </a:lnTo>
                <a:cubicBezTo>
                  <a:pt x="1004771" y="65756"/>
                  <a:pt x="1003071" y="69421"/>
                  <a:pt x="1001316" y="72497"/>
                </a:cubicBezTo>
                <a:cubicBezTo>
                  <a:pt x="999561" y="75572"/>
                  <a:pt x="997643" y="78095"/>
                  <a:pt x="995562" y="80068"/>
                </a:cubicBezTo>
                <a:cubicBezTo>
                  <a:pt x="993480" y="82040"/>
                  <a:pt x="991198" y="83492"/>
                  <a:pt x="988713" y="84424"/>
                </a:cubicBezTo>
                <a:cubicBezTo>
                  <a:pt x="986228" y="85356"/>
                  <a:pt x="983448" y="85822"/>
                  <a:pt x="980373" y="85822"/>
                </a:cubicBezTo>
                <a:cubicBezTo>
                  <a:pt x="979565" y="85822"/>
                  <a:pt x="978835" y="85806"/>
                  <a:pt x="978183" y="85775"/>
                </a:cubicBezTo>
                <a:cubicBezTo>
                  <a:pt x="977531" y="85744"/>
                  <a:pt x="976816" y="85697"/>
                  <a:pt x="976040" y="85635"/>
                </a:cubicBezTo>
                <a:lnTo>
                  <a:pt x="976040" y="78274"/>
                </a:lnTo>
                <a:cubicBezTo>
                  <a:pt x="976723" y="78367"/>
                  <a:pt x="977469" y="78453"/>
                  <a:pt x="978276" y="78530"/>
                </a:cubicBezTo>
                <a:cubicBezTo>
                  <a:pt x="979084" y="78608"/>
                  <a:pt x="979938" y="78647"/>
                  <a:pt x="980839" y="78647"/>
                </a:cubicBezTo>
                <a:cubicBezTo>
                  <a:pt x="982330" y="78647"/>
                  <a:pt x="983720" y="78429"/>
                  <a:pt x="985009" y="77994"/>
                </a:cubicBezTo>
                <a:cubicBezTo>
                  <a:pt x="986298" y="77559"/>
                  <a:pt x="987517" y="76853"/>
                  <a:pt x="988666" y="75874"/>
                </a:cubicBezTo>
                <a:cubicBezTo>
                  <a:pt x="989815" y="74896"/>
                  <a:pt x="990918" y="73630"/>
                  <a:pt x="991974" y="72077"/>
                </a:cubicBezTo>
                <a:cubicBezTo>
                  <a:pt x="993030" y="70524"/>
                  <a:pt x="994055" y="68645"/>
                  <a:pt x="995049" y="66440"/>
                </a:cubicBezTo>
                <a:lnTo>
                  <a:pt x="976366" y="19662"/>
                </a:lnTo>
                <a:lnTo>
                  <a:pt x="985591" y="19662"/>
                </a:lnTo>
                <a:lnTo>
                  <a:pt x="997425" y="50598"/>
                </a:lnTo>
                <a:lnTo>
                  <a:pt x="999801" y="57867"/>
                </a:lnTo>
                <a:lnTo>
                  <a:pt x="1002504" y="50412"/>
                </a:lnTo>
                <a:lnTo>
                  <a:pt x="1013453" y="19662"/>
                </a:lnTo>
                <a:lnTo>
                  <a:pt x="1022352" y="19662"/>
                </a:lnTo>
                <a:close/>
                <a:moveTo>
                  <a:pt x="1065311" y="44821"/>
                </a:moveTo>
                <a:lnTo>
                  <a:pt x="1037449" y="44821"/>
                </a:lnTo>
                <a:lnTo>
                  <a:pt x="1037449" y="37180"/>
                </a:lnTo>
                <a:lnTo>
                  <a:pt x="1065311" y="37180"/>
                </a:lnTo>
                <a:lnTo>
                  <a:pt x="1065311" y="44821"/>
                </a:lnTo>
                <a:close/>
                <a:moveTo>
                  <a:pt x="1080083" y="19662"/>
                </a:moveTo>
                <a:lnTo>
                  <a:pt x="1089308" y="19662"/>
                </a:lnTo>
                <a:lnTo>
                  <a:pt x="1100769" y="50598"/>
                </a:lnTo>
                <a:lnTo>
                  <a:pt x="1103239" y="58146"/>
                </a:lnTo>
                <a:lnTo>
                  <a:pt x="1105801" y="50412"/>
                </a:lnTo>
                <a:lnTo>
                  <a:pt x="1117169" y="19662"/>
                </a:lnTo>
                <a:lnTo>
                  <a:pt x="1126068" y="19662"/>
                </a:lnTo>
                <a:lnTo>
                  <a:pt x="1107711" y="66440"/>
                </a:lnTo>
                <a:lnTo>
                  <a:pt x="1098393" y="66440"/>
                </a:lnTo>
                <a:lnTo>
                  <a:pt x="1080083" y="19662"/>
                </a:lnTo>
                <a:close/>
                <a:moveTo>
                  <a:pt x="1175830" y="66440"/>
                </a:moveTo>
                <a:lnTo>
                  <a:pt x="1135715" y="66440"/>
                </a:lnTo>
                <a:lnTo>
                  <a:pt x="1135715" y="59171"/>
                </a:lnTo>
                <a:lnTo>
                  <a:pt x="1151463" y="43501"/>
                </a:lnTo>
                <a:cubicBezTo>
                  <a:pt x="1154041" y="40951"/>
                  <a:pt x="1156138" y="38743"/>
                  <a:pt x="1157753" y="36879"/>
                </a:cubicBezTo>
                <a:cubicBezTo>
                  <a:pt x="1159368" y="35013"/>
                  <a:pt x="1160626" y="33311"/>
                  <a:pt x="1161527" y="31773"/>
                </a:cubicBezTo>
                <a:cubicBezTo>
                  <a:pt x="1162427" y="30233"/>
                  <a:pt x="1163033" y="28780"/>
                  <a:pt x="1163344" y="27412"/>
                </a:cubicBezTo>
                <a:cubicBezTo>
                  <a:pt x="1163654" y="26044"/>
                  <a:pt x="1163810" y="24568"/>
                  <a:pt x="1163810" y="22983"/>
                </a:cubicBezTo>
                <a:cubicBezTo>
                  <a:pt x="1163810" y="21490"/>
                  <a:pt x="1163608" y="20067"/>
                  <a:pt x="1163204" y="18715"/>
                </a:cubicBezTo>
                <a:cubicBezTo>
                  <a:pt x="1162800" y="17362"/>
                  <a:pt x="1162179" y="16173"/>
                  <a:pt x="1161340" y="15147"/>
                </a:cubicBezTo>
                <a:cubicBezTo>
                  <a:pt x="1160502" y="14120"/>
                  <a:pt x="1159415" y="13311"/>
                  <a:pt x="1158079" y="12721"/>
                </a:cubicBezTo>
                <a:cubicBezTo>
                  <a:pt x="1156743" y="12130"/>
                  <a:pt x="1155144" y="11834"/>
                  <a:pt x="1153280" y="11834"/>
                </a:cubicBezTo>
                <a:cubicBezTo>
                  <a:pt x="1150702" y="11834"/>
                  <a:pt x="1148357" y="12413"/>
                  <a:pt x="1146245" y="13571"/>
                </a:cubicBezTo>
                <a:cubicBezTo>
                  <a:pt x="1144132" y="14729"/>
                  <a:pt x="1142191" y="16231"/>
                  <a:pt x="1140421" y="18078"/>
                </a:cubicBezTo>
                <a:lnTo>
                  <a:pt x="1135948" y="12701"/>
                </a:lnTo>
                <a:cubicBezTo>
                  <a:pt x="1138246" y="10269"/>
                  <a:pt x="1140894" y="8321"/>
                  <a:pt x="1143892" y="6856"/>
                </a:cubicBezTo>
                <a:cubicBezTo>
                  <a:pt x="1146889" y="5392"/>
                  <a:pt x="1150376" y="4659"/>
                  <a:pt x="1154352" y="4659"/>
                </a:cubicBezTo>
                <a:cubicBezTo>
                  <a:pt x="1157054" y="4659"/>
                  <a:pt x="1159515" y="5063"/>
                  <a:pt x="1161736" y="5872"/>
                </a:cubicBezTo>
                <a:cubicBezTo>
                  <a:pt x="1163957" y="6680"/>
                  <a:pt x="1165875" y="7845"/>
                  <a:pt x="1167490" y="9369"/>
                </a:cubicBezTo>
                <a:cubicBezTo>
                  <a:pt x="1169106" y="10892"/>
                  <a:pt x="1170356" y="12757"/>
                  <a:pt x="1171241" y="14965"/>
                </a:cubicBezTo>
                <a:cubicBezTo>
                  <a:pt x="1172126" y="17172"/>
                  <a:pt x="1172569" y="19659"/>
                  <a:pt x="1172569" y="22427"/>
                </a:cubicBezTo>
                <a:cubicBezTo>
                  <a:pt x="1172569" y="24758"/>
                  <a:pt x="1172258" y="26919"/>
                  <a:pt x="1171637" y="28909"/>
                </a:cubicBezTo>
                <a:cubicBezTo>
                  <a:pt x="1171016" y="30898"/>
                  <a:pt x="1170076" y="32879"/>
                  <a:pt x="1168818" y="34853"/>
                </a:cubicBezTo>
                <a:cubicBezTo>
                  <a:pt x="1167560" y="36828"/>
                  <a:pt x="1165976" y="38872"/>
                  <a:pt x="1164066" y="40986"/>
                </a:cubicBezTo>
                <a:cubicBezTo>
                  <a:pt x="1162156" y="43099"/>
                  <a:pt x="1159896" y="45415"/>
                  <a:pt x="1157287" y="47934"/>
                </a:cubicBezTo>
                <a:lnTo>
                  <a:pt x="1146245" y="58705"/>
                </a:lnTo>
                <a:lnTo>
                  <a:pt x="1175830" y="58705"/>
                </a:lnTo>
                <a:lnTo>
                  <a:pt x="1175830" y="66440"/>
                </a:lnTo>
                <a:close/>
                <a:moveTo>
                  <a:pt x="1206583" y="51763"/>
                </a:moveTo>
                <a:cubicBezTo>
                  <a:pt x="1207639" y="51763"/>
                  <a:pt x="1208641" y="51965"/>
                  <a:pt x="1209588" y="52369"/>
                </a:cubicBezTo>
                <a:cubicBezTo>
                  <a:pt x="1210535" y="52773"/>
                  <a:pt x="1211358" y="53332"/>
                  <a:pt x="1212057" y="54046"/>
                </a:cubicBezTo>
                <a:cubicBezTo>
                  <a:pt x="1212756" y="54761"/>
                  <a:pt x="1213308" y="55592"/>
                  <a:pt x="1213711" y="56539"/>
                </a:cubicBezTo>
                <a:cubicBezTo>
                  <a:pt x="1214115" y="57486"/>
                  <a:pt x="1214317" y="58504"/>
                  <a:pt x="1214317" y="59591"/>
                </a:cubicBezTo>
                <a:cubicBezTo>
                  <a:pt x="1214317" y="60647"/>
                  <a:pt x="1214115" y="61641"/>
                  <a:pt x="1213711" y="62573"/>
                </a:cubicBezTo>
                <a:cubicBezTo>
                  <a:pt x="1213308" y="63504"/>
                  <a:pt x="1212756" y="64320"/>
                  <a:pt x="1212057" y="65019"/>
                </a:cubicBezTo>
                <a:cubicBezTo>
                  <a:pt x="1211358" y="65717"/>
                  <a:pt x="1210535" y="66269"/>
                  <a:pt x="1209588" y="66673"/>
                </a:cubicBezTo>
                <a:cubicBezTo>
                  <a:pt x="1208641" y="67076"/>
                  <a:pt x="1207639" y="67278"/>
                  <a:pt x="1206583" y="67278"/>
                </a:cubicBezTo>
                <a:cubicBezTo>
                  <a:pt x="1205496" y="67278"/>
                  <a:pt x="1204486" y="67076"/>
                  <a:pt x="1203554" y="66673"/>
                </a:cubicBezTo>
                <a:cubicBezTo>
                  <a:pt x="1202622" y="66269"/>
                  <a:pt x="1201807" y="65717"/>
                  <a:pt x="1201108" y="65019"/>
                </a:cubicBezTo>
                <a:cubicBezTo>
                  <a:pt x="1200409" y="64320"/>
                  <a:pt x="1199858" y="63504"/>
                  <a:pt x="1199454" y="62573"/>
                </a:cubicBezTo>
                <a:cubicBezTo>
                  <a:pt x="1199050" y="61641"/>
                  <a:pt x="1198849" y="60647"/>
                  <a:pt x="1198849" y="59591"/>
                </a:cubicBezTo>
                <a:cubicBezTo>
                  <a:pt x="1198849" y="58504"/>
                  <a:pt x="1199050" y="57486"/>
                  <a:pt x="1199454" y="56539"/>
                </a:cubicBezTo>
                <a:cubicBezTo>
                  <a:pt x="1199858" y="55592"/>
                  <a:pt x="1200409" y="54761"/>
                  <a:pt x="1201108" y="54046"/>
                </a:cubicBezTo>
                <a:cubicBezTo>
                  <a:pt x="1201807" y="53332"/>
                  <a:pt x="1202622" y="52773"/>
                  <a:pt x="1203554" y="52369"/>
                </a:cubicBezTo>
                <a:cubicBezTo>
                  <a:pt x="1204486" y="51965"/>
                  <a:pt x="1205496" y="51763"/>
                  <a:pt x="1206583" y="51763"/>
                </a:cubicBezTo>
                <a:close/>
                <a:moveTo>
                  <a:pt x="1271720" y="19662"/>
                </a:moveTo>
                <a:lnTo>
                  <a:pt x="1271720" y="65601"/>
                </a:lnTo>
                <a:cubicBezTo>
                  <a:pt x="1271720" y="68862"/>
                  <a:pt x="1271254" y="71759"/>
                  <a:pt x="1270322" y="74290"/>
                </a:cubicBezTo>
                <a:cubicBezTo>
                  <a:pt x="1269390" y="76822"/>
                  <a:pt x="1268055" y="78957"/>
                  <a:pt x="1266315" y="80697"/>
                </a:cubicBezTo>
                <a:cubicBezTo>
                  <a:pt x="1264576" y="82436"/>
                  <a:pt x="1262440" y="83756"/>
                  <a:pt x="1259909" y="84657"/>
                </a:cubicBezTo>
                <a:cubicBezTo>
                  <a:pt x="1257377" y="85558"/>
                  <a:pt x="1254528" y="86008"/>
                  <a:pt x="1251359" y="86008"/>
                </a:cubicBezTo>
                <a:cubicBezTo>
                  <a:pt x="1249061" y="86008"/>
                  <a:pt x="1246817" y="85794"/>
                  <a:pt x="1244627" y="85366"/>
                </a:cubicBezTo>
                <a:cubicBezTo>
                  <a:pt x="1242437" y="84939"/>
                  <a:pt x="1240457" y="84345"/>
                  <a:pt x="1238686" y="83585"/>
                </a:cubicBezTo>
                <a:lnTo>
                  <a:pt x="1238686" y="75851"/>
                </a:lnTo>
                <a:cubicBezTo>
                  <a:pt x="1239649" y="76355"/>
                  <a:pt x="1240682" y="76812"/>
                  <a:pt x="1241785" y="77221"/>
                </a:cubicBezTo>
                <a:cubicBezTo>
                  <a:pt x="1242887" y="77631"/>
                  <a:pt x="1244021" y="77977"/>
                  <a:pt x="1245186" y="78261"/>
                </a:cubicBezTo>
                <a:cubicBezTo>
                  <a:pt x="1246351" y="78545"/>
                  <a:pt x="1247523" y="78758"/>
                  <a:pt x="1248704" y="78900"/>
                </a:cubicBezTo>
                <a:cubicBezTo>
                  <a:pt x="1249884" y="79042"/>
                  <a:pt x="1251033" y="79113"/>
                  <a:pt x="1252151" y="79113"/>
                </a:cubicBezTo>
                <a:cubicBezTo>
                  <a:pt x="1255692" y="79113"/>
                  <a:pt x="1258472" y="77994"/>
                  <a:pt x="1260491" y="75758"/>
                </a:cubicBezTo>
                <a:cubicBezTo>
                  <a:pt x="1262510" y="73522"/>
                  <a:pt x="1263520" y="70229"/>
                  <a:pt x="1263520" y="65881"/>
                </a:cubicBezTo>
                <a:lnTo>
                  <a:pt x="1263520" y="26371"/>
                </a:lnTo>
                <a:lnTo>
                  <a:pt x="1240597" y="26371"/>
                </a:lnTo>
                <a:lnTo>
                  <a:pt x="1240597" y="19662"/>
                </a:lnTo>
                <a:lnTo>
                  <a:pt x="1271720" y="19662"/>
                </a:lnTo>
                <a:moveTo>
                  <a:pt x="1266828" y="0"/>
                </a:moveTo>
                <a:cubicBezTo>
                  <a:pt x="1267729" y="0"/>
                  <a:pt x="1268567" y="163"/>
                  <a:pt x="1269344" y="489"/>
                </a:cubicBezTo>
                <a:cubicBezTo>
                  <a:pt x="1270120" y="815"/>
                  <a:pt x="1270796" y="1274"/>
                  <a:pt x="1271370" y="1864"/>
                </a:cubicBezTo>
                <a:cubicBezTo>
                  <a:pt x="1271945" y="2454"/>
                  <a:pt x="1272395" y="3137"/>
                  <a:pt x="1272722" y="3914"/>
                </a:cubicBezTo>
                <a:cubicBezTo>
                  <a:pt x="1273048" y="4690"/>
                  <a:pt x="1273211" y="5513"/>
                  <a:pt x="1273211" y="6383"/>
                </a:cubicBezTo>
                <a:cubicBezTo>
                  <a:pt x="1273211" y="7284"/>
                  <a:pt x="1273048" y="8115"/>
                  <a:pt x="1272722" y="8876"/>
                </a:cubicBezTo>
                <a:cubicBezTo>
                  <a:pt x="1272395" y="9637"/>
                  <a:pt x="1271945" y="10312"/>
                  <a:pt x="1271370" y="10902"/>
                </a:cubicBezTo>
                <a:cubicBezTo>
                  <a:pt x="1270796" y="11493"/>
                  <a:pt x="1270120" y="11951"/>
                  <a:pt x="1269344" y="12277"/>
                </a:cubicBezTo>
                <a:cubicBezTo>
                  <a:pt x="1268567" y="12603"/>
                  <a:pt x="1267729" y="12766"/>
                  <a:pt x="1266828" y="12766"/>
                </a:cubicBezTo>
                <a:cubicBezTo>
                  <a:pt x="1265927" y="12766"/>
                  <a:pt x="1265088" y="12603"/>
                  <a:pt x="1264312" y="12277"/>
                </a:cubicBezTo>
                <a:cubicBezTo>
                  <a:pt x="1263535" y="11951"/>
                  <a:pt x="1262860" y="11493"/>
                  <a:pt x="1262285" y="10902"/>
                </a:cubicBezTo>
                <a:cubicBezTo>
                  <a:pt x="1261710" y="10312"/>
                  <a:pt x="1261260" y="9637"/>
                  <a:pt x="1260934" y="8876"/>
                </a:cubicBezTo>
                <a:cubicBezTo>
                  <a:pt x="1260608" y="8115"/>
                  <a:pt x="1260445" y="7284"/>
                  <a:pt x="1260445" y="6383"/>
                </a:cubicBezTo>
                <a:cubicBezTo>
                  <a:pt x="1260445" y="5513"/>
                  <a:pt x="1260608" y="4690"/>
                  <a:pt x="1260934" y="3914"/>
                </a:cubicBezTo>
                <a:cubicBezTo>
                  <a:pt x="1261260" y="3137"/>
                  <a:pt x="1261710" y="2454"/>
                  <a:pt x="1262285" y="1864"/>
                </a:cubicBezTo>
                <a:cubicBezTo>
                  <a:pt x="1262860" y="1274"/>
                  <a:pt x="1263535" y="815"/>
                  <a:pt x="1264312" y="489"/>
                </a:cubicBezTo>
                <a:cubicBezTo>
                  <a:pt x="1265088" y="163"/>
                  <a:pt x="1265927" y="0"/>
                  <a:pt x="1266828" y="0"/>
                </a:cubicBezTo>
                <a:close/>
                <a:moveTo>
                  <a:pt x="1328936" y="53674"/>
                </a:moveTo>
                <a:cubicBezTo>
                  <a:pt x="1328936" y="55320"/>
                  <a:pt x="1328657" y="56795"/>
                  <a:pt x="1328098" y="58100"/>
                </a:cubicBezTo>
                <a:cubicBezTo>
                  <a:pt x="1327539" y="59404"/>
                  <a:pt x="1326778" y="60561"/>
                  <a:pt x="1325815" y="61571"/>
                </a:cubicBezTo>
                <a:cubicBezTo>
                  <a:pt x="1324852" y="62580"/>
                  <a:pt x="1323734" y="63442"/>
                  <a:pt x="1322460" y="64157"/>
                </a:cubicBezTo>
                <a:cubicBezTo>
                  <a:pt x="1321187" y="64871"/>
                  <a:pt x="1319828" y="65461"/>
                  <a:pt x="1318383" y="65927"/>
                </a:cubicBezTo>
                <a:cubicBezTo>
                  <a:pt x="1316939" y="66393"/>
                  <a:pt x="1315456" y="66735"/>
                  <a:pt x="1313934" y="66952"/>
                </a:cubicBezTo>
                <a:cubicBezTo>
                  <a:pt x="1312412" y="67170"/>
                  <a:pt x="1310921" y="67278"/>
                  <a:pt x="1309461" y="67278"/>
                </a:cubicBezTo>
                <a:cubicBezTo>
                  <a:pt x="1306293" y="67278"/>
                  <a:pt x="1303381" y="67139"/>
                  <a:pt x="1300725" y="66859"/>
                </a:cubicBezTo>
                <a:cubicBezTo>
                  <a:pt x="1298069" y="66579"/>
                  <a:pt x="1295468" y="66129"/>
                  <a:pt x="1292921" y="65508"/>
                </a:cubicBezTo>
                <a:lnTo>
                  <a:pt x="1292921" y="58053"/>
                </a:lnTo>
                <a:cubicBezTo>
                  <a:pt x="1295654" y="58830"/>
                  <a:pt x="1298372" y="59420"/>
                  <a:pt x="1301075" y="59824"/>
                </a:cubicBezTo>
                <a:cubicBezTo>
                  <a:pt x="1303777" y="60227"/>
                  <a:pt x="1306464" y="60429"/>
                  <a:pt x="1309135" y="60429"/>
                </a:cubicBezTo>
                <a:cubicBezTo>
                  <a:pt x="1313018" y="60429"/>
                  <a:pt x="1315891" y="59901"/>
                  <a:pt x="1317754" y="58845"/>
                </a:cubicBezTo>
                <a:cubicBezTo>
                  <a:pt x="1319618" y="57789"/>
                  <a:pt x="1320550" y="56283"/>
                  <a:pt x="1320550" y="54326"/>
                </a:cubicBezTo>
                <a:cubicBezTo>
                  <a:pt x="1320550" y="53487"/>
                  <a:pt x="1320402" y="52734"/>
                  <a:pt x="1320107" y="52066"/>
                </a:cubicBezTo>
                <a:cubicBezTo>
                  <a:pt x="1319812" y="51398"/>
                  <a:pt x="1319276" y="50762"/>
                  <a:pt x="1318500" y="50156"/>
                </a:cubicBezTo>
                <a:cubicBezTo>
                  <a:pt x="1317723" y="49550"/>
                  <a:pt x="1316520" y="48921"/>
                  <a:pt x="1314889" y="48269"/>
                </a:cubicBezTo>
                <a:cubicBezTo>
                  <a:pt x="1313258" y="47617"/>
                  <a:pt x="1311030" y="46871"/>
                  <a:pt x="1308203" y="46033"/>
                </a:cubicBezTo>
                <a:cubicBezTo>
                  <a:pt x="1306091" y="45411"/>
                  <a:pt x="1304142" y="44705"/>
                  <a:pt x="1302356" y="43913"/>
                </a:cubicBezTo>
                <a:cubicBezTo>
                  <a:pt x="1300570" y="43121"/>
                  <a:pt x="1299025" y="42181"/>
                  <a:pt x="1297720" y="41094"/>
                </a:cubicBezTo>
                <a:cubicBezTo>
                  <a:pt x="1296415" y="40007"/>
                  <a:pt x="1295390" y="38733"/>
                  <a:pt x="1294645" y="37273"/>
                </a:cubicBezTo>
                <a:cubicBezTo>
                  <a:pt x="1293899" y="35813"/>
                  <a:pt x="1293527" y="34090"/>
                  <a:pt x="1293527" y="32102"/>
                </a:cubicBezTo>
                <a:cubicBezTo>
                  <a:pt x="1293527" y="30797"/>
                  <a:pt x="1293830" y="29368"/>
                  <a:pt x="1294435" y="27815"/>
                </a:cubicBezTo>
                <a:cubicBezTo>
                  <a:pt x="1295041" y="26262"/>
                  <a:pt x="1296074" y="24818"/>
                  <a:pt x="1297534" y="23482"/>
                </a:cubicBezTo>
                <a:cubicBezTo>
                  <a:pt x="1298994" y="22147"/>
                  <a:pt x="1300966" y="21036"/>
                  <a:pt x="1303451" y="20151"/>
                </a:cubicBezTo>
                <a:cubicBezTo>
                  <a:pt x="1305936" y="19266"/>
                  <a:pt x="1309042" y="18823"/>
                  <a:pt x="1312769" y="18823"/>
                </a:cubicBezTo>
                <a:cubicBezTo>
                  <a:pt x="1314602" y="18823"/>
                  <a:pt x="1316636" y="18924"/>
                  <a:pt x="1318873" y="19126"/>
                </a:cubicBezTo>
                <a:cubicBezTo>
                  <a:pt x="1321109" y="19328"/>
                  <a:pt x="1323439" y="19677"/>
                  <a:pt x="1325861" y="20174"/>
                </a:cubicBezTo>
                <a:lnTo>
                  <a:pt x="1325861" y="27396"/>
                </a:lnTo>
                <a:cubicBezTo>
                  <a:pt x="1323314" y="26775"/>
                  <a:pt x="1320899" y="26316"/>
                  <a:pt x="1318616" y="26021"/>
                </a:cubicBezTo>
                <a:cubicBezTo>
                  <a:pt x="1316333" y="25726"/>
                  <a:pt x="1314353" y="25579"/>
                  <a:pt x="1312676" y="25579"/>
                </a:cubicBezTo>
                <a:cubicBezTo>
                  <a:pt x="1310657" y="25579"/>
                  <a:pt x="1308956" y="25734"/>
                  <a:pt x="1307574" y="26045"/>
                </a:cubicBezTo>
                <a:cubicBezTo>
                  <a:pt x="1306192" y="26355"/>
                  <a:pt x="1305074" y="26782"/>
                  <a:pt x="1304220" y="27326"/>
                </a:cubicBezTo>
                <a:cubicBezTo>
                  <a:pt x="1303365" y="27870"/>
                  <a:pt x="1302752" y="28506"/>
                  <a:pt x="1302379" y="29236"/>
                </a:cubicBezTo>
                <a:cubicBezTo>
                  <a:pt x="1302006" y="29966"/>
                  <a:pt x="1301820" y="30750"/>
                  <a:pt x="1301820" y="31589"/>
                </a:cubicBezTo>
                <a:cubicBezTo>
                  <a:pt x="1301820" y="32428"/>
                  <a:pt x="1301983" y="33189"/>
                  <a:pt x="1302309" y="33872"/>
                </a:cubicBezTo>
                <a:cubicBezTo>
                  <a:pt x="1302635" y="34555"/>
                  <a:pt x="1303241" y="35215"/>
                  <a:pt x="1304126" y="35852"/>
                </a:cubicBezTo>
                <a:cubicBezTo>
                  <a:pt x="1305012" y="36489"/>
                  <a:pt x="1306246" y="37126"/>
                  <a:pt x="1307830" y="37762"/>
                </a:cubicBezTo>
                <a:cubicBezTo>
                  <a:pt x="1309415" y="38399"/>
                  <a:pt x="1311480" y="39090"/>
                  <a:pt x="1314027" y="39836"/>
                </a:cubicBezTo>
                <a:cubicBezTo>
                  <a:pt x="1316792" y="40643"/>
                  <a:pt x="1319121" y="41490"/>
                  <a:pt x="1321016" y="42375"/>
                </a:cubicBezTo>
                <a:cubicBezTo>
                  <a:pt x="1322911" y="43260"/>
                  <a:pt x="1324448" y="44246"/>
                  <a:pt x="1325628" y="45334"/>
                </a:cubicBezTo>
                <a:cubicBezTo>
                  <a:pt x="1326809" y="46421"/>
                  <a:pt x="1327655" y="47648"/>
                  <a:pt x="1328168" y="49014"/>
                </a:cubicBezTo>
                <a:cubicBezTo>
                  <a:pt x="1328680" y="50381"/>
                  <a:pt x="1328936" y="51934"/>
                  <a:pt x="1328936" y="53674"/>
                </a:cubicBezTo>
                <a:close/>
                <a:moveTo>
                  <a:pt x="1385920" y="66440"/>
                </a:moveTo>
                <a:lnTo>
                  <a:pt x="1375157" y="66440"/>
                </a:lnTo>
                <a:lnTo>
                  <a:pt x="1362531" y="48595"/>
                </a:lnTo>
                <a:lnTo>
                  <a:pt x="1350044" y="66440"/>
                </a:lnTo>
                <a:lnTo>
                  <a:pt x="1339561" y="66440"/>
                </a:lnTo>
                <a:lnTo>
                  <a:pt x="1357685" y="42957"/>
                </a:lnTo>
                <a:lnTo>
                  <a:pt x="1340400" y="19662"/>
                </a:lnTo>
                <a:lnTo>
                  <a:pt x="1350790" y="19662"/>
                </a:lnTo>
                <a:lnTo>
                  <a:pt x="1363090" y="37646"/>
                </a:lnTo>
                <a:lnTo>
                  <a:pt x="1375157" y="19662"/>
                </a:lnTo>
                <a:lnTo>
                  <a:pt x="1385174" y="19662"/>
                </a:lnTo>
                <a:lnTo>
                  <a:pt x="1367609" y="43144"/>
                </a:lnTo>
                <a:lnTo>
                  <a:pt x="1385920" y="66440"/>
                </a:lnTo>
                <a:close/>
                <a:moveTo>
                  <a:pt x="1410476" y="559"/>
                </a:moveTo>
                <a:lnTo>
                  <a:pt x="1409171" y="22457"/>
                </a:lnTo>
                <a:lnTo>
                  <a:pt x="1401530" y="22457"/>
                </a:lnTo>
                <a:lnTo>
                  <a:pt x="1400179" y="559"/>
                </a:lnTo>
                <a:lnTo>
                  <a:pt x="1410476" y="559"/>
                </a:lnTo>
                <a:moveTo>
                  <a:pt x="1428600" y="559"/>
                </a:moveTo>
                <a:lnTo>
                  <a:pt x="1427295" y="22457"/>
                </a:lnTo>
                <a:lnTo>
                  <a:pt x="1419654" y="22457"/>
                </a:lnTo>
                <a:lnTo>
                  <a:pt x="1418303" y="559"/>
                </a:lnTo>
                <a:lnTo>
                  <a:pt x="1428600" y="559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,">
            <a:extLst xmlns:a="http://schemas.openxmlformats.org/drawingml/2006/main">
              <a:ext uri="{FF2B5EF4-FFF2-40B4-BE49-F238E27FC236}">
                <a16:creationId xmlns:a16="http://schemas.microsoft.com/office/drawing/2014/main" id="{B1BA59C0-56C4-4FE0-BBD4-AA623414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7059" y="6782908"/>
            <a:ext cx="22504" cy="30983"/>
          </a:xfrm>
          <a:custGeom xmlns:a="http://schemas.openxmlformats.org/drawingml/2006/main">
            <a:pathLst>
              <a:path w="22504" h="30983">
                <a:moveTo>
                  <a:pt x="0" y="24600"/>
                </a:moveTo>
                <a:cubicBezTo>
                  <a:pt x="1584" y="24662"/>
                  <a:pt x="3122" y="24522"/>
                  <a:pt x="4613" y="24178"/>
                </a:cubicBezTo>
                <a:cubicBezTo>
                  <a:pt x="6103" y="23835"/>
                  <a:pt x="7416" y="23328"/>
                  <a:pt x="8550" y="22657"/>
                </a:cubicBezTo>
                <a:cubicBezTo>
                  <a:pt x="9683" y="21986"/>
                  <a:pt x="10592" y="21151"/>
                  <a:pt x="11275" y="20152"/>
                </a:cubicBezTo>
                <a:cubicBezTo>
                  <a:pt x="11959" y="19154"/>
                  <a:pt x="12300" y="18015"/>
                  <a:pt x="12300" y="16735"/>
                </a:cubicBezTo>
                <a:cubicBezTo>
                  <a:pt x="12300" y="15425"/>
                  <a:pt x="12075" y="14366"/>
                  <a:pt x="11625" y="13558"/>
                </a:cubicBezTo>
                <a:cubicBezTo>
                  <a:pt x="11174" y="12751"/>
                  <a:pt x="10669" y="12005"/>
                  <a:pt x="10110" y="11322"/>
                </a:cubicBezTo>
                <a:cubicBezTo>
                  <a:pt x="9551" y="10638"/>
                  <a:pt x="9047" y="9908"/>
                  <a:pt x="8596" y="9132"/>
                </a:cubicBezTo>
                <a:cubicBezTo>
                  <a:pt x="8146" y="8355"/>
                  <a:pt x="7921" y="7315"/>
                  <a:pt x="7921" y="6010"/>
                </a:cubicBezTo>
                <a:cubicBezTo>
                  <a:pt x="7921" y="5358"/>
                  <a:pt x="8045" y="4675"/>
                  <a:pt x="8293" y="3960"/>
                </a:cubicBezTo>
                <a:cubicBezTo>
                  <a:pt x="8542" y="3246"/>
                  <a:pt x="8922" y="2594"/>
                  <a:pt x="9435" y="2003"/>
                </a:cubicBezTo>
                <a:cubicBezTo>
                  <a:pt x="9947" y="1413"/>
                  <a:pt x="10600" y="932"/>
                  <a:pt x="11392" y="559"/>
                </a:cubicBezTo>
                <a:cubicBezTo>
                  <a:pt x="12184" y="186"/>
                  <a:pt x="13123" y="0"/>
                  <a:pt x="14210" y="0"/>
                </a:cubicBezTo>
                <a:cubicBezTo>
                  <a:pt x="15298" y="0"/>
                  <a:pt x="16346" y="226"/>
                  <a:pt x="17355" y="677"/>
                </a:cubicBezTo>
                <a:cubicBezTo>
                  <a:pt x="18365" y="1127"/>
                  <a:pt x="19250" y="1820"/>
                  <a:pt x="20011" y="2753"/>
                </a:cubicBezTo>
                <a:cubicBezTo>
                  <a:pt x="20772" y="3686"/>
                  <a:pt x="21378" y="4853"/>
                  <a:pt x="21828" y="6253"/>
                </a:cubicBezTo>
                <a:cubicBezTo>
                  <a:pt x="22279" y="7653"/>
                  <a:pt x="22504" y="9302"/>
                  <a:pt x="22504" y="11199"/>
                </a:cubicBezTo>
                <a:cubicBezTo>
                  <a:pt x="22504" y="13781"/>
                  <a:pt x="22030" y="16262"/>
                  <a:pt x="21083" y="18641"/>
                </a:cubicBezTo>
                <a:cubicBezTo>
                  <a:pt x="20135" y="21021"/>
                  <a:pt x="18722" y="23129"/>
                  <a:pt x="16843" y="24964"/>
                </a:cubicBezTo>
                <a:cubicBezTo>
                  <a:pt x="14964" y="26800"/>
                  <a:pt x="12619" y="28262"/>
                  <a:pt x="9808" y="29350"/>
                </a:cubicBezTo>
                <a:cubicBezTo>
                  <a:pt x="6997" y="30439"/>
                  <a:pt x="3727" y="30983"/>
                  <a:pt x="0" y="30983"/>
                </a:cubicBezTo>
                <a:lnTo>
                  <a:pt x="0" y="2460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&quot;src/overlay/popup-v2.jsx&quot;">
            <a:extLst xmlns:a="http://schemas.openxmlformats.org/drawingml/2006/main">
              <a:ext uri="{FF2B5EF4-FFF2-40B4-BE49-F238E27FC236}">
                <a16:creationId xmlns:a16="http://schemas.microsoft.com/office/drawing/2014/main" id="{D2A53C18-3237-4755-9306-2726A907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849" y="6731517"/>
            <a:ext cx="1324883" cy="86008"/>
          </a:xfrm>
          <a:custGeom xmlns:a="http://schemas.openxmlformats.org/drawingml/2006/main">
            <a:pathLst>
              <a:path w="1324883" h="86008">
                <a:moveTo>
                  <a:pt x="10297" y="559"/>
                </a:moveTo>
                <a:lnTo>
                  <a:pt x="8992" y="22457"/>
                </a:lnTo>
                <a:lnTo>
                  <a:pt x="1351" y="22457"/>
                </a:lnTo>
                <a:lnTo>
                  <a:pt x="0" y="559"/>
                </a:lnTo>
                <a:lnTo>
                  <a:pt x="10297" y="559"/>
                </a:lnTo>
                <a:moveTo>
                  <a:pt x="28421" y="559"/>
                </a:moveTo>
                <a:lnTo>
                  <a:pt x="27116" y="22457"/>
                </a:lnTo>
                <a:lnTo>
                  <a:pt x="19475" y="22457"/>
                </a:lnTo>
                <a:lnTo>
                  <a:pt x="18124" y="559"/>
                </a:lnTo>
                <a:lnTo>
                  <a:pt x="28421" y="559"/>
                </a:lnTo>
                <a:close/>
                <a:moveTo>
                  <a:pt x="84333" y="53674"/>
                </a:moveTo>
                <a:cubicBezTo>
                  <a:pt x="84333" y="55320"/>
                  <a:pt x="84053" y="56795"/>
                  <a:pt x="83494" y="58100"/>
                </a:cubicBezTo>
                <a:cubicBezTo>
                  <a:pt x="82935" y="59404"/>
                  <a:pt x="82174" y="60561"/>
                  <a:pt x="81211" y="61571"/>
                </a:cubicBezTo>
                <a:cubicBezTo>
                  <a:pt x="80248" y="62580"/>
                  <a:pt x="79130" y="63442"/>
                  <a:pt x="77857" y="64157"/>
                </a:cubicBezTo>
                <a:cubicBezTo>
                  <a:pt x="76583" y="64871"/>
                  <a:pt x="75224" y="65461"/>
                  <a:pt x="73780" y="65927"/>
                </a:cubicBezTo>
                <a:cubicBezTo>
                  <a:pt x="72335" y="66393"/>
                  <a:pt x="70852" y="66735"/>
                  <a:pt x="69330" y="66952"/>
                </a:cubicBezTo>
                <a:cubicBezTo>
                  <a:pt x="67808" y="67170"/>
                  <a:pt x="66317" y="67278"/>
                  <a:pt x="64858" y="67278"/>
                </a:cubicBezTo>
                <a:cubicBezTo>
                  <a:pt x="61689" y="67278"/>
                  <a:pt x="58777" y="67139"/>
                  <a:pt x="56122" y="66859"/>
                </a:cubicBezTo>
                <a:cubicBezTo>
                  <a:pt x="53466" y="66579"/>
                  <a:pt x="50865" y="66129"/>
                  <a:pt x="48318" y="65508"/>
                </a:cubicBezTo>
                <a:lnTo>
                  <a:pt x="48318" y="58053"/>
                </a:lnTo>
                <a:cubicBezTo>
                  <a:pt x="51051" y="58830"/>
                  <a:pt x="53769" y="59420"/>
                  <a:pt x="56471" y="59824"/>
                </a:cubicBezTo>
                <a:cubicBezTo>
                  <a:pt x="59173" y="60227"/>
                  <a:pt x="61860" y="60429"/>
                  <a:pt x="64531" y="60429"/>
                </a:cubicBezTo>
                <a:cubicBezTo>
                  <a:pt x="68414" y="60429"/>
                  <a:pt x="71287" y="59901"/>
                  <a:pt x="73151" y="58845"/>
                </a:cubicBezTo>
                <a:cubicBezTo>
                  <a:pt x="75015" y="57789"/>
                  <a:pt x="75946" y="56283"/>
                  <a:pt x="75946" y="54326"/>
                </a:cubicBezTo>
                <a:cubicBezTo>
                  <a:pt x="75946" y="53487"/>
                  <a:pt x="75799" y="52734"/>
                  <a:pt x="75504" y="52066"/>
                </a:cubicBezTo>
                <a:cubicBezTo>
                  <a:pt x="75209" y="51398"/>
                  <a:pt x="74673" y="50762"/>
                  <a:pt x="73896" y="50156"/>
                </a:cubicBezTo>
                <a:cubicBezTo>
                  <a:pt x="73120" y="49550"/>
                  <a:pt x="71916" y="48921"/>
                  <a:pt x="70285" y="48269"/>
                </a:cubicBezTo>
                <a:cubicBezTo>
                  <a:pt x="68655" y="47617"/>
                  <a:pt x="66426" y="46871"/>
                  <a:pt x="63600" y="46033"/>
                </a:cubicBezTo>
                <a:cubicBezTo>
                  <a:pt x="61487" y="45411"/>
                  <a:pt x="59538" y="44705"/>
                  <a:pt x="57752" y="43913"/>
                </a:cubicBezTo>
                <a:cubicBezTo>
                  <a:pt x="55966" y="43121"/>
                  <a:pt x="54421" y="42181"/>
                  <a:pt x="53116" y="41094"/>
                </a:cubicBezTo>
                <a:cubicBezTo>
                  <a:pt x="51812" y="40007"/>
                  <a:pt x="50787" y="38733"/>
                  <a:pt x="50041" y="37273"/>
                </a:cubicBezTo>
                <a:cubicBezTo>
                  <a:pt x="49296" y="35813"/>
                  <a:pt x="48923" y="34090"/>
                  <a:pt x="48923" y="32102"/>
                </a:cubicBezTo>
                <a:cubicBezTo>
                  <a:pt x="48923" y="30797"/>
                  <a:pt x="49226" y="29368"/>
                  <a:pt x="49832" y="27815"/>
                </a:cubicBezTo>
                <a:cubicBezTo>
                  <a:pt x="50437" y="26262"/>
                  <a:pt x="51470" y="24818"/>
                  <a:pt x="52930" y="23482"/>
                </a:cubicBezTo>
                <a:cubicBezTo>
                  <a:pt x="54390" y="22147"/>
                  <a:pt x="56362" y="21036"/>
                  <a:pt x="58847" y="20151"/>
                </a:cubicBezTo>
                <a:cubicBezTo>
                  <a:pt x="61332" y="19266"/>
                  <a:pt x="64438" y="18823"/>
                  <a:pt x="68166" y="18823"/>
                </a:cubicBezTo>
                <a:cubicBezTo>
                  <a:pt x="69998" y="18823"/>
                  <a:pt x="72033" y="18924"/>
                  <a:pt x="74269" y="19126"/>
                </a:cubicBezTo>
                <a:cubicBezTo>
                  <a:pt x="76505" y="19328"/>
                  <a:pt x="78835" y="19677"/>
                  <a:pt x="81258" y="20174"/>
                </a:cubicBezTo>
                <a:lnTo>
                  <a:pt x="81258" y="27396"/>
                </a:lnTo>
                <a:cubicBezTo>
                  <a:pt x="78711" y="26775"/>
                  <a:pt x="76296" y="26316"/>
                  <a:pt x="74013" y="26021"/>
                </a:cubicBezTo>
                <a:cubicBezTo>
                  <a:pt x="71730" y="25726"/>
                  <a:pt x="69750" y="25579"/>
                  <a:pt x="68072" y="25579"/>
                </a:cubicBezTo>
                <a:cubicBezTo>
                  <a:pt x="66053" y="25579"/>
                  <a:pt x="64353" y="25734"/>
                  <a:pt x="62971" y="26045"/>
                </a:cubicBezTo>
                <a:cubicBezTo>
                  <a:pt x="61588" y="26355"/>
                  <a:pt x="60470" y="26782"/>
                  <a:pt x="59616" y="27326"/>
                </a:cubicBezTo>
                <a:cubicBezTo>
                  <a:pt x="58762" y="27870"/>
                  <a:pt x="58148" y="28506"/>
                  <a:pt x="57776" y="29236"/>
                </a:cubicBezTo>
                <a:cubicBezTo>
                  <a:pt x="57403" y="29966"/>
                  <a:pt x="57217" y="30750"/>
                  <a:pt x="57217" y="31589"/>
                </a:cubicBezTo>
                <a:cubicBezTo>
                  <a:pt x="57217" y="32428"/>
                  <a:pt x="57380" y="33189"/>
                  <a:pt x="57706" y="33872"/>
                </a:cubicBezTo>
                <a:cubicBezTo>
                  <a:pt x="58032" y="34555"/>
                  <a:pt x="58638" y="35215"/>
                  <a:pt x="59523" y="35852"/>
                </a:cubicBezTo>
                <a:cubicBezTo>
                  <a:pt x="60408" y="36489"/>
                  <a:pt x="61643" y="37126"/>
                  <a:pt x="63227" y="37762"/>
                </a:cubicBezTo>
                <a:cubicBezTo>
                  <a:pt x="64811" y="38399"/>
                  <a:pt x="66877" y="39090"/>
                  <a:pt x="69424" y="39836"/>
                </a:cubicBezTo>
                <a:cubicBezTo>
                  <a:pt x="72188" y="40643"/>
                  <a:pt x="74518" y="41490"/>
                  <a:pt x="76412" y="42375"/>
                </a:cubicBezTo>
                <a:cubicBezTo>
                  <a:pt x="78307" y="43260"/>
                  <a:pt x="79845" y="44246"/>
                  <a:pt x="81025" y="45334"/>
                </a:cubicBezTo>
                <a:cubicBezTo>
                  <a:pt x="82205" y="46421"/>
                  <a:pt x="83052" y="47648"/>
                  <a:pt x="83564" y="49014"/>
                </a:cubicBezTo>
                <a:cubicBezTo>
                  <a:pt x="84077" y="50381"/>
                  <a:pt x="84333" y="51934"/>
                  <a:pt x="84333" y="53674"/>
                </a:cubicBezTo>
                <a:close/>
                <a:moveTo>
                  <a:pt x="101061" y="19662"/>
                </a:moveTo>
                <a:lnTo>
                  <a:pt x="108469" y="19662"/>
                </a:lnTo>
                <a:lnTo>
                  <a:pt x="108702" y="28259"/>
                </a:lnTo>
                <a:cubicBezTo>
                  <a:pt x="111467" y="24943"/>
                  <a:pt x="114192" y="22542"/>
                  <a:pt x="116879" y="21055"/>
                </a:cubicBezTo>
                <a:cubicBezTo>
                  <a:pt x="119566" y="19567"/>
                  <a:pt x="122276" y="18823"/>
                  <a:pt x="125009" y="18823"/>
                </a:cubicBezTo>
                <a:cubicBezTo>
                  <a:pt x="129855" y="18823"/>
                  <a:pt x="133528" y="20388"/>
                  <a:pt x="136028" y="23517"/>
                </a:cubicBezTo>
                <a:cubicBezTo>
                  <a:pt x="138529" y="26647"/>
                  <a:pt x="139686" y="31294"/>
                  <a:pt x="139499" y="37460"/>
                </a:cubicBezTo>
                <a:lnTo>
                  <a:pt x="131299" y="37460"/>
                </a:lnTo>
                <a:cubicBezTo>
                  <a:pt x="131392" y="33376"/>
                  <a:pt x="130794" y="30414"/>
                  <a:pt x="129505" y="28574"/>
                </a:cubicBezTo>
                <a:cubicBezTo>
                  <a:pt x="128216" y="26732"/>
                  <a:pt x="126329" y="25812"/>
                  <a:pt x="123845" y="25812"/>
                </a:cubicBezTo>
                <a:cubicBezTo>
                  <a:pt x="122757" y="25812"/>
                  <a:pt x="121662" y="26005"/>
                  <a:pt x="120560" y="26393"/>
                </a:cubicBezTo>
                <a:cubicBezTo>
                  <a:pt x="119457" y="26779"/>
                  <a:pt x="118323" y="27397"/>
                  <a:pt x="117159" y="28248"/>
                </a:cubicBezTo>
                <a:cubicBezTo>
                  <a:pt x="115994" y="29098"/>
                  <a:pt x="114759" y="30188"/>
                  <a:pt x="113455" y="31519"/>
                </a:cubicBezTo>
                <a:cubicBezTo>
                  <a:pt x="112150" y="32849"/>
                  <a:pt x="110752" y="34457"/>
                  <a:pt x="109261" y="36344"/>
                </a:cubicBezTo>
                <a:lnTo>
                  <a:pt x="109261" y="66440"/>
                </a:lnTo>
                <a:lnTo>
                  <a:pt x="101061" y="66440"/>
                </a:lnTo>
                <a:lnTo>
                  <a:pt x="101061" y="19662"/>
                </a:lnTo>
                <a:close/>
                <a:moveTo>
                  <a:pt x="187351" y="64716"/>
                </a:moveTo>
                <a:cubicBezTo>
                  <a:pt x="185239" y="65523"/>
                  <a:pt x="183072" y="66121"/>
                  <a:pt x="180851" y="66510"/>
                </a:cubicBezTo>
                <a:cubicBezTo>
                  <a:pt x="178631" y="66898"/>
                  <a:pt x="176340" y="67092"/>
                  <a:pt x="173979" y="67092"/>
                </a:cubicBezTo>
                <a:cubicBezTo>
                  <a:pt x="166587" y="67092"/>
                  <a:pt x="160895" y="65088"/>
                  <a:pt x="156903" y="61082"/>
                </a:cubicBezTo>
                <a:cubicBezTo>
                  <a:pt x="152912" y="57075"/>
                  <a:pt x="150916" y="51220"/>
                  <a:pt x="150916" y="43517"/>
                </a:cubicBezTo>
                <a:cubicBezTo>
                  <a:pt x="150916" y="39820"/>
                  <a:pt x="151491" y="36466"/>
                  <a:pt x="152640" y="33453"/>
                </a:cubicBezTo>
                <a:cubicBezTo>
                  <a:pt x="153789" y="30440"/>
                  <a:pt x="155405" y="27862"/>
                  <a:pt x="157486" y="25719"/>
                </a:cubicBezTo>
                <a:cubicBezTo>
                  <a:pt x="159567" y="23575"/>
                  <a:pt x="162052" y="21921"/>
                  <a:pt x="164940" y="20757"/>
                </a:cubicBezTo>
                <a:cubicBezTo>
                  <a:pt x="167829" y="19592"/>
                  <a:pt x="171013" y="19009"/>
                  <a:pt x="174492" y="19009"/>
                </a:cubicBezTo>
                <a:cubicBezTo>
                  <a:pt x="176914" y="19009"/>
                  <a:pt x="179182" y="19184"/>
                  <a:pt x="181294" y="19534"/>
                </a:cubicBezTo>
                <a:cubicBezTo>
                  <a:pt x="183406" y="19882"/>
                  <a:pt x="185425" y="20453"/>
                  <a:pt x="187351" y="21246"/>
                </a:cubicBezTo>
                <a:lnTo>
                  <a:pt x="187351" y="28980"/>
                </a:lnTo>
                <a:cubicBezTo>
                  <a:pt x="185332" y="27907"/>
                  <a:pt x="183274" y="27127"/>
                  <a:pt x="181178" y="26639"/>
                </a:cubicBezTo>
                <a:cubicBezTo>
                  <a:pt x="179081" y="26150"/>
                  <a:pt x="176914" y="25905"/>
                  <a:pt x="174678" y="25905"/>
                </a:cubicBezTo>
                <a:cubicBezTo>
                  <a:pt x="172597" y="25905"/>
                  <a:pt x="170632" y="26301"/>
                  <a:pt x="168784" y="27093"/>
                </a:cubicBezTo>
                <a:cubicBezTo>
                  <a:pt x="166936" y="27885"/>
                  <a:pt x="165313" y="29027"/>
                  <a:pt x="163915" y="30518"/>
                </a:cubicBezTo>
                <a:cubicBezTo>
                  <a:pt x="162518" y="32008"/>
                  <a:pt x="161415" y="33826"/>
                  <a:pt x="160607" y="35969"/>
                </a:cubicBezTo>
                <a:cubicBezTo>
                  <a:pt x="159800" y="38112"/>
                  <a:pt x="159396" y="40535"/>
                  <a:pt x="159396" y="43237"/>
                </a:cubicBezTo>
                <a:cubicBezTo>
                  <a:pt x="159396" y="48890"/>
                  <a:pt x="160770" y="53122"/>
                  <a:pt x="163519" y="55933"/>
                </a:cubicBezTo>
                <a:cubicBezTo>
                  <a:pt x="166268" y="58744"/>
                  <a:pt x="170081" y="60150"/>
                  <a:pt x="174958" y="60150"/>
                </a:cubicBezTo>
                <a:cubicBezTo>
                  <a:pt x="177163" y="60150"/>
                  <a:pt x="179298" y="59901"/>
                  <a:pt x="181364" y="59404"/>
                </a:cubicBezTo>
                <a:cubicBezTo>
                  <a:pt x="183429" y="58907"/>
                  <a:pt x="185425" y="58162"/>
                  <a:pt x="187351" y="57168"/>
                </a:cubicBezTo>
                <a:lnTo>
                  <a:pt x="187351" y="64716"/>
                </a:lnTo>
                <a:close/>
                <a:moveTo>
                  <a:pt x="240467" y="559"/>
                </a:moveTo>
                <a:lnTo>
                  <a:pt x="208505" y="76503"/>
                </a:lnTo>
                <a:lnTo>
                  <a:pt x="200771" y="76503"/>
                </a:lnTo>
                <a:lnTo>
                  <a:pt x="232733" y="559"/>
                </a:lnTo>
                <a:lnTo>
                  <a:pt x="240467" y="559"/>
                </a:lnTo>
                <a:close/>
                <a:moveTo>
                  <a:pt x="295447" y="42678"/>
                </a:moveTo>
                <a:cubicBezTo>
                  <a:pt x="295447" y="46312"/>
                  <a:pt x="294935" y="49643"/>
                  <a:pt x="293910" y="52672"/>
                </a:cubicBezTo>
                <a:cubicBezTo>
                  <a:pt x="292885" y="55700"/>
                  <a:pt x="291409" y="58294"/>
                  <a:pt x="289483" y="60453"/>
                </a:cubicBezTo>
                <a:cubicBezTo>
                  <a:pt x="287558" y="62611"/>
                  <a:pt x="285213" y="64289"/>
                  <a:pt x="282448" y="65485"/>
                </a:cubicBezTo>
                <a:cubicBezTo>
                  <a:pt x="279684" y="66680"/>
                  <a:pt x="276547" y="67278"/>
                  <a:pt x="273037" y="67278"/>
                </a:cubicBezTo>
                <a:cubicBezTo>
                  <a:pt x="269682" y="67278"/>
                  <a:pt x="266677" y="66758"/>
                  <a:pt x="264021" y="65717"/>
                </a:cubicBezTo>
                <a:cubicBezTo>
                  <a:pt x="261365" y="64677"/>
                  <a:pt x="259114" y="63147"/>
                  <a:pt x="257265" y="61128"/>
                </a:cubicBezTo>
                <a:cubicBezTo>
                  <a:pt x="255417" y="59109"/>
                  <a:pt x="254004" y="56609"/>
                  <a:pt x="253026" y="53627"/>
                </a:cubicBezTo>
                <a:cubicBezTo>
                  <a:pt x="252047" y="50645"/>
                  <a:pt x="251558" y="47213"/>
                  <a:pt x="251558" y="43330"/>
                </a:cubicBezTo>
                <a:cubicBezTo>
                  <a:pt x="251558" y="39696"/>
                  <a:pt x="252070" y="36380"/>
                  <a:pt x="253095" y="33383"/>
                </a:cubicBezTo>
                <a:cubicBezTo>
                  <a:pt x="254120" y="30385"/>
                  <a:pt x="255596" y="27807"/>
                  <a:pt x="257522" y="25649"/>
                </a:cubicBezTo>
                <a:cubicBezTo>
                  <a:pt x="259447" y="23490"/>
                  <a:pt x="261793" y="21813"/>
                  <a:pt x="264557" y="20617"/>
                </a:cubicBezTo>
                <a:cubicBezTo>
                  <a:pt x="267321" y="19421"/>
                  <a:pt x="270459" y="18823"/>
                  <a:pt x="273968" y="18823"/>
                </a:cubicBezTo>
                <a:cubicBezTo>
                  <a:pt x="277323" y="18823"/>
                  <a:pt x="280328" y="19343"/>
                  <a:pt x="282984" y="20384"/>
                </a:cubicBezTo>
                <a:cubicBezTo>
                  <a:pt x="285640" y="21424"/>
                  <a:pt x="287892" y="22946"/>
                  <a:pt x="289740" y="24950"/>
                </a:cubicBezTo>
                <a:cubicBezTo>
                  <a:pt x="291588" y="26953"/>
                  <a:pt x="293001" y="29446"/>
                  <a:pt x="293980" y="32428"/>
                </a:cubicBezTo>
                <a:cubicBezTo>
                  <a:pt x="294958" y="35410"/>
                  <a:pt x="295447" y="38826"/>
                  <a:pt x="295447" y="42678"/>
                </a:cubicBezTo>
                <a:moveTo>
                  <a:pt x="287154" y="43051"/>
                </a:moveTo>
                <a:cubicBezTo>
                  <a:pt x="287154" y="40162"/>
                  <a:pt x="286836" y="37638"/>
                  <a:pt x="286199" y="35480"/>
                </a:cubicBezTo>
                <a:cubicBezTo>
                  <a:pt x="285562" y="33321"/>
                  <a:pt x="284653" y="31519"/>
                  <a:pt x="283473" y="30075"/>
                </a:cubicBezTo>
                <a:cubicBezTo>
                  <a:pt x="282293" y="28631"/>
                  <a:pt x="280856" y="27543"/>
                  <a:pt x="279163" y="26813"/>
                </a:cubicBezTo>
                <a:cubicBezTo>
                  <a:pt x="277471" y="26084"/>
                  <a:pt x="275584" y="25719"/>
                  <a:pt x="273503" y="25719"/>
                </a:cubicBezTo>
                <a:cubicBezTo>
                  <a:pt x="271080" y="25719"/>
                  <a:pt x="269006" y="26192"/>
                  <a:pt x="267283" y="27140"/>
                </a:cubicBezTo>
                <a:cubicBezTo>
                  <a:pt x="265559" y="28087"/>
                  <a:pt x="264145" y="29353"/>
                  <a:pt x="263043" y="30937"/>
                </a:cubicBezTo>
                <a:cubicBezTo>
                  <a:pt x="261940" y="32521"/>
                  <a:pt x="261132" y="34361"/>
                  <a:pt x="260620" y="36458"/>
                </a:cubicBezTo>
                <a:cubicBezTo>
                  <a:pt x="260107" y="38555"/>
                  <a:pt x="259851" y="40752"/>
                  <a:pt x="259851" y="43051"/>
                </a:cubicBezTo>
                <a:cubicBezTo>
                  <a:pt x="259851" y="45939"/>
                  <a:pt x="260170" y="48471"/>
                  <a:pt x="260806" y="50645"/>
                </a:cubicBezTo>
                <a:cubicBezTo>
                  <a:pt x="261443" y="52819"/>
                  <a:pt x="262352" y="54629"/>
                  <a:pt x="263532" y="56073"/>
                </a:cubicBezTo>
                <a:cubicBezTo>
                  <a:pt x="264712" y="57517"/>
                  <a:pt x="266141" y="58604"/>
                  <a:pt x="267818" y="59334"/>
                </a:cubicBezTo>
                <a:cubicBezTo>
                  <a:pt x="269496" y="60064"/>
                  <a:pt x="271390" y="60429"/>
                  <a:pt x="273503" y="60429"/>
                </a:cubicBezTo>
                <a:cubicBezTo>
                  <a:pt x="275925" y="60429"/>
                  <a:pt x="277999" y="59956"/>
                  <a:pt x="279723" y="59008"/>
                </a:cubicBezTo>
                <a:cubicBezTo>
                  <a:pt x="281446" y="58061"/>
                  <a:pt x="282860" y="56795"/>
                  <a:pt x="283962" y="55211"/>
                </a:cubicBezTo>
                <a:cubicBezTo>
                  <a:pt x="285065" y="53627"/>
                  <a:pt x="285873" y="51787"/>
                  <a:pt x="286385" y="49690"/>
                </a:cubicBezTo>
                <a:cubicBezTo>
                  <a:pt x="286898" y="47593"/>
                  <a:pt x="287154" y="45380"/>
                  <a:pt x="287154" y="43051"/>
                </a:cubicBezTo>
                <a:close/>
                <a:moveTo>
                  <a:pt x="302205" y="19662"/>
                </a:moveTo>
                <a:lnTo>
                  <a:pt x="311430" y="19662"/>
                </a:lnTo>
                <a:lnTo>
                  <a:pt x="322892" y="50598"/>
                </a:lnTo>
                <a:lnTo>
                  <a:pt x="325361" y="58146"/>
                </a:lnTo>
                <a:lnTo>
                  <a:pt x="327924" y="50412"/>
                </a:lnTo>
                <a:lnTo>
                  <a:pt x="339292" y="19662"/>
                </a:lnTo>
                <a:lnTo>
                  <a:pt x="348191" y="19662"/>
                </a:lnTo>
                <a:lnTo>
                  <a:pt x="329834" y="66440"/>
                </a:lnTo>
                <a:lnTo>
                  <a:pt x="320516" y="66440"/>
                </a:lnTo>
                <a:lnTo>
                  <a:pt x="302205" y="19662"/>
                </a:lnTo>
                <a:close/>
                <a:moveTo>
                  <a:pt x="397953" y="40581"/>
                </a:moveTo>
                <a:cubicBezTo>
                  <a:pt x="397953" y="41731"/>
                  <a:pt x="397937" y="42693"/>
                  <a:pt x="397906" y="43470"/>
                </a:cubicBezTo>
                <a:cubicBezTo>
                  <a:pt x="397875" y="44246"/>
                  <a:pt x="397829" y="44976"/>
                  <a:pt x="397766" y="45660"/>
                </a:cubicBezTo>
                <a:lnTo>
                  <a:pt x="364919" y="45660"/>
                </a:lnTo>
                <a:cubicBezTo>
                  <a:pt x="364919" y="50443"/>
                  <a:pt x="366255" y="54116"/>
                  <a:pt x="368926" y="56679"/>
                </a:cubicBezTo>
                <a:cubicBezTo>
                  <a:pt x="371597" y="59241"/>
                  <a:pt x="375449" y="60522"/>
                  <a:pt x="380481" y="60522"/>
                </a:cubicBezTo>
                <a:cubicBezTo>
                  <a:pt x="381848" y="60522"/>
                  <a:pt x="383214" y="60467"/>
                  <a:pt x="384581" y="60357"/>
                </a:cubicBezTo>
                <a:cubicBezTo>
                  <a:pt x="385948" y="60245"/>
                  <a:pt x="387268" y="60094"/>
                  <a:pt x="388541" y="59904"/>
                </a:cubicBezTo>
                <a:cubicBezTo>
                  <a:pt x="389815" y="59712"/>
                  <a:pt x="391034" y="59498"/>
                  <a:pt x="392199" y="59260"/>
                </a:cubicBezTo>
                <a:cubicBezTo>
                  <a:pt x="393364" y="59021"/>
                  <a:pt x="394443" y="58759"/>
                  <a:pt x="395437" y="58472"/>
                </a:cubicBezTo>
                <a:lnTo>
                  <a:pt x="395437" y="65135"/>
                </a:lnTo>
                <a:cubicBezTo>
                  <a:pt x="393232" y="65770"/>
                  <a:pt x="390739" y="66286"/>
                  <a:pt x="387959" y="66683"/>
                </a:cubicBezTo>
                <a:cubicBezTo>
                  <a:pt x="385179" y="67080"/>
                  <a:pt x="382298" y="67278"/>
                  <a:pt x="379316" y="67278"/>
                </a:cubicBezTo>
                <a:cubicBezTo>
                  <a:pt x="375309" y="67278"/>
                  <a:pt x="371861" y="66735"/>
                  <a:pt x="368973" y="65648"/>
                </a:cubicBezTo>
                <a:cubicBezTo>
                  <a:pt x="366084" y="64560"/>
                  <a:pt x="363716" y="62984"/>
                  <a:pt x="361868" y="60919"/>
                </a:cubicBezTo>
                <a:cubicBezTo>
                  <a:pt x="360019" y="58853"/>
                  <a:pt x="358653" y="56321"/>
                  <a:pt x="357768" y="53324"/>
                </a:cubicBezTo>
                <a:cubicBezTo>
                  <a:pt x="356882" y="50327"/>
                  <a:pt x="356440" y="46933"/>
                  <a:pt x="356440" y="43144"/>
                </a:cubicBezTo>
                <a:cubicBezTo>
                  <a:pt x="356440" y="39851"/>
                  <a:pt x="356913" y="36737"/>
                  <a:pt x="357861" y="33802"/>
                </a:cubicBezTo>
                <a:cubicBezTo>
                  <a:pt x="358808" y="30867"/>
                  <a:pt x="360190" y="28289"/>
                  <a:pt x="362007" y="26068"/>
                </a:cubicBezTo>
                <a:cubicBezTo>
                  <a:pt x="363824" y="23847"/>
                  <a:pt x="366053" y="22084"/>
                  <a:pt x="368693" y="20780"/>
                </a:cubicBezTo>
                <a:cubicBezTo>
                  <a:pt x="371333" y="19475"/>
                  <a:pt x="374331" y="18823"/>
                  <a:pt x="377685" y="18823"/>
                </a:cubicBezTo>
                <a:cubicBezTo>
                  <a:pt x="380947" y="18823"/>
                  <a:pt x="383836" y="19336"/>
                  <a:pt x="386351" y="20361"/>
                </a:cubicBezTo>
                <a:cubicBezTo>
                  <a:pt x="388867" y="21386"/>
                  <a:pt x="390987" y="22838"/>
                  <a:pt x="392711" y="24717"/>
                </a:cubicBezTo>
                <a:cubicBezTo>
                  <a:pt x="394435" y="26596"/>
                  <a:pt x="395740" y="28879"/>
                  <a:pt x="396625" y="31566"/>
                </a:cubicBezTo>
                <a:cubicBezTo>
                  <a:pt x="397510" y="34253"/>
                  <a:pt x="397953" y="37258"/>
                  <a:pt x="397953" y="40581"/>
                </a:cubicBezTo>
                <a:moveTo>
                  <a:pt x="389520" y="39416"/>
                </a:moveTo>
                <a:cubicBezTo>
                  <a:pt x="389613" y="37335"/>
                  <a:pt x="389411" y="35433"/>
                  <a:pt x="388914" y="33709"/>
                </a:cubicBezTo>
                <a:cubicBezTo>
                  <a:pt x="388417" y="31985"/>
                  <a:pt x="387648" y="30502"/>
                  <a:pt x="386608" y="29260"/>
                </a:cubicBezTo>
                <a:cubicBezTo>
                  <a:pt x="385567" y="28017"/>
                  <a:pt x="384270" y="27046"/>
                  <a:pt x="382717" y="26348"/>
                </a:cubicBezTo>
                <a:cubicBezTo>
                  <a:pt x="381164" y="25649"/>
                  <a:pt x="379363" y="25299"/>
                  <a:pt x="377313" y="25299"/>
                </a:cubicBezTo>
                <a:cubicBezTo>
                  <a:pt x="375542" y="25299"/>
                  <a:pt x="373927" y="25641"/>
                  <a:pt x="372467" y="26324"/>
                </a:cubicBezTo>
                <a:cubicBezTo>
                  <a:pt x="371007" y="27008"/>
                  <a:pt x="369749" y="27970"/>
                  <a:pt x="368693" y="29213"/>
                </a:cubicBezTo>
                <a:cubicBezTo>
                  <a:pt x="367637" y="30455"/>
                  <a:pt x="366783" y="31946"/>
                  <a:pt x="366131" y="33686"/>
                </a:cubicBezTo>
                <a:cubicBezTo>
                  <a:pt x="365478" y="35425"/>
                  <a:pt x="365075" y="37335"/>
                  <a:pt x="364919" y="39416"/>
                </a:cubicBezTo>
                <a:lnTo>
                  <a:pt x="389520" y="39416"/>
                </a:lnTo>
                <a:close/>
                <a:moveTo>
                  <a:pt x="412212" y="19662"/>
                </a:moveTo>
                <a:lnTo>
                  <a:pt x="419620" y="19662"/>
                </a:lnTo>
                <a:lnTo>
                  <a:pt x="419853" y="28259"/>
                </a:lnTo>
                <a:cubicBezTo>
                  <a:pt x="422617" y="24943"/>
                  <a:pt x="425343" y="22542"/>
                  <a:pt x="428030" y="21055"/>
                </a:cubicBezTo>
                <a:cubicBezTo>
                  <a:pt x="430716" y="19567"/>
                  <a:pt x="433427" y="18823"/>
                  <a:pt x="436160" y="18823"/>
                </a:cubicBezTo>
                <a:cubicBezTo>
                  <a:pt x="441005" y="18823"/>
                  <a:pt x="444678" y="20388"/>
                  <a:pt x="447179" y="23517"/>
                </a:cubicBezTo>
                <a:cubicBezTo>
                  <a:pt x="449679" y="26647"/>
                  <a:pt x="450836" y="31294"/>
                  <a:pt x="450650" y="37460"/>
                </a:cubicBezTo>
                <a:lnTo>
                  <a:pt x="442450" y="37460"/>
                </a:lnTo>
                <a:cubicBezTo>
                  <a:pt x="442543" y="33376"/>
                  <a:pt x="441945" y="30414"/>
                  <a:pt x="440656" y="28574"/>
                </a:cubicBezTo>
                <a:cubicBezTo>
                  <a:pt x="439367" y="26732"/>
                  <a:pt x="437480" y="25812"/>
                  <a:pt x="434995" y="25812"/>
                </a:cubicBezTo>
                <a:cubicBezTo>
                  <a:pt x="433908" y="25812"/>
                  <a:pt x="432813" y="26005"/>
                  <a:pt x="431710" y="26393"/>
                </a:cubicBezTo>
                <a:cubicBezTo>
                  <a:pt x="430608" y="26779"/>
                  <a:pt x="429474" y="27397"/>
                  <a:pt x="428309" y="28248"/>
                </a:cubicBezTo>
                <a:cubicBezTo>
                  <a:pt x="427144" y="29098"/>
                  <a:pt x="425910" y="30188"/>
                  <a:pt x="424605" y="31519"/>
                </a:cubicBezTo>
                <a:cubicBezTo>
                  <a:pt x="423301" y="32849"/>
                  <a:pt x="421903" y="34457"/>
                  <a:pt x="420412" y="36344"/>
                </a:cubicBezTo>
                <a:lnTo>
                  <a:pt x="420412" y="66440"/>
                </a:lnTo>
                <a:lnTo>
                  <a:pt x="412212" y="66440"/>
                </a:lnTo>
                <a:lnTo>
                  <a:pt x="412212" y="19662"/>
                </a:lnTo>
                <a:close/>
                <a:moveTo>
                  <a:pt x="478094" y="7222"/>
                </a:moveTo>
                <a:lnTo>
                  <a:pt x="464257" y="7222"/>
                </a:lnTo>
                <a:lnTo>
                  <a:pt x="464257" y="559"/>
                </a:lnTo>
                <a:lnTo>
                  <a:pt x="486295" y="559"/>
                </a:lnTo>
                <a:lnTo>
                  <a:pt x="486295" y="59684"/>
                </a:lnTo>
                <a:lnTo>
                  <a:pt x="500225" y="59684"/>
                </a:lnTo>
                <a:lnTo>
                  <a:pt x="500225" y="66440"/>
                </a:lnTo>
                <a:lnTo>
                  <a:pt x="462719" y="66440"/>
                </a:lnTo>
                <a:lnTo>
                  <a:pt x="462719" y="59684"/>
                </a:lnTo>
                <a:lnTo>
                  <a:pt x="478094" y="59684"/>
                </a:lnTo>
                <a:lnTo>
                  <a:pt x="478094" y="7222"/>
                </a:lnTo>
                <a:close/>
                <a:moveTo>
                  <a:pt x="544070" y="66440"/>
                </a:moveTo>
                <a:lnTo>
                  <a:pt x="543884" y="60137"/>
                </a:lnTo>
                <a:cubicBezTo>
                  <a:pt x="541337" y="62657"/>
                  <a:pt x="538751" y="64478"/>
                  <a:pt x="536126" y="65598"/>
                </a:cubicBezTo>
                <a:cubicBezTo>
                  <a:pt x="533502" y="66718"/>
                  <a:pt x="530745" y="67278"/>
                  <a:pt x="527856" y="67278"/>
                </a:cubicBezTo>
                <a:cubicBezTo>
                  <a:pt x="525185" y="67278"/>
                  <a:pt x="522902" y="66936"/>
                  <a:pt x="521007" y="66252"/>
                </a:cubicBezTo>
                <a:cubicBezTo>
                  <a:pt x="519113" y="65567"/>
                  <a:pt x="517552" y="64626"/>
                  <a:pt x="516325" y="63429"/>
                </a:cubicBezTo>
                <a:cubicBezTo>
                  <a:pt x="515098" y="62231"/>
                  <a:pt x="514197" y="60823"/>
                  <a:pt x="513623" y="59205"/>
                </a:cubicBezTo>
                <a:cubicBezTo>
                  <a:pt x="513048" y="57587"/>
                  <a:pt x="512761" y="55829"/>
                  <a:pt x="512761" y="53931"/>
                </a:cubicBezTo>
                <a:cubicBezTo>
                  <a:pt x="512761" y="49233"/>
                  <a:pt x="514508" y="45554"/>
                  <a:pt x="518002" y="42895"/>
                </a:cubicBezTo>
                <a:cubicBezTo>
                  <a:pt x="521497" y="40234"/>
                  <a:pt x="526660" y="38904"/>
                  <a:pt x="533494" y="38904"/>
                </a:cubicBezTo>
                <a:lnTo>
                  <a:pt x="543185" y="38904"/>
                </a:lnTo>
                <a:lnTo>
                  <a:pt x="543185" y="34818"/>
                </a:lnTo>
                <a:cubicBezTo>
                  <a:pt x="543185" y="32064"/>
                  <a:pt x="542300" y="29858"/>
                  <a:pt x="540529" y="28202"/>
                </a:cubicBezTo>
                <a:cubicBezTo>
                  <a:pt x="538759" y="26547"/>
                  <a:pt x="536056" y="25719"/>
                  <a:pt x="532422" y="25719"/>
                </a:cubicBezTo>
                <a:cubicBezTo>
                  <a:pt x="529782" y="25719"/>
                  <a:pt x="527181" y="26018"/>
                  <a:pt x="524618" y="26617"/>
                </a:cubicBezTo>
                <a:cubicBezTo>
                  <a:pt x="522056" y="27215"/>
                  <a:pt x="519408" y="28065"/>
                  <a:pt x="516674" y="29166"/>
                </a:cubicBezTo>
                <a:lnTo>
                  <a:pt x="516674" y="21851"/>
                </a:lnTo>
                <a:cubicBezTo>
                  <a:pt x="517699" y="21473"/>
                  <a:pt x="518841" y="21102"/>
                  <a:pt x="520099" y="20739"/>
                </a:cubicBezTo>
                <a:cubicBezTo>
                  <a:pt x="521357" y="20376"/>
                  <a:pt x="522685" y="20053"/>
                  <a:pt x="524082" y="19769"/>
                </a:cubicBezTo>
                <a:cubicBezTo>
                  <a:pt x="525480" y="19485"/>
                  <a:pt x="526940" y="19256"/>
                  <a:pt x="528462" y="19084"/>
                </a:cubicBezTo>
                <a:cubicBezTo>
                  <a:pt x="529984" y="18910"/>
                  <a:pt x="531521" y="18823"/>
                  <a:pt x="533075" y="18823"/>
                </a:cubicBezTo>
                <a:cubicBezTo>
                  <a:pt x="535901" y="18823"/>
                  <a:pt x="538448" y="19134"/>
                  <a:pt x="540716" y="19755"/>
                </a:cubicBezTo>
                <a:cubicBezTo>
                  <a:pt x="542983" y="20376"/>
                  <a:pt x="544901" y="21323"/>
                  <a:pt x="546470" y="22597"/>
                </a:cubicBezTo>
                <a:cubicBezTo>
                  <a:pt x="548038" y="23870"/>
                  <a:pt x="549242" y="25470"/>
                  <a:pt x="550080" y="27396"/>
                </a:cubicBezTo>
                <a:cubicBezTo>
                  <a:pt x="550919" y="29322"/>
                  <a:pt x="551338" y="31589"/>
                  <a:pt x="551338" y="34198"/>
                </a:cubicBezTo>
                <a:lnTo>
                  <a:pt x="551338" y="66440"/>
                </a:lnTo>
                <a:lnTo>
                  <a:pt x="544070" y="66440"/>
                </a:lnTo>
                <a:moveTo>
                  <a:pt x="543185" y="45101"/>
                </a:moveTo>
                <a:lnTo>
                  <a:pt x="532888" y="45101"/>
                </a:lnTo>
                <a:cubicBezTo>
                  <a:pt x="530869" y="45101"/>
                  <a:pt x="529130" y="45304"/>
                  <a:pt x="527670" y="45709"/>
                </a:cubicBezTo>
                <a:cubicBezTo>
                  <a:pt x="526210" y="46114"/>
                  <a:pt x="525014" y="46690"/>
                  <a:pt x="524082" y="47438"/>
                </a:cubicBezTo>
                <a:cubicBezTo>
                  <a:pt x="523151" y="48185"/>
                  <a:pt x="522459" y="49081"/>
                  <a:pt x="522009" y="50125"/>
                </a:cubicBezTo>
                <a:cubicBezTo>
                  <a:pt x="521559" y="51169"/>
                  <a:pt x="521333" y="52345"/>
                  <a:pt x="521333" y="53653"/>
                </a:cubicBezTo>
                <a:cubicBezTo>
                  <a:pt x="521333" y="54557"/>
                  <a:pt x="521473" y="55422"/>
                  <a:pt x="521753" y="56248"/>
                </a:cubicBezTo>
                <a:cubicBezTo>
                  <a:pt x="522032" y="57073"/>
                  <a:pt x="522483" y="57805"/>
                  <a:pt x="523104" y="58443"/>
                </a:cubicBezTo>
                <a:cubicBezTo>
                  <a:pt x="523725" y="59082"/>
                  <a:pt x="524533" y="59588"/>
                  <a:pt x="525527" y="59962"/>
                </a:cubicBezTo>
                <a:cubicBezTo>
                  <a:pt x="526521" y="60336"/>
                  <a:pt x="527732" y="60522"/>
                  <a:pt x="529161" y="60522"/>
                </a:cubicBezTo>
                <a:cubicBezTo>
                  <a:pt x="531024" y="60522"/>
                  <a:pt x="533160" y="59954"/>
                  <a:pt x="535567" y="58818"/>
                </a:cubicBezTo>
                <a:cubicBezTo>
                  <a:pt x="537974" y="57680"/>
                  <a:pt x="540514" y="55880"/>
                  <a:pt x="543185" y="53419"/>
                </a:cubicBezTo>
                <a:lnTo>
                  <a:pt x="543185" y="45101"/>
                </a:lnTo>
                <a:close/>
                <a:moveTo>
                  <a:pt x="607484" y="19662"/>
                </a:moveTo>
                <a:lnTo>
                  <a:pt x="591550" y="61501"/>
                </a:lnTo>
                <a:cubicBezTo>
                  <a:pt x="589903" y="65756"/>
                  <a:pt x="588203" y="69421"/>
                  <a:pt x="586448" y="72497"/>
                </a:cubicBezTo>
                <a:cubicBezTo>
                  <a:pt x="584693" y="75572"/>
                  <a:pt x="582775" y="78095"/>
                  <a:pt x="580694" y="80068"/>
                </a:cubicBezTo>
                <a:cubicBezTo>
                  <a:pt x="578613" y="82040"/>
                  <a:pt x="576330" y="83492"/>
                  <a:pt x="573845" y="84424"/>
                </a:cubicBezTo>
                <a:cubicBezTo>
                  <a:pt x="571360" y="85356"/>
                  <a:pt x="568580" y="85822"/>
                  <a:pt x="565505" y="85822"/>
                </a:cubicBezTo>
                <a:cubicBezTo>
                  <a:pt x="564697" y="85822"/>
                  <a:pt x="563967" y="85806"/>
                  <a:pt x="563315" y="85775"/>
                </a:cubicBezTo>
                <a:cubicBezTo>
                  <a:pt x="562663" y="85744"/>
                  <a:pt x="561948" y="85697"/>
                  <a:pt x="561172" y="85635"/>
                </a:cubicBezTo>
                <a:lnTo>
                  <a:pt x="561172" y="78274"/>
                </a:lnTo>
                <a:cubicBezTo>
                  <a:pt x="561855" y="78367"/>
                  <a:pt x="562601" y="78453"/>
                  <a:pt x="563408" y="78530"/>
                </a:cubicBezTo>
                <a:cubicBezTo>
                  <a:pt x="564216" y="78608"/>
                  <a:pt x="565070" y="78647"/>
                  <a:pt x="565971" y="78647"/>
                </a:cubicBezTo>
                <a:cubicBezTo>
                  <a:pt x="567462" y="78647"/>
                  <a:pt x="568852" y="78429"/>
                  <a:pt x="570141" y="77994"/>
                </a:cubicBezTo>
                <a:cubicBezTo>
                  <a:pt x="571430" y="77559"/>
                  <a:pt x="572649" y="76853"/>
                  <a:pt x="573798" y="75874"/>
                </a:cubicBezTo>
                <a:cubicBezTo>
                  <a:pt x="574947" y="74896"/>
                  <a:pt x="576050" y="73630"/>
                  <a:pt x="577106" y="72077"/>
                </a:cubicBezTo>
                <a:cubicBezTo>
                  <a:pt x="578162" y="70524"/>
                  <a:pt x="579187" y="68645"/>
                  <a:pt x="580181" y="66440"/>
                </a:cubicBezTo>
                <a:lnTo>
                  <a:pt x="561498" y="19662"/>
                </a:lnTo>
                <a:lnTo>
                  <a:pt x="570723" y="19662"/>
                </a:lnTo>
                <a:lnTo>
                  <a:pt x="582557" y="50598"/>
                </a:lnTo>
                <a:lnTo>
                  <a:pt x="584934" y="57867"/>
                </a:lnTo>
                <a:lnTo>
                  <a:pt x="587636" y="50412"/>
                </a:lnTo>
                <a:lnTo>
                  <a:pt x="598585" y="19662"/>
                </a:lnTo>
                <a:lnTo>
                  <a:pt x="607484" y="19662"/>
                </a:lnTo>
                <a:close/>
                <a:moveTo>
                  <a:pt x="655335" y="559"/>
                </a:moveTo>
                <a:lnTo>
                  <a:pt x="623373" y="76503"/>
                </a:lnTo>
                <a:lnTo>
                  <a:pt x="615639" y="76503"/>
                </a:lnTo>
                <a:lnTo>
                  <a:pt x="647601" y="559"/>
                </a:lnTo>
                <a:lnTo>
                  <a:pt x="655335" y="559"/>
                </a:lnTo>
                <a:close/>
                <a:moveTo>
                  <a:pt x="709570" y="42212"/>
                </a:moveTo>
                <a:cubicBezTo>
                  <a:pt x="709570" y="46374"/>
                  <a:pt x="708987" y="50008"/>
                  <a:pt x="707823" y="53114"/>
                </a:cubicBezTo>
                <a:cubicBezTo>
                  <a:pt x="706658" y="56221"/>
                  <a:pt x="705050" y="58799"/>
                  <a:pt x="703000" y="60849"/>
                </a:cubicBezTo>
                <a:cubicBezTo>
                  <a:pt x="700950" y="62899"/>
                  <a:pt x="698528" y="64436"/>
                  <a:pt x="695732" y="65461"/>
                </a:cubicBezTo>
                <a:cubicBezTo>
                  <a:pt x="692937" y="66486"/>
                  <a:pt x="689908" y="66999"/>
                  <a:pt x="686647" y="66999"/>
                </a:cubicBezTo>
                <a:cubicBezTo>
                  <a:pt x="685156" y="66999"/>
                  <a:pt x="683673" y="66921"/>
                  <a:pt x="682197" y="66766"/>
                </a:cubicBezTo>
                <a:cubicBezTo>
                  <a:pt x="680722" y="66610"/>
                  <a:pt x="679223" y="66346"/>
                  <a:pt x="677701" y="65974"/>
                </a:cubicBezTo>
                <a:lnTo>
                  <a:pt x="677701" y="85542"/>
                </a:lnTo>
                <a:lnTo>
                  <a:pt x="669594" y="85542"/>
                </a:lnTo>
                <a:lnTo>
                  <a:pt x="669594" y="19662"/>
                </a:lnTo>
                <a:lnTo>
                  <a:pt x="676816" y="19662"/>
                </a:lnTo>
                <a:lnTo>
                  <a:pt x="677328" y="27489"/>
                </a:lnTo>
                <a:cubicBezTo>
                  <a:pt x="679658" y="24290"/>
                  <a:pt x="682143" y="22046"/>
                  <a:pt x="684783" y="20757"/>
                </a:cubicBezTo>
                <a:cubicBezTo>
                  <a:pt x="687423" y="19468"/>
                  <a:pt x="690281" y="18823"/>
                  <a:pt x="693356" y="18823"/>
                </a:cubicBezTo>
                <a:cubicBezTo>
                  <a:pt x="696027" y="18823"/>
                  <a:pt x="698372" y="19382"/>
                  <a:pt x="700391" y="20500"/>
                </a:cubicBezTo>
                <a:cubicBezTo>
                  <a:pt x="702410" y="21619"/>
                  <a:pt x="704103" y="23195"/>
                  <a:pt x="705470" y="25229"/>
                </a:cubicBezTo>
                <a:cubicBezTo>
                  <a:pt x="706837" y="27264"/>
                  <a:pt x="707862" y="29718"/>
                  <a:pt x="708545" y="32591"/>
                </a:cubicBezTo>
                <a:cubicBezTo>
                  <a:pt x="709228" y="35464"/>
                  <a:pt x="709570" y="38671"/>
                  <a:pt x="709570" y="42212"/>
                </a:cubicBezTo>
                <a:moveTo>
                  <a:pt x="701277" y="42585"/>
                </a:moveTo>
                <a:cubicBezTo>
                  <a:pt x="701277" y="40131"/>
                  <a:pt x="701098" y="37879"/>
                  <a:pt x="700741" y="35829"/>
                </a:cubicBezTo>
                <a:cubicBezTo>
                  <a:pt x="700384" y="33779"/>
                  <a:pt x="699817" y="32024"/>
                  <a:pt x="699040" y="30564"/>
                </a:cubicBezTo>
                <a:cubicBezTo>
                  <a:pt x="698264" y="29104"/>
                  <a:pt x="697270" y="27963"/>
                  <a:pt x="696058" y="27140"/>
                </a:cubicBezTo>
                <a:cubicBezTo>
                  <a:pt x="694847" y="26316"/>
                  <a:pt x="693403" y="25905"/>
                  <a:pt x="691725" y="25905"/>
                </a:cubicBezTo>
                <a:cubicBezTo>
                  <a:pt x="690700" y="25905"/>
                  <a:pt x="689660" y="26068"/>
                  <a:pt x="688604" y="26394"/>
                </a:cubicBezTo>
                <a:cubicBezTo>
                  <a:pt x="687548" y="26720"/>
                  <a:pt x="686453" y="27264"/>
                  <a:pt x="685319" y="28025"/>
                </a:cubicBezTo>
                <a:cubicBezTo>
                  <a:pt x="684185" y="28786"/>
                  <a:pt x="682989" y="29795"/>
                  <a:pt x="681731" y="31053"/>
                </a:cubicBezTo>
                <a:cubicBezTo>
                  <a:pt x="680473" y="32311"/>
                  <a:pt x="679130" y="33872"/>
                  <a:pt x="677701" y="35736"/>
                </a:cubicBezTo>
                <a:lnTo>
                  <a:pt x="677701" y="58426"/>
                </a:lnTo>
                <a:cubicBezTo>
                  <a:pt x="679192" y="59047"/>
                  <a:pt x="680761" y="59536"/>
                  <a:pt x="682407" y="59894"/>
                </a:cubicBezTo>
                <a:cubicBezTo>
                  <a:pt x="684053" y="60251"/>
                  <a:pt x="685668" y="60429"/>
                  <a:pt x="687253" y="60429"/>
                </a:cubicBezTo>
                <a:cubicBezTo>
                  <a:pt x="691632" y="60429"/>
                  <a:pt x="695064" y="58946"/>
                  <a:pt x="697549" y="55980"/>
                </a:cubicBezTo>
                <a:cubicBezTo>
                  <a:pt x="700034" y="53013"/>
                  <a:pt x="701277" y="48548"/>
                  <a:pt x="701277" y="42585"/>
                </a:cubicBezTo>
                <a:close/>
                <a:moveTo>
                  <a:pt x="762174" y="42678"/>
                </a:moveTo>
                <a:cubicBezTo>
                  <a:pt x="762174" y="46312"/>
                  <a:pt x="761661" y="49643"/>
                  <a:pt x="760636" y="52672"/>
                </a:cubicBezTo>
                <a:cubicBezTo>
                  <a:pt x="759611" y="55700"/>
                  <a:pt x="758136" y="58294"/>
                  <a:pt x="756210" y="60453"/>
                </a:cubicBezTo>
                <a:cubicBezTo>
                  <a:pt x="754284" y="62611"/>
                  <a:pt x="751939" y="64289"/>
                  <a:pt x="749175" y="65485"/>
                </a:cubicBezTo>
                <a:cubicBezTo>
                  <a:pt x="746410" y="66680"/>
                  <a:pt x="743273" y="67278"/>
                  <a:pt x="739763" y="67278"/>
                </a:cubicBezTo>
                <a:cubicBezTo>
                  <a:pt x="736409" y="67278"/>
                  <a:pt x="733404" y="66758"/>
                  <a:pt x="730748" y="65717"/>
                </a:cubicBezTo>
                <a:cubicBezTo>
                  <a:pt x="728092" y="64677"/>
                  <a:pt x="725840" y="63147"/>
                  <a:pt x="723992" y="61128"/>
                </a:cubicBezTo>
                <a:cubicBezTo>
                  <a:pt x="722144" y="59109"/>
                  <a:pt x="720731" y="56609"/>
                  <a:pt x="719752" y="53627"/>
                </a:cubicBezTo>
                <a:cubicBezTo>
                  <a:pt x="718774" y="50645"/>
                  <a:pt x="718285" y="47213"/>
                  <a:pt x="718285" y="43330"/>
                </a:cubicBezTo>
                <a:cubicBezTo>
                  <a:pt x="718285" y="39696"/>
                  <a:pt x="718797" y="36380"/>
                  <a:pt x="719822" y="33383"/>
                </a:cubicBezTo>
                <a:cubicBezTo>
                  <a:pt x="720847" y="30385"/>
                  <a:pt x="722322" y="27807"/>
                  <a:pt x="724248" y="25649"/>
                </a:cubicBezTo>
                <a:cubicBezTo>
                  <a:pt x="726174" y="23490"/>
                  <a:pt x="728519" y="21813"/>
                  <a:pt x="731284" y="20617"/>
                </a:cubicBezTo>
                <a:cubicBezTo>
                  <a:pt x="734048" y="19421"/>
                  <a:pt x="737185" y="18823"/>
                  <a:pt x="740695" y="18823"/>
                </a:cubicBezTo>
                <a:cubicBezTo>
                  <a:pt x="744050" y="18823"/>
                  <a:pt x="747055" y="19343"/>
                  <a:pt x="749711" y="20384"/>
                </a:cubicBezTo>
                <a:cubicBezTo>
                  <a:pt x="752366" y="21424"/>
                  <a:pt x="754618" y="22946"/>
                  <a:pt x="756466" y="24950"/>
                </a:cubicBezTo>
                <a:cubicBezTo>
                  <a:pt x="758314" y="26953"/>
                  <a:pt x="759728" y="29446"/>
                  <a:pt x="760706" y="32428"/>
                </a:cubicBezTo>
                <a:cubicBezTo>
                  <a:pt x="761685" y="35410"/>
                  <a:pt x="762174" y="38826"/>
                  <a:pt x="762174" y="42678"/>
                </a:cubicBezTo>
                <a:moveTo>
                  <a:pt x="753881" y="43051"/>
                </a:moveTo>
                <a:cubicBezTo>
                  <a:pt x="753881" y="40162"/>
                  <a:pt x="753562" y="37638"/>
                  <a:pt x="752925" y="35480"/>
                </a:cubicBezTo>
                <a:cubicBezTo>
                  <a:pt x="752289" y="33321"/>
                  <a:pt x="751380" y="31519"/>
                  <a:pt x="750200" y="30075"/>
                </a:cubicBezTo>
                <a:cubicBezTo>
                  <a:pt x="749019" y="28631"/>
                  <a:pt x="747583" y="27543"/>
                  <a:pt x="745890" y="26813"/>
                </a:cubicBezTo>
                <a:cubicBezTo>
                  <a:pt x="744197" y="26084"/>
                  <a:pt x="742310" y="25719"/>
                  <a:pt x="740229" y="25719"/>
                </a:cubicBezTo>
                <a:cubicBezTo>
                  <a:pt x="737806" y="25719"/>
                  <a:pt x="735733" y="26192"/>
                  <a:pt x="734009" y="27140"/>
                </a:cubicBezTo>
                <a:cubicBezTo>
                  <a:pt x="732285" y="28087"/>
                  <a:pt x="730872" y="29353"/>
                  <a:pt x="729769" y="30937"/>
                </a:cubicBezTo>
                <a:cubicBezTo>
                  <a:pt x="728667" y="32521"/>
                  <a:pt x="727859" y="34361"/>
                  <a:pt x="727347" y="36458"/>
                </a:cubicBezTo>
                <a:cubicBezTo>
                  <a:pt x="726834" y="38555"/>
                  <a:pt x="726578" y="40752"/>
                  <a:pt x="726578" y="43051"/>
                </a:cubicBezTo>
                <a:cubicBezTo>
                  <a:pt x="726578" y="45939"/>
                  <a:pt x="726896" y="48471"/>
                  <a:pt x="727533" y="50645"/>
                </a:cubicBezTo>
                <a:cubicBezTo>
                  <a:pt x="728170" y="52819"/>
                  <a:pt x="729078" y="54629"/>
                  <a:pt x="730259" y="56073"/>
                </a:cubicBezTo>
                <a:cubicBezTo>
                  <a:pt x="731439" y="57517"/>
                  <a:pt x="732868" y="58604"/>
                  <a:pt x="734545" y="59334"/>
                </a:cubicBezTo>
                <a:cubicBezTo>
                  <a:pt x="736222" y="60064"/>
                  <a:pt x="738117" y="60429"/>
                  <a:pt x="740229" y="60429"/>
                </a:cubicBezTo>
                <a:cubicBezTo>
                  <a:pt x="742652" y="60429"/>
                  <a:pt x="744725" y="59956"/>
                  <a:pt x="746449" y="59008"/>
                </a:cubicBezTo>
                <a:cubicBezTo>
                  <a:pt x="748173" y="58061"/>
                  <a:pt x="749586" y="56795"/>
                  <a:pt x="750689" y="55211"/>
                </a:cubicBezTo>
                <a:cubicBezTo>
                  <a:pt x="751792" y="53627"/>
                  <a:pt x="752599" y="51787"/>
                  <a:pt x="753112" y="49690"/>
                </a:cubicBezTo>
                <a:cubicBezTo>
                  <a:pt x="753624" y="47593"/>
                  <a:pt x="753881" y="45380"/>
                  <a:pt x="753881" y="43051"/>
                </a:cubicBezTo>
                <a:close/>
                <a:moveTo>
                  <a:pt x="813287" y="42212"/>
                </a:moveTo>
                <a:cubicBezTo>
                  <a:pt x="813287" y="46374"/>
                  <a:pt x="812704" y="50008"/>
                  <a:pt x="811540" y="53114"/>
                </a:cubicBezTo>
                <a:cubicBezTo>
                  <a:pt x="810375" y="56221"/>
                  <a:pt x="808767" y="58799"/>
                  <a:pt x="806717" y="60849"/>
                </a:cubicBezTo>
                <a:cubicBezTo>
                  <a:pt x="804667" y="62899"/>
                  <a:pt x="802245" y="64436"/>
                  <a:pt x="799449" y="65461"/>
                </a:cubicBezTo>
                <a:cubicBezTo>
                  <a:pt x="796654" y="66486"/>
                  <a:pt x="793625" y="66999"/>
                  <a:pt x="790364" y="66999"/>
                </a:cubicBezTo>
                <a:cubicBezTo>
                  <a:pt x="788873" y="66999"/>
                  <a:pt x="787390" y="66921"/>
                  <a:pt x="785914" y="66766"/>
                </a:cubicBezTo>
                <a:cubicBezTo>
                  <a:pt x="784439" y="66610"/>
                  <a:pt x="782940" y="66346"/>
                  <a:pt x="781418" y="65974"/>
                </a:cubicBezTo>
                <a:lnTo>
                  <a:pt x="781418" y="85542"/>
                </a:lnTo>
                <a:lnTo>
                  <a:pt x="773311" y="85542"/>
                </a:lnTo>
                <a:lnTo>
                  <a:pt x="773311" y="19662"/>
                </a:lnTo>
                <a:lnTo>
                  <a:pt x="780533" y="19662"/>
                </a:lnTo>
                <a:lnTo>
                  <a:pt x="781045" y="27489"/>
                </a:lnTo>
                <a:cubicBezTo>
                  <a:pt x="783375" y="24290"/>
                  <a:pt x="785860" y="22046"/>
                  <a:pt x="788500" y="20757"/>
                </a:cubicBezTo>
                <a:cubicBezTo>
                  <a:pt x="791140" y="19468"/>
                  <a:pt x="793998" y="18823"/>
                  <a:pt x="797073" y="18823"/>
                </a:cubicBezTo>
                <a:cubicBezTo>
                  <a:pt x="799744" y="18823"/>
                  <a:pt x="802089" y="19382"/>
                  <a:pt x="804108" y="20500"/>
                </a:cubicBezTo>
                <a:cubicBezTo>
                  <a:pt x="806127" y="21619"/>
                  <a:pt x="807820" y="23195"/>
                  <a:pt x="809187" y="25229"/>
                </a:cubicBezTo>
                <a:cubicBezTo>
                  <a:pt x="810553" y="27264"/>
                  <a:pt x="811578" y="29718"/>
                  <a:pt x="812262" y="32591"/>
                </a:cubicBezTo>
                <a:cubicBezTo>
                  <a:pt x="812945" y="35464"/>
                  <a:pt x="813287" y="38671"/>
                  <a:pt x="813287" y="42212"/>
                </a:cubicBezTo>
                <a:moveTo>
                  <a:pt x="804994" y="42585"/>
                </a:moveTo>
                <a:cubicBezTo>
                  <a:pt x="804994" y="40131"/>
                  <a:pt x="804815" y="37879"/>
                  <a:pt x="804458" y="35829"/>
                </a:cubicBezTo>
                <a:cubicBezTo>
                  <a:pt x="804101" y="33779"/>
                  <a:pt x="803534" y="32024"/>
                  <a:pt x="802757" y="30564"/>
                </a:cubicBezTo>
                <a:cubicBezTo>
                  <a:pt x="801981" y="29104"/>
                  <a:pt x="800987" y="27963"/>
                  <a:pt x="799775" y="27140"/>
                </a:cubicBezTo>
                <a:cubicBezTo>
                  <a:pt x="798564" y="26316"/>
                  <a:pt x="797120" y="25905"/>
                  <a:pt x="795442" y="25905"/>
                </a:cubicBezTo>
                <a:cubicBezTo>
                  <a:pt x="794417" y="25905"/>
                  <a:pt x="793377" y="26068"/>
                  <a:pt x="792321" y="26394"/>
                </a:cubicBezTo>
                <a:cubicBezTo>
                  <a:pt x="791265" y="26720"/>
                  <a:pt x="790170" y="27264"/>
                  <a:pt x="789036" y="28025"/>
                </a:cubicBezTo>
                <a:cubicBezTo>
                  <a:pt x="787902" y="28786"/>
                  <a:pt x="786706" y="29795"/>
                  <a:pt x="785448" y="31053"/>
                </a:cubicBezTo>
                <a:cubicBezTo>
                  <a:pt x="784190" y="32311"/>
                  <a:pt x="782847" y="33872"/>
                  <a:pt x="781418" y="35736"/>
                </a:cubicBezTo>
                <a:lnTo>
                  <a:pt x="781418" y="58426"/>
                </a:lnTo>
                <a:cubicBezTo>
                  <a:pt x="782909" y="59047"/>
                  <a:pt x="784478" y="59536"/>
                  <a:pt x="786124" y="59894"/>
                </a:cubicBezTo>
                <a:cubicBezTo>
                  <a:pt x="787770" y="60251"/>
                  <a:pt x="789385" y="60429"/>
                  <a:pt x="790969" y="60429"/>
                </a:cubicBezTo>
                <a:cubicBezTo>
                  <a:pt x="795349" y="60429"/>
                  <a:pt x="798781" y="58946"/>
                  <a:pt x="801266" y="55980"/>
                </a:cubicBezTo>
                <a:cubicBezTo>
                  <a:pt x="803751" y="53013"/>
                  <a:pt x="804994" y="48548"/>
                  <a:pt x="804994" y="42585"/>
                </a:cubicBezTo>
                <a:close/>
                <a:moveTo>
                  <a:pt x="862769" y="66440"/>
                </a:moveTo>
                <a:lnTo>
                  <a:pt x="855501" y="66440"/>
                </a:lnTo>
                <a:lnTo>
                  <a:pt x="855221" y="58892"/>
                </a:lnTo>
                <a:cubicBezTo>
                  <a:pt x="853824" y="60507"/>
                  <a:pt x="852496" y="61850"/>
                  <a:pt x="851238" y="62922"/>
                </a:cubicBezTo>
                <a:cubicBezTo>
                  <a:pt x="849980" y="63994"/>
                  <a:pt x="848730" y="64856"/>
                  <a:pt x="847487" y="65508"/>
                </a:cubicBezTo>
                <a:cubicBezTo>
                  <a:pt x="846245" y="66160"/>
                  <a:pt x="844994" y="66618"/>
                  <a:pt x="843736" y="66882"/>
                </a:cubicBezTo>
                <a:cubicBezTo>
                  <a:pt x="842479" y="67146"/>
                  <a:pt x="841151" y="67278"/>
                  <a:pt x="839753" y="67278"/>
                </a:cubicBezTo>
                <a:cubicBezTo>
                  <a:pt x="834938" y="67278"/>
                  <a:pt x="831304" y="65865"/>
                  <a:pt x="828850" y="63038"/>
                </a:cubicBezTo>
                <a:cubicBezTo>
                  <a:pt x="826397" y="60212"/>
                  <a:pt x="825170" y="55941"/>
                  <a:pt x="825170" y="50226"/>
                </a:cubicBezTo>
                <a:lnTo>
                  <a:pt x="825170" y="19662"/>
                </a:lnTo>
                <a:lnTo>
                  <a:pt x="833277" y="19662"/>
                </a:lnTo>
                <a:lnTo>
                  <a:pt x="833277" y="49573"/>
                </a:lnTo>
                <a:cubicBezTo>
                  <a:pt x="833277" y="56749"/>
                  <a:pt x="835979" y="60336"/>
                  <a:pt x="841384" y="60336"/>
                </a:cubicBezTo>
                <a:cubicBezTo>
                  <a:pt x="842378" y="60336"/>
                  <a:pt x="843348" y="60189"/>
                  <a:pt x="844296" y="59894"/>
                </a:cubicBezTo>
                <a:cubicBezTo>
                  <a:pt x="845243" y="59598"/>
                  <a:pt x="846237" y="59086"/>
                  <a:pt x="847277" y="58356"/>
                </a:cubicBezTo>
                <a:cubicBezTo>
                  <a:pt x="848318" y="57626"/>
                  <a:pt x="849436" y="56640"/>
                  <a:pt x="850632" y="55397"/>
                </a:cubicBezTo>
                <a:cubicBezTo>
                  <a:pt x="851828" y="54155"/>
                  <a:pt x="853171" y="52586"/>
                  <a:pt x="854662" y="50692"/>
                </a:cubicBezTo>
                <a:lnTo>
                  <a:pt x="854662" y="19662"/>
                </a:lnTo>
                <a:lnTo>
                  <a:pt x="862769" y="19662"/>
                </a:lnTo>
                <a:lnTo>
                  <a:pt x="862769" y="66440"/>
                </a:lnTo>
                <a:close/>
                <a:moveTo>
                  <a:pt x="917004" y="42212"/>
                </a:moveTo>
                <a:cubicBezTo>
                  <a:pt x="917004" y="46374"/>
                  <a:pt x="916421" y="50008"/>
                  <a:pt x="915257" y="53114"/>
                </a:cubicBezTo>
                <a:cubicBezTo>
                  <a:pt x="914092" y="56221"/>
                  <a:pt x="912484" y="58799"/>
                  <a:pt x="910434" y="60849"/>
                </a:cubicBezTo>
                <a:cubicBezTo>
                  <a:pt x="908384" y="62899"/>
                  <a:pt x="905962" y="64436"/>
                  <a:pt x="903166" y="65461"/>
                </a:cubicBezTo>
                <a:cubicBezTo>
                  <a:pt x="900371" y="66486"/>
                  <a:pt x="897342" y="66999"/>
                  <a:pt x="894081" y="66999"/>
                </a:cubicBezTo>
                <a:cubicBezTo>
                  <a:pt x="892590" y="66999"/>
                  <a:pt x="891107" y="66921"/>
                  <a:pt x="889631" y="66766"/>
                </a:cubicBezTo>
                <a:cubicBezTo>
                  <a:pt x="888156" y="66610"/>
                  <a:pt x="886657" y="66346"/>
                  <a:pt x="885135" y="65974"/>
                </a:cubicBezTo>
                <a:lnTo>
                  <a:pt x="885135" y="85542"/>
                </a:lnTo>
                <a:lnTo>
                  <a:pt x="877028" y="85542"/>
                </a:lnTo>
                <a:lnTo>
                  <a:pt x="877028" y="19662"/>
                </a:lnTo>
                <a:lnTo>
                  <a:pt x="884250" y="19662"/>
                </a:lnTo>
                <a:lnTo>
                  <a:pt x="884762" y="27489"/>
                </a:lnTo>
                <a:cubicBezTo>
                  <a:pt x="887092" y="24290"/>
                  <a:pt x="889577" y="22046"/>
                  <a:pt x="892217" y="20757"/>
                </a:cubicBezTo>
                <a:cubicBezTo>
                  <a:pt x="894857" y="19468"/>
                  <a:pt x="897715" y="18823"/>
                  <a:pt x="900790" y="18823"/>
                </a:cubicBezTo>
                <a:cubicBezTo>
                  <a:pt x="903461" y="18823"/>
                  <a:pt x="905806" y="19382"/>
                  <a:pt x="907825" y="20500"/>
                </a:cubicBezTo>
                <a:cubicBezTo>
                  <a:pt x="909844" y="21619"/>
                  <a:pt x="911537" y="23195"/>
                  <a:pt x="912904" y="25229"/>
                </a:cubicBezTo>
                <a:cubicBezTo>
                  <a:pt x="914270" y="27264"/>
                  <a:pt x="915295" y="29718"/>
                  <a:pt x="915979" y="32591"/>
                </a:cubicBezTo>
                <a:cubicBezTo>
                  <a:pt x="916662" y="35464"/>
                  <a:pt x="917004" y="38671"/>
                  <a:pt x="917004" y="42212"/>
                </a:cubicBezTo>
                <a:moveTo>
                  <a:pt x="908711" y="42585"/>
                </a:moveTo>
                <a:cubicBezTo>
                  <a:pt x="908711" y="40131"/>
                  <a:pt x="908532" y="37879"/>
                  <a:pt x="908175" y="35829"/>
                </a:cubicBezTo>
                <a:cubicBezTo>
                  <a:pt x="907817" y="33779"/>
                  <a:pt x="907251" y="32024"/>
                  <a:pt x="906474" y="30564"/>
                </a:cubicBezTo>
                <a:cubicBezTo>
                  <a:pt x="905698" y="29104"/>
                  <a:pt x="904704" y="27963"/>
                  <a:pt x="903492" y="27140"/>
                </a:cubicBezTo>
                <a:cubicBezTo>
                  <a:pt x="902281" y="26316"/>
                  <a:pt x="900837" y="25905"/>
                  <a:pt x="899159" y="25905"/>
                </a:cubicBezTo>
                <a:cubicBezTo>
                  <a:pt x="898134" y="25905"/>
                  <a:pt x="897094" y="26068"/>
                  <a:pt x="896038" y="26394"/>
                </a:cubicBezTo>
                <a:cubicBezTo>
                  <a:pt x="894982" y="26720"/>
                  <a:pt x="893887" y="27264"/>
                  <a:pt x="892753" y="28025"/>
                </a:cubicBezTo>
                <a:cubicBezTo>
                  <a:pt x="891619" y="28786"/>
                  <a:pt x="890423" y="29795"/>
                  <a:pt x="889165" y="31053"/>
                </a:cubicBezTo>
                <a:cubicBezTo>
                  <a:pt x="887907" y="32311"/>
                  <a:pt x="886564" y="33872"/>
                  <a:pt x="885135" y="35736"/>
                </a:cubicBezTo>
                <a:lnTo>
                  <a:pt x="885135" y="58426"/>
                </a:lnTo>
                <a:cubicBezTo>
                  <a:pt x="886626" y="59047"/>
                  <a:pt x="888195" y="59536"/>
                  <a:pt x="889841" y="59894"/>
                </a:cubicBezTo>
                <a:cubicBezTo>
                  <a:pt x="891487" y="60251"/>
                  <a:pt x="893102" y="60429"/>
                  <a:pt x="894686" y="60429"/>
                </a:cubicBezTo>
                <a:cubicBezTo>
                  <a:pt x="899066" y="60429"/>
                  <a:pt x="902498" y="58946"/>
                  <a:pt x="904983" y="55980"/>
                </a:cubicBezTo>
                <a:cubicBezTo>
                  <a:pt x="907468" y="53013"/>
                  <a:pt x="908711" y="48548"/>
                  <a:pt x="908711" y="42585"/>
                </a:cubicBezTo>
                <a:close/>
                <a:moveTo>
                  <a:pt x="961594" y="44821"/>
                </a:moveTo>
                <a:lnTo>
                  <a:pt x="933732" y="44821"/>
                </a:lnTo>
                <a:lnTo>
                  <a:pt x="933732" y="37180"/>
                </a:lnTo>
                <a:lnTo>
                  <a:pt x="961594" y="37180"/>
                </a:lnTo>
                <a:lnTo>
                  <a:pt x="961594" y="44821"/>
                </a:lnTo>
                <a:close/>
                <a:moveTo>
                  <a:pt x="976365" y="19662"/>
                </a:moveTo>
                <a:lnTo>
                  <a:pt x="985590" y="19662"/>
                </a:lnTo>
                <a:lnTo>
                  <a:pt x="997052" y="50598"/>
                </a:lnTo>
                <a:lnTo>
                  <a:pt x="999521" y="58146"/>
                </a:lnTo>
                <a:lnTo>
                  <a:pt x="1002084" y="50412"/>
                </a:lnTo>
                <a:lnTo>
                  <a:pt x="1013452" y="19662"/>
                </a:lnTo>
                <a:lnTo>
                  <a:pt x="1022351" y="19662"/>
                </a:lnTo>
                <a:lnTo>
                  <a:pt x="1003994" y="66440"/>
                </a:lnTo>
                <a:lnTo>
                  <a:pt x="994676" y="66440"/>
                </a:lnTo>
                <a:lnTo>
                  <a:pt x="976365" y="19662"/>
                </a:lnTo>
                <a:close/>
                <a:moveTo>
                  <a:pt x="1072113" y="66440"/>
                </a:moveTo>
                <a:lnTo>
                  <a:pt x="1031998" y="66440"/>
                </a:lnTo>
                <a:lnTo>
                  <a:pt x="1031998" y="59171"/>
                </a:lnTo>
                <a:lnTo>
                  <a:pt x="1047746" y="43501"/>
                </a:lnTo>
                <a:cubicBezTo>
                  <a:pt x="1050324" y="40951"/>
                  <a:pt x="1052421" y="38743"/>
                  <a:pt x="1054036" y="36879"/>
                </a:cubicBezTo>
                <a:cubicBezTo>
                  <a:pt x="1055651" y="35013"/>
                  <a:pt x="1056909" y="33311"/>
                  <a:pt x="1057810" y="31773"/>
                </a:cubicBezTo>
                <a:cubicBezTo>
                  <a:pt x="1058710" y="30233"/>
                  <a:pt x="1059316" y="28780"/>
                  <a:pt x="1059627" y="27412"/>
                </a:cubicBezTo>
                <a:cubicBezTo>
                  <a:pt x="1059937" y="26044"/>
                  <a:pt x="1060093" y="24568"/>
                  <a:pt x="1060093" y="22983"/>
                </a:cubicBezTo>
                <a:cubicBezTo>
                  <a:pt x="1060093" y="21490"/>
                  <a:pt x="1059891" y="20067"/>
                  <a:pt x="1059487" y="18715"/>
                </a:cubicBezTo>
                <a:cubicBezTo>
                  <a:pt x="1059083" y="17362"/>
                  <a:pt x="1058462" y="16173"/>
                  <a:pt x="1057623" y="15147"/>
                </a:cubicBezTo>
                <a:cubicBezTo>
                  <a:pt x="1056785" y="14120"/>
                  <a:pt x="1055698" y="13311"/>
                  <a:pt x="1054362" y="12721"/>
                </a:cubicBezTo>
                <a:cubicBezTo>
                  <a:pt x="1053026" y="12130"/>
                  <a:pt x="1051427" y="11834"/>
                  <a:pt x="1049563" y="11834"/>
                </a:cubicBezTo>
                <a:cubicBezTo>
                  <a:pt x="1046985" y="11834"/>
                  <a:pt x="1044640" y="12413"/>
                  <a:pt x="1042528" y="13571"/>
                </a:cubicBezTo>
                <a:cubicBezTo>
                  <a:pt x="1040416" y="14729"/>
                  <a:pt x="1038474" y="16231"/>
                  <a:pt x="1036704" y="18078"/>
                </a:cubicBezTo>
                <a:lnTo>
                  <a:pt x="1032231" y="12701"/>
                </a:lnTo>
                <a:cubicBezTo>
                  <a:pt x="1034529" y="10269"/>
                  <a:pt x="1037177" y="8321"/>
                  <a:pt x="1040175" y="6856"/>
                </a:cubicBezTo>
                <a:cubicBezTo>
                  <a:pt x="1043172" y="5392"/>
                  <a:pt x="1046659" y="4659"/>
                  <a:pt x="1050635" y="4659"/>
                </a:cubicBezTo>
                <a:cubicBezTo>
                  <a:pt x="1053337" y="4659"/>
                  <a:pt x="1055799" y="5063"/>
                  <a:pt x="1058019" y="5872"/>
                </a:cubicBezTo>
                <a:cubicBezTo>
                  <a:pt x="1060240" y="6680"/>
                  <a:pt x="1062158" y="7845"/>
                  <a:pt x="1063773" y="9369"/>
                </a:cubicBezTo>
                <a:cubicBezTo>
                  <a:pt x="1065389" y="10892"/>
                  <a:pt x="1066639" y="12757"/>
                  <a:pt x="1067524" y="14965"/>
                </a:cubicBezTo>
                <a:cubicBezTo>
                  <a:pt x="1068409" y="17172"/>
                  <a:pt x="1068852" y="19659"/>
                  <a:pt x="1068852" y="22427"/>
                </a:cubicBezTo>
                <a:cubicBezTo>
                  <a:pt x="1068852" y="24758"/>
                  <a:pt x="1068541" y="26919"/>
                  <a:pt x="1067920" y="28909"/>
                </a:cubicBezTo>
                <a:cubicBezTo>
                  <a:pt x="1067299" y="30898"/>
                  <a:pt x="1066359" y="32879"/>
                  <a:pt x="1065101" y="34853"/>
                </a:cubicBezTo>
                <a:cubicBezTo>
                  <a:pt x="1063843" y="36828"/>
                  <a:pt x="1062259" y="38872"/>
                  <a:pt x="1060349" y="40986"/>
                </a:cubicBezTo>
                <a:cubicBezTo>
                  <a:pt x="1058439" y="43099"/>
                  <a:pt x="1056179" y="45415"/>
                  <a:pt x="1053570" y="47934"/>
                </a:cubicBezTo>
                <a:lnTo>
                  <a:pt x="1042528" y="58705"/>
                </a:lnTo>
                <a:lnTo>
                  <a:pt x="1072113" y="58705"/>
                </a:lnTo>
                <a:lnTo>
                  <a:pt x="1072113" y="66440"/>
                </a:lnTo>
                <a:close/>
                <a:moveTo>
                  <a:pt x="1102866" y="51763"/>
                </a:moveTo>
                <a:cubicBezTo>
                  <a:pt x="1103922" y="51763"/>
                  <a:pt x="1104924" y="51965"/>
                  <a:pt x="1105871" y="52369"/>
                </a:cubicBezTo>
                <a:cubicBezTo>
                  <a:pt x="1106818" y="52773"/>
                  <a:pt x="1107641" y="53332"/>
                  <a:pt x="1108340" y="54046"/>
                </a:cubicBezTo>
                <a:cubicBezTo>
                  <a:pt x="1109039" y="54761"/>
                  <a:pt x="1109591" y="55592"/>
                  <a:pt x="1109994" y="56539"/>
                </a:cubicBezTo>
                <a:cubicBezTo>
                  <a:pt x="1110398" y="57486"/>
                  <a:pt x="1110600" y="58504"/>
                  <a:pt x="1110600" y="59591"/>
                </a:cubicBezTo>
                <a:cubicBezTo>
                  <a:pt x="1110600" y="60647"/>
                  <a:pt x="1110398" y="61641"/>
                  <a:pt x="1109994" y="62573"/>
                </a:cubicBezTo>
                <a:cubicBezTo>
                  <a:pt x="1109591" y="63504"/>
                  <a:pt x="1109039" y="64320"/>
                  <a:pt x="1108340" y="65019"/>
                </a:cubicBezTo>
                <a:cubicBezTo>
                  <a:pt x="1107641" y="65717"/>
                  <a:pt x="1106818" y="66269"/>
                  <a:pt x="1105871" y="66673"/>
                </a:cubicBezTo>
                <a:cubicBezTo>
                  <a:pt x="1104924" y="67076"/>
                  <a:pt x="1103922" y="67278"/>
                  <a:pt x="1102866" y="67278"/>
                </a:cubicBezTo>
                <a:cubicBezTo>
                  <a:pt x="1101779" y="67278"/>
                  <a:pt x="1100769" y="67076"/>
                  <a:pt x="1099837" y="66673"/>
                </a:cubicBezTo>
                <a:cubicBezTo>
                  <a:pt x="1098906" y="66269"/>
                  <a:pt x="1098090" y="65717"/>
                  <a:pt x="1097391" y="65019"/>
                </a:cubicBezTo>
                <a:cubicBezTo>
                  <a:pt x="1096692" y="64320"/>
                  <a:pt x="1096141" y="63504"/>
                  <a:pt x="1095737" y="62573"/>
                </a:cubicBezTo>
                <a:cubicBezTo>
                  <a:pt x="1095334" y="61641"/>
                  <a:pt x="1095132" y="60647"/>
                  <a:pt x="1095132" y="59591"/>
                </a:cubicBezTo>
                <a:cubicBezTo>
                  <a:pt x="1095132" y="58504"/>
                  <a:pt x="1095334" y="57486"/>
                  <a:pt x="1095737" y="56539"/>
                </a:cubicBezTo>
                <a:cubicBezTo>
                  <a:pt x="1096141" y="55592"/>
                  <a:pt x="1096692" y="54761"/>
                  <a:pt x="1097391" y="54046"/>
                </a:cubicBezTo>
                <a:cubicBezTo>
                  <a:pt x="1098090" y="53332"/>
                  <a:pt x="1098906" y="52773"/>
                  <a:pt x="1099837" y="52369"/>
                </a:cubicBezTo>
                <a:cubicBezTo>
                  <a:pt x="1100769" y="51965"/>
                  <a:pt x="1101779" y="51763"/>
                  <a:pt x="1102866" y="51763"/>
                </a:cubicBezTo>
                <a:close/>
                <a:moveTo>
                  <a:pt x="1168003" y="19662"/>
                </a:moveTo>
                <a:lnTo>
                  <a:pt x="1168003" y="65601"/>
                </a:lnTo>
                <a:cubicBezTo>
                  <a:pt x="1168003" y="68862"/>
                  <a:pt x="1167537" y="71759"/>
                  <a:pt x="1166605" y="74290"/>
                </a:cubicBezTo>
                <a:cubicBezTo>
                  <a:pt x="1165673" y="76822"/>
                  <a:pt x="1164338" y="78957"/>
                  <a:pt x="1162598" y="80697"/>
                </a:cubicBezTo>
                <a:cubicBezTo>
                  <a:pt x="1160859" y="82436"/>
                  <a:pt x="1158723" y="83756"/>
                  <a:pt x="1156192" y="84657"/>
                </a:cubicBezTo>
                <a:cubicBezTo>
                  <a:pt x="1153660" y="85558"/>
                  <a:pt x="1150811" y="86008"/>
                  <a:pt x="1147642" y="86008"/>
                </a:cubicBezTo>
                <a:cubicBezTo>
                  <a:pt x="1145344" y="86008"/>
                  <a:pt x="1143100" y="85794"/>
                  <a:pt x="1140910" y="85366"/>
                </a:cubicBezTo>
                <a:cubicBezTo>
                  <a:pt x="1138720" y="84939"/>
                  <a:pt x="1136740" y="84345"/>
                  <a:pt x="1134969" y="83585"/>
                </a:cubicBezTo>
                <a:lnTo>
                  <a:pt x="1134969" y="75851"/>
                </a:lnTo>
                <a:cubicBezTo>
                  <a:pt x="1135932" y="76355"/>
                  <a:pt x="1136965" y="76812"/>
                  <a:pt x="1138068" y="77221"/>
                </a:cubicBezTo>
                <a:cubicBezTo>
                  <a:pt x="1139170" y="77631"/>
                  <a:pt x="1140304" y="77977"/>
                  <a:pt x="1141469" y="78261"/>
                </a:cubicBezTo>
                <a:cubicBezTo>
                  <a:pt x="1142634" y="78545"/>
                  <a:pt x="1143806" y="78758"/>
                  <a:pt x="1144987" y="78900"/>
                </a:cubicBezTo>
                <a:cubicBezTo>
                  <a:pt x="1146167" y="79042"/>
                  <a:pt x="1147316" y="79113"/>
                  <a:pt x="1148434" y="79113"/>
                </a:cubicBezTo>
                <a:cubicBezTo>
                  <a:pt x="1151975" y="79113"/>
                  <a:pt x="1154755" y="77994"/>
                  <a:pt x="1156774" y="75758"/>
                </a:cubicBezTo>
                <a:cubicBezTo>
                  <a:pt x="1158793" y="73522"/>
                  <a:pt x="1159803" y="70229"/>
                  <a:pt x="1159803" y="65881"/>
                </a:cubicBezTo>
                <a:lnTo>
                  <a:pt x="1159803" y="26371"/>
                </a:lnTo>
                <a:lnTo>
                  <a:pt x="1136880" y="26371"/>
                </a:lnTo>
                <a:lnTo>
                  <a:pt x="1136880" y="19662"/>
                </a:lnTo>
                <a:lnTo>
                  <a:pt x="1168003" y="19662"/>
                </a:lnTo>
                <a:moveTo>
                  <a:pt x="1163111" y="0"/>
                </a:moveTo>
                <a:cubicBezTo>
                  <a:pt x="1164012" y="0"/>
                  <a:pt x="1164850" y="163"/>
                  <a:pt x="1165627" y="489"/>
                </a:cubicBezTo>
                <a:cubicBezTo>
                  <a:pt x="1166403" y="815"/>
                  <a:pt x="1167079" y="1274"/>
                  <a:pt x="1167653" y="1864"/>
                </a:cubicBezTo>
                <a:cubicBezTo>
                  <a:pt x="1168228" y="2454"/>
                  <a:pt x="1168678" y="3137"/>
                  <a:pt x="1169005" y="3914"/>
                </a:cubicBezTo>
                <a:cubicBezTo>
                  <a:pt x="1169331" y="4690"/>
                  <a:pt x="1169494" y="5513"/>
                  <a:pt x="1169494" y="6383"/>
                </a:cubicBezTo>
                <a:cubicBezTo>
                  <a:pt x="1169494" y="7284"/>
                  <a:pt x="1169331" y="8115"/>
                  <a:pt x="1169005" y="8876"/>
                </a:cubicBezTo>
                <a:cubicBezTo>
                  <a:pt x="1168678" y="9637"/>
                  <a:pt x="1168228" y="10312"/>
                  <a:pt x="1167653" y="10902"/>
                </a:cubicBezTo>
                <a:cubicBezTo>
                  <a:pt x="1167079" y="11493"/>
                  <a:pt x="1166403" y="11951"/>
                  <a:pt x="1165627" y="12277"/>
                </a:cubicBezTo>
                <a:cubicBezTo>
                  <a:pt x="1164850" y="12603"/>
                  <a:pt x="1164012" y="12766"/>
                  <a:pt x="1163111" y="12766"/>
                </a:cubicBezTo>
                <a:cubicBezTo>
                  <a:pt x="1162210" y="12766"/>
                  <a:pt x="1161371" y="12603"/>
                  <a:pt x="1160595" y="12277"/>
                </a:cubicBezTo>
                <a:cubicBezTo>
                  <a:pt x="1159818" y="11951"/>
                  <a:pt x="1159143" y="11493"/>
                  <a:pt x="1158568" y="10902"/>
                </a:cubicBezTo>
                <a:cubicBezTo>
                  <a:pt x="1157993" y="10312"/>
                  <a:pt x="1157543" y="9637"/>
                  <a:pt x="1157217" y="8876"/>
                </a:cubicBezTo>
                <a:cubicBezTo>
                  <a:pt x="1156891" y="8115"/>
                  <a:pt x="1156728" y="7284"/>
                  <a:pt x="1156728" y="6383"/>
                </a:cubicBezTo>
                <a:cubicBezTo>
                  <a:pt x="1156728" y="5513"/>
                  <a:pt x="1156891" y="4690"/>
                  <a:pt x="1157217" y="3914"/>
                </a:cubicBezTo>
                <a:cubicBezTo>
                  <a:pt x="1157543" y="3137"/>
                  <a:pt x="1157993" y="2454"/>
                  <a:pt x="1158568" y="1864"/>
                </a:cubicBezTo>
                <a:cubicBezTo>
                  <a:pt x="1159143" y="1274"/>
                  <a:pt x="1159818" y="815"/>
                  <a:pt x="1160595" y="489"/>
                </a:cubicBezTo>
                <a:cubicBezTo>
                  <a:pt x="1161371" y="163"/>
                  <a:pt x="1162210" y="0"/>
                  <a:pt x="1163111" y="0"/>
                </a:cubicBezTo>
                <a:close/>
                <a:moveTo>
                  <a:pt x="1225219" y="53674"/>
                </a:moveTo>
                <a:cubicBezTo>
                  <a:pt x="1225219" y="55320"/>
                  <a:pt x="1224940" y="56795"/>
                  <a:pt x="1224381" y="58100"/>
                </a:cubicBezTo>
                <a:cubicBezTo>
                  <a:pt x="1223822" y="59404"/>
                  <a:pt x="1223061" y="60561"/>
                  <a:pt x="1222098" y="61571"/>
                </a:cubicBezTo>
                <a:cubicBezTo>
                  <a:pt x="1221135" y="62580"/>
                  <a:pt x="1220017" y="63442"/>
                  <a:pt x="1218743" y="64157"/>
                </a:cubicBezTo>
                <a:cubicBezTo>
                  <a:pt x="1217470" y="64871"/>
                  <a:pt x="1216111" y="65461"/>
                  <a:pt x="1214666" y="65927"/>
                </a:cubicBezTo>
                <a:cubicBezTo>
                  <a:pt x="1213222" y="66393"/>
                  <a:pt x="1211739" y="66735"/>
                  <a:pt x="1210217" y="66952"/>
                </a:cubicBezTo>
                <a:cubicBezTo>
                  <a:pt x="1208695" y="67170"/>
                  <a:pt x="1207204" y="67278"/>
                  <a:pt x="1205744" y="67278"/>
                </a:cubicBezTo>
                <a:cubicBezTo>
                  <a:pt x="1202576" y="67278"/>
                  <a:pt x="1199664" y="67139"/>
                  <a:pt x="1197008" y="66859"/>
                </a:cubicBezTo>
                <a:cubicBezTo>
                  <a:pt x="1194352" y="66579"/>
                  <a:pt x="1191751" y="66129"/>
                  <a:pt x="1189204" y="65508"/>
                </a:cubicBezTo>
                <a:lnTo>
                  <a:pt x="1189204" y="58053"/>
                </a:lnTo>
                <a:cubicBezTo>
                  <a:pt x="1191937" y="58830"/>
                  <a:pt x="1194655" y="59420"/>
                  <a:pt x="1197358" y="59824"/>
                </a:cubicBezTo>
                <a:cubicBezTo>
                  <a:pt x="1200060" y="60227"/>
                  <a:pt x="1202747" y="60429"/>
                  <a:pt x="1205418" y="60429"/>
                </a:cubicBezTo>
                <a:cubicBezTo>
                  <a:pt x="1209301" y="60429"/>
                  <a:pt x="1212174" y="59901"/>
                  <a:pt x="1214037" y="58845"/>
                </a:cubicBezTo>
                <a:cubicBezTo>
                  <a:pt x="1215901" y="57789"/>
                  <a:pt x="1216833" y="56283"/>
                  <a:pt x="1216833" y="54326"/>
                </a:cubicBezTo>
                <a:cubicBezTo>
                  <a:pt x="1216833" y="53487"/>
                  <a:pt x="1216685" y="52734"/>
                  <a:pt x="1216390" y="52066"/>
                </a:cubicBezTo>
                <a:cubicBezTo>
                  <a:pt x="1216095" y="51398"/>
                  <a:pt x="1215559" y="50762"/>
                  <a:pt x="1214783" y="50156"/>
                </a:cubicBezTo>
                <a:cubicBezTo>
                  <a:pt x="1214006" y="49550"/>
                  <a:pt x="1212803" y="48921"/>
                  <a:pt x="1211172" y="48269"/>
                </a:cubicBezTo>
                <a:cubicBezTo>
                  <a:pt x="1209541" y="47617"/>
                  <a:pt x="1207313" y="46871"/>
                  <a:pt x="1204486" y="46033"/>
                </a:cubicBezTo>
                <a:cubicBezTo>
                  <a:pt x="1202374" y="45411"/>
                  <a:pt x="1200425" y="44705"/>
                  <a:pt x="1198639" y="43913"/>
                </a:cubicBezTo>
                <a:cubicBezTo>
                  <a:pt x="1196853" y="43121"/>
                  <a:pt x="1195308" y="42181"/>
                  <a:pt x="1194003" y="41094"/>
                </a:cubicBezTo>
                <a:cubicBezTo>
                  <a:pt x="1192698" y="40007"/>
                  <a:pt x="1191673" y="38733"/>
                  <a:pt x="1190928" y="37273"/>
                </a:cubicBezTo>
                <a:cubicBezTo>
                  <a:pt x="1190183" y="35813"/>
                  <a:pt x="1189810" y="34090"/>
                  <a:pt x="1189810" y="32102"/>
                </a:cubicBezTo>
                <a:cubicBezTo>
                  <a:pt x="1189810" y="30797"/>
                  <a:pt x="1190113" y="29368"/>
                  <a:pt x="1190718" y="27815"/>
                </a:cubicBezTo>
                <a:cubicBezTo>
                  <a:pt x="1191324" y="26262"/>
                  <a:pt x="1192357" y="24818"/>
                  <a:pt x="1193817" y="23482"/>
                </a:cubicBezTo>
                <a:cubicBezTo>
                  <a:pt x="1195277" y="22147"/>
                  <a:pt x="1197249" y="21036"/>
                  <a:pt x="1199734" y="20151"/>
                </a:cubicBezTo>
                <a:cubicBezTo>
                  <a:pt x="1202219" y="19266"/>
                  <a:pt x="1205325" y="18823"/>
                  <a:pt x="1209052" y="18823"/>
                </a:cubicBezTo>
                <a:cubicBezTo>
                  <a:pt x="1210885" y="18823"/>
                  <a:pt x="1212919" y="18924"/>
                  <a:pt x="1215156" y="19126"/>
                </a:cubicBezTo>
                <a:cubicBezTo>
                  <a:pt x="1217392" y="19328"/>
                  <a:pt x="1219722" y="19677"/>
                  <a:pt x="1222144" y="20174"/>
                </a:cubicBezTo>
                <a:lnTo>
                  <a:pt x="1222144" y="27396"/>
                </a:lnTo>
                <a:cubicBezTo>
                  <a:pt x="1219597" y="26775"/>
                  <a:pt x="1217182" y="26316"/>
                  <a:pt x="1214899" y="26021"/>
                </a:cubicBezTo>
                <a:cubicBezTo>
                  <a:pt x="1212616" y="25726"/>
                  <a:pt x="1210636" y="25579"/>
                  <a:pt x="1208959" y="25579"/>
                </a:cubicBezTo>
                <a:cubicBezTo>
                  <a:pt x="1206940" y="25579"/>
                  <a:pt x="1205239" y="25734"/>
                  <a:pt x="1203857" y="26045"/>
                </a:cubicBezTo>
                <a:cubicBezTo>
                  <a:pt x="1202475" y="26355"/>
                  <a:pt x="1201357" y="26782"/>
                  <a:pt x="1200503" y="27326"/>
                </a:cubicBezTo>
                <a:cubicBezTo>
                  <a:pt x="1199648" y="27870"/>
                  <a:pt x="1199035" y="28506"/>
                  <a:pt x="1198662" y="29236"/>
                </a:cubicBezTo>
                <a:cubicBezTo>
                  <a:pt x="1198289" y="29966"/>
                  <a:pt x="1198103" y="30750"/>
                  <a:pt x="1198103" y="31589"/>
                </a:cubicBezTo>
                <a:cubicBezTo>
                  <a:pt x="1198103" y="32428"/>
                  <a:pt x="1198266" y="33189"/>
                  <a:pt x="1198592" y="33872"/>
                </a:cubicBezTo>
                <a:cubicBezTo>
                  <a:pt x="1198918" y="34555"/>
                  <a:pt x="1199524" y="35215"/>
                  <a:pt x="1200409" y="35852"/>
                </a:cubicBezTo>
                <a:cubicBezTo>
                  <a:pt x="1201295" y="36489"/>
                  <a:pt x="1202529" y="37126"/>
                  <a:pt x="1204113" y="37762"/>
                </a:cubicBezTo>
                <a:cubicBezTo>
                  <a:pt x="1205698" y="38399"/>
                  <a:pt x="1207763" y="39090"/>
                  <a:pt x="1210310" y="39836"/>
                </a:cubicBezTo>
                <a:cubicBezTo>
                  <a:pt x="1213075" y="40643"/>
                  <a:pt x="1215404" y="41490"/>
                  <a:pt x="1217299" y="42375"/>
                </a:cubicBezTo>
                <a:cubicBezTo>
                  <a:pt x="1219194" y="43260"/>
                  <a:pt x="1220731" y="44246"/>
                  <a:pt x="1221911" y="45334"/>
                </a:cubicBezTo>
                <a:cubicBezTo>
                  <a:pt x="1223092" y="46421"/>
                  <a:pt x="1223938" y="47648"/>
                  <a:pt x="1224451" y="49014"/>
                </a:cubicBezTo>
                <a:cubicBezTo>
                  <a:pt x="1224963" y="50381"/>
                  <a:pt x="1225219" y="51934"/>
                  <a:pt x="1225219" y="53674"/>
                </a:cubicBezTo>
                <a:close/>
                <a:moveTo>
                  <a:pt x="1282203" y="66440"/>
                </a:moveTo>
                <a:lnTo>
                  <a:pt x="1271440" y="66440"/>
                </a:lnTo>
                <a:lnTo>
                  <a:pt x="1258814" y="48595"/>
                </a:lnTo>
                <a:lnTo>
                  <a:pt x="1246327" y="66440"/>
                </a:lnTo>
                <a:lnTo>
                  <a:pt x="1235844" y="66440"/>
                </a:lnTo>
                <a:lnTo>
                  <a:pt x="1253968" y="42957"/>
                </a:lnTo>
                <a:lnTo>
                  <a:pt x="1236683" y="19662"/>
                </a:lnTo>
                <a:lnTo>
                  <a:pt x="1247073" y="19662"/>
                </a:lnTo>
                <a:lnTo>
                  <a:pt x="1259373" y="37646"/>
                </a:lnTo>
                <a:lnTo>
                  <a:pt x="1271440" y="19662"/>
                </a:lnTo>
                <a:lnTo>
                  <a:pt x="1281457" y="19662"/>
                </a:lnTo>
                <a:lnTo>
                  <a:pt x="1263892" y="43144"/>
                </a:lnTo>
                <a:lnTo>
                  <a:pt x="1282203" y="66440"/>
                </a:lnTo>
                <a:close/>
                <a:moveTo>
                  <a:pt x="1306759" y="559"/>
                </a:moveTo>
                <a:lnTo>
                  <a:pt x="1305454" y="22457"/>
                </a:lnTo>
                <a:lnTo>
                  <a:pt x="1297813" y="22457"/>
                </a:lnTo>
                <a:lnTo>
                  <a:pt x="1296462" y="559"/>
                </a:lnTo>
                <a:lnTo>
                  <a:pt x="1306759" y="559"/>
                </a:lnTo>
                <a:moveTo>
                  <a:pt x="1324883" y="559"/>
                </a:moveTo>
                <a:lnTo>
                  <a:pt x="1323578" y="22457"/>
                </a:lnTo>
                <a:lnTo>
                  <a:pt x="1315937" y="22457"/>
                </a:lnTo>
                <a:lnTo>
                  <a:pt x="1314586" y="559"/>
                </a:lnTo>
                <a:lnTo>
                  <a:pt x="1324883" y="559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]">
            <a:extLst xmlns:a="http://schemas.openxmlformats.org/drawingml/2006/main">
              <a:ext uri="{FF2B5EF4-FFF2-40B4-BE49-F238E27FC236}">
                <a16:creationId xmlns:a16="http://schemas.microsoft.com/office/drawing/2014/main" id="{ED4A9261-D946-4F2D-A858-ABDAE791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567" y="6730492"/>
            <a:ext cx="22970" cy="86567"/>
          </a:xfrm>
          <a:custGeom xmlns:a="http://schemas.openxmlformats.org/drawingml/2006/main">
            <a:pathLst>
              <a:path w="22970" h="86567">
                <a:moveTo>
                  <a:pt x="22970" y="86567"/>
                </a:moveTo>
                <a:lnTo>
                  <a:pt x="0" y="86567"/>
                </a:lnTo>
                <a:lnTo>
                  <a:pt x="0" y="80044"/>
                </a:lnTo>
                <a:lnTo>
                  <a:pt x="15142" y="80044"/>
                </a:lnTo>
                <a:lnTo>
                  <a:pt x="15142" y="6523"/>
                </a:lnTo>
                <a:lnTo>
                  <a:pt x="0" y="6523"/>
                </a:lnTo>
                <a:lnTo>
                  <a:pt x="0" y="0"/>
                </a:lnTo>
                <a:lnTo>
                  <a:pt x="22970" y="0"/>
                </a:lnTo>
                <a:lnTo>
                  <a:pt x="22970" y="86567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&quot;explanation&quot;">
            <a:extLst xmlns:a="http://schemas.openxmlformats.org/drawingml/2006/main">
              <a:ext uri="{FF2B5EF4-FFF2-40B4-BE49-F238E27FC236}">
                <a16:creationId xmlns:a16="http://schemas.microsoft.com/office/drawing/2014/main" id="{15B34868-2012-4303-BF30-E5463426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56" y="6851828"/>
            <a:ext cx="650723" cy="85542"/>
          </a:xfrm>
          <a:custGeom xmlns:a="http://schemas.openxmlformats.org/drawingml/2006/main">
            <a:pathLst>
              <a:path w="650723" h="85542">
                <a:moveTo>
                  <a:pt x="10297" y="559"/>
                </a:moveTo>
                <a:lnTo>
                  <a:pt x="8992" y="22457"/>
                </a:lnTo>
                <a:lnTo>
                  <a:pt x="1351" y="22457"/>
                </a:lnTo>
                <a:lnTo>
                  <a:pt x="0" y="559"/>
                </a:lnTo>
                <a:lnTo>
                  <a:pt x="10297" y="559"/>
                </a:lnTo>
                <a:moveTo>
                  <a:pt x="28421" y="559"/>
                </a:moveTo>
                <a:lnTo>
                  <a:pt x="27116" y="22457"/>
                </a:lnTo>
                <a:lnTo>
                  <a:pt x="19475" y="22457"/>
                </a:lnTo>
                <a:lnTo>
                  <a:pt x="18124" y="559"/>
                </a:lnTo>
                <a:lnTo>
                  <a:pt x="28421" y="559"/>
                </a:lnTo>
                <a:close/>
                <a:moveTo>
                  <a:pt x="86802" y="40581"/>
                </a:moveTo>
                <a:cubicBezTo>
                  <a:pt x="86802" y="41731"/>
                  <a:pt x="86787" y="42693"/>
                  <a:pt x="86756" y="43470"/>
                </a:cubicBezTo>
                <a:cubicBezTo>
                  <a:pt x="86725" y="44246"/>
                  <a:pt x="86678" y="44976"/>
                  <a:pt x="86616" y="45660"/>
                </a:cubicBezTo>
                <a:lnTo>
                  <a:pt x="53769" y="45660"/>
                </a:lnTo>
                <a:cubicBezTo>
                  <a:pt x="53769" y="50443"/>
                  <a:pt x="55104" y="54116"/>
                  <a:pt x="57776" y="56679"/>
                </a:cubicBezTo>
                <a:cubicBezTo>
                  <a:pt x="60447" y="59241"/>
                  <a:pt x="64298" y="60522"/>
                  <a:pt x="69330" y="60522"/>
                </a:cubicBezTo>
                <a:cubicBezTo>
                  <a:pt x="70697" y="60522"/>
                  <a:pt x="72064" y="60467"/>
                  <a:pt x="73430" y="60357"/>
                </a:cubicBezTo>
                <a:cubicBezTo>
                  <a:pt x="74797" y="60245"/>
                  <a:pt x="76117" y="60094"/>
                  <a:pt x="77391" y="59904"/>
                </a:cubicBezTo>
                <a:cubicBezTo>
                  <a:pt x="78664" y="59712"/>
                  <a:pt x="79883" y="59498"/>
                  <a:pt x="81048" y="59260"/>
                </a:cubicBezTo>
                <a:cubicBezTo>
                  <a:pt x="82213" y="59021"/>
                  <a:pt x="83292" y="58759"/>
                  <a:pt x="84286" y="58472"/>
                </a:cubicBezTo>
                <a:lnTo>
                  <a:pt x="84286" y="65135"/>
                </a:lnTo>
                <a:cubicBezTo>
                  <a:pt x="82081" y="65770"/>
                  <a:pt x="79588" y="66286"/>
                  <a:pt x="76808" y="66683"/>
                </a:cubicBezTo>
                <a:cubicBezTo>
                  <a:pt x="74028" y="67080"/>
                  <a:pt x="71147" y="67278"/>
                  <a:pt x="68166" y="67278"/>
                </a:cubicBezTo>
                <a:cubicBezTo>
                  <a:pt x="64159" y="67278"/>
                  <a:pt x="60711" y="66735"/>
                  <a:pt x="57822" y="65648"/>
                </a:cubicBezTo>
                <a:cubicBezTo>
                  <a:pt x="54933" y="64560"/>
                  <a:pt x="52565" y="62984"/>
                  <a:pt x="50717" y="60919"/>
                </a:cubicBezTo>
                <a:cubicBezTo>
                  <a:pt x="48869" y="58853"/>
                  <a:pt x="47502" y="56321"/>
                  <a:pt x="46617" y="53324"/>
                </a:cubicBezTo>
                <a:cubicBezTo>
                  <a:pt x="45732" y="50327"/>
                  <a:pt x="45289" y="46933"/>
                  <a:pt x="45289" y="43144"/>
                </a:cubicBezTo>
                <a:cubicBezTo>
                  <a:pt x="45289" y="39851"/>
                  <a:pt x="45763" y="36737"/>
                  <a:pt x="46710" y="33802"/>
                </a:cubicBezTo>
                <a:cubicBezTo>
                  <a:pt x="47657" y="30867"/>
                  <a:pt x="49040" y="28289"/>
                  <a:pt x="50857" y="26068"/>
                </a:cubicBezTo>
                <a:cubicBezTo>
                  <a:pt x="52674" y="23847"/>
                  <a:pt x="54902" y="22084"/>
                  <a:pt x="57543" y="20780"/>
                </a:cubicBezTo>
                <a:cubicBezTo>
                  <a:pt x="60183" y="19475"/>
                  <a:pt x="63180" y="18823"/>
                  <a:pt x="66535" y="18823"/>
                </a:cubicBezTo>
                <a:cubicBezTo>
                  <a:pt x="69796" y="18823"/>
                  <a:pt x="72685" y="19336"/>
                  <a:pt x="75201" y="20361"/>
                </a:cubicBezTo>
                <a:cubicBezTo>
                  <a:pt x="77717" y="21386"/>
                  <a:pt x="79837" y="22838"/>
                  <a:pt x="81561" y="24717"/>
                </a:cubicBezTo>
                <a:cubicBezTo>
                  <a:pt x="83284" y="26596"/>
                  <a:pt x="84589" y="28879"/>
                  <a:pt x="85474" y="31566"/>
                </a:cubicBezTo>
                <a:cubicBezTo>
                  <a:pt x="86360" y="34253"/>
                  <a:pt x="86802" y="37258"/>
                  <a:pt x="86802" y="40581"/>
                </a:cubicBezTo>
                <a:moveTo>
                  <a:pt x="78369" y="39416"/>
                </a:moveTo>
                <a:cubicBezTo>
                  <a:pt x="78462" y="37335"/>
                  <a:pt x="78260" y="35433"/>
                  <a:pt x="77763" y="33709"/>
                </a:cubicBezTo>
                <a:cubicBezTo>
                  <a:pt x="77266" y="31985"/>
                  <a:pt x="76498" y="30502"/>
                  <a:pt x="75457" y="29260"/>
                </a:cubicBezTo>
                <a:cubicBezTo>
                  <a:pt x="74417" y="28017"/>
                  <a:pt x="73120" y="27046"/>
                  <a:pt x="71567" y="26348"/>
                </a:cubicBezTo>
                <a:cubicBezTo>
                  <a:pt x="70014" y="25649"/>
                  <a:pt x="68212" y="25299"/>
                  <a:pt x="66162" y="25299"/>
                </a:cubicBezTo>
                <a:cubicBezTo>
                  <a:pt x="64392" y="25299"/>
                  <a:pt x="62776" y="25641"/>
                  <a:pt x="61317" y="26324"/>
                </a:cubicBezTo>
                <a:cubicBezTo>
                  <a:pt x="59857" y="27008"/>
                  <a:pt x="58599" y="27970"/>
                  <a:pt x="57543" y="29213"/>
                </a:cubicBezTo>
                <a:cubicBezTo>
                  <a:pt x="56487" y="30455"/>
                  <a:pt x="55632" y="31946"/>
                  <a:pt x="54980" y="33686"/>
                </a:cubicBezTo>
                <a:cubicBezTo>
                  <a:pt x="54328" y="35425"/>
                  <a:pt x="53924" y="37335"/>
                  <a:pt x="53769" y="39416"/>
                </a:cubicBezTo>
                <a:lnTo>
                  <a:pt x="78369" y="39416"/>
                </a:lnTo>
                <a:close/>
                <a:moveTo>
                  <a:pt x="141316" y="66440"/>
                </a:moveTo>
                <a:lnTo>
                  <a:pt x="130554" y="66440"/>
                </a:lnTo>
                <a:lnTo>
                  <a:pt x="117927" y="48595"/>
                </a:lnTo>
                <a:lnTo>
                  <a:pt x="105441" y="66440"/>
                </a:lnTo>
                <a:lnTo>
                  <a:pt x="94958" y="66440"/>
                </a:lnTo>
                <a:lnTo>
                  <a:pt x="113082" y="42957"/>
                </a:lnTo>
                <a:lnTo>
                  <a:pt x="95796" y="19662"/>
                </a:lnTo>
                <a:lnTo>
                  <a:pt x="106186" y="19662"/>
                </a:lnTo>
                <a:lnTo>
                  <a:pt x="118487" y="37646"/>
                </a:lnTo>
                <a:lnTo>
                  <a:pt x="130554" y="19662"/>
                </a:lnTo>
                <a:lnTo>
                  <a:pt x="140571" y="19662"/>
                </a:lnTo>
                <a:lnTo>
                  <a:pt x="123006" y="43144"/>
                </a:lnTo>
                <a:lnTo>
                  <a:pt x="141316" y="66440"/>
                </a:lnTo>
                <a:close/>
                <a:moveTo>
                  <a:pt x="190985" y="42212"/>
                </a:moveTo>
                <a:cubicBezTo>
                  <a:pt x="190985" y="46374"/>
                  <a:pt x="190403" y="50008"/>
                  <a:pt x="189238" y="53114"/>
                </a:cubicBezTo>
                <a:cubicBezTo>
                  <a:pt x="188073" y="56221"/>
                  <a:pt x="186466" y="58799"/>
                  <a:pt x="184416" y="60849"/>
                </a:cubicBezTo>
                <a:cubicBezTo>
                  <a:pt x="182366" y="62899"/>
                  <a:pt x="179943" y="64436"/>
                  <a:pt x="177147" y="65461"/>
                </a:cubicBezTo>
                <a:cubicBezTo>
                  <a:pt x="174352" y="66486"/>
                  <a:pt x="171323" y="66999"/>
                  <a:pt x="168062" y="66999"/>
                </a:cubicBezTo>
                <a:cubicBezTo>
                  <a:pt x="166571" y="66999"/>
                  <a:pt x="165088" y="66921"/>
                  <a:pt x="163612" y="66766"/>
                </a:cubicBezTo>
                <a:cubicBezTo>
                  <a:pt x="162137" y="66610"/>
                  <a:pt x="160638" y="66346"/>
                  <a:pt x="159116" y="65974"/>
                </a:cubicBezTo>
                <a:lnTo>
                  <a:pt x="159116" y="85542"/>
                </a:lnTo>
                <a:lnTo>
                  <a:pt x="151009" y="85542"/>
                </a:lnTo>
                <a:lnTo>
                  <a:pt x="151009" y="19662"/>
                </a:lnTo>
                <a:lnTo>
                  <a:pt x="158231" y="19662"/>
                </a:lnTo>
                <a:lnTo>
                  <a:pt x="158744" y="27489"/>
                </a:lnTo>
                <a:cubicBezTo>
                  <a:pt x="161073" y="24290"/>
                  <a:pt x="163558" y="22046"/>
                  <a:pt x="166198" y="20757"/>
                </a:cubicBezTo>
                <a:cubicBezTo>
                  <a:pt x="168839" y="19468"/>
                  <a:pt x="171696" y="18823"/>
                  <a:pt x="174771" y="18823"/>
                </a:cubicBezTo>
                <a:cubicBezTo>
                  <a:pt x="177442" y="18823"/>
                  <a:pt x="179788" y="19382"/>
                  <a:pt x="181807" y="20500"/>
                </a:cubicBezTo>
                <a:cubicBezTo>
                  <a:pt x="183825" y="21619"/>
                  <a:pt x="185518" y="23195"/>
                  <a:pt x="186885" y="25229"/>
                </a:cubicBezTo>
                <a:cubicBezTo>
                  <a:pt x="188252" y="27264"/>
                  <a:pt x="189277" y="29718"/>
                  <a:pt x="189960" y="32591"/>
                </a:cubicBezTo>
                <a:cubicBezTo>
                  <a:pt x="190643" y="35464"/>
                  <a:pt x="190985" y="38671"/>
                  <a:pt x="190985" y="42212"/>
                </a:cubicBezTo>
                <a:moveTo>
                  <a:pt x="182692" y="42585"/>
                </a:moveTo>
                <a:cubicBezTo>
                  <a:pt x="182692" y="40131"/>
                  <a:pt x="182513" y="37879"/>
                  <a:pt x="182156" y="35829"/>
                </a:cubicBezTo>
                <a:cubicBezTo>
                  <a:pt x="181799" y="33779"/>
                  <a:pt x="181232" y="32024"/>
                  <a:pt x="180455" y="30564"/>
                </a:cubicBezTo>
                <a:cubicBezTo>
                  <a:pt x="179679" y="29104"/>
                  <a:pt x="178685" y="27963"/>
                  <a:pt x="177473" y="27140"/>
                </a:cubicBezTo>
                <a:cubicBezTo>
                  <a:pt x="176262" y="26316"/>
                  <a:pt x="174818" y="25905"/>
                  <a:pt x="173140" y="25905"/>
                </a:cubicBezTo>
                <a:cubicBezTo>
                  <a:pt x="172115" y="25905"/>
                  <a:pt x="171075" y="26068"/>
                  <a:pt x="170019" y="26394"/>
                </a:cubicBezTo>
                <a:cubicBezTo>
                  <a:pt x="168963" y="26720"/>
                  <a:pt x="167868" y="27264"/>
                  <a:pt x="166734" y="28025"/>
                </a:cubicBezTo>
                <a:cubicBezTo>
                  <a:pt x="165600" y="28786"/>
                  <a:pt x="164405" y="29795"/>
                  <a:pt x="163147" y="31053"/>
                </a:cubicBezTo>
                <a:cubicBezTo>
                  <a:pt x="161889" y="32311"/>
                  <a:pt x="160545" y="33872"/>
                  <a:pt x="159116" y="35736"/>
                </a:cubicBezTo>
                <a:lnTo>
                  <a:pt x="159116" y="58426"/>
                </a:lnTo>
                <a:cubicBezTo>
                  <a:pt x="160607" y="59047"/>
                  <a:pt x="162176" y="59536"/>
                  <a:pt x="163822" y="59894"/>
                </a:cubicBezTo>
                <a:cubicBezTo>
                  <a:pt x="165468" y="60251"/>
                  <a:pt x="167084" y="60429"/>
                  <a:pt x="168668" y="60429"/>
                </a:cubicBezTo>
                <a:cubicBezTo>
                  <a:pt x="173047" y="60429"/>
                  <a:pt x="176480" y="58946"/>
                  <a:pt x="178964" y="55980"/>
                </a:cubicBezTo>
                <a:cubicBezTo>
                  <a:pt x="181449" y="53013"/>
                  <a:pt x="182692" y="48548"/>
                  <a:pt x="182692" y="42585"/>
                </a:cubicBezTo>
                <a:close/>
                <a:moveTo>
                  <a:pt x="218802" y="7222"/>
                </a:moveTo>
                <a:lnTo>
                  <a:pt x="204965" y="7222"/>
                </a:lnTo>
                <a:lnTo>
                  <a:pt x="204965" y="559"/>
                </a:lnTo>
                <a:lnTo>
                  <a:pt x="227002" y="559"/>
                </a:lnTo>
                <a:lnTo>
                  <a:pt x="227002" y="59684"/>
                </a:lnTo>
                <a:lnTo>
                  <a:pt x="240933" y="59684"/>
                </a:lnTo>
                <a:lnTo>
                  <a:pt x="240933" y="66440"/>
                </a:lnTo>
                <a:lnTo>
                  <a:pt x="203427" y="66440"/>
                </a:lnTo>
                <a:lnTo>
                  <a:pt x="203427" y="59684"/>
                </a:lnTo>
                <a:lnTo>
                  <a:pt x="218802" y="59684"/>
                </a:lnTo>
                <a:lnTo>
                  <a:pt x="218802" y="7222"/>
                </a:lnTo>
                <a:close/>
                <a:moveTo>
                  <a:pt x="284778" y="66440"/>
                </a:moveTo>
                <a:lnTo>
                  <a:pt x="284592" y="60137"/>
                </a:lnTo>
                <a:cubicBezTo>
                  <a:pt x="282045" y="62657"/>
                  <a:pt x="279459" y="64478"/>
                  <a:pt x="276834" y="65598"/>
                </a:cubicBezTo>
                <a:cubicBezTo>
                  <a:pt x="274209" y="66718"/>
                  <a:pt x="271453" y="67278"/>
                  <a:pt x="268564" y="67278"/>
                </a:cubicBezTo>
                <a:cubicBezTo>
                  <a:pt x="265893" y="67278"/>
                  <a:pt x="263610" y="66936"/>
                  <a:pt x="261715" y="66252"/>
                </a:cubicBezTo>
                <a:cubicBezTo>
                  <a:pt x="259820" y="65567"/>
                  <a:pt x="258260" y="64626"/>
                  <a:pt x="257033" y="63429"/>
                </a:cubicBezTo>
                <a:cubicBezTo>
                  <a:pt x="255806" y="62231"/>
                  <a:pt x="254905" y="60823"/>
                  <a:pt x="254330" y="59205"/>
                </a:cubicBezTo>
                <a:cubicBezTo>
                  <a:pt x="253756" y="57587"/>
                  <a:pt x="253468" y="55829"/>
                  <a:pt x="253468" y="53931"/>
                </a:cubicBezTo>
                <a:cubicBezTo>
                  <a:pt x="253468" y="49233"/>
                  <a:pt x="255216" y="45554"/>
                  <a:pt x="258710" y="42895"/>
                </a:cubicBezTo>
                <a:cubicBezTo>
                  <a:pt x="262204" y="40234"/>
                  <a:pt x="267368" y="38904"/>
                  <a:pt x="274202" y="38904"/>
                </a:cubicBezTo>
                <a:lnTo>
                  <a:pt x="283893" y="38904"/>
                </a:lnTo>
                <a:lnTo>
                  <a:pt x="283893" y="34818"/>
                </a:lnTo>
                <a:cubicBezTo>
                  <a:pt x="283893" y="32064"/>
                  <a:pt x="283008" y="29858"/>
                  <a:pt x="281237" y="28202"/>
                </a:cubicBezTo>
                <a:cubicBezTo>
                  <a:pt x="279467" y="26547"/>
                  <a:pt x="276764" y="25719"/>
                  <a:pt x="273130" y="25719"/>
                </a:cubicBezTo>
                <a:cubicBezTo>
                  <a:pt x="270490" y="25719"/>
                  <a:pt x="267889" y="26018"/>
                  <a:pt x="265326" y="26617"/>
                </a:cubicBezTo>
                <a:cubicBezTo>
                  <a:pt x="262763" y="27215"/>
                  <a:pt x="260116" y="28065"/>
                  <a:pt x="257382" y="29166"/>
                </a:cubicBezTo>
                <a:lnTo>
                  <a:pt x="257382" y="21851"/>
                </a:lnTo>
                <a:cubicBezTo>
                  <a:pt x="258407" y="21473"/>
                  <a:pt x="259549" y="21102"/>
                  <a:pt x="260807" y="20739"/>
                </a:cubicBezTo>
                <a:cubicBezTo>
                  <a:pt x="262065" y="20376"/>
                  <a:pt x="263392" y="20053"/>
                  <a:pt x="264790" y="19769"/>
                </a:cubicBezTo>
                <a:cubicBezTo>
                  <a:pt x="266188" y="19485"/>
                  <a:pt x="267648" y="19256"/>
                  <a:pt x="269170" y="19084"/>
                </a:cubicBezTo>
                <a:cubicBezTo>
                  <a:pt x="270692" y="18910"/>
                  <a:pt x="272229" y="18823"/>
                  <a:pt x="273782" y="18823"/>
                </a:cubicBezTo>
                <a:cubicBezTo>
                  <a:pt x="276609" y="18823"/>
                  <a:pt x="279156" y="19134"/>
                  <a:pt x="281423" y="19755"/>
                </a:cubicBezTo>
                <a:cubicBezTo>
                  <a:pt x="283691" y="20376"/>
                  <a:pt x="285609" y="21323"/>
                  <a:pt x="287177" y="22597"/>
                </a:cubicBezTo>
                <a:cubicBezTo>
                  <a:pt x="288746" y="23870"/>
                  <a:pt x="289950" y="25470"/>
                  <a:pt x="290788" y="27396"/>
                </a:cubicBezTo>
                <a:cubicBezTo>
                  <a:pt x="291627" y="29322"/>
                  <a:pt x="292046" y="31589"/>
                  <a:pt x="292046" y="34198"/>
                </a:cubicBezTo>
                <a:lnTo>
                  <a:pt x="292046" y="66440"/>
                </a:lnTo>
                <a:lnTo>
                  <a:pt x="284778" y="66440"/>
                </a:lnTo>
                <a:moveTo>
                  <a:pt x="283893" y="45101"/>
                </a:moveTo>
                <a:lnTo>
                  <a:pt x="273596" y="45101"/>
                </a:lnTo>
                <a:cubicBezTo>
                  <a:pt x="271577" y="45101"/>
                  <a:pt x="269838" y="45304"/>
                  <a:pt x="268378" y="45709"/>
                </a:cubicBezTo>
                <a:cubicBezTo>
                  <a:pt x="266918" y="46114"/>
                  <a:pt x="265722" y="46690"/>
                  <a:pt x="264790" y="47438"/>
                </a:cubicBezTo>
                <a:cubicBezTo>
                  <a:pt x="263858" y="48185"/>
                  <a:pt x="263167" y="49081"/>
                  <a:pt x="262717" y="50125"/>
                </a:cubicBezTo>
                <a:cubicBezTo>
                  <a:pt x="262267" y="51169"/>
                  <a:pt x="262041" y="52345"/>
                  <a:pt x="262041" y="53653"/>
                </a:cubicBezTo>
                <a:cubicBezTo>
                  <a:pt x="262041" y="54557"/>
                  <a:pt x="262181" y="55422"/>
                  <a:pt x="262461" y="56248"/>
                </a:cubicBezTo>
                <a:cubicBezTo>
                  <a:pt x="262740" y="57073"/>
                  <a:pt x="263191" y="57805"/>
                  <a:pt x="263812" y="58443"/>
                </a:cubicBezTo>
                <a:cubicBezTo>
                  <a:pt x="264433" y="59082"/>
                  <a:pt x="265241" y="59588"/>
                  <a:pt x="266235" y="59962"/>
                </a:cubicBezTo>
                <a:cubicBezTo>
                  <a:pt x="267229" y="60336"/>
                  <a:pt x="268440" y="60522"/>
                  <a:pt x="269869" y="60522"/>
                </a:cubicBezTo>
                <a:cubicBezTo>
                  <a:pt x="271732" y="60522"/>
                  <a:pt x="273868" y="59954"/>
                  <a:pt x="276275" y="58818"/>
                </a:cubicBezTo>
                <a:cubicBezTo>
                  <a:pt x="278682" y="57680"/>
                  <a:pt x="281222" y="55880"/>
                  <a:pt x="283893" y="53419"/>
                </a:cubicBezTo>
                <a:lnTo>
                  <a:pt x="283893" y="45101"/>
                </a:lnTo>
                <a:close/>
                <a:moveTo>
                  <a:pt x="306585" y="19662"/>
                </a:moveTo>
                <a:lnTo>
                  <a:pt x="313807" y="19662"/>
                </a:lnTo>
                <a:lnTo>
                  <a:pt x="314133" y="27210"/>
                </a:lnTo>
                <a:cubicBezTo>
                  <a:pt x="315499" y="25594"/>
                  <a:pt x="316820" y="24251"/>
                  <a:pt x="318093" y="23179"/>
                </a:cubicBezTo>
                <a:cubicBezTo>
                  <a:pt x="319367" y="22108"/>
                  <a:pt x="320617" y="21246"/>
                  <a:pt x="321844" y="20593"/>
                </a:cubicBezTo>
                <a:cubicBezTo>
                  <a:pt x="323071" y="19941"/>
                  <a:pt x="324321" y="19483"/>
                  <a:pt x="325594" y="19219"/>
                </a:cubicBezTo>
                <a:cubicBezTo>
                  <a:pt x="326868" y="18955"/>
                  <a:pt x="328188" y="18823"/>
                  <a:pt x="329555" y="18823"/>
                </a:cubicBezTo>
                <a:cubicBezTo>
                  <a:pt x="334369" y="18823"/>
                  <a:pt x="338011" y="20244"/>
                  <a:pt x="340480" y="23086"/>
                </a:cubicBezTo>
                <a:cubicBezTo>
                  <a:pt x="342950" y="25928"/>
                  <a:pt x="344184" y="30207"/>
                  <a:pt x="344184" y="35922"/>
                </a:cubicBezTo>
                <a:lnTo>
                  <a:pt x="344184" y="66440"/>
                </a:lnTo>
                <a:lnTo>
                  <a:pt x="336077" y="66440"/>
                </a:lnTo>
                <a:lnTo>
                  <a:pt x="336077" y="36574"/>
                </a:lnTo>
                <a:cubicBezTo>
                  <a:pt x="336077" y="32909"/>
                  <a:pt x="335394" y="30199"/>
                  <a:pt x="334027" y="28444"/>
                </a:cubicBezTo>
                <a:cubicBezTo>
                  <a:pt x="332661" y="26689"/>
                  <a:pt x="330626" y="25812"/>
                  <a:pt x="327924" y="25812"/>
                </a:cubicBezTo>
                <a:cubicBezTo>
                  <a:pt x="326930" y="25812"/>
                  <a:pt x="325959" y="25959"/>
                  <a:pt x="325012" y="26254"/>
                </a:cubicBezTo>
                <a:cubicBezTo>
                  <a:pt x="324065" y="26549"/>
                  <a:pt x="323078" y="27062"/>
                  <a:pt x="322053" y="27792"/>
                </a:cubicBezTo>
                <a:cubicBezTo>
                  <a:pt x="321028" y="28522"/>
                  <a:pt x="319918" y="29508"/>
                  <a:pt x="318722" y="30750"/>
                </a:cubicBezTo>
                <a:cubicBezTo>
                  <a:pt x="317526" y="31993"/>
                  <a:pt x="316183" y="33546"/>
                  <a:pt x="314692" y="35410"/>
                </a:cubicBezTo>
                <a:lnTo>
                  <a:pt x="314692" y="66440"/>
                </a:lnTo>
                <a:lnTo>
                  <a:pt x="306585" y="66440"/>
                </a:lnTo>
                <a:lnTo>
                  <a:pt x="306585" y="19662"/>
                </a:lnTo>
                <a:close/>
                <a:moveTo>
                  <a:pt x="388495" y="66440"/>
                </a:moveTo>
                <a:lnTo>
                  <a:pt x="388309" y="60137"/>
                </a:lnTo>
                <a:cubicBezTo>
                  <a:pt x="385762" y="62657"/>
                  <a:pt x="383176" y="64478"/>
                  <a:pt x="380551" y="65598"/>
                </a:cubicBezTo>
                <a:cubicBezTo>
                  <a:pt x="377926" y="66718"/>
                  <a:pt x="375170" y="67278"/>
                  <a:pt x="372281" y="67278"/>
                </a:cubicBezTo>
                <a:cubicBezTo>
                  <a:pt x="369610" y="67278"/>
                  <a:pt x="367327" y="66936"/>
                  <a:pt x="365432" y="66252"/>
                </a:cubicBezTo>
                <a:cubicBezTo>
                  <a:pt x="363537" y="65567"/>
                  <a:pt x="361977" y="64626"/>
                  <a:pt x="360750" y="63429"/>
                </a:cubicBezTo>
                <a:cubicBezTo>
                  <a:pt x="359523" y="62231"/>
                  <a:pt x="358622" y="60823"/>
                  <a:pt x="358047" y="59205"/>
                </a:cubicBezTo>
                <a:cubicBezTo>
                  <a:pt x="357473" y="57587"/>
                  <a:pt x="357185" y="55829"/>
                  <a:pt x="357185" y="53931"/>
                </a:cubicBezTo>
                <a:cubicBezTo>
                  <a:pt x="357185" y="49233"/>
                  <a:pt x="358933" y="45554"/>
                  <a:pt x="362427" y="42895"/>
                </a:cubicBezTo>
                <a:cubicBezTo>
                  <a:pt x="365921" y="40234"/>
                  <a:pt x="371085" y="38904"/>
                  <a:pt x="377919" y="38904"/>
                </a:cubicBezTo>
                <a:lnTo>
                  <a:pt x="387610" y="38904"/>
                </a:lnTo>
                <a:lnTo>
                  <a:pt x="387610" y="34818"/>
                </a:lnTo>
                <a:cubicBezTo>
                  <a:pt x="387610" y="32064"/>
                  <a:pt x="386724" y="29858"/>
                  <a:pt x="384954" y="28202"/>
                </a:cubicBezTo>
                <a:cubicBezTo>
                  <a:pt x="383184" y="26547"/>
                  <a:pt x="380481" y="25719"/>
                  <a:pt x="376847" y="25719"/>
                </a:cubicBezTo>
                <a:cubicBezTo>
                  <a:pt x="374207" y="25719"/>
                  <a:pt x="371605" y="26018"/>
                  <a:pt x="369043" y="26617"/>
                </a:cubicBezTo>
                <a:cubicBezTo>
                  <a:pt x="366480" y="27215"/>
                  <a:pt x="363832" y="28065"/>
                  <a:pt x="361099" y="29166"/>
                </a:cubicBezTo>
                <a:lnTo>
                  <a:pt x="361099" y="21851"/>
                </a:lnTo>
                <a:cubicBezTo>
                  <a:pt x="362124" y="21473"/>
                  <a:pt x="363266" y="21102"/>
                  <a:pt x="364524" y="20739"/>
                </a:cubicBezTo>
                <a:cubicBezTo>
                  <a:pt x="365782" y="20376"/>
                  <a:pt x="367109" y="20053"/>
                  <a:pt x="368507" y="19769"/>
                </a:cubicBezTo>
                <a:cubicBezTo>
                  <a:pt x="369905" y="19485"/>
                  <a:pt x="371365" y="19256"/>
                  <a:pt x="372887" y="19084"/>
                </a:cubicBezTo>
                <a:cubicBezTo>
                  <a:pt x="374409" y="18910"/>
                  <a:pt x="375946" y="18823"/>
                  <a:pt x="377499" y="18823"/>
                </a:cubicBezTo>
                <a:cubicBezTo>
                  <a:pt x="380326" y="18823"/>
                  <a:pt x="382873" y="19134"/>
                  <a:pt x="385140" y="19755"/>
                </a:cubicBezTo>
                <a:cubicBezTo>
                  <a:pt x="387408" y="20376"/>
                  <a:pt x="389326" y="21323"/>
                  <a:pt x="390894" y="22597"/>
                </a:cubicBezTo>
                <a:cubicBezTo>
                  <a:pt x="392463" y="23870"/>
                  <a:pt x="393667" y="25470"/>
                  <a:pt x="394505" y="27396"/>
                </a:cubicBezTo>
                <a:cubicBezTo>
                  <a:pt x="395344" y="29322"/>
                  <a:pt x="395763" y="31589"/>
                  <a:pt x="395763" y="34198"/>
                </a:cubicBezTo>
                <a:lnTo>
                  <a:pt x="395763" y="66440"/>
                </a:lnTo>
                <a:lnTo>
                  <a:pt x="388495" y="66440"/>
                </a:lnTo>
                <a:moveTo>
                  <a:pt x="387610" y="45101"/>
                </a:moveTo>
                <a:lnTo>
                  <a:pt x="377313" y="45101"/>
                </a:lnTo>
                <a:cubicBezTo>
                  <a:pt x="375294" y="45101"/>
                  <a:pt x="373555" y="45304"/>
                  <a:pt x="372095" y="45709"/>
                </a:cubicBezTo>
                <a:cubicBezTo>
                  <a:pt x="370635" y="46114"/>
                  <a:pt x="369439" y="46690"/>
                  <a:pt x="368507" y="47438"/>
                </a:cubicBezTo>
                <a:cubicBezTo>
                  <a:pt x="367575" y="48185"/>
                  <a:pt x="366884" y="49081"/>
                  <a:pt x="366434" y="50125"/>
                </a:cubicBezTo>
                <a:cubicBezTo>
                  <a:pt x="365983" y="51169"/>
                  <a:pt x="365758" y="52345"/>
                  <a:pt x="365758" y="53653"/>
                </a:cubicBezTo>
                <a:cubicBezTo>
                  <a:pt x="365758" y="54557"/>
                  <a:pt x="365898" y="55422"/>
                  <a:pt x="366178" y="56248"/>
                </a:cubicBezTo>
                <a:cubicBezTo>
                  <a:pt x="366457" y="57073"/>
                  <a:pt x="366908" y="57805"/>
                  <a:pt x="367529" y="58443"/>
                </a:cubicBezTo>
                <a:cubicBezTo>
                  <a:pt x="368150" y="59082"/>
                  <a:pt x="368958" y="59588"/>
                  <a:pt x="369951" y="59962"/>
                </a:cubicBezTo>
                <a:cubicBezTo>
                  <a:pt x="370945" y="60336"/>
                  <a:pt x="372157" y="60522"/>
                  <a:pt x="373586" y="60522"/>
                </a:cubicBezTo>
                <a:cubicBezTo>
                  <a:pt x="375449" y="60522"/>
                  <a:pt x="377585" y="59954"/>
                  <a:pt x="379992" y="58818"/>
                </a:cubicBezTo>
                <a:cubicBezTo>
                  <a:pt x="382399" y="57680"/>
                  <a:pt x="384938" y="55880"/>
                  <a:pt x="387610" y="53419"/>
                </a:cubicBezTo>
                <a:lnTo>
                  <a:pt x="387610" y="45101"/>
                </a:lnTo>
                <a:close/>
                <a:moveTo>
                  <a:pt x="447994" y="65741"/>
                </a:moveTo>
                <a:cubicBezTo>
                  <a:pt x="446162" y="66223"/>
                  <a:pt x="444267" y="66569"/>
                  <a:pt x="442310" y="66777"/>
                </a:cubicBezTo>
                <a:cubicBezTo>
                  <a:pt x="440353" y="66987"/>
                  <a:pt x="438365" y="67092"/>
                  <a:pt x="436347" y="67092"/>
                </a:cubicBezTo>
                <a:cubicBezTo>
                  <a:pt x="430476" y="67092"/>
                  <a:pt x="426096" y="65764"/>
                  <a:pt x="423208" y="63108"/>
                </a:cubicBezTo>
                <a:cubicBezTo>
                  <a:pt x="420319" y="60453"/>
                  <a:pt x="418875" y="56376"/>
                  <a:pt x="418875" y="50878"/>
                </a:cubicBezTo>
                <a:lnTo>
                  <a:pt x="418875" y="26464"/>
                </a:lnTo>
                <a:lnTo>
                  <a:pt x="405782" y="26464"/>
                </a:lnTo>
                <a:lnTo>
                  <a:pt x="405782" y="19662"/>
                </a:lnTo>
                <a:lnTo>
                  <a:pt x="418875" y="19662"/>
                </a:lnTo>
                <a:lnTo>
                  <a:pt x="418875" y="6762"/>
                </a:lnTo>
                <a:lnTo>
                  <a:pt x="426982" y="4659"/>
                </a:lnTo>
                <a:lnTo>
                  <a:pt x="426982" y="19662"/>
                </a:lnTo>
                <a:lnTo>
                  <a:pt x="447994" y="19662"/>
                </a:lnTo>
                <a:lnTo>
                  <a:pt x="447994" y="26464"/>
                </a:lnTo>
                <a:lnTo>
                  <a:pt x="426982" y="26464"/>
                </a:lnTo>
                <a:lnTo>
                  <a:pt x="426982" y="50226"/>
                </a:lnTo>
                <a:cubicBezTo>
                  <a:pt x="426982" y="53580"/>
                  <a:pt x="427875" y="56089"/>
                  <a:pt x="429661" y="57750"/>
                </a:cubicBezTo>
                <a:cubicBezTo>
                  <a:pt x="431447" y="59412"/>
                  <a:pt x="434079" y="60243"/>
                  <a:pt x="437558" y="60243"/>
                </a:cubicBezTo>
                <a:cubicBezTo>
                  <a:pt x="439049" y="60243"/>
                  <a:pt x="440680" y="60123"/>
                  <a:pt x="442450" y="59883"/>
                </a:cubicBezTo>
                <a:cubicBezTo>
                  <a:pt x="444221" y="59643"/>
                  <a:pt x="446069" y="59265"/>
                  <a:pt x="447994" y="58752"/>
                </a:cubicBezTo>
                <a:lnTo>
                  <a:pt x="447994" y="65741"/>
                </a:lnTo>
                <a:close/>
                <a:moveTo>
                  <a:pt x="478095" y="26371"/>
                </a:moveTo>
                <a:lnTo>
                  <a:pt x="464257" y="26371"/>
                </a:lnTo>
                <a:lnTo>
                  <a:pt x="464257" y="19662"/>
                </a:lnTo>
                <a:lnTo>
                  <a:pt x="486295" y="19662"/>
                </a:lnTo>
                <a:lnTo>
                  <a:pt x="486295" y="59684"/>
                </a:lnTo>
                <a:lnTo>
                  <a:pt x="500226" y="59684"/>
                </a:lnTo>
                <a:lnTo>
                  <a:pt x="500226" y="66440"/>
                </a:lnTo>
                <a:lnTo>
                  <a:pt x="462720" y="66440"/>
                </a:lnTo>
                <a:lnTo>
                  <a:pt x="462720" y="59684"/>
                </a:lnTo>
                <a:lnTo>
                  <a:pt x="478095" y="59684"/>
                </a:lnTo>
                <a:lnTo>
                  <a:pt x="478095" y="26371"/>
                </a:lnTo>
                <a:moveTo>
                  <a:pt x="480937" y="0"/>
                </a:moveTo>
                <a:cubicBezTo>
                  <a:pt x="481838" y="0"/>
                  <a:pt x="482676" y="163"/>
                  <a:pt x="483453" y="489"/>
                </a:cubicBezTo>
                <a:cubicBezTo>
                  <a:pt x="484229" y="815"/>
                  <a:pt x="484905" y="1274"/>
                  <a:pt x="485480" y="1864"/>
                </a:cubicBezTo>
                <a:cubicBezTo>
                  <a:pt x="486054" y="2454"/>
                  <a:pt x="486505" y="3129"/>
                  <a:pt x="486831" y="3890"/>
                </a:cubicBezTo>
                <a:cubicBezTo>
                  <a:pt x="487157" y="4651"/>
                  <a:pt x="487320" y="5482"/>
                  <a:pt x="487320" y="6383"/>
                </a:cubicBezTo>
                <a:cubicBezTo>
                  <a:pt x="487320" y="7253"/>
                  <a:pt x="487157" y="8076"/>
                  <a:pt x="486831" y="8852"/>
                </a:cubicBezTo>
                <a:cubicBezTo>
                  <a:pt x="486505" y="9629"/>
                  <a:pt x="486054" y="10312"/>
                  <a:pt x="485480" y="10902"/>
                </a:cubicBezTo>
                <a:cubicBezTo>
                  <a:pt x="484905" y="11493"/>
                  <a:pt x="484229" y="11951"/>
                  <a:pt x="483453" y="12277"/>
                </a:cubicBezTo>
                <a:cubicBezTo>
                  <a:pt x="482676" y="12603"/>
                  <a:pt x="481838" y="12766"/>
                  <a:pt x="480937" y="12766"/>
                </a:cubicBezTo>
                <a:cubicBezTo>
                  <a:pt x="480036" y="12766"/>
                  <a:pt x="479197" y="12603"/>
                  <a:pt x="478421" y="12277"/>
                </a:cubicBezTo>
                <a:cubicBezTo>
                  <a:pt x="477644" y="11951"/>
                  <a:pt x="476969" y="11493"/>
                  <a:pt x="476394" y="10902"/>
                </a:cubicBezTo>
                <a:cubicBezTo>
                  <a:pt x="475820" y="10312"/>
                  <a:pt x="475369" y="9629"/>
                  <a:pt x="475043" y="8852"/>
                </a:cubicBezTo>
                <a:cubicBezTo>
                  <a:pt x="474717" y="8076"/>
                  <a:pt x="474554" y="7253"/>
                  <a:pt x="474554" y="6383"/>
                </a:cubicBezTo>
                <a:cubicBezTo>
                  <a:pt x="474554" y="5482"/>
                  <a:pt x="474717" y="4651"/>
                  <a:pt x="475043" y="3890"/>
                </a:cubicBezTo>
                <a:cubicBezTo>
                  <a:pt x="475369" y="3129"/>
                  <a:pt x="475820" y="2454"/>
                  <a:pt x="476394" y="1864"/>
                </a:cubicBezTo>
                <a:cubicBezTo>
                  <a:pt x="476969" y="1274"/>
                  <a:pt x="477644" y="815"/>
                  <a:pt x="478421" y="489"/>
                </a:cubicBezTo>
                <a:cubicBezTo>
                  <a:pt x="479197" y="163"/>
                  <a:pt x="480036" y="0"/>
                  <a:pt x="480937" y="0"/>
                </a:cubicBezTo>
                <a:close/>
                <a:moveTo>
                  <a:pt x="554740" y="42678"/>
                </a:moveTo>
                <a:cubicBezTo>
                  <a:pt x="554740" y="46312"/>
                  <a:pt x="554227" y="49643"/>
                  <a:pt x="553202" y="52672"/>
                </a:cubicBezTo>
                <a:cubicBezTo>
                  <a:pt x="552177" y="55700"/>
                  <a:pt x="550702" y="58294"/>
                  <a:pt x="548776" y="60453"/>
                </a:cubicBezTo>
                <a:cubicBezTo>
                  <a:pt x="546850" y="62611"/>
                  <a:pt x="544505" y="64289"/>
                  <a:pt x="541741" y="65485"/>
                </a:cubicBezTo>
                <a:cubicBezTo>
                  <a:pt x="538976" y="66680"/>
                  <a:pt x="535839" y="67278"/>
                  <a:pt x="532329" y="67278"/>
                </a:cubicBezTo>
                <a:cubicBezTo>
                  <a:pt x="528975" y="67278"/>
                  <a:pt x="525970" y="66758"/>
                  <a:pt x="523314" y="65717"/>
                </a:cubicBezTo>
                <a:cubicBezTo>
                  <a:pt x="520658" y="64677"/>
                  <a:pt x="518406" y="63147"/>
                  <a:pt x="516558" y="61128"/>
                </a:cubicBezTo>
                <a:cubicBezTo>
                  <a:pt x="514710" y="59109"/>
                  <a:pt x="513297" y="56609"/>
                  <a:pt x="512318" y="53627"/>
                </a:cubicBezTo>
                <a:cubicBezTo>
                  <a:pt x="511340" y="50645"/>
                  <a:pt x="510851" y="47213"/>
                  <a:pt x="510851" y="43330"/>
                </a:cubicBezTo>
                <a:cubicBezTo>
                  <a:pt x="510851" y="39696"/>
                  <a:pt x="511363" y="36380"/>
                  <a:pt x="512388" y="33383"/>
                </a:cubicBezTo>
                <a:cubicBezTo>
                  <a:pt x="513413" y="30385"/>
                  <a:pt x="514889" y="27807"/>
                  <a:pt x="516814" y="25649"/>
                </a:cubicBezTo>
                <a:cubicBezTo>
                  <a:pt x="518740" y="23490"/>
                  <a:pt x="521085" y="21813"/>
                  <a:pt x="523850" y="20617"/>
                </a:cubicBezTo>
                <a:cubicBezTo>
                  <a:pt x="526614" y="19421"/>
                  <a:pt x="529751" y="18823"/>
                  <a:pt x="533261" y="18823"/>
                </a:cubicBezTo>
                <a:cubicBezTo>
                  <a:pt x="536616" y="18823"/>
                  <a:pt x="539621" y="19343"/>
                  <a:pt x="542277" y="20384"/>
                </a:cubicBezTo>
                <a:cubicBezTo>
                  <a:pt x="544932" y="21424"/>
                  <a:pt x="547184" y="22946"/>
                  <a:pt x="549032" y="24950"/>
                </a:cubicBezTo>
                <a:cubicBezTo>
                  <a:pt x="550881" y="26953"/>
                  <a:pt x="552294" y="29446"/>
                  <a:pt x="553272" y="32428"/>
                </a:cubicBezTo>
                <a:cubicBezTo>
                  <a:pt x="554251" y="35410"/>
                  <a:pt x="554740" y="38826"/>
                  <a:pt x="554740" y="42678"/>
                </a:cubicBezTo>
                <a:moveTo>
                  <a:pt x="546447" y="43051"/>
                </a:moveTo>
                <a:cubicBezTo>
                  <a:pt x="546447" y="40162"/>
                  <a:pt x="546128" y="37638"/>
                  <a:pt x="545491" y="35480"/>
                </a:cubicBezTo>
                <a:cubicBezTo>
                  <a:pt x="544855" y="33321"/>
                  <a:pt x="543946" y="31519"/>
                  <a:pt x="542766" y="30075"/>
                </a:cubicBezTo>
                <a:cubicBezTo>
                  <a:pt x="541586" y="28631"/>
                  <a:pt x="540149" y="27543"/>
                  <a:pt x="538456" y="26813"/>
                </a:cubicBezTo>
                <a:cubicBezTo>
                  <a:pt x="536763" y="26084"/>
                  <a:pt x="534876" y="25719"/>
                  <a:pt x="532795" y="25719"/>
                </a:cubicBezTo>
                <a:cubicBezTo>
                  <a:pt x="530373" y="25719"/>
                  <a:pt x="528299" y="26192"/>
                  <a:pt x="526575" y="27140"/>
                </a:cubicBezTo>
                <a:cubicBezTo>
                  <a:pt x="524851" y="28087"/>
                  <a:pt x="523438" y="29353"/>
                  <a:pt x="522335" y="30937"/>
                </a:cubicBezTo>
                <a:cubicBezTo>
                  <a:pt x="521233" y="32521"/>
                  <a:pt x="520425" y="34361"/>
                  <a:pt x="519913" y="36458"/>
                </a:cubicBezTo>
                <a:cubicBezTo>
                  <a:pt x="519400" y="38555"/>
                  <a:pt x="519144" y="40752"/>
                  <a:pt x="519144" y="43051"/>
                </a:cubicBezTo>
                <a:cubicBezTo>
                  <a:pt x="519144" y="45939"/>
                  <a:pt x="519462" y="48471"/>
                  <a:pt x="520099" y="50645"/>
                </a:cubicBezTo>
                <a:cubicBezTo>
                  <a:pt x="520736" y="52819"/>
                  <a:pt x="521644" y="54629"/>
                  <a:pt x="522825" y="56073"/>
                </a:cubicBezTo>
                <a:cubicBezTo>
                  <a:pt x="524005" y="57517"/>
                  <a:pt x="525434" y="58604"/>
                  <a:pt x="527111" y="59334"/>
                </a:cubicBezTo>
                <a:cubicBezTo>
                  <a:pt x="528788" y="60064"/>
                  <a:pt x="530683" y="60429"/>
                  <a:pt x="532795" y="60429"/>
                </a:cubicBezTo>
                <a:cubicBezTo>
                  <a:pt x="535218" y="60429"/>
                  <a:pt x="537291" y="59956"/>
                  <a:pt x="539015" y="59008"/>
                </a:cubicBezTo>
                <a:cubicBezTo>
                  <a:pt x="540739" y="58061"/>
                  <a:pt x="542152" y="56795"/>
                  <a:pt x="543255" y="55211"/>
                </a:cubicBezTo>
                <a:cubicBezTo>
                  <a:pt x="544358" y="53627"/>
                  <a:pt x="545165" y="51787"/>
                  <a:pt x="545678" y="49690"/>
                </a:cubicBezTo>
                <a:cubicBezTo>
                  <a:pt x="546190" y="47593"/>
                  <a:pt x="546447" y="45380"/>
                  <a:pt x="546447" y="43051"/>
                </a:cubicBezTo>
                <a:close/>
                <a:moveTo>
                  <a:pt x="565877" y="19662"/>
                </a:moveTo>
                <a:lnTo>
                  <a:pt x="573099" y="19662"/>
                </a:lnTo>
                <a:lnTo>
                  <a:pt x="573425" y="27210"/>
                </a:lnTo>
                <a:cubicBezTo>
                  <a:pt x="574792" y="25594"/>
                  <a:pt x="576112" y="24251"/>
                  <a:pt x="577385" y="23179"/>
                </a:cubicBezTo>
                <a:cubicBezTo>
                  <a:pt x="578659" y="22108"/>
                  <a:pt x="579909" y="21246"/>
                  <a:pt x="581136" y="20593"/>
                </a:cubicBezTo>
                <a:cubicBezTo>
                  <a:pt x="582363" y="19941"/>
                  <a:pt x="583613" y="19483"/>
                  <a:pt x="584887" y="19219"/>
                </a:cubicBezTo>
                <a:cubicBezTo>
                  <a:pt x="586160" y="18955"/>
                  <a:pt x="587480" y="18823"/>
                  <a:pt x="588847" y="18823"/>
                </a:cubicBezTo>
                <a:cubicBezTo>
                  <a:pt x="593661" y="18823"/>
                  <a:pt x="597303" y="20244"/>
                  <a:pt x="599773" y="23086"/>
                </a:cubicBezTo>
                <a:cubicBezTo>
                  <a:pt x="602242" y="25928"/>
                  <a:pt x="603477" y="30207"/>
                  <a:pt x="603477" y="35922"/>
                </a:cubicBezTo>
                <a:lnTo>
                  <a:pt x="603477" y="66440"/>
                </a:lnTo>
                <a:lnTo>
                  <a:pt x="595370" y="66440"/>
                </a:lnTo>
                <a:lnTo>
                  <a:pt x="595370" y="36574"/>
                </a:lnTo>
                <a:cubicBezTo>
                  <a:pt x="595370" y="32909"/>
                  <a:pt x="594686" y="30199"/>
                  <a:pt x="593320" y="28444"/>
                </a:cubicBezTo>
                <a:cubicBezTo>
                  <a:pt x="591953" y="26689"/>
                  <a:pt x="589919" y="25812"/>
                  <a:pt x="587216" y="25812"/>
                </a:cubicBezTo>
                <a:cubicBezTo>
                  <a:pt x="586222" y="25812"/>
                  <a:pt x="585252" y="25959"/>
                  <a:pt x="584304" y="26254"/>
                </a:cubicBezTo>
                <a:cubicBezTo>
                  <a:pt x="583357" y="26549"/>
                  <a:pt x="582371" y="27062"/>
                  <a:pt x="581346" y="27792"/>
                </a:cubicBezTo>
                <a:cubicBezTo>
                  <a:pt x="580321" y="28522"/>
                  <a:pt x="579210" y="29508"/>
                  <a:pt x="578014" y="30750"/>
                </a:cubicBezTo>
                <a:cubicBezTo>
                  <a:pt x="576819" y="31993"/>
                  <a:pt x="575475" y="33546"/>
                  <a:pt x="573984" y="35410"/>
                </a:cubicBezTo>
                <a:lnTo>
                  <a:pt x="573984" y="66440"/>
                </a:lnTo>
                <a:lnTo>
                  <a:pt x="565877" y="66440"/>
                </a:lnTo>
                <a:lnTo>
                  <a:pt x="565877" y="19662"/>
                </a:lnTo>
                <a:close/>
                <a:moveTo>
                  <a:pt x="632599" y="559"/>
                </a:moveTo>
                <a:lnTo>
                  <a:pt x="631294" y="22457"/>
                </a:lnTo>
                <a:lnTo>
                  <a:pt x="623653" y="22457"/>
                </a:lnTo>
                <a:lnTo>
                  <a:pt x="622302" y="559"/>
                </a:lnTo>
                <a:lnTo>
                  <a:pt x="632599" y="559"/>
                </a:lnTo>
                <a:moveTo>
                  <a:pt x="650723" y="559"/>
                </a:moveTo>
                <a:lnTo>
                  <a:pt x="649418" y="22457"/>
                </a:lnTo>
                <a:lnTo>
                  <a:pt x="641777" y="22457"/>
                </a:lnTo>
                <a:lnTo>
                  <a:pt x="640426" y="559"/>
                </a:lnTo>
                <a:lnTo>
                  <a:pt x="650723" y="559"/>
                </a:lnTo>
                <a:close/>
              </a:path>
            </a:pathLst>
          </a:custGeom>
          <a:solidFill xmlns:a="http://schemas.openxmlformats.org/drawingml/2006/main">
            <a:srgbClr val="9CDCF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:">
            <a:extLst xmlns:a="http://schemas.openxmlformats.org/drawingml/2006/main">
              <a:ext uri="{FF2B5EF4-FFF2-40B4-BE49-F238E27FC236}">
                <a16:creationId xmlns:a16="http://schemas.microsoft.com/office/drawing/2014/main" id="{20927379-8F5F-4DB7-9F59-F8CF8D06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515" y="6870651"/>
            <a:ext cx="14304" cy="48455"/>
          </a:xfrm>
          <a:custGeom xmlns:a="http://schemas.openxmlformats.org/drawingml/2006/main">
            <a:pathLst>
              <a:path w="14304" h="48455">
                <a:moveTo>
                  <a:pt x="7129" y="0"/>
                </a:moveTo>
                <a:cubicBezTo>
                  <a:pt x="8091" y="0"/>
                  <a:pt x="9008" y="194"/>
                  <a:pt x="9877" y="582"/>
                </a:cubicBezTo>
                <a:cubicBezTo>
                  <a:pt x="10747" y="971"/>
                  <a:pt x="11508" y="1491"/>
                  <a:pt x="12160" y="2143"/>
                </a:cubicBezTo>
                <a:cubicBezTo>
                  <a:pt x="12813" y="2795"/>
                  <a:pt x="13333" y="3556"/>
                  <a:pt x="13721" y="4426"/>
                </a:cubicBezTo>
                <a:cubicBezTo>
                  <a:pt x="14109" y="5296"/>
                  <a:pt x="14304" y="6212"/>
                  <a:pt x="14304" y="7175"/>
                </a:cubicBezTo>
                <a:cubicBezTo>
                  <a:pt x="14304" y="8169"/>
                  <a:pt x="14109" y="9093"/>
                  <a:pt x="13721" y="9947"/>
                </a:cubicBezTo>
                <a:cubicBezTo>
                  <a:pt x="13333" y="10801"/>
                  <a:pt x="12813" y="11555"/>
                  <a:pt x="12160" y="12207"/>
                </a:cubicBezTo>
                <a:cubicBezTo>
                  <a:pt x="11508" y="12859"/>
                  <a:pt x="10747" y="13372"/>
                  <a:pt x="9877" y="13745"/>
                </a:cubicBezTo>
                <a:cubicBezTo>
                  <a:pt x="9008" y="14117"/>
                  <a:pt x="8091" y="14304"/>
                  <a:pt x="7129" y="14304"/>
                </a:cubicBezTo>
                <a:cubicBezTo>
                  <a:pt x="6135" y="14304"/>
                  <a:pt x="5210" y="14117"/>
                  <a:pt x="4356" y="13745"/>
                </a:cubicBezTo>
                <a:cubicBezTo>
                  <a:pt x="3502" y="13372"/>
                  <a:pt x="2749" y="12859"/>
                  <a:pt x="2097" y="12207"/>
                </a:cubicBezTo>
                <a:cubicBezTo>
                  <a:pt x="1444" y="11555"/>
                  <a:pt x="932" y="10801"/>
                  <a:pt x="559" y="9947"/>
                </a:cubicBezTo>
                <a:cubicBezTo>
                  <a:pt x="186" y="9093"/>
                  <a:pt x="0" y="8169"/>
                  <a:pt x="0" y="7175"/>
                </a:cubicBezTo>
                <a:cubicBezTo>
                  <a:pt x="0" y="6212"/>
                  <a:pt x="186" y="5296"/>
                  <a:pt x="559" y="4426"/>
                </a:cubicBezTo>
                <a:cubicBezTo>
                  <a:pt x="932" y="3556"/>
                  <a:pt x="1444" y="2795"/>
                  <a:pt x="2097" y="2143"/>
                </a:cubicBezTo>
                <a:cubicBezTo>
                  <a:pt x="2749" y="1491"/>
                  <a:pt x="3502" y="971"/>
                  <a:pt x="4356" y="582"/>
                </a:cubicBezTo>
                <a:cubicBezTo>
                  <a:pt x="5210" y="194"/>
                  <a:pt x="6135" y="0"/>
                  <a:pt x="7129" y="0"/>
                </a:cubicBezTo>
                <a:moveTo>
                  <a:pt x="7129" y="34152"/>
                </a:moveTo>
                <a:cubicBezTo>
                  <a:pt x="8091" y="34152"/>
                  <a:pt x="9008" y="34346"/>
                  <a:pt x="9877" y="34734"/>
                </a:cubicBezTo>
                <a:cubicBezTo>
                  <a:pt x="10747" y="35122"/>
                  <a:pt x="11508" y="35643"/>
                  <a:pt x="12160" y="36295"/>
                </a:cubicBezTo>
                <a:cubicBezTo>
                  <a:pt x="12813" y="36947"/>
                  <a:pt x="13333" y="37708"/>
                  <a:pt x="13721" y="38578"/>
                </a:cubicBezTo>
                <a:cubicBezTo>
                  <a:pt x="14109" y="39448"/>
                  <a:pt x="14304" y="40364"/>
                  <a:pt x="14304" y="41327"/>
                </a:cubicBezTo>
                <a:cubicBezTo>
                  <a:pt x="14304" y="42321"/>
                  <a:pt x="14109" y="43245"/>
                  <a:pt x="13721" y="44099"/>
                </a:cubicBezTo>
                <a:cubicBezTo>
                  <a:pt x="13333" y="44953"/>
                  <a:pt x="12813" y="45706"/>
                  <a:pt x="12160" y="46359"/>
                </a:cubicBezTo>
                <a:cubicBezTo>
                  <a:pt x="11508" y="47011"/>
                  <a:pt x="10747" y="47523"/>
                  <a:pt x="9877" y="47896"/>
                </a:cubicBezTo>
                <a:cubicBezTo>
                  <a:pt x="9008" y="48269"/>
                  <a:pt x="8091" y="48455"/>
                  <a:pt x="7129" y="48455"/>
                </a:cubicBezTo>
                <a:cubicBezTo>
                  <a:pt x="6135" y="48455"/>
                  <a:pt x="5210" y="48269"/>
                  <a:pt x="4356" y="47896"/>
                </a:cubicBezTo>
                <a:cubicBezTo>
                  <a:pt x="3502" y="47523"/>
                  <a:pt x="2749" y="47011"/>
                  <a:pt x="2097" y="46359"/>
                </a:cubicBezTo>
                <a:cubicBezTo>
                  <a:pt x="1444" y="45706"/>
                  <a:pt x="932" y="44953"/>
                  <a:pt x="559" y="44099"/>
                </a:cubicBezTo>
                <a:cubicBezTo>
                  <a:pt x="186" y="43245"/>
                  <a:pt x="0" y="42321"/>
                  <a:pt x="0" y="41327"/>
                </a:cubicBezTo>
                <a:cubicBezTo>
                  <a:pt x="0" y="40364"/>
                  <a:pt x="186" y="39448"/>
                  <a:pt x="559" y="38578"/>
                </a:cubicBezTo>
                <a:cubicBezTo>
                  <a:pt x="932" y="37708"/>
                  <a:pt x="1444" y="36947"/>
                  <a:pt x="2097" y="36295"/>
                </a:cubicBezTo>
                <a:cubicBezTo>
                  <a:pt x="2749" y="35643"/>
                  <a:pt x="3502" y="35122"/>
                  <a:pt x="4356" y="34734"/>
                </a:cubicBezTo>
                <a:cubicBezTo>
                  <a:pt x="5210" y="34346"/>
                  <a:pt x="6135" y="34152"/>
                  <a:pt x="7129" y="34152"/>
                </a:cubicBez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&quot;1.`">
            <a:extLst xmlns:a="http://schemas.openxmlformats.org/drawingml/2006/main">
              <a:ext uri="{FF2B5EF4-FFF2-40B4-BE49-F238E27FC236}">
                <a16:creationId xmlns:a16="http://schemas.microsoft.com/office/drawing/2014/main" id="{60F94B24-2DA2-404F-A92A-FC03DAF3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992" y="6852388"/>
            <a:ext cx="244168" cy="66719"/>
          </a:xfrm>
          <a:custGeom xmlns:a="http://schemas.openxmlformats.org/drawingml/2006/main">
            <a:pathLst>
              <a:path w="244168" h="66719">
                <a:moveTo>
                  <a:pt x="10297" y="0"/>
                </a:moveTo>
                <a:lnTo>
                  <a:pt x="8992" y="21898"/>
                </a:lnTo>
                <a:lnTo>
                  <a:pt x="1351" y="21898"/>
                </a:lnTo>
                <a:lnTo>
                  <a:pt x="0" y="0"/>
                </a:lnTo>
                <a:lnTo>
                  <a:pt x="10297" y="0"/>
                </a:lnTo>
                <a:moveTo>
                  <a:pt x="28421" y="0"/>
                </a:moveTo>
                <a:lnTo>
                  <a:pt x="27116" y="21898"/>
                </a:lnTo>
                <a:lnTo>
                  <a:pt x="19475" y="21898"/>
                </a:lnTo>
                <a:lnTo>
                  <a:pt x="18124" y="0"/>
                </a:lnTo>
                <a:lnTo>
                  <a:pt x="28421" y="0"/>
                </a:lnTo>
                <a:close/>
                <a:moveTo>
                  <a:pt x="86290" y="65881"/>
                </a:moveTo>
                <a:lnTo>
                  <a:pt x="48038" y="65881"/>
                </a:lnTo>
                <a:lnTo>
                  <a:pt x="48038" y="58333"/>
                </a:lnTo>
                <a:lnTo>
                  <a:pt x="63693" y="58333"/>
                </a:lnTo>
                <a:lnTo>
                  <a:pt x="63693" y="13838"/>
                </a:lnTo>
                <a:lnTo>
                  <a:pt x="49110" y="21805"/>
                </a:lnTo>
                <a:lnTo>
                  <a:pt x="46128" y="14909"/>
                </a:lnTo>
                <a:lnTo>
                  <a:pt x="65510" y="4659"/>
                </a:lnTo>
                <a:lnTo>
                  <a:pt x="72685" y="4659"/>
                </a:lnTo>
                <a:lnTo>
                  <a:pt x="72685" y="58333"/>
                </a:lnTo>
                <a:lnTo>
                  <a:pt x="86290" y="58333"/>
                </a:lnTo>
                <a:lnTo>
                  <a:pt x="86290" y="65881"/>
                </a:lnTo>
                <a:close/>
                <a:moveTo>
                  <a:pt x="117555" y="51204"/>
                </a:moveTo>
                <a:cubicBezTo>
                  <a:pt x="118611" y="51204"/>
                  <a:pt x="119612" y="51406"/>
                  <a:pt x="120560" y="51810"/>
                </a:cubicBezTo>
                <a:cubicBezTo>
                  <a:pt x="121507" y="52214"/>
                  <a:pt x="122330" y="52773"/>
                  <a:pt x="123029" y="53487"/>
                </a:cubicBezTo>
                <a:cubicBezTo>
                  <a:pt x="123728" y="54202"/>
                  <a:pt x="124279" y="55032"/>
                  <a:pt x="124683" y="55980"/>
                </a:cubicBezTo>
                <a:cubicBezTo>
                  <a:pt x="125087" y="56927"/>
                  <a:pt x="125289" y="57944"/>
                  <a:pt x="125289" y="59032"/>
                </a:cubicBezTo>
                <a:cubicBezTo>
                  <a:pt x="125289" y="60088"/>
                  <a:pt x="125087" y="61082"/>
                  <a:pt x="124683" y="62013"/>
                </a:cubicBezTo>
                <a:cubicBezTo>
                  <a:pt x="124279" y="62945"/>
                  <a:pt x="123728" y="63761"/>
                  <a:pt x="123029" y="64459"/>
                </a:cubicBezTo>
                <a:cubicBezTo>
                  <a:pt x="122330" y="65158"/>
                  <a:pt x="121507" y="65710"/>
                  <a:pt x="120560" y="66113"/>
                </a:cubicBezTo>
                <a:cubicBezTo>
                  <a:pt x="119612" y="66517"/>
                  <a:pt x="118611" y="66719"/>
                  <a:pt x="117555" y="66719"/>
                </a:cubicBezTo>
                <a:cubicBezTo>
                  <a:pt x="116468" y="66719"/>
                  <a:pt x="115458" y="66517"/>
                  <a:pt x="114526" y="66113"/>
                </a:cubicBezTo>
                <a:cubicBezTo>
                  <a:pt x="113594" y="65710"/>
                  <a:pt x="112779" y="65158"/>
                  <a:pt x="112080" y="64459"/>
                </a:cubicBezTo>
                <a:cubicBezTo>
                  <a:pt x="111381" y="63761"/>
                  <a:pt x="110830" y="62945"/>
                  <a:pt x="110426" y="62013"/>
                </a:cubicBezTo>
                <a:cubicBezTo>
                  <a:pt x="110022" y="61082"/>
                  <a:pt x="109820" y="60088"/>
                  <a:pt x="109820" y="59032"/>
                </a:cubicBezTo>
                <a:cubicBezTo>
                  <a:pt x="109820" y="57944"/>
                  <a:pt x="110022" y="56927"/>
                  <a:pt x="110426" y="55980"/>
                </a:cubicBezTo>
                <a:cubicBezTo>
                  <a:pt x="110830" y="55032"/>
                  <a:pt x="111381" y="54202"/>
                  <a:pt x="112080" y="53487"/>
                </a:cubicBezTo>
                <a:cubicBezTo>
                  <a:pt x="112779" y="52773"/>
                  <a:pt x="113594" y="52214"/>
                  <a:pt x="114526" y="51810"/>
                </a:cubicBezTo>
                <a:cubicBezTo>
                  <a:pt x="115458" y="51406"/>
                  <a:pt x="116468" y="51204"/>
                  <a:pt x="117555" y="51204"/>
                </a:cubicBezTo>
                <a:close/>
                <a:moveTo>
                  <a:pt x="244168" y="11275"/>
                </a:moveTo>
                <a:lnTo>
                  <a:pt x="236061" y="11275"/>
                </a:lnTo>
                <a:lnTo>
                  <a:pt x="221152" y="0"/>
                </a:lnTo>
                <a:lnTo>
                  <a:pt x="232893" y="0"/>
                </a:lnTo>
                <a:lnTo>
                  <a:pt x="244168" y="11275"/>
                </a:lnTo>
                <a:moveTo>
                  <a:pt x="213045" y="19103"/>
                </a:moveTo>
                <a:lnTo>
                  <a:pt x="213045" y="19103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src/cascader-select/cascader-select.jsx">
            <a:extLst xmlns:a="http://schemas.openxmlformats.org/drawingml/2006/main">
              <a:ext uri="{FF2B5EF4-FFF2-40B4-BE49-F238E27FC236}">
                <a16:creationId xmlns:a16="http://schemas.microsoft.com/office/drawing/2014/main" id="{EE09BA81-DB4D-4A0C-ABFE-31D1ECAA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375" y="6851828"/>
            <a:ext cx="2012022" cy="86008"/>
          </a:xfrm>
          <a:custGeom xmlns:a="http://schemas.openxmlformats.org/drawingml/2006/main">
            <a:pathLst>
              <a:path w="2012022" h="86008">
                <a:moveTo>
                  <a:pt x="36015" y="53674"/>
                </a:moveTo>
                <a:cubicBezTo>
                  <a:pt x="36015" y="55320"/>
                  <a:pt x="35736" y="56795"/>
                  <a:pt x="35177" y="58100"/>
                </a:cubicBezTo>
                <a:cubicBezTo>
                  <a:pt x="34618" y="59404"/>
                  <a:pt x="33857" y="60561"/>
                  <a:pt x="32894" y="61571"/>
                </a:cubicBezTo>
                <a:cubicBezTo>
                  <a:pt x="31931" y="62580"/>
                  <a:pt x="30813" y="63442"/>
                  <a:pt x="29539" y="64157"/>
                </a:cubicBezTo>
                <a:cubicBezTo>
                  <a:pt x="28266" y="64871"/>
                  <a:pt x="26907" y="65461"/>
                  <a:pt x="25462" y="65927"/>
                </a:cubicBezTo>
                <a:cubicBezTo>
                  <a:pt x="24018" y="66393"/>
                  <a:pt x="22535" y="66735"/>
                  <a:pt x="21013" y="66952"/>
                </a:cubicBezTo>
                <a:cubicBezTo>
                  <a:pt x="19491" y="67170"/>
                  <a:pt x="18000" y="67278"/>
                  <a:pt x="16540" y="67278"/>
                </a:cubicBezTo>
                <a:cubicBezTo>
                  <a:pt x="13372" y="67278"/>
                  <a:pt x="10460" y="67139"/>
                  <a:pt x="7804" y="66859"/>
                </a:cubicBezTo>
                <a:cubicBezTo>
                  <a:pt x="5148" y="66579"/>
                  <a:pt x="2547" y="66129"/>
                  <a:pt x="0" y="65508"/>
                </a:cubicBezTo>
                <a:lnTo>
                  <a:pt x="0" y="58053"/>
                </a:lnTo>
                <a:cubicBezTo>
                  <a:pt x="2733" y="58830"/>
                  <a:pt x="5451" y="59420"/>
                  <a:pt x="8154" y="59824"/>
                </a:cubicBezTo>
                <a:cubicBezTo>
                  <a:pt x="10856" y="60227"/>
                  <a:pt x="13543" y="60429"/>
                  <a:pt x="16214" y="60429"/>
                </a:cubicBezTo>
                <a:cubicBezTo>
                  <a:pt x="20097" y="60429"/>
                  <a:pt x="22970" y="59901"/>
                  <a:pt x="24833" y="58845"/>
                </a:cubicBezTo>
                <a:cubicBezTo>
                  <a:pt x="26697" y="57789"/>
                  <a:pt x="27629" y="56283"/>
                  <a:pt x="27629" y="54326"/>
                </a:cubicBezTo>
                <a:cubicBezTo>
                  <a:pt x="27629" y="53487"/>
                  <a:pt x="27481" y="52734"/>
                  <a:pt x="27186" y="52066"/>
                </a:cubicBezTo>
                <a:cubicBezTo>
                  <a:pt x="26891" y="51398"/>
                  <a:pt x="26355" y="50762"/>
                  <a:pt x="25579" y="50156"/>
                </a:cubicBezTo>
                <a:cubicBezTo>
                  <a:pt x="24802" y="49550"/>
                  <a:pt x="23599" y="48921"/>
                  <a:pt x="21968" y="48269"/>
                </a:cubicBezTo>
                <a:cubicBezTo>
                  <a:pt x="20337" y="47617"/>
                  <a:pt x="18109" y="46871"/>
                  <a:pt x="15282" y="46033"/>
                </a:cubicBezTo>
                <a:cubicBezTo>
                  <a:pt x="13170" y="45411"/>
                  <a:pt x="11221" y="44705"/>
                  <a:pt x="9435" y="43913"/>
                </a:cubicBezTo>
                <a:cubicBezTo>
                  <a:pt x="7649" y="43121"/>
                  <a:pt x="6103" y="42181"/>
                  <a:pt x="4799" y="41094"/>
                </a:cubicBezTo>
                <a:cubicBezTo>
                  <a:pt x="3494" y="40007"/>
                  <a:pt x="2469" y="38733"/>
                  <a:pt x="1724" y="37273"/>
                </a:cubicBezTo>
                <a:cubicBezTo>
                  <a:pt x="978" y="35813"/>
                  <a:pt x="606" y="34090"/>
                  <a:pt x="606" y="32102"/>
                </a:cubicBezTo>
                <a:cubicBezTo>
                  <a:pt x="606" y="30797"/>
                  <a:pt x="909" y="29368"/>
                  <a:pt x="1514" y="27815"/>
                </a:cubicBezTo>
                <a:cubicBezTo>
                  <a:pt x="2120" y="26262"/>
                  <a:pt x="3153" y="24818"/>
                  <a:pt x="4613" y="23482"/>
                </a:cubicBezTo>
                <a:cubicBezTo>
                  <a:pt x="6072" y="22147"/>
                  <a:pt x="8045" y="21036"/>
                  <a:pt x="10530" y="20151"/>
                </a:cubicBezTo>
                <a:cubicBezTo>
                  <a:pt x="13015" y="19266"/>
                  <a:pt x="16121" y="18823"/>
                  <a:pt x="19848" y="18823"/>
                </a:cubicBezTo>
                <a:cubicBezTo>
                  <a:pt x="21681" y="18823"/>
                  <a:pt x="23715" y="18924"/>
                  <a:pt x="25952" y="19126"/>
                </a:cubicBezTo>
                <a:cubicBezTo>
                  <a:pt x="28188" y="19328"/>
                  <a:pt x="30518" y="19677"/>
                  <a:pt x="32940" y="20174"/>
                </a:cubicBezTo>
                <a:lnTo>
                  <a:pt x="32940" y="27396"/>
                </a:lnTo>
                <a:cubicBezTo>
                  <a:pt x="30393" y="26775"/>
                  <a:pt x="27978" y="26316"/>
                  <a:pt x="25695" y="26021"/>
                </a:cubicBezTo>
                <a:cubicBezTo>
                  <a:pt x="23412" y="25726"/>
                  <a:pt x="21432" y="25579"/>
                  <a:pt x="19755" y="25579"/>
                </a:cubicBezTo>
                <a:cubicBezTo>
                  <a:pt x="17736" y="25579"/>
                  <a:pt x="16035" y="25734"/>
                  <a:pt x="14653" y="26045"/>
                </a:cubicBezTo>
                <a:cubicBezTo>
                  <a:pt x="13271" y="26355"/>
                  <a:pt x="12153" y="26782"/>
                  <a:pt x="11298" y="27326"/>
                </a:cubicBezTo>
                <a:cubicBezTo>
                  <a:pt x="10444" y="27870"/>
                  <a:pt x="9831" y="28506"/>
                  <a:pt x="9458" y="29236"/>
                </a:cubicBezTo>
                <a:cubicBezTo>
                  <a:pt x="9085" y="29966"/>
                  <a:pt x="8899" y="30750"/>
                  <a:pt x="8899" y="31589"/>
                </a:cubicBezTo>
                <a:cubicBezTo>
                  <a:pt x="8899" y="32428"/>
                  <a:pt x="9062" y="33189"/>
                  <a:pt x="9388" y="33872"/>
                </a:cubicBezTo>
                <a:cubicBezTo>
                  <a:pt x="9714" y="34555"/>
                  <a:pt x="10320" y="35215"/>
                  <a:pt x="11205" y="35852"/>
                </a:cubicBezTo>
                <a:cubicBezTo>
                  <a:pt x="12091" y="36489"/>
                  <a:pt x="13325" y="37126"/>
                  <a:pt x="14909" y="37762"/>
                </a:cubicBezTo>
                <a:cubicBezTo>
                  <a:pt x="16493" y="38399"/>
                  <a:pt x="18559" y="39090"/>
                  <a:pt x="21106" y="39836"/>
                </a:cubicBezTo>
                <a:cubicBezTo>
                  <a:pt x="23870" y="40643"/>
                  <a:pt x="26200" y="41490"/>
                  <a:pt x="28095" y="42375"/>
                </a:cubicBezTo>
                <a:cubicBezTo>
                  <a:pt x="29989" y="43260"/>
                  <a:pt x="31527" y="44246"/>
                  <a:pt x="32707" y="45334"/>
                </a:cubicBezTo>
                <a:cubicBezTo>
                  <a:pt x="33888" y="46421"/>
                  <a:pt x="34734" y="47648"/>
                  <a:pt x="35247" y="49014"/>
                </a:cubicBezTo>
                <a:cubicBezTo>
                  <a:pt x="35759" y="50381"/>
                  <a:pt x="36015" y="51934"/>
                  <a:pt x="36015" y="53674"/>
                </a:cubicBezTo>
                <a:close/>
                <a:moveTo>
                  <a:pt x="52744" y="19662"/>
                </a:moveTo>
                <a:lnTo>
                  <a:pt x="60152" y="19662"/>
                </a:lnTo>
                <a:lnTo>
                  <a:pt x="60385" y="28259"/>
                </a:lnTo>
                <a:cubicBezTo>
                  <a:pt x="63149" y="24943"/>
                  <a:pt x="65875" y="22542"/>
                  <a:pt x="68562" y="21055"/>
                </a:cubicBezTo>
                <a:cubicBezTo>
                  <a:pt x="71248" y="19567"/>
                  <a:pt x="73958" y="18823"/>
                  <a:pt x="76692" y="18823"/>
                </a:cubicBezTo>
                <a:cubicBezTo>
                  <a:pt x="81537" y="18823"/>
                  <a:pt x="85210" y="20388"/>
                  <a:pt x="87711" y="23517"/>
                </a:cubicBezTo>
                <a:cubicBezTo>
                  <a:pt x="90211" y="26647"/>
                  <a:pt x="91368" y="31294"/>
                  <a:pt x="91182" y="37460"/>
                </a:cubicBezTo>
                <a:lnTo>
                  <a:pt x="82982" y="37460"/>
                </a:lnTo>
                <a:cubicBezTo>
                  <a:pt x="83075" y="33376"/>
                  <a:pt x="82477" y="30414"/>
                  <a:pt x="81188" y="28574"/>
                </a:cubicBezTo>
                <a:cubicBezTo>
                  <a:pt x="79899" y="26732"/>
                  <a:pt x="78012" y="25812"/>
                  <a:pt x="75527" y="25812"/>
                </a:cubicBezTo>
                <a:cubicBezTo>
                  <a:pt x="74440" y="25812"/>
                  <a:pt x="73345" y="26005"/>
                  <a:pt x="72242" y="26393"/>
                </a:cubicBezTo>
                <a:cubicBezTo>
                  <a:pt x="71140" y="26779"/>
                  <a:pt x="70006" y="27397"/>
                  <a:pt x="68841" y="28248"/>
                </a:cubicBezTo>
                <a:cubicBezTo>
                  <a:pt x="67676" y="29098"/>
                  <a:pt x="66442" y="30188"/>
                  <a:pt x="65137" y="31519"/>
                </a:cubicBezTo>
                <a:cubicBezTo>
                  <a:pt x="63833" y="32849"/>
                  <a:pt x="62435" y="34457"/>
                  <a:pt x="60944" y="36344"/>
                </a:cubicBezTo>
                <a:lnTo>
                  <a:pt x="60944" y="66440"/>
                </a:lnTo>
                <a:lnTo>
                  <a:pt x="52744" y="66440"/>
                </a:lnTo>
                <a:lnTo>
                  <a:pt x="52744" y="19662"/>
                </a:lnTo>
                <a:close/>
                <a:moveTo>
                  <a:pt x="139033" y="64716"/>
                </a:moveTo>
                <a:cubicBezTo>
                  <a:pt x="136921" y="65523"/>
                  <a:pt x="134755" y="66121"/>
                  <a:pt x="132534" y="66510"/>
                </a:cubicBezTo>
                <a:cubicBezTo>
                  <a:pt x="130313" y="66898"/>
                  <a:pt x="128022" y="67092"/>
                  <a:pt x="125662" y="67092"/>
                </a:cubicBezTo>
                <a:cubicBezTo>
                  <a:pt x="118269" y="67092"/>
                  <a:pt x="112577" y="65088"/>
                  <a:pt x="108586" y="61082"/>
                </a:cubicBezTo>
                <a:cubicBezTo>
                  <a:pt x="104594" y="57075"/>
                  <a:pt x="102599" y="51220"/>
                  <a:pt x="102599" y="43517"/>
                </a:cubicBezTo>
                <a:cubicBezTo>
                  <a:pt x="102599" y="39820"/>
                  <a:pt x="103173" y="36466"/>
                  <a:pt x="104323" y="33453"/>
                </a:cubicBezTo>
                <a:cubicBezTo>
                  <a:pt x="105472" y="30440"/>
                  <a:pt x="107087" y="27862"/>
                  <a:pt x="109168" y="25719"/>
                </a:cubicBezTo>
                <a:cubicBezTo>
                  <a:pt x="111249" y="23575"/>
                  <a:pt x="113734" y="21921"/>
                  <a:pt x="116623" y="20757"/>
                </a:cubicBezTo>
                <a:cubicBezTo>
                  <a:pt x="119512" y="19592"/>
                  <a:pt x="122695" y="19009"/>
                  <a:pt x="126174" y="19009"/>
                </a:cubicBezTo>
                <a:cubicBezTo>
                  <a:pt x="128597" y="19009"/>
                  <a:pt x="130864" y="19184"/>
                  <a:pt x="132976" y="19534"/>
                </a:cubicBezTo>
                <a:cubicBezTo>
                  <a:pt x="135089" y="19882"/>
                  <a:pt x="137108" y="20453"/>
                  <a:pt x="139033" y="21246"/>
                </a:cubicBezTo>
                <a:lnTo>
                  <a:pt x="139033" y="28980"/>
                </a:lnTo>
                <a:cubicBezTo>
                  <a:pt x="137014" y="27907"/>
                  <a:pt x="134957" y="27127"/>
                  <a:pt x="132860" y="26639"/>
                </a:cubicBezTo>
                <a:cubicBezTo>
                  <a:pt x="130763" y="26150"/>
                  <a:pt x="128597" y="25905"/>
                  <a:pt x="126360" y="25905"/>
                </a:cubicBezTo>
                <a:cubicBezTo>
                  <a:pt x="124279" y="25905"/>
                  <a:pt x="122315" y="26301"/>
                  <a:pt x="120467" y="27093"/>
                </a:cubicBezTo>
                <a:cubicBezTo>
                  <a:pt x="118619" y="27885"/>
                  <a:pt x="116996" y="29027"/>
                  <a:pt x="115598" y="30518"/>
                </a:cubicBezTo>
                <a:cubicBezTo>
                  <a:pt x="114200" y="32008"/>
                  <a:pt x="113097" y="33826"/>
                  <a:pt x="112290" y="35969"/>
                </a:cubicBezTo>
                <a:cubicBezTo>
                  <a:pt x="111482" y="38112"/>
                  <a:pt x="111078" y="40535"/>
                  <a:pt x="111078" y="43237"/>
                </a:cubicBezTo>
                <a:cubicBezTo>
                  <a:pt x="111078" y="48890"/>
                  <a:pt x="112453" y="53122"/>
                  <a:pt x="115202" y="55933"/>
                </a:cubicBezTo>
                <a:cubicBezTo>
                  <a:pt x="117951" y="58744"/>
                  <a:pt x="121763" y="60150"/>
                  <a:pt x="126640" y="60150"/>
                </a:cubicBezTo>
                <a:cubicBezTo>
                  <a:pt x="128845" y="60150"/>
                  <a:pt x="130981" y="59901"/>
                  <a:pt x="133046" y="59404"/>
                </a:cubicBezTo>
                <a:cubicBezTo>
                  <a:pt x="135112" y="58907"/>
                  <a:pt x="137108" y="58162"/>
                  <a:pt x="139033" y="57168"/>
                </a:cubicBezTo>
                <a:lnTo>
                  <a:pt x="139033" y="64716"/>
                </a:lnTo>
                <a:close/>
                <a:moveTo>
                  <a:pt x="192150" y="559"/>
                </a:moveTo>
                <a:lnTo>
                  <a:pt x="160188" y="76503"/>
                </a:lnTo>
                <a:lnTo>
                  <a:pt x="152454" y="76503"/>
                </a:lnTo>
                <a:lnTo>
                  <a:pt x="184416" y="559"/>
                </a:lnTo>
                <a:lnTo>
                  <a:pt x="192150" y="559"/>
                </a:lnTo>
                <a:close/>
                <a:moveTo>
                  <a:pt x="242750" y="64716"/>
                </a:moveTo>
                <a:cubicBezTo>
                  <a:pt x="240638" y="65523"/>
                  <a:pt x="238472" y="66121"/>
                  <a:pt x="236251" y="66510"/>
                </a:cubicBezTo>
                <a:cubicBezTo>
                  <a:pt x="234030" y="66898"/>
                  <a:pt x="231739" y="67092"/>
                  <a:pt x="229379" y="67092"/>
                </a:cubicBezTo>
                <a:cubicBezTo>
                  <a:pt x="221986" y="67092"/>
                  <a:pt x="216294" y="65088"/>
                  <a:pt x="212303" y="61082"/>
                </a:cubicBezTo>
                <a:cubicBezTo>
                  <a:pt x="208311" y="57075"/>
                  <a:pt x="206316" y="51220"/>
                  <a:pt x="206316" y="43517"/>
                </a:cubicBezTo>
                <a:cubicBezTo>
                  <a:pt x="206316" y="39820"/>
                  <a:pt x="206890" y="36466"/>
                  <a:pt x="208040" y="33453"/>
                </a:cubicBezTo>
                <a:cubicBezTo>
                  <a:pt x="209189" y="30440"/>
                  <a:pt x="210804" y="27862"/>
                  <a:pt x="212885" y="25719"/>
                </a:cubicBezTo>
                <a:cubicBezTo>
                  <a:pt x="214966" y="23575"/>
                  <a:pt x="217451" y="21921"/>
                  <a:pt x="220340" y="20757"/>
                </a:cubicBezTo>
                <a:cubicBezTo>
                  <a:pt x="223228" y="19592"/>
                  <a:pt x="226412" y="19009"/>
                  <a:pt x="229891" y="19009"/>
                </a:cubicBezTo>
                <a:cubicBezTo>
                  <a:pt x="232314" y="19009"/>
                  <a:pt x="234581" y="19184"/>
                  <a:pt x="236693" y="19534"/>
                </a:cubicBezTo>
                <a:cubicBezTo>
                  <a:pt x="238806" y="19882"/>
                  <a:pt x="240825" y="20453"/>
                  <a:pt x="242750" y="21246"/>
                </a:cubicBezTo>
                <a:lnTo>
                  <a:pt x="242750" y="28980"/>
                </a:lnTo>
                <a:cubicBezTo>
                  <a:pt x="240731" y="27907"/>
                  <a:pt x="238674" y="27127"/>
                  <a:pt x="236577" y="26639"/>
                </a:cubicBezTo>
                <a:cubicBezTo>
                  <a:pt x="234480" y="26150"/>
                  <a:pt x="232314" y="25905"/>
                  <a:pt x="230077" y="25905"/>
                </a:cubicBezTo>
                <a:cubicBezTo>
                  <a:pt x="227996" y="25905"/>
                  <a:pt x="226032" y="26301"/>
                  <a:pt x="224184" y="27093"/>
                </a:cubicBezTo>
                <a:cubicBezTo>
                  <a:pt x="222335" y="27885"/>
                  <a:pt x="220713" y="29027"/>
                  <a:pt x="219315" y="30518"/>
                </a:cubicBezTo>
                <a:cubicBezTo>
                  <a:pt x="217917" y="32008"/>
                  <a:pt x="216814" y="33826"/>
                  <a:pt x="216007" y="35969"/>
                </a:cubicBezTo>
                <a:cubicBezTo>
                  <a:pt x="215199" y="38112"/>
                  <a:pt x="214795" y="40535"/>
                  <a:pt x="214795" y="43237"/>
                </a:cubicBezTo>
                <a:cubicBezTo>
                  <a:pt x="214795" y="48890"/>
                  <a:pt x="216170" y="53122"/>
                  <a:pt x="218919" y="55933"/>
                </a:cubicBezTo>
                <a:cubicBezTo>
                  <a:pt x="221668" y="58744"/>
                  <a:pt x="225480" y="60150"/>
                  <a:pt x="230357" y="60150"/>
                </a:cubicBezTo>
                <a:cubicBezTo>
                  <a:pt x="232562" y="60150"/>
                  <a:pt x="234698" y="59901"/>
                  <a:pt x="236763" y="59404"/>
                </a:cubicBezTo>
                <a:cubicBezTo>
                  <a:pt x="238829" y="58907"/>
                  <a:pt x="240825" y="58162"/>
                  <a:pt x="242750" y="57168"/>
                </a:cubicBezTo>
                <a:lnTo>
                  <a:pt x="242750" y="64716"/>
                </a:lnTo>
                <a:close/>
                <a:moveTo>
                  <a:pt x="288319" y="66440"/>
                </a:moveTo>
                <a:lnTo>
                  <a:pt x="288133" y="60137"/>
                </a:lnTo>
                <a:cubicBezTo>
                  <a:pt x="285586" y="62657"/>
                  <a:pt x="283000" y="64478"/>
                  <a:pt x="280375" y="65598"/>
                </a:cubicBezTo>
                <a:cubicBezTo>
                  <a:pt x="277750" y="66718"/>
                  <a:pt x="274994" y="67278"/>
                  <a:pt x="272105" y="67278"/>
                </a:cubicBezTo>
                <a:cubicBezTo>
                  <a:pt x="269434" y="67278"/>
                  <a:pt x="267151" y="66936"/>
                  <a:pt x="265256" y="66252"/>
                </a:cubicBezTo>
                <a:cubicBezTo>
                  <a:pt x="263361" y="65567"/>
                  <a:pt x="261801" y="64626"/>
                  <a:pt x="260574" y="63429"/>
                </a:cubicBezTo>
                <a:cubicBezTo>
                  <a:pt x="259347" y="62231"/>
                  <a:pt x="258446" y="60823"/>
                  <a:pt x="257871" y="59205"/>
                </a:cubicBezTo>
                <a:cubicBezTo>
                  <a:pt x="257297" y="57587"/>
                  <a:pt x="257009" y="55829"/>
                  <a:pt x="257009" y="53931"/>
                </a:cubicBezTo>
                <a:cubicBezTo>
                  <a:pt x="257009" y="49233"/>
                  <a:pt x="258757" y="45554"/>
                  <a:pt x="262251" y="42895"/>
                </a:cubicBezTo>
                <a:cubicBezTo>
                  <a:pt x="265745" y="40234"/>
                  <a:pt x="270909" y="38904"/>
                  <a:pt x="277743" y="38904"/>
                </a:cubicBezTo>
                <a:lnTo>
                  <a:pt x="287434" y="38904"/>
                </a:lnTo>
                <a:lnTo>
                  <a:pt x="287434" y="34818"/>
                </a:lnTo>
                <a:cubicBezTo>
                  <a:pt x="287434" y="32064"/>
                  <a:pt x="286548" y="29858"/>
                  <a:pt x="284778" y="28202"/>
                </a:cubicBezTo>
                <a:cubicBezTo>
                  <a:pt x="283008" y="26547"/>
                  <a:pt x="280305" y="25719"/>
                  <a:pt x="276671" y="25719"/>
                </a:cubicBezTo>
                <a:cubicBezTo>
                  <a:pt x="274031" y="25719"/>
                  <a:pt x="271429" y="26018"/>
                  <a:pt x="268867" y="26617"/>
                </a:cubicBezTo>
                <a:cubicBezTo>
                  <a:pt x="266304" y="27215"/>
                  <a:pt x="263656" y="28065"/>
                  <a:pt x="260923" y="29166"/>
                </a:cubicBezTo>
                <a:lnTo>
                  <a:pt x="260923" y="21851"/>
                </a:lnTo>
                <a:cubicBezTo>
                  <a:pt x="261948" y="21473"/>
                  <a:pt x="263090" y="21102"/>
                  <a:pt x="264348" y="20739"/>
                </a:cubicBezTo>
                <a:cubicBezTo>
                  <a:pt x="265606" y="20376"/>
                  <a:pt x="266933" y="20053"/>
                  <a:pt x="268331" y="19769"/>
                </a:cubicBezTo>
                <a:cubicBezTo>
                  <a:pt x="269729" y="19485"/>
                  <a:pt x="271189" y="19256"/>
                  <a:pt x="272711" y="19084"/>
                </a:cubicBezTo>
                <a:cubicBezTo>
                  <a:pt x="274233" y="18910"/>
                  <a:pt x="275770" y="18823"/>
                  <a:pt x="277323" y="18823"/>
                </a:cubicBezTo>
                <a:cubicBezTo>
                  <a:pt x="280150" y="18823"/>
                  <a:pt x="282697" y="19134"/>
                  <a:pt x="284964" y="19755"/>
                </a:cubicBezTo>
                <a:cubicBezTo>
                  <a:pt x="287232" y="20376"/>
                  <a:pt x="289150" y="21323"/>
                  <a:pt x="290718" y="22597"/>
                </a:cubicBezTo>
                <a:cubicBezTo>
                  <a:pt x="292287" y="23870"/>
                  <a:pt x="293491" y="25470"/>
                  <a:pt x="294329" y="27396"/>
                </a:cubicBezTo>
                <a:cubicBezTo>
                  <a:pt x="295168" y="29322"/>
                  <a:pt x="295587" y="31589"/>
                  <a:pt x="295587" y="34198"/>
                </a:cubicBezTo>
                <a:lnTo>
                  <a:pt x="295587" y="66440"/>
                </a:lnTo>
                <a:lnTo>
                  <a:pt x="288319" y="66440"/>
                </a:lnTo>
                <a:moveTo>
                  <a:pt x="287434" y="45101"/>
                </a:moveTo>
                <a:lnTo>
                  <a:pt x="277137" y="45101"/>
                </a:lnTo>
                <a:cubicBezTo>
                  <a:pt x="275118" y="45101"/>
                  <a:pt x="273379" y="45304"/>
                  <a:pt x="271919" y="45709"/>
                </a:cubicBezTo>
                <a:cubicBezTo>
                  <a:pt x="270459" y="46114"/>
                  <a:pt x="269263" y="46690"/>
                  <a:pt x="268331" y="47438"/>
                </a:cubicBezTo>
                <a:cubicBezTo>
                  <a:pt x="267399" y="48185"/>
                  <a:pt x="266708" y="49081"/>
                  <a:pt x="266258" y="50125"/>
                </a:cubicBezTo>
                <a:cubicBezTo>
                  <a:pt x="265807" y="51169"/>
                  <a:pt x="265582" y="52345"/>
                  <a:pt x="265582" y="53653"/>
                </a:cubicBezTo>
                <a:cubicBezTo>
                  <a:pt x="265582" y="54557"/>
                  <a:pt x="265722" y="55422"/>
                  <a:pt x="266002" y="56248"/>
                </a:cubicBezTo>
                <a:cubicBezTo>
                  <a:pt x="266281" y="57073"/>
                  <a:pt x="266732" y="57805"/>
                  <a:pt x="267353" y="58443"/>
                </a:cubicBezTo>
                <a:cubicBezTo>
                  <a:pt x="267974" y="59082"/>
                  <a:pt x="268782" y="59588"/>
                  <a:pt x="269775" y="59962"/>
                </a:cubicBezTo>
                <a:cubicBezTo>
                  <a:pt x="270769" y="60336"/>
                  <a:pt x="271981" y="60522"/>
                  <a:pt x="273410" y="60522"/>
                </a:cubicBezTo>
                <a:cubicBezTo>
                  <a:pt x="275273" y="60522"/>
                  <a:pt x="277409" y="59954"/>
                  <a:pt x="279816" y="58818"/>
                </a:cubicBezTo>
                <a:cubicBezTo>
                  <a:pt x="282223" y="57680"/>
                  <a:pt x="284762" y="55880"/>
                  <a:pt x="287434" y="53419"/>
                </a:cubicBezTo>
                <a:lnTo>
                  <a:pt x="287434" y="45101"/>
                </a:lnTo>
                <a:close/>
                <a:moveTo>
                  <a:pt x="347166" y="53674"/>
                </a:moveTo>
                <a:cubicBezTo>
                  <a:pt x="347166" y="55320"/>
                  <a:pt x="346887" y="56795"/>
                  <a:pt x="346327" y="58100"/>
                </a:cubicBezTo>
                <a:cubicBezTo>
                  <a:pt x="345768" y="59404"/>
                  <a:pt x="345007" y="60561"/>
                  <a:pt x="344045" y="61571"/>
                </a:cubicBezTo>
                <a:cubicBezTo>
                  <a:pt x="343082" y="62580"/>
                  <a:pt x="341963" y="63442"/>
                  <a:pt x="340690" y="64157"/>
                </a:cubicBezTo>
                <a:cubicBezTo>
                  <a:pt x="339416" y="64871"/>
                  <a:pt x="338057" y="65461"/>
                  <a:pt x="336613" y="65927"/>
                </a:cubicBezTo>
                <a:cubicBezTo>
                  <a:pt x="335169" y="66393"/>
                  <a:pt x="333686" y="66735"/>
                  <a:pt x="332164" y="66952"/>
                </a:cubicBezTo>
                <a:cubicBezTo>
                  <a:pt x="330642" y="67170"/>
                  <a:pt x="329151" y="67278"/>
                  <a:pt x="327691" y="67278"/>
                </a:cubicBezTo>
                <a:cubicBezTo>
                  <a:pt x="324523" y="67278"/>
                  <a:pt x="321611" y="67139"/>
                  <a:pt x="318955" y="66859"/>
                </a:cubicBezTo>
                <a:cubicBezTo>
                  <a:pt x="316299" y="66579"/>
                  <a:pt x="313698" y="66129"/>
                  <a:pt x="311151" y="65508"/>
                </a:cubicBezTo>
                <a:lnTo>
                  <a:pt x="311151" y="58053"/>
                </a:lnTo>
                <a:cubicBezTo>
                  <a:pt x="313884" y="58830"/>
                  <a:pt x="316602" y="59420"/>
                  <a:pt x="319304" y="59824"/>
                </a:cubicBezTo>
                <a:cubicBezTo>
                  <a:pt x="322007" y="60227"/>
                  <a:pt x="324693" y="60429"/>
                  <a:pt x="327365" y="60429"/>
                </a:cubicBezTo>
                <a:cubicBezTo>
                  <a:pt x="331247" y="60429"/>
                  <a:pt x="334120" y="59901"/>
                  <a:pt x="335984" y="58845"/>
                </a:cubicBezTo>
                <a:cubicBezTo>
                  <a:pt x="337848" y="57789"/>
                  <a:pt x="338780" y="56283"/>
                  <a:pt x="338780" y="54326"/>
                </a:cubicBezTo>
                <a:cubicBezTo>
                  <a:pt x="338780" y="53487"/>
                  <a:pt x="338632" y="52734"/>
                  <a:pt x="338337" y="52066"/>
                </a:cubicBezTo>
                <a:cubicBezTo>
                  <a:pt x="338042" y="51398"/>
                  <a:pt x="337506" y="50762"/>
                  <a:pt x="336730" y="50156"/>
                </a:cubicBezTo>
                <a:cubicBezTo>
                  <a:pt x="335953" y="49550"/>
                  <a:pt x="334749" y="48921"/>
                  <a:pt x="333119" y="48269"/>
                </a:cubicBezTo>
                <a:cubicBezTo>
                  <a:pt x="331488" y="47617"/>
                  <a:pt x="329259" y="46871"/>
                  <a:pt x="326433" y="46033"/>
                </a:cubicBezTo>
                <a:cubicBezTo>
                  <a:pt x="324321" y="45411"/>
                  <a:pt x="322372" y="44705"/>
                  <a:pt x="320586" y="43913"/>
                </a:cubicBezTo>
                <a:cubicBezTo>
                  <a:pt x="318800" y="43121"/>
                  <a:pt x="317254" y="42181"/>
                  <a:pt x="315950" y="41094"/>
                </a:cubicBezTo>
                <a:cubicBezTo>
                  <a:pt x="314645" y="40007"/>
                  <a:pt x="313620" y="38733"/>
                  <a:pt x="312875" y="37273"/>
                </a:cubicBezTo>
                <a:cubicBezTo>
                  <a:pt x="312129" y="35813"/>
                  <a:pt x="311757" y="34090"/>
                  <a:pt x="311757" y="32102"/>
                </a:cubicBezTo>
                <a:cubicBezTo>
                  <a:pt x="311757" y="30797"/>
                  <a:pt x="312059" y="29368"/>
                  <a:pt x="312665" y="27815"/>
                </a:cubicBezTo>
                <a:cubicBezTo>
                  <a:pt x="313271" y="26262"/>
                  <a:pt x="314304" y="24818"/>
                  <a:pt x="315763" y="23482"/>
                </a:cubicBezTo>
                <a:cubicBezTo>
                  <a:pt x="317223" y="22147"/>
                  <a:pt x="319196" y="21036"/>
                  <a:pt x="321681" y="20151"/>
                </a:cubicBezTo>
                <a:cubicBezTo>
                  <a:pt x="324165" y="19266"/>
                  <a:pt x="327272" y="18823"/>
                  <a:pt x="330999" y="18823"/>
                </a:cubicBezTo>
                <a:cubicBezTo>
                  <a:pt x="332831" y="18823"/>
                  <a:pt x="334866" y="18924"/>
                  <a:pt x="337102" y="19126"/>
                </a:cubicBezTo>
                <a:cubicBezTo>
                  <a:pt x="339339" y="19328"/>
                  <a:pt x="341668" y="19677"/>
                  <a:pt x="344091" y="20174"/>
                </a:cubicBezTo>
                <a:lnTo>
                  <a:pt x="344091" y="27396"/>
                </a:lnTo>
                <a:cubicBezTo>
                  <a:pt x="341544" y="26775"/>
                  <a:pt x="339129" y="26316"/>
                  <a:pt x="336846" y="26021"/>
                </a:cubicBezTo>
                <a:cubicBezTo>
                  <a:pt x="334563" y="25726"/>
                  <a:pt x="332583" y="25579"/>
                  <a:pt x="330906" y="25579"/>
                </a:cubicBezTo>
                <a:cubicBezTo>
                  <a:pt x="328887" y="25579"/>
                  <a:pt x="327186" y="25734"/>
                  <a:pt x="325804" y="26045"/>
                </a:cubicBezTo>
                <a:cubicBezTo>
                  <a:pt x="324422" y="26355"/>
                  <a:pt x="323303" y="26782"/>
                  <a:pt x="322449" y="27326"/>
                </a:cubicBezTo>
                <a:cubicBezTo>
                  <a:pt x="321595" y="27870"/>
                  <a:pt x="320982" y="28506"/>
                  <a:pt x="320609" y="29236"/>
                </a:cubicBezTo>
                <a:cubicBezTo>
                  <a:pt x="320236" y="29966"/>
                  <a:pt x="320050" y="30750"/>
                  <a:pt x="320050" y="31589"/>
                </a:cubicBezTo>
                <a:cubicBezTo>
                  <a:pt x="320050" y="32428"/>
                  <a:pt x="320213" y="33189"/>
                  <a:pt x="320539" y="33872"/>
                </a:cubicBezTo>
                <a:cubicBezTo>
                  <a:pt x="320865" y="34555"/>
                  <a:pt x="321471" y="35215"/>
                  <a:pt x="322356" y="35852"/>
                </a:cubicBezTo>
                <a:cubicBezTo>
                  <a:pt x="323241" y="36489"/>
                  <a:pt x="324476" y="37126"/>
                  <a:pt x="326060" y="37762"/>
                </a:cubicBezTo>
                <a:cubicBezTo>
                  <a:pt x="327644" y="38399"/>
                  <a:pt x="329710" y="39090"/>
                  <a:pt x="332257" y="39836"/>
                </a:cubicBezTo>
                <a:cubicBezTo>
                  <a:pt x="335021" y="40643"/>
                  <a:pt x="337351" y="41490"/>
                  <a:pt x="339246" y="42375"/>
                </a:cubicBezTo>
                <a:cubicBezTo>
                  <a:pt x="341140" y="43260"/>
                  <a:pt x="342678" y="44246"/>
                  <a:pt x="343858" y="45334"/>
                </a:cubicBezTo>
                <a:cubicBezTo>
                  <a:pt x="345038" y="46421"/>
                  <a:pt x="345885" y="47648"/>
                  <a:pt x="346397" y="49014"/>
                </a:cubicBezTo>
                <a:cubicBezTo>
                  <a:pt x="346910" y="50381"/>
                  <a:pt x="347166" y="51934"/>
                  <a:pt x="347166" y="53674"/>
                </a:cubicBezTo>
                <a:close/>
                <a:moveTo>
                  <a:pt x="398326" y="64716"/>
                </a:moveTo>
                <a:cubicBezTo>
                  <a:pt x="396214" y="65523"/>
                  <a:pt x="394047" y="66121"/>
                  <a:pt x="391826" y="66510"/>
                </a:cubicBezTo>
                <a:cubicBezTo>
                  <a:pt x="389605" y="66898"/>
                  <a:pt x="387315" y="67092"/>
                  <a:pt x="384954" y="67092"/>
                </a:cubicBezTo>
                <a:cubicBezTo>
                  <a:pt x="377561" y="67092"/>
                  <a:pt x="371869" y="65088"/>
                  <a:pt x="367878" y="61082"/>
                </a:cubicBezTo>
                <a:cubicBezTo>
                  <a:pt x="363887" y="57075"/>
                  <a:pt x="361891" y="51220"/>
                  <a:pt x="361891" y="43517"/>
                </a:cubicBezTo>
                <a:cubicBezTo>
                  <a:pt x="361891" y="39820"/>
                  <a:pt x="362466" y="36466"/>
                  <a:pt x="363615" y="33453"/>
                </a:cubicBezTo>
                <a:cubicBezTo>
                  <a:pt x="364764" y="30440"/>
                  <a:pt x="366379" y="27862"/>
                  <a:pt x="368461" y="25719"/>
                </a:cubicBezTo>
                <a:cubicBezTo>
                  <a:pt x="370542" y="23575"/>
                  <a:pt x="373027" y="21921"/>
                  <a:pt x="375915" y="20757"/>
                </a:cubicBezTo>
                <a:cubicBezTo>
                  <a:pt x="378804" y="19592"/>
                  <a:pt x="381988" y="19009"/>
                  <a:pt x="385466" y="19009"/>
                </a:cubicBezTo>
                <a:cubicBezTo>
                  <a:pt x="387889" y="19009"/>
                  <a:pt x="390157" y="19184"/>
                  <a:pt x="392269" y="19534"/>
                </a:cubicBezTo>
                <a:cubicBezTo>
                  <a:pt x="394381" y="19882"/>
                  <a:pt x="396400" y="20453"/>
                  <a:pt x="398326" y="21246"/>
                </a:cubicBezTo>
                <a:lnTo>
                  <a:pt x="398326" y="28980"/>
                </a:lnTo>
                <a:cubicBezTo>
                  <a:pt x="396307" y="27907"/>
                  <a:pt x="394249" y="27127"/>
                  <a:pt x="392152" y="26639"/>
                </a:cubicBezTo>
                <a:cubicBezTo>
                  <a:pt x="390056" y="26150"/>
                  <a:pt x="387889" y="25905"/>
                  <a:pt x="385653" y="25905"/>
                </a:cubicBezTo>
                <a:cubicBezTo>
                  <a:pt x="383572" y="25905"/>
                  <a:pt x="381607" y="26301"/>
                  <a:pt x="379759" y="27093"/>
                </a:cubicBezTo>
                <a:cubicBezTo>
                  <a:pt x="377911" y="27885"/>
                  <a:pt x="376288" y="29027"/>
                  <a:pt x="374890" y="30518"/>
                </a:cubicBezTo>
                <a:cubicBezTo>
                  <a:pt x="373492" y="32008"/>
                  <a:pt x="372390" y="33826"/>
                  <a:pt x="371582" y="35969"/>
                </a:cubicBezTo>
                <a:cubicBezTo>
                  <a:pt x="370775" y="38112"/>
                  <a:pt x="370371" y="40535"/>
                  <a:pt x="370371" y="43237"/>
                </a:cubicBezTo>
                <a:cubicBezTo>
                  <a:pt x="370371" y="48890"/>
                  <a:pt x="371745" y="53122"/>
                  <a:pt x="374494" y="55933"/>
                </a:cubicBezTo>
                <a:cubicBezTo>
                  <a:pt x="377243" y="58744"/>
                  <a:pt x="381056" y="60150"/>
                  <a:pt x="385932" y="60150"/>
                </a:cubicBezTo>
                <a:cubicBezTo>
                  <a:pt x="388138" y="60150"/>
                  <a:pt x="390273" y="59901"/>
                  <a:pt x="392339" y="59404"/>
                </a:cubicBezTo>
                <a:cubicBezTo>
                  <a:pt x="394404" y="58907"/>
                  <a:pt x="396400" y="58162"/>
                  <a:pt x="398326" y="57168"/>
                </a:cubicBezTo>
                <a:lnTo>
                  <a:pt x="398326" y="64716"/>
                </a:lnTo>
                <a:close/>
                <a:moveTo>
                  <a:pt x="443895" y="66440"/>
                </a:moveTo>
                <a:lnTo>
                  <a:pt x="443708" y="60137"/>
                </a:lnTo>
                <a:cubicBezTo>
                  <a:pt x="441161" y="62657"/>
                  <a:pt x="438575" y="64478"/>
                  <a:pt x="435951" y="65598"/>
                </a:cubicBezTo>
                <a:cubicBezTo>
                  <a:pt x="433326" y="66718"/>
                  <a:pt x="430569" y="67278"/>
                  <a:pt x="427681" y="67278"/>
                </a:cubicBezTo>
                <a:cubicBezTo>
                  <a:pt x="425009" y="67278"/>
                  <a:pt x="422726" y="66936"/>
                  <a:pt x="420832" y="66252"/>
                </a:cubicBezTo>
                <a:cubicBezTo>
                  <a:pt x="418937" y="65567"/>
                  <a:pt x="417376" y="64626"/>
                  <a:pt x="416149" y="63429"/>
                </a:cubicBezTo>
                <a:cubicBezTo>
                  <a:pt x="414922" y="62231"/>
                  <a:pt x="414022" y="60823"/>
                  <a:pt x="413447" y="59205"/>
                </a:cubicBezTo>
                <a:cubicBezTo>
                  <a:pt x="412872" y="57587"/>
                  <a:pt x="412585" y="55829"/>
                  <a:pt x="412585" y="53931"/>
                </a:cubicBezTo>
                <a:cubicBezTo>
                  <a:pt x="412585" y="49233"/>
                  <a:pt x="414332" y="45554"/>
                  <a:pt x="417827" y="42895"/>
                </a:cubicBezTo>
                <a:cubicBezTo>
                  <a:pt x="421321" y="40234"/>
                  <a:pt x="426485" y="38904"/>
                  <a:pt x="433318" y="38904"/>
                </a:cubicBezTo>
                <a:lnTo>
                  <a:pt x="443009" y="38904"/>
                </a:lnTo>
                <a:lnTo>
                  <a:pt x="443009" y="34818"/>
                </a:lnTo>
                <a:cubicBezTo>
                  <a:pt x="443009" y="32064"/>
                  <a:pt x="442124" y="29858"/>
                  <a:pt x="440354" y="28202"/>
                </a:cubicBezTo>
                <a:cubicBezTo>
                  <a:pt x="438583" y="26547"/>
                  <a:pt x="435881" y="25719"/>
                  <a:pt x="432247" y="25719"/>
                </a:cubicBezTo>
                <a:cubicBezTo>
                  <a:pt x="429606" y="25719"/>
                  <a:pt x="427005" y="26018"/>
                  <a:pt x="424443" y="26617"/>
                </a:cubicBezTo>
                <a:cubicBezTo>
                  <a:pt x="421880" y="27215"/>
                  <a:pt x="419232" y="28065"/>
                  <a:pt x="416499" y="29166"/>
                </a:cubicBezTo>
                <a:lnTo>
                  <a:pt x="416499" y="21851"/>
                </a:lnTo>
                <a:cubicBezTo>
                  <a:pt x="417524" y="21473"/>
                  <a:pt x="418665" y="21102"/>
                  <a:pt x="419923" y="20739"/>
                </a:cubicBezTo>
                <a:cubicBezTo>
                  <a:pt x="421181" y="20376"/>
                  <a:pt x="422509" y="20053"/>
                  <a:pt x="423907" y="19769"/>
                </a:cubicBezTo>
                <a:cubicBezTo>
                  <a:pt x="425305" y="19485"/>
                  <a:pt x="426764" y="19256"/>
                  <a:pt x="428286" y="19084"/>
                </a:cubicBezTo>
                <a:cubicBezTo>
                  <a:pt x="429808" y="18910"/>
                  <a:pt x="431346" y="18823"/>
                  <a:pt x="432899" y="18823"/>
                </a:cubicBezTo>
                <a:cubicBezTo>
                  <a:pt x="435726" y="18823"/>
                  <a:pt x="438273" y="19134"/>
                  <a:pt x="440540" y="19755"/>
                </a:cubicBezTo>
                <a:cubicBezTo>
                  <a:pt x="442807" y="20376"/>
                  <a:pt x="444725" y="21323"/>
                  <a:pt x="446294" y="22597"/>
                </a:cubicBezTo>
                <a:cubicBezTo>
                  <a:pt x="447863" y="23870"/>
                  <a:pt x="449066" y="25470"/>
                  <a:pt x="449905" y="27396"/>
                </a:cubicBezTo>
                <a:cubicBezTo>
                  <a:pt x="450744" y="29322"/>
                  <a:pt x="451163" y="31589"/>
                  <a:pt x="451163" y="34198"/>
                </a:cubicBezTo>
                <a:lnTo>
                  <a:pt x="451163" y="66440"/>
                </a:lnTo>
                <a:lnTo>
                  <a:pt x="443895" y="66440"/>
                </a:lnTo>
                <a:moveTo>
                  <a:pt x="443009" y="45101"/>
                </a:moveTo>
                <a:lnTo>
                  <a:pt x="432713" y="45101"/>
                </a:lnTo>
                <a:cubicBezTo>
                  <a:pt x="430694" y="45101"/>
                  <a:pt x="428954" y="45304"/>
                  <a:pt x="427494" y="45709"/>
                </a:cubicBezTo>
                <a:cubicBezTo>
                  <a:pt x="426034" y="46114"/>
                  <a:pt x="424839" y="46690"/>
                  <a:pt x="423907" y="47438"/>
                </a:cubicBezTo>
                <a:cubicBezTo>
                  <a:pt x="422975" y="48185"/>
                  <a:pt x="422284" y="49081"/>
                  <a:pt x="421833" y="50125"/>
                </a:cubicBezTo>
                <a:cubicBezTo>
                  <a:pt x="421383" y="51169"/>
                  <a:pt x="421158" y="52345"/>
                  <a:pt x="421158" y="53653"/>
                </a:cubicBezTo>
                <a:cubicBezTo>
                  <a:pt x="421158" y="54557"/>
                  <a:pt x="421298" y="55422"/>
                  <a:pt x="421577" y="56248"/>
                </a:cubicBezTo>
                <a:cubicBezTo>
                  <a:pt x="421857" y="57073"/>
                  <a:pt x="422307" y="57805"/>
                  <a:pt x="422928" y="58443"/>
                </a:cubicBezTo>
                <a:cubicBezTo>
                  <a:pt x="423550" y="59082"/>
                  <a:pt x="424357" y="59588"/>
                  <a:pt x="425351" y="59962"/>
                </a:cubicBezTo>
                <a:cubicBezTo>
                  <a:pt x="426345" y="60336"/>
                  <a:pt x="427556" y="60522"/>
                  <a:pt x="428985" y="60522"/>
                </a:cubicBezTo>
                <a:cubicBezTo>
                  <a:pt x="430849" y="60522"/>
                  <a:pt x="432984" y="59954"/>
                  <a:pt x="435392" y="58818"/>
                </a:cubicBezTo>
                <a:cubicBezTo>
                  <a:pt x="437799" y="57680"/>
                  <a:pt x="440338" y="55880"/>
                  <a:pt x="443009" y="53419"/>
                </a:cubicBezTo>
                <a:lnTo>
                  <a:pt x="443009" y="45101"/>
                </a:lnTo>
                <a:close/>
                <a:moveTo>
                  <a:pt x="463325" y="44029"/>
                </a:moveTo>
                <a:cubicBezTo>
                  <a:pt x="463325" y="40053"/>
                  <a:pt x="463869" y="36520"/>
                  <a:pt x="464956" y="33429"/>
                </a:cubicBezTo>
                <a:cubicBezTo>
                  <a:pt x="466043" y="30339"/>
                  <a:pt x="467588" y="27730"/>
                  <a:pt x="469592" y="25602"/>
                </a:cubicBezTo>
                <a:cubicBezTo>
                  <a:pt x="471595" y="23474"/>
                  <a:pt x="474003" y="21859"/>
                  <a:pt x="476814" y="20757"/>
                </a:cubicBezTo>
                <a:cubicBezTo>
                  <a:pt x="479625" y="19654"/>
                  <a:pt x="482754" y="19103"/>
                  <a:pt x="486202" y="19103"/>
                </a:cubicBezTo>
                <a:cubicBezTo>
                  <a:pt x="487693" y="19103"/>
                  <a:pt x="489160" y="19196"/>
                  <a:pt x="490605" y="19382"/>
                </a:cubicBezTo>
                <a:cubicBezTo>
                  <a:pt x="492049" y="19568"/>
                  <a:pt x="493470" y="19864"/>
                  <a:pt x="494868" y="20267"/>
                </a:cubicBezTo>
                <a:lnTo>
                  <a:pt x="494868" y="559"/>
                </a:lnTo>
                <a:lnTo>
                  <a:pt x="503021" y="559"/>
                </a:lnTo>
                <a:lnTo>
                  <a:pt x="503021" y="66440"/>
                </a:lnTo>
                <a:lnTo>
                  <a:pt x="495753" y="66440"/>
                </a:lnTo>
                <a:lnTo>
                  <a:pt x="495473" y="57587"/>
                </a:lnTo>
                <a:cubicBezTo>
                  <a:pt x="493206" y="60880"/>
                  <a:pt x="490752" y="63318"/>
                  <a:pt x="488112" y="64902"/>
                </a:cubicBezTo>
                <a:cubicBezTo>
                  <a:pt x="485472" y="66486"/>
                  <a:pt x="482614" y="67278"/>
                  <a:pt x="479539" y="67278"/>
                </a:cubicBezTo>
                <a:cubicBezTo>
                  <a:pt x="476868" y="67278"/>
                  <a:pt x="474515" y="66719"/>
                  <a:pt x="472481" y="65601"/>
                </a:cubicBezTo>
                <a:cubicBezTo>
                  <a:pt x="470446" y="64483"/>
                  <a:pt x="468753" y="62906"/>
                  <a:pt x="467402" y="60872"/>
                </a:cubicBezTo>
                <a:cubicBezTo>
                  <a:pt x="466051" y="58837"/>
                  <a:pt x="465034" y="56391"/>
                  <a:pt x="464350" y="53534"/>
                </a:cubicBezTo>
                <a:cubicBezTo>
                  <a:pt x="463667" y="50676"/>
                  <a:pt x="463325" y="47508"/>
                  <a:pt x="463325" y="44029"/>
                </a:cubicBezTo>
                <a:moveTo>
                  <a:pt x="471619" y="43517"/>
                </a:moveTo>
                <a:cubicBezTo>
                  <a:pt x="471619" y="49170"/>
                  <a:pt x="472449" y="53386"/>
                  <a:pt x="474111" y="56166"/>
                </a:cubicBezTo>
                <a:cubicBezTo>
                  <a:pt x="475773" y="58946"/>
                  <a:pt x="478126" y="60336"/>
                  <a:pt x="481170" y="60336"/>
                </a:cubicBezTo>
                <a:cubicBezTo>
                  <a:pt x="483220" y="60336"/>
                  <a:pt x="485386" y="59420"/>
                  <a:pt x="487669" y="57587"/>
                </a:cubicBezTo>
                <a:cubicBezTo>
                  <a:pt x="489952" y="55755"/>
                  <a:pt x="492352" y="53037"/>
                  <a:pt x="494868" y="49434"/>
                </a:cubicBezTo>
                <a:lnTo>
                  <a:pt x="494868" y="27722"/>
                </a:lnTo>
                <a:cubicBezTo>
                  <a:pt x="493532" y="27101"/>
                  <a:pt x="492057" y="26627"/>
                  <a:pt x="490442" y="26301"/>
                </a:cubicBezTo>
                <a:cubicBezTo>
                  <a:pt x="488826" y="25975"/>
                  <a:pt x="487227" y="25812"/>
                  <a:pt x="485643" y="25812"/>
                </a:cubicBezTo>
                <a:cubicBezTo>
                  <a:pt x="481232" y="25812"/>
                  <a:pt x="477792" y="27241"/>
                  <a:pt x="475323" y="30098"/>
                </a:cubicBezTo>
                <a:cubicBezTo>
                  <a:pt x="472853" y="32956"/>
                  <a:pt x="471619" y="37429"/>
                  <a:pt x="471619" y="43517"/>
                </a:cubicBezTo>
                <a:close/>
                <a:moveTo>
                  <a:pt x="557069" y="40581"/>
                </a:moveTo>
                <a:cubicBezTo>
                  <a:pt x="557069" y="41731"/>
                  <a:pt x="557054" y="42693"/>
                  <a:pt x="557023" y="43470"/>
                </a:cubicBezTo>
                <a:cubicBezTo>
                  <a:pt x="556992" y="44246"/>
                  <a:pt x="556945" y="44976"/>
                  <a:pt x="556883" y="45660"/>
                </a:cubicBezTo>
                <a:lnTo>
                  <a:pt x="524036" y="45660"/>
                </a:lnTo>
                <a:cubicBezTo>
                  <a:pt x="524036" y="50443"/>
                  <a:pt x="525372" y="54116"/>
                  <a:pt x="528043" y="56679"/>
                </a:cubicBezTo>
                <a:cubicBezTo>
                  <a:pt x="530714" y="59241"/>
                  <a:pt x="534566" y="60522"/>
                  <a:pt x="539598" y="60522"/>
                </a:cubicBezTo>
                <a:cubicBezTo>
                  <a:pt x="540964" y="60522"/>
                  <a:pt x="542331" y="60467"/>
                  <a:pt x="543698" y="60357"/>
                </a:cubicBezTo>
                <a:cubicBezTo>
                  <a:pt x="545064" y="60245"/>
                  <a:pt x="546384" y="60094"/>
                  <a:pt x="547658" y="59904"/>
                </a:cubicBezTo>
                <a:cubicBezTo>
                  <a:pt x="548931" y="59712"/>
                  <a:pt x="550151" y="59498"/>
                  <a:pt x="551315" y="59260"/>
                </a:cubicBezTo>
                <a:cubicBezTo>
                  <a:pt x="552480" y="59021"/>
                  <a:pt x="553559" y="58759"/>
                  <a:pt x="554553" y="58472"/>
                </a:cubicBezTo>
                <a:lnTo>
                  <a:pt x="554553" y="65135"/>
                </a:lnTo>
                <a:cubicBezTo>
                  <a:pt x="552348" y="65770"/>
                  <a:pt x="549855" y="66286"/>
                  <a:pt x="547075" y="66683"/>
                </a:cubicBezTo>
                <a:cubicBezTo>
                  <a:pt x="544296" y="67080"/>
                  <a:pt x="541415" y="67278"/>
                  <a:pt x="538433" y="67278"/>
                </a:cubicBezTo>
                <a:cubicBezTo>
                  <a:pt x="534426" y="67278"/>
                  <a:pt x="530978" y="66735"/>
                  <a:pt x="528089" y="65648"/>
                </a:cubicBezTo>
                <a:cubicBezTo>
                  <a:pt x="525201" y="64560"/>
                  <a:pt x="522832" y="62984"/>
                  <a:pt x="520984" y="60919"/>
                </a:cubicBezTo>
                <a:cubicBezTo>
                  <a:pt x="519136" y="58853"/>
                  <a:pt x="517769" y="56321"/>
                  <a:pt x="516884" y="53324"/>
                </a:cubicBezTo>
                <a:cubicBezTo>
                  <a:pt x="515999" y="50327"/>
                  <a:pt x="515556" y="46933"/>
                  <a:pt x="515556" y="43144"/>
                </a:cubicBezTo>
                <a:cubicBezTo>
                  <a:pt x="515556" y="39851"/>
                  <a:pt x="516030" y="36737"/>
                  <a:pt x="516977" y="33802"/>
                </a:cubicBezTo>
                <a:cubicBezTo>
                  <a:pt x="517925" y="30867"/>
                  <a:pt x="519307" y="28289"/>
                  <a:pt x="521124" y="26068"/>
                </a:cubicBezTo>
                <a:cubicBezTo>
                  <a:pt x="522941" y="23847"/>
                  <a:pt x="525170" y="22084"/>
                  <a:pt x="527810" y="20780"/>
                </a:cubicBezTo>
                <a:cubicBezTo>
                  <a:pt x="530450" y="19475"/>
                  <a:pt x="533447" y="18823"/>
                  <a:pt x="536802" y="18823"/>
                </a:cubicBezTo>
                <a:cubicBezTo>
                  <a:pt x="540063" y="18823"/>
                  <a:pt x="542952" y="19336"/>
                  <a:pt x="545468" y="20361"/>
                </a:cubicBezTo>
                <a:cubicBezTo>
                  <a:pt x="547984" y="21386"/>
                  <a:pt x="550104" y="22838"/>
                  <a:pt x="551828" y="24717"/>
                </a:cubicBezTo>
                <a:cubicBezTo>
                  <a:pt x="553552" y="26596"/>
                  <a:pt x="554856" y="28879"/>
                  <a:pt x="555742" y="31566"/>
                </a:cubicBezTo>
                <a:cubicBezTo>
                  <a:pt x="556627" y="34253"/>
                  <a:pt x="557069" y="37258"/>
                  <a:pt x="557069" y="40581"/>
                </a:cubicBezTo>
                <a:moveTo>
                  <a:pt x="548636" y="39416"/>
                </a:moveTo>
                <a:cubicBezTo>
                  <a:pt x="548729" y="37335"/>
                  <a:pt x="548528" y="35433"/>
                  <a:pt x="548031" y="33709"/>
                </a:cubicBezTo>
                <a:cubicBezTo>
                  <a:pt x="547534" y="31985"/>
                  <a:pt x="546765" y="30502"/>
                  <a:pt x="545724" y="29260"/>
                </a:cubicBezTo>
                <a:cubicBezTo>
                  <a:pt x="544684" y="28017"/>
                  <a:pt x="543387" y="27046"/>
                  <a:pt x="541834" y="26348"/>
                </a:cubicBezTo>
                <a:cubicBezTo>
                  <a:pt x="540281" y="25649"/>
                  <a:pt x="538479" y="25299"/>
                  <a:pt x="536429" y="25299"/>
                </a:cubicBezTo>
                <a:cubicBezTo>
                  <a:pt x="534659" y="25299"/>
                  <a:pt x="533044" y="25641"/>
                  <a:pt x="531584" y="26324"/>
                </a:cubicBezTo>
                <a:cubicBezTo>
                  <a:pt x="530124" y="27008"/>
                  <a:pt x="528866" y="27970"/>
                  <a:pt x="527810" y="29213"/>
                </a:cubicBezTo>
                <a:cubicBezTo>
                  <a:pt x="526754" y="30455"/>
                  <a:pt x="525900" y="31946"/>
                  <a:pt x="525247" y="33686"/>
                </a:cubicBezTo>
                <a:cubicBezTo>
                  <a:pt x="524595" y="35425"/>
                  <a:pt x="524191" y="37335"/>
                  <a:pt x="524036" y="39416"/>
                </a:cubicBezTo>
                <a:lnTo>
                  <a:pt x="548636" y="39416"/>
                </a:lnTo>
                <a:close/>
                <a:moveTo>
                  <a:pt x="571328" y="19662"/>
                </a:moveTo>
                <a:lnTo>
                  <a:pt x="578736" y="19662"/>
                </a:lnTo>
                <a:lnTo>
                  <a:pt x="578969" y="28259"/>
                </a:lnTo>
                <a:cubicBezTo>
                  <a:pt x="581734" y="24943"/>
                  <a:pt x="584459" y="22542"/>
                  <a:pt x="587146" y="21055"/>
                </a:cubicBezTo>
                <a:cubicBezTo>
                  <a:pt x="589833" y="19567"/>
                  <a:pt x="592543" y="18823"/>
                  <a:pt x="595276" y="18823"/>
                </a:cubicBezTo>
                <a:cubicBezTo>
                  <a:pt x="600122" y="18823"/>
                  <a:pt x="603795" y="20388"/>
                  <a:pt x="606295" y="23517"/>
                </a:cubicBezTo>
                <a:cubicBezTo>
                  <a:pt x="608796" y="26647"/>
                  <a:pt x="609953" y="31294"/>
                  <a:pt x="609766" y="37460"/>
                </a:cubicBezTo>
                <a:lnTo>
                  <a:pt x="601566" y="37460"/>
                </a:lnTo>
                <a:cubicBezTo>
                  <a:pt x="601660" y="33376"/>
                  <a:pt x="601062" y="30414"/>
                  <a:pt x="599773" y="28574"/>
                </a:cubicBezTo>
                <a:cubicBezTo>
                  <a:pt x="598484" y="26732"/>
                  <a:pt x="596597" y="25812"/>
                  <a:pt x="594112" y="25812"/>
                </a:cubicBezTo>
                <a:cubicBezTo>
                  <a:pt x="593025" y="25812"/>
                  <a:pt x="591930" y="26005"/>
                  <a:pt x="590827" y="26393"/>
                </a:cubicBezTo>
                <a:cubicBezTo>
                  <a:pt x="589724" y="26779"/>
                  <a:pt x="588591" y="27397"/>
                  <a:pt x="587426" y="28248"/>
                </a:cubicBezTo>
                <a:cubicBezTo>
                  <a:pt x="586261" y="29098"/>
                  <a:pt x="585026" y="30188"/>
                  <a:pt x="583722" y="31519"/>
                </a:cubicBezTo>
                <a:cubicBezTo>
                  <a:pt x="582417" y="32849"/>
                  <a:pt x="581019" y="34457"/>
                  <a:pt x="579529" y="36344"/>
                </a:cubicBezTo>
                <a:lnTo>
                  <a:pt x="579529" y="66440"/>
                </a:lnTo>
                <a:lnTo>
                  <a:pt x="571328" y="66440"/>
                </a:lnTo>
                <a:lnTo>
                  <a:pt x="571328" y="19662"/>
                </a:lnTo>
                <a:close/>
                <a:moveTo>
                  <a:pt x="653984" y="44821"/>
                </a:moveTo>
                <a:lnTo>
                  <a:pt x="626122" y="44821"/>
                </a:lnTo>
                <a:lnTo>
                  <a:pt x="626122" y="37180"/>
                </a:lnTo>
                <a:lnTo>
                  <a:pt x="653984" y="37180"/>
                </a:lnTo>
                <a:lnTo>
                  <a:pt x="653984" y="44821"/>
                </a:lnTo>
                <a:close/>
                <a:moveTo>
                  <a:pt x="710175" y="53674"/>
                </a:moveTo>
                <a:cubicBezTo>
                  <a:pt x="710175" y="55320"/>
                  <a:pt x="709896" y="56795"/>
                  <a:pt x="709337" y="58100"/>
                </a:cubicBezTo>
                <a:cubicBezTo>
                  <a:pt x="708778" y="59404"/>
                  <a:pt x="708017" y="60561"/>
                  <a:pt x="707054" y="61571"/>
                </a:cubicBezTo>
                <a:cubicBezTo>
                  <a:pt x="706091" y="62580"/>
                  <a:pt x="704973" y="63442"/>
                  <a:pt x="703699" y="64157"/>
                </a:cubicBezTo>
                <a:cubicBezTo>
                  <a:pt x="702426" y="64871"/>
                  <a:pt x="701067" y="65461"/>
                  <a:pt x="699622" y="65927"/>
                </a:cubicBezTo>
                <a:cubicBezTo>
                  <a:pt x="698178" y="66393"/>
                  <a:pt x="696695" y="66735"/>
                  <a:pt x="695173" y="66952"/>
                </a:cubicBezTo>
                <a:cubicBezTo>
                  <a:pt x="693651" y="67170"/>
                  <a:pt x="692160" y="67278"/>
                  <a:pt x="690700" y="67278"/>
                </a:cubicBezTo>
                <a:cubicBezTo>
                  <a:pt x="687532" y="67278"/>
                  <a:pt x="684620" y="67139"/>
                  <a:pt x="681964" y="66859"/>
                </a:cubicBezTo>
                <a:cubicBezTo>
                  <a:pt x="679308" y="66579"/>
                  <a:pt x="676707" y="66129"/>
                  <a:pt x="674160" y="65508"/>
                </a:cubicBezTo>
                <a:lnTo>
                  <a:pt x="674160" y="58053"/>
                </a:lnTo>
                <a:cubicBezTo>
                  <a:pt x="676893" y="58830"/>
                  <a:pt x="679611" y="59420"/>
                  <a:pt x="682314" y="59824"/>
                </a:cubicBezTo>
                <a:cubicBezTo>
                  <a:pt x="685016" y="60227"/>
                  <a:pt x="687703" y="60429"/>
                  <a:pt x="690374" y="60429"/>
                </a:cubicBezTo>
                <a:cubicBezTo>
                  <a:pt x="694256" y="60429"/>
                  <a:pt x="697130" y="59901"/>
                  <a:pt x="698993" y="58845"/>
                </a:cubicBezTo>
                <a:cubicBezTo>
                  <a:pt x="700857" y="57789"/>
                  <a:pt x="701789" y="56283"/>
                  <a:pt x="701789" y="54326"/>
                </a:cubicBezTo>
                <a:cubicBezTo>
                  <a:pt x="701789" y="53487"/>
                  <a:pt x="701641" y="52734"/>
                  <a:pt x="701346" y="52066"/>
                </a:cubicBezTo>
                <a:cubicBezTo>
                  <a:pt x="701051" y="51398"/>
                  <a:pt x="700515" y="50762"/>
                  <a:pt x="699739" y="50156"/>
                </a:cubicBezTo>
                <a:cubicBezTo>
                  <a:pt x="698962" y="49550"/>
                  <a:pt x="697759" y="48921"/>
                  <a:pt x="696128" y="48269"/>
                </a:cubicBezTo>
                <a:cubicBezTo>
                  <a:pt x="694497" y="47617"/>
                  <a:pt x="692269" y="46871"/>
                  <a:pt x="689442" y="46033"/>
                </a:cubicBezTo>
                <a:cubicBezTo>
                  <a:pt x="687330" y="45411"/>
                  <a:pt x="685381" y="44705"/>
                  <a:pt x="683595" y="43913"/>
                </a:cubicBezTo>
                <a:cubicBezTo>
                  <a:pt x="681809" y="43121"/>
                  <a:pt x="680263" y="42181"/>
                  <a:pt x="678959" y="41094"/>
                </a:cubicBezTo>
                <a:cubicBezTo>
                  <a:pt x="677654" y="40007"/>
                  <a:pt x="676629" y="38733"/>
                  <a:pt x="675884" y="37273"/>
                </a:cubicBezTo>
                <a:cubicBezTo>
                  <a:pt x="675138" y="35813"/>
                  <a:pt x="674766" y="34090"/>
                  <a:pt x="674766" y="32102"/>
                </a:cubicBezTo>
                <a:cubicBezTo>
                  <a:pt x="674766" y="30797"/>
                  <a:pt x="675069" y="29368"/>
                  <a:pt x="675674" y="27815"/>
                </a:cubicBezTo>
                <a:cubicBezTo>
                  <a:pt x="676280" y="26262"/>
                  <a:pt x="677313" y="24818"/>
                  <a:pt x="678773" y="23482"/>
                </a:cubicBezTo>
                <a:cubicBezTo>
                  <a:pt x="680232" y="22147"/>
                  <a:pt x="682205" y="21036"/>
                  <a:pt x="684690" y="20151"/>
                </a:cubicBezTo>
                <a:cubicBezTo>
                  <a:pt x="687175" y="19266"/>
                  <a:pt x="690281" y="18823"/>
                  <a:pt x="694008" y="18823"/>
                </a:cubicBezTo>
                <a:cubicBezTo>
                  <a:pt x="695841" y="18823"/>
                  <a:pt x="697875" y="18924"/>
                  <a:pt x="700111" y="19126"/>
                </a:cubicBezTo>
                <a:cubicBezTo>
                  <a:pt x="702348" y="19328"/>
                  <a:pt x="704677" y="19677"/>
                  <a:pt x="707100" y="20174"/>
                </a:cubicBezTo>
                <a:lnTo>
                  <a:pt x="707100" y="27396"/>
                </a:lnTo>
                <a:cubicBezTo>
                  <a:pt x="704553" y="26775"/>
                  <a:pt x="702138" y="26316"/>
                  <a:pt x="699855" y="26021"/>
                </a:cubicBezTo>
                <a:cubicBezTo>
                  <a:pt x="697572" y="25726"/>
                  <a:pt x="695592" y="25579"/>
                  <a:pt x="693915" y="25579"/>
                </a:cubicBezTo>
                <a:cubicBezTo>
                  <a:pt x="691896" y="25579"/>
                  <a:pt x="690195" y="25734"/>
                  <a:pt x="688813" y="26045"/>
                </a:cubicBezTo>
                <a:cubicBezTo>
                  <a:pt x="687431" y="26355"/>
                  <a:pt x="686313" y="26782"/>
                  <a:pt x="685458" y="27326"/>
                </a:cubicBezTo>
                <a:cubicBezTo>
                  <a:pt x="684604" y="27870"/>
                  <a:pt x="683991" y="28506"/>
                  <a:pt x="683618" y="29236"/>
                </a:cubicBezTo>
                <a:cubicBezTo>
                  <a:pt x="683245" y="29966"/>
                  <a:pt x="683059" y="30750"/>
                  <a:pt x="683059" y="31589"/>
                </a:cubicBezTo>
                <a:cubicBezTo>
                  <a:pt x="683059" y="32428"/>
                  <a:pt x="683222" y="33189"/>
                  <a:pt x="683548" y="33872"/>
                </a:cubicBezTo>
                <a:cubicBezTo>
                  <a:pt x="683874" y="34555"/>
                  <a:pt x="684480" y="35215"/>
                  <a:pt x="685365" y="35852"/>
                </a:cubicBezTo>
                <a:cubicBezTo>
                  <a:pt x="686250" y="36489"/>
                  <a:pt x="687485" y="37126"/>
                  <a:pt x="689069" y="37762"/>
                </a:cubicBezTo>
                <a:cubicBezTo>
                  <a:pt x="690653" y="38399"/>
                  <a:pt x="692719" y="39090"/>
                  <a:pt x="695266" y="39836"/>
                </a:cubicBezTo>
                <a:cubicBezTo>
                  <a:pt x="698030" y="40643"/>
                  <a:pt x="700360" y="41490"/>
                  <a:pt x="702255" y="42375"/>
                </a:cubicBezTo>
                <a:cubicBezTo>
                  <a:pt x="704149" y="43260"/>
                  <a:pt x="705687" y="44246"/>
                  <a:pt x="706867" y="45334"/>
                </a:cubicBezTo>
                <a:cubicBezTo>
                  <a:pt x="708048" y="46421"/>
                  <a:pt x="708894" y="47648"/>
                  <a:pt x="709407" y="49014"/>
                </a:cubicBezTo>
                <a:cubicBezTo>
                  <a:pt x="709919" y="50381"/>
                  <a:pt x="710175" y="51934"/>
                  <a:pt x="710175" y="53674"/>
                </a:cubicBezTo>
                <a:close/>
                <a:moveTo>
                  <a:pt x="764503" y="40581"/>
                </a:moveTo>
                <a:cubicBezTo>
                  <a:pt x="764503" y="41731"/>
                  <a:pt x="764488" y="42693"/>
                  <a:pt x="764457" y="43470"/>
                </a:cubicBezTo>
                <a:cubicBezTo>
                  <a:pt x="764425" y="44246"/>
                  <a:pt x="764379" y="44976"/>
                  <a:pt x="764317" y="45660"/>
                </a:cubicBezTo>
                <a:lnTo>
                  <a:pt x="731470" y="45660"/>
                </a:lnTo>
                <a:cubicBezTo>
                  <a:pt x="731470" y="50443"/>
                  <a:pt x="732805" y="54116"/>
                  <a:pt x="735477" y="56679"/>
                </a:cubicBezTo>
                <a:cubicBezTo>
                  <a:pt x="738148" y="59241"/>
                  <a:pt x="741999" y="60522"/>
                  <a:pt x="747031" y="60522"/>
                </a:cubicBezTo>
                <a:cubicBezTo>
                  <a:pt x="748398" y="60522"/>
                  <a:pt x="749765" y="60467"/>
                  <a:pt x="751131" y="60357"/>
                </a:cubicBezTo>
                <a:cubicBezTo>
                  <a:pt x="752498" y="60245"/>
                  <a:pt x="753818" y="60094"/>
                  <a:pt x="755092" y="59904"/>
                </a:cubicBezTo>
                <a:cubicBezTo>
                  <a:pt x="756365" y="59712"/>
                  <a:pt x="757584" y="59498"/>
                  <a:pt x="758749" y="59260"/>
                </a:cubicBezTo>
                <a:cubicBezTo>
                  <a:pt x="759914" y="59021"/>
                  <a:pt x="760993" y="58759"/>
                  <a:pt x="761987" y="58472"/>
                </a:cubicBezTo>
                <a:lnTo>
                  <a:pt x="761987" y="65135"/>
                </a:lnTo>
                <a:cubicBezTo>
                  <a:pt x="759782" y="65770"/>
                  <a:pt x="757289" y="66286"/>
                  <a:pt x="754509" y="66683"/>
                </a:cubicBezTo>
                <a:cubicBezTo>
                  <a:pt x="751729" y="67080"/>
                  <a:pt x="748848" y="67278"/>
                  <a:pt x="745866" y="67278"/>
                </a:cubicBezTo>
                <a:cubicBezTo>
                  <a:pt x="741860" y="67278"/>
                  <a:pt x="738412" y="66735"/>
                  <a:pt x="735523" y="65648"/>
                </a:cubicBezTo>
                <a:cubicBezTo>
                  <a:pt x="732634" y="64560"/>
                  <a:pt x="730266" y="62984"/>
                  <a:pt x="728418" y="60919"/>
                </a:cubicBezTo>
                <a:cubicBezTo>
                  <a:pt x="726570" y="58853"/>
                  <a:pt x="725203" y="56321"/>
                  <a:pt x="724318" y="53324"/>
                </a:cubicBezTo>
                <a:cubicBezTo>
                  <a:pt x="723433" y="50327"/>
                  <a:pt x="722990" y="46933"/>
                  <a:pt x="722990" y="43144"/>
                </a:cubicBezTo>
                <a:cubicBezTo>
                  <a:pt x="722990" y="39851"/>
                  <a:pt x="723464" y="36737"/>
                  <a:pt x="724411" y="33802"/>
                </a:cubicBezTo>
                <a:cubicBezTo>
                  <a:pt x="725358" y="30867"/>
                  <a:pt x="726741" y="28289"/>
                  <a:pt x="728558" y="26068"/>
                </a:cubicBezTo>
                <a:cubicBezTo>
                  <a:pt x="730375" y="23847"/>
                  <a:pt x="732603" y="22084"/>
                  <a:pt x="735244" y="20780"/>
                </a:cubicBezTo>
                <a:cubicBezTo>
                  <a:pt x="737884" y="19475"/>
                  <a:pt x="740881" y="18823"/>
                  <a:pt x="744236" y="18823"/>
                </a:cubicBezTo>
                <a:cubicBezTo>
                  <a:pt x="747497" y="18823"/>
                  <a:pt x="750386" y="19336"/>
                  <a:pt x="752902" y="20361"/>
                </a:cubicBezTo>
                <a:cubicBezTo>
                  <a:pt x="755418" y="21386"/>
                  <a:pt x="757538" y="22838"/>
                  <a:pt x="759262" y="24717"/>
                </a:cubicBezTo>
                <a:cubicBezTo>
                  <a:pt x="760985" y="26596"/>
                  <a:pt x="762290" y="28879"/>
                  <a:pt x="763175" y="31566"/>
                </a:cubicBezTo>
                <a:cubicBezTo>
                  <a:pt x="764061" y="34253"/>
                  <a:pt x="764503" y="37258"/>
                  <a:pt x="764503" y="40581"/>
                </a:cubicBezTo>
                <a:moveTo>
                  <a:pt x="756070" y="39416"/>
                </a:moveTo>
                <a:cubicBezTo>
                  <a:pt x="756163" y="37335"/>
                  <a:pt x="755961" y="35433"/>
                  <a:pt x="755464" y="33709"/>
                </a:cubicBezTo>
                <a:cubicBezTo>
                  <a:pt x="754967" y="31985"/>
                  <a:pt x="754199" y="30502"/>
                  <a:pt x="753158" y="29260"/>
                </a:cubicBezTo>
                <a:cubicBezTo>
                  <a:pt x="752118" y="28017"/>
                  <a:pt x="750821" y="27046"/>
                  <a:pt x="749268" y="26348"/>
                </a:cubicBezTo>
                <a:cubicBezTo>
                  <a:pt x="747715" y="25649"/>
                  <a:pt x="745913" y="25299"/>
                  <a:pt x="743863" y="25299"/>
                </a:cubicBezTo>
                <a:cubicBezTo>
                  <a:pt x="742093" y="25299"/>
                  <a:pt x="740477" y="25641"/>
                  <a:pt x="739018" y="26324"/>
                </a:cubicBezTo>
                <a:cubicBezTo>
                  <a:pt x="737558" y="27008"/>
                  <a:pt x="736300" y="27970"/>
                  <a:pt x="735244" y="29213"/>
                </a:cubicBezTo>
                <a:cubicBezTo>
                  <a:pt x="734188" y="30455"/>
                  <a:pt x="733333" y="31946"/>
                  <a:pt x="732681" y="33686"/>
                </a:cubicBezTo>
                <a:cubicBezTo>
                  <a:pt x="732029" y="35425"/>
                  <a:pt x="731625" y="37335"/>
                  <a:pt x="731470" y="39416"/>
                </a:cubicBezTo>
                <a:lnTo>
                  <a:pt x="756070" y="39416"/>
                </a:lnTo>
                <a:close/>
                <a:moveTo>
                  <a:pt x="792787" y="7222"/>
                </a:moveTo>
                <a:lnTo>
                  <a:pt x="778949" y="7222"/>
                </a:lnTo>
                <a:lnTo>
                  <a:pt x="778949" y="559"/>
                </a:lnTo>
                <a:lnTo>
                  <a:pt x="800987" y="559"/>
                </a:lnTo>
                <a:lnTo>
                  <a:pt x="800987" y="59684"/>
                </a:lnTo>
                <a:lnTo>
                  <a:pt x="814918" y="59684"/>
                </a:lnTo>
                <a:lnTo>
                  <a:pt x="814918" y="66440"/>
                </a:lnTo>
                <a:lnTo>
                  <a:pt x="777411" y="66440"/>
                </a:lnTo>
                <a:lnTo>
                  <a:pt x="777411" y="59684"/>
                </a:lnTo>
                <a:lnTo>
                  <a:pt x="792787" y="59684"/>
                </a:lnTo>
                <a:lnTo>
                  <a:pt x="792787" y="7222"/>
                </a:lnTo>
                <a:close/>
                <a:moveTo>
                  <a:pt x="868220" y="40581"/>
                </a:moveTo>
                <a:cubicBezTo>
                  <a:pt x="868220" y="41731"/>
                  <a:pt x="868205" y="42693"/>
                  <a:pt x="868174" y="43470"/>
                </a:cubicBezTo>
                <a:cubicBezTo>
                  <a:pt x="868143" y="44246"/>
                  <a:pt x="868096" y="44976"/>
                  <a:pt x="868034" y="45660"/>
                </a:cubicBezTo>
                <a:lnTo>
                  <a:pt x="835187" y="45660"/>
                </a:lnTo>
                <a:cubicBezTo>
                  <a:pt x="835187" y="50443"/>
                  <a:pt x="836523" y="54116"/>
                  <a:pt x="839194" y="56679"/>
                </a:cubicBezTo>
                <a:cubicBezTo>
                  <a:pt x="841865" y="59241"/>
                  <a:pt x="845717" y="60522"/>
                  <a:pt x="850749" y="60522"/>
                </a:cubicBezTo>
                <a:cubicBezTo>
                  <a:pt x="852115" y="60522"/>
                  <a:pt x="853482" y="60467"/>
                  <a:pt x="854849" y="60357"/>
                </a:cubicBezTo>
                <a:cubicBezTo>
                  <a:pt x="856215" y="60245"/>
                  <a:pt x="857535" y="60094"/>
                  <a:pt x="858809" y="59904"/>
                </a:cubicBezTo>
                <a:cubicBezTo>
                  <a:pt x="860082" y="59712"/>
                  <a:pt x="861302" y="59498"/>
                  <a:pt x="862466" y="59260"/>
                </a:cubicBezTo>
                <a:cubicBezTo>
                  <a:pt x="863631" y="59021"/>
                  <a:pt x="864710" y="58759"/>
                  <a:pt x="865704" y="58472"/>
                </a:cubicBezTo>
                <a:lnTo>
                  <a:pt x="865704" y="65135"/>
                </a:lnTo>
                <a:cubicBezTo>
                  <a:pt x="863499" y="65770"/>
                  <a:pt x="861006" y="66286"/>
                  <a:pt x="858226" y="66683"/>
                </a:cubicBezTo>
                <a:cubicBezTo>
                  <a:pt x="855447" y="67080"/>
                  <a:pt x="852566" y="67278"/>
                  <a:pt x="849584" y="67278"/>
                </a:cubicBezTo>
                <a:cubicBezTo>
                  <a:pt x="845577" y="67278"/>
                  <a:pt x="842129" y="66735"/>
                  <a:pt x="839240" y="65648"/>
                </a:cubicBezTo>
                <a:cubicBezTo>
                  <a:pt x="836352" y="64560"/>
                  <a:pt x="833983" y="62984"/>
                  <a:pt x="832135" y="60919"/>
                </a:cubicBezTo>
                <a:cubicBezTo>
                  <a:pt x="830287" y="58853"/>
                  <a:pt x="828920" y="56321"/>
                  <a:pt x="828035" y="53324"/>
                </a:cubicBezTo>
                <a:cubicBezTo>
                  <a:pt x="827150" y="50327"/>
                  <a:pt x="826707" y="46933"/>
                  <a:pt x="826707" y="43144"/>
                </a:cubicBezTo>
                <a:cubicBezTo>
                  <a:pt x="826707" y="39851"/>
                  <a:pt x="827181" y="36737"/>
                  <a:pt x="828128" y="33802"/>
                </a:cubicBezTo>
                <a:cubicBezTo>
                  <a:pt x="829076" y="30867"/>
                  <a:pt x="830458" y="28289"/>
                  <a:pt x="832275" y="26068"/>
                </a:cubicBezTo>
                <a:cubicBezTo>
                  <a:pt x="834092" y="23847"/>
                  <a:pt x="836321" y="22084"/>
                  <a:pt x="838961" y="20780"/>
                </a:cubicBezTo>
                <a:cubicBezTo>
                  <a:pt x="841601" y="19475"/>
                  <a:pt x="844598" y="18823"/>
                  <a:pt x="847953" y="18823"/>
                </a:cubicBezTo>
                <a:cubicBezTo>
                  <a:pt x="851214" y="18823"/>
                  <a:pt x="854103" y="19336"/>
                  <a:pt x="856619" y="20361"/>
                </a:cubicBezTo>
                <a:cubicBezTo>
                  <a:pt x="859135" y="21386"/>
                  <a:pt x="861255" y="22838"/>
                  <a:pt x="862979" y="24717"/>
                </a:cubicBezTo>
                <a:cubicBezTo>
                  <a:pt x="864703" y="26596"/>
                  <a:pt x="866007" y="28879"/>
                  <a:pt x="866893" y="31566"/>
                </a:cubicBezTo>
                <a:cubicBezTo>
                  <a:pt x="867778" y="34253"/>
                  <a:pt x="868220" y="37258"/>
                  <a:pt x="868220" y="40581"/>
                </a:cubicBezTo>
                <a:moveTo>
                  <a:pt x="859787" y="39416"/>
                </a:moveTo>
                <a:cubicBezTo>
                  <a:pt x="859880" y="37335"/>
                  <a:pt x="859679" y="35433"/>
                  <a:pt x="859182" y="33709"/>
                </a:cubicBezTo>
                <a:cubicBezTo>
                  <a:pt x="858685" y="31985"/>
                  <a:pt x="857916" y="30502"/>
                  <a:pt x="856875" y="29260"/>
                </a:cubicBezTo>
                <a:cubicBezTo>
                  <a:pt x="855835" y="28017"/>
                  <a:pt x="854538" y="27046"/>
                  <a:pt x="852985" y="26348"/>
                </a:cubicBezTo>
                <a:cubicBezTo>
                  <a:pt x="851432" y="25649"/>
                  <a:pt x="849630" y="25299"/>
                  <a:pt x="847580" y="25299"/>
                </a:cubicBezTo>
                <a:cubicBezTo>
                  <a:pt x="845810" y="25299"/>
                  <a:pt x="844195" y="25641"/>
                  <a:pt x="842735" y="26324"/>
                </a:cubicBezTo>
                <a:cubicBezTo>
                  <a:pt x="841275" y="27008"/>
                  <a:pt x="840017" y="27970"/>
                  <a:pt x="838961" y="29213"/>
                </a:cubicBezTo>
                <a:cubicBezTo>
                  <a:pt x="837905" y="30455"/>
                  <a:pt x="837051" y="31946"/>
                  <a:pt x="836398" y="33686"/>
                </a:cubicBezTo>
                <a:cubicBezTo>
                  <a:pt x="835746" y="35425"/>
                  <a:pt x="835342" y="37335"/>
                  <a:pt x="835187" y="39416"/>
                </a:cubicBezTo>
                <a:lnTo>
                  <a:pt x="859787" y="39416"/>
                </a:lnTo>
                <a:close/>
                <a:moveTo>
                  <a:pt x="916911" y="64716"/>
                </a:moveTo>
                <a:cubicBezTo>
                  <a:pt x="914798" y="65523"/>
                  <a:pt x="912632" y="66121"/>
                  <a:pt x="910411" y="66510"/>
                </a:cubicBezTo>
                <a:cubicBezTo>
                  <a:pt x="908190" y="66898"/>
                  <a:pt x="905899" y="67092"/>
                  <a:pt x="903539" y="67092"/>
                </a:cubicBezTo>
                <a:cubicBezTo>
                  <a:pt x="896146" y="67092"/>
                  <a:pt x="890454" y="65088"/>
                  <a:pt x="886463" y="61082"/>
                </a:cubicBezTo>
                <a:cubicBezTo>
                  <a:pt x="882472" y="57075"/>
                  <a:pt x="880476" y="51220"/>
                  <a:pt x="880476" y="43517"/>
                </a:cubicBezTo>
                <a:cubicBezTo>
                  <a:pt x="880476" y="39820"/>
                  <a:pt x="881051" y="36466"/>
                  <a:pt x="882200" y="33453"/>
                </a:cubicBezTo>
                <a:cubicBezTo>
                  <a:pt x="883349" y="30440"/>
                  <a:pt x="884964" y="27862"/>
                  <a:pt x="887045" y="25719"/>
                </a:cubicBezTo>
                <a:cubicBezTo>
                  <a:pt x="889126" y="23575"/>
                  <a:pt x="891611" y="21921"/>
                  <a:pt x="894500" y="20757"/>
                </a:cubicBezTo>
                <a:cubicBezTo>
                  <a:pt x="897389" y="19592"/>
                  <a:pt x="900572" y="19009"/>
                  <a:pt x="904051" y="19009"/>
                </a:cubicBezTo>
                <a:cubicBezTo>
                  <a:pt x="906474" y="19009"/>
                  <a:pt x="908742" y="19184"/>
                  <a:pt x="910854" y="19534"/>
                </a:cubicBezTo>
                <a:cubicBezTo>
                  <a:pt x="912966" y="19882"/>
                  <a:pt x="914985" y="20453"/>
                  <a:pt x="916911" y="21246"/>
                </a:cubicBezTo>
                <a:lnTo>
                  <a:pt x="916911" y="28980"/>
                </a:lnTo>
                <a:cubicBezTo>
                  <a:pt x="914892" y="27907"/>
                  <a:pt x="912834" y="27127"/>
                  <a:pt x="910737" y="26639"/>
                </a:cubicBezTo>
                <a:cubicBezTo>
                  <a:pt x="908641" y="26150"/>
                  <a:pt x="906474" y="25905"/>
                  <a:pt x="904238" y="25905"/>
                </a:cubicBezTo>
                <a:cubicBezTo>
                  <a:pt x="902157" y="25905"/>
                  <a:pt x="900192" y="26301"/>
                  <a:pt x="898344" y="27093"/>
                </a:cubicBezTo>
                <a:cubicBezTo>
                  <a:pt x="896496" y="27885"/>
                  <a:pt x="894873" y="29027"/>
                  <a:pt x="893475" y="30518"/>
                </a:cubicBezTo>
                <a:cubicBezTo>
                  <a:pt x="892077" y="32008"/>
                  <a:pt x="890975" y="33826"/>
                  <a:pt x="890167" y="35969"/>
                </a:cubicBezTo>
                <a:cubicBezTo>
                  <a:pt x="889359" y="38112"/>
                  <a:pt x="888956" y="40535"/>
                  <a:pt x="888956" y="43237"/>
                </a:cubicBezTo>
                <a:cubicBezTo>
                  <a:pt x="888956" y="48890"/>
                  <a:pt x="890330" y="53122"/>
                  <a:pt x="893079" y="55933"/>
                </a:cubicBezTo>
                <a:cubicBezTo>
                  <a:pt x="895828" y="58744"/>
                  <a:pt x="899641" y="60150"/>
                  <a:pt x="904517" y="60150"/>
                </a:cubicBezTo>
                <a:cubicBezTo>
                  <a:pt x="906723" y="60150"/>
                  <a:pt x="908858" y="59901"/>
                  <a:pt x="910924" y="59404"/>
                </a:cubicBezTo>
                <a:cubicBezTo>
                  <a:pt x="912989" y="58907"/>
                  <a:pt x="914985" y="58162"/>
                  <a:pt x="916911" y="57168"/>
                </a:cubicBezTo>
                <a:lnTo>
                  <a:pt x="916911" y="64716"/>
                </a:lnTo>
                <a:close/>
                <a:moveTo>
                  <a:pt x="970120" y="65741"/>
                </a:moveTo>
                <a:cubicBezTo>
                  <a:pt x="968288" y="66223"/>
                  <a:pt x="966393" y="66569"/>
                  <a:pt x="964436" y="66777"/>
                </a:cubicBezTo>
                <a:cubicBezTo>
                  <a:pt x="962479" y="66987"/>
                  <a:pt x="960491" y="67092"/>
                  <a:pt x="958472" y="67092"/>
                </a:cubicBezTo>
                <a:cubicBezTo>
                  <a:pt x="952602" y="67092"/>
                  <a:pt x="948222" y="65764"/>
                  <a:pt x="945334" y="63108"/>
                </a:cubicBezTo>
                <a:cubicBezTo>
                  <a:pt x="942445" y="60453"/>
                  <a:pt x="941001" y="56376"/>
                  <a:pt x="941001" y="50878"/>
                </a:cubicBezTo>
                <a:lnTo>
                  <a:pt x="941001" y="26464"/>
                </a:lnTo>
                <a:lnTo>
                  <a:pt x="927908" y="26464"/>
                </a:lnTo>
                <a:lnTo>
                  <a:pt x="927908" y="19662"/>
                </a:lnTo>
                <a:lnTo>
                  <a:pt x="941001" y="19662"/>
                </a:lnTo>
                <a:lnTo>
                  <a:pt x="941001" y="6762"/>
                </a:lnTo>
                <a:lnTo>
                  <a:pt x="949107" y="4659"/>
                </a:lnTo>
                <a:lnTo>
                  <a:pt x="949107" y="19662"/>
                </a:lnTo>
                <a:lnTo>
                  <a:pt x="970120" y="19662"/>
                </a:lnTo>
                <a:lnTo>
                  <a:pt x="970120" y="26464"/>
                </a:lnTo>
                <a:lnTo>
                  <a:pt x="949107" y="26464"/>
                </a:lnTo>
                <a:lnTo>
                  <a:pt x="949107" y="50226"/>
                </a:lnTo>
                <a:cubicBezTo>
                  <a:pt x="949107" y="53580"/>
                  <a:pt x="950000" y="56089"/>
                  <a:pt x="951786" y="57750"/>
                </a:cubicBezTo>
                <a:cubicBezTo>
                  <a:pt x="953572" y="59412"/>
                  <a:pt x="956205" y="60243"/>
                  <a:pt x="959684" y="60243"/>
                </a:cubicBezTo>
                <a:cubicBezTo>
                  <a:pt x="961175" y="60243"/>
                  <a:pt x="962805" y="60123"/>
                  <a:pt x="964576" y="59883"/>
                </a:cubicBezTo>
                <a:cubicBezTo>
                  <a:pt x="966346" y="59643"/>
                  <a:pt x="968194" y="59265"/>
                  <a:pt x="970120" y="58752"/>
                </a:cubicBezTo>
                <a:lnTo>
                  <a:pt x="970120" y="65741"/>
                </a:lnTo>
                <a:close/>
                <a:moveTo>
                  <a:pt x="1021886" y="559"/>
                </a:moveTo>
                <a:lnTo>
                  <a:pt x="989924" y="76503"/>
                </a:lnTo>
                <a:lnTo>
                  <a:pt x="982189" y="76503"/>
                </a:lnTo>
                <a:lnTo>
                  <a:pt x="1014151" y="559"/>
                </a:lnTo>
                <a:lnTo>
                  <a:pt x="1021886" y="559"/>
                </a:lnTo>
                <a:close/>
                <a:moveTo>
                  <a:pt x="1072486" y="64716"/>
                </a:moveTo>
                <a:cubicBezTo>
                  <a:pt x="1070374" y="65523"/>
                  <a:pt x="1068207" y="66121"/>
                  <a:pt x="1065987" y="66510"/>
                </a:cubicBezTo>
                <a:cubicBezTo>
                  <a:pt x="1063766" y="66898"/>
                  <a:pt x="1061475" y="67092"/>
                  <a:pt x="1059114" y="67092"/>
                </a:cubicBezTo>
                <a:cubicBezTo>
                  <a:pt x="1051722" y="67092"/>
                  <a:pt x="1046030" y="65088"/>
                  <a:pt x="1042038" y="61082"/>
                </a:cubicBezTo>
                <a:cubicBezTo>
                  <a:pt x="1038047" y="57075"/>
                  <a:pt x="1036051" y="51220"/>
                  <a:pt x="1036051" y="43517"/>
                </a:cubicBezTo>
                <a:cubicBezTo>
                  <a:pt x="1036051" y="39820"/>
                  <a:pt x="1036626" y="36466"/>
                  <a:pt x="1037775" y="33453"/>
                </a:cubicBezTo>
                <a:cubicBezTo>
                  <a:pt x="1038925" y="30440"/>
                  <a:pt x="1040540" y="27862"/>
                  <a:pt x="1042621" y="25719"/>
                </a:cubicBezTo>
                <a:cubicBezTo>
                  <a:pt x="1044702" y="23575"/>
                  <a:pt x="1047187" y="21921"/>
                  <a:pt x="1050075" y="20757"/>
                </a:cubicBezTo>
                <a:cubicBezTo>
                  <a:pt x="1052964" y="19592"/>
                  <a:pt x="1056148" y="19009"/>
                  <a:pt x="1059627" y="19009"/>
                </a:cubicBezTo>
                <a:cubicBezTo>
                  <a:pt x="1062050" y="19009"/>
                  <a:pt x="1064317" y="19184"/>
                  <a:pt x="1066429" y="19534"/>
                </a:cubicBezTo>
                <a:cubicBezTo>
                  <a:pt x="1068541" y="19882"/>
                  <a:pt x="1070560" y="20453"/>
                  <a:pt x="1072486" y="21246"/>
                </a:cubicBezTo>
                <a:lnTo>
                  <a:pt x="1072486" y="28980"/>
                </a:lnTo>
                <a:cubicBezTo>
                  <a:pt x="1070467" y="27907"/>
                  <a:pt x="1068409" y="27127"/>
                  <a:pt x="1066313" y="26639"/>
                </a:cubicBezTo>
                <a:cubicBezTo>
                  <a:pt x="1064216" y="26150"/>
                  <a:pt x="1062050" y="25905"/>
                  <a:pt x="1059813" y="25905"/>
                </a:cubicBezTo>
                <a:cubicBezTo>
                  <a:pt x="1057732" y="25905"/>
                  <a:pt x="1055767" y="26301"/>
                  <a:pt x="1053919" y="27093"/>
                </a:cubicBezTo>
                <a:cubicBezTo>
                  <a:pt x="1052071" y="27885"/>
                  <a:pt x="1050448" y="29027"/>
                  <a:pt x="1049050" y="30518"/>
                </a:cubicBezTo>
                <a:cubicBezTo>
                  <a:pt x="1047653" y="32008"/>
                  <a:pt x="1046550" y="33826"/>
                  <a:pt x="1045742" y="35969"/>
                </a:cubicBezTo>
                <a:cubicBezTo>
                  <a:pt x="1044935" y="38112"/>
                  <a:pt x="1044531" y="40535"/>
                  <a:pt x="1044531" y="43237"/>
                </a:cubicBezTo>
                <a:cubicBezTo>
                  <a:pt x="1044531" y="48890"/>
                  <a:pt x="1045906" y="53122"/>
                  <a:pt x="1048654" y="55933"/>
                </a:cubicBezTo>
                <a:cubicBezTo>
                  <a:pt x="1051403" y="58744"/>
                  <a:pt x="1055216" y="60150"/>
                  <a:pt x="1060093" y="60150"/>
                </a:cubicBezTo>
                <a:cubicBezTo>
                  <a:pt x="1062298" y="60150"/>
                  <a:pt x="1064433" y="59901"/>
                  <a:pt x="1066499" y="59404"/>
                </a:cubicBezTo>
                <a:cubicBezTo>
                  <a:pt x="1068565" y="58907"/>
                  <a:pt x="1070560" y="58162"/>
                  <a:pt x="1072486" y="57168"/>
                </a:cubicBezTo>
                <a:lnTo>
                  <a:pt x="1072486" y="64716"/>
                </a:lnTo>
                <a:close/>
                <a:moveTo>
                  <a:pt x="1118055" y="66440"/>
                </a:moveTo>
                <a:lnTo>
                  <a:pt x="1117868" y="60137"/>
                </a:lnTo>
                <a:cubicBezTo>
                  <a:pt x="1115321" y="62657"/>
                  <a:pt x="1112735" y="64478"/>
                  <a:pt x="1110111" y="65598"/>
                </a:cubicBezTo>
                <a:cubicBezTo>
                  <a:pt x="1107486" y="66718"/>
                  <a:pt x="1104729" y="67278"/>
                  <a:pt x="1101841" y="67278"/>
                </a:cubicBezTo>
                <a:cubicBezTo>
                  <a:pt x="1099169" y="67278"/>
                  <a:pt x="1096887" y="66936"/>
                  <a:pt x="1094992" y="66252"/>
                </a:cubicBezTo>
                <a:cubicBezTo>
                  <a:pt x="1093097" y="65567"/>
                  <a:pt x="1091536" y="64626"/>
                  <a:pt x="1090309" y="63429"/>
                </a:cubicBezTo>
                <a:cubicBezTo>
                  <a:pt x="1089082" y="62231"/>
                  <a:pt x="1088182" y="60823"/>
                  <a:pt x="1087607" y="59205"/>
                </a:cubicBezTo>
                <a:cubicBezTo>
                  <a:pt x="1087032" y="57587"/>
                  <a:pt x="1086745" y="55829"/>
                  <a:pt x="1086745" y="53931"/>
                </a:cubicBezTo>
                <a:cubicBezTo>
                  <a:pt x="1086745" y="49233"/>
                  <a:pt x="1088492" y="45554"/>
                  <a:pt x="1091987" y="42895"/>
                </a:cubicBezTo>
                <a:cubicBezTo>
                  <a:pt x="1095481" y="40234"/>
                  <a:pt x="1100645" y="38904"/>
                  <a:pt x="1107478" y="38904"/>
                </a:cubicBezTo>
                <a:lnTo>
                  <a:pt x="1117169" y="38904"/>
                </a:lnTo>
                <a:lnTo>
                  <a:pt x="1117169" y="34818"/>
                </a:lnTo>
                <a:cubicBezTo>
                  <a:pt x="1117169" y="32064"/>
                  <a:pt x="1116284" y="29858"/>
                  <a:pt x="1114514" y="28202"/>
                </a:cubicBezTo>
                <a:cubicBezTo>
                  <a:pt x="1112743" y="26547"/>
                  <a:pt x="1110041" y="25719"/>
                  <a:pt x="1106407" y="25719"/>
                </a:cubicBezTo>
                <a:cubicBezTo>
                  <a:pt x="1103767" y="25719"/>
                  <a:pt x="1101165" y="26018"/>
                  <a:pt x="1098603" y="26617"/>
                </a:cubicBezTo>
                <a:cubicBezTo>
                  <a:pt x="1096040" y="27215"/>
                  <a:pt x="1093392" y="28065"/>
                  <a:pt x="1090659" y="29166"/>
                </a:cubicBezTo>
                <a:lnTo>
                  <a:pt x="1090659" y="21851"/>
                </a:lnTo>
                <a:cubicBezTo>
                  <a:pt x="1091684" y="21473"/>
                  <a:pt x="1092825" y="21102"/>
                  <a:pt x="1094083" y="20739"/>
                </a:cubicBezTo>
                <a:cubicBezTo>
                  <a:pt x="1095341" y="20376"/>
                  <a:pt x="1096669" y="20053"/>
                  <a:pt x="1098067" y="19769"/>
                </a:cubicBezTo>
                <a:cubicBezTo>
                  <a:pt x="1099465" y="19485"/>
                  <a:pt x="1100924" y="19256"/>
                  <a:pt x="1102446" y="19084"/>
                </a:cubicBezTo>
                <a:cubicBezTo>
                  <a:pt x="1103968" y="18910"/>
                  <a:pt x="1105506" y="18823"/>
                  <a:pt x="1107059" y="18823"/>
                </a:cubicBezTo>
                <a:cubicBezTo>
                  <a:pt x="1109886" y="18823"/>
                  <a:pt x="1112433" y="19134"/>
                  <a:pt x="1114700" y="19755"/>
                </a:cubicBezTo>
                <a:cubicBezTo>
                  <a:pt x="1116967" y="20376"/>
                  <a:pt x="1118886" y="21323"/>
                  <a:pt x="1120454" y="22597"/>
                </a:cubicBezTo>
                <a:cubicBezTo>
                  <a:pt x="1122023" y="23870"/>
                  <a:pt x="1123226" y="25470"/>
                  <a:pt x="1124065" y="27396"/>
                </a:cubicBezTo>
                <a:cubicBezTo>
                  <a:pt x="1124904" y="29322"/>
                  <a:pt x="1125323" y="31589"/>
                  <a:pt x="1125323" y="34198"/>
                </a:cubicBezTo>
                <a:lnTo>
                  <a:pt x="1125323" y="66440"/>
                </a:lnTo>
                <a:lnTo>
                  <a:pt x="1118055" y="66440"/>
                </a:lnTo>
                <a:moveTo>
                  <a:pt x="1117169" y="45101"/>
                </a:moveTo>
                <a:lnTo>
                  <a:pt x="1106873" y="45101"/>
                </a:lnTo>
                <a:cubicBezTo>
                  <a:pt x="1104854" y="45101"/>
                  <a:pt x="1103114" y="45304"/>
                  <a:pt x="1101654" y="45709"/>
                </a:cubicBezTo>
                <a:cubicBezTo>
                  <a:pt x="1100195" y="46114"/>
                  <a:pt x="1098999" y="46690"/>
                  <a:pt x="1098067" y="47438"/>
                </a:cubicBezTo>
                <a:cubicBezTo>
                  <a:pt x="1097135" y="48185"/>
                  <a:pt x="1096444" y="49081"/>
                  <a:pt x="1095993" y="50125"/>
                </a:cubicBezTo>
                <a:cubicBezTo>
                  <a:pt x="1095543" y="51169"/>
                  <a:pt x="1095318" y="52345"/>
                  <a:pt x="1095318" y="53653"/>
                </a:cubicBezTo>
                <a:cubicBezTo>
                  <a:pt x="1095318" y="54557"/>
                  <a:pt x="1095458" y="55422"/>
                  <a:pt x="1095737" y="56248"/>
                </a:cubicBezTo>
                <a:cubicBezTo>
                  <a:pt x="1096017" y="57073"/>
                  <a:pt x="1096467" y="57805"/>
                  <a:pt x="1097088" y="58443"/>
                </a:cubicBezTo>
                <a:cubicBezTo>
                  <a:pt x="1097710" y="59082"/>
                  <a:pt x="1098517" y="59588"/>
                  <a:pt x="1099511" y="59962"/>
                </a:cubicBezTo>
                <a:cubicBezTo>
                  <a:pt x="1100505" y="60336"/>
                  <a:pt x="1101717" y="60522"/>
                  <a:pt x="1103145" y="60522"/>
                </a:cubicBezTo>
                <a:cubicBezTo>
                  <a:pt x="1105009" y="60522"/>
                  <a:pt x="1107144" y="59954"/>
                  <a:pt x="1109552" y="58818"/>
                </a:cubicBezTo>
                <a:cubicBezTo>
                  <a:pt x="1111959" y="57680"/>
                  <a:pt x="1114498" y="55880"/>
                  <a:pt x="1117169" y="53419"/>
                </a:cubicBezTo>
                <a:lnTo>
                  <a:pt x="1117169" y="45101"/>
                </a:lnTo>
                <a:close/>
                <a:moveTo>
                  <a:pt x="1176902" y="53674"/>
                </a:moveTo>
                <a:cubicBezTo>
                  <a:pt x="1176902" y="55320"/>
                  <a:pt x="1176622" y="56795"/>
                  <a:pt x="1176063" y="58100"/>
                </a:cubicBezTo>
                <a:cubicBezTo>
                  <a:pt x="1175504" y="59404"/>
                  <a:pt x="1174743" y="60561"/>
                  <a:pt x="1173780" y="61571"/>
                </a:cubicBezTo>
                <a:cubicBezTo>
                  <a:pt x="1172817" y="62580"/>
                  <a:pt x="1171699" y="63442"/>
                  <a:pt x="1170426" y="64157"/>
                </a:cubicBezTo>
                <a:cubicBezTo>
                  <a:pt x="1169152" y="64871"/>
                  <a:pt x="1167793" y="65461"/>
                  <a:pt x="1166349" y="65927"/>
                </a:cubicBezTo>
                <a:cubicBezTo>
                  <a:pt x="1164904" y="66393"/>
                  <a:pt x="1163421" y="66735"/>
                  <a:pt x="1161899" y="66952"/>
                </a:cubicBezTo>
                <a:cubicBezTo>
                  <a:pt x="1160377" y="67170"/>
                  <a:pt x="1158886" y="67278"/>
                  <a:pt x="1157427" y="67278"/>
                </a:cubicBezTo>
                <a:cubicBezTo>
                  <a:pt x="1154258" y="67278"/>
                  <a:pt x="1151346" y="67139"/>
                  <a:pt x="1148691" y="66859"/>
                </a:cubicBezTo>
                <a:cubicBezTo>
                  <a:pt x="1146035" y="66579"/>
                  <a:pt x="1143434" y="66129"/>
                  <a:pt x="1140887" y="65508"/>
                </a:cubicBezTo>
                <a:lnTo>
                  <a:pt x="1140887" y="58053"/>
                </a:lnTo>
                <a:cubicBezTo>
                  <a:pt x="1143620" y="58830"/>
                  <a:pt x="1146338" y="59420"/>
                  <a:pt x="1149040" y="59824"/>
                </a:cubicBezTo>
                <a:cubicBezTo>
                  <a:pt x="1151742" y="60227"/>
                  <a:pt x="1154429" y="60429"/>
                  <a:pt x="1157100" y="60429"/>
                </a:cubicBezTo>
                <a:cubicBezTo>
                  <a:pt x="1160983" y="60429"/>
                  <a:pt x="1163856" y="59901"/>
                  <a:pt x="1165720" y="58845"/>
                </a:cubicBezTo>
                <a:cubicBezTo>
                  <a:pt x="1167583" y="57789"/>
                  <a:pt x="1168515" y="56283"/>
                  <a:pt x="1168515" y="54326"/>
                </a:cubicBezTo>
                <a:cubicBezTo>
                  <a:pt x="1168515" y="53487"/>
                  <a:pt x="1168368" y="52734"/>
                  <a:pt x="1168073" y="52066"/>
                </a:cubicBezTo>
                <a:cubicBezTo>
                  <a:pt x="1167778" y="51398"/>
                  <a:pt x="1167242" y="50762"/>
                  <a:pt x="1166465" y="50156"/>
                </a:cubicBezTo>
                <a:cubicBezTo>
                  <a:pt x="1165689" y="49550"/>
                  <a:pt x="1164485" y="48921"/>
                  <a:pt x="1162854" y="48269"/>
                </a:cubicBezTo>
                <a:cubicBezTo>
                  <a:pt x="1161224" y="47617"/>
                  <a:pt x="1158995" y="46871"/>
                  <a:pt x="1156169" y="46033"/>
                </a:cubicBezTo>
                <a:cubicBezTo>
                  <a:pt x="1154056" y="45411"/>
                  <a:pt x="1152107" y="44705"/>
                  <a:pt x="1150321" y="43913"/>
                </a:cubicBezTo>
                <a:cubicBezTo>
                  <a:pt x="1148535" y="43121"/>
                  <a:pt x="1146990" y="42181"/>
                  <a:pt x="1145685" y="41094"/>
                </a:cubicBezTo>
                <a:cubicBezTo>
                  <a:pt x="1144381" y="40007"/>
                  <a:pt x="1143356" y="38733"/>
                  <a:pt x="1142610" y="37273"/>
                </a:cubicBezTo>
                <a:cubicBezTo>
                  <a:pt x="1141865" y="35813"/>
                  <a:pt x="1141492" y="34090"/>
                  <a:pt x="1141492" y="32102"/>
                </a:cubicBezTo>
                <a:cubicBezTo>
                  <a:pt x="1141492" y="30797"/>
                  <a:pt x="1141795" y="29368"/>
                  <a:pt x="1142401" y="27815"/>
                </a:cubicBezTo>
                <a:cubicBezTo>
                  <a:pt x="1143006" y="26262"/>
                  <a:pt x="1144039" y="24818"/>
                  <a:pt x="1145499" y="23482"/>
                </a:cubicBezTo>
                <a:cubicBezTo>
                  <a:pt x="1146959" y="22147"/>
                  <a:pt x="1148931" y="21036"/>
                  <a:pt x="1151416" y="20151"/>
                </a:cubicBezTo>
                <a:cubicBezTo>
                  <a:pt x="1153901" y="19266"/>
                  <a:pt x="1157007" y="18823"/>
                  <a:pt x="1160735" y="18823"/>
                </a:cubicBezTo>
                <a:cubicBezTo>
                  <a:pt x="1162567" y="18823"/>
                  <a:pt x="1164602" y="18924"/>
                  <a:pt x="1166838" y="19126"/>
                </a:cubicBezTo>
                <a:cubicBezTo>
                  <a:pt x="1169074" y="19328"/>
                  <a:pt x="1171404" y="19677"/>
                  <a:pt x="1173827" y="20174"/>
                </a:cubicBezTo>
                <a:lnTo>
                  <a:pt x="1173827" y="27396"/>
                </a:lnTo>
                <a:cubicBezTo>
                  <a:pt x="1171280" y="26775"/>
                  <a:pt x="1168865" y="26316"/>
                  <a:pt x="1166582" y="26021"/>
                </a:cubicBezTo>
                <a:cubicBezTo>
                  <a:pt x="1164299" y="25726"/>
                  <a:pt x="1162319" y="25579"/>
                  <a:pt x="1160641" y="25579"/>
                </a:cubicBezTo>
                <a:cubicBezTo>
                  <a:pt x="1158622" y="25579"/>
                  <a:pt x="1156922" y="25734"/>
                  <a:pt x="1155540" y="26045"/>
                </a:cubicBezTo>
                <a:cubicBezTo>
                  <a:pt x="1154157" y="26355"/>
                  <a:pt x="1153039" y="26782"/>
                  <a:pt x="1152185" y="27326"/>
                </a:cubicBezTo>
                <a:cubicBezTo>
                  <a:pt x="1151331" y="27870"/>
                  <a:pt x="1150717" y="28506"/>
                  <a:pt x="1150345" y="29236"/>
                </a:cubicBezTo>
                <a:cubicBezTo>
                  <a:pt x="1149972" y="29966"/>
                  <a:pt x="1149786" y="30750"/>
                  <a:pt x="1149786" y="31589"/>
                </a:cubicBezTo>
                <a:cubicBezTo>
                  <a:pt x="1149786" y="32428"/>
                  <a:pt x="1149949" y="33189"/>
                  <a:pt x="1150275" y="33872"/>
                </a:cubicBezTo>
                <a:cubicBezTo>
                  <a:pt x="1150601" y="34555"/>
                  <a:pt x="1151207" y="35215"/>
                  <a:pt x="1152092" y="35852"/>
                </a:cubicBezTo>
                <a:cubicBezTo>
                  <a:pt x="1152977" y="36489"/>
                  <a:pt x="1154212" y="37126"/>
                  <a:pt x="1155796" y="37762"/>
                </a:cubicBezTo>
                <a:cubicBezTo>
                  <a:pt x="1157380" y="38399"/>
                  <a:pt x="1159445" y="39090"/>
                  <a:pt x="1161993" y="39836"/>
                </a:cubicBezTo>
                <a:cubicBezTo>
                  <a:pt x="1164757" y="40643"/>
                  <a:pt x="1167087" y="41490"/>
                  <a:pt x="1168981" y="42375"/>
                </a:cubicBezTo>
                <a:cubicBezTo>
                  <a:pt x="1170876" y="43260"/>
                  <a:pt x="1172413" y="44246"/>
                  <a:pt x="1173594" y="45334"/>
                </a:cubicBezTo>
                <a:cubicBezTo>
                  <a:pt x="1174774" y="46421"/>
                  <a:pt x="1175621" y="47648"/>
                  <a:pt x="1176133" y="49014"/>
                </a:cubicBezTo>
                <a:cubicBezTo>
                  <a:pt x="1176646" y="50381"/>
                  <a:pt x="1176902" y="51934"/>
                  <a:pt x="1176902" y="53674"/>
                </a:cubicBezTo>
                <a:close/>
                <a:moveTo>
                  <a:pt x="1228061" y="64716"/>
                </a:moveTo>
                <a:cubicBezTo>
                  <a:pt x="1225949" y="65523"/>
                  <a:pt x="1223783" y="66121"/>
                  <a:pt x="1221562" y="66510"/>
                </a:cubicBezTo>
                <a:cubicBezTo>
                  <a:pt x="1219341" y="66898"/>
                  <a:pt x="1217050" y="67092"/>
                  <a:pt x="1214689" y="67092"/>
                </a:cubicBezTo>
                <a:cubicBezTo>
                  <a:pt x="1207297" y="67092"/>
                  <a:pt x="1201605" y="65088"/>
                  <a:pt x="1197614" y="61082"/>
                </a:cubicBezTo>
                <a:cubicBezTo>
                  <a:pt x="1193622" y="57075"/>
                  <a:pt x="1191627" y="51220"/>
                  <a:pt x="1191627" y="43517"/>
                </a:cubicBezTo>
                <a:cubicBezTo>
                  <a:pt x="1191627" y="39820"/>
                  <a:pt x="1192201" y="36466"/>
                  <a:pt x="1193350" y="33453"/>
                </a:cubicBezTo>
                <a:cubicBezTo>
                  <a:pt x="1194500" y="30440"/>
                  <a:pt x="1196115" y="27862"/>
                  <a:pt x="1198196" y="25719"/>
                </a:cubicBezTo>
                <a:cubicBezTo>
                  <a:pt x="1200277" y="23575"/>
                  <a:pt x="1202762" y="21921"/>
                  <a:pt x="1205651" y="20757"/>
                </a:cubicBezTo>
                <a:cubicBezTo>
                  <a:pt x="1208539" y="19592"/>
                  <a:pt x="1211723" y="19009"/>
                  <a:pt x="1215202" y="19009"/>
                </a:cubicBezTo>
                <a:cubicBezTo>
                  <a:pt x="1217625" y="19009"/>
                  <a:pt x="1219892" y="19184"/>
                  <a:pt x="1222004" y="19534"/>
                </a:cubicBezTo>
                <a:cubicBezTo>
                  <a:pt x="1224116" y="19882"/>
                  <a:pt x="1226135" y="20453"/>
                  <a:pt x="1228061" y="21246"/>
                </a:cubicBezTo>
                <a:lnTo>
                  <a:pt x="1228061" y="28980"/>
                </a:lnTo>
                <a:cubicBezTo>
                  <a:pt x="1226042" y="27907"/>
                  <a:pt x="1223984" y="27127"/>
                  <a:pt x="1221888" y="26639"/>
                </a:cubicBezTo>
                <a:cubicBezTo>
                  <a:pt x="1219791" y="26150"/>
                  <a:pt x="1217625" y="25905"/>
                  <a:pt x="1215388" y="25905"/>
                </a:cubicBezTo>
                <a:cubicBezTo>
                  <a:pt x="1213307" y="25905"/>
                  <a:pt x="1211343" y="26301"/>
                  <a:pt x="1209494" y="27093"/>
                </a:cubicBezTo>
                <a:cubicBezTo>
                  <a:pt x="1207646" y="27885"/>
                  <a:pt x="1206023" y="29027"/>
                  <a:pt x="1204626" y="30518"/>
                </a:cubicBezTo>
                <a:cubicBezTo>
                  <a:pt x="1203228" y="32008"/>
                  <a:pt x="1202125" y="33826"/>
                  <a:pt x="1201318" y="35969"/>
                </a:cubicBezTo>
                <a:cubicBezTo>
                  <a:pt x="1200510" y="38112"/>
                  <a:pt x="1200106" y="40535"/>
                  <a:pt x="1200106" y="43237"/>
                </a:cubicBezTo>
                <a:cubicBezTo>
                  <a:pt x="1200106" y="48890"/>
                  <a:pt x="1201481" y="53122"/>
                  <a:pt x="1204230" y="55933"/>
                </a:cubicBezTo>
                <a:cubicBezTo>
                  <a:pt x="1206979" y="58744"/>
                  <a:pt x="1210791" y="60150"/>
                  <a:pt x="1215668" y="60150"/>
                </a:cubicBezTo>
                <a:cubicBezTo>
                  <a:pt x="1217873" y="60150"/>
                  <a:pt x="1220009" y="59901"/>
                  <a:pt x="1222074" y="59404"/>
                </a:cubicBezTo>
                <a:cubicBezTo>
                  <a:pt x="1224140" y="58907"/>
                  <a:pt x="1226135" y="58162"/>
                  <a:pt x="1228061" y="57168"/>
                </a:cubicBezTo>
                <a:lnTo>
                  <a:pt x="1228061" y="64716"/>
                </a:lnTo>
                <a:close/>
                <a:moveTo>
                  <a:pt x="1273630" y="66440"/>
                </a:moveTo>
                <a:lnTo>
                  <a:pt x="1273443" y="60137"/>
                </a:lnTo>
                <a:cubicBezTo>
                  <a:pt x="1270896" y="62657"/>
                  <a:pt x="1268311" y="64478"/>
                  <a:pt x="1265686" y="65598"/>
                </a:cubicBezTo>
                <a:cubicBezTo>
                  <a:pt x="1263061" y="66718"/>
                  <a:pt x="1260305" y="67278"/>
                  <a:pt x="1257416" y="67278"/>
                </a:cubicBezTo>
                <a:cubicBezTo>
                  <a:pt x="1254745" y="67278"/>
                  <a:pt x="1252462" y="66936"/>
                  <a:pt x="1250567" y="66252"/>
                </a:cubicBezTo>
                <a:cubicBezTo>
                  <a:pt x="1248672" y="65567"/>
                  <a:pt x="1247111" y="64626"/>
                  <a:pt x="1245885" y="63429"/>
                </a:cubicBezTo>
                <a:cubicBezTo>
                  <a:pt x="1244658" y="62231"/>
                  <a:pt x="1243757" y="60823"/>
                  <a:pt x="1243182" y="59205"/>
                </a:cubicBezTo>
                <a:cubicBezTo>
                  <a:pt x="1242608" y="57587"/>
                  <a:pt x="1242320" y="55829"/>
                  <a:pt x="1242320" y="53931"/>
                </a:cubicBezTo>
                <a:cubicBezTo>
                  <a:pt x="1242320" y="49233"/>
                  <a:pt x="1244067" y="45554"/>
                  <a:pt x="1247562" y="42895"/>
                </a:cubicBezTo>
                <a:cubicBezTo>
                  <a:pt x="1251056" y="40234"/>
                  <a:pt x="1256220" y="38904"/>
                  <a:pt x="1263054" y="38904"/>
                </a:cubicBezTo>
                <a:lnTo>
                  <a:pt x="1272745" y="38904"/>
                </a:lnTo>
                <a:lnTo>
                  <a:pt x="1272745" y="34818"/>
                </a:lnTo>
                <a:cubicBezTo>
                  <a:pt x="1272745" y="32064"/>
                  <a:pt x="1271859" y="29858"/>
                  <a:pt x="1270089" y="28202"/>
                </a:cubicBezTo>
                <a:cubicBezTo>
                  <a:pt x="1268318" y="26547"/>
                  <a:pt x="1265616" y="25719"/>
                  <a:pt x="1261982" y="25719"/>
                </a:cubicBezTo>
                <a:cubicBezTo>
                  <a:pt x="1259342" y="25719"/>
                  <a:pt x="1256740" y="26018"/>
                  <a:pt x="1254178" y="26617"/>
                </a:cubicBezTo>
                <a:cubicBezTo>
                  <a:pt x="1251615" y="27215"/>
                  <a:pt x="1248967" y="28065"/>
                  <a:pt x="1246234" y="29166"/>
                </a:cubicBezTo>
                <a:lnTo>
                  <a:pt x="1246234" y="21851"/>
                </a:lnTo>
                <a:cubicBezTo>
                  <a:pt x="1247259" y="21473"/>
                  <a:pt x="1248400" y="21102"/>
                  <a:pt x="1249658" y="20739"/>
                </a:cubicBezTo>
                <a:cubicBezTo>
                  <a:pt x="1250916" y="20376"/>
                  <a:pt x="1252244" y="20053"/>
                  <a:pt x="1253642" y="19769"/>
                </a:cubicBezTo>
                <a:cubicBezTo>
                  <a:pt x="1255040" y="19485"/>
                  <a:pt x="1256500" y="19256"/>
                  <a:pt x="1258022" y="19084"/>
                </a:cubicBezTo>
                <a:cubicBezTo>
                  <a:pt x="1259544" y="18910"/>
                  <a:pt x="1261081" y="18823"/>
                  <a:pt x="1262634" y="18823"/>
                </a:cubicBezTo>
                <a:cubicBezTo>
                  <a:pt x="1265461" y="18823"/>
                  <a:pt x="1268008" y="19134"/>
                  <a:pt x="1270275" y="19755"/>
                </a:cubicBezTo>
                <a:cubicBezTo>
                  <a:pt x="1272543" y="20376"/>
                  <a:pt x="1274461" y="21323"/>
                  <a:pt x="1276029" y="22597"/>
                </a:cubicBezTo>
                <a:cubicBezTo>
                  <a:pt x="1277598" y="23870"/>
                  <a:pt x="1278802" y="25470"/>
                  <a:pt x="1279640" y="27396"/>
                </a:cubicBezTo>
                <a:cubicBezTo>
                  <a:pt x="1280479" y="29322"/>
                  <a:pt x="1280898" y="31589"/>
                  <a:pt x="1280898" y="34198"/>
                </a:cubicBezTo>
                <a:lnTo>
                  <a:pt x="1280898" y="66440"/>
                </a:lnTo>
                <a:lnTo>
                  <a:pt x="1273630" y="66440"/>
                </a:lnTo>
                <a:moveTo>
                  <a:pt x="1272745" y="45101"/>
                </a:moveTo>
                <a:lnTo>
                  <a:pt x="1262448" y="45101"/>
                </a:lnTo>
                <a:cubicBezTo>
                  <a:pt x="1260429" y="45101"/>
                  <a:pt x="1258689" y="45304"/>
                  <a:pt x="1257230" y="45709"/>
                </a:cubicBezTo>
                <a:cubicBezTo>
                  <a:pt x="1255770" y="46114"/>
                  <a:pt x="1254574" y="46690"/>
                  <a:pt x="1253642" y="47438"/>
                </a:cubicBezTo>
                <a:cubicBezTo>
                  <a:pt x="1252710" y="48185"/>
                  <a:pt x="1252019" y="49081"/>
                  <a:pt x="1251569" y="50125"/>
                </a:cubicBezTo>
                <a:cubicBezTo>
                  <a:pt x="1251118" y="51169"/>
                  <a:pt x="1250893" y="52345"/>
                  <a:pt x="1250893" y="53653"/>
                </a:cubicBezTo>
                <a:cubicBezTo>
                  <a:pt x="1250893" y="54557"/>
                  <a:pt x="1251033" y="55422"/>
                  <a:pt x="1251312" y="56248"/>
                </a:cubicBezTo>
                <a:cubicBezTo>
                  <a:pt x="1251592" y="57073"/>
                  <a:pt x="1252042" y="57805"/>
                  <a:pt x="1252664" y="58443"/>
                </a:cubicBezTo>
                <a:cubicBezTo>
                  <a:pt x="1253285" y="59082"/>
                  <a:pt x="1254092" y="59588"/>
                  <a:pt x="1255086" y="59962"/>
                </a:cubicBezTo>
                <a:cubicBezTo>
                  <a:pt x="1256080" y="60336"/>
                  <a:pt x="1257292" y="60522"/>
                  <a:pt x="1258721" y="60522"/>
                </a:cubicBezTo>
                <a:cubicBezTo>
                  <a:pt x="1260584" y="60522"/>
                  <a:pt x="1262720" y="59954"/>
                  <a:pt x="1265127" y="58818"/>
                </a:cubicBezTo>
                <a:cubicBezTo>
                  <a:pt x="1267534" y="57680"/>
                  <a:pt x="1270073" y="55880"/>
                  <a:pt x="1272745" y="53419"/>
                </a:cubicBezTo>
                <a:lnTo>
                  <a:pt x="1272745" y="45101"/>
                </a:lnTo>
                <a:close/>
                <a:moveTo>
                  <a:pt x="1293061" y="44029"/>
                </a:moveTo>
                <a:cubicBezTo>
                  <a:pt x="1293061" y="40053"/>
                  <a:pt x="1293604" y="36520"/>
                  <a:pt x="1294691" y="33429"/>
                </a:cubicBezTo>
                <a:cubicBezTo>
                  <a:pt x="1295778" y="30339"/>
                  <a:pt x="1297324" y="27730"/>
                  <a:pt x="1299327" y="25602"/>
                </a:cubicBezTo>
                <a:cubicBezTo>
                  <a:pt x="1301331" y="23474"/>
                  <a:pt x="1303738" y="21859"/>
                  <a:pt x="1306549" y="20757"/>
                </a:cubicBezTo>
                <a:cubicBezTo>
                  <a:pt x="1309360" y="19654"/>
                  <a:pt x="1312489" y="19103"/>
                  <a:pt x="1315937" y="19103"/>
                </a:cubicBezTo>
                <a:cubicBezTo>
                  <a:pt x="1317428" y="19103"/>
                  <a:pt x="1318896" y="19196"/>
                  <a:pt x="1320340" y="19382"/>
                </a:cubicBezTo>
                <a:cubicBezTo>
                  <a:pt x="1321784" y="19568"/>
                  <a:pt x="1323205" y="19864"/>
                  <a:pt x="1324603" y="20267"/>
                </a:cubicBezTo>
                <a:lnTo>
                  <a:pt x="1324603" y="559"/>
                </a:lnTo>
                <a:lnTo>
                  <a:pt x="1332757" y="559"/>
                </a:lnTo>
                <a:lnTo>
                  <a:pt x="1332757" y="66440"/>
                </a:lnTo>
                <a:lnTo>
                  <a:pt x="1325488" y="66440"/>
                </a:lnTo>
                <a:lnTo>
                  <a:pt x="1325209" y="57587"/>
                </a:lnTo>
                <a:cubicBezTo>
                  <a:pt x="1322941" y="60880"/>
                  <a:pt x="1320487" y="63318"/>
                  <a:pt x="1317847" y="64902"/>
                </a:cubicBezTo>
                <a:cubicBezTo>
                  <a:pt x="1315207" y="66486"/>
                  <a:pt x="1312349" y="67278"/>
                  <a:pt x="1309274" y="67278"/>
                </a:cubicBezTo>
                <a:cubicBezTo>
                  <a:pt x="1306603" y="67278"/>
                  <a:pt x="1304250" y="66719"/>
                  <a:pt x="1302216" y="65601"/>
                </a:cubicBezTo>
                <a:cubicBezTo>
                  <a:pt x="1300181" y="64483"/>
                  <a:pt x="1298488" y="62906"/>
                  <a:pt x="1297137" y="60872"/>
                </a:cubicBezTo>
                <a:cubicBezTo>
                  <a:pt x="1295786" y="58837"/>
                  <a:pt x="1294769" y="56391"/>
                  <a:pt x="1294086" y="53534"/>
                </a:cubicBezTo>
                <a:cubicBezTo>
                  <a:pt x="1293402" y="50676"/>
                  <a:pt x="1293061" y="47508"/>
                  <a:pt x="1293061" y="44029"/>
                </a:cubicBezTo>
                <a:moveTo>
                  <a:pt x="1301354" y="43517"/>
                </a:moveTo>
                <a:cubicBezTo>
                  <a:pt x="1301354" y="49170"/>
                  <a:pt x="1302185" y="53386"/>
                  <a:pt x="1303847" y="56166"/>
                </a:cubicBezTo>
                <a:cubicBezTo>
                  <a:pt x="1305508" y="58946"/>
                  <a:pt x="1307861" y="60336"/>
                  <a:pt x="1310905" y="60336"/>
                </a:cubicBezTo>
                <a:cubicBezTo>
                  <a:pt x="1312955" y="60336"/>
                  <a:pt x="1315122" y="59420"/>
                  <a:pt x="1317405" y="57587"/>
                </a:cubicBezTo>
                <a:cubicBezTo>
                  <a:pt x="1319688" y="55755"/>
                  <a:pt x="1322087" y="53037"/>
                  <a:pt x="1324603" y="49434"/>
                </a:cubicBezTo>
                <a:lnTo>
                  <a:pt x="1324603" y="27722"/>
                </a:lnTo>
                <a:cubicBezTo>
                  <a:pt x="1323267" y="27101"/>
                  <a:pt x="1321792" y="26627"/>
                  <a:pt x="1320177" y="26301"/>
                </a:cubicBezTo>
                <a:cubicBezTo>
                  <a:pt x="1318562" y="25975"/>
                  <a:pt x="1316962" y="25812"/>
                  <a:pt x="1315378" y="25812"/>
                </a:cubicBezTo>
                <a:cubicBezTo>
                  <a:pt x="1310967" y="25812"/>
                  <a:pt x="1307527" y="27241"/>
                  <a:pt x="1305058" y="30098"/>
                </a:cubicBezTo>
                <a:cubicBezTo>
                  <a:pt x="1302589" y="32956"/>
                  <a:pt x="1301354" y="37429"/>
                  <a:pt x="1301354" y="43517"/>
                </a:cubicBezTo>
                <a:close/>
                <a:moveTo>
                  <a:pt x="1386805" y="40581"/>
                </a:moveTo>
                <a:cubicBezTo>
                  <a:pt x="1386805" y="41731"/>
                  <a:pt x="1386790" y="42693"/>
                  <a:pt x="1386759" y="43470"/>
                </a:cubicBezTo>
                <a:cubicBezTo>
                  <a:pt x="1386728" y="44246"/>
                  <a:pt x="1386681" y="44976"/>
                  <a:pt x="1386619" y="45660"/>
                </a:cubicBezTo>
                <a:lnTo>
                  <a:pt x="1353772" y="45660"/>
                </a:lnTo>
                <a:cubicBezTo>
                  <a:pt x="1353772" y="50443"/>
                  <a:pt x="1355107" y="54116"/>
                  <a:pt x="1357779" y="56679"/>
                </a:cubicBezTo>
                <a:cubicBezTo>
                  <a:pt x="1360450" y="59241"/>
                  <a:pt x="1364301" y="60522"/>
                  <a:pt x="1369333" y="60522"/>
                </a:cubicBezTo>
                <a:cubicBezTo>
                  <a:pt x="1370700" y="60522"/>
                  <a:pt x="1372067" y="60467"/>
                  <a:pt x="1373433" y="60357"/>
                </a:cubicBezTo>
                <a:cubicBezTo>
                  <a:pt x="1374800" y="60245"/>
                  <a:pt x="1376120" y="60094"/>
                  <a:pt x="1377394" y="59904"/>
                </a:cubicBezTo>
                <a:cubicBezTo>
                  <a:pt x="1378667" y="59712"/>
                  <a:pt x="1379886" y="59498"/>
                  <a:pt x="1381051" y="59260"/>
                </a:cubicBezTo>
                <a:cubicBezTo>
                  <a:pt x="1382216" y="59021"/>
                  <a:pt x="1383295" y="58759"/>
                  <a:pt x="1384289" y="58472"/>
                </a:cubicBezTo>
                <a:lnTo>
                  <a:pt x="1384289" y="65135"/>
                </a:lnTo>
                <a:cubicBezTo>
                  <a:pt x="1382084" y="65770"/>
                  <a:pt x="1379591" y="66286"/>
                  <a:pt x="1376811" y="66683"/>
                </a:cubicBezTo>
                <a:cubicBezTo>
                  <a:pt x="1374031" y="67080"/>
                  <a:pt x="1371150" y="67278"/>
                  <a:pt x="1368169" y="67278"/>
                </a:cubicBezTo>
                <a:cubicBezTo>
                  <a:pt x="1364162" y="67278"/>
                  <a:pt x="1360714" y="66735"/>
                  <a:pt x="1357825" y="65648"/>
                </a:cubicBezTo>
                <a:cubicBezTo>
                  <a:pt x="1354937" y="64560"/>
                  <a:pt x="1352568" y="62984"/>
                  <a:pt x="1350720" y="60919"/>
                </a:cubicBezTo>
                <a:cubicBezTo>
                  <a:pt x="1348872" y="58853"/>
                  <a:pt x="1347505" y="56321"/>
                  <a:pt x="1346620" y="53324"/>
                </a:cubicBezTo>
                <a:cubicBezTo>
                  <a:pt x="1345735" y="50327"/>
                  <a:pt x="1345292" y="46933"/>
                  <a:pt x="1345292" y="43144"/>
                </a:cubicBezTo>
                <a:cubicBezTo>
                  <a:pt x="1345292" y="39851"/>
                  <a:pt x="1345766" y="36737"/>
                  <a:pt x="1346713" y="33802"/>
                </a:cubicBezTo>
                <a:cubicBezTo>
                  <a:pt x="1347660" y="30867"/>
                  <a:pt x="1349043" y="28289"/>
                  <a:pt x="1350860" y="26068"/>
                </a:cubicBezTo>
                <a:cubicBezTo>
                  <a:pt x="1352677" y="23847"/>
                  <a:pt x="1354905" y="22084"/>
                  <a:pt x="1357546" y="20780"/>
                </a:cubicBezTo>
                <a:cubicBezTo>
                  <a:pt x="1360186" y="19475"/>
                  <a:pt x="1363183" y="18823"/>
                  <a:pt x="1366538" y="18823"/>
                </a:cubicBezTo>
                <a:cubicBezTo>
                  <a:pt x="1369799" y="18823"/>
                  <a:pt x="1372688" y="19336"/>
                  <a:pt x="1375204" y="20361"/>
                </a:cubicBezTo>
                <a:cubicBezTo>
                  <a:pt x="1377720" y="21386"/>
                  <a:pt x="1379840" y="22838"/>
                  <a:pt x="1381564" y="24717"/>
                </a:cubicBezTo>
                <a:cubicBezTo>
                  <a:pt x="1383288" y="26596"/>
                  <a:pt x="1384592" y="28879"/>
                  <a:pt x="1385477" y="31566"/>
                </a:cubicBezTo>
                <a:cubicBezTo>
                  <a:pt x="1386363" y="34253"/>
                  <a:pt x="1386805" y="37258"/>
                  <a:pt x="1386805" y="40581"/>
                </a:cubicBezTo>
                <a:moveTo>
                  <a:pt x="1378372" y="39416"/>
                </a:moveTo>
                <a:cubicBezTo>
                  <a:pt x="1378465" y="37335"/>
                  <a:pt x="1378263" y="35433"/>
                  <a:pt x="1377766" y="33709"/>
                </a:cubicBezTo>
                <a:cubicBezTo>
                  <a:pt x="1377269" y="31985"/>
                  <a:pt x="1376501" y="30502"/>
                  <a:pt x="1375460" y="29260"/>
                </a:cubicBezTo>
                <a:cubicBezTo>
                  <a:pt x="1374420" y="28017"/>
                  <a:pt x="1373123" y="27046"/>
                  <a:pt x="1371570" y="26348"/>
                </a:cubicBezTo>
                <a:cubicBezTo>
                  <a:pt x="1370017" y="25649"/>
                  <a:pt x="1368215" y="25299"/>
                  <a:pt x="1366165" y="25299"/>
                </a:cubicBezTo>
                <a:cubicBezTo>
                  <a:pt x="1364395" y="25299"/>
                  <a:pt x="1362779" y="25641"/>
                  <a:pt x="1361320" y="26324"/>
                </a:cubicBezTo>
                <a:cubicBezTo>
                  <a:pt x="1359860" y="27008"/>
                  <a:pt x="1358602" y="27970"/>
                  <a:pt x="1357546" y="29213"/>
                </a:cubicBezTo>
                <a:cubicBezTo>
                  <a:pt x="1356490" y="30455"/>
                  <a:pt x="1355635" y="31946"/>
                  <a:pt x="1354983" y="33686"/>
                </a:cubicBezTo>
                <a:cubicBezTo>
                  <a:pt x="1354331" y="35425"/>
                  <a:pt x="1353927" y="37335"/>
                  <a:pt x="1353772" y="39416"/>
                </a:cubicBezTo>
                <a:lnTo>
                  <a:pt x="1378372" y="39416"/>
                </a:lnTo>
                <a:close/>
                <a:moveTo>
                  <a:pt x="1401064" y="19662"/>
                </a:moveTo>
                <a:lnTo>
                  <a:pt x="1408472" y="19662"/>
                </a:lnTo>
                <a:lnTo>
                  <a:pt x="1408705" y="28259"/>
                </a:lnTo>
                <a:cubicBezTo>
                  <a:pt x="1411470" y="24943"/>
                  <a:pt x="1414195" y="22542"/>
                  <a:pt x="1416882" y="21055"/>
                </a:cubicBezTo>
                <a:cubicBezTo>
                  <a:pt x="1419569" y="19567"/>
                  <a:pt x="1422279" y="18823"/>
                  <a:pt x="1425012" y="18823"/>
                </a:cubicBezTo>
                <a:cubicBezTo>
                  <a:pt x="1429858" y="18823"/>
                  <a:pt x="1433531" y="20388"/>
                  <a:pt x="1436031" y="23517"/>
                </a:cubicBezTo>
                <a:cubicBezTo>
                  <a:pt x="1438532" y="26647"/>
                  <a:pt x="1439689" y="31294"/>
                  <a:pt x="1439502" y="37460"/>
                </a:cubicBezTo>
                <a:lnTo>
                  <a:pt x="1431302" y="37460"/>
                </a:lnTo>
                <a:cubicBezTo>
                  <a:pt x="1431395" y="33376"/>
                  <a:pt x="1430797" y="30414"/>
                  <a:pt x="1429508" y="28574"/>
                </a:cubicBezTo>
                <a:cubicBezTo>
                  <a:pt x="1428219" y="26732"/>
                  <a:pt x="1426332" y="25812"/>
                  <a:pt x="1423848" y="25812"/>
                </a:cubicBezTo>
                <a:cubicBezTo>
                  <a:pt x="1422760" y="25812"/>
                  <a:pt x="1421665" y="26005"/>
                  <a:pt x="1420563" y="26393"/>
                </a:cubicBezTo>
                <a:cubicBezTo>
                  <a:pt x="1419460" y="26779"/>
                  <a:pt x="1418326" y="27397"/>
                  <a:pt x="1417162" y="28248"/>
                </a:cubicBezTo>
                <a:cubicBezTo>
                  <a:pt x="1415997" y="29098"/>
                  <a:pt x="1414762" y="30188"/>
                  <a:pt x="1413458" y="31519"/>
                </a:cubicBezTo>
                <a:cubicBezTo>
                  <a:pt x="1412153" y="32849"/>
                  <a:pt x="1410755" y="34457"/>
                  <a:pt x="1409264" y="36344"/>
                </a:cubicBezTo>
                <a:lnTo>
                  <a:pt x="1409264" y="66440"/>
                </a:lnTo>
                <a:lnTo>
                  <a:pt x="1401064" y="66440"/>
                </a:lnTo>
                <a:lnTo>
                  <a:pt x="1401064" y="19662"/>
                </a:lnTo>
                <a:close/>
                <a:moveTo>
                  <a:pt x="1483979" y="44821"/>
                </a:moveTo>
                <a:lnTo>
                  <a:pt x="1456117" y="44821"/>
                </a:lnTo>
                <a:lnTo>
                  <a:pt x="1456117" y="37180"/>
                </a:lnTo>
                <a:lnTo>
                  <a:pt x="1483979" y="37180"/>
                </a:lnTo>
                <a:lnTo>
                  <a:pt x="1483979" y="44821"/>
                </a:lnTo>
                <a:close/>
                <a:moveTo>
                  <a:pt x="1540170" y="53674"/>
                </a:moveTo>
                <a:cubicBezTo>
                  <a:pt x="1540170" y="55320"/>
                  <a:pt x="1539891" y="56795"/>
                  <a:pt x="1539332" y="58100"/>
                </a:cubicBezTo>
                <a:cubicBezTo>
                  <a:pt x="1538773" y="59404"/>
                  <a:pt x="1538012" y="60561"/>
                  <a:pt x="1537049" y="61571"/>
                </a:cubicBezTo>
                <a:cubicBezTo>
                  <a:pt x="1536086" y="62580"/>
                  <a:pt x="1534968" y="63442"/>
                  <a:pt x="1533694" y="64157"/>
                </a:cubicBezTo>
                <a:cubicBezTo>
                  <a:pt x="1532421" y="64871"/>
                  <a:pt x="1531062" y="65461"/>
                  <a:pt x="1529617" y="65927"/>
                </a:cubicBezTo>
                <a:cubicBezTo>
                  <a:pt x="1528173" y="66393"/>
                  <a:pt x="1526690" y="66735"/>
                  <a:pt x="1525168" y="66952"/>
                </a:cubicBezTo>
                <a:cubicBezTo>
                  <a:pt x="1523646" y="67170"/>
                  <a:pt x="1522155" y="67278"/>
                  <a:pt x="1520695" y="67278"/>
                </a:cubicBezTo>
                <a:cubicBezTo>
                  <a:pt x="1517527" y="67278"/>
                  <a:pt x="1514615" y="67139"/>
                  <a:pt x="1511959" y="66859"/>
                </a:cubicBezTo>
                <a:cubicBezTo>
                  <a:pt x="1509304" y="66579"/>
                  <a:pt x="1506702" y="66129"/>
                  <a:pt x="1504155" y="65508"/>
                </a:cubicBezTo>
                <a:lnTo>
                  <a:pt x="1504155" y="58053"/>
                </a:lnTo>
                <a:cubicBezTo>
                  <a:pt x="1506889" y="58830"/>
                  <a:pt x="1509606" y="59420"/>
                  <a:pt x="1512309" y="59824"/>
                </a:cubicBezTo>
                <a:cubicBezTo>
                  <a:pt x="1515011" y="60227"/>
                  <a:pt x="1517698" y="60429"/>
                  <a:pt x="1520369" y="60429"/>
                </a:cubicBezTo>
                <a:cubicBezTo>
                  <a:pt x="1524252" y="60429"/>
                  <a:pt x="1527125" y="59901"/>
                  <a:pt x="1528988" y="58845"/>
                </a:cubicBezTo>
                <a:cubicBezTo>
                  <a:pt x="1530852" y="57789"/>
                  <a:pt x="1531784" y="56283"/>
                  <a:pt x="1531784" y="54326"/>
                </a:cubicBezTo>
                <a:cubicBezTo>
                  <a:pt x="1531784" y="53487"/>
                  <a:pt x="1531636" y="52734"/>
                  <a:pt x="1531341" y="52066"/>
                </a:cubicBezTo>
                <a:cubicBezTo>
                  <a:pt x="1531046" y="51398"/>
                  <a:pt x="1530510" y="50762"/>
                  <a:pt x="1529734" y="50156"/>
                </a:cubicBezTo>
                <a:cubicBezTo>
                  <a:pt x="1528957" y="49550"/>
                  <a:pt x="1527754" y="48921"/>
                  <a:pt x="1526123" y="48269"/>
                </a:cubicBezTo>
                <a:cubicBezTo>
                  <a:pt x="1524492" y="47617"/>
                  <a:pt x="1522264" y="46871"/>
                  <a:pt x="1519437" y="46033"/>
                </a:cubicBezTo>
                <a:cubicBezTo>
                  <a:pt x="1517325" y="45411"/>
                  <a:pt x="1515376" y="44705"/>
                  <a:pt x="1513590" y="43913"/>
                </a:cubicBezTo>
                <a:cubicBezTo>
                  <a:pt x="1511804" y="43121"/>
                  <a:pt x="1510259" y="42181"/>
                  <a:pt x="1508954" y="41094"/>
                </a:cubicBezTo>
                <a:cubicBezTo>
                  <a:pt x="1507650" y="40007"/>
                  <a:pt x="1506624" y="38733"/>
                  <a:pt x="1505879" y="37273"/>
                </a:cubicBezTo>
                <a:cubicBezTo>
                  <a:pt x="1505134" y="35813"/>
                  <a:pt x="1504761" y="34090"/>
                  <a:pt x="1504761" y="32102"/>
                </a:cubicBezTo>
                <a:cubicBezTo>
                  <a:pt x="1504761" y="30797"/>
                  <a:pt x="1505064" y="29368"/>
                  <a:pt x="1505669" y="27815"/>
                </a:cubicBezTo>
                <a:cubicBezTo>
                  <a:pt x="1506275" y="26262"/>
                  <a:pt x="1507308" y="24818"/>
                  <a:pt x="1508768" y="23482"/>
                </a:cubicBezTo>
                <a:cubicBezTo>
                  <a:pt x="1510228" y="22147"/>
                  <a:pt x="1512200" y="21036"/>
                  <a:pt x="1514685" y="20151"/>
                </a:cubicBezTo>
                <a:cubicBezTo>
                  <a:pt x="1517170" y="19266"/>
                  <a:pt x="1520276" y="18823"/>
                  <a:pt x="1524003" y="18823"/>
                </a:cubicBezTo>
                <a:cubicBezTo>
                  <a:pt x="1525836" y="18823"/>
                  <a:pt x="1527870" y="18924"/>
                  <a:pt x="1530107" y="19126"/>
                </a:cubicBezTo>
                <a:cubicBezTo>
                  <a:pt x="1532343" y="19328"/>
                  <a:pt x="1534673" y="19677"/>
                  <a:pt x="1537095" y="20174"/>
                </a:cubicBezTo>
                <a:lnTo>
                  <a:pt x="1537095" y="27396"/>
                </a:lnTo>
                <a:cubicBezTo>
                  <a:pt x="1534548" y="26775"/>
                  <a:pt x="1532133" y="26316"/>
                  <a:pt x="1529850" y="26021"/>
                </a:cubicBezTo>
                <a:cubicBezTo>
                  <a:pt x="1527567" y="25726"/>
                  <a:pt x="1525587" y="25579"/>
                  <a:pt x="1523910" y="25579"/>
                </a:cubicBezTo>
                <a:cubicBezTo>
                  <a:pt x="1521891" y="25579"/>
                  <a:pt x="1520190" y="25734"/>
                  <a:pt x="1518808" y="26045"/>
                </a:cubicBezTo>
                <a:cubicBezTo>
                  <a:pt x="1517426" y="26355"/>
                  <a:pt x="1516308" y="26782"/>
                  <a:pt x="1515454" y="27326"/>
                </a:cubicBezTo>
                <a:cubicBezTo>
                  <a:pt x="1514599" y="27870"/>
                  <a:pt x="1513986" y="28506"/>
                  <a:pt x="1513613" y="29236"/>
                </a:cubicBezTo>
                <a:cubicBezTo>
                  <a:pt x="1513241" y="29966"/>
                  <a:pt x="1513054" y="30750"/>
                  <a:pt x="1513054" y="31589"/>
                </a:cubicBezTo>
                <a:cubicBezTo>
                  <a:pt x="1513054" y="32428"/>
                  <a:pt x="1513217" y="33189"/>
                  <a:pt x="1513543" y="33872"/>
                </a:cubicBezTo>
                <a:cubicBezTo>
                  <a:pt x="1513869" y="34555"/>
                  <a:pt x="1514475" y="35215"/>
                  <a:pt x="1515360" y="35852"/>
                </a:cubicBezTo>
                <a:cubicBezTo>
                  <a:pt x="1516246" y="36489"/>
                  <a:pt x="1517480" y="37126"/>
                  <a:pt x="1519064" y="37762"/>
                </a:cubicBezTo>
                <a:cubicBezTo>
                  <a:pt x="1520649" y="38399"/>
                  <a:pt x="1522714" y="39090"/>
                  <a:pt x="1525261" y="39836"/>
                </a:cubicBezTo>
                <a:cubicBezTo>
                  <a:pt x="1528026" y="40643"/>
                  <a:pt x="1530355" y="41490"/>
                  <a:pt x="1532250" y="42375"/>
                </a:cubicBezTo>
                <a:cubicBezTo>
                  <a:pt x="1534145" y="43260"/>
                  <a:pt x="1535682" y="44246"/>
                  <a:pt x="1536862" y="45334"/>
                </a:cubicBezTo>
                <a:cubicBezTo>
                  <a:pt x="1538043" y="46421"/>
                  <a:pt x="1538889" y="47648"/>
                  <a:pt x="1539402" y="49014"/>
                </a:cubicBezTo>
                <a:cubicBezTo>
                  <a:pt x="1539914" y="50381"/>
                  <a:pt x="1540170" y="51934"/>
                  <a:pt x="1540170" y="53674"/>
                </a:cubicBezTo>
                <a:close/>
                <a:moveTo>
                  <a:pt x="1594498" y="40581"/>
                </a:moveTo>
                <a:cubicBezTo>
                  <a:pt x="1594498" y="41731"/>
                  <a:pt x="1594483" y="42693"/>
                  <a:pt x="1594452" y="43470"/>
                </a:cubicBezTo>
                <a:cubicBezTo>
                  <a:pt x="1594421" y="44246"/>
                  <a:pt x="1594374" y="44976"/>
                  <a:pt x="1594312" y="45660"/>
                </a:cubicBezTo>
                <a:lnTo>
                  <a:pt x="1561465" y="45660"/>
                </a:lnTo>
                <a:cubicBezTo>
                  <a:pt x="1561465" y="50443"/>
                  <a:pt x="1562800" y="54116"/>
                  <a:pt x="1565472" y="56679"/>
                </a:cubicBezTo>
                <a:cubicBezTo>
                  <a:pt x="1568143" y="59241"/>
                  <a:pt x="1571995" y="60522"/>
                  <a:pt x="1577026" y="60522"/>
                </a:cubicBezTo>
                <a:cubicBezTo>
                  <a:pt x="1578393" y="60522"/>
                  <a:pt x="1579760" y="60467"/>
                  <a:pt x="1581126" y="60357"/>
                </a:cubicBezTo>
                <a:cubicBezTo>
                  <a:pt x="1582493" y="60245"/>
                  <a:pt x="1583813" y="60094"/>
                  <a:pt x="1585087" y="59904"/>
                </a:cubicBezTo>
                <a:cubicBezTo>
                  <a:pt x="1586360" y="59712"/>
                  <a:pt x="1587579" y="59498"/>
                  <a:pt x="1588744" y="59260"/>
                </a:cubicBezTo>
                <a:cubicBezTo>
                  <a:pt x="1589909" y="59021"/>
                  <a:pt x="1590988" y="58759"/>
                  <a:pt x="1591982" y="58472"/>
                </a:cubicBezTo>
                <a:lnTo>
                  <a:pt x="1591982" y="65135"/>
                </a:lnTo>
                <a:cubicBezTo>
                  <a:pt x="1589777" y="65770"/>
                  <a:pt x="1587284" y="66286"/>
                  <a:pt x="1584504" y="66683"/>
                </a:cubicBezTo>
                <a:cubicBezTo>
                  <a:pt x="1581724" y="67080"/>
                  <a:pt x="1578844" y="67278"/>
                  <a:pt x="1575862" y="67278"/>
                </a:cubicBezTo>
                <a:cubicBezTo>
                  <a:pt x="1571855" y="67278"/>
                  <a:pt x="1568407" y="66735"/>
                  <a:pt x="1565518" y="65648"/>
                </a:cubicBezTo>
                <a:cubicBezTo>
                  <a:pt x="1562630" y="64560"/>
                  <a:pt x="1560261" y="62984"/>
                  <a:pt x="1558413" y="60919"/>
                </a:cubicBezTo>
                <a:cubicBezTo>
                  <a:pt x="1556565" y="58853"/>
                  <a:pt x="1555198" y="56321"/>
                  <a:pt x="1554313" y="53324"/>
                </a:cubicBezTo>
                <a:cubicBezTo>
                  <a:pt x="1553428" y="50327"/>
                  <a:pt x="1552985" y="46933"/>
                  <a:pt x="1552985" y="43144"/>
                </a:cubicBezTo>
                <a:cubicBezTo>
                  <a:pt x="1552985" y="39851"/>
                  <a:pt x="1553459" y="36737"/>
                  <a:pt x="1554406" y="33802"/>
                </a:cubicBezTo>
                <a:cubicBezTo>
                  <a:pt x="1555354" y="30867"/>
                  <a:pt x="1556736" y="28289"/>
                  <a:pt x="1558553" y="26068"/>
                </a:cubicBezTo>
                <a:cubicBezTo>
                  <a:pt x="1560370" y="23847"/>
                  <a:pt x="1562599" y="22084"/>
                  <a:pt x="1565239" y="20780"/>
                </a:cubicBezTo>
                <a:cubicBezTo>
                  <a:pt x="1567879" y="19475"/>
                  <a:pt x="1570876" y="18823"/>
                  <a:pt x="1574231" y="18823"/>
                </a:cubicBezTo>
                <a:cubicBezTo>
                  <a:pt x="1577492" y="18823"/>
                  <a:pt x="1580381" y="19336"/>
                  <a:pt x="1582897" y="20361"/>
                </a:cubicBezTo>
                <a:cubicBezTo>
                  <a:pt x="1585413" y="21386"/>
                  <a:pt x="1587533" y="22838"/>
                  <a:pt x="1589257" y="24717"/>
                </a:cubicBezTo>
                <a:cubicBezTo>
                  <a:pt x="1590981" y="26596"/>
                  <a:pt x="1592285" y="28879"/>
                  <a:pt x="1593170" y="31566"/>
                </a:cubicBezTo>
                <a:cubicBezTo>
                  <a:pt x="1594056" y="34253"/>
                  <a:pt x="1594498" y="37258"/>
                  <a:pt x="1594498" y="40581"/>
                </a:cubicBezTo>
                <a:moveTo>
                  <a:pt x="1586065" y="39416"/>
                </a:moveTo>
                <a:cubicBezTo>
                  <a:pt x="1586158" y="37335"/>
                  <a:pt x="1585956" y="35433"/>
                  <a:pt x="1585460" y="33709"/>
                </a:cubicBezTo>
                <a:cubicBezTo>
                  <a:pt x="1584963" y="31985"/>
                  <a:pt x="1584194" y="30502"/>
                  <a:pt x="1583153" y="29260"/>
                </a:cubicBezTo>
                <a:cubicBezTo>
                  <a:pt x="1582113" y="28017"/>
                  <a:pt x="1580816" y="27046"/>
                  <a:pt x="1579263" y="26348"/>
                </a:cubicBezTo>
                <a:cubicBezTo>
                  <a:pt x="1577710" y="25649"/>
                  <a:pt x="1575908" y="25299"/>
                  <a:pt x="1573858" y="25299"/>
                </a:cubicBezTo>
                <a:cubicBezTo>
                  <a:pt x="1572088" y="25299"/>
                  <a:pt x="1570473" y="25641"/>
                  <a:pt x="1569013" y="26324"/>
                </a:cubicBezTo>
                <a:cubicBezTo>
                  <a:pt x="1567553" y="27008"/>
                  <a:pt x="1566295" y="27970"/>
                  <a:pt x="1565239" y="29213"/>
                </a:cubicBezTo>
                <a:cubicBezTo>
                  <a:pt x="1564183" y="30455"/>
                  <a:pt x="1563329" y="31946"/>
                  <a:pt x="1562676" y="33686"/>
                </a:cubicBezTo>
                <a:cubicBezTo>
                  <a:pt x="1562024" y="35425"/>
                  <a:pt x="1561620" y="37335"/>
                  <a:pt x="1561465" y="39416"/>
                </a:cubicBezTo>
                <a:lnTo>
                  <a:pt x="1586065" y="39416"/>
                </a:lnTo>
                <a:close/>
                <a:moveTo>
                  <a:pt x="1622781" y="7222"/>
                </a:moveTo>
                <a:lnTo>
                  <a:pt x="1608944" y="7222"/>
                </a:lnTo>
                <a:lnTo>
                  <a:pt x="1608944" y="559"/>
                </a:lnTo>
                <a:lnTo>
                  <a:pt x="1630982" y="559"/>
                </a:lnTo>
                <a:lnTo>
                  <a:pt x="1630982" y="59684"/>
                </a:lnTo>
                <a:lnTo>
                  <a:pt x="1644912" y="59684"/>
                </a:lnTo>
                <a:lnTo>
                  <a:pt x="1644912" y="66440"/>
                </a:lnTo>
                <a:lnTo>
                  <a:pt x="1607406" y="66440"/>
                </a:lnTo>
                <a:lnTo>
                  <a:pt x="1607406" y="59684"/>
                </a:lnTo>
                <a:lnTo>
                  <a:pt x="1622781" y="59684"/>
                </a:lnTo>
                <a:lnTo>
                  <a:pt x="1622781" y="7222"/>
                </a:lnTo>
                <a:close/>
                <a:moveTo>
                  <a:pt x="1698215" y="40581"/>
                </a:moveTo>
                <a:cubicBezTo>
                  <a:pt x="1698215" y="41731"/>
                  <a:pt x="1698200" y="42693"/>
                  <a:pt x="1698169" y="43470"/>
                </a:cubicBezTo>
                <a:cubicBezTo>
                  <a:pt x="1698138" y="44246"/>
                  <a:pt x="1698091" y="44976"/>
                  <a:pt x="1698029" y="45660"/>
                </a:cubicBezTo>
                <a:lnTo>
                  <a:pt x="1665182" y="45660"/>
                </a:lnTo>
                <a:cubicBezTo>
                  <a:pt x="1665182" y="50443"/>
                  <a:pt x="1666517" y="54116"/>
                  <a:pt x="1669189" y="56679"/>
                </a:cubicBezTo>
                <a:cubicBezTo>
                  <a:pt x="1671860" y="59241"/>
                  <a:pt x="1675712" y="60522"/>
                  <a:pt x="1680743" y="60522"/>
                </a:cubicBezTo>
                <a:cubicBezTo>
                  <a:pt x="1682110" y="60522"/>
                  <a:pt x="1683477" y="60467"/>
                  <a:pt x="1684843" y="60357"/>
                </a:cubicBezTo>
                <a:cubicBezTo>
                  <a:pt x="1686210" y="60245"/>
                  <a:pt x="1687530" y="60094"/>
                  <a:pt x="1688804" y="59904"/>
                </a:cubicBezTo>
                <a:cubicBezTo>
                  <a:pt x="1690077" y="59712"/>
                  <a:pt x="1691296" y="59498"/>
                  <a:pt x="1692461" y="59260"/>
                </a:cubicBezTo>
                <a:cubicBezTo>
                  <a:pt x="1693626" y="59021"/>
                  <a:pt x="1694705" y="58759"/>
                  <a:pt x="1695699" y="58472"/>
                </a:cubicBezTo>
                <a:lnTo>
                  <a:pt x="1695699" y="65135"/>
                </a:lnTo>
                <a:cubicBezTo>
                  <a:pt x="1693494" y="65770"/>
                  <a:pt x="1691001" y="66286"/>
                  <a:pt x="1688221" y="66683"/>
                </a:cubicBezTo>
                <a:cubicBezTo>
                  <a:pt x="1685441" y="67080"/>
                  <a:pt x="1682560" y="67278"/>
                  <a:pt x="1679579" y="67278"/>
                </a:cubicBezTo>
                <a:cubicBezTo>
                  <a:pt x="1675572" y="67278"/>
                  <a:pt x="1672124" y="66735"/>
                  <a:pt x="1669235" y="65648"/>
                </a:cubicBezTo>
                <a:cubicBezTo>
                  <a:pt x="1666347" y="64560"/>
                  <a:pt x="1663978" y="62984"/>
                  <a:pt x="1662130" y="60919"/>
                </a:cubicBezTo>
                <a:cubicBezTo>
                  <a:pt x="1660282" y="58853"/>
                  <a:pt x="1658915" y="56321"/>
                  <a:pt x="1658030" y="53324"/>
                </a:cubicBezTo>
                <a:cubicBezTo>
                  <a:pt x="1657145" y="50327"/>
                  <a:pt x="1656702" y="46933"/>
                  <a:pt x="1656702" y="43144"/>
                </a:cubicBezTo>
                <a:cubicBezTo>
                  <a:pt x="1656702" y="39851"/>
                  <a:pt x="1657176" y="36737"/>
                  <a:pt x="1658123" y="33802"/>
                </a:cubicBezTo>
                <a:cubicBezTo>
                  <a:pt x="1659071" y="30867"/>
                  <a:pt x="1660453" y="28289"/>
                  <a:pt x="1662270" y="26068"/>
                </a:cubicBezTo>
                <a:cubicBezTo>
                  <a:pt x="1664087" y="23847"/>
                  <a:pt x="1666316" y="22084"/>
                  <a:pt x="1668956" y="20780"/>
                </a:cubicBezTo>
                <a:cubicBezTo>
                  <a:pt x="1671596" y="19475"/>
                  <a:pt x="1674593" y="18823"/>
                  <a:pt x="1677948" y="18823"/>
                </a:cubicBezTo>
                <a:cubicBezTo>
                  <a:pt x="1681209" y="18823"/>
                  <a:pt x="1684098" y="19336"/>
                  <a:pt x="1686614" y="20361"/>
                </a:cubicBezTo>
                <a:cubicBezTo>
                  <a:pt x="1689130" y="21386"/>
                  <a:pt x="1691250" y="22838"/>
                  <a:pt x="1692974" y="24717"/>
                </a:cubicBezTo>
                <a:cubicBezTo>
                  <a:pt x="1694698" y="26596"/>
                  <a:pt x="1696002" y="28879"/>
                  <a:pt x="1696887" y="31566"/>
                </a:cubicBezTo>
                <a:cubicBezTo>
                  <a:pt x="1697773" y="34253"/>
                  <a:pt x="1698215" y="37258"/>
                  <a:pt x="1698215" y="40581"/>
                </a:cubicBezTo>
                <a:moveTo>
                  <a:pt x="1689782" y="39416"/>
                </a:moveTo>
                <a:cubicBezTo>
                  <a:pt x="1689875" y="37335"/>
                  <a:pt x="1689673" y="35433"/>
                  <a:pt x="1689176" y="33709"/>
                </a:cubicBezTo>
                <a:cubicBezTo>
                  <a:pt x="1688679" y="31985"/>
                  <a:pt x="1687911" y="30502"/>
                  <a:pt x="1686870" y="29260"/>
                </a:cubicBezTo>
                <a:cubicBezTo>
                  <a:pt x="1685830" y="28017"/>
                  <a:pt x="1684533" y="27046"/>
                  <a:pt x="1682980" y="26348"/>
                </a:cubicBezTo>
                <a:cubicBezTo>
                  <a:pt x="1681427" y="25649"/>
                  <a:pt x="1679625" y="25299"/>
                  <a:pt x="1677575" y="25299"/>
                </a:cubicBezTo>
                <a:cubicBezTo>
                  <a:pt x="1675805" y="25299"/>
                  <a:pt x="1674190" y="25641"/>
                  <a:pt x="1672730" y="26324"/>
                </a:cubicBezTo>
                <a:cubicBezTo>
                  <a:pt x="1671270" y="27008"/>
                  <a:pt x="1670012" y="27970"/>
                  <a:pt x="1668956" y="29213"/>
                </a:cubicBezTo>
                <a:cubicBezTo>
                  <a:pt x="1667900" y="30455"/>
                  <a:pt x="1667045" y="31946"/>
                  <a:pt x="1666393" y="33686"/>
                </a:cubicBezTo>
                <a:cubicBezTo>
                  <a:pt x="1665741" y="35425"/>
                  <a:pt x="1665337" y="37335"/>
                  <a:pt x="1665182" y="39416"/>
                </a:cubicBezTo>
                <a:lnTo>
                  <a:pt x="1689782" y="39416"/>
                </a:lnTo>
                <a:close/>
                <a:moveTo>
                  <a:pt x="1746905" y="64716"/>
                </a:moveTo>
                <a:cubicBezTo>
                  <a:pt x="1744793" y="65523"/>
                  <a:pt x="1742627" y="66121"/>
                  <a:pt x="1740406" y="66510"/>
                </a:cubicBezTo>
                <a:cubicBezTo>
                  <a:pt x="1738185" y="66898"/>
                  <a:pt x="1735894" y="67092"/>
                  <a:pt x="1733534" y="67092"/>
                </a:cubicBezTo>
                <a:cubicBezTo>
                  <a:pt x="1726141" y="67092"/>
                  <a:pt x="1720449" y="65088"/>
                  <a:pt x="1716458" y="61082"/>
                </a:cubicBezTo>
                <a:cubicBezTo>
                  <a:pt x="1712467" y="57075"/>
                  <a:pt x="1710471" y="51220"/>
                  <a:pt x="1710471" y="43517"/>
                </a:cubicBezTo>
                <a:cubicBezTo>
                  <a:pt x="1710471" y="39820"/>
                  <a:pt x="1711045" y="36466"/>
                  <a:pt x="1712195" y="33453"/>
                </a:cubicBezTo>
                <a:cubicBezTo>
                  <a:pt x="1713344" y="30440"/>
                  <a:pt x="1714959" y="27862"/>
                  <a:pt x="1717040" y="25719"/>
                </a:cubicBezTo>
                <a:cubicBezTo>
                  <a:pt x="1719121" y="23575"/>
                  <a:pt x="1721606" y="21921"/>
                  <a:pt x="1724495" y="20757"/>
                </a:cubicBezTo>
                <a:cubicBezTo>
                  <a:pt x="1727384" y="19592"/>
                  <a:pt x="1730567" y="19009"/>
                  <a:pt x="1734046" y="19009"/>
                </a:cubicBezTo>
                <a:cubicBezTo>
                  <a:pt x="1736469" y="19009"/>
                  <a:pt x="1738736" y="19184"/>
                  <a:pt x="1740849" y="19534"/>
                </a:cubicBezTo>
                <a:cubicBezTo>
                  <a:pt x="1742961" y="19882"/>
                  <a:pt x="1744980" y="20453"/>
                  <a:pt x="1746905" y="21246"/>
                </a:cubicBezTo>
                <a:lnTo>
                  <a:pt x="1746905" y="28980"/>
                </a:lnTo>
                <a:cubicBezTo>
                  <a:pt x="1744887" y="27907"/>
                  <a:pt x="1742829" y="27127"/>
                  <a:pt x="1740732" y="26639"/>
                </a:cubicBezTo>
                <a:cubicBezTo>
                  <a:pt x="1738635" y="26150"/>
                  <a:pt x="1736469" y="25905"/>
                  <a:pt x="1734233" y="25905"/>
                </a:cubicBezTo>
                <a:cubicBezTo>
                  <a:pt x="1732151" y="25905"/>
                  <a:pt x="1730187" y="26301"/>
                  <a:pt x="1728339" y="27093"/>
                </a:cubicBezTo>
                <a:cubicBezTo>
                  <a:pt x="1726491" y="27885"/>
                  <a:pt x="1724868" y="29027"/>
                  <a:pt x="1723470" y="30518"/>
                </a:cubicBezTo>
                <a:cubicBezTo>
                  <a:pt x="1722072" y="32008"/>
                  <a:pt x="1720969" y="33826"/>
                  <a:pt x="1720162" y="35969"/>
                </a:cubicBezTo>
                <a:cubicBezTo>
                  <a:pt x="1719354" y="38112"/>
                  <a:pt x="1718951" y="40535"/>
                  <a:pt x="1718951" y="43237"/>
                </a:cubicBezTo>
                <a:cubicBezTo>
                  <a:pt x="1718951" y="48890"/>
                  <a:pt x="1720325" y="53122"/>
                  <a:pt x="1723074" y="55933"/>
                </a:cubicBezTo>
                <a:cubicBezTo>
                  <a:pt x="1725823" y="58744"/>
                  <a:pt x="1729636" y="60150"/>
                  <a:pt x="1734512" y="60150"/>
                </a:cubicBezTo>
                <a:cubicBezTo>
                  <a:pt x="1736717" y="60150"/>
                  <a:pt x="1738853" y="59901"/>
                  <a:pt x="1740918" y="59404"/>
                </a:cubicBezTo>
                <a:cubicBezTo>
                  <a:pt x="1742984" y="58907"/>
                  <a:pt x="1744980" y="58162"/>
                  <a:pt x="1746905" y="57168"/>
                </a:cubicBezTo>
                <a:lnTo>
                  <a:pt x="1746905" y="64716"/>
                </a:lnTo>
                <a:close/>
                <a:moveTo>
                  <a:pt x="1800115" y="65741"/>
                </a:moveTo>
                <a:cubicBezTo>
                  <a:pt x="1798283" y="66223"/>
                  <a:pt x="1796388" y="66569"/>
                  <a:pt x="1794431" y="66777"/>
                </a:cubicBezTo>
                <a:cubicBezTo>
                  <a:pt x="1792474" y="66987"/>
                  <a:pt x="1790486" y="67092"/>
                  <a:pt x="1788467" y="67092"/>
                </a:cubicBezTo>
                <a:cubicBezTo>
                  <a:pt x="1782597" y="67092"/>
                  <a:pt x="1778217" y="65764"/>
                  <a:pt x="1775328" y="63108"/>
                </a:cubicBezTo>
                <a:cubicBezTo>
                  <a:pt x="1772440" y="60453"/>
                  <a:pt x="1770995" y="56376"/>
                  <a:pt x="1770995" y="50878"/>
                </a:cubicBezTo>
                <a:lnTo>
                  <a:pt x="1770995" y="26464"/>
                </a:lnTo>
                <a:lnTo>
                  <a:pt x="1757903" y="26464"/>
                </a:lnTo>
                <a:lnTo>
                  <a:pt x="1757903" y="19662"/>
                </a:lnTo>
                <a:lnTo>
                  <a:pt x="1770995" y="19662"/>
                </a:lnTo>
                <a:lnTo>
                  <a:pt x="1770995" y="6762"/>
                </a:lnTo>
                <a:lnTo>
                  <a:pt x="1779102" y="4659"/>
                </a:lnTo>
                <a:lnTo>
                  <a:pt x="1779102" y="19662"/>
                </a:lnTo>
                <a:lnTo>
                  <a:pt x="1800115" y="19662"/>
                </a:lnTo>
                <a:lnTo>
                  <a:pt x="1800115" y="26464"/>
                </a:lnTo>
                <a:lnTo>
                  <a:pt x="1779102" y="26464"/>
                </a:lnTo>
                <a:lnTo>
                  <a:pt x="1779102" y="50226"/>
                </a:lnTo>
                <a:cubicBezTo>
                  <a:pt x="1779102" y="53580"/>
                  <a:pt x="1779995" y="56089"/>
                  <a:pt x="1781781" y="57750"/>
                </a:cubicBezTo>
                <a:cubicBezTo>
                  <a:pt x="1783567" y="59412"/>
                  <a:pt x="1786200" y="60243"/>
                  <a:pt x="1789679" y="60243"/>
                </a:cubicBezTo>
                <a:cubicBezTo>
                  <a:pt x="1791170" y="60243"/>
                  <a:pt x="1792800" y="60123"/>
                  <a:pt x="1794571" y="59883"/>
                </a:cubicBezTo>
                <a:cubicBezTo>
                  <a:pt x="1796341" y="59643"/>
                  <a:pt x="1798189" y="59265"/>
                  <a:pt x="1800115" y="58752"/>
                </a:cubicBezTo>
                <a:lnTo>
                  <a:pt x="1800115" y="65741"/>
                </a:lnTo>
                <a:close/>
                <a:moveTo>
                  <a:pt x="1832685" y="51763"/>
                </a:moveTo>
                <a:cubicBezTo>
                  <a:pt x="1833741" y="51763"/>
                  <a:pt x="1834742" y="51965"/>
                  <a:pt x="1835690" y="52369"/>
                </a:cubicBezTo>
                <a:cubicBezTo>
                  <a:pt x="1836637" y="52773"/>
                  <a:pt x="1837460" y="53332"/>
                  <a:pt x="1838159" y="54046"/>
                </a:cubicBezTo>
                <a:cubicBezTo>
                  <a:pt x="1838858" y="54761"/>
                  <a:pt x="1839409" y="55592"/>
                  <a:pt x="1839813" y="56539"/>
                </a:cubicBezTo>
                <a:cubicBezTo>
                  <a:pt x="1840217" y="57486"/>
                  <a:pt x="1840419" y="58504"/>
                  <a:pt x="1840419" y="59591"/>
                </a:cubicBezTo>
                <a:cubicBezTo>
                  <a:pt x="1840419" y="60647"/>
                  <a:pt x="1840217" y="61641"/>
                  <a:pt x="1839813" y="62573"/>
                </a:cubicBezTo>
                <a:cubicBezTo>
                  <a:pt x="1839409" y="63504"/>
                  <a:pt x="1838858" y="64320"/>
                  <a:pt x="1838159" y="65019"/>
                </a:cubicBezTo>
                <a:cubicBezTo>
                  <a:pt x="1837460" y="65717"/>
                  <a:pt x="1836637" y="66269"/>
                  <a:pt x="1835690" y="66673"/>
                </a:cubicBezTo>
                <a:cubicBezTo>
                  <a:pt x="1834742" y="67076"/>
                  <a:pt x="1833741" y="67278"/>
                  <a:pt x="1832685" y="67278"/>
                </a:cubicBezTo>
                <a:cubicBezTo>
                  <a:pt x="1831598" y="67278"/>
                  <a:pt x="1830588" y="67076"/>
                  <a:pt x="1829656" y="66673"/>
                </a:cubicBezTo>
                <a:cubicBezTo>
                  <a:pt x="1828724" y="66269"/>
                  <a:pt x="1827909" y="65717"/>
                  <a:pt x="1827210" y="65019"/>
                </a:cubicBezTo>
                <a:cubicBezTo>
                  <a:pt x="1826511" y="64320"/>
                  <a:pt x="1825960" y="63504"/>
                  <a:pt x="1825556" y="62573"/>
                </a:cubicBezTo>
                <a:cubicBezTo>
                  <a:pt x="1825152" y="61641"/>
                  <a:pt x="1824950" y="60647"/>
                  <a:pt x="1824950" y="59591"/>
                </a:cubicBezTo>
                <a:cubicBezTo>
                  <a:pt x="1824950" y="58504"/>
                  <a:pt x="1825152" y="57486"/>
                  <a:pt x="1825556" y="56539"/>
                </a:cubicBezTo>
                <a:cubicBezTo>
                  <a:pt x="1825960" y="55592"/>
                  <a:pt x="1826511" y="54761"/>
                  <a:pt x="1827210" y="54046"/>
                </a:cubicBezTo>
                <a:cubicBezTo>
                  <a:pt x="1827909" y="53332"/>
                  <a:pt x="1828724" y="52773"/>
                  <a:pt x="1829656" y="52369"/>
                </a:cubicBezTo>
                <a:cubicBezTo>
                  <a:pt x="1830588" y="51965"/>
                  <a:pt x="1831598" y="51763"/>
                  <a:pt x="1832685" y="51763"/>
                </a:cubicBezTo>
                <a:close/>
                <a:moveTo>
                  <a:pt x="1897822" y="19662"/>
                </a:moveTo>
                <a:lnTo>
                  <a:pt x="1897822" y="65601"/>
                </a:lnTo>
                <a:cubicBezTo>
                  <a:pt x="1897822" y="68862"/>
                  <a:pt x="1897356" y="71759"/>
                  <a:pt x="1896424" y="74290"/>
                </a:cubicBezTo>
                <a:cubicBezTo>
                  <a:pt x="1895492" y="76822"/>
                  <a:pt x="1894157" y="78957"/>
                  <a:pt x="1892417" y="80697"/>
                </a:cubicBezTo>
                <a:cubicBezTo>
                  <a:pt x="1890678" y="82436"/>
                  <a:pt x="1888542" y="83756"/>
                  <a:pt x="1886011" y="84657"/>
                </a:cubicBezTo>
                <a:cubicBezTo>
                  <a:pt x="1883479" y="85558"/>
                  <a:pt x="1880629" y="86008"/>
                  <a:pt x="1877461" y="86008"/>
                </a:cubicBezTo>
                <a:cubicBezTo>
                  <a:pt x="1875163" y="86008"/>
                  <a:pt x="1872919" y="85794"/>
                  <a:pt x="1870729" y="85366"/>
                </a:cubicBezTo>
                <a:cubicBezTo>
                  <a:pt x="1868539" y="84939"/>
                  <a:pt x="1866559" y="84345"/>
                  <a:pt x="1864788" y="83585"/>
                </a:cubicBezTo>
                <a:lnTo>
                  <a:pt x="1864788" y="75851"/>
                </a:lnTo>
                <a:cubicBezTo>
                  <a:pt x="1865751" y="76355"/>
                  <a:pt x="1866784" y="76812"/>
                  <a:pt x="1867887" y="77221"/>
                </a:cubicBezTo>
                <a:cubicBezTo>
                  <a:pt x="1868989" y="77631"/>
                  <a:pt x="1870123" y="77977"/>
                  <a:pt x="1871288" y="78261"/>
                </a:cubicBezTo>
                <a:cubicBezTo>
                  <a:pt x="1872453" y="78545"/>
                  <a:pt x="1873625" y="78758"/>
                  <a:pt x="1874806" y="78900"/>
                </a:cubicBezTo>
                <a:cubicBezTo>
                  <a:pt x="1875986" y="79042"/>
                  <a:pt x="1877135" y="79113"/>
                  <a:pt x="1878253" y="79113"/>
                </a:cubicBezTo>
                <a:cubicBezTo>
                  <a:pt x="1881794" y="79113"/>
                  <a:pt x="1884574" y="77994"/>
                  <a:pt x="1886593" y="75758"/>
                </a:cubicBezTo>
                <a:cubicBezTo>
                  <a:pt x="1888612" y="73522"/>
                  <a:pt x="1889622" y="70229"/>
                  <a:pt x="1889622" y="65881"/>
                </a:cubicBezTo>
                <a:lnTo>
                  <a:pt x="1889622" y="26371"/>
                </a:lnTo>
                <a:lnTo>
                  <a:pt x="1866699" y="26371"/>
                </a:lnTo>
                <a:lnTo>
                  <a:pt x="1866699" y="19662"/>
                </a:lnTo>
                <a:lnTo>
                  <a:pt x="1897822" y="19662"/>
                </a:lnTo>
                <a:moveTo>
                  <a:pt x="1892930" y="0"/>
                </a:moveTo>
                <a:cubicBezTo>
                  <a:pt x="1893830" y="0"/>
                  <a:pt x="1894669" y="163"/>
                  <a:pt x="1895446" y="489"/>
                </a:cubicBezTo>
                <a:cubicBezTo>
                  <a:pt x="1896222" y="815"/>
                  <a:pt x="1896898" y="1274"/>
                  <a:pt x="1897472" y="1864"/>
                </a:cubicBezTo>
                <a:cubicBezTo>
                  <a:pt x="1898047" y="2454"/>
                  <a:pt x="1898497" y="3137"/>
                  <a:pt x="1898824" y="3914"/>
                </a:cubicBezTo>
                <a:cubicBezTo>
                  <a:pt x="1899150" y="4690"/>
                  <a:pt x="1899313" y="5513"/>
                  <a:pt x="1899313" y="6383"/>
                </a:cubicBezTo>
                <a:cubicBezTo>
                  <a:pt x="1899313" y="7284"/>
                  <a:pt x="1899150" y="8115"/>
                  <a:pt x="1898824" y="8876"/>
                </a:cubicBezTo>
                <a:cubicBezTo>
                  <a:pt x="1898497" y="9637"/>
                  <a:pt x="1898047" y="10312"/>
                  <a:pt x="1897472" y="10902"/>
                </a:cubicBezTo>
                <a:cubicBezTo>
                  <a:pt x="1896898" y="11493"/>
                  <a:pt x="1896222" y="11951"/>
                  <a:pt x="1895446" y="12277"/>
                </a:cubicBezTo>
                <a:cubicBezTo>
                  <a:pt x="1894669" y="12603"/>
                  <a:pt x="1893830" y="12766"/>
                  <a:pt x="1892930" y="12766"/>
                </a:cubicBezTo>
                <a:cubicBezTo>
                  <a:pt x="1892029" y="12766"/>
                  <a:pt x="1891190" y="12603"/>
                  <a:pt x="1890414" y="12277"/>
                </a:cubicBezTo>
                <a:cubicBezTo>
                  <a:pt x="1889637" y="11951"/>
                  <a:pt x="1888962" y="11493"/>
                  <a:pt x="1888387" y="10902"/>
                </a:cubicBezTo>
                <a:cubicBezTo>
                  <a:pt x="1887812" y="10312"/>
                  <a:pt x="1887362" y="9637"/>
                  <a:pt x="1887036" y="8876"/>
                </a:cubicBezTo>
                <a:cubicBezTo>
                  <a:pt x="1886710" y="8115"/>
                  <a:pt x="1886547" y="7284"/>
                  <a:pt x="1886547" y="6383"/>
                </a:cubicBezTo>
                <a:cubicBezTo>
                  <a:pt x="1886547" y="5513"/>
                  <a:pt x="1886710" y="4690"/>
                  <a:pt x="1887036" y="3914"/>
                </a:cubicBezTo>
                <a:cubicBezTo>
                  <a:pt x="1887362" y="3137"/>
                  <a:pt x="1887812" y="2454"/>
                  <a:pt x="1888387" y="1864"/>
                </a:cubicBezTo>
                <a:cubicBezTo>
                  <a:pt x="1888962" y="1274"/>
                  <a:pt x="1889637" y="815"/>
                  <a:pt x="1890414" y="489"/>
                </a:cubicBezTo>
                <a:cubicBezTo>
                  <a:pt x="1891190" y="163"/>
                  <a:pt x="1892029" y="0"/>
                  <a:pt x="1892930" y="0"/>
                </a:cubicBezTo>
                <a:close/>
                <a:moveTo>
                  <a:pt x="1955038" y="53674"/>
                </a:moveTo>
                <a:cubicBezTo>
                  <a:pt x="1955038" y="55320"/>
                  <a:pt x="1954759" y="56795"/>
                  <a:pt x="1954200" y="58100"/>
                </a:cubicBezTo>
                <a:cubicBezTo>
                  <a:pt x="1953641" y="59404"/>
                  <a:pt x="1952880" y="60561"/>
                  <a:pt x="1951917" y="61571"/>
                </a:cubicBezTo>
                <a:cubicBezTo>
                  <a:pt x="1950954" y="62580"/>
                  <a:pt x="1949836" y="63442"/>
                  <a:pt x="1948562" y="64157"/>
                </a:cubicBezTo>
                <a:cubicBezTo>
                  <a:pt x="1947289" y="64871"/>
                  <a:pt x="1945930" y="65461"/>
                  <a:pt x="1944485" y="65927"/>
                </a:cubicBezTo>
                <a:cubicBezTo>
                  <a:pt x="1943041" y="66393"/>
                  <a:pt x="1941558" y="66735"/>
                  <a:pt x="1940036" y="66952"/>
                </a:cubicBezTo>
                <a:cubicBezTo>
                  <a:pt x="1938514" y="67170"/>
                  <a:pt x="1937023" y="67278"/>
                  <a:pt x="1935563" y="67278"/>
                </a:cubicBezTo>
                <a:cubicBezTo>
                  <a:pt x="1932395" y="67278"/>
                  <a:pt x="1929483" y="67139"/>
                  <a:pt x="1926827" y="66859"/>
                </a:cubicBezTo>
                <a:cubicBezTo>
                  <a:pt x="1924171" y="66579"/>
                  <a:pt x="1921570" y="66129"/>
                  <a:pt x="1919023" y="65508"/>
                </a:cubicBezTo>
                <a:lnTo>
                  <a:pt x="1919023" y="58053"/>
                </a:lnTo>
                <a:cubicBezTo>
                  <a:pt x="1921756" y="58830"/>
                  <a:pt x="1924474" y="59420"/>
                  <a:pt x="1927177" y="59824"/>
                </a:cubicBezTo>
                <a:cubicBezTo>
                  <a:pt x="1929879" y="60227"/>
                  <a:pt x="1932566" y="60429"/>
                  <a:pt x="1935237" y="60429"/>
                </a:cubicBezTo>
                <a:cubicBezTo>
                  <a:pt x="1939120" y="60429"/>
                  <a:pt x="1941993" y="59901"/>
                  <a:pt x="1943856" y="58845"/>
                </a:cubicBezTo>
                <a:cubicBezTo>
                  <a:pt x="1945720" y="57789"/>
                  <a:pt x="1946652" y="56283"/>
                  <a:pt x="1946652" y="54326"/>
                </a:cubicBezTo>
                <a:cubicBezTo>
                  <a:pt x="1946652" y="53487"/>
                  <a:pt x="1946504" y="52734"/>
                  <a:pt x="1946209" y="52066"/>
                </a:cubicBezTo>
                <a:cubicBezTo>
                  <a:pt x="1945914" y="51398"/>
                  <a:pt x="1945378" y="50762"/>
                  <a:pt x="1944602" y="50156"/>
                </a:cubicBezTo>
                <a:cubicBezTo>
                  <a:pt x="1943825" y="49550"/>
                  <a:pt x="1942622" y="48921"/>
                  <a:pt x="1940991" y="48269"/>
                </a:cubicBezTo>
                <a:cubicBezTo>
                  <a:pt x="1939360" y="47617"/>
                  <a:pt x="1937132" y="46871"/>
                  <a:pt x="1934305" y="46033"/>
                </a:cubicBezTo>
                <a:cubicBezTo>
                  <a:pt x="1932193" y="45411"/>
                  <a:pt x="1930244" y="44705"/>
                  <a:pt x="1928458" y="43913"/>
                </a:cubicBezTo>
                <a:cubicBezTo>
                  <a:pt x="1926672" y="43121"/>
                  <a:pt x="1925126" y="42181"/>
                  <a:pt x="1923822" y="41094"/>
                </a:cubicBezTo>
                <a:cubicBezTo>
                  <a:pt x="1922517" y="40007"/>
                  <a:pt x="1921492" y="38733"/>
                  <a:pt x="1920747" y="37273"/>
                </a:cubicBezTo>
                <a:cubicBezTo>
                  <a:pt x="1920001" y="35813"/>
                  <a:pt x="1919629" y="34090"/>
                  <a:pt x="1919629" y="32102"/>
                </a:cubicBezTo>
                <a:cubicBezTo>
                  <a:pt x="1919629" y="30797"/>
                  <a:pt x="1919932" y="29368"/>
                  <a:pt x="1920537" y="27815"/>
                </a:cubicBezTo>
                <a:cubicBezTo>
                  <a:pt x="1921143" y="26262"/>
                  <a:pt x="1922176" y="24818"/>
                  <a:pt x="1923636" y="23482"/>
                </a:cubicBezTo>
                <a:cubicBezTo>
                  <a:pt x="1925095" y="22147"/>
                  <a:pt x="1927068" y="21036"/>
                  <a:pt x="1929553" y="20151"/>
                </a:cubicBezTo>
                <a:cubicBezTo>
                  <a:pt x="1932038" y="19266"/>
                  <a:pt x="1935144" y="18823"/>
                  <a:pt x="1938871" y="18823"/>
                </a:cubicBezTo>
                <a:cubicBezTo>
                  <a:pt x="1940704" y="18823"/>
                  <a:pt x="1942738" y="18924"/>
                  <a:pt x="1944975" y="19126"/>
                </a:cubicBezTo>
                <a:cubicBezTo>
                  <a:pt x="1947211" y="19328"/>
                  <a:pt x="1949540" y="19677"/>
                  <a:pt x="1951963" y="20174"/>
                </a:cubicBezTo>
                <a:lnTo>
                  <a:pt x="1951963" y="27396"/>
                </a:lnTo>
                <a:cubicBezTo>
                  <a:pt x="1949416" y="26775"/>
                  <a:pt x="1947001" y="26316"/>
                  <a:pt x="1944718" y="26021"/>
                </a:cubicBezTo>
                <a:cubicBezTo>
                  <a:pt x="1942435" y="25726"/>
                  <a:pt x="1940455" y="25579"/>
                  <a:pt x="1938778" y="25579"/>
                </a:cubicBezTo>
                <a:cubicBezTo>
                  <a:pt x="1936759" y="25579"/>
                  <a:pt x="1935058" y="25734"/>
                  <a:pt x="1933676" y="26045"/>
                </a:cubicBezTo>
                <a:cubicBezTo>
                  <a:pt x="1932294" y="26355"/>
                  <a:pt x="1931176" y="26782"/>
                  <a:pt x="1930321" y="27326"/>
                </a:cubicBezTo>
                <a:cubicBezTo>
                  <a:pt x="1929467" y="27870"/>
                  <a:pt x="1928854" y="28506"/>
                  <a:pt x="1928481" y="29236"/>
                </a:cubicBezTo>
                <a:cubicBezTo>
                  <a:pt x="1928108" y="29966"/>
                  <a:pt x="1927922" y="30750"/>
                  <a:pt x="1927922" y="31589"/>
                </a:cubicBezTo>
                <a:cubicBezTo>
                  <a:pt x="1927922" y="32428"/>
                  <a:pt x="1928085" y="33189"/>
                  <a:pt x="1928411" y="33872"/>
                </a:cubicBezTo>
                <a:cubicBezTo>
                  <a:pt x="1928737" y="34555"/>
                  <a:pt x="1929343" y="35215"/>
                  <a:pt x="1930228" y="35852"/>
                </a:cubicBezTo>
                <a:cubicBezTo>
                  <a:pt x="1931114" y="36489"/>
                  <a:pt x="1932348" y="37126"/>
                  <a:pt x="1933932" y="37762"/>
                </a:cubicBezTo>
                <a:cubicBezTo>
                  <a:pt x="1935516" y="38399"/>
                  <a:pt x="1937582" y="39090"/>
                  <a:pt x="1940129" y="39836"/>
                </a:cubicBezTo>
                <a:cubicBezTo>
                  <a:pt x="1942893" y="40643"/>
                  <a:pt x="1945223" y="41490"/>
                  <a:pt x="1947118" y="42375"/>
                </a:cubicBezTo>
                <a:cubicBezTo>
                  <a:pt x="1949012" y="43260"/>
                  <a:pt x="1950550" y="44246"/>
                  <a:pt x="1951730" y="45334"/>
                </a:cubicBezTo>
                <a:cubicBezTo>
                  <a:pt x="1952911" y="46421"/>
                  <a:pt x="1953757" y="47648"/>
                  <a:pt x="1954270" y="49014"/>
                </a:cubicBezTo>
                <a:cubicBezTo>
                  <a:pt x="1954782" y="50381"/>
                  <a:pt x="1955038" y="51934"/>
                  <a:pt x="1955038" y="53674"/>
                </a:cubicBezTo>
                <a:close/>
                <a:moveTo>
                  <a:pt x="2012022" y="66440"/>
                </a:moveTo>
                <a:lnTo>
                  <a:pt x="2001259" y="66440"/>
                </a:lnTo>
                <a:lnTo>
                  <a:pt x="1988633" y="48595"/>
                </a:lnTo>
                <a:lnTo>
                  <a:pt x="1976146" y="66440"/>
                </a:lnTo>
                <a:lnTo>
                  <a:pt x="1965663" y="66440"/>
                </a:lnTo>
                <a:lnTo>
                  <a:pt x="1983787" y="42957"/>
                </a:lnTo>
                <a:lnTo>
                  <a:pt x="1966502" y="19662"/>
                </a:lnTo>
                <a:lnTo>
                  <a:pt x="1976892" y="19662"/>
                </a:lnTo>
                <a:lnTo>
                  <a:pt x="1989192" y="37646"/>
                </a:lnTo>
                <a:lnTo>
                  <a:pt x="2001259" y="19662"/>
                </a:lnTo>
                <a:lnTo>
                  <a:pt x="2011276" y="19662"/>
                </a:lnTo>
                <a:lnTo>
                  <a:pt x="1993711" y="43144"/>
                </a:lnTo>
                <a:lnTo>
                  <a:pt x="2012022" y="66440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`:Thisiswherethe`CascaderSelect`componentisimplemented,andit's">
            <a:extLst xmlns:a="http://schemas.openxmlformats.org/drawingml/2006/main">
              <a:ext uri="{FF2B5EF4-FFF2-40B4-BE49-F238E27FC236}">
                <a16:creationId xmlns:a16="http://schemas.microsoft.com/office/drawing/2014/main" id="{975EEA2F-5270-4757-8D54-8311E986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636" y="6851828"/>
            <a:ext cx="3908297" cy="85542"/>
          </a:xfrm>
          <a:custGeom xmlns:a="http://schemas.openxmlformats.org/drawingml/2006/main">
            <a:pathLst>
              <a:path w="3908297" h="85542">
                <a:moveTo>
                  <a:pt x="31123" y="11834"/>
                </a:moveTo>
                <a:lnTo>
                  <a:pt x="23016" y="11834"/>
                </a:lnTo>
                <a:lnTo>
                  <a:pt x="8107" y="559"/>
                </a:lnTo>
                <a:lnTo>
                  <a:pt x="19848" y="559"/>
                </a:lnTo>
                <a:lnTo>
                  <a:pt x="31123" y="11834"/>
                </a:lnTo>
                <a:moveTo>
                  <a:pt x="0" y="19662"/>
                </a:moveTo>
                <a:lnTo>
                  <a:pt x="0" y="19662"/>
                </a:lnTo>
                <a:close/>
                <a:moveTo>
                  <a:pt x="78090" y="18823"/>
                </a:moveTo>
                <a:cubicBezTo>
                  <a:pt x="79052" y="18823"/>
                  <a:pt x="79969" y="19017"/>
                  <a:pt x="80838" y="19405"/>
                </a:cubicBezTo>
                <a:cubicBezTo>
                  <a:pt x="81708" y="19794"/>
                  <a:pt x="82469" y="20314"/>
                  <a:pt x="83121" y="20966"/>
                </a:cubicBezTo>
                <a:cubicBezTo>
                  <a:pt x="83774" y="21619"/>
                  <a:pt x="84294" y="22380"/>
                  <a:pt x="84682" y="23249"/>
                </a:cubicBezTo>
                <a:cubicBezTo>
                  <a:pt x="85071" y="24119"/>
                  <a:pt x="85265" y="25035"/>
                  <a:pt x="85265" y="25998"/>
                </a:cubicBezTo>
                <a:cubicBezTo>
                  <a:pt x="85265" y="26992"/>
                  <a:pt x="85071" y="27916"/>
                  <a:pt x="84682" y="28770"/>
                </a:cubicBezTo>
                <a:cubicBezTo>
                  <a:pt x="84294" y="29624"/>
                  <a:pt x="83774" y="30378"/>
                  <a:pt x="83121" y="31030"/>
                </a:cubicBezTo>
                <a:cubicBezTo>
                  <a:pt x="82469" y="31682"/>
                  <a:pt x="81708" y="32195"/>
                  <a:pt x="80838" y="32568"/>
                </a:cubicBezTo>
                <a:cubicBezTo>
                  <a:pt x="79969" y="32940"/>
                  <a:pt x="79052" y="33127"/>
                  <a:pt x="78090" y="33127"/>
                </a:cubicBezTo>
                <a:cubicBezTo>
                  <a:pt x="77096" y="33127"/>
                  <a:pt x="76172" y="32940"/>
                  <a:pt x="75317" y="32568"/>
                </a:cubicBezTo>
                <a:cubicBezTo>
                  <a:pt x="74463" y="32195"/>
                  <a:pt x="73710" y="31682"/>
                  <a:pt x="73058" y="31030"/>
                </a:cubicBezTo>
                <a:cubicBezTo>
                  <a:pt x="72405" y="30378"/>
                  <a:pt x="71893" y="29624"/>
                  <a:pt x="71520" y="28770"/>
                </a:cubicBezTo>
                <a:cubicBezTo>
                  <a:pt x="71147" y="27916"/>
                  <a:pt x="70961" y="26992"/>
                  <a:pt x="70961" y="25998"/>
                </a:cubicBezTo>
                <a:cubicBezTo>
                  <a:pt x="70961" y="25035"/>
                  <a:pt x="71147" y="24119"/>
                  <a:pt x="71520" y="23249"/>
                </a:cubicBezTo>
                <a:cubicBezTo>
                  <a:pt x="71893" y="22380"/>
                  <a:pt x="72405" y="21619"/>
                  <a:pt x="73058" y="20966"/>
                </a:cubicBezTo>
                <a:cubicBezTo>
                  <a:pt x="73710" y="20314"/>
                  <a:pt x="74463" y="19794"/>
                  <a:pt x="75317" y="19405"/>
                </a:cubicBezTo>
                <a:cubicBezTo>
                  <a:pt x="76172" y="19017"/>
                  <a:pt x="77096" y="18823"/>
                  <a:pt x="78090" y="18823"/>
                </a:cubicBezTo>
                <a:moveTo>
                  <a:pt x="78090" y="52975"/>
                </a:moveTo>
                <a:cubicBezTo>
                  <a:pt x="79052" y="52975"/>
                  <a:pt x="79969" y="53169"/>
                  <a:pt x="80838" y="53557"/>
                </a:cubicBezTo>
                <a:cubicBezTo>
                  <a:pt x="81708" y="53945"/>
                  <a:pt x="82469" y="54466"/>
                  <a:pt x="83121" y="55118"/>
                </a:cubicBezTo>
                <a:cubicBezTo>
                  <a:pt x="83774" y="55770"/>
                  <a:pt x="84294" y="56531"/>
                  <a:pt x="84682" y="57401"/>
                </a:cubicBezTo>
                <a:cubicBezTo>
                  <a:pt x="85071" y="58271"/>
                  <a:pt x="85265" y="59187"/>
                  <a:pt x="85265" y="60150"/>
                </a:cubicBezTo>
                <a:cubicBezTo>
                  <a:pt x="85265" y="61144"/>
                  <a:pt x="85071" y="62068"/>
                  <a:pt x="84682" y="62922"/>
                </a:cubicBezTo>
                <a:cubicBezTo>
                  <a:pt x="84294" y="63776"/>
                  <a:pt x="83774" y="64529"/>
                  <a:pt x="83121" y="65182"/>
                </a:cubicBezTo>
                <a:cubicBezTo>
                  <a:pt x="82469" y="65834"/>
                  <a:pt x="81708" y="66346"/>
                  <a:pt x="80838" y="66719"/>
                </a:cubicBezTo>
                <a:cubicBezTo>
                  <a:pt x="79969" y="67092"/>
                  <a:pt x="79052" y="67278"/>
                  <a:pt x="78090" y="67278"/>
                </a:cubicBezTo>
                <a:cubicBezTo>
                  <a:pt x="77096" y="67278"/>
                  <a:pt x="76172" y="67092"/>
                  <a:pt x="75317" y="66719"/>
                </a:cubicBezTo>
                <a:cubicBezTo>
                  <a:pt x="74463" y="66346"/>
                  <a:pt x="73710" y="65834"/>
                  <a:pt x="73058" y="65182"/>
                </a:cubicBezTo>
                <a:cubicBezTo>
                  <a:pt x="72405" y="64529"/>
                  <a:pt x="71893" y="63776"/>
                  <a:pt x="71520" y="62922"/>
                </a:cubicBezTo>
                <a:cubicBezTo>
                  <a:pt x="71147" y="62068"/>
                  <a:pt x="70961" y="61144"/>
                  <a:pt x="70961" y="60150"/>
                </a:cubicBezTo>
                <a:cubicBezTo>
                  <a:pt x="70961" y="59187"/>
                  <a:pt x="71147" y="58271"/>
                  <a:pt x="71520" y="57401"/>
                </a:cubicBezTo>
                <a:cubicBezTo>
                  <a:pt x="71893" y="56531"/>
                  <a:pt x="72405" y="55770"/>
                  <a:pt x="73058" y="55118"/>
                </a:cubicBezTo>
                <a:cubicBezTo>
                  <a:pt x="73710" y="54466"/>
                  <a:pt x="74463" y="53945"/>
                  <a:pt x="75317" y="53557"/>
                </a:cubicBezTo>
                <a:cubicBezTo>
                  <a:pt x="76172" y="53169"/>
                  <a:pt x="77096" y="52975"/>
                  <a:pt x="78090" y="52975"/>
                </a:cubicBezTo>
                <a:close/>
                <a:moveTo>
                  <a:pt x="222700" y="12580"/>
                </a:moveTo>
                <a:lnTo>
                  <a:pt x="204669" y="12580"/>
                </a:lnTo>
                <a:lnTo>
                  <a:pt x="204669" y="66440"/>
                </a:lnTo>
                <a:lnTo>
                  <a:pt x="196282" y="66440"/>
                </a:lnTo>
                <a:lnTo>
                  <a:pt x="196282" y="12580"/>
                </a:lnTo>
                <a:lnTo>
                  <a:pt x="178251" y="12580"/>
                </a:lnTo>
                <a:lnTo>
                  <a:pt x="178251" y="5498"/>
                </a:lnTo>
                <a:lnTo>
                  <a:pt x="222700" y="5498"/>
                </a:lnTo>
                <a:lnTo>
                  <a:pt x="222700" y="12580"/>
                </a:lnTo>
                <a:close/>
                <a:moveTo>
                  <a:pt x="271157" y="66440"/>
                </a:moveTo>
                <a:lnTo>
                  <a:pt x="263050" y="66440"/>
                </a:lnTo>
                <a:lnTo>
                  <a:pt x="263050" y="36574"/>
                </a:lnTo>
                <a:cubicBezTo>
                  <a:pt x="263050" y="32971"/>
                  <a:pt x="262374" y="30277"/>
                  <a:pt x="261023" y="28491"/>
                </a:cubicBezTo>
                <a:cubicBezTo>
                  <a:pt x="259672" y="26705"/>
                  <a:pt x="257739" y="25812"/>
                  <a:pt x="255223" y="25812"/>
                </a:cubicBezTo>
                <a:cubicBezTo>
                  <a:pt x="254135" y="25812"/>
                  <a:pt x="253118" y="25959"/>
                  <a:pt x="252171" y="26254"/>
                </a:cubicBezTo>
                <a:cubicBezTo>
                  <a:pt x="251223" y="26549"/>
                  <a:pt x="250237" y="27062"/>
                  <a:pt x="249212" y="27792"/>
                </a:cubicBezTo>
                <a:cubicBezTo>
                  <a:pt x="248187" y="28522"/>
                  <a:pt x="247069" y="29508"/>
                  <a:pt x="245858" y="30750"/>
                </a:cubicBezTo>
                <a:cubicBezTo>
                  <a:pt x="244646" y="31993"/>
                  <a:pt x="243249" y="33546"/>
                  <a:pt x="241664" y="35410"/>
                </a:cubicBezTo>
                <a:lnTo>
                  <a:pt x="241664" y="66440"/>
                </a:lnTo>
                <a:lnTo>
                  <a:pt x="233557" y="66440"/>
                </a:lnTo>
                <a:lnTo>
                  <a:pt x="233557" y="559"/>
                </a:lnTo>
                <a:lnTo>
                  <a:pt x="241664" y="559"/>
                </a:lnTo>
                <a:lnTo>
                  <a:pt x="241664" y="19649"/>
                </a:lnTo>
                <a:lnTo>
                  <a:pt x="241385" y="27023"/>
                </a:lnTo>
                <a:cubicBezTo>
                  <a:pt x="242658" y="25501"/>
                  <a:pt x="243909" y="24220"/>
                  <a:pt x="245136" y="23179"/>
                </a:cubicBezTo>
                <a:cubicBezTo>
                  <a:pt x="246362" y="22139"/>
                  <a:pt x="247589" y="21292"/>
                  <a:pt x="248816" y="20640"/>
                </a:cubicBezTo>
                <a:cubicBezTo>
                  <a:pt x="250043" y="19988"/>
                  <a:pt x="251293" y="19522"/>
                  <a:pt x="252567" y="19242"/>
                </a:cubicBezTo>
                <a:cubicBezTo>
                  <a:pt x="253840" y="18963"/>
                  <a:pt x="255160" y="18823"/>
                  <a:pt x="256527" y="18823"/>
                </a:cubicBezTo>
                <a:cubicBezTo>
                  <a:pt x="261186" y="18823"/>
                  <a:pt x="264789" y="20244"/>
                  <a:pt x="267336" y="23086"/>
                </a:cubicBezTo>
                <a:cubicBezTo>
                  <a:pt x="269883" y="25928"/>
                  <a:pt x="271157" y="30207"/>
                  <a:pt x="271157" y="35922"/>
                </a:cubicBezTo>
                <a:lnTo>
                  <a:pt x="271157" y="66440"/>
                </a:lnTo>
                <a:close/>
                <a:moveTo>
                  <a:pt x="301350" y="26371"/>
                </a:moveTo>
                <a:lnTo>
                  <a:pt x="287513" y="26371"/>
                </a:lnTo>
                <a:lnTo>
                  <a:pt x="287513" y="19662"/>
                </a:lnTo>
                <a:lnTo>
                  <a:pt x="309550" y="19662"/>
                </a:lnTo>
                <a:lnTo>
                  <a:pt x="309550" y="59684"/>
                </a:lnTo>
                <a:lnTo>
                  <a:pt x="323481" y="59684"/>
                </a:lnTo>
                <a:lnTo>
                  <a:pt x="323481" y="66440"/>
                </a:lnTo>
                <a:lnTo>
                  <a:pt x="285975" y="66440"/>
                </a:lnTo>
                <a:lnTo>
                  <a:pt x="285975" y="59684"/>
                </a:lnTo>
                <a:lnTo>
                  <a:pt x="301350" y="59684"/>
                </a:lnTo>
                <a:lnTo>
                  <a:pt x="301350" y="26371"/>
                </a:lnTo>
                <a:moveTo>
                  <a:pt x="304192" y="0"/>
                </a:moveTo>
                <a:cubicBezTo>
                  <a:pt x="305093" y="0"/>
                  <a:pt x="305932" y="163"/>
                  <a:pt x="306708" y="489"/>
                </a:cubicBezTo>
                <a:cubicBezTo>
                  <a:pt x="307485" y="815"/>
                  <a:pt x="308160" y="1274"/>
                  <a:pt x="308735" y="1864"/>
                </a:cubicBezTo>
                <a:cubicBezTo>
                  <a:pt x="309310" y="2454"/>
                  <a:pt x="309760" y="3129"/>
                  <a:pt x="310086" y="3890"/>
                </a:cubicBezTo>
                <a:cubicBezTo>
                  <a:pt x="310412" y="4651"/>
                  <a:pt x="310575" y="5482"/>
                  <a:pt x="310575" y="6383"/>
                </a:cubicBezTo>
                <a:cubicBezTo>
                  <a:pt x="310575" y="7253"/>
                  <a:pt x="310412" y="8076"/>
                  <a:pt x="310086" y="8852"/>
                </a:cubicBezTo>
                <a:cubicBezTo>
                  <a:pt x="309760" y="9629"/>
                  <a:pt x="309310" y="10312"/>
                  <a:pt x="308735" y="10902"/>
                </a:cubicBezTo>
                <a:cubicBezTo>
                  <a:pt x="308160" y="11493"/>
                  <a:pt x="307485" y="11951"/>
                  <a:pt x="306708" y="12277"/>
                </a:cubicBezTo>
                <a:cubicBezTo>
                  <a:pt x="305932" y="12603"/>
                  <a:pt x="305093" y="12766"/>
                  <a:pt x="304192" y="12766"/>
                </a:cubicBezTo>
                <a:cubicBezTo>
                  <a:pt x="303292" y="12766"/>
                  <a:pt x="302453" y="12603"/>
                  <a:pt x="301676" y="12277"/>
                </a:cubicBezTo>
                <a:cubicBezTo>
                  <a:pt x="300900" y="11951"/>
                  <a:pt x="300224" y="11493"/>
                  <a:pt x="299650" y="10902"/>
                </a:cubicBezTo>
                <a:cubicBezTo>
                  <a:pt x="299075" y="10312"/>
                  <a:pt x="298625" y="9629"/>
                  <a:pt x="298299" y="8852"/>
                </a:cubicBezTo>
                <a:cubicBezTo>
                  <a:pt x="297972" y="8076"/>
                  <a:pt x="297809" y="7253"/>
                  <a:pt x="297809" y="6383"/>
                </a:cubicBezTo>
                <a:cubicBezTo>
                  <a:pt x="297809" y="5482"/>
                  <a:pt x="297972" y="4651"/>
                  <a:pt x="298299" y="3890"/>
                </a:cubicBezTo>
                <a:cubicBezTo>
                  <a:pt x="298625" y="3129"/>
                  <a:pt x="299075" y="2454"/>
                  <a:pt x="299650" y="1864"/>
                </a:cubicBezTo>
                <a:cubicBezTo>
                  <a:pt x="300224" y="1274"/>
                  <a:pt x="300900" y="815"/>
                  <a:pt x="301676" y="489"/>
                </a:cubicBezTo>
                <a:cubicBezTo>
                  <a:pt x="302453" y="163"/>
                  <a:pt x="303292" y="0"/>
                  <a:pt x="304192" y="0"/>
                </a:cubicBezTo>
                <a:close/>
                <a:moveTo>
                  <a:pt x="374315" y="53674"/>
                </a:moveTo>
                <a:cubicBezTo>
                  <a:pt x="374315" y="55320"/>
                  <a:pt x="374035" y="56795"/>
                  <a:pt x="373476" y="58100"/>
                </a:cubicBezTo>
                <a:cubicBezTo>
                  <a:pt x="372917" y="59404"/>
                  <a:pt x="372156" y="60561"/>
                  <a:pt x="371193" y="61571"/>
                </a:cubicBezTo>
                <a:cubicBezTo>
                  <a:pt x="370230" y="62580"/>
                  <a:pt x="369112" y="63442"/>
                  <a:pt x="367839" y="64157"/>
                </a:cubicBezTo>
                <a:cubicBezTo>
                  <a:pt x="366565" y="64871"/>
                  <a:pt x="365206" y="65461"/>
                  <a:pt x="363762" y="65927"/>
                </a:cubicBezTo>
                <a:cubicBezTo>
                  <a:pt x="362317" y="66393"/>
                  <a:pt x="360834" y="66735"/>
                  <a:pt x="359312" y="66952"/>
                </a:cubicBezTo>
                <a:cubicBezTo>
                  <a:pt x="357790" y="67170"/>
                  <a:pt x="356299" y="67278"/>
                  <a:pt x="354839" y="67278"/>
                </a:cubicBezTo>
                <a:cubicBezTo>
                  <a:pt x="351671" y="67278"/>
                  <a:pt x="348759" y="67139"/>
                  <a:pt x="346104" y="66859"/>
                </a:cubicBezTo>
                <a:cubicBezTo>
                  <a:pt x="343448" y="66579"/>
                  <a:pt x="340846" y="66129"/>
                  <a:pt x="338299" y="65508"/>
                </a:cubicBezTo>
                <a:lnTo>
                  <a:pt x="338299" y="58053"/>
                </a:lnTo>
                <a:cubicBezTo>
                  <a:pt x="341033" y="58830"/>
                  <a:pt x="343751" y="59420"/>
                  <a:pt x="346453" y="59824"/>
                </a:cubicBezTo>
                <a:cubicBezTo>
                  <a:pt x="349155" y="60227"/>
                  <a:pt x="351842" y="60429"/>
                  <a:pt x="354513" y="60429"/>
                </a:cubicBezTo>
                <a:cubicBezTo>
                  <a:pt x="358396" y="60429"/>
                  <a:pt x="361269" y="59901"/>
                  <a:pt x="363133" y="58845"/>
                </a:cubicBezTo>
                <a:cubicBezTo>
                  <a:pt x="364996" y="57789"/>
                  <a:pt x="365928" y="56283"/>
                  <a:pt x="365928" y="54326"/>
                </a:cubicBezTo>
                <a:cubicBezTo>
                  <a:pt x="365928" y="53487"/>
                  <a:pt x="365781" y="52734"/>
                  <a:pt x="365486" y="52066"/>
                </a:cubicBezTo>
                <a:cubicBezTo>
                  <a:pt x="365191" y="51398"/>
                  <a:pt x="364655" y="50762"/>
                  <a:pt x="363878" y="50156"/>
                </a:cubicBezTo>
                <a:cubicBezTo>
                  <a:pt x="363102" y="49550"/>
                  <a:pt x="361898" y="48921"/>
                  <a:pt x="360267" y="48269"/>
                </a:cubicBezTo>
                <a:cubicBezTo>
                  <a:pt x="358637" y="47617"/>
                  <a:pt x="356408" y="46871"/>
                  <a:pt x="353582" y="46033"/>
                </a:cubicBezTo>
                <a:cubicBezTo>
                  <a:pt x="351469" y="45411"/>
                  <a:pt x="349520" y="44705"/>
                  <a:pt x="347734" y="43913"/>
                </a:cubicBezTo>
                <a:cubicBezTo>
                  <a:pt x="345948" y="43121"/>
                  <a:pt x="344403" y="42181"/>
                  <a:pt x="343098" y="41094"/>
                </a:cubicBezTo>
                <a:cubicBezTo>
                  <a:pt x="341794" y="40007"/>
                  <a:pt x="340769" y="38733"/>
                  <a:pt x="340023" y="37273"/>
                </a:cubicBezTo>
                <a:cubicBezTo>
                  <a:pt x="339278" y="35813"/>
                  <a:pt x="338905" y="34090"/>
                  <a:pt x="338905" y="32102"/>
                </a:cubicBezTo>
                <a:cubicBezTo>
                  <a:pt x="338905" y="30797"/>
                  <a:pt x="339208" y="29368"/>
                  <a:pt x="339814" y="27815"/>
                </a:cubicBezTo>
                <a:cubicBezTo>
                  <a:pt x="340419" y="26262"/>
                  <a:pt x="341452" y="24818"/>
                  <a:pt x="342912" y="23482"/>
                </a:cubicBezTo>
                <a:cubicBezTo>
                  <a:pt x="344372" y="22147"/>
                  <a:pt x="346344" y="21036"/>
                  <a:pt x="348829" y="20151"/>
                </a:cubicBezTo>
                <a:cubicBezTo>
                  <a:pt x="351314" y="19266"/>
                  <a:pt x="354420" y="18823"/>
                  <a:pt x="358147" y="18823"/>
                </a:cubicBezTo>
                <a:cubicBezTo>
                  <a:pt x="359980" y="18823"/>
                  <a:pt x="362015" y="18924"/>
                  <a:pt x="364251" y="19126"/>
                </a:cubicBezTo>
                <a:cubicBezTo>
                  <a:pt x="366487" y="19328"/>
                  <a:pt x="368817" y="19677"/>
                  <a:pt x="371240" y="20174"/>
                </a:cubicBezTo>
                <a:lnTo>
                  <a:pt x="371240" y="27396"/>
                </a:lnTo>
                <a:cubicBezTo>
                  <a:pt x="368693" y="26775"/>
                  <a:pt x="366278" y="26316"/>
                  <a:pt x="363995" y="26021"/>
                </a:cubicBezTo>
                <a:cubicBezTo>
                  <a:pt x="361712" y="25726"/>
                  <a:pt x="359732" y="25579"/>
                  <a:pt x="358054" y="25579"/>
                </a:cubicBezTo>
                <a:cubicBezTo>
                  <a:pt x="356035" y="25579"/>
                  <a:pt x="354335" y="25734"/>
                  <a:pt x="352953" y="26045"/>
                </a:cubicBezTo>
                <a:cubicBezTo>
                  <a:pt x="351570" y="26355"/>
                  <a:pt x="350452" y="26782"/>
                  <a:pt x="349598" y="27326"/>
                </a:cubicBezTo>
                <a:cubicBezTo>
                  <a:pt x="348744" y="27870"/>
                  <a:pt x="348130" y="28506"/>
                  <a:pt x="347758" y="29236"/>
                </a:cubicBezTo>
                <a:cubicBezTo>
                  <a:pt x="347385" y="29966"/>
                  <a:pt x="347198" y="30750"/>
                  <a:pt x="347198" y="31589"/>
                </a:cubicBezTo>
                <a:cubicBezTo>
                  <a:pt x="347198" y="32428"/>
                  <a:pt x="347362" y="33189"/>
                  <a:pt x="347688" y="33872"/>
                </a:cubicBezTo>
                <a:cubicBezTo>
                  <a:pt x="348014" y="34555"/>
                  <a:pt x="348620" y="35215"/>
                  <a:pt x="349505" y="35852"/>
                </a:cubicBezTo>
                <a:cubicBezTo>
                  <a:pt x="350390" y="36489"/>
                  <a:pt x="351625" y="37126"/>
                  <a:pt x="353209" y="37762"/>
                </a:cubicBezTo>
                <a:cubicBezTo>
                  <a:pt x="354793" y="38399"/>
                  <a:pt x="356858" y="39090"/>
                  <a:pt x="359405" y="39836"/>
                </a:cubicBezTo>
                <a:cubicBezTo>
                  <a:pt x="362170" y="40643"/>
                  <a:pt x="364499" y="41490"/>
                  <a:pt x="366394" y="42375"/>
                </a:cubicBezTo>
                <a:cubicBezTo>
                  <a:pt x="368289" y="43260"/>
                  <a:pt x="369826" y="44246"/>
                  <a:pt x="371007" y="45334"/>
                </a:cubicBezTo>
                <a:cubicBezTo>
                  <a:pt x="372187" y="46421"/>
                  <a:pt x="373034" y="47648"/>
                  <a:pt x="373546" y="49014"/>
                </a:cubicBezTo>
                <a:cubicBezTo>
                  <a:pt x="374059" y="50381"/>
                  <a:pt x="374315" y="51934"/>
                  <a:pt x="374315" y="53674"/>
                </a:cubicBezTo>
                <a:close/>
                <a:moveTo>
                  <a:pt x="475595" y="26371"/>
                </a:moveTo>
                <a:lnTo>
                  <a:pt x="461757" y="26371"/>
                </a:lnTo>
                <a:lnTo>
                  <a:pt x="461757" y="19662"/>
                </a:lnTo>
                <a:lnTo>
                  <a:pt x="483795" y="19662"/>
                </a:lnTo>
                <a:lnTo>
                  <a:pt x="483795" y="59684"/>
                </a:lnTo>
                <a:lnTo>
                  <a:pt x="497726" y="59684"/>
                </a:lnTo>
                <a:lnTo>
                  <a:pt x="497726" y="66440"/>
                </a:lnTo>
                <a:lnTo>
                  <a:pt x="460220" y="66440"/>
                </a:lnTo>
                <a:lnTo>
                  <a:pt x="460220" y="59684"/>
                </a:lnTo>
                <a:lnTo>
                  <a:pt x="475595" y="59684"/>
                </a:lnTo>
                <a:lnTo>
                  <a:pt x="475595" y="26371"/>
                </a:lnTo>
                <a:moveTo>
                  <a:pt x="478437" y="0"/>
                </a:moveTo>
                <a:cubicBezTo>
                  <a:pt x="479338" y="0"/>
                  <a:pt x="480176" y="163"/>
                  <a:pt x="480953" y="489"/>
                </a:cubicBezTo>
                <a:cubicBezTo>
                  <a:pt x="481729" y="815"/>
                  <a:pt x="482405" y="1274"/>
                  <a:pt x="482980" y="1864"/>
                </a:cubicBezTo>
                <a:cubicBezTo>
                  <a:pt x="483554" y="2454"/>
                  <a:pt x="484005" y="3129"/>
                  <a:pt x="484331" y="3890"/>
                </a:cubicBezTo>
                <a:cubicBezTo>
                  <a:pt x="484657" y="4651"/>
                  <a:pt x="484820" y="5482"/>
                  <a:pt x="484820" y="6383"/>
                </a:cubicBezTo>
                <a:cubicBezTo>
                  <a:pt x="484820" y="7253"/>
                  <a:pt x="484657" y="8076"/>
                  <a:pt x="484331" y="8852"/>
                </a:cubicBezTo>
                <a:cubicBezTo>
                  <a:pt x="484005" y="9629"/>
                  <a:pt x="483554" y="10312"/>
                  <a:pt x="482980" y="10902"/>
                </a:cubicBezTo>
                <a:cubicBezTo>
                  <a:pt x="482405" y="11493"/>
                  <a:pt x="481729" y="11951"/>
                  <a:pt x="480953" y="12277"/>
                </a:cubicBezTo>
                <a:cubicBezTo>
                  <a:pt x="480176" y="12603"/>
                  <a:pt x="479338" y="12766"/>
                  <a:pt x="478437" y="12766"/>
                </a:cubicBezTo>
                <a:cubicBezTo>
                  <a:pt x="477536" y="12766"/>
                  <a:pt x="476698" y="12603"/>
                  <a:pt x="475921" y="12277"/>
                </a:cubicBezTo>
                <a:cubicBezTo>
                  <a:pt x="475145" y="11951"/>
                  <a:pt x="474469" y="11493"/>
                  <a:pt x="473894" y="10902"/>
                </a:cubicBezTo>
                <a:cubicBezTo>
                  <a:pt x="473320" y="10312"/>
                  <a:pt x="472869" y="9629"/>
                  <a:pt x="472543" y="8852"/>
                </a:cubicBezTo>
                <a:cubicBezTo>
                  <a:pt x="472217" y="8076"/>
                  <a:pt x="472054" y="7253"/>
                  <a:pt x="472054" y="6383"/>
                </a:cubicBezTo>
                <a:cubicBezTo>
                  <a:pt x="472054" y="5482"/>
                  <a:pt x="472217" y="4651"/>
                  <a:pt x="472543" y="3890"/>
                </a:cubicBezTo>
                <a:cubicBezTo>
                  <a:pt x="472869" y="3129"/>
                  <a:pt x="473320" y="2454"/>
                  <a:pt x="473894" y="1864"/>
                </a:cubicBezTo>
                <a:cubicBezTo>
                  <a:pt x="474469" y="1274"/>
                  <a:pt x="475145" y="815"/>
                  <a:pt x="475921" y="489"/>
                </a:cubicBezTo>
                <a:cubicBezTo>
                  <a:pt x="476698" y="163"/>
                  <a:pt x="477536" y="0"/>
                  <a:pt x="478437" y="0"/>
                </a:cubicBezTo>
                <a:close/>
                <a:moveTo>
                  <a:pt x="548559" y="53674"/>
                </a:moveTo>
                <a:cubicBezTo>
                  <a:pt x="548559" y="55320"/>
                  <a:pt x="548280" y="56795"/>
                  <a:pt x="547721" y="58100"/>
                </a:cubicBezTo>
                <a:cubicBezTo>
                  <a:pt x="547162" y="59404"/>
                  <a:pt x="546401" y="60561"/>
                  <a:pt x="545438" y="61571"/>
                </a:cubicBezTo>
                <a:cubicBezTo>
                  <a:pt x="544475" y="62580"/>
                  <a:pt x="543357" y="63442"/>
                  <a:pt x="542083" y="64157"/>
                </a:cubicBezTo>
                <a:cubicBezTo>
                  <a:pt x="540810" y="64871"/>
                  <a:pt x="539451" y="65461"/>
                  <a:pt x="538006" y="65927"/>
                </a:cubicBezTo>
                <a:cubicBezTo>
                  <a:pt x="536562" y="66393"/>
                  <a:pt x="535079" y="66735"/>
                  <a:pt x="533557" y="66952"/>
                </a:cubicBezTo>
                <a:cubicBezTo>
                  <a:pt x="532035" y="67170"/>
                  <a:pt x="530544" y="67278"/>
                  <a:pt x="529084" y="67278"/>
                </a:cubicBezTo>
                <a:cubicBezTo>
                  <a:pt x="525916" y="67278"/>
                  <a:pt x="523004" y="67139"/>
                  <a:pt x="520348" y="66859"/>
                </a:cubicBezTo>
                <a:cubicBezTo>
                  <a:pt x="517692" y="66579"/>
                  <a:pt x="515091" y="66129"/>
                  <a:pt x="512544" y="65508"/>
                </a:cubicBezTo>
                <a:lnTo>
                  <a:pt x="512544" y="58053"/>
                </a:lnTo>
                <a:cubicBezTo>
                  <a:pt x="515277" y="58830"/>
                  <a:pt x="517995" y="59420"/>
                  <a:pt x="520698" y="59824"/>
                </a:cubicBezTo>
                <a:cubicBezTo>
                  <a:pt x="523400" y="60227"/>
                  <a:pt x="526087" y="60429"/>
                  <a:pt x="528758" y="60429"/>
                </a:cubicBezTo>
                <a:cubicBezTo>
                  <a:pt x="532641" y="60429"/>
                  <a:pt x="535514" y="59901"/>
                  <a:pt x="537377" y="58845"/>
                </a:cubicBezTo>
                <a:cubicBezTo>
                  <a:pt x="539241" y="57789"/>
                  <a:pt x="540173" y="56283"/>
                  <a:pt x="540173" y="54326"/>
                </a:cubicBezTo>
                <a:cubicBezTo>
                  <a:pt x="540173" y="53487"/>
                  <a:pt x="540025" y="52734"/>
                  <a:pt x="539730" y="52066"/>
                </a:cubicBezTo>
                <a:cubicBezTo>
                  <a:pt x="539435" y="51398"/>
                  <a:pt x="538899" y="50762"/>
                  <a:pt x="538123" y="50156"/>
                </a:cubicBezTo>
                <a:cubicBezTo>
                  <a:pt x="537346" y="49550"/>
                  <a:pt x="536143" y="48921"/>
                  <a:pt x="534512" y="48269"/>
                </a:cubicBezTo>
                <a:cubicBezTo>
                  <a:pt x="532881" y="47617"/>
                  <a:pt x="530653" y="46871"/>
                  <a:pt x="527826" y="46033"/>
                </a:cubicBezTo>
                <a:cubicBezTo>
                  <a:pt x="525714" y="45411"/>
                  <a:pt x="523765" y="44705"/>
                  <a:pt x="521979" y="43913"/>
                </a:cubicBezTo>
                <a:cubicBezTo>
                  <a:pt x="520193" y="43121"/>
                  <a:pt x="518648" y="42181"/>
                  <a:pt x="517343" y="41094"/>
                </a:cubicBezTo>
                <a:cubicBezTo>
                  <a:pt x="516038" y="40007"/>
                  <a:pt x="515013" y="38733"/>
                  <a:pt x="514268" y="37273"/>
                </a:cubicBezTo>
                <a:cubicBezTo>
                  <a:pt x="513523" y="35813"/>
                  <a:pt x="513150" y="34090"/>
                  <a:pt x="513150" y="32102"/>
                </a:cubicBezTo>
                <a:cubicBezTo>
                  <a:pt x="513150" y="30797"/>
                  <a:pt x="513453" y="29368"/>
                  <a:pt x="514058" y="27815"/>
                </a:cubicBezTo>
                <a:cubicBezTo>
                  <a:pt x="514664" y="26262"/>
                  <a:pt x="515697" y="24818"/>
                  <a:pt x="517157" y="23482"/>
                </a:cubicBezTo>
                <a:cubicBezTo>
                  <a:pt x="518617" y="22147"/>
                  <a:pt x="520589" y="21036"/>
                  <a:pt x="523074" y="20151"/>
                </a:cubicBezTo>
                <a:cubicBezTo>
                  <a:pt x="525559" y="19266"/>
                  <a:pt x="528665" y="18823"/>
                  <a:pt x="532392" y="18823"/>
                </a:cubicBezTo>
                <a:cubicBezTo>
                  <a:pt x="534225" y="18823"/>
                  <a:pt x="536259" y="18924"/>
                  <a:pt x="538496" y="19126"/>
                </a:cubicBezTo>
                <a:cubicBezTo>
                  <a:pt x="540732" y="19328"/>
                  <a:pt x="543062" y="19677"/>
                  <a:pt x="545484" y="20174"/>
                </a:cubicBezTo>
                <a:lnTo>
                  <a:pt x="545484" y="27396"/>
                </a:lnTo>
                <a:cubicBezTo>
                  <a:pt x="542937" y="26775"/>
                  <a:pt x="540522" y="26316"/>
                  <a:pt x="538239" y="26021"/>
                </a:cubicBezTo>
                <a:cubicBezTo>
                  <a:pt x="535956" y="25726"/>
                  <a:pt x="533976" y="25579"/>
                  <a:pt x="532299" y="25579"/>
                </a:cubicBezTo>
                <a:cubicBezTo>
                  <a:pt x="530280" y="25579"/>
                  <a:pt x="528579" y="25734"/>
                  <a:pt x="527197" y="26045"/>
                </a:cubicBezTo>
                <a:cubicBezTo>
                  <a:pt x="525815" y="26355"/>
                  <a:pt x="524697" y="26782"/>
                  <a:pt x="523843" y="27326"/>
                </a:cubicBezTo>
                <a:cubicBezTo>
                  <a:pt x="522988" y="27870"/>
                  <a:pt x="522375" y="28506"/>
                  <a:pt x="522002" y="29236"/>
                </a:cubicBezTo>
                <a:cubicBezTo>
                  <a:pt x="521629" y="29966"/>
                  <a:pt x="521443" y="30750"/>
                  <a:pt x="521443" y="31589"/>
                </a:cubicBezTo>
                <a:cubicBezTo>
                  <a:pt x="521443" y="32428"/>
                  <a:pt x="521606" y="33189"/>
                  <a:pt x="521932" y="33872"/>
                </a:cubicBezTo>
                <a:cubicBezTo>
                  <a:pt x="522258" y="34555"/>
                  <a:pt x="522864" y="35215"/>
                  <a:pt x="523749" y="35852"/>
                </a:cubicBezTo>
                <a:cubicBezTo>
                  <a:pt x="524635" y="36489"/>
                  <a:pt x="525869" y="37126"/>
                  <a:pt x="527453" y="37762"/>
                </a:cubicBezTo>
                <a:cubicBezTo>
                  <a:pt x="529038" y="38399"/>
                  <a:pt x="531103" y="39090"/>
                  <a:pt x="533650" y="39836"/>
                </a:cubicBezTo>
                <a:cubicBezTo>
                  <a:pt x="536415" y="40643"/>
                  <a:pt x="538744" y="41490"/>
                  <a:pt x="540639" y="42375"/>
                </a:cubicBezTo>
                <a:cubicBezTo>
                  <a:pt x="542534" y="43260"/>
                  <a:pt x="544071" y="44246"/>
                  <a:pt x="545251" y="45334"/>
                </a:cubicBezTo>
                <a:cubicBezTo>
                  <a:pt x="546432" y="46421"/>
                  <a:pt x="547278" y="47648"/>
                  <a:pt x="547791" y="49014"/>
                </a:cubicBezTo>
                <a:cubicBezTo>
                  <a:pt x="548303" y="50381"/>
                  <a:pt x="548559" y="51934"/>
                  <a:pt x="548559" y="53674"/>
                </a:cubicBezTo>
                <a:close/>
                <a:moveTo>
                  <a:pt x="677236" y="19662"/>
                </a:moveTo>
                <a:lnTo>
                  <a:pt x="670433" y="66440"/>
                </a:lnTo>
                <a:lnTo>
                  <a:pt x="660603" y="66440"/>
                </a:lnTo>
                <a:lnTo>
                  <a:pt x="653847" y="46871"/>
                </a:lnTo>
                <a:lnTo>
                  <a:pt x="652496" y="42119"/>
                </a:lnTo>
                <a:lnTo>
                  <a:pt x="650958" y="47151"/>
                </a:lnTo>
                <a:lnTo>
                  <a:pt x="644482" y="66440"/>
                </a:lnTo>
                <a:lnTo>
                  <a:pt x="634931" y="66440"/>
                </a:lnTo>
                <a:lnTo>
                  <a:pt x="628175" y="19662"/>
                </a:lnTo>
                <a:lnTo>
                  <a:pt x="636095" y="19662"/>
                </a:lnTo>
                <a:lnTo>
                  <a:pt x="640009" y="51437"/>
                </a:lnTo>
                <a:lnTo>
                  <a:pt x="640848" y="58519"/>
                </a:lnTo>
                <a:lnTo>
                  <a:pt x="642851" y="52322"/>
                </a:lnTo>
                <a:lnTo>
                  <a:pt x="649653" y="31310"/>
                </a:lnTo>
                <a:lnTo>
                  <a:pt x="655477" y="31310"/>
                </a:lnTo>
                <a:lnTo>
                  <a:pt x="662792" y="52043"/>
                </a:lnTo>
                <a:lnTo>
                  <a:pt x="664889" y="58240"/>
                </a:lnTo>
                <a:lnTo>
                  <a:pt x="665588" y="51670"/>
                </a:lnTo>
                <a:lnTo>
                  <a:pt x="669222" y="19662"/>
                </a:lnTo>
                <a:lnTo>
                  <a:pt x="677236" y="19662"/>
                </a:lnTo>
                <a:close/>
                <a:moveTo>
                  <a:pt x="723363" y="66440"/>
                </a:moveTo>
                <a:lnTo>
                  <a:pt x="715256" y="66440"/>
                </a:lnTo>
                <a:lnTo>
                  <a:pt x="715256" y="36574"/>
                </a:lnTo>
                <a:cubicBezTo>
                  <a:pt x="715256" y="32971"/>
                  <a:pt x="714581" y="30277"/>
                  <a:pt x="713230" y="28491"/>
                </a:cubicBezTo>
                <a:cubicBezTo>
                  <a:pt x="711879" y="26705"/>
                  <a:pt x="709945" y="25812"/>
                  <a:pt x="707429" y="25812"/>
                </a:cubicBezTo>
                <a:cubicBezTo>
                  <a:pt x="706342" y="25812"/>
                  <a:pt x="705325" y="25959"/>
                  <a:pt x="704377" y="26254"/>
                </a:cubicBezTo>
                <a:cubicBezTo>
                  <a:pt x="703430" y="26549"/>
                  <a:pt x="702444" y="27062"/>
                  <a:pt x="701419" y="27792"/>
                </a:cubicBezTo>
                <a:cubicBezTo>
                  <a:pt x="700394" y="28522"/>
                  <a:pt x="699276" y="29508"/>
                  <a:pt x="698064" y="30750"/>
                </a:cubicBezTo>
                <a:cubicBezTo>
                  <a:pt x="696853" y="31993"/>
                  <a:pt x="695455" y="33546"/>
                  <a:pt x="693871" y="35410"/>
                </a:cubicBezTo>
                <a:lnTo>
                  <a:pt x="693871" y="66440"/>
                </a:lnTo>
                <a:lnTo>
                  <a:pt x="685764" y="66440"/>
                </a:lnTo>
                <a:lnTo>
                  <a:pt x="685764" y="559"/>
                </a:lnTo>
                <a:lnTo>
                  <a:pt x="693871" y="559"/>
                </a:lnTo>
                <a:lnTo>
                  <a:pt x="693871" y="19649"/>
                </a:lnTo>
                <a:lnTo>
                  <a:pt x="693591" y="27023"/>
                </a:lnTo>
                <a:cubicBezTo>
                  <a:pt x="694865" y="25501"/>
                  <a:pt x="696115" y="24220"/>
                  <a:pt x="697342" y="23179"/>
                </a:cubicBezTo>
                <a:cubicBezTo>
                  <a:pt x="698569" y="22139"/>
                  <a:pt x="699796" y="21292"/>
                  <a:pt x="701023" y="20640"/>
                </a:cubicBezTo>
                <a:cubicBezTo>
                  <a:pt x="702250" y="19988"/>
                  <a:pt x="703500" y="19522"/>
                  <a:pt x="704773" y="19242"/>
                </a:cubicBezTo>
                <a:cubicBezTo>
                  <a:pt x="706047" y="18963"/>
                  <a:pt x="707367" y="18823"/>
                  <a:pt x="708734" y="18823"/>
                </a:cubicBezTo>
                <a:cubicBezTo>
                  <a:pt x="713393" y="18823"/>
                  <a:pt x="716996" y="20244"/>
                  <a:pt x="719543" y="23086"/>
                </a:cubicBezTo>
                <a:cubicBezTo>
                  <a:pt x="722090" y="25928"/>
                  <a:pt x="723363" y="30207"/>
                  <a:pt x="723363" y="35922"/>
                </a:cubicBezTo>
                <a:lnTo>
                  <a:pt x="723363" y="66440"/>
                </a:lnTo>
                <a:close/>
                <a:moveTo>
                  <a:pt x="777132" y="40581"/>
                </a:moveTo>
                <a:cubicBezTo>
                  <a:pt x="777132" y="41731"/>
                  <a:pt x="777117" y="42693"/>
                  <a:pt x="777086" y="43470"/>
                </a:cubicBezTo>
                <a:cubicBezTo>
                  <a:pt x="777055" y="44246"/>
                  <a:pt x="777008" y="44976"/>
                  <a:pt x="776946" y="45660"/>
                </a:cubicBezTo>
                <a:lnTo>
                  <a:pt x="744099" y="45660"/>
                </a:lnTo>
                <a:cubicBezTo>
                  <a:pt x="744099" y="50443"/>
                  <a:pt x="745434" y="54116"/>
                  <a:pt x="748106" y="56679"/>
                </a:cubicBezTo>
                <a:cubicBezTo>
                  <a:pt x="750777" y="59241"/>
                  <a:pt x="754628" y="60522"/>
                  <a:pt x="759660" y="60522"/>
                </a:cubicBezTo>
                <a:cubicBezTo>
                  <a:pt x="761027" y="60522"/>
                  <a:pt x="762394" y="60467"/>
                  <a:pt x="763760" y="60357"/>
                </a:cubicBezTo>
                <a:cubicBezTo>
                  <a:pt x="765127" y="60245"/>
                  <a:pt x="766447" y="60094"/>
                  <a:pt x="767721" y="59904"/>
                </a:cubicBezTo>
                <a:cubicBezTo>
                  <a:pt x="768994" y="59712"/>
                  <a:pt x="770213" y="59498"/>
                  <a:pt x="771378" y="59260"/>
                </a:cubicBezTo>
                <a:cubicBezTo>
                  <a:pt x="772543" y="59021"/>
                  <a:pt x="773622" y="58759"/>
                  <a:pt x="774616" y="58472"/>
                </a:cubicBezTo>
                <a:lnTo>
                  <a:pt x="774616" y="65135"/>
                </a:lnTo>
                <a:cubicBezTo>
                  <a:pt x="772411" y="65770"/>
                  <a:pt x="769918" y="66286"/>
                  <a:pt x="767138" y="66683"/>
                </a:cubicBezTo>
                <a:cubicBezTo>
                  <a:pt x="764358" y="67080"/>
                  <a:pt x="761477" y="67278"/>
                  <a:pt x="758496" y="67278"/>
                </a:cubicBezTo>
                <a:cubicBezTo>
                  <a:pt x="754489" y="67278"/>
                  <a:pt x="751041" y="66735"/>
                  <a:pt x="748152" y="65648"/>
                </a:cubicBezTo>
                <a:cubicBezTo>
                  <a:pt x="745264" y="64560"/>
                  <a:pt x="742895" y="62984"/>
                  <a:pt x="741047" y="60919"/>
                </a:cubicBezTo>
                <a:cubicBezTo>
                  <a:pt x="739199" y="58853"/>
                  <a:pt x="737832" y="56321"/>
                  <a:pt x="736947" y="53324"/>
                </a:cubicBezTo>
                <a:cubicBezTo>
                  <a:pt x="736062" y="50327"/>
                  <a:pt x="735619" y="46933"/>
                  <a:pt x="735619" y="43144"/>
                </a:cubicBezTo>
                <a:cubicBezTo>
                  <a:pt x="735619" y="39851"/>
                  <a:pt x="736093" y="36737"/>
                  <a:pt x="737040" y="33802"/>
                </a:cubicBezTo>
                <a:cubicBezTo>
                  <a:pt x="737987" y="30867"/>
                  <a:pt x="739370" y="28289"/>
                  <a:pt x="741187" y="26068"/>
                </a:cubicBezTo>
                <a:cubicBezTo>
                  <a:pt x="743004" y="23847"/>
                  <a:pt x="745232" y="22084"/>
                  <a:pt x="747873" y="20780"/>
                </a:cubicBezTo>
                <a:cubicBezTo>
                  <a:pt x="750513" y="19475"/>
                  <a:pt x="753510" y="18823"/>
                  <a:pt x="756865" y="18823"/>
                </a:cubicBezTo>
                <a:cubicBezTo>
                  <a:pt x="760126" y="18823"/>
                  <a:pt x="763015" y="19336"/>
                  <a:pt x="765531" y="20361"/>
                </a:cubicBezTo>
                <a:cubicBezTo>
                  <a:pt x="768047" y="21386"/>
                  <a:pt x="770167" y="22838"/>
                  <a:pt x="771891" y="24717"/>
                </a:cubicBezTo>
                <a:cubicBezTo>
                  <a:pt x="773615" y="26596"/>
                  <a:pt x="774919" y="28879"/>
                  <a:pt x="775804" y="31566"/>
                </a:cubicBezTo>
                <a:cubicBezTo>
                  <a:pt x="776690" y="34253"/>
                  <a:pt x="777132" y="37258"/>
                  <a:pt x="777132" y="40581"/>
                </a:cubicBezTo>
                <a:moveTo>
                  <a:pt x="768699" y="39416"/>
                </a:moveTo>
                <a:cubicBezTo>
                  <a:pt x="768792" y="37335"/>
                  <a:pt x="768590" y="35433"/>
                  <a:pt x="768093" y="33709"/>
                </a:cubicBezTo>
                <a:cubicBezTo>
                  <a:pt x="767596" y="31985"/>
                  <a:pt x="766828" y="30502"/>
                  <a:pt x="765787" y="29260"/>
                </a:cubicBezTo>
                <a:cubicBezTo>
                  <a:pt x="764747" y="28017"/>
                  <a:pt x="763450" y="27046"/>
                  <a:pt x="761897" y="26348"/>
                </a:cubicBezTo>
                <a:cubicBezTo>
                  <a:pt x="760344" y="25649"/>
                  <a:pt x="758542" y="25299"/>
                  <a:pt x="756492" y="25299"/>
                </a:cubicBezTo>
                <a:cubicBezTo>
                  <a:pt x="754722" y="25299"/>
                  <a:pt x="753106" y="25641"/>
                  <a:pt x="751647" y="26324"/>
                </a:cubicBezTo>
                <a:cubicBezTo>
                  <a:pt x="750187" y="27008"/>
                  <a:pt x="748929" y="27970"/>
                  <a:pt x="747873" y="29213"/>
                </a:cubicBezTo>
                <a:cubicBezTo>
                  <a:pt x="746817" y="30455"/>
                  <a:pt x="745962" y="31946"/>
                  <a:pt x="745310" y="33686"/>
                </a:cubicBezTo>
                <a:cubicBezTo>
                  <a:pt x="744658" y="35425"/>
                  <a:pt x="744254" y="37335"/>
                  <a:pt x="744099" y="39416"/>
                </a:cubicBezTo>
                <a:lnTo>
                  <a:pt x="768699" y="39416"/>
                </a:lnTo>
                <a:close/>
                <a:moveTo>
                  <a:pt x="791391" y="19662"/>
                </a:moveTo>
                <a:lnTo>
                  <a:pt x="798799" y="19662"/>
                </a:lnTo>
                <a:lnTo>
                  <a:pt x="799032" y="28259"/>
                </a:lnTo>
                <a:cubicBezTo>
                  <a:pt x="801796" y="24943"/>
                  <a:pt x="804522" y="22542"/>
                  <a:pt x="807209" y="21055"/>
                </a:cubicBezTo>
                <a:cubicBezTo>
                  <a:pt x="809896" y="19567"/>
                  <a:pt x="812606" y="18823"/>
                  <a:pt x="815339" y="18823"/>
                </a:cubicBezTo>
                <a:cubicBezTo>
                  <a:pt x="820185" y="18823"/>
                  <a:pt x="823858" y="20388"/>
                  <a:pt x="826358" y="23517"/>
                </a:cubicBezTo>
                <a:cubicBezTo>
                  <a:pt x="828858" y="26647"/>
                  <a:pt x="830015" y="31294"/>
                  <a:pt x="829829" y="37460"/>
                </a:cubicBezTo>
                <a:lnTo>
                  <a:pt x="821629" y="37460"/>
                </a:lnTo>
                <a:cubicBezTo>
                  <a:pt x="821722" y="33376"/>
                  <a:pt x="821124" y="30414"/>
                  <a:pt x="819835" y="28574"/>
                </a:cubicBezTo>
                <a:cubicBezTo>
                  <a:pt x="818546" y="26732"/>
                  <a:pt x="816659" y="25812"/>
                  <a:pt x="814174" y="25812"/>
                </a:cubicBezTo>
                <a:cubicBezTo>
                  <a:pt x="813087" y="25812"/>
                  <a:pt x="811992" y="26005"/>
                  <a:pt x="810890" y="26393"/>
                </a:cubicBezTo>
                <a:cubicBezTo>
                  <a:pt x="809787" y="26779"/>
                  <a:pt x="808653" y="27397"/>
                  <a:pt x="807488" y="28248"/>
                </a:cubicBezTo>
                <a:cubicBezTo>
                  <a:pt x="806324" y="29098"/>
                  <a:pt x="805089" y="30188"/>
                  <a:pt x="803784" y="31519"/>
                </a:cubicBezTo>
                <a:cubicBezTo>
                  <a:pt x="802480" y="32849"/>
                  <a:pt x="801082" y="34457"/>
                  <a:pt x="799591" y="36344"/>
                </a:cubicBezTo>
                <a:lnTo>
                  <a:pt x="799591" y="66440"/>
                </a:lnTo>
                <a:lnTo>
                  <a:pt x="791391" y="66440"/>
                </a:lnTo>
                <a:lnTo>
                  <a:pt x="791391" y="19662"/>
                </a:lnTo>
                <a:close/>
                <a:moveTo>
                  <a:pt x="880849" y="40581"/>
                </a:moveTo>
                <a:cubicBezTo>
                  <a:pt x="880849" y="41731"/>
                  <a:pt x="880833" y="42693"/>
                  <a:pt x="880802" y="43470"/>
                </a:cubicBezTo>
                <a:cubicBezTo>
                  <a:pt x="880771" y="44246"/>
                  <a:pt x="880725" y="44976"/>
                  <a:pt x="880662" y="45660"/>
                </a:cubicBezTo>
                <a:lnTo>
                  <a:pt x="847815" y="45660"/>
                </a:lnTo>
                <a:cubicBezTo>
                  <a:pt x="847815" y="50443"/>
                  <a:pt x="849151" y="54116"/>
                  <a:pt x="851822" y="56679"/>
                </a:cubicBezTo>
                <a:cubicBezTo>
                  <a:pt x="854494" y="59241"/>
                  <a:pt x="858345" y="60522"/>
                  <a:pt x="863377" y="60522"/>
                </a:cubicBezTo>
                <a:cubicBezTo>
                  <a:pt x="864744" y="60522"/>
                  <a:pt x="866110" y="60467"/>
                  <a:pt x="867477" y="60357"/>
                </a:cubicBezTo>
                <a:cubicBezTo>
                  <a:pt x="868844" y="60245"/>
                  <a:pt x="870164" y="60094"/>
                  <a:pt x="871437" y="59904"/>
                </a:cubicBezTo>
                <a:cubicBezTo>
                  <a:pt x="872711" y="59712"/>
                  <a:pt x="873930" y="59498"/>
                  <a:pt x="875095" y="59260"/>
                </a:cubicBezTo>
                <a:cubicBezTo>
                  <a:pt x="876260" y="59021"/>
                  <a:pt x="877339" y="58759"/>
                  <a:pt x="878333" y="58472"/>
                </a:cubicBezTo>
                <a:lnTo>
                  <a:pt x="878333" y="65135"/>
                </a:lnTo>
                <a:cubicBezTo>
                  <a:pt x="876128" y="65770"/>
                  <a:pt x="873635" y="66286"/>
                  <a:pt x="870855" y="66683"/>
                </a:cubicBezTo>
                <a:cubicBezTo>
                  <a:pt x="868075" y="67080"/>
                  <a:pt x="865194" y="67278"/>
                  <a:pt x="862212" y="67278"/>
                </a:cubicBezTo>
                <a:cubicBezTo>
                  <a:pt x="858205" y="67278"/>
                  <a:pt x="854758" y="66735"/>
                  <a:pt x="851869" y="65648"/>
                </a:cubicBezTo>
                <a:cubicBezTo>
                  <a:pt x="848980" y="64560"/>
                  <a:pt x="846612" y="62984"/>
                  <a:pt x="844764" y="60919"/>
                </a:cubicBezTo>
                <a:cubicBezTo>
                  <a:pt x="842916" y="58853"/>
                  <a:pt x="841549" y="56321"/>
                  <a:pt x="840664" y="53324"/>
                </a:cubicBezTo>
                <a:cubicBezTo>
                  <a:pt x="839778" y="50327"/>
                  <a:pt x="839336" y="46933"/>
                  <a:pt x="839336" y="43144"/>
                </a:cubicBezTo>
                <a:cubicBezTo>
                  <a:pt x="839336" y="39851"/>
                  <a:pt x="839809" y="36737"/>
                  <a:pt x="840757" y="33802"/>
                </a:cubicBezTo>
                <a:cubicBezTo>
                  <a:pt x="841704" y="30867"/>
                  <a:pt x="843086" y="28289"/>
                  <a:pt x="844903" y="26068"/>
                </a:cubicBezTo>
                <a:cubicBezTo>
                  <a:pt x="846720" y="23847"/>
                  <a:pt x="848949" y="22084"/>
                  <a:pt x="851589" y="20780"/>
                </a:cubicBezTo>
                <a:cubicBezTo>
                  <a:pt x="854230" y="19475"/>
                  <a:pt x="857227" y="18823"/>
                  <a:pt x="860581" y="18823"/>
                </a:cubicBezTo>
                <a:cubicBezTo>
                  <a:pt x="863843" y="18823"/>
                  <a:pt x="866732" y="19336"/>
                  <a:pt x="869248" y="20361"/>
                </a:cubicBezTo>
                <a:cubicBezTo>
                  <a:pt x="871763" y="21386"/>
                  <a:pt x="873883" y="22838"/>
                  <a:pt x="875607" y="24717"/>
                </a:cubicBezTo>
                <a:cubicBezTo>
                  <a:pt x="877331" y="26596"/>
                  <a:pt x="878636" y="28879"/>
                  <a:pt x="879521" y="31566"/>
                </a:cubicBezTo>
                <a:cubicBezTo>
                  <a:pt x="880406" y="34253"/>
                  <a:pt x="880849" y="37258"/>
                  <a:pt x="880849" y="40581"/>
                </a:cubicBezTo>
                <a:moveTo>
                  <a:pt x="872416" y="39416"/>
                </a:moveTo>
                <a:cubicBezTo>
                  <a:pt x="872509" y="37335"/>
                  <a:pt x="872307" y="35433"/>
                  <a:pt x="871810" y="33709"/>
                </a:cubicBezTo>
                <a:cubicBezTo>
                  <a:pt x="871313" y="31985"/>
                  <a:pt x="870544" y="30502"/>
                  <a:pt x="869504" y="29260"/>
                </a:cubicBezTo>
                <a:cubicBezTo>
                  <a:pt x="868463" y="28017"/>
                  <a:pt x="867166" y="27046"/>
                  <a:pt x="865613" y="26348"/>
                </a:cubicBezTo>
                <a:cubicBezTo>
                  <a:pt x="864060" y="25649"/>
                  <a:pt x="862259" y="25299"/>
                  <a:pt x="860209" y="25299"/>
                </a:cubicBezTo>
                <a:cubicBezTo>
                  <a:pt x="858438" y="25299"/>
                  <a:pt x="856823" y="25641"/>
                  <a:pt x="855363" y="26324"/>
                </a:cubicBezTo>
                <a:cubicBezTo>
                  <a:pt x="853903" y="27008"/>
                  <a:pt x="852645" y="27970"/>
                  <a:pt x="851589" y="29213"/>
                </a:cubicBezTo>
                <a:cubicBezTo>
                  <a:pt x="850533" y="30455"/>
                  <a:pt x="849679" y="31946"/>
                  <a:pt x="849027" y="33686"/>
                </a:cubicBezTo>
                <a:cubicBezTo>
                  <a:pt x="848374" y="35425"/>
                  <a:pt x="847971" y="37335"/>
                  <a:pt x="847815" y="39416"/>
                </a:cubicBezTo>
                <a:lnTo>
                  <a:pt x="872416" y="39416"/>
                </a:lnTo>
                <a:close/>
                <a:moveTo>
                  <a:pt x="1000380" y="65741"/>
                </a:moveTo>
                <a:cubicBezTo>
                  <a:pt x="998548" y="66223"/>
                  <a:pt x="996653" y="66569"/>
                  <a:pt x="994696" y="66777"/>
                </a:cubicBezTo>
                <a:cubicBezTo>
                  <a:pt x="992739" y="66987"/>
                  <a:pt x="990751" y="67092"/>
                  <a:pt x="988732" y="67092"/>
                </a:cubicBezTo>
                <a:cubicBezTo>
                  <a:pt x="982862" y="67092"/>
                  <a:pt x="978482" y="65764"/>
                  <a:pt x="975594" y="63108"/>
                </a:cubicBezTo>
                <a:cubicBezTo>
                  <a:pt x="972705" y="60453"/>
                  <a:pt x="971261" y="56376"/>
                  <a:pt x="971261" y="50878"/>
                </a:cubicBezTo>
                <a:lnTo>
                  <a:pt x="971261" y="26464"/>
                </a:lnTo>
                <a:lnTo>
                  <a:pt x="958168" y="26464"/>
                </a:lnTo>
                <a:lnTo>
                  <a:pt x="958168" y="19662"/>
                </a:lnTo>
                <a:lnTo>
                  <a:pt x="971261" y="19662"/>
                </a:lnTo>
                <a:lnTo>
                  <a:pt x="971261" y="6762"/>
                </a:lnTo>
                <a:lnTo>
                  <a:pt x="979368" y="4659"/>
                </a:lnTo>
                <a:lnTo>
                  <a:pt x="979368" y="19662"/>
                </a:lnTo>
                <a:lnTo>
                  <a:pt x="1000380" y="19662"/>
                </a:lnTo>
                <a:lnTo>
                  <a:pt x="1000380" y="26464"/>
                </a:lnTo>
                <a:lnTo>
                  <a:pt x="979368" y="26464"/>
                </a:lnTo>
                <a:lnTo>
                  <a:pt x="979368" y="50226"/>
                </a:lnTo>
                <a:cubicBezTo>
                  <a:pt x="979368" y="53580"/>
                  <a:pt x="980261" y="56089"/>
                  <a:pt x="982047" y="57750"/>
                </a:cubicBezTo>
                <a:cubicBezTo>
                  <a:pt x="983833" y="59412"/>
                  <a:pt x="986465" y="60243"/>
                  <a:pt x="989944" y="60243"/>
                </a:cubicBezTo>
                <a:cubicBezTo>
                  <a:pt x="991435" y="60243"/>
                  <a:pt x="993065" y="60123"/>
                  <a:pt x="994836" y="59883"/>
                </a:cubicBezTo>
                <a:cubicBezTo>
                  <a:pt x="996606" y="59643"/>
                  <a:pt x="998455" y="59265"/>
                  <a:pt x="1000380" y="58752"/>
                </a:cubicBezTo>
                <a:lnTo>
                  <a:pt x="1000380" y="65741"/>
                </a:lnTo>
                <a:close/>
                <a:moveTo>
                  <a:pt x="1052101" y="66440"/>
                </a:moveTo>
                <a:lnTo>
                  <a:pt x="1043994" y="66440"/>
                </a:lnTo>
                <a:lnTo>
                  <a:pt x="1043994" y="36574"/>
                </a:lnTo>
                <a:cubicBezTo>
                  <a:pt x="1043994" y="32971"/>
                  <a:pt x="1043318" y="30277"/>
                  <a:pt x="1041967" y="28491"/>
                </a:cubicBezTo>
                <a:cubicBezTo>
                  <a:pt x="1040616" y="26705"/>
                  <a:pt x="1038682" y="25812"/>
                  <a:pt x="1036166" y="25812"/>
                </a:cubicBezTo>
                <a:cubicBezTo>
                  <a:pt x="1035079" y="25812"/>
                  <a:pt x="1034062" y="25959"/>
                  <a:pt x="1033114" y="26254"/>
                </a:cubicBezTo>
                <a:cubicBezTo>
                  <a:pt x="1032167" y="26549"/>
                  <a:pt x="1031181" y="27062"/>
                  <a:pt x="1030156" y="27792"/>
                </a:cubicBezTo>
                <a:cubicBezTo>
                  <a:pt x="1029131" y="28522"/>
                  <a:pt x="1028013" y="29508"/>
                  <a:pt x="1026801" y="30750"/>
                </a:cubicBezTo>
                <a:cubicBezTo>
                  <a:pt x="1025590" y="31993"/>
                  <a:pt x="1024192" y="33546"/>
                  <a:pt x="1022608" y="35410"/>
                </a:cubicBezTo>
                <a:lnTo>
                  <a:pt x="1022608" y="66440"/>
                </a:lnTo>
                <a:lnTo>
                  <a:pt x="1014501" y="66440"/>
                </a:lnTo>
                <a:lnTo>
                  <a:pt x="1014501" y="559"/>
                </a:lnTo>
                <a:lnTo>
                  <a:pt x="1022608" y="559"/>
                </a:lnTo>
                <a:lnTo>
                  <a:pt x="1022608" y="19649"/>
                </a:lnTo>
                <a:lnTo>
                  <a:pt x="1022328" y="27023"/>
                </a:lnTo>
                <a:cubicBezTo>
                  <a:pt x="1023602" y="25501"/>
                  <a:pt x="1024852" y="24220"/>
                  <a:pt x="1026079" y="23179"/>
                </a:cubicBezTo>
                <a:cubicBezTo>
                  <a:pt x="1027306" y="22139"/>
                  <a:pt x="1028533" y="21292"/>
                  <a:pt x="1029760" y="20640"/>
                </a:cubicBezTo>
                <a:cubicBezTo>
                  <a:pt x="1030987" y="19988"/>
                  <a:pt x="1032237" y="19522"/>
                  <a:pt x="1033510" y="19242"/>
                </a:cubicBezTo>
                <a:cubicBezTo>
                  <a:pt x="1034784" y="18963"/>
                  <a:pt x="1036104" y="18823"/>
                  <a:pt x="1037471" y="18823"/>
                </a:cubicBezTo>
                <a:cubicBezTo>
                  <a:pt x="1042130" y="18823"/>
                  <a:pt x="1045733" y="20244"/>
                  <a:pt x="1048280" y="23086"/>
                </a:cubicBezTo>
                <a:cubicBezTo>
                  <a:pt x="1050827" y="25928"/>
                  <a:pt x="1052101" y="30207"/>
                  <a:pt x="1052101" y="35922"/>
                </a:cubicBezTo>
                <a:lnTo>
                  <a:pt x="1052101" y="66440"/>
                </a:lnTo>
                <a:close/>
                <a:moveTo>
                  <a:pt x="1104869" y="40581"/>
                </a:moveTo>
                <a:cubicBezTo>
                  <a:pt x="1104869" y="41731"/>
                  <a:pt x="1104854" y="42693"/>
                  <a:pt x="1104823" y="43470"/>
                </a:cubicBezTo>
                <a:cubicBezTo>
                  <a:pt x="1104792" y="44246"/>
                  <a:pt x="1104745" y="44976"/>
                  <a:pt x="1104683" y="45660"/>
                </a:cubicBezTo>
                <a:lnTo>
                  <a:pt x="1071836" y="45660"/>
                </a:lnTo>
                <a:cubicBezTo>
                  <a:pt x="1071836" y="50443"/>
                  <a:pt x="1073172" y="54116"/>
                  <a:pt x="1075843" y="56679"/>
                </a:cubicBezTo>
                <a:cubicBezTo>
                  <a:pt x="1078514" y="59241"/>
                  <a:pt x="1082366" y="60522"/>
                  <a:pt x="1087398" y="60522"/>
                </a:cubicBezTo>
                <a:cubicBezTo>
                  <a:pt x="1088764" y="60522"/>
                  <a:pt x="1090131" y="60467"/>
                  <a:pt x="1091498" y="60357"/>
                </a:cubicBezTo>
                <a:cubicBezTo>
                  <a:pt x="1092864" y="60245"/>
                  <a:pt x="1094184" y="60094"/>
                  <a:pt x="1095458" y="59904"/>
                </a:cubicBezTo>
                <a:cubicBezTo>
                  <a:pt x="1096731" y="59712"/>
                  <a:pt x="1097951" y="59498"/>
                  <a:pt x="1099115" y="59260"/>
                </a:cubicBezTo>
                <a:cubicBezTo>
                  <a:pt x="1100280" y="59021"/>
                  <a:pt x="1101360" y="58759"/>
                  <a:pt x="1102353" y="58472"/>
                </a:cubicBezTo>
                <a:lnTo>
                  <a:pt x="1102353" y="65135"/>
                </a:lnTo>
                <a:cubicBezTo>
                  <a:pt x="1100148" y="65770"/>
                  <a:pt x="1097655" y="66286"/>
                  <a:pt x="1094876" y="66683"/>
                </a:cubicBezTo>
                <a:cubicBezTo>
                  <a:pt x="1092096" y="67080"/>
                  <a:pt x="1089215" y="67278"/>
                  <a:pt x="1086233" y="67278"/>
                </a:cubicBezTo>
                <a:cubicBezTo>
                  <a:pt x="1082226" y="67278"/>
                  <a:pt x="1078778" y="66735"/>
                  <a:pt x="1075889" y="65648"/>
                </a:cubicBezTo>
                <a:cubicBezTo>
                  <a:pt x="1073001" y="64560"/>
                  <a:pt x="1070632" y="62984"/>
                  <a:pt x="1068784" y="60919"/>
                </a:cubicBezTo>
                <a:cubicBezTo>
                  <a:pt x="1066936" y="58853"/>
                  <a:pt x="1065569" y="56321"/>
                  <a:pt x="1064684" y="53324"/>
                </a:cubicBezTo>
                <a:cubicBezTo>
                  <a:pt x="1063799" y="50327"/>
                  <a:pt x="1063356" y="46933"/>
                  <a:pt x="1063356" y="43144"/>
                </a:cubicBezTo>
                <a:cubicBezTo>
                  <a:pt x="1063356" y="39851"/>
                  <a:pt x="1063830" y="36737"/>
                  <a:pt x="1064777" y="33802"/>
                </a:cubicBezTo>
                <a:cubicBezTo>
                  <a:pt x="1065725" y="30867"/>
                  <a:pt x="1067107" y="28289"/>
                  <a:pt x="1068924" y="26068"/>
                </a:cubicBezTo>
                <a:cubicBezTo>
                  <a:pt x="1070741" y="23847"/>
                  <a:pt x="1072970" y="22084"/>
                  <a:pt x="1075610" y="20780"/>
                </a:cubicBezTo>
                <a:cubicBezTo>
                  <a:pt x="1078250" y="19475"/>
                  <a:pt x="1081247" y="18823"/>
                  <a:pt x="1084602" y="18823"/>
                </a:cubicBezTo>
                <a:cubicBezTo>
                  <a:pt x="1087863" y="18823"/>
                  <a:pt x="1090752" y="19336"/>
                  <a:pt x="1093268" y="20361"/>
                </a:cubicBezTo>
                <a:cubicBezTo>
                  <a:pt x="1095784" y="21386"/>
                  <a:pt x="1097904" y="22838"/>
                  <a:pt x="1099628" y="24717"/>
                </a:cubicBezTo>
                <a:cubicBezTo>
                  <a:pt x="1101352" y="26596"/>
                  <a:pt x="1102656" y="28879"/>
                  <a:pt x="1103542" y="31566"/>
                </a:cubicBezTo>
                <a:cubicBezTo>
                  <a:pt x="1104427" y="34253"/>
                  <a:pt x="1104869" y="37258"/>
                  <a:pt x="1104869" y="40581"/>
                </a:cubicBezTo>
                <a:moveTo>
                  <a:pt x="1096436" y="39416"/>
                </a:moveTo>
                <a:cubicBezTo>
                  <a:pt x="1096530" y="37335"/>
                  <a:pt x="1096328" y="35433"/>
                  <a:pt x="1095831" y="33709"/>
                </a:cubicBezTo>
                <a:cubicBezTo>
                  <a:pt x="1095334" y="31985"/>
                  <a:pt x="1094565" y="30502"/>
                  <a:pt x="1093524" y="29260"/>
                </a:cubicBezTo>
                <a:cubicBezTo>
                  <a:pt x="1092484" y="28017"/>
                  <a:pt x="1091187" y="27046"/>
                  <a:pt x="1089634" y="26348"/>
                </a:cubicBezTo>
                <a:cubicBezTo>
                  <a:pt x="1088081" y="25649"/>
                  <a:pt x="1086279" y="25299"/>
                  <a:pt x="1084229" y="25299"/>
                </a:cubicBezTo>
                <a:cubicBezTo>
                  <a:pt x="1082459" y="25299"/>
                  <a:pt x="1080844" y="25641"/>
                  <a:pt x="1079384" y="26324"/>
                </a:cubicBezTo>
                <a:cubicBezTo>
                  <a:pt x="1077924" y="27008"/>
                  <a:pt x="1076666" y="27970"/>
                  <a:pt x="1075610" y="29213"/>
                </a:cubicBezTo>
                <a:cubicBezTo>
                  <a:pt x="1074554" y="30455"/>
                  <a:pt x="1073700" y="31946"/>
                  <a:pt x="1073047" y="33686"/>
                </a:cubicBezTo>
                <a:cubicBezTo>
                  <a:pt x="1072395" y="35425"/>
                  <a:pt x="1071991" y="37335"/>
                  <a:pt x="1071836" y="39416"/>
                </a:cubicBezTo>
                <a:lnTo>
                  <a:pt x="1096436" y="39416"/>
                </a:lnTo>
                <a:close/>
                <a:moveTo>
                  <a:pt x="1211595" y="11834"/>
                </a:moveTo>
                <a:lnTo>
                  <a:pt x="1203488" y="11834"/>
                </a:lnTo>
                <a:lnTo>
                  <a:pt x="1188579" y="559"/>
                </a:lnTo>
                <a:lnTo>
                  <a:pt x="1200320" y="559"/>
                </a:lnTo>
                <a:lnTo>
                  <a:pt x="1211595" y="11834"/>
                </a:lnTo>
                <a:moveTo>
                  <a:pt x="1180472" y="19662"/>
                </a:moveTo>
                <a:lnTo>
                  <a:pt x="1180472" y="19662"/>
                </a:lnTo>
                <a:close/>
                <a:moveTo>
                  <a:pt x="1278689" y="64157"/>
                </a:moveTo>
                <a:cubicBezTo>
                  <a:pt x="1273813" y="66176"/>
                  <a:pt x="1268703" y="67185"/>
                  <a:pt x="1263361" y="67185"/>
                </a:cubicBezTo>
                <a:cubicBezTo>
                  <a:pt x="1254757" y="67185"/>
                  <a:pt x="1248148" y="64613"/>
                  <a:pt x="1243536" y="59468"/>
                </a:cubicBezTo>
                <a:cubicBezTo>
                  <a:pt x="1238923" y="54324"/>
                  <a:pt x="1236617" y="46716"/>
                  <a:pt x="1236617" y="36644"/>
                </a:cubicBezTo>
                <a:cubicBezTo>
                  <a:pt x="1236617" y="31765"/>
                  <a:pt x="1237254" y="27351"/>
                  <a:pt x="1238527" y="23404"/>
                </a:cubicBezTo>
                <a:cubicBezTo>
                  <a:pt x="1239801" y="19456"/>
                  <a:pt x="1241618" y="16107"/>
                  <a:pt x="1243978" y="13356"/>
                </a:cubicBezTo>
                <a:cubicBezTo>
                  <a:pt x="1246339" y="10604"/>
                  <a:pt x="1249197" y="8482"/>
                  <a:pt x="1252551" y="6990"/>
                </a:cubicBezTo>
                <a:cubicBezTo>
                  <a:pt x="1255906" y="5498"/>
                  <a:pt x="1259664" y="4752"/>
                  <a:pt x="1263827" y="4752"/>
                </a:cubicBezTo>
                <a:cubicBezTo>
                  <a:pt x="1266653" y="4752"/>
                  <a:pt x="1269278" y="4993"/>
                  <a:pt x="1271701" y="5475"/>
                </a:cubicBezTo>
                <a:cubicBezTo>
                  <a:pt x="1274123" y="5956"/>
                  <a:pt x="1276453" y="6694"/>
                  <a:pt x="1278689" y="7688"/>
                </a:cubicBezTo>
                <a:lnTo>
                  <a:pt x="1278689" y="15841"/>
                </a:lnTo>
                <a:cubicBezTo>
                  <a:pt x="1276484" y="14630"/>
                  <a:pt x="1274201" y="13706"/>
                  <a:pt x="1271840" y="13069"/>
                </a:cubicBezTo>
                <a:cubicBezTo>
                  <a:pt x="1269480" y="12432"/>
                  <a:pt x="1266902" y="12114"/>
                  <a:pt x="1264106" y="12114"/>
                </a:cubicBezTo>
                <a:cubicBezTo>
                  <a:pt x="1261248" y="12114"/>
                  <a:pt x="1258663" y="12650"/>
                  <a:pt x="1256349" y="13723"/>
                </a:cubicBezTo>
                <a:cubicBezTo>
                  <a:pt x="1254035" y="14795"/>
                  <a:pt x="1252070" y="16350"/>
                  <a:pt x="1250455" y="18386"/>
                </a:cubicBezTo>
                <a:cubicBezTo>
                  <a:pt x="1248840" y="20423"/>
                  <a:pt x="1247597" y="22910"/>
                  <a:pt x="1246727" y="25848"/>
                </a:cubicBezTo>
                <a:cubicBezTo>
                  <a:pt x="1245858" y="28786"/>
                  <a:pt x="1245423" y="32137"/>
                  <a:pt x="1245423" y="35899"/>
                </a:cubicBezTo>
                <a:cubicBezTo>
                  <a:pt x="1245423" y="43796"/>
                  <a:pt x="1247022" y="49750"/>
                  <a:pt x="1250222" y="53761"/>
                </a:cubicBezTo>
                <a:cubicBezTo>
                  <a:pt x="1253421" y="57772"/>
                  <a:pt x="1258111" y="59777"/>
                  <a:pt x="1264292" y="59777"/>
                </a:cubicBezTo>
                <a:cubicBezTo>
                  <a:pt x="1266902" y="59777"/>
                  <a:pt x="1269402" y="59474"/>
                  <a:pt x="1271794" y="58868"/>
                </a:cubicBezTo>
                <a:cubicBezTo>
                  <a:pt x="1274185" y="58263"/>
                  <a:pt x="1276484" y="57416"/>
                  <a:pt x="1278689" y="56329"/>
                </a:cubicBezTo>
                <a:lnTo>
                  <a:pt x="1278689" y="64157"/>
                </a:lnTo>
                <a:close/>
                <a:moveTo>
                  <a:pt x="1321695" y="66440"/>
                </a:moveTo>
                <a:lnTo>
                  <a:pt x="1321509" y="60137"/>
                </a:lnTo>
                <a:cubicBezTo>
                  <a:pt x="1318962" y="62657"/>
                  <a:pt x="1316376" y="64478"/>
                  <a:pt x="1313751" y="65598"/>
                </a:cubicBezTo>
                <a:cubicBezTo>
                  <a:pt x="1311127" y="66718"/>
                  <a:pt x="1308370" y="67278"/>
                  <a:pt x="1305481" y="67278"/>
                </a:cubicBezTo>
                <a:cubicBezTo>
                  <a:pt x="1302810" y="67278"/>
                  <a:pt x="1300527" y="66936"/>
                  <a:pt x="1298632" y="66252"/>
                </a:cubicBezTo>
                <a:cubicBezTo>
                  <a:pt x="1296738" y="65567"/>
                  <a:pt x="1295177" y="64626"/>
                  <a:pt x="1293950" y="63429"/>
                </a:cubicBezTo>
                <a:cubicBezTo>
                  <a:pt x="1292723" y="62231"/>
                  <a:pt x="1291822" y="60823"/>
                  <a:pt x="1291248" y="59205"/>
                </a:cubicBezTo>
                <a:cubicBezTo>
                  <a:pt x="1290673" y="57587"/>
                  <a:pt x="1290386" y="55829"/>
                  <a:pt x="1290386" y="53931"/>
                </a:cubicBezTo>
                <a:cubicBezTo>
                  <a:pt x="1290386" y="49233"/>
                  <a:pt x="1292133" y="45554"/>
                  <a:pt x="1295627" y="42895"/>
                </a:cubicBezTo>
                <a:cubicBezTo>
                  <a:pt x="1299122" y="40234"/>
                  <a:pt x="1304286" y="38904"/>
                  <a:pt x="1311119" y="38904"/>
                </a:cubicBezTo>
                <a:lnTo>
                  <a:pt x="1320810" y="38904"/>
                </a:lnTo>
                <a:lnTo>
                  <a:pt x="1320810" y="34818"/>
                </a:lnTo>
                <a:cubicBezTo>
                  <a:pt x="1320810" y="32064"/>
                  <a:pt x="1319925" y="29858"/>
                  <a:pt x="1318154" y="28202"/>
                </a:cubicBezTo>
                <a:cubicBezTo>
                  <a:pt x="1316384" y="26547"/>
                  <a:pt x="1313682" y="25719"/>
                  <a:pt x="1310047" y="25719"/>
                </a:cubicBezTo>
                <a:cubicBezTo>
                  <a:pt x="1307407" y="25719"/>
                  <a:pt x="1304806" y="26018"/>
                  <a:pt x="1302243" y="26617"/>
                </a:cubicBezTo>
                <a:cubicBezTo>
                  <a:pt x="1299681" y="27215"/>
                  <a:pt x="1297033" y="28065"/>
                  <a:pt x="1294299" y="29166"/>
                </a:cubicBezTo>
                <a:lnTo>
                  <a:pt x="1294299" y="21851"/>
                </a:lnTo>
                <a:cubicBezTo>
                  <a:pt x="1295324" y="21473"/>
                  <a:pt x="1296466" y="21102"/>
                  <a:pt x="1297724" y="20739"/>
                </a:cubicBezTo>
                <a:cubicBezTo>
                  <a:pt x="1298982" y="20376"/>
                  <a:pt x="1300310" y="20053"/>
                  <a:pt x="1301708" y="19769"/>
                </a:cubicBezTo>
                <a:cubicBezTo>
                  <a:pt x="1303105" y="19485"/>
                  <a:pt x="1304565" y="19256"/>
                  <a:pt x="1306087" y="19084"/>
                </a:cubicBezTo>
                <a:cubicBezTo>
                  <a:pt x="1307609" y="18910"/>
                  <a:pt x="1309147" y="18823"/>
                  <a:pt x="1310700" y="18823"/>
                </a:cubicBezTo>
                <a:cubicBezTo>
                  <a:pt x="1313526" y="18823"/>
                  <a:pt x="1316073" y="19134"/>
                  <a:pt x="1318341" y="19755"/>
                </a:cubicBezTo>
                <a:cubicBezTo>
                  <a:pt x="1320608" y="20376"/>
                  <a:pt x="1322526" y="21323"/>
                  <a:pt x="1324095" y="22597"/>
                </a:cubicBezTo>
                <a:cubicBezTo>
                  <a:pt x="1325663" y="23870"/>
                  <a:pt x="1326867" y="25470"/>
                  <a:pt x="1327706" y="27396"/>
                </a:cubicBezTo>
                <a:cubicBezTo>
                  <a:pt x="1328544" y="29322"/>
                  <a:pt x="1328964" y="31589"/>
                  <a:pt x="1328964" y="34198"/>
                </a:cubicBezTo>
                <a:lnTo>
                  <a:pt x="1328964" y="66440"/>
                </a:lnTo>
                <a:lnTo>
                  <a:pt x="1321695" y="66440"/>
                </a:lnTo>
                <a:moveTo>
                  <a:pt x="1320810" y="45101"/>
                </a:moveTo>
                <a:lnTo>
                  <a:pt x="1310513" y="45101"/>
                </a:lnTo>
                <a:cubicBezTo>
                  <a:pt x="1308494" y="45101"/>
                  <a:pt x="1306755" y="45304"/>
                  <a:pt x="1305295" y="45709"/>
                </a:cubicBezTo>
                <a:cubicBezTo>
                  <a:pt x="1303835" y="46114"/>
                  <a:pt x="1302639" y="46690"/>
                  <a:pt x="1301708" y="47438"/>
                </a:cubicBezTo>
                <a:cubicBezTo>
                  <a:pt x="1300776" y="48185"/>
                  <a:pt x="1300085" y="49081"/>
                  <a:pt x="1299634" y="50125"/>
                </a:cubicBezTo>
                <a:cubicBezTo>
                  <a:pt x="1299184" y="51169"/>
                  <a:pt x="1298959" y="52345"/>
                  <a:pt x="1298959" y="53653"/>
                </a:cubicBezTo>
                <a:cubicBezTo>
                  <a:pt x="1298959" y="54557"/>
                  <a:pt x="1299098" y="55422"/>
                  <a:pt x="1299378" y="56248"/>
                </a:cubicBezTo>
                <a:cubicBezTo>
                  <a:pt x="1299657" y="57073"/>
                  <a:pt x="1300108" y="57805"/>
                  <a:pt x="1300729" y="58443"/>
                </a:cubicBezTo>
                <a:cubicBezTo>
                  <a:pt x="1301350" y="59082"/>
                  <a:pt x="1302158" y="59588"/>
                  <a:pt x="1303152" y="59962"/>
                </a:cubicBezTo>
                <a:cubicBezTo>
                  <a:pt x="1304146" y="60336"/>
                  <a:pt x="1305357" y="60522"/>
                  <a:pt x="1306786" y="60522"/>
                </a:cubicBezTo>
                <a:cubicBezTo>
                  <a:pt x="1308650" y="60522"/>
                  <a:pt x="1310785" y="59954"/>
                  <a:pt x="1313192" y="58818"/>
                </a:cubicBezTo>
                <a:cubicBezTo>
                  <a:pt x="1315600" y="57680"/>
                  <a:pt x="1318139" y="55880"/>
                  <a:pt x="1320810" y="53419"/>
                </a:cubicBezTo>
                <a:lnTo>
                  <a:pt x="1320810" y="45101"/>
                </a:lnTo>
                <a:close/>
                <a:moveTo>
                  <a:pt x="1380543" y="53674"/>
                </a:moveTo>
                <a:cubicBezTo>
                  <a:pt x="1380543" y="55320"/>
                  <a:pt x="1380263" y="56795"/>
                  <a:pt x="1379704" y="58100"/>
                </a:cubicBezTo>
                <a:cubicBezTo>
                  <a:pt x="1379145" y="59404"/>
                  <a:pt x="1378384" y="60561"/>
                  <a:pt x="1377421" y="61571"/>
                </a:cubicBezTo>
                <a:cubicBezTo>
                  <a:pt x="1376458" y="62580"/>
                  <a:pt x="1375340" y="63442"/>
                  <a:pt x="1374066" y="64157"/>
                </a:cubicBezTo>
                <a:cubicBezTo>
                  <a:pt x="1372793" y="64871"/>
                  <a:pt x="1371434" y="65461"/>
                  <a:pt x="1369990" y="65927"/>
                </a:cubicBezTo>
                <a:cubicBezTo>
                  <a:pt x="1368545" y="66393"/>
                  <a:pt x="1367062" y="66735"/>
                  <a:pt x="1365540" y="66952"/>
                </a:cubicBezTo>
                <a:cubicBezTo>
                  <a:pt x="1364018" y="67170"/>
                  <a:pt x="1362527" y="67278"/>
                  <a:pt x="1361067" y="67278"/>
                </a:cubicBezTo>
                <a:cubicBezTo>
                  <a:pt x="1357899" y="67278"/>
                  <a:pt x="1354987" y="67139"/>
                  <a:pt x="1352331" y="66859"/>
                </a:cubicBezTo>
                <a:cubicBezTo>
                  <a:pt x="1349676" y="66579"/>
                  <a:pt x="1347074" y="66129"/>
                  <a:pt x="1344527" y="65508"/>
                </a:cubicBezTo>
                <a:lnTo>
                  <a:pt x="1344527" y="58053"/>
                </a:lnTo>
                <a:cubicBezTo>
                  <a:pt x="1347261" y="58830"/>
                  <a:pt x="1349978" y="59420"/>
                  <a:pt x="1352681" y="59824"/>
                </a:cubicBezTo>
                <a:cubicBezTo>
                  <a:pt x="1355383" y="60227"/>
                  <a:pt x="1358070" y="60429"/>
                  <a:pt x="1360741" y="60429"/>
                </a:cubicBezTo>
                <a:cubicBezTo>
                  <a:pt x="1364624" y="60429"/>
                  <a:pt x="1367497" y="59901"/>
                  <a:pt x="1369361" y="58845"/>
                </a:cubicBezTo>
                <a:cubicBezTo>
                  <a:pt x="1371224" y="57789"/>
                  <a:pt x="1372156" y="56283"/>
                  <a:pt x="1372156" y="54326"/>
                </a:cubicBezTo>
                <a:cubicBezTo>
                  <a:pt x="1372156" y="53487"/>
                  <a:pt x="1372009" y="52734"/>
                  <a:pt x="1371713" y="52066"/>
                </a:cubicBezTo>
                <a:cubicBezTo>
                  <a:pt x="1371418" y="51398"/>
                  <a:pt x="1370883" y="50762"/>
                  <a:pt x="1370106" y="50156"/>
                </a:cubicBezTo>
                <a:cubicBezTo>
                  <a:pt x="1369329" y="49550"/>
                  <a:pt x="1368126" y="48921"/>
                  <a:pt x="1366495" y="48269"/>
                </a:cubicBezTo>
                <a:cubicBezTo>
                  <a:pt x="1364864" y="47617"/>
                  <a:pt x="1362636" y="46871"/>
                  <a:pt x="1359809" y="46033"/>
                </a:cubicBezTo>
                <a:cubicBezTo>
                  <a:pt x="1357697" y="45411"/>
                  <a:pt x="1355748" y="44705"/>
                  <a:pt x="1353962" y="43913"/>
                </a:cubicBezTo>
                <a:cubicBezTo>
                  <a:pt x="1352176" y="43121"/>
                  <a:pt x="1350631" y="42181"/>
                  <a:pt x="1349326" y="41094"/>
                </a:cubicBezTo>
                <a:cubicBezTo>
                  <a:pt x="1348022" y="40007"/>
                  <a:pt x="1346997" y="38733"/>
                  <a:pt x="1346251" y="37273"/>
                </a:cubicBezTo>
                <a:cubicBezTo>
                  <a:pt x="1345506" y="35813"/>
                  <a:pt x="1345133" y="34090"/>
                  <a:pt x="1345133" y="32102"/>
                </a:cubicBezTo>
                <a:cubicBezTo>
                  <a:pt x="1345133" y="30797"/>
                  <a:pt x="1345436" y="29368"/>
                  <a:pt x="1346041" y="27815"/>
                </a:cubicBezTo>
                <a:cubicBezTo>
                  <a:pt x="1346647" y="26262"/>
                  <a:pt x="1347680" y="24818"/>
                  <a:pt x="1349140" y="23482"/>
                </a:cubicBezTo>
                <a:cubicBezTo>
                  <a:pt x="1350600" y="22147"/>
                  <a:pt x="1352572" y="21036"/>
                  <a:pt x="1355057" y="20151"/>
                </a:cubicBezTo>
                <a:cubicBezTo>
                  <a:pt x="1357542" y="19266"/>
                  <a:pt x="1360648" y="18823"/>
                  <a:pt x="1364375" y="18823"/>
                </a:cubicBezTo>
                <a:cubicBezTo>
                  <a:pt x="1366208" y="18823"/>
                  <a:pt x="1368242" y="18924"/>
                  <a:pt x="1370479" y="19126"/>
                </a:cubicBezTo>
                <a:cubicBezTo>
                  <a:pt x="1372715" y="19328"/>
                  <a:pt x="1375045" y="19677"/>
                  <a:pt x="1377467" y="20174"/>
                </a:cubicBezTo>
                <a:lnTo>
                  <a:pt x="1377467" y="27396"/>
                </a:lnTo>
                <a:cubicBezTo>
                  <a:pt x="1374920" y="26775"/>
                  <a:pt x="1372505" y="26316"/>
                  <a:pt x="1370222" y="26021"/>
                </a:cubicBezTo>
                <a:cubicBezTo>
                  <a:pt x="1367940" y="25726"/>
                  <a:pt x="1365959" y="25579"/>
                  <a:pt x="1364282" y="25579"/>
                </a:cubicBezTo>
                <a:cubicBezTo>
                  <a:pt x="1362263" y="25579"/>
                  <a:pt x="1360563" y="25734"/>
                  <a:pt x="1359180" y="26045"/>
                </a:cubicBezTo>
                <a:cubicBezTo>
                  <a:pt x="1357798" y="26355"/>
                  <a:pt x="1356680" y="26782"/>
                  <a:pt x="1355826" y="27326"/>
                </a:cubicBezTo>
                <a:cubicBezTo>
                  <a:pt x="1354972" y="27870"/>
                  <a:pt x="1354358" y="28506"/>
                  <a:pt x="1353985" y="29236"/>
                </a:cubicBezTo>
                <a:cubicBezTo>
                  <a:pt x="1353613" y="29966"/>
                  <a:pt x="1353426" y="30750"/>
                  <a:pt x="1353426" y="31589"/>
                </a:cubicBezTo>
                <a:cubicBezTo>
                  <a:pt x="1353426" y="32428"/>
                  <a:pt x="1353589" y="33189"/>
                  <a:pt x="1353915" y="33872"/>
                </a:cubicBezTo>
                <a:cubicBezTo>
                  <a:pt x="1354242" y="34555"/>
                  <a:pt x="1354847" y="35215"/>
                  <a:pt x="1355733" y="35852"/>
                </a:cubicBezTo>
                <a:cubicBezTo>
                  <a:pt x="1356618" y="36489"/>
                  <a:pt x="1357852" y="37126"/>
                  <a:pt x="1359437" y="37762"/>
                </a:cubicBezTo>
                <a:cubicBezTo>
                  <a:pt x="1361021" y="38399"/>
                  <a:pt x="1363086" y="39090"/>
                  <a:pt x="1365633" y="39836"/>
                </a:cubicBezTo>
                <a:cubicBezTo>
                  <a:pt x="1368398" y="40643"/>
                  <a:pt x="1370727" y="41490"/>
                  <a:pt x="1372622" y="42375"/>
                </a:cubicBezTo>
                <a:cubicBezTo>
                  <a:pt x="1374517" y="43260"/>
                  <a:pt x="1376054" y="44246"/>
                  <a:pt x="1377235" y="45334"/>
                </a:cubicBezTo>
                <a:cubicBezTo>
                  <a:pt x="1378415" y="46421"/>
                  <a:pt x="1379261" y="47648"/>
                  <a:pt x="1379774" y="49014"/>
                </a:cubicBezTo>
                <a:cubicBezTo>
                  <a:pt x="1380286" y="50381"/>
                  <a:pt x="1380543" y="51934"/>
                  <a:pt x="1380543" y="53674"/>
                </a:cubicBezTo>
                <a:close/>
                <a:moveTo>
                  <a:pt x="1431702" y="64716"/>
                </a:moveTo>
                <a:cubicBezTo>
                  <a:pt x="1429590" y="65523"/>
                  <a:pt x="1427423" y="66121"/>
                  <a:pt x="1425202" y="66510"/>
                </a:cubicBezTo>
                <a:cubicBezTo>
                  <a:pt x="1422981" y="66898"/>
                  <a:pt x="1420691" y="67092"/>
                  <a:pt x="1418330" y="67092"/>
                </a:cubicBezTo>
                <a:cubicBezTo>
                  <a:pt x="1410938" y="67092"/>
                  <a:pt x="1405246" y="65088"/>
                  <a:pt x="1401254" y="61082"/>
                </a:cubicBezTo>
                <a:cubicBezTo>
                  <a:pt x="1397263" y="57075"/>
                  <a:pt x="1395267" y="51220"/>
                  <a:pt x="1395267" y="43517"/>
                </a:cubicBezTo>
                <a:cubicBezTo>
                  <a:pt x="1395267" y="39820"/>
                  <a:pt x="1395842" y="36466"/>
                  <a:pt x="1396991" y="33453"/>
                </a:cubicBezTo>
                <a:cubicBezTo>
                  <a:pt x="1398140" y="30440"/>
                  <a:pt x="1399756" y="27862"/>
                  <a:pt x="1401837" y="25719"/>
                </a:cubicBezTo>
                <a:cubicBezTo>
                  <a:pt x="1403918" y="23575"/>
                  <a:pt x="1406403" y="21921"/>
                  <a:pt x="1409291" y="20757"/>
                </a:cubicBezTo>
                <a:cubicBezTo>
                  <a:pt x="1412180" y="19592"/>
                  <a:pt x="1415364" y="19009"/>
                  <a:pt x="1418843" y="19009"/>
                </a:cubicBezTo>
                <a:cubicBezTo>
                  <a:pt x="1421265" y="19009"/>
                  <a:pt x="1423533" y="19184"/>
                  <a:pt x="1425645" y="19534"/>
                </a:cubicBezTo>
                <a:cubicBezTo>
                  <a:pt x="1427757" y="19882"/>
                  <a:pt x="1429776" y="20453"/>
                  <a:pt x="1431702" y="21246"/>
                </a:cubicBezTo>
                <a:lnTo>
                  <a:pt x="1431702" y="28980"/>
                </a:lnTo>
                <a:cubicBezTo>
                  <a:pt x="1429683" y="27907"/>
                  <a:pt x="1427625" y="27127"/>
                  <a:pt x="1425528" y="26639"/>
                </a:cubicBezTo>
                <a:cubicBezTo>
                  <a:pt x="1423432" y="26150"/>
                  <a:pt x="1421265" y="25905"/>
                  <a:pt x="1419029" y="25905"/>
                </a:cubicBezTo>
                <a:cubicBezTo>
                  <a:pt x="1416948" y="25905"/>
                  <a:pt x="1414983" y="26301"/>
                  <a:pt x="1413135" y="27093"/>
                </a:cubicBezTo>
                <a:cubicBezTo>
                  <a:pt x="1411287" y="27885"/>
                  <a:pt x="1409664" y="29027"/>
                  <a:pt x="1408266" y="30518"/>
                </a:cubicBezTo>
                <a:cubicBezTo>
                  <a:pt x="1406869" y="32008"/>
                  <a:pt x="1405766" y="33826"/>
                  <a:pt x="1404958" y="35969"/>
                </a:cubicBezTo>
                <a:cubicBezTo>
                  <a:pt x="1404151" y="38112"/>
                  <a:pt x="1403747" y="40535"/>
                  <a:pt x="1403747" y="43237"/>
                </a:cubicBezTo>
                <a:cubicBezTo>
                  <a:pt x="1403747" y="48890"/>
                  <a:pt x="1405121" y="53122"/>
                  <a:pt x="1407870" y="55933"/>
                </a:cubicBezTo>
                <a:cubicBezTo>
                  <a:pt x="1410619" y="58744"/>
                  <a:pt x="1414432" y="60150"/>
                  <a:pt x="1419308" y="60150"/>
                </a:cubicBezTo>
                <a:cubicBezTo>
                  <a:pt x="1421514" y="60150"/>
                  <a:pt x="1423649" y="59901"/>
                  <a:pt x="1425715" y="59404"/>
                </a:cubicBezTo>
                <a:cubicBezTo>
                  <a:pt x="1427780" y="58907"/>
                  <a:pt x="1429776" y="58162"/>
                  <a:pt x="1431702" y="57168"/>
                </a:cubicBezTo>
                <a:lnTo>
                  <a:pt x="1431702" y="64716"/>
                </a:lnTo>
                <a:close/>
                <a:moveTo>
                  <a:pt x="1477270" y="66440"/>
                </a:moveTo>
                <a:lnTo>
                  <a:pt x="1477084" y="60137"/>
                </a:lnTo>
                <a:cubicBezTo>
                  <a:pt x="1474537" y="62657"/>
                  <a:pt x="1471951" y="64478"/>
                  <a:pt x="1469327" y="65598"/>
                </a:cubicBezTo>
                <a:cubicBezTo>
                  <a:pt x="1466702" y="66718"/>
                  <a:pt x="1463945" y="67278"/>
                  <a:pt x="1461057" y="67278"/>
                </a:cubicBezTo>
                <a:cubicBezTo>
                  <a:pt x="1458385" y="67278"/>
                  <a:pt x="1456102" y="66936"/>
                  <a:pt x="1454208" y="66252"/>
                </a:cubicBezTo>
                <a:cubicBezTo>
                  <a:pt x="1452313" y="65567"/>
                  <a:pt x="1450752" y="64626"/>
                  <a:pt x="1449525" y="63429"/>
                </a:cubicBezTo>
                <a:cubicBezTo>
                  <a:pt x="1448298" y="62231"/>
                  <a:pt x="1447397" y="60823"/>
                  <a:pt x="1446823" y="59205"/>
                </a:cubicBezTo>
                <a:cubicBezTo>
                  <a:pt x="1446248" y="57587"/>
                  <a:pt x="1445961" y="55829"/>
                  <a:pt x="1445961" y="53931"/>
                </a:cubicBezTo>
                <a:cubicBezTo>
                  <a:pt x="1445961" y="49233"/>
                  <a:pt x="1447708" y="45554"/>
                  <a:pt x="1451202" y="42895"/>
                </a:cubicBezTo>
                <a:cubicBezTo>
                  <a:pt x="1454697" y="40234"/>
                  <a:pt x="1459861" y="38904"/>
                  <a:pt x="1466694" y="38904"/>
                </a:cubicBezTo>
                <a:lnTo>
                  <a:pt x="1476385" y="38904"/>
                </a:lnTo>
                <a:lnTo>
                  <a:pt x="1476385" y="34818"/>
                </a:lnTo>
                <a:cubicBezTo>
                  <a:pt x="1476385" y="32064"/>
                  <a:pt x="1475500" y="29858"/>
                  <a:pt x="1473730" y="28202"/>
                </a:cubicBezTo>
                <a:cubicBezTo>
                  <a:pt x="1471959" y="26547"/>
                  <a:pt x="1469257" y="25719"/>
                  <a:pt x="1465623" y="25719"/>
                </a:cubicBezTo>
                <a:cubicBezTo>
                  <a:pt x="1462982" y="25719"/>
                  <a:pt x="1460381" y="26018"/>
                  <a:pt x="1457818" y="26617"/>
                </a:cubicBezTo>
                <a:cubicBezTo>
                  <a:pt x="1455256" y="27215"/>
                  <a:pt x="1452608" y="28065"/>
                  <a:pt x="1449875" y="29166"/>
                </a:cubicBezTo>
                <a:lnTo>
                  <a:pt x="1449875" y="21851"/>
                </a:lnTo>
                <a:cubicBezTo>
                  <a:pt x="1450900" y="21473"/>
                  <a:pt x="1452041" y="21102"/>
                  <a:pt x="1453299" y="20739"/>
                </a:cubicBezTo>
                <a:cubicBezTo>
                  <a:pt x="1454557" y="20376"/>
                  <a:pt x="1455885" y="20053"/>
                  <a:pt x="1457283" y="19769"/>
                </a:cubicBezTo>
                <a:cubicBezTo>
                  <a:pt x="1458680" y="19485"/>
                  <a:pt x="1460140" y="19256"/>
                  <a:pt x="1461662" y="19084"/>
                </a:cubicBezTo>
                <a:cubicBezTo>
                  <a:pt x="1463184" y="18910"/>
                  <a:pt x="1464722" y="18823"/>
                  <a:pt x="1466275" y="18823"/>
                </a:cubicBezTo>
                <a:cubicBezTo>
                  <a:pt x="1469101" y="18823"/>
                  <a:pt x="1471648" y="19134"/>
                  <a:pt x="1473916" y="19755"/>
                </a:cubicBezTo>
                <a:cubicBezTo>
                  <a:pt x="1476183" y="20376"/>
                  <a:pt x="1478101" y="21323"/>
                  <a:pt x="1479670" y="22597"/>
                </a:cubicBezTo>
                <a:cubicBezTo>
                  <a:pt x="1481239" y="23870"/>
                  <a:pt x="1482442" y="25470"/>
                  <a:pt x="1483281" y="27396"/>
                </a:cubicBezTo>
                <a:cubicBezTo>
                  <a:pt x="1484119" y="29322"/>
                  <a:pt x="1484539" y="31589"/>
                  <a:pt x="1484539" y="34198"/>
                </a:cubicBezTo>
                <a:lnTo>
                  <a:pt x="1484539" y="66440"/>
                </a:lnTo>
                <a:lnTo>
                  <a:pt x="1477270" y="66440"/>
                </a:lnTo>
                <a:moveTo>
                  <a:pt x="1476385" y="45101"/>
                </a:moveTo>
                <a:lnTo>
                  <a:pt x="1466088" y="45101"/>
                </a:lnTo>
                <a:cubicBezTo>
                  <a:pt x="1464070" y="45101"/>
                  <a:pt x="1462330" y="45304"/>
                  <a:pt x="1460870" y="45709"/>
                </a:cubicBezTo>
                <a:cubicBezTo>
                  <a:pt x="1459410" y="46114"/>
                  <a:pt x="1458215" y="46690"/>
                  <a:pt x="1457283" y="47438"/>
                </a:cubicBezTo>
                <a:cubicBezTo>
                  <a:pt x="1456351" y="48185"/>
                  <a:pt x="1455660" y="49081"/>
                  <a:pt x="1455209" y="50125"/>
                </a:cubicBezTo>
                <a:cubicBezTo>
                  <a:pt x="1454759" y="51169"/>
                  <a:pt x="1454534" y="52345"/>
                  <a:pt x="1454534" y="53653"/>
                </a:cubicBezTo>
                <a:cubicBezTo>
                  <a:pt x="1454534" y="54557"/>
                  <a:pt x="1454674" y="55422"/>
                  <a:pt x="1454953" y="56248"/>
                </a:cubicBezTo>
                <a:cubicBezTo>
                  <a:pt x="1455233" y="57073"/>
                  <a:pt x="1455683" y="57805"/>
                  <a:pt x="1456304" y="58443"/>
                </a:cubicBezTo>
                <a:cubicBezTo>
                  <a:pt x="1456925" y="59082"/>
                  <a:pt x="1457733" y="59588"/>
                  <a:pt x="1458727" y="59962"/>
                </a:cubicBezTo>
                <a:cubicBezTo>
                  <a:pt x="1459721" y="60336"/>
                  <a:pt x="1460932" y="60522"/>
                  <a:pt x="1462361" y="60522"/>
                </a:cubicBezTo>
                <a:cubicBezTo>
                  <a:pt x="1464225" y="60522"/>
                  <a:pt x="1466360" y="59954"/>
                  <a:pt x="1468768" y="58818"/>
                </a:cubicBezTo>
                <a:cubicBezTo>
                  <a:pt x="1471175" y="57680"/>
                  <a:pt x="1473714" y="55880"/>
                  <a:pt x="1476385" y="53419"/>
                </a:cubicBezTo>
                <a:lnTo>
                  <a:pt x="1476385" y="45101"/>
                </a:lnTo>
                <a:close/>
                <a:moveTo>
                  <a:pt x="1496701" y="44029"/>
                </a:moveTo>
                <a:cubicBezTo>
                  <a:pt x="1496701" y="40053"/>
                  <a:pt x="1497245" y="36520"/>
                  <a:pt x="1498332" y="33429"/>
                </a:cubicBezTo>
                <a:cubicBezTo>
                  <a:pt x="1499419" y="30339"/>
                  <a:pt x="1500964" y="27730"/>
                  <a:pt x="1502968" y="25602"/>
                </a:cubicBezTo>
                <a:cubicBezTo>
                  <a:pt x="1504971" y="23474"/>
                  <a:pt x="1507378" y="21859"/>
                  <a:pt x="1510189" y="20757"/>
                </a:cubicBezTo>
                <a:cubicBezTo>
                  <a:pt x="1513000" y="19654"/>
                  <a:pt x="1516130" y="19103"/>
                  <a:pt x="1519578" y="19103"/>
                </a:cubicBezTo>
                <a:cubicBezTo>
                  <a:pt x="1521069" y="19103"/>
                  <a:pt x="1522536" y="19196"/>
                  <a:pt x="1523981" y="19382"/>
                </a:cubicBezTo>
                <a:cubicBezTo>
                  <a:pt x="1525425" y="19568"/>
                  <a:pt x="1526846" y="19864"/>
                  <a:pt x="1528244" y="20267"/>
                </a:cubicBezTo>
                <a:lnTo>
                  <a:pt x="1528244" y="559"/>
                </a:lnTo>
                <a:lnTo>
                  <a:pt x="1536397" y="559"/>
                </a:lnTo>
                <a:lnTo>
                  <a:pt x="1536397" y="66440"/>
                </a:lnTo>
                <a:lnTo>
                  <a:pt x="1529129" y="66440"/>
                </a:lnTo>
                <a:lnTo>
                  <a:pt x="1528849" y="57587"/>
                </a:lnTo>
                <a:cubicBezTo>
                  <a:pt x="1526582" y="60880"/>
                  <a:pt x="1524128" y="63318"/>
                  <a:pt x="1521488" y="64902"/>
                </a:cubicBezTo>
                <a:cubicBezTo>
                  <a:pt x="1518848" y="66486"/>
                  <a:pt x="1515990" y="67278"/>
                  <a:pt x="1512915" y="67278"/>
                </a:cubicBezTo>
                <a:cubicBezTo>
                  <a:pt x="1510244" y="67278"/>
                  <a:pt x="1507891" y="66719"/>
                  <a:pt x="1505856" y="65601"/>
                </a:cubicBezTo>
                <a:cubicBezTo>
                  <a:pt x="1503822" y="64483"/>
                  <a:pt x="1502129" y="62906"/>
                  <a:pt x="1500778" y="60872"/>
                </a:cubicBezTo>
                <a:cubicBezTo>
                  <a:pt x="1499427" y="58837"/>
                  <a:pt x="1498410" y="56391"/>
                  <a:pt x="1497726" y="53534"/>
                </a:cubicBezTo>
                <a:cubicBezTo>
                  <a:pt x="1497043" y="50676"/>
                  <a:pt x="1496701" y="47508"/>
                  <a:pt x="1496701" y="44029"/>
                </a:cubicBezTo>
                <a:moveTo>
                  <a:pt x="1504995" y="43517"/>
                </a:moveTo>
                <a:cubicBezTo>
                  <a:pt x="1504995" y="49170"/>
                  <a:pt x="1505825" y="53386"/>
                  <a:pt x="1507487" y="56166"/>
                </a:cubicBezTo>
                <a:cubicBezTo>
                  <a:pt x="1509149" y="58946"/>
                  <a:pt x="1511502" y="60336"/>
                  <a:pt x="1514546" y="60336"/>
                </a:cubicBezTo>
                <a:cubicBezTo>
                  <a:pt x="1516596" y="60336"/>
                  <a:pt x="1518762" y="59420"/>
                  <a:pt x="1521045" y="57587"/>
                </a:cubicBezTo>
                <a:cubicBezTo>
                  <a:pt x="1523328" y="55755"/>
                  <a:pt x="1525728" y="53037"/>
                  <a:pt x="1528244" y="49434"/>
                </a:cubicBezTo>
                <a:lnTo>
                  <a:pt x="1528244" y="27722"/>
                </a:lnTo>
                <a:cubicBezTo>
                  <a:pt x="1526908" y="27101"/>
                  <a:pt x="1525433" y="26627"/>
                  <a:pt x="1523818" y="26301"/>
                </a:cubicBezTo>
                <a:cubicBezTo>
                  <a:pt x="1522202" y="25975"/>
                  <a:pt x="1520603" y="25812"/>
                  <a:pt x="1519019" y="25812"/>
                </a:cubicBezTo>
                <a:cubicBezTo>
                  <a:pt x="1514608" y="25812"/>
                  <a:pt x="1511168" y="27241"/>
                  <a:pt x="1508699" y="30098"/>
                </a:cubicBezTo>
                <a:cubicBezTo>
                  <a:pt x="1506229" y="32956"/>
                  <a:pt x="1504995" y="37429"/>
                  <a:pt x="1504995" y="43517"/>
                </a:cubicBezTo>
                <a:close/>
                <a:moveTo>
                  <a:pt x="1590446" y="40581"/>
                </a:moveTo>
                <a:cubicBezTo>
                  <a:pt x="1590446" y="41731"/>
                  <a:pt x="1590430" y="42693"/>
                  <a:pt x="1590399" y="43470"/>
                </a:cubicBezTo>
                <a:cubicBezTo>
                  <a:pt x="1590368" y="44246"/>
                  <a:pt x="1590321" y="44976"/>
                  <a:pt x="1590259" y="45660"/>
                </a:cubicBezTo>
                <a:lnTo>
                  <a:pt x="1557412" y="45660"/>
                </a:lnTo>
                <a:cubicBezTo>
                  <a:pt x="1557412" y="50443"/>
                  <a:pt x="1558748" y="54116"/>
                  <a:pt x="1561419" y="56679"/>
                </a:cubicBezTo>
                <a:cubicBezTo>
                  <a:pt x="1564090" y="59241"/>
                  <a:pt x="1567942" y="60522"/>
                  <a:pt x="1572974" y="60522"/>
                </a:cubicBezTo>
                <a:cubicBezTo>
                  <a:pt x="1574340" y="60522"/>
                  <a:pt x="1575707" y="60467"/>
                  <a:pt x="1577074" y="60357"/>
                </a:cubicBezTo>
                <a:cubicBezTo>
                  <a:pt x="1578440" y="60245"/>
                  <a:pt x="1579761" y="60094"/>
                  <a:pt x="1581034" y="59904"/>
                </a:cubicBezTo>
                <a:cubicBezTo>
                  <a:pt x="1582308" y="59712"/>
                  <a:pt x="1583527" y="59498"/>
                  <a:pt x="1584691" y="59260"/>
                </a:cubicBezTo>
                <a:cubicBezTo>
                  <a:pt x="1585856" y="59021"/>
                  <a:pt x="1586936" y="58759"/>
                  <a:pt x="1587930" y="58472"/>
                </a:cubicBezTo>
                <a:lnTo>
                  <a:pt x="1587930" y="65135"/>
                </a:lnTo>
                <a:cubicBezTo>
                  <a:pt x="1585724" y="65770"/>
                  <a:pt x="1583232" y="66286"/>
                  <a:pt x="1580452" y="66683"/>
                </a:cubicBezTo>
                <a:cubicBezTo>
                  <a:pt x="1577672" y="67080"/>
                  <a:pt x="1574791" y="67278"/>
                  <a:pt x="1571809" y="67278"/>
                </a:cubicBezTo>
                <a:cubicBezTo>
                  <a:pt x="1567802" y="67278"/>
                  <a:pt x="1564354" y="66735"/>
                  <a:pt x="1561466" y="65648"/>
                </a:cubicBezTo>
                <a:cubicBezTo>
                  <a:pt x="1558577" y="64560"/>
                  <a:pt x="1556208" y="62984"/>
                  <a:pt x="1554360" y="60919"/>
                </a:cubicBezTo>
                <a:cubicBezTo>
                  <a:pt x="1552512" y="58853"/>
                  <a:pt x="1551146" y="56321"/>
                  <a:pt x="1550260" y="53324"/>
                </a:cubicBezTo>
                <a:cubicBezTo>
                  <a:pt x="1549375" y="50327"/>
                  <a:pt x="1548932" y="46933"/>
                  <a:pt x="1548932" y="43144"/>
                </a:cubicBezTo>
                <a:cubicBezTo>
                  <a:pt x="1548932" y="39851"/>
                  <a:pt x="1549406" y="36737"/>
                  <a:pt x="1550353" y="33802"/>
                </a:cubicBezTo>
                <a:cubicBezTo>
                  <a:pt x="1551301" y="30867"/>
                  <a:pt x="1552683" y="28289"/>
                  <a:pt x="1554500" y="26068"/>
                </a:cubicBezTo>
                <a:cubicBezTo>
                  <a:pt x="1556317" y="23847"/>
                  <a:pt x="1558546" y="22084"/>
                  <a:pt x="1561186" y="20780"/>
                </a:cubicBezTo>
                <a:cubicBezTo>
                  <a:pt x="1563826" y="19475"/>
                  <a:pt x="1566824" y="18823"/>
                  <a:pt x="1570178" y="18823"/>
                </a:cubicBezTo>
                <a:cubicBezTo>
                  <a:pt x="1573440" y="18823"/>
                  <a:pt x="1576328" y="19336"/>
                  <a:pt x="1578844" y="20361"/>
                </a:cubicBezTo>
                <a:cubicBezTo>
                  <a:pt x="1581360" y="21386"/>
                  <a:pt x="1583480" y="22838"/>
                  <a:pt x="1585204" y="24717"/>
                </a:cubicBezTo>
                <a:cubicBezTo>
                  <a:pt x="1586928" y="26596"/>
                  <a:pt x="1588232" y="28879"/>
                  <a:pt x="1589118" y="31566"/>
                </a:cubicBezTo>
                <a:cubicBezTo>
                  <a:pt x="1590003" y="34253"/>
                  <a:pt x="1590446" y="37258"/>
                  <a:pt x="1590446" y="40581"/>
                </a:cubicBezTo>
                <a:moveTo>
                  <a:pt x="1582012" y="39416"/>
                </a:moveTo>
                <a:cubicBezTo>
                  <a:pt x="1582106" y="37335"/>
                  <a:pt x="1581904" y="35433"/>
                  <a:pt x="1581407" y="33709"/>
                </a:cubicBezTo>
                <a:cubicBezTo>
                  <a:pt x="1580910" y="31985"/>
                  <a:pt x="1580141" y="30502"/>
                  <a:pt x="1579100" y="29260"/>
                </a:cubicBezTo>
                <a:cubicBezTo>
                  <a:pt x="1578060" y="28017"/>
                  <a:pt x="1576763" y="27046"/>
                  <a:pt x="1575210" y="26348"/>
                </a:cubicBezTo>
                <a:cubicBezTo>
                  <a:pt x="1573657" y="25649"/>
                  <a:pt x="1571855" y="25299"/>
                  <a:pt x="1569805" y="25299"/>
                </a:cubicBezTo>
                <a:cubicBezTo>
                  <a:pt x="1568035" y="25299"/>
                  <a:pt x="1566420" y="25641"/>
                  <a:pt x="1564960" y="26324"/>
                </a:cubicBezTo>
                <a:cubicBezTo>
                  <a:pt x="1563500" y="27008"/>
                  <a:pt x="1562242" y="27970"/>
                  <a:pt x="1561186" y="29213"/>
                </a:cubicBezTo>
                <a:cubicBezTo>
                  <a:pt x="1560130" y="30455"/>
                  <a:pt x="1559276" y="31946"/>
                  <a:pt x="1558623" y="33686"/>
                </a:cubicBezTo>
                <a:cubicBezTo>
                  <a:pt x="1557971" y="35425"/>
                  <a:pt x="1557567" y="37335"/>
                  <a:pt x="1557412" y="39416"/>
                </a:cubicBezTo>
                <a:lnTo>
                  <a:pt x="1582012" y="39416"/>
                </a:lnTo>
                <a:close/>
                <a:moveTo>
                  <a:pt x="1604705" y="19662"/>
                </a:moveTo>
                <a:lnTo>
                  <a:pt x="1612113" y="19662"/>
                </a:lnTo>
                <a:lnTo>
                  <a:pt x="1612346" y="28259"/>
                </a:lnTo>
                <a:cubicBezTo>
                  <a:pt x="1615110" y="24943"/>
                  <a:pt x="1617836" y="22542"/>
                  <a:pt x="1620522" y="21055"/>
                </a:cubicBezTo>
                <a:cubicBezTo>
                  <a:pt x="1623209" y="19567"/>
                  <a:pt x="1625919" y="18823"/>
                  <a:pt x="1628653" y="18823"/>
                </a:cubicBezTo>
                <a:cubicBezTo>
                  <a:pt x="1633498" y="18823"/>
                  <a:pt x="1637171" y="20388"/>
                  <a:pt x="1639672" y="23517"/>
                </a:cubicBezTo>
                <a:cubicBezTo>
                  <a:pt x="1642172" y="26647"/>
                  <a:pt x="1643329" y="31294"/>
                  <a:pt x="1643143" y="37460"/>
                </a:cubicBezTo>
                <a:lnTo>
                  <a:pt x="1634943" y="37460"/>
                </a:lnTo>
                <a:cubicBezTo>
                  <a:pt x="1635036" y="33376"/>
                  <a:pt x="1634438" y="30414"/>
                  <a:pt x="1633149" y="28574"/>
                </a:cubicBezTo>
                <a:cubicBezTo>
                  <a:pt x="1631860" y="26732"/>
                  <a:pt x="1629973" y="25812"/>
                  <a:pt x="1627488" y="25812"/>
                </a:cubicBezTo>
                <a:cubicBezTo>
                  <a:pt x="1626401" y="25812"/>
                  <a:pt x="1625306" y="26005"/>
                  <a:pt x="1624203" y="26393"/>
                </a:cubicBezTo>
                <a:cubicBezTo>
                  <a:pt x="1623101" y="26779"/>
                  <a:pt x="1621967" y="27397"/>
                  <a:pt x="1620802" y="28248"/>
                </a:cubicBezTo>
                <a:cubicBezTo>
                  <a:pt x="1619637" y="29098"/>
                  <a:pt x="1618403" y="30188"/>
                  <a:pt x="1617098" y="31519"/>
                </a:cubicBezTo>
                <a:cubicBezTo>
                  <a:pt x="1615793" y="32849"/>
                  <a:pt x="1614396" y="34457"/>
                  <a:pt x="1612905" y="36344"/>
                </a:cubicBezTo>
                <a:lnTo>
                  <a:pt x="1612905" y="66440"/>
                </a:lnTo>
                <a:lnTo>
                  <a:pt x="1604705" y="66440"/>
                </a:lnTo>
                <a:lnTo>
                  <a:pt x="1604705" y="19662"/>
                </a:lnTo>
                <a:close/>
                <a:moveTo>
                  <a:pt x="1693650" y="49933"/>
                </a:moveTo>
                <a:cubicBezTo>
                  <a:pt x="1693650" y="52824"/>
                  <a:pt x="1693060" y="55357"/>
                  <a:pt x="1691880" y="57533"/>
                </a:cubicBezTo>
                <a:cubicBezTo>
                  <a:pt x="1690699" y="59710"/>
                  <a:pt x="1689053" y="61520"/>
                  <a:pt x="1686941" y="62966"/>
                </a:cubicBezTo>
                <a:cubicBezTo>
                  <a:pt x="1684829" y="64411"/>
                  <a:pt x="1682289" y="65491"/>
                  <a:pt x="1679323" y="66207"/>
                </a:cubicBezTo>
                <a:cubicBezTo>
                  <a:pt x="1676357" y="66921"/>
                  <a:pt x="1673088" y="67278"/>
                  <a:pt x="1669516" y="67278"/>
                </a:cubicBezTo>
                <a:cubicBezTo>
                  <a:pt x="1667900" y="67278"/>
                  <a:pt x="1666293" y="67216"/>
                  <a:pt x="1664693" y="67092"/>
                </a:cubicBezTo>
                <a:cubicBezTo>
                  <a:pt x="1663094" y="66968"/>
                  <a:pt x="1661556" y="66812"/>
                  <a:pt x="1660081" y="66626"/>
                </a:cubicBezTo>
                <a:cubicBezTo>
                  <a:pt x="1658605" y="66440"/>
                  <a:pt x="1657215" y="66222"/>
                  <a:pt x="1655911" y="65974"/>
                </a:cubicBezTo>
                <a:cubicBezTo>
                  <a:pt x="1654606" y="65725"/>
                  <a:pt x="1653426" y="65461"/>
                  <a:pt x="1652370" y="65182"/>
                </a:cubicBezTo>
                <a:lnTo>
                  <a:pt x="1652370" y="57168"/>
                </a:lnTo>
                <a:cubicBezTo>
                  <a:pt x="1654699" y="58038"/>
                  <a:pt x="1657316" y="58721"/>
                  <a:pt x="1660221" y="59218"/>
                </a:cubicBezTo>
                <a:cubicBezTo>
                  <a:pt x="1663125" y="59715"/>
                  <a:pt x="1666425" y="59963"/>
                  <a:pt x="1670121" y="59963"/>
                </a:cubicBezTo>
                <a:cubicBezTo>
                  <a:pt x="1672792" y="59963"/>
                  <a:pt x="1675068" y="59754"/>
                  <a:pt x="1676947" y="59334"/>
                </a:cubicBezTo>
                <a:cubicBezTo>
                  <a:pt x="1678826" y="58914"/>
                  <a:pt x="1680364" y="58292"/>
                  <a:pt x="1681559" y="57468"/>
                </a:cubicBezTo>
                <a:cubicBezTo>
                  <a:pt x="1682755" y="56643"/>
                  <a:pt x="1683625" y="55640"/>
                  <a:pt x="1684169" y="54458"/>
                </a:cubicBezTo>
                <a:cubicBezTo>
                  <a:pt x="1684712" y="53276"/>
                  <a:pt x="1684984" y="51923"/>
                  <a:pt x="1684984" y="50399"/>
                </a:cubicBezTo>
                <a:cubicBezTo>
                  <a:pt x="1684984" y="48752"/>
                  <a:pt x="1684526" y="47345"/>
                  <a:pt x="1683609" y="46180"/>
                </a:cubicBezTo>
                <a:cubicBezTo>
                  <a:pt x="1682693" y="45014"/>
                  <a:pt x="1681490" y="43973"/>
                  <a:pt x="1679999" y="43056"/>
                </a:cubicBezTo>
                <a:cubicBezTo>
                  <a:pt x="1678508" y="42139"/>
                  <a:pt x="1676807" y="41300"/>
                  <a:pt x="1674897" y="40538"/>
                </a:cubicBezTo>
                <a:cubicBezTo>
                  <a:pt x="1672987" y="39776"/>
                  <a:pt x="1671038" y="38991"/>
                  <a:pt x="1669050" y="38183"/>
                </a:cubicBezTo>
                <a:cubicBezTo>
                  <a:pt x="1667062" y="37375"/>
                  <a:pt x="1665113" y="36497"/>
                  <a:pt x="1663202" y="35549"/>
                </a:cubicBezTo>
                <a:cubicBezTo>
                  <a:pt x="1661292" y="34601"/>
                  <a:pt x="1659592" y="33482"/>
                  <a:pt x="1658101" y="32192"/>
                </a:cubicBezTo>
                <a:cubicBezTo>
                  <a:pt x="1656610" y="30902"/>
                  <a:pt x="1655406" y="29387"/>
                  <a:pt x="1654490" y="27646"/>
                </a:cubicBezTo>
                <a:cubicBezTo>
                  <a:pt x="1653573" y="25905"/>
                  <a:pt x="1653115" y="23837"/>
                  <a:pt x="1653115" y="21444"/>
                </a:cubicBezTo>
                <a:cubicBezTo>
                  <a:pt x="1653115" y="19362"/>
                  <a:pt x="1653550" y="17311"/>
                  <a:pt x="1654420" y="15291"/>
                </a:cubicBezTo>
                <a:cubicBezTo>
                  <a:pt x="1655290" y="13270"/>
                  <a:pt x="1656641" y="11475"/>
                  <a:pt x="1658473" y="9905"/>
                </a:cubicBezTo>
                <a:cubicBezTo>
                  <a:pt x="1660306" y="8335"/>
                  <a:pt x="1662659" y="7068"/>
                  <a:pt x="1665532" y="6105"/>
                </a:cubicBezTo>
                <a:cubicBezTo>
                  <a:pt x="1668405" y="5141"/>
                  <a:pt x="1671830" y="4659"/>
                  <a:pt x="1675805" y="4659"/>
                </a:cubicBezTo>
                <a:cubicBezTo>
                  <a:pt x="1676830" y="4659"/>
                  <a:pt x="1677941" y="4706"/>
                  <a:pt x="1679137" y="4799"/>
                </a:cubicBezTo>
                <a:cubicBezTo>
                  <a:pt x="1680333" y="4892"/>
                  <a:pt x="1681544" y="5024"/>
                  <a:pt x="1682771" y="5195"/>
                </a:cubicBezTo>
                <a:cubicBezTo>
                  <a:pt x="1683998" y="5366"/>
                  <a:pt x="1685209" y="5560"/>
                  <a:pt x="1686405" y="5777"/>
                </a:cubicBezTo>
                <a:cubicBezTo>
                  <a:pt x="1687601" y="5995"/>
                  <a:pt x="1688711" y="6228"/>
                  <a:pt x="1689736" y="6476"/>
                </a:cubicBezTo>
                <a:lnTo>
                  <a:pt x="1689736" y="13931"/>
                </a:lnTo>
                <a:cubicBezTo>
                  <a:pt x="1687345" y="13248"/>
                  <a:pt x="1684953" y="12727"/>
                  <a:pt x="1682561" y="12370"/>
                </a:cubicBezTo>
                <a:cubicBezTo>
                  <a:pt x="1680169" y="12013"/>
                  <a:pt x="1677855" y="11834"/>
                  <a:pt x="1675619" y="11834"/>
                </a:cubicBezTo>
                <a:cubicBezTo>
                  <a:pt x="1670867" y="11834"/>
                  <a:pt x="1667372" y="12627"/>
                  <a:pt x="1665136" y="14213"/>
                </a:cubicBezTo>
                <a:cubicBezTo>
                  <a:pt x="1662900" y="15799"/>
                  <a:pt x="1661781" y="17930"/>
                  <a:pt x="1661781" y="20605"/>
                </a:cubicBezTo>
                <a:cubicBezTo>
                  <a:pt x="1661781" y="22252"/>
                  <a:pt x="1662239" y="23667"/>
                  <a:pt x="1663156" y="24848"/>
                </a:cubicBezTo>
                <a:cubicBezTo>
                  <a:pt x="1664072" y="26029"/>
                  <a:pt x="1665276" y="27086"/>
                  <a:pt x="1666767" y="28019"/>
                </a:cubicBezTo>
                <a:cubicBezTo>
                  <a:pt x="1668258" y="28952"/>
                  <a:pt x="1669958" y="29799"/>
                  <a:pt x="1671868" y="30561"/>
                </a:cubicBezTo>
                <a:cubicBezTo>
                  <a:pt x="1673779" y="31322"/>
                  <a:pt x="1675728" y="32107"/>
                  <a:pt x="1677716" y="32916"/>
                </a:cubicBezTo>
                <a:cubicBezTo>
                  <a:pt x="1679704" y="33723"/>
                  <a:pt x="1681653" y="34609"/>
                  <a:pt x="1683563" y="35573"/>
                </a:cubicBezTo>
                <a:cubicBezTo>
                  <a:pt x="1685473" y="36536"/>
                  <a:pt x="1687174" y="37678"/>
                  <a:pt x="1688665" y="38999"/>
                </a:cubicBezTo>
                <a:cubicBezTo>
                  <a:pt x="1690156" y="40320"/>
                  <a:pt x="1691359" y="41866"/>
                  <a:pt x="1692276" y="43639"/>
                </a:cubicBezTo>
                <a:cubicBezTo>
                  <a:pt x="1693192" y="45410"/>
                  <a:pt x="1693650" y="47508"/>
                  <a:pt x="1693650" y="49933"/>
                </a:cubicBezTo>
                <a:close/>
                <a:moveTo>
                  <a:pt x="1746021" y="40581"/>
                </a:moveTo>
                <a:cubicBezTo>
                  <a:pt x="1746021" y="41731"/>
                  <a:pt x="1746005" y="42693"/>
                  <a:pt x="1745974" y="43470"/>
                </a:cubicBezTo>
                <a:cubicBezTo>
                  <a:pt x="1745943" y="44246"/>
                  <a:pt x="1745897" y="44976"/>
                  <a:pt x="1745835" y="45660"/>
                </a:cubicBezTo>
                <a:lnTo>
                  <a:pt x="1712988" y="45660"/>
                </a:lnTo>
                <a:cubicBezTo>
                  <a:pt x="1712988" y="50443"/>
                  <a:pt x="1714323" y="54116"/>
                  <a:pt x="1716994" y="56679"/>
                </a:cubicBezTo>
                <a:cubicBezTo>
                  <a:pt x="1719666" y="59241"/>
                  <a:pt x="1723517" y="60522"/>
                  <a:pt x="1728549" y="60522"/>
                </a:cubicBezTo>
                <a:cubicBezTo>
                  <a:pt x="1729916" y="60522"/>
                  <a:pt x="1731283" y="60467"/>
                  <a:pt x="1732649" y="60357"/>
                </a:cubicBezTo>
                <a:cubicBezTo>
                  <a:pt x="1734016" y="60245"/>
                  <a:pt x="1735336" y="60094"/>
                  <a:pt x="1736609" y="59904"/>
                </a:cubicBezTo>
                <a:cubicBezTo>
                  <a:pt x="1737883" y="59712"/>
                  <a:pt x="1739102" y="59498"/>
                  <a:pt x="1740267" y="59260"/>
                </a:cubicBezTo>
                <a:cubicBezTo>
                  <a:pt x="1741432" y="59021"/>
                  <a:pt x="1742511" y="58759"/>
                  <a:pt x="1743505" y="58472"/>
                </a:cubicBezTo>
                <a:lnTo>
                  <a:pt x="1743505" y="65135"/>
                </a:lnTo>
                <a:cubicBezTo>
                  <a:pt x="1741300" y="65770"/>
                  <a:pt x="1738807" y="66286"/>
                  <a:pt x="1736027" y="66683"/>
                </a:cubicBezTo>
                <a:cubicBezTo>
                  <a:pt x="1733247" y="67080"/>
                  <a:pt x="1730366" y="67278"/>
                  <a:pt x="1727384" y="67278"/>
                </a:cubicBezTo>
                <a:cubicBezTo>
                  <a:pt x="1723377" y="67278"/>
                  <a:pt x="1719930" y="66735"/>
                  <a:pt x="1717041" y="65648"/>
                </a:cubicBezTo>
                <a:cubicBezTo>
                  <a:pt x="1714152" y="64560"/>
                  <a:pt x="1711784" y="62984"/>
                  <a:pt x="1709936" y="60919"/>
                </a:cubicBezTo>
                <a:cubicBezTo>
                  <a:pt x="1708088" y="58853"/>
                  <a:pt x="1706721" y="56321"/>
                  <a:pt x="1705836" y="53324"/>
                </a:cubicBezTo>
                <a:cubicBezTo>
                  <a:pt x="1704950" y="50327"/>
                  <a:pt x="1704508" y="46933"/>
                  <a:pt x="1704508" y="43144"/>
                </a:cubicBezTo>
                <a:cubicBezTo>
                  <a:pt x="1704508" y="39851"/>
                  <a:pt x="1704982" y="36737"/>
                  <a:pt x="1705929" y="33802"/>
                </a:cubicBezTo>
                <a:cubicBezTo>
                  <a:pt x="1706876" y="30867"/>
                  <a:pt x="1708258" y="28289"/>
                  <a:pt x="1710076" y="26068"/>
                </a:cubicBezTo>
                <a:cubicBezTo>
                  <a:pt x="1711893" y="23847"/>
                  <a:pt x="1714121" y="22084"/>
                  <a:pt x="1716761" y="20780"/>
                </a:cubicBezTo>
                <a:cubicBezTo>
                  <a:pt x="1719402" y="19475"/>
                  <a:pt x="1722399" y="18823"/>
                  <a:pt x="1725754" y="18823"/>
                </a:cubicBezTo>
                <a:cubicBezTo>
                  <a:pt x="1729015" y="18823"/>
                  <a:pt x="1731904" y="19336"/>
                  <a:pt x="1734420" y="20361"/>
                </a:cubicBezTo>
                <a:cubicBezTo>
                  <a:pt x="1736936" y="21386"/>
                  <a:pt x="1739056" y="22838"/>
                  <a:pt x="1740779" y="24717"/>
                </a:cubicBezTo>
                <a:cubicBezTo>
                  <a:pt x="1742503" y="26596"/>
                  <a:pt x="1743808" y="28879"/>
                  <a:pt x="1744693" y="31566"/>
                </a:cubicBezTo>
                <a:cubicBezTo>
                  <a:pt x="1745578" y="34253"/>
                  <a:pt x="1746021" y="37258"/>
                  <a:pt x="1746021" y="40581"/>
                </a:cubicBezTo>
                <a:moveTo>
                  <a:pt x="1737588" y="39416"/>
                </a:moveTo>
                <a:cubicBezTo>
                  <a:pt x="1737681" y="37335"/>
                  <a:pt x="1737479" y="35433"/>
                  <a:pt x="1736982" y="33709"/>
                </a:cubicBezTo>
                <a:cubicBezTo>
                  <a:pt x="1736485" y="31985"/>
                  <a:pt x="1735716" y="30502"/>
                  <a:pt x="1734676" y="29260"/>
                </a:cubicBezTo>
                <a:cubicBezTo>
                  <a:pt x="1733635" y="28017"/>
                  <a:pt x="1732339" y="27046"/>
                  <a:pt x="1730786" y="26348"/>
                </a:cubicBezTo>
                <a:cubicBezTo>
                  <a:pt x="1729232" y="25649"/>
                  <a:pt x="1727431" y="25299"/>
                  <a:pt x="1725381" y="25299"/>
                </a:cubicBezTo>
                <a:cubicBezTo>
                  <a:pt x="1723610" y="25299"/>
                  <a:pt x="1721995" y="25641"/>
                  <a:pt x="1720535" y="26324"/>
                </a:cubicBezTo>
                <a:cubicBezTo>
                  <a:pt x="1719075" y="27008"/>
                  <a:pt x="1717818" y="27970"/>
                  <a:pt x="1716761" y="29213"/>
                </a:cubicBezTo>
                <a:cubicBezTo>
                  <a:pt x="1715705" y="30455"/>
                  <a:pt x="1714851" y="31946"/>
                  <a:pt x="1714199" y="33686"/>
                </a:cubicBezTo>
                <a:cubicBezTo>
                  <a:pt x="1713547" y="35425"/>
                  <a:pt x="1713143" y="37335"/>
                  <a:pt x="1712988" y="39416"/>
                </a:cubicBezTo>
                <a:lnTo>
                  <a:pt x="1737588" y="39416"/>
                </a:lnTo>
                <a:close/>
                <a:moveTo>
                  <a:pt x="1774304" y="7222"/>
                </a:moveTo>
                <a:lnTo>
                  <a:pt x="1760466" y="7222"/>
                </a:lnTo>
                <a:lnTo>
                  <a:pt x="1760466" y="559"/>
                </a:lnTo>
                <a:lnTo>
                  <a:pt x="1782504" y="559"/>
                </a:lnTo>
                <a:lnTo>
                  <a:pt x="1782504" y="59684"/>
                </a:lnTo>
                <a:lnTo>
                  <a:pt x="1796435" y="59684"/>
                </a:lnTo>
                <a:lnTo>
                  <a:pt x="1796435" y="66440"/>
                </a:lnTo>
                <a:lnTo>
                  <a:pt x="1758929" y="66440"/>
                </a:lnTo>
                <a:lnTo>
                  <a:pt x="1758929" y="59684"/>
                </a:lnTo>
                <a:lnTo>
                  <a:pt x="1774304" y="59684"/>
                </a:lnTo>
                <a:lnTo>
                  <a:pt x="1774304" y="7222"/>
                </a:lnTo>
                <a:close/>
                <a:moveTo>
                  <a:pt x="1849738" y="40581"/>
                </a:moveTo>
                <a:cubicBezTo>
                  <a:pt x="1849738" y="41731"/>
                  <a:pt x="1849722" y="42693"/>
                  <a:pt x="1849691" y="43470"/>
                </a:cubicBezTo>
                <a:cubicBezTo>
                  <a:pt x="1849660" y="44246"/>
                  <a:pt x="1849613" y="44976"/>
                  <a:pt x="1849551" y="45660"/>
                </a:cubicBezTo>
                <a:lnTo>
                  <a:pt x="1816704" y="45660"/>
                </a:lnTo>
                <a:cubicBezTo>
                  <a:pt x="1816704" y="50443"/>
                  <a:pt x="1818040" y="54116"/>
                  <a:pt x="1820711" y="56679"/>
                </a:cubicBezTo>
                <a:cubicBezTo>
                  <a:pt x="1823382" y="59241"/>
                  <a:pt x="1827234" y="60522"/>
                  <a:pt x="1832266" y="60522"/>
                </a:cubicBezTo>
                <a:cubicBezTo>
                  <a:pt x="1833632" y="60522"/>
                  <a:pt x="1834999" y="60467"/>
                  <a:pt x="1836366" y="60357"/>
                </a:cubicBezTo>
                <a:cubicBezTo>
                  <a:pt x="1837733" y="60245"/>
                  <a:pt x="1839053" y="60094"/>
                  <a:pt x="1840326" y="59904"/>
                </a:cubicBezTo>
                <a:cubicBezTo>
                  <a:pt x="1841600" y="59712"/>
                  <a:pt x="1842819" y="59498"/>
                  <a:pt x="1843984" y="59260"/>
                </a:cubicBezTo>
                <a:cubicBezTo>
                  <a:pt x="1845148" y="59021"/>
                  <a:pt x="1846228" y="58759"/>
                  <a:pt x="1847222" y="58472"/>
                </a:cubicBezTo>
                <a:lnTo>
                  <a:pt x="1847222" y="65135"/>
                </a:lnTo>
                <a:cubicBezTo>
                  <a:pt x="1845016" y="65770"/>
                  <a:pt x="1842524" y="66286"/>
                  <a:pt x="1839744" y="66683"/>
                </a:cubicBezTo>
                <a:cubicBezTo>
                  <a:pt x="1836964" y="67080"/>
                  <a:pt x="1834083" y="67278"/>
                  <a:pt x="1831101" y="67278"/>
                </a:cubicBezTo>
                <a:cubicBezTo>
                  <a:pt x="1827094" y="67278"/>
                  <a:pt x="1823646" y="66735"/>
                  <a:pt x="1820758" y="65648"/>
                </a:cubicBezTo>
                <a:cubicBezTo>
                  <a:pt x="1817869" y="64560"/>
                  <a:pt x="1815501" y="62984"/>
                  <a:pt x="1813652" y="60919"/>
                </a:cubicBezTo>
                <a:cubicBezTo>
                  <a:pt x="1811804" y="58853"/>
                  <a:pt x="1810438" y="56321"/>
                  <a:pt x="1809552" y="53324"/>
                </a:cubicBezTo>
                <a:cubicBezTo>
                  <a:pt x="1808667" y="50327"/>
                  <a:pt x="1808225" y="46933"/>
                  <a:pt x="1808225" y="43144"/>
                </a:cubicBezTo>
                <a:cubicBezTo>
                  <a:pt x="1808225" y="39851"/>
                  <a:pt x="1808698" y="36737"/>
                  <a:pt x="1809646" y="33802"/>
                </a:cubicBezTo>
                <a:cubicBezTo>
                  <a:pt x="1810593" y="30867"/>
                  <a:pt x="1811975" y="28289"/>
                  <a:pt x="1813792" y="26068"/>
                </a:cubicBezTo>
                <a:cubicBezTo>
                  <a:pt x="1815609" y="23847"/>
                  <a:pt x="1817838" y="22084"/>
                  <a:pt x="1820478" y="20780"/>
                </a:cubicBezTo>
                <a:cubicBezTo>
                  <a:pt x="1823118" y="19475"/>
                  <a:pt x="1826116" y="18823"/>
                  <a:pt x="1829470" y="18823"/>
                </a:cubicBezTo>
                <a:cubicBezTo>
                  <a:pt x="1832732" y="18823"/>
                  <a:pt x="1835620" y="19336"/>
                  <a:pt x="1838136" y="20361"/>
                </a:cubicBezTo>
                <a:cubicBezTo>
                  <a:pt x="1840652" y="21386"/>
                  <a:pt x="1842772" y="22838"/>
                  <a:pt x="1844496" y="24717"/>
                </a:cubicBezTo>
                <a:cubicBezTo>
                  <a:pt x="1846220" y="26596"/>
                  <a:pt x="1847525" y="28879"/>
                  <a:pt x="1848410" y="31566"/>
                </a:cubicBezTo>
                <a:cubicBezTo>
                  <a:pt x="1849295" y="34253"/>
                  <a:pt x="1849738" y="37258"/>
                  <a:pt x="1849738" y="40581"/>
                </a:cubicBezTo>
                <a:moveTo>
                  <a:pt x="1841305" y="39416"/>
                </a:moveTo>
                <a:cubicBezTo>
                  <a:pt x="1841398" y="37335"/>
                  <a:pt x="1841196" y="35433"/>
                  <a:pt x="1840699" y="33709"/>
                </a:cubicBezTo>
                <a:cubicBezTo>
                  <a:pt x="1840202" y="31985"/>
                  <a:pt x="1839433" y="30502"/>
                  <a:pt x="1838393" y="29260"/>
                </a:cubicBezTo>
                <a:cubicBezTo>
                  <a:pt x="1837352" y="28017"/>
                  <a:pt x="1836055" y="27046"/>
                  <a:pt x="1834502" y="26348"/>
                </a:cubicBezTo>
                <a:cubicBezTo>
                  <a:pt x="1832949" y="25649"/>
                  <a:pt x="1831148" y="25299"/>
                  <a:pt x="1829098" y="25299"/>
                </a:cubicBezTo>
                <a:cubicBezTo>
                  <a:pt x="1827327" y="25299"/>
                  <a:pt x="1825712" y="25641"/>
                  <a:pt x="1824252" y="26324"/>
                </a:cubicBezTo>
                <a:cubicBezTo>
                  <a:pt x="1822792" y="27008"/>
                  <a:pt x="1821534" y="27970"/>
                  <a:pt x="1820478" y="29213"/>
                </a:cubicBezTo>
                <a:cubicBezTo>
                  <a:pt x="1819422" y="30455"/>
                  <a:pt x="1818568" y="31946"/>
                  <a:pt x="1817916" y="33686"/>
                </a:cubicBezTo>
                <a:cubicBezTo>
                  <a:pt x="1817263" y="35425"/>
                  <a:pt x="1816860" y="37335"/>
                  <a:pt x="1816704" y="39416"/>
                </a:cubicBezTo>
                <a:lnTo>
                  <a:pt x="1841305" y="39416"/>
                </a:lnTo>
                <a:close/>
                <a:moveTo>
                  <a:pt x="1898428" y="64716"/>
                </a:moveTo>
                <a:cubicBezTo>
                  <a:pt x="1896316" y="65523"/>
                  <a:pt x="1894150" y="66121"/>
                  <a:pt x="1891929" y="66510"/>
                </a:cubicBezTo>
                <a:cubicBezTo>
                  <a:pt x="1889708" y="66898"/>
                  <a:pt x="1887417" y="67092"/>
                  <a:pt x="1885056" y="67092"/>
                </a:cubicBezTo>
                <a:cubicBezTo>
                  <a:pt x="1877664" y="67092"/>
                  <a:pt x="1871972" y="65088"/>
                  <a:pt x="1867981" y="61082"/>
                </a:cubicBezTo>
                <a:cubicBezTo>
                  <a:pt x="1863989" y="57075"/>
                  <a:pt x="1861994" y="51220"/>
                  <a:pt x="1861994" y="43517"/>
                </a:cubicBezTo>
                <a:cubicBezTo>
                  <a:pt x="1861994" y="39820"/>
                  <a:pt x="1862568" y="36466"/>
                  <a:pt x="1863717" y="33453"/>
                </a:cubicBezTo>
                <a:cubicBezTo>
                  <a:pt x="1864867" y="30440"/>
                  <a:pt x="1866482" y="27862"/>
                  <a:pt x="1868563" y="25719"/>
                </a:cubicBezTo>
                <a:cubicBezTo>
                  <a:pt x="1870644" y="23575"/>
                  <a:pt x="1873129" y="21921"/>
                  <a:pt x="1876018" y="20757"/>
                </a:cubicBezTo>
                <a:cubicBezTo>
                  <a:pt x="1878906" y="19592"/>
                  <a:pt x="1882090" y="19009"/>
                  <a:pt x="1885569" y="19009"/>
                </a:cubicBezTo>
                <a:cubicBezTo>
                  <a:pt x="1887992" y="19009"/>
                  <a:pt x="1890259" y="19184"/>
                  <a:pt x="1892371" y="19534"/>
                </a:cubicBezTo>
                <a:cubicBezTo>
                  <a:pt x="1894483" y="19882"/>
                  <a:pt x="1896502" y="20453"/>
                  <a:pt x="1898428" y="21246"/>
                </a:cubicBezTo>
                <a:lnTo>
                  <a:pt x="1898428" y="28980"/>
                </a:lnTo>
                <a:cubicBezTo>
                  <a:pt x="1896409" y="27907"/>
                  <a:pt x="1894351" y="27127"/>
                  <a:pt x="1892255" y="26639"/>
                </a:cubicBezTo>
                <a:cubicBezTo>
                  <a:pt x="1890158" y="26150"/>
                  <a:pt x="1887992" y="25905"/>
                  <a:pt x="1885755" y="25905"/>
                </a:cubicBezTo>
                <a:cubicBezTo>
                  <a:pt x="1883674" y="25905"/>
                  <a:pt x="1881710" y="26301"/>
                  <a:pt x="1879861" y="27093"/>
                </a:cubicBezTo>
                <a:cubicBezTo>
                  <a:pt x="1878013" y="27885"/>
                  <a:pt x="1876390" y="29027"/>
                  <a:pt x="1874993" y="30518"/>
                </a:cubicBezTo>
                <a:cubicBezTo>
                  <a:pt x="1873595" y="32008"/>
                  <a:pt x="1872492" y="33826"/>
                  <a:pt x="1871685" y="35969"/>
                </a:cubicBezTo>
                <a:cubicBezTo>
                  <a:pt x="1870877" y="38112"/>
                  <a:pt x="1870473" y="40535"/>
                  <a:pt x="1870473" y="43237"/>
                </a:cubicBezTo>
                <a:cubicBezTo>
                  <a:pt x="1870473" y="48890"/>
                  <a:pt x="1871848" y="53122"/>
                  <a:pt x="1874597" y="55933"/>
                </a:cubicBezTo>
                <a:cubicBezTo>
                  <a:pt x="1877345" y="58744"/>
                  <a:pt x="1881158" y="60150"/>
                  <a:pt x="1886035" y="60150"/>
                </a:cubicBezTo>
                <a:cubicBezTo>
                  <a:pt x="1888240" y="60150"/>
                  <a:pt x="1890376" y="59901"/>
                  <a:pt x="1892441" y="59404"/>
                </a:cubicBezTo>
                <a:cubicBezTo>
                  <a:pt x="1894507" y="58907"/>
                  <a:pt x="1896502" y="58162"/>
                  <a:pt x="1898428" y="57168"/>
                </a:cubicBezTo>
                <a:lnTo>
                  <a:pt x="1898428" y="64716"/>
                </a:lnTo>
                <a:close/>
                <a:moveTo>
                  <a:pt x="1951638" y="65741"/>
                </a:moveTo>
                <a:cubicBezTo>
                  <a:pt x="1949805" y="66223"/>
                  <a:pt x="1947911" y="66569"/>
                  <a:pt x="1945954" y="66777"/>
                </a:cubicBezTo>
                <a:cubicBezTo>
                  <a:pt x="1943997" y="66987"/>
                  <a:pt x="1942009" y="67092"/>
                  <a:pt x="1939990" y="67092"/>
                </a:cubicBezTo>
                <a:cubicBezTo>
                  <a:pt x="1934119" y="67092"/>
                  <a:pt x="1929740" y="65764"/>
                  <a:pt x="1926851" y="63108"/>
                </a:cubicBezTo>
                <a:cubicBezTo>
                  <a:pt x="1923962" y="60453"/>
                  <a:pt x="1922518" y="56376"/>
                  <a:pt x="1922518" y="50878"/>
                </a:cubicBezTo>
                <a:lnTo>
                  <a:pt x="1922518" y="26464"/>
                </a:lnTo>
                <a:lnTo>
                  <a:pt x="1909426" y="26464"/>
                </a:lnTo>
                <a:lnTo>
                  <a:pt x="1909426" y="19662"/>
                </a:lnTo>
                <a:lnTo>
                  <a:pt x="1922518" y="19662"/>
                </a:lnTo>
                <a:lnTo>
                  <a:pt x="1922518" y="6762"/>
                </a:lnTo>
                <a:lnTo>
                  <a:pt x="1930625" y="4659"/>
                </a:lnTo>
                <a:lnTo>
                  <a:pt x="1930625" y="19662"/>
                </a:lnTo>
                <a:lnTo>
                  <a:pt x="1951638" y="19662"/>
                </a:lnTo>
                <a:lnTo>
                  <a:pt x="1951638" y="26464"/>
                </a:lnTo>
                <a:lnTo>
                  <a:pt x="1930625" y="26464"/>
                </a:lnTo>
                <a:lnTo>
                  <a:pt x="1930625" y="50226"/>
                </a:lnTo>
                <a:cubicBezTo>
                  <a:pt x="1930625" y="53580"/>
                  <a:pt x="1931518" y="56089"/>
                  <a:pt x="1933304" y="57750"/>
                </a:cubicBezTo>
                <a:cubicBezTo>
                  <a:pt x="1935090" y="59412"/>
                  <a:pt x="1937722" y="60243"/>
                  <a:pt x="1941201" y="60243"/>
                </a:cubicBezTo>
                <a:cubicBezTo>
                  <a:pt x="1942692" y="60243"/>
                  <a:pt x="1944323" y="60123"/>
                  <a:pt x="1946093" y="59883"/>
                </a:cubicBezTo>
                <a:cubicBezTo>
                  <a:pt x="1947864" y="59643"/>
                  <a:pt x="1949712" y="59265"/>
                  <a:pt x="1951638" y="58752"/>
                </a:cubicBezTo>
                <a:lnTo>
                  <a:pt x="1951638" y="65741"/>
                </a:lnTo>
                <a:close/>
                <a:moveTo>
                  <a:pt x="1989472" y="11834"/>
                </a:moveTo>
                <a:lnTo>
                  <a:pt x="1981365" y="11834"/>
                </a:lnTo>
                <a:lnTo>
                  <a:pt x="1966456" y="559"/>
                </a:lnTo>
                <a:lnTo>
                  <a:pt x="1978197" y="559"/>
                </a:lnTo>
                <a:lnTo>
                  <a:pt x="1989472" y="11834"/>
                </a:lnTo>
                <a:moveTo>
                  <a:pt x="1958349" y="19662"/>
                </a:moveTo>
                <a:lnTo>
                  <a:pt x="1958349" y="19662"/>
                </a:lnTo>
                <a:close/>
                <a:moveTo>
                  <a:pt x="2123494" y="64716"/>
                </a:moveTo>
                <a:cubicBezTo>
                  <a:pt x="2121382" y="65523"/>
                  <a:pt x="2119216" y="66121"/>
                  <a:pt x="2116995" y="66510"/>
                </a:cubicBezTo>
                <a:cubicBezTo>
                  <a:pt x="2114774" y="66898"/>
                  <a:pt x="2112483" y="67092"/>
                  <a:pt x="2110123" y="67092"/>
                </a:cubicBezTo>
                <a:cubicBezTo>
                  <a:pt x="2102730" y="67092"/>
                  <a:pt x="2097038" y="65088"/>
                  <a:pt x="2093047" y="61082"/>
                </a:cubicBezTo>
                <a:cubicBezTo>
                  <a:pt x="2089055" y="57075"/>
                  <a:pt x="2087060" y="51220"/>
                  <a:pt x="2087060" y="43517"/>
                </a:cubicBezTo>
                <a:cubicBezTo>
                  <a:pt x="2087060" y="39820"/>
                  <a:pt x="2087634" y="36466"/>
                  <a:pt x="2088784" y="33453"/>
                </a:cubicBezTo>
                <a:cubicBezTo>
                  <a:pt x="2089933" y="30440"/>
                  <a:pt x="2091548" y="27862"/>
                  <a:pt x="2093629" y="25719"/>
                </a:cubicBezTo>
                <a:cubicBezTo>
                  <a:pt x="2095710" y="23575"/>
                  <a:pt x="2098195" y="21921"/>
                  <a:pt x="2101084" y="20757"/>
                </a:cubicBezTo>
                <a:cubicBezTo>
                  <a:pt x="2103972" y="19592"/>
                  <a:pt x="2107156" y="19009"/>
                  <a:pt x="2110635" y="19009"/>
                </a:cubicBezTo>
                <a:cubicBezTo>
                  <a:pt x="2113058" y="19009"/>
                  <a:pt x="2115325" y="19184"/>
                  <a:pt x="2117437" y="19534"/>
                </a:cubicBezTo>
                <a:cubicBezTo>
                  <a:pt x="2119550" y="19882"/>
                  <a:pt x="2121569" y="20453"/>
                  <a:pt x="2123494" y="21246"/>
                </a:cubicBezTo>
                <a:lnTo>
                  <a:pt x="2123494" y="28980"/>
                </a:lnTo>
                <a:cubicBezTo>
                  <a:pt x="2121475" y="27907"/>
                  <a:pt x="2119418" y="27127"/>
                  <a:pt x="2117321" y="26639"/>
                </a:cubicBezTo>
                <a:cubicBezTo>
                  <a:pt x="2115224" y="26150"/>
                  <a:pt x="2113058" y="25905"/>
                  <a:pt x="2110821" y="25905"/>
                </a:cubicBezTo>
                <a:cubicBezTo>
                  <a:pt x="2108740" y="25905"/>
                  <a:pt x="2106776" y="26301"/>
                  <a:pt x="2104928" y="27093"/>
                </a:cubicBezTo>
                <a:cubicBezTo>
                  <a:pt x="2103079" y="27885"/>
                  <a:pt x="2101456" y="29027"/>
                  <a:pt x="2100059" y="30518"/>
                </a:cubicBezTo>
                <a:cubicBezTo>
                  <a:pt x="2098661" y="32008"/>
                  <a:pt x="2097558" y="33826"/>
                  <a:pt x="2096751" y="35969"/>
                </a:cubicBezTo>
                <a:cubicBezTo>
                  <a:pt x="2095943" y="38112"/>
                  <a:pt x="2095539" y="40535"/>
                  <a:pt x="2095539" y="43237"/>
                </a:cubicBezTo>
                <a:cubicBezTo>
                  <a:pt x="2095539" y="48890"/>
                  <a:pt x="2096914" y="53122"/>
                  <a:pt x="2099663" y="55933"/>
                </a:cubicBezTo>
                <a:cubicBezTo>
                  <a:pt x="2102412" y="58744"/>
                  <a:pt x="2106224" y="60150"/>
                  <a:pt x="2111101" y="60150"/>
                </a:cubicBezTo>
                <a:cubicBezTo>
                  <a:pt x="2113306" y="60150"/>
                  <a:pt x="2115442" y="59901"/>
                  <a:pt x="2117507" y="59404"/>
                </a:cubicBezTo>
                <a:cubicBezTo>
                  <a:pt x="2119573" y="58907"/>
                  <a:pt x="2121569" y="58162"/>
                  <a:pt x="2123494" y="57168"/>
                </a:cubicBezTo>
                <a:lnTo>
                  <a:pt x="2123494" y="64716"/>
                </a:lnTo>
                <a:close/>
                <a:moveTo>
                  <a:pt x="2179732" y="42678"/>
                </a:moveTo>
                <a:cubicBezTo>
                  <a:pt x="2179732" y="46312"/>
                  <a:pt x="2179220" y="49643"/>
                  <a:pt x="2178195" y="52672"/>
                </a:cubicBezTo>
                <a:cubicBezTo>
                  <a:pt x="2177170" y="55700"/>
                  <a:pt x="2175694" y="58294"/>
                  <a:pt x="2173769" y="60453"/>
                </a:cubicBezTo>
                <a:cubicBezTo>
                  <a:pt x="2171843" y="62611"/>
                  <a:pt x="2169498" y="64289"/>
                  <a:pt x="2166733" y="65485"/>
                </a:cubicBezTo>
                <a:cubicBezTo>
                  <a:pt x="2163969" y="66680"/>
                  <a:pt x="2160832" y="67278"/>
                  <a:pt x="2157322" y="67278"/>
                </a:cubicBezTo>
                <a:cubicBezTo>
                  <a:pt x="2153967" y="67278"/>
                  <a:pt x="2150962" y="66758"/>
                  <a:pt x="2148306" y="65717"/>
                </a:cubicBezTo>
                <a:cubicBezTo>
                  <a:pt x="2145651" y="64677"/>
                  <a:pt x="2143399" y="63147"/>
                  <a:pt x="2141551" y="61128"/>
                </a:cubicBezTo>
                <a:cubicBezTo>
                  <a:pt x="2139702" y="59109"/>
                  <a:pt x="2138289" y="56609"/>
                  <a:pt x="2137311" y="53627"/>
                </a:cubicBezTo>
                <a:cubicBezTo>
                  <a:pt x="2136332" y="50645"/>
                  <a:pt x="2135843" y="47213"/>
                  <a:pt x="2135843" y="43330"/>
                </a:cubicBezTo>
                <a:cubicBezTo>
                  <a:pt x="2135843" y="39696"/>
                  <a:pt x="2136356" y="36380"/>
                  <a:pt x="2137381" y="33383"/>
                </a:cubicBezTo>
                <a:cubicBezTo>
                  <a:pt x="2138406" y="30385"/>
                  <a:pt x="2139881" y="27807"/>
                  <a:pt x="2141807" y="25649"/>
                </a:cubicBezTo>
                <a:cubicBezTo>
                  <a:pt x="2143733" y="23490"/>
                  <a:pt x="2146078" y="21813"/>
                  <a:pt x="2148842" y="20617"/>
                </a:cubicBezTo>
                <a:cubicBezTo>
                  <a:pt x="2151607" y="19421"/>
                  <a:pt x="2154744" y="18823"/>
                  <a:pt x="2158254" y="18823"/>
                </a:cubicBezTo>
                <a:cubicBezTo>
                  <a:pt x="2161608" y="18823"/>
                  <a:pt x="2164613" y="19343"/>
                  <a:pt x="2167269" y="20384"/>
                </a:cubicBezTo>
                <a:cubicBezTo>
                  <a:pt x="2169925" y="21424"/>
                  <a:pt x="2172177" y="22946"/>
                  <a:pt x="2174025" y="24950"/>
                </a:cubicBezTo>
                <a:cubicBezTo>
                  <a:pt x="2175873" y="26953"/>
                  <a:pt x="2177286" y="29446"/>
                  <a:pt x="2178265" y="32428"/>
                </a:cubicBezTo>
                <a:cubicBezTo>
                  <a:pt x="2179243" y="35410"/>
                  <a:pt x="2179732" y="38826"/>
                  <a:pt x="2179732" y="42678"/>
                </a:cubicBezTo>
                <a:moveTo>
                  <a:pt x="2171439" y="43051"/>
                </a:moveTo>
                <a:cubicBezTo>
                  <a:pt x="2171439" y="40162"/>
                  <a:pt x="2171121" y="37638"/>
                  <a:pt x="2170484" y="35480"/>
                </a:cubicBezTo>
                <a:cubicBezTo>
                  <a:pt x="2169847" y="33321"/>
                  <a:pt x="2168939" y="31519"/>
                  <a:pt x="2167758" y="30075"/>
                </a:cubicBezTo>
                <a:cubicBezTo>
                  <a:pt x="2166578" y="28631"/>
                  <a:pt x="2165141" y="27543"/>
                  <a:pt x="2163449" y="26813"/>
                </a:cubicBezTo>
                <a:cubicBezTo>
                  <a:pt x="2161756" y="26084"/>
                  <a:pt x="2159869" y="25719"/>
                  <a:pt x="2157788" y="25719"/>
                </a:cubicBezTo>
                <a:cubicBezTo>
                  <a:pt x="2155365" y="25719"/>
                  <a:pt x="2153292" y="26192"/>
                  <a:pt x="2151568" y="27140"/>
                </a:cubicBezTo>
                <a:cubicBezTo>
                  <a:pt x="2149844" y="28087"/>
                  <a:pt x="2148431" y="29353"/>
                  <a:pt x="2147328" y="30937"/>
                </a:cubicBezTo>
                <a:cubicBezTo>
                  <a:pt x="2146225" y="32521"/>
                  <a:pt x="2145418" y="34361"/>
                  <a:pt x="2144905" y="36458"/>
                </a:cubicBezTo>
                <a:cubicBezTo>
                  <a:pt x="2144393" y="38555"/>
                  <a:pt x="2144136" y="40752"/>
                  <a:pt x="2144136" y="43051"/>
                </a:cubicBezTo>
                <a:cubicBezTo>
                  <a:pt x="2144136" y="45939"/>
                  <a:pt x="2144455" y="48471"/>
                  <a:pt x="2145092" y="50645"/>
                </a:cubicBezTo>
                <a:cubicBezTo>
                  <a:pt x="2145728" y="52819"/>
                  <a:pt x="2146637" y="54629"/>
                  <a:pt x="2147817" y="56073"/>
                </a:cubicBezTo>
                <a:cubicBezTo>
                  <a:pt x="2148997" y="57517"/>
                  <a:pt x="2150426" y="58604"/>
                  <a:pt x="2152104" y="59334"/>
                </a:cubicBezTo>
                <a:cubicBezTo>
                  <a:pt x="2153781" y="60064"/>
                  <a:pt x="2155676" y="60429"/>
                  <a:pt x="2157788" y="60429"/>
                </a:cubicBezTo>
                <a:cubicBezTo>
                  <a:pt x="2160211" y="60429"/>
                  <a:pt x="2162284" y="59956"/>
                  <a:pt x="2164008" y="59008"/>
                </a:cubicBezTo>
                <a:cubicBezTo>
                  <a:pt x="2165732" y="58061"/>
                  <a:pt x="2167145" y="56795"/>
                  <a:pt x="2168248" y="55211"/>
                </a:cubicBezTo>
                <a:cubicBezTo>
                  <a:pt x="2169350" y="53627"/>
                  <a:pt x="2170158" y="51787"/>
                  <a:pt x="2170670" y="49690"/>
                </a:cubicBezTo>
                <a:cubicBezTo>
                  <a:pt x="2171183" y="47593"/>
                  <a:pt x="2171439" y="45380"/>
                  <a:pt x="2171439" y="43051"/>
                </a:cubicBezTo>
                <a:close/>
                <a:moveTo>
                  <a:pt x="2224229" y="66440"/>
                </a:moveTo>
                <a:lnTo>
                  <a:pt x="2224229" y="32847"/>
                </a:lnTo>
                <a:cubicBezTo>
                  <a:pt x="2224229" y="31387"/>
                  <a:pt x="2224175" y="30191"/>
                  <a:pt x="2224066" y="29260"/>
                </a:cubicBezTo>
                <a:cubicBezTo>
                  <a:pt x="2223958" y="28328"/>
                  <a:pt x="2223787" y="27590"/>
                  <a:pt x="2223554" y="27046"/>
                </a:cubicBezTo>
                <a:cubicBezTo>
                  <a:pt x="2223321" y="26503"/>
                  <a:pt x="2223026" y="26122"/>
                  <a:pt x="2222669" y="25905"/>
                </a:cubicBezTo>
                <a:cubicBezTo>
                  <a:pt x="2222311" y="25688"/>
                  <a:pt x="2221869" y="25579"/>
                  <a:pt x="2221341" y="25579"/>
                </a:cubicBezTo>
                <a:cubicBezTo>
                  <a:pt x="2220720" y="25579"/>
                  <a:pt x="2220145" y="25765"/>
                  <a:pt x="2219617" y="26138"/>
                </a:cubicBezTo>
                <a:cubicBezTo>
                  <a:pt x="2219089" y="26511"/>
                  <a:pt x="2218522" y="27116"/>
                  <a:pt x="2217916" y="27955"/>
                </a:cubicBezTo>
                <a:cubicBezTo>
                  <a:pt x="2217311" y="28794"/>
                  <a:pt x="2216643" y="29904"/>
                  <a:pt x="2215913" y="31286"/>
                </a:cubicBezTo>
                <a:cubicBezTo>
                  <a:pt x="2215183" y="32668"/>
                  <a:pt x="2214321" y="34369"/>
                  <a:pt x="2213327" y="36388"/>
                </a:cubicBezTo>
                <a:lnTo>
                  <a:pt x="2213327" y="66440"/>
                </a:lnTo>
                <a:lnTo>
                  <a:pt x="2205919" y="66440"/>
                </a:lnTo>
                <a:lnTo>
                  <a:pt x="2205919" y="33732"/>
                </a:lnTo>
                <a:cubicBezTo>
                  <a:pt x="2205919" y="32024"/>
                  <a:pt x="2205865" y="30642"/>
                  <a:pt x="2205756" y="29586"/>
                </a:cubicBezTo>
                <a:cubicBezTo>
                  <a:pt x="2205647" y="28530"/>
                  <a:pt x="2205476" y="27706"/>
                  <a:pt x="2205243" y="27116"/>
                </a:cubicBezTo>
                <a:cubicBezTo>
                  <a:pt x="2205010" y="26526"/>
                  <a:pt x="2204708" y="26122"/>
                  <a:pt x="2204335" y="25905"/>
                </a:cubicBezTo>
                <a:cubicBezTo>
                  <a:pt x="2203962" y="25688"/>
                  <a:pt x="2203512" y="25579"/>
                  <a:pt x="2202984" y="25579"/>
                </a:cubicBezTo>
                <a:cubicBezTo>
                  <a:pt x="2202425" y="25579"/>
                  <a:pt x="2201897" y="25734"/>
                  <a:pt x="2201400" y="26045"/>
                </a:cubicBezTo>
                <a:cubicBezTo>
                  <a:pt x="2200903" y="26355"/>
                  <a:pt x="2200351" y="26914"/>
                  <a:pt x="2199746" y="27722"/>
                </a:cubicBezTo>
                <a:cubicBezTo>
                  <a:pt x="2199140" y="28530"/>
                  <a:pt x="2198464" y="29632"/>
                  <a:pt x="2197719" y="31030"/>
                </a:cubicBezTo>
                <a:cubicBezTo>
                  <a:pt x="2196973" y="32428"/>
                  <a:pt x="2196088" y="34214"/>
                  <a:pt x="2195063" y="36388"/>
                </a:cubicBezTo>
                <a:lnTo>
                  <a:pt x="2195063" y="66440"/>
                </a:lnTo>
                <a:lnTo>
                  <a:pt x="2187608" y="66440"/>
                </a:lnTo>
                <a:lnTo>
                  <a:pt x="2187608" y="19662"/>
                </a:lnTo>
                <a:lnTo>
                  <a:pt x="2193805" y="19662"/>
                </a:lnTo>
                <a:lnTo>
                  <a:pt x="2194178" y="28561"/>
                </a:lnTo>
                <a:cubicBezTo>
                  <a:pt x="2194985" y="26790"/>
                  <a:pt x="2195770" y="25284"/>
                  <a:pt x="2196531" y="24041"/>
                </a:cubicBezTo>
                <a:cubicBezTo>
                  <a:pt x="2197292" y="22799"/>
                  <a:pt x="2198076" y="21797"/>
                  <a:pt x="2198884" y="21036"/>
                </a:cubicBezTo>
                <a:cubicBezTo>
                  <a:pt x="2199691" y="20275"/>
                  <a:pt x="2200553" y="19716"/>
                  <a:pt x="2201469" y="19359"/>
                </a:cubicBezTo>
                <a:cubicBezTo>
                  <a:pt x="2202386" y="19002"/>
                  <a:pt x="2203403" y="18823"/>
                  <a:pt x="2204521" y="18823"/>
                </a:cubicBezTo>
                <a:cubicBezTo>
                  <a:pt x="2207037" y="18823"/>
                  <a:pt x="2208947" y="19646"/>
                  <a:pt x="2210252" y="21292"/>
                </a:cubicBezTo>
                <a:cubicBezTo>
                  <a:pt x="2211557" y="22939"/>
                  <a:pt x="2212209" y="25486"/>
                  <a:pt x="2212209" y="28933"/>
                </a:cubicBezTo>
                <a:cubicBezTo>
                  <a:pt x="2212954" y="27318"/>
                  <a:pt x="2213684" y="25882"/>
                  <a:pt x="2214399" y="24624"/>
                </a:cubicBezTo>
                <a:cubicBezTo>
                  <a:pt x="2215113" y="23366"/>
                  <a:pt x="2215882" y="22310"/>
                  <a:pt x="2216705" y="21455"/>
                </a:cubicBezTo>
                <a:cubicBezTo>
                  <a:pt x="2217528" y="20601"/>
                  <a:pt x="2218437" y="19949"/>
                  <a:pt x="2219430" y="19499"/>
                </a:cubicBezTo>
                <a:cubicBezTo>
                  <a:pt x="2220424" y="19048"/>
                  <a:pt x="2221574" y="18823"/>
                  <a:pt x="2222878" y="18823"/>
                </a:cubicBezTo>
                <a:cubicBezTo>
                  <a:pt x="2228749" y="18823"/>
                  <a:pt x="2231684" y="23342"/>
                  <a:pt x="2231684" y="32381"/>
                </a:cubicBezTo>
                <a:lnTo>
                  <a:pt x="2231684" y="66440"/>
                </a:lnTo>
                <a:lnTo>
                  <a:pt x="2224229" y="66440"/>
                </a:lnTo>
                <a:close/>
                <a:moveTo>
                  <a:pt x="2282704" y="42212"/>
                </a:moveTo>
                <a:cubicBezTo>
                  <a:pt x="2282704" y="46374"/>
                  <a:pt x="2282121" y="50008"/>
                  <a:pt x="2280956" y="53114"/>
                </a:cubicBezTo>
                <a:cubicBezTo>
                  <a:pt x="2279792" y="56221"/>
                  <a:pt x="2278184" y="58799"/>
                  <a:pt x="2276134" y="60849"/>
                </a:cubicBezTo>
                <a:cubicBezTo>
                  <a:pt x="2274084" y="62899"/>
                  <a:pt x="2271661" y="64436"/>
                  <a:pt x="2268866" y="65461"/>
                </a:cubicBezTo>
                <a:cubicBezTo>
                  <a:pt x="2266070" y="66486"/>
                  <a:pt x="2263042" y="66999"/>
                  <a:pt x="2259781" y="66999"/>
                </a:cubicBezTo>
                <a:cubicBezTo>
                  <a:pt x="2258290" y="66999"/>
                  <a:pt x="2256806" y="66921"/>
                  <a:pt x="2255331" y="66766"/>
                </a:cubicBezTo>
                <a:cubicBezTo>
                  <a:pt x="2253856" y="66610"/>
                  <a:pt x="2252357" y="66346"/>
                  <a:pt x="2250835" y="65974"/>
                </a:cubicBezTo>
                <a:lnTo>
                  <a:pt x="2250835" y="85542"/>
                </a:lnTo>
                <a:lnTo>
                  <a:pt x="2242728" y="85542"/>
                </a:lnTo>
                <a:lnTo>
                  <a:pt x="2242728" y="19662"/>
                </a:lnTo>
                <a:lnTo>
                  <a:pt x="2249950" y="19662"/>
                </a:lnTo>
                <a:lnTo>
                  <a:pt x="2250462" y="27489"/>
                </a:lnTo>
                <a:cubicBezTo>
                  <a:pt x="2252792" y="24290"/>
                  <a:pt x="2255277" y="22046"/>
                  <a:pt x="2257917" y="20757"/>
                </a:cubicBezTo>
                <a:cubicBezTo>
                  <a:pt x="2260557" y="19468"/>
                  <a:pt x="2263415" y="18823"/>
                  <a:pt x="2266490" y="18823"/>
                </a:cubicBezTo>
                <a:cubicBezTo>
                  <a:pt x="2269161" y="18823"/>
                  <a:pt x="2271506" y="19382"/>
                  <a:pt x="2273525" y="20500"/>
                </a:cubicBezTo>
                <a:cubicBezTo>
                  <a:pt x="2275544" y="21619"/>
                  <a:pt x="2277237" y="23195"/>
                  <a:pt x="2278604" y="25229"/>
                </a:cubicBezTo>
                <a:cubicBezTo>
                  <a:pt x="2279970" y="27264"/>
                  <a:pt x="2280995" y="29718"/>
                  <a:pt x="2281679" y="32591"/>
                </a:cubicBezTo>
                <a:cubicBezTo>
                  <a:pt x="2282362" y="35464"/>
                  <a:pt x="2282704" y="38671"/>
                  <a:pt x="2282704" y="42212"/>
                </a:cubicBezTo>
                <a:moveTo>
                  <a:pt x="2274410" y="42585"/>
                </a:moveTo>
                <a:cubicBezTo>
                  <a:pt x="2274410" y="40131"/>
                  <a:pt x="2274232" y="37879"/>
                  <a:pt x="2273875" y="35829"/>
                </a:cubicBezTo>
                <a:cubicBezTo>
                  <a:pt x="2273517" y="33779"/>
                  <a:pt x="2272950" y="32024"/>
                  <a:pt x="2272174" y="30564"/>
                </a:cubicBezTo>
                <a:cubicBezTo>
                  <a:pt x="2271397" y="29104"/>
                  <a:pt x="2270403" y="27963"/>
                  <a:pt x="2269192" y="27140"/>
                </a:cubicBezTo>
                <a:cubicBezTo>
                  <a:pt x="2267981" y="26316"/>
                  <a:pt x="2266536" y="25905"/>
                  <a:pt x="2264859" y="25905"/>
                </a:cubicBezTo>
                <a:cubicBezTo>
                  <a:pt x="2263834" y="25905"/>
                  <a:pt x="2262793" y="26068"/>
                  <a:pt x="2261737" y="26394"/>
                </a:cubicBezTo>
                <a:cubicBezTo>
                  <a:pt x="2260681" y="26720"/>
                  <a:pt x="2259586" y="27264"/>
                  <a:pt x="2258453" y="28025"/>
                </a:cubicBezTo>
                <a:cubicBezTo>
                  <a:pt x="2257319" y="28786"/>
                  <a:pt x="2256123" y="29795"/>
                  <a:pt x="2254865" y="31053"/>
                </a:cubicBezTo>
                <a:cubicBezTo>
                  <a:pt x="2253607" y="32311"/>
                  <a:pt x="2252264" y="33872"/>
                  <a:pt x="2250835" y="35736"/>
                </a:cubicBezTo>
                <a:lnTo>
                  <a:pt x="2250835" y="58426"/>
                </a:lnTo>
                <a:cubicBezTo>
                  <a:pt x="2252326" y="59047"/>
                  <a:pt x="2253894" y="59536"/>
                  <a:pt x="2255541" y="59894"/>
                </a:cubicBezTo>
                <a:cubicBezTo>
                  <a:pt x="2257187" y="60251"/>
                  <a:pt x="2258802" y="60429"/>
                  <a:pt x="2260386" y="60429"/>
                </a:cubicBezTo>
                <a:cubicBezTo>
                  <a:pt x="2264766" y="60429"/>
                  <a:pt x="2268198" y="58946"/>
                  <a:pt x="2270683" y="55980"/>
                </a:cubicBezTo>
                <a:cubicBezTo>
                  <a:pt x="2273168" y="53013"/>
                  <a:pt x="2274410" y="48548"/>
                  <a:pt x="2274410" y="42585"/>
                </a:cubicBezTo>
                <a:close/>
                <a:moveTo>
                  <a:pt x="2335308" y="42678"/>
                </a:moveTo>
                <a:cubicBezTo>
                  <a:pt x="2335308" y="46312"/>
                  <a:pt x="2334795" y="49643"/>
                  <a:pt x="2333770" y="52672"/>
                </a:cubicBezTo>
                <a:cubicBezTo>
                  <a:pt x="2332745" y="55700"/>
                  <a:pt x="2331270" y="58294"/>
                  <a:pt x="2329344" y="60453"/>
                </a:cubicBezTo>
                <a:cubicBezTo>
                  <a:pt x="2327418" y="62611"/>
                  <a:pt x="2325073" y="64289"/>
                  <a:pt x="2322309" y="65485"/>
                </a:cubicBezTo>
                <a:cubicBezTo>
                  <a:pt x="2319544" y="66680"/>
                  <a:pt x="2316407" y="67278"/>
                  <a:pt x="2312897" y="67278"/>
                </a:cubicBezTo>
                <a:cubicBezTo>
                  <a:pt x="2309542" y="67278"/>
                  <a:pt x="2306537" y="66758"/>
                  <a:pt x="2303882" y="65717"/>
                </a:cubicBezTo>
                <a:cubicBezTo>
                  <a:pt x="2301226" y="64677"/>
                  <a:pt x="2298974" y="63147"/>
                  <a:pt x="2297126" y="61128"/>
                </a:cubicBezTo>
                <a:cubicBezTo>
                  <a:pt x="2295278" y="59109"/>
                  <a:pt x="2293864" y="56609"/>
                  <a:pt x="2292886" y="53627"/>
                </a:cubicBezTo>
                <a:cubicBezTo>
                  <a:pt x="2291907" y="50645"/>
                  <a:pt x="2291418" y="47213"/>
                  <a:pt x="2291418" y="43330"/>
                </a:cubicBezTo>
                <a:cubicBezTo>
                  <a:pt x="2291418" y="39696"/>
                  <a:pt x="2291931" y="36380"/>
                  <a:pt x="2292956" y="33383"/>
                </a:cubicBezTo>
                <a:cubicBezTo>
                  <a:pt x="2293981" y="30385"/>
                  <a:pt x="2295456" y="27807"/>
                  <a:pt x="2297382" y="25649"/>
                </a:cubicBezTo>
                <a:cubicBezTo>
                  <a:pt x="2299308" y="23490"/>
                  <a:pt x="2301653" y="21813"/>
                  <a:pt x="2304417" y="20617"/>
                </a:cubicBezTo>
                <a:cubicBezTo>
                  <a:pt x="2307182" y="19421"/>
                  <a:pt x="2310319" y="18823"/>
                  <a:pt x="2313829" y="18823"/>
                </a:cubicBezTo>
                <a:cubicBezTo>
                  <a:pt x="2317183" y="18823"/>
                  <a:pt x="2320189" y="19343"/>
                  <a:pt x="2322844" y="20384"/>
                </a:cubicBezTo>
                <a:cubicBezTo>
                  <a:pt x="2325500" y="21424"/>
                  <a:pt x="2327752" y="22946"/>
                  <a:pt x="2329600" y="24950"/>
                </a:cubicBezTo>
                <a:cubicBezTo>
                  <a:pt x="2331448" y="26953"/>
                  <a:pt x="2332862" y="29446"/>
                  <a:pt x="2333840" y="32428"/>
                </a:cubicBezTo>
                <a:cubicBezTo>
                  <a:pt x="2334818" y="35410"/>
                  <a:pt x="2335308" y="38826"/>
                  <a:pt x="2335308" y="42678"/>
                </a:cubicBezTo>
                <a:moveTo>
                  <a:pt x="2327014" y="43051"/>
                </a:moveTo>
                <a:cubicBezTo>
                  <a:pt x="2327014" y="40162"/>
                  <a:pt x="2326696" y="37638"/>
                  <a:pt x="2326059" y="35480"/>
                </a:cubicBezTo>
                <a:cubicBezTo>
                  <a:pt x="2325422" y="33321"/>
                  <a:pt x="2324514" y="31519"/>
                  <a:pt x="2323334" y="30075"/>
                </a:cubicBezTo>
                <a:cubicBezTo>
                  <a:pt x="2322153" y="28631"/>
                  <a:pt x="2320717" y="27543"/>
                  <a:pt x="2319024" y="26813"/>
                </a:cubicBezTo>
                <a:cubicBezTo>
                  <a:pt x="2317331" y="26084"/>
                  <a:pt x="2315444" y="25719"/>
                  <a:pt x="2313363" y="25719"/>
                </a:cubicBezTo>
                <a:cubicBezTo>
                  <a:pt x="2310940" y="25719"/>
                  <a:pt x="2308867" y="26192"/>
                  <a:pt x="2307143" y="27140"/>
                </a:cubicBezTo>
                <a:cubicBezTo>
                  <a:pt x="2305419" y="28087"/>
                  <a:pt x="2304006" y="29353"/>
                  <a:pt x="2302903" y="30937"/>
                </a:cubicBezTo>
                <a:cubicBezTo>
                  <a:pt x="2301800" y="32521"/>
                  <a:pt x="2300993" y="34361"/>
                  <a:pt x="2300480" y="36458"/>
                </a:cubicBezTo>
                <a:cubicBezTo>
                  <a:pt x="2299968" y="38555"/>
                  <a:pt x="2299712" y="40752"/>
                  <a:pt x="2299712" y="43051"/>
                </a:cubicBezTo>
                <a:cubicBezTo>
                  <a:pt x="2299712" y="45939"/>
                  <a:pt x="2300030" y="48471"/>
                  <a:pt x="2300667" y="50645"/>
                </a:cubicBezTo>
                <a:cubicBezTo>
                  <a:pt x="2301303" y="52819"/>
                  <a:pt x="2302212" y="54629"/>
                  <a:pt x="2303392" y="56073"/>
                </a:cubicBezTo>
                <a:cubicBezTo>
                  <a:pt x="2304573" y="57517"/>
                  <a:pt x="2306001" y="58604"/>
                  <a:pt x="2307679" y="59334"/>
                </a:cubicBezTo>
                <a:cubicBezTo>
                  <a:pt x="2309356" y="60064"/>
                  <a:pt x="2311251" y="60429"/>
                  <a:pt x="2313363" y="60429"/>
                </a:cubicBezTo>
                <a:cubicBezTo>
                  <a:pt x="2315786" y="60429"/>
                  <a:pt x="2317859" y="59956"/>
                  <a:pt x="2319583" y="59008"/>
                </a:cubicBezTo>
                <a:cubicBezTo>
                  <a:pt x="2321307" y="58061"/>
                  <a:pt x="2322720" y="56795"/>
                  <a:pt x="2323823" y="55211"/>
                </a:cubicBezTo>
                <a:cubicBezTo>
                  <a:pt x="2324925" y="53627"/>
                  <a:pt x="2325733" y="51787"/>
                  <a:pt x="2326246" y="49690"/>
                </a:cubicBezTo>
                <a:cubicBezTo>
                  <a:pt x="2326758" y="47593"/>
                  <a:pt x="2327014" y="45380"/>
                  <a:pt x="2327014" y="43051"/>
                </a:cubicBezTo>
                <a:close/>
                <a:moveTo>
                  <a:pt x="2346445" y="19662"/>
                </a:moveTo>
                <a:lnTo>
                  <a:pt x="2353667" y="19662"/>
                </a:lnTo>
                <a:lnTo>
                  <a:pt x="2353993" y="27210"/>
                </a:lnTo>
                <a:cubicBezTo>
                  <a:pt x="2355360" y="25594"/>
                  <a:pt x="2356680" y="24251"/>
                  <a:pt x="2357953" y="23179"/>
                </a:cubicBezTo>
                <a:cubicBezTo>
                  <a:pt x="2359227" y="22108"/>
                  <a:pt x="2360477" y="21246"/>
                  <a:pt x="2361704" y="20593"/>
                </a:cubicBezTo>
                <a:cubicBezTo>
                  <a:pt x="2362931" y="19941"/>
                  <a:pt x="2364181" y="19483"/>
                  <a:pt x="2365454" y="19219"/>
                </a:cubicBezTo>
                <a:cubicBezTo>
                  <a:pt x="2366728" y="18955"/>
                  <a:pt x="2368048" y="18823"/>
                  <a:pt x="2369415" y="18823"/>
                </a:cubicBezTo>
                <a:cubicBezTo>
                  <a:pt x="2374229" y="18823"/>
                  <a:pt x="2377871" y="20244"/>
                  <a:pt x="2380340" y="23086"/>
                </a:cubicBezTo>
                <a:cubicBezTo>
                  <a:pt x="2382810" y="25928"/>
                  <a:pt x="2384044" y="30207"/>
                  <a:pt x="2384044" y="35922"/>
                </a:cubicBezTo>
                <a:lnTo>
                  <a:pt x="2384044" y="66440"/>
                </a:lnTo>
                <a:lnTo>
                  <a:pt x="2375937" y="66440"/>
                </a:lnTo>
                <a:lnTo>
                  <a:pt x="2375937" y="36574"/>
                </a:lnTo>
                <a:cubicBezTo>
                  <a:pt x="2375937" y="32909"/>
                  <a:pt x="2375254" y="30199"/>
                  <a:pt x="2373887" y="28444"/>
                </a:cubicBezTo>
                <a:cubicBezTo>
                  <a:pt x="2372521" y="26689"/>
                  <a:pt x="2370486" y="25812"/>
                  <a:pt x="2367784" y="25812"/>
                </a:cubicBezTo>
                <a:cubicBezTo>
                  <a:pt x="2366790" y="25812"/>
                  <a:pt x="2365819" y="25959"/>
                  <a:pt x="2364872" y="26254"/>
                </a:cubicBezTo>
                <a:cubicBezTo>
                  <a:pt x="2363925" y="26549"/>
                  <a:pt x="2362938" y="27062"/>
                  <a:pt x="2361913" y="27792"/>
                </a:cubicBezTo>
                <a:cubicBezTo>
                  <a:pt x="2360888" y="28522"/>
                  <a:pt x="2359778" y="29508"/>
                  <a:pt x="2358582" y="30750"/>
                </a:cubicBezTo>
                <a:cubicBezTo>
                  <a:pt x="2357386" y="31993"/>
                  <a:pt x="2356043" y="33546"/>
                  <a:pt x="2354552" y="35410"/>
                </a:cubicBezTo>
                <a:lnTo>
                  <a:pt x="2354552" y="66440"/>
                </a:lnTo>
                <a:lnTo>
                  <a:pt x="2346445" y="66440"/>
                </a:lnTo>
                <a:lnTo>
                  <a:pt x="2346445" y="19662"/>
                </a:lnTo>
                <a:close/>
                <a:moveTo>
                  <a:pt x="2437814" y="40581"/>
                </a:moveTo>
                <a:cubicBezTo>
                  <a:pt x="2437814" y="41731"/>
                  <a:pt x="2437798" y="42693"/>
                  <a:pt x="2437767" y="43470"/>
                </a:cubicBezTo>
                <a:cubicBezTo>
                  <a:pt x="2437736" y="44246"/>
                  <a:pt x="2437689" y="44976"/>
                  <a:pt x="2437627" y="45660"/>
                </a:cubicBezTo>
                <a:lnTo>
                  <a:pt x="2404780" y="45660"/>
                </a:lnTo>
                <a:cubicBezTo>
                  <a:pt x="2404780" y="50443"/>
                  <a:pt x="2406116" y="54116"/>
                  <a:pt x="2408787" y="56679"/>
                </a:cubicBezTo>
                <a:cubicBezTo>
                  <a:pt x="2411458" y="59241"/>
                  <a:pt x="2415310" y="60522"/>
                  <a:pt x="2420342" y="60522"/>
                </a:cubicBezTo>
                <a:cubicBezTo>
                  <a:pt x="2421709" y="60522"/>
                  <a:pt x="2423075" y="60467"/>
                  <a:pt x="2424442" y="60357"/>
                </a:cubicBezTo>
                <a:cubicBezTo>
                  <a:pt x="2425809" y="60245"/>
                  <a:pt x="2427129" y="60094"/>
                  <a:pt x="2428402" y="59904"/>
                </a:cubicBezTo>
                <a:cubicBezTo>
                  <a:pt x="2429676" y="59712"/>
                  <a:pt x="2430895" y="59498"/>
                  <a:pt x="2432060" y="59260"/>
                </a:cubicBezTo>
                <a:cubicBezTo>
                  <a:pt x="2433224" y="59021"/>
                  <a:pt x="2434304" y="58759"/>
                  <a:pt x="2435298" y="58472"/>
                </a:cubicBezTo>
                <a:lnTo>
                  <a:pt x="2435298" y="65135"/>
                </a:lnTo>
                <a:cubicBezTo>
                  <a:pt x="2433092" y="65770"/>
                  <a:pt x="2430600" y="66286"/>
                  <a:pt x="2427820" y="66683"/>
                </a:cubicBezTo>
                <a:cubicBezTo>
                  <a:pt x="2425040" y="67080"/>
                  <a:pt x="2422159" y="67278"/>
                  <a:pt x="2419177" y="67278"/>
                </a:cubicBezTo>
                <a:cubicBezTo>
                  <a:pt x="2415170" y="67278"/>
                  <a:pt x="2411722" y="66735"/>
                  <a:pt x="2408834" y="65648"/>
                </a:cubicBezTo>
                <a:cubicBezTo>
                  <a:pt x="2405945" y="64560"/>
                  <a:pt x="2403577" y="62984"/>
                  <a:pt x="2401729" y="60919"/>
                </a:cubicBezTo>
                <a:cubicBezTo>
                  <a:pt x="2399880" y="58853"/>
                  <a:pt x="2398514" y="56321"/>
                  <a:pt x="2397628" y="53324"/>
                </a:cubicBezTo>
                <a:cubicBezTo>
                  <a:pt x="2396743" y="50327"/>
                  <a:pt x="2396301" y="46933"/>
                  <a:pt x="2396301" y="43144"/>
                </a:cubicBezTo>
                <a:cubicBezTo>
                  <a:pt x="2396301" y="39851"/>
                  <a:pt x="2396774" y="36737"/>
                  <a:pt x="2397722" y="33802"/>
                </a:cubicBezTo>
                <a:cubicBezTo>
                  <a:pt x="2398669" y="30867"/>
                  <a:pt x="2400051" y="28289"/>
                  <a:pt x="2401868" y="26068"/>
                </a:cubicBezTo>
                <a:cubicBezTo>
                  <a:pt x="2403685" y="23847"/>
                  <a:pt x="2405914" y="22084"/>
                  <a:pt x="2408554" y="20780"/>
                </a:cubicBezTo>
                <a:cubicBezTo>
                  <a:pt x="2411194" y="19475"/>
                  <a:pt x="2414192" y="18823"/>
                  <a:pt x="2417546" y="18823"/>
                </a:cubicBezTo>
                <a:cubicBezTo>
                  <a:pt x="2420808" y="18823"/>
                  <a:pt x="2423696" y="19336"/>
                  <a:pt x="2426212" y="20361"/>
                </a:cubicBezTo>
                <a:cubicBezTo>
                  <a:pt x="2428728" y="21386"/>
                  <a:pt x="2430848" y="22838"/>
                  <a:pt x="2432572" y="24717"/>
                </a:cubicBezTo>
                <a:cubicBezTo>
                  <a:pt x="2434296" y="26596"/>
                  <a:pt x="2435601" y="28879"/>
                  <a:pt x="2436486" y="31566"/>
                </a:cubicBezTo>
                <a:cubicBezTo>
                  <a:pt x="2437371" y="34253"/>
                  <a:pt x="2437814" y="37258"/>
                  <a:pt x="2437814" y="40581"/>
                </a:cubicBezTo>
                <a:moveTo>
                  <a:pt x="2429381" y="39416"/>
                </a:moveTo>
                <a:cubicBezTo>
                  <a:pt x="2429474" y="37335"/>
                  <a:pt x="2429272" y="35433"/>
                  <a:pt x="2428775" y="33709"/>
                </a:cubicBezTo>
                <a:cubicBezTo>
                  <a:pt x="2428278" y="31985"/>
                  <a:pt x="2427509" y="30502"/>
                  <a:pt x="2426469" y="29260"/>
                </a:cubicBezTo>
                <a:cubicBezTo>
                  <a:pt x="2425428" y="28017"/>
                  <a:pt x="2424131" y="27046"/>
                  <a:pt x="2422578" y="26348"/>
                </a:cubicBezTo>
                <a:cubicBezTo>
                  <a:pt x="2421025" y="25649"/>
                  <a:pt x="2419224" y="25299"/>
                  <a:pt x="2417174" y="25299"/>
                </a:cubicBezTo>
                <a:cubicBezTo>
                  <a:pt x="2415403" y="25299"/>
                  <a:pt x="2413788" y="25641"/>
                  <a:pt x="2412328" y="26324"/>
                </a:cubicBezTo>
                <a:cubicBezTo>
                  <a:pt x="2410868" y="27008"/>
                  <a:pt x="2409610" y="27970"/>
                  <a:pt x="2408554" y="29213"/>
                </a:cubicBezTo>
                <a:cubicBezTo>
                  <a:pt x="2407498" y="30455"/>
                  <a:pt x="2406644" y="31946"/>
                  <a:pt x="2405992" y="33686"/>
                </a:cubicBezTo>
                <a:cubicBezTo>
                  <a:pt x="2405339" y="35425"/>
                  <a:pt x="2404936" y="37335"/>
                  <a:pt x="2404780" y="39416"/>
                </a:cubicBezTo>
                <a:lnTo>
                  <a:pt x="2429381" y="39416"/>
                </a:lnTo>
                <a:close/>
                <a:moveTo>
                  <a:pt x="2450162" y="19662"/>
                </a:moveTo>
                <a:lnTo>
                  <a:pt x="2457384" y="19662"/>
                </a:lnTo>
                <a:lnTo>
                  <a:pt x="2457710" y="27210"/>
                </a:lnTo>
                <a:cubicBezTo>
                  <a:pt x="2459077" y="25594"/>
                  <a:pt x="2460397" y="24251"/>
                  <a:pt x="2461670" y="23179"/>
                </a:cubicBezTo>
                <a:cubicBezTo>
                  <a:pt x="2462944" y="22108"/>
                  <a:pt x="2464194" y="21246"/>
                  <a:pt x="2465421" y="20593"/>
                </a:cubicBezTo>
                <a:cubicBezTo>
                  <a:pt x="2466648" y="19941"/>
                  <a:pt x="2467898" y="19483"/>
                  <a:pt x="2469172" y="19219"/>
                </a:cubicBezTo>
                <a:cubicBezTo>
                  <a:pt x="2470445" y="18955"/>
                  <a:pt x="2471765" y="18823"/>
                  <a:pt x="2473132" y="18823"/>
                </a:cubicBezTo>
                <a:cubicBezTo>
                  <a:pt x="2477946" y="18823"/>
                  <a:pt x="2481588" y="20244"/>
                  <a:pt x="2484058" y="23086"/>
                </a:cubicBezTo>
                <a:cubicBezTo>
                  <a:pt x="2486527" y="25928"/>
                  <a:pt x="2487762" y="30207"/>
                  <a:pt x="2487762" y="35922"/>
                </a:cubicBezTo>
                <a:lnTo>
                  <a:pt x="2487762" y="66440"/>
                </a:lnTo>
                <a:lnTo>
                  <a:pt x="2479655" y="66440"/>
                </a:lnTo>
                <a:lnTo>
                  <a:pt x="2479655" y="36574"/>
                </a:lnTo>
                <a:cubicBezTo>
                  <a:pt x="2479655" y="32909"/>
                  <a:pt x="2478971" y="30199"/>
                  <a:pt x="2477605" y="28444"/>
                </a:cubicBezTo>
                <a:cubicBezTo>
                  <a:pt x="2476238" y="26689"/>
                  <a:pt x="2474204" y="25812"/>
                  <a:pt x="2471501" y="25812"/>
                </a:cubicBezTo>
                <a:cubicBezTo>
                  <a:pt x="2470507" y="25812"/>
                  <a:pt x="2469537" y="25959"/>
                  <a:pt x="2468589" y="26254"/>
                </a:cubicBezTo>
                <a:cubicBezTo>
                  <a:pt x="2467642" y="26549"/>
                  <a:pt x="2466656" y="27062"/>
                  <a:pt x="2465631" y="27792"/>
                </a:cubicBezTo>
                <a:cubicBezTo>
                  <a:pt x="2464606" y="28522"/>
                  <a:pt x="2463495" y="29508"/>
                  <a:pt x="2462299" y="30750"/>
                </a:cubicBezTo>
                <a:cubicBezTo>
                  <a:pt x="2461104" y="31993"/>
                  <a:pt x="2459760" y="33546"/>
                  <a:pt x="2458269" y="35410"/>
                </a:cubicBezTo>
                <a:lnTo>
                  <a:pt x="2458269" y="66440"/>
                </a:lnTo>
                <a:lnTo>
                  <a:pt x="2450162" y="66440"/>
                </a:lnTo>
                <a:lnTo>
                  <a:pt x="2450162" y="19662"/>
                </a:lnTo>
                <a:close/>
                <a:moveTo>
                  <a:pt x="2539714" y="65741"/>
                </a:moveTo>
                <a:cubicBezTo>
                  <a:pt x="2537881" y="66223"/>
                  <a:pt x="2535986" y="66569"/>
                  <a:pt x="2534029" y="66777"/>
                </a:cubicBezTo>
                <a:cubicBezTo>
                  <a:pt x="2532073" y="66987"/>
                  <a:pt x="2530085" y="67092"/>
                  <a:pt x="2528066" y="67092"/>
                </a:cubicBezTo>
                <a:cubicBezTo>
                  <a:pt x="2522195" y="67092"/>
                  <a:pt x="2517816" y="65764"/>
                  <a:pt x="2514927" y="63108"/>
                </a:cubicBezTo>
                <a:cubicBezTo>
                  <a:pt x="2512038" y="60453"/>
                  <a:pt x="2510594" y="56376"/>
                  <a:pt x="2510594" y="50878"/>
                </a:cubicBezTo>
                <a:lnTo>
                  <a:pt x="2510594" y="26464"/>
                </a:lnTo>
                <a:lnTo>
                  <a:pt x="2497502" y="26464"/>
                </a:lnTo>
                <a:lnTo>
                  <a:pt x="2497502" y="19662"/>
                </a:lnTo>
                <a:lnTo>
                  <a:pt x="2510594" y="19662"/>
                </a:lnTo>
                <a:lnTo>
                  <a:pt x="2510594" y="6762"/>
                </a:lnTo>
                <a:lnTo>
                  <a:pt x="2518701" y="4659"/>
                </a:lnTo>
                <a:lnTo>
                  <a:pt x="2518701" y="19662"/>
                </a:lnTo>
                <a:lnTo>
                  <a:pt x="2539714" y="19662"/>
                </a:lnTo>
                <a:lnTo>
                  <a:pt x="2539714" y="26464"/>
                </a:lnTo>
                <a:lnTo>
                  <a:pt x="2518701" y="26464"/>
                </a:lnTo>
                <a:lnTo>
                  <a:pt x="2518701" y="50226"/>
                </a:lnTo>
                <a:cubicBezTo>
                  <a:pt x="2518701" y="53580"/>
                  <a:pt x="2519594" y="56089"/>
                  <a:pt x="2521380" y="57750"/>
                </a:cubicBezTo>
                <a:cubicBezTo>
                  <a:pt x="2523166" y="59412"/>
                  <a:pt x="2525798" y="60243"/>
                  <a:pt x="2529277" y="60243"/>
                </a:cubicBezTo>
                <a:cubicBezTo>
                  <a:pt x="2530768" y="60243"/>
                  <a:pt x="2532399" y="60123"/>
                  <a:pt x="2534169" y="59883"/>
                </a:cubicBezTo>
                <a:cubicBezTo>
                  <a:pt x="2535940" y="59643"/>
                  <a:pt x="2537788" y="59265"/>
                  <a:pt x="2539714" y="58752"/>
                </a:cubicBezTo>
                <a:lnTo>
                  <a:pt x="2539714" y="65741"/>
                </a:lnTo>
                <a:close/>
                <a:moveTo>
                  <a:pt x="2640341" y="26371"/>
                </a:moveTo>
                <a:lnTo>
                  <a:pt x="2626503" y="26371"/>
                </a:lnTo>
                <a:lnTo>
                  <a:pt x="2626503" y="19662"/>
                </a:lnTo>
                <a:lnTo>
                  <a:pt x="2648541" y="19662"/>
                </a:lnTo>
                <a:lnTo>
                  <a:pt x="2648541" y="59684"/>
                </a:lnTo>
                <a:lnTo>
                  <a:pt x="2662472" y="59684"/>
                </a:lnTo>
                <a:lnTo>
                  <a:pt x="2662472" y="66440"/>
                </a:lnTo>
                <a:lnTo>
                  <a:pt x="2624966" y="66440"/>
                </a:lnTo>
                <a:lnTo>
                  <a:pt x="2624966" y="59684"/>
                </a:lnTo>
                <a:lnTo>
                  <a:pt x="2640341" y="59684"/>
                </a:lnTo>
                <a:lnTo>
                  <a:pt x="2640341" y="26371"/>
                </a:lnTo>
                <a:moveTo>
                  <a:pt x="2643183" y="0"/>
                </a:moveTo>
                <a:cubicBezTo>
                  <a:pt x="2644084" y="0"/>
                  <a:pt x="2644922" y="163"/>
                  <a:pt x="2645699" y="489"/>
                </a:cubicBezTo>
                <a:cubicBezTo>
                  <a:pt x="2646475" y="815"/>
                  <a:pt x="2647151" y="1274"/>
                  <a:pt x="2647726" y="1864"/>
                </a:cubicBezTo>
                <a:cubicBezTo>
                  <a:pt x="2648300" y="2454"/>
                  <a:pt x="2648751" y="3129"/>
                  <a:pt x="2649077" y="3890"/>
                </a:cubicBezTo>
                <a:cubicBezTo>
                  <a:pt x="2649403" y="4651"/>
                  <a:pt x="2649566" y="5482"/>
                  <a:pt x="2649566" y="6383"/>
                </a:cubicBezTo>
                <a:cubicBezTo>
                  <a:pt x="2649566" y="7253"/>
                  <a:pt x="2649403" y="8076"/>
                  <a:pt x="2649077" y="8852"/>
                </a:cubicBezTo>
                <a:cubicBezTo>
                  <a:pt x="2648751" y="9629"/>
                  <a:pt x="2648300" y="10312"/>
                  <a:pt x="2647726" y="10902"/>
                </a:cubicBezTo>
                <a:cubicBezTo>
                  <a:pt x="2647151" y="11493"/>
                  <a:pt x="2646475" y="11951"/>
                  <a:pt x="2645699" y="12277"/>
                </a:cubicBezTo>
                <a:cubicBezTo>
                  <a:pt x="2644922" y="12603"/>
                  <a:pt x="2644084" y="12766"/>
                  <a:pt x="2643183" y="12766"/>
                </a:cubicBezTo>
                <a:cubicBezTo>
                  <a:pt x="2642282" y="12766"/>
                  <a:pt x="2641444" y="12603"/>
                  <a:pt x="2640667" y="12277"/>
                </a:cubicBezTo>
                <a:cubicBezTo>
                  <a:pt x="2639891" y="11951"/>
                  <a:pt x="2639215" y="11493"/>
                  <a:pt x="2638640" y="10902"/>
                </a:cubicBezTo>
                <a:cubicBezTo>
                  <a:pt x="2638066" y="10312"/>
                  <a:pt x="2637615" y="9629"/>
                  <a:pt x="2637289" y="8852"/>
                </a:cubicBezTo>
                <a:cubicBezTo>
                  <a:pt x="2636963" y="8076"/>
                  <a:pt x="2636800" y="7253"/>
                  <a:pt x="2636800" y="6383"/>
                </a:cubicBezTo>
                <a:cubicBezTo>
                  <a:pt x="2636800" y="5482"/>
                  <a:pt x="2636963" y="4651"/>
                  <a:pt x="2637289" y="3890"/>
                </a:cubicBezTo>
                <a:cubicBezTo>
                  <a:pt x="2637615" y="3129"/>
                  <a:pt x="2638066" y="2454"/>
                  <a:pt x="2638640" y="1864"/>
                </a:cubicBezTo>
                <a:cubicBezTo>
                  <a:pt x="2639215" y="1274"/>
                  <a:pt x="2639891" y="815"/>
                  <a:pt x="2640667" y="489"/>
                </a:cubicBezTo>
                <a:cubicBezTo>
                  <a:pt x="2641444" y="163"/>
                  <a:pt x="2642282" y="0"/>
                  <a:pt x="2643183" y="0"/>
                </a:cubicBezTo>
                <a:close/>
                <a:moveTo>
                  <a:pt x="2713305" y="53674"/>
                </a:moveTo>
                <a:cubicBezTo>
                  <a:pt x="2713305" y="55320"/>
                  <a:pt x="2713026" y="56795"/>
                  <a:pt x="2712466" y="58100"/>
                </a:cubicBezTo>
                <a:cubicBezTo>
                  <a:pt x="2711907" y="59404"/>
                  <a:pt x="2711146" y="60561"/>
                  <a:pt x="2710183" y="61571"/>
                </a:cubicBezTo>
                <a:cubicBezTo>
                  <a:pt x="2709221" y="62580"/>
                  <a:pt x="2708102" y="63442"/>
                  <a:pt x="2706829" y="64157"/>
                </a:cubicBezTo>
                <a:cubicBezTo>
                  <a:pt x="2705555" y="64871"/>
                  <a:pt x="2704196" y="65461"/>
                  <a:pt x="2702752" y="65927"/>
                </a:cubicBezTo>
                <a:cubicBezTo>
                  <a:pt x="2701308" y="66393"/>
                  <a:pt x="2699825" y="66735"/>
                  <a:pt x="2698303" y="66952"/>
                </a:cubicBezTo>
                <a:cubicBezTo>
                  <a:pt x="2696781" y="67170"/>
                  <a:pt x="2695290" y="67278"/>
                  <a:pt x="2693830" y="67278"/>
                </a:cubicBezTo>
                <a:cubicBezTo>
                  <a:pt x="2690662" y="67278"/>
                  <a:pt x="2687750" y="67139"/>
                  <a:pt x="2685094" y="66859"/>
                </a:cubicBezTo>
                <a:cubicBezTo>
                  <a:pt x="2682438" y="66579"/>
                  <a:pt x="2679837" y="66129"/>
                  <a:pt x="2677290" y="65508"/>
                </a:cubicBezTo>
                <a:lnTo>
                  <a:pt x="2677290" y="58053"/>
                </a:lnTo>
                <a:cubicBezTo>
                  <a:pt x="2680023" y="58830"/>
                  <a:pt x="2682741" y="59420"/>
                  <a:pt x="2685443" y="59824"/>
                </a:cubicBezTo>
                <a:cubicBezTo>
                  <a:pt x="2688146" y="60227"/>
                  <a:pt x="2690832" y="60429"/>
                  <a:pt x="2693504" y="60429"/>
                </a:cubicBezTo>
                <a:cubicBezTo>
                  <a:pt x="2697386" y="60429"/>
                  <a:pt x="2700259" y="59901"/>
                  <a:pt x="2702123" y="58845"/>
                </a:cubicBezTo>
                <a:cubicBezTo>
                  <a:pt x="2703987" y="57789"/>
                  <a:pt x="2704919" y="56283"/>
                  <a:pt x="2704919" y="54326"/>
                </a:cubicBezTo>
                <a:cubicBezTo>
                  <a:pt x="2704919" y="53487"/>
                  <a:pt x="2704771" y="52734"/>
                  <a:pt x="2704476" y="52066"/>
                </a:cubicBezTo>
                <a:cubicBezTo>
                  <a:pt x="2704181" y="51398"/>
                  <a:pt x="2703645" y="50762"/>
                  <a:pt x="2702869" y="50156"/>
                </a:cubicBezTo>
                <a:cubicBezTo>
                  <a:pt x="2702092" y="49550"/>
                  <a:pt x="2700888" y="48921"/>
                  <a:pt x="2699258" y="48269"/>
                </a:cubicBezTo>
                <a:cubicBezTo>
                  <a:pt x="2697627" y="47617"/>
                  <a:pt x="2695398" y="46871"/>
                  <a:pt x="2692572" y="46033"/>
                </a:cubicBezTo>
                <a:cubicBezTo>
                  <a:pt x="2690460" y="45411"/>
                  <a:pt x="2688511" y="44705"/>
                  <a:pt x="2686725" y="43913"/>
                </a:cubicBezTo>
                <a:cubicBezTo>
                  <a:pt x="2684939" y="43121"/>
                  <a:pt x="2683393" y="42181"/>
                  <a:pt x="2682089" y="41094"/>
                </a:cubicBezTo>
                <a:cubicBezTo>
                  <a:pt x="2680784" y="40007"/>
                  <a:pt x="2679759" y="38733"/>
                  <a:pt x="2679014" y="37273"/>
                </a:cubicBezTo>
                <a:cubicBezTo>
                  <a:pt x="2678268" y="35813"/>
                  <a:pt x="2677895" y="34090"/>
                  <a:pt x="2677895" y="32102"/>
                </a:cubicBezTo>
                <a:cubicBezTo>
                  <a:pt x="2677895" y="30797"/>
                  <a:pt x="2678198" y="29368"/>
                  <a:pt x="2678804" y="27815"/>
                </a:cubicBezTo>
                <a:cubicBezTo>
                  <a:pt x="2679410" y="26262"/>
                  <a:pt x="2680443" y="24818"/>
                  <a:pt x="2681902" y="23482"/>
                </a:cubicBezTo>
                <a:cubicBezTo>
                  <a:pt x="2683362" y="22147"/>
                  <a:pt x="2685335" y="21036"/>
                  <a:pt x="2687820" y="20151"/>
                </a:cubicBezTo>
                <a:cubicBezTo>
                  <a:pt x="2690304" y="19266"/>
                  <a:pt x="2693410" y="18823"/>
                  <a:pt x="2697138" y="18823"/>
                </a:cubicBezTo>
                <a:cubicBezTo>
                  <a:pt x="2698970" y="18823"/>
                  <a:pt x="2701005" y="18924"/>
                  <a:pt x="2703241" y="19126"/>
                </a:cubicBezTo>
                <a:cubicBezTo>
                  <a:pt x="2705478" y="19328"/>
                  <a:pt x="2707807" y="19677"/>
                  <a:pt x="2710230" y="20174"/>
                </a:cubicBezTo>
                <a:lnTo>
                  <a:pt x="2710230" y="27396"/>
                </a:lnTo>
                <a:cubicBezTo>
                  <a:pt x="2707683" y="26775"/>
                  <a:pt x="2705268" y="26316"/>
                  <a:pt x="2702985" y="26021"/>
                </a:cubicBezTo>
                <a:cubicBezTo>
                  <a:pt x="2700702" y="25726"/>
                  <a:pt x="2698722" y="25579"/>
                  <a:pt x="2697045" y="25579"/>
                </a:cubicBezTo>
                <a:cubicBezTo>
                  <a:pt x="2695026" y="25579"/>
                  <a:pt x="2693325" y="25734"/>
                  <a:pt x="2691943" y="26045"/>
                </a:cubicBezTo>
                <a:cubicBezTo>
                  <a:pt x="2690561" y="26355"/>
                  <a:pt x="2689442" y="26782"/>
                  <a:pt x="2688588" y="27326"/>
                </a:cubicBezTo>
                <a:cubicBezTo>
                  <a:pt x="2687734" y="27870"/>
                  <a:pt x="2687121" y="28506"/>
                  <a:pt x="2686748" y="29236"/>
                </a:cubicBezTo>
                <a:cubicBezTo>
                  <a:pt x="2686375" y="29966"/>
                  <a:pt x="2686189" y="30750"/>
                  <a:pt x="2686189" y="31589"/>
                </a:cubicBezTo>
                <a:cubicBezTo>
                  <a:pt x="2686189" y="32428"/>
                  <a:pt x="2686352" y="33189"/>
                  <a:pt x="2686678" y="33872"/>
                </a:cubicBezTo>
                <a:cubicBezTo>
                  <a:pt x="2687004" y="34555"/>
                  <a:pt x="2687610" y="35215"/>
                  <a:pt x="2688495" y="35852"/>
                </a:cubicBezTo>
                <a:cubicBezTo>
                  <a:pt x="2689380" y="36489"/>
                  <a:pt x="2690615" y="37126"/>
                  <a:pt x="2692199" y="37762"/>
                </a:cubicBezTo>
                <a:cubicBezTo>
                  <a:pt x="2693783" y="38399"/>
                  <a:pt x="2695849" y="39090"/>
                  <a:pt x="2698396" y="39836"/>
                </a:cubicBezTo>
                <a:cubicBezTo>
                  <a:pt x="2701160" y="40643"/>
                  <a:pt x="2703490" y="41490"/>
                  <a:pt x="2705385" y="42375"/>
                </a:cubicBezTo>
                <a:cubicBezTo>
                  <a:pt x="2707279" y="43260"/>
                  <a:pt x="2708817" y="44246"/>
                  <a:pt x="2709997" y="45334"/>
                </a:cubicBezTo>
                <a:cubicBezTo>
                  <a:pt x="2711177" y="46421"/>
                  <a:pt x="2712024" y="47648"/>
                  <a:pt x="2712536" y="49014"/>
                </a:cubicBezTo>
                <a:cubicBezTo>
                  <a:pt x="2713049" y="50381"/>
                  <a:pt x="2713305" y="51934"/>
                  <a:pt x="2713305" y="53674"/>
                </a:cubicBezTo>
                <a:close/>
                <a:moveTo>
                  <a:pt x="2814758" y="26371"/>
                </a:moveTo>
                <a:lnTo>
                  <a:pt x="2800921" y="26371"/>
                </a:lnTo>
                <a:lnTo>
                  <a:pt x="2800921" y="19662"/>
                </a:lnTo>
                <a:lnTo>
                  <a:pt x="2822959" y="19662"/>
                </a:lnTo>
                <a:lnTo>
                  <a:pt x="2822959" y="59684"/>
                </a:lnTo>
                <a:lnTo>
                  <a:pt x="2836889" y="59684"/>
                </a:lnTo>
                <a:lnTo>
                  <a:pt x="2836889" y="66440"/>
                </a:lnTo>
                <a:lnTo>
                  <a:pt x="2799383" y="66440"/>
                </a:lnTo>
                <a:lnTo>
                  <a:pt x="2799383" y="59684"/>
                </a:lnTo>
                <a:lnTo>
                  <a:pt x="2814758" y="59684"/>
                </a:lnTo>
                <a:lnTo>
                  <a:pt x="2814758" y="26371"/>
                </a:lnTo>
                <a:moveTo>
                  <a:pt x="2817601" y="0"/>
                </a:moveTo>
                <a:cubicBezTo>
                  <a:pt x="2818501" y="0"/>
                  <a:pt x="2819340" y="163"/>
                  <a:pt x="2820116" y="489"/>
                </a:cubicBezTo>
                <a:cubicBezTo>
                  <a:pt x="2820893" y="815"/>
                  <a:pt x="2821569" y="1274"/>
                  <a:pt x="2822143" y="1864"/>
                </a:cubicBezTo>
                <a:cubicBezTo>
                  <a:pt x="2822718" y="2454"/>
                  <a:pt x="2823168" y="3129"/>
                  <a:pt x="2823494" y="3890"/>
                </a:cubicBezTo>
                <a:cubicBezTo>
                  <a:pt x="2823821" y="4651"/>
                  <a:pt x="2823984" y="5482"/>
                  <a:pt x="2823984" y="6383"/>
                </a:cubicBezTo>
                <a:cubicBezTo>
                  <a:pt x="2823984" y="7253"/>
                  <a:pt x="2823821" y="8076"/>
                  <a:pt x="2823494" y="8852"/>
                </a:cubicBezTo>
                <a:cubicBezTo>
                  <a:pt x="2823168" y="9629"/>
                  <a:pt x="2822718" y="10312"/>
                  <a:pt x="2822143" y="10902"/>
                </a:cubicBezTo>
                <a:cubicBezTo>
                  <a:pt x="2821569" y="11493"/>
                  <a:pt x="2820893" y="11951"/>
                  <a:pt x="2820116" y="12277"/>
                </a:cubicBezTo>
                <a:cubicBezTo>
                  <a:pt x="2819340" y="12603"/>
                  <a:pt x="2818501" y="12766"/>
                  <a:pt x="2817601" y="12766"/>
                </a:cubicBezTo>
                <a:cubicBezTo>
                  <a:pt x="2816700" y="12766"/>
                  <a:pt x="2815861" y="12603"/>
                  <a:pt x="2815085" y="12277"/>
                </a:cubicBezTo>
                <a:cubicBezTo>
                  <a:pt x="2814308" y="11951"/>
                  <a:pt x="2813632" y="11493"/>
                  <a:pt x="2813058" y="10902"/>
                </a:cubicBezTo>
                <a:cubicBezTo>
                  <a:pt x="2812483" y="10312"/>
                  <a:pt x="2812033" y="9629"/>
                  <a:pt x="2811707" y="8852"/>
                </a:cubicBezTo>
                <a:cubicBezTo>
                  <a:pt x="2811381" y="8076"/>
                  <a:pt x="2811217" y="7253"/>
                  <a:pt x="2811217" y="6383"/>
                </a:cubicBezTo>
                <a:cubicBezTo>
                  <a:pt x="2811217" y="5482"/>
                  <a:pt x="2811381" y="4651"/>
                  <a:pt x="2811707" y="3890"/>
                </a:cubicBezTo>
                <a:cubicBezTo>
                  <a:pt x="2812033" y="3129"/>
                  <a:pt x="2812483" y="2454"/>
                  <a:pt x="2813058" y="1864"/>
                </a:cubicBezTo>
                <a:cubicBezTo>
                  <a:pt x="2813632" y="1274"/>
                  <a:pt x="2814308" y="815"/>
                  <a:pt x="2815085" y="489"/>
                </a:cubicBezTo>
                <a:cubicBezTo>
                  <a:pt x="2815861" y="163"/>
                  <a:pt x="2816700" y="0"/>
                  <a:pt x="2817601" y="0"/>
                </a:cubicBezTo>
                <a:close/>
                <a:moveTo>
                  <a:pt x="2883997" y="66440"/>
                </a:moveTo>
                <a:lnTo>
                  <a:pt x="2883997" y="32847"/>
                </a:lnTo>
                <a:cubicBezTo>
                  <a:pt x="2883997" y="31387"/>
                  <a:pt x="2883942" y="30191"/>
                  <a:pt x="2883834" y="29260"/>
                </a:cubicBezTo>
                <a:cubicBezTo>
                  <a:pt x="2883725" y="28328"/>
                  <a:pt x="2883554" y="27590"/>
                  <a:pt x="2883321" y="27046"/>
                </a:cubicBezTo>
                <a:cubicBezTo>
                  <a:pt x="2883088" y="26503"/>
                  <a:pt x="2882793" y="26122"/>
                  <a:pt x="2882436" y="25905"/>
                </a:cubicBezTo>
                <a:cubicBezTo>
                  <a:pt x="2882079" y="25688"/>
                  <a:pt x="2881636" y="25579"/>
                  <a:pt x="2881108" y="25579"/>
                </a:cubicBezTo>
                <a:cubicBezTo>
                  <a:pt x="2880487" y="25579"/>
                  <a:pt x="2879912" y="25765"/>
                  <a:pt x="2879384" y="26138"/>
                </a:cubicBezTo>
                <a:cubicBezTo>
                  <a:pt x="2878856" y="26511"/>
                  <a:pt x="2878289" y="27116"/>
                  <a:pt x="2877684" y="27955"/>
                </a:cubicBezTo>
                <a:cubicBezTo>
                  <a:pt x="2877078" y="28794"/>
                  <a:pt x="2876410" y="29904"/>
                  <a:pt x="2875680" y="31286"/>
                </a:cubicBezTo>
                <a:cubicBezTo>
                  <a:pt x="2874950" y="32668"/>
                  <a:pt x="2874088" y="34369"/>
                  <a:pt x="2873094" y="36388"/>
                </a:cubicBezTo>
                <a:lnTo>
                  <a:pt x="2873094" y="66440"/>
                </a:lnTo>
                <a:lnTo>
                  <a:pt x="2865686" y="66440"/>
                </a:lnTo>
                <a:lnTo>
                  <a:pt x="2865686" y="33732"/>
                </a:lnTo>
                <a:cubicBezTo>
                  <a:pt x="2865686" y="32024"/>
                  <a:pt x="2865632" y="30642"/>
                  <a:pt x="2865523" y="29586"/>
                </a:cubicBezTo>
                <a:cubicBezTo>
                  <a:pt x="2865414" y="28530"/>
                  <a:pt x="2865244" y="27706"/>
                  <a:pt x="2865011" y="27116"/>
                </a:cubicBezTo>
                <a:cubicBezTo>
                  <a:pt x="2864778" y="26526"/>
                  <a:pt x="2864475" y="26122"/>
                  <a:pt x="2864102" y="25905"/>
                </a:cubicBezTo>
                <a:cubicBezTo>
                  <a:pt x="2863729" y="25688"/>
                  <a:pt x="2863279" y="25579"/>
                  <a:pt x="2862751" y="25579"/>
                </a:cubicBezTo>
                <a:cubicBezTo>
                  <a:pt x="2862192" y="25579"/>
                  <a:pt x="2861664" y="25734"/>
                  <a:pt x="2861167" y="26045"/>
                </a:cubicBezTo>
                <a:cubicBezTo>
                  <a:pt x="2860670" y="26355"/>
                  <a:pt x="2860119" y="26914"/>
                  <a:pt x="2859513" y="27722"/>
                </a:cubicBezTo>
                <a:cubicBezTo>
                  <a:pt x="2858907" y="28530"/>
                  <a:pt x="2858232" y="29632"/>
                  <a:pt x="2857486" y="31030"/>
                </a:cubicBezTo>
                <a:cubicBezTo>
                  <a:pt x="2856741" y="32428"/>
                  <a:pt x="2855855" y="34214"/>
                  <a:pt x="2854830" y="36388"/>
                </a:cubicBezTo>
                <a:lnTo>
                  <a:pt x="2854830" y="66440"/>
                </a:lnTo>
                <a:lnTo>
                  <a:pt x="2847376" y="66440"/>
                </a:lnTo>
                <a:lnTo>
                  <a:pt x="2847376" y="19662"/>
                </a:lnTo>
                <a:lnTo>
                  <a:pt x="2853572" y="19662"/>
                </a:lnTo>
                <a:lnTo>
                  <a:pt x="2853945" y="28561"/>
                </a:lnTo>
                <a:cubicBezTo>
                  <a:pt x="2854753" y="26790"/>
                  <a:pt x="2855537" y="25284"/>
                  <a:pt x="2856298" y="24041"/>
                </a:cubicBezTo>
                <a:cubicBezTo>
                  <a:pt x="2857059" y="22799"/>
                  <a:pt x="2857843" y="21797"/>
                  <a:pt x="2858651" y="21036"/>
                </a:cubicBezTo>
                <a:cubicBezTo>
                  <a:pt x="2859458" y="20275"/>
                  <a:pt x="2860320" y="19716"/>
                  <a:pt x="2861237" y="19359"/>
                </a:cubicBezTo>
                <a:cubicBezTo>
                  <a:pt x="2862153" y="19002"/>
                  <a:pt x="2863170" y="18823"/>
                  <a:pt x="2864288" y="18823"/>
                </a:cubicBezTo>
                <a:cubicBezTo>
                  <a:pt x="2866804" y="18823"/>
                  <a:pt x="2868715" y="19646"/>
                  <a:pt x="2870019" y="21292"/>
                </a:cubicBezTo>
                <a:cubicBezTo>
                  <a:pt x="2871324" y="22939"/>
                  <a:pt x="2871976" y="25486"/>
                  <a:pt x="2871976" y="28933"/>
                </a:cubicBezTo>
                <a:cubicBezTo>
                  <a:pt x="2872722" y="27318"/>
                  <a:pt x="2873452" y="25882"/>
                  <a:pt x="2874166" y="24624"/>
                </a:cubicBezTo>
                <a:cubicBezTo>
                  <a:pt x="2874880" y="23366"/>
                  <a:pt x="2875649" y="22310"/>
                  <a:pt x="2876472" y="21455"/>
                </a:cubicBezTo>
                <a:cubicBezTo>
                  <a:pt x="2877295" y="20601"/>
                  <a:pt x="2878204" y="19949"/>
                  <a:pt x="2879198" y="19499"/>
                </a:cubicBezTo>
                <a:cubicBezTo>
                  <a:pt x="2880192" y="19048"/>
                  <a:pt x="2881341" y="18823"/>
                  <a:pt x="2882646" y="18823"/>
                </a:cubicBezTo>
                <a:cubicBezTo>
                  <a:pt x="2888516" y="18823"/>
                  <a:pt x="2891451" y="23342"/>
                  <a:pt x="2891451" y="32381"/>
                </a:cubicBezTo>
                <a:lnTo>
                  <a:pt x="2891451" y="66440"/>
                </a:lnTo>
                <a:lnTo>
                  <a:pt x="2883997" y="66440"/>
                </a:lnTo>
                <a:close/>
                <a:moveTo>
                  <a:pt x="2942426" y="42212"/>
                </a:moveTo>
                <a:cubicBezTo>
                  <a:pt x="2942426" y="46374"/>
                  <a:pt x="2941843" y="50008"/>
                  <a:pt x="2940679" y="53114"/>
                </a:cubicBezTo>
                <a:cubicBezTo>
                  <a:pt x="2939514" y="56221"/>
                  <a:pt x="2937906" y="58799"/>
                  <a:pt x="2935856" y="60849"/>
                </a:cubicBezTo>
                <a:cubicBezTo>
                  <a:pt x="2933806" y="62899"/>
                  <a:pt x="2931384" y="64436"/>
                  <a:pt x="2928588" y="65461"/>
                </a:cubicBezTo>
                <a:cubicBezTo>
                  <a:pt x="2925793" y="66486"/>
                  <a:pt x="2922764" y="66999"/>
                  <a:pt x="2919503" y="66999"/>
                </a:cubicBezTo>
                <a:cubicBezTo>
                  <a:pt x="2918012" y="66999"/>
                  <a:pt x="2916529" y="66921"/>
                  <a:pt x="2915053" y="66766"/>
                </a:cubicBezTo>
                <a:cubicBezTo>
                  <a:pt x="2913578" y="66610"/>
                  <a:pt x="2912079" y="66346"/>
                  <a:pt x="2910557" y="65974"/>
                </a:cubicBezTo>
                <a:lnTo>
                  <a:pt x="2910557" y="85542"/>
                </a:lnTo>
                <a:lnTo>
                  <a:pt x="2902450" y="85542"/>
                </a:lnTo>
                <a:lnTo>
                  <a:pt x="2902450" y="19662"/>
                </a:lnTo>
                <a:lnTo>
                  <a:pt x="2909672" y="19662"/>
                </a:lnTo>
                <a:lnTo>
                  <a:pt x="2910184" y="27489"/>
                </a:lnTo>
                <a:cubicBezTo>
                  <a:pt x="2912514" y="24290"/>
                  <a:pt x="2914999" y="22046"/>
                  <a:pt x="2917639" y="20757"/>
                </a:cubicBezTo>
                <a:cubicBezTo>
                  <a:pt x="2920279" y="19468"/>
                  <a:pt x="2923137" y="18823"/>
                  <a:pt x="2926212" y="18823"/>
                </a:cubicBezTo>
                <a:cubicBezTo>
                  <a:pt x="2928883" y="18823"/>
                  <a:pt x="2931228" y="19382"/>
                  <a:pt x="2933247" y="20500"/>
                </a:cubicBezTo>
                <a:cubicBezTo>
                  <a:pt x="2935266" y="21619"/>
                  <a:pt x="2936959" y="23195"/>
                  <a:pt x="2938326" y="25229"/>
                </a:cubicBezTo>
                <a:cubicBezTo>
                  <a:pt x="2939692" y="27264"/>
                  <a:pt x="2940717" y="29718"/>
                  <a:pt x="2941401" y="32591"/>
                </a:cubicBezTo>
                <a:cubicBezTo>
                  <a:pt x="2942084" y="35464"/>
                  <a:pt x="2942426" y="38671"/>
                  <a:pt x="2942426" y="42212"/>
                </a:cubicBezTo>
                <a:moveTo>
                  <a:pt x="2934132" y="42585"/>
                </a:moveTo>
                <a:cubicBezTo>
                  <a:pt x="2934132" y="40131"/>
                  <a:pt x="2933954" y="37879"/>
                  <a:pt x="2933597" y="35829"/>
                </a:cubicBezTo>
                <a:cubicBezTo>
                  <a:pt x="2933239" y="33779"/>
                  <a:pt x="2932673" y="32024"/>
                  <a:pt x="2931896" y="30564"/>
                </a:cubicBezTo>
                <a:cubicBezTo>
                  <a:pt x="2931120" y="29104"/>
                  <a:pt x="2930126" y="27963"/>
                  <a:pt x="2928914" y="27140"/>
                </a:cubicBezTo>
                <a:cubicBezTo>
                  <a:pt x="2927703" y="26316"/>
                  <a:pt x="2926259" y="25905"/>
                  <a:pt x="2924581" y="25905"/>
                </a:cubicBezTo>
                <a:cubicBezTo>
                  <a:pt x="2923556" y="25905"/>
                  <a:pt x="2922516" y="26068"/>
                  <a:pt x="2921460" y="26394"/>
                </a:cubicBezTo>
                <a:cubicBezTo>
                  <a:pt x="2920403" y="26720"/>
                  <a:pt x="2919309" y="27264"/>
                  <a:pt x="2918175" y="28025"/>
                </a:cubicBezTo>
                <a:cubicBezTo>
                  <a:pt x="2917041" y="28786"/>
                  <a:pt x="2915845" y="29795"/>
                  <a:pt x="2914587" y="31053"/>
                </a:cubicBezTo>
                <a:cubicBezTo>
                  <a:pt x="2913329" y="32311"/>
                  <a:pt x="2911986" y="33872"/>
                  <a:pt x="2910557" y="35736"/>
                </a:cubicBezTo>
                <a:lnTo>
                  <a:pt x="2910557" y="58426"/>
                </a:lnTo>
                <a:cubicBezTo>
                  <a:pt x="2912048" y="59047"/>
                  <a:pt x="2913617" y="59536"/>
                  <a:pt x="2915263" y="59894"/>
                </a:cubicBezTo>
                <a:cubicBezTo>
                  <a:pt x="2916909" y="60251"/>
                  <a:pt x="2918524" y="60429"/>
                  <a:pt x="2920108" y="60429"/>
                </a:cubicBezTo>
                <a:cubicBezTo>
                  <a:pt x="2924488" y="60429"/>
                  <a:pt x="2927920" y="58946"/>
                  <a:pt x="2930405" y="55980"/>
                </a:cubicBezTo>
                <a:cubicBezTo>
                  <a:pt x="2932890" y="53013"/>
                  <a:pt x="2934132" y="48548"/>
                  <a:pt x="2934132" y="42585"/>
                </a:cubicBezTo>
                <a:close/>
                <a:moveTo>
                  <a:pt x="2970198" y="7222"/>
                </a:moveTo>
                <a:lnTo>
                  <a:pt x="2956360" y="7222"/>
                </a:lnTo>
                <a:lnTo>
                  <a:pt x="2956360" y="559"/>
                </a:lnTo>
                <a:lnTo>
                  <a:pt x="2978398" y="559"/>
                </a:lnTo>
                <a:lnTo>
                  <a:pt x="2978398" y="59684"/>
                </a:lnTo>
                <a:lnTo>
                  <a:pt x="2992329" y="59684"/>
                </a:lnTo>
                <a:lnTo>
                  <a:pt x="2992329" y="66440"/>
                </a:lnTo>
                <a:lnTo>
                  <a:pt x="2954822" y="66440"/>
                </a:lnTo>
                <a:lnTo>
                  <a:pt x="2954822" y="59684"/>
                </a:lnTo>
                <a:lnTo>
                  <a:pt x="2970198" y="59684"/>
                </a:lnTo>
                <a:lnTo>
                  <a:pt x="2970198" y="7222"/>
                </a:lnTo>
                <a:close/>
                <a:moveTo>
                  <a:pt x="3045586" y="40581"/>
                </a:moveTo>
                <a:cubicBezTo>
                  <a:pt x="3045586" y="41731"/>
                  <a:pt x="3045571" y="42693"/>
                  <a:pt x="3045540" y="43470"/>
                </a:cubicBezTo>
                <a:cubicBezTo>
                  <a:pt x="3045509" y="44246"/>
                  <a:pt x="3045462" y="44976"/>
                  <a:pt x="3045400" y="45660"/>
                </a:cubicBezTo>
                <a:lnTo>
                  <a:pt x="3012553" y="45660"/>
                </a:lnTo>
                <a:cubicBezTo>
                  <a:pt x="3012553" y="50443"/>
                  <a:pt x="3013888" y="54116"/>
                  <a:pt x="3016560" y="56679"/>
                </a:cubicBezTo>
                <a:cubicBezTo>
                  <a:pt x="3019231" y="59241"/>
                  <a:pt x="3023083" y="60522"/>
                  <a:pt x="3028114" y="60522"/>
                </a:cubicBezTo>
                <a:cubicBezTo>
                  <a:pt x="3029481" y="60522"/>
                  <a:pt x="3030848" y="60467"/>
                  <a:pt x="3032214" y="60357"/>
                </a:cubicBezTo>
                <a:cubicBezTo>
                  <a:pt x="3033581" y="60245"/>
                  <a:pt x="3034901" y="60094"/>
                  <a:pt x="3036175" y="59904"/>
                </a:cubicBezTo>
                <a:cubicBezTo>
                  <a:pt x="3037448" y="59712"/>
                  <a:pt x="3038667" y="59498"/>
                  <a:pt x="3039832" y="59260"/>
                </a:cubicBezTo>
                <a:cubicBezTo>
                  <a:pt x="3040997" y="59021"/>
                  <a:pt x="3042076" y="58759"/>
                  <a:pt x="3043070" y="58472"/>
                </a:cubicBezTo>
                <a:lnTo>
                  <a:pt x="3043070" y="65135"/>
                </a:lnTo>
                <a:cubicBezTo>
                  <a:pt x="3040865" y="65770"/>
                  <a:pt x="3038372" y="66286"/>
                  <a:pt x="3035592" y="66683"/>
                </a:cubicBezTo>
                <a:cubicBezTo>
                  <a:pt x="3032812" y="67080"/>
                  <a:pt x="3029931" y="67278"/>
                  <a:pt x="3026950" y="67278"/>
                </a:cubicBezTo>
                <a:cubicBezTo>
                  <a:pt x="3022943" y="67278"/>
                  <a:pt x="3019495" y="66735"/>
                  <a:pt x="3016606" y="65648"/>
                </a:cubicBezTo>
                <a:cubicBezTo>
                  <a:pt x="3013718" y="64560"/>
                  <a:pt x="3011349" y="62984"/>
                  <a:pt x="3009501" y="60919"/>
                </a:cubicBezTo>
                <a:cubicBezTo>
                  <a:pt x="3007653" y="58853"/>
                  <a:pt x="3006286" y="56321"/>
                  <a:pt x="3005401" y="53324"/>
                </a:cubicBezTo>
                <a:cubicBezTo>
                  <a:pt x="3004516" y="50327"/>
                  <a:pt x="3004073" y="46933"/>
                  <a:pt x="3004073" y="43144"/>
                </a:cubicBezTo>
                <a:cubicBezTo>
                  <a:pt x="3004073" y="39851"/>
                  <a:pt x="3004547" y="36737"/>
                  <a:pt x="3005494" y="33802"/>
                </a:cubicBezTo>
                <a:cubicBezTo>
                  <a:pt x="3006442" y="30867"/>
                  <a:pt x="3007824" y="28289"/>
                  <a:pt x="3009641" y="26068"/>
                </a:cubicBezTo>
                <a:cubicBezTo>
                  <a:pt x="3011458" y="23847"/>
                  <a:pt x="3013687" y="22084"/>
                  <a:pt x="3016327" y="20780"/>
                </a:cubicBezTo>
                <a:cubicBezTo>
                  <a:pt x="3018967" y="19475"/>
                  <a:pt x="3021964" y="18823"/>
                  <a:pt x="3025319" y="18823"/>
                </a:cubicBezTo>
                <a:cubicBezTo>
                  <a:pt x="3028580" y="18823"/>
                  <a:pt x="3031469" y="19336"/>
                  <a:pt x="3033985" y="20361"/>
                </a:cubicBezTo>
                <a:cubicBezTo>
                  <a:pt x="3036501" y="21386"/>
                  <a:pt x="3038621" y="22838"/>
                  <a:pt x="3040345" y="24717"/>
                </a:cubicBezTo>
                <a:cubicBezTo>
                  <a:pt x="3042069" y="26596"/>
                  <a:pt x="3043373" y="28879"/>
                  <a:pt x="3044258" y="31566"/>
                </a:cubicBezTo>
                <a:cubicBezTo>
                  <a:pt x="3045144" y="34253"/>
                  <a:pt x="3045586" y="37258"/>
                  <a:pt x="3045586" y="40581"/>
                </a:cubicBezTo>
                <a:moveTo>
                  <a:pt x="3037153" y="39416"/>
                </a:moveTo>
                <a:cubicBezTo>
                  <a:pt x="3037246" y="37335"/>
                  <a:pt x="3037044" y="35433"/>
                  <a:pt x="3036547" y="33709"/>
                </a:cubicBezTo>
                <a:cubicBezTo>
                  <a:pt x="3036051" y="31985"/>
                  <a:pt x="3035282" y="30502"/>
                  <a:pt x="3034241" y="29260"/>
                </a:cubicBezTo>
                <a:cubicBezTo>
                  <a:pt x="3033201" y="28017"/>
                  <a:pt x="3031904" y="27046"/>
                  <a:pt x="3030351" y="26348"/>
                </a:cubicBezTo>
                <a:cubicBezTo>
                  <a:pt x="3028798" y="25649"/>
                  <a:pt x="3026996" y="25299"/>
                  <a:pt x="3024946" y="25299"/>
                </a:cubicBezTo>
                <a:cubicBezTo>
                  <a:pt x="3023176" y="25299"/>
                  <a:pt x="3021561" y="25641"/>
                  <a:pt x="3020101" y="26324"/>
                </a:cubicBezTo>
                <a:cubicBezTo>
                  <a:pt x="3018641" y="27008"/>
                  <a:pt x="3017383" y="27970"/>
                  <a:pt x="3016327" y="29213"/>
                </a:cubicBezTo>
                <a:cubicBezTo>
                  <a:pt x="3015271" y="30455"/>
                  <a:pt x="3014416" y="31946"/>
                  <a:pt x="3013764" y="33686"/>
                </a:cubicBezTo>
                <a:cubicBezTo>
                  <a:pt x="3013112" y="35425"/>
                  <a:pt x="3012708" y="37335"/>
                  <a:pt x="3012553" y="39416"/>
                </a:cubicBezTo>
                <a:lnTo>
                  <a:pt x="3037153" y="39416"/>
                </a:lnTo>
                <a:close/>
                <a:moveTo>
                  <a:pt x="3091249" y="66440"/>
                </a:moveTo>
                <a:lnTo>
                  <a:pt x="3091249" y="32847"/>
                </a:lnTo>
                <a:cubicBezTo>
                  <a:pt x="3091249" y="31387"/>
                  <a:pt x="3091195" y="30191"/>
                  <a:pt x="3091086" y="29260"/>
                </a:cubicBezTo>
                <a:cubicBezTo>
                  <a:pt x="3090977" y="28328"/>
                  <a:pt x="3090807" y="27590"/>
                  <a:pt x="3090574" y="27046"/>
                </a:cubicBezTo>
                <a:cubicBezTo>
                  <a:pt x="3090341" y="26503"/>
                  <a:pt x="3090046" y="26122"/>
                  <a:pt x="3089688" y="25905"/>
                </a:cubicBezTo>
                <a:cubicBezTo>
                  <a:pt x="3089331" y="25688"/>
                  <a:pt x="3088889" y="25579"/>
                  <a:pt x="3088361" y="25579"/>
                </a:cubicBezTo>
                <a:cubicBezTo>
                  <a:pt x="3087739" y="25579"/>
                  <a:pt x="3087165" y="25765"/>
                  <a:pt x="3086637" y="26138"/>
                </a:cubicBezTo>
                <a:cubicBezTo>
                  <a:pt x="3086109" y="26511"/>
                  <a:pt x="3085542" y="27116"/>
                  <a:pt x="3084936" y="27955"/>
                </a:cubicBezTo>
                <a:cubicBezTo>
                  <a:pt x="3084330" y="28794"/>
                  <a:pt x="3083663" y="29904"/>
                  <a:pt x="3082933" y="31286"/>
                </a:cubicBezTo>
                <a:cubicBezTo>
                  <a:pt x="3082203" y="32668"/>
                  <a:pt x="3081341" y="34369"/>
                  <a:pt x="3080347" y="36388"/>
                </a:cubicBezTo>
                <a:lnTo>
                  <a:pt x="3080347" y="66440"/>
                </a:lnTo>
                <a:lnTo>
                  <a:pt x="3072939" y="66440"/>
                </a:lnTo>
                <a:lnTo>
                  <a:pt x="3072939" y="33732"/>
                </a:lnTo>
                <a:cubicBezTo>
                  <a:pt x="3072939" y="32024"/>
                  <a:pt x="3072884" y="30642"/>
                  <a:pt x="3072776" y="29586"/>
                </a:cubicBezTo>
                <a:cubicBezTo>
                  <a:pt x="3072667" y="28530"/>
                  <a:pt x="3072496" y="27706"/>
                  <a:pt x="3072263" y="27116"/>
                </a:cubicBezTo>
                <a:cubicBezTo>
                  <a:pt x="3072030" y="26526"/>
                  <a:pt x="3071727" y="26122"/>
                  <a:pt x="3071355" y="25905"/>
                </a:cubicBezTo>
                <a:cubicBezTo>
                  <a:pt x="3070982" y="25688"/>
                  <a:pt x="3070531" y="25579"/>
                  <a:pt x="3070003" y="25579"/>
                </a:cubicBezTo>
                <a:cubicBezTo>
                  <a:pt x="3069444" y="25579"/>
                  <a:pt x="3068916" y="25734"/>
                  <a:pt x="3068419" y="26045"/>
                </a:cubicBezTo>
                <a:cubicBezTo>
                  <a:pt x="3067922" y="26355"/>
                  <a:pt x="3067371" y="26914"/>
                  <a:pt x="3066765" y="27722"/>
                </a:cubicBezTo>
                <a:cubicBezTo>
                  <a:pt x="3066160" y="28530"/>
                  <a:pt x="3065484" y="29632"/>
                  <a:pt x="3064739" y="31030"/>
                </a:cubicBezTo>
                <a:cubicBezTo>
                  <a:pt x="3063993" y="32428"/>
                  <a:pt x="3063108" y="34214"/>
                  <a:pt x="3062083" y="36388"/>
                </a:cubicBezTo>
                <a:lnTo>
                  <a:pt x="3062083" y="66440"/>
                </a:lnTo>
                <a:lnTo>
                  <a:pt x="3054628" y="66440"/>
                </a:lnTo>
                <a:lnTo>
                  <a:pt x="3054628" y="19662"/>
                </a:lnTo>
                <a:lnTo>
                  <a:pt x="3060825" y="19662"/>
                </a:lnTo>
                <a:lnTo>
                  <a:pt x="3061198" y="28561"/>
                </a:lnTo>
                <a:cubicBezTo>
                  <a:pt x="3062005" y="26790"/>
                  <a:pt x="3062790" y="25284"/>
                  <a:pt x="3063551" y="24041"/>
                </a:cubicBezTo>
                <a:cubicBezTo>
                  <a:pt x="3064312" y="22799"/>
                  <a:pt x="3065096" y="21797"/>
                  <a:pt x="3065903" y="21036"/>
                </a:cubicBezTo>
                <a:cubicBezTo>
                  <a:pt x="3066711" y="20275"/>
                  <a:pt x="3067573" y="19716"/>
                  <a:pt x="3068489" y="19359"/>
                </a:cubicBezTo>
                <a:cubicBezTo>
                  <a:pt x="3069406" y="19002"/>
                  <a:pt x="3070423" y="18823"/>
                  <a:pt x="3071541" y="18823"/>
                </a:cubicBezTo>
                <a:cubicBezTo>
                  <a:pt x="3074057" y="18823"/>
                  <a:pt x="3075967" y="19646"/>
                  <a:pt x="3077272" y="21292"/>
                </a:cubicBezTo>
                <a:cubicBezTo>
                  <a:pt x="3078576" y="22939"/>
                  <a:pt x="3079229" y="25486"/>
                  <a:pt x="3079229" y="28933"/>
                </a:cubicBezTo>
                <a:cubicBezTo>
                  <a:pt x="3079974" y="27318"/>
                  <a:pt x="3080704" y="25882"/>
                  <a:pt x="3081418" y="24624"/>
                </a:cubicBezTo>
                <a:cubicBezTo>
                  <a:pt x="3082133" y="23366"/>
                  <a:pt x="3082902" y="22310"/>
                  <a:pt x="3083725" y="21455"/>
                </a:cubicBezTo>
                <a:cubicBezTo>
                  <a:pt x="3084548" y="20601"/>
                  <a:pt x="3085456" y="19949"/>
                  <a:pt x="3086450" y="19499"/>
                </a:cubicBezTo>
                <a:cubicBezTo>
                  <a:pt x="3087444" y="19048"/>
                  <a:pt x="3088593" y="18823"/>
                  <a:pt x="3089898" y="18823"/>
                </a:cubicBezTo>
                <a:cubicBezTo>
                  <a:pt x="3095769" y="18823"/>
                  <a:pt x="3098704" y="23342"/>
                  <a:pt x="3098704" y="32381"/>
                </a:cubicBezTo>
                <a:lnTo>
                  <a:pt x="3098704" y="66440"/>
                </a:lnTo>
                <a:lnTo>
                  <a:pt x="3091249" y="66440"/>
                </a:lnTo>
                <a:close/>
                <a:moveTo>
                  <a:pt x="3148258" y="40581"/>
                </a:moveTo>
                <a:cubicBezTo>
                  <a:pt x="3148258" y="41731"/>
                  <a:pt x="3148242" y="42693"/>
                  <a:pt x="3148211" y="43470"/>
                </a:cubicBezTo>
                <a:cubicBezTo>
                  <a:pt x="3148180" y="44246"/>
                  <a:pt x="3148134" y="44976"/>
                  <a:pt x="3148072" y="45660"/>
                </a:cubicBezTo>
                <a:lnTo>
                  <a:pt x="3115225" y="45660"/>
                </a:lnTo>
                <a:cubicBezTo>
                  <a:pt x="3115225" y="50443"/>
                  <a:pt x="3116560" y="54116"/>
                  <a:pt x="3119231" y="56679"/>
                </a:cubicBezTo>
                <a:cubicBezTo>
                  <a:pt x="3121903" y="59241"/>
                  <a:pt x="3125754" y="60522"/>
                  <a:pt x="3130786" y="60522"/>
                </a:cubicBezTo>
                <a:cubicBezTo>
                  <a:pt x="3132153" y="60522"/>
                  <a:pt x="3133519" y="60467"/>
                  <a:pt x="3134886" y="60357"/>
                </a:cubicBezTo>
                <a:cubicBezTo>
                  <a:pt x="3136253" y="60245"/>
                  <a:pt x="3137573" y="60094"/>
                  <a:pt x="3138846" y="59904"/>
                </a:cubicBezTo>
                <a:cubicBezTo>
                  <a:pt x="3140120" y="59712"/>
                  <a:pt x="3141339" y="59498"/>
                  <a:pt x="3142504" y="59260"/>
                </a:cubicBezTo>
                <a:cubicBezTo>
                  <a:pt x="3143669" y="59021"/>
                  <a:pt x="3144748" y="58759"/>
                  <a:pt x="3145742" y="58472"/>
                </a:cubicBezTo>
                <a:lnTo>
                  <a:pt x="3145742" y="65135"/>
                </a:lnTo>
                <a:cubicBezTo>
                  <a:pt x="3143537" y="65770"/>
                  <a:pt x="3141044" y="66286"/>
                  <a:pt x="3138264" y="66683"/>
                </a:cubicBezTo>
                <a:cubicBezTo>
                  <a:pt x="3135484" y="67080"/>
                  <a:pt x="3132603" y="67278"/>
                  <a:pt x="3129621" y="67278"/>
                </a:cubicBezTo>
                <a:cubicBezTo>
                  <a:pt x="3125614" y="67278"/>
                  <a:pt x="3122167" y="66735"/>
                  <a:pt x="3119278" y="65648"/>
                </a:cubicBezTo>
                <a:cubicBezTo>
                  <a:pt x="3116389" y="64560"/>
                  <a:pt x="3114021" y="62984"/>
                  <a:pt x="3112173" y="60919"/>
                </a:cubicBezTo>
                <a:cubicBezTo>
                  <a:pt x="3110325" y="58853"/>
                  <a:pt x="3108958" y="56321"/>
                  <a:pt x="3108073" y="53324"/>
                </a:cubicBezTo>
                <a:cubicBezTo>
                  <a:pt x="3107187" y="50327"/>
                  <a:pt x="3106745" y="46933"/>
                  <a:pt x="3106745" y="43144"/>
                </a:cubicBezTo>
                <a:cubicBezTo>
                  <a:pt x="3106745" y="39851"/>
                  <a:pt x="3107219" y="36737"/>
                  <a:pt x="3108166" y="33802"/>
                </a:cubicBezTo>
                <a:cubicBezTo>
                  <a:pt x="3109113" y="30867"/>
                  <a:pt x="3110495" y="28289"/>
                  <a:pt x="3112313" y="26068"/>
                </a:cubicBezTo>
                <a:cubicBezTo>
                  <a:pt x="3114130" y="23847"/>
                  <a:pt x="3116358" y="22084"/>
                  <a:pt x="3118998" y="20780"/>
                </a:cubicBezTo>
                <a:cubicBezTo>
                  <a:pt x="3121639" y="19475"/>
                  <a:pt x="3124636" y="18823"/>
                  <a:pt x="3127991" y="18823"/>
                </a:cubicBezTo>
                <a:cubicBezTo>
                  <a:pt x="3131252" y="18823"/>
                  <a:pt x="3134141" y="19336"/>
                  <a:pt x="3136657" y="20361"/>
                </a:cubicBezTo>
                <a:cubicBezTo>
                  <a:pt x="3139173" y="21386"/>
                  <a:pt x="3141293" y="22838"/>
                  <a:pt x="3143016" y="24717"/>
                </a:cubicBezTo>
                <a:cubicBezTo>
                  <a:pt x="3144740" y="26596"/>
                  <a:pt x="3146045" y="28879"/>
                  <a:pt x="3146930" y="31566"/>
                </a:cubicBezTo>
                <a:cubicBezTo>
                  <a:pt x="3147815" y="34253"/>
                  <a:pt x="3148258" y="37258"/>
                  <a:pt x="3148258" y="40581"/>
                </a:cubicBezTo>
                <a:moveTo>
                  <a:pt x="3139825" y="39416"/>
                </a:moveTo>
                <a:cubicBezTo>
                  <a:pt x="3139918" y="37335"/>
                  <a:pt x="3139716" y="35433"/>
                  <a:pt x="3139219" y="33709"/>
                </a:cubicBezTo>
                <a:cubicBezTo>
                  <a:pt x="3138722" y="31985"/>
                  <a:pt x="3137953" y="30502"/>
                  <a:pt x="3136913" y="29260"/>
                </a:cubicBezTo>
                <a:cubicBezTo>
                  <a:pt x="3135872" y="28017"/>
                  <a:pt x="3134576" y="27046"/>
                  <a:pt x="3133022" y="26348"/>
                </a:cubicBezTo>
                <a:cubicBezTo>
                  <a:pt x="3131469" y="25649"/>
                  <a:pt x="3129668" y="25299"/>
                  <a:pt x="3127618" y="25299"/>
                </a:cubicBezTo>
                <a:cubicBezTo>
                  <a:pt x="3125847" y="25299"/>
                  <a:pt x="3124232" y="25641"/>
                  <a:pt x="3122772" y="26324"/>
                </a:cubicBezTo>
                <a:cubicBezTo>
                  <a:pt x="3121312" y="27008"/>
                  <a:pt x="3120054" y="27970"/>
                  <a:pt x="3118998" y="29213"/>
                </a:cubicBezTo>
                <a:cubicBezTo>
                  <a:pt x="3117942" y="30455"/>
                  <a:pt x="3117088" y="31946"/>
                  <a:pt x="3116436" y="33686"/>
                </a:cubicBezTo>
                <a:cubicBezTo>
                  <a:pt x="3115784" y="35425"/>
                  <a:pt x="3115380" y="37335"/>
                  <a:pt x="3115225" y="39416"/>
                </a:cubicBezTo>
                <a:lnTo>
                  <a:pt x="3139825" y="39416"/>
                </a:lnTo>
                <a:close/>
                <a:moveTo>
                  <a:pt x="3160561" y="19662"/>
                </a:moveTo>
                <a:lnTo>
                  <a:pt x="3167783" y="19662"/>
                </a:lnTo>
                <a:lnTo>
                  <a:pt x="3168109" y="27210"/>
                </a:lnTo>
                <a:cubicBezTo>
                  <a:pt x="3169476" y="25594"/>
                  <a:pt x="3170796" y="24251"/>
                  <a:pt x="3172069" y="23179"/>
                </a:cubicBezTo>
                <a:cubicBezTo>
                  <a:pt x="3173343" y="22108"/>
                  <a:pt x="3174593" y="21246"/>
                  <a:pt x="3175820" y="20593"/>
                </a:cubicBezTo>
                <a:cubicBezTo>
                  <a:pt x="3177047" y="19941"/>
                  <a:pt x="3178297" y="19483"/>
                  <a:pt x="3179571" y="19219"/>
                </a:cubicBezTo>
                <a:cubicBezTo>
                  <a:pt x="3180844" y="18955"/>
                  <a:pt x="3182164" y="18823"/>
                  <a:pt x="3183531" y="18823"/>
                </a:cubicBezTo>
                <a:cubicBezTo>
                  <a:pt x="3188345" y="18823"/>
                  <a:pt x="3191987" y="20244"/>
                  <a:pt x="3194457" y="23086"/>
                </a:cubicBezTo>
                <a:cubicBezTo>
                  <a:pt x="3196926" y="25928"/>
                  <a:pt x="3198161" y="30207"/>
                  <a:pt x="3198161" y="35922"/>
                </a:cubicBezTo>
                <a:lnTo>
                  <a:pt x="3198161" y="66440"/>
                </a:lnTo>
                <a:lnTo>
                  <a:pt x="3190054" y="66440"/>
                </a:lnTo>
                <a:lnTo>
                  <a:pt x="3190054" y="36574"/>
                </a:lnTo>
                <a:cubicBezTo>
                  <a:pt x="3190054" y="32909"/>
                  <a:pt x="3189370" y="30199"/>
                  <a:pt x="3188004" y="28444"/>
                </a:cubicBezTo>
                <a:cubicBezTo>
                  <a:pt x="3186637" y="26689"/>
                  <a:pt x="3184603" y="25812"/>
                  <a:pt x="3181900" y="25812"/>
                </a:cubicBezTo>
                <a:cubicBezTo>
                  <a:pt x="3180906" y="25812"/>
                  <a:pt x="3179936" y="25959"/>
                  <a:pt x="3178988" y="26254"/>
                </a:cubicBezTo>
                <a:cubicBezTo>
                  <a:pt x="3178041" y="26549"/>
                  <a:pt x="3177055" y="27062"/>
                  <a:pt x="3176030" y="27792"/>
                </a:cubicBezTo>
                <a:cubicBezTo>
                  <a:pt x="3175005" y="28522"/>
                  <a:pt x="3173894" y="29508"/>
                  <a:pt x="3172698" y="30750"/>
                </a:cubicBezTo>
                <a:cubicBezTo>
                  <a:pt x="3171503" y="31993"/>
                  <a:pt x="3170159" y="33546"/>
                  <a:pt x="3168668" y="35410"/>
                </a:cubicBezTo>
                <a:lnTo>
                  <a:pt x="3168668" y="66440"/>
                </a:lnTo>
                <a:lnTo>
                  <a:pt x="3160561" y="66440"/>
                </a:lnTo>
                <a:lnTo>
                  <a:pt x="3160561" y="19662"/>
                </a:lnTo>
                <a:close/>
                <a:moveTo>
                  <a:pt x="3250067" y="65741"/>
                </a:moveTo>
                <a:cubicBezTo>
                  <a:pt x="3248234" y="66223"/>
                  <a:pt x="3246340" y="66569"/>
                  <a:pt x="3244383" y="66777"/>
                </a:cubicBezTo>
                <a:cubicBezTo>
                  <a:pt x="3242426" y="66987"/>
                  <a:pt x="3240438" y="67092"/>
                  <a:pt x="3238419" y="67092"/>
                </a:cubicBezTo>
                <a:cubicBezTo>
                  <a:pt x="3232549" y="67092"/>
                  <a:pt x="3228169" y="65764"/>
                  <a:pt x="3225280" y="63108"/>
                </a:cubicBezTo>
                <a:cubicBezTo>
                  <a:pt x="3222392" y="60453"/>
                  <a:pt x="3220947" y="56376"/>
                  <a:pt x="3220947" y="50878"/>
                </a:cubicBezTo>
                <a:lnTo>
                  <a:pt x="3220947" y="26464"/>
                </a:lnTo>
                <a:lnTo>
                  <a:pt x="3207855" y="26464"/>
                </a:lnTo>
                <a:lnTo>
                  <a:pt x="3207855" y="19662"/>
                </a:lnTo>
                <a:lnTo>
                  <a:pt x="3220947" y="19662"/>
                </a:lnTo>
                <a:lnTo>
                  <a:pt x="3220947" y="6762"/>
                </a:lnTo>
                <a:lnTo>
                  <a:pt x="3229054" y="4659"/>
                </a:lnTo>
                <a:lnTo>
                  <a:pt x="3229054" y="19662"/>
                </a:lnTo>
                <a:lnTo>
                  <a:pt x="3250067" y="19662"/>
                </a:lnTo>
                <a:lnTo>
                  <a:pt x="3250067" y="26464"/>
                </a:lnTo>
                <a:lnTo>
                  <a:pt x="3229054" y="26464"/>
                </a:lnTo>
                <a:lnTo>
                  <a:pt x="3229054" y="50226"/>
                </a:lnTo>
                <a:cubicBezTo>
                  <a:pt x="3229054" y="53580"/>
                  <a:pt x="3229947" y="56089"/>
                  <a:pt x="3231733" y="57750"/>
                </a:cubicBezTo>
                <a:cubicBezTo>
                  <a:pt x="3233519" y="59412"/>
                  <a:pt x="3236152" y="60243"/>
                  <a:pt x="3239630" y="60243"/>
                </a:cubicBezTo>
                <a:cubicBezTo>
                  <a:pt x="3241121" y="60243"/>
                  <a:pt x="3242752" y="60123"/>
                  <a:pt x="3244523" y="59883"/>
                </a:cubicBezTo>
                <a:cubicBezTo>
                  <a:pt x="3246293" y="59643"/>
                  <a:pt x="3248141" y="59265"/>
                  <a:pt x="3250067" y="58752"/>
                </a:cubicBezTo>
                <a:lnTo>
                  <a:pt x="3250067" y="65741"/>
                </a:lnTo>
                <a:close/>
                <a:moveTo>
                  <a:pt x="3303697" y="40581"/>
                </a:moveTo>
                <a:cubicBezTo>
                  <a:pt x="3303697" y="41731"/>
                  <a:pt x="3303682" y="42693"/>
                  <a:pt x="3303651" y="43470"/>
                </a:cubicBezTo>
                <a:cubicBezTo>
                  <a:pt x="3303620" y="44246"/>
                  <a:pt x="3303573" y="44976"/>
                  <a:pt x="3303511" y="45660"/>
                </a:cubicBezTo>
                <a:lnTo>
                  <a:pt x="3270664" y="45660"/>
                </a:lnTo>
                <a:cubicBezTo>
                  <a:pt x="3270664" y="50443"/>
                  <a:pt x="3272000" y="54116"/>
                  <a:pt x="3274671" y="56679"/>
                </a:cubicBezTo>
                <a:cubicBezTo>
                  <a:pt x="3277342" y="59241"/>
                  <a:pt x="3281194" y="60522"/>
                  <a:pt x="3286226" y="60522"/>
                </a:cubicBezTo>
                <a:cubicBezTo>
                  <a:pt x="3287592" y="60522"/>
                  <a:pt x="3288959" y="60467"/>
                  <a:pt x="3290326" y="60357"/>
                </a:cubicBezTo>
                <a:cubicBezTo>
                  <a:pt x="3291692" y="60245"/>
                  <a:pt x="3293012" y="60094"/>
                  <a:pt x="3294286" y="59904"/>
                </a:cubicBezTo>
                <a:cubicBezTo>
                  <a:pt x="3295559" y="59712"/>
                  <a:pt x="3296779" y="59498"/>
                  <a:pt x="3297943" y="59260"/>
                </a:cubicBezTo>
                <a:cubicBezTo>
                  <a:pt x="3299108" y="59021"/>
                  <a:pt x="3300187" y="58759"/>
                  <a:pt x="3301181" y="58472"/>
                </a:cubicBezTo>
                <a:lnTo>
                  <a:pt x="3301181" y="65135"/>
                </a:lnTo>
                <a:cubicBezTo>
                  <a:pt x="3298976" y="65770"/>
                  <a:pt x="3296483" y="66286"/>
                  <a:pt x="3293703" y="66683"/>
                </a:cubicBezTo>
                <a:cubicBezTo>
                  <a:pt x="3290924" y="67080"/>
                  <a:pt x="3288043" y="67278"/>
                  <a:pt x="3285061" y="67278"/>
                </a:cubicBezTo>
                <a:cubicBezTo>
                  <a:pt x="3281054" y="67278"/>
                  <a:pt x="3277606" y="66735"/>
                  <a:pt x="3274717" y="65648"/>
                </a:cubicBezTo>
                <a:cubicBezTo>
                  <a:pt x="3271829" y="64560"/>
                  <a:pt x="3269460" y="62984"/>
                  <a:pt x="3267612" y="60919"/>
                </a:cubicBezTo>
                <a:cubicBezTo>
                  <a:pt x="3265764" y="58853"/>
                  <a:pt x="3264397" y="56321"/>
                  <a:pt x="3263512" y="53324"/>
                </a:cubicBezTo>
                <a:cubicBezTo>
                  <a:pt x="3262627" y="50327"/>
                  <a:pt x="3262184" y="46933"/>
                  <a:pt x="3262184" y="43144"/>
                </a:cubicBezTo>
                <a:cubicBezTo>
                  <a:pt x="3262184" y="39851"/>
                  <a:pt x="3262658" y="36737"/>
                  <a:pt x="3263605" y="33802"/>
                </a:cubicBezTo>
                <a:cubicBezTo>
                  <a:pt x="3264553" y="30867"/>
                  <a:pt x="3265935" y="28289"/>
                  <a:pt x="3267752" y="26068"/>
                </a:cubicBezTo>
                <a:cubicBezTo>
                  <a:pt x="3269569" y="23847"/>
                  <a:pt x="3271798" y="22084"/>
                  <a:pt x="3274438" y="20780"/>
                </a:cubicBezTo>
                <a:cubicBezTo>
                  <a:pt x="3277078" y="19475"/>
                  <a:pt x="3280075" y="18823"/>
                  <a:pt x="3283430" y="18823"/>
                </a:cubicBezTo>
                <a:cubicBezTo>
                  <a:pt x="3286691" y="18823"/>
                  <a:pt x="3289580" y="19336"/>
                  <a:pt x="3292096" y="20361"/>
                </a:cubicBezTo>
                <a:cubicBezTo>
                  <a:pt x="3294612" y="21386"/>
                  <a:pt x="3296732" y="22838"/>
                  <a:pt x="3298456" y="24717"/>
                </a:cubicBezTo>
                <a:cubicBezTo>
                  <a:pt x="3300180" y="26596"/>
                  <a:pt x="3301484" y="28879"/>
                  <a:pt x="3302370" y="31566"/>
                </a:cubicBezTo>
                <a:cubicBezTo>
                  <a:pt x="3303255" y="34253"/>
                  <a:pt x="3303697" y="37258"/>
                  <a:pt x="3303697" y="40581"/>
                </a:cubicBezTo>
                <a:moveTo>
                  <a:pt x="3295264" y="39416"/>
                </a:moveTo>
                <a:cubicBezTo>
                  <a:pt x="3295357" y="37335"/>
                  <a:pt x="3295156" y="35433"/>
                  <a:pt x="3294659" y="33709"/>
                </a:cubicBezTo>
                <a:cubicBezTo>
                  <a:pt x="3294162" y="31985"/>
                  <a:pt x="3293393" y="30502"/>
                  <a:pt x="3292352" y="29260"/>
                </a:cubicBezTo>
                <a:cubicBezTo>
                  <a:pt x="3291312" y="28017"/>
                  <a:pt x="3290015" y="27046"/>
                  <a:pt x="3288462" y="26348"/>
                </a:cubicBezTo>
                <a:cubicBezTo>
                  <a:pt x="3286909" y="25649"/>
                  <a:pt x="3285107" y="25299"/>
                  <a:pt x="3283057" y="25299"/>
                </a:cubicBezTo>
                <a:cubicBezTo>
                  <a:pt x="3281287" y="25299"/>
                  <a:pt x="3279672" y="25641"/>
                  <a:pt x="3278212" y="26324"/>
                </a:cubicBezTo>
                <a:cubicBezTo>
                  <a:pt x="3276752" y="27008"/>
                  <a:pt x="3275494" y="27970"/>
                  <a:pt x="3274438" y="29213"/>
                </a:cubicBezTo>
                <a:cubicBezTo>
                  <a:pt x="3273382" y="30455"/>
                  <a:pt x="3272528" y="31946"/>
                  <a:pt x="3271875" y="33686"/>
                </a:cubicBezTo>
                <a:cubicBezTo>
                  <a:pt x="3271223" y="35425"/>
                  <a:pt x="3270819" y="37335"/>
                  <a:pt x="3270664" y="39416"/>
                </a:cubicBezTo>
                <a:lnTo>
                  <a:pt x="3295264" y="39416"/>
                </a:lnTo>
                <a:close/>
                <a:moveTo>
                  <a:pt x="3313625" y="44029"/>
                </a:moveTo>
                <a:cubicBezTo>
                  <a:pt x="3313625" y="40053"/>
                  <a:pt x="3314168" y="36520"/>
                  <a:pt x="3315255" y="33429"/>
                </a:cubicBezTo>
                <a:cubicBezTo>
                  <a:pt x="3316342" y="30339"/>
                  <a:pt x="3317888" y="27730"/>
                  <a:pt x="3319891" y="25602"/>
                </a:cubicBezTo>
                <a:cubicBezTo>
                  <a:pt x="3321895" y="23474"/>
                  <a:pt x="3324302" y="21859"/>
                  <a:pt x="3327113" y="20757"/>
                </a:cubicBezTo>
                <a:cubicBezTo>
                  <a:pt x="3329924" y="19654"/>
                  <a:pt x="3333053" y="19103"/>
                  <a:pt x="3336501" y="19103"/>
                </a:cubicBezTo>
                <a:cubicBezTo>
                  <a:pt x="3337992" y="19103"/>
                  <a:pt x="3339460" y="19196"/>
                  <a:pt x="3340904" y="19382"/>
                </a:cubicBezTo>
                <a:cubicBezTo>
                  <a:pt x="3342348" y="19568"/>
                  <a:pt x="3343769" y="19864"/>
                  <a:pt x="3345167" y="20267"/>
                </a:cubicBezTo>
                <a:lnTo>
                  <a:pt x="3345167" y="559"/>
                </a:lnTo>
                <a:lnTo>
                  <a:pt x="3353321" y="559"/>
                </a:lnTo>
                <a:lnTo>
                  <a:pt x="3353321" y="66440"/>
                </a:lnTo>
                <a:lnTo>
                  <a:pt x="3346052" y="66440"/>
                </a:lnTo>
                <a:lnTo>
                  <a:pt x="3345773" y="57587"/>
                </a:lnTo>
                <a:cubicBezTo>
                  <a:pt x="3343505" y="60880"/>
                  <a:pt x="3341051" y="63318"/>
                  <a:pt x="3338411" y="64902"/>
                </a:cubicBezTo>
                <a:cubicBezTo>
                  <a:pt x="3335771" y="66486"/>
                  <a:pt x="3332913" y="67278"/>
                  <a:pt x="3329838" y="67278"/>
                </a:cubicBezTo>
                <a:cubicBezTo>
                  <a:pt x="3327167" y="67278"/>
                  <a:pt x="3324814" y="66719"/>
                  <a:pt x="3322780" y="65601"/>
                </a:cubicBezTo>
                <a:cubicBezTo>
                  <a:pt x="3320745" y="64483"/>
                  <a:pt x="3319052" y="62906"/>
                  <a:pt x="3317701" y="60872"/>
                </a:cubicBezTo>
                <a:cubicBezTo>
                  <a:pt x="3316350" y="58837"/>
                  <a:pt x="3315333" y="56391"/>
                  <a:pt x="3314650" y="53534"/>
                </a:cubicBezTo>
                <a:cubicBezTo>
                  <a:pt x="3313966" y="50676"/>
                  <a:pt x="3313625" y="47508"/>
                  <a:pt x="3313625" y="44029"/>
                </a:cubicBezTo>
                <a:moveTo>
                  <a:pt x="3321918" y="43517"/>
                </a:moveTo>
                <a:cubicBezTo>
                  <a:pt x="3321918" y="49170"/>
                  <a:pt x="3322749" y="53386"/>
                  <a:pt x="3324411" y="56166"/>
                </a:cubicBezTo>
                <a:cubicBezTo>
                  <a:pt x="3326072" y="58946"/>
                  <a:pt x="3328425" y="60336"/>
                  <a:pt x="3331469" y="60336"/>
                </a:cubicBezTo>
                <a:cubicBezTo>
                  <a:pt x="3333519" y="60336"/>
                  <a:pt x="3335686" y="59420"/>
                  <a:pt x="3337969" y="57587"/>
                </a:cubicBezTo>
                <a:cubicBezTo>
                  <a:pt x="3340252" y="55755"/>
                  <a:pt x="3342651" y="53037"/>
                  <a:pt x="3345167" y="49434"/>
                </a:cubicBezTo>
                <a:lnTo>
                  <a:pt x="3345167" y="27722"/>
                </a:lnTo>
                <a:cubicBezTo>
                  <a:pt x="3343831" y="27101"/>
                  <a:pt x="3342356" y="26627"/>
                  <a:pt x="3340741" y="26301"/>
                </a:cubicBezTo>
                <a:cubicBezTo>
                  <a:pt x="3339126" y="25975"/>
                  <a:pt x="3337526" y="25812"/>
                  <a:pt x="3335942" y="25812"/>
                </a:cubicBezTo>
                <a:cubicBezTo>
                  <a:pt x="3331531" y="25812"/>
                  <a:pt x="3328091" y="27241"/>
                  <a:pt x="3325622" y="30098"/>
                </a:cubicBezTo>
                <a:cubicBezTo>
                  <a:pt x="3323153" y="32956"/>
                  <a:pt x="3321918" y="37429"/>
                  <a:pt x="3321918" y="43517"/>
                </a:cubicBezTo>
                <a:close/>
                <a:moveTo>
                  <a:pt x="3371448" y="75991"/>
                </a:moveTo>
                <a:cubicBezTo>
                  <a:pt x="3373032" y="76053"/>
                  <a:pt x="3374570" y="75912"/>
                  <a:pt x="3376061" y="75569"/>
                </a:cubicBezTo>
                <a:cubicBezTo>
                  <a:pt x="3377551" y="75226"/>
                  <a:pt x="3378864" y="74719"/>
                  <a:pt x="3379997" y="74047"/>
                </a:cubicBezTo>
                <a:cubicBezTo>
                  <a:pt x="3381131" y="73376"/>
                  <a:pt x="3382040" y="72542"/>
                  <a:pt x="3382723" y="71543"/>
                </a:cubicBezTo>
                <a:cubicBezTo>
                  <a:pt x="3383406" y="70545"/>
                  <a:pt x="3383748" y="69406"/>
                  <a:pt x="3383748" y="68126"/>
                </a:cubicBezTo>
                <a:cubicBezTo>
                  <a:pt x="3383748" y="66815"/>
                  <a:pt x="3383523" y="65756"/>
                  <a:pt x="3383073" y="64949"/>
                </a:cubicBezTo>
                <a:cubicBezTo>
                  <a:pt x="3382622" y="64141"/>
                  <a:pt x="3382117" y="63396"/>
                  <a:pt x="3381558" y="62712"/>
                </a:cubicBezTo>
                <a:cubicBezTo>
                  <a:pt x="3380999" y="62029"/>
                  <a:pt x="3380494" y="61299"/>
                  <a:pt x="3380044" y="60522"/>
                </a:cubicBezTo>
                <a:cubicBezTo>
                  <a:pt x="3379594" y="59746"/>
                  <a:pt x="3379369" y="58705"/>
                  <a:pt x="3379369" y="57401"/>
                </a:cubicBezTo>
                <a:cubicBezTo>
                  <a:pt x="3379369" y="56749"/>
                  <a:pt x="3379493" y="56065"/>
                  <a:pt x="3379741" y="55351"/>
                </a:cubicBezTo>
                <a:cubicBezTo>
                  <a:pt x="3379990" y="54636"/>
                  <a:pt x="3380370" y="53984"/>
                  <a:pt x="3380883" y="53394"/>
                </a:cubicBezTo>
                <a:cubicBezTo>
                  <a:pt x="3381395" y="52804"/>
                  <a:pt x="3382048" y="52322"/>
                  <a:pt x="3382840" y="51950"/>
                </a:cubicBezTo>
                <a:cubicBezTo>
                  <a:pt x="3383632" y="51577"/>
                  <a:pt x="3384571" y="51391"/>
                  <a:pt x="3385658" y="51391"/>
                </a:cubicBezTo>
                <a:cubicBezTo>
                  <a:pt x="3386746" y="51391"/>
                  <a:pt x="3387794" y="51616"/>
                  <a:pt x="3388803" y="52068"/>
                </a:cubicBezTo>
                <a:cubicBezTo>
                  <a:pt x="3389813" y="52518"/>
                  <a:pt x="3390698" y="53210"/>
                  <a:pt x="3391459" y="54144"/>
                </a:cubicBezTo>
                <a:cubicBezTo>
                  <a:pt x="3392220" y="55077"/>
                  <a:pt x="3392826" y="56243"/>
                  <a:pt x="3393276" y="57644"/>
                </a:cubicBezTo>
                <a:cubicBezTo>
                  <a:pt x="3393726" y="59044"/>
                  <a:pt x="3393952" y="60692"/>
                  <a:pt x="3393952" y="62590"/>
                </a:cubicBezTo>
                <a:cubicBezTo>
                  <a:pt x="3393952" y="65172"/>
                  <a:pt x="3393478" y="67652"/>
                  <a:pt x="3392531" y="70032"/>
                </a:cubicBezTo>
                <a:cubicBezTo>
                  <a:pt x="3391583" y="72412"/>
                  <a:pt x="3390170" y="74519"/>
                  <a:pt x="3388291" y="76355"/>
                </a:cubicBezTo>
                <a:cubicBezTo>
                  <a:pt x="3386412" y="78190"/>
                  <a:pt x="3384066" y="79652"/>
                  <a:pt x="3381255" y="80740"/>
                </a:cubicBezTo>
                <a:cubicBezTo>
                  <a:pt x="3378444" y="81829"/>
                  <a:pt x="3375175" y="82374"/>
                  <a:pt x="3371448" y="82374"/>
                </a:cubicBezTo>
                <a:lnTo>
                  <a:pt x="3371448" y="75991"/>
                </a:lnTo>
                <a:close/>
                <a:moveTo>
                  <a:pt x="3519631" y="66440"/>
                </a:moveTo>
                <a:lnTo>
                  <a:pt x="3519445" y="60137"/>
                </a:lnTo>
                <a:cubicBezTo>
                  <a:pt x="3516898" y="62657"/>
                  <a:pt x="3514312" y="64478"/>
                  <a:pt x="3511687" y="65598"/>
                </a:cubicBezTo>
                <a:cubicBezTo>
                  <a:pt x="3509062" y="66718"/>
                  <a:pt x="3506306" y="67278"/>
                  <a:pt x="3503417" y="67278"/>
                </a:cubicBezTo>
                <a:cubicBezTo>
                  <a:pt x="3500746" y="67278"/>
                  <a:pt x="3498463" y="66936"/>
                  <a:pt x="3496568" y="66252"/>
                </a:cubicBezTo>
                <a:cubicBezTo>
                  <a:pt x="3494673" y="65567"/>
                  <a:pt x="3493112" y="64626"/>
                  <a:pt x="3491886" y="63429"/>
                </a:cubicBezTo>
                <a:cubicBezTo>
                  <a:pt x="3490659" y="62231"/>
                  <a:pt x="3489758" y="60823"/>
                  <a:pt x="3489183" y="59205"/>
                </a:cubicBezTo>
                <a:cubicBezTo>
                  <a:pt x="3488609" y="57587"/>
                  <a:pt x="3488321" y="55829"/>
                  <a:pt x="3488321" y="53931"/>
                </a:cubicBezTo>
                <a:cubicBezTo>
                  <a:pt x="3488321" y="49233"/>
                  <a:pt x="3490069" y="45554"/>
                  <a:pt x="3493563" y="42895"/>
                </a:cubicBezTo>
                <a:cubicBezTo>
                  <a:pt x="3497057" y="40234"/>
                  <a:pt x="3502221" y="38904"/>
                  <a:pt x="3509055" y="38904"/>
                </a:cubicBezTo>
                <a:lnTo>
                  <a:pt x="3518746" y="38904"/>
                </a:lnTo>
                <a:lnTo>
                  <a:pt x="3518746" y="34818"/>
                </a:lnTo>
                <a:cubicBezTo>
                  <a:pt x="3518746" y="32064"/>
                  <a:pt x="3517860" y="29858"/>
                  <a:pt x="3516090" y="28202"/>
                </a:cubicBezTo>
                <a:cubicBezTo>
                  <a:pt x="3514319" y="26547"/>
                  <a:pt x="3511617" y="25719"/>
                  <a:pt x="3507983" y="25719"/>
                </a:cubicBezTo>
                <a:cubicBezTo>
                  <a:pt x="3505343" y="25719"/>
                  <a:pt x="3502741" y="26018"/>
                  <a:pt x="3500179" y="26617"/>
                </a:cubicBezTo>
                <a:cubicBezTo>
                  <a:pt x="3497616" y="27215"/>
                  <a:pt x="3494968" y="28065"/>
                  <a:pt x="3492235" y="29166"/>
                </a:cubicBezTo>
                <a:lnTo>
                  <a:pt x="3492235" y="21851"/>
                </a:lnTo>
                <a:cubicBezTo>
                  <a:pt x="3493260" y="21473"/>
                  <a:pt x="3494402" y="21102"/>
                  <a:pt x="3495660" y="20739"/>
                </a:cubicBezTo>
                <a:cubicBezTo>
                  <a:pt x="3496917" y="20376"/>
                  <a:pt x="3498245" y="20053"/>
                  <a:pt x="3499643" y="19769"/>
                </a:cubicBezTo>
                <a:cubicBezTo>
                  <a:pt x="3501041" y="19485"/>
                  <a:pt x="3502501" y="19256"/>
                  <a:pt x="3504023" y="19084"/>
                </a:cubicBezTo>
                <a:cubicBezTo>
                  <a:pt x="3505545" y="18910"/>
                  <a:pt x="3507082" y="18823"/>
                  <a:pt x="3508635" y="18823"/>
                </a:cubicBezTo>
                <a:cubicBezTo>
                  <a:pt x="3511462" y="18823"/>
                  <a:pt x="3514009" y="19134"/>
                  <a:pt x="3516276" y="19755"/>
                </a:cubicBezTo>
                <a:cubicBezTo>
                  <a:pt x="3518544" y="20376"/>
                  <a:pt x="3520462" y="21323"/>
                  <a:pt x="3522030" y="22597"/>
                </a:cubicBezTo>
                <a:cubicBezTo>
                  <a:pt x="3523599" y="23870"/>
                  <a:pt x="3524803" y="25470"/>
                  <a:pt x="3525641" y="27396"/>
                </a:cubicBezTo>
                <a:cubicBezTo>
                  <a:pt x="3526480" y="29322"/>
                  <a:pt x="3526899" y="31589"/>
                  <a:pt x="3526899" y="34198"/>
                </a:cubicBezTo>
                <a:lnTo>
                  <a:pt x="3526899" y="66440"/>
                </a:lnTo>
                <a:lnTo>
                  <a:pt x="3519631" y="66440"/>
                </a:lnTo>
                <a:moveTo>
                  <a:pt x="3518746" y="45101"/>
                </a:moveTo>
                <a:lnTo>
                  <a:pt x="3508449" y="45101"/>
                </a:lnTo>
                <a:cubicBezTo>
                  <a:pt x="3506430" y="45101"/>
                  <a:pt x="3504691" y="45304"/>
                  <a:pt x="3503231" y="45709"/>
                </a:cubicBezTo>
                <a:cubicBezTo>
                  <a:pt x="3501771" y="46114"/>
                  <a:pt x="3500575" y="46690"/>
                  <a:pt x="3499643" y="47438"/>
                </a:cubicBezTo>
                <a:cubicBezTo>
                  <a:pt x="3498711" y="48185"/>
                  <a:pt x="3498020" y="49081"/>
                  <a:pt x="3497570" y="50125"/>
                </a:cubicBezTo>
                <a:cubicBezTo>
                  <a:pt x="3497119" y="51169"/>
                  <a:pt x="3496894" y="52345"/>
                  <a:pt x="3496894" y="53653"/>
                </a:cubicBezTo>
                <a:cubicBezTo>
                  <a:pt x="3496894" y="54557"/>
                  <a:pt x="3497034" y="55422"/>
                  <a:pt x="3497314" y="56248"/>
                </a:cubicBezTo>
                <a:cubicBezTo>
                  <a:pt x="3497593" y="57073"/>
                  <a:pt x="3498043" y="57805"/>
                  <a:pt x="3498665" y="58443"/>
                </a:cubicBezTo>
                <a:cubicBezTo>
                  <a:pt x="3499286" y="59082"/>
                  <a:pt x="3500093" y="59588"/>
                  <a:pt x="3501087" y="59962"/>
                </a:cubicBezTo>
                <a:cubicBezTo>
                  <a:pt x="3502081" y="60336"/>
                  <a:pt x="3503293" y="60522"/>
                  <a:pt x="3504722" y="60522"/>
                </a:cubicBezTo>
                <a:cubicBezTo>
                  <a:pt x="3506585" y="60522"/>
                  <a:pt x="3508721" y="59954"/>
                  <a:pt x="3511128" y="58818"/>
                </a:cubicBezTo>
                <a:cubicBezTo>
                  <a:pt x="3513535" y="57680"/>
                  <a:pt x="3516074" y="55880"/>
                  <a:pt x="3518746" y="53419"/>
                </a:cubicBezTo>
                <a:lnTo>
                  <a:pt x="3518746" y="45101"/>
                </a:lnTo>
                <a:close/>
                <a:moveTo>
                  <a:pt x="3541438" y="19662"/>
                </a:moveTo>
                <a:lnTo>
                  <a:pt x="3548659" y="19662"/>
                </a:lnTo>
                <a:lnTo>
                  <a:pt x="3548986" y="27210"/>
                </a:lnTo>
                <a:cubicBezTo>
                  <a:pt x="3550352" y="25594"/>
                  <a:pt x="3551672" y="24251"/>
                  <a:pt x="3552946" y="23179"/>
                </a:cubicBezTo>
                <a:cubicBezTo>
                  <a:pt x="3554219" y="22108"/>
                  <a:pt x="3555470" y="21246"/>
                  <a:pt x="3556697" y="20593"/>
                </a:cubicBezTo>
                <a:cubicBezTo>
                  <a:pt x="3557923" y="19941"/>
                  <a:pt x="3559174" y="19483"/>
                  <a:pt x="3560447" y="19219"/>
                </a:cubicBezTo>
                <a:cubicBezTo>
                  <a:pt x="3561721" y="18955"/>
                  <a:pt x="3563041" y="18823"/>
                  <a:pt x="3564407" y="18823"/>
                </a:cubicBezTo>
                <a:cubicBezTo>
                  <a:pt x="3569222" y="18823"/>
                  <a:pt x="3572864" y="20244"/>
                  <a:pt x="3575333" y="23086"/>
                </a:cubicBezTo>
                <a:cubicBezTo>
                  <a:pt x="3577803" y="25928"/>
                  <a:pt x="3579037" y="30207"/>
                  <a:pt x="3579037" y="35922"/>
                </a:cubicBezTo>
                <a:lnTo>
                  <a:pt x="3579037" y="66440"/>
                </a:lnTo>
                <a:lnTo>
                  <a:pt x="3570930" y="66440"/>
                </a:lnTo>
                <a:lnTo>
                  <a:pt x="3570930" y="36574"/>
                </a:lnTo>
                <a:cubicBezTo>
                  <a:pt x="3570930" y="32909"/>
                  <a:pt x="3570247" y="30199"/>
                  <a:pt x="3568880" y="28444"/>
                </a:cubicBezTo>
                <a:cubicBezTo>
                  <a:pt x="3567514" y="26689"/>
                  <a:pt x="3565479" y="25812"/>
                  <a:pt x="3562777" y="25812"/>
                </a:cubicBezTo>
                <a:cubicBezTo>
                  <a:pt x="3561783" y="25812"/>
                  <a:pt x="3560812" y="25959"/>
                  <a:pt x="3559865" y="26254"/>
                </a:cubicBezTo>
                <a:cubicBezTo>
                  <a:pt x="3558917" y="26549"/>
                  <a:pt x="3557931" y="27062"/>
                  <a:pt x="3556906" y="27792"/>
                </a:cubicBezTo>
                <a:cubicBezTo>
                  <a:pt x="3555881" y="28522"/>
                  <a:pt x="3554771" y="29508"/>
                  <a:pt x="3553575" y="30750"/>
                </a:cubicBezTo>
                <a:cubicBezTo>
                  <a:pt x="3552379" y="31993"/>
                  <a:pt x="3551036" y="33546"/>
                  <a:pt x="3549545" y="35410"/>
                </a:cubicBezTo>
                <a:lnTo>
                  <a:pt x="3549545" y="66440"/>
                </a:lnTo>
                <a:lnTo>
                  <a:pt x="3541438" y="66440"/>
                </a:lnTo>
                <a:lnTo>
                  <a:pt x="3541438" y="19662"/>
                </a:lnTo>
                <a:close/>
                <a:moveTo>
                  <a:pt x="3590920" y="44029"/>
                </a:moveTo>
                <a:cubicBezTo>
                  <a:pt x="3590920" y="40053"/>
                  <a:pt x="3591464" y="36520"/>
                  <a:pt x="3592551" y="33429"/>
                </a:cubicBezTo>
                <a:cubicBezTo>
                  <a:pt x="3593638" y="30339"/>
                  <a:pt x="3595183" y="27730"/>
                  <a:pt x="3597187" y="25602"/>
                </a:cubicBezTo>
                <a:cubicBezTo>
                  <a:pt x="3599190" y="23474"/>
                  <a:pt x="3601597" y="21859"/>
                  <a:pt x="3604408" y="20757"/>
                </a:cubicBezTo>
                <a:cubicBezTo>
                  <a:pt x="3607219" y="19654"/>
                  <a:pt x="3610349" y="19103"/>
                  <a:pt x="3613797" y="19103"/>
                </a:cubicBezTo>
                <a:cubicBezTo>
                  <a:pt x="3615287" y="19103"/>
                  <a:pt x="3616755" y="19196"/>
                  <a:pt x="3618199" y="19382"/>
                </a:cubicBezTo>
                <a:cubicBezTo>
                  <a:pt x="3619644" y="19568"/>
                  <a:pt x="3621065" y="19864"/>
                  <a:pt x="3622463" y="20267"/>
                </a:cubicBezTo>
                <a:lnTo>
                  <a:pt x="3622463" y="559"/>
                </a:lnTo>
                <a:lnTo>
                  <a:pt x="3630616" y="559"/>
                </a:lnTo>
                <a:lnTo>
                  <a:pt x="3630616" y="66440"/>
                </a:lnTo>
                <a:lnTo>
                  <a:pt x="3623348" y="66440"/>
                </a:lnTo>
                <a:lnTo>
                  <a:pt x="3623068" y="57587"/>
                </a:lnTo>
                <a:cubicBezTo>
                  <a:pt x="3620801" y="60880"/>
                  <a:pt x="3618347" y="63318"/>
                  <a:pt x="3615707" y="64902"/>
                </a:cubicBezTo>
                <a:cubicBezTo>
                  <a:pt x="3613067" y="66486"/>
                  <a:pt x="3610209" y="67278"/>
                  <a:pt x="3607134" y="67278"/>
                </a:cubicBezTo>
                <a:cubicBezTo>
                  <a:pt x="3604463" y="67278"/>
                  <a:pt x="3602110" y="66719"/>
                  <a:pt x="3600075" y="65601"/>
                </a:cubicBezTo>
                <a:cubicBezTo>
                  <a:pt x="3598041" y="64483"/>
                  <a:pt x="3596348" y="62906"/>
                  <a:pt x="3594997" y="60872"/>
                </a:cubicBezTo>
                <a:cubicBezTo>
                  <a:pt x="3593646" y="58837"/>
                  <a:pt x="3592628" y="56391"/>
                  <a:pt x="3591945" y="53534"/>
                </a:cubicBezTo>
                <a:cubicBezTo>
                  <a:pt x="3591262" y="50676"/>
                  <a:pt x="3590920" y="47508"/>
                  <a:pt x="3590920" y="44029"/>
                </a:cubicBezTo>
                <a:moveTo>
                  <a:pt x="3599213" y="43517"/>
                </a:moveTo>
                <a:cubicBezTo>
                  <a:pt x="3599213" y="49170"/>
                  <a:pt x="3600044" y="53386"/>
                  <a:pt x="3601706" y="56166"/>
                </a:cubicBezTo>
                <a:cubicBezTo>
                  <a:pt x="3603368" y="58946"/>
                  <a:pt x="3605721" y="60336"/>
                  <a:pt x="3608765" y="60336"/>
                </a:cubicBezTo>
                <a:cubicBezTo>
                  <a:pt x="3610815" y="60336"/>
                  <a:pt x="3612981" y="59420"/>
                  <a:pt x="3615264" y="57587"/>
                </a:cubicBezTo>
                <a:cubicBezTo>
                  <a:pt x="3617547" y="55755"/>
                  <a:pt x="3619947" y="53037"/>
                  <a:pt x="3622463" y="49434"/>
                </a:cubicBezTo>
                <a:lnTo>
                  <a:pt x="3622463" y="27722"/>
                </a:lnTo>
                <a:cubicBezTo>
                  <a:pt x="3621127" y="27101"/>
                  <a:pt x="3619652" y="26627"/>
                  <a:pt x="3618036" y="26301"/>
                </a:cubicBezTo>
                <a:cubicBezTo>
                  <a:pt x="3616421" y="25975"/>
                  <a:pt x="3614822" y="25812"/>
                  <a:pt x="3613237" y="25812"/>
                </a:cubicBezTo>
                <a:cubicBezTo>
                  <a:pt x="3608827" y="25812"/>
                  <a:pt x="3605387" y="27241"/>
                  <a:pt x="3602917" y="30098"/>
                </a:cubicBezTo>
                <a:cubicBezTo>
                  <a:pt x="3600448" y="32956"/>
                  <a:pt x="3599213" y="37429"/>
                  <a:pt x="3599213" y="43517"/>
                </a:cubicBezTo>
                <a:close/>
                <a:moveTo>
                  <a:pt x="3731616" y="26371"/>
                </a:moveTo>
                <a:lnTo>
                  <a:pt x="3717778" y="26371"/>
                </a:lnTo>
                <a:lnTo>
                  <a:pt x="3717778" y="19662"/>
                </a:lnTo>
                <a:lnTo>
                  <a:pt x="3739816" y="19662"/>
                </a:lnTo>
                <a:lnTo>
                  <a:pt x="3739816" y="59684"/>
                </a:lnTo>
                <a:lnTo>
                  <a:pt x="3753747" y="59684"/>
                </a:lnTo>
                <a:lnTo>
                  <a:pt x="3753747" y="66440"/>
                </a:lnTo>
                <a:lnTo>
                  <a:pt x="3716241" y="66440"/>
                </a:lnTo>
                <a:lnTo>
                  <a:pt x="3716241" y="59684"/>
                </a:lnTo>
                <a:lnTo>
                  <a:pt x="3731616" y="59684"/>
                </a:lnTo>
                <a:lnTo>
                  <a:pt x="3731616" y="26371"/>
                </a:lnTo>
                <a:moveTo>
                  <a:pt x="3734458" y="0"/>
                </a:moveTo>
                <a:cubicBezTo>
                  <a:pt x="3735359" y="0"/>
                  <a:pt x="3736198" y="163"/>
                  <a:pt x="3736974" y="489"/>
                </a:cubicBezTo>
                <a:cubicBezTo>
                  <a:pt x="3737751" y="815"/>
                  <a:pt x="3738426" y="1274"/>
                  <a:pt x="3739001" y="1864"/>
                </a:cubicBezTo>
                <a:cubicBezTo>
                  <a:pt x="3739576" y="2454"/>
                  <a:pt x="3740026" y="3129"/>
                  <a:pt x="3740352" y="3890"/>
                </a:cubicBezTo>
                <a:cubicBezTo>
                  <a:pt x="3740678" y="4651"/>
                  <a:pt x="3740841" y="5482"/>
                  <a:pt x="3740841" y="6383"/>
                </a:cubicBezTo>
                <a:cubicBezTo>
                  <a:pt x="3740841" y="7253"/>
                  <a:pt x="3740678" y="8076"/>
                  <a:pt x="3740352" y="8852"/>
                </a:cubicBezTo>
                <a:cubicBezTo>
                  <a:pt x="3740026" y="9629"/>
                  <a:pt x="3739576" y="10312"/>
                  <a:pt x="3739001" y="10902"/>
                </a:cubicBezTo>
                <a:cubicBezTo>
                  <a:pt x="3738426" y="11493"/>
                  <a:pt x="3737751" y="11951"/>
                  <a:pt x="3736974" y="12277"/>
                </a:cubicBezTo>
                <a:cubicBezTo>
                  <a:pt x="3736198" y="12603"/>
                  <a:pt x="3735359" y="12766"/>
                  <a:pt x="3734458" y="12766"/>
                </a:cubicBezTo>
                <a:cubicBezTo>
                  <a:pt x="3733557" y="12766"/>
                  <a:pt x="3732719" y="12603"/>
                  <a:pt x="3731942" y="12277"/>
                </a:cubicBezTo>
                <a:cubicBezTo>
                  <a:pt x="3731166" y="11951"/>
                  <a:pt x="3730490" y="11493"/>
                  <a:pt x="3729916" y="10902"/>
                </a:cubicBezTo>
                <a:cubicBezTo>
                  <a:pt x="3729341" y="10312"/>
                  <a:pt x="3728891" y="9629"/>
                  <a:pt x="3728564" y="8852"/>
                </a:cubicBezTo>
                <a:cubicBezTo>
                  <a:pt x="3728238" y="8076"/>
                  <a:pt x="3728075" y="7253"/>
                  <a:pt x="3728075" y="6383"/>
                </a:cubicBezTo>
                <a:cubicBezTo>
                  <a:pt x="3728075" y="5482"/>
                  <a:pt x="3728238" y="4651"/>
                  <a:pt x="3728564" y="3890"/>
                </a:cubicBezTo>
                <a:cubicBezTo>
                  <a:pt x="3728891" y="3129"/>
                  <a:pt x="3729341" y="2454"/>
                  <a:pt x="3729916" y="1864"/>
                </a:cubicBezTo>
                <a:cubicBezTo>
                  <a:pt x="3730490" y="1274"/>
                  <a:pt x="3731166" y="815"/>
                  <a:pt x="3731942" y="489"/>
                </a:cubicBezTo>
                <a:cubicBezTo>
                  <a:pt x="3732719" y="163"/>
                  <a:pt x="3733557" y="0"/>
                  <a:pt x="3734458" y="0"/>
                </a:cubicBezTo>
                <a:close/>
                <a:moveTo>
                  <a:pt x="3805233" y="65741"/>
                </a:moveTo>
                <a:cubicBezTo>
                  <a:pt x="3803400" y="66223"/>
                  <a:pt x="3801506" y="66569"/>
                  <a:pt x="3799549" y="66777"/>
                </a:cubicBezTo>
                <a:cubicBezTo>
                  <a:pt x="3797592" y="66987"/>
                  <a:pt x="3795604" y="67092"/>
                  <a:pt x="3793585" y="67092"/>
                </a:cubicBezTo>
                <a:cubicBezTo>
                  <a:pt x="3787714" y="67092"/>
                  <a:pt x="3783335" y="65764"/>
                  <a:pt x="3780446" y="63108"/>
                </a:cubicBezTo>
                <a:cubicBezTo>
                  <a:pt x="3777558" y="60453"/>
                  <a:pt x="3776113" y="56376"/>
                  <a:pt x="3776113" y="50878"/>
                </a:cubicBezTo>
                <a:lnTo>
                  <a:pt x="3776113" y="26464"/>
                </a:lnTo>
                <a:lnTo>
                  <a:pt x="3763021" y="26464"/>
                </a:lnTo>
                <a:lnTo>
                  <a:pt x="3763021" y="19662"/>
                </a:lnTo>
                <a:lnTo>
                  <a:pt x="3776113" y="19662"/>
                </a:lnTo>
                <a:lnTo>
                  <a:pt x="3776113" y="6762"/>
                </a:lnTo>
                <a:lnTo>
                  <a:pt x="3784220" y="4659"/>
                </a:lnTo>
                <a:lnTo>
                  <a:pt x="3784220" y="19662"/>
                </a:lnTo>
                <a:lnTo>
                  <a:pt x="3805233" y="19662"/>
                </a:lnTo>
                <a:lnTo>
                  <a:pt x="3805233" y="26464"/>
                </a:lnTo>
                <a:lnTo>
                  <a:pt x="3784220" y="26464"/>
                </a:lnTo>
                <a:lnTo>
                  <a:pt x="3784220" y="50226"/>
                </a:lnTo>
                <a:cubicBezTo>
                  <a:pt x="3784220" y="53580"/>
                  <a:pt x="3785113" y="56089"/>
                  <a:pt x="3786899" y="57750"/>
                </a:cubicBezTo>
                <a:cubicBezTo>
                  <a:pt x="3788685" y="59412"/>
                  <a:pt x="3791318" y="60243"/>
                  <a:pt x="3794796" y="60243"/>
                </a:cubicBezTo>
                <a:cubicBezTo>
                  <a:pt x="3796287" y="60243"/>
                  <a:pt x="3797918" y="60123"/>
                  <a:pt x="3799689" y="59883"/>
                </a:cubicBezTo>
                <a:cubicBezTo>
                  <a:pt x="3801459" y="59643"/>
                  <a:pt x="3803307" y="59265"/>
                  <a:pt x="3805233" y="58752"/>
                </a:cubicBezTo>
                <a:lnTo>
                  <a:pt x="3805233" y="65741"/>
                </a:lnTo>
                <a:close/>
                <a:moveTo>
                  <a:pt x="3843533" y="559"/>
                </a:moveTo>
                <a:lnTo>
                  <a:pt x="3842182" y="22457"/>
                </a:lnTo>
                <a:lnTo>
                  <a:pt x="3834168" y="22457"/>
                </a:lnTo>
                <a:lnTo>
                  <a:pt x="3832864" y="559"/>
                </a:lnTo>
                <a:lnTo>
                  <a:pt x="3843533" y="559"/>
                </a:lnTo>
                <a:close/>
                <a:moveTo>
                  <a:pt x="3908297" y="53674"/>
                </a:moveTo>
                <a:cubicBezTo>
                  <a:pt x="3908297" y="55320"/>
                  <a:pt x="3908018" y="56795"/>
                  <a:pt x="3907459" y="58100"/>
                </a:cubicBezTo>
                <a:cubicBezTo>
                  <a:pt x="3906900" y="59404"/>
                  <a:pt x="3906139" y="60561"/>
                  <a:pt x="3905176" y="61571"/>
                </a:cubicBezTo>
                <a:cubicBezTo>
                  <a:pt x="3904213" y="62580"/>
                  <a:pt x="3903095" y="63442"/>
                  <a:pt x="3901821" y="64157"/>
                </a:cubicBezTo>
                <a:cubicBezTo>
                  <a:pt x="3900548" y="64871"/>
                  <a:pt x="3899189" y="65461"/>
                  <a:pt x="3897744" y="65927"/>
                </a:cubicBezTo>
                <a:cubicBezTo>
                  <a:pt x="3896300" y="66393"/>
                  <a:pt x="3894817" y="66735"/>
                  <a:pt x="3893295" y="66952"/>
                </a:cubicBezTo>
                <a:cubicBezTo>
                  <a:pt x="3891773" y="67170"/>
                  <a:pt x="3890282" y="67278"/>
                  <a:pt x="3888822" y="67278"/>
                </a:cubicBezTo>
                <a:cubicBezTo>
                  <a:pt x="3885654" y="67278"/>
                  <a:pt x="3882742" y="67139"/>
                  <a:pt x="3880086" y="66859"/>
                </a:cubicBezTo>
                <a:cubicBezTo>
                  <a:pt x="3877430" y="66579"/>
                  <a:pt x="3874829" y="66129"/>
                  <a:pt x="3872282" y="65508"/>
                </a:cubicBezTo>
                <a:lnTo>
                  <a:pt x="3872282" y="58053"/>
                </a:lnTo>
                <a:cubicBezTo>
                  <a:pt x="3875015" y="58830"/>
                  <a:pt x="3877733" y="59420"/>
                  <a:pt x="3880436" y="59824"/>
                </a:cubicBezTo>
                <a:cubicBezTo>
                  <a:pt x="3883138" y="60227"/>
                  <a:pt x="3885825" y="60429"/>
                  <a:pt x="3888496" y="60429"/>
                </a:cubicBezTo>
                <a:cubicBezTo>
                  <a:pt x="3892379" y="60429"/>
                  <a:pt x="3895252" y="59901"/>
                  <a:pt x="3897115" y="58845"/>
                </a:cubicBezTo>
                <a:cubicBezTo>
                  <a:pt x="3898979" y="57789"/>
                  <a:pt x="3899911" y="56283"/>
                  <a:pt x="3899911" y="54326"/>
                </a:cubicBezTo>
                <a:cubicBezTo>
                  <a:pt x="3899911" y="53487"/>
                  <a:pt x="3899763" y="52734"/>
                  <a:pt x="3899468" y="52066"/>
                </a:cubicBezTo>
                <a:cubicBezTo>
                  <a:pt x="3899173" y="51398"/>
                  <a:pt x="3898637" y="50762"/>
                  <a:pt x="3897861" y="50156"/>
                </a:cubicBezTo>
                <a:cubicBezTo>
                  <a:pt x="3897084" y="49550"/>
                  <a:pt x="3895881" y="48921"/>
                  <a:pt x="3894250" y="48269"/>
                </a:cubicBezTo>
                <a:cubicBezTo>
                  <a:pt x="3892619" y="47617"/>
                  <a:pt x="3890391" y="46871"/>
                  <a:pt x="3887564" y="46033"/>
                </a:cubicBezTo>
                <a:cubicBezTo>
                  <a:pt x="3885452" y="45411"/>
                  <a:pt x="3883503" y="44705"/>
                  <a:pt x="3881717" y="43913"/>
                </a:cubicBezTo>
                <a:cubicBezTo>
                  <a:pt x="3879931" y="43121"/>
                  <a:pt x="3878386" y="42181"/>
                  <a:pt x="3877081" y="41094"/>
                </a:cubicBezTo>
                <a:cubicBezTo>
                  <a:pt x="3875776" y="40007"/>
                  <a:pt x="3874751" y="38733"/>
                  <a:pt x="3874006" y="37273"/>
                </a:cubicBezTo>
                <a:cubicBezTo>
                  <a:pt x="3873260" y="35813"/>
                  <a:pt x="3872888" y="34090"/>
                  <a:pt x="3872888" y="32102"/>
                </a:cubicBezTo>
                <a:cubicBezTo>
                  <a:pt x="3872888" y="30797"/>
                  <a:pt x="3873191" y="29368"/>
                  <a:pt x="3873796" y="27815"/>
                </a:cubicBezTo>
                <a:cubicBezTo>
                  <a:pt x="3874402" y="26262"/>
                  <a:pt x="3875435" y="24818"/>
                  <a:pt x="3876895" y="23482"/>
                </a:cubicBezTo>
                <a:cubicBezTo>
                  <a:pt x="3878354" y="22147"/>
                  <a:pt x="3880327" y="21036"/>
                  <a:pt x="3882812" y="20151"/>
                </a:cubicBezTo>
                <a:cubicBezTo>
                  <a:pt x="3885297" y="19266"/>
                  <a:pt x="3888403" y="18823"/>
                  <a:pt x="3892130" y="18823"/>
                </a:cubicBezTo>
                <a:cubicBezTo>
                  <a:pt x="3893963" y="18823"/>
                  <a:pt x="3895997" y="18924"/>
                  <a:pt x="3898234" y="19126"/>
                </a:cubicBezTo>
                <a:cubicBezTo>
                  <a:pt x="3900470" y="19328"/>
                  <a:pt x="3902800" y="19677"/>
                  <a:pt x="3905222" y="20174"/>
                </a:cubicBezTo>
                <a:lnTo>
                  <a:pt x="3905222" y="27396"/>
                </a:lnTo>
                <a:cubicBezTo>
                  <a:pt x="3902675" y="26775"/>
                  <a:pt x="3900260" y="26316"/>
                  <a:pt x="3897977" y="26021"/>
                </a:cubicBezTo>
                <a:cubicBezTo>
                  <a:pt x="3895694" y="25726"/>
                  <a:pt x="3893714" y="25579"/>
                  <a:pt x="3892037" y="25579"/>
                </a:cubicBezTo>
                <a:cubicBezTo>
                  <a:pt x="3890018" y="25579"/>
                  <a:pt x="3888317" y="25734"/>
                  <a:pt x="3886935" y="26045"/>
                </a:cubicBezTo>
                <a:cubicBezTo>
                  <a:pt x="3885553" y="26355"/>
                  <a:pt x="3884435" y="26782"/>
                  <a:pt x="3883580" y="27326"/>
                </a:cubicBezTo>
                <a:cubicBezTo>
                  <a:pt x="3882726" y="27870"/>
                  <a:pt x="3882113" y="28506"/>
                  <a:pt x="3881740" y="29236"/>
                </a:cubicBezTo>
                <a:cubicBezTo>
                  <a:pt x="3881367" y="29966"/>
                  <a:pt x="3881181" y="30750"/>
                  <a:pt x="3881181" y="31589"/>
                </a:cubicBezTo>
                <a:cubicBezTo>
                  <a:pt x="3881181" y="32428"/>
                  <a:pt x="3881344" y="33189"/>
                  <a:pt x="3881670" y="33872"/>
                </a:cubicBezTo>
                <a:cubicBezTo>
                  <a:pt x="3881996" y="34555"/>
                  <a:pt x="3882602" y="35215"/>
                  <a:pt x="3883487" y="35852"/>
                </a:cubicBezTo>
                <a:cubicBezTo>
                  <a:pt x="3884373" y="36489"/>
                  <a:pt x="3885607" y="37126"/>
                  <a:pt x="3887191" y="37762"/>
                </a:cubicBezTo>
                <a:cubicBezTo>
                  <a:pt x="3888775" y="38399"/>
                  <a:pt x="3890841" y="39090"/>
                  <a:pt x="3893388" y="39836"/>
                </a:cubicBezTo>
                <a:cubicBezTo>
                  <a:pt x="3896152" y="40643"/>
                  <a:pt x="3898482" y="41490"/>
                  <a:pt x="3900377" y="42375"/>
                </a:cubicBezTo>
                <a:cubicBezTo>
                  <a:pt x="3902271" y="43260"/>
                  <a:pt x="3903809" y="44246"/>
                  <a:pt x="3904989" y="45334"/>
                </a:cubicBezTo>
                <a:cubicBezTo>
                  <a:pt x="3906170" y="46421"/>
                  <a:pt x="3907016" y="47648"/>
                  <a:pt x="3907529" y="49014"/>
                </a:cubicBezTo>
                <a:cubicBezTo>
                  <a:pt x="3908041" y="50381"/>
                  <a:pt x="3908297" y="51934"/>
                  <a:pt x="3908297" y="53674"/>
                </a:cubicBez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where`popupProps`wouldbeprocessed.Anybugrelatedtohow`popupProps`like`v2:true`arehandledwouldlikelybefoundhere.">
            <a:extLst xmlns:a="http://schemas.openxmlformats.org/drawingml/2006/main">
              <a:ext uri="{FF2B5EF4-FFF2-40B4-BE49-F238E27FC236}">
                <a16:creationId xmlns:a16="http://schemas.microsoft.com/office/drawing/2014/main" id="{9364596D-2485-43BB-9AA3-655A26FB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59" y="6973177"/>
            <a:ext cx="6732780" cy="86008"/>
          </a:xfrm>
          <a:custGeom xmlns:a="http://schemas.openxmlformats.org/drawingml/2006/main">
            <a:pathLst>
              <a:path w="6732780" h="86008">
                <a:moveTo>
                  <a:pt x="49061" y="19662"/>
                </a:moveTo>
                <a:lnTo>
                  <a:pt x="42259" y="66440"/>
                </a:lnTo>
                <a:lnTo>
                  <a:pt x="32428" y="66440"/>
                </a:lnTo>
                <a:lnTo>
                  <a:pt x="25672" y="46871"/>
                </a:lnTo>
                <a:lnTo>
                  <a:pt x="24321" y="42119"/>
                </a:lnTo>
                <a:lnTo>
                  <a:pt x="22783" y="47151"/>
                </a:lnTo>
                <a:lnTo>
                  <a:pt x="16307" y="66440"/>
                </a:lnTo>
                <a:lnTo>
                  <a:pt x="6756" y="66440"/>
                </a:lnTo>
                <a:lnTo>
                  <a:pt x="0" y="19662"/>
                </a:lnTo>
                <a:lnTo>
                  <a:pt x="7921" y="19662"/>
                </a:lnTo>
                <a:lnTo>
                  <a:pt x="11834" y="51437"/>
                </a:lnTo>
                <a:lnTo>
                  <a:pt x="12673" y="58519"/>
                </a:lnTo>
                <a:lnTo>
                  <a:pt x="14676" y="52322"/>
                </a:lnTo>
                <a:lnTo>
                  <a:pt x="21479" y="31310"/>
                </a:lnTo>
                <a:lnTo>
                  <a:pt x="27303" y="31310"/>
                </a:lnTo>
                <a:lnTo>
                  <a:pt x="34618" y="52043"/>
                </a:lnTo>
                <a:lnTo>
                  <a:pt x="36714" y="58240"/>
                </a:lnTo>
                <a:lnTo>
                  <a:pt x="37413" y="51670"/>
                </a:lnTo>
                <a:lnTo>
                  <a:pt x="41047" y="19662"/>
                </a:lnTo>
                <a:lnTo>
                  <a:pt x="49061" y="19662"/>
                </a:lnTo>
                <a:close/>
                <a:moveTo>
                  <a:pt x="95189" y="66440"/>
                </a:moveTo>
                <a:lnTo>
                  <a:pt x="87082" y="66440"/>
                </a:lnTo>
                <a:lnTo>
                  <a:pt x="87082" y="36574"/>
                </a:lnTo>
                <a:cubicBezTo>
                  <a:pt x="87082" y="32971"/>
                  <a:pt x="86406" y="30277"/>
                  <a:pt x="85055" y="28491"/>
                </a:cubicBezTo>
                <a:cubicBezTo>
                  <a:pt x="83704" y="26705"/>
                  <a:pt x="81770" y="25812"/>
                  <a:pt x="79254" y="25812"/>
                </a:cubicBezTo>
                <a:cubicBezTo>
                  <a:pt x="78167" y="25812"/>
                  <a:pt x="77150" y="25959"/>
                  <a:pt x="76203" y="26254"/>
                </a:cubicBezTo>
                <a:cubicBezTo>
                  <a:pt x="75255" y="26549"/>
                  <a:pt x="74269" y="27062"/>
                  <a:pt x="73244" y="27792"/>
                </a:cubicBezTo>
                <a:cubicBezTo>
                  <a:pt x="72219" y="28522"/>
                  <a:pt x="71101" y="29508"/>
                  <a:pt x="69889" y="30750"/>
                </a:cubicBezTo>
                <a:cubicBezTo>
                  <a:pt x="68678" y="31993"/>
                  <a:pt x="67280" y="33546"/>
                  <a:pt x="65696" y="35410"/>
                </a:cubicBezTo>
                <a:lnTo>
                  <a:pt x="65696" y="66440"/>
                </a:lnTo>
                <a:lnTo>
                  <a:pt x="57589" y="66440"/>
                </a:lnTo>
                <a:lnTo>
                  <a:pt x="57589" y="559"/>
                </a:lnTo>
                <a:lnTo>
                  <a:pt x="65696" y="559"/>
                </a:lnTo>
                <a:lnTo>
                  <a:pt x="65696" y="19649"/>
                </a:lnTo>
                <a:lnTo>
                  <a:pt x="65417" y="27023"/>
                </a:lnTo>
                <a:cubicBezTo>
                  <a:pt x="66690" y="25501"/>
                  <a:pt x="67940" y="24220"/>
                  <a:pt x="69167" y="23179"/>
                </a:cubicBezTo>
                <a:cubicBezTo>
                  <a:pt x="70394" y="22139"/>
                  <a:pt x="71621" y="21292"/>
                  <a:pt x="72848" y="20640"/>
                </a:cubicBezTo>
                <a:cubicBezTo>
                  <a:pt x="74075" y="19988"/>
                  <a:pt x="75325" y="19522"/>
                  <a:pt x="76599" y="19242"/>
                </a:cubicBezTo>
                <a:cubicBezTo>
                  <a:pt x="77872" y="18963"/>
                  <a:pt x="79192" y="18823"/>
                  <a:pt x="80559" y="18823"/>
                </a:cubicBezTo>
                <a:cubicBezTo>
                  <a:pt x="85218" y="18823"/>
                  <a:pt x="88821" y="20244"/>
                  <a:pt x="91368" y="23086"/>
                </a:cubicBezTo>
                <a:cubicBezTo>
                  <a:pt x="93915" y="25928"/>
                  <a:pt x="95189" y="30207"/>
                  <a:pt x="95189" y="35922"/>
                </a:cubicBezTo>
                <a:lnTo>
                  <a:pt x="95189" y="66440"/>
                </a:lnTo>
                <a:close/>
                <a:moveTo>
                  <a:pt x="148957" y="40581"/>
                </a:moveTo>
                <a:cubicBezTo>
                  <a:pt x="148957" y="41731"/>
                  <a:pt x="148942" y="42693"/>
                  <a:pt x="148911" y="43470"/>
                </a:cubicBezTo>
                <a:cubicBezTo>
                  <a:pt x="148880" y="44246"/>
                  <a:pt x="148833" y="44976"/>
                  <a:pt x="148771" y="45660"/>
                </a:cubicBezTo>
                <a:lnTo>
                  <a:pt x="115924" y="45660"/>
                </a:lnTo>
                <a:cubicBezTo>
                  <a:pt x="115924" y="50443"/>
                  <a:pt x="117260" y="54116"/>
                  <a:pt x="119931" y="56679"/>
                </a:cubicBezTo>
                <a:cubicBezTo>
                  <a:pt x="122602" y="59241"/>
                  <a:pt x="126454" y="60522"/>
                  <a:pt x="131486" y="60522"/>
                </a:cubicBezTo>
                <a:cubicBezTo>
                  <a:pt x="132852" y="60522"/>
                  <a:pt x="134219" y="60467"/>
                  <a:pt x="135586" y="60357"/>
                </a:cubicBezTo>
                <a:cubicBezTo>
                  <a:pt x="136952" y="60245"/>
                  <a:pt x="138272" y="60094"/>
                  <a:pt x="139546" y="59904"/>
                </a:cubicBezTo>
                <a:cubicBezTo>
                  <a:pt x="140819" y="59712"/>
                  <a:pt x="142039" y="59498"/>
                  <a:pt x="143203" y="59260"/>
                </a:cubicBezTo>
                <a:cubicBezTo>
                  <a:pt x="144368" y="59021"/>
                  <a:pt x="145448" y="58759"/>
                  <a:pt x="146441" y="58472"/>
                </a:cubicBezTo>
                <a:lnTo>
                  <a:pt x="146441" y="65135"/>
                </a:lnTo>
                <a:cubicBezTo>
                  <a:pt x="144236" y="65770"/>
                  <a:pt x="141743" y="66286"/>
                  <a:pt x="138964" y="66683"/>
                </a:cubicBezTo>
                <a:cubicBezTo>
                  <a:pt x="136184" y="67080"/>
                  <a:pt x="133303" y="67278"/>
                  <a:pt x="130321" y="67278"/>
                </a:cubicBezTo>
                <a:cubicBezTo>
                  <a:pt x="126314" y="67278"/>
                  <a:pt x="122866" y="66735"/>
                  <a:pt x="119977" y="65648"/>
                </a:cubicBezTo>
                <a:cubicBezTo>
                  <a:pt x="117089" y="64560"/>
                  <a:pt x="114720" y="62984"/>
                  <a:pt x="112872" y="60919"/>
                </a:cubicBezTo>
                <a:cubicBezTo>
                  <a:pt x="111024" y="58853"/>
                  <a:pt x="109657" y="56321"/>
                  <a:pt x="108772" y="53324"/>
                </a:cubicBezTo>
                <a:cubicBezTo>
                  <a:pt x="107887" y="50327"/>
                  <a:pt x="107444" y="46933"/>
                  <a:pt x="107444" y="43144"/>
                </a:cubicBezTo>
                <a:cubicBezTo>
                  <a:pt x="107444" y="39851"/>
                  <a:pt x="107918" y="36737"/>
                  <a:pt x="108865" y="33802"/>
                </a:cubicBezTo>
                <a:cubicBezTo>
                  <a:pt x="109813" y="30867"/>
                  <a:pt x="111195" y="28289"/>
                  <a:pt x="113012" y="26068"/>
                </a:cubicBezTo>
                <a:cubicBezTo>
                  <a:pt x="114829" y="23847"/>
                  <a:pt x="117058" y="22084"/>
                  <a:pt x="119698" y="20780"/>
                </a:cubicBezTo>
                <a:cubicBezTo>
                  <a:pt x="122338" y="19475"/>
                  <a:pt x="125335" y="18823"/>
                  <a:pt x="128690" y="18823"/>
                </a:cubicBezTo>
                <a:cubicBezTo>
                  <a:pt x="131951" y="18823"/>
                  <a:pt x="134840" y="19336"/>
                  <a:pt x="137356" y="20361"/>
                </a:cubicBezTo>
                <a:cubicBezTo>
                  <a:pt x="139872" y="21386"/>
                  <a:pt x="141992" y="22838"/>
                  <a:pt x="143716" y="24717"/>
                </a:cubicBezTo>
                <a:cubicBezTo>
                  <a:pt x="145440" y="26596"/>
                  <a:pt x="146744" y="28879"/>
                  <a:pt x="147630" y="31566"/>
                </a:cubicBezTo>
                <a:cubicBezTo>
                  <a:pt x="148515" y="34253"/>
                  <a:pt x="148957" y="37258"/>
                  <a:pt x="148957" y="40581"/>
                </a:cubicBezTo>
                <a:moveTo>
                  <a:pt x="140524" y="39416"/>
                </a:moveTo>
                <a:cubicBezTo>
                  <a:pt x="140618" y="37335"/>
                  <a:pt x="140416" y="35433"/>
                  <a:pt x="139919" y="33709"/>
                </a:cubicBezTo>
                <a:cubicBezTo>
                  <a:pt x="139422" y="31985"/>
                  <a:pt x="138653" y="30502"/>
                  <a:pt x="137612" y="29260"/>
                </a:cubicBezTo>
                <a:cubicBezTo>
                  <a:pt x="136572" y="28017"/>
                  <a:pt x="135275" y="27046"/>
                  <a:pt x="133722" y="26348"/>
                </a:cubicBezTo>
                <a:cubicBezTo>
                  <a:pt x="132169" y="25649"/>
                  <a:pt x="130367" y="25299"/>
                  <a:pt x="128317" y="25299"/>
                </a:cubicBezTo>
                <a:cubicBezTo>
                  <a:pt x="126547" y="25299"/>
                  <a:pt x="124932" y="25641"/>
                  <a:pt x="123472" y="26324"/>
                </a:cubicBezTo>
                <a:cubicBezTo>
                  <a:pt x="122012" y="27008"/>
                  <a:pt x="120754" y="27970"/>
                  <a:pt x="119698" y="29213"/>
                </a:cubicBezTo>
                <a:cubicBezTo>
                  <a:pt x="118642" y="30455"/>
                  <a:pt x="117788" y="31946"/>
                  <a:pt x="117135" y="33686"/>
                </a:cubicBezTo>
                <a:cubicBezTo>
                  <a:pt x="116483" y="35425"/>
                  <a:pt x="116079" y="37335"/>
                  <a:pt x="115924" y="39416"/>
                </a:cubicBezTo>
                <a:lnTo>
                  <a:pt x="140524" y="39416"/>
                </a:lnTo>
                <a:close/>
                <a:moveTo>
                  <a:pt x="163216" y="19662"/>
                </a:moveTo>
                <a:lnTo>
                  <a:pt x="170625" y="19662"/>
                </a:lnTo>
                <a:lnTo>
                  <a:pt x="170857" y="28259"/>
                </a:lnTo>
                <a:cubicBezTo>
                  <a:pt x="173622" y="24943"/>
                  <a:pt x="176348" y="22542"/>
                  <a:pt x="179034" y="21055"/>
                </a:cubicBezTo>
                <a:cubicBezTo>
                  <a:pt x="181721" y="19567"/>
                  <a:pt x="184431" y="18823"/>
                  <a:pt x="187165" y="18823"/>
                </a:cubicBezTo>
                <a:cubicBezTo>
                  <a:pt x="192010" y="18823"/>
                  <a:pt x="195683" y="20388"/>
                  <a:pt x="198183" y="23517"/>
                </a:cubicBezTo>
                <a:cubicBezTo>
                  <a:pt x="200684" y="26647"/>
                  <a:pt x="201841" y="31294"/>
                  <a:pt x="201655" y="37460"/>
                </a:cubicBezTo>
                <a:lnTo>
                  <a:pt x="193454" y="37460"/>
                </a:lnTo>
                <a:cubicBezTo>
                  <a:pt x="193548" y="33376"/>
                  <a:pt x="192950" y="30414"/>
                  <a:pt x="191661" y="28574"/>
                </a:cubicBezTo>
                <a:cubicBezTo>
                  <a:pt x="190372" y="26732"/>
                  <a:pt x="188485" y="25812"/>
                  <a:pt x="186000" y="25812"/>
                </a:cubicBezTo>
                <a:cubicBezTo>
                  <a:pt x="184913" y="25812"/>
                  <a:pt x="183818" y="26005"/>
                  <a:pt x="182715" y="26393"/>
                </a:cubicBezTo>
                <a:cubicBezTo>
                  <a:pt x="181612" y="26779"/>
                  <a:pt x="180479" y="27397"/>
                  <a:pt x="179314" y="28248"/>
                </a:cubicBezTo>
                <a:cubicBezTo>
                  <a:pt x="178149" y="29098"/>
                  <a:pt x="176914" y="30188"/>
                  <a:pt x="175610" y="31519"/>
                </a:cubicBezTo>
                <a:cubicBezTo>
                  <a:pt x="174305" y="32849"/>
                  <a:pt x="172908" y="34457"/>
                  <a:pt x="171417" y="36344"/>
                </a:cubicBezTo>
                <a:lnTo>
                  <a:pt x="171417" y="66440"/>
                </a:lnTo>
                <a:lnTo>
                  <a:pt x="163216" y="66440"/>
                </a:lnTo>
                <a:lnTo>
                  <a:pt x="163216" y="19662"/>
                </a:lnTo>
                <a:close/>
                <a:moveTo>
                  <a:pt x="252674" y="40581"/>
                </a:moveTo>
                <a:cubicBezTo>
                  <a:pt x="252674" y="41731"/>
                  <a:pt x="252659" y="42693"/>
                  <a:pt x="252628" y="43470"/>
                </a:cubicBezTo>
                <a:cubicBezTo>
                  <a:pt x="252597" y="44246"/>
                  <a:pt x="252550" y="44976"/>
                  <a:pt x="252488" y="45660"/>
                </a:cubicBezTo>
                <a:lnTo>
                  <a:pt x="219641" y="45660"/>
                </a:lnTo>
                <a:cubicBezTo>
                  <a:pt x="219641" y="50443"/>
                  <a:pt x="220977" y="54116"/>
                  <a:pt x="223648" y="56679"/>
                </a:cubicBezTo>
                <a:cubicBezTo>
                  <a:pt x="226319" y="59241"/>
                  <a:pt x="230171" y="60522"/>
                  <a:pt x="235202" y="60522"/>
                </a:cubicBezTo>
                <a:cubicBezTo>
                  <a:pt x="236569" y="60522"/>
                  <a:pt x="237936" y="60467"/>
                  <a:pt x="239303" y="60357"/>
                </a:cubicBezTo>
                <a:cubicBezTo>
                  <a:pt x="240669" y="60245"/>
                  <a:pt x="241989" y="60094"/>
                  <a:pt x="243263" y="59904"/>
                </a:cubicBezTo>
                <a:cubicBezTo>
                  <a:pt x="244536" y="59712"/>
                  <a:pt x="245755" y="59498"/>
                  <a:pt x="246920" y="59260"/>
                </a:cubicBezTo>
                <a:cubicBezTo>
                  <a:pt x="248085" y="59021"/>
                  <a:pt x="249164" y="58759"/>
                  <a:pt x="250158" y="58472"/>
                </a:cubicBezTo>
                <a:lnTo>
                  <a:pt x="250158" y="65135"/>
                </a:lnTo>
                <a:cubicBezTo>
                  <a:pt x="247953" y="65770"/>
                  <a:pt x="245460" y="66286"/>
                  <a:pt x="242680" y="66683"/>
                </a:cubicBezTo>
                <a:cubicBezTo>
                  <a:pt x="239900" y="67080"/>
                  <a:pt x="237020" y="67278"/>
                  <a:pt x="234038" y="67278"/>
                </a:cubicBezTo>
                <a:cubicBezTo>
                  <a:pt x="230031" y="67278"/>
                  <a:pt x="226583" y="66735"/>
                  <a:pt x="223694" y="65648"/>
                </a:cubicBezTo>
                <a:cubicBezTo>
                  <a:pt x="220806" y="64560"/>
                  <a:pt x="218437" y="62984"/>
                  <a:pt x="216589" y="60919"/>
                </a:cubicBezTo>
                <a:cubicBezTo>
                  <a:pt x="214741" y="58853"/>
                  <a:pt x="213374" y="56321"/>
                  <a:pt x="212489" y="53324"/>
                </a:cubicBezTo>
                <a:cubicBezTo>
                  <a:pt x="211604" y="50327"/>
                  <a:pt x="211161" y="46933"/>
                  <a:pt x="211161" y="43144"/>
                </a:cubicBezTo>
                <a:cubicBezTo>
                  <a:pt x="211161" y="39851"/>
                  <a:pt x="211635" y="36737"/>
                  <a:pt x="212582" y="33802"/>
                </a:cubicBezTo>
                <a:cubicBezTo>
                  <a:pt x="213530" y="30867"/>
                  <a:pt x="214912" y="28289"/>
                  <a:pt x="216729" y="26068"/>
                </a:cubicBezTo>
                <a:cubicBezTo>
                  <a:pt x="218546" y="23847"/>
                  <a:pt x="220775" y="22084"/>
                  <a:pt x="223415" y="20780"/>
                </a:cubicBezTo>
                <a:cubicBezTo>
                  <a:pt x="226055" y="19475"/>
                  <a:pt x="229052" y="18823"/>
                  <a:pt x="232407" y="18823"/>
                </a:cubicBezTo>
                <a:cubicBezTo>
                  <a:pt x="235668" y="18823"/>
                  <a:pt x="238557" y="19336"/>
                  <a:pt x="241073" y="20361"/>
                </a:cubicBezTo>
                <a:cubicBezTo>
                  <a:pt x="243589" y="21386"/>
                  <a:pt x="245709" y="22838"/>
                  <a:pt x="247433" y="24717"/>
                </a:cubicBezTo>
                <a:cubicBezTo>
                  <a:pt x="249157" y="26596"/>
                  <a:pt x="250461" y="28879"/>
                  <a:pt x="251346" y="31566"/>
                </a:cubicBezTo>
                <a:cubicBezTo>
                  <a:pt x="252232" y="34253"/>
                  <a:pt x="252674" y="37258"/>
                  <a:pt x="252674" y="40581"/>
                </a:cubicBezTo>
                <a:moveTo>
                  <a:pt x="244241" y="39416"/>
                </a:moveTo>
                <a:cubicBezTo>
                  <a:pt x="244334" y="37335"/>
                  <a:pt x="244133" y="35433"/>
                  <a:pt x="243636" y="33709"/>
                </a:cubicBezTo>
                <a:cubicBezTo>
                  <a:pt x="243139" y="31985"/>
                  <a:pt x="242370" y="30502"/>
                  <a:pt x="241329" y="29260"/>
                </a:cubicBezTo>
                <a:cubicBezTo>
                  <a:pt x="240289" y="28017"/>
                  <a:pt x="238992" y="27046"/>
                  <a:pt x="237439" y="26348"/>
                </a:cubicBezTo>
                <a:cubicBezTo>
                  <a:pt x="235886" y="25649"/>
                  <a:pt x="234084" y="25299"/>
                  <a:pt x="232034" y="25299"/>
                </a:cubicBezTo>
                <a:cubicBezTo>
                  <a:pt x="230264" y="25299"/>
                  <a:pt x="228649" y="25641"/>
                  <a:pt x="227189" y="26324"/>
                </a:cubicBezTo>
                <a:cubicBezTo>
                  <a:pt x="225729" y="27008"/>
                  <a:pt x="224471" y="27970"/>
                  <a:pt x="223415" y="29213"/>
                </a:cubicBezTo>
                <a:cubicBezTo>
                  <a:pt x="222359" y="30455"/>
                  <a:pt x="221505" y="31946"/>
                  <a:pt x="220852" y="33686"/>
                </a:cubicBezTo>
                <a:cubicBezTo>
                  <a:pt x="220200" y="35425"/>
                  <a:pt x="219796" y="37335"/>
                  <a:pt x="219641" y="39416"/>
                </a:cubicBezTo>
                <a:lnTo>
                  <a:pt x="244241" y="39416"/>
                </a:lnTo>
                <a:close/>
                <a:moveTo>
                  <a:pt x="341605" y="11834"/>
                </a:moveTo>
                <a:lnTo>
                  <a:pt x="333498" y="11834"/>
                </a:lnTo>
                <a:lnTo>
                  <a:pt x="318588" y="559"/>
                </a:lnTo>
                <a:lnTo>
                  <a:pt x="330329" y="559"/>
                </a:lnTo>
                <a:lnTo>
                  <a:pt x="341605" y="11834"/>
                </a:lnTo>
                <a:moveTo>
                  <a:pt x="310481" y="19662"/>
                </a:moveTo>
                <a:lnTo>
                  <a:pt x="310481" y="19662"/>
                </a:lnTo>
                <a:close/>
                <a:moveTo>
                  <a:pt x="409770" y="42212"/>
                </a:moveTo>
                <a:cubicBezTo>
                  <a:pt x="409770" y="46374"/>
                  <a:pt x="409188" y="50008"/>
                  <a:pt x="408023" y="53114"/>
                </a:cubicBezTo>
                <a:cubicBezTo>
                  <a:pt x="406858" y="56221"/>
                  <a:pt x="405251" y="58799"/>
                  <a:pt x="403201" y="60849"/>
                </a:cubicBezTo>
                <a:cubicBezTo>
                  <a:pt x="401151" y="62899"/>
                  <a:pt x="398728" y="64436"/>
                  <a:pt x="395932" y="65461"/>
                </a:cubicBezTo>
                <a:cubicBezTo>
                  <a:pt x="393137" y="66486"/>
                  <a:pt x="390108" y="66999"/>
                  <a:pt x="386847" y="66999"/>
                </a:cubicBezTo>
                <a:cubicBezTo>
                  <a:pt x="385356" y="66999"/>
                  <a:pt x="383873" y="66921"/>
                  <a:pt x="382398" y="66766"/>
                </a:cubicBezTo>
                <a:cubicBezTo>
                  <a:pt x="380922" y="66610"/>
                  <a:pt x="379423" y="66346"/>
                  <a:pt x="377901" y="65974"/>
                </a:cubicBezTo>
                <a:lnTo>
                  <a:pt x="377901" y="85542"/>
                </a:lnTo>
                <a:lnTo>
                  <a:pt x="369794" y="85542"/>
                </a:lnTo>
                <a:lnTo>
                  <a:pt x="369794" y="19662"/>
                </a:lnTo>
                <a:lnTo>
                  <a:pt x="377016" y="19662"/>
                </a:lnTo>
                <a:lnTo>
                  <a:pt x="377529" y="27489"/>
                </a:lnTo>
                <a:cubicBezTo>
                  <a:pt x="379858" y="24290"/>
                  <a:pt x="382343" y="22046"/>
                  <a:pt x="384983" y="20757"/>
                </a:cubicBezTo>
                <a:cubicBezTo>
                  <a:pt x="387624" y="19468"/>
                  <a:pt x="390481" y="18823"/>
                  <a:pt x="393556" y="18823"/>
                </a:cubicBezTo>
                <a:cubicBezTo>
                  <a:pt x="396227" y="18823"/>
                  <a:pt x="398573" y="19382"/>
                  <a:pt x="400592" y="20500"/>
                </a:cubicBezTo>
                <a:cubicBezTo>
                  <a:pt x="402611" y="21619"/>
                  <a:pt x="404303" y="23195"/>
                  <a:pt x="405670" y="25229"/>
                </a:cubicBezTo>
                <a:cubicBezTo>
                  <a:pt x="407037" y="27264"/>
                  <a:pt x="408062" y="29718"/>
                  <a:pt x="408745" y="32591"/>
                </a:cubicBezTo>
                <a:cubicBezTo>
                  <a:pt x="409428" y="35464"/>
                  <a:pt x="409770" y="38671"/>
                  <a:pt x="409770" y="42212"/>
                </a:cubicBezTo>
                <a:moveTo>
                  <a:pt x="401477" y="42585"/>
                </a:moveTo>
                <a:cubicBezTo>
                  <a:pt x="401477" y="40131"/>
                  <a:pt x="401298" y="37879"/>
                  <a:pt x="400941" y="35829"/>
                </a:cubicBezTo>
                <a:cubicBezTo>
                  <a:pt x="400584" y="33779"/>
                  <a:pt x="400017" y="32024"/>
                  <a:pt x="399240" y="30564"/>
                </a:cubicBezTo>
                <a:cubicBezTo>
                  <a:pt x="398464" y="29104"/>
                  <a:pt x="397470" y="27963"/>
                  <a:pt x="396259" y="27140"/>
                </a:cubicBezTo>
                <a:cubicBezTo>
                  <a:pt x="395047" y="26316"/>
                  <a:pt x="393603" y="25905"/>
                  <a:pt x="391926" y="25905"/>
                </a:cubicBezTo>
                <a:cubicBezTo>
                  <a:pt x="390900" y="25905"/>
                  <a:pt x="389860" y="26068"/>
                  <a:pt x="388804" y="26394"/>
                </a:cubicBezTo>
                <a:cubicBezTo>
                  <a:pt x="387748" y="26720"/>
                  <a:pt x="386653" y="27264"/>
                  <a:pt x="385519" y="28025"/>
                </a:cubicBezTo>
                <a:cubicBezTo>
                  <a:pt x="384385" y="28786"/>
                  <a:pt x="383190" y="29795"/>
                  <a:pt x="381932" y="31053"/>
                </a:cubicBezTo>
                <a:cubicBezTo>
                  <a:pt x="380674" y="32311"/>
                  <a:pt x="379330" y="33872"/>
                  <a:pt x="377901" y="35736"/>
                </a:cubicBezTo>
                <a:lnTo>
                  <a:pt x="377901" y="58426"/>
                </a:lnTo>
                <a:cubicBezTo>
                  <a:pt x="379392" y="59047"/>
                  <a:pt x="380961" y="59536"/>
                  <a:pt x="382607" y="59894"/>
                </a:cubicBezTo>
                <a:cubicBezTo>
                  <a:pt x="384253" y="60251"/>
                  <a:pt x="385869" y="60429"/>
                  <a:pt x="387453" y="60429"/>
                </a:cubicBezTo>
                <a:cubicBezTo>
                  <a:pt x="391832" y="60429"/>
                  <a:pt x="395265" y="58946"/>
                  <a:pt x="397749" y="55980"/>
                </a:cubicBezTo>
                <a:cubicBezTo>
                  <a:pt x="400234" y="53013"/>
                  <a:pt x="401477" y="48548"/>
                  <a:pt x="401477" y="42585"/>
                </a:cubicBezTo>
                <a:close/>
                <a:moveTo>
                  <a:pt x="462374" y="42678"/>
                </a:moveTo>
                <a:cubicBezTo>
                  <a:pt x="462374" y="46312"/>
                  <a:pt x="461862" y="49643"/>
                  <a:pt x="460837" y="52672"/>
                </a:cubicBezTo>
                <a:cubicBezTo>
                  <a:pt x="459812" y="55700"/>
                  <a:pt x="458336" y="58294"/>
                  <a:pt x="456410" y="60453"/>
                </a:cubicBezTo>
                <a:cubicBezTo>
                  <a:pt x="454485" y="62611"/>
                  <a:pt x="452139" y="64289"/>
                  <a:pt x="449375" y="65485"/>
                </a:cubicBezTo>
                <a:cubicBezTo>
                  <a:pt x="446611" y="66680"/>
                  <a:pt x="443473" y="67278"/>
                  <a:pt x="439963" y="67278"/>
                </a:cubicBezTo>
                <a:cubicBezTo>
                  <a:pt x="436609" y="67278"/>
                  <a:pt x="433604" y="66758"/>
                  <a:pt x="430948" y="65717"/>
                </a:cubicBezTo>
                <a:cubicBezTo>
                  <a:pt x="428292" y="64677"/>
                  <a:pt x="426040" y="63147"/>
                  <a:pt x="424192" y="61128"/>
                </a:cubicBezTo>
                <a:cubicBezTo>
                  <a:pt x="422344" y="59109"/>
                  <a:pt x="420931" y="56609"/>
                  <a:pt x="419952" y="53627"/>
                </a:cubicBezTo>
                <a:cubicBezTo>
                  <a:pt x="418974" y="50645"/>
                  <a:pt x="418485" y="47213"/>
                  <a:pt x="418485" y="43330"/>
                </a:cubicBezTo>
                <a:cubicBezTo>
                  <a:pt x="418485" y="39696"/>
                  <a:pt x="418997" y="36380"/>
                  <a:pt x="420022" y="33383"/>
                </a:cubicBezTo>
                <a:cubicBezTo>
                  <a:pt x="421047" y="30385"/>
                  <a:pt x="422523" y="27807"/>
                  <a:pt x="424448" y="25649"/>
                </a:cubicBezTo>
                <a:cubicBezTo>
                  <a:pt x="426374" y="23490"/>
                  <a:pt x="428719" y="21813"/>
                  <a:pt x="431484" y="20617"/>
                </a:cubicBezTo>
                <a:cubicBezTo>
                  <a:pt x="434248" y="19421"/>
                  <a:pt x="437385" y="18823"/>
                  <a:pt x="440895" y="18823"/>
                </a:cubicBezTo>
                <a:cubicBezTo>
                  <a:pt x="444250" y="18823"/>
                  <a:pt x="447255" y="19343"/>
                  <a:pt x="449911" y="20384"/>
                </a:cubicBezTo>
                <a:cubicBezTo>
                  <a:pt x="452567" y="21424"/>
                  <a:pt x="454818" y="22946"/>
                  <a:pt x="456667" y="24950"/>
                </a:cubicBezTo>
                <a:cubicBezTo>
                  <a:pt x="458515" y="26953"/>
                  <a:pt x="459928" y="29446"/>
                  <a:pt x="460906" y="32428"/>
                </a:cubicBezTo>
                <a:cubicBezTo>
                  <a:pt x="461885" y="35410"/>
                  <a:pt x="462374" y="38826"/>
                  <a:pt x="462374" y="42678"/>
                </a:cubicBezTo>
                <a:moveTo>
                  <a:pt x="454081" y="43051"/>
                </a:moveTo>
                <a:cubicBezTo>
                  <a:pt x="454081" y="40162"/>
                  <a:pt x="453762" y="37638"/>
                  <a:pt x="453126" y="35480"/>
                </a:cubicBezTo>
                <a:cubicBezTo>
                  <a:pt x="452489" y="33321"/>
                  <a:pt x="451580" y="31519"/>
                  <a:pt x="450400" y="30075"/>
                </a:cubicBezTo>
                <a:cubicBezTo>
                  <a:pt x="449220" y="28631"/>
                  <a:pt x="447783" y="27543"/>
                  <a:pt x="446090" y="26813"/>
                </a:cubicBezTo>
                <a:cubicBezTo>
                  <a:pt x="444397" y="26084"/>
                  <a:pt x="442510" y="25719"/>
                  <a:pt x="440429" y="25719"/>
                </a:cubicBezTo>
                <a:cubicBezTo>
                  <a:pt x="438007" y="25719"/>
                  <a:pt x="435933" y="26192"/>
                  <a:pt x="434209" y="27140"/>
                </a:cubicBezTo>
                <a:cubicBezTo>
                  <a:pt x="432486" y="28087"/>
                  <a:pt x="431072" y="29353"/>
                  <a:pt x="429970" y="30937"/>
                </a:cubicBezTo>
                <a:cubicBezTo>
                  <a:pt x="428867" y="32521"/>
                  <a:pt x="428059" y="34361"/>
                  <a:pt x="427547" y="36458"/>
                </a:cubicBezTo>
                <a:cubicBezTo>
                  <a:pt x="427034" y="38555"/>
                  <a:pt x="426778" y="40752"/>
                  <a:pt x="426778" y="43051"/>
                </a:cubicBezTo>
                <a:cubicBezTo>
                  <a:pt x="426778" y="45939"/>
                  <a:pt x="427096" y="48471"/>
                  <a:pt x="427733" y="50645"/>
                </a:cubicBezTo>
                <a:cubicBezTo>
                  <a:pt x="428370" y="52819"/>
                  <a:pt x="429278" y="54629"/>
                  <a:pt x="430459" y="56073"/>
                </a:cubicBezTo>
                <a:cubicBezTo>
                  <a:pt x="431639" y="57517"/>
                  <a:pt x="433068" y="58604"/>
                  <a:pt x="434745" y="59334"/>
                </a:cubicBezTo>
                <a:cubicBezTo>
                  <a:pt x="436423" y="60064"/>
                  <a:pt x="438317" y="60429"/>
                  <a:pt x="440429" y="60429"/>
                </a:cubicBezTo>
                <a:cubicBezTo>
                  <a:pt x="442852" y="60429"/>
                  <a:pt x="444925" y="59956"/>
                  <a:pt x="446649" y="59008"/>
                </a:cubicBezTo>
                <a:cubicBezTo>
                  <a:pt x="448373" y="58061"/>
                  <a:pt x="449787" y="56795"/>
                  <a:pt x="450889" y="55211"/>
                </a:cubicBezTo>
                <a:cubicBezTo>
                  <a:pt x="451992" y="53627"/>
                  <a:pt x="452799" y="51787"/>
                  <a:pt x="453312" y="49690"/>
                </a:cubicBezTo>
                <a:cubicBezTo>
                  <a:pt x="453824" y="47593"/>
                  <a:pt x="454081" y="45380"/>
                  <a:pt x="454081" y="43051"/>
                </a:cubicBezTo>
                <a:close/>
                <a:moveTo>
                  <a:pt x="513487" y="42212"/>
                </a:moveTo>
                <a:cubicBezTo>
                  <a:pt x="513487" y="46374"/>
                  <a:pt x="512905" y="50008"/>
                  <a:pt x="511740" y="53114"/>
                </a:cubicBezTo>
                <a:cubicBezTo>
                  <a:pt x="510575" y="56221"/>
                  <a:pt x="508968" y="58799"/>
                  <a:pt x="506918" y="60849"/>
                </a:cubicBezTo>
                <a:cubicBezTo>
                  <a:pt x="504868" y="62899"/>
                  <a:pt x="502445" y="64436"/>
                  <a:pt x="499649" y="65461"/>
                </a:cubicBezTo>
                <a:cubicBezTo>
                  <a:pt x="496854" y="66486"/>
                  <a:pt x="493826" y="66999"/>
                  <a:pt x="490564" y="66999"/>
                </a:cubicBezTo>
                <a:cubicBezTo>
                  <a:pt x="489073" y="66999"/>
                  <a:pt x="487590" y="66921"/>
                  <a:pt x="486115" y="66766"/>
                </a:cubicBezTo>
                <a:cubicBezTo>
                  <a:pt x="484639" y="66610"/>
                  <a:pt x="483141" y="66346"/>
                  <a:pt x="481619" y="65974"/>
                </a:cubicBezTo>
                <a:lnTo>
                  <a:pt x="481619" y="85542"/>
                </a:lnTo>
                <a:lnTo>
                  <a:pt x="473512" y="85542"/>
                </a:lnTo>
                <a:lnTo>
                  <a:pt x="473512" y="19662"/>
                </a:lnTo>
                <a:lnTo>
                  <a:pt x="480733" y="19662"/>
                </a:lnTo>
                <a:lnTo>
                  <a:pt x="481246" y="27489"/>
                </a:lnTo>
                <a:cubicBezTo>
                  <a:pt x="483575" y="24290"/>
                  <a:pt x="486060" y="22046"/>
                  <a:pt x="488700" y="20757"/>
                </a:cubicBezTo>
                <a:cubicBezTo>
                  <a:pt x="491341" y="19468"/>
                  <a:pt x="494198" y="18823"/>
                  <a:pt x="497273" y="18823"/>
                </a:cubicBezTo>
                <a:cubicBezTo>
                  <a:pt x="499945" y="18823"/>
                  <a:pt x="502290" y="19382"/>
                  <a:pt x="504309" y="20500"/>
                </a:cubicBezTo>
                <a:cubicBezTo>
                  <a:pt x="506328" y="21619"/>
                  <a:pt x="508020" y="23195"/>
                  <a:pt x="509387" y="25229"/>
                </a:cubicBezTo>
                <a:cubicBezTo>
                  <a:pt x="510754" y="27264"/>
                  <a:pt x="511779" y="29718"/>
                  <a:pt x="512462" y="32591"/>
                </a:cubicBezTo>
                <a:cubicBezTo>
                  <a:pt x="513146" y="35464"/>
                  <a:pt x="513487" y="38671"/>
                  <a:pt x="513487" y="42212"/>
                </a:cubicBezTo>
                <a:moveTo>
                  <a:pt x="505194" y="42585"/>
                </a:moveTo>
                <a:cubicBezTo>
                  <a:pt x="505194" y="40131"/>
                  <a:pt x="505015" y="37879"/>
                  <a:pt x="504658" y="35829"/>
                </a:cubicBezTo>
                <a:cubicBezTo>
                  <a:pt x="504301" y="33779"/>
                  <a:pt x="503734" y="32024"/>
                  <a:pt x="502957" y="30564"/>
                </a:cubicBezTo>
                <a:cubicBezTo>
                  <a:pt x="502181" y="29104"/>
                  <a:pt x="501187" y="27963"/>
                  <a:pt x="499976" y="27140"/>
                </a:cubicBezTo>
                <a:cubicBezTo>
                  <a:pt x="498764" y="26316"/>
                  <a:pt x="497320" y="25905"/>
                  <a:pt x="495643" y="25905"/>
                </a:cubicBezTo>
                <a:cubicBezTo>
                  <a:pt x="494618" y="25905"/>
                  <a:pt x="493577" y="26068"/>
                  <a:pt x="492521" y="26394"/>
                </a:cubicBezTo>
                <a:cubicBezTo>
                  <a:pt x="491465" y="26720"/>
                  <a:pt x="490370" y="27264"/>
                  <a:pt x="489236" y="28025"/>
                </a:cubicBezTo>
                <a:cubicBezTo>
                  <a:pt x="488103" y="28786"/>
                  <a:pt x="486907" y="29795"/>
                  <a:pt x="485649" y="31053"/>
                </a:cubicBezTo>
                <a:cubicBezTo>
                  <a:pt x="484391" y="32311"/>
                  <a:pt x="483047" y="33872"/>
                  <a:pt x="481619" y="35736"/>
                </a:cubicBezTo>
                <a:lnTo>
                  <a:pt x="481619" y="58426"/>
                </a:lnTo>
                <a:cubicBezTo>
                  <a:pt x="483109" y="59047"/>
                  <a:pt x="484678" y="59536"/>
                  <a:pt x="486324" y="59894"/>
                </a:cubicBezTo>
                <a:cubicBezTo>
                  <a:pt x="487971" y="60251"/>
                  <a:pt x="489586" y="60429"/>
                  <a:pt x="491170" y="60429"/>
                </a:cubicBezTo>
                <a:cubicBezTo>
                  <a:pt x="495549" y="60429"/>
                  <a:pt x="498982" y="58946"/>
                  <a:pt x="501467" y="55980"/>
                </a:cubicBezTo>
                <a:cubicBezTo>
                  <a:pt x="503951" y="53013"/>
                  <a:pt x="505194" y="48548"/>
                  <a:pt x="505194" y="42585"/>
                </a:cubicBezTo>
                <a:close/>
                <a:moveTo>
                  <a:pt x="562969" y="66440"/>
                </a:moveTo>
                <a:lnTo>
                  <a:pt x="555701" y="66440"/>
                </a:lnTo>
                <a:lnTo>
                  <a:pt x="555422" y="58892"/>
                </a:lnTo>
                <a:cubicBezTo>
                  <a:pt x="554024" y="60507"/>
                  <a:pt x="552696" y="61850"/>
                  <a:pt x="551438" y="62922"/>
                </a:cubicBezTo>
                <a:cubicBezTo>
                  <a:pt x="550180" y="63994"/>
                  <a:pt x="548930" y="64856"/>
                  <a:pt x="547687" y="65508"/>
                </a:cubicBezTo>
                <a:cubicBezTo>
                  <a:pt x="546445" y="66160"/>
                  <a:pt x="545195" y="66618"/>
                  <a:pt x="543937" y="66882"/>
                </a:cubicBezTo>
                <a:cubicBezTo>
                  <a:pt x="542679" y="67146"/>
                  <a:pt x="541351" y="67278"/>
                  <a:pt x="539953" y="67278"/>
                </a:cubicBezTo>
                <a:cubicBezTo>
                  <a:pt x="535139" y="67278"/>
                  <a:pt x="531505" y="65865"/>
                  <a:pt x="529051" y="63038"/>
                </a:cubicBezTo>
                <a:cubicBezTo>
                  <a:pt x="526597" y="60212"/>
                  <a:pt x="525370" y="55941"/>
                  <a:pt x="525370" y="50226"/>
                </a:cubicBezTo>
                <a:lnTo>
                  <a:pt x="525370" y="19662"/>
                </a:lnTo>
                <a:lnTo>
                  <a:pt x="533477" y="19662"/>
                </a:lnTo>
                <a:lnTo>
                  <a:pt x="533477" y="49573"/>
                </a:lnTo>
                <a:cubicBezTo>
                  <a:pt x="533477" y="56749"/>
                  <a:pt x="536179" y="60336"/>
                  <a:pt x="541584" y="60336"/>
                </a:cubicBezTo>
                <a:cubicBezTo>
                  <a:pt x="542578" y="60336"/>
                  <a:pt x="543549" y="60189"/>
                  <a:pt x="544496" y="59894"/>
                </a:cubicBezTo>
                <a:cubicBezTo>
                  <a:pt x="545443" y="59598"/>
                  <a:pt x="546437" y="59086"/>
                  <a:pt x="547478" y="58356"/>
                </a:cubicBezTo>
                <a:cubicBezTo>
                  <a:pt x="548518" y="57626"/>
                  <a:pt x="549636" y="56640"/>
                  <a:pt x="550832" y="55397"/>
                </a:cubicBezTo>
                <a:cubicBezTo>
                  <a:pt x="552028" y="54155"/>
                  <a:pt x="553372" y="52586"/>
                  <a:pt x="554863" y="50692"/>
                </a:cubicBezTo>
                <a:lnTo>
                  <a:pt x="554863" y="19662"/>
                </a:lnTo>
                <a:lnTo>
                  <a:pt x="562969" y="19662"/>
                </a:lnTo>
                <a:lnTo>
                  <a:pt x="562969" y="66440"/>
                </a:lnTo>
                <a:close/>
                <a:moveTo>
                  <a:pt x="617204" y="42212"/>
                </a:moveTo>
                <a:cubicBezTo>
                  <a:pt x="617204" y="46374"/>
                  <a:pt x="616622" y="50008"/>
                  <a:pt x="615457" y="53114"/>
                </a:cubicBezTo>
                <a:cubicBezTo>
                  <a:pt x="614292" y="56221"/>
                  <a:pt x="612685" y="58799"/>
                  <a:pt x="610635" y="60849"/>
                </a:cubicBezTo>
                <a:cubicBezTo>
                  <a:pt x="608585" y="62899"/>
                  <a:pt x="606162" y="64436"/>
                  <a:pt x="603366" y="65461"/>
                </a:cubicBezTo>
                <a:cubicBezTo>
                  <a:pt x="600571" y="66486"/>
                  <a:pt x="597542" y="66999"/>
                  <a:pt x="594281" y="66999"/>
                </a:cubicBezTo>
                <a:cubicBezTo>
                  <a:pt x="592790" y="66999"/>
                  <a:pt x="591307" y="66921"/>
                  <a:pt x="589832" y="66766"/>
                </a:cubicBezTo>
                <a:cubicBezTo>
                  <a:pt x="588356" y="66610"/>
                  <a:pt x="586857" y="66346"/>
                  <a:pt x="585335" y="65974"/>
                </a:cubicBezTo>
                <a:lnTo>
                  <a:pt x="585335" y="85542"/>
                </a:lnTo>
                <a:lnTo>
                  <a:pt x="577228" y="85542"/>
                </a:lnTo>
                <a:lnTo>
                  <a:pt x="577228" y="19662"/>
                </a:lnTo>
                <a:lnTo>
                  <a:pt x="584450" y="19662"/>
                </a:lnTo>
                <a:lnTo>
                  <a:pt x="584963" y="27489"/>
                </a:lnTo>
                <a:cubicBezTo>
                  <a:pt x="587292" y="24290"/>
                  <a:pt x="589777" y="22046"/>
                  <a:pt x="592417" y="20757"/>
                </a:cubicBezTo>
                <a:cubicBezTo>
                  <a:pt x="595058" y="19468"/>
                  <a:pt x="597915" y="18823"/>
                  <a:pt x="600990" y="18823"/>
                </a:cubicBezTo>
                <a:cubicBezTo>
                  <a:pt x="603661" y="18823"/>
                  <a:pt x="606007" y="19382"/>
                  <a:pt x="608026" y="20500"/>
                </a:cubicBezTo>
                <a:cubicBezTo>
                  <a:pt x="610045" y="21619"/>
                  <a:pt x="611737" y="23195"/>
                  <a:pt x="613104" y="25229"/>
                </a:cubicBezTo>
                <a:cubicBezTo>
                  <a:pt x="614471" y="27264"/>
                  <a:pt x="615496" y="29718"/>
                  <a:pt x="616179" y="32591"/>
                </a:cubicBezTo>
                <a:cubicBezTo>
                  <a:pt x="616862" y="35464"/>
                  <a:pt x="617204" y="38671"/>
                  <a:pt x="617204" y="42212"/>
                </a:cubicBezTo>
                <a:moveTo>
                  <a:pt x="608911" y="42585"/>
                </a:moveTo>
                <a:cubicBezTo>
                  <a:pt x="608911" y="40131"/>
                  <a:pt x="608732" y="37879"/>
                  <a:pt x="608375" y="35829"/>
                </a:cubicBezTo>
                <a:cubicBezTo>
                  <a:pt x="608018" y="33779"/>
                  <a:pt x="607451" y="32024"/>
                  <a:pt x="606674" y="30564"/>
                </a:cubicBezTo>
                <a:cubicBezTo>
                  <a:pt x="605898" y="29104"/>
                  <a:pt x="604904" y="27963"/>
                  <a:pt x="603693" y="27140"/>
                </a:cubicBezTo>
                <a:cubicBezTo>
                  <a:pt x="602481" y="26316"/>
                  <a:pt x="601037" y="25905"/>
                  <a:pt x="599359" y="25905"/>
                </a:cubicBezTo>
                <a:cubicBezTo>
                  <a:pt x="598334" y="25905"/>
                  <a:pt x="597294" y="26068"/>
                  <a:pt x="596238" y="26394"/>
                </a:cubicBezTo>
                <a:cubicBezTo>
                  <a:pt x="595182" y="26720"/>
                  <a:pt x="594087" y="27264"/>
                  <a:pt x="592953" y="28025"/>
                </a:cubicBezTo>
                <a:cubicBezTo>
                  <a:pt x="591819" y="28786"/>
                  <a:pt x="590624" y="29795"/>
                  <a:pt x="589366" y="31053"/>
                </a:cubicBezTo>
                <a:cubicBezTo>
                  <a:pt x="588108" y="32311"/>
                  <a:pt x="586764" y="33872"/>
                  <a:pt x="585335" y="35736"/>
                </a:cubicBezTo>
                <a:lnTo>
                  <a:pt x="585335" y="58426"/>
                </a:lnTo>
                <a:cubicBezTo>
                  <a:pt x="586826" y="59047"/>
                  <a:pt x="588395" y="59536"/>
                  <a:pt x="590041" y="59894"/>
                </a:cubicBezTo>
                <a:cubicBezTo>
                  <a:pt x="591687" y="60251"/>
                  <a:pt x="593303" y="60429"/>
                  <a:pt x="594887" y="60429"/>
                </a:cubicBezTo>
                <a:cubicBezTo>
                  <a:pt x="599266" y="60429"/>
                  <a:pt x="602699" y="58946"/>
                  <a:pt x="605183" y="55980"/>
                </a:cubicBezTo>
                <a:cubicBezTo>
                  <a:pt x="607668" y="53013"/>
                  <a:pt x="608911" y="48548"/>
                  <a:pt x="608911" y="42585"/>
                </a:cubicBezTo>
                <a:close/>
                <a:moveTo>
                  <a:pt x="668969" y="24134"/>
                </a:moveTo>
                <a:cubicBezTo>
                  <a:pt x="668969" y="26619"/>
                  <a:pt x="668503" y="29081"/>
                  <a:pt x="667572" y="31519"/>
                </a:cubicBezTo>
                <a:cubicBezTo>
                  <a:pt x="666640" y="33958"/>
                  <a:pt x="665195" y="36140"/>
                  <a:pt x="663239" y="38065"/>
                </a:cubicBezTo>
                <a:cubicBezTo>
                  <a:pt x="661282" y="39991"/>
                  <a:pt x="658781" y="41552"/>
                  <a:pt x="655737" y="42748"/>
                </a:cubicBezTo>
                <a:cubicBezTo>
                  <a:pt x="652693" y="43944"/>
                  <a:pt x="649059" y="44542"/>
                  <a:pt x="644835" y="44542"/>
                </a:cubicBezTo>
                <a:lnTo>
                  <a:pt x="637287" y="44542"/>
                </a:lnTo>
                <a:lnTo>
                  <a:pt x="637287" y="66440"/>
                </a:lnTo>
                <a:lnTo>
                  <a:pt x="628994" y="66440"/>
                </a:lnTo>
                <a:lnTo>
                  <a:pt x="628994" y="5498"/>
                </a:lnTo>
                <a:lnTo>
                  <a:pt x="646139" y="5498"/>
                </a:lnTo>
                <a:cubicBezTo>
                  <a:pt x="649152" y="5498"/>
                  <a:pt x="652041" y="5832"/>
                  <a:pt x="654806" y="6500"/>
                </a:cubicBezTo>
                <a:cubicBezTo>
                  <a:pt x="657570" y="7167"/>
                  <a:pt x="660000" y="8247"/>
                  <a:pt x="662097" y="9738"/>
                </a:cubicBezTo>
                <a:cubicBezTo>
                  <a:pt x="664194" y="11229"/>
                  <a:pt x="665863" y="13154"/>
                  <a:pt x="667106" y="15515"/>
                </a:cubicBezTo>
                <a:cubicBezTo>
                  <a:pt x="668348" y="17876"/>
                  <a:pt x="668969" y="20749"/>
                  <a:pt x="668969" y="24134"/>
                </a:cubicBezTo>
                <a:moveTo>
                  <a:pt x="660350" y="24507"/>
                </a:moveTo>
                <a:cubicBezTo>
                  <a:pt x="660350" y="20593"/>
                  <a:pt x="659069" y="17596"/>
                  <a:pt x="656506" y="15515"/>
                </a:cubicBezTo>
                <a:cubicBezTo>
                  <a:pt x="653944" y="13434"/>
                  <a:pt x="650364" y="12393"/>
                  <a:pt x="645767" y="12393"/>
                </a:cubicBezTo>
                <a:lnTo>
                  <a:pt x="637287" y="12393"/>
                </a:lnTo>
                <a:lnTo>
                  <a:pt x="637287" y="37460"/>
                </a:lnTo>
                <a:lnTo>
                  <a:pt x="645021" y="37460"/>
                </a:lnTo>
                <a:cubicBezTo>
                  <a:pt x="649929" y="37460"/>
                  <a:pt x="653711" y="36388"/>
                  <a:pt x="656366" y="34245"/>
                </a:cubicBezTo>
                <a:cubicBezTo>
                  <a:pt x="659022" y="32102"/>
                  <a:pt x="660350" y="28856"/>
                  <a:pt x="660350" y="24507"/>
                </a:cubicBezTo>
                <a:close/>
                <a:moveTo>
                  <a:pt x="682856" y="19662"/>
                </a:moveTo>
                <a:lnTo>
                  <a:pt x="690264" y="19662"/>
                </a:lnTo>
                <a:lnTo>
                  <a:pt x="690497" y="28259"/>
                </a:lnTo>
                <a:cubicBezTo>
                  <a:pt x="693261" y="24943"/>
                  <a:pt x="695987" y="22542"/>
                  <a:pt x="698673" y="21055"/>
                </a:cubicBezTo>
                <a:cubicBezTo>
                  <a:pt x="701360" y="19567"/>
                  <a:pt x="704070" y="18823"/>
                  <a:pt x="706804" y="18823"/>
                </a:cubicBezTo>
                <a:cubicBezTo>
                  <a:pt x="711649" y="18823"/>
                  <a:pt x="715322" y="20388"/>
                  <a:pt x="717823" y="23517"/>
                </a:cubicBezTo>
                <a:cubicBezTo>
                  <a:pt x="720323" y="26647"/>
                  <a:pt x="721480" y="31294"/>
                  <a:pt x="721294" y="37460"/>
                </a:cubicBezTo>
                <a:lnTo>
                  <a:pt x="713094" y="37460"/>
                </a:lnTo>
                <a:cubicBezTo>
                  <a:pt x="713187" y="33376"/>
                  <a:pt x="712589" y="30414"/>
                  <a:pt x="711300" y="28574"/>
                </a:cubicBezTo>
                <a:cubicBezTo>
                  <a:pt x="710011" y="26732"/>
                  <a:pt x="708124" y="25812"/>
                  <a:pt x="705639" y="25812"/>
                </a:cubicBezTo>
                <a:cubicBezTo>
                  <a:pt x="704552" y="25812"/>
                  <a:pt x="703457" y="26005"/>
                  <a:pt x="702354" y="26393"/>
                </a:cubicBezTo>
                <a:cubicBezTo>
                  <a:pt x="701252" y="26779"/>
                  <a:pt x="700118" y="27397"/>
                  <a:pt x="698953" y="28248"/>
                </a:cubicBezTo>
                <a:cubicBezTo>
                  <a:pt x="697788" y="29098"/>
                  <a:pt x="696554" y="30188"/>
                  <a:pt x="695249" y="31519"/>
                </a:cubicBezTo>
                <a:cubicBezTo>
                  <a:pt x="693944" y="32849"/>
                  <a:pt x="692547" y="34457"/>
                  <a:pt x="691056" y="36344"/>
                </a:cubicBezTo>
                <a:lnTo>
                  <a:pt x="691056" y="66440"/>
                </a:lnTo>
                <a:lnTo>
                  <a:pt x="682856" y="66440"/>
                </a:lnTo>
                <a:lnTo>
                  <a:pt x="682856" y="19662"/>
                </a:lnTo>
                <a:close/>
                <a:moveTo>
                  <a:pt x="773525" y="42678"/>
                </a:moveTo>
                <a:cubicBezTo>
                  <a:pt x="773525" y="46312"/>
                  <a:pt x="773012" y="49643"/>
                  <a:pt x="771987" y="52672"/>
                </a:cubicBezTo>
                <a:cubicBezTo>
                  <a:pt x="770962" y="55700"/>
                  <a:pt x="769487" y="58294"/>
                  <a:pt x="767561" y="60453"/>
                </a:cubicBezTo>
                <a:cubicBezTo>
                  <a:pt x="765635" y="62611"/>
                  <a:pt x="763290" y="64289"/>
                  <a:pt x="760526" y="65485"/>
                </a:cubicBezTo>
                <a:cubicBezTo>
                  <a:pt x="757761" y="66680"/>
                  <a:pt x="754624" y="67278"/>
                  <a:pt x="751114" y="67278"/>
                </a:cubicBezTo>
                <a:cubicBezTo>
                  <a:pt x="747760" y="67278"/>
                  <a:pt x="744755" y="66758"/>
                  <a:pt x="742099" y="65717"/>
                </a:cubicBezTo>
                <a:cubicBezTo>
                  <a:pt x="739443" y="64677"/>
                  <a:pt x="737191" y="63147"/>
                  <a:pt x="735343" y="61128"/>
                </a:cubicBezTo>
                <a:cubicBezTo>
                  <a:pt x="733495" y="59109"/>
                  <a:pt x="732082" y="56609"/>
                  <a:pt x="731103" y="53627"/>
                </a:cubicBezTo>
                <a:cubicBezTo>
                  <a:pt x="730125" y="50645"/>
                  <a:pt x="729636" y="47213"/>
                  <a:pt x="729636" y="43330"/>
                </a:cubicBezTo>
                <a:cubicBezTo>
                  <a:pt x="729636" y="39696"/>
                  <a:pt x="730148" y="36380"/>
                  <a:pt x="731173" y="33383"/>
                </a:cubicBezTo>
                <a:cubicBezTo>
                  <a:pt x="732198" y="30385"/>
                  <a:pt x="733674" y="27807"/>
                  <a:pt x="735599" y="25649"/>
                </a:cubicBezTo>
                <a:cubicBezTo>
                  <a:pt x="737525" y="23490"/>
                  <a:pt x="739870" y="21813"/>
                  <a:pt x="742635" y="20617"/>
                </a:cubicBezTo>
                <a:cubicBezTo>
                  <a:pt x="745399" y="19421"/>
                  <a:pt x="748536" y="18823"/>
                  <a:pt x="752046" y="18823"/>
                </a:cubicBezTo>
                <a:cubicBezTo>
                  <a:pt x="755401" y="18823"/>
                  <a:pt x="758406" y="19343"/>
                  <a:pt x="761062" y="20384"/>
                </a:cubicBezTo>
                <a:cubicBezTo>
                  <a:pt x="763717" y="21424"/>
                  <a:pt x="765969" y="22946"/>
                  <a:pt x="767817" y="24950"/>
                </a:cubicBezTo>
                <a:cubicBezTo>
                  <a:pt x="769666" y="26953"/>
                  <a:pt x="771079" y="29446"/>
                  <a:pt x="772057" y="32428"/>
                </a:cubicBezTo>
                <a:cubicBezTo>
                  <a:pt x="773036" y="35410"/>
                  <a:pt x="773525" y="38826"/>
                  <a:pt x="773525" y="42678"/>
                </a:cubicBezTo>
                <a:moveTo>
                  <a:pt x="765232" y="43051"/>
                </a:moveTo>
                <a:cubicBezTo>
                  <a:pt x="765232" y="40162"/>
                  <a:pt x="764913" y="37638"/>
                  <a:pt x="764276" y="35480"/>
                </a:cubicBezTo>
                <a:cubicBezTo>
                  <a:pt x="763640" y="33321"/>
                  <a:pt x="762731" y="31519"/>
                  <a:pt x="761551" y="30075"/>
                </a:cubicBezTo>
                <a:cubicBezTo>
                  <a:pt x="760371" y="28631"/>
                  <a:pt x="758934" y="27543"/>
                  <a:pt x="757241" y="26813"/>
                </a:cubicBezTo>
                <a:cubicBezTo>
                  <a:pt x="755548" y="26084"/>
                  <a:pt x="753661" y="25719"/>
                  <a:pt x="751580" y="25719"/>
                </a:cubicBezTo>
                <a:cubicBezTo>
                  <a:pt x="749158" y="25719"/>
                  <a:pt x="747084" y="26192"/>
                  <a:pt x="745360" y="27140"/>
                </a:cubicBezTo>
                <a:cubicBezTo>
                  <a:pt x="743636" y="28087"/>
                  <a:pt x="742223" y="29353"/>
                  <a:pt x="741120" y="30937"/>
                </a:cubicBezTo>
                <a:cubicBezTo>
                  <a:pt x="740018" y="32521"/>
                  <a:pt x="739210" y="34361"/>
                  <a:pt x="738698" y="36458"/>
                </a:cubicBezTo>
                <a:cubicBezTo>
                  <a:pt x="738185" y="38555"/>
                  <a:pt x="737929" y="40752"/>
                  <a:pt x="737929" y="43051"/>
                </a:cubicBezTo>
                <a:cubicBezTo>
                  <a:pt x="737929" y="45939"/>
                  <a:pt x="738247" y="48471"/>
                  <a:pt x="738884" y="50645"/>
                </a:cubicBezTo>
                <a:cubicBezTo>
                  <a:pt x="739521" y="52819"/>
                  <a:pt x="740429" y="54629"/>
                  <a:pt x="741610" y="56073"/>
                </a:cubicBezTo>
                <a:cubicBezTo>
                  <a:pt x="742790" y="57517"/>
                  <a:pt x="744219" y="58604"/>
                  <a:pt x="745896" y="59334"/>
                </a:cubicBezTo>
                <a:cubicBezTo>
                  <a:pt x="747573" y="60064"/>
                  <a:pt x="749468" y="60429"/>
                  <a:pt x="751580" y="60429"/>
                </a:cubicBezTo>
                <a:cubicBezTo>
                  <a:pt x="754003" y="60429"/>
                  <a:pt x="756076" y="59956"/>
                  <a:pt x="757800" y="59008"/>
                </a:cubicBezTo>
                <a:cubicBezTo>
                  <a:pt x="759524" y="58061"/>
                  <a:pt x="760937" y="56795"/>
                  <a:pt x="762040" y="55211"/>
                </a:cubicBezTo>
                <a:cubicBezTo>
                  <a:pt x="763143" y="53627"/>
                  <a:pt x="763950" y="51787"/>
                  <a:pt x="764463" y="49690"/>
                </a:cubicBezTo>
                <a:cubicBezTo>
                  <a:pt x="764975" y="47593"/>
                  <a:pt x="765232" y="45380"/>
                  <a:pt x="765232" y="43051"/>
                </a:cubicBezTo>
                <a:close/>
                <a:moveTo>
                  <a:pt x="824638" y="42212"/>
                </a:moveTo>
                <a:cubicBezTo>
                  <a:pt x="824638" y="46374"/>
                  <a:pt x="824056" y="50008"/>
                  <a:pt x="822891" y="53114"/>
                </a:cubicBezTo>
                <a:cubicBezTo>
                  <a:pt x="821726" y="56221"/>
                  <a:pt x="820119" y="58799"/>
                  <a:pt x="818069" y="60849"/>
                </a:cubicBezTo>
                <a:cubicBezTo>
                  <a:pt x="816019" y="62899"/>
                  <a:pt x="813596" y="64436"/>
                  <a:pt x="810800" y="65461"/>
                </a:cubicBezTo>
                <a:cubicBezTo>
                  <a:pt x="808005" y="66486"/>
                  <a:pt x="804976" y="66999"/>
                  <a:pt x="801715" y="66999"/>
                </a:cubicBezTo>
                <a:cubicBezTo>
                  <a:pt x="800224" y="66999"/>
                  <a:pt x="798741" y="66921"/>
                  <a:pt x="797265" y="66766"/>
                </a:cubicBezTo>
                <a:cubicBezTo>
                  <a:pt x="795790" y="66610"/>
                  <a:pt x="794291" y="66346"/>
                  <a:pt x="792769" y="65974"/>
                </a:cubicBezTo>
                <a:lnTo>
                  <a:pt x="792769" y="85542"/>
                </a:lnTo>
                <a:lnTo>
                  <a:pt x="784662" y="85542"/>
                </a:lnTo>
                <a:lnTo>
                  <a:pt x="784662" y="19662"/>
                </a:lnTo>
                <a:lnTo>
                  <a:pt x="791884" y="19662"/>
                </a:lnTo>
                <a:lnTo>
                  <a:pt x="792397" y="27489"/>
                </a:lnTo>
                <a:cubicBezTo>
                  <a:pt x="794726" y="24290"/>
                  <a:pt x="797211" y="22046"/>
                  <a:pt x="799851" y="20757"/>
                </a:cubicBezTo>
                <a:cubicBezTo>
                  <a:pt x="802492" y="19468"/>
                  <a:pt x="805349" y="18823"/>
                  <a:pt x="808424" y="18823"/>
                </a:cubicBezTo>
                <a:cubicBezTo>
                  <a:pt x="811095" y="18823"/>
                  <a:pt x="813441" y="19382"/>
                  <a:pt x="815460" y="20500"/>
                </a:cubicBezTo>
                <a:cubicBezTo>
                  <a:pt x="817478" y="21619"/>
                  <a:pt x="819171" y="23195"/>
                  <a:pt x="820538" y="25229"/>
                </a:cubicBezTo>
                <a:cubicBezTo>
                  <a:pt x="821905" y="27264"/>
                  <a:pt x="822930" y="29718"/>
                  <a:pt x="823613" y="32591"/>
                </a:cubicBezTo>
                <a:cubicBezTo>
                  <a:pt x="824296" y="35464"/>
                  <a:pt x="824638" y="38671"/>
                  <a:pt x="824638" y="42212"/>
                </a:cubicBezTo>
                <a:moveTo>
                  <a:pt x="816345" y="42585"/>
                </a:moveTo>
                <a:cubicBezTo>
                  <a:pt x="816345" y="40131"/>
                  <a:pt x="816166" y="37879"/>
                  <a:pt x="815809" y="35829"/>
                </a:cubicBezTo>
                <a:cubicBezTo>
                  <a:pt x="815452" y="33779"/>
                  <a:pt x="814885" y="32024"/>
                  <a:pt x="814108" y="30564"/>
                </a:cubicBezTo>
                <a:cubicBezTo>
                  <a:pt x="813332" y="29104"/>
                  <a:pt x="812338" y="27963"/>
                  <a:pt x="811126" y="27140"/>
                </a:cubicBezTo>
                <a:cubicBezTo>
                  <a:pt x="809915" y="26316"/>
                  <a:pt x="808471" y="25905"/>
                  <a:pt x="806793" y="25905"/>
                </a:cubicBezTo>
                <a:cubicBezTo>
                  <a:pt x="805768" y="25905"/>
                  <a:pt x="804728" y="26068"/>
                  <a:pt x="803672" y="26394"/>
                </a:cubicBezTo>
                <a:cubicBezTo>
                  <a:pt x="802616" y="26720"/>
                  <a:pt x="801521" y="27264"/>
                  <a:pt x="800387" y="28025"/>
                </a:cubicBezTo>
                <a:cubicBezTo>
                  <a:pt x="799253" y="28786"/>
                  <a:pt x="798058" y="29795"/>
                  <a:pt x="796800" y="31053"/>
                </a:cubicBezTo>
                <a:cubicBezTo>
                  <a:pt x="795542" y="32311"/>
                  <a:pt x="794198" y="33872"/>
                  <a:pt x="792769" y="35736"/>
                </a:cubicBezTo>
                <a:lnTo>
                  <a:pt x="792769" y="58426"/>
                </a:lnTo>
                <a:cubicBezTo>
                  <a:pt x="794260" y="59047"/>
                  <a:pt x="795829" y="59536"/>
                  <a:pt x="797475" y="59894"/>
                </a:cubicBezTo>
                <a:cubicBezTo>
                  <a:pt x="799121" y="60251"/>
                  <a:pt x="800737" y="60429"/>
                  <a:pt x="802321" y="60429"/>
                </a:cubicBezTo>
                <a:cubicBezTo>
                  <a:pt x="806700" y="60429"/>
                  <a:pt x="810133" y="58946"/>
                  <a:pt x="812617" y="55980"/>
                </a:cubicBezTo>
                <a:cubicBezTo>
                  <a:pt x="815102" y="53013"/>
                  <a:pt x="816345" y="48548"/>
                  <a:pt x="816345" y="42585"/>
                </a:cubicBezTo>
                <a:close/>
                <a:moveTo>
                  <a:pt x="873561" y="53674"/>
                </a:moveTo>
                <a:cubicBezTo>
                  <a:pt x="873561" y="55320"/>
                  <a:pt x="873282" y="56795"/>
                  <a:pt x="872723" y="58100"/>
                </a:cubicBezTo>
                <a:cubicBezTo>
                  <a:pt x="872164" y="59404"/>
                  <a:pt x="871403" y="60561"/>
                  <a:pt x="870440" y="61571"/>
                </a:cubicBezTo>
                <a:cubicBezTo>
                  <a:pt x="869477" y="62580"/>
                  <a:pt x="868359" y="63442"/>
                  <a:pt x="867085" y="64157"/>
                </a:cubicBezTo>
                <a:cubicBezTo>
                  <a:pt x="865812" y="64871"/>
                  <a:pt x="864453" y="65461"/>
                  <a:pt x="863008" y="65927"/>
                </a:cubicBezTo>
                <a:cubicBezTo>
                  <a:pt x="861564" y="66393"/>
                  <a:pt x="860081" y="66735"/>
                  <a:pt x="858559" y="66952"/>
                </a:cubicBezTo>
                <a:cubicBezTo>
                  <a:pt x="857037" y="67170"/>
                  <a:pt x="855546" y="67278"/>
                  <a:pt x="854086" y="67278"/>
                </a:cubicBezTo>
                <a:cubicBezTo>
                  <a:pt x="850918" y="67278"/>
                  <a:pt x="848006" y="67139"/>
                  <a:pt x="845350" y="66859"/>
                </a:cubicBezTo>
                <a:cubicBezTo>
                  <a:pt x="842694" y="66579"/>
                  <a:pt x="840093" y="66129"/>
                  <a:pt x="837546" y="65508"/>
                </a:cubicBezTo>
                <a:lnTo>
                  <a:pt x="837546" y="58053"/>
                </a:lnTo>
                <a:cubicBezTo>
                  <a:pt x="840279" y="58830"/>
                  <a:pt x="842997" y="59420"/>
                  <a:pt x="845699" y="59824"/>
                </a:cubicBezTo>
                <a:cubicBezTo>
                  <a:pt x="848402" y="60227"/>
                  <a:pt x="851089" y="60429"/>
                  <a:pt x="853760" y="60429"/>
                </a:cubicBezTo>
                <a:cubicBezTo>
                  <a:pt x="857642" y="60429"/>
                  <a:pt x="860516" y="59901"/>
                  <a:pt x="862379" y="58845"/>
                </a:cubicBezTo>
                <a:cubicBezTo>
                  <a:pt x="864243" y="57789"/>
                  <a:pt x="865175" y="56283"/>
                  <a:pt x="865175" y="54326"/>
                </a:cubicBezTo>
                <a:cubicBezTo>
                  <a:pt x="865175" y="53487"/>
                  <a:pt x="865027" y="52734"/>
                  <a:pt x="864732" y="52066"/>
                </a:cubicBezTo>
                <a:cubicBezTo>
                  <a:pt x="864437" y="51398"/>
                  <a:pt x="863901" y="50762"/>
                  <a:pt x="863125" y="50156"/>
                </a:cubicBezTo>
                <a:cubicBezTo>
                  <a:pt x="862348" y="49550"/>
                  <a:pt x="861145" y="48921"/>
                  <a:pt x="859514" y="48269"/>
                </a:cubicBezTo>
                <a:cubicBezTo>
                  <a:pt x="857883" y="47617"/>
                  <a:pt x="855655" y="46871"/>
                  <a:pt x="852828" y="46033"/>
                </a:cubicBezTo>
                <a:cubicBezTo>
                  <a:pt x="850716" y="45411"/>
                  <a:pt x="848767" y="44705"/>
                  <a:pt x="846981" y="43913"/>
                </a:cubicBezTo>
                <a:cubicBezTo>
                  <a:pt x="845195" y="43121"/>
                  <a:pt x="843649" y="42181"/>
                  <a:pt x="842345" y="41094"/>
                </a:cubicBezTo>
                <a:cubicBezTo>
                  <a:pt x="841040" y="40007"/>
                  <a:pt x="840015" y="38733"/>
                  <a:pt x="839270" y="37273"/>
                </a:cubicBezTo>
                <a:cubicBezTo>
                  <a:pt x="838524" y="35813"/>
                  <a:pt x="838152" y="34090"/>
                  <a:pt x="838152" y="32102"/>
                </a:cubicBezTo>
                <a:cubicBezTo>
                  <a:pt x="838152" y="30797"/>
                  <a:pt x="838454" y="29368"/>
                  <a:pt x="839060" y="27815"/>
                </a:cubicBezTo>
                <a:cubicBezTo>
                  <a:pt x="839666" y="26262"/>
                  <a:pt x="840699" y="24818"/>
                  <a:pt x="842159" y="23482"/>
                </a:cubicBezTo>
                <a:cubicBezTo>
                  <a:pt x="843618" y="22147"/>
                  <a:pt x="845591" y="21036"/>
                  <a:pt x="848076" y="20151"/>
                </a:cubicBezTo>
                <a:cubicBezTo>
                  <a:pt x="850561" y="19266"/>
                  <a:pt x="853667" y="18823"/>
                  <a:pt x="857394" y="18823"/>
                </a:cubicBezTo>
                <a:cubicBezTo>
                  <a:pt x="859227" y="18823"/>
                  <a:pt x="861261" y="18924"/>
                  <a:pt x="863497" y="19126"/>
                </a:cubicBezTo>
                <a:cubicBezTo>
                  <a:pt x="865734" y="19328"/>
                  <a:pt x="868063" y="19677"/>
                  <a:pt x="870486" y="20174"/>
                </a:cubicBezTo>
                <a:lnTo>
                  <a:pt x="870486" y="27396"/>
                </a:lnTo>
                <a:cubicBezTo>
                  <a:pt x="867939" y="26775"/>
                  <a:pt x="865524" y="26316"/>
                  <a:pt x="863241" y="26021"/>
                </a:cubicBezTo>
                <a:cubicBezTo>
                  <a:pt x="860958" y="25726"/>
                  <a:pt x="858978" y="25579"/>
                  <a:pt x="857301" y="25579"/>
                </a:cubicBezTo>
                <a:cubicBezTo>
                  <a:pt x="855282" y="25579"/>
                  <a:pt x="853581" y="25734"/>
                  <a:pt x="852199" y="26045"/>
                </a:cubicBezTo>
                <a:cubicBezTo>
                  <a:pt x="850817" y="26355"/>
                  <a:pt x="849699" y="26782"/>
                  <a:pt x="848844" y="27326"/>
                </a:cubicBezTo>
                <a:cubicBezTo>
                  <a:pt x="847990" y="27870"/>
                  <a:pt x="847377" y="28506"/>
                  <a:pt x="847004" y="29236"/>
                </a:cubicBezTo>
                <a:cubicBezTo>
                  <a:pt x="846631" y="29966"/>
                  <a:pt x="846445" y="30750"/>
                  <a:pt x="846445" y="31589"/>
                </a:cubicBezTo>
                <a:cubicBezTo>
                  <a:pt x="846445" y="32428"/>
                  <a:pt x="846608" y="33189"/>
                  <a:pt x="846934" y="33872"/>
                </a:cubicBezTo>
                <a:cubicBezTo>
                  <a:pt x="847260" y="34555"/>
                  <a:pt x="847866" y="35215"/>
                  <a:pt x="848751" y="35852"/>
                </a:cubicBezTo>
                <a:cubicBezTo>
                  <a:pt x="849636" y="36489"/>
                  <a:pt x="850871" y="37126"/>
                  <a:pt x="852455" y="37762"/>
                </a:cubicBezTo>
                <a:cubicBezTo>
                  <a:pt x="854039" y="38399"/>
                  <a:pt x="856105" y="39090"/>
                  <a:pt x="858652" y="39836"/>
                </a:cubicBezTo>
                <a:cubicBezTo>
                  <a:pt x="861416" y="40643"/>
                  <a:pt x="863746" y="41490"/>
                  <a:pt x="865641" y="42375"/>
                </a:cubicBezTo>
                <a:cubicBezTo>
                  <a:pt x="867535" y="43260"/>
                  <a:pt x="869073" y="44246"/>
                  <a:pt x="870253" y="45334"/>
                </a:cubicBezTo>
                <a:cubicBezTo>
                  <a:pt x="871434" y="46421"/>
                  <a:pt x="872280" y="47648"/>
                  <a:pt x="872793" y="49014"/>
                </a:cubicBezTo>
                <a:cubicBezTo>
                  <a:pt x="873305" y="50381"/>
                  <a:pt x="873561" y="51934"/>
                  <a:pt x="873561" y="53674"/>
                </a:cubicBezTo>
                <a:close/>
                <a:moveTo>
                  <a:pt x="912221" y="11834"/>
                </a:moveTo>
                <a:lnTo>
                  <a:pt x="904114" y="11834"/>
                </a:lnTo>
                <a:lnTo>
                  <a:pt x="889204" y="559"/>
                </a:lnTo>
                <a:lnTo>
                  <a:pt x="900946" y="559"/>
                </a:lnTo>
                <a:lnTo>
                  <a:pt x="912221" y="11834"/>
                </a:lnTo>
                <a:moveTo>
                  <a:pt x="881098" y="19662"/>
                </a:moveTo>
                <a:lnTo>
                  <a:pt x="881098" y="19662"/>
                </a:lnTo>
                <a:close/>
                <a:moveTo>
                  <a:pt x="1036637" y="19662"/>
                </a:moveTo>
                <a:lnTo>
                  <a:pt x="1029834" y="66440"/>
                </a:lnTo>
                <a:lnTo>
                  <a:pt x="1020003" y="66440"/>
                </a:lnTo>
                <a:lnTo>
                  <a:pt x="1013248" y="46871"/>
                </a:lnTo>
                <a:lnTo>
                  <a:pt x="1011896" y="42119"/>
                </a:lnTo>
                <a:lnTo>
                  <a:pt x="1010359" y="47151"/>
                </a:lnTo>
                <a:lnTo>
                  <a:pt x="1003883" y="66440"/>
                </a:lnTo>
                <a:lnTo>
                  <a:pt x="994331" y="66440"/>
                </a:lnTo>
                <a:lnTo>
                  <a:pt x="987576" y="19662"/>
                </a:lnTo>
                <a:lnTo>
                  <a:pt x="995496" y="19662"/>
                </a:lnTo>
                <a:lnTo>
                  <a:pt x="999410" y="51437"/>
                </a:lnTo>
                <a:lnTo>
                  <a:pt x="1000249" y="58519"/>
                </a:lnTo>
                <a:lnTo>
                  <a:pt x="1002252" y="52322"/>
                </a:lnTo>
                <a:lnTo>
                  <a:pt x="1009054" y="31310"/>
                </a:lnTo>
                <a:lnTo>
                  <a:pt x="1014878" y="31310"/>
                </a:lnTo>
                <a:lnTo>
                  <a:pt x="1022193" y="52043"/>
                </a:lnTo>
                <a:lnTo>
                  <a:pt x="1024290" y="58240"/>
                </a:lnTo>
                <a:lnTo>
                  <a:pt x="1024989" y="51670"/>
                </a:lnTo>
                <a:lnTo>
                  <a:pt x="1028623" y="19662"/>
                </a:lnTo>
                <a:lnTo>
                  <a:pt x="1036637" y="19662"/>
                </a:lnTo>
                <a:close/>
                <a:moveTo>
                  <a:pt x="1084886" y="42678"/>
                </a:moveTo>
                <a:cubicBezTo>
                  <a:pt x="1084886" y="46312"/>
                  <a:pt x="1084374" y="49643"/>
                  <a:pt x="1083349" y="52672"/>
                </a:cubicBezTo>
                <a:cubicBezTo>
                  <a:pt x="1082324" y="55700"/>
                  <a:pt x="1080848" y="58294"/>
                  <a:pt x="1078922" y="60453"/>
                </a:cubicBezTo>
                <a:cubicBezTo>
                  <a:pt x="1076997" y="62611"/>
                  <a:pt x="1074652" y="64289"/>
                  <a:pt x="1071887" y="65485"/>
                </a:cubicBezTo>
                <a:cubicBezTo>
                  <a:pt x="1069123" y="66680"/>
                  <a:pt x="1065985" y="67278"/>
                  <a:pt x="1062476" y="67278"/>
                </a:cubicBezTo>
                <a:cubicBezTo>
                  <a:pt x="1059121" y="67278"/>
                  <a:pt x="1056116" y="66758"/>
                  <a:pt x="1053460" y="65717"/>
                </a:cubicBezTo>
                <a:cubicBezTo>
                  <a:pt x="1050804" y="64677"/>
                  <a:pt x="1048552" y="63147"/>
                  <a:pt x="1046704" y="61128"/>
                </a:cubicBezTo>
                <a:cubicBezTo>
                  <a:pt x="1044856" y="59109"/>
                  <a:pt x="1043443" y="56609"/>
                  <a:pt x="1042464" y="53627"/>
                </a:cubicBezTo>
                <a:cubicBezTo>
                  <a:pt x="1041486" y="50645"/>
                  <a:pt x="1040997" y="47213"/>
                  <a:pt x="1040997" y="43330"/>
                </a:cubicBezTo>
                <a:cubicBezTo>
                  <a:pt x="1040997" y="39696"/>
                  <a:pt x="1041509" y="36380"/>
                  <a:pt x="1042534" y="33383"/>
                </a:cubicBezTo>
                <a:cubicBezTo>
                  <a:pt x="1043559" y="30385"/>
                  <a:pt x="1045035" y="27807"/>
                  <a:pt x="1046961" y="25649"/>
                </a:cubicBezTo>
                <a:cubicBezTo>
                  <a:pt x="1048886" y="23490"/>
                  <a:pt x="1051231" y="21813"/>
                  <a:pt x="1053996" y="20617"/>
                </a:cubicBezTo>
                <a:cubicBezTo>
                  <a:pt x="1056760" y="19421"/>
                  <a:pt x="1059898" y="18823"/>
                  <a:pt x="1063407" y="18823"/>
                </a:cubicBezTo>
                <a:cubicBezTo>
                  <a:pt x="1066762" y="18823"/>
                  <a:pt x="1069767" y="19343"/>
                  <a:pt x="1072423" y="20384"/>
                </a:cubicBezTo>
                <a:cubicBezTo>
                  <a:pt x="1075079" y="21424"/>
                  <a:pt x="1077331" y="22946"/>
                  <a:pt x="1079179" y="24950"/>
                </a:cubicBezTo>
                <a:cubicBezTo>
                  <a:pt x="1081027" y="26953"/>
                  <a:pt x="1082440" y="29446"/>
                  <a:pt x="1083418" y="32428"/>
                </a:cubicBezTo>
                <a:cubicBezTo>
                  <a:pt x="1084397" y="35410"/>
                  <a:pt x="1084886" y="38826"/>
                  <a:pt x="1084886" y="42678"/>
                </a:cubicBezTo>
                <a:moveTo>
                  <a:pt x="1076593" y="43051"/>
                </a:moveTo>
                <a:cubicBezTo>
                  <a:pt x="1076593" y="40162"/>
                  <a:pt x="1076274" y="37638"/>
                  <a:pt x="1075638" y="35480"/>
                </a:cubicBezTo>
                <a:cubicBezTo>
                  <a:pt x="1075001" y="33321"/>
                  <a:pt x="1074092" y="31519"/>
                  <a:pt x="1072912" y="30075"/>
                </a:cubicBezTo>
                <a:cubicBezTo>
                  <a:pt x="1071732" y="28631"/>
                  <a:pt x="1070295" y="27543"/>
                  <a:pt x="1068602" y="26813"/>
                </a:cubicBezTo>
                <a:cubicBezTo>
                  <a:pt x="1066910" y="26084"/>
                  <a:pt x="1065023" y="25719"/>
                  <a:pt x="1062941" y="25719"/>
                </a:cubicBezTo>
                <a:cubicBezTo>
                  <a:pt x="1060519" y="25719"/>
                  <a:pt x="1058445" y="26192"/>
                  <a:pt x="1056722" y="27140"/>
                </a:cubicBezTo>
                <a:cubicBezTo>
                  <a:pt x="1054998" y="28087"/>
                  <a:pt x="1053584" y="29353"/>
                  <a:pt x="1052482" y="30937"/>
                </a:cubicBezTo>
                <a:cubicBezTo>
                  <a:pt x="1051379" y="32521"/>
                  <a:pt x="1050571" y="34361"/>
                  <a:pt x="1050059" y="36458"/>
                </a:cubicBezTo>
                <a:cubicBezTo>
                  <a:pt x="1049546" y="38555"/>
                  <a:pt x="1049290" y="40752"/>
                  <a:pt x="1049290" y="43051"/>
                </a:cubicBezTo>
                <a:cubicBezTo>
                  <a:pt x="1049290" y="45939"/>
                  <a:pt x="1049609" y="48471"/>
                  <a:pt x="1050245" y="50645"/>
                </a:cubicBezTo>
                <a:cubicBezTo>
                  <a:pt x="1050882" y="52819"/>
                  <a:pt x="1051791" y="54629"/>
                  <a:pt x="1052971" y="56073"/>
                </a:cubicBezTo>
                <a:cubicBezTo>
                  <a:pt x="1054151" y="57517"/>
                  <a:pt x="1055580" y="58604"/>
                  <a:pt x="1057257" y="59334"/>
                </a:cubicBezTo>
                <a:cubicBezTo>
                  <a:pt x="1058935" y="60064"/>
                  <a:pt x="1060829" y="60429"/>
                  <a:pt x="1062941" y="60429"/>
                </a:cubicBezTo>
                <a:cubicBezTo>
                  <a:pt x="1065364" y="60429"/>
                  <a:pt x="1067438" y="59956"/>
                  <a:pt x="1069161" y="59008"/>
                </a:cubicBezTo>
                <a:cubicBezTo>
                  <a:pt x="1070885" y="58061"/>
                  <a:pt x="1072299" y="56795"/>
                  <a:pt x="1073401" y="55211"/>
                </a:cubicBezTo>
                <a:cubicBezTo>
                  <a:pt x="1074504" y="53627"/>
                  <a:pt x="1075312" y="51787"/>
                  <a:pt x="1075824" y="49690"/>
                </a:cubicBezTo>
                <a:cubicBezTo>
                  <a:pt x="1076337" y="47593"/>
                  <a:pt x="1076593" y="45380"/>
                  <a:pt x="1076593" y="43051"/>
                </a:cubicBezTo>
                <a:close/>
                <a:moveTo>
                  <a:pt x="1133577" y="66440"/>
                </a:moveTo>
                <a:lnTo>
                  <a:pt x="1126309" y="66440"/>
                </a:lnTo>
                <a:lnTo>
                  <a:pt x="1126030" y="58892"/>
                </a:lnTo>
                <a:cubicBezTo>
                  <a:pt x="1124632" y="60507"/>
                  <a:pt x="1123304" y="61850"/>
                  <a:pt x="1122046" y="62922"/>
                </a:cubicBezTo>
                <a:cubicBezTo>
                  <a:pt x="1120788" y="63994"/>
                  <a:pt x="1119538" y="64856"/>
                  <a:pt x="1118295" y="65508"/>
                </a:cubicBezTo>
                <a:cubicBezTo>
                  <a:pt x="1117053" y="66160"/>
                  <a:pt x="1115803" y="66618"/>
                  <a:pt x="1114545" y="66882"/>
                </a:cubicBezTo>
                <a:cubicBezTo>
                  <a:pt x="1113287" y="67146"/>
                  <a:pt x="1111959" y="67278"/>
                  <a:pt x="1110561" y="67278"/>
                </a:cubicBezTo>
                <a:cubicBezTo>
                  <a:pt x="1105747" y="67278"/>
                  <a:pt x="1102113" y="65865"/>
                  <a:pt x="1099659" y="63038"/>
                </a:cubicBezTo>
                <a:cubicBezTo>
                  <a:pt x="1097205" y="60212"/>
                  <a:pt x="1095978" y="55941"/>
                  <a:pt x="1095978" y="50226"/>
                </a:cubicBezTo>
                <a:lnTo>
                  <a:pt x="1095978" y="19662"/>
                </a:lnTo>
                <a:lnTo>
                  <a:pt x="1104085" y="19662"/>
                </a:lnTo>
                <a:lnTo>
                  <a:pt x="1104085" y="49573"/>
                </a:lnTo>
                <a:cubicBezTo>
                  <a:pt x="1104085" y="56749"/>
                  <a:pt x="1106787" y="60336"/>
                  <a:pt x="1112192" y="60336"/>
                </a:cubicBezTo>
                <a:cubicBezTo>
                  <a:pt x="1113186" y="60336"/>
                  <a:pt x="1114156" y="60189"/>
                  <a:pt x="1115104" y="59894"/>
                </a:cubicBezTo>
                <a:cubicBezTo>
                  <a:pt x="1116051" y="59598"/>
                  <a:pt x="1117045" y="59086"/>
                  <a:pt x="1118086" y="58356"/>
                </a:cubicBezTo>
                <a:cubicBezTo>
                  <a:pt x="1119126" y="57626"/>
                  <a:pt x="1120244" y="56640"/>
                  <a:pt x="1121440" y="55397"/>
                </a:cubicBezTo>
                <a:cubicBezTo>
                  <a:pt x="1122636" y="54155"/>
                  <a:pt x="1123980" y="52586"/>
                  <a:pt x="1125470" y="50692"/>
                </a:cubicBezTo>
                <a:lnTo>
                  <a:pt x="1125470" y="19662"/>
                </a:lnTo>
                <a:lnTo>
                  <a:pt x="1133577" y="19662"/>
                </a:lnTo>
                <a:lnTo>
                  <a:pt x="1133577" y="66440"/>
                </a:lnTo>
                <a:close/>
                <a:moveTo>
                  <a:pt x="1163725" y="7222"/>
                </a:moveTo>
                <a:lnTo>
                  <a:pt x="1149887" y="7222"/>
                </a:lnTo>
                <a:lnTo>
                  <a:pt x="1149887" y="559"/>
                </a:lnTo>
                <a:lnTo>
                  <a:pt x="1171925" y="559"/>
                </a:lnTo>
                <a:lnTo>
                  <a:pt x="1171925" y="59684"/>
                </a:lnTo>
                <a:lnTo>
                  <a:pt x="1185856" y="59684"/>
                </a:lnTo>
                <a:lnTo>
                  <a:pt x="1185856" y="66440"/>
                </a:lnTo>
                <a:lnTo>
                  <a:pt x="1148350" y="66440"/>
                </a:lnTo>
                <a:lnTo>
                  <a:pt x="1148350" y="59684"/>
                </a:lnTo>
                <a:lnTo>
                  <a:pt x="1163725" y="59684"/>
                </a:lnTo>
                <a:lnTo>
                  <a:pt x="1163725" y="7222"/>
                </a:lnTo>
                <a:close/>
                <a:moveTo>
                  <a:pt x="1197227" y="44029"/>
                </a:moveTo>
                <a:cubicBezTo>
                  <a:pt x="1197227" y="40053"/>
                  <a:pt x="1197771" y="36520"/>
                  <a:pt x="1198858" y="33429"/>
                </a:cubicBezTo>
                <a:cubicBezTo>
                  <a:pt x="1199945" y="30339"/>
                  <a:pt x="1201490" y="27730"/>
                  <a:pt x="1203494" y="25602"/>
                </a:cubicBezTo>
                <a:cubicBezTo>
                  <a:pt x="1205497" y="23474"/>
                  <a:pt x="1207905" y="21859"/>
                  <a:pt x="1210716" y="20757"/>
                </a:cubicBezTo>
                <a:cubicBezTo>
                  <a:pt x="1213527" y="19654"/>
                  <a:pt x="1216656" y="19103"/>
                  <a:pt x="1220104" y="19103"/>
                </a:cubicBezTo>
                <a:cubicBezTo>
                  <a:pt x="1221595" y="19103"/>
                  <a:pt x="1223062" y="19196"/>
                  <a:pt x="1224507" y="19382"/>
                </a:cubicBezTo>
                <a:cubicBezTo>
                  <a:pt x="1225951" y="19568"/>
                  <a:pt x="1227372" y="19864"/>
                  <a:pt x="1228770" y="20267"/>
                </a:cubicBezTo>
                <a:lnTo>
                  <a:pt x="1228770" y="559"/>
                </a:lnTo>
                <a:lnTo>
                  <a:pt x="1236923" y="559"/>
                </a:lnTo>
                <a:lnTo>
                  <a:pt x="1236923" y="66440"/>
                </a:lnTo>
                <a:lnTo>
                  <a:pt x="1229655" y="66440"/>
                </a:lnTo>
                <a:lnTo>
                  <a:pt x="1229376" y="57587"/>
                </a:lnTo>
                <a:cubicBezTo>
                  <a:pt x="1227108" y="60880"/>
                  <a:pt x="1224654" y="63318"/>
                  <a:pt x="1222014" y="64902"/>
                </a:cubicBezTo>
                <a:cubicBezTo>
                  <a:pt x="1219374" y="66486"/>
                  <a:pt x="1216516" y="67278"/>
                  <a:pt x="1213441" y="67278"/>
                </a:cubicBezTo>
                <a:cubicBezTo>
                  <a:pt x="1210770" y="67278"/>
                  <a:pt x="1208417" y="66719"/>
                  <a:pt x="1206383" y="65601"/>
                </a:cubicBezTo>
                <a:cubicBezTo>
                  <a:pt x="1204348" y="64483"/>
                  <a:pt x="1202655" y="62906"/>
                  <a:pt x="1201304" y="60872"/>
                </a:cubicBezTo>
                <a:cubicBezTo>
                  <a:pt x="1199953" y="58837"/>
                  <a:pt x="1198936" y="56391"/>
                  <a:pt x="1198252" y="53534"/>
                </a:cubicBezTo>
                <a:cubicBezTo>
                  <a:pt x="1197569" y="50676"/>
                  <a:pt x="1197227" y="47508"/>
                  <a:pt x="1197227" y="44029"/>
                </a:cubicBezTo>
                <a:moveTo>
                  <a:pt x="1205521" y="43517"/>
                </a:moveTo>
                <a:cubicBezTo>
                  <a:pt x="1205521" y="49170"/>
                  <a:pt x="1206352" y="53386"/>
                  <a:pt x="1208013" y="56166"/>
                </a:cubicBezTo>
                <a:cubicBezTo>
                  <a:pt x="1209675" y="58946"/>
                  <a:pt x="1212028" y="60336"/>
                  <a:pt x="1215072" y="60336"/>
                </a:cubicBezTo>
                <a:cubicBezTo>
                  <a:pt x="1217122" y="60336"/>
                  <a:pt x="1219288" y="59420"/>
                  <a:pt x="1221571" y="57587"/>
                </a:cubicBezTo>
                <a:cubicBezTo>
                  <a:pt x="1223854" y="55755"/>
                  <a:pt x="1226254" y="53037"/>
                  <a:pt x="1228770" y="49434"/>
                </a:cubicBezTo>
                <a:lnTo>
                  <a:pt x="1228770" y="27722"/>
                </a:lnTo>
                <a:cubicBezTo>
                  <a:pt x="1227434" y="27101"/>
                  <a:pt x="1225959" y="26627"/>
                  <a:pt x="1224344" y="26301"/>
                </a:cubicBezTo>
                <a:cubicBezTo>
                  <a:pt x="1222728" y="25975"/>
                  <a:pt x="1221129" y="25812"/>
                  <a:pt x="1219545" y="25812"/>
                </a:cubicBezTo>
                <a:cubicBezTo>
                  <a:pt x="1215134" y="25812"/>
                  <a:pt x="1211694" y="27241"/>
                  <a:pt x="1209225" y="30098"/>
                </a:cubicBezTo>
                <a:cubicBezTo>
                  <a:pt x="1206755" y="32956"/>
                  <a:pt x="1205521" y="37429"/>
                  <a:pt x="1205521" y="43517"/>
                </a:cubicBezTo>
                <a:close/>
                <a:moveTo>
                  <a:pt x="1344433" y="42212"/>
                </a:moveTo>
                <a:cubicBezTo>
                  <a:pt x="1344433" y="46095"/>
                  <a:pt x="1343897" y="49566"/>
                  <a:pt x="1342825" y="52625"/>
                </a:cubicBezTo>
                <a:cubicBezTo>
                  <a:pt x="1341754" y="55685"/>
                  <a:pt x="1340232" y="58278"/>
                  <a:pt x="1338259" y="60406"/>
                </a:cubicBezTo>
                <a:cubicBezTo>
                  <a:pt x="1336287" y="62534"/>
                  <a:pt x="1333888" y="64164"/>
                  <a:pt x="1331061" y="65298"/>
                </a:cubicBezTo>
                <a:cubicBezTo>
                  <a:pt x="1328234" y="66432"/>
                  <a:pt x="1325051" y="66999"/>
                  <a:pt x="1321510" y="66999"/>
                </a:cubicBezTo>
                <a:cubicBezTo>
                  <a:pt x="1318745" y="66999"/>
                  <a:pt x="1315919" y="66735"/>
                  <a:pt x="1313030" y="66207"/>
                </a:cubicBezTo>
                <a:cubicBezTo>
                  <a:pt x="1310141" y="65679"/>
                  <a:pt x="1307284" y="64840"/>
                  <a:pt x="1304457" y="63691"/>
                </a:cubicBezTo>
                <a:lnTo>
                  <a:pt x="1304457" y="559"/>
                </a:lnTo>
                <a:lnTo>
                  <a:pt x="1312564" y="559"/>
                </a:lnTo>
                <a:lnTo>
                  <a:pt x="1312564" y="18715"/>
                </a:lnTo>
                <a:lnTo>
                  <a:pt x="1312191" y="27396"/>
                </a:lnTo>
                <a:cubicBezTo>
                  <a:pt x="1314521" y="24259"/>
                  <a:pt x="1317014" y="22046"/>
                  <a:pt x="1319669" y="20757"/>
                </a:cubicBezTo>
                <a:cubicBezTo>
                  <a:pt x="1322325" y="19468"/>
                  <a:pt x="1325175" y="18823"/>
                  <a:pt x="1328219" y="18823"/>
                </a:cubicBezTo>
                <a:cubicBezTo>
                  <a:pt x="1330890" y="18823"/>
                  <a:pt x="1333235" y="19382"/>
                  <a:pt x="1335254" y="20500"/>
                </a:cubicBezTo>
                <a:cubicBezTo>
                  <a:pt x="1337273" y="21619"/>
                  <a:pt x="1338966" y="23195"/>
                  <a:pt x="1340333" y="25229"/>
                </a:cubicBezTo>
                <a:cubicBezTo>
                  <a:pt x="1341699" y="27264"/>
                  <a:pt x="1342724" y="29718"/>
                  <a:pt x="1343408" y="32591"/>
                </a:cubicBezTo>
                <a:cubicBezTo>
                  <a:pt x="1344091" y="35464"/>
                  <a:pt x="1344433" y="38671"/>
                  <a:pt x="1344433" y="42212"/>
                </a:cubicBezTo>
                <a:moveTo>
                  <a:pt x="1336139" y="42585"/>
                </a:moveTo>
                <a:cubicBezTo>
                  <a:pt x="1336139" y="40131"/>
                  <a:pt x="1335961" y="37879"/>
                  <a:pt x="1335604" y="35829"/>
                </a:cubicBezTo>
                <a:cubicBezTo>
                  <a:pt x="1335246" y="33779"/>
                  <a:pt x="1334680" y="32024"/>
                  <a:pt x="1333903" y="30564"/>
                </a:cubicBezTo>
                <a:cubicBezTo>
                  <a:pt x="1333127" y="29104"/>
                  <a:pt x="1332133" y="27963"/>
                  <a:pt x="1330921" y="27140"/>
                </a:cubicBezTo>
                <a:cubicBezTo>
                  <a:pt x="1329710" y="26316"/>
                  <a:pt x="1328265" y="25905"/>
                  <a:pt x="1326588" y="25905"/>
                </a:cubicBezTo>
                <a:cubicBezTo>
                  <a:pt x="1325563" y="25905"/>
                  <a:pt x="1324523" y="26068"/>
                  <a:pt x="1323467" y="26394"/>
                </a:cubicBezTo>
                <a:cubicBezTo>
                  <a:pt x="1322410" y="26720"/>
                  <a:pt x="1321316" y="27264"/>
                  <a:pt x="1320182" y="28025"/>
                </a:cubicBezTo>
                <a:cubicBezTo>
                  <a:pt x="1319048" y="28786"/>
                  <a:pt x="1317852" y="29795"/>
                  <a:pt x="1316594" y="31053"/>
                </a:cubicBezTo>
                <a:cubicBezTo>
                  <a:pt x="1315336" y="32311"/>
                  <a:pt x="1313993" y="33872"/>
                  <a:pt x="1312564" y="35736"/>
                </a:cubicBezTo>
                <a:lnTo>
                  <a:pt x="1312564" y="58426"/>
                </a:lnTo>
                <a:cubicBezTo>
                  <a:pt x="1314148" y="59047"/>
                  <a:pt x="1315763" y="59536"/>
                  <a:pt x="1317410" y="59894"/>
                </a:cubicBezTo>
                <a:cubicBezTo>
                  <a:pt x="1319056" y="60251"/>
                  <a:pt x="1320624" y="60429"/>
                  <a:pt x="1322115" y="60429"/>
                </a:cubicBezTo>
                <a:cubicBezTo>
                  <a:pt x="1323979" y="60429"/>
                  <a:pt x="1325757" y="60134"/>
                  <a:pt x="1327450" y="59544"/>
                </a:cubicBezTo>
                <a:cubicBezTo>
                  <a:pt x="1329143" y="58954"/>
                  <a:pt x="1330634" y="57968"/>
                  <a:pt x="1331923" y="56586"/>
                </a:cubicBezTo>
                <a:cubicBezTo>
                  <a:pt x="1333212" y="55203"/>
                  <a:pt x="1334237" y="53371"/>
                  <a:pt x="1334998" y="51088"/>
                </a:cubicBezTo>
                <a:cubicBezTo>
                  <a:pt x="1335759" y="48805"/>
                  <a:pt x="1336139" y="45970"/>
                  <a:pt x="1336139" y="42585"/>
                </a:cubicBezTo>
                <a:close/>
                <a:moveTo>
                  <a:pt x="1395825" y="40581"/>
                </a:moveTo>
                <a:cubicBezTo>
                  <a:pt x="1395825" y="41731"/>
                  <a:pt x="1395810" y="42693"/>
                  <a:pt x="1395779" y="43470"/>
                </a:cubicBezTo>
                <a:cubicBezTo>
                  <a:pt x="1395748" y="44246"/>
                  <a:pt x="1395701" y="44976"/>
                  <a:pt x="1395639" y="45660"/>
                </a:cubicBezTo>
                <a:lnTo>
                  <a:pt x="1362792" y="45660"/>
                </a:lnTo>
                <a:cubicBezTo>
                  <a:pt x="1362792" y="50443"/>
                  <a:pt x="1364128" y="54116"/>
                  <a:pt x="1366799" y="56679"/>
                </a:cubicBezTo>
                <a:cubicBezTo>
                  <a:pt x="1369470" y="59241"/>
                  <a:pt x="1373322" y="60522"/>
                  <a:pt x="1378354" y="60522"/>
                </a:cubicBezTo>
                <a:cubicBezTo>
                  <a:pt x="1379720" y="60522"/>
                  <a:pt x="1381087" y="60467"/>
                  <a:pt x="1382454" y="60357"/>
                </a:cubicBezTo>
                <a:cubicBezTo>
                  <a:pt x="1383820" y="60245"/>
                  <a:pt x="1385140" y="60094"/>
                  <a:pt x="1386414" y="59904"/>
                </a:cubicBezTo>
                <a:cubicBezTo>
                  <a:pt x="1387687" y="59712"/>
                  <a:pt x="1388907" y="59498"/>
                  <a:pt x="1390071" y="59260"/>
                </a:cubicBezTo>
                <a:cubicBezTo>
                  <a:pt x="1391236" y="59021"/>
                  <a:pt x="1392316" y="58759"/>
                  <a:pt x="1393310" y="58472"/>
                </a:cubicBezTo>
                <a:lnTo>
                  <a:pt x="1393310" y="65135"/>
                </a:lnTo>
                <a:cubicBezTo>
                  <a:pt x="1391104" y="65770"/>
                  <a:pt x="1388612" y="66286"/>
                  <a:pt x="1385832" y="66683"/>
                </a:cubicBezTo>
                <a:cubicBezTo>
                  <a:pt x="1383052" y="67080"/>
                  <a:pt x="1380171" y="67278"/>
                  <a:pt x="1377189" y="67278"/>
                </a:cubicBezTo>
                <a:cubicBezTo>
                  <a:pt x="1373182" y="67278"/>
                  <a:pt x="1369734" y="66735"/>
                  <a:pt x="1366846" y="65648"/>
                </a:cubicBezTo>
                <a:cubicBezTo>
                  <a:pt x="1363957" y="64560"/>
                  <a:pt x="1361588" y="62984"/>
                  <a:pt x="1359740" y="60919"/>
                </a:cubicBezTo>
                <a:cubicBezTo>
                  <a:pt x="1357892" y="58853"/>
                  <a:pt x="1356525" y="56321"/>
                  <a:pt x="1355640" y="53324"/>
                </a:cubicBezTo>
                <a:cubicBezTo>
                  <a:pt x="1354755" y="50327"/>
                  <a:pt x="1354312" y="46933"/>
                  <a:pt x="1354312" y="43144"/>
                </a:cubicBezTo>
                <a:cubicBezTo>
                  <a:pt x="1354312" y="39851"/>
                  <a:pt x="1354786" y="36737"/>
                  <a:pt x="1355733" y="33802"/>
                </a:cubicBezTo>
                <a:cubicBezTo>
                  <a:pt x="1356681" y="30867"/>
                  <a:pt x="1358063" y="28289"/>
                  <a:pt x="1359880" y="26068"/>
                </a:cubicBezTo>
                <a:cubicBezTo>
                  <a:pt x="1361697" y="23847"/>
                  <a:pt x="1363926" y="22084"/>
                  <a:pt x="1366566" y="20780"/>
                </a:cubicBezTo>
                <a:cubicBezTo>
                  <a:pt x="1369206" y="19475"/>
                  <a:pt x="1372204" y="18823"/>
                  <a:pt x="1375558" y="18823"/>
                </a:cubicBezTo>
                <a:cubicBezTo>
                  <a:pt x="1378820" y="18823"/>
                  <a:pt x="1381708" y="19336"/>
                  <a:pt x="1384224" y="20361"/>
                </a:cubicBezTo>
                <a:cubicBezTo>
                  <a:pt x="1386740" y="21386"/>
                  <a:pt x="1388860" y="22838"/>
                  <a:pt x="1390584" y="24717"/>
                </a:cubicBezTo>
                <a:cubicBezTo>
                  <a:pt x="1392308" y="26596"/>
                  <a:pt x="1393612" y="28879"/>
                  <a:pt x="1394498" y="31566"/>
                </a:cubicBezTo>
                <a:cubicBezTo>
                  <a:pt x="1395383" y="34253"/>
                  <a:pt x="1395825" y="37258"/>
                  <a:pt x="1395825" y="40581"/>
                </a:cubicBezTo>
                <a:moveTo>
                  <a:pt x="1387392" y="39416"/>
                </a:moveTo>
                <a:cubicBezTo>
                  <a:pt x="1387486" y="37335"/>
                  <a:pt x="1387284" y="35433"/>
                  <a:pt x="1386787" y="33709"/>
                </a:cubicBezTo>
                <a:cubicBezTo>
                  <a:pt x="1386290" y="31985"/>
                  <a:pt x="1385521" y="30502"/>
                  <a:pt x="1384480" y="29260"/>
                </a:cubicBezTo>
                <a:cubicBezTo>
                  <a:pt x="1383440" y="28017"/>
                  <a:pt x="1382143" y="27046"/>
                  <a:pt x="1380590" y="26348"/>
                </a:cubicBezTo>
                <a:cubicBezTo>
                  <a:pt x="1379037" y="25649"/>
                  <a:pt x="1377235" y="25299"/>
                  <a:pt x="1375185" y="25299"/>
                </a:cubicBezTo>
                <a:cubicBezTo>
                  <a:pt x="1373415" y="25299"/>
                  <a:pt x="1371800" y="25641"/>
                  <a:pt x="1370340" y="26324"/>
                </a:cubicBezTo>
                <a:cubicBezTo>
                  <a:pt x="1368880" y="27008"/>
                  <a:pt x="1367622" y="27970"/>
                  <a:pt x="1366566" y="29213"/>
                </a:cubicBezTo>
                <a:cubicBezTo>
                  <a:pt x="1365510" y="30455"/>
                  <a:pt x="1364656" y="31946"/>
                  <a:pt x="1364003" y="33686"/>
                </a:cubicBezTo>
                <a:cubicBezTo>
                  <a:pt x="1363351" y="35425"/>
                  <a:pt x="1362947" y="37335"/>
                  <a:pt x="1362792" y="39416"/>
                </a:cubicBezTo>
                <a:lnTo>
                  <a:pt x="1387392" y="39416"/>
                </a:lnTo>
                <a:close/>
                <a:moveTo>
                  <a:pt x="1501046" y="42212"/>
                </a:moveTo>
                <a:cubicBezTo>
                  <a:pt x="1501046" y="46374"/>
                  <a:pt x="1500463" y="50008"/>
                  <a:pt x="1499298" y="53114"/>
                </a:cubicBezTo>
                <a:cubicBezTo>
                  <a:pt x="1498134" y="56221"/>
                  <a:pt x="1496526" y="58799"/>
                  <a:pt x="1494476" y="60849"/>
                </a:cubicBezTo>
                <a:cubicBezTo>
                  <a:pt x="1492426" y="62899"/>
                  <a:pt x="1490003" y="64436"/>
                  <a:pt x="1487208" y="65461"/>
                </a:cubicBezTo>
                <a:cubicBezTo>
                  <a:pt x="1484412" y="66486"/>
                  <a:pt x="1481384" y="66999"/>
                  <a:pt x="1478123" y="66999"/>
                </a:cubicBezTo>
                <a:cubicBezTo>
                  <a:pt x="1476632" y="66999"/>
                  <a:pt x="1475148" y="66921"/>
                  <a:pt x="1473673" y="66766"/>
                </a:cubicBezTo>
                <a:cubicBezTo>
                  <a:pt x="1472198" y="66610"/>
                  <a:pt x="1470699" y="66346"/>
                  <a:pt x="1469177" y="65974"/>
                </a:cubicBezTo>
                <a:lnTo>
                  <a:pt x="1469177" y="85542"/>
                </a:lnTo>
                <a:lnTo>
                  <a:pt x="1461070" y="85542"/>
                </a:lnTo>
                <a:lnTo>
                  <a:pt x="1461070" y="19662"/>
                </a:lnTo>
                <a:lnTo>
                  <a:pt x="1468292" y="19662"/>
                </a:lnTo>
                <a:lnTo>
                  <a:pt x="1468804" y="27489"/>
                </a:lnTo>
                <a:cubicBezTo>
                  <a:pt x="1471134" y="24290"/>
                  <a:pt x="1473619" y="22046"/>
                  <a:pt x="1476259" y="20757"/>
                </a:cubicBezTo>
                <a:cubicBezTo>
                  <a:pt x="1478899" y="19468"/>
                  <a:pt x="1481757" y="18823"/>
                  <a:pt x="1484832" y="18823"/>
                </a:cubicBezTo>
                <a:cubicBezTo>
                  <a:pt x="1487503" y="18823"/>
                  <a:pt x="1489848" y="19382"/>
                  <a:pt x="1491867" y="20500"/>
                </a:cubicBezTo>
                <a:cubicBezTo>
                  <a:pt x="1493886" y="21619"/>
                  <a:pt x="1495579" y="23195"/>
                  <a:pt x="1496946" y="25229"/>
                </a:cubicBezTo>
                <a:cubicBezTo>
                  <a:pt x="1498312" y="27264"/>
                  <a:pt x="1499337" y="29718"/>
                  <a:pt x="1500021" y="32591"/>
                </a:cubicBezTo>
                <a:cubicBezTo>
                  <a:pt x="1500704" y="35464"/>
                  <a:pt x="1501046" y="38671"/>
                  <a:pt x="1501046" y="42212"/>
                </a:cubicBezTo>
                <a:moveTo>
                  <a:pt x="1492752" y="42585"/>
                </a:moveTo>
                <a:cubicBezTo>
                  <a:pt x="1492752" y="40131"/>
                  <a:pt x="1492574" y="37879"/>
                  <a:pt x="1492217" y="35829"/>
                </a:cubicBezTo>
                <a:cubicBezTo>
                  <a:pt x="1491859" y="33779"/>
                  <a:pt x="1491292" y="32024"/>
                  <a:pt x="1490516" y="30564"/>
                </a:cubicBezTo>
                <a:cubicBezTo>
                  <a:pt x="1489739" y="29104"/>
                  <a:pt x="1488745" y="27963"/>
                  <a:pt x="1487534" y="27140"/>
                </a:cubicBezTo>
                <a:cubicBezTo>
                  <a:pt x="1486323" y="26316"/>
                  <a:pt x="1484878" y="25905"/>
                  <a:pt x="1483201" y="25905"/>
                </a:cubicBezTo>
                <a:cubicBezTo>
                  <a:pt x="1482176" y="25905"/>
                  <a:pt x="1481135" y="26068"/>
                  <a:pt x="1480079" y="26394"/>
                </a:cubicBezTo>
                <a:cubicBezTo>
                  <a:pt x="1479023" y="26720"/>
                  <a:pt x="1477928" y="27264"/>
                  <a:pt x="1476795" y="28025"/>
                </a:cubicBezTo>
                <a:cubicBezTo>
                  <a:pt x="1475661" y="28786"/>
                  <a:pt x="1474465" y="29795"/>
                  <a:pt x="1473207" y="31053"/>
                </a:cubicBezTo>
                <a:cubicBezTo>
                  <a:pt x="1471949" y="32311"/>
                  <a:pt x="1470606" y="33872"/>
                  <a:pt x="1469177" y="35736"/>
                </a:cubicBezTo>
                <a:lnTo>
                  <a:pt x="1469177" y="58426"/>
                </a:lnTo>
                <a:cubicBezTo>
                  <a:pt x="1470668" y="59047"/>
                  <a:pt x="1472236" y="59536"/>
                  <a:pt x="1473883" y="59894"/>
                </a:cubicBezTo>
                <a:cubicBezTo>
                  <a:pt x="1475529" y="60251"/>
                  <a:pt x="1477144" y="60429"/>
                  <a:pt x="1478728" y="60429"/>
                </a:cubicBezTo>
                <a:cubicBezTo>
                  <a:pt x="1483108" y="60429"/>
                  <a:pt x="1486540" y="58946"/>
                  <a:pt x="1489025" y="55980"/>
                </a:cubicBezTo>
                <a:cubicBezTo>
                  <a:pt x="1491510" y="53013"/>
                  <a:pt x="1492752" y="48548"/>
                  <a:pt x="1492752" y="42585"/>
                </a:cubicBezTo>
                <a:close/>
                <a:moveTo>
                  <a:pt x="1514839" y="19662"/>
                </a:moveTo>
                <a:lnTo>
                  <a:pt x="1522247" y="19662"/>
                </a:lnTo>
                <a:lnTo>
                  <a:pt x="1522480" y="28259"/>
                </a:lnTo>
                <a:cubicBezTo>
                  <a:pt x="1525244" y="24943"/>
                  <a:pt x="1527970" y="22542"/>
                  <a:pt x="1530657" y="21055"/>
                </a:cubicBezTo>
                <a:cubicBezTo>
                  <a:pt x="1533343" y="19567"/>
                  <a:pt x="1536053" y="18823"/>
                  <a:pt x="1538787" y="18823"/>
                </a:cubicBezTo>
                <a:cubicBezTo>
                  <a:pt x="1543632" y="18823"/>
                  <a:pt x="1547305" y="20388"/>
                  <a:pt x="1549806" y="23517"/>
                </a:cubicBezTo>
                <a:cubicBezTo>
                  <a:pt x="1552306" y="26647"/>
                  <a:pt x="1553463" y="31294"/>
                  <a:pt x="1553277" y="37460"/>
                </a:cubicBezTo>
                <a:lnTo>
                  <a:pt x="1545077" y="37460"/>
                </a:lnTo>
                <a:cubicBezTo>
                  <a:pt x="1545170" y="33376"/>
                  <a:pt x="1544572" y="30414"/>
                  <a:pt x="1543283" y="28574"/>
                </a:cubicBezTo>
                <a:cubicBezTo>
                  <a:pt x="1541994" y="26732"/>
                  <a:pt x="1540107" y="25812"/>
                  <a:pt x="1537622" y="25812"/>
                </a:cubicBezTo>
                <a:cubicBezTo>
                  <a:pt x="1536535" y="25812"/>
                  <a:pt x="1535440" y="26005"/>
                  <a:pt x="1534337" y="26393"/>
                </a:cubicBezTo>
                <a:cubicBezTo>
                  <a:pt x="1533235" y="26779"/>
                  <a:pt x="1532101" y="27397"/>
                  <a:pt x="1530936" y="28248"/>
                </a:cubicBezTo>
                <a:cubicBezTo>
                  <a:pt x="1529771" y="29098"/>
                  <a:pt x="1528537" y="30188"/>
                  <a:pt x="1527232" y="31519"/>
                </a:cubicBezTo>
                <a:cubicBezTo>
                  <a:pt x="1525928" y="32849"/>
                  <a:pt x="1524530" y="34457"/>
                  <a:pt x="1523039" y="36344"/>
                </a:cubicBezTo>
                <a:lnTo>
                  <a:pt x="1523039" y="66440"/>
                </a:lnTo>
                <a:lnTo>
                  <a:pt x="1514839" y="66440"/>
                </a:lnTo>
                <a:lnTo>
                  <a:pt x="1514839" y="19662"/>
                </a:lnTo>
                <a:close/>
                <a:moveTo>
                  <a:pt x="1605508" y="42678"/>
                </a:moveTo>
                <a:cubicBezTo>
                  <a:pt x="1605508" y="46312"/>
                  <a:pt x="1604996" y="49643"/>
                  <a:pt x="1603971" y="52672"/>
                </a:cubicBezTo>
                <a:cubicBezTo>
                  <a:pt x="1602946" y="55700"/>
                  <a:pt x="1601470" y="58294"/>
                  <a:pt x="1599544" y="60453"/>
                </a:cubicBezTo>
                <a:cubicBezTo>
                  <a:pt x="1597619" y="62611"/>
                  <a:pt x="1595273" y="64289"/>
                  <a:pt x="1592509" y="65485"/>
                </a:cubicBezTo>
                <a:cubicBezTo>
                  <a:pt x="1589745" y="66680"/>
                  <a:pt x="1586607" y="67278"/>
                  <a:pt x="1583097" y="67278"/>
                </a:cubicBezTo>
                <a:cubicBezTo>
                  <a:pt x="1579743" y="67278"/>
                  <a:pt x="1576738" y="66758"/>
                  <a:pt x="1574082" y="65717"/>
                </a:cubicBezTo>
                <a:cubicBezTo>
                  <a:pt x="1571426" y="64677"/>
                  <a:pt x="1569174" y="63147"/>
                  <a:pt x="1567326" y="61128"/>
                </a:cubicBezTo>
                <a:cubicBezTo>
                  <a:pt x="1565478" y="59109"/>
                  <a:pt x="1564065" y="56609"/>
                  <a:pt x="1563086" y="53627"/>
                </a:cubicBezTo>
                <a:cubicBezTo>
                  <a:pt x="1562108" y="50645"/>
                  <a:pt x="1561619" y="47213"/>
                  <a:pt x="1561619" y="43330"/>
                </a:cubicBezTo>
                <a:cubicBezTo>
                  <a:pt x="1561619" y="39696"/>
                  <a:pt x="1562131" y="36380"/>
                  <a:pt x="1563156" y="33383"/>
                </a:cubicBezTo>
                <a:cubicBezTo>
                  <a:pt x="1564181" y="30385"/>
                  <a:pt x="1565657" y="27807"/>
                  <a:pt x="1567582" y="25649"/>
                </a:cubicBezTo>
                <a:cubicBezTo>
                  <a:pt x="1569508" y="23490"/>
                  <a:pt x="1571853" y="21813"/>
                  <a:pt x="1574618" y="20617"/>
                </a:cubicBezTo>
                <a:cubicBezTo>
                  <a:pt x="1577382" y="19421"/>
                  <a:pt x="1580519" y="18823"/>
                  <a:pt x="1584029" y="18823"/>
                </a:cubicBezTo>
                <a:cubicBezTo>
                  <a:pt x="1587384" y="18823"/>
                  <a:pt x="1590389" y="19343"/>
                  <a:pt x="1593045" y="20384"/>
                </a:cubicBezTo>
                <a:cubicBezTo>
                  <a:pt x="1595701" y="21424"/>
                  <a:pt x="1597952" y="22946"/>
                  <a:pt x="1599801" y="24950"/>
                </a:cubicBezTo>
                <a:cubicBezTo>
                  <a:pt x="1601649" y="26953"/>
                  <a:pt x="1603062" y="29446"/>
                  <a:pt x="1604040" y="32428"/>
                </a:cubicBezTo>
                <a:cubicBezTo>
                  <a:pt x="1605019" y="35410"/>
                  <a:pt x="1605508" y="38826"/>
                  <a:pt x="1605508" y="42678"/>
                </a:cubicBezTo>
                <a:moveTo>
                  <a:pt x="1597215" y="43051"/>
                </a:moveTo>
                <a:cubicBezTo>
                  <a:pt x="1597215" y="40162"/>
                  <a:pt x="1596896" y="37638"/>
                  <a:pt x="1596260" y="35480"/>
                </a:cubicBezTo>
                <a:cubicBezTo>
                  <a:pt x="1595623" y="33321"/>
                  <a:pt x="1594714" y="31519"/>
                  <a:pt x="1593534" y="30075"/>
                </a:cubicBezTo>
                <a:cubicBezTo>
                  <a:pt x="1592354" y="28631"/>
                  <a:pt x="1590917" y="27543"/>
                  <a:pt x="1589224" y="26813"/>
                </a:cubicBezTo>
                <a:cubicBezTo>
                  <a:pt x="1587531" y="26084"/>
                  <a:pt x="1585645" y="25719"/>
                  <a:pt x="1583563" y="25719"/>
                </a:cubicBezTo>
                <a:cubicBezTo>
                  <a:pt x="1581141" y="25719"/>
                  <a:pt x="1579067" y="26192"/>
                  <a:pt x="1577343" y="27140"/>
                </a:cubicBezTo>
                <a:cubicBezTo>
                  <a:pt x="1575620" y="28087"/>
                  <a:pt x="1574206" y="29353"/>
                  <a:pt x="1573104" y="30937"/>
                </a:cubicBezTo>
                <a:cubicBezTo>
                  <a:pt x="1572001" y="32521"/>
                  <a:pt x="1571193" y="34361"/>
                  <a:pt x="1570681" y="36458"/>
                </a:cubicBezTo>
                <a:cubicBezTo>
                  <a:pt x="1570168" y="38555"/>
                  <a:pt x="1569912" y="40752"/>
                  <a:pt x="1569912" y="43051"/>
                </a:cubicBezTo>
                <a:cubicBezTo>
                  <a:pt x="1569912" y="45939"/>
                  <a:pt x="1570230" y="48471"/>
                  <a:pt x="1570867" y="50645"/>
                </a:cubicBezTo>
                <a:cubicBezTo>
                  <a:pt x="1571504" y="52819"/>
                  <a:pt x="1572412" y="54629"/>
                  <a:pt x="1573593" y="56073"/>
                </a:cubicBezTo>
                <a:cubicBezTo>
                  <a:pt x="1574773" y="57517"/>
                  <a:pt x="1576202" y="58604"/>
                  <a:pt x="1577879" y="59334"/>
                </a:cubicBezTo>
                <a:cubicBezTo>
                  <a:pt x="1579557" y="60064"/>
                  <a:pt x="1581451" y="60429"/>
                  <a:pt x="1583563" y="60429"/>
                </a:cubicBezTo>
                <a:cubicBezTo>
                  <a:pt x="1585986" y="60429"/>
                  <a:pt x="1588060" y="59956"/>
                  <a:pt x="1589783" y="59008"/>
                </a:cubicBezTo>
                <a:cubicBezTo>
                  <a:pt x="1591507" y="58061"/>
                  <a:pt x="1592921" y="56795"/>
                  <a:pt x="1594023" y="55211"/>
                </a:cubicBezTo>
                <a:cubicBezTo>
                  <a:pt x="1595126" y="53627"/>
                  <a:pt x="1595933" y="51787"/>
                  <a:pt x="1596446" y="49690"/>
                </a:cubicBezTo>
                <a:cubicBezTo>
                  <a:pt x="1596958" y="47593"/>
                  <a:pt x="1597215" y="45380"/>
                  <a:pt x="1597215" y="43051"/>
                </a:cubicBezTo>
                <a:close/>
                <a:moveTo>
                  <a:pt x="1652987" y="64716"/>
                </a:moveTo>
                <a:cubicBezTo>
                  <a:pt x="1650875" y="65523"/>
                  <a:pt x="1648708" y="66121"/>
                  <a:pt x="1646487" y="66510"/>
                </a:cubicBezTo>
                <a:cubicBezTo>
                  <a:pt x="1644267" y="66898"/>
                  <a:pt x="1641976" y="67092"/>
                  <a:pt x="1639615" y="67092"/>
                </a:cubicBezTo>
                <a:cubicBezTo>
                  <a:pt x="1632223" y="67092"/>
                  <a:pt x="1626531" y="65088"/>
                  <a:pt x="1622539" y="61082"/>
                </a:cubicBezTo>
                <a:cubicBezTo>
                  <a:pt x="1618548" y="57075"/>
                  <a:pt x="1616552" y="51220"/>
                  <a:pt x="1616552" y="43517"/>
                </a:cubicBezTo>
                <a:cubicBezTo>
                  <a:pt x="1616552" y="39820"/>
                  <a:pt x="1617127" y="36466"/>
                  <a:pt x="1618276" y="33453"/>
                </a:cubicBezTo>
                <a:cubicBezTo>
                  <a:pt x="1619425" y="30440"/>
                  <a:pt x="1621041" y="27862"/>
                  <a:pt x="1623122" y="25719"/>
                </a:cubicBezTo>
                <a:cubicBezTo>
                  <a:pt x="1625203" y="23575"/>
                  <a:pt x="1627688" y="21921"/>
                  <a:pt x="1630576" y="20757"/>
                </a:cubicBezTo>
                <a:cubicBezTo>
                  <a:pt x="1633465" y="19592"/>
                  <a:pt x="1636649" y="19009"/>
                  <a:pt x="1640128" y="19009"/>
                </a:cubicBezTo>
                <a:cubicBezTo>
                  <a:pt x="1642550" y="19009"/>
                  <a:pt x="1644818" y="19184"/>
                  <a:pt x="1646930" y="19534"/>
                </a:cubicBezTo>
                <a:cubicBezTo>
                  <a:pt x="1649042" y="19882"/>
                  <a:pt x="1651061" y="20453"/>
                  <a:pt x="1652987" y="21246"/>
                </a:cubicBezTo>
                <a:lnTo>
                  <a:pt x="1652987" y="28980"/>
                </a:lnTo>
                <a:cubicBezTo>
                  <a:pt x="1650968" y="27907"/>
                  <a:pt x="1648910" y="27127"/>
                  <a:pt x="1646814" y="26639"/>
                </a:cubicBezTo>
                <a:cubicBezTo>
                  <a:pt x="1644717" y="26150"/>
                  <a:pt x="1642550" y="25905"/>
                  <a:pt x="1640314" y="25905"/>
                </a:cubicBezTo>
                <a:cubicBezTo>
                  <a:pt x="1638233" y="25905"/>
                  <a:pt x="1636268" y="26301"/>
                  <a:pt x="1634420" y="27093"/>
                </a:cubicBezTo>
                <a:cubicBezTo>
                  <a:pt x="1632572" y="27885"/>
                  <a:pt x="1630949" y="29027"/>
                  <a:pt x="1629551" y="30518"/>
                </a:cubicBezTo>
                <a:cubicBezTo>
                  <a:pt x="1628154" y="32008"/>
                  <a:pt x="1627051" y="33826"/>
                  <a:pt x="1626243" y="35969"/>
                </a:cubicBezTo>
                <a:cubicBezTo>
                  <a:pt x="1625436" y="38112"/>
                  <a:pt x="1625032" y="40535"/>
                  <a:pt x="1625032" y="43237"/>
                </a:cubicBezTo>
                <a:cubicBezTo>
                  <a:pt x="1625032" y="48890"/>
                  <a:pt x="1626406" y="53122"/>
                  <a:pt x="1629155" y="55933"/>
                </a:cubicBezTo>
                <a:cubicBezTo>
                  <a:pt x="1631904" y="58744"/>
                  <a:pt x="1635717" y="60150"/>
                  <a:pt x="1640594" y="60150"/>
                </a:cubicBezTo>
                <a:cubicBezTo>
                  <a:pt x="1642799" y="60150"/>
                  <a:pt x="1644934" y="59901"/>
                  <a:pt x="1647000" y="59404"/>
                </a:cubicBezTo>
                <a:cubicBezTo>
                  <a:pt x="1649065" y="58907"/>
                  <a:pt x="1651061" y="58162"/>
                  <a:pt x="1652987" y="57168"/>
                </a:cubicBezTo>
                <a:lnTo>
                  <a:pt x="1652987" y="64716"/>
                </a:lnTo>
                <a:close/>
                <a:moveTo>
                  <a:pt x="1708014" y="40581"/>
                </a:moveTo>
                <a:cubicBezTo>
                  <a:pt x="1708014" y="41731"/>
                  <a:pt x="1707998" y="42693"/>
                  <a:pt x="1707967" y="43470"/>
                </a:cubicBezTo>
                <a:cubicBezTo>
                  <a:pt x="1707936" y="44246"/>
                  <a:pt x="1707890" y="44976"/>
                  <a:pt x="1707828" y="45660"/>
                </a:cubicBezTo>
                <a:lnTo>
                  <a:pt x="1674980" y="45660"/>
                </a:lnTo>
                <a:cubicBezTo>
                  <a:pt x="1674980" y="50443"/>
                  <a:pt x="1676316" y="54116"/>
                  <a:pt x="1678987" y="56679"/>
                </a:cubicBezTo>
                <a:cubicBezTo>
                  <a:pt x="1681659" y="59241"/>
                  <a:pt x="1685510" y="60522"/>
                  <a:pt x="1690542" y="60522"/>
                </a:cubicBezTo>
                <a:cubicBezTo>
                  <a:pt x="1691909" y="60522"/>
                  <a:pt x="1693275" y="60467"/>
                  <a:pt x="1694642" y="60357"/>
                </a:cubicBezTo>
                <a:cubicBezTo>
                  <a:pt x="1696009" y="60245"/>
                  <a:pt x="1697329" y="60094"/>
                  <a:pt x="1698602" y="59904"/>
                </a:cubicBezTo>
                <a:cubicBezTo>
                  <a:pt x="1699876" y="59712"/>
                  <a:pt x="1701095" y="59498"/>
                  <a:pt x="1702260" y="59260"/>
                </a:cubicBezTo>
                <a:cubicBezTo>
                  <a:pt x="1703425" y="59021"/>
                  <a:pt x="1704504" y="58759"/>
                  <a:pt x="1705498" y="58472"/>
                </a:cubicBezTo>
                <a:lnTo>
                  <a:pt x="1705498" y="65135"/>
                </a:lnTo>
                <a:cubicBezTo>
                  <a:pt x="1703293" y="65770"/>
                  <a:pt x="1700800" y="66286"/>
                  <a:pt x="1698020" y="66683"/>
                </a:cubicBezTo>
                <a:cubicBezTo>
                  <a:pt x="1695240" y="67080"/>
                  <a:pt x="1692359" y="67278"/>
                  <a:pt x="1689377" y="67278"/>
                </a:cubicBezTo>
                <a:cubicBezTo>
                  <a:pt x="1685370" y="67278"/>
                  <a:pt x="1681923" y="66735"/>
                  <a:pt x="1679034" y="65648"/>
                </a:cubicBezTo>
                <a:cubicBezTo>
                  <a:pt x="1676145" y="64560"/>
                  <a:pt x="1673777" y="62984"/>
                  <a:pt x="1671929" y="60919"/>
                </a:cubicBezTo>
                <a:cubicBezTo>
                  <a:pt x="1670081" y="58853"/>
                  <a:pt x="1668714" y="56321"/>
                  <a:pt x="1667829" y="53324"/>
                </a:cubicBezTo>
                <a:cubicBezTo>
                  <a:pt x="1666943" y="50327"/>
                  <a:pt x="1666501" y="46933"/>
                  <a:pt x="1666501" y="43144"/>
                </a:cubicBezTo>
                <a:cubicBezTo>
                  <a:pt x="1666501" y="39851"/>
                  <a:pt x="1666974" y="36737"/>
                  <a:pt x="1667922" y="33802"/>
                </a:cubicBezTo>
                <a:cubicBezTo>
                  <a:pt x="1668869" y="30867"/>
                  <a:pt x="1670251" y="28289"/>
                  <a:pt x="1672068" y="26068"/>
                </a:cubicBezTo>
                <a:cubicBezTo>
                  <a:pt x="1673886" y="23847"/>
                  <a:pt x="1676114" y="22084"/>
                  <a:pt x="1678754" y="20780"/>
                </a:cubicBezTo>
                <a:cubicBezTo>
                  <a:pt x="1681395" y="19475"/>
                  <a:pt x="1684392" y="18823"/>
                  <a:pt x="1687747" y="18823"/>
                </a:cubicBezTo>
                <a:cubicBezTo>
                  <a:pt x="1691008" y="18823"/>
                  <a:pt x="1693897" y="19336"/>
                  <a:pt x="1696413" y="20361"/>
                </a:cubicBezTo>
                <a:cubicBezTo>
                  <a:pt x="1698929" y="21386"/>
                  <a:pt x="1701048" y="22838"/>
                  <a:pt x="1702772" y="24717"/>
                </a:cubicBezTo>
                <a:cubicBezTo>
                  <a:pt x="1704496" y="26596"/>
                  <a:pt x="1705801" y="28879"/>
                  <a:pt x="1706686" y="31566"/>
                </a:cubicBezTo>
                <a:cubicBezTo>
                  <a:pt x="1707571" y="34253"/>
                  <a:pt x="1708014" y="37258"/>
                  <a:pt x="1708014" y="40581"/>
                </a:cubicBezTo>
                <a:moveTo>
                  <a:pt x="1699581" y="39416"/>
                </a:moveTo>
                <a:cubicBezTo>
                  <a:pt x="1699674" y="37335"/>
                  <a:pt x="1699472" y="35433"/>
                  <a:pt x="1698975" y="33709"/>
                </a:cubicBezTo>
                <a:cubicBezTo>
                  <a:pt x="1698478" y="31985"/>
                  <a:pt x="1697709" y="30502"/>
                  <a:pt x="1696669" y="29260"/>
                </a:cubicBezTo>
                <a:cubicBezTo>
                  <a:pt x="1695628" y="28017"/>
                  <a:pt x="1694331" y="27046"/>
                  <a:pt x="1692778" y="26348"/>
                </a:cubicBezTo>
                <a:cubicBezTo>
                  <a:pt x="1691225" y="25649"/>
                  <a:pt x="1689424" y="25299"/>
                  <a:pt x="1687374" y="25299"/>
                </a:cubicBezTo>
                <a:cubicBezTo>
                  <a:pt x="1685603" y="25299"/>
                  <a:pt x="1683988" y="25641"/>
                  <a:pt x="1682528" y="26324"/>
                </a:cubicBezTo>
                <a:cubicBezTo>
                  <a:pt x="1681068" y="27008"/>
                  <a:pt x="1679810" y="27970"/>
                  <a:pt x="1678754" y="29213"/>
                </a:cubicBezTo>
                <a:cubicBezTo>
                  <a:pt x="1677698" y="30455"/>
                  <a:pt x="1676844" y="31946"/>
                  <a:pt x="1676192" y="33686"/>
                </a:cubicBezTo>
                <a:cubicBezTo>
                  <a:pt x="1675540" y="35425"/>
                  <a:pt x="1675136" y="37335"/>
                  <a:pt x="1674980" y="39416"/>
                </a:cubicBezTo>
                <a:lnTo>
                  <a:pt x="1699581" y="39416"/>
                </a:lnTo>
                <a:close/>
                <a:moveTo>
                  <a:pt x="1757403" y="53674"/>
                </a:moveTo>
                <a:cubicBezTo>
                  <a:pt x="1757403" y="55320"/>
                  <a:pt x="1757123" y="56795"/>
                  <a:pt x="1756564" y="58100"/>
                </a:cubicBezTo>
                <a:cubicBezTo>
                  <a:pt x="1756005" y="59404"/>
                  <a:pt x="1755244" y="60561"/>
                  <a:pt x="1754281" y="61571"/>
                </a:cubicBezTo>
                <a:cubicBezTo>
                  <a:pt x="1753318" y="62580"/>
                  <a:pt x="1752200" y="63442"/>
                  <a:pt x="1750927" y="64157"/>
                </a:cubicBezTo>
                <a:cubicBezTo>
                  <a:pt x="1749653" y="64871"/>
                  <a:pt x="1748294" y="65461"/>
                  <a:pt x="1746850" y="65927"/>
                </a:cubicBezTo>
                <a:cubicBezTo>
                  <a:pt x="1745406" y="66393"/>
                  <a:pt x="1743922" y="66735"/>
                  <a:pt x="1742400" y="66952"/>
                </a:cubicBezTo>
                <a:cubicBezTo>
                  <a:pt x="1740878" y="67170"/>
                  <a:pt x="1739388" y="67278"/>
                  <a:pt x="1737928" y="67278"/>
                </a:cubicBezTo>
                <a:cubicBezTo>
                  <a:pt x="1734759" y="67278"/>
                  <a:pt x="1731847" y="67139"/>
                  <a:pt x="1729192" y="66859"/>
                </a:cubicBezTo>
                <a:cubicBezTo>
                  <a:pt x="1726536" y="66579"/>
                  <a:pt x="1723935" y="66129"/>
                  <a:pt x="1721388" y="65508"/>
                </a:cubicBezTo>
                <a:lnTo>
                  <a:pt x="1721388" y="58053"/>
                </a:lnTo>
                <a:cubicBezTo>
                  <a:pt x="1724121" y="58830"/>
                  <a:pt x="1726839" y="59420"/>
                  <a:pt x="1729541" y="59824"/>
                </a:cubicBezTo>
                <a:cubicBezTo>
                  <a:pt x="1732244" y="60227"/>
                  <a:pt x="1734930" y="60429"/>
                  <a:pt x="1737602" y="60429"/>
                </a:cubicBezTo>
                <a:cubicBezTo>
                  <a:pt x="1741484" y="60429"/>
                  <a:pt x="1744357" y="59901"/>
                  <a:pt x="1746221" y="58845"/>
                </a:cubicBezTo>
                <a:cubicBezTo>
                  <a:pt x="1748085" y="57789"/>
                  <a:pt x="1749016" y="56283"/>
                  <a:pt x="1749016" y="54326"/>
                </a:cubicBezTo>
                <a:cubicBezTo>
                  <a:pt x="1749016" y="53487"/>
                  <a:pt x="1748869" y="52734"/>
                  <a:pt x="1748574" y="52066"/>
                </a:cubicBezTo>
                <a:cubicBezTo>
                  <a:pt x="1748279" y="51398"/>
                  <a:pt x="1747743" y="50762"/>
                  <a:pt x="1746966" y="50156"/>
                </a:cubicBezTo>
                <a:cubicBezTo>
                  <a:pt x="1746190" y="49550"/>
                  <a:pt x="1744986" y="48921"/>
                  <a:pt x="1743356" y="48269"/>
                </a:cubicBezTo>
                <a:cubicBezTo>
                  <a:pt x="1741725" y="47617"/>
                  <a:pt x="1739496" y="46871"/>
                  <a:pt x="1736670" y="46033"/>
                </a:cubicBezTo>
                <a:cubicBezTo>
                  <a:pt x="1734558" y="45411"/>
                  <a:pt x="1732608" y="44705"/>
                  <a:pt x="1730822" y="43913"/>
                </a:cubicBezTo>
                <a:cubicBezTo>
                  <a:pt x="1729036" y="43121"/>
                  <a:pt x="1727491" y="42181"/>
                  <a:pt x="1726187" y="41094"/>
                </a:cubicBezTo>
                <a:cubicBezTo>
                  <a:pt x="1724882" y="40007"/>
                  <a:pt x="1723857" y="38733"/>
                  <a:pt x="1723112" y="37273"/>
                </a:cubicBezTo>
                <a:cubicBezTo>
                  <a:pt x="1722366" y="35813"/>
                  <a:pt x="1721993" y="34090"/>
                  <a:pt x="1721993" y="32102"/>
                </a:cubicBezTo>
                <a:cubicBezTo>
                  <a:pt x="1721993" y="30797"/>
                  <a:pt x="1722296" y="29368"/>
                  <a:pt x="1722902" y="27815"/>
                </a:cubicBezTo>
                <a:cubicBezTo>
                  <a:pt x="1723508" y="26262"/>
                  <a:pt x="1724540" y="24818"/>
                  <a:pt x="1726000" y="23482"/>
                </a:cubicBezTo>
                <a:cubicBezTo>
                  <a:pt x="1727460" y="22147"/>
                  <a:pt x="1729432" y="21036"/>
                  <a:pt x="1731917" y="20151"/>
                </a:cubicBezTo>
                <a:cubicBezTo>
                  <a:pt x="1734402" y="19266"/>
                  <a:pt x="1737508" y="18823"/>
                  <a:pt x="1741236" y="18823"/>
                </a:cubicBezTo>
                <a:cubicBezTo>
                  <a:pt x="1743068" y="18823"/>
                  <a:pt x="1745103" y="18924"/>
                  <a:pt x="1747339" y="19126"/>
                </a:cubicBezTo>
                <a:cubicBezTo>
                  <a:pt x="1749576" y="19328"/>
                  <a:pt x="1751905" y="19677"/>
                  <a:pt x="1754328" y="20174"/>
                </a:cubicBezTo>
                <a:lnTo>
                  <a:pt x="1754328" y="27396"/>
                </a:lnTo>
                <a:cubicBezTo>
                  <a:pt x="1751781" y="26775"/>
                  <a:pt x="1749366" y="26316"/>
                  <a:pt x="1747083" y="26021"/>
                </a:cubicBezTo>
                <a:cubicBezTo>
                  <a:pt x="1744800" y="25726"/>
                  <a:pt x="1742820" y="25579"/>
                  <a:pt x="1741142" y="25579"/>
                </a:cubicBezTo>
                <a:cubicBezTo>
                  <a:pt x="1739124" y="25579"/>
                  <a:pt x="1737423" y="25734"/>
                  <a:pt x="1736041" y="26045"/>
                </a:cubicBezTo>
                <a:cubicBezTo>
                  <a:pt x="1734658" y="26355"/>
                  <a:pt x="1733540" y="26782"/>
                  <a:pt x="1732686" y="27326"/>
                </a:cubicBezTo>
                <a:cubicBezTo>
                  <a:pt x="1731832" y="27870"/>
                  <a:pt x="1731218" y="28506"/>
                  <a:pt x="1730846" y="29236"/>
                </a:cubicBezTo>
                <a:cubicBezTo>
                  <a:pt x="1730473" y="29966"/>
                  <a:pt x="1730287" y="30750"/>
                  <a:pt x="1730287" y="31589"/>
                </a:cubicBezTo>
                <a:cubicBezTo>
                  <a:pt x="1730287" y="32428"/>
                  <a:pt x="1730450" y="33189"/>
                  <a:pt x="1730776" y="33872"/>
                </a:cubicBezTo>
                <a:cubicBezTo>
                  <a:pt x="1731102" y="34555"/>
                  <a:pt x="1731708" y="35215"/>
                  <a:pt x="1732593" y="35852"/>
                </a:cubicBezTo>
                <a:cubicBezTo>
                  <a:pt x="1733478" y="36489"/>
                  <a:pt x="1734713" y="37126"/>
                  <a:pt x="1736297" y="37762"/>
                </a:cubicBezTo>
                <a:cubicBezTo>
                  <a:pt x="1737881" y="38399"/>
                  <a:pt x="1739947" y="39090"/>
                  <a:pt x="1742494" y="39836"/>
                </a:cubicBezTo>
                <a:cubicBezTo>
                  <a:pt x="1745258" y="40643"/>
                  <a:pt x="1747588" y="41490"/>
                  <a:pt x="1749482" y="42375"/>
                </a:cubicBezTo>
                <a:cubicBezTo>
                  <a:pt x="1751377" y="43260"/>
                  <a:pt x="1752915" y="44246"/>
                  <a:pt x="1754095" y="45334"/>
                </a:cubicBezTo>
                <a:cubicBezTo>
                  <a:pt x="1755275" y="46421"/>
                  <a:pt x="1756122" y="47648"/>
                  <a:pt x="1756634" y="49014"/>
                </a:cubicBezTo>
                <a:cubicBezTo>
                  <a:pt x="1757147" y="50381"/>
                  <a:pt x="1757403" y="51934"/>
                  <a:pt x="1757403" y="53674"/>
                </a:cubicBezTo>
                <a:close/>
                <a:moveTo>
                  <a:pt x="1809261" y="53674"/>
                </a:moveTo>
                <a:cubicBezTo>
                  <a:pt x="1809261" y="55320"/>
                  <a:pt x="1808982" y="56795"/>
                  <a:pt x="1808423" y="58100"/>
                </a:cubicBezTo>
                <a:cubicBezTo>
                  <a:pt x="1807864" y="59404"/>
                  <a:pt x="1807103" y="60561"/>
                  <a:pt x="1806140" y="61571"/>
                </a:cubicBezTo>
                <a:cubicBezTo>
                  <a:pt x="1805177" y="62580"/>
                  <a:pt x="1804059" y="63442"/>
                  <a:pt x="1802785" y="64157"/>
                </a:cubicBezTo>
                <a:cubicBezTo>
                  <a:pt x="1801512" y="64871"/>
                  <a:pt x="1800153" y="65461"/>
                  <a:pt x="1798708" y="65927"/>
                </a:cubicBezTo>
                <a:cubicBezTo>
                  <a:pt x="1797264" y="66393"/>
                  <a:pt x="1795781" y="66735"/>
                  <a:pt x="1794259" y="66952"/>
                </a:cubicBezTo>
                <a:cubicBezTo>
                  <a:pt x="1792737" y="67170"/>
                  <a:pt x="1791246" y="67278"/>
                  <a:pt x="1789786" y="67278"/>
                </a:cubicBezTo>
                <a:cubicBezTo>
                  <a:pt x="1786618" y="67278"/>
                  <a:pt x="1783706" y="67139"/>
                  <a:pt x="1781050" y="66859"/>
                </a:cubicBezTo>
                <a:cubicBezTo>
                  <a:pt x="1778394" y="66579"/>
                  <a:pt x="1775793" y="66129"/>
                  <a:pt x="1773246" y="65508"/>
                </a:cubicBezTo>
                <a:lnTo>
                  <a:pt x="1773246" y="58053"/>
                </a:lnTo>
                <a:cubicBezTo>
                  <a:pt x="1775979" y="58830"/>
                  <a:pt x="1778697" y="59420"/>
                  <a:pt x="1781399" y="59824"/>
                </a:cubicBezTo>
                <a:cubicBezTo>
                  <a:pt x="1784102" y="60227"/>
                  <a:pt x="1786789" y="60429"/>
                  <a:pt x="1789460" y="60429"/>
                </a:cubicBezTo>
                <a:cubicBezTo>
                  <a:pt x="1793342" y="60429"/>
                  <a:pt x="1796216" y="59901"/>
                  <a:pt x="1798079" y="58845"/>
                </a:cubicBezTo>
                <a:cubicBezTo>
                  <a:pt x="1799943" y="57789"/>
                  <a:pt x="1800875" y="56283"/>
                  <a:pt x="1800875" y="54326"/>
                </a:cubicBezTo>
                <a:cubicBezTo>
                  <a:pt x="1800875" y="53487"/>
                  <a:pt x="1800727" y="52734"/>
                  <a:pt x="1800432" y="52066"/>
                </a:cubicBezTo>
                <a:cubicBezTo>
                  <a:pt x="1800137" y="51398"/>
                  <a:pt x="1799601" y="50762"/>
                  <a:pt x="1798825" y="50156"/>
                </a:cubicBezTo>
                <a:cubicBezTo>
                  <a:pt x="1798048" y="49550"/>
                  <a:pt x="1796845" y="48921"/>
                  <a:pt x="1795214" y="48269"/>
                </a:cubicBezTo>
                <a:cubicBezTo>
                  <a:pt x="1793583" y="47617"/>
                  <a:pt x="1791355" y="46871"/>
                  <a:pt x="1788528" y="46033"/>
                </a:cubicBezTo>
                <a:cubicBezTo>
                  <a:pt x="1786416" y="45411"/>
                  <a:pt x="1784467" y="44705"/>
                  <a:pt x="1782681" y="43913"/>
                </a:cubicBezTo>
                <a:cubicBezTo>
                  <a:pt x="1780895" y="43121"/>
                  <a:pt x="1779349" y="42181"/>
                  <a:pt x="1778045" y="41094"/>
                </a:cubicBezTo>
                <a:cubicBezTo>
                  <a:pt x="1776740" y="40007"/>
                  <a:pt x="1775715" y="38733"/>
                  <a:pt x="1774970" y="37273"/>
                </a:cubicBezTo>
                <a:cubicBezTo>
                  <a:pt x="1774224" y="35813"/>
                  <a:pt x="1773852" y="34090"/>
                  <a:pt x="1773852" y="32102"/>
                </a:cubicBezTo>
                <a:cubicBezTo>
                  <a:pt x="1773852" y="30797"/>
                  <a:pt x="1774154" y="29368"/>
                  <a:pt x="1774760" y="27815"/>
                </a:cubicBezTo>
                <a:cubicBezTo>
                  <a:pt x="1775366" y="26262"/>
                  <a:pt x="1776399" y="24818"/>
                  <a:pt x="1777859" y="23482"/>
                </a:cubicBezTo>
                <a:cubicBezTo>
                  <a:pt x="1779318" y="22147"/>
                  <a:pt x="1781291" y="21036"/>
                  <a:pt x="1783776" y="20151"/>
                </a:cubicBezTo>
                <a:cubicBezTo>
                  <a:pt x="1786261" y="19266"/>
                  <a:pt x="1789367" y="18823"/>
                  <a:pt x="1793094" y="18823"/>
                </a:cubicBezTo>
                <a:cubicBezTo>
                  <a:pt x="1794927" y="18823"/>
                  <a:pt x="1796961" y="18924"/>
                  <a:pt x="1799197" y="19126"/>
                </a:cubicBezTo>
                <a:cubicBezTo>
                  <a:pt x="1801434" y="19328"/>
                  <a:pt x="1803763" y="19677"/>
                  <a:pt x="1806186" y="20174"/>
                </a:cubicBezTo>
                <a:lnTo>
                  <a:pt x="1806186" y="27396"/>
                </a:lnTo>
                <a:cubicBezTo>
                  <a:pt x="1803639" y="26775"/>
                  <a:pt x="1801224" y="26316"/>
                  <a:pt x="1798941" y="26021"/>
                </a:cubicBezTo>
                <a:cubicBezTo>
                  <a:pt x="1796658" y="25726"/>
                  <a:pt x="1794678" y="25579"/>
                  <a:pt x="1793001" y="25579"/>
                </a:cubicBezTo>
                <a:cubicBezTo>
                  <a:pt x="1790982" y="25579"/>
                  <a:pt x="1789281" y="25734"/>
                  <a:pt x="1787899" y="26045"/>
                </a:cubicBezTo>
                <a:cubicBezTo>
                  <a:pt x="1786517" y="26355"/>
                  <a:pt x="1785399" y="26782"/>
                  <a:pt x="1784544" y="27326"/>
                </a:cubicBezTo>
                <a:cubicBezTo>
                  <a:pt x="1783690" y="27870"/>
                  <a:pt x="1783077" y="28506"/>
                  <a:pt x="1782704" y="29236"/>
                </a:cubicBezTo>
                <a:cubicBezTo>
                  <a:pt x="1782331" y="29966"/>
                  <a:pt x="1782145" y="30750"/>
                  <a:pt x="1782145" y="31589"/>
                </a:cubicBezTo>
                <a:cubicBezTo>
                  <a:pt x="1782145" y="32428"/>
                  <a:pt x="1782308" y="33189"/>
                  <a:pt x="1782634" y="33872"/>
                </a:cubicBezTo>
                <a:cubicBezTo>
                  <a:pt x="1782960" y="34555"/>
                  <a:pt x="1783566" y="35215"/>
                  <a:pt x="1784451" y="35852"/>
                </a:cubicBezTo>
                <a:cubicBezTo>
                  <a:pt x="1785336" y="36489"/>
                  <a:pt x="1786571" y="37126"/>
                  <a:pt x="1788155" y="37762"/>
                </a:cubicBezTo>
                <a:cubicBezTo>
                  <a:pt x="1789739" y="38399"/>
                  <a:pt x="1791805" y="39090"/>
                  <a:pt x="1794352" y="39836"/>
                </a:cubicBezTo>
                <a:cubicBezTo>
                  <a:pt x="1797116" y="40643"/>
                  <a:pt x="1799446" y="41490"/>
                  <a:pt x="1801341" y="42375"/>
                </a:cubicBezTo>
                <a:cubicBezTo>
                  <a:pt x="1803235" y="43260"/>
                  <a:pt x="1804773" y="44246"/>
                  <a:pt x="1805953" y="45334"/>
                </a:cubicBezTo>
                <a:cubicBezTo>
                  <a:pt x="1807134" y="46421"/>
                  <a:pt x="1807980" y="47648"/>
                  <a:pt x="1808492" y="49014"/>
                </a:cubicBezTo>
                <a:cubicBezTo>
                  <a:pt x="1809005" y="50381"/>
                  <a:pt x="1809261" y="51934"/>
                  <a:pt x="1809261" y="53674"/>
                </a:cubicBezTo>
                <a:close/>
                <a:moveTo>
                  <a:pt x="1863589" y="40581"/>
                </a:moveTo>
                <a:cubicBezTo>
                  <a:pt x="1863589" y="41731"/>
                  <a:pt x="1863574" y="42693"/>
                  <a:pt x="1863542" y="43470"/>
                </a:cubicBezTo>
                <a:cubicBezTo>
                  <a:pt x="1863511" y="44246"/>
                  <a:pt x="1863465" y="44976"/>
                  <a:pt x="1863403" y="45660"/>
                </a:cubicBezTo>
                <a:lnTo>
                  <a:pt x="1830556" y="45660"/>
                </a:lnTo>
                <a:cubicBezTo>
                  <a:pt x="1830556" y="50443"/>
                  <a:pt x="1831891" y="54116"/>
                  <a:pt x="1834563" y="56679"/>
                </a:cubicBezTo>
                <a:cubicBezTo>
                  <a:pt x="1837234" y="59241"/>
                  <a:pt x="1841085" y="60522"/>
                  <a:pt x="1846117" y="60522"/>
                </a:cubicBezTo>
                <a:cubicBezTo>
                  <a:pt x="1847484" y="60522"/>
                  <a:pt x="1848851" y="60467"/>
                  <a:pt x="1850217" y="60357"/>
                </a:cubicBezTo>
                <a:cubicBezTo>
                  <a:pt x="1851584" y="60245"/>
                  <a:pt x="1852904" y="60094"/>
                  <a:pt x="1854178" y="59904"/>
                </a:cubicBezTo>
                <a:cubicBezTo>
                  <a:pt x="1855451" y="59712"/>
                  <a:pt x="1856670" y="59498"/>
                  <a:pt x="1857835" y="59260"/>
                </a:cubicBezTo>
                <a:cubicBezTo>
                  <a:pt x="1859000" y="59021"/>
                  <a:pt x="1860079" y="58759"/>
                  <a:pt x="1861073" y="58472"/>
                </a:cubicBezTo>
                <a:lnTo>
                  <a:pt x="1861073" y="65135"/>
                </a:lnTo>
                <a:cubicBezTo>
                  <a:pt x="1858868" y="65770"/>
                  <a:pt x="1856375" y="66286"/>
                  <a:pt x="1853595" y="66683"/>
                </a:cubicBezTo>
                <a:cubicBezTo>
                  <a:pt x="1850815" y="67080"/>
                  <a:pt x="1847934" y="67278"/>
                  <a:pt x="1844952" y="67278"/>
                </a:cubicBezTo>
                <a:cubicBezTo>
                  <a:pt x="1840946" y="67278"/>
                  <a:pt x="1837498" y="66735"/>
                  <a:pt x="1834609" y="65648"/>
                </a:cubicBezTo>
                <a:cubicBezTo>
                  <a:pt x="1831720" y="64560"/>
                  <a:pt x="1829352" y="62984"/>
                  <a:pt x="1827504" y="60919"/>
                </a:cubicBezTo>
                <a:cubicBezTo>
                  <a:pt x="1825656" y="58853"/>
                  <a:pt x="1824289" y="56321"/>
                  <a:pt x="1823404" y="53324"/>
                </a:cubicBezTo>
                <a:cubicBezTo>
                  <a:pt x="1822519" y="50327"/>
                  <a:pt x="1822076" y="46933"/>
                  <a:pt x="1822076" y="43144"/>
                </a:cubicBezTo>
                <a:cubicBezTo>
                  <a:pt x="1822076" y="39851"/>
                  <a:pt x="1822550" y="36737"/>
                  <a:pt x="1823497" y="33802"/>
                </a:cubicBezTo>
                <a:cubicBezTo>
                  <a:pt x="1824444" y="30867"/>
                  <a:pt x="1825827" y="28289"/>
                  <a:pt x="1827644" y="26068"/>
                </a:cubicBezTo>
                <a:cubicBezTo>
                  <a:pt x="1829461" y="23847"/>
                  <a:pt x="1831689" y="22084"/>
                  <a:pt x="1834330" y="20780"/>
                </a:cubicBezTo>
                <a:cubicBezTo>
                  <a:pt x="1836970" y="19475"/>
                  <a:pt x="1839967" y="18823"/>
                  <a:pt x="1843322" y="18823"/>
                </a:cubicBezTo>
                <a:cubicBezTo>
                  <a:pt x="1846583" y="18823"/>
                  <a:pt x="1849472" y="19336"/>
                  <a:pt x="1851988" y="20361"/>
                </a:cubicBezTo>
                <a:cubicBezTo>
                  <a:pt x="1854504" y="21386"/>
                  <a:pt x="1856624" y="22838"/>
                  <a:pt x="1858348" y="24717"/>
                </a:cubicBezTo>
                <a:cubicBezTo>
                  <a:pt x="1860071" y="26596"/>
                  <a:pt x="1861376" y="28879"/>
                  <a:pt x="1862261" y="31566"/>
                </a:cubicBezTo>
                <a:cubicBezTo>
                  <a:pt x="1863146" y="34253"/>
                  <a:pt x="1863589" y="37258"/>
                  <a:pt x="1863589" y="40581"/>
                </a:cubicBezTo>
                <a:moveTo>
                  <a:pt x="1855156" y="39416"/>
                </a:moveTo>
                <a:cubicBezTo>
                  <a:pt x="1855249" y="37335"/>
                  <a:pt x="1855047" y="35433"/>
                  <a:pt x="1854550" y="33709"/>
                </a:cubicBezTo>
                <a:cubicBezTo>
                  <a:pt x="1854053" y="31985"/>
                  <a:pt x="1853285" y="30502"/>
                  <a:pt x="1852244" y="29260"/>
                </a:cubicBezTo>
                <a:cubicBezTo>
                  <a:pt x="1851203" y="28017"/>
                  <a:pt x="1849907" y="27046"/>
                  <a:pt x="1848354" y="26348"/>
                </a:cubicBezTo>
                <a:cubicBezTo>
                  <a:pt x="1846801" y="25649"/>
                  <a:pt x="1844999" y="25299"/>
                  <a:pt x="1842949" y="25299"/>
                </a:cubicBezTo>
                <a:cubicBezTo>
                  <a:pt x="1841179" y="25299"/>
                  <a:pt x="1839563" y="25641"/>
                  <a:pt x="1838103" y="26324"/>
                </a:cubicBezTo>
                <a:cubicBezTo>
                  <a:pt x="1836644" y="27008"/>
                  <a:pt x="1835386" y="27970"/>
                  <a:pt x="1834330" y="29213"/>
                </a:cubicBezTo>
                <a:cubicBezTo>
                  <a:pt x="1833273" y="30455"/>
                  <a:pt x="1832419" y="31946"/>
                  <a:pt x="1831767" y="33686"/>
                </a:cubicBezTo>
                <a:cubicBezTo>
                  <a:pt x="1831115" y="35425"/>
                  <a:pt x="1830711" y="37335"/>
                  <a:pt x="1830556" y="39416"/>
                </a:cubicBezTo>
                <a:lnTo>
                  <a:pt x="1855156" y="39416"/>
                </a:lnTo>
                <a:close/>
                <a:moveTo>
                  <a:pt x="1873562" y="44029"/>
                </a:moveTo>
                <a:cubicBezTo>
                  <a:pt x="1873562" y="40053"/>
                  <a:pt x="1874105" y="36520"/>
                  <a:pt x="1875192" y="33429"/>
                </a:cubicBezTo>
                <a:cubicBezTo>
                  <a:pt x="1876280" y="30339"/>
                  <a:pt x="1877825" y="27730"/>
                  <a:pt x="1879828" y="25602"/>
                </a:cubicBezTo>
                <a:cubicBezTo>
                  <a:pt x="1881832" y="23474"/>
                  <a:pt x="1884239" y="21859"/>
                  <a:pt x="1887050" y="20757"/>
                </a:cubicBezTo>
                <a:cubicBezTo>
                  <a:pt x="1889861" y="19654"/>
                  <a:pt x="1892990" y="19103"/>
                  <a:pt x="1896438" y="19103"/>
                </a:cubicBezTo>
                <a:cubicBezTo>
                  <a:pt x="1897929" y="19103"/>
                  <a:pt x="1899397" y="19196"/>
                  <a:pt x="1900841" y="19382"/>
                </a:cubicBezTo>
                <a:cubicBezTo>
                  <a:pt x="1902285" y="19568"/>
                  <a:pt x="1903706" y="19864"/>
                  <a:pt x="1905104" y="20267"/>
                </a:cubicBezTo>
                <a:lnTo>
                  <a:pt x="1905104" y="559"/>
                </a:lnTo>
                <a:lnTo>
                  <a:pt x="1913258" y="559"/>
                </a:lnTo>
                <a:lnTo>
                  <a:pt x="1913258" y="66440"/>
                </a:lnTo>
                <a:lnTo>
                  <a:pt x="1905989" y="66440"/>
                </a:lnTo>
                <a:lnTo>
                  <a:pt x="1905710" y="57587"/>
                </a:lnTo>
                <a:cubicBezTo>
                  <a:pt x="1903442" y="60880"/>
                  <a:pt x="1900989" y="63318"/>
                  <a:pt x="1898348" y="64902"/>
                </a:cubicBezTo>
                <a:cubicBezTo>
                  <a:pt x="1895708" y="66486"/>
                  <a:pt x="1892851" y="67278"/>
                  <a:pt x="1889776" y="67278"/>
                </a:cubicBezTo>
                <a:cubicBezTo>
                  <a:pt x="1887104" y="67278"/>
                  <a:pt x="1884751" y="66719"/>
                  <a:pt x="1882717" y="65601"/>
                </a:cubicBezTo>
                <a:cubicBezTo>
                  <a:pt x="1880682" y="64483"/>
                  <a:pt x="1878990" y="62906"/>
                  <a:pt x="1877638" y="60872"/>
                </a:cubicBezTo>
                <a:cubicBezTo>
                  <a:pt x="1876287" y="58837"/>
                  <a:pt x="1875270" y="56391"/>
                  <a:pt x="1874587" y="53534"/>
                </a:cubicBezTo>
                <a:cubicBezTo>
                  <a:pt x="1873903" y="50676"/>
                  <a:pt x="1873562" y="47508"/>
                  <a:pt x="1873562" y="44029"/>
                </a:cubicBezTo>
                <a:moveTo>
                  <a:pt x="1881855" y="43517"/>
                </a:moveTo>
                <a:cubicBezTo>
                  <a:pt x="1881855" y="49170"/>
                  <a:pt x="1882686" y="53386"/>
                  <a:pt x="1884348" y="56166"/>
                </a:cubicBezTo>
                <a:cubicBezTo>
                  <a:pt x="1886009" y="58946"/>
                  <a:pt x="1888362" y="60336"/>
                  <a:pt x="1891406" y="60336"/>
                </a:cubicBezTo>
                <a:cubicBezTo>
                  <a:pt x="1893456" y="60336"/>
                  <a:pt x="1895623" y="59420"/>
                  <a:pt x="1897906" y="57587"/>
                </a:cubicBezTo>
                <a:cubicBezTo>
                  <a:pt x="1900189" y="55755"/>
                  <a:pt x="1902588" y="53037"/>
                  <a:pt x="1905104" y="49434"/>
                </a:cubicBezTo>
                <a:lnTo>
                  <a:pt x="1905104" y="27722"/>
                </a:lnTo>
                <a:cubicBezTo>
                  <a:pt x="1903769" y="27101"/>
                  <a:pt x="1902293" y="26627"/>
                  <a:pt x="1900678" y="26301"/>
                </a:cubicBezTo>
                <a:cubicBezTo>
                  <a:pt x="1899063" y="25975"/>
                  <a:pt x="1897463" y="25812"/>
                  <a:pt x="1895879" y="25812"/>
                </a:cubicBezTo>
                <a:cubicBezTo>
                  <a:pt x="1891468" y="25812"/>
                  <a:pt x="1888028" y="27241"/>
                  <a:pt x="1885559" y="30098"/>
                </a:cubicBezTo>
                <a:cubicBezTo>
                  <a:pt x="1883090" y="32956"/>
                  <a:pt x="1881855" y="37429"/>
                  <a:pt x="1881855" y="43517"/>
                </a:cubicBezTo>
                <a:close/>
                <a:moveTo>
                  <a:pt x="1946200" y="51763"/>
                </a:moveTo>
                <a:cubicBezTo>
                  <a:pt x="1947256" y="51763"/>
                  <a:pt x="1948258" y="51965"/>
                  <a:pt x="1949205" y="52369"/>
                </a:cubicBezTo>
                <a:cubicBezTo>
                  <a:pt x="1950152" y="52773"/>
                  <a:pt x="1950975" y="53332"/>
                  <a:pt x="1951674" y="54046"/>
                </a:cubicBezTo>
                <a:cubicBezTo>
                  <a:pt x="1952373" y="54761"/>
                  <a:pt x="1952924" y="55592"/>
                  <a:pt x="1953328" y="56539"/>
                </a:cubicBezTo>
                <a:cubicBezTo>
                  <a:pt x="1953732" y="57486"/>
                  <a:pt x="1953934" y="58504"/>
                  <a:pt x="1953934" y="59591"/>
                </a:cubicBezTo>
                <a:cubicBezTo>
                  <a:pt x="1953934" y="60647"/>
                  <a:pt x="1953732" y="61641"/>
                  <a:pt x="1953328" y="62573"/>
                </a:cubicBezTo>
                <a:cubicBezTo>
                  <a:pt x="1952924" y="63504"/>
                  <a:pt x="1952373" y="64320"/>
                  <a:pt x="1951674" y="65019"/>
                </a:cubicBezTo>
                <a:cubicBezTo>
                  <a:pt x="1950975" y="65717"/>
                  <a:pt x="1950152" y="66269"/>
                  <a:pt x="1949205" y="66673"/>
                </a:cubicBezTo>
                <a:cubicBezTo>
                  <a:pt x="1948258" y="67076"/>
                  <a:pt x="1947256" y="67278"/>
                  <a:pt x="1946200" y="67278"/>
                </a:cubicBezTo>
                <a:cubicBezTo>
                  <a:pt x="1945113" y="67278"/>
                  <a:pt x="1944103" y="67076"/>
                  <a:pt x="1943171" y="66673"/>
                </a:cubicBezTo>
                <a:cubicBezTo>
                  <a:pt x="1942239" y="66269"/>
                  <a:pt x="1941424" y="65717"/>
                  <a:pt x="1940725" y="65019"/>
                </a:cubicBezTo>
                <a:cubicBezTo>
                  <a:pt x="1940026" y="64320"/>
                  <a:pt x="1939475" y="63504"/>
                  <a:pt x="1939071" y="62573"/>
                </a:cubicBezTo>
                <a:cubicBezTo>
                  <a:pt x="1938667" y="61641"/>
                  <a:pt x="1938466" y="60647"/>
                  <a:pt x="1938466" y="59591"/>
                </a:cubicBezTo>
                <a:cubicBezTo>
                  <a:pt x="1938466" y="58504"/>
                  <a:pt x="1938667" y="57486"/>
                  <a:pt x="1939071" y="56539"/>
                </a:cubicBezTo>
                <a:cubicBezTo>
                  <a:pt x="1939475" y="55592"/>
                  <a:pt x="1940026" y="54761"/>
                  <a:pt x="1940725" y="54046"/>
                </a:cubicBezTo>
                <a:cubicBezTo>
                  <a:pt x="1941424" y="53332"/>
                  <a:pt x="1942239" y="52773"/>
                  <a:pt x="1943171" y="52369"/>
                </a:cubicBezTo>
                <a:cubicBezTo>
                  <a:pt x="1944103" y="51965"/>
                  <a:pt x="1945113" y="51763"/>
                  <a:pt x="1946200" y="51763"/>
                </a:cubicBezTo>
                <a:close/>
                <a:moveTo>
                  <a:pt x="2077092" y="66440"/>
                </a:moveTo>
                <a:lnTo>
                  <a:pt x="2068053" y="66440"/>
                </a:lnTo>
                <a:lnTo>
                  <a:pt x="2063813" y="53114"/>
                </a:lnTo>
                <a:lnTo>
                  <a:pt x="2038467" y="53114"/>
                </a:lnTo>
                <a:lnTo>
                  <a:pt x="2034181" y="66440"/>
                </a:lnTo>
                <a:lnTo>
                  <a:pt x="2025562" y="66440"/>
                </a:lnTo>
                <a:lnTo>
                  <a:pt x="2045782" y="5498"/>
                </a:lnTo>
                <a:lnTo>
                  <a:pt x="2057151" y="5498"/>
                </a:lnTo>
                <a:lnTo>
                  <a:pt x="2077092" y="66440"/>
                </a:lnTo>
                <a:moveTo>
                  <a:pt x="2061437" y="45706"/>
                </a:moveTo>
                <a:lnTo>
                  <a:pt x="2051140" y="13139"/>
                </a:lnTo>
                <a:lnTo>
                  <a:pt x="2040844" y="45706"/>
                </a:lnTo>
                <a:lnTo>
                  <a:pt x="2061437" y="45706"/>
                </a:lnTo>
                <a:close/>
                <a:moveTo>
                  <a:pt x="2083409" y="19662"/>
                </a:moveTo>
                <a:lnTo>
                  <a:pt x="2090631" y="19662"/>
                </a:lnTo>
                <a:lnTo>
                  <a:pt x="2090957" y="27210"/>
                </a:lnTo>
                <a:cubicBezTo>
                  <a:pt x="2092323" y="25594"/>
                  <a:pt x="2093644" y="24251"/>
                  <a:pt x="2094917" y="23179"/>
                </a:cubicBezTo>
                <a:cubicBezTo>
                  <a:pt x="2096191" y="22108"/>
                  <a:pt x="2097441" y="21246"/>
                  <a:pt x="2098668" y="20593"/>
                </a:cubicBezTo>
                <a:cubicBezTo>
                  <a:pt x="2099895" y="19941"/>
                  <a:pt x="2101145" y="19483"/>
                  <a:pt x="2102418" y="19219"/>
                </a:cubicBezTo>
                <a:cubicBezTo>
                  <a:pt x="2103692" y="18955"/>
                  <a:pt x="2105012" y="18823"/>
                  <a:pt x="2106379" y="18823"/>
                </a:cubicBezTo>
                <a:cubicBezTo>
                  <a:pt x="2111193" y="18823"/>
                  <a:pt x="2114835" y="20244"/>
                  <a:pt x="2117304" y="23086"/>
                </a:cubicBezTo>
                <a:cubicBezTo>
                  <a:pt x="2119774" y="25928"/>
                  <a:pt x="2121008" y="30207"/>
                  <a:pt x="2121008" y="35922"/>
                </a:cubicBezTo>
                <a:lnTo>
                  <a:pt x="2121008" y="66440"/>
                </a:lnTo>
                <a:lnTo>
                  <a:pt x="2112901" y="66440"/>
                </a:lnTo>
                <a:lnTo>
                  <a:pt x="2112901" y="36574"/>
                </a:lnTo>
                <a:cubicBezTo>
                  <a:pt x="2112901" y="32909"/>
                  <a:pt x="2112218" y="30199"/>
                  <a:pt x="2110851" y="28444"/>
                </a:cubicBezTo>
                <a:cubicBezTo>
                  <a:pt x="2109485" y="26689"/>
                  <a:pt x="2107450" y="25812"/>
                  <a:pt x="2104748" y="25812"/>
                </a:cubicBezTo>
                <a:cubicBezTo>
                  <a:pt x="2103754" y="25812"/>
                  <a:pt x="2102783" y="25959"/>
                  <a:pt x="2101836" y="26254"/>
                </a:cubicBezTo>
                <a:cubicBezTo>
                  <a:pt x="2100889" y="26549"/>
                  <a:pt x="2099902" y="27062"/>
                  <a:pt x="2098877" y="27792"/>
                </a:cubicBezTo>
                <a:cubicBezTo>
                  <a:pt x="2097852" y="28522"/>
                  <a:pt x="2096742" y="29508"/>
                  <a:pt x="2095546" y="30750"/>
                </a:cubicBezTo>
                <a:cubicBezTo>
                  <a:pt x="2094350" y="31993"/>
                  <a:pt x="2093007" y="33546"/>
                  <a:pt x="2091516" y="35410"/>
                </a:cubicBezTo>
                <a:lnTo>
                  <a:pt x="2091516" y="66440"/>
                </a:lnTo>
                <a:lnTo>
                  <a:pt x="2083409" y="66440"/>
                </a:lnTo>
                <a:lnTo>
                  <a:pt x="2083409" y="19662"/>
                </a:lnTo>
                <a:close/>
                <a:moveTo>
                  <a:pt x="2176828" y="19662"/>
                </a:moveTo>
                <a:lnTo>
                  <a:pt x="2160893" y="61501"/>
                </a:lnTo>
                <a:cubicBezTo>
                  <a:pt x="2159247" y="65756"/>
                  <a:pt x="2157547" y="69421"/>
                  <a:pt x="2155792" y="72497"/>
                </a:cubicBezTo>
                <a:cubicBezTo>
                  <a:pt x="2154037" y="75572"/>
                  <a:pt x="2152119" y="78095"/>
                  <a:pt x="2150038" y="80068"/>
                </a:cubicBezTo>
                <a:cubicBezTo>
                  <a:pt x="2147956" y="82040"/>
                  <a:pt x="2145673" y="83492"/>
                  <a:pt x="2143189" y="84424"/>
                </a:cubicBezTo>
                <a:cubicBezTo>
                  <a:pt x="2140704" y="85356"/>
                  <a:pt x="2137924" y="85822"/>
                  <a:pt x="2134849" y="85822"/>
                </a:cubicBezTo>
                <a:cubicBezTo>
                  <a:pt x="2134041" y="85822"/>
                  <a:pt x="2133311" y="85806"/>
                  <a:pt x="2132659" y="85775"/>
                </a:cubicBezTo>
                <a:cubicBezTo>
                  <a:pt x="2132007" y="85744"/>
                  <a:pt x="2131292" y="85697"/>
                  <a:pt x="2130516" y="85635"/>
                </a:cubicBezTo>
                <a:lnTo>
                  <a:pt x="2130516" y="78274"/>
                </a:lnTo>
                <a:cubicBezTo>
                  <a:pt x="2131199" y="78367"/>
                  <a:pt x="2131944" y="78453"/>
                  <a:pt x="2132752" y="78530"/>
                </a:cubicBezTo>
                <a:cubicBezTo>
                  <a:pt x="2133560" y="78608"/>
                  <a:pt x="2134414" y="78647"/>
                  <a:pt x="2135315" y="78647"/>
                </a:cubicBezTo>
                <a:cubicBezTo>
                  <a:pt x="2136806" y="78647"/>
                  <a:pt x="2138196" y="78429"/>
                  <a:pt x="2139485" y="77994"/>
                </a:cubicBezTo>
                <a:cubicBezTo>
                  <a:pt x="2140774" y="77559"/>
                  <a:pt x="2141993" y="76853"/>
                  <a:pt x="2143142" y="75874"/>
                </a:cubicBezTo>
                <a:cubicBezTo>
                  <a:pt x="2144291" y="74896"/>
                  <a:pt x="2145394" y="73630"/>
                  <a:pt x="2146450" y="72077"/>
                </a:cubicBezTo>
                <a:cubicBezTo>
                  <a:pt x="2147506" y="70524"/>
                  <a:pt x="2148531" y="68645"/>
                  <a:pt x="2149525" y="66440"/>
                </a:cubicBezTo>
                <a:lnTo>
                  <a:pt x="2130842" y="19662"/>
                </a:lnTo>
                <a:lnTo>
                  <a:pt x="2140067" y="19662"/>
                </a:lnTo>
                <a:lnTo>
                  <a:pt x="2151901" y="50598"/>
                </a:lnTo>
                <a:lnTo>
                  <a:pt x="2154277" y="57867"/>
                </a:lnTo>
                <a:lnTo>
                  <a:pt x="2156980" y="50412"/>
                </a:lnTo>
                <a:lnTo>
                  <a:pt x="2167929" y="19662"/>
                </a:lnTo>
                <a:lnTo>
                  <a:pt x="2176828" y="19662"/>
                </a:lnTo>
                <a:close/>
                <a:moveTo>
                  <a:pt x="2279960" y="42212"/>
                </a:moveTo>
                <a:cubicBezTo>
                  <a:pt x="2279960" y="46095"/>
                  <a:pt x="2279424" y="49566"/>
                  <a:pt x="2278352" y="52625"/>
                </a:cubicBezTo>
                <a:cubicBezTo>
                  <a:pt x="2277281" y="55685"/>
                  <a:pt x="2275759" y="58278"/>
                  <a:pt x="2273786" y="60406"/>
                </a:cubicBezTo>
                <a:cubicBezTo>
                  <a:pt x="2271814" y="62534"/>
                  <a:pt x="2269415" y="64164"/>
                  <a:pt x="2266588" y="65298"/>
                </a:cubicBezTo>
                <a:cubicBezTo>
                  <a:pt x="2263761" y="66432"/>
                  <a:pt x="2260578" y="66999"/>
                  <a:pt x="2257037" y="66999"/>
                </a:cubicBezTo>
                <a:cubicBezTo>
                  <a:pt x="2254272" y="66999"/>
                  <a:pt x="2251446" y="66735"/>
                  <a:pt x="2248557" y="66207"/>
                </a:cubicBezTo>
                <a:cubicBezTo>
                  <a:pt x="2245668" y="65679"/>
                  <a:pt x="2242811" y="64840"/>
                  <a:pt x="2239984" y="63691"/>
                </a:cubicBezTo>
                <a:lnTo>
                  <a:pt x="2239984" y="559"/>
                </a:lnTo>
                <a:lnTo>
                  <a:pt x="2248091" y="559"/>
                </a:lnTo>
                <a:lnTo>
                  <a:pt x="2248091" y="18715"/>
                </a:lnTo>
                <a:lnTo>
                  <a:pt x="2247718" y="27396"/>
                </a:lnTo>
                <a:cubicBezTo>
                  <a:pt x="2250048" y="24259"/>
                  <a:pt x="2252541" y="22046"/>
                  <a:pt x="2255196" y="20757"/>
                </a:cubicBezTo>
                <a:cubicBezTo>
                  <a:pt x="2257852" y="19468"/>
                  <a:pt x="2260702" y="18823"/>
                  <a:pt x="2263746" y="18823"/>
                </a:cubicBezTo>
                <a:cubicBezTo>
                  <a:pt x="2266417" y="18823"/>
                  <a:pt x="2268762" y="19382"/>
                  <a:pt x="2270781" y="20500"/>
                </a:cubicBezTo>
                <a:cubicBezTo>
                  <a:pt x="2272800" y="21619"/>
                  <a:pt x="2274493" y="23195"/>
                  <a:pt x="2275860" y="25229"/>
                </a:cubicBezTo>
                <a:cubicBezTo>
                  <a:pt x="2277226" y="27264"/>
                  <a:pt x="2278251" y="29718"/>
                  <a:pt x="2278935" y="32591"/>
                </a:cubicBezTo>
                <a:cubicBezTo>
                  <a:pt x="2279618" y="35464"/>
                  <a:pt x="2279960" y="38671"/>
                  <a:pt x="2279960" y="42212"/>
                </a:cubicBezTo>
                <a:moveTo>
                  <a:pt x="2271667" y="42585"/>
                </a:moveTo>
                <a:cubicBezTo>
                  <a:pt x="2271667" y="40131"/>
                  <a:pt x="2271488" y="37879"/>
                  <a:pt x="2271131" y="35829"/>
                </a:cubicBezTo>
                <a:cubicBezTo>
                  <a:pt x="2270774" y="33779"/>
                  <a:pt x="2270207" y="32024"/>
                  <a:pt x="2269430" y="30564"/>
                </a:cubicBezTo>
                <a:cubicBezTo>
                  <a:pt x="2268654" y="29104"/>
                  <a:pt x="2267660" y="27963"/>
                  <a:pt x="2266448" y="27140"/>
                </a:cubicBezTo>
                <a:cubicBezTo>
                  <a:pt x="2265237" y="26316"/>
                  <a:pt x="2263793" y="25905"/>
                  <a:pt x="2262115" y="25905"/>
                </a:cubicBezTo>
                <a:cubicBezTo>
                  <a:pt x="2261090" y="25905"/>
                  <a:pt x="2260050" y="26068"/>
                  <a:pt x="2258994" y="26394"/>
                </a:cubicBezTo>
                <a:cubicBezTo>
                  <a:pt x="2257938" y="26720"/>
                  <a:pt x="2256843" y="27264"/>
                  <a:pt x="2255709" y="28025"/>
                </a:cubicBezTo>
                <a:cubicBezTo>
                  <a:pt x="2254575" y="28786"/>
                  <a:pt x="2253379" y="29795"/>
                  <a:pt x="2252121" y="31053"/>
                </a:cubicBezTo>
                <a:cubicBezTo>
                  <a:pt x="2250863" y="32311"/>
                  <a:pt x="2249520" y="33872"/>
                  <a:pt x="2248091" y="35736"/>
                </a:cubicBezTo>
                <a:lnTo>
                  <a:pt x="2248091" y="58426"/>
                </a:lnTo>
                <a:cubicBezTo>
                  <a:pt x="2249675" y="59047"/>
                  <a:pt x="2251290" y="59536"/>
                  <a:pt x="2252937" y="59894"/>
                </a:cubicBezTo>
                <a:cubicBezTo>
                  <a:pt x="2254583" y="60251"/>
                  <a:pt x="2256152" y="60429"/>
                  <a:pt x="2257642" y="60429"/>
                </a:cubicBezTo>
                <a:cubicBezTo>
                  <a:pt x="2259506" y="60429"/>
                  <a:pt x="2261284" y="60134"/>
                  <a:pt x="2262977" y="59544"/>
                </a:cubicBezTo>
                <a:cubicBezTo>
                  <a:pt x="2264670" y="58954"/>
                  <a:pt x="2266161" y="57968"/>
                  <a:pt x="2267450" y="56586"/>
                </a:cubicBezTo>
                <a:cubicBezTo>
                  <a:pt x="2268739" y="55203"/>
                  <a:pt x="2269764" y="53371"/>
                  <a:pt x="2270525" y="51088"/>
                </a:cubicBezTo>
                <a:cubicBezTo>
                  <a:pt x="2271286" y="48805"/>
                  <a:pt x="2271667" y="45970"/>
                  <a:pt x="2271667" y="42585"/>
                </a:cubicBezTo>
                <a:close/>
                <a:moveTo>
                  <a:pt x="2329442" y="66440"/>
                </a:moveTo>
                <a:lnTo>
                  <a:pt x="2322174" y="66440"/>
                </a:lnTo>
                <a:lnTo>
                  <a:pt x="2321894" y="58892"/>
                </a:lnTo>
                <a:cubicBezTo>
                  <a:pt x="2320497" y="60507"/>
                  <a:pt x="2319169" y="61850"/>
                  <a:pt x="2317911" y="62922"/>
                </a:cubicBezTo>
                <a:cubicBezTo>
                  <a:pt x="2316653" y="63994"/>
                  <a:pt x="2315403" y="64856"/>
                  <a:pt x="2314160" y="65508"/>
                </a:cubicBezTo>
                <a:cubicBezTo>
                  <a:pt x="2312918" y="66160"/>
                  <a:pt x="2311667" y="66618"/>
                  <a:pt x="2310409" y="66882"/>
                </a:cubicBezTo>
                <a:cubicBezTo>
                  <a:pt x="2309152" y="67146"/>
                  <a:pt x="2307824" y="67278"/>
                  <a:pt x="2306426" y="67278"/>
                </a:cubicBezTo>
                <a:cubicBezTo>
                  <a:pt x="2301611" y="67278"/>
                  <a:pt x="2297977" y="65865"/>
                  <a:pt x="2295523" y="63038"/>
                </a:cubicBezTo>
                <a:cubicBezTo>
                  <a:pt x="2293070" y="60212"/>
                  <a:pt x="2291843" y="55941"/>
                  <a:pt x="2291843" y="50226"/>
                </a:cubicBezTo>
                <a:lnTo>
                  <a:pt x="2291843" y="19662"/>
                </a:lnTo>
                <a:lnTo>
                  <a:pt x="2299950" y="19662"/>
                </a:lnTo>
                <a:lnTo>
                  <a:pt x="2299950" y="49573"/>
                </a:lnTo>
                <a:cubicBezTo>
                  <a:pt x="2299950" y="56749"/>
                  <a:pt x="2302652" y="60336"/>
                  <a:pt x="2308057" y="60336"/>
                </a:cubicBezTo>
                <a:cubicBezTo>
                  <a:pt x="2309051" y="60336"/>
                  <a:pt x="2310021" y="60189"/>
                  <a:pt x="2310969" y="59894"/>
                </a:cubicBezTo>
                <a:cubicBezTo>
                  <a:pt x="2311916" y="59598"/>
                  <a:pt x="2312910" y="59086"/>
                  <a:pt x="2313950" y="58356"/>
                </a:cubicBezTo>
                <a:cubicBezTo>
                  <a:pt x="2314991" y="57626"/>
                  <a:pt x="2316109" y="56640"/>
                  <a:pt x="2317305" y="55397"/>
                </a:cubicBezTo>
                <a:cubicBezTo>
                  <a:pt x="2318501" y="54155"/>
                  <a:pt x="2319844" y="52586"/>
                  <a:pt x="2321335" y="50692"/>
                </a:cubicBezTo>
                <a:lnTo>
                  <a:pt x="2321335" y="19662"/>
                </a:lnTo>
                <a:lnTo>
                  <a:pt x="2329442" y="19662"/>
                </a:lnTo>
                <a:lnTo>
                  <a:pt x="2329442" y="66440"/>
                </a:lnTo>
                <a:close/>
                <a:moveTo>
                  <a:pt x="2377387" y="26278"/>
                </a:moveTo>
                <a:cubicBezTo>
                  <a:pt x="2378257" y="27365"/>
                  <a:pt x="2378932" y="28631"/>
                  <a:pt x="2379414" y="30075"/>
                </a:cubicBezTo>
                <a:cubicBezTo>
                  <a:pt x="2379895" y="31519"/>
                  <a:pt x="2380136" y="33080"/>
                  <a:pt x="2380136" y="34757"/>
                </a:cubicBezTo>
                <a:cubicBezTo>
                  <a:pt x="2380136" y="37180"/>
                  <a:pt x="2379693" y="39393"/>
                  <a:pt x="2378808" y="41397"/>
                </a:cubicBezTo>
                <a:cubicBezTo>
                  <a:pt x="2377923" y="43400"/>
                  <a:pt x="2376673" y="45116"/>
                  <a:pt x="2375057" y="46545"/>
                </a:cubicBezTo>
                <a:cubicBezTo>
                  <a:pt x="2373442" y="47974"/>
                  <a:pt x="2371509" y="49084"/>
                  <a:pt x="2369257" y="49876"/>
                </a:cubicBezTo>
                <a:cubicBezTo>
                  <a:pt x="2367005" y="50668"/>
                  <a:pt x="2364528" y="51064"/>
                  <a:pt x="2361825" y="51064"/>
                </a:cubicBezTo>
                <a:cubicBezTo>
                  <a:pt x="2359868" y="51064"/>
                  <a:pt x="2358036" y="50855"/>
                  <a:pt x="2356328" y="50435"/>
                </a:cubicBezTo>
                <a:cubicBezTo>
                  <a:pt x="2354619" y="50016"/>
                  <a:pt x="2353268" y="49496"/>
                  <a:pt x="2352274" y="48875"/>
                </a:cubicBezTo>
                <a:cubicBezTo>
                  <a:pt x="2351684" y="49744"/>
                  <a:pt x="2351187" y="50566"/>
                  <a:pt x="2350783" y="51340"/>
                </a:cubicBezTo>
                <a:cubicBezTo>
                  <a:pt x="2350379" y="52112"/>
                  <a:pt x="2350177" y="52977"/>
                  <a:pt x="2350177" y="53934"/>
                </a:cubicBezTo>
                <a:cubicBezTo>
                  <a:pt x="2350177" y="55107"/>
                  <a:pt x="2350744" y="56079"/>
                  <a:pt x="2351878" y="56850"/>
                </a:cubicBezTo>
                <a:cubicBezTo>
                  <a:pt x="2353012" y="57621"/>
                  <a:pt x="2354510" y="58038"/>
                  <a:pt x="2356374" y="58100"/>
                </a:cubicBezTo>
                <a:lnTo>
                  <a:pt x="2368674" y="58566"/>
                </a:lnTo>
                <a:cubicBezTo>
                  <a:pt x="2371004" y="58628"/>
                  <a:pt x="2373155" y="58923"/>
                  <a:pt x="2375127" y="59452"/>
                </a:cubicBezTo>
                <a:cubicBezTo>
                  <a:pt x="2377100" y="59981"/>
                  <a:pt x="2378792" y="60744"/>
                  <a:pt x="2380206" y="61740"/>
                </a:cubicBezTo>
                <a:cubicBezTo>
                  <a:pt x="2381619" y="62735"/>
                  <a:pt x="2382722" y="63963"/>
                  <a:pt x="2383514" y="65426"/>
                </a:cubicBezTo>
                <a:cubicBezTo>
                  <a:pt x="2384306" y="66888"/>
                  <a:pt x="2384702" y="68584"/>
                  <a:pt x="2384702" y="70513"/>
                </a:cubicBezTo>
                <a:cubicBezTo>
                  <a:pt x="2384702" y="72598"/>
                  <a:pt x="2384251" y="74574"/>
                  <a:pt x="2383351" y="76441"/>
                </a:cubicBezTo>
                <a:cubicBezTo>
                  <a:pt x="2382450" y="78307"/>
                  <a:pt x="2381060" y="79948"/>
                  <a:pt x="2379181" y="81364"/>
                </a:cubicBezTo>
                <a:cubicBezTo>
                  <a:pt x="2377302" y="82780"/>
                  <a:pt x="2374918" y="83908"/>
                  <a:pt x="2372029" y="84747"/>
                </a:cubicBezTo>
                <a:cubicBezTo>
                  <a:pt x="2369140" y="85588"/>
                  <a:pt x="2365708" y="86008"/>
                  <a:pt x="2361732" y="86008"/>
                </a:cubicBezTo>
                <a:cubicBezTo>
                  <a:pt x="2357943" y="86008"/>
                  <a:pt x="2354720" y="85705"/>
                  <a:pt x="2352064" y="85098"/>
                </a:cubicBezTo>
                <a:cubicBezTo>
                  <a:pt x="2349409" y="84491"/>
                  <a:pt x="2347227" y="83651"/>
                  <a:pt x="2345518" y="82578"/>
                </a:cubicBezTo>
                <a:cubicBezTo>
                  <a:pt x="2343810" y="81504"/>
                  <a:pt x="2342567" y="80228"/>
                  <a:pt x="2341791" y="78750"/>
                </a:cubicBezTo>
                <a:cubicBezTo>
                  <a:pt x="2341014" y="77273"/>
                  <a:pt x="2340626" y="75647"/>
                  <a:pt x="2340626" y="73874"/>
                </a:cubicBezTo>
                <a:cubicBezTo>
                  <a:pt x="2340626" y="71603"/>
                  <a:pt x="2341154" y="69611"/>
                  <a:pt x="2342210" y="67900"/>
                </a:cubicBezTo>
                <a:cubicBezTo>
                  <a:pt x="2343266" y="66190"/>
                  <a:pt x="2344897" y="64541"/>
                  <a:pt x="2347102" y="62954"/>
                </a:cubicBezTo>
                <a:cubicBezTo>
                  <a:pt x="2346295" y="62582"/>
                  <a:pt x="2345596" y="62117"/>
                  <a:pt x="2345006" y="61559"/>
                </a:cubicBezTo>
                <a:cubicBezTo>
                  <a:pt x="2344416" y="61001"/>
                  <a:pt x="2343934" y="60389"/>
                  <a:pt x="2343561" y="59723"/>
                </a:cubicBezTo>
                <a:cubicBezTo>
                  <a:pt x="2343189" y="59056"/>
                  <a:pt x="2342909" y="58351"/>
                  <a:pt x="2342723" y="57608"/>
                </a:cubicBezTo>
                <a:cubicBezTo>
                  <a:pt x="2342536" y="56863"/>
                  <a:pt x="2342443" y="56135"/>
                  <a:pt x="2342443" y="55422"/>
                </a:cubicBezTo>
                <a:cubicBezTo>
                  <a:pt x="2342443" y="53407"/>
                  <a:pt x="2342917" y="51563"/>
                  <a:pt x="2343864" y="49889"/>
                </a:cubicBezTo>
                <a:cubicBezTo>
                  <a:pt x="2344812" y="48216"/>
                  <a:pt x="2345938" y="46635"/>
                  <a:pt x="2347242" y="45147"/>
                </a:cubicBezTo>
                <a:cubicBezTo>
                  <a:pt x="2346652" y="44433"/>
                  <a:pt x="2346132" y="43734"/>
                  <a:pt x="2345681" y="43051"/>
                </a:cubicBezTo>
                <a:cubicBezTo>
                  <a:pt x="2345231" y="42367"/>
                  <a:pt x="2344843" y="41630"/>
                  <a:pt x="2344517" y="40838"/>
                </a:cubicBezTo>
                <a:cubicBezTo>
                  <a:pt x="2344190" y="40045"/>
                  <a:pt x="2343942" y="39191"/>
                  <a:pt x="2343771" y="38275"/>
                </a:cubicBezTo>
                <a:cubicBezTo>
                  <a:pt x="2343600" y="37359"/>
                  <a:pt x="2343515" y="36310"/>
                  <a:pt x="2343515" y="35130"/>
                </a:cubicBezTo>
                <a:cubicBezTo>
                  <a:pt x="2343515" y="32707"/>
                  <a:pt x="2343957" y="30494"/>
                  <a:pt x="2344843" y="28491"/>
                </a:cubicBezTo>
                <a:cubicBezTo>
                  <a:pt x="2345728" y="26487"/>
                  <a:pt x="2346970" y="24771"/>
                  <a:pt x="2348570" y="23342"/>
                </a:cubicBezTo>
                <a:cubicBezTo>
                  <a:pt x="2350170" y="21914"/>
                  <a:pt x="2352095" y="20803"/>
                  <a:pt x="2354347" y="20011"/>
                </a:cubicBezTo>
                <a:cubicBezTo>
                  <a:pt x="2356599" y="19219"/>
                  <a:pt x="2359092" y="18823"/>
                  <a:pt x="2361825" y="18823"/>
                </a:cubicBezTo>
                <a:cubicBezTo>
                  <a:pt x="2362975" y="18823"/>
                  <a:pt x="2364077" y="18901"/>
                  <a:pt x="2365133" y="19056"/>
                </a:cubicBezTo>
                <a:cubicBezTo>
                  <a:pt x="2366189" y="19211"/>
                  <a:pt x="2367121" y="19413"/>
                  <a:pt x="2367929" y="19662"/>
                </a:cubicBezTo>
                <a:lnTo>
                  <a:pt x="2384888" y="19662"/>
                </a:lnTo>
                <a:lnTo>
                  <a:pt x="2384888" y="26278"/>
                </a:lnTo>
                <a:lnTo>
                  <a:pt x="2377387" y="26278"/>
                </a:lnTo>
                <a:moveTo>
                  <a:pt x="2349246" y="73175"/>
                </a:moveTo>
                <a:cubicBezTo>
                  <a:pt x="2349246" y="75387"/>
                  <a:pt x="2350395" y="76999"/>
                  <a:pt x="2352693" y="78012"/>
                </a:cubicBezTo>
                <a:cubicBezTo>
                  <a:pt x="2354992" y="79025"/>
                  <a:pt x="2358191" y="79532"/>
                  <a:pt x="2362291" y="79532"/>
                </a:cubicBezTo>
                <a:cubicBezTo>
                  <a:pt x="2364869" y="79532"/>
                  <a:pt x="2367036" y="79298"/>
                  <a:pt x="2368791" y="78830"/>
                </a:cubicBezTo>
                <a:cubicBezTo>
                  <a:pt x="2370546" y="78363"/>
                  <a:pt x="2371959" y="77748"/>
                  <a:pt x="2373031" y="76984"/>
                </a:cubicBezTo>
                <a:cubicBezTo>
                  <a:pt x="2374102" y="76220"/>
                  <a:pt x="2374871" y="75347"/>
                  <a:pt x="2375337" y="74366"/>
                </a:cubicBezTo>
                <a:cubicBezTo>
                  <a:pt x="2375803" y="73385"/>
                  <a:pt x="2376036" y="72380"/>
                  <a:pt x="2376036" y="71351"/>
                </a:cubicBezTo>
                <a:cubicBezTo>
                  <a:pt x="2376036" y="69449"/>
                  <a:pt x="2375259" y="68047"/>
                  <a:pt x="2373706" y="67143"/>
                </a:cubicBezTo>
                <a:cubicBezTo>
                  <a:pt x="2372153" y="66239"/>
                  <a:pt x="2369777" y="65710"/>
                  <a:pt x="2366578" y="65554"/>
                </a:cubicBezTo>
                <a:lnTo>
                  <a:pt x="2354371" y="65135"/>
                </a:lnTo>
                <a:cubicBezTo>
                  <a:pt x="2353346" y="65820"/>
                  <a:pt x="2352499" y="66490"/>
                  <a:pt x="2351831" y="67144"/>
                </a:cubicBezTo>
                <a:cubicBezTo>
                  <a:pt x="2351164" y="67800"/>
                  <a:pt x="2350643" y="68462"/>
                  <a:pt x="2350271" y="69132"/>
                </a:cubicBezTo>
                <a:cubicBezTo>
                  <a:pt x="2349898" y="69802"/>
                  <a:pt x="2349634" y="70471"/>
                  <a:pt x="2349479" y="71141"/>
                </a:cubicBezTo>
                <a:cubicBezTo>
                  <a:pt x="2349323" y="71812"/>
                  <a:pt x="2349246" y="72490"/>
                  <a:pt x="2349246" y="73175"/>
                </a:cubicBezTo>
                <a:moveTo>
                  <a:pt x="2351715" y="34944"/>
                </a:moveTo>
                <a:cubicBezTo>
                  <a:pt x="2351715" y="36435"/>
                  <a:pt x="2351963" y="37801"/>
                  <a:pt x="2352460" y="39044"/>
                </a:cubicBezTo>
                <a:cubicBezTo>
                  <a:pt x="2352957" y="40286"/>
                  <a:pt x="2353656" y="41342"/>
                  <a:pt x="2354557" y="42212"/>
                </a:cubicBezTo>
                <a:cubicBezTo>
                  <a:pt x="2355458" y="43082"/>
                  <a:pt x="2356522" y="43757"/>
                  <a:pt x="2357749" y="44239"/>
                </a:cubicBezTo>
                <a:cubicBezTo>
                  <a:pt x="2358975" y="44720"/>
                  <a:pt x="2360334" y="44961"/>
                  <a:pt x="2361825" y="44961"/>
                </a:cubicBezTo>
                <a:cubicBezTo>
                  <a:pt x="2363441" y="44961"/>
                  <a:pt x="2364877" y="44689"/>
                  <a:pt x="2366135" y="44146"/>
                </a:cubicBezTo>
                <a:cubicBezTo>
                  <a:pt x="2367393" y="43602"/>
                  <a:pt x="2368449" y="42864"/>
                  <a:pt x="2369303" y="41932"/>
                </a:cubicBezTo>
                <a:cubicBezTo>
                  <a:pt x="2370157" y="41001"/>
                  <a:pt x="2370810" y="39929"/>
                  <a:pt x="2371260" y="38718"/>
                </a:cubicBezTo>
                <a:cubicBezTo>
                  <a:pt x="2371711" y="37506"/>
                  <a:pt x="2371936" y="36248"/>
                  <a:pt x="2371936" y="34944"/>
                </a:cubicBezTo>
                <a:cubicBezTo>
                  <a:pt x="2371936" y="33453"/>
                  <a:pt x="2371687" y="32086"/>
                  <a:pt x="2371190" y="30844"/>
                </a:cubicBezTo>
                <a:cubicBezTo>
                  <a:pt x="2370693" y="29601"/>
                  <a:pt x="2369994" y="28545"/>
                  <a:pt x="2369094" y="27675"/>
                </a:cubicBezTo>
                <a:cubicBezTo>
                  <a:pt x="2368193" y="26806"/>
                  <a:pt x="2367129" y="26130"/>
                  <a:pt x="2365902" y="25649"/>
                </a:cubicBezTo>
                <a:cubicBezTo>
                  <a:pt x="2364675" y="25167"/>
                  <a:pt x="2363316" y="24927"/>
                  <a:pt x="2361825" y="24927"/>
                </a:cubicBezTo>
                <a:cubicBezTo>
                  <a:pt x="2360210" y="24927"/>
                  <a:pt x="2358774" y="25206"/>
                  <a:pt x="2357516" y="25765"/>
                </a:cubicBezTo>
                <a:cubicBezTo>
                  <a:pt x="2356258" y="26324"/>
                  <a:pt x="2355202" y="27062"/>
                  <a:pt x="2354347" y="27978"/>
                </a:cubicBezTo>
                <a:cubicBezTo>
                  <a:pt x="2353493" y="28895"/>
                  <a:pt x="2352841" y="29958"/>
                  <a:pt x="2352391" y="31170"/>
                </a:cubicBezTo>
                <a:cubicBezTo>
                  <a:pt x="2351940" y="32381"/>
                  <a:pt x="2351715" y="33639"/>
                  <a:pt x="2351715" y="34944"/>
                </a:cubicBezTo>
                <a:close/>
                <a:moveTo>
                  <a:pt x="2450366" y="19662"/>
                </a:moveTo>
                <a:lnTo>
                  <a:pt x="2457774" y="19662"/>
                </a:lnTo>
                <a:lnTo>
                  <a:pt x="2458007" y="28259"/>
                </a:lnTo>
                <a:cubicBezTo>
                  <a:pt x="2460771" y="24943"/>
                  <a:pt x="2463497" y="22542"/>
                  <a:pt x="2466184" y="21055"/>
                </a:cubicBezTo>
                <a:cubicBezTo>
                  <a:pt x="2468870" y="19567"/>
                  <a:pt x="2471580" y="18823"/>
                  <a:pt x="2474314" y="18823"/>
                </a:cubicBezTo>
                <a:cubicBezTo>
                  <a:pt x="2479159" y="18823"/>
                  <a:pt x="2482832" y="20388"/>
                  <a:pt x="2485333" y="23517"/>
                </a:cubicBezTo>
                <a:cubicBezTo>
                  <a:pt x="2487833" y="26647"/>
                  <a:pt x="2488990" y="31294"/>
                  <a:pt x="2488804" y="37460"/>
                </a:cubicBezTo>
                <a:lnTo>
                  <a:pt x="2480604" y="37460"/>
                </a:lnTo>
                <a:cubicBezTo>
                  <a:pt x="2480697" y="33376"/>
                  <a:pt x="2480099" y="30414"/>
                  <a:pt x="2478810" y="28574"/>
                </a:cubicBezTo>
                <a:cubicBezTo>
                  <a:pt x="2477521" y="26732"/>
                  <a:pt x="2475634" y="25812"/>
                  <a:pt x="2473149" y="25812"/>
                </a:cubicBezTo>
                <a:cubicBezTo>
                  <a:pt x="2472062" y="25812"/>
                  <a:pt x="2470967" y="26005"/>
                  <a:pt x="2469864" y="26393"/>
                </a:cubicBezTo>
                <a:cubicBezTo>
                  <a:pt x="2468762" y="26779"/>
                  <a:pt x="2467628" y="27397"/>
                  <a:pt x="2466463" y="28248"/>
                </a:cubicBezTo>
                <a:cubicBezTo>
                  <a:pt x="2465298" y="29098"/>
                  <a:pt x="2464064" y="30188"/>
                  <a:pt x="2462759" y="31519"/>
                </a:cubicBezTo>
                <a:cubicBezTo>
                  <a:pt x="2461454" y="32849"/>
                  <a:pt x="2460057" y="34457"/>
                  <a:pt x="2458566" y="36344"/>
                </a:cubicBezTo>
                <a:lnTo>
                  <a:pt x="2458566" y="66440"/>
                </a:lnTo>
                <a:lnTo>
                  <a:pt x="2450366" y="66440"/>
                </a:lnTo>
                <a:lnTo>
                  <a:pt x="2450366" y="19662"/>
                </a:lnTo>
                <a:close/>
                <a:moveTo>
                  <a:pt x="2539824" y="40581"/>
                </a:moveTo>
                <a:cubicBezTo>
                  <a:pt x="2539824" y="41731"/>
                  <a:pt x="2539808" y="42693"/>
                  <a:pt x="2539777" y="43470"/>
                </a:cubicBezTo>
                <a:cubicBezTo>
                  <a:pt x="2539746" y="44246"/>
                  <a:pt x="2539699" y="44976"/>
                  <a:pt x="2539637" y="45660"/>
                </a:cubicBezTo>
                <a:lnTo>
                  <a:pt x="2506790" y="45660"/>
                </a:lnTo>
                <a:cubicBezTo>
                  <a:pt x="2506790" y="50443"/>
                  <a:pt x="2508126" y="54116"/>
                  <a:pt x="2510797" y="56679"/>
                </a:cubicBezTo>
                <a:cubicBezTo>
                  <a:pt x="2513468" y="59241"/>
                  <a:pt x="2517320" y="60522"/>
                  <a:pt x="2522352" y="60522"/>
                </a:cubicBezTo>
                <a:cubicBezTo>
                  <a:pt x="2523718" y="60522"/>
                  <a:pt x="2525085" y="60467"/>
                  <a:pt x="2526452" y="60357"/>
                </a:cubicBezTo>
                <a:cubicBezTo>
                  <a:pt x="2527819" y="60245"/>
                  <a:pt x="2529139" y="60094"/>
                  <a:pt x="2530412" y="59904"/>
                </a:cubicBezTo>
                <a:cubicBezTo>
                  <a:pt x="2531686" y="59712"/>
                  <a:pt x="2532905" y="59498"/>
                  <a:pt x="2534070" y="59260"/>
                </a:cubicBezTo>
                <a:cubicBezTo>
                  <a:pt x="2535234" y="59021"/>
                  <a:pt x="2536314" y="58759"/>
                  <a:pt x="2537308" y="58472"/>
                </a:cubicBezTo>
                <a:lnTo>
                  <a:pt x="2537308" y="65135"/>
                </a:lnTo>
                <a:cubicBezTo>
                  <a:pt x="2535102" y="65770"/>
                  <a:pt x="2532610" y="66286"/>
                  <a:pt x="2529830" y="66683"/>
                </a:cubicBezTo>
                <a:cubicBezTo>
                  <a:pt x="2527050" y="67080"/>
                  <a:pt x="2524169" y="67278"/>
                  <a:pt x="2521187" y="67278"/>
                </a:cubicBezTo>
                <a:cubicBezTo>
                  <a:pt x="2517180" y="67278"/>
                  <a:pt x="2513732" y="66735"/>
                  <a:pt x="2510844" y="65648"/>
                </a:cubicBezTo>
                <a:cubicBezTo>
                  <a:pt x="2507955" y="64560"/>
                  <a:pt x="2505587" y="62984"/>
                  <a:pt x="2503738" y="60919"/>
                </a:cubicBezTo>
                <a:cubicBezTo>
                  <a:pt x="2501890" y="58853"/>
                  <a:pt x="2500524" y="56321"/>
                  <a:pt x="2499638" y="53324"/>
                </a:cubicBezTo>
                <a:cubicBezTo>
                  <a:pt x="2498753" y="50327"/>
                  <a:pt x="2498310" y="46933"/>
                  <a:pt x="2498310" y="43144"/>
                </a:cubicBezTo>
                <a:cubicBezTo>
                  <a:pt x="2498310" y="39851"/>
                  <a:pt x="2498784" y="36737"/>
                  <a:pt x="2499732" y="33802"/>
                </a:cubicBezTo>
                <a:cubicBezTo>
                  <a:pt x="2500679" y="30867"/>
                  <a:pt x="2502061" y="28289"/>
                  <a:pt x="2503878" y="26068"/>
                </a:cubicBezTo>
                <a:cubicBezTo>
                  <a:pt x="2505695" y="23847"/>
                  <a:pt x="2507924" y="22084"/>
                  <a:pt x="2510564" y="20780"/>
                </a:cubicBezTo>
                <a:cubicBezTo>
                  <a:pt x="2513204" y="19475"/>
                  <a:pt x="2516202" y="18823"/>
                  <a:pt x="2519556" y="18823"/>
                </a:cubicBezTo>
                <a:cubicBezTo>
                  <a:pt x="2522818" y="18823"/>
                  <a:pt x="2525706" y="19336"/>
                  <a:pt x="2528222" y="20361"/>
                </a:cubicBezTo>
                <a:cubicBezTo>
                  <a:pt x="2530738" y="21386"/>
                  <a:pt x="2532858" y="22838"/>
                  <a:pt x="2534582" y="24717"/>
                </a:cubicBezTo>
                <a:cubicBezTo>
                  <a:pt x="2536306" y="26596"/>
                  <a:pt x="2537611" y="28879"/>
                  <a:pt x="2538496" y="31566"/>
                </a:cubicBezTo>
                <a:cubicBezTo>
                  <a:pt x="2539381" y="34253"/>
                  <a:pt x="2539824" y="37258"/>
                  <a:pt x="2539824" y="40581"/>
                </a:cubicBezTo>
                <a:moveTo>
                  <a:pt x="2531391" y="39416"/>
                </a:moveTo>
                <a:cubicBezTo>
                  <a:pt x="2531484" y="37335"/>
                  <a:pt x="2531282" y="35433"/>
                  <a:pt x="2530785" y="33709"/>
                </a:cubicBezTo>
                <a:cubicBezTo>
                  <a:pt x="2530288" y="31985"/>
                  <a:pt x="2529519" y="30502"/>
                  <a:pt x="2528479" y="29260"/>
                </a:cubicBezTo>
                <a:cubicBezTo>
                  <a:pt x="2527438" y="28017"/>
                  <a:pt x="2526141" y="27046"/>
                  <a:pt x="2524588" y="26348"/>
                </a:cubicBezTo>
                <a:cubicBezTo>
                  <a:pt x="2523035" y="25649"/>
                  <a:pt x="2521234" y="25299"/>
                  <a:pt x="2519184" y="25299"/>
                </a:cubicBezTo>
                <a:cubicBezTo>
                  <a:pt x="2517413" y="25299"/>
                  <a:pt x="2515798" y="25641"/>
                  <a:pt x="2514338" y="26324"/>
                </a:cubicBezTo>
                <a:cubicBezTo>
                  <a:pt x="2512878" y="27008"/>
                  <a:pt x="2511620" y="27970"/>
                  <a:pt x="2510564" y="29213"/>
                </a:cubicBezTo>
                <a:cubicBezTo>
                  <a:pt x="2509508" y="30455"/>
                  <a:pt x="2508654" y="31946"/>
                  <a:pt x="2508002" y="33686"/>
                </a:cubicBezTo>
                <a:cubicBezTo>
                  <a:pt x="2507349" y="35425"/>
                  <a:pt x="2506945" y="37335"/>
                  <a:pt x="2506790" y="39416"/>
                </a:cubicBezTo>
                <a:lnTo>
                  <a:pt x="2531391" y="39416"/>
                </a:lnTo>
                <a:close/>
                <a:moveTo>
                  <a:pt x="2568107" y="7222"/>
                </a:moveTo>
                <a:lnTo>
                  <a:pt x="2554269" y="7222"/>
                </a:lnTo>
                <a:lnTo>
                  <a:pt x="2554269" y="559"/>
                </a:lnTo>
                <a:lnTo>
                  <a:pt x="2576307" y="559"/>
                </a:lnTo>
                <a:lnTo>
                  <a:pt x="2576307" y="59684"/>
                </a:lnTo>
                <a:lnTo>
                  <a:pt x="2590238" y="59684"/>
                </a:lnTo>
                <a:lnTo>
                  <a:pt x="2590238" y="66440"/>
                </a:lnTo>
                <a:lnTo>
                  <a:pt x="2552732" y="66440"/>
                </a:lnTo>
                <a:lnTo>
                  <a:pt x="2552732" y="59684"/>
                </a:lnTo>
                <a:lnTo>
                  <a:pt x="2568107" y="59684"/>
                </a:lnTo>
                <a:lnTo>
                  <a:pt x="2568107" y="7222"/>
                </a:lnTo>
                <a:close/>
                <a:moveTo>
                  <a:pt x="2634083" y="66440"/>
                </a:moveTo>
                <a:lnTo>
                  <a:pt x="2633896" y="60137"/>
                </a:lnTo>
                <a:cubicBezTo>
                  <a:pt x="2631349" y="62657"/>
                  <a:pt x="2628763" y="64478"/>
                  <a:pt x="2626139" y="65598"/>
                </a:cubicBezTo>
                <a:cubicBezTo>
                  <a:pt x="2623514" y="66718"/>
                  <a:pt x="2620757" y="67278"/>
                  <a:pt x="2617869" y="67278"/>
                </a:cubicBezTo>
                <a:cubicBezTo>
                  <a:pt x="2615198" y="67278"/>
                  <a:pt x="2612915" y="66936"/>
                  <a:pt x="2611020" y="66252"/>
                </a:cubicBezTo>
                <a:cubicBezTo>
                  <a:pt x="2609125" y="65567"/>
                  <a:pt x="2607564" y="64626"/>
                  <a:pt x="2606337" y="63429"/>
                </a:cubicBezTo>
                <a:cubicBezTo>
                  <a:pt x="2605110" y="62231"/>
                  <a:pt x="2604210" y="60823"/>
                  <a:pt x="2603635" y="59205"/>
                </a:cubicBezTo>
                <a:cubicBezTo>
                  <a:pt x="2603060" y="57587"/>
                  <a:pt x="2602773" y="55829"/>
                  <a:pt x="2602773" y="53931"/>
                </a:cubicBezTo>
                <a:cubicBezTo>
                  <a:pt x="2602773" y="49233"/>
                  <a:pt x="2604520" y="45554"/>
                  <a:pt x="2608015" y="42895"/>
                </a:cubicBezTo>
                <a:cubicBezTo>
                  <a:pt x="2611509" y="40234"/>
                  <a:pt x="2616673" y="38904"/>
                  <a:pt x="2623506" y="38904"/>
                </a:cubicBezTo>
                <a:lnTo>
                  <a:pt x="2633197" y="38904"/>
                </a:lnTo>
                <a:lnTo>
                  <a:pt x="2633197" y="34818"/>
                </a:lnTo>
                <a:cubicBezTo>
                  <a:pt x="2633197" y="32064"/>
                  <a:pt x="2632312" y="29858"/>
                  <a:pt x="2630542" y="28202"/>
                </a:cubicBezTo>
                <a:cubicBezTo>
                  <a:pt x="2628771" y="26547"/>
                  <a:pt x="2626069" y="25719"/>
                  <a:pt x="2622435" y="25719"/>
                </a:cubicBezTo>
                <a:cubicBezTo>
                  <a:pt x="2619795" y="25719"/>
                  <a:pt x="2617193" y="26018"/>
                  <a:pt x="2614631" y="26617"/>
                </a:cubicBezTo>
                <a:cubicBezTo>
                  <a:pt x="2612068" y="27215"/>
                  <a:pt x="2609420" y="28065"/>
                  <a:pt x="2606687" y="29166"/>
                </a:cubicBezTo>
                <a:lnTo>
                  <a:pt x="2606687" y="21851"/>
                </a:lnTo>
                <a:cubicBezTo>
                  <a:pt x="2607712" y="21473"/>
                  <a:pt x="2608853" y="21102"/>
                  <a:pt x="2610111" y="20739"/>
                </a:cubicBezTo>
                <a:cubicBezTo>
                  <a:pt x="2611369" y="20376"/>
                  <a:pt x="2612697" y="20053"/>
                  <a:pt x="2614095" y="19769"/>
                </a:cubicBezTo>
                <a:cubicBezTo>
                  <a:pt x="2615493" y="19485"/>
                  <a:pt x="2616952" y="19256"/>
                  <a:pt x="2618474" y="19084"/>
                </a:cubicBezTo>
                <a:cubicBezTo>
                  <a:pt x="2619996" y="18910"/>
                  <a:pt x="2621534" y="18823"/>
                  <a:pt x="2623087" y="18823"/>
                </a:cubicBezTo>
                <a:cubicBezTo>
                  <a:pt x="2625914" y="18823"/>
                  <a:pt x="2628461" y="19134"/>
                  <a:pt x="2630728" y="19755"/>
                </a:cubicBezTo>
                <a:cubicBezTo>
                  <a:pt x="2632996" y="20376"/>
                  <a:pt x="2634914" y="21323"/>
                  <a:pt x="2636482" y="22597"/>
                </a:cubicBezTo>
                <a:cubicBezTo>
                  <a:pt x="2638051" y="23870"/>
                  <a:pt x="2639254" y="25470"/>
                  <a:pt x="2640093" y="27396"/>
                </a:cubicBezTo>
                <a:cubicBezTo>
                  <a:pt x="2640932" y="29322"/>
                  <a:pt x="2641351" y="31589"/>
                  <a:pt x="2641351" y="34198"/>
                </a:cubicBezTo>
                <a:lnTo>
                  <a:pt x="2641351" y="66440"/>
                </a:lnTo>
                <a:lnTo>
                  <a:pt x="2634083" y="66440"/>
                </a:lnTo>
                <a:moveTo>
                  <a:pt x="2633197" y="45101"/>
                </a:moveTo>
                <a:lnTo>
                  <a:pt x="2622901" y="45101"/>
                </a:lnTo>
                <a:cubicBezTo>
                  <a:pt x="2620882" y="45101"/>
                  <a:pt x="2619142" y="45304"/>
                  <a:pt x="2617682" y="45709"/>
                </a:cubicBezTo>
                <a:cubicBezTo>
                  <a:pt x="2616223" y="46114"/>
                  <a:pt x="2615027" y="46690"/>
                  <a:pt x="2614095" y="47438"/>
                </a:cubicBezTo>
                <a:cubicBezTo>
                  <a:pt x="2613163" y="48185"/>
                  <a:pt x="2612472" y="49081"/>
                  <a:pt x="2612022" y="50125"/>
                </a:cubicBezTo>
                <a:cubicBezTo>
                  <a:pt x="2611571" y="51169"/>
                  <a:pt x="2611346" y="52345"/>
                  <a:pt x="2611346" y="53653"/>
                </a:cubicBezTo>
                <a:cubicBezTo>
                  <a:pt x="2611346" y="54557"/>
                  <a:pt x="2611486" y="55422"/>
                  <a:pt x="2611765" y="56248"/>
                </a:cubicBezTo>
                <a:cubicBezTo>
                  <a:pt x="2612045" y="57073"/>
                  <a:pt x="2612495" y="57805"/>
                  <a:pt x="2613116" y="58443"/>
                </a:cubicBezTo>
                <a:cubicBezTo>
                  <a:pt x="2613738" y="59082"/>
                  <a:pt x="2614545" y="59588"/>
                  <a:pt x="2615539" y="59962"/>
                </a:cubicBezTo>
                <a:cubicBezTo>
                  <a:pt x="2616533" y="60336"/>
                  <a:pt x="2617745" y="60522"/>
                  <a:pt x="2619173" y="60522"/>
                </a:cubicBezTo>
                <a:cubicBezTo>
                  <a:pt x="2621037" y="60522"/>
                  <a:pt x="2623172" y="59954"/>
                  <a:pt x="2625580" y="58818"/>
                </a:cubicBezTo>
                <a:cubicBezTo>
                  <a:pt x="2627987" y="57680"/>
                  <a:pt x="2630526" y="55880"/>
                  <a:pt x="2633197" y="53419"/>
                </a:cubicBezTo>
                <a:lnTo>
                  <a:pt x="2633197" y="45101"/>
                </a:lnTo>
                <a:close/>
                <a:moveTo>
                  <a:pt x="2693582" y="65741"/>
                </a:moveTo>
                <a:cubicBezTo>
                  <a:pt x="2691749" y="66223"/>
                  <a:pt x="2689855" y="66569"/>
                  <a:pt x="2687898" y="66777"/>
                </a:cubicBezTo>
                <a:cubicBezTo>
                  <a:pt x="2685941" y="66987"/>
                  <a:pt x="2683953" y="67092"/>
                  <a:pt x="2681934" y="67092"/>
                </a:cubicBezTo>
                <a:cubicBezTo>
                  <a:pt x="2676064" y="67092"/>
                  <a:pt x="2671684" y="65764"/>
                  <a:pt x="2668795" y="63108"/>
                </a:cubicBezTo>
                <a:cubicBezTo>
                  <a:pt x="2665907" y="60453"/>
                  <a:pt x="2664462" y="56376"/>
                  <a:pt x="2664462" y="50878"/>
                </a:cubicBezTo>
                <a:lnTo>
                  <a:pt x="2664462" y="26464"/>
                </a:lnTo>
                <a:lnTo>
                  <a:pt x="2651370" y="26464"/>
                </a:lnTo>
                <a:lnTo>
                  <a:pt x="2651370" y="19662"/>
                </a:lnTo>
                <a:lnTo>
                  <a:pt x="2664462" y="19662"/>
                </a:lnTo>
                <a:lnTo>
                  <a:pt x="2664462" y="6762"/>
                </a:lnTo>
                <a:lnTo>
                  <a:pt x="2672569" y="4659"/>
                </a:lnTo>
                <a:lnTo>
                  <a:pt x="2672569" y="19662"/>
                </a:lnTo>
                <a:lnTo>
                  <a:pt x="2693582" y="19662"/>
                </a:lnTo>
                <a:lnTo>
                  <a:pt x="2693582" y="26464"/>
                </a:lnTo>
                <a:lnTo>
                  <a:pt x="2672569" y="26464"/>
                </a:lnTo>
                <a:lnTo>
                  <a:pt x="2672569" y="50226"/>
                </a:lnTo>
                <a:cubicBezTo>
                  <a:pt x="2672569" y="53580"/>
                  <a:pt x="2673462" y="56089"/>
                  <a:pt x="2675248" y="57750"/>
                </a:cubicBezTo>
                <a:cubicBezTo>
                  <a:pt x="2677034" y="59412"/>
                  <a:pt x="2679667" y="60243"/>
                  <a:pt x="2683145" y="60243"/>
                </a:cubicBezTo>
                <a:cubicBezTo>
                  <a:pt x="2684636" y="60243"/>
                  <a:pt x="2686267" y="60123"/>
                  <a:pt x="2688038" y="59883"/>
                </a:cubicBezTo>
                <a:cubicBezTo>
                  <a:pt x="2689808" y="59643"/>
                  <a:pt x="2691656" y="59265"/>
                  <a:pt x="2693582" y="58752"/>
                </a:cubicBezTo>
                <a:lnTo>
                  <a:pt x="2693582" y="65741"/>
                </a:lnTo>
                <a:close/>
                <a:moveTo>
                  <a:pt x="2747258" y="40581"/>
                </a:moveTo>
                <a:cubicBezTo>
                  <a:pt x="2747258" y="41731"/>
                  <a:pt x="2747242" y="42693"/>
                  <a:pt x="2747211" y="43470"/>
                </a:cubicBezTo>
                <a:cubicBezTo>
                  <a:pt x="2747180" y="44246"/>
                  <a:pt x="2747133" y="44976"/>
                  <a:pt x="2747071" y="45660"/>
                </a:cubicBezTo>
                <a:lnTo>
                  <a:pt x="2714224" y="45660"/>
                </a:lnTo>
                <a:cubicBezTo>
                  <a:pt x="2714224" y="50443"/>
                  <a:pt x="2715560" y="54116"/>
                  <a:pt x="2718231" y="56679"/>
                </a:cubicBezTo>
                <a:cubicBezTo>
                  <a:pt x="2720902" y="59241"/>
                  <a:pt x="2724754" y="60522"/>
                  <a:pt x="2729786" y="60522"/>
                </a:cubicBezTo>
                <a:cubicBezTo>
                  <a:pt x="2731152" y="60522"/>
                  <a:pt x="2732519" y="60467"/>
                  <a:pt x="2733886" y="60357"/>
                </a:cubicBezTo>
                <a:cubicBezTo>
                  <a:pt x="2735252" y="60245"/>
                  <a:pt x="2736573" y="60094"/>
                  <a:pt x="2737846" y="59904"/>
                </a:cubicBezTo>
                <a:cubicBezTo>
                  <a:pt x="2739120" y="59712"/>
                  <a:pt x="2740339" y="59498"/>
                  <a:pt x="2741503" y="59260"/>
                </a:cubicBezTo>
                <a:cubicBezTo>
                  <a:pt x="2742668" y="59021"/>
                  <a:pt x="2743748" y="58759"/>
                  <a:pt x="2744742" y="58472"/>
                </a:cubicBezTo>
                <a:lnTo>
                  <a:pt x="2744742" y="65135"/>
                </a:lnTo>
                <a:cubicBezTo>
                  <a:pt x="2742536" y="65770"/>
                  <a:pt x="2740044" y="66286"/>
                  <a:pt x="2737264" y="66683"/>
                </a:cubicBezTo>
                <a:cubicBezTo>
                  <a:pt x="2734484" y="67080"/>
                  <a:pt x="2731603" y="67278"/>
                  <a:pt x="2728621" y="67278"/>
                </a:cubicBezTo>
                <a:cubicBezTo>
                  <a:pt x="2724614" y="67278"/>
                  <a:pt x="2721166" y="66735"/>
                  <a:pt x="2718278" y="65648"/>
                </a:cubicBezTo>
                <a:cubicBezTo>
                  <a:pt x="2715389" y="64560"/>
                  <a:pt x="2713020" y="62984"/>
                  <a:pt x="2711172" y="60919"/>
                </a:cubicBezTo>
                <a:cubicBezTo>
                  <a:pt x="2709324" y="58853"/>
                  <a:pt x="2707958" y="56321"/>
                  <a:pt x="2707072" y="53324"/>
                </a:cubicBezTo>
                <a:cubicBezTo>
                  <a:pt x="2706187" y="50327"/>
                  <a:pt x="2705744" y="46933"/>
                  <a:pt x="2705744" y="43144"/>
                </a:cubicBezTo>
                <a:cubicBezTo>
                  <a:pt x="2705744" y="39851"/>
                  <a:pt x="2706218" y="36737"/>
                  <a:pt x="2707165" y="33802"/>
                </a:cubicBezTo>
                <a:cubicBezTo>
                  <a:pt x="2708113" y="30867"/>
                  <a:pt x="2709495" y="28289"/>
                  <a:pt x="2711312" y="26068"/>
                </a:cubicBezTo>
                <a:cubicBezTo>
                  <a:pt x="2713129" y="23847"/>
                  <a:pt x="2715358" y="22084"/>
                  <a:pt x="2717998" y="20780"/>
                </a:cubicBezTo>
                <a:cubicBezTo>
                  <a:pt x="2720638" y="19475"/>
                  <a:pt x="2723636" y="18823"/>
                  <a:pt x="2726990" y="18823"/>
                </a:cubicBezTo>
                <a:cubicBezTo>
                  <a:pt x="2730252" y="18823"/>
                  <a:pt x="2733140" y="19336"/>
                  <a:pt x="2735656" y="20361"/>
                </a:cubicBezTo>
                <a:cubicBezTo>
                  <a:pt x="2738172" y="21386"/>
                  <a:pt x="2740292" y="22838"/>
                  <a:pt x="2742016" y="24717"/>
                </a:cubicBezTo>
                <a:cubicBezTo>
                  <a:pt x="2743740" y="26596"/>
                  <a:pt x="2745044" y="28879"/>
                  <a:pt x="2745930" y="31566"/>
                </a:cubicBezTo>
                <a:cubicBezTo>
                  <a:pt x="2746815" y="34253"/>
                  <a:pt x="2747258" y="37258"/>
                  <a:pt x="2747258" y="40581"/>
                </a:cubicBezTo>
                <a:moveTo>
                  <a:pt x="2738824" y="39416"/>
                </a:moveTo>
                <a:cubicBezTo>
                  <a:pt x="2738918" y="37335"/>
                  <a:pt x="2738716" y="35433"/>
                  <a:pt x="2738219" y="33709"/>
                </a:cubicBezTo>
                <a:cubicBezTo>
                  <a:pt x="2737722" y="31985"/>
                  <a:pt x="2736953" y="30502"/>
                  <a:pt x="2735912" y="29260"/>
                </a:cubicBezTo>
                <a:cubicBezTo>
                  <a:pt x="2734872" y="28017"/>
                  <a:pt x="2733575" y="27046"/>
                  <a:pt x="2732022" y="26348"/>
                </a:cubicBezTo>
                <a:cubicBezTo>
                  <a:pt x="2730469" y="25649"/>
                  <a:pt x="2728667" y="25299"/>
                  <a:pt x="2726617" y="25299"/>
                </a:cubicBezTo>
                <a:cubicBezTo>
                  <a:pt x="2724847" y="25299"/>
                  <a:pt x="2723232" y="25641"/>
                  <a:pt x="2721772" y="26324"/>
                </a:cubicBezTo>
                <a:cubicBezTo>
                  <a:pt x="2720312" y="27008"/>
                  <a:pt x="2719054" y="27970"/>
                  <a:pt x="2717998" y="29213"/>
                </a:cubicBezTo>
                <a:cubicBezTo>
                  <a:pt x="2716942" y="30455"/>
                  <a:pt x="2716088" y="31946"/>
                  <a:pt x="2715435" y="33686"/>
                </a:cubicBezTo>
                <a:cubicBezTo>
                  <a:pt x="2714783" y="35425"/>
                  <a:pt x="2714379" y="37335"/>
                  <a:pt x="2714224" y="39416"/>
                </a:cubicBezTo>
                <a:lnTo>
                  <a:pt x="2738824" y="39416"/>
                </a:lnTo>
                <a:close/>
                <a:moveTo>
                  <a:pt x="2757230" y="44029"/>
                </a:moveTo>
                <a:cubicBezTo>
                  <a:pt x="2757230" y="40053"/>
                  <a:pt x="2757774" y="36520"/>
                  <a:pt x="2758861" y="33429"/>
                </a:cubicBezTo>
                <a:cubicBezTo>
                  <a:pt x="2759948" y="30339"/>
                  <a:pt x="2761493" y="27730"/>
                  <a:pt x="2763497" y="25602"/>
                </a:cubicBezTo>
                <a:cubicBezTo>
                  <a:pt x="2765500" y="23474"/>
                  <a:pt x="2767907" y="21859"/>
                  <a:pt x="2770718" y="20757"/>
                </a:cubicBezTo>
                <a:cubicBezTo>
                  <a:pt x="2773529" y="19654"/>
                  <a:pt x="2776659" y="19103"/>
                  <a:pt x="2780107" y="19103"/>
                </a:cubicBezTo>
                <a:cubicBezTo>
                  <a:pt x="2781598" y="19103"/>
                  <a:pt x="2783065" y="19196"/>
                  <a:pt x="2784510" y="19382"/>
                </a:cubicBezTo>
                <a:cubicBezTo>
                  <a:pt x="2785954" y="19568"/>
                  <a:pt x="2787375" y="19864"/>
                  <a:pt x="2788773" y="20267"/>
                </a:cubicBezTo>
                <a:lnTo>
                  <a:pt x="2788773" y="559"/>
                </a:lnTo>
                <a:lnTo>
                  <a:pt x="2796926" y="559"/>
                </a:lnTo>
                <a:lnTo>
                  <a:pt x="2796926" y="66440"/>
                </a:lnTo>
                <a:lnTo>
                  <a:pt x="2789658" y="66440"/>
                </a:lnTo>
                <a:lnTo>
                  <a:pt x="2789378" y="57587"/>
                </a:lnTo>
                <a:cubicBezTo>
                  <a:pt x="2787111" y="60880"/>
                  <a:pt x="2784657" y="63318"/>
                  <a:pt x="2782017" y="64902"/>
                </a:cubicBezTo>
                <a:cubicBezTo>
                  <a:pt x="2779377" y="66486"/>
                  <a:pt x="2776519" y="67278"/>
                  <a:pt x="2773444" y="67278"/>
                </a:cubicBezTo>
                <a:cubicBezTo>
                  <a:pt x="2770773" y="67278"/>
                  <a:pt x="2768420" y="66719"/>
                  <a:pt x="2766385" y="65601"/>
                </a:cubicBezTo>
                <a:cubicBezTo>
                  <a:pt x="2764351" y="64483"/>
                  <a:pt x="2762658" y="62906"/>
                  <a:pt x="2761307" y="60872"/>
                </a:cubicBezTo>
                <a:cubicBezTo>
                  <a:pt x="2759956" y="58837"/>
                  <a:pt x="2758939" y="56391"/>
                  <a:pt x="2758255" y="53534"/>
                </a:cubicBezTo>
                <a:cubicBezTo>
                  <a:pt x="2757572" y="50676"/>
                  <a:pt x="2757230" y="47508"/>
                  <a:pt x="2757230" y="44029"/>
                </a:cubicBezTo>
                <a:moveTo>
                  <a:pt x="2765523" y="43517"/>
                </a:moveTo>
                <a:cubicBezTo>
                  <a:pt x="2765523" y="49170"/>
                  <a:pt x="2766354" y="53386"/>
                  <a:pt x="2768016" y="56166"/>
                </a:cubicBezTo>
                <a:cubicBezTo>
                  <a:pt x="2769678" y="58946"/>
                  <a:pt x="2772031" y="60336"/>
                  <a:pt x="2775075" y="60336"/>
                </a:cubicBezTo>
                <a:cubicBezTo>
                  <a:pt x="2777125" y="60336"/>
                  <a:pt x="2779291" y="59420"/>
                  <a:pt x="2781574" y="57587"/>
                </a:cubicBezTo>
                <a:cubicBezTo>
                  <a:pt x="2783857" y="55755"/>
                  <a:pt x="2786257" y="53037"/>
                  <a:pt x="2788773" y="49434"/>
                </a:cubicBezTo>
                <a:lnTo>
                  <a:pt x="2788773" y="27722"/>
                </a:lnTo>
                <a:cubicBezTo>
                  <a:pt x="2787437" y="27101"/>
                  <a:pt x="2785962" y="26627"/>
                  <a:pt x="2784346" y="26301"/>
                </a:cubicBezTo>
                <a:cubicBezTo>
                  <a:pt x="2782731" y="25975"/>
                  <a:pt x="2781132" y="25812"/>
                  <a:pt x="2779548" y="25812"/>
                </a:cubicBezTo>
                <a:cubicBezTo>
                  <a:pt x="2775137" y="25812"/>
                  <a:pt x="2771697" y="27241"/>
                  <a:pt x="2769227" y="30098"/>
                </a:cubicBezTo>
                <a:cubicBezTo>
                  <a:pt x="2766758" y="32956"/>
                  <a:pt x="2765523" y="37429"/>
                  <a:pt x="2765523" y="43517"/>
                </a:cubicBezTo>
                <a:close/>
                <a:moveTo>
                  <a:pt x="2902312" y="65741"/>
                </a:moveTo>
                <a:cubicBezTo>
                  <a:pt x="2900480" y="66223"/>
                  <a:pt x="2898585" y="66569"/>
                  <a:pt x="2896628" y="66777"/>
                </a:cubicBezTo>
                <a:cubicBezTo>
                  <a:pt x="2894671" y="66987"/>
                  <a:pt x="2892683" y="67092"/>
                  <a:pt x="2890664" y="67092"/>
                </a:cubicBezTo>
                <a:cubicBezTo>
                  <a:pt x="2884794" y="67092"/>
                  <a:pt x="2880414" y="65764"/>
                  <a:pt x="2877526" y="63108"/>
                </a:cubicBezTo>
                <a:cubicBezTo>
                  <a:pt x="2874637" y="60453"/>
                  <a:pt x="2873193" y="56376"/>
                  <a:pt x="2873193" y="50878"/>
                </a:cubicBezTo>
                <a:lnTo>
                  <a:pt x="2873193" y="26464"/>
                </a:lnTo>
                <a:lnTo>
                  <a:pt x="2860100" y="26464"/>
                </a:lnTo>
                <a:lnTo>
                  <a:pt x="2860100" y="19662"/>
                </a:lnTo>
                <a:lnTo>
                  <a:pt x="2873193" y="19662"/>
                </a:lnTo>
                <a:lnTo>
                  <a:pt x="2873193" y="6762"/>
                </a:lnTo>
                <a:lnTo>
                  <a:pt x="2881300" y="4659"/>
                </a:lnTo>
                <a:lnTo>
                  <a:pt x="2881300" y="19662"/>
                </a:lnTo>
                <a:lnTo>
                  <a:pt x="2902312" y="19662"/>
                </a:lnTo>
                <a:lnTo>
                  <a:pt x="2902312" y="26464"/>
                </a:lnTo>
                <a:lnTo>
                  <a:pt x="2881300" y="26464"/>
                </a:lnTo>
                <a:lnTo>
                  <a:pt x="2881300" y="50226"/>
                </a:lnTo>
                <a:cubicBezTo>
                  <a:pt x="2881300" y="53580"/>
                  <a:pt x="2882193" y="56089"/>
                  <a:pt x="2883979" y="57750"/>
                </a:cubicBezTo>
                <a:cubicBezTo>
                  <a:pt x="2885765" y="59412"/>
                  <a:pt x="2888397" y="60243"/>
                  <a:pt x="2891876" y="60243"/>
                </a:cubicBezTo>
                <a:cubicBezTo>
                  <a:pt x="2893367" y="60243"/>
                  <a:pt x="2894997" y="60123"/>
                  <a:pt x="2896768" y="59883"/>
                </a:cubicBezTo>
                <a:cubicBezTo>
                  <a:pt x="2898538" y="59643"/>
                  <a:pt x="2900387" y="59265"/>
                  <a:pt x="2902312" y="58752"/>
                </a:cubicBezTo>
                <a:lnTo>
                  <a:pt x="2902312" y="65741"/>
                </a:lnTo>
                <a:close/>
                <a:moveTo>
                  <a:pt x="2957199" y="42678"/>
                </a:moveTo>
                <a:cubicBezTo>
                  <a:pt x="2957199" y="46312"/>
                  <a:pt x="2956687" y="49643"/>
                  <a:pt x="2955662" y="52672"/>
                </a:cubicBezTo>
                <a:cubicBezTo>
                  <a:pt x="2954637" y="55700"/>
                  <a:pt x="2953161" y="58294"/>
                  <a:pt x="2951236" y="60453"/>
                </a:cubicBezTo>
                <a:cubicBezTo>
                  <a:pt x="2949310" y="62611"/>
                  <a:pt x="2946965" y="64289"/>
                  <a:pt x="2944200" y="65485"/>
                </a:cubicBezTo>
                <a:cubicBezTo>
                  <a:pt x="2941436" y="66680"/>
                  <a:pt x="2938299" y="67278"/>
                  <a:pt x="2934789" y="67278"/>
                </a:cubicBezTo>
                <a:cubicBezTo>
                  <a:pt x="2931434" y="67278"/>
                  <a:pt x="2928429" y="66758"/>
                  <a:pt x="2925773" y="65717"/>
                </a:cubicBezTo>
                <a:cubicBezTo>
                  <a:pt x="2923118" y="64677"/>
                  <a:pt x="2920866" y="63147"/>
                  <a:pt x="2919017" y="61128"/>
                </a:cubicBezTo>
                <a:cubicBezTo>
                  <a:pt x="2917169" y="59109"/>
                  <a:pt x="2915756" y="56609"/>
                  <a:pt x="2914778" y="53627"/>
                </a:cubicBezTo>
                <a:cubicBezTo>
                  <a:pt x="2913799" y="50645"/>
                  <a:pt x="2913310" y="47213"/>
                  <a:pt x="2913310" y="43330"/>
                </a:cubicBezTo>
                <a:cubicBezTo>
                  <a:pt x="2913310" y="39696"/>
                  <a:pt x="2913823" y="36380"/>
                  <a:pt x="2914848" y="33383"/>
                </a:cubicBezTo>
                <a:cubicBezTo>
                  <a:pt x="2915873" y="30385"/>
                  <a:pt x="2917348" y="27807"/>
                  <a:pt x="2919274" y="25649"/>
                </a:cubicBezTo>
                <a:cubicBezTo>
                  <a:pt x="2921200" y="23490"/>
                  <a:pt x="2923545" y="21813"/>
                  <a:pt x="2926309" y="20617"/>
                </a:cubicBezTo>
                <a:cubicBezTo>
                  <a:pt x="2929073" y="19421"/>
                  <a:pt x="2932211" y="18823"/>
                  <a:pt x="2935721" y="18823"/>
                </a:cubicBezTo>
                <a:cubicBezTo>
                  <a:pt x="2939075" y="18823"/>
                  <a:pt x="2942080" y="19343"/>
                  <a:pt x="2944736" y="20384"/>
                </a:cubicBezTo>
                <a:cubicBezTo>
                  <a:pt x="2947392" y="21424"/>
                  <a:pt x="2949644" y="22946"/>
                  <a:pt x="2951492" y="24950"/>
                </a:cubicBezTo>
                <a:cubicBezTo>
                  <a:pt x="2953340" y="26953"/>
                  <a:pt x="2954753" y="29446"/>
                  <a:pt x="2955732" y="32428"/>
                </a:cubicBezTo>
                <a:cubicBezTo>
                  <a:pt x="2956710" y="35410"/>
                  <a:pt x="2957199" y="38826"/>
                  <a:pt x="2957199" y="42678"/>
                </a:cubicBezTo>
                <a:moveTo>
                  <a:pt x="2948906" y="43051"/>
                </a:moveTo>
                <a:cubicBezTo>
                  <a:pt x="2948906" y="40162"/>
                  <a:pt x="2948588" y="37638"/>
                  <a:pt x="2947951" y="35480"/>
                </a:cubicBezTo>
                <a:cubicBezTo>
                  <a:pt x="2947314" y="33321"/>
                  <a:pt x="2946406" y="31519"/>
                  <a:pt x="2945225" y="30075"/>
                </a:cubicBezTo>
                <a:cubicBezTo>
                  <a:pt x="2944045" y="28631"/>
                  <a:pt x="2942608" y="27543"/>
                  <a:pt x="2940916" y="26813"/>
                </a:cubicBezTo>
                <a:cubicBezTo>
                  <a:pt x="2939223" y="26084"/>
                  <a:pt x="2937336" y="25719"/>
                  <a:pt x="2935255" y="25719"/>
                </a:cubicBezTo>
                <a:cubicBezTo>
                  <a:pt x="2932832" y="25719"/>
                  <a:pt x="2930759" y="26192"/>
                  <a:pt x="2929035" y="27140"/>
                </a:cubicBezTo>
                <a:cubicBezTo>
                  <a:pt x="2927311" y="28087"/>
                  <a:pt x="2925897" y="29353"/>
                  <a:pt x="2924795" y="30937"/>
                </a:cubicBezTo>
                <a:cubicBezTo>
                  <a:pt x="2923692" y="32521"/>
                  <a:pt x="2922885" y="34361"/>
                  <a:pt x="2922372" y="36458"/>
                </a:cubicBezTo>
                <a:cubicBezTo>
                  <a:pt x="2921860" y="38555"/>
                  <a:pt x="2921603" y="40752"/>
                  <a:pt x="2921603" y="43051"/>
                </a:cubicBezTo>
                <a:cubicBezTo>
                  <a:pt x="2921603" y="45939"/>
                  <a:pt x="2921922" y="48471"/>
                  <a:pt x="2922558" y="50645"/>
                </a:cubicBezTo>
                <a:cubicBezTo>
                  <a:pt x="2923195" y="52819"/>
                  <a:pt x="2924104" y="54629"/>
                  <a:pt x="2925284" y="56073"/>
                </a:cubicBezTo>
                <a:cubicBezTo>
                  <a:pt x="2926464" y="57517"/>
                  <a:pt x="2927893" y="58604"/>
                  <a:pt x="2929570" y="59334"/>
                </a:cubicBezTo>
                <a:cubicBezTo>
                  <a:pt x="2931248" y="60064"/>
                  <a:pt x="2933142" y="60429"/>
                  <a:pt x="2935255" y="60429"/>
                </a:cubicBezTo>
                <a:cubicBezTo>
                  <a:pt x="2937677" y="60429"/>
                  <a:pt x="2939751" y="59956"/>
                  <a:pt x="2941475" y="59008"/>
                </a:cubicBezTo>
                <a:cubicBezTo>
                  <a:pt x="2943199" y="58061"/>
                  <a:pt x="2944612" y="56795"/>
                  <a:pt x="2945714" y="55211"/>
                </a:cubicBezTo>
                <a:cubicBezTo>
                  <a:pt x="2946817" y="53627"/>
                  <a:pt x="2947625" y="51787"/>
                  <a:pt x="2948137" y="49690"/>
                </a:cubicBezTo>
                <a:cubicBezTo>
                  <a:pt x="2948650" y="47593"/>
                  <a:pt x="2948906" y="45380"/>
                  <a:pt x="2948906" y="43051"/>
                </a:cubicBezTo>
                <a:close/>
                <a:moveTo>
                  <a:pt x="3057795" y="66440"/>
                </a:moveTo>
                <a:lnTo>
                  <a:pt x="3049688" y="66440"/>
                </a:lnTo>
                <a:lnTo>
                  <a:pt x="3049688" y="36574"/>
                </a:lnTo>
                <a:cubicBezTo>
                  <a:pt x="3049688" y="32971"/>
                  <a:pt x="3049012" y="30277"/>
                  <a:pt x="3047661" y="28491"/>
                </a:cubicBezTo>
                <a:cubicBezTo>
                  <a:pt x="3046310" y="26705"/>
                  <a:pt x="3044376" y="25812"/>
                  <a:pt x="3041860" y="25812"/>
                </a:cubicBezTo>
                <a:cubicBezTo>
                  <a:pt x="3040773" y="25812"/>
                  <a:pt x="3039756" y="25959"/>
                  <a:pt x="3038809" y="26254"/>
                </a:cubicBezTo>
                <a:cubicBezTo>
                  <a:pt x="3037861" y="26549"/>
                  <a:pt x="3036875" y="27062"/>
                  <a:pt x="3035850" y="27792"/>
                </a:cubicBezTo>
                <a:cubicBezTo>
                  <a:pt x="3034825" y="28522"/>
                  <a:pt x="3033707" y="29508"/>
                  <a:pt x="3032495" y="30750"/>
                </a:cubicBezTo>
                <a:cubicBezTo>
                  <a:pt x="3031284" y="31993"/>
                  <a:pt x="3029886" y="33546"/>
                  <a:pt x="3028302" y="35410"/>
                </a:cubicBezTo>
                <a:lnTo>
                  <a:pt x="3028302" y="66440"/>
                </a:lnTo>
                <a:lnTo>
                  <a:pt x="3020195" y="66440"/>
                </a:lnTo>
                <a:lnTo>
                  <a:pt x="3020195" y="559"/>
                </a:lnTo>
                <a:lnTo>
                  <a:pt x="3028302" y="559"/>
                </a:lnTo>
                <a:lnTo>
                  <a:pt x="3028302" y="19649"/>
                </a:lnTo>
                <a:lnTo>
                  <a:pt x="3028023" y="27023"/>
                </a:lnTo>
                <a:cubicBezTo>
                  <a:pt x="3029296" y="25501"/>
                  <a:pt x="3030546" y="24220"/>
                  <a:pt x="3031773" y="23179"/>
                </a:cubicBezTo>
                <a:cubicBezTo>
                  <a:pt x="3033000" y="22139"/>
                  <a:pt x="3034227" y="21292"/>
                  <a:pt x="3035454" y="20640"/>
                </a:cubicBezTo>
                <a:cubicBezTo>
                  <a:pt x="3036681" y="19988"/>
                  <a:pt x="3037931" y="19522"/>
                  <a:pt x="3039205" y="19242"/>
                </a:cubicBezTo>
                <a:cubicBezTo>
                  <a:pt x="3040478" y="18963"/>
                  <a:pt x="3041798" y="18823"/>
                  <a:pt x="3043165" y="18823"/>
                </a:cubicBezTo>
                <a:cubicBezTo>
                  <a:pt x="3047824" y="18823"/>
                  <a:pt x="3051427" y="20244"/>
                  <a:pt x="3053974" y="23086"/>
                </a:cubicBezTo>
                <a:cubicBezTo>
                  <a:pt x="3056521" y="25928"/>
                  <a:pt x="3057795" y="30207"/>
                  <a:pt x="3057795" y="35922"/>
                </a:cubicBezTo>
                <a:lnTo>
                  <a:pt x="3057795" y="66440"/>
                </a:lnTo>
                <a:close/>
                <a:moveTo>
                  <a:pt x="3112729" y="42678"/>
                </a:moveTo>
                <a:cubicBezTo>
                  <a:pt x="3112729" y="46312"/>
                  <a:pt x="3112217" y="49643"/>
                  <a:pt x="3111192" y="52672"/>
                </a:cubicBezTo>
                <a:cubicBezTo>
                  <a:pt x="3110167" y="55700"/>
                  <a:pt x="3108691" y="58294"/>
                  <a:pt x="3106766" y="60453"/>
                </a:cubicBezTo>
                <a:cubicBezTo>
                  <a:pt x="3104840" y="62611"/>
                  <a:pt x="3102495" y="64289"/>
                  <a:pt x="3099730" y="65485"/>
                </a:cubicBezTo>
                <a:cubicBezTo>
                  <a:pt x="3096966" y="66680"/>
                  <a:pt x="3093829" y="67278"/>
                  <a:pt x="3090319" y="67278"/>
                </a:cubicBezTo>
                <a:cubicBezTo>
                  <a:pt x="3086964" y="67278"/>
                  <a:pt x="3083959" y="66758"/>
                  <a:pt x="3081303" y="65717"/>
                </a:cubicBezTo>
                <a:cubicBezTo>
                  <a:pt x="3078648" y="64677"/>
                  <a:pt x="3076396" y="63147"/>
                  <a:pt x="3074547" y="61128"/>
                </a:cubicBezTo>
                <a:cubicBezTo>
                  <a:pt x="3072699" y="59109"/>
                  <a:pt x="3071286" y="56609"/>
                  <a:pt x="3070308" y="53627"/>
                </a:cubicBezTo>
                <a:cubicBezTo>
                  <a:pt x="3069329" y="50645"/>
                  <a:pt x="3068840" y="47213"/>
                  <a:pt x="3068840" y="43330"/>
                </a:cubicBezTo>
                <a:cubicBezTo>
                  <a:pt x="3068840" y="39696"/>
                  <a:pt x="3069352" y="36380"/>
                  <a:pt x="3070377" y="33383"/>
                </a:cubicBezTo>
                <a:cubicBezTo>
                  <a:pt x="3071403" y="30385"/>
                  <a:pt x="3072878" y="27807"/>
                  <a:pt x="3074804" y="25649"/>
                </a:cubicBezTo>
                <a:cubicBezTo>
                  <a:pt x="3076729" y="23490"/>
                  <a:pt x="3079075" y="21813"/>
                  <a:pt x="3081839" y="20617"/>
                </a:cubicBezTo>
                <a:cubicBezTo>
                  <a:pt x="3084603" y="19421"/>
                  <a:pt x="3087741" y="18823"/>
                  <a:pt x="3091251" y="18823"/>
                </a:cubicBezTo>
                <a:cubicBezTo>
                  <a:pt x="3094605" y="18823"/>
                  <a:pt x="3097610" y="19343"/>
                  <a:pt x="3100266" y="20384"/>
                </a:cubicBezTo>
                <a:cubicBezTo>
                  <a:pt x="3102922" y="21424"/>
                  <a:pt x="3105174" y="22946"/>
                  <a:pt x="3107022" y="24950"/>
                </a:cubicBezTo>
                <a:cubicBezTo>
                  <a:pt x="3108870" y="26953"/>
                  <a:pt x="3110283" y="29446"/>
                  <a:pt x="3111262" y="32428"/>
                </a:cubicBezTo>
                <a:cubicBezTo>
                  <a:pt x="3112240" y="35410"/>
                  <a:pt x="3112729" y="38826"/>
                  <a:pt x="3112729" y="42678"/>
                </a:cubicBezTo>
                <a:moveTo>
                  <a:pt x="3104436" y="43051"/>
                </a:moveTo>
                <a:cubicBezTo>
                  <a:pt x="3104436" y="40162"/>
                  <a:pt x="3104118" y="37638"/>
                  <a:pt x="3103481" y="35480"/>
                </a:cubicBezTo>
                <a:cubicBezTo>
                  <a:pt x="3102844" y="33321"/>
                  <a:pt x="3101936" y="31519"/>
                  <a:pt x="3100755" y="30075"/>
                </a:cubicBezTo>
                <a:cubicBezTo>
                  <a:pt x="3099575" y="28631"/>
                  <a:pt x="3098138" y="27543"/>
                  <a:pt x="3096446" y="26813"/>
                </a:cubicBezTo>
                <a:cubicBezTo>
                  <a:pt x="3094753" y="26084"/>
                  <a:pt x="3092866" y="25719"/>
                  <a:pt x="3090785" y="25719"/>
                </a:cubicBezTo>
                <a:cubicBezTo>
                  <a:pt x="3088362" y="25719"/>
                  <a:pt x="3086289" y="26192"/>
                  <a:pt x="3084565" y="27140"/>
                </a:cubicBezTo>
                <a:cubicBezTo>
                  <a:pt x="3082841" y="28087"/>
                  <a:pt x="3081427" y="29353"/>
                  <a:pt x="3080325" y="30937"/>
                </a:cubicBezTo>
                <a:cubicBezTo>
                  <a:pt x="3079222" y="32521"/>
                  <a:pt x="3078415" y="34361"/>
                  <a:pt x="3077902" y="36458"/>
                </a:cubicBezTo>
                <a:cubicBezTo>
                  <a:pt x="3077390" y="38555"/>
                  <a:pt x="3077133" y="40752"/>
                  <a:pt x="3077133" y="43051"/>
                </a:cubicBezTo>
                <a:cubicBezTo>
                  <a:pt x="3077133" y="45939"/>
                  <a:pt x="3077452" y="48471"/>
                  <a:pt x="3078088" y="50645"/>
                </a:cubicBezTo>
                <a:cubicBezTo>
                  <a:pt x="3078725" y="52819"/>
                  <a:pt x="3079634" y="54629"/>
                  <a:pt x="3080814" y="56073"/>
                </a:cubicBezTo>
                <a:cubicBezTo>
                  <a:pt x="3081994" y="57517"/>
                  <a:pt x="3083423" y="58604"/>
                  <a:pt x="3085100" y="59334"/>
                </a:cubicBezTo>
                <a:cubicBezTo>
                  <a:pt x="3086778" y="60064"/>
                  <a:pt x="3088672" y="60429"/>
                  <a:pt x="3090785" y="60429"/>
                </a:cubicBezTo>
                <a:cubicBezTo>
                  <a:pt x="3093207" y="60429"/>
                  <a:pt x="3095281" y="59956"/>
                  <a:pt x="3097005" y="59008"/>
                </a:cubicBezTo>
                <a:cubicBezTo>
                  <a:pt x="3098728" y="58061"/>
                  <a:pt x="3100142" y="56795"/>
                  <a:pt x="3101244" y="55211"/>
                </a:cubicBezTo>
                <a:cubicBezTo>
                  <a:pt x="3102347" y="53627"/>
                  <a:pt x="3103155" y="51787"/>
                  <a:pt x="3103667" y="49690"/>
                </a:cubicBezTo>
                <a:cubicBezTo>
                  <a:pt x="3104180" y="47593"/>
                  <a:pt x="3104436" y="45380"/>
                  <a:pt x="3104436" y="43051"/>
                </a:cubicBezTo>
                <a:close/>
                <a:moveTo>
                  <a:pt x="3166197" y="19662"/>
                </a:moveTo>
                <a:lnTo>
                  <a:pt x="3159395" y="66440"/>
                </a:lnTo>
                <a:lnTo>
                  <a:pt x="3149564" y="66440"/>
                </a:lnTo>
                <a:lnTo>
                  <a:pt x="3142808" y="46871"/>
                </a:lnTo>
                <a:lnTo>
                  <a:pt x="3141457" y="42119"/>
                </a:lnTo>
                <a:lnTo>
                  <a:pt x="3139919" y="47151"/>
                </a:lnTo>
                <a:lnTo>
                  <a:pt x="3133443" y="66440"/>
                </a:lnTo>
                <a:lnTo>
                  <a:pt x="3123892" y="66440"/>
                </a:lnTo>
                <a:lnTo>
                  <a:pt x="3117136" y="19662"/>
                </a:lnTo>
                <a:lnTo>
                  <a:pt x="3125057" y="19662"/>
                </a:lnTo>
                <a:lnTo>
                  <a:pt x="3128970" y="51437"/>
                </a:lnTo>
                <a:lnTo>
                  <a:pt x="3129809" y="58519"/>
                </a:lnTo>
                <a:lnTo>
                  <a:pt x="3131812" y="52322"/>
                </a:lnTo>
                <a:lnTo>
                  <a:pt x="3138615" y="31310"/>
                </a:lnTo>
                <a:lnTo>
                  <a:pt x="3144439" y="31310"/>
                </a:lnTo>
                <a:lnTo>
                  <a:pt x="3151754" y="52043"/>
                </a:lnTo>
                <a:lnTo>
                  <a:pt x="3153850" y="58240"/>
                </a:lnTo>
                <a:lnTo>
                  <a:pt x="3154549" y="51670"/>
                </a:lnTo>
                <a:lnTo>
                  <a:pt x="3158183" y="19662"/>
                </a:lnTo>
                <a:lnTo>
                  <a:pt x="3166197" y="19662"/>
                </a:lnTo>
                <a:close/>
                <a:moveTo>
                  <a:pt x="3251298" y="11834"/>
                </a:moveTo>
                <a:lnTo>
                  <a:pt x="3243191" y="11834"/>
                </a:lnTo>
                <a:lnTo>
                  <a:pt x="3228282" y="559"/>
                </a:lnTo>
                <a:lnTo>
                  <a:pt x="3240023" y="559"/>
                </a:lnTo>
                <a:lnTo>
                  <a:pt x="3251298" y="11834"/>
                </a:lnTo>
                <a:moveTo>
                  <a:pt x="3220175" y="19662"/>
                </a:moveTo>
                <a:lnTo>
                  <a:pt x="3220175" y="19662"/>
                </a:lnTo>
                <a:close/>
                <a:moveTo>
                  <a:pt x="3319463" y="42212"/>
                </a:moveTo>
                <a:cubicBezTo>
                  <a:pt x="3319463" y="46374"/>
                  <a:pt x="3318881" y="50008"/>
                  <a:pt x="3317716" y="53114"/>
                </a:cubicBezTo>
                <a:cubicBezTo>
                  <a:pt x="3316551" y="56221"/>
                  <a:pt x="3314944" y="58799"/>
                  <a:pt x="3312894" y="60849"/>
                </a:cubicBezTo>
                <a:cubicBezTo>
                  <a:pt x="3310844" y="62899"/>
                  <a:pt x="3308421" y="64436"/>
                  <a:pt x="3305626" y="65461"/>
                </a:cubicBezTo>
                <a:cubicBezTo>
                  <a:pt x="3302830" y="66486"/>
                  <a:pt x="3299802" y="66999"/>
                  <a:pt x="3296540" y="66999"/>
                </a:cubicBezTo>
                <a:cubicBezTo>
                  <a:pt x="3295049" y="66999"/>
                  <a:pt x="3293566" y="66921"/>
                  <a:pt x="3292091" y="66766"/>
                </a:cubicBezTo>
                <a:cubicBezTo>
                  <a:pt x="3290615" y="66610"/>
                  <a:pt x="3289117" y="66346"/>
                  <a:pt x="3287595" y="65974"/>
                </a:cubicBezTo>
                <a:lnTo>
                  <a:pt x="3287595" y="85542"/>
                </a:lnTo>
                <a:lnTo>
                  <a:pt x="3279488" y="85542"/>
                </a:lnTo>
                <a:lnTo>
                  <a:pt x="3279488" y="19662"/>
                </a:lnTo>
                <a:lnTo>
                  <a:pt x="3286710" y="19662"/>
                </a:lnTo>
                <a:lnTo>
                  <a:pt x="3287222" y="27489"/>
                </a:lnTo>
                <a:cubicBezTo>
                  <a:pt x="3289552" y="24290"/>
                  <a:pt x="3292036" y="22046"/>
                  <a:pt x="3294677" y="20757"/>
                </a:cubicBezTo>
                <a:cubicBezTo>
                  <a:pt x="3297317" y="19468"/>
                  <a:pt x="3300174" y="18823"/>
                  <a:pt x="3303250" y="18823"/>
                </a:cubicBezTo>
                <a:cubicBezTo>
                  <a:pt x="3305921" y="18823"/>
                  <a:pt x="3308266" y="19382"/>
                  <a:pt x="3310285" y="20500"/>
                </a:cubicBezTo>
                <a:cubicBezTo>
                  <a:pt x="3312304" y="21619"/>
                  <a:pt x="3313997" y="23195"/>
                  <a:pt x="3315363" y="25229"/>
                </a:cubicBezTo>
                <a:cubicBezTo>
                  <a:pt x="3316730" y="27264"/>
                  <a:pt x="3317755" y="29718"/>
                  <a:pt x="3318438" y="32591"/>
                </a:cubicBezTo>
                <a:cubicBezTo>
                  <a:pt x="3319122" y="35464"/>
                  <a:pt x="3319463" y="38671"/>
                  <a:pt x="3319463" y="42212"/>
                </a:cubicBezTo>
                <a:moveTo>
                  <a:pt x="3311170" y="42585"/>
                </a:moveTo>
                <a:cubicBezTo>
                  <a:pt x="3311170" y="40131"/>
                  <a:pt x="3310992" y="37879"/>
                  <a:pt x="3310634" y="35829"/>
                </a:cubicBezTo>
                <a:cubicBezTo>
                  <a:pt x="3310277" y="33779"/>
                  <a:pt x="3309710" y="32024"/>
                  <a:pt x="3308934" y="30564"/>
                </a:cubicBezTo>
                <a:cubicBezTo>
                  <a:pt x="3308157" y="29104"/>
                  <a:pt x="3307163" y="27963"/>
                  <a:pt x="3305952" y="27140"/>
                </a:cubicBezTo>
                <a:cubicBezTo>
                  <a:pt x="3304740" y="26316"/>
                  <a:pt x="3303296" y="25905"/>
                  <a:pt x="3301619" y="25905"/>
                </a:cubicBezTo>
                <a:cubicBezTo>
                  <a:pt x="3300594" y="25905"/>
                  <a:pt x="3299553" y="26068"/>
                  <a:pt x="3298497" y="26394"/>
                </a:cubicBezTo>
                <a:cubicBezTo>
                  <a:pt x="3297441" y="26720"/>
                  <a:pt x="3296346" y="27264"/>
                  <a:pt x="3295212" y="28025"/>
                </a:cubicBezTo>
                <a:cubicBezTo>
                  <a:pt x="3294079" y="28786"/>
                  <a:pt x="3292883" y="29795"/>
                  <a:pt x="3291625" y="31053"/>
                </a:cubicBezTo>
                <a:cubicBezTo>
                  <a:pt x="3290367" y="32311"/>
                  <a:pt x="3289024" y="33872"/>
                  <a:pt x="3287595" y="35736"/>
                </a:cubicBezTo>
                <a:lnTo>
                  <a:pt x="3287595" y="58426"/>
                </a:lnTo>
                <a:cubicBezTo>
                  <a:pt x="3289086" y="59047"/>
                  <a:pt x="3290654" y="59536"/>
                  <a:pt x="3292301" y="59894"/>
                </a:cubicBezTo>
                <a:cubicBezTo>
                  <a:pt x="3293947" y="60251"/>
                  <a:pt x="3295562" y="60429"/>
                  <a:pt x="3297146" y="60429"/>
                </a:cubicBezTo>
                <a:cubicBezTo>
                  <a:pt x="3301526" y="60429"/>
                  <a:pt x="3304958" y="58946"/>
                  <a:pt x="3307443" y="55980"/>
                </a:cubicBezTo>
                <a:cubicBezTo>
                  <a:pt x="3309928" y="53013"/>
                  <a:pt x="3311170" y="48548"/>
                  <a:pt x="3311170" y="42585"/>
                </a:cubicBezTo>
                <a:close/>
                <a:moveTo>
                  <a:pt x="3372067" y="42678"/>
                </a:moveTo>
                <a:cubicBezTo>
                  <a:pt x="3372067" y="46312"/>
                  <a:pt x="3371555" y="49643"/>
                  <a:pt x="3370530" y="52672"/>
                </a:cubicBezTo>
                <a:cubicBezTo>
                  <a:pt x="3369505" y="55700"/>
                  <a:pt x="3368029" y="58294"/>
                  <a:pt x="3366104" y="60453"/>
                </a:cubicBezTo>
                <a:cubicBezTo>
                  <a:pt x="3364178" y="62611"/>
                  <a:pt x="3361833" y="64289"/>
                  <a:pt x="3359068" y="65485"/>
                </a:cubicBezTo>
                <a:cubicBezTo>
                  <a:pt x="3356304" y="66680"/>
                  <a:pt x="3353167" y="67278"/>
                  <a:pt x="3349657" y="67278"/>
                </a:cubicBezTo>
                <a:cubicBezTo>
                  <a:pt x="3346302" y="67278"/>
                  <a:pt x="3343297" y="66758"/>
                  <a:pt x="3340641" y="65717"/>
                </a:cubicBezTo>
                <a:cubicBezTo>
                  <a:pt x="3337986" y="64677"/>
                  <a:pt x="3335734" y="63147"/>
                  <a:pt x="3333886" y="61128"/>
                </a:cubicBezTo>
                <a:cubicBezTo>
                  <a:pt x="3332037" y="59109"/>
                  <a:pt x="3330624" y="56609"/>
                  <a:pt x="3329646" y="53627"/>
                </a:cubicBezTo>
                <a:cubicBezTo>
                  <a:pt x="3328667" y="50645"/>
                  <a:pt x="3328178" y="47213"/>
                  <a:pt x="3328178" y="43330"/>
                </a:cubicBezTo>
                <a:cubicBezTo>
                  <a:pt x="3328178" y="39696"/>
                  <a:pt x="3328691" y="36380"/>
                  <a:pt x="3329716" y="33383"/>
                </a:cubicBezTo>
                <a:cubicBezTo>
                  <a:pt x="3330741" y="30385"/>
                  <a:pt x="3332216" y="27807"/>
                  <a:pt x="3334142" y="25649"/>
                </a:cubicBezTo>
                <a:cubicBezTo>
                  <a:pt x="3336068" y="23490"/>
                  <a:pt x="3338413" y="21813"/>
                  <a:pt x="3341177" y="20617"/>
                </a:cubicBezTo>
                <a:cubicBezTo>
                  <a:pt x="3343942" y="19421"/>
                  <a:pt x="3347079" y="18823"/>
                  <a:pt x="3350589" y="18823"/>
                </a:cubicBezTo>
                <a:cubicBezTo>
                  <a:pt x="3353943" y="18823"/>
                  <a:pt x="3356948" y="19343"/>
                  <a:pt x="3359604" y="20384"/>
                </a:cubicBezTo>
                <a:cubicBezTo>
                  <a:pt x="3362260" y="21424"/>
                  <a:pt x="3364512" y="22946"/>
                  <a:pt x="3366360" y="24950"/>
                </a:cubicBezTo>
                <a:cubicBezTo>
                  <a:pt x="3368208" y="26953"/>
                  <a:pt x="3369621" y="29446"/>
                  <a:pt x="3370600" y="32428"/>
                </a:cubicBezTo>
                <a:cubicBezTo>
                  <a:pt x="3371578" y="35410"/>
                  <a:pt x="3372067" y="38826"/>
                  <a:pt x="3372067" y="42678"/>
                </a:cubicBezTo>
                <a:moveTo>
                  <a:pt x="3363774" y="43051"/>
                </a:moveTo>
                <a:cubicBezTo>
                  <a:pt x="3363774" y="40162"/>
                  <a:pt x="3363456" y="37638"/>
                  <a:pt x="3362819" y="35480"/>
                </a:cubicBezTo>
                <a:cubicBezTo>
                  <a:pt x="3362182" y="33321"/>
                  <a:pt x="3361274" y="31519"/>
                  <a:pt x="3360093" y="30075"/>
                </a:cubicBezTo>
                <a:cubicBezTo>
                  <a:pt x="3358913" y="28631"/>
                  <a:pt x="3357476" y="27543"/>
                  <a:pt x="3355784" y="26813"/>
                </a:cubicBezTo>
                <a:cubicBezTo>
                  <a:pt x="3354091" y="26084"/>
                  <a:pt x="3352204" y="25719"/>
                  <a:pt x="3350123" y="25719"/>
                </a:cubicBezTo>
                <a:cubicBezTo>
                  <a:pt x="3347700" y="25719"/>
                  <a:pt x="3345627" y="26192"/>
                  <a:pt x="3343903" y="27140"/>
                </a:cubicBezTo>
                <a:cubicBezTo>
                  <a:pt x="3342179" y="28087"/>
                  <a:pt x="3340766" y="29353"/>
                  <a:pt x="3339663" y="30937"/>
                </a:cubicBezTo>
                <a:cubicBezTo>
                  <a:pt x="3338560" y="32521"/>
                  <a:pt x="3337753" y="34361"/>
                  <a:pt x="3337240" y="36458"/>
                </a:cubicBezTo>
                <a:cubicBezTo>
                  <a:pt x="3336728" y="38555"/>
                  <a:pt x="3336471" y="40752"/>
                  <a:pt x="3336471" y="43051"/>
                </a:cubicBezTo>
                <a:cubicBezTo>
                  <a:pt x="3336471" y="45939"/>
                  <a:pt x="3336790" y="48471"/>
                  <a:pt x="3337427" y="50645"/>
                </a:cubicBezTo>
                <a:cubicBezTo>
                  <a:pt x="3338063" y="52819"/>
                  <a:pt x="3338972" y="54629"/>
                  <a:pt x="3340152" y="56073"/>
                </a:cubicBezTo>
                <a:cubicBezTo>
                  <a:pt x="3341332" y="57517"/>
                  <a:pt x="3342761" y="58604"/>
                  <a:pt x="3344439" y="59334"/>
                </a:cubicBezTo>
                <a:cubicBezTo>
                  <a:pt x="3346116" y="60064"/>
                  <a:pt x="3348011" y="60429"/>
                  <a:pt x="3350123" y="60429"/>
                </a:cubicBezTo>
                <a:cubicBezTo>
                  <a:pt x="3352545" y="60429"/>
                  <a:pt x="3354619" y="59956"/>
                  <a:pt x="3356343" y="59008"/>
                </a:cubicBezTo>
                <a:cubicBezTo>
                  <a:pt x="3358067" y="58061"/>
                  <a:pt x="3359480" y="56795"/>
                  <a:pt x="3360583" y="55211"/>
                </a:cubicBezTo>
                <a:cubicBezTo>
                  <a:pt x="3361685" y="53627"/>
                  <a:pt x="3362493" y="51787"/>
                  <a:pt x="3363005" y="49690"/>
                </a:cubicBezTo>
                <a:cubicBezTo>
                  <a:pt x="3363518" y="47593"/>
                  <a:pt x="3363774" y="45380"/>
                  <a:pt x="3363774" y="43051"/>
                </a:cubicBezTo>
                <a:close/>
                <a:moveTo>
                  <a:pt x="3423180" y="42212"/>
                </a:moveTo>
                <a:cubicBezTo>
                  <a:pt x="3423180" y="46374"/>
                  <a:pt x="3422598" y="50008"/>
                  <a:pt x="3421433" y="53114"/>
                </a:cubicBezTo>
                <a:cubicBezTo>
                  <a:pt x="3420268" y="56221"/>
                  <a:pt x="3418661" y="58799"/>
                  <a:pt x="3416611" y="60849"/>
                </a:cubicBezTo>
                <a:cubicBezTo>
                  <a:pt x="3414561" y="62899"/>
                  <a:pt x="3412138" y="64436"/>
                  <a:pt x="3409342" y="65461"/>
                </a:cubicBezTo>
                <a:cubicBezTo>
                  <a:pt x="3406547" y="66486"/>
                  <a:pt x="3403518" y="66999"/>
                  <a:pt x="3400257" y="66999"/>
                </a:cubicBezTo>
                <a:cubicBezTo>
                  <a:pt x="3398766" y="66999"/>
                  <a:pt x="3397283" y="66921"/>
                  <a:pt x="3395808" y="66766"/>
                </a:cubicBezTo>
                <a:cubicBezTo>
                  <a:pt x="3394332" y="66610"/>
                  <a:pt x="3392833" y="66346"/>
                  <a:pt x="3391311" y="65974"/>
                </a:cubicBezTo>
                <a:lnTo>
                  <a:pt x="3391311" y="85542"/>
                </a:lnTo>
                <a:lnTo>
                  <a:pt x="3383205" y="85542"/>
                </a:lnTo>
                <a:lnTo>
                  <a:pt x="3383205" y="19662"/>
                </a:lnTo>
                <a:lnTo>
                  <a:pt x="3390426" y="19662"/>
                </a:lnTo>
                <a:lnTo>
                  <a:pt x="3390939" y="27489"/>
                </a:lnTo>
                <a:cubicBezTo>
                  <a:pt x="3393268" y="24290"/>
                  <a:pt x="3395753" y="22046"/>
                  <a:pt x="3398393" y="20757"/>
                </a:cubicBezTo>
                <a:cubicBezTo>
                  <a:pt x="3401034" y="19468"/>
                  <a:pt x="3403891" y="18823"/>
                  <a:pt x="3406966" y="18823"/>
                </a:cubicBezTo>
                <a:cubicBezTo>
                  <a:pt x="3409638" y="18823"/>
                  <a:pt x="3411983" y="19382"/>
                  <a:pt x="3414002" y="20500"/>
                </a:cubicBezTo>
                <a:cubicBezTo>
                  <a:pt x="3416021" y="21619"/>
                  <a:pt x="3417713" y="23195"/>
                  <a:pt x="3419080" y="25229"/>
                </a:cubicBezTo>
                <a:cubicBezTo>
                  <a:pt x="3420447" y="27264"/>
                  <a:pt x="3421472" y="29718"/>
                  <a:pt x="3422155" y="32591"/>
                </a:cubicBezTo>
                <a:cubicBezTo>
                  <a:pt x="3422838" y="35464"/>
                  <a:pt x="3423180" y="38671"/>
                  <a:pt x="3423180" y="42212"/>
                </a:cubicBezTo>
                <a:moveTo>
                  <a:pt x="3414887" y="42585"/>
                </a:moveTo>
                <a:cubicBezTo>
                  <a:pt x="3414887" y="40131"/>
                  <a:pt x="3414708" y="37879"/>
                  <a:pt x="3414351" y="35829"/>
                </a:cubicBezTo>
                <a:cubicBezTo>
                  <a:pt x="3413994" y="33779"/>
                  <a:pt x="3413427" y="32024"/>
                  <a:pt x="3412650" y="30564"/>
                </a:cubicBezTo>
                <a:cubicBezTo>
                  <a:pt x="3411874" y="29104"/>
                  <a:pt x="3410880" y="27963"/>
                  <a:pt x="3409669" y="27140"/>
                </a:cubicBezTo>
                <a:cubicBezTo>
                  <a:pt x="3408457" y="26316"/>
                  <a:pt x="3407013" y="25905"/>
                  <a:pt x="3405336" y="25905"/>
                </a:cubicBezTo>
                <a:cubicBezTo>
                  <a:pt x="3404311" y="25905"/>
                  <a:pt x="3403270" y="26068"/>
                  <a:pt x="3402214" y="26394"/>
                </a:cubicBezTo>
                <a:cubicBezTo>
                  <a:pt x="3401158" y="26720"/>
                  <a:pt x="3400063" y="27264"/>
                  <a:pt x="3398929" y="28025"/>
                </a:cubicBezTo>
                <a:cubicBezTo>
                  <a:pt x="3397795" y="28786"/>
                  <a:pt x="3396600" y="29795"/>
                  <a:pt x="3395342" y="31053"/>
                </a:cubicBezTo>
                <a:cubicBezTo>
                  <a:pt x="3394084" y="32311"/>
                  <a:pt x="3392740" y="33872"/>
                  <a:pt x="3391311" y="35736"/>
                </a:cubicBezTo>
                <a:lnTo>
                  <a:pt x="3391311" y="58426"/>
                </a:lnTo>
                <a:cubicBezTo>
                  <a:pt x="3392802" y="59047"/>
                  <a:pt x="3394371" y="59536"/>
                  <a:pt x="3396017" y="59894"/>
                </a:cubicBezTo>
                <a:cubicBezTo>
                  <a:pt x="3397663" y="60251"/>
                  <a:pt x="3399279" y="60429"/>
                  <a:pt x="3400863" y="60429"/>
                </a:cubicBezTo>
                <a:cubicBezTo>
                  <a:pt x="3405242" y="60429"/>
                  <a:pt x="3408675" y="58946"/>
                  <a:pt x="3411160" y="55980"/>
                </a:cubicBezTo>
                <a:cubicBezTo>
                  <a:pt x="3413644" y="53013"/>
                  <a:pt x="3414887" y="48548"/>
                  <a:pt x="3414887" y="42585"/>
                </a:cubicBezTo>
                <a:close/>
                <a:moveTo>
                  <a:pt x="3472662" y="66440"/>
                </a:moveTo>
                <a:lnTo>
                  <a:pt x="3465394" y="66440"/>
                </a:lnTo>
                <a:lnTo>
                  <a:pt x="3465115" y="58892"/>
                </a:lnTo>
                <a:cubicBezTo>
                  <a:pt x="3463717" y="60507"/>
                  <a:pt x="3462389" y="61850"/>
                  <a:pt x="3461131" y="62922"/>
                </a:cubicBezTo>
                <a:cubicBezTo>
                  <a:pt x="3459873" y="63994"/>
                  <a:pt x="3458623" y="64856"/>
                  <a:pt x="3457380" y="65508"/>
                </a:cubicBezTo>
                <a:cubicBezTo>
                  <a:pt x="3456138" y="66160"/>
                  <a:pt x="3454888" y="66618"/>
                  <a:pt x="3453630" y="66882"/>
                </a:cubicBezTo>
                <a:cubicBezTo>
                  <a:pt x="3452372" y="67146"/>
                  <a:pt x="3451044" y="67278"/>
                  <a:pt x="3449646" y="67278"/>
                </a:cubicBezTo>
                <a:cubicBezTo>
                  <a:pt x="3444832" y="67278"/>
                  <a:pt x="3441198" y="65865"/>
                  <a:pt x="3438744" y="63038"/>
                </a:cubicBezTo>
                <a:cubicBezTo>
                  <a:pt x="3436290" y="60212"/>
                  <a:pt x="3435063" y="55941"/>
                  <a:pt x="3435063" y="50226"/>
                </a:cubicBezTo>
                <a:lnTo>
                  <a:pt x="3435063" y="19662"/>
                </a:lnTo>
                <a:lnTo>
                  <a:pt x="3443170" y="19662"/>
                </a:lnTo>
                <a:lnTo>
                  <a:pt x="3443170" y="49573"/>
                </a:lnTo>
                <a:cubicBezTo>
                  <a:pt x="3443170" y="56749"/>
                  <a:pt x="3445872" y="60336"/>
                  <a:pt x="3451277" y="60336"/>
                </a:cubicBezTo>
                <a:cubicBezTo>
                  <a:pt x="3452271" y="60336"/>
                  <a:pt x="3453242" y="60189"/>
                  <a:pt x="3454189" y="59894"/>
                </a:cubicBezTo>
                <a:cubicBezTo>
                  <a:pt x="3455136" y="59598"/>
                  <a:pt x="3456130" y="59086"/>
                  <a:pt x="3457171" y="58356"/>
                </a:cubicBezTo>
                <a:cubicBezTo>
                  <a:pt x="3458211" y="57626"/>
                  <a:pt x="3459329" y="56640"/>
                  <a:pt x="3460525" y="55397"/>
                </a:cubicBezTo>
                <a:cubicBezTo>
                  <a:pt x="3461721" y="54155"/>
                  <a:pt x="3463065" y="52586"/>
                  <a:pt x="3464556" y="50692"/>
                </a:cubicBezTo>
                <a:lnTo>
                  <a:pt x="3464556" y="19662"/>
                </a:lnTo>
                <a:lnTo>
                  <a:pt x="3472662" y="19662"/>
                </a:lnTo>
                <a:lnTo>
                  <a:pt x="3472662" y="66440"/>
                </a:lnTo>
                <a:close/>
                <a:moveTo>
                  <a:pt x="3526897" y="42212"/>
                </a:moveTo>
                <a:cubicBezTo>
                  <a:pt x="3526897" y="46374"/>
                  <a:pt x="3526315" y="50008"/>
                  <a:pt x="3525150" y="53114"/>
                </a:cubicBezTo>
                <a:cubicBezTo>
                  <a:pt x="3523985" y="56221"/>
                  <a:pt x="3522378" y="58799"/>
                  <a:pt x="3520328" y="60849"/>
                </a:cubicBezTo>
                <a:cubicBezTo>
                  <a:pt x="3518278" y="62899"/>
                  <a:pt x="3515855" y="64436"/>
                  <a:pt x="3513059" y="65461"/>
                </a:cubicBezTo>
                <a:cubicBezTo>
                  <a:pt x="3510264" y="66486"/>
                  <a:pt x="3507235" y="66999"/>
                  <a:pt x="3503974" y="66999"/>
                </a:cubicBezTo>
                <a:cubicBezTo>
                  <a:pt x="3502483" y="66999"/>
                  <a:pt x="3501000" y="66921"/>
                  <a:pt x="3499525" y="66766"/>
                </a:cubicBezTo>
                <a:cubicBezTo>
                  <a:pt x="3498049" y="66610"/>
                  <a:pt x="3496550" y="66346"/>
                  <a:pt x="3495028" y="65974"/>
                </a:cubicBezTo>
                <a:lnTo>
                  <a:pt x="3495028" y="85542"/>
                </a:lnTo>
                <a:lnTo>
                  <a:pt x="3486922" y="85542"/>
                </a:lnTo>
                <a:lnTo>
                  <a:pt x="3486922" y="19662"/>
                </a:lnTo>
                <a:lnTo>
                  <a:pt x="3494143" y="19662"/>
                </a:lnTo>
                <a:lnTo>
                  <a:pt x="3494656" y="27489"/>
                </a:lnTo>
                <a:cubicBezTo>
                  <a:pt x="3496985" y="24290"/>
                  <a:pt x="3499470" y="22046"/>
                  <a:pt x="3502110" y="20757"/>
                </a:cubicBezTo>
                <a:cubicBezTo>
                  <a:pt x="3504751" y="19468"/>
                  <a:pt x="3507608" y="18823"/>
                  <a:pt x="3510683" y="18823"/>
                </a:cubicBezTo>
                <a:cubicBezTo>
                  <a:pt x="3513354" y="18823"/>
                  <a:pt x="3515700" y="19382"/>
                  <a:pt x="3517719" y="20500"/>
                </a:cubicBezTo>
                <a:cubicBezTo>
                  <a:pt x="3519738" y="21619"/>
                  <a:pt x="3521430" y="23195"/>
                  <a:pt x="3522797" y="25229"/>
                </a:cubicBezTo>
                <a:cubicBezTo>
                  <a:pt x="3524164" y="27264"/>
                  <a:pt x="3525189" y="29718"/>
                  <a:pt x="3525872" y="32591"/>
                </a:cubicBezTo>
                <a:cubicBezTo>
                  <a:pt x="3526555" y="35464"/>
                  <a:pt x="3526897" y="38671"/>
                  <a:pt x="3526897" y="42212"/>
                </a:cubicBezTo>
                <a:moveTo>
                  <a:pt x="3518604" y="42585"/>
                </a:moveTo>
                <a:cubicBezTo>
                  <a:pt x="3518604" y="40131"/>
                  <a:pt x="3518425" y="37879"/>
                  <a:pt x="3518068" y="35829"/>
                </a:cubicBezTo>
                <a:cubicBezTo>
                  <a:pt x="3517711" y="33779"/>
                  <a:pt x="3517144" y="32024"/>
                  <a:pt x="3516367" y="30564"/>
                </a:cubicBezTo>
                <a:cubicBezTo>
                  <a:pt x="3515591" y="29104"/>
                  <a:pt x="3514597" y="27963"/>
                  <a:pt x="3513386" y="27140"/>
                </a:cubicBezTo>
                <a:cubicBezTo>
                  <a:pt x="3512174" y="26316"/>
                  <a:pt x="3510730" y="25905"/>
                  <a:pt x="3509053" y="25905"/>
                </a:cubicBezTo>
                <a:cubicBezTo>
                  <a:pt x="3508028" y="25905"/>
                  <a:pt x="3506987" y="26068"/>
                  <a:pt x="3505931" y="26394"/>
                </a:cubicBezTo>
                <a:cubicBezTo>
                  <a:pt x="3504875" y="26720"/>
                  <a:pt x="3503780" y="27264"/>
                  <a:pt x="3502646" y="28025"/>
                </a:cubicBezTo>
                <a:cubicBezTo>
                  <a:pt x="3501512" y="28786"/>
                  <a:pt x="3500317" y="29795"/>
                  <a:pt x="3499059" y="31053"/>
                </a:cubicBezTo>
                <a:cubicBezTo>
                  <a:pt x="3497801" y="32311"/>
                  <a:pt x="3496457" y="33872"/>
                  <a:pt x="3495028" y="35736"/>
                </a:cubicBezTo>
                <a:lnTo>
                  <a:pt x="3495028" y="58426"/>
                </a:lnTo>
                <a:cubicBezTo>
                  <a:pt x="3496519" y="59047"/>
                  <a:pt x="3498088" y="59536"/>
                  <a:pt x="3499734" y="59894"/>
                </a:cubicBezTo>
                <a:cubicBezTo>
                  <a:pt x="3501380" y="60251"/>
                  <a:pt x="3502996" y="60429"/>
                  <a:pt x="3504580" y="60429"/>
                </a:cubicBezTo>
                <a:cubicBezTo>
                  <a:pt x="3508959" y="60429"/>
                  <a:pt x="3512392" y="58946"/>
                  <a:pt x="3514876" y="55980"/>
                </a:cubicBezTo>
                <a:cubicBezTo>
                  <a:pt x="3517361" y="53013"/>
                  <a:pt x="3518604" y="48548"/>
                  <a:pt x="3518604" y="42585"/>
                </a:cubicBezTo>
                <a:close/>
                <a:moveTo>
                  <a:pt x="3578662" y="24134"/>
                </a:moveTo>
                <a:cubicBezTo>
                  <a:pt x="3578662" y="26619"/>
                  <a:pt x="3578196" y="29081"/>
                  <a:pt x="3577265" y="31519"/>
                </a:cubicBezTo>
                <a:cubicBezTo>
                  <a:pt x="3576333" y="33958"/>
                  <a:pt x="3574888" y="36140"/>
                  <a:pt x="3572932" y="38065"/>
                </a:cubicBezTo>
                <a:cubicBezTo>
                  <a:pt x="3570975" y="39991"/>
                  <a:pt x="3568474" y="41552"/>
                  <a:pt x="3565430" y="42748"/>
                </a:cubicBezTo>
                <a:cubicBezTo>
                  <a:pt x="3562386" y="43944"/>
                  <a:pt x="3558752" y="44542"/>
                  <a:pt x="3554528" y="44542"/>
                </a:cubicBezTo>
                <a:lnTo>
                  <a:pt x="3546980" y="44542"/>
                </a:lnTo>
                <a:lnTo>
                  <a:pt x="3546980" y="66440"/>
                </a:lnTo>
                <a:lnTo>
                  <a:pt x="3538687" y="66440"/>
                </a:lnTo>
                <a:lnTo>
                  <a:pt x="3538687" y="5498"/>
                </a:lnTo>
                <a:lnTo>
                  <a:pt x="3555833" y="5498"/>
                </a:lnTo>
                <a:cubicBezTo>
                  <a:pt x="3558845" y="5498"/>
                  <a:pt x="3561734" y="5832"/>
                  <a:pt x="3564499" y="6500"/>
                </a:cubicBezTo>
                <a:cubicBezTo>
                  <a:pt x="3567263" y="7167"/>
                  <a:pt x="3569694" y="8247"/>
                  <a:pt x="3571790" y="9738"/>
                </a:cubicBezTo>
                <a:cubicBezTo>
                  <a:pt x="3573887" y="11229"/>
                  <a:pt x="3575556" y="13154"/>
                  <a:pt x="3576799" y="15515"/>
                </a:cubicBezTo>
                <a:cubicBezTo>
                  <a:pt x="3578041" y="17876"/>
                  <a:pt x="3578662" y="20749"/>
                  <a:pt x="3578662" y="24134"/>
                </a:cubicBezTo>
                <a:moveTo>
                  <a:pt x="3570043" y="24507"/>
                </a:moveTo>
                <a:cubicBezTo>
                  <a:pt x="3570043" y="20593"/>
                  <a:pt x="3568762" y="17596"/>
                  <a:pt x="3566199" y="15515"/>
                </a:cubicBezTo>
                <a:cubicBezTo>
                  <a:pt x="3563637" y="13434"/>
                  <a:pt x="3560057" y="12393"/>
                  <a:pt x="3555460" y="12393"/>
                </a:cubicBezTo>
                <a:lnTo>
                  <a:pt x="3546980" y="12393"/>
                </a:lnTo>
                <a:lnTo>
                  <a:pt x="3546980" y="37460"/>
                </a:lnTo>
                <a:lnTo>
                  <a:pt x="3554714" y="37460"/>
                </a:lnTo>
                <a:cubicBezTo>
                  <a:pt x="3559622" y="37460"/>
                  <a:pt x="3563404" y="36388"/>
                  <a:pt x="3566059" y="34245"/>
                </a:cubicBezTo>
                <a:cubicBezTo>
                  <a:pt x="3568715" y="32102"/>
                  <a:pt x="3570043" y="28856"/>
                  <a:pt x="3570043" y="24507"/>
                </a:cubicBezTo>
                <a:close/>
                <a:moveTo>
                  <a:pt x="3592549" y="19662"/>
                </a:moveTo>
                <a:lnTo>
                  <a:pt x="3599957" y="19662"/>
                </a:lnTo>
                <a:lnTo>
                  <a:pt x="3600190" y="28259"/>
                </a:lnTo>
                <a:cubicBezTo>
                  <a:pt x="3602954" y="24943"/>
                  <a:pt x="3605680" y="22542"/>
                  <a:pt x="3608367" y="21055"/>
                </a:cubicBezTo>
                <a:cubicBezTo>
                  <a:pt x="3611053" y="19567"/>
                  <a:pt x="3613763" y="18823"/>
                  <a:pt x="3616497" y="18823"/>
                </a:cubicBezTo>
                <a:cubicBezTo>
                  <a:pt x="3621342" y="18823"/>
                  <a:pt x="3625015" y="20388"/>
                  <a:pt x="3627516" y="23517"/>
                </a:cubicBezTo>
                <a:cubicBezTo>
                  <a:pt x="3630016" y="26647"/>
                  <a:pt x="3631173" y="31294"/>
                  <a:pt x="3630987" y="37460"/>
                </a:cubicBezTo>
                <a:lnTo>
                  <a:pt x="3622787" y="37460"/>
                </a:lnTo>
                <a:cubicBezTo>
                  <a:pt x="3622880" y="33376"/>
                  <a:pt x="3622282" y="30414"/>
                  <a:pt x="3620993" y="28574"/>
                </a:cubicBezTo>
                <a:cubicBezTo>
                  <a:pt x="3619704" y="26732"/>
                  <a:pt x="3617817" y="25812"/>
                  <a:pt x="3615332" y="25812"/>
                </a:cubicBezTo>
                <a:cubicBezTo>
                  <a:pt x="3614245" y="25812"/>
                  <a:pt x="3613150" y="26005"/>
                  <a:pt x="3612047" y="26393"/>
                </a:cubicBezTo>
                <a:cubicBezTo>
                  <a:pt x="3610945" y="26779"/>
                  <a:pt x="3609811" y="27397"/>
                  <a:pt x="3608646" y="28248"/>
                </a:cubicBezTo>
                <a:cubicBezTo>
                  <a:pt x="3607481" y="29098"/>
                  <a:pt x="3606247" y="30188"/>
                  <a:pt x="3604942" y="31519"/>
                </a:cubicBezTo>
                <a:cubicBezTo>
                  <a:pt x="3603638" y="32849"/>
                  <a:pt x="3602240" y="34457"/>
                  <a:pt x="3600749" y="36344"/>
                </a:cubicBezTo>
                <a:lnTo>
                  <a:pt x="3600749" y="66440"/>
                </a:lnTo>
                <a:lnTo>
                  <a:pt x="3592549" y="66440"/>
                </a:lnTo>
                <a:lnTo>
                  <a:pt x="3592549" y="19662"/>
                </a:lnTo>
                <a:close/>
                <a:moveTo>
                  <a:pt x="3683218" y="42678"/>
                </a:moveTo>
                <a:cubicBezTo>
                  <a:pt x="3683218" y="46312"/>
                  <a:pt x="3682706" y="49643"/>
                  <a:pt x="3681681" y="52672"/>
                </a:cubicBezTo>
                <a:cubicBezTo>
                  <a:pt x="3680655" y="55700"/>
                  <a:pt x="3679180" y="58294"/>
                  <a:pt x="3677254" y="60453"/>
                </a:cubicBezTo>
                <a:cubicBezTo>
                  <a:pt x="3675329" y="62611"/>
                  <a:pt x="3672983" y="64289"/>
                  <a:pt x="3670219" y="65485"/>
                </a:cubicBezTo>
                <a:cubicBezTo>
                  <a:pt x="3667455" y="66680"/>
                  <a:pt x="3664317" y="67278"/>
                  <a:pt x="3660807" y="67278"/>
                </a:cubicBezTo>
                <a:cubicBezTo>
                  <a:pt x="3657453" y="67278"/>
                  <a:pt x="3654448" y="66758"/>
                  <a:pt x="3651792" y="65717"/>
                </a:cubicBezTo>
                <a:cubicBezTo>
                  <a:pt x="3649136" y="64677"/>
                  <a:pt x="3646884" y="63147"/>
                  <a:pt x="3645036" y="61128"/>
                </a:cubicBezTo>
                <a:cubicBezTo>
                  <a:pt x="3643188" y="59109"/>
                  <a:pt x="3641775" y="56609"/>
                  <a:pt x="3640796" y="53627"/>
                </a:cubicBezTo>
                <a:cubicBezTo>
                  <a:pt x="3639818" y="50645"/>
                  <a:pt x="3639329" y="47213"/>
                  <a:pt x="3639329" y="43330"/>
                </a:cubicBezTo>
                <a:cubicBezTo>
                  <a:pt x="3639329" y="39696"/>
                  <a:pt x="3639841" y="36380"/>
                  <a:pt x="3640866" y="33383"/>
                </a:cubicBezTo>
                <a:cubicBezTo>
                  <a:pt x="3641891" y="30385"/>
                  <a:pt x="3643367" y="27807"/>
                  <a:pt x="3645292" y="25649"/>
                </a:cubicBezTo>
                <a:cubicBezTo>
                  <a:pt x="3647218" y="23490"/>
                  <a:pt x="3649563" y="21813"/>
                  <a:pt x="3652328" y="20617"/>
                </a:cubicBezTo>
                <a:cubicBezTo>
                  <a:pt x="3655092" y="19421"/>
                  <a:pt x="3658229" y="18823"/>
                  <a:pt x="3661739" y="18823"/>
                </a:cubicBezTo>
                <a:cubicBezTo>
                  <a:pt x="3665094" y="18823"/>
                  <a:pt x="3668099" y="19343"/>
                  <a:pt x="3670755" y="20384"/>
                </a:cubicBezTo>
                <a:cubicBezTo>
                  <a:pt x="3673410" y="21424"/>
                  <a:pt x="3675662" y="22946"/>
                  <a:pt x="3677511" y="24950"/>
                </a:cubicBezTo>
                <a:cubicBezTo>
                  <a:pt x="3679359" y="26953"/>
                  <a:pt x="3680772" y="29446"/>
                  <a:pt x="3681750" y="32428"/>
                </a:cubicBezTo>
                <a:cubicBezTo>
                  <a:pt x="3682729" y="35410"/>
                  <a:pt x="3683218" y="38826"/>
                  <a:pt x="3683218" y="42678"/>
                </a:cubicBezTo>
                <a:moveTo>
                  <a:pt x="3674925" y="43051"/>
                </a:moveTo>
                <a:cubicBezTo>
                  <a:pt x="3674925" y="40162"/>
                  <a:pt x="3674606" y="37638"/>
                  <a:pt x="3673970" y="35480"/>
                </a:cubicBezTo>
                <a:cubicBezTo>
                  <a:pt x="3673333" y="33321"/>
                  <a:pt x="3672424" y="31519"/>
                  <a:pt x="3671244" y="30075"/>
                </a:cubicBezTo>
                <a:cubicBezTo>
                  <a:pt x="3670064" y="28631"/>
                  <a:pt x="3668627" y="27543"/>
                  <a:pt x="3666934" y="26813"/>
                </a:cubicBezTo>
                <a:cubicBezTo>
                  <a:pt x="3665241" y="26084"/>
                  <a:pt x="3663354" y="25719"/>
                  <a:pt x="3661273" y="25719"/>
                </a:cubicBezTo>
                <a:cubicBezTo>
                  <a:pt x="3658851" y="25719"/>
                  <a:pt x="3656777" y="26192"/>
                  <a:pt x="3655053" y="27140"/>
                </a:cubicBezTo>
                <a:cubicBezTo>
                  <a:pt x="3653330" y="28087"/>
                  <a:pt x="3651916" y="29353"/>
                  <a:pt x="3650814" y="30937"/>
                </a:cubicBezTo>
                <a:cubicBezTo>
                  <a:pt x="3649711" y="32521"/>
                  <a:pt x="3648903" y="34361"/>
                  <a:pt x="3648391" y="36458"/>
                </a:cubicBezTo>
                <a:cubicBezTo>
                  <a:pt x="3647878" y="38555"/>
                  <a:pt x="3647622" y="40752"/>
                  <a:pt x="3647622" y="43051"/>
                </a:cubicBezTo>
                <a:cubicBezTo>
                  <a:pt x="3647622" y="45939"/>
                  <a:pt x="3647940" y="48471"/>
                  <a:pt x="3648577" y="50645"/>
                </a:cubicBezTo>
                <a:cubicBezTo>
                  <a:pt x="3649214" y="52819"/>
                  <a:pt x="3650122" y="54629"/>
                  <a:pt x="3651303" y="56073"/>
                </a:cubicBezTo>
                <a:cubicBezTo>
                  <a:pt x="3652483" y="57517"/>
                  <a:pt x="3653912" y="58604"/>
                  <a:pt x="3655589" y="59334"/>
                </a:cubicBezTo>
                <a:cubicBezTo>
                  <a:pt x="3657267" y="60064"/>
                  <a:pt x="3659161" y="60429"/>
                  <a:pt x="3661273" y="60429"/>
                </a:cubicBezTo>
                <a:cubicBezTo>
                  <a:pt x="3663696" y="60429"/>
                  <a:pt x="3665769" y="59956"/>
                  <a:pt x="3667493" y="59008"/>
                </a:cubicBezTo>
                <a:cubicBezTo>
                  <a:pt x="3669217" y="58061"/>
                  <a:pt x="3670631" y="56795"/>
                  <a:pt x="3671733" y="55211"/>
                </a:cubicBezTo>
                <a:cubicBezTo>
                  <a:pt x="3672836" y="53627"/>
                  <a:pt x="3673643" y="51787"/>
                  <a:pt x="3674156" y="49690"/>
                </a:cubicBezTo>
                <a:cubicBezTo>
                  <a:pt x="3674668" y="47593"/>
                  <a:pt x="3674925" y="45380"/>
                  <a:pt x="3674925" y="43051"/>
                </a:cubicBezTo>
                <a:close/>
                <a:moveTo>
                  <a:pt x="3734331" y="42212"/>
                </a:moveTo>
                <a:cubicBezTo>
                  <a:pt x="3734331" y="46374"/>
                  <a:pt x="3733749" y="50008"/>
                  <a:pt x="3732584" y="53114"/>
                </a:cubicBezTo>
                <a:cubicBezTo>
                  <a:pt x="3731419" y="56221"/>
                  <a:pt x="3729812" y="58799"/>
                  <a:pt x="3727762" y="60849"/>
                </a:cubicBezTo>
                <a:cubicBezTo>
                  <a:pt x="3725712" y="62899"/>
                  <a:pt x="3723289" y="64436"/>
                  <a:pt x="3720493" y="65461"/>
                </a:cubicBezTo>
                <a:cubicBezTo>
                  <a:pt x="3717698" y="66486"/>
                  <a:pt x="3714669" y="66999"/>
                  <a:pt x="3711408" y="66999"/>
                </a:cubicBezTo>
                <a:cubicBezTo>
                  <a:pt x="3709917" y="66999"/>
                  <a:pt x="3708434" y="66921"/>
                  <a:pt x="3706958" y="66766"/>
                </a:cubicBezTo>
                <a:cubicBezTo>
                  <a:pt x="3705483" y="66610"/>
                  <a:pt x="3703984" y="66346"/>
                  <a:pt x="3702462" y="65974"/>
                </a:cubicBezTo>
                <a:lnTo>
                  <a:pt x="3702462" y="85542"/>
                </a:lnTo>
                <a:lnTo>
                  <a:pt x="3694355" y="85542"/>
                </a:lnTo>
                <a:lnTo>
                  <a:pt x="3694355" y="19662"/>
                </a:lnTo>
                <a:lnTo>
                  <a:pt x="3701577" y="19662"/>
                </a:lnTo>
                <a:lnTo>
                  <a:pt x="3702090" y="27489"/>
                </a:lnTo>
                <a:cubicBezTo>
                  <a:pt x="3704419" y="24290"/>
                  <a:pt x="3706904" y="22046"/>
                  <a:pt x="3709544" y="20757"/>
                </a:cubicBezTo>
                <a:cubicBezTo>
                  <a:pt x="3712185" y="19468"/>
                  <a:pt x="3715042" y="18823"/>
                  <a:pt x="3718117" y="18823"/>
                </a:cubicBezTo>
                <a:cubicBezTo>
                  <a:pt x="3720788" y="18823"/>
                  <a:pt x="3723134" y="19382"/>
                  <a:pt x="3725152" y="20500"/>
                </a:cubicBezTo>
                <a:cubicBezTo>
                  <a:pt x="3727171" y="21619"/>
                  <a:pt x="3728864" y="23195"/>
                  <a:pt x="3730231" y="25229"/>
                </a:cubicBezTo>
                <a:cubicBezTo>
                  <a:pt x="3731598" y="27264"/>
                  <a:pt x="3732623" y="29718"/>
                  <a:pt x="3733306" y="32591"/>
                </a:cubicBezTo>
                <a:cubicBezTo>
                  <a:pt x="3733989" y="35464"/>
                  <a:pt x="3734331" y="38671"/>
                  <a:pt x="3734331" y="42212"/>
                </a:cubicBezTo>
                <a:moveTo>
                  <a:pt x="3726038" y="42585"/>
                </a:moveTo>
                <a:cubicBezTo>
                  <a:pt x="3726038" y="40131"/>
                  <a:pt x="3725859" y="37879"/>
                  <a:pt x="3725502" y="35829"/>
                </a:cubicBezTo>
                <a:cubicBezTo>
                  <a:pt x="3725145" y="33779"/>
                  <a:pt x="3724578" y="32024"/>
                  <a:pt x="3723801" y="30564"/>
                </a:cubicBezTo>
                <a:cubicBezTo>
                  <a:pt x="3723025" y="29104"/>
                  <a:pt x="3722031" y="27963"/>
                  <a:pt x="3720819" y="27140"/>
                </a:cubicBezTo>
                <a:cubicBezTo>
                  <a:pt x="3719608" y="26316"/>
                  <a:pt x="3718164" y="25905"/>
                  <a:pt x="3716486" y="25905"/>
                </a:cubicBezTo>
                <a:cubicBezTo>
                  <a:pt x="3715461" y="25905"/>
                  <a:pt x="3714421" y="26068"/>
                  <a:pt x="3713365" y="26394"/>
                </a:cubicBezTo>
                <a:cubicBezTo>
                  <a:pt x="3712309" y="26720"/>
                  <a:pt x="3711214" y="27264"/>
                  <a:pt x="3710080" y="28025"/>
                </a:cubicBezTo>
                <a:cubicBezTo>
                  <a:pt x="3708946" y="28786"/>
                  <a:pt x="3707751" y="29795"/>
                  <a:pt x="3706493" y="31053"/>
                </a:cubicBezTo>
                <a:cubicBezTo>
                  <a:pt x="3705235" y="32311"/>
                  <a:pt x="3703891" y="33872"/>
                  <a:pt x="3702462" y="35736"/>
                </a:cubicBezTo>
                <a:lnTo>
                  <a:pt x="3702462" y="58426"/>
                </a:lnTo>
                <a:cubicBezTo>
                  <a:pt x="3703953" y="59047"/>
                  <a:pt x="3705522" y="59536"/>
                  <a:pt x="3707168" y="59894"/>
                </a:cubicBezTo>
                <a:cubicBezTo>
                  <a:pt x="3708814" y="60251"/>
                  <a:pt x="3710430" y="60429"/>
                  <a:pt x="3712014" y="60429"/>
                </a:cubicBezTo>
                <a:cubicBezTo>
                  <a:pt x="3716393" y="60429"/>
                  <a:pt x="3719826" y="58946"/>
                  <a:pt x="3722310" y="55980"/>
                </a:cubicBezTo>
                <a:cubicBezTo>
                  <a:pt x="3724795" y="53013"/>
                  <a:pt x="3726038" y="48548"/>
                  <a:pt x="3726038" y="42585"/>
                </a:cubicBezTo>
                <a:close/>
                <a:moveTo>
                  <a:pt x="3783254" y="53674"/>
                </a:moveTo>
                <a:cubicBezTo>
                  <a:pt x="3783254" y="55320"/>
                  <a:pt x="3782975" y="56795"/>
                  <a:pt x="3782416" y="58100"/>
                </a:cubicBezTo>
                <a:cubicBezTo>
                  <a:pt x="3781857" y="59404"/>
                  <a:pt x="3781096" y="60561"/>
                  <a:pt x="3780133" y="61571"/>
                </a:cubicBezTo>
                <a:cubicBezTo>
                  <a:pt x="3779170" y="62580"/>
                  <a:pt x="3778052" y="63442"/>
                  <a:pt x="3776778" y="64157"/>
                </a:cubicBezTo>
                <a:cubicBezTo>
                  <a:pt x="3775505" y="64871"/>
                  <a:pt x="3774146" y="65461"/>
                  <a:pt x="3772701" y="65927"/>
                </a:cubicBezTo>
                <a:cubicBezTo>
                  <a:pt x="3771257" y="66393"/>
                  <a:pt x="3769774" y="66735"/>
                  <a:pt x="3768252" y="66952"/>
                </a:cubicBezTo>
                <a:cubicBezTo>
                  <a:pt x="3766730" y="67170"/>
                  <a:pt x="3765239" y="67278"/>
                  <a:pt x="3763779" y="67278"/>
                </a:cubicBezTo>
                <a:cubicBezTo>
                  <a:pt x="3760611" y="67278"/>
                  <a:pt x="3757699" y="67139"/>
                  <a:pt x="3755043" y="66859"/>
                </a:cubicBezTo>
                <a:cubicBezTo>
                  <a:pt x="3752387" y="66579"/>
                  <a:pt x="3749786" y="66129"/>
                  <a:pt x="3747239" y="65508"/>
                </a:cubicBezTo>
                <a:lnTo>
                  <a:pt x="3747239" y="58053"/>
                </a:lnTo>
                <a:cubicBezTo>
                  <a:pt x="3749972" y="58830"/>
                  <a:pt x="3752690" y="59420"/>
                  <a:pt x="3755392" y="59824"/>
                </a:cubicBezTo>
                <a:cubicBezTo>
                  <a:pt x="3758095" y="60227"/>
                  <a:pt x="3760782" y="60429"/>
                  <a:pt x="3763453" y="60429"/>
                </a:cubicBezTo>
                <a:cubicBezTo>
                  <a:pt x="3767335" y="60429"/>
                  <a:pt x="3770209" y="59901"/>
                  <a:pt x="3772072" y="58845"/>
                </a:cubicBezTo>
                <a:cubicBezTo>
                  <a:pt x="3773936" y="57789"/>
                  <a:pt x="3774868" y="56283"/>
                  <a:pt x="3774868" y="54326"/>
                </a:cubicBezTo>
                <a:cubicBezTo>
                  <a:pt x="3774868" y="53487"/>
                  <a:pt x="3774720" y="52734"/>
                  <a:pt x="3774425" y="52066"/>
                </a:cubicBezTo>
                <a:cubicBezTo>
                  <a:pt x="3774130" y="51398"/>
                  <a:pt x="3773594" y="50762"/>
                  <a:pt x="3772818" y="50156"/>
                </a:cubicBezTo>
                <a:cubicBezTo>
                  <a:pt x="3772041" y="49550"/>
                  <a:pt x="3770838" y="48921"/>
                  <a:pt x="3769207" y="48269"/>
                </a:cubicBezTo>
                <a:cubicBezTo>
                  <a:pt x="3767576" y="47617"/>
                  <a:pt x="3765348" y="46871"/>
                  <a:pt x="3762521" y="46033"/>
                </a:cubicBezTo>
                <a:cubicBezTo>
                  <a:pt x="3760409" y="45411"/>
                  <a:pt x="3758460" y="44705"/>
                  <a:pt x="3756674" y="43913"/>
                </a:cubicBezTo>
                <a:cubicBezTo>
                  <a:pt x="3754888" y="43121"/>
                  <a:pt x="3753342" y="42181"/>
                  <a:pt x="3752038" y="41094"/>
                </a:cubicBezTo>
                <a:cubicBezTo>
                  <a:pt x="3750733" y="40007"/>
                  <a:pt x="3749708" y="38733"/>
                  <a:pt x="3748963" y="37273"/>
                </a:cubicBezTo>
                <a:cubicBezTo>
                  <a:pt x="3748217" y="35813"/>
                  <a:pt x="3747845" y="34090"/>
                  <a:pt x="3747845" y="32102"/>
                </a:cubicBezTo>
                <a:cubicBezTo>
                  <a:pt x="3747845" y="30797"/>
                  <a:pt x="3748147" y="29368"/>
                  <a:pt x="3748753" y="27815"/>
                </a:cubicBezTo>
                <a:cubicBezTo>
                  <a:pt x="3749359" y="26262"/>
                  <a:pt x="3750392" y="24818"/>
                  <a:pt x="3751852" y="23482"/>
                </a:cubicBezTo>
                <a:cubicBezTo>
                  <a:pt x="3753311" y="22147"/>
                  <a:pt x="3755284" y="21036"/>
                  <a:pt x="3757769" y="20151"/>
                </a:cubicBezTo>
                <a:cubicBezTo>
                  <a:pt x="3760254" y="19266"/>
                  <a:pt x="3763360" y="18823"/>
                  <a:pt x="3767087" y="18823"/>
                </a:cubicBezTo>
                <a:cubicBezTo>
                  <a:pt x="3768920" y="18823"/>
                  <a:pt x="3770954" y="18924"/>
                  <a:pt x="3773190" y="19126"/>
                </a:cubicBezTo>
                <a:cubicBezTo>
                  <a:pt x="3775427" y="19328"/>
                  <a:pt x="3777756" y="19677"/>
                  <a:pt x="3780179" y="20174"/>
                </a:cubicBezTo>
                <a:lnTo>
                  <a:pt x="3780179" y="27396"/>
                </a:lnTo>
                <a:cubicBezTo>
                  <a:pt x="3777632" y="26775"/>
                  <a:pt x="3775217" y="26316"/>
                  <a:pt x="3772934" y="26021"/>
                </a:cubicBezTo>
                <a:cubicBezTo>
                  <a:pt x="3770651" y="25726"/>
                  <a:pt x="3768671" y="25579"/>
                  <a:pt x="3766994" y="25579"/>
                </a:cubicBezTo>
                <a:cubicBezTo>
                  <a:pt x="3764975" y="25579"/>
                  <a:pt x="3763274" y="25734"/>
                  <a:pt x="3761892" y="26045"/>
                </a:cubicBezTo>
                <a:cubicBezTo>
                  <a:pt x="3760510" y="26355"/>
                  <a:pt x="3759392" y="26782"/>
                  <a:pt x="3758537" y="27326"/>
                </a:cubicBezTo>
                <a:cubicBezTo>
                  <a:pt x="3757683" y="27870"/>
                  <a:pt x="3757070" y="28506"/>
                  <a:pt x="3756697" y="29236"/>
                </a:cubicBezTo>
                <a:cubicBezTo>
                  <a:pt x="3756324" y="29966"/>
                  <a:pt x="3756138" y="30750"/>
                  <a:pt x="3756138" y="31589"/>
                </a:cubicBezTo>
                <a:cubicBezTo>
                  <a:pt x="3756138" y="32428"/>
                  <a:pt x="3756301" y="33189"/>
                  <a:pt x="3756627" y="33872"/>
                </a:cubicBezTo>
                <a:cubicBezTo>
                  <a:pt x="3756953" y="34555"/>
                  <a:pt x="3757559" y="35215"/>
                  <a:pt x="3758444" y="35852"/>
                </a:cubicBezTo>
                <a:cubicBezTo>
                  <a:pt x="3759329" y="36489"/>
                  <a:pt x="3760564" y="37126"/>
                  <a:pt x="3762148" y="37762"/>
                </a:cubicBezTo>
                <a:cubicBezTo>
                  <a:pt x="3763732" y="38399"/>
                  <a:pt x="3765798" y="39090"/>
                  <a:pt x="3768345" y="39836"/>
                </a:cubicBezTo>
                <a:cubicBezTo>
                  <a:pt x="3771109" y="40643"/>
                  <a:pt x="3773439" y="41490"/>
                  <a:pt x="3775334" y="42375"/>
                </a:cubicBezTo>
                <a:cubicBezTo>
                  <a:pt x="3777228" y="43260"/>
                  <a:pt x="3778766" y="44246"/>
                  <a:pt x="3779946" y="45334"/>
                </a:cubicBezTo>
                <a:cubicBezTo>
                  <a:pt x="3781127" y="46421"/>
                  <a:pt x="3781973" y="47648"/>
                  <a:pt x="3782485" y="49014"/>
                </a:cubicBezTo>
                <a:cubicBezTo>
                  <a:pt x="3782998" y="50381"/>
                  <a:pt x="3783254" y="51934"/>
                  <a:pt x="3783254" y="53674"/>
                </a:cubicBezTo>
                <a:close/>
                <a:moveTo>
                  <a:pt x="3821741" y="11834"/>
                </a:moveTo>
                <a:lnTo>
                  <a:pt x="3813634" y="11834"/>
                </a:lnTo>
                <a:lnTo>
                  <a:pt x="3798724" y="559"/>
                </a:lnTo>
                <a:lnTo>
                  <a:pt x="3810465" y="559"/>
                </a:lnTo>
                <a:lnTo>
                  <a:pt x="3821741" y="11834"/>
                </a:lnTo>
                <a:moveTo>
                  <a:pt x="3790617" y="19662"/>
                </a:moveTo>
                <a:lnTo>
                  <a:pt x="3790617" y="19662"/>
                </a:lnTo>
                <a:close/>
                <a:moveTo>
                  <a:pt x="3917724" y="7222"/>
                </a:moveTo>
                <a:lnTo>
                  <a:pt x="3903886" y="7222"/>
                </a:lnTo>
                <a:lnTo>
                  <a:pt x="3903886" y="559"/>
                </a:lnTo>
                <a:lnTo>
                  <a:pt x="3925924" y="559"/>
                </a:lnTo>
                <a:lnTo>
                  <a:pt x="3925924" y="59684"/>
                </a:lnTo>
                <a:lnTo>
                  <a:pt x="3939855" y="59684"/>
                </a:lnTo>
                <a:lnTo>
                  <a:pt x="3939855" y="66440"/>
                </a:lnTo>
                <a:lnTo>
                  <a:pt x="3902348" y="66440"/>
                </a:lnTo>
                <a:lnTo>
                  <a:pt x="3902348" y="59684"/>
                </a:lnTo>
                <a:lnTo>
                  <a:pt x="3917724" y="59684"/>
                </a:lnTo>
                <a:lnTo>
                  <a:pt x="3917724" y="7222"/>
                </a:lnTo>
                <a:close/>
                <a:moveTo>
                  <a:pt x="3969582" y="26371"/>
                </a:moveTo>
                <a:lnTo>
                  <a:pt x="3955744" y="26371"/>
                </a:lnTo>
                <a:lnTo>
                  <a:pt x="3955744" y="19662"/>
                </a:lnTo>
                <a:lnTo>
                  <a:pt x="3977782" y="19662"/>
                </a:lnTo>
                <a:lnTo>
                  <a:pt x="3977782" y="59684"/>
                </a:lnTo>
                <a:lnTo>
                  <a:pt x="3991713" y="59684"/>
                </a:lnTo>
                <a:lnTo>
                  <a:pt x="3991713" y="66440"/>
                </a:lnTo>
                <a:lnTo>
                  <a:pt x="3954207" y="66440"/>
                </a:lnTo>
                <a:lnTo>
                  <a:pt x="3954207" y="59684"/>
                </a:lnTo>
                <a:lnTo>
                  <a:pt x="3969582" y="59684"/>
                </a:lnTo>
                <a:lnTo>
                  <a:pt x="3969582" y="26371"/>
                </a:lnTo>
                <a:moveTo>
                  <a:pt x="3972424" y="0"/>
                </a:moveTo>
                <a:cubicBezTo>
                  <a:pt x="3973325" y="0"/>
                  <a:pt x="3974164" y="163"/>
                  <a:pt x="3974940" y="489"/>
                </a:cubicBezTo>
                <a:cubicBezTo>
                  <a:pt x="3975717" y="815"/>
                  <a:pt x="3976392" y="1274"/>
                  <a:pt x="3976967" y="1864"/>
                </a:cubicBezTo>
                <a:cubicBezTo>
                  <a:pt x="3977542" y="2454"/>
                  <a:pt x="3977992" y="3129"/>
                  <a:pt x="3978318" y="3890"/>
                </a:cubicBezTo>
                <a:cubicBezTo>
                  <a:pt x="3978644" y="4651"/>
                  <a:pt x="3978807" y="5482"/>
                  <a:pt x="3978807" y="6383"/>
                </a:cubicBezTo>
                <a:cubicBezTo>
                  <a:pt x="3978807" y="7253"/>
                  <a:pt x="3978644" y="8076"/>
                  <a:pt x="3978318" y="8852"/>
                </a:cubicBezTo>
                <a:cubicBezTo>
                  <a:pt x="3977992" y="9629"/>
                  <a:pt x="3977542" y="10312"/>
                  <a:pt x="3976967" y="10902"/>
                </a:cubicBezTo>
                <a:cubicBezTo>
                  <a:pt x="3976392" y="11493"/>
                  <a:pt x="3975717" y="11951"/>
                  <a:pt x="3974940" y="12277"/>
                </a:cubicBezTo>
                <a:cubicBezTo>
                  <a:pt x="3974164" y="12603"/>
                  <a:pt x="3973325" y="12766"/>
                  <a:pt x="3972424" y="12766"/>
                </a:cubicBezTo>
                <a:cubicBezTo>
                  <a:pt x="3971523" y="12766"/>
                  <a:pt x="3970685" y="12603"/>
                  <a:pt x="3969908" y="12277"/>
                </a:cubicBezTo>
                <a:cubicBezTo>
                  <a:pt x="3969132" y="11951"/>
                  <a:pt x="3968456" y="11493"/>
                  <a:pt x="3967882" y="10902"/>
                </a:cubicBezTo>
                <a:cubicBezTo>
                  <a:pt x="3967307" y="10312"/>
                  <a:pt x="3966857" y="9629"/>
                  <a:pt x="3966530" y="8852"/>
                </a:cubicBezTo>
                <a:cubicBezTo>
                  <a:pt x="3966204" y="8076"/>
                  <a:pt x="3966041" y="7253"/>
                  <a:pt x="3966041" y="6383"/>
                </a:cubicBezTo>
                <a:cubicBezTo>
                  <a:pt x="3966041" y="5482"/>
                  <a:pt x="3966204" y="4651"/>
                  <a:pt x="3966530" y="3890"/>
                </a:cubicBezTo>
                <a:cubicBezTo>
                  <a:pt x="3966857" y="3129"/>
                  <a:pt x="3967307" y="2454"/>
                  <a:pt x="3967882" y="1864"/>
                </a:cubicBezTo>
                <a:cubicBezTo>
                  <a:pt x="3968456" y="1274"/>
                  <a:pt x="3969132" y="815"/>
                  <a:pt x="3969908" y="489"/>
                </a:cubicBezTo>
                <a:cubicBezTo>
                  <a:pt x="3970685" y="163"/>
                  <a:pt x="3971523" y="0"/>
                  <a:pt x="3972424" y="0"/>
                </a:cubicBezTo>
                <a:close/>
                <a:moveTo>
                  <a:pt x="4047579" y="66440"/>
                </a:moveTo>
                <a:lnTo>
                  <a:pt x="4036443" y="66440"/>
                </a:lnTo>
                <a:lnTo>
                  <a:pt x="4014638" y="41356"/>
                </a:lnTo>
                <a:lnTo>
                  <a:pt x="4014638" y="66440"/>
                </a:lnTo>
                <a:lnTo>
                  <a:pt x="4006531" y="66440"/>
                </a:lnTo>
                <a:lnTo>
                  <a:pt x="4006531" y="559"/>
                </a:lnTo>
                <a:lnTo>
                  <a:pt x="4014638" y="559"/>
                </a:lnTo>
                <a:lnTo>
                  <a:pt x="4014638" y="41030"/>
                </a:lnTo>
                <a:lnTo>
                  <a:pt x="4035651" y="19662"/>
                </a:lnTo>
                <a:lnTo>
                  <a:pt x="4046367" y="19662"/>
                </a:lnTo>
                <a:lnTo>
                  <a:pt x="4024423" y="41216"/>
                </a:lnTo>
                <a:lnTo>
                  <a:pt x="4047579" y="66440"/>
                </a:lnTo>
                <a:close/>
                <a:moveTo>
                  <a:pt x="4096874" y="40581"/>
                </a:moveTo>
                <a:cubicBezTo>
                  <a:pt x="4096874" y="41731"/>
                  <a:pt x="4096859" y="42693"/>
                  <a:pt x="4096828" y="43470"/>
                </a:cubicBezTo>
                <a:cubicBezTo>
                  <a:pt x="4096797" y="44246"/>
                  <a:pt x="4096750" y="44976"/>
                  <a:pt x="4096688" y="45660"/>
                </a:cubicBezTo>
                <a:lnTo>
                  <a:pt x="4063841" y="45660"/>
                </a:lnTo>
                <a:cubicBezTo>
                  <a:pt x="4063841" y="50443"/>
                  <a:pt x="4065176" y="54116"/>
                  <a:pt x="4067848" y="56679"/>
                </a:cubicBezTo>
                <a:cubicBezTo>
                  <a:pt x="4070519" y="59241"/>
                  <a:pt x="4074370" y="60522"/>
                  <a:pt x="4079402" y="60522"/>
                </a:cubicBezTo>
                <a:cubicBezTo>
                  <a:pt x="4080769" y="60522"/>
                  <a:pt x="4082136" y="60467"/>
                  <a:pt x="4083502" y="60357"/>
                </a:cubicBezTo>
                <a:cubicBezTo>
                  <a:pt x="4084869" y="60245"/>
                  <a:pt x="4086189" y="60094"/>
                  <a:pt x="4087463" y="59904"/>
                </a:cubicBezTo>
                <a:cubicBezTo>
                  <a:pt x="4088736" y="59712"/>
                  <a:pt x="4089955" y="59498"/>
                  <a:pt x="4091120" y="59260"/>
                </a:cubicBezTo>
                <a:cubicBezTo>
                  <a:pt x="4092285" y="59021"/>
                  <a:pt x="4093364" y="58759"/>
                  <a:pt x="4094358" y="58472"/>
                </a:cubicBezTo>
                <a:lnTo>
                  <a:pt x="4094358" y="65135"/>
                </a:lnTo>
                <a:cubicBezTo>
                  <a:pt x="4092153" y="65770"/>
                  <a:pt x="4089660" y="66286"/>
                  <a:pt x="4086880" y="66683"/>
                </a:cubicBezTo>
                <a:cubicBezTo>
                  <a:pt x="4084100" y="67080"/>
                  <a:pt x="4081219" y="67278"/>
                  <a:pt x="4078238" y="67278"/>
                </a:cubicBezTo>
                <a:cubicBezTo>
                  <a:pt x="4074231" y="67278"/>
                  <a:pt x="4070783" y="66735"/>
                  <a:pt x="4067894" y="65648"/>
                </a:cubicBezTo>
                <a:cubicBezTo>
                  <a:pt x="4065006" y="64560"/>
                  <a:pt x="4062637" y="62984"/>
                  <a:pt x="4060789" y="60919"/>
                </a:cubicBezTo>
                <a:cubicBezTo>
                  <a:pt x="4058941" y="58853"/>
                  <a:pt x="4057574" y="56321"/>
                  <a:pt x="4056689" y="53324"/>
                </a:cubicBezTo>
                <a:cubicBezTo>
                  <a:pt x="4055804" y="50327"/>
                  <a:pt x="4055361" y="46933"/>
                  <a:pt x="4055361" y="43144"/>
                </a:cubicBezTo>
                <a:cubicBezTo>
                  <a:pt x="4055361" y="39851"/>
                  <a:pt x="4055835" y="36737"/>
                  <a:pt x="4056782" y="33802"/>
                </a:cubicBezTo>
                <a:cubicBezTo>
                  <a:pt x="4057729" y="30867"/>
                  <a:pt x="4059112" y="28289"/>
                  <a:pt x="4060929" y="26068"/>
                </a:cubicBezTo>
                <a:cubicBezTo>
                  <a:pt x="4062746" y="23847"/>
                  <a:pt x="4064974" y="22084"/>
                  <a:pt x="4067615" y="20780"/>
                </a:cubicBezTo>
                <a:cubicBezTo>
                  <a:pt x="4070255" y="19475"/>
                  <a:pt x="4073252" y="18823"/>
                  <a:pt x="4076607" y="18823"/>
                </a:cubicBezTo>
                <a:cubicBezTo>
                  <a:pt x="4079868" y="18823"/>
                  <a:pt x="4082757" y="19336"/>
                  <a:pt x="4085273" y="20361"/>
                </a:cubicBezTo>
                <a:cubicBezTo>
                  <a:pt x="4087789" y="21386"/>
                  <a:pt x="4089909" y="22838"/>
                  <a:pt x="4091633" y="24717"/>
                </a:cubicBezTo>
                <a:cubicBezTo>
                  <a:pt x="4093357" y="26596"/>
                  <a:pt x="4094661" y="28879"/>
                  <a:pt x="4095546" y="31566"/>
                </a:cubicBezTo>
                <a:cubicBezTo>
                  <a:pt x="4096432" y="34253"/>
                  <a:pt x="4096874" y="37258"/>
                  <a:pt x="4096874" y="40581"/>
                </a:cubicBezTo>
                <a:moveTo>
                  <a:pt x="4088441" y="39416"/>
                </a:moveTo>
                <a:cubicBezTo>
                  <a:pt x="4088534" y="37335"/>
                  <a:pt x="4088332" y="35433"/>
                  <a:pt x="4087835" y="33709"/>
                </a:cubicBezTo>
                <a:cubicBezTo>
                  <a:pt x="4087338" y="31985"/>
                  <a:pt x="4086570" y="30502"/>
                  <a:pt x="4085529" y="29260"/>
                </a:cubicBezTo>
                <a:cubicBezTo>
                  <a:pt x="4084489" y="28017"/>
                  <a:pt x="4083192" y="27046"/>
                  <a:pt x="4081639" y="26348"/>
                </a:cubicBezTo>
                <a:cubicBezTo>
                  <a:pt x="4080086" y="25649"/>
                  <a:pt x="4078284" y="25299"/>
                  <a:pt x="4076234" y="25299"/>
                </a:cubicBezTo>
                <a:cubicBezTo>
                  <a:pt x="4074464" y="25299"/>
                  <a:pt x="4072848" y="25641"/>
                  <a:pt x="4071389" y="26324"/>
                </a:cubicBezTo>
                <a:cubicBezTo>
                  <a:pt x="4069929" y="27008"/>
                  <a:pt x="4068671" y="27970"/>
                  <a:pt x="4067615" y="29213"/>
                </a:cubicBezTo>
                <a:cubicBezTo>
                  <a:pt x="4066559" y="30455"/>
                  <a:pt x="4065704" y="31946"/>
                  <a:pt x="4065052" y="33686"/>
                </a:cubicBezTo>
                <a:cubicBezTo>
                  <a:pt x="4064400" y="35425"/>
                  <a:pt x="4063996" y="37335"/>
                  <a:pt x="4063841" y="39416"/>
                </a:cubicBezTo>
                <a:lnTo>
                  <a:pt x="4088441" y="39416"/>
                </a:lnTo>
                <a:close/>
                <a:moveTo>
                  <a:pt x="4185787" y="11834"/>
                </a:moveTo>
                <a:lnTo>
                  <a:pt x="4177680" y="11834"/>
                </a:lnTo>
                <a:lnTo>
                  <a:pt x="4162771" y="559"/>
                </a:lnTo>
                <a:lnTo>
                  <a:pt x="4174512" y="559"/>
                </a:lnTo>
                <a:lnTo>
                  <a:pt x="4185787" y="11834"/>
                </a:lnTo>
                <a:moveTo>
                  <a:pt x="4154664" y="19662"/>
                </a:moveTo>
                <a:lnTo>
                  <a:pt x="4154664" y="19662"/>
                </a:lnTo>
                <a:close/>
                <a:moveTo>
                  <a:pt x="4209597" y="19662"/>
                </a:moveTo>
                <a:lnTo>
                  <a:pt x="4218822" y="19662"/>
                </a:lnTo>
                <a:lnTo>
                  <a:pt x="4230284" y="50598"/>
                </a:lnTo>
                <a:lnTo>
                  <a:pt x="4232753" y="58146"/>
                </a:lnTo>
                <a:lnTo>
                  <a:pt x="4235316" y="50412"/>
                </a:lnTo>
                <a:lnTo>
                  <a:pt x="4246684" y="19662"/>
                </a:lnTo>
                <a:lnTo>
                  <a:pt x="4255583" y="19662"/>
                </a:lnTo>
                <a:lnTo>
                  <a:pt x="4237226" y="66440"/>
                </a:lnTo>
                <a:lnTo>
                  <a:pt x="4227908" y="66440"/>
                </a:lnTo>
                <a:lnTo>
                  <a:pt x="4209597" y="19662"/>
                </a:lnTo>
                <a:close/>
                <a:moveTo>
                  <a:pt x="4305518" y="66440"/>
                </a:moveTo>
                <a:lnTo>
                  <a:pt x="4265403" y="66440"/>
                </a:lnTo>
                <a:lnTo>
                  <a:pt x="4265403" y="59171"/>
                </a:lnTo>
                <a:lnTo>
                  <a:pt x="4281151" y="43501"/>
                </a:lnTo>
                <a:cubicBezTo>
                  <a:pt x="4283729" y="40951"/>
                  <a:pt x="4285826" y="38743"/>
                  <a:pt x="4287441" y="36879"/>
                </a:cubicBezTo>
                <a:cubicBezTo>
                  <a:pt x="4289056" y="35013"/>
                  <a:pt x="4290314" y="33311"/>
                  <a:pt x="4291215" y="31773"/>
                </a:cubicBezTo>
                <a:cubicBezTo>
                  <a:pt x="4292115" y="30233"/>
                  <a:pt x="4292721" y="28780"/>
                  <a:pt x="4293032" y="27412"/>
                </a:cubicBezTo>
                <a:cubicBezTo>
                  <a:pt x="4293342" y="26044"/>
                  <a:pt x="4293498" y="24568"/>
                  <a:pt x="4293498" y="22983"/>
                </a:cubicBezTo>
                <a:cubicBezTo>
                  <a:pt x="4293498" y="21490"/>
                  <a:pt x="4293296" y="20067"/>
                  <a:pt x="4292892" y="18715"/>
                </a:cubicBezTo>
                <a:cubicBezTo>
                  <a:pt x="4292488" y="17362"/>
                  <a:pt x="4291867" y="16173"/>
                  <a:pt x="4291028" y="15147"/>
                </a:cubicBezTo>
                <a:cubicBezTo>
                  <a:pt x="4290190" y="14120"/>
                  <a:pt x="4289103" y="13311"/>
                  <a:pt x="4287767" y="12721"/>
                </a:cubicBezTo>
                <a:cubicBezTo>
                  <a:pt x="4286431" y="12130"/>
                  <a:pt x="4284832" y="11834"/>
                  <a:pt x="4282968" y="11834"/>
                </a:cubicBezTo>
                <a:cubicBezTo>
                  <a:pt x="4280390" y="11834"/>
                  <a:pt x="4278045" y="12413"/>
                  <a:pt x="4275933" y="13571"/>
                </a:cubicBezTo>
                <a:cubicBezTo>
                  <a:pt x="4273820" y="14729"/>
                  <a:pt x="4271879" y="16231"/>
                  <a:pt x="4270109" y="18078"/>
                </a:cubicBezTo>
                <a:lnTo>
                  <a:pt x="4265636" y="12701"/>
                </a:lnTo>
                <a:cubicBezTo>
                  <a:pt x="4267934" y="10269"/>
                  <a:pt x="4270582" y="8321"/>
                  <a:pt x="4273580" y="6856"/>
                </a:cubicBezTo>
                <a:cubicBezTo>
                  <a:pt x="4276577" y="5392"/>
                  <a:pt x="4280064" y="4659"/>
                  <a:pt x="4284040" y="4659"/>
                </a:cubicBezTo>
                <a:cubicBezTo>
                  <a:pt x="4286742" y="4659"/>
                  <a:pt x="4289203" y="5063"/>
                  <a:pt x="4291424" y="5872"/>
                </a:cubicBezTo>
                <a:cubicBezTo>
                  <a:pt x="4293645" y="6680"/>
                  <a:pt x="4295563" y="7845"/>
                  <a:pt x="4297178" y="9369"/>
                </a:cubicBezTo>
                <a:cubicBezTo>
                  <a:pt x="4298794" y="10892"/>
                  <a:pt x="4300044" y="12757"/>
                  <a:pt x="4300929" y="14965"/>
                </a:cubicBezTo>
                <a:cubicBezTo>
                  <a:pt x="4301814" y="17172"/>
                  <a:pt x="4302257" y="19659"/>
                  <a:pt x="4302257" y="22427"/>
                </a:cubicBezTo>
                <a:cubicBezTo>
                  <a:pt x="4302257" y="24758"/>
                  <a:pt x="4301946" y="26919"/>
                  <a:pt x="4301325" y="28909"/>
                </a:cubicBezTo>
                <a:cubicBezTo>
                  <a:pt x="4300704" y="30898"/>
                  <a:pt x="4299764" y="32879"/>
                  <a:pt x="4298506" y="34853"/>
                </a:cubicBezTo>
                <a:cubicBezTo>
                  <a:pt x="4297248" y="36828"/>
                  <a:pt x="4295664" y="38872"/>
                  <a:pt x="4293754" y="40986"/>
                </a:cubicBezTo>
                <a:cubicBezTo>
                  <a:pt x="4291844" y="43099"/>
                  <a:pt x="4289584" y="45415"/>
                  <a:pt x="4286975" y="47934"/>
                </a:cubicBezTo>
                <a:lnTo>
                  <a:pt x="4275933" y="58705"/>
                </a:lnTo>
                <a:lnTo>
                  <a:pt x="4305518" y="58705"/>
                </a:lnTo>
                <a:lnTo>
                  <a:pt x="4305518" y="66440"/>
                </a:lnTo>
                <a:close/>
                <a:moveTo>
                  <a:pt x="4336644" y="18823"/>
                </a:moveTo>
                <a:cubicBezTo>
                  <a:pt x="4337606" y="18823"/>
                  <a:pt x="4338523" y="19017"/>
                  <a:pt x="4339392" y="19405"/>
                </a:cubicBezTo>
                <a:cubicBezTo>
                  <a:pt x="4340262" y="19794"/>
                  <a:pt x="4341023" y="20314"/>
                  <a:pt x="4341675" y="20966"/>
                </a:cubicBezTo>
                <a:cubicBezTo>
                  <a:pt x="4342328" y="21619"/>
                  <a:pt x="4342848" y="22380"/>
                  <a:pt x="4343236" y="23249"/>
                </a:cubicBezTo>
                <a:cubicBezTo>
                  <a:pt x="4343624" y="24119"/>
                  <a:pt x="4343819" y="25035"/>
                  <a:pt x="4343819" y="25998"/>
                </a:cubicBezTo>
                <a:cubicBezTo>
                  <a:pt x="4343819" y="26992"/>
                  <a:pt x="4343624" y="27916"/>
                  <a:pt x="4343236" y="28770"/>
                </a:cubicBezTo>
                <a:cubicBezTo>
                  <a:pt x="4342848" y="29624"/>
                  <a:pt x="4342328" y="30378"/>
                  <a:pt x="4341675" y="31030"/>
                </a:cubicBezTo>
                <a:cubicBezTo>
                  <a:pt x="4341023" y="31682"/>
                  <a:pt x="4340262" y="32195"/>
                  <a:pt x="4339392" y="32568"/>
                </a:cubicBezTo>
                <a:cubicBezTo>
                  <a:pt x="4338523" y="32940"/>
                  <a:pt x="4337606" y="33127"/>
                  <a:pt x="4336644" y="33127"/>
                </a:cubicBezTo>
                <a:cubicBezTo>
                  <a:pt x="4335650" y="33127"/>
                  <a:pt x="4334725" y="32940"/>
                  <a:pt x="4333871" y="32568"/>
                </a:cubicBezTo>
                <a:cubicBezTo>
                  <a:pt x="4333017" y="32195"/>
                  <a:pt x="4332264" y="31682"/>
                  <a:pt x="4331612" y="31030"/>
                </a:cubicBezTo>
                <a:cubicBezTo>
                  <a:pt x="4330959" y="30378"/>
                  <a:pt x="4330447" y="29624"/>
                  <a:pt x="4330074" y="28770"/>
                </a:cubicBezTo>
                <a:cubicBezTo>
                  <a:pt x="4329701" y="27916"/>
                  <a:pt x="4329515" y="26992"/>
                  <a:pt x="4329515" y="25998"/>
                </a:cubicBezTo>
                <a:cubicBezTo>
                  <a:pt x="4329515" y="25035"/>
                  <a:pt x="4329701" y="24119"/>
                  <a:pt x="4330074" y="23249"/>
                </a:cubicBezTo>
                <a:cubicBezTo>
                  <a:pt x="4330447" y="22380"/>
                  <a:pt x="4330959" y="21619"/>
                  <a:pt x="4331612" y="20966"/>
                </a:cubicBezTo>
                <a:cubicBezTo>
                  <a:pt x="4332264" y="20314"/>
                  <a:pt x="4333017" y="19794"/>
                  <a:pt x="4333871" y="19405"/>
                </a:cubicBezTo>
                <a:cubicBezTo>
                  <a:pt x="4334725" y="19017"/>
                  <a:pt x="4335650" y="18823"/>
                  <a:pt x="4336644" y="18823"/>
                </a:cubicBezTo>
                <a:moveTo>
                  <a:pt x="4336644" y="52975"/>
                </a:moveTo>
                <a:cubicBezTo>
                  <a:pt x="4337606" y="52975"/>
                  <a:pt x="4338523" y="53169"/>
                  <a:pt x="4339392" y="53557"/>
                </a:cubicBezTo>
                <a:cubicBezTo>
                  <a:pt x="4340262" y="53945"/>
                  <a:pt x="4341023" y="54466"/>
                  <a:pt x="4341675" y="55118"/>
                </a:cubicBezTo>
                <a:cubicBezTo>
                  <a:pt x="4342328" y="55770"/>
                  <a:pt x="4342848" y="56531"/>
                  <a:pt x="4343236" y="57401"/>
                </a:cubicBezTo>
                <a:cubicBezTo>
                  <a:pt x="4343624" y="58271"/>
                  <a:pt x="4343819" y="59187"/>
                  <a:pt x="4343819" y="60150"/>
                </a:cubicBezTo>
                <a:cubicBezTo>
                  <a:pt x="4343819" y="61144"/>
                  <a:pt x="4343624" y="62068"/>
                  <a:pt x="4343236" y="62922"/>
                </a:cubicBezTo>
                <a:cubicBezTo>
                  <a:pt x="4342848" y="63776"/>
                  <a:pt x="4342328" y="64529"/>
                  <a:pt x="4341675" y="65182"/>
                </a:cubicBezTo>
                <a:cubicBezTo>
                  <a:pt x="4341023" y="65834"/>
                  <a:pt x="4340262" y="66346"/>
                  <a:pt x="4339392" y="66719"/>
                </a:cubicBezTo>
                <a:cubicBezTo>
                  <a:pt x="4338523" y="67092"/>
                  <a:pt x="4337606" y="67278"/>
                  <a:pt x="4336644" y="67278"/>
                </a:cubicBezTo>
                <a:cubicBezTo>
                  <a:pt x="4335650" y="67278"/>
                  <a:pt x="4334725" y="67092"/>
                  <a:pt x="4333871" y="66719"/>
                </a:cubicBezTo>
                <a:cubicBezTo>
                  <a:pt x="4333017" y="66346"/>
                  <a:pt x="4332264" y="65834"/>
                  <a:pt x="4331612" y="65182"/>
                </a:cubicBezTo>
                <a:cubicBezTo>
                  <a:pt x="4330959" y="64529"/>
                  <a:pt x="4330447" y="63776"/>
                  <a:pt x="4330074" y="62922"/>
                </a:cubicBezTo>
                <a:cubicBezTo>
                  <a:pt x="4329701" y="62068"/>
                  <a:pt x="4329515" y="61144"/>
                  <a:pt x="4329515" y="60150"/>
                </a:cubicBezTo>
                <a:cubicBezTo>
                  <a:pt x="4329515" y="59187"/>
                  <a:pt x="4329701" y="58271"/>
                  <a:pt x="4330074" y="57401"/>
                </a:cubicBezTo>
                <a:cubicBezTo>
                  <a:pt x="4330447" y="56531"/>
                  <a:pt x="4330959" y="55770"/>
                  <a:pt x="4331612" y="55118"/>
                </a:cubicBezTo>
                <a:cubicBezTo>
                  <a:pt x="4332264" y="54466"/>
                  <a:pt x="4333017" y="53945"/>
                  <a:pt x="4333871" y="53557"/>
                </a:cubicBezTo>
                <a:cubicBezTo>
                  <a:pt x="4334725" y="53169"/>
                  <a:pt x="4335650" y="52975"/>
                  <a:pt x="4336644" y="52975"/>
                </a:cubicBezTo>
                <a:close/>
                <a:moveTo>
                  <a:pt x="4459277" y="65741"/>
                </a:moveTo>
                <a:cubicBezTo>
                  <a:pt x="4457444" y="66223"/>
                  <a:pt x="4455549" y="66569"/>
                  <a:pt x="4453592" y="66777"/>
                </a:cubicBezTo>
                <a:cubicBezTo>
                  <a:pt x="4451636" y="66987"/>
                  <a:pt x="4449648" y="67092"/>
                  <a:pt x="4447629" y="67092"/>
                </a:cubicBezTo>
                <a:cubicBezTo>
                  <a:pt x="4441758" y="67092"/>
                  <a:pt x="4437379" y="65764"/>
                  <a:pt x="4434490" y="63108"/>
                </a:cubicBezTo>
                <a:cubicBezTo>
                  <a:pt x="4431601" y="60453"/>
                  <a:pt x="4430157" y="56376"/>
                  <a:pt x="4430157" y="50878"/>
                </a:cubicBezTo>
                <a:lnTo>
                  <a:pt x="4430157" y="26464"/>
                </a:lnTo>
                <a:lnTo>
                  <a:pt x="4417065" y="26464"/>
                </a:lnTo>
                <a:lnTo>
                  <a:pt x="4417065" y="19662"/>
                </a:lnTo>
                <a:lnTo>
                  <a:pt x="4430157" y="19662"/>
                </a:lnTo>
                <a:lnTo>
                  <a:pt x="4430157" y="6762"/>
                </a:lnTo>
                <a:lnTo>
                  <a:pt x="4438264" y="4659"/>
                </a:lnTo>
                <a:lnTo>
                  <a:pt x="4438264" y="19662"/>
                </a:lnTo>
                <a:lnTo>
                  <a:pt x="4459277" y="19662"/>
                </a:lnTo>
                <a:lnTo>
                  <a:pt x="4459277" y="26464"/>
                </a:lnTo>
                <a:lnTo>
                  <a:pt x="4438264" y="26464"/>
                </a:lnTo>
                <a:lnTo>
                  <a:pt x="4438264" y="50226"/>
                </a:lnTo>
                <a:cubicBezTo>
                  <a:pt x="4438264" y="53580"/>
                  <a:pt x="4439157" y="56089"/>
                  <a:pt x="4440943" y="57750"/>
                </a:cubicBezTo>
                <a:cubicBezTo>
                  <a:pt x="4442729" y="59412"/>
                  <a:pt x="4445361" y="60243"/>
                  <a:pt x="4448840" y="60243"/>
                </a:cubicBezTo>
                <a:cubicBezTo>
                  <a:pt x="4450331" y="60243"/>
                  <a:pt x="4451962" y="60123"/>
                  <a:pt x="4453732" y="59883"/>
                </a:cubicBezTo>
                <a:cubicBezTo>
                  <a:pt x="4455503" y="59643"/>
                  <a:pt x="4457351" y="59265"/>
                  <a:pt x="4459277" y="58752"/>
                </a:cubicBezTo>
                <a:lnTo>
                  <a:pt x="4459277" y="65741"/>
                </a:lnTo>
                <a:close/>
                <a:moveTo>
                  <a:pt x="4475353" y="19662"/>
                </a:moveTo>
                <a:lnTo>
                  <a:pt x="4482761" y="19662"/>
                </a:lnTo>
                <a:lnTo>
                  <a:pt x="4482994" y="28259"/>
                </a:lnTo>
                <a:cubicBezTo>
                  <a:pt x="4485758" y="24943"/>
                  <a:pt x="4488484" y="22542"/>
                  <a:pt x="4491170" y="21055"/>
                </a:cubicBezTo>
                <a:cubicBezTo>
                  <a:pt x="4493857" y="19567"/>
                  <a:pt x="4496567" y="18823"/>
                  <a:pt x="4499301" y="18823"/>
                </a:cubicBezTo>
                <a:cubicBezTo>
                  <a:pt x="4504146" y="18823"/>
                  <a:pt x="4507819" y="20388"/>
                  <a:pt x="4510320" y="23517"/>
                </a:cubicBezTo>
                <a:cubicBezTo>
                  <a:pt x="4512820" y="26647"/>
                  <a:pt x="4513977" y="31294"/>
                  <a:pt x="4513791" y="37460"/>
                </a:cubicBezTo>
                <a:lnTo>
                  <a:pt x="4505590" y="37460"/>
                </a:lnTo>
                <a:cubicBezTo>
                  <a:pt x="4505684" y="33376"/>
                  <a:pt x="4505086" y="30414"/>
                  <a:pt x="4503797" y="28574"/>
                </a:cubicBezTo>
                <a:cubicBezTo>
                  <a:pt x="4502508" y="26732"/>
                  <a:pt x="4500621" y="25812"/>
                  <a:pt x="4498136" y="25812"/>
                </a:cubicBezTo>
                <a:cubicBezTo>
                  <a:pt x="4497049" y="25812"/>
                  <a:pt x="4495954" y="26005"/>
                  <a:pt x="4494851" y="26393"/>
                </a:cubicBezTo>
                <a:cubicBezTo>
                  <a:pt x="4493748" y="26779"/>
                  <a:pt x="4492615" y="27397"/>
                  <a:pt x="4491450" y="28248"/>
                </a:cubicBezTo>
                <a:cubicBezTo>
                  <a:pt x="4490285" y="29098"/>
                  <a:pt x="4489050" y="30188"/>
                  <a:pt x="4487746" y="31519"/>
                </a:cubicBezTo>
                <a:cubicBezTo>
                  <a:pt x="4486441" y="32849"/>
                  <a:pt x="4485044" y="34457"/>
                  <a:pt x="4483553" y="36344"/>
                </a:cubicBezTo>
                <a:lnTo>
                  <a:pt x="4483553" y="66440"/>
                </a:lnTo>
                <a:lnTo>
                  <a:pt x="4475353" y="66440"/>
                </a:lnTo>
                <a:lnTo>
                  <a:pt x="4475353" y="19662"/>
                </a:lnTo>
                <a:close/>
                <a:moveTo>
                  <a:pt x="4562901" y="66440"/>
                </a:moveTo>
                <a:lnTo>
                  <a:pt x="4555632" y="66440"/>
                </a:lnTo>
                <a:lnTo>
                  <a:pt x="4555353" y="58892"/>
                </a:lnTo>
                <a:cubicBezTo>
                  <a:pt x="4553955" y="60507"/>
                  <a:pt x="4552627" y="61850"/>
                  <a:pt x="4551369" y="62922"/>
                </a:cubicBezTo>
                <a:cubicBezTo>
                  <a:pt x="4550111" y="63994"/>
                  <a:pt x="4548861" y="64856"/>
                  <a:pt x="4547619" y="65508"/>
                </a:cubicBezTo>
                <a:cubicBezTo>
                  <a:pt x="4546376" y="66160"/>
                  <a:pt x="4545126" y="66618"/>
                  <a:pt x="4543868" y="66882"/>
                </a:cubicBezTo>
                <a:cubicBezTo>
                  <a:pt x="4542610" y="67146"/>
                  <a:pt x="4541282" y="67278"/>
                  <a:pt x="4539884" y="67278"/>
                </a:cubicBezTo>
                <a:cubicBezTo>
                  <a:pt x="4535070" y="67278"/>
                  <a:pt x="4531436" y="65865"/>
                  <a:pt x="4528982" y="63038"/>
                </a:cubicBezTo>
                <a:cubicBezTo>
                  <a:pt x="4526528" y="60212"/>
                  <a:pt x="4525301" y="55941"/>
                  <a:pt x="4525301" y="50226"/>
                </a:cubicBezTo>
                <a:lnTo>
                  <a:pt x="4525301" y="19662"/>
                </a:lnTo>
                <a:lnTo>
                  <a:pt x="4533408" y="19662"/>
                </a:lnTo>
                <a:lnTo>
                  <a:pt x="4533408" y="49573"/>
                </a:lnTo>
                <a:cubicBezTo>
                  <a:pt x="4533408" y="56749"/>
                  <a:pt x="4536111" y="60336"/>
                  <a:pt x="4541515" y="60336"/>
                </a:cubicBezTo>
                <a:cubicBezTo>
                  <a:pt x="4542509" y="60336"/>
                  <a:pt x="4543480" y="60189"/>
                  <a:pt x="4544427" y="59894"/>
                </a:cubicBezTo>
                <a:cubicBezTo>
                  <a:pt x="4545375" y="59598"/>
                  <a:pt x="4546368" y="59086"/>
                  <a:pt x="4547409" y="58356"/>
                </a:cubicBezTo>
                <a:cubicBezTo>
                  <a:pt x="4548450" y="57626"/>
                  <a:pt x="4549568" y="56640"/>
                  <a:pt x="4550764" y="55397"/>
                </a:cubicBezTo>
                <a:cubicBezTo>
                  <a:pt x="4551959" y="54155"/>
                  <a:pt x="4553303" y="52586"/>
                  <a:pt x="4554794" y="50692"/>
                </a:cubicBezTo>
                <a:lnTo>
                  <a:pt x="4554794" y="19662"/>
                </a:lnTo>
                <a:lnTo>
                  <a:pt x="4562901" y="19662"/>
                </a:lnTo>
                <a:lnTo>
                  <a:pt x="4562901" y="66440"/>
                </a:lnTo>
                <a:close/>
                <a:moveTo>
                  <a:pt x="4616669" y="40581"/>
                </a:moveTo>
                <a:cubicBezTo>
                  <a:pt x="4616669" y="41731"/>
                  <a:pt x="4616654" y="42693"/>
                  <a:pt x="4616623" y="43470"/>
                </a:cubicBezTo>
                <a:cubicBezTo>
                  <a:pt x="4616592" y="44246"/>
                  <a:pt x="4616545" y="44976"/>
                  <a:pt x="4616483" y="45660"/>
                </a:cubicBezTo>
                <a:lnTo>
                  <a:pt x="4583636" y="45660"/>
                </a:lnTo>
                <a:cubicBezTo>
                  <a:pt x="4583636" y="50443"/>
                  <a:pt x="4584972" y="54116"/>
                  <a:pt x="4587643" y="56679"/>
                </a:cubicBezTo>
                <a:cubicBezTo>
                  <a:pt x="4590314" y="59241"/>
                  <a:pt x="4594166" y="60522"/>
                  <a:pt x="4599198" y="60522"/>
                </a:cubicBezTo>
                <a:cubicBezTo>
                  <a:pt x="4600564" y="60522"/>
                  <a:pt x="4601931" y="60467"/>
                  <a:pt x="4603298" y="60357"/>
                </a:cubicBezTo>
                <a:cubicBezTo>
                  <a:pt x="4604664" y="60245"/>
                  <a:pt x="4605984" y="60094"/>
                  <a:pt x="4607258" y="59904"/>
                </a:cubicBezTo>
                <a:cubicBezTo>
                  <a:pt x="4608531" y="59712"/>
                  <a:pt x="4609751" y="59498"/>
                  <a:pt x="4610915" y="59260"/>
                </a:cubicBezTo>
                <a:cubicBezTo>
                  <a:pt x="4612080" y="59021"/>
                  <a:pt x="4613160" y="58759"/>
                  <a:pt x="4614154" y="58472"/>
                </a:cubicBezTo>
                <a:lnTo>
                  <a:pt x="4614154" y="65135"/>
                </a:lnTo>
                <a:cubicBezTo>
                  <a:pt x="4611948" y="65770"/>
                  <a:pt x="4609456" y="66286"/>
                  <a:pt x="4606676" y="66683"/>
                </a:cubicBezTo>
                <a:cubicBezTo>
                  <a:pt x="4603896" y="67080"/>
                  <a:pt x="4601015" y="67278"/>
                  <a:pt x="4598033" y="67278"/>
                </a:cubicBezTo>
                <a:cubicBezTo>
                  <a:pt x="4594026" y="67278"/>
                  <a:pt x="4590578" y="66735"/>
                  <a:pt x="4587689" y="65648"/>
                </a:cubicBezTo>
                <a:cubicBezTo>
                  <a:pt x="4584801" y="64560"/>
                  <a:pt x="4582432" y="62984"/>
                  <a:pt x="4580584" y="60919"/>
                </a:cubicBezTo>
                <a:cubicBezTo>
                  <a:pt x="4578736" y="58853"/>
                  <a:pt x="4577369" y="56321"/>
                  <a:pt x="4576484" y="53324"/>
                </a:cubicBezTo>
                <a:cubicBezTo>
                  <a:pt x="4575599" y="50327"/>
                  <a:pt x="4575156" y="46933"/>
                  <a:pt x="4575156" y="43144"/>
                </a:cubicBezTo>
                <a:cubicBezTo>
                  <a:pt x="4575156" y="39851"/>
                  <a:pt x="4575630" y="36737"/>
                  <a:pt x="4576577" y="33802"/>
                </a:cubicBezTo>
                <a:cubicBezTo>
                  <a:pt x="4577525" y="30867"/>
                  <a:pt x="4578907" y="28289"/>
                  <a:pt x="4580724" y="26068"/>
                </a:cubicBezTo>
                <a:cubicBezTo>
                  <a:pt x="4582541" y="23847"/>
                  <a:pt x="4584770" y="22084"/>
                  <a:pt x="4587410" y="20780"/>
                </a:cubicBezTo>
                <a:cubicBezTo>
                  <a:pt x="4590050" y="19475"/>
                  <a:pt x="4593048" y="18823"/>
                  <a:pt x="4596402" y="18823"/>
                </a:cubicBezTo>
                <a:cubicBezTo>
                  <a:pt x="4599664" y="18823"/>
                  <a:pt x="4602552" y="19336"/>
                  <a:pt x="4605068" y="20361"/>
                </a:cubicBezTo>
                <a:cubicBezTo>
                  <a:pt x="4607584" y="21386"/>
                  <a:pt x="4609704" y="22838"/>
                  <a:pt x="4611428" y="24717"/>
                </a:cubicBezTo>
                <a:cubicBezTo>
                  <a:pt x="4613152" y="26596"/>
                  <a:pt x="4614456" y="28879"/>
                  <a:pt x="4615342" y="31566"/>
                </a:cubicBezTo>
                <a:cubicBezTo>
                  <a:pt x="4616227" y="34253"/>
                  <a:pt x="4616669" y="37258"/>
                  <a:pt x="4616669" y="40581"/>
                </a:cubicBezTo>
                <a:moveTo>
                  <a:pt x="4608236" y="39416"/>
                </a:moveTo>
                <a:cubicBezTo>
                  <a:pt x="4608330" y="37335"/>
                  <a:pt x="4608128" y="35433"/>
                  <a:pt x="4607631" y="33709"/>
                </a:cubicBezTo>
                <a:cubicBezTo>
                  <a:pt x="4607134" y="31985"/>
                  <a:pt x="4606365" y="30502"/>
                  <a:pt x="4605324" y="29260"/>
                </a:cubicBezTo>
                <a:cubicBezTo>
                  <a:pt x="4604284" y="28017"/>
                  <a:pt x="4602987" y="27046"/>
                  <a:pt x="4601434" y="26348"/>
                </a:cubicBezTo>
                <a:cubicBezTo>
                  <a:pt x="4599881" y="25649"/>
                  <a:pt x="4598079" y="25299"/>
                  <a:pt x="4596029" y="25299"/>
                </a:cubicBezTo>
                <a:cubicBezTo>
                  <a:pt x="4594259" y="25299"/>
                  <a:pt x="4592644" y="25641"/>
                  <a:pt x="4591184" y="26324"/>
                </a:cubicBezTo>
                <a:cubicBezTo>
                  <a:pt x="4589724" y="27008"/>
                  <a:pt x="4588466" y="27970"/>
                  <a:pt x="4587410" y="29213"/>
                </a:cubicBezTo>
                <a:cubicBezTo>
                  <a:pt x="4586354" y="30455"/>
                  <a:pt x="4585500" y="31946"/>
                  <a:pt x="4584847" y="33686"/>
                </a:cubicBezTo>
                <a:cubicBezTo>
                  <a:pt x="4584195" y="35425"/>
                  <a:pt x="4583791" y="37335"/>
                  <a:pt x="4583636" y="39416"/>
                </a:cubicBezTo>
                <a:lnTo>
                  <a:pt x="4608236" y="39416"/>
                </a:lnTo>
                <a:close/>
                <a:moveTo>
                  <a:pt x="4652687" y="11834"/>
                </a:moveTo>
                <a:lnTo>
                  <a:pt x="4644580" y="11834"/>
                </a:lnTo>
                <a:lnTo>
                  <a:pt x="4629671" y="559"/>
                </a:lnTo>
                <a:lnTo>
                  <a:pt x="4641412" y="559"/>
                </a:lnTo>
                <a:lnTo>
                  <a:pt x="4652687" y="11834"/>
                </a:lnTo>
                <a:moveTo>
                  <a:pt x="4621564" y="19662"/>
                </a:moveTo>
                <a:lnTo>
                  <a:pt x="4621564" y="19662"/>
                </a:lnTo>
                <a:close/>
                <a:moveTo>
                  <a:pt x="4763824" y="66440"/>
                </a:moveTo>
                <a:lnTo>
                  <a:pt x="4763637" y="60137"/>
                </a:lnTo>
                <a:cubicBezTo>
                  <a:pt x="4761090" y="62657"/>
                  <a:pt x="4758504" y="64478"/>
                  <a:pt x="4755880" y="65598"/>
                </a:cubicBezTo>
                <a:cubicBezTo>
                  <a:pt x="4753255" y="66718"/>
                  <a:pt x="4750498" y="67278"/>
                  <a:pt x="4747610" y="67278"/>
                </a:cubicBezTo>
                <a:cubicBezTo>
                  <a:pt x="4744938" y="67278"/>
                  <a:pt x="4742655" y="66936"/>
                  <a:pt x="4740761" y="66252"/>
                </a:cubicBezTo>
                <a:cubicBezTo>
                  <a:pt x="4738866" y="65567"/>
                  <a:pt x="4737305" y="64626"/>
                  <a:pt x="4736078" y="63429"/>
                </a:cubicBezTo>
                <a:cubicBezTo>
                  <a:pt x="4734851" y="62231"/>
                  <a:pt x="4733951" y="60823"/>
                  <a:pt x="4733376" y="59205"/>
                </a:cubicBezTo>
                <a:cubicBezTo>
                  <a:pt x="4732801" y="57587"/>
                  <a:pt x="4732514" y="55829"/>
                  <a:pt x="4732514" y="53931"/>
                </a:cubicBezTo>
                <a:cubicBezTo>
                  <a:pt x="4732514" y="49233"/>
                  <a:pt x="4734261" y="45554"/>
                  <a:pt x="4737756" y="42895"/>
                </a:cubicBezTo>
                <a:cubicBezTo>
                  <a:pt x="4741250" y="40234"/>
                  <a:pt x="4746414" y="38904"/>
                  <a:pt x="4753247" y="38904"/>
                </a:cubicBezTo>
                <a:lnTo>
                  <a:pt x="4762938" y="38904"/>
                </a:lnTo>
                <a:lnTo>
                  <a:pt x="4762938" y="34818"/>
                </a:lnTo>
                <a:cubicBezTo>
                  <a:pt x="4762938" y="32064"/>
                  <a:pt x="4762053" y="29858"/>
                  <a:pt x="4760283" y="28202"/>
                </a:cubicBezTo>
                <a:cubicBezTo>
                  <a:pt x="4758512" y="26547"/>
                  <a:pt x="4755810" y="25719"/>
                  <a:pt x="4752176" y="25719"/>
                </a:cubicBezTo>
                <a:cubicBezTo>
                  <a:pt x="4749535" y="25719"/>
                  <a:pt x="4746934" y="26018"/>
                  <a:pt x="4744372" y="26617"/>
                </a:cubicBezTo>
                <a:cubicBezTo>
                  <a:pt x="4741809" y="27215"/>
                  <a:pt x="4739161" y="28065"/>
                  <a:pt x="4736428" y="29166"/>
                </a:cubicBezTo>
                <a:lnTo>
                  <a:pt x="4736428" y="21851"/>
                </a:lnTo>
                <a:cubicBezTo>
                  <a:pt x="4737453" y="21473"/>
                  <a:pt x="4738594" y="21102"/>
                  <a:pt x="4739852" y="20739"/>
                </a:cubicBezTo>
                <a:cubicBezTo>
                  <a:pt x="4741110" y="20376"/>
                  <a:pt x="4742438" y="20053"/>
                  <a:pt x="4743836" y="19769"/>
                </a:cubicBezTo>
                <a:cubicBezTo>
                  <a:pt x="4745233" y="19485"/>
                  <a:pt x="4746693" y="19256"/>
                  <a:pt x="4748215" y="19084"/>
                </a:cubicBezTo>
                <a:cubicBezTo>
                  <a:pt x="4749737" y="18910"/>
                  <a:pt x="4751275" y="18823"/>
                  <a:pt x="4752828" y="18823"/>
                </a:cubicBezTo>
                <a:cubicBezTo>
                  <a:pt x="4755654" y="18823"/>
                  <a:pt x="4758201" y="19134"/>
                  <a:pt x="4760469" y="19755"/>
                </a:cubicBezTo>
                <a:cubicBezTo>
                  <a:pt x="4762736" y="20376"/>
                  <a:pt x="4764654" y="21323"/>
                  <a:pt x="4766223" y="22597"/>
                </a:cubicBezTo>
                <a:cubicBezTo>
                  <a:pt x="4767792" y="23870"/>
                  <a:pt x="4768995" y="25470"/>
                  <a:pt x="4769834" y="27396"/>
                </a:cubicBezTo>
                <a:cubicBezTo>
                  <a:pt x="4770672" y="29322"/>
                  <a:pt x="4771092" y="31589"/>
                  <a:pt x="4771092" y="34198"/>
                </a:cubicBezTo>
                <a:lnTo>
                  <a:pt x="4771092" y="66440"/>
                </a:lnTo>
                <a:lnTo>
                  <a:pt x="4763824" y="66440"/>
                </a:lnTo>
                <a:moveTo>
                  <a:pt x="4762938" y="45101"/>
                </a:moveTo>
                <a:lnTo>
                  <a:pt x="4752642" y="45101"/>
                </a:lnTo>
                <a:cubicBezTo>
                  <a:pt x="4750623" y="45101"/>
                  <a:pt x="4748883" y="45304"/>
                  <a:pt x="4747423" y="45709"/>
                </a:cubicBezTo>
                <a:cubicBezTo>
                  <a:pt x="4745963" y="46114"/>
                  <a:pt x="4744768" y="46690"/>
                  <a:pt x="4743836" y="47438"/>
                </a:cubicBezTo>
                <a:cubicBezTo>
                  <a:pt x="4742904" y="48185"/>
                  <a:pt x="4742213" y="49081"/>
                  <a:pt x="4741762" y="50125"/>
                </a:cubicBezTo>
                <a:cubicBezTo>
                  <a:pt x="4741312" y="51169"/>
                  <a:pt x="4741087" y="52345"/>
                  <a:pt x="4741087" y="53653"/>
                </a:cubicBezTo>
                <a:cubicBezTo>
                  <a:pt x="4741087" y="54557"/>
                  <a:pt x="4741227" y="55422"/>
                  <a:pt x="4741506" y="56248"/>
                </a:cubicBezTo>
                <a:cubicBezTo>
                  <a:pt x="4741786" y="57073"/>
                  <a:pt x="4742236" y="57805"/>
                  <a:pt x="4742857" y="58443"/>
                </a:cubicBezTo>
                <a:cubicBezTo>
                  <a:pt x="4743479" y="59082"/>
                  <a:pt x="4744286" y="59588"/>
                  <a:pt x="4745280" y="59962"/>
                </a:cubicBezTo>
                <a:cubicBezTo>
                  <a:pt x="4746274" y="60336"/>
                  <a:pt x="4747485" y="60522"/>
                  <a:pt x="4748914" y="60522"/>
                </a:cubicBezTo>
                <a:cubicBezTo>
                  <a:pt x="4750778" y="60522"/>
                  <a:pt x="4752913" y="59954"/>
                  <a:pt x="4755321" y="58818"/>
                </a:cubicBezTo>
                <a:cubicBezTo>
                  <a:pt x="4757728" y="57680"/>
                  <a:pt x="4760267" y="55880"/>
                  <a:pt x="4762938" y="53419"/>
                </a:cubicBezTo>
                <a:lnTo>
                  <a:pt x="4762938" y="45101"/>
                </a:lnTo>
                <a:close/>
                <a:moveTo>
                  <a:pt x="4787541" y="19662"/>
                </a:moveTo>
                <a:lnTo>
                  <a:pt x="4794949" y="19662"/>
                </a:lnTo>
                <a:lnTo>
                  <a:pt x="4795182" y="28259"/>
                </a:lnTo>
                <a:cubicBezTo>
                  <a:pt x="4797946" y="24943"/>
                  <a:pt x="4800672" y="22542"/>
                  <a:pt x="4803359" y="21055"/>
                </a:cubicBezTo>
                <a:cubicBezTo>
                  <a:pt x="4806045" y="19567"/>
                  <a:pt x="4808755" y="18823"/>
                  <a:pt x="4811489" y="18823"/>
                </a:cubicBezTo>
                <a:cubicBezTo>
                  <a:pt x="4816334" y="18823"/>
                  <a:pt x="4820007" y="20388"/>
                  <a:pt x="4822508" y="23517"/>
                </a:cubicBezTo>
                <a:cubicBezTo>
                  <a:pt x="4825008" y="26647"/>
                  <a:pt x="4826165" y="31294"/>
                  <a:pt x="4825979" y="37460"/>
                </a:cubicBezTo>
                <a:lnTo>
                  <a:pt x="4817779" y="37460"/>
                </a:lnTo>
                <a:cubicBezTo>
                  <a:pt x="4817872" y="33376"/>
                  <a:pt x="4817274" y="30414"/>
                  <a:pt x="4815985" y="28574"/>
                </a:cubicBezTo>
                <a:cubicBezTo>
                  <a:pt x="4814696" y="26732"/>
                  <a:pt x="4812809" y="25812"/>
                  <a:pt x="4810324" y="25812"/>
                </a:cubicBezTo>
                <a:cubicBezTo>
                  <a:pt x="4809237" y="25812"/>
                  <a:pt x="4808142" y="26005"/>
                  <a:pt x="4807039" y="26393"/>
                </a:cubicBezTo>
                <a:cubicBezTo>
                  <a:pt x="4805937" y="26779"/>
                  <a:pt x="4804803" y="27397"/>
                  <a:pt x="4803638" y="28248"/>
                </a:cubicBezTo>
                <a:cubicBezTo>
                  <a:pt x="4802473" y="29098"/>
                  <a:pt x="4801239" y="30188"/>
                  <a:pt x="4799934" y="31519"/>
                </a:cubicBezTo>
                <a:cubicBezTo>
                  <a:pt x="4798629" y="32849"/>
                  <a:pt x="4797232" y="34457"/>
                  <a:pt x="4795741" y="36344"/>
                </a:cubicBezTo>
                <a:lnTo>
                  <a:pt x="4795741" y="66440"/>
                </a:lnTo>
                <a:lnTo>
                  <a:pt x="4787541" y="66440"/>
                </a:lnTo>
                <a:lnTo>
                  <a:pt x="4787541" y="19662"/>
                </a:lnTo>
                <a:close/>
                <a:moveTo>
                  <a:pt x="4876999" y="40581"/>
                </a:moveTo>
                <a:cubicBezTo>
                  <a:pt x="4876999" y="41731"/>
                  <a:pt x="4876983" y="42693"/>
                  <a:pt x="4876952" y="43470"/>
                </a:cubicBezTo>
                <a:cubicBezTo>
                  <a:pt x="4876921" y="44246"/>
                  <a:pt x="4876874" y="44976"/>
                  <a:pt x="4876812" y="45660"/>
                </a:cubicBezTo>
                <a:lnTo>
                  <a:pt x="4843965" y="45660"/>
                </a:lnTo>
                <a:cubicBezTo>
                  <a:pt x="4843965" y="50443"/>
                  <a:pt x="4845301" y="54116"/>
                  <a:pt x="4847972" y="56679"/>
                </a:cubicBezTo>
                <a:cubicBezTo>
                  <a:pt x="4850643" y="59241"/>
                  <a:pt x="4854495" y="60522"/>
                  <a:pt x="4859527" y="60522"/>
                </a:cubicBezTo>
                <a:cubicBezTo>
                  <a:pt x="4860893" y="60522"/>
                  <a:pt x="4862260" y="60467"/>
                  <a:pt x="4863627" y="60357"/>
                </a:cubicBezTo>
                <a:cubicBezTo>
                  <a:pt x="4864993" y="60245"/>
                  <a:pt x="4866314" y="60094"/>
                  <a:pt x="4867587" y="59904"/>
                </a:cubicBezTo>
                <a:cubicBezTo>
                  <a:pt x="4868861" y="59712"/>
                  <a:pt x="4870080" y="59498"/>
                  <a:pt x="4871245" y="59260"/>
                </a:cubicBezTo>
                <a:cubicBezTo>
                  <a:pt x="4872409" y="59021"/>
                  <a:pt x="4873489" y="58759"/>
                  <a:pt x="4874483" y="58472"/>
                </a:cubicBezTo>
                <a:lnTo>
                  <a:pt x="4874483" y="65135"/>
                </a:lnTo>
                <a:cubicBezTo>
                  <a:pt x="4872277" y="65770"/>
                  <a:pt x="4869785" y="66286"/>
                  <a:pt x="4867005" y="66683"/>
                </a:cubicBezTo>
                <a:cubicBezTo>
                  <a:pt x="4864225" y="67080"/>
                  <a:pt x="4861344" y="67278"/>
                  <a:pt x="4858362" y="67278"/>
                </a:cubicBezTo>
                <a:cubicBezTo>
                  <a:pt x="4854355" y="67278"/>
                  <a:pt x="4850907" y="66735"/>
                  <a:pt x="4848019" y="65648"/>
                </a:cubicBezTo>
                <a:cubicBezTo>
                  <a:pt x="4845130" y="64560"/>
                  <a:pt x="4842762" y="62984"/>
                  <a:pt x="4840913" y="60919"/>
                </a:cubicBezTo>
                <a:cubicBezTo>
                  <a:pt x="4839065" y="58853"/>
                  <a:pt x="4837699" y="56321"/>
                  <a:pt x="4836813" y="53324"/>
                </a:cubicBezTo>
                <a:cubicBezTo>
                  <a:pt x="4835928" y="50327"/>
                  <a:pt x="4835485" y="46933"/>
                  <a:pt x="4835485" y="43144"/>
                </a:cubicBezTo>
                <a:cubicBezTo>
                  <a:pt x="4835485" y="39851"/>
                  <a:pt x="4835959" y="36737"/>
                  <a:pt x="4836906" y="33802"/>
                </a:cubicBezTo>
                <a:cubicBezTo>
                  <a:pt x="4837854" y="30867"/>
                  <a:pt x="4839236" y="28289"/>
                  <a:pt x="4841053" y="26068"/>
                </a:cubicBezTo>
                <a:cubicBezTo>
                  <a:pt x="4842870" y="23847"/>
                  <a:pt x="4845099" y="22084"/>
                  <a:pt x="4847739" y="20780"/>
                </a:cubicBezTo>
                <a:cubicBezTo>
                  <a:pt x="4850379" y="19475"/>
                  <a:pt x="4853377" y="18823"/>
                  <a:pt x="4856731" y="18823"/>
                </a:cubicBezTo>
                <a:cubicBezTo>
                  <a:pt x="4859993" y="18823"/>
                  <a:pt x="4862881" y="19336"/>
                  <a:pt x="4865397" y="20361"/>
                </a:cubicBezTo>
                <a:cubicBezTo>
                  <a:pt x="4867913" y="21386"/>
                  <a:pt x="4870033" y="22838"/>
                  <a:pt x="4871757" y="24717"/>
                </a:cubicBezTo>
                <a:cubicBezTo>
                  <a:pt x="4873481" y="26596"/>
                  <a:pt x="4874785" y="28879"/>
                  <a:pt x="4875671" y="31566"/>
                </a:cubicBezTo>
                <a:cubicBezTo>
                  <a:pt x="4876556" y="34253"/>
                  <a:pt x="4876999" y="37258"/>
                  <a:pt x="4876999" y="40581"/>
                </a:cubicBezTo>
                <a:moveTo>
                  <a:pt x="4868565" y="39416"/>
                </a:moveTo>
                <a:cubicBezTo>
                  <a:pt x="4868659" y="37335"/>
                  <a:pt x="4868457" y="35433"/>
                  <a:pt x="4867960" y="33709"/>
                </a:cubicBezTo>
                <a:cubicBezTo>
                  <a:pt x="4867463" y="31985"/>
                  <a:pt x="4866694" y="30502"/>
                  <a:pt x="4865654" y="29260"/>
                </a:cubicBezTo>
                <a:cubicBezTo>
                  <a:pt x="4864613" y="28017"/>
                  <a:pt x="4863316" y="27046"/>
                  <a:pt x="4861763" y="26348"/>
                </a:cubicBezTo>
                <a:cubicBezTo>
                  <a:pt x="4860210" y="25649"/>
                  <a:pt x="4858409" y="25299"/>
                  <a:pt x="4856358" y="25299"/>
                </a:cubicBezTo>
                <a:cubicBezTo>
                  <a:pt x="4854588" y="25299"/>
                  <a:pt x="4852973" y="25641"/>
                  <a:pt x="4851513" y="26324"/>
                </a:cubicBezTo>
                <a:cubicBezTo>
                  <a:pt x="4850053" y="27008"/>
                  <a:pt x="4848795" y="27970"/>
                  <a:pt x="4847739" y="29213"/>
                </a:cubicBezTo>
                <a:cubicBezTo>
                  <a:pt x="4846683" y="30455"/>
                  <a:pt x="4845829" y="31946"/>
                  <a:pt x="4845177" y="33686"/>
                </a:cubicBezTo>
                <a:cubicBezTo>
                  <a:pt x="4844524" y="35425"/>
                  <a:pt x="4844120" y="37335"/>
                  <a:pt x="4843965" y="39416"/>
                </a:cubicBezTo>
                <a:lnTo>
                  <a:pt x="4868565" y="39416"/>
                </a:lnTo>
                <a:close/>
                <a:moveTo>
                  <a:pt x="4978805" y="66440"/>
                </a:moveTo>
                <a:lnTo>
                  <a:pt x="4970698" y="66440"/>
                </a:lnTo>
                <a:lnTo>
                  <a:pt x="4970698" y="36574"/>
                </a:lnTo>
                <a:cubicBezTo>
                  <a:pt x="4970698" y="32971"/>
                  <a:pt x="4970023" y="30277"/>
                  <a:pt x="4968672" y="28491"/>
                </a:cubicBezTo>
                <a:cubicBezTo>
                  <a:pt x="4967320" y="26705"/>
                  <a:pt x="4965387" y="25812"/>
                  <a:pt x="4962871" y="25812"/>
                </a:cubicBezTo>
                <a:cubicBezTo>
                  <a:pt x="4961784" y="25812"/>
                  <a:pt x="4960767" y="25959"/>
                  <a:pt x="4959819" y="26254"/>
                </a:cubicBezTo>
                <a:cubicBezTo>
                  <a:pt x="4958872" y="26549"/>
                  <a:pt x="4957886" y="27062"/>
                  <a:pt x="4956861" y="27792"/>
                </a:cubicBezTo>
                <a:cubicBezTo>
                  <a:pt x="4955836" y="28522"/>
                  <a:pt x="4954717" y="29508"/>
                  <a:pt x="4953506" y="30750"/>
                </a:cubicBezTo>
                <a:cubicBezTo>
                  <a:pt x="4952295" y="31993"/>
                  <a:pt x="4950897" y="33546"/>
                  <a:pt x="4949313" y="35410"/>
                </a:cubicBezTo>
                <a:lnTo>
                  <a:pt x="4949313" y="66440"/>
                </a:lnTo>
                <a:lnTo>
                  <a:pt x="4941206" y="66440"/>
                </a:lnTo>
                <a:lnTo>
                  <a:pt x="4941206" y="559"/>
                </a:lnTo>
                <a:lnTo>
                  <a:pt x="4949313" y="559"/>
                </a:lnTo>
                <a:lnTo>
                  <a:pt x="4949313" y="19649"/>
                </a:lnTo>
                <a:lnTo>
                  <a:pt x="4949033" y="27023"/>
                </a:lnTo>
                <a:cubicBezTo>
                  <a:pt x="4950307" y="25501"/>
                  <a:pt x="4951557" y="24220"/>
                  <a:pt x="4952784" y="23179"/>
                </a:cubicBezTo>
                <a:cubicBezTo>
                  <a:pt x="4954011" y="22139"/>
                  <a:pt x="4955238" y="21292"/>
                  <a:pt x="4956465" y="20640"/>
                </a:cubicBezTo>
                <a:cubicBezTo>
                  <a:pt x="4957692" y="19988"/>
                  <a:pt x="4958942" y="19522"/>
                  <a:pt x="4960215" y="19242"/>
                </a:cubicBezTo>
                <a:cubicBezTo>
                  <a:pt x="4961489" y="18963"/>
                  <a:pt x="4962809" y="18823"/>
                  <a:pt x="4964176" y="18823"/>
                </a:cubicBezTo>
                <a:cubicBezTo>
                  <a:pt x="4968835" y="18823"/>
                  <a:pt x="4972438" y="20244"/>
                  <a:pt x="4974985" y="23086"/>
                </a:cubicBezTo>
                <a:cubicBezTo>
                  <a:pt x="4977532" y="25928"/>
                  <a:pt x="4978805" y="30207"/>
                  <a:pt x="4978805" y="35922"/>
                </a:cubicBezTo>
                <a:lnTo>
                  <a:pt x="4978805" y="66440"/>
                </a:lnTo>
                <a:close/>
                <a:moveTo>
                  <a:pt x="5023116" y="66440"/>
                </a:moveTo>
                <a:lnTo>
                  <a:pt x="5022930" y="60137"/>
                </a:lnTo>
                <a:cubicBezTo>
                  <a:pt x="5020383" y="62657"/>
                  <a:pt x="5017797" y="64478"/>
                  <a:pt x="5015172" y="65598"/>
                </a:cubicBezTo>
                <a:cubicBezTo>
                  <a:pt x="5012548" y="66718"/>
                  <a:pt x="5009791" y="67278"/>
                  <a:pt x="5006902" y="67278"/>
                </a:cubicBezTo>
                <a:cubicBezTo>
                  <a:pt x="5004231" y="67278"/>
                  <a:pt x="5001948" y="66936"/>
                  <a:pt x="5000053" y="66252"/>
                </a:cubicBezTo>
                <a:cubicBezTo>
                  <a:pt x="4998159" y="65567"/>
                  <a:pt x="4996598" y="64626"/>
                  <a:pt x="4995371" y="63429"/>
                </a:cubicBezTo>
                <a:cubicBezTo>
                  <a:pt x="4994144" y="62231"/>
                  <a:pt x="4993243" y="60823"/>
                  <a:pt x="4992669" y="59205"/>
                </a:cubicBezTo>
                <a:cubicBezTo>
                  <a:pt x="4992094" y="57587"/>
                  <a:pt x="4991807" y="55829"/>
                  <a:pt x="4991807" y="53931"/>
                </a:cubicBezTo>
                <a:cubicBezTo>
                  <a:pt x="4991807" y="49233"/>
                  <a:pt x="4993554" y="45554"/>
                  <a:pt x="4997048" y="42895"/>
                </a:cubicBezTo>
                <a:cubicBezTo>
                  <a:pt x="5000543" y="40234"/>
                  <a:pt x="5005706" y="38904"/>
                  <a:pt x="5012540" y="38904"/>
                </a:cubicBezTo>
                <a:lnTo>
                  <a:pt x="5022231" y="38904"/>
                </a:lnTo>
                <a:lnTo>
                  <a:pt x="5022231" y="34818"/>
                </a:lnTo>
                <a:cubicBezTo>
                  <a:pt x="5022231" y="32064"/>
                  <a:pt x="5021346" y="29858"/>
                  <a:pt x="5019575" y="28202"/>
                </a:cubicBezTo>
                <a:cubicBezTo>
                  <a:pt x="5017805" y="26547"/>
                  <a:pt x="5015102" y="25719"/>
                  <a:pt x="5011468" y="25719"/>
                </a:cubicBezTo>
                <a:cubicBezTo>
                  <a:pt x="5008828" y="25719"/>
                  <a:pt x="5006227" y="26018"/>
                  <a:pt x="5003664" y="26617"/>
                </a:cubicBezTo>
                <a:cubicBezTo>
                  <a:pt x="5001102" y="27215"/>
                  <a:pt x="4998454" y="28065"/>
                  <a:pt x="4995720" y="29166"/>
                </a:cubicBezTo>
                <a:lnTo>
                  <a:pt x="4995720" y="21851"/>
                </a:lnTo>
                <a:cubicBezTo>
                  <a:pt x="4996745" y="21473"/>
                  <a:pt x="4997887" y="21102"/>
                  <a:pt x="4999145" y="20739"/>
                </a:cubicBezTo>
                <a:cubicBezTo>
                  <a:pt x="5000403" y="20376"/>
                  <a:pt x="5001731" y="20053"/>
                  <a:pt x="5003128" y="19769"/>
                </a:cubicBezTo>
                <a:cubicBezTo>
                  <a:pt x="5004526" y="19485"/>
                  <a:pt x="5005986" y="19256"/>
                  <a:pt x="5007508" y="19084"/>
                </a:cubicBezTo>
                <a:cubicBezTo>
                  <a:pt x="5009030" y="18910"/>
                  <a:pt x="5010568" y="18823"/>
                  <a:pt x="5012121" y="18823"/>
                </a:cubicBezTo>
                <a:cubicBezTo>
                  <a:pt x="5014947" y="18823"/>
                  <a:pt x="5017494" y="19134"/>
                  <a:pt x="5019762" y="19755"/>
                </a:cubicBezTo>
                <a:cubicBezTo>
                  <a:pt x="5022029" y="20376"/>
                  <a:pt x="5023947" y="21323"/>
                  <a:pt x="5025516" y="22597"/>
                </a:cubicBezTo>
                <a:cubicBezTo>
                  <a:pt x="5027084" y="23870"/>
                  <a:pt x="5028288" y="25470"/>
                  <a:pt x="5029127" y="27396"/>
                </a:cubicBezTo>
                <a:cubicBezTo>
                  <a:pt x="5029965" y="29322"/>
                  <a:pt x="5030384" y="31589"/>
                  <a:pt x="5030384" y="34198"/>
                </a:cubicBezTo>
                <a:lnTo>
                  <a:pt x="5030384" y="66440"/>
                </a:lnTo>
                <a:lnTo>
                  <a:pt x="5023116" y="66440"/>
                </a:lnTo>
                <a:moveTo>
                  <a:pt x="5022231" y="45101"/>
                </a:moveTo>
                <a:lnTo>
                  <a:pt x="5011934" y="45101"/>
                </a:lnTo>
                <a:cubicBezTo>
                  <a:pt x="5009915" y="45101"/>
                  <a:pt x="5008176" y="45304"/>
                  <a:pt x="5006716" y="45709"/>
                </a:cubicBezTo>
                <a:cubicBezTo>
                  <a:pt x="5005256" y="46114"/>
                  <a:pt x="5004060" y="46690"/>
                  <a:pt x="5003128" y="47438"/>
                </a:cubicBezTo>
                <a:cubicBezTo>
                  <a:pt x="5002197" y="48185"/>
                  <a:pt x="5001505" y="49081"/>
                  <a:pt x="5001055" y="50125"/>
                </a:cubicBezTo>
                <a:cubicBezTo>
                  <a:pt x="5000605" y="51169"/>
                  <a:pt x="5000380" y="52345"/>
                  <a:pt x="5000380" y="53653"/>
                </a:cubicBezTo>
                <a:cubicBezTo>
                  <a:pt x="5000380" y="54557"/>
                  <a:pt x="5000519" y="55422"/>
                  <a:pt x="5000799" y="56248"/>
                </a:cubicBezTo>
                <a:cubicBezTo>
                  <a:pt x="5001078" y="57073"/>
                  <a:pt x="5001529" y="57805"/>
                  <a:pt x="5002150" y="58443"/>
                </a:cubicBezTo>
                <a:cubicBezTo>
                  <a:pt x="5002771" y="59082"/>
                  <a:pt x="5003579" y="59588"/>
                  <a:pt x="5004573" y="59962"/>
                </a:cubicBezTo>
                <a:cubicBezTo>
                  <a:pt x="5005567" y="60336"/>
                  <a:pt x="5006778" y="60522"/>
                  <a:pt x="5008207" y="60522"/>
                </a:cubicBezTo>
                <a:cubicBezTo>
                  <a:pt x="5010071" y="60522"/>
                  <a:pt x="5012206" y="59954"/>
                  <a:pt x="5014613" y="58818"/>
                </a:cubicBezTo>
                <a:cubicBezTo>
                  <a:pt x="5017020" y="57680"/>
                  <a:pt x="5019560" y="55880"/>
                  <a:pt x="5022231" y="53419"/>
                </a:cubicBezTo>
                <a:lnTo>
                  <a:pt x="5022231" y="45101"/>
                </a:lnTo>
                <a:close/>
                <a:moveTo>
                  <a:pt x="5044923" y="19662"/>
                </a:moveTo>
                <a:lnTo>
                  <a:pt x="5052145" y="19662"/>
                </a:lnTo>
                <a:lnTo>
                  <a:pt x="5052471" y="27210"/>
                </a:lnTo>
                <a:cubicBezTo>
                  <a:pt x="5053838" y="25594"/>
                  <a:pt x="5055158" y="24251"/>
                  <a:pt x="5056431" y="23179"/>
                </a:cubicBezTo>
                <a:cubicBezTo>
                  <a:pt x="5057705" y="22108"/>
                  <a:pt x="5058955" y="21246"/>
                  <a:pt x="5060182" y="20593"/>
                </a:cubicBezTo>
                <a:cubicBezTo>
                  <a:pt x="5061409" y="19941"/>
                  <a:pt x="5062659" y="19483"/>
                  <a:pt x="5063932" y="19219"/>
                </a:cubicBezTo>
                <a:cubicBezTo>
                  <a:pt x="5065206" y="18955"/>
                  <a:pt x="5066526" y="18823"/>
                  <a:pt x="5067893" y="18823"/>
                </a:cubicBezTo>
                <a:cubicBezTo>
                  <a:pt x="5072707" y="18823"/>
                  <a:pt x="5076349" y="20244"/>
                  <a:pt x="5078818" y="23086"/>
                </a:cubicBezTo>
                <a:cubicBezTo>
                  <a:pt x="5081288" y="25928"/>
                  <a:pt x="5082523" y="30207"/>
                  <a:pt x="5082523" y="35922"/>
                </a:cubicBezTo>
                <a:lnTo>
                  <a:pt x="5082523" y="66440"/>
                </a:lnTo>
                <a:lnTo>
                  <a:pt x="5074416" y="66440"/>
                </a:lnTo>
                <a:lnTo>
                  <a:pt x="5074416" y="36574"/>
                </a:lnTo>
                <a:cubicBezTo>
                  <a:pt x="5074416" y="32909"/>
                  <a:pt x="5073732" y="30199"/>
                  <a:pt x="5072366" y="28444"/>
                </a:cubicBezTo>
                <a:cubicBezTo>
                  <a:pt x="5070999" y="26689"/>
                  <a:pt x="5068964" y="25812"/>
                  <a:pt x="5066262" y="25812"/>
                </a:cubicBezTo>
                <a:cubicBezTo>
                  <a:pt x="5065268" y="25812"/>
                  <a:pt x="5064297" y="25959"/>
                  <a:pt x="5063350" y="26254"/>
                </a:cubicBezTo>
                <a:cubicBezTo>
                  <a:pt x="5062403" y="26549"/>
                  <a:pt x="5061417" y="27062"/>
                  <a:pt x="5060392" y="27792"/>
                </a:cubicBezTo>
                <a:cubicBezTo>
                  <a:pt x="5059366" y="28522"/>
                  <a:pt x="5058256" y="29508"/>
                  <a:pt x="5057060" y="30750"/>
                </a:cubicBezTo>
                <a:cubicBezTo>
                  <a:pt x="5055864" y="31993"/>
                  <a:pt x="5054521" y="33546"/>
                  <a:pt x="5053030" y="35410"/>
                </a:cubicBezTo>
                <a:lnTo>
                  <a:pt x="5053030" y="66440"/>
                </a:lnTo>
                <a:lnTo>
                  <a:pt x="5044923" y="66440"/>
                </a:lnTo>
                <a:lnTo>
                  <a:pt x="5044923" y="19662"/>
                </a:lnTo>
                <a:close/>
                <a:moveTo>
                  <a:pt x="5094405" y="44029"/>
                </a:moveTo>
                <a:cubicBezTo>
                  <a:pt x="5094405" y="40053"/>
                  <a:pt x="5094949" y="36520"/>
                  <a:pt x="5096036" y="33429"/>
                </a:cubicBezTo>
                <a:cubicBezTo>
                  <a:pt x="5097123" y="30339"/>
                  <a:pt x="5098669" y="27730"/>
                  <a:pt x="5100672" y="25602"/>
                </a:cubicBezTo>
                <a:cubicBezTo>
                  <a:pt x="5102675" y="23474"/>
                  <a:pt x="5105083" y="21859"/>
                  <a:pt x="5107894" y="20757"/>
                </a:cubicBezTo>
                <a:cubicBezTo>
                  <a:pt x="5110705" y="19654"/>
                  <a:pt x="5113834" y="19103"/>
                  <a:pt x="5117282" y="19103"/>
                </a:cubicBezTo>
                <a:cubicBezTo>
                  <a:pt x="5118773" y="19103"/>
                  <a:pt x="5120240" y="19196"/>
                  <a:pt x="5121685" y="19382"/>
                </a:cubicBezTo>
                <a:cubicBezTo>
                  <a:pt x="5123129" y="19568"/>
                  <a:pt x="5124550" y="19864"/>
                  <a:pt x="5125948" y="20267"/>
                </a:cubicBezTo>
                <a:lnTo>
                  <a:pt x="5125948" y="559"/>
                </a:lnTo>
                <a:lnTo>
                  <a:pt x="5134101" y="559"/>
                </a:lnTo>
                <a:lnTo>
                  <a:pt x="5134101" y="66440"/>
                </a:lnTo>
                <a:lnTo>
                  <a:pt x="5126833" y="66440"/>
                </a:lnTo>
                <a:lnTo>
                  <a:pt x="5126554" y="57587"/>
                </a:lnTo>
                <a:cubicBezTo>
                  <a:pt x="5124286" y="60880"/>
                  <a:pt x="5121832" y="63318"/>
                  <a:pt x="5119192" y="64902"/>
                </a:cubicBezTo>
                <a:cubicBezTo>
                  <a:pt x="5116552" y="66486"/>
                  <a:pt x="5113694" y="67278"/>
                  <a:pt x="5110619" y="67278"/>
                </a:cubicBezTo>
                <a:cubicBezTo>
                  <a:pt x="5107948" y="67278"/>
                  <a:pt x="5105595" y="66719"/>
                  <a:pt x="5103561" y="65601"/>
                </a:cubicBezTo>
                <a:cubicBezTo>
                  <a:pt x="5101526" y="64483"/>
                  <a:pt x="5099833" y="62906"/>
                  <a:pt x="5098482" y="60872"/>
                </a:cubicBezTo>
                <a:cubicBezTo>
                  <a:pt x="5097131" y="58837"/>
                  <a:pt x="5096114" y="56391"/>
                  <a:pt x="5095430" y="53534"/>
                </a:cubicBezTo>
                <a:cubicBezTo>
                  <a:pt x="5094747" y="50676"/>
                  <a:pt x="5094405" y="47508"/>
                  <a:pt x="5094405" y="44029"/>
                </a:cubicBezTo>
                <a:moveTo>
                  <a:pt x="5102699" y="43517"/>
                </a:moveTo>
                <a:cubicBezTo>
                  <a:pt x="5102699" y="49170"/>
                  <a:pt x="5103530" y="53386"/>
                  <a:pt x="5105191" y="56166"/>
                </a:cubicBezTo>
                <a:cubicBezTo>
                  <a:pt x="5106853" y="58946"/>
                  <a:pt x="5109206" y="60336"/>
                  <a:pt x="5112250" y="60336"/>
                </a:cubicBezTo>
                <a:cubicBezTo>
                  <a:pt x="5114300" y="60336"/>
                  <a:pt x="5116467" y="59420"/>
                  <a:pt x="5118750" y="57587"/>
                </a:cubicBezTo>
                <a:cubicBezTo>
                  <a:pt x="5121033" y="55755"/>
                  <a:pt x="5123432" y="53037"/>
                  <a:pt x="5125948" y="49434"/>
                </a:cubicBezTo>
                <a:lnTo>
                  <a:pt x="5125948" y="27722"/>
                </a:lnTo>
                <a:cubicBezTo>
                  <a:pt x="5124612" y="27101"/>
                  <a:pt x="5123137" y="26627"/>
                  <a:pt x="5121522" y="26301"/>
                </a:cubicBezTo>
                <a:cubicBezTo>
                  <a:pt x="5119907" y="25975"/>
                  <a:pt x="5118307" y="25812"/>
                  <a:pt x="5116723" y="25812"/>
                </a:cubicBezTo>
                <a:cubicBezTo>
                  <a:pt x="5112312" y="25812"/>
                  <a:pt x="5108872" y="27241"/>
                  <a:pt x="5106403" y="30098"/>
                </a:cubicBezTo>
                <a:cubicBezTo>
                  <a:pt x="5103933" y="32956"/>
                  <a:pt x="5102699" y="37429"/>
                  <a:pt x="5102699" y="43517"/>
                </a:cubicBezTo>
                <a:close/>
                <a:moveTo>
                  <a:pt x="5164574" y="7222"/>
                </a:moveTo>
                <a:lnTo>
                  <a:pt x="5150737" y="7222"/>
                </a:lnTo>
                <a:lnTo>
                  <a:pt x="5150737" y="559"/>
                </a:lnTo>
                <a:lnTo>
                  <a:pt x="5172775" y="559"/>
                </a:lnTo>
                <a:lnTo>
                  <a:pt x="5172775" y="59684"/>
                </a:lnTo>
                <a:lnTo>
                  <a:pt x="5186705" y="59684"/>
                </a:lnTo>
                <a:lnTo>
                  <a:pt x="5186705" y="66440"/>
                </a:lnTo>
                <a:lnTo>
                  <a:pt x="5149199" y="66440"/>
                </a:lnTo>
                <a:lnTo>
                  <a:pt x="5149199" y="59684"/>
                </a:lnTo>
                <a:lnTo>
                  <a:pt x="5164574" y="59684"/>
                </a:lnTo>
                <a:lnTo>
                  <a:pt x="5164574" y="7222"/>
                </a:lnTo>
                <a:close/>
                <a:moveTo>
                  <a:pt x="5240008" y="40581"/>
                </a:moveTo>
                <a:cubicBezTo>
                  <a:pt x="5240008" y="41731"/>
                  <a:pt x="5239993" y="42693"/>
                  <a:pt x="5239962" y="43470"/>
                </a:cubicBezTo>
                <a:cubicBezTo>
                  <a:pt x="5239931" y="44246"/>
                  <a:pt x="5239884" y="44976"/>
                  <a:pt x="5239822" y="45660"/>
                </a:cubicBezTo>
                <a:lnTo>
                  <a:pt x="5206975" y="45660"/>
                </a:lnTo>
                <a:cubicBezTo>
                  <a:pt x="5206975" y="50443"/>
                  <a:pt x="5208310" y="54116"/>
                  <a:pt x="5210982" y="56679"/>
                </a:cubicBezTo>
                <a:cubicBezTo>
                  <a:pt x="5213653" y="59241"/>
                  <a:pt x="5217504" y="60522"/>
                  <a:pt x="5222536" y="60522"/>
                </a:cubicBezTo>
                <a:cubicBezTo>
                  <a:pt x="5223903" y="60522"/>
                  <a:pt x="5225270" y="60467"/>
                  <a:pt x="5226636" y="60357"/>
                </a:cubicBezTo>
                <a:cubicBezTo>
                  <a:pt x="5228003" y="60245"/>
                  <a:pt x="5229323" y="60094"/>
                  <a:pt x="5230597" y="59904"/>
                </a:cubicBezTo>
                <a:cubicBezTo>
                  <a:pt x="5231870" y="59712"/>
                  <a:pt x="5233089" y="59498"/>
                  <a:pt x="5234254" y="59260"/>
                </a:cubicBezTo>
                <a:cubicBezTo>
                  <a:pt x="5235419" y="59021"/>
                  <a:pt x="5236498" y="58759"/>
                  <a:pt x="5237492" y="58472"/>
                </a:cubicBezTo>
                <a:lnTo>
                  <a:pt x="5237492" y="65135"/>
                </a:lnTo>
                <a:cubicBezTo>
                  <a:pt x="5235287" y="65770"/>
                  <a:pt x="5232794" y="66286"/>
                  <a:pt x="5230014" y="66683"/>
                </a:cubicBezTo>
                <a:cubicBezTo>
                  <a:pt x="5227234" y="67080"/>
                  <a:pt x="5224353" y="67278"/>
                  <a:pt x="5221372" y="67278"/>
                </a:cubicBezTo>
                <a:cubicBezTo>
                  <a:pt x="5217365" y="67278"/>
                  <a:pt x="5213917" y="66735"/>
                  <a:pt x="5211028" y="65648"/>
                </a:cubicBezTo>
                <a:cubicBezTo>
                  <a:pt x="5208140" y="64560"/>
                  <a:pt x="5205771" y="62984"/>
                  <a:pt x="5203923" y="60919"/>
                </a:cubicBezTo>
                <a:cubicBezTo>
                  <a:pt x="5202075" y="58853"/>
                  <a:pt x="5200708" y="56321"/>
                  <a:pt x="5199823" y="53324"/>
                </a:cubicBezTo>
                <a:cubicBezTo>
                  <a:pt x="5198938" y="50327"/>
                  <a:pt x="5198495" y="46933"/>
                  <a:pt x="5198495" y="43144"/>
                </a:cubicBezTo>
                <a:cubicBezTo>
                  <a:pt x="5198495" y="39851"/>
                  <a:pt x="5198969" y="36737"/>
                  <a:pt x="5199916" y="33802"/>
                </a:cubicBezTo>
                <a:cubicBezTo>
                  <a:pt x="5200864" y="30867"/>
                  <a:pt x="5202246" y="28289"/>
                  <a:pt x="5204063" y="26068"/>
                </a:cubicBezTo>
                <a:cubicBezTo>
                  <a:pt x="5205880" y="23847"/>
                  <a:pt x="5208109" y="22084"/>
                  <a:pt x="5210749" y="20780"/>
                </a:cubicBezTo>
                <a:cubicBezTo>
                  <a:pt x="5213389" y="19475"/>
                  <a:pt x="5216386" y="18823"/>
                  <a:pt x="5219741" y="18823"/>
                </a:cubicBezTo>
                <a:cubicBezTo>
                  <a:pt x="5223002" y="18823"/>
                  <a:pt x="5225891" y="19336"/>
                  <a:pt x="5228407" y="20361"/>
                </a:cubicBezTo>
                <a:cubicBezTo>
                  <a:pt x="5230923" y="21386"/>
                  <a:pt x="5233043" y="22838"/>
                  <a:pt x="5234767" y="24717"/>
                </a:cubicBezTo>
                <a:cubicBezTo>
                  <a:pt x="5236491" y="26596"/>
                  <a:pt x="5237795" y="28879"/>
                  <a:pt x="5238680" y="31566"/>
                </a:cubicBezTo>
                <a:cubicBezTo>
                  <a:pt x="5239566" y="34253"/>
                  <a:pt x="5240008" y="37258"/>
                  <a:pt x="5240008" y="40581"/>
                </a:cubicBezTo>
                <a:moveTo>
                  <a:pt x="5231575" y="39416"/>
                </a:moveTo>
                <a:cubicBezTo>
                  <a:pt x="5231668" y="37335"/>
                  <a:pt x="5231466" y="35433"/>
                  <a:pt x="5230969" y="33709"/>
                </a:cubicBezTo>
                <a:cubicBezTo>
                  <a:pt x="5230472" y="31985"/>
                  <a:pt x="5229704" y="30502"/>
                  <a:pt x="5228663" y="29260"/>
                </a:cubicBezTo>
                <a:cubicBezTo>
                  <a:pt x="5227623" y="28017"/>
                  <a:pt x="5226326" y="27046"/>
                  <a:pt x="5224773" y="26348"/>
                </a:cubicBezTo>
                <a:cubicBezTo>
                  <a:pt x="5223220" y="25649"/>
                  <a:pt x="5221418" y="25299"/>
                  <a:pt x="5219368" y="25299"/>
                </a:cubicBezTo>
                <a:cubicBezTo>
                  <a:pt x="5217598" y="25299"/>
                  <a:pt x="5215982" y="25641"/>
                  <a:pt x="5214523" y="26324"/>
                </a:cubicBezTo>
                <a:cubicBezTo>
                  <a:pt x="5213063" y="27008"/>
                  <a:pt x="5211805" y="27970"/>
                  <a:pt x="5210749" y="29213"/>
                </a:cubicBezTo>
                <a:cubicBezTo>
                  <a:pt x="5209693" y="30455"/>
                  <a:pt x="5208838" y="31946"/>
                  <a:pt x="5208186" y="33686"/>
                </a:cubicBezTo>
                <a:cubicBezTo>
                  <a:pt x="5207534" y="35425"/>
                  <a:pt x="5207130" y="37335"/>
                  <a:pt x="5206975" y="39416"/>
                </a:cubicBezTo>
                <a:lnTo>
                  <a:pt x="5231575" y="39416"/>
                </a:lnTo>
                <a:close/>
                <a:moveTo>
                  <a:pt x="5249981" y="44029"/>
                </a:moveTo>
                <a:cubicBezTo>
                  <a:pt x="5249981" y="40053"/>
                  <a:pt x="5250524" y="36520"/>
                  <a:pt x="5251612" y="33429"/>
                </a:cubicBezTo>
                <a:cubicBezTo>
                  <a:pt x="5252699" y="30339"/>
                  <a:pt x="5254244" y="27730"/>
                  <a:pt x="5256247" y="25602"/>
                </a:cubicBezTo>
                <a:cubicBezTo>
                  <a:pt x="5258251" y="23474"/>
                  <a:pt x="5260658" y="21859"/>
                  <a:pt x="5263469" y="20757"/>
                </a:cubicBezTo>
                <a:cubicBezTo>
                  <a:pt x="5266280" y="19654"/>
                  <a:pt x="5269410" y="19103"/>
                  <a:pt x="5272857" y="19103"/>
                </a:cubicBezTo>
                <a:cubicBezTo>
                  <a:pt x="5274348" y="19103"/>
                  <a:pt x="5275816" y="19196"/>
                  <a:pt x="5277260" y="19382"/>
                </a:cubicBezTo>
                <a:cubicBezTo>
                  <a:pt x="5278705" y="19568"/>
                  <a:pt x="5280126" y="19864"/>
                  <a:pt x="5281523" y="20267"/>
                </a:cubicBezTo>
                <a:lnTo>
                  <a:pt x="5281523" y="559"/>
                </a:lnTo>
                <a:lnTo>
                  <a:pt x="5289677" y="559"/>
                </a:lnTo>
                <a:lnTo>
                  <a:pt x="5289677" y="66440"/>
                </a:lnTo>
                <a:lnTo>
                  <a:pt x="5282409" y="66440"/>
                </a:lnTo>
                <a:lnTo>
                  <a:pt x="5282129" y="57587"/>
                </a:lnTo>
                <a:cubicBezTo>
                  <a:pt x="5279862" y="60880"/>
                  <a:pt x="5277408" y="63318"/>
                  <a:pt x="5274768" y="64902"/>
                </a:cubicBezTo>
                <a:cubicBezTo>
                  <a:pt x="5272127" y="66486"/>
                  <a:pt x="5269270" y="67278"/>
                  <a:pt x="5266195" y="67278"/>
                </a:cubicBezTo>
                <a:cubicBezTo>
                  <a:pt x="5263523" y="67278"/>
                  <a:pt x="5261171" y="66719"/>
                  <a:pt x="5259136" y="65601"/>
                </a:cubicBezTo>
                <a:cubicBezTo>
                  <a:pt x="5257102" y="64483"/>
                  <a:pt x="5255409" y="62906"/>
                  <a:pt x="5254058" y="60872"/>
                </a:cubicBezTo>
                <a:cubicBezTo>
                  <a:pt x="5252706" y="58837"/>
                  <a:pt x="5251689" y="56391"/>
                  <a:pt x="5251006" y="53534"/>
                </a:cubicBezTo>
                <a:cubicBezTo>
                  <a:pt x="5250323" y="50676"/>
                  <a:pt x="5249981" y="47508"/>
                  <a:pt x="5249981" y="44029"/>
                </a:cubicBezTo>
                <a:moveTo>
                  <a:pt x="5258274" y="43517"/>
                </a:moveTo>
                <a:cubicBezTo>
                  <a:pt x="5258274" y="49170"/>
                  <a:pt x="5259105" y="53386"/>
                  <a:pt x="5260767" y="56166"/>
                </a:cubicBezTo>
                <a:cubicBezTo>
                  <a:pt x="5262429" y="58946"/>
                  <a:pt x="5264781" y="60336"/>
                  <a:pt x="5267825" y="60336"/>
                </a:cubicBezTo>
                <a:cubicBezTo>
                  <a:pt x="5269875" y="60336"/>
                  <a:pt x="5272042" y="59420"/>
                  <a:pt x="5274325" y="57587"/>
                </a:cubicBezTo>
                <a:cubicBezTo>
                  <a:pt x="5276608" y="55755"/>
                  <a:pt x="5279007" y="53037"/>
                  <a:pt x="5281523" y="49434"/>
                </a:cubicBezTo>
                <a:lnTo>
                  <a:pt x="5281523" y="27722"/>
                </a:lnTo>
                <a:cubicBezTo>
                  <a:pt x="5280188" y="27101"/>
                  <a:pt x="5278712" y="26627"/>
                  <a:pt x="5277097" y="26301"/>
                </a:cubicBezTo>
                <a:cubicBezTo>
                  <a:pt x="5275482" y="25975"/>
                  <a:pt x="5273882" y="25812"/>
                  <a:pt x="5272298" y="25812"/>
                </a:cubicBezTo>
                <a:cubicBezTo>
                  <a:pt x="5267888" y="25812"/>
                  <a:pt x="5264448" y="27241"/>
                  <a:pt x="5261978" y="30098"/>
                </a:cubicBezTo>
                <a:cubicBezTo>
                  <a:pt x="5259509" y="32956"/>
                  <a:pt x="5258274" y="37429"/>
                  <a:pt x="5258274" y="43517"/>
                </a:cubicBezTo>
                <a:close/>
                <a:moveTo>
                  <a:pt x="5399404" y="19662"/>
                </a:moveTo>
                <a:lnTo>
                  <a:pt x="5392602" y="66440"/>
                </a:lnTo>
                <a:lnTo>
                  <a:pt x="5382771" y="66440"/>
                </a:lnTo>
                <a:lnTo>
                  <a:pt x="5376015" y="46871"/>
                </a:lnTo>
                <a:lnTo>
                  <a:pt x="5374664" y="42119"/>
                </a:lnTo>
                <a:lnTo>
                  <a:pt x="5373127" y="47151"/>
                </a:lnTo>
                <a:lnTo>
                  <a:pt x="5366650" y="66440"/>
                </a:lnTo>
                <a:lnTo>
                  <a:pt x="5357099" y="66440"/>
                </a:lnTo>
                <a:lnTo>
                  <a:pt x="5350343" y="19662"/>
                </a:lnTo>
                <a:lnTo>
                  <a:pt x="5358264" y="19662"/>
                </a:lnTo>
                <a:lnTo>
                  <a:pt x="5362177" y="51437"/>
                </a:lnTo>
                <a:lnTo>
                  <a:pt x="5363016" y="58519"/>
                </a:lnTo>
                <a:lnTo>
                  <a:pt x="5365020" y="52322"/>
                </a:lnTo>
                <a:lnTo>
                  <a:pt x="5371822" y="31310"/>
                </a:lnTo>
                <a:lnTo>
                  <a:pt x="5377646" y="31310"/>
                </a:lnTo>
                <a:lnTo>
                  <a:pt x="5384961" y="52043"/>
                </a:lnTo>
                <a:lnTo>
                  <a:pt x="5387057" y="58240"/>
                </a:lnTo>
                <a:lnTo>
                  <a:pt x="5387756" y="51670"/>
                </a:lnTo>
                <a:lnTo>
                  <a:pt x="5391390" y="19662"/>
                </a:lnTo>
                <a:lnTo>
                  <a:pt x="5399404" y="19662"/>
                </a:lnTo>
                <a:close/>
                <a:moveTo>
                  <a:pt x="5448654" y="42678"/>
                </a:moveTo>
                <a:cubicBezTo>
                  <a:pt x="5448654" y="46312"/>
                  <a:pt x="5448141" y="49643"/>
                  <a:pt x="5447116" y="52672"/>
                </a:cubicBezTo>
                <a:cubicBezTo>
                  <a:pt x="5446091" y="55700"/>
                  <a:pt x="5444616" y="58294"/>
                  <a:pt x="5442690" y="60453"/>
                </a:cubicBezTo>
                <a:cubicBezTo>
                  <a:pt x="5440764" y="62611"/>
                  <a:pt x="5438419" y="64289"/>
                  <a:pt x="5435654" y="65485"/>
                </a:cubicBezTo>
                <a:cubicBezTo>
                  <a:pt x="5432890" y="66680"/>
                  <a:pt x="5429753" y="67278"/>
                  <a:pt x="5426243" y="67278"/>
                </a:cubicBezTo>
                <a:cubicBezTo>
                  <a:pt x="5422888" y="67278"/>
                  <a:pt x="5419883" y="66758"/>
                  <a:pt x="5417227" y="65717"/>
                </a:cubicBezTo>
                <a:cubicBezTo>
                  <a:pt x="5414572" y="64677"/>
                  <a:pt x="5412320" y="63147"/>
                  <a:pt x="5410472" y="61128"/>
                </a:cubicBezTo>
                <a:cubicBezTo>
                  <a:pt x="5408624" y="59109"/>
                  <a:pt x="5407210" y="56609"/>
                  <a:pt x="5406232" y="53627"/>
                </a:cubicBezTo>
                <a:cubicBezTo>
                  <a:pt x="5405253" y="50645"/>
                  <a:pt x="5404764" y="47213"/>
                  <a:pt x="5404764" y="43330"/>
                </a:cubicBezTo>
                <a:cubicBezTo>
                  <a:pt x="5404764" y="39696"/>
                  <a:pt x="5405277" y="36380"/>
                  <a:pt x="5406302" y="33383"/>
                </a:cubicBezTo>
                <a:cubicBezTo>
                  <a:pt x="5407327" y="30385"/>
                  <a:pt x="5408802" y="27807"/>
                  <a:pt x="5410728" y="25649"/>
                </a:cubicBezTo>
                <a:cubicBezTo>
                  <a:pt x="5412654" y="23490"/>
                  <a:pt x="5414999" y="21813"/>
                  <a:pt x="5417763" y="20617"/>
                </a:cubicBezTo>
                <a:cubicBezTo>
                  <a:pt x="5420528" y="19421"/>
                  <a:pt x="5423665" y="18823"/>
                  <a:pt x="5427175" y="18823"/>
                </a:cubicBezTo>
                <a:cubicBezTo>
                  <a:pt x="5430529" y="18823"/>
                  <a:pt x="5433535" y="19343"/>
                  <a:pt x="5436190" y="20384"/>
                </a:cubicBezTo>
                <a:cubicBezTo>
                  <a:pt x="5438846" y="21424"/>
                  <a:pt x="5441098" y="22946"/>
                  <a:pt x="5442946" y="24950"/>
                </a:cubicBezTo>
                <a:cubicBezTo>
                  <a:pt x="5444794" y="26953"/>
                  <a:pt x="5446207" y="29446"/>
                  <a:pt x="5447186" y="32428"/>
                </a:cubicBezTo>
                <a:cubicBezTo>
                  <a:pt x="5448164" y="35410"/>
                  <a:pt x="5448654" y="38826"/>
                  <a:pt x="5448654" y="42678"/>
                </a:cubicBezTo>
                <a:moveTo>
                  <a:pt x="5440360" y="43051"/>
                </a:moveTo>
                <a:cubicBezTo>
                  <a:pt x="5440360" y="40162"/>
                  <a:pt x="5440042" y="37638"/>
                  <a:pt x="5439405" y="35480"/>
                </a:cubicBezTo>
                <a:cubicBezTo>
                  <a:pt x="5438768" y="33321"/>
                  <a:pt x="5437860" y="31519"/>
                  <a:pt x="5436679" y="30075"/>
                </a:cubicBezTo>
                <a:cubicBezTo>
                  <a:pt x="5435499" y="28631"/>
                  <a:pt x="5434063" y="27543"/>
                  <a:pt x="5432370" y="26813"/>
                </a:cubicBezTo>
                <a:cubicBezTo>
                  <a:pt x="5430677" y="26084"/>
                  <a:pt x="5428790" y="25719"/>
                  <a:pt x="5426709" y="25719"/>
                </a:cubicBezTo>
                <a:cubicBezTo>
                  <a:pt x="5424286" y="25719"/>
                  <a:pt x="5422213" y="26192"/>
                  <a:pt x="5420489" y="27140"/>
                </a:cubicBezTo>
                <a:cubicBezTo>
                  <a:pt x="5418765" y="28087"/>
                  <a:pt x="5417352" y="29353"/>
                  <a:pt x="5416249" y="30937"/>
                </a:cubicBezTo>
                <a:cubicBezTo>
                  <a:pt x="5415146" y="32521"/>
                  <a:pt x="5414339" y="34361"/>
                  <a:pt x="5413826" y="36458"/>
                </a:cubicBezTo>
                <a:cubicBezTo>
                  <a:pt x="5413314" y="38555"/>
                  <a:pt x="5413058" y="40752"/>
                  <a:pt x="5413058" y="43051"/>
                </a:cubicBezTo>
                <a:cubicBezTo>
                  <a:pt x="5413058" y="45939"/>
                  <a:pt x="5413376" y="48471"/>
                  <a:pt x="5414013" y="50645"/>
                </a:cubicBezTo>
                <a:cubicBezTo>
                  <a:pt x="5414649" y="52819"/>
                  <a:pt x="5415558" y="54629"/>
                  <a:pt x="5416738" y="56073"/>
                </a:cubicBezTo>
                <a:cubicBezTo>
                  <a:pt x="5417919" y="57517"/>
                  <a:pt x="5419347" y="58604"/>
                  <a:pt x="5421025" y="59334"/>
                </a:cubicBezTo>
                <a:cubicBezTo>
                  <a:pt x="5422702" y="60064"/>
                  <a:pt x="5424597" y="60429"/>
                  <a:pt x="5426709" y="60429"/>
                </a:cubicBezTo>
                <a:cubicBezTo>
                  <a:pt x="5429132" y="60429"/>
                  <a:pt x="5431205" y="59956"/>
                  <a:pt x="5432929" y="59008"/>
                </a:cubicBezTo>
                <a:cubicBezTo>
                  <a:pt x="5434653" y="58061"/>
                  <a:pt x="5436066" y="56795"/>
                  <a:pt x="5437169" y="55211"/>
                </a:cubicBezTo>
                <a:cubicBezTo>
                  <a:pt x="5438271" y="53627"/>
                  <a:pt x="5439079" y="51787"/>
                  <a:pt x="5439591" y="49690"/>
                </a:cubicBezTo>
                <a:cubicBezTo>
                  <a:pt x="5440104" y="47593"/>
                  <a:pt x="5440360" y="45380"/>
                  <a:pt x="5440360" y="43051"/>
                </a:cubicBezTo>
                <a:close/>
                <a:moveTo>
                  <a:pt x="5497390" y="66440"/>
                </a:moveTo>
                <a:lnTo>
                  <a:pt x="5490122" y="66440"/>
                </a:lnTo>
                <a:lnTo>
                  <a:pt x="5489843" y="58892"/>
                </a:lnTo>
                <a:cubicBezTo>
                  <a:pt x="5488445" y="60507"/>
                  <a:pt x="5487117" y="61850"/>
                  <a:pt x="5485859" y="62922"/>
                </a:cubicBezTo>
                <a:cubicBezTo>
                  <a:pt x="5484601" y="63994"/>
                  <a:pt x="5483351" y="64856"/>
                  <a:pt x="5482108" y="65508"/>
                </a:cubicBezTo>
                <a:cubicBezTo>
                  <a:pt x="5480866" y="66160"/>
                  <a:pt x="5479616" y="66618"/>
                  <a:pt x="5478358" y="66882"/>
                </a:cubicBezTo>
                <a:cubicBezTo>
                  <a:pt x="5477100" y="67146"/>
                  <a:pt x="5475772" y="67278"/>
                  <a:pt x="5474374" y="67278"/>
                </a:cubicBezTo>
                <a:cubicBezTo>
                  <a:pt x="5469560" y="67278"/>
                  <a:pt x="5465926" y="65865"/>
                  <a:pt x="5463472" y="63038"/>
                </a:cubicBezTo>
                <a:cubicBezTo>
                  <a:pt x="5461018" y="60212"/>
                  <a:pt x="5459791" y="55941"/>
                  <a:pt x="5459791" y="50226"/>
                </a:cubicBezTo>
                <a:lnTo>
                  <a:pt x="5459791" y="19662"/>
                </a:lnTo>
                <a:lnTo>
                  <a:pt x="5467898" y="19662"/>
                </a:lnTo>
                <a:lnTo>
                  <a:pt x="5467898" y="49573"/>
                </a:lnTo>
                <a:cubicBezTo>
                  <a:pt x="5467898" y="56749"/>
                  <a:pt x="5470600" y="60336"/>
                  <a:pt x="5476005" y="60336"/>
                </a:cubicBezTo>
                <a:cubicBezTo>
                  <a:pt x="5476999" y="60336"/>
                  <a:pt x="5477969" y="60189"/>
                  <a:pt x="5478917" y="59894"/>
                </a:cubicBezTo>
                <a:cubicBezTo>
                  <a:pt x="5479864" y="59598"/>
                  <a:pt x="5480858" y="59086"/>
                  <a:pt x="5481899" y="58356"/>
                </a:cubicBezTo>
                <a:cubicBezTo>
                  <a:pt x="5482939" y="57626"/>
                  <a:pt x="5484057" y="56640"/>
                  <a:pt x="5485253" y="55397"/>
                </a:cubicBezTo>
                <a:cubicBezTo>
                  <a:pt x="5486449" y="54155"/>
                  <a:pt x="5487793" y="52586"/>
                  <a:pt x="5489283" y="50692"/>
                </a:cubicBezTo>
                <a:lnTo>
                  <a:pt x="5489283" y="19662"/>
                </a:lnTo>
                <a:lnTo>
                  <a:pt x="5497390" y="19662"/>
                </a:lnTo>
                <a:lnTo>
                  <a:pt x="5497390" y="66440"/>
                </a:lnTo>
                <a:close/>
                <a:moveTo>
                  <a:pt x="5527583" y="7222"/>
                </a:moveTo>
                <a:lnTo>
                  <a:pt x="5513746" y="7222"/>
                </a:lnTo>
                <a:lnTo>
                  <a:pt x="5513746" y="559"/>
                </a:lnTo>
                <a:lnTo>
                  <a:pt x="5535784" y="559"/>
                </a:lnTo>
                <a:lnTo>
                  <a:pt x="5535784" y="59684"/>
                </a:lnTo>
                <a:lnTo>
                  <a:pt x="5549714" y="59684"/>
                </a:lnTo>
                <a:lnTo>
                  <a:pt x="5549714" y="66440"/>
                </a:lnTo>
                <a:lnTo>
                  <a:pt x="5512208" y="66440"/>
                </a:lnTo>
                <a:lnTo>
                  <a:pt x="5512208" y="59684"/>
                </a:lnTo>
                <a:lnTo>
                  <a:pt x="5527583" y="59684"/>
                </a:lnTo>
                <a:lnTo>
                  <a:pt x="5527583" y="7222"/>
                </a:lnTo>
                <a:close/>
                <a:moveTo>
                  <a:pt x="5561132" y="44029"/>
                </a:moveTo>
                <a:cubicBezTo>
                  <a:pt x="5561132" y="40053"/>
                  <a:pt x="5561675" y="36520"/>
                  <a:pt x="5562762" y="33429"/>
                </a:cubicBezTo>
                <a:cubicBezTo>
                  <a:pt x="5563850" y="30339"/>
                  <a:pt x="5565395" y="27730"/>
                  <a:pt x="5567398" y="25602"/>
                </a:cubicBezTo>
                <a:cubicBezTo>
                  <a:pt x="5569402" y="23474"/>
                  <a:pt x="5571809" y="21859"/>
                  <a:pt x="5574620" y="20757"/>
                </a:cubicBezTo>
                <a:cubicBezTo>
                  <a:pt x="5577431" y="19654"/>
                  <a:pt x="5580560" y="19103"/>
                  <a:pt x="5584008" y="19103"/>
                </a:cubicBezTo>
                <a:cubicBezTo>
                  <a:pt x="5585499" y="19103"/>
                  <a:pt x="5586967" y="19196"/>
                  <a:pt x="5588411" y="19382"/>
                </a:cubicBezTo>
                <a:cubicBezTo>
                  <a:pt x="5589855" y="19568"/>
                  <a:pt x="5591277" y="19864"/>
                  <a:pt x="5592674" y="20267"/>
                </a:cubicBezTo>
                <a:lnTo>
                  <a:pt x="5592674" y="559"/>
                </a:lnTo>
                <a:lnTo>
                  <a:pt x="5600828" y="559"/>
                </a:lnTo>
                <a:lnTo>
                  <a:pt x="5600828" y="66440"/>
                </a:lnTo>
                <a:lnTo>
                  <a:pt x="5593560" y="66440"/>
                </a:lnTo>
                <a:lnTo>
                  <a:pt x="5593280" y="57587"/>
                </a:lnTo>
                <a:cubicBezTo>
                  <a:pt x="5591012" y="60880"/>
                  <a:pt x="5588559" y="63318"/>
                  <a:pt x="5585918" y="64902"/>
                </a:cubicBezTo>
                <a:cubicBezTo>
                  <a:pt x="5583278" y="66486"/>
                  <a:pt x="5580421" y="67278"/>
                  <a:pt x="5577346" y="67278"/>
                </a:cubicBezTo>
                <a:cubicBezTo>
                  <a:pt x="5574674" y="67278"/>
                  <a:pt x="5572321" y="66719"/>
                  <a:pt x="5570287" y="65601"/>
                </a:cubicBezTo>
                <a:cubicBezTo>
                  <a:pt x="5568252" y="64483"/>
                  <a:pt x="5566560" y="62906"/>
                  <a:pt x="5565209" y="60872"/>
                </a:cubicBezTo>
                <a:cubicBezTo>
                  <a:pt x="5563857" y="58837"/>
                  <a:pt x="5562840" y="56391"/>
                  <a:pt x="5562157" y="53534"/>
                </a:cubicBezTo>
                <a:cubicBezTo>
                  <a:pt x="5561473" y="50676"/>
                  <a:pt x="5561132" y="47508"/>
                  <a:pt x="5561132" y="44029"/>
                </a:cubicBezTo>
                <a:moveTo>
                  <a:pt x="5569425" y="43517"/>
                </a:moveTo>
                <a:cubicBezTo>
                  <a:pt x="5569425" y="49170"/>
                  <a:pt x="5570256" y="53386"/>
                  <a:pt x="5571918" y="56166"/>
                </a:cubicBezTo>
                <a:cubicBezTo>
                  <a:pt x="5573579" y="58946"/>
                  <a:pt x="5575932" y="60336"/>
                  <a:pt x="5578976" y="60336"/>
                </a:cubicBezTo>
                <a:cubicBezTo>
                  <a:pt x="5581026" y="60336"/>
                  <a:pt x="5583193" y="59420"/>
                  <a:pt x="5585476" y="57587"/>
                </a:cubicBezTo>
                <a:cubicBezTo>
                  <a:pt x="5587759" y="55755"/>
                  <a:pt x="5590158" y="53037"/>
                  <a:pt x="5592674" y="49434"/>
                </a:cubicBezTo>
                <a:lnTo>
                  <a:pt x="5592674" y="27722"/>
                </a:lnTo>
                <a:cubicBezTo>
                  <a:pt x="5591339" y="27101"/>
                  <a:pt x="5589863" y="26627"/>
                  <a:pt x="5588248" y="26301"/>
                </a:cubicBezTo>
                <a:cubicBezTo>
                  <a:pt x="5586633" y="25975"/>
                  <a:pt x="5585033" y="25812"/>
                  <a:pt x="5583449" y="25812"/>
                </a:cubicBezTo>
                <a:cubicBezTo>
                  <a:pt x="5579038" y="25812"/>
                  <a:pt x="5575598" y="27241"/>
                  <a:pt x="5573129" y="30098"/>
                </a:cubicBezTo>
                <a:cubicBezTo>
                  <a:pt x="5570660" y="32956"/>
                  <a:pt x="5569425" y="37429"/>
                  <a:pt x="5569425" y="43517"/>
                </a:cubicBezTo>
                <a:close/>
                <a:moveTo>
                  <a:pt x="5684196" y="7222"/>
                </a:moveTo>
                <a:lnTo>
                  <a:pt x="5670359" y="7222"/>
                </a:lnTo>
                <a:lnTo>
                  <a:pt x="5670359" y="559"/>
                </a:lnTo>
                <a:lnTo>
                  <a:pt x="5692397" y="559"/>
                </a:lnTo>
                <a:lnTo>
                  <a:pt x="5692397" y="59684"/>
                </a:lnTo>
                <a:lnTo>
                  <a:pt x="5706327" y="59684"/>
                </a:lnTo>
                <a:lnTo>
                  <a:pt x="5706327" y="66440"/>
                </a:lnTo>
                <a:lnTo>
                  <a:pt x="5668821" y="66440"/>
                </a:lnTo>
                <a:lnTo>
                  <a:pt x="5668821" y="59684"/>
                </a:lnTo>
                <a:lnTo>
                  <a:pt x="5684196" y="59684"/>
                </a:lnTo>
                <a:lnTo>
                  <a:pt x="5684196" y="7222"/>
                </a:lnTo>
                <a:close/>
                <a:moveTo>
                  <a:pt x="5736055" y="26371"/>
                </a:moveTo>
                <a:lnTo>
                  <a:pt x="5722217" y="26371"/>
                </a:lnTo>
                <a:lnTo>
                  <a:pt x="5722217" y="19662"/>
                </a:lnTo>
                <a:lnTo>
                  <a:pt x="5744255" y="19662"/>
                </a:lnTo>
                <a:lnTo>
                  <a:pt x="5744255" y="59684"/>
                </a:lnTo>
                <a:lnTo>
                  <a:pt x="5758186" y="59684"/>
                </a:lnTo>
                <a:lnTo>
                  <a:pt x="5758186" y="66440"/>
                </a:lnTo>
                <a:lnTo>
                  <a:pt x="5720680" y="66440"/>
                </a:lnTo>
                <a:lnTo>
                  <a:pt x="5720680" y="59684"/>
                </a:lnTo>
                <a:lnTo>
                  <a:pt x="5736055" y="59684"/>
                </a:lnTo>
                <a:lnTo>
                  <a:pt x="5736055" y="26371"/>
                </a:lnTo>
                <a:moveTo>
                  <a:pt x="5738897" y="0"/>
                </a:moveTo>
                <a:cubicBezTo>
                  <a:pt x="5739798" y="0"/>
                  <a:pt x="5740636" y="163"/>
                  <a:pt x="5741413" y="489"/>
                </a:cubicBezTo>
                <a:cubicBezTo>
                  <a:pt x="5742190" y="815"/>
                  <a:pt x="5742865" y="1274"/>
                  <a:pt x="5743440" y="1864"/>
                </a:cubicBezTo>
                <a:cubicBezTo>
                  <a:pt x="5744014" y="2454"/>
                  <a:pt x="5744465" y="3129"/>
                  <a:pt x="5744791" y="3890"/>
                </a:cubicBezTo>
                <a:cubicBezTo>
                  <a:pt x="5745117" y="4651"/>
                  <a:pt x="5745280" y="5482"/>
                  <a:pt x="5745280" y="6383"/>
                </a:cubicBezTo>
                <a:cubicBezTo>
                  <a:pt x="5745280" y="7253"/>
                  <a:pt x="5745117" y="8076"/>
                  <a:pt x="5744791" y="8852"/>
                </a:cubicBezTo>
                <a:cubicBezTo>
                  <a:pt x="5744465" y="9629"/>
                  <a:pt x="5744014" y="10312"/>
                  <a:pt x="5743440" y="10902"/>
                </a:cubicBezTo>
                <a:cubicBezTo>
                  <a:pt x="5742865" y="11493"/>
                  <a:pt x="5742190" y="11951"/>
                  <a:pt x="5741413" y="12277"/>
                </a:cubicBezTo>
                <a:cubicBezTo>
                  <a:pt x="5740636" y="12603"/>
                  <a:pt x="5739798" y="12766"/>
                  <a:pt x="5738897" y="12766"/>
                </a:cubicBezTo>
                <a:cubicBezTo>
                  <a:pt x="5737996" y="12766"/>
                  <a:pt x="5737158" y="12603"/>
                  <a:pt x="5736381" y="12277"/>
                </a:cubicBezTo>
                <a:cubicBezTo>
                  <a:pt x="5735605" y="11951"/>
                  <a:pt x="5734929" y="11493"/>
                  <a:pt x="5734354" y="10902"/>
                </a:cubicBezTo>
                <a:cubicBezTo>
                  <a:pt x="5733780" y="10312"/>
                  <a:pt x="5733329" y="9629"/>
                  <a:pt x="5733003" y="8852"/>
                </a:cubicBezTo>
                <a:cubicBezTo>
                  <a:pt x="5732677" y="8076"/>
                  <a:pt x="5732514" y="7253"/>
                  <a:pt x="5732514" y="6383"/>
                </a:cubicBezTo>
                <a:cubicBezTo>
                  <a:pt x="5732514" y="5482"/>
                  <a:pt x="5732677" y="4651"/>
                  <a:pt x="5733003" y="3890"/>
                </a:cubicBezTo>
                <a:cubicBezTo>
                  <a:pt x="5733329" y="3129"/>
                  <a:pt x="5733780" y="2454"/>
                  <a:pt x="5734354" y="1864"/>
                </a:cubicBezTo>
                <a:cubicBezTo>
                  <a:pt x="5734929" y="1274"/>
                  <a:pt x="5735605" y="815"/>
                  <a:pt x="5736381" y="489"/>
                </a:cubicBezTo>
                <a:cubicBezTo>
                  <a:pt x="5737158" y="163"/>
                  <a:pt x="5737996" y="0"/>
                  <a:pt x="5738897" y="0"/>
                </a:cubicBezTo>
                <a:close/>
                <a:moveTo>
                  <a:pt x="5814051" y="66440"/>
                </a:moveTo>
                <a:lnTo>
                  <a:pt x="5802916" y="66440"/>
                </a:lnTo>
                <a:lnTo>
                  <a:pt x="5781111" y="41356"/>
                </a:lnTo>
                <a:lnTo>
                  <a:pt x="5781111" y="66440"/>
                </a:lnTo>
                <a:lnTo>
                  <a:pt x="5773004" y="66440"/>
                </a:lnTo>
                <a:lnTo>
                  <a:pt x="5773004" y="559"/>
                </a:lnTo>
                <a:lnTo>
                  <a:pt x="5781111" y="559"/>
                </a:lnTo>
                <a:lnTo>
                  <a:pt x="5781111" y="41030"/>
                </a:lnTo>
                <a:lnTo>
                  <a:pt x="5802124" y="19662"/>
                </a:lnTo>
                <a:lnTo>
                  <a:pt x="5812840" y="19662"/>
                </a:lnTo>
                <a:lnTo>
                  <a:pt x="5790895" y="41216"/>
                </a:lnTo>
                <a:lnTo>
                  <a:pt x="5814051" y="66440"/>
                </a:lnTo>
                <a:close/>
                <a:moveTo>
                  <a:pt x="5863347" y="40581"/>
                </a:moveTo>
                <a:cubicBezTo>
                  <a:pt x="5863347" y="41731"/>
                  <a:pt x="5863331" y="42693"/>
                  <a:pt x="5863300" y="43470"/>
                </a:cubicBezTo>
                <a:cubicBezTo>
                  <a:pt x="5863269" y="44246"/>
                  <a:pt x="5863223" y="44976"/>
                  <a:pt x="5863161" y="45660"/>
                </a:cubicBezTo>
                <a:lnTo>
                  <a:pt x="5830314" y="45660"/>
                </a:lnTo>
                <a:cubicBezTo>
                  <a:pt x="5830314" y="50443"/>
                  <a:pt x="5831649" y="54116"/>
                  <a:pt x="5834320" y="56679"/>
                </a:cubicBezTo>
                <a:cubicBezTo>
                  <a:pt x="5836992" y="59241"/>
                  <a:pt x="5840843" y="60522"/>
                  <a:pt x="5845875" y="60522"/>
                </a:cubicBezTo>
                <a:cubicBezTo>
                  <a:pt x="5847242" y="60522"/>
                  <a:pt x="5848609" y="60467"/>
                  <a:pt x="5849975" y="60357"/>
                </a:cubicBezTo>
                <a:cubicBezTo>
                  <a:pt x="5851342" y="60245"/>
                  <a:pt x="5852662" y="60094"/>
                  <a:pt x="5853935" y="59904"/>
                </a:cubicBezTo>
                <a:cubicBezTo>
                  <a:pt x="5855209" y="59712"/>
                  <a:pt x="5856428" y="59498"/>
                  <a:pt x="5857593" y="59260"/>
                </a:cubicBezTo>
                <a:cubicBezTo>
                  <a:pt x="5858758" y="59021"/>
                  <a:pt x="5859837" y="58759"/>
                  <a:pt x="5860831" y="58472"/>
                </a:cubicBezTo>
                <a:lnTo>
                  <a:pt x="5860831" y="65135"/>
                </a:lnTo>
                <a:cubicBezTo>
                  <a:pt x="5858626" y="65770"/>
                  <a:pt x="5856133" y="66286"/>
                  <a:pt x="5853353" y="66683"/>
                </a:cubicBezTo>
                <a:cubicBezTo>
                  <a:pt x="5850573" y="67080"/>
                  <a:pt x="5847692" y="67278"/>
                  <a:pt x="5844710" y="67278"/>
                </a:cubicBezTo>
                <a:cubicBezTo>
                  <a:pt x="5840703" y="67278"/>
                  <a:pt x="5837256" y="66735"/>
                  <a:pt x="5834367" y="65648"/>
                </a:cubicBezTo>
                <a:cubicBezTo>
                  <a:pt x="5831478" y="64560"/>
                  <a:pt x="5829110" y="62984"/>
                  <a:pt x="5827262" y="60919"/>
                </a:cubicBezTo>
                <a:cubicBezTo>
                  <a:pt x="5825414" y="58853"/>
                  <a:pt x="5824047" y="56321"/>
                  <a:pt x="5823162" y="53324"/>
                </a:cubicBezTo>
                <a:cubicBezTo>
                  <a:pt x="5822276" y="50327"/>
                  <a:pt x="5821834" y="46933"/>
                  <a:pt x="5821834" y="43144"/>
                </a:cubicBezTo>
                <a:cubicBezTo>
                  <a:pt x="5821834" y="39851"/>
                  <a:pt x="5822308" y="36737"/>
                  <a:pt x="5823255" y="33802"/>
                </a:cubicBezTo>
                <a:cubicBezTo>
                  <a:pt x="5824202" y="30867"/>
                  <a:pt x="5825584" y="28289"/>
                  <a:pt x="5827402" y="26068"/>
                </a:cubicBezTo>
                <a:cubicBezTo>
                  <a:pt x="5829219" y="23847"/>
                  <a:pt x="5831447" y="22084"/>
                  <a:pt x="5834087" y="20780"/>
                </a:cubicBezTo>
                <a:cubicBezTo>
                  <a:pt x="5836728" y="19475"/>
                  <a:pt x="5839725" y="18823"/>
                  <a:pt x="5843080" y="18823"/>
                </a:cubicBezTo>
                <a:cubicBezTo>
                  <a:pt x="5846341" y="18823"/>
                  <a:pt x="5849230" y="19336"/>
                  <a:pt x="5851746" y="20361"/>
                </a:cubicBezTo>
                <a:cubicBezTo>
                  <a:pt x="5854262" y="21386"/>
                  <a:pt x="5856382" y="22838"/>
                  <a:pt x="5858105" y="24717"/>
                </a:cubicBezTo>
                <a:cubicBezTo>
                  <a:pt x="5859829" y="26596"/>
                  <a:pt x="5861134" y="28879"/>
                  <a:pt x="5862019" y="31566"/>
                </a:cubicBezTo>
                <a:cubicBezTo>
                  <a:pt x="5862904" y="34253"/>
                  <a:pt x="5863347" y="37258"/>
                  <a:pt x="5863347" y="40581"/>
                </a:cubicBezTo>
                <a:moveTo>
                  <a:pt x="5854914" y="39416"/>
                </a:moveTo>
                <a:cubicBezTo>
                  <a:pt x="5855007" y="37335"/>
                  <a:pt x="5854805" y="35433"/>
                  <a:pt x="5854308" y="33709"/>
                </a:cubicBezTo>
                <a:cubicBezTo>
                  <a:pt x="5853811" y="31985"/>
                  <a:pt x="5853042" y="30502"/>
                  <a:pt x="5852002" y="29260"/>
                </a:cubicBezTo>
                <a:cubicBezTo>
                  <a:pt x="5850961" y="28017"/>
                  <a:pt x="5849665" y="27046"/>
                  <a:pt x="5848112" y="26348"/>
                </a:cubicBezTo>
                <a:cubicBezTo>
                  <a:pt x="5846558" y="25649"/>
                  <a:pt x="5844757" y="25299"/>
                  <a:pt x="5842707" y="25299"/>
                </a:cubicBezTo>
                <a:cubicBezTo>
                  <a:pt x="5840936" y="25299"/>
                  <a:pt x="5839321" y="25641"/>
                  <a:pt x="5837861" y="26324"/>
                </a:cubicBezTo>
                <a:cubicBezTo>
                  <a:pt x="5836402" y="27008"/>
                  <a:pt x="5835144" y="27970"/>
                  <a:pt x="5834087" y="29213"/>
                </a:cubicBezTo>
                <a:cubicBezTo>
                  <a:pt x="5833031" y="30455"/>
                  <a:pt x="5832177" y="31946"/>
                  <a:pt x="5831525" y="33686"/>
                </a:cubicBezTo>
                <a:cubicBezTo>
                  <a:pt x="5830873" y="35425"/>
                  <a:pt x="5830469" y="37335"/>
                  <a:pt x="5830314" y="39416"/>
                </a:cubicBezTo>
                <a:lnTo>
                  <a:pt x="5854914" y="39416"/>
                </a:lnTo>
                <a:close/>
                <a:moveTo>
                  <a:pt x="5891630" y="7222"/>
                </a:moveTo>
                <a:lnTo>
                  <a:pt x="5877792" y="7222"/>
                </a:lnTo>
                <a:lnTo>
                  <a:pt x="5877792" y="559"/>
                </a:lnTo>
                <a:lnTo>
                  <a:pt x="5899830" y="559"/>
                </a:lnTo>
                <a:lnTo>
                  <a:pt x="5899830" y="59684"/>
                </a:lnTo>
                <a:lnTo>
                  <a:pt x="5913761" y="59684"/>
                </a:lnTo>
                <a:lnTo>
                  <a:pt x="5913761" y="66440"/>
                </a:lnTo>
                <a:lnTo>
                  <a:pt x="5876255" y="66440"/>
                </a:lnTo>
                <a:lnTo>
                  <a:pt x="5876255" y="59684"/>
                </a:lnTo>
                <a:lnTo>
                  <a:pt x="5891630" y="59684"/>
                </a:lnTo>
                <a:lnTo>
                  <a:pt x="5891630" y="7222"/>
                </a:lnTo>
                <a:close/>
                <a:moveTo>
                  <a:pt x="5969161" y="19662"/>
                </a:moveTo>
                <a:lnTo>
                  <a:pt x="5953226" y="61501"/>
                </a:lnTo>
                <a:cubicBezTo>
                  <a:pt x="5951580" y="65756"/>
                  <a:pt x="5949879" y="69421"/>
                  <a:pt x="5948124" y="72497"/>
                </a:cubicBezTo>
                <a:cubicBezTo>
                  <a:pt x="5946370" y="75572"/>
                  <a:pt x="5944451" y="78095"/>
                  <a:pt x="5942370" y="80068"/>
                </a:cubicBezTo>
                <a:cubicBezTo>
                  <a:pt x="5940289" y="82040"/>
                  <a:pt x="5938006" y="83492"/>
                  <a:pt x="5935521" y="84424"/>
                </a:cubicBezTo>
                <a:cubicBezTo>
                  <a:pt x="5933037" y="85356"/>
                  <a:pt x="5930257" y="85822"/>
                  <a:pt x="5927182" y="85822"/>
                </a:cubicBezTo>
                <a:cubicBezTo>
                  <a:pt x="5926374" y="85822"/>
                  <a:pt x="5925644" y="85806"/>
                  <a:pt x="5924992" y="85775"/>
                </a:cubicBezTo>
                <a:cubicBezTo>
                  <a:pt x="5924339" y="85744"/>
                  <a:pt x="5923625" y="85697"/>
                  <a:pt x="5922849" y="85635"/>
                </a:cubicBezTo>
                <a:lnTo>
                  <a:pt x="5922849" y="78274"/>
                </a:lnTo>
                <a:cubicBezTo>
                  <a:pt x="5923532" y="78367"/>
                  <a:pt x="5924277" y="78453"/>
                  <a:pt x="5925085" y="78530"/>
                </a:cubicBezTo>
                <a:cubicBezTo>
                  <a:pt x="5925893" y="78608"/>
                  <a:pt x="5926747" y="78647"/>
                  <a:pt x="5927647" y="78647"/>
                </a:cubicBezTo>
                <a:cubicBezTo>
                  <a:pt x="5929138" y="78647"/>
                  <a:pt x="5930528" y="78429"/>
                  <a:pt x="5931817" y="77994"/>
                </a:cubicBezTo>
                <a:cubicBezTo>
                  <a:pt x="5933106" y="77559"/>
                  <a:pt x="5934326" y="76853"/>
                  <a:pt x="5935475" y="75874"/>
                </a:cubicBezTo>
                <a:cubicBezTo>
                  <a:pt x="5936624" y="74896"/>
                  <a:pt x="5937727" y="73630"/>
                  <a:pt x="5938783" y="72077"/>
                </a:cubicBezTo>
                <a:cubicBezTo>
                  <a:pt x="5939839" y="70524"/>
                  <a:pt x="5940864" y="68645"/>
                  <a:pt x="5941858" y="66440"/>
                </a:cubicBezTo>
                <a:lnTo>
                  <a:pt x="5923175" y="19662"/>
                </a:lnTo>
                <a:lnTo>
                  <a:pt x="5932400" y="19662"/>
                </a:lnTo>
                <a:lnTo>
                  <a:pt x="5944234" y="50598"/>
                </a:lnTo>
                <a:lnTo>
                  <a:pt x="5946610" y="57867"/>
                </a:lnTo>
                <a:lnTo>
                  <a:pt x="5949313" y="50412"/>
                </a:lnTo>
                <a:lnTo>
                  <a:pt x="5960262" y="19662"/>
                </a:lnTo>
                <a:lnTo>
                  <a:pt x="5969161" y="19662"/>
                </a:lnTo>
                <a:close/>
                <a:moveTo>
                  <a:pt x="6071420" y="42212"/>
                </a:moveTo>
                <a:cubicBezTo>
                  <a:pt x="6071420" y="46095"/>
                  <a:pt x="6070884" y="49566"/>
                  <a:pt x="6069813" y="52625"/>
                </a:cubicBezTo>
                <a:cubicBezTo>
                  <a:pt x="6068741" y="55685"/>
                  <a:pt x="6067219" y="58278"/>
                  <a:pt x="6065247" y="60406"/>
                </a:cubicBezTo>
                <a:cubicBezTo>
                  <a:pt x="6063274" y="62534"/>
                  <a:pt x="6060875" y="64164"/>
                  <a:pt x="6058048" y="65298"/>
                </a:cubicBezTo>
                <a:cubicBezTo>
                  <a:pt x="6055222" y="66432"/>
                  <a:pt x="6052038" y="66999"/>
                  <a:pt x="6048497" y="66999"/>
                </a:cubicBezTo>
                <a:cubicBezTo>
                  <a:pt x="6045732" y="66999"/>
                  <a:pt x="6042906" y="66735"/>
                  <a:pt x="6040017" y="66207"/>
                </a:cubicBezTo>
                <a:cubicBezTo>
                  <a:pt x="6037129" y="65679"/>
                  <a:pt x="6034271" y="64840"/>
                  <a:pt x="6031444" y="63691"/>
                </a:cubicBezTo>
                <a:lnTo>
                  <a:pt x="6031444" y="559"/>
                </a:lnTo>
                <a:lnTo>
                  <a:pt x="6039551" y="559"/>
                </a:lnTo>
                <a:lnTo>
                  <a:pt x="6039551" y="18715"/>
                </a:lnTo>
                <a:lnTo>
                  <a:pt x="6039179" y="27396"/>
                </a:lnTo>
                <a:cubicBezTo>
                  <a:pt x="6041508" y="24259"/>
                  <a:pt x="6044001" y="22046"/>
                  <a:pt x="6046657" y="20757"/>
                </a:cubicBezTo>
                <a:cubicBezTo>
                  <a:pt x="6049312" y="19468"/>
                  <a:pt x="6052162" y="18823"/>
                  <a:pt x="6055206" y="18823"/>
                </a:cubicBezTo>
                <a:cubicBezTo>
                  <a:pt x="6057877" y="18823"/>
                  <a:pt x="6060222" y="19382"/>
                  <a:pt x="6062241" y="20500"/>
                </a:cubicBezTo>
                <a:cubicBezTo>
                  <a:pt x="6064260" y="21619"/>
                  <a:pt x="6065953" y="23195"/>
                  <a:pt x="6067320" y="25229"/>
                </a:cubicBezTo>
                <a:cubicBezTo>
                  <a:pt x="6068687" y="27264"/>
                  <a:pt x="6069712" y="29718"/>
                  <a:pt x="6070395" y="32591"/>
                </a:cubicBezTo>
                <a:cubicBezTo>
                  <a:pt x="6071078" y="35464"/>
                  <a:pt x="6071420" y="38671"/>
                  <a:pt x="6071420" y="42212"/>
                </a:cubicBezTo>
                <a:moveTo>
                  <a:pt x="6063127" y="42585"/>
                </a:moveTo>
                <a:cubicBezTo>
                  <a:pt x="6063127" y="40131"/>
                  <a:pt x="6062948" y="37879"/>
                  <a:pt x="6062591" y="35829"/>
                </a:cubicBezTo>
                <a:cubicBezTo>
                  <a:pt x="6062234" y="33779"/>
                  <a:pt x="6061667" y="32024"/>
                  <a:pt x="6060890" y="30564"/>
                </a:cubicBezTo>
                <a:cubicBezTo>
                  <a:pt x="6060114" y="29104"/>
                  <a:pt x="6059120" y="27963"/>
                  <a:pt x="6057908" y="27140"/>
                </a:cubicBezTo>
                <a:cubicBezTo>
                  <a:pt x="6056697" y="26316"/>
                  <a:pt x="6055253" y="25905"/>
                  <a:pt x="6053575" y="25905"/>
                </a:cubicBezTo>
                <a:cubicBezTo>
                  <a:pt x="6052550" y="25905"/>
                  <a:pt x="6051510" y="26068"/>
                  <a:pt x="6050454" y="26394"/>
                </a:cubicBezTo>
                <a:cubicBezTo>
                  <a:pt x="6049398" y="26720"/>
                  <a:pt x="6048303" y="27264"/>
                  <a:pt x="6047169" y="28025"/>
                </a:cubicBezTo>
                <a:cubicBezTo>
                  <a:pt x="6046035" y="28786"/>
                  <a:pt x="6044839" y="29795"/>
                  <a:pt x="6043582" y="31053"/>
                </a:cubicBezTo>
                <a:cubicBezTo>
                  <a:pt x="6042324" y="32311"/>
                  <a:pt x="6040980" y="33872"/>
                  <a:pt x="6039551" y="35736"/>
                </a:cubicBezTo>
                <a:lnTo>
                  <a:pt x="6039551" y="58426"/>
                </a:lnTo>
                <a:cubicBezTo>
                  <a:pt x="6041135" y="59047"/>
                  <a:pt x="6042751" y="59536"/>
                  <a:pt x="6044397" y="59894"/>
                </a:cubicBezTo>
                <a:cubicBezTo>
                  <a:pt x="6046043" y="60251"/>
                  <a:pt x="6047612" y="60429"/>
                  <a:pt x="6049103" y="60429"/>
                </a:cubicBezTo>
                <a:cubicBezTo>
                  <a:pt x="6050966" y="60429"/>
                  <a:pt x="6052745" y="60134"/>
                  <a:pt x="6054437" y="59544"/>
                </a:cubicBezTo>
                <a:cubicBezTo>
                  <a:pt x="6056130" y="58954"/>
                  <a:pt x="6057621" y="57968"/>
                  <a:pt x="6058910" y="56586"/>
                </a:cubicBezTo>
                <a:cubicBezTo>
                  <a:pt x="6060199" y="55203"/>
                  <a:pt x="6061224" y="53371"/>
                  <a:pt x="6061985" y="51088"/>
                </a:cubicBezTo>
                <a:cubicBezTo>
                  <a:pt x="6062746" y="48805"/>
                  <a:pt x="6063127" y="45970"/>
                  <a:pt x="6063127" y="42585"/>
                </a:cubicBezTo>
                <a:close/>
                <a:moveTo>
                  <a:pt x="6122813" y="40581"/>
                </a:moveTo>
                <a:cubicBezTo>
                  <a:pt x="6122813" y="41731"/>
                  <a:pt x="6122797" y="42693"/>
                  <a:pt x="6122766" y="43470"/>
                </a:cubicBezTo>
                <a:cubicBezTo>
                  <a:pt x="6122735" y="44246"/>
                  <a:pt x="6122688" y="44976"/>
                  <a:pt x="6122626" y="45660"/>
                </a:cubicBezTo>
                <a:lnTo>
                  <a:pt x="6089779" y="45660"/>
                </a:lnTo>
                <a:cubicBezTo>
                  <a:pt x="6089779" y="50443"/>
                  <a:pt x="6091115" y="54116"/>
                  <a:pt x="6093786" y="56679"/>
                </a:cubicBezTo>
                <a:cubicBezTo>
                  <a:pt x="6096457" y="59241"/>
                  <a:pt x="6100309" y="60522"/>
                  <a:pt x="6105341" y="60522"/>
                </a:cubicBezTo>
                <a:cubicBezTo>
                  <a:pt x="6106707" y="60522"/>
                  <a:pt x="6108074" y="60467"/>
                  <a:pt x="6109441" y="60357"/>
                </a:cubicBezTo>
                <a:cubicBezTo>
                  <a:pt x="6110807" y="60245"/>
                  <a:pt x="6112128" y="60094"/>
                  <a:pt x="6113401" y="59904"/>
                </a:cubicBezTo>
                <a:cubicBezTo>
                  <a:pt x="6114675" y="59712"/>
                  <a:pt x="6115894" y="59498"/>
                  <a:pt x="6117059" y="59260"/>
                </a:cubicBezTo>
                <a:cubicBezTo>
                  <a:pt x="6118223" y="59021"/>
                  <a:pt x="6119303" y="58759"/>
                  <a:pt x="6120297" y="58472"/>
                </a:cubicBezTo>
                <a:lnTo>
                  <a:pt x="6120297" y="65135"/>
                </a:lnTo>
                <a:cubicBezTo>
                  <a:pt x="6118091" y="65770"/>
                  <a:pt x="6115599" y="66286"/>
                  <a:pt x="6112819" y="66683"/>
                </a:cubicBezTo>
                <a:cubicBezTo>
                  <a:pt x="6110039" y="67080"/>
                  <a:pt x="6107158" y="67278"/>
                  <a:pt x="6104176" y="67278"/>
                </a:cubicBezTo>
                <a:cubicBezTo>
                  <a:pt x="6100169" y="67278"/>
                  <a:pt x="6096721" y="66735"/>
                  <a:pt x="6093833" y="65648"/>
                </a:cubicBezTo>
                <a:cubicBezTo>
                  <a:pt x="6090944" y="64560"/>
                  <a:pt x="6088575" y="62984"/>
                  <a:pt x="6086727" y="60919"/>
                </a:cubicBezTo>
                <a:cubicBezTo>
                  <a:pt x="6084879" y="58853"/>
                  <a:pt x="6083513" y="56321"/>
                  <a:pt x="6082627" y="53324"/>
                </a:cubicBezTo>
                <a:cubicBezTo>
                  <a:pt x="6081742" y="50327"/>
                  <a:pt x="6081299" y="46933"/>
                  <a:pt x="6081299" y="43144"/>
                </a:cubicBezTo>
                <a:cubicBezTo>
                  <a:pt x="6081299" y="39851"/>
                  <a:pt x="6081773" y="36737"/>
                  <a:pt x="6082720" y="33802"/>
                </a:cubicBezTo>
                <a:cubicBezTo>
                  <a:pt x="6083668" y="30867"/>
                  <a:pt x="6085050" y="28289"/>
                  <a:pt x="6086867" y="26068"/>
                </a:cubicBezTo>
                <a:cubicBezTo>
                  <a:pt x="6088684" y="23847"/>
                  <a:pt x="6090913" y="22084"/>
                  <a:pt x="6093553" y="20780"/>
                </a:cubicBezTo>
                <a:cubicBezTo>
                  <a:pt x="6096193" y="19475"/>
                  <a:pt x="6099191" y="18823"/>
                  <a:pt x="6102545" y="18823"/>
                </a:cubicBezTo>
                <a:cubicBezTo>
                  <a:pt x="6105807" y="18823"/>
                  <a:pt x="6108695" y="19336"/>
                  <a:pt x="6111211" y="20361"/>
                </a:cubicBezTo>
                <a:cubicBezTo>
                  <a:pt x="6113727" y="21386"/>
                  <a:pt x="6115847" y="22838"/>
                  <a:pt x="6117571" y="24717"/>
                </a:cubicBezTo>
                <a:cubicBezTo>
                  <a:pt x="6119295" y="26596"/>
                  <a:pt x="6120599" y="28879"/>
                  <a:pt x="6121485" y="31566"/>
                </a:cubicBezTo>
                <a:cubicBezTo>
                  <a:pt x="6122370" y="34253"/>
                  <a:pt x="6122813" y="37258"/>
                  <a:pt x="6122813" y="40581"/>
                </a:cubicBezTo>
                <a:moveTo>
                  <a:pt x="6114379" y="39416"/>
                </a:moveTo>
                <a:cubicBezTo>
                  <a:pt x="6114473" y="37335"/>
                  <a:pt x="6114271" y="35433"/>
                  <a:pt x="6113774" y="33709"/>
                </a:cubicBezTo>
                <a:cubicBezTo>
                  <a:pt x="6113277" y="31985"/>
                  <a:pt x="6112508" y="30502"/>
                  <a:pt x="6111468" y="29260"/>
                </a:cubicBezTo>
                <a:cubicBezTo>
                  <a:pt x="6110427" y="28017"/>
                  <a:pt x="6109130" y="27046"/>
                  <a:pt x="6107577" y="26348"/>
                </a:cubicBezTo>
                <a:cubicBezTo>
                  <a:pt x="6106024" y="25649"/>
                  <a:pt x="6104223" y="25299"/>
                  <a:pt x="6102172" y="25299"/>
                </a:cubicBezTo>
                <a:cubicBezTo>
                  <a:pt x="6100402" y="25299"/>
                  <a:pt x="6098787" y="25641"/>
                  <a:pt x="6097327" y="26324"/>
                </a:cubicBezTo>
                <a:cubicBezTo>
                  <a:pt x="6095867" y="27008"/>
                  <a:pt x="6094609" y="27970"/>
                  <a:pt x="6093553" y="29213"/>
                </a:cubicBezTo>
                <a:cubicBezTo>
                  <a:pt x="6092497" y="30455"/>
                  <a:pt x="6091643" y="31946"/>
                  <a:pt x="6090990" y="33686"/>
                </a:cubicBezTo>
                <a:cubicBezTo>
                  <a:pt x="6090338" y="35425"/>
                  <a:pt x="6089934" y="37335"/>
                  <a:pt x="6089779" y="39416"/>
                </a:cubicBezTo>
                <a:lnTo>
                  <a:pt x="6114379" y="39416"/>
                </a:lnTo>
                <a:close/>
                <a:moveTo>
                  <a:pt x="6229570" y="8107"/>
                </a:moveTo>
                <a:cubicBezTo>
                  <a:pt x="6225315" y="7206"/>
                  <a:pt x="6221650" y="6756"/>
                  <a:pt x="6218575" y="6756"/>
                </a:cubicBezTo>
                <a:cubicBezTo>
                  <a:pt x="6211275" y="6756"/>
                  <a:pt x="6207626" y="10576"/>
                  <a:pt x="6207626" y="18217"/>
                </a:cubicBezTo>
                <a:lnTo>
                  <a:pt x="6207626" y="26417"/>
                </a:lnTo>
                <a:lnTo>
                  <a:pt x="6228126" y="26417"/>
                </a:lnTo>
                <a:lnTo>
                  <a:pt x="6228126" y="33173"/>
                </a:lnTo>
                <a:lnTo>
                  <a:pt x="6207626" y="33173"/>
                </a:lnTo>
                <a:lnTo>
                  <a:pt x="6207626" y="66440"/>
                </a:lnTo>
                <a:lnTo>
                  <a:pt x="6199379" y="66440"/>
                </a:lnTo>
                <a:lnTo>
                  <a:pt x="6199379" y="33173"/>
                </a:lnTo>
                <a:lnTo>
                  <a:pt x="6184330" y="33173"/>
                </a:lnTo>
                <a:lnTo>
                  <a:pt x="6184330" y="26417"/>
                </a:lnTo>
                <a:lnTo>
                  <a:pt x="6199379" y="26417"/>
                </a:lnTo>
                <a:lnTo>
                  <a:pt x="6199379" y="18683"/>
                </a:lnTo>
                <a:cubicBezTo>
                  <a:pt x="6199379" y="6228"/>
                  <a:pt x="6205871" y="0"/>
                  <a:pt x="6218854" y="0"/>
                </a:cubicBezTo>
                <a:cubicBezTo>
                  <a:pt x="6222085" y="0"/>
                  <a:pt x="6225657" y="373"/>
                  <a:pt x="6229570" y="1118"/>
                </a:cubicBezTo>
                <a:lnTo>
                  <a:pt x="6229570" y="8107"/>
                </a:lnTo>
                <a:moveTo>
                  <a:pt x="6180602" y="19662"/>
                </a:moveTo>
                <a:lnTo>
                  <a:pt x="6180602" y="19662"/>
                </a:lnTo>
                <a:close/>
                <a:moveTo>
                  <a:pt x="6280637" y="42678"/>
                </a:moveTo>
                <a:cubicBezTo>
                  <a:pt x="6280637" y="46312"/>
                  <a:pt x="6280124" y="49643"/>
                  <a:pt x="6279099" y="52672"/>
                </a:cubicBezTo>
                <a:cubicBezTo>
                  <a:pt x="6278074" y="55700"/>
                  <a:pt x="6276599" y="58294"/>
                  <a:pt x="6274673" y="60453"/>
                </a:cubicBezTo>
                <a:cubicBezTo>
                  <a:pt x="6272747" y="62611"/>
                  <a:pt x="6270402" y="64289"/>
                  <a:pt x="6267638" y="65485"/>
                </a:cubicBezTo>
                <a:cubicBezTo>
                  <a:pt x="6264873" y="66680"/>
                  <a:pt x="6261736" y="67278"/>
                  <a:pt x="6258226" y="67278"/>
                </a:cubicBezTo>
                <a:cubicBezTo>
                  <a:pt x="6254872" y="67278"/>
                  <a:pt x="6251866" y="66758"/>
                  <a:pt x="6249211" y="65717"/>
                </a:cubicBezTo>
                <a:cubicBezTo>
                  <a:pt x="6246555" y="64677"/>
                  <a:pt x="6244303" y="63147"/>
                  <a:pt x="6242455" y="61128"/>
                </a:cubicBezTo>
                <a:cubicBezTo>
                  <a:pt x="6240607" y="59109"/>
                  <a:pt x="6239193" y="56609"/>
                  <a:pt x="6238215" y="53627"/>
                </a:cubicBezTo>
                <a:cubicBezTo>
                  <a:pt x="6237237" y="50645"/>
                  <a:pt x="6236747" y="47213"/>
                  <a:pt x="6236747" y="43330"/>
                </a:cubicBezTo>
                <a:cubicBezTo>
                  <a:pt x="6236747" y="39696"/>
                  <a:pt x="6237260" y="36380"/>
                  <a:pt x="6238285" y="33383"/>
                </a:cubicBezTo>
                <a:cubicBezTo>
                  <a:pt x="6239310" y="30385"/>
                  <a:pt x="6240785" y="27807"/>
                  <a:pt x="6242711" y="25649"/>
                </a:cubicBezTo>
                <a:cubicBezTo>
                  <a:pt x="6244637" y="23490"/>
                  <a:pt x="6246982" y="21813"/>
                  <a:pt x="6249746" y="20617"/>
                </a:cubicBezTo>
                <a:cubicBezTo>
                  <a:pt x="6252511" y="19421"/>
                  <a:pt x="6255648" y="18823"/>
                  <a:pt x="6259158" y="18823"/>
                </a:cubicBezTo>
                <a:cubicBezTo>
                  <a:pt x="6262513" y="18823"/>
                  <a:pt x="6265518" y="19343"/>
                  <a:pt x="6268173" y="20384"/>
                </a:cubicBezTo>
                <a:cubicBezTo>
                  <a:pt x="6270829" y="21424"/>
                  <a:pt x="6273081" y="22946"/>
                  <a:pt x="6274929" y="24950"/>
                </a:cubicBezTo>
                <a:cubicBezTo>
                  <a:pt x="6276777" y="26953"/>
                  <a:pt x="6278191" y="29446"/>
                  <a:pt x="6279169" y="32428"/>
                </a:cubicBezTo>
                <a:cubicBezTo>
                  <a:pt x="6280147" y="35410"/>
                  <a:pt x="6280637" y="38826"/>
                  <a:pt x="6280637" y="42678"/>
                </a:cubicBezTo>
                <a:moveTo>
                  <a:pt x="6272343" y="43051"/>
                </a:moveTo>
                <a:cubicBezTo>
                  <a:pt x="6272343" y="40162"/>
                  <a:pt x="6272025" y="37638"/>
                  <a:pt x="6271388" y="35480"/>
                </a:cubicBezTo>
                <a:cubicBezTo>
                  <a:pt x="6270751" y="33321"/>
                  <a:pt x="6269843" y="31519"/>
                  <a:pt x="6268663" y="30075"/>
                </a:cubicBezTo>
                <a:cubicBezTo>
                  <a:pt x="6267482" y="28631"/>
                  <a:pt x="6266046" y="27543"/>
                  <a:pt x="6264353" y="26813"/>
                </a:cubicBezTo>
                <a:cubicBezTo>
                  <a:pt x="6262660" y="26084"/>
                  <a:pt x="6260773" y="25719"/>
                  <a:pt x="6258692" y="25719"/>
                </a:cubicBezTo>
                <a:cubicBezTo>
                  <a:pt x="6256269" y="25719"/>
                  <a:pt x="6254196" y="26192"/>
                  <a:pt x="6252472" y="27140"/>
                </a:cubicBezTo>
                <a:cubicBezTo>
                  <a:pt x="6250748" y="28087"/>
                  <a:pt x="6249335" y="29353"/>
                  <a:pt x="6248232" y="30937"/>
                </a:cubicBezTo>
                <a:cubicBezTo>
                  <a:pt x="6247130" y="32521"/>
                  <a:pt x="6246322" y="34361"/>
                  <a:pt x="6245809" y="36458"/>
                </a:cubicBezTo>
                <a:cubicBezTo>
                  <a:pt x="6245297" y="38555"/>
                  <a:pt x="6245041" y="40752"/>
                  <a:pt x="6245041" y="43051"/>
                </a:cubicBezTo>
                <a:cubicBezTo>
                  <a:pt x="6245041" y="45939"/>
                  <a:pt x="6245359" y="48471"/>
                  <a:pt x="6245996" y="50645"/>
                </a:cubicBezTo>
                <a:cubicBezTo>
                  <a:pt x="6246633" y="52819"/>
                  <a:pt x="6247541" y="54629"/>
                  <a:pt x="6248721" y="56073"/>
                </a:cubicBezTo>
                <a:cubicBezTo>
                  <a:pt x="6249902" y="57517"/>
                  <a:pt x="6251331" y="58604"/>
                  <a:pt x="6253008" y="59334"/>
                </a:cubicBezTo>
                <a:cubicBezTo>
                  <a:pt x="6254685" y="60064"/>
                  <a:pt x="6256580" y="60429"/>
                  <a:pt x="6258692" y="60429"/>
                </a:cubicBezTo>
                <a:cubicBezTo>
                  <a:pt x="6261115" y="60429"/>
                  <a:pt x="6263188" y="59956"/>
                  <a:pt x="6264912" y="59008"/>
                </a:cubicBezTo>
                <a:cubicBezTo>
                  <a:pt x="6266636" y="58061"/>
                  <a:pt x="6268049" y="56795"/>
                  <a:pt x="6269152" y="55211"/>
                </a:cubicBezTo>
                <a:cubicBezTo>
                  <a:pt x="6270255" y="53627"/>
                  <a:pt x="6271062" y="51787"/>
                  <a:pt x="6271575" y="49690"/>
                </a:cubicBezTo>
                <a:cubicBezTo>
                  <a:pt x="6272087" y="47593"/>
                  <a:pt x="6272343" y="45380"/>
                  <a:pt x="6272343" y="43051"/>
                </a:cubicBezTo>
                <a:close/>
                <a:moveTo>
                  <a:pt x="6329374" y="66440"/>
                </a:moveTo>
                <a:lnTo>
                  <a:pt x="6322105" y="66440"/>
                </a:lnTo>
                <a:lnTo>
                  <a:pt x="6321826" y="58892"/>
                </a:lnTo>
                <a:cubicBezTo>
                  <a:pt x="6320428" y="60507"/>
                  <a:pt x="6319100" y="61850"/>
                  <a:pt x="6317842" y="62922"/>
                </a:cubicBezTo>
                <a:cubicBezTo>
                  <a:pt x="6316584" y="63994"/>
                  <a:pt x="6315334" y="64856"/>
                  <a:pt x="6314091" y="65508"/>
                </a:cubicBezTo>
                <a:cubicBezTo>
                  <a:pt x="6312849" y="66160"/>
                  <a:pt x="6311599" y="66618"/>
                  <a:pt x="6310341" y="66882"/>
                </a:cubicBezTo>
                <a:cubicBezTo>
                  <a:pt x="6309083" y="67146"/>
                  <a:pt x="6307755" y="67278"/>
                  <a:pt x="6306357" y="67278"/>
                </a:cubicBezTo>
                <a:cubicBezTo>
                  <a:pt x="6301543" y="67278"/>
                  <a:pt x="6297909" y="65865"/>
                  <a:pt x="6295455" y="63038"/>
                </a:cubicBezTo>
                <a:cubicBezTo>
                  <a:pt x="6293001" y="60212"/>
                  <a:pt x="6291774" y="55941"/>
                  <a:pt x="6291774" y="50226"/>
                </a:cubicBezTo>
                <a:lnTo>
                  <a:pt x="6291774" y="19662"/>
                </a:lnTo>
                <a:lnTo>
                  <a:pt x="6299881" y="19662"/>
                </a:lnTo>
                <a:lnTo>
                  <a:pt x="6299881" y="49573"/>
                </a:lnTo>
                <a:cubicBezTo>
                  <a:pt x="6299881" y="56749"/>
                  <a:pt x="6302583" y="60336"/>
                  <a:pt x="6307988" y="60336"/>
                </a:cubicBezTo>
                <a:cubicBezTo>
                  <a:pt x="6308982" y="60336"/>
                  <a:pt x="6309953" y="60189"/>
                  <a:pt x="6310900" y="59894"/>
                </a:cubicBezTo>
                <a:cubicBezTo>
                  <a:pt x="6311847" y="59598"/>
                  <a:pt x="6312841" y="59086"/>
                  <a:pt x="6313882" y="58356"/>
                </a:cubicBezTo>
                <a:cubicBezTo>
                  <a:pt x="6314922" y="57626"/>
                  <a:pt x="6316041" y="56640"/>
                  <a:pt x="6317236" y="55397"/>
                </a:cubicBezTo>
                <a:cubicBezTo>
                  <a:pt x="6318432" y="54155"/>
                  <a:pt x="6319776" y="52586"/>
                  <a:pt x="6321267" y="50692"/>
                </a:cubicBezTo>
                <a:lnTo>
                  <a:pt x="6321267" y="19662"/>
                </a:lnTo>
                <a:lnTo>
                  <a:pt x="6329374" y="19662"/>
                </a:lnTo>
                <a:lnTo>
                  <a:pt x="6329374" y="66440"/>
                </a:lnTo>
                <a:close/>
                <a:moveTo>
                  <a:pt x="6343633" y="19662"/>
                </a:moveTo>
                <a:lnTo>
                  <a:pt x="6350854" y="19662"/>
                </a:lnTo>
                <a:lnTo>
                  <a:pt x="6351180" y="27210"/>
                </a:lnTo>
                <a:cubicBezTo>
                  <a:pt x="6352547" y="25594"/>
                  <a:pt x="6353867" y="24251"/>
                  <a:pt x="6355141" y="23179"/>
                </a:cubicBezTo>
                <a:cubicBezTo>
                  <a:pt x="6356414" y="22108"/>
                  <a:pt x="6357664" y="21246"/>
                  <a:pt x="6358891" y="20593"/>
                </a:cubicBezTo>
                <a:cubicBezTo>
                  <a:pt x="6360118" y="19941"/>
                  <a:pt x="6361368" y="19483"/>
                  <a:pt x="6362642" y="19219"/>
                </a:cubicBezTo>
                <a:cubicBezTo>
                  <a:pt x="6363915" y="18955"/>
                  <a:pt x="6365236" y="18823"/>
                  <a:pt x="6366602" y="18823"/>
                </a:cubicBezTo>
                <a:cubicBezTo>
                  <a:pt x="6371417" y="18823"/>
                  <a:pt x="6375059" y="20244"/>
                  <a:pt x="6377528" y="23086"/>
                </a:cubicBezTo>
                <a:cubicBezTo>
                  <a:pt x="6379997" y="25928"/>
                  <a:pt x="6381232" y="30207"/>
                  <a:pt x="6381232" y="35922"/>
                </a:cubicBezTo>
                <a:lnTo>
                  <a:pt x="6381232" y="66440"/>
                </a:lnTo>
                <a:lnTo>
                  <a:pt x="6373125" y="66440"/>
                </a:lnTo>
                <a:lnTo>
                  <a:pt x="6373125" y="36574"/>
                </a:lnTo>
                <a:cubicBezTo>
                  <a:pt x="6373125" y="32909"/>
                  <a:pt x="6372442" y="30199"/>
                  <a:pt x="6371075" y="28444"/>
                </a:cubicBezTo>
                <a:cubicBezTo>
                  <a:pt x="6369708" y="26689"/>
                  <a:pt x="6367674" y="25812"/>
                  <a:pt x="6364972" y="25812"/>
                </a:cubicBezTo>
                <a:cubicBezTo>
                  <a:pt x="6363978" y="25812"/>
                  <a:pt x="6363007" y="25959"/>
                  <a:pt x="6362060" y="26254"/>
                </a:cubicBezTo>
                <a:cubicBezTo>
                  <a:pt x="6361112" y="26549"/>
                  <a:pt x="6360126" y="27062"/>
                  <a:pt x="6359101" y="27792"/>
                </a:cubicBezTo>
                <a:cubicBezTo>
                  <a:pt x="6358076" y="28522"/>
                  <a:pt x="6356966" y="29508"/>
                  <a:pt x="6355770" y="30750"/>
                </a:cubicBezTo>
                <a:cubicBezTo>
                  <a:pt x="6354574" y="31993"/>
                  <a:pt x="6353230" y="33546"/>
                  <a:pt x="6351740" y="35410"/>
                </a:cubicBezTo>
                <a:lnTo>
                  <a:pt x="6351740" y="66440"/>
                </a:lnTo>
                <a:lnTo>
                  <a:pt x="6343633" y="66440"/>
                </a:lnTo>
                <a:lnTo>
                  <a:pt x="6343633" y="19662"/>
                </a:lnTo>
                <a:close/>
                <a:moveTo>
                  <a:pt x="6393115" y="44029"/>
                </a:moveTo>
                <a:cubicBezTo>
                  <a:pt x="6393115" y="40053"/>
                  <a:pt x="6393658" y="36520"/>
                  <a:pt x="6394746" y="33429"/>
                </a:cubicBezTo>
                <a:cubicBezTo>
                  <a:pt x="6395833" y="30339"/>
                  <a:pt x="6397378" y="27730"/>
                  <a:pt x="6399381" y="25602"/>
                </a:cubicBezTo>
                <a:cubicBezTo>
                  <a:pt x="6401385" y="23474"/>
                  <a:pt x="6403792" y="21859"/>
                  <a:pt x="6406603" y="20757"/>
                </a:cubicBezTo>
                <a:cubicBezTo>
                  <a:pt x="6409414" y="19654"/>
                  <a:pt x="6412544" y="19103"/>
                  <a:pt x="6415991" y="19103"/>
                </a:cubicBezTo>
                <a:cubicBezTo>
                  <a:pt x="6417482" y="19103"/>
                  <a:pt x="6418950" y="19196"/>
                  <a:pt x="6420394" y="19382"/>
                </a:cubicBezTo>
                <a:cubicBezTo>
                  <a:pt x="6421839" y="19568"/>
                  <a:pt x="6423260" y="19864"/>
                  <a:pt x="6424657" y="20267"/>
                </a:cubicBezTo>
                <a:lnTo>
                  <a:pt x="6424657" y="559"/>
                </a:lnTo>
                <a:lnTo>
                  <a:pt x="6432811" y="559"/>
                </a:lnTo>
                <a:lnTo>
                  <a:pt x="6432811" y="66440"/>
                </a:lnTo>
                <a:lnTo>
                  <a:pt x="6425543" y="66440"/>
                </a:lnTo>
                <a:lnTo>
                  <a:pt x="6425263" y="57587"/>
                </a:lnTo>
                <a:cubicBezTo>
                  <a:pt x="6422996" y="60880"/>
                  <a:pt x="6420542" y="63318"/>
                  <a:pt x="6417902" y="64902"/>
                </a:cubicBezTo>
                <a:cubicBezTo>
                  <a:pt x="6415261" y="66486"/>
                  <a:pt x="6412404" y="67278"/>
                  <a:pt x="6409329" y="67278"/>
                </a:cubicBezTo>
                <a:cubicBezTo>
                  <a:pt x="6406657" y="67278"/>
                  <a:pt x="6404305" y="66719"/>
                  <a:pt x="6402270" y="65601"/>
                </a:cubicBezTo>
                <a:cubicBezTo>
                  <a:pt x="6400236" y="64483"/>
                  <a:pt x="6398543" y="62906"/>
                  <a:pt x="6397192" y="60872"/>
                </a:cubicBezTo>
                <a:cubicBezTo>
                  <a:pt x="6395840" y="58837"/>
                  <a:pt x="6394823" y="56391"/>
                  <a:pt x="6394140" y="53534"/>
                </a:cubicBezTo>
                <a:cubicBezTo>
                  <a:pt x="6393457" y="50676"/>
                  <a:pt x="6393115" y="47508"/>
                  <a:pt x="6393115" y="44029"/>
                </a:cubicBezTo>
                <a:moveTo>
                  <a:pt x="6401408" y="43517"/>
                </a:moveTo>
                <a:cubicBezTo>
                  <a:pt x="6401408" y="49170"/>
                  <a:pt x="6402239" y="53386"/>
                  <a:pt x="6403901" y="56166"/>
                </a:cubicBezTo>
                <a:cubicBezTo>
                  <a:pt x="6405563" y="58946"/>
                  <a:pt x="6407915" y="60336"/>
                  <a:pt x="6410959" y="60336"/>
                </a:cubicBezTo>
                <a:cubicBezTo>
                  <a:pt x="6413009" y="60336"/>
                  <a:pt x="6415176" y="59420"/>
                  <a:pt x="6417459" y="57587"/>
                </a:cubicBezTo>
                <a:cubicBezTo>
                  <a:pt x="6419742" y="55755"/>
                  <a:pt x="6422141" y="53037"/>
                  <a:pt x="6424657" y="49434"/>
                </a:cubicBezTo>
                <a:lnTo>
                  <a:pt x="6424657" y="27722"/>
                </a:lnTo>
                <a:cubicBezTo>
                  <a:pt x="6423322" y="27101"/>
                  <a:pt x="6421846" y="26627"/>
                  <a:pt x="6420231" y="26301"/>
                </a:cubicBezTo>
                <a:cubicBezTo>
                  <a:pt x="6418616" y="25975"/>
                  <a:pt x="6417016" y="25812"/>
                  <a:pt x="6415432" y="25812"/>
                </a:cubicBezTo>
                <a:cubicBezTo>
                  <a:pt x="6411022" y="25812"/>
                  <a:pt x="6407582" y="27241"/>
                  <a:pt x="6405112" y="30098"/>
                </a:cubicBezTo>
                <a:cubicBezTo>
                  <a:pt x="6402643" y="32956"/>
                  <a:pt x="6401408" y="37429"/>
                  <a:pt x="6401408" y="43517"/>
                </a:cubicBezTo>
                <a:close/>
                <a:moveTo>
                  <a:pt x="6536807" y="66440"/>
                </a:moveTo>
                <a:lnTo>
                  <a:pt x="6528700" y="66440"/>
                </a:lnTo>
                <a:lnTo>
                  <a:pt x="6528700" y="36574"/>
                </a:lnTo>
                <a:cubicBezTo>
                  <a:pt x="6528700" y="32971"/>
                  <a:pt x="6528025" y="30277"/>
                  <a:pt x="6526673" y="28491"/>
                </a:cubicBezTo>
                <a:cubicBezTo>
                  <a:pt x="6525322" y="26705"/>
                  <a:pt x="6523389" y="25812"/>
                  <a:pt x="6520873" y="25812"/>
                </a:cubicBezTo>
                <a:cubicBezTo>
                  <a:pt x="6519786" y="25812"/>
                  <a:pt x="6518768" y="25959"/>
                  <a:pt x="6517821" y="26254"/>
                </a:cubicBezTo>
                <a:cubicBezTo>
                  <a:pt x="6516874" y="26549"/>
                  <a:pt x="6515888" y="27062"/>
                  <a:pt x="6514863" y="27792"/>
                </a:cubicBezTo>
                <a:cubicBezTo>
                  <a:pt x="6513837" y="28522"/>
                  <a:pt x="6512719" y="29508"/>
                  <a:pt x="6511508" y="30750"/>
                </a:cubicBezTo>
                <a:cubicBezTo>
                  <a:pt x="6510297" y="31993"/>
                  <a:pt x="6508899" y="33546"/>
                  <a:pt x="6507315" y="35410"/>
                </a:cubicBezTo>
                <a:lnTo>
                  <a:pt x="6507315" y="66440"/>
                </a:lnTo>
                <a:lnTo>
                  <a:pt x="6499208" y="66440"/>
                </a:lnTo>
                <a:lnTo>
                  <a:pt x="6499208" y="559"/>
                </a:lnTo>
                <a:lnTo>
                  <a:pt x="6507315" y="559"/>
                </a:lnTo>
                <a:lnTo>
                  <a:pt x="6507315" y="19649"/>
                </a:lnTo>
                <a:lnTo>
                  <a:pt x="6507035" y="27023"/>
                </a:lnTo>
                <a:cubicBezTo>
                  <a:pt x="6508309" y="25501"/>
                  <a:pt x="6509559" y="24220"/>
                  <a:pt x="6510786" y="23179"/>
                </a:cubicBezTo>
                <a:cubicBezTo>
                  <a:pt x="6512013" y="22139"/>
                  <a:pt x="6513240" y="21292"/>
                  <a:pt x="6514466" y="20640"/>
                </a:cubicBezTo>
                <a:cubicBezTo>
                  <a:pt x="6515693" y="19988"/>
                  <a:pt x="6516944" y="19522"/>
                  <a:pt x="6518217" y="19242"/>
                </a:cubicBezTo>
                <a:cubicBezTo>
                  <a:pt x="6519491" y="18963"/>
                  <a:pt x="6520811" y="18823"/>
                  <a:pt x="6522177" y="18823"/>
                </a:cubicBezTo>
                <a:cubicBezTo>
                  <a:pt x="6526837" y="18823"/>
                  <a:pt x="6530440" y="20244"/>
                  <a:pt x="6532987" y="23086"/>
                </a:cubicBezTo>
                <a:cubicBezTo>
                  <a:pt x="6535534" y="25928"/>
                  <a:pt x="6536807" y="30207"/>
                  <a:pt x="6536807" y="35922"/>
                </a:cubicBezTo>
                <a:lnTo>
                  <a:pt x="6536807" y="66440"/>
                </a:lnTo>
                <a:close/>
                <a:moveTo>
                  <a:pt x="6590576" y="40581"/>
                </a:moveTo>
                <a:cubicBezTo>
                  <a:pt x="6590576" y="41731"/>
                  <a:pt x="6590560" y="42693"/>
                  <a:pt x="6590529" y="43470"/>
                </a:cubicBezTo>
                <a:cubicBezTo>
                  <a:pt x="6590498" y="44246"/>
                  <a:pt x="6590452" y="44976"/>
                  <a:pt x="6590390" y="45660"/>
                </a:cubicBezTo>
                <a:lnTo>
                  <a:pt x="6557542" y="45660"/>
                </a:lnTo>
                <a:cubicBezTo>
                  <a:pt x="6557542" y="50443"/>
                  <a:pt x="6558878" y="54116"/>
                  <a:pt x="6561549" y="56679"/>
                </a:cubicBezTo>
                <a:cubicBezTo>
                  <a:pt x="6564221" y="59241"/>
                  <a:pt x="6568072" y="60522"/>
                  <a:pt x="6573104" y="60522"/>
                </a:cubicBezTo>
                <a:cubicBezTo>
                  <a:pt x="6574471" y="60522"/>
                  <a:pt x="6575837" y="60467"/>
                  <a:pt x="6577204" y="60357"/>
                </a:cubicBezTo>
                <a:cubicBezTo>
                  <a:pt x="6578571" y="60245"/>
                  <a:pt x="6579891" y="60094"/>
                  <a:pt x="6581164" y="59904"/>
                </a:cubicBezTo>
                <a:cubicBezTo>
                  <a:pt x="6582438" y="59712"/>
                  <a:pt x="6583657" y="59498"/>
                  <a:pt x="6584822" y="59260"/>
                </a:cubicBezTo>
                <a:cubicBezTo>
                  <a:pt x="6585987" y="59021"/>
                  <a:pt x="6587066" y="58759"/>
                  <a:pt x="6588060" y="58472"/>
                </a:cubicBezTo>
                <a:lnTo>
                  <a:pt x="6588060" y="65135"/>
                </a:lnTo>
                <a:cubicBezTo>
                  <a:pt x="6585855" y="65770"/>
                  <a:pt x="6583362" y="66286"/>
                  <a:pt x="6580582" y="66683"/>
                </a:cubicBezTo>
                <a:cubicBezTo>
                  <a:pt x="6577802" y="67080"/>
                  <a:pt x="6574921" y="67278"/>
                  <a:pt x="6571939" y="67278"/>
                </a:cubicBezTo>
                <a:cubicBezTo>
                  <a:pt x="6567932" y="67278"/>
                  <a:pt x="6564485" y="66735"/>
                  <a:pt x="6561596" y="65648"/>
                </a:cubicBezTo>
                <a:cubicBezTo>
                  <a:pt x="6558707" y="64560"/>
                  <a:pt x="6556339" y="62984"/>
                  <a:pt x="6554491" y="60919"/>
                </a:cubicBezTo>
                <a:cubicBezTo>
                  <a:pt x="6552643" y="58853"/>
                  <a:pt x="6551276" y="56321"/>
                  <a:pt x="6550391" y="53324"/>
                </a:cubicBezTo>
                <a:cubicBezTo>
                  <a:pt x="6549505" y="50327"/>
                  <a:pt x="6549063" y="46933"/>
                  <a:pt x="6549063" y="43144"/>
                </a:cubicBezTo>
                <a:cubicBezTo>
                  <a:pt x="6549063" y="39851"/>
                  <a:pt x="6549536" y="36737"/>
                  <a:pt x="6550484" y="33802"/>
                </a:cubicBezTo>
                <a:cubicBezTo>
                  <a:pt x="6551431" y="30867"/>
                  <a:pt x="6552813" y="28289"/>
                  <a:pt x="6554630" y="26068"/>
                </a:cubicBezTo>
                <a:cubicBezTo>
                  <a:pt x="6556448" y="23847"/>
                  <a:pt x="6558676" y="22084"/>
                  <a:pt x="6561316" y="20780"/>
                </a:cubicBezTo>
                <a:cubicBezTo>
                  <a:pt x="6563957" y="19475"/>
                  <a:pt x="6566954" y="18823"/>
                  <a:pt x="6570309" y="18823"/>
                </a:cubicBezTo>
                <a:cubicBezTo>
                  <a:pt x="6573570" y="18823"/>
                  <a:pt x="6576459" y="19336"/>
                  <a:pt x="6578975" y="20361"/>
                </a:cubicBezTo>
                <a:cubicBezTo>
                  <a:pt x="6581491" y="21386"/>
                  <a:pt x="6583610" y="22838"/>
                  <a:pt x="6585334" y="24717"/>
                </a:cubicBezTo>
                <a:cubicBezTo>
                  <a:pt x="6587058" y="26596"/>
                  <a:pt x="6588363" y="28879"/>
                  <a:pt x="6589248" y="31566"/>
                </a:cubicBezTo>
                <a:cubicBezTo>
                  <a:pt x="6590133" y="34253"/>
                  <a:pt x="6590576" y="37258"/>
                  <a:pt x="6590576" y="40581"/>
                </a:cubicBezTo>
                <a:moveTo>
                  <a:pt x="6582143" y="39416"/>
                </a:moveTo>
                <a:cubicBezTo>
                  <a:pt x="6582236" y="37335"/>
                  <a:pt x="6582034" y="35433"/>
                  <a:pt x="6581537" y="33709"/>
                </a:cubicBezTo>
                <a:cubicBezTo>
                  <a:pt x="6581040" y="31985"/>
                  <a:pt x="6580271" y="30502"/>
                  <a:pt x="6579231" y="29260"/>
                </a:cubicBezTo>
                <a:cubicBezTo>
                  <a:pt x="6578190" y="28017"/>
                  <a:pt x="6576893" y="27046"/>
                  <a:pt x="6575340" y="26348"/>
                </a:cubicBezTo>
                <a:cubicBezTo>
                  <a:pt x="6573787" y="25649"/>
                  <a:pt x="6571986" y="25299"/>
                  <a:pt x="6569936" y="25299"/>
                </a:cubicBezTo>
                <a:cubicBezTo>
                  <a:pt x="6568165" y="25299"/>
                  <a:pt x="6566550" y="25641"/>
                  <a:pt x="6565090" y="26324"/>
                </a:cubicBezTo>
                <a:cubicBezTo>
                  <a:pt x="6563630" y="27008"/>
                  <a:pt x="6562372" y="27970"/>
                  <a:pt x="6561316" y="29213"/>
                </a:cubicBezTo>
                <a:cubicBezTo>
                  <a:pt x="6560260" y="30455"/>
                  <a:pt x="6559406" y="31946"/>
                  <a:pt x="6558754" y="33686"/>
                </a:cubicBezTo>
                <a:cubicBezTo>
                  <a:pt x="6558102" y="35425"/>
                  <a:pt x="6557698" y="37335"/>
                  <a:pt x="6557542" y="39416"/>
                </a:cubicBezTo>
                <a:lnTo>
                  <a:pt x="6582143" y="39416"/>
                </a:lnTo>
                <a:close/>
                <a:moveTo>
                  <a:pt x="6604835" y="19662"/>
                </a:moveTo>
                <a:lnTo>
                  <a:pt x="6612243" y="19662"/>
                </a:lnTo>
                <a:lnTo>
                  <a:pt x="6612476" y="28259"/>
                </a:lnTo>
                <a:cubicBezTo>
                  <a:pt x="6615240" y="24943"/>
                  <a:pt x="6617966" y="22542"/>
                  <a:pt x="6620653" y="21055"/>
                </a:cubicBezTo>
                <a:cubicBezTo>
                  <a:pt x="6623340" y="19567"/>
                  <a:pt x="6626050" y="18823"/>
                  <a:pt x="6628783" y="18823"/>
                </a:cubicBezTo>
                <a:cubicBezTo>
                  <a:pt x="6633629" y="18823"/>
                  <a:pt x="6637302" y="20388"/>
                  <a:pt x="6639802" y="23517"/>
                </a:cubicBezTo>
                <a:cubicBezTo>
                  <a:pt x="6642302" y="26647"/>
                  <a:pt x="6643459" y="31294"/>
                  <a:pt x="6643273" y="37460"/>
                </a:cubicBezTo>
                <a:lnTo>
                  <a:pt x="6635073" y="37460"/>
                </a:lnTo>
                <a:cubicBezTo>
                  <a:pt x="6635166" y="33376"/>
                  <a:pt x="6634568" y="30414"/>
                  <a:pt x="6633279" y="28574"/>
                </a:cubicBezTo>
                <a:cubicBezTo>
                  <a:pt x="6631990" y="26732"/>
                  <a:pt x="6630103" y="25812"/>
                  <a:pt x="6627618" y="25812"/>
                </a:cubicBezTo>
                <a:cubicBezTo>
                  <a:pt x="6626531" y="25812"/>
                  <a:pt x="6625436" y="26005"/>
                  <a:pt x="6624334" y="26393"/>
                </a:cubicBezTo>
                <a:cubicBezTo>
                  <a:pt x="6623231" y="26779"/>
                  <a:pt x="6622097" y="27397"/>
                  <a:pt x="6620932" y="28248"/>
                </a:cubicBezTo>
                <a:cubicBezTo>
                  <a:pt x="6619768" y="29098"/>
                  <a:pt x="6618533" y="30188"/>
                  <a:pt x="6617228" y="31519"/>
                </a:cubicBezTo>
                <a:cubicBezTo>
                  <a:pt x="6615924" y="32849"/>
                  <a:pt x="6614526" y="34457"/>
                  <a:pt x="6613035" y="36344"/>
                </a:cubicBezTo>
                <a:lnTo>
                  <a:pt x="6613035" y="66440"/>
                </a:lnTo>
                <a:lnTo>
                  <a:pt x="6604835" y="66440"/>
                </a:lnTo>
                <a:lnTo>
                  <a:pt x="6604835" y="19662"/>
                </a:lnTo>
                <a:close/>
                <a:moveTo>
                  <a:pt x="6694293" y="40581"/>
                </a:moveTo>
                <a:cubicBezTo>
                  <a:pt x="6694293" y="41731"/>
                  <a:pt x="6694277" y="42693"/>
                  <a:pt x="6694246" y="43470"/>
                </a:cubicBezTo>
                <a:cubicBezTo>
                  <a:pt x="6694215" y="44246"/>
                  <a:pt x="6694169" y="44976"/>
                  <a:pt x="6694106" y="45660"/>
                </a:cubicBezTo>
                <a:lnTo>
                  <a:pt x="6661259" y="45660"/>
                </a:lnTo>
                <a:cubicBezTo>
                  <a:pt x="6661259" y="50443"/>
                  <a:pt x="6662595" y="54116"/>
                  <a:pt x="6665266" y="56679"/>
                </a:cubicBezTo>
                <a:cubicBezTo>
                  <a:pt x="6667938" y="59241"/>
                  <a:pt x="6671789" y="60522"/>
                  <a:pt x="6676821" y="60522"/>
                </a:cubicBezTo>
                <a:cubicBezTo>
                  <a:pt x="6678188" y="60522"/>
                  <a:pt x="6679554" y="60467"/>
                  <a:pt x="6680921" y="60357"/>
                </a:cubicBezTo>
                <a:cubicBezTo>
                  <a:pt x="6682288" y="60245"/>
                  <a:pt x="6683608" y="60094"/>
                  <a:pt x="6684881" y="59904"/>
                </a:cubicBezTo>
                <a:cubicBezTo>
                  <a:pt x="6686155" y="59712"/>
                  <a:pt x="6687374" y="59498"/>
                  <a:pt x="6688539" y="59260"/>
                </a:cubicBezTo>
                <a:cubicBezTo>
                  <a:pt x="6689704" y="59021"/>
                  <a:pt x="6690783" y="58759"/>
                  <a:pt x="6691777" y="58472"/>
                </a:cubicBezTo>
                <a:lnTo>
                  <a:pt x="6691777" y="65135"/>
                </a:lnTo>
                <a:cubicBezTo>
                  <a:pt x="6689572" y="65770"/>
                  <a:pt x="6687079" y="66286"/>
                  <a:pt x="6684299" y="66683"/>
                </a:cubicBezTo>
                <a:cubicBezTo>
                  <a:pt x="6681519" y="67080"/>
                  <a:pt x="6678638" y="67278"/>
                  <a:pt x="6675656" y="67278"/>
                </a:cubicBezTo>
                <a:cubicBezTo>
                  <a:pt x="6671649" y="67278"/>
                  <a:pt x="6668202" y="66735"/>
                  <a:pt x="6665313" y="65648"/>
                </a:cubicBezTo>
                <a:cubicBezTo>
                  <a:pt x="6662424" y="64560"/>
                  <a:pt x="6660056" y="62984"/>
                  <a:pt x="6658208" y="60919"/>
                </a:cubicBezTo>
                <a:cubicBezTo>
                  <a:pt x="6656360" y="58853"/>
                  <a:pt x="6654993" y="56321"/>
                  <a:pt x="6654108" y="53324"/>
                </a:cubicBezTo>
                <a:cubicBezTo>
                  <a:pt x="6653222" y="50327"/>
                  <a:pt x="6652780" y="46933"/>
                  <a:pt x="6652780" y="43144"/>
                </a:cubicBezTo>
                <a:cubicBezTo>
                  <a:pt x="6652780" y="39851"/>
                  <a:pt x="6653253" y="36737"/>
                  <a:pt x="6654201" y="33802"/>
                </a:cubicBezTo>
                <a:cubicBezTo>
                  <a:pt x="6655148" y="30867"/>
                  <a:pt x="6656530" y="28289"/>
                  <a:pt x="6658347" y="26068"/>
                </a:cubicBezTo>
                <a:cubicBezTo>
                  <a:pt x="6660164" y="23847"/>
                  <a:pt x="6662393" y="22084"/>
                  <a:pt x="6665033" y="20780"/>
                </a:cubicBezTo>
                <a:cubicBezTo>
                  <a:pt x="6667674" y="19475"/>
                  <a:pt x="6670671" y="18823"/>
                  <a:pt x="6674026" y="18823"/>
                </a:cubicBezTo>
                <a:cubicBezTo>
                  <a:pt x="6677287" y="18823"/>
                  <a:pt x="6680176" y="19336"/>
                  <a:pt x="6682692" y="20361"/>
                </a:cubicBezTo>
                <a:cubicBezTo>
                  <a:pt x="6685207" y="21386"/>
                  <a:pt x="6687327" y="22838"/>
                  <a:pt x="6689051" y="24717"/>
                </a:cubicBezTo>
                <a:cubicBezTo>
                  <a:pt x="6690775" y="26596"/>
                  <a:pt x="6692080" y="28879"/>
                  <a:pt x="6692965" y="31566"/>
                </a:cubicBezTo>
                <a:cubicBezTo>
                  <a:pt x="6693850" y="34253"/>
                  <a:pt x="6694293" y="37258"/>
                  <a:pt x="6694293" y="40581"/>
                </a:cubicBezTo>
                <a:moveTo>
                  <a:pt x="6685860" y="39416"/>
                </a:moveTo>
                <a:cubicBezTo>
                  <a:pt x="6685953" y="37335"/>
                  <a:pt x="6685751" y="35433"/>
                  <a:pt x="6685254" y="33709"/>
                </a:cubicBezTo>
                <a:cubicBezTo>
                  <a:pt x="6684757" y="31985"/>
                  <a:pt x="6683988" y="30502"/>
                  <a:pt x="6682948" y="29260"/>
                </a:cubicBezTo>
                <a:cubicBezTo>
                  <a:pt x="6681907" y="28017"/>
                  <a:pt x="6680610" y="27046"/>
                  <a:pt x="6679057" y="26348"/>
                </a:cubicBezTo>
                <a:cubicBezTo>
                  <a:pt x="6677504" y="25649"/>
                  <a:pt x="6675703" y="25299"/>
                  <a:pt x="6673653" y="25299"/>
                </a:cubicBezTo>
                <a:cubicBezTo>
                  <a:pt x="6671882" y="25299"/>
                  <a:pt x="6670267" y="25641"/>
                  <a:pt x="6668807" y="26324"/>
                </a:cubicBezTo>
                <a:cubicBezTo>
                  <a:pt x="6667347" y="27008"/>
                  <a:pt x="6666089" y="27970"/>
                  <a:pt x="6665033" y="29213"/>
                </a:cubicBezTo>
                <a:cubicBezTo>
                  <a:pt x="6663977" y="30455"/>
                  <a:pt x="6663123" y="31946"/>
                  <a:pt x="6662471" y="33686"/>
                </a:cubicBezTo>
                <a:cubicBezTo>
                  <a:pt x="6661818" y="35425"/>
                  <a:pt x="6661415" y="37335"/>
                  <a:pt x="6661259" y="39416"/>
                </a:cubicBezTo>
                <a:lnTo>
                  <a:pt x="6685860" y="39416"/>
                </a:lnTo>
                <a:close/>
                <a:moveTo>
                  <a:pt x="6725045" y="51763"/>
                </a:moveTo>
                <a:cubicBezTo>
                  <a:pt x="6726101" y="51763"/>
                  <a:pt x="6727103" y="51965"/>
                  <a:pt x="6728050" y="52369"/>
                </a:cubicBezTo>
                <a:cubicBezTo>
                  <a:pt x="6728998" y="52773"/>
                  <a:pt x="6729821" y="53332"/>
                  <a:pt x="6730520" y="54046"/>
                </a:cubicBezTo>
                <a:cubicBezTo>
                  <a:pt x="6731219" y="54761"/>
                  <a:pt x="6731770" y="55592"/>
                  <a:pt x="6732174" y="56539"/>
                </a:cubicBezTo>
                <a:cubicBezTo>
                  <a:pt x="6732578" y="57486"/>
                  <a:pt x="6732780" y="58504"/>
                  <a:pt x="6732780" y="59591"/>
                </a:cubicBezTo>
                <a:cubicBezTo>
                  <a:pt x="6732780" y="60647"/>
                  <a:pt x="6732578" y="61641"/>
                  <a:pt x="6732174" y="62573"/>
                </a:cubicBezTo>
                <a:cubicBezTo>
                  <a:pt x="6731770" y="63504"/>
                  <a:pt x="6731219" y="64320"/>
                  <a:pt x="6730520" y="65019"/>
                </a:cubicBezTo>
                <a:cubicBezTo>
                  <a:pt x="6729821" y="65717"/>
                  <a:pt x="6728998" y="66269"/>
                  <a:pt x="6728050" y="66673"/>
                </a:cubicBezTo>
                <a:cubicBezTo>
                  <a:pt x="6727103" y="67076"/>
                  <a:pt x="6726101" y="67278"/>
                  <a:pt x="6725045" y="67278"/>
                </a:cubicBezTo>
                <a:cubicBezTo>
                  <a:pt x="6723958" y="67278"/>
                  <a:pt x="6722949" y="67076"/>
                  <a:pt x="6722017" y="66673"/>
                </a:cubicBezTo>
                <a:cubicBezTo>
                  <a:pt x="6721085" y="66269"/>
                  <a:pt x="6720270" y="65717"/>
                  <a:pt x="6719571" y="65019"/>
                </a:cubicBezTo>
                <a:cubicBezTo>
                  <a:pt x="6718872" y="64320"/>
                  <a:pt x="6718321" y="63504"/>
                  <a:pt x="6717917" y="62573"/>
                </a:cubicBezTo>
                <a:cubicBezTo>
                  <a:pt x="6717513" y="61641"/>
                  <a:pt x="6717311" y="60647"/>
                  <a:pt x="6717311" y="59591"/>
                </a:cubicBezTo>
                <a:cubicBezTo>
                  <a:pt x="6717311" y="58504"/>
                  <a:pt x="6717513" y="57486"/>
                  <a:pt x="6717917" y="56539"/>
                </a:cubicBezTo>
                <a:cubicBezTo>
                  <a:pt x="6718321" y="55592"/>
                  <a:pt x="6718872" y="54761"/>
                  <a:pt x="6719571" y="54046"/>
                </a:cubicBezTo>
                <a:cubicBezTo>
                  <a:pt x="6720270" y="53332"/>
                  <a:pt x="6721085" y="52773"/>
                  <a:pt x="6722017" y="52369"/>
                </a:cubicBezTo>
                <a:cubicBezTo>
                  <a:pt x="6722949" y="51965"/>
                  <a:pt x="6723958" y="51763"/>
                  <a:pt x="6725045" y="51763"/>
                </a:cubicBez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\n\n">
            <a:extLst xmlns:a="http://schemas.openxmlformats.org/drawingml/2006/main">
              <a:ext uri="{FF2B5EF4-FFF2-40B4-BE49-F238E27FC236}">
                <a16:creationId xmlns:a16="http://schemas.microsoft.com/office/drawing/2014/main" id="{169080C0-E0D9-416E-B1CA-8CD4A95D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9459" y="6973736"/>
            <a:ext cx="193175" cy="75944"/>
          </a:xfrm>
          <a:custGeom xmlns:a="http://schemas.openxmlformats.org/drawingml/2006/main">
            <a:pathLst>
              <a:path w="193175" h="75944">
                <a:moveTo>
                  <a:pt x="39696" y="75944"/>
                </a:moveTo>
                <a:lnTo>
                  <a:pt x="31962" y="75944"/>
                </a:lnTo>
                <a:lnTo>
                  <a:pt x="0" y="0"/>
                </a:lnTo>
                <a:lnTo>
                  <a:pt x="7734" y="0"/>
                </a:lnTo>
                <a:lnTo>
                  <a:pt x="39696" y="75944"/>
                </a:lnTo>
                <a:close/>
                <a:moveTo>
                  <a:pt x="51858" y="19103"/>
                </a:moveTo>
                <a:lnTo>
                  <a:pt x="59080" y="19103"/>
                </a:lnTo>
                <a:lnTo>
                  <a:pt x="59406" y="26650"/>
                </a:lnTo>
                <a:cubicBezTo>
                  <a:pt x="60773" y="25035"/>
                  <a:pt x="62093" y="23692"/>
                  <a:pt x="63367" y="22620"/>
                </a:cubicBezTo>
                <a:cubicBezTo>
                  <a:pt x="64640" y="21549"/>
                  <a:pt x="65890" y="20687"/>
                  <a:pt x="67117" y="20034"/>
                </a:cubicBezTo>
                <a:cubicBezTo>
                  <a:pt x="68344" y="19382"/>
                  <a:pt x="69594" y="18924"/>
                  <a:pt x="70868" y="18660"/>
                </a:cubicBezTo>
                <a:cubicBezTo>
                  <a:pt x="72141" y="18396"/>
                  <a:pt x="73461" y="18264"/>
                  <a:pt x="74828" y="18264"/>
                </a:cubicBezTo>
                <a:cubicBezTo>
                  <a:pt x="79643" y="18264"/>
                  <a:pt x="83285" y="19685"/>
                  <a:pt x="85754" y="22527"/>
                </a:cubicBezTo>
                <a:cubicBezTo>
                  <a:pt x="88223" y="25369"/>
                  <a:pt x="89458" y="29648"/>
                  <a:pt x="89458" y="35363"/>
                </a:cubicBezTo>
                <a:lnTo>
                  <a:pt x="89458" y="65881"/>
                </a:lnTo>
                <a:lnTo>
                  <a:pt x="81351" y="65881"/>
                </a:lnTo>
                <a:lnTo>
                  <a:pt x="81351" y="36015"/>
                </a:lnTo>
                <a:cubicBezTo>
                  <a:pt x="81351" y="32350"/>
                  <a:pt x="80668" y="29640"/>
                  <a:pt x="79301" y="27885"/>
                </a:cubicBezTo>
                <a:cubicBezTo>
                  <a:pt x="77934" y="26130"/>
                  <a:pt x="75900" y="25253"/>
                  <a:pt x="73197" y="25253"/>
                </a:cubicBezTo>
                <a:cubicBezTo>
                  <a:pt x="72203" y="25253"/>
                  <a:pt x="71233" y="25400"/>
                  <a:pt x="70285" y="25695"/>
                </a:cubicBezTo>
                <a:cubicBezTo>
                  <a:pt x="69338" y="25990"/>
                  <a:pt x="68352" y="26503"/>
                  <a:pt x="67327" y="27233"/>
                </a:cubicBezTo>
                <a:cubicBezTo>
                  <a:pt x="66302" y="27963"/>
                  <a:pt x="65191" y="28949"/>
                  <a:pt x="63996" y="30191"/>
                </a:cubicBezTo>
                <a:cubicBezTo>
                  <a:pt x="62800" y="31434"/>
                  <a:pt x="61456" y="32987"/>
                  <a:pt x="59965" y="34851"/>
                </a:cubicBezTo>
                <a:lnTo>
                  <a:pt x="59965" y="65881"/>
                </a:lnTo>
                <a:lnTo>
                  <a:pt x="51858" y="65881"/>
                </a:lnTo>
                <a:lnTo>
                  <a:pt x="51858" y="19103"/>
                </a:lnTo>
                <a:close/>
                <a:moveTo>
                  <a:pt x="143413" y="75944"/>
                </a:moveTo>
                <a:lnTo>
                  <a:pt x="135679" y="75944"/>
                </a:lnTo>
                <a:lnTo>
                  <a:pt x="103717" y="0"/>
                </a:lnTo>
                <a:lnTo>
                  <a:pt x="111451" y="0"/>
                </a:lnTo>
                <a:lnTo>
                  <a:pt x="143413" y="75944"/>
                </a:lnTo>
                <a:close/>
                <a:moveTo>
                  <a:pt x="155575" y="19103"/>
                </a:moveTo>
                <a:lnTo>
                  <a:pt x="162797" y="19103"/>
                </a:lnTo>
                <a:lnTo>
                  <a:pt x="163123" y="26650"/>
                </a:lnTo>
                <a:cubicBezTo>
                  <a:pt x="164490" y="25035"/>
                  <a:pt x="165810" y="23692"/>
                  <a:pt x="167084" y="22620"/>
                </a:cubicBezTo>
                <a:cubicBezTo>
                  <a:pt x="168357" y="21549"/>
                  <a:pt x="169607" y="20687"/>
                  <a:pt x="170834" y="20034"/>
                </a:cubicBezTo>
                <a:cubicBezTo>
                  <a:pt x="172061" y="19382"/>
                  <a:pt x="173311" y="18924"/>
                  <a:pt x="174585" y="18660"/>
                </a:cubicBezTo>
                <a:cubicBezTo>
                  <a:pt x="175858" y="18396"/>
                  <a:pt x="177178" y="18264"/>
                  <a:pt x="178545" y="18264"/>
                </a:cubicBezTo>
                <a:cubicBezTo>
                  <a:pt x="183360" y="18264"/>
                  <a:pt x="187001" y="19685"/>
                  <a:pt x="189471" y="22527"/>
                </a:cubicBezTo>
                <a:cubicBezTo>
                  <a:pt x="191940" y="25369"/>
                  <a:pt x="193175" y="29648"/>
                  <a:pt x="193175" y="35363"/>
                </a:cubicBezTo>
                <a:lnTo>
                  <a:pt x="193175" y="65881"/>
                </a:lnTo>
                <a:lnTo>
                  <a:pt x="185068" y="65881"/>
                </a:lnTo>
                <a:lnTo>
                  <a:pt x="185068" y="36015"/>
                </a:lnTo>
                <a:cubicBezTo>
                  <a:pt x="185068" y="32350"/>
                  <a:pt x="184385" y="29640"/>
                  <a:pt x="183018" y="27885"/>
                </a:cubicBezTo>
                <a:cubicBezTo>
                  <a:pt x="181651" y="26130"/>
                  <a:pt x="179617" y="25253"/>
                  <a:pt x="176914" y="25253"/>
                </a:cubicBezTo>
                <a:cubicBezTo>
                  <a:pt x="175920" y="25253"/>
                  <a:pt x="174950" y="25400"/>
                  <a:pt x="174002" y="25695"/>
                </a:cubicBezTo>
                <a:cubicBezTo>
                  <a:pt x="173055" y="25990"/>
                  <a:pt x="172069" y="26503"/>
                  <a:pt x="171044" y="27233"/>
                </a:cubicBezTo>
                <a:cubicBezTo>
                  <a:pt x="170019" y="27963"/>
                  <a:pt x="168908" y="28949"/>
                  <a:pt x="167713" y="30191"/>
                </a:cubicBezTo>
                <a:cubicBezTo>
                  <a:pt x="166517" y="31434"/>
                  <a:pt x="165173" y="32987"/>
                  <a:pt x="163682" y="34851"/>
                </a:cubicBezTo>
                <a:lnTo>
                  <a:pt x="163682" y="65881"/>
                </a:lnTo>
                <a:lnTo>
                  <a:pt x="155575" y="65881"/>
                </a:lnTo>
                <a:lnTo>
                  <a:pt x="155575" y="19103"/>
                </a:lnTo>
                <a:close/>
              </a:path>
            </a:pathLst>
          </a:custGeom>
          <a:solidFill xmlns:a="http://schemas.openxmlformats.org/drawingml/2006/main">
            <a:srgbClr val="D7BA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2.">
            <a:extLst xmlns:a="http://schemas.openxmlformats.org/drawingml/2006/main">
              <a:ext uri="{FF2B5EF4-FFF2-40B4-BE49-F238E27FC236}">
                <a16:creationId xmlns:a16="http://schemas.microsoft.com/office/drawing/2014/main" id="{A650B76E-2E26-4BF9-A194-1DC6CBD6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287" y="6977836"/>
            <a:ext cx="78602" cy="62619"/>
          </a:xfrm>
          <a:custGeom xmlns:a="http://schemas.openxmlformats.org/drawingml/2006/main">
            <a:pathLst>
              <a:path w="78602" h="62619">
                <a:moveTo>
                  <a:pt x="40115" y="61780"/>
                </a:moveTo>
                <a:lnTo>
                  <a:pt x="0" y="61780"/>
                </a:lnTo>
                <a:lnTo>
                  <a:pt x="0" y="54512"/>
                </a:lnTo>
                <a:lnTo>
                  <a:pt x="15748" y="38841"/>
                </a:lnTo>
                <a:cubicBezTo>
                  <a:pt x="18326" y="36291"/>
                  <a:pt x="20423" y="34084"/>
                  <a:pt x="22038" y="32220"/>
                </a:cubicBezTo>
                <a:cubicBezTo>
                  <a:pt x="23653" y="30354"/>
                  <a:pt x="24911" y="28652"/>
                  <a:pt x="25812" y="27113"/>
                </a:cubicBezTo>
                <a:cubicBezTo>
                  <a:pt x="26713" y="25574"/>
                  <a:pt x="27318" y="24120"/>
                  <a:pt x="27629" y="22753"/>
                </a:cubicBezTo>
                <a:cubicBezTo>
                  <a:pt x="27939" y="21385"/>
                  <a:pt x="28095" y="19909"/>
                  <a:pt x="28095" y="18324"/>
                </a:cubicBezTo>
                <a:cubicBezTo>
                  <a:pt x="28095" y="16831"/>
                  <a:pt x="27893" y="15408"/>
                  <a:pt x="27489" y="14056"/>
                </a:cubicBezTo>
                <a:cubicBezTo>
                  <a:pt x="27085" y="12703"/>
                  <a:pt x="26464" y="11513"/>
                  <a:pt x="25625" y="10487"/>
                </a:cubicBezTo>
                <a:cubicBezTo>
                  <a:pt x="24787" y="9461"/>
                  <a:pt x="23700" y="8652"/>
                  <a:pt x="22364" y="8062"/>
                </a:cubicBezTo>
                <a:cubicBezTo>
                  <a:pt x="21028" y="7471"/>
                  <a:pt x="19429" y="7175"/>
                  <a:pt x="17565" y="7175"/>
                </a:cubicBezTo>
                <a:cubicBezTo>
                  <a:pt x="14987" y="7175"/>
                  <a:pt x="12642" y="7754"/>
                  <a:pt x="10530" y="8912"/>
                </a:cubicBezTo>
                <a:cubicBezTo>
                  <a:pt x="8418" y="10070"/>
                  <a:pt x="6476" y="11572"/>
                  <a:pt x="4706" y="13418"/>
                </a:cubicBezTo>
                <a:lnTo>
                  <a:pt x="233" y="8041"/>
                </a:lnTo>
                <a:cubicBezTo>
                  <a:pt x="2531" y="5610"/>
                  <a:pt x="5179" y="3662"/>
                  <a:pt x="8177" y="2197"/>
                </a:cubicBezTo>
                <a:cubicBezTo>
                  <a:pt x="11174" y="732"/>
                  <a:pt x="14661" y="0"/>
                  <a:pt x="18637" y="0"/>
                </a:cubicBezTo>
                <a:cubicBezTo>
                  <a:pt x="21339" y="0"/>
                  <a:pt x="23801" y="404"/>
                  <a:pt x="26021" y="1213"/>
                </a:cubicBezTo>
                <a:cubicBezTo>
                  <a:pt x="28242" y="2020"/>
                  <a:pt x="30160" y="3186"/>
                  <a:pt x="31775" y="4710"/>
                </a:cubicBezTo>
                <a:cubicBezTo>
                  <a:pt x="33391" y="6233"/>
                  <a:pt x="34641" y="8098"/>
                  <a:pt x="35526" y="10305"/>
                </a:cubicBezTo>
                <a:cubicBezTo>
                  <a:pt x="36411" y="12513"/>
                  <a:pt x="36854" y="15000"/>
                  <a:pt x="36854" y="17767"/>
                </a:cubicBezTo>
                <a:cubicBezTo>
                  <a:pt x="36854" y="20099"/>
                  <a:pt x="36543" y="22260"/>
                  <a:pt x="35922" y="24249"/>
                </a:cubicBezTo>
                <a:cubicBezTo>
                  <a:pt x="35301" y="26238"/>
                  <a:pt x="34361" y="28220"/>
                  <a:pt x="33103" y="30194"/>
                </a:cubicBezTo>
                <a:cubicBezTo>
                  <a:pt x="31845" y="32169"/>
                  <a:pt x="30261" y="34213"/>
                  <a:pt x="28351" y="36327"/>
                </a:cubicBezTo>
                <a:cubicBezTo>
                  <a:pt x="26441" y="38440"/>
                  <a:pt x="24181" y="40756"/>
                  <a:pt x="21572" y="43275"/>
                </a:cubicBezTo>
                <a:lnTo>
                  <a:pt x="10530" y="54046"/>
                </a:lnTo>
                <a:lnTo>
                  <a:pt x="40115" y="54046"/>
                </a:lnTo>
                <a:lnTo>
                  <a:pt x="40115" y="61780"/>
                </a:lnTo>
                <a:close/>
                <a:moveTo>
                  <a:pt x="70868" y="47104"/>
                </a:moveTo>
                <a:cubicBezTo>
                  <a:pt x="71924" y="47104"/>
                  <a:pt x="72926" y="47306"/>
                  <a:pt x="73873" y="47710"/>
                </a:cubicBezTo>
                <a:cubicBezTo>
                  <a:pt x="74821" y="48114"/>
                  <a:pt x="75644" y="48673"/>
                  <a:pt x="76343" y="49387"/>
                </a:cubicBezTo>
                <a:cubicBezTo>
                  <a:pt x="77042" y="50102"/>
                  <a:pt x="77593" y="50932"/>
                  <a:pt x="77997" y="51880"/>
                </a:cubicBezTo>
                <a:cubicBezTo>
                  <a:pt x="78400" y="52827"/>
                  <a:pt x="78602" y="53844"/>
                  <a:pt x="78602" y="54932"/>
                </a:cubicBezTo>
                <a:cubicBezTo>
                  <a:pt x="78602" y="55988"/>
                  <a:pt x="78400" y="56982"/>
                  <a:pt x="77997" y="57913"/>
                </a:cubicBezTo>
                <a:cubicBezTo>
                  <a:pt x="77593" y="58845"/>
                  <a:pt x="77042" y="59661"/>
                  <a:pt x="76343" y="60359"/>
                </a:cubicBezTo>
                <a:cubicBezTo>
                  <a:pt x="75644" y="61058"/>
                  <a:pt x="74821" y="61610"/>
                  <a:pt x="73873" y="62013"/>
                </a:cubicBezTo>
                <a:cubicBezTo>
                  <a:pt x="72926" y="62417"/>
                  <a:pt x="71924" y="62619"/>
                  <a:pt x="70868" y="62619"/>
                </a:cubicBezTo>
                <a:cubicBezTo>
                  <a:pt x="69781" y="62619"/>
                  <a:pt x="68772" y="62417"/>
                  <a:pt x="67840" y="62013"/>
                </a:cubicBezTo>
                <a:cubicBezTo>
                  <a:pt x="66908" y="61610"/>
                  <a:pt x="66093" y="61058"/>
                  <a:pt x="65394" y="60359"/>
                </a:cubicBezTo>
                <a:cubicBezTo>
                  <a:pt x="64695" y="59661"/>
                  <a:pt x="64143" y="58845"/>
                  <a:pt x="63740" y="57913"/>
                </a:cubicBezTo>
                <a:cubicBezTo>
                  <a:pt x="63336" y="56982"/>
                  <a:pt x="63134" y="55988"/>
                  <a:pt x="63134" y="54932"/>
                </a:cubicBezTo>
                <a:cubicBezTo>
                  <a:pt x="63134" y="53844"/>
                  <a:pt x="63336" y="52827"/>
                  <a:pt x="63740" y="51880"/>
                </a:cubicBezTo>
                <a:cubicBezTo>
                  <a:pt x="64143" y="50932"/>
                  <a:pt x="64695" y="50102"/>
                  <a:pt x="65394" y="49387"/>
                </a:cubicBezTo>
                <a:cubicBezTo>
                  <a:pt x="66093" y="48673"/>
                  <a:pt x="66908" y="48114"/>
                  <a:pt x="67840" y="47710"/>
                </a:cubicBezTo>
                <a:cubicBezTo>
                  <a:pt x="68772" y="47306"/>
                  <a:pt x="69781" y="47104"/>
                  <a:pt x="70868" y="47104"/>
                </a:cubicBez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`src/overlay/overlay-v2.jsx`:Sincetheerrorinvolvesthe`v2`versionofthepopup,itiscrucialtocheckhowtheversioning…&quot;">
            <a:extLst xmlns:a="http://schemas.openxmlformats.org/drawingml/2006/main">
              <a:ext uri="{FF2B5EF4-FFF2-40B4-BE49-F238E27FC236}">
                <a16:creationId xmlns:a16="http://schemas.microsoft.com/office/drawing/2014/main" id="{985AED3F-7F54-4B3C-9AE9-84D7F2FE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35" y="7094526"/>
            <a:ext cx="6730981" cy="86008"/>
          </a:xfrm>
          <a:custGeom xmlns:a="http://schemas.openxmlformats.org/drawingml/2006/main">
            <a:pathLst>
              <a:path w="6730981" h="86008">
                <a:moveTo>
                  <a:pt x="31123" y="11834"/>
                </a:moveTo>
                <a:lnTo>
                  <a:pt x="23016" y="11834"/>
                </a:lnTo>
                <a:lnTo>
                  <a:pt x="8107" y="559"/>
                </a:lnTo>
                <a:lnTo>
                  <a:pt x="19848" y="559"/>
                </a:lnTo>
                <a:lnTo>
                  <a:pt x="31123" y="11834"/>
                </a:lnTo>
                <a:moveTo>
                  <a:pt x="0" y="19662"/>
                </a:moveTo>
                <a:lnTo>
                  <a:pt x="0" y="19662"/>
                </a:lnTo>
                <a:close/>
                <a:moveTo>
                  <a:pt x="96353" y="53674"/>
                </a:moveTo>
                <a:cubicBezTo>
                  <a:pt x="96353" y="55320"/>
                  <a:pt x="96074" y="56795"/>
                  <a:pt x="95515" y="58100"/>
                </a:cubicBezTo>
                <a:cubicBezTo>
                  <a:pt x="94956" y="59404"/>
                  <a:pt x="94195" y="60561"/>
                  <a:pt x="93232" y="61571"/>
                </a:cubicBezTo>
                <a:cubicBezTo>
                  <a:pt x="92269" y="62580"/>
                  <a:pt x="91151" y="63442"/>
                  <a:pt x="89877" y="64157"/>
                </a:cubicBezTo>
                <a:cubicBezTo>
                  <a:pt x="88604" y="64871"/>
                  <a:pt x="87245" y="65461"/>
                  <a:pt x="85800" y="65927"/>
                </a:cubicBezTo>
                <a:cubicBezTo>
                  <a:pt x="84356" y="66393"/>
                  <a:pt x="82873" y="66735"/>
                  <a:pt x="81351" y="66952"/>
                </a:cubicBezTo>
                <a:cubicBezTo>
                  <a:pt x="79829" y="67170"/>
                  <a:pt x="78338" y="67278"/>
                  <a:pt x="76878" y="67278"/>
                </a:cubicBezTo>
                <a:cubicBezTo>
                  <a:pt x="73710" y="67278"/>
                  <a:pt x="70798" y="67139"/>
                  <a:pt x="68142" y="66859"/>
                </a:cubicBezTo>
                <a:cubicBezTo>
                  <a:pt x="65486" y="66579"/>
                  <a:pt x="62885" y="66129"/>
                  <a:pt x="60338" y="65508"/>
                </a:cubicBezTo>
                <a:lnTo>
                  <a:pt x="60338" y="58053"/>
                </a:lnTo>
                <a:cubicBezTo>
                  <a:pt x="63071" y="58830"/>
                  <a:pt x="65789" y="59420"/>
                  <a:pt x="68492" y="59824"/>
                </a:cubicBezTo>
                <a:cubicBezTo>
                  <a:pt x="71194" y="60227"/>
                  <a:pt x="73881" y="60429"/>
                  <a:pt x="76552" y="60429"/>
                </a:cubicBezTo>
                <a:cubicBezTo>
                  <a:pt x="80435" y="60429"/>
                  <a:pt x="83308" y="59901"/>
                  <a:pt x="85171" y="58845"/>
                </a:cubicBezTo>
                <a:cubicBezTo>
                  <a:pt x="87035" y="57789"/>
                  <a:pt x="87967" y="56283"/>
                  <a:pt x="87967" y="54326"/>
                </a:cubicBezTo>
                <a:cubicBezTo>
                  <a:pt x="87967" y="53487"/>
                  <a:pt x="87819" y="52734"/>
                  <a:pt x="87524" y="52066"/>
                </a:cubicBezTo>
                <a:cubicBezTo>
                  <a:pt x="87229" y="51398"/>
                  <a:pt x="86693" y="50762"/>
                  <a:pt x="85917" y="50156"/>
                </a:cubicBezTo>
                <a:cubicBezTo>
                  <a:pt x="85140" y="49550"/>
                  <a:pt x="83937" y="48921"/>
                  <a:pt x="82306" y="48269"/>
                </a:cubicBezTo>
                <a:cubicBezTo>
                  <a:pt x="80675" y="47617"/>
                  <a:pt x="78447" y="46871"/>
                  <a:pt x="75620" y="46033"/>
                </a:cubicBezTo>
                <a:cubicBezTo>
                  <a:pt x="73508" y="45411"/>
                  <a:pt x="71559" y="44705"/>
                  <a:pt x="69773" y="43913"/>
                </a:cubicBezTo>
                <a:cubicBezTo>
                  <a:pt x="67987" y="43121"/>
                  <a:pt x="66442" y="42181"/>
                  <a:pt x="65137" y="41094"/>
                </a:cubicBezTo>
                <a:cubicBezTo>
                  <a:pt x="63832" y="40007"/>
                  <a:pt x="62807" y="38733"/>
                  <a:pt x="62062" y="37273"/>
                </a:cubicBezTo>
                <a:cubicBezTo>
                  <a:pt x="61317" y="35813"/>
                  <a:pt x="60944" y="34090"/>
                  <a:pt x="60944" y="32102"/>
                </a:cubicBezTo>
                <a:cubicBezTo>
                  <a:pt x="60944" y="30797"/>
                  <a:pt x="61247" y="29368"/>
                  <a:pt x="61852" y="27815"/>
                </a:cubicBezTo>
                <a:cubicBezTo>
                  <a:pt x="62458" y="26262"/>
                  <a:pt x="63491" y="24818"/>
                  <a:pt x="64951" y="23482"/>
                </a:cubicBezTo>
                <a:cubicBezTo>
                  <a:pt x="66411" y="22147"/>
                  <a:pt x="68383" y="21036"/>
                  <a:pt x="70868" y="20151"/>
                </a:cubicBezTo>
                <a:cubicBezTo>
                  <a:pt x="73353" y="19266"/>
                  <a:pt x="76459" y="18823"/>
                  <a:pt x="80186" y="18823"/>
                </a:cubicBezTo>
                <a:cubicBezTo>
                  <a:pt x="82019" y="18823"/>
                  <a:pt x="84053" y="18924"/>
                  <a:pt x="86290" y="19126"/>
                </a:cubicBezTo>
                <a:cubicBezTo>
                  <a:pt x="88526" y="19328"/>
                  <a:pt x="90856" y="19677"/>
                  <a:pt x="93278" y="20174"/>
                </a:cubicBezTo>
                <a:lnTo>
                  <a:pt x="93278" y="27396"/>
                </a:lnTo>
                <a:cubicBezTo>
                  <a:pt x="90731" y="26775"/>
                  <a:pt x="88316" y="26316"/>
                  <a:pt x="86033" y="26021"/>
                </a:cubicBezTo>
                <a:cubicBezTo>
                  <a:pt x="83750" y="25726"/>
                  <a:pt x="81770" y="25579"/>
                  <a:pt x="80093" y="25579"/>
                </a:cubicBezTo>
                <a:cubicBezTo>
                  <a:pt x="78074" y="25579"/>
                  <a:pt x="76373" y="25734"/>
                  <a:pt x="74991" y="26045"/>
                </a:cubicBezTo>
                <a:cubicBezTo>
                  <a:pt x="73609" y="26355"/>
                  <a:pt x="72491" y="26782"/>
                  <a:pt x="71637" y="27326"/>
                </a:cubicBezTo>
                <a:cubicBezTo>
                  <a:pt x="70782" y="27870"/>
                  <a:pt x="70169" y="28506"/>
                  <a:pt x="69796" y="29236"/>
                </a:cubicBezTo>
                <a:cubicBezTo>
                  <a:pt x="69423" y="29966"/>
                  <a:pt x="69237" y="30750"/>
                  <a:pt x="69237" y="31589"/>
                </a:cubicBezTo>
                <a:cubicBezTo>
                  <a:pt x="69237" y="32428"/>
                  <a:pt x="69400" y="33189"/>
                  <a:pt x="69726" y="33872"/>
                </a:cubicBezTo>
                <a:cubicBezTo>
                  <a:pt x="70052" y="34555"/>
                  <a:pt x="70658" y="35215"/>
                  <a:pt x="71543" y="35852"/>
                </a:cubicBezTo>
                <a:cubicBezTo>
                  <a:pt x="72429" y="36489"/>
                  <a:pt x="73663" y="37126"/>
                  <a:pt x="75247" y="37762"/>
                </a:cubicBezTo>
                <a:cubicBezTo>
                  <a:pt x="76832" y="38399"/>
                  <a:pt x="78897" y="39090"/>
                  <a:pt x="81444" y="39836"/>
                </a:cubicBezTo>
                <a:cubicBezTo>
                  <a:pt x="84209" y="40643"/>
                  <a:pt x="86538" y="41490"/>
                  <a:pt x="88433" y="42375"/>
                </a:cubicBezTo>
                <a:cubicBezTo>
                  <a:pt x="90328" y="43260"/>
                  <a:pt x="91865" y="44246"/>
                  <a:pt x="93045" y="45334"/>
                </a:cubicBezTo>
                <a:cubicBezTo>
                  <a:pt x="94226" y="46421"/>
                  <a:pt x="95072" y="47648"/>
                  <a:pt x="95585" y="49014"/>
                </a:cubicBezTo>
                <a:cubicBezTo>
                  <a:pt x="96097" y="50381"/>
                  <a:pt x="96353" y="51934"/>
                  <a:pt x="96353" y="53674"/>
                </a:cubicBezTo>
                <a:close/>
                <a:moveTo>
                  <a:pt x="113082" y="19662"/>
                </a:moveTo>
                <a:lnTo>
                  <a:pt x="120490" y="19662"/>
                </a:lnTo>
                <a:lnTo>
                  <a:pt x="120723" y="28259"/>
                </a:lnTo>
                <a:cubicBezTo>
                  <a:pt x="123487" y="24943"/>
                  <a:pt x="126213" y="22542"/>
                  <a:pt x="128900" y="21055"/>
                </a:cubicBezTo>
                <a:cubicBezTo>
                  <a:pt x="131587" y="19567"/>
                  <a:pt x="134297" y="18823"/>
                  <a:pt x="137030" y="18823"/>
                </a:cubicBezTo>
                <a:cubicBezTo>
                  <a:pt x="141875" y="18823"/>
                  <a:pt x="145548" y="20388"/>
                  <a:pt x="148049" y="23517"/>
                </a:cubicBezTo>
                <a:cubicBezTo>
                  <a:pt x="150549" y="26647"/>
                  <a:pt x="151706" y="31294"/>
                  <a:pt x="151520" y="37460"/>
                </a:cubicBezTo>
                <a:lnTo>
                  <a:pt x="143320" y="37460"/>
                </a:lnTo>
                <a:cubicBezTo>
                  <a:pt x="143413" y="33376"/>
                  <a:pt x="142815" y="30414"/>
                  <a:pt x="141526" y="28574"/>
                </a:cubicBezTo>
                <a:cubicBezTo>
                  <a:pt x="140237" y="26732"/>
                  <a:pt x="138350" y="25812"/>
                  <a:pt x="135865" y="25812"/>
                </a:cubicBezTo>
                <a:cubicBezTo>
                  <a:pt x="134778" y="25812"/>
                  <a:pt x="133683" y="26005"/>
                  <a:pt x="132580" y="26393"/>
                </a:cubicBezTo>
                <a:cubicBezTo>
                  <a:pt x="131478" y="26779"/>
                  <a:pt x="130344" y="27397"/>
                  <a:pt x="129179" y="28248"/>
                </a:cubicBezTo>
                <a:cubicBezTo>
                  <a:pt x="128014" y="29098"/>
                  <a:pt x="126780" y="30188"/>
                  <a:pt x="125475" y="31519"/>
                </a:cubicBezTo>
                <a:cubicBezTo>
                  <a:pt x="124171" y="32849"/>
                  <a:pt x="122773" y="34457"/>
                  <a:pt x="121282" y="36344"/>
                </a:cubicBezTo>
                <a:lnTo>
                  <a:pt x="121282" y="66440"/>
                </a:lnTo>
                <a:lnTo>
                  <a:pt x="113082" y="66440"/>
                </a:lnTo>
                <a:lnTo>
                  <a:pt x="113082" y="19662"/>
                </a:lnTo>
                <a:close/>
                <a:moveTo>
                  <a:pt x="199372" y="64716"/>
                </a:moveTo>
                <a:cubicBezTo>
                  <a:pt x="197259" y="65523"/>
                  <a:pt x="195093" y="66121"/>
                  <a:pt x="192872" y="66510"/>
                </a:cubicBezTo>
                <a:cubicBezTo>
                  <a:pt x="190651" y="66898"/>
                  <a:pt x="188360" y="67092"/>
                  <a:pt x="186000" y="67092"/>
                </a:cubicBezTo>
                <a:cubicBezTo>
                  <a:pt x="178607" y="67092"/>
                  <a:pt x="172915" y="65088"/>
                  <a:pt x="168924" y="61082"/>
                </a:cubicBezTo>
                <a:cubicBezTo>
                  <a:pt x="164933" y="57075"/>
                  <a:pt x="162937" y="51220"/>
                  <a:pt x="162937" y="43517"/>
                </a:cubicBezTo>
                <a:cubicBezTo>
                  <a:pt x="162937" y="39820"/>
                  <a:pt x="163512" y="36466"/>
                  <a:pt x="164661" y="33453"/>
                </a:cubicBezTo>
                <a:cubicBezTo>
                  <a:pt x="165810" y="30440"/>
                  <a:pt x="167425" y="27862"/>
                  <a:pt x="169506" y="25719"/>
                </a:cubicBezTo>
                <a:cubicBezTo>
                  <a:pt x="171587" y="23575"/>
                  <a:pt x="174072" y="21921"/>
                  <a:pt x="176961" y="20757"/>
                </a:cubicBezTo>
                <a:cubicBezTo>
                  <a:pt x="179850" y="19592"/>
                  <a:pt x="183033" y="19009"/>
                  <a:pt x="186512" y="19009"/>
                </a:cubicBezTo>
                <a:cubicBezTo>
                  <a:pt x="188935" y="19009"/>
                  <a:pt x="191202" y="19184"/>
                  <a:pt x="193315" y="19534"/>
                </a:cubicBezTo>
                <a:cubicBezTo>
                  <a:pt x="195427" y="19882"/>
                  <a:pt x="197446" y="20453"/>
                  <a:pt x="199372" y="21246"/>
                </a:cubicBezTo>
                <a:lnTo>
                  <a:pt x="199372" y="28980"/>
                </a:lnTo>
                <a:cubicBezTo>
                  <a:pt x="197353" y="27907"/>
                  <a:pt x="195295" y="27127"/>
                  <a:pt x="193198" y="26639"/>
                </a:cubicBezTo>
                <a:cubicBezTo>
                  <a:pt x="191102" y="26150"/>
                  <a:pt x="188935" y="25905"/>
                  <a:pt x="186699" y="25905"/>
                </a:cubicBezTo>
                <a:cubicBezTo>
                  <a:pt x="184618" y="25905"/>
                  <a:pt x="182653" y="26301"/>
                  <a:pt x="180805" y="27093"/>
                </a:cubicBezTo>
                <a:cubicBezTo>
                  <a:pt x="178957" y="27885"/>
                  <a:pt x="177334" y="29027"/>
                  <a:pt x="175936" y="30518"/>
                </a:cubicBezTo>
                <a:cubicBezTo>
                  <a:pt x="174538" y="32008"/>
                  <a:pt x="173436" y="33826"/>
                  <a:pt x="172628" y="35969"/>
                </a:cubicBezTo>
                <a:cubicBezTo>
                  <a:pt x="171820" y="38112"/>
                  <a:pt x="171417" y="40535"/>
                  <a:pt x="171417" y="43237"/>
                </a:cubicBezTo>
                <a:cubicBezTo>
                  <a:pt x="171417" y="48890"/>
                  <a:pt x="172791" y="53122"/>
                  <a:pt x="175540" y="55933"/>
                </a:cubicBezTo>
                <a:cubicBezTo>
                  <a:pt x="178289" y="58744"/>
                  <a:pt x="182102" y="60150"/>
                  <a:pt x="186978" y="60150"/>
                </a:cubicBezTo>
                <a:cubicBezTo>
                  <a:pt x="189184" y="60150"/>
                  <a:pt x="191319" y="59901"/>
                  <a:pt x="193385" y="59404"/>
                </a:cubicBezTo>
                <a:cubicBezTo>
                  <a:pt x="195450" y="58907"/>
                  <a:pt x="197446" y="58162"/>
                  <a:pt x="199372" y="57168"/>
                </a:cubicBezTo>
                <a:lnTo>
                  <a:pt x="199372" y="64716"/>
                </a:lnTo>
                <a:close/>
                <a:moveTo>
                  <a:pt x="252488" y="559"/>
                </a:moveTo>
                <a:lnTo>
                  <a:pt x="220526" y="76503"/>
                </a:lnTo>
                <a:lnTo>
                  <a:pt x="212792" y="76503"/>
                </a:lnTo>
                <a:lnTo>
                  <a:pt x="244754" y="559"/>
                </a:lnTo>
                <a:lnTo>
                  <a:pt x="252488" y="559"/>
                </a:lnTo>
                <a:close/>
                <a:moveTo>
                  <a:pt x="307468" y="42678"/>
                </a:moveTo>
                <a:cubicBezTo>
                  <a:pt x="307468" y="46312"/>
                  <a:pt x="306956" y="49643"/>
                  <a:pt x="305931" y="52672"/>
                </a:cubicBezTo>
                <a:cubicBezTo>
                  <a:pt x="304906" y="55700"/>
                  <a:pt x="303430" y="58294"/>
                  <a:pt x="301504" y="60453"/>
                </a:cubicBezTo>
                <a:cubicBezTo>
                  <a:pt x="299579" y="62611"/>
                  <a:pt x="297234" y="64289"/>
                  <a:pt x="294469" y="65485"/>
                </a:cubicBezTo>
                <a:cubicBezTo>
                  <a:pt x="291705" y="66680"/>
                  <a:pt x="288567" y="67278"/>
                  <a:pt x="285058" y="67278"/>
                </a:cubicBezTo>
                <a:cubicBezTo>
                  <a:pt x="281703" y="67278"/>
                  <a:pt x="278698" y="66758"/>
                  <a:pt x="276042" y="65717"/>
                </a:cubicBezTo>
                <a:cubicBezTo>
                  <a:pt x="273386" y="64677"/>
                  <a:pt x="271134" y="63147"/>
                  <a:pt x="269286" y="61128"/>
                </a:cubicBezTo>
                <a:cubicBezTo>
                  <a:pt x="267438" y="59109"/>
                  <a:pt x="266025" y="56609"/>
                  <a:pt x="265046" y="53627"/>
                </a:cubicBezTo>
                <a:cubicBezTo>
                  <a:pt x="264068" y="50645"/>
                  <a:pt x="263579" y="47213"/>
                  <a:pt x="263579" y="43330"/>
                </a:cubicBezTo>
                <a:cubicBezTo>
                  <a:pt x="263579" y="39696"/>
                  <a:pt x="264091" y="36380"/>
                  <a:pt x="265116" y="33383"/>
                </a:cubicBezTo>
                <a:cubicBezTo>
                  <a:pt x="266141" y="30385"/>
                  <a:pt x="267617" y="27807"/>
                  <a:pt x="269543" y="25649"/>
                </a:cubicBezTo>
                <a:cubicBezTo>
                  <a:pt x="271468" y="23490"/>
                  <a:pt x="273813" y="21813"/>
                  <a:pt x="276578" y="20617"/>
                </a:cubicBezTo>
                <a:cubicBezTo>
                  <a:pt x="279342" y="19421"/>
                  <a:pt x="282479" y="18823"/>
                  <a:pt x="285989" y="18823"/>
                </a:cubicBezTo>
                <a:cubicBezTo>
                  <a:pt x="289344" y="18823"/>
                  <a:pt x="292349" y="19343"/>
                  <a:pt x="295005" y="20384"/>
                </a:cubicBezTo>
                <a:cubicBezTo>
                  <a:pt x="297661" y="21424"/>
                  <a:pt x="299913" y="22946"/>
                  <a:pt x="301761" y="24950"/>
                </a:cubicBezTo>
                <a:cubicBezTo>
                  <a:pt x="303609" y="26953"/>
                  <a:pt x="305022" y="29446"/>
                  <a:pt x="306000" y="32428"/>
                </a:cubicBezTo>
                <a:cubicBezTo>
                  <a:pt x="306979" y="35410"/>
                  <a:pt x="307468" y="38826"/>
                  <a:pt x="307468" y="42678"/>
                </a:cubicBezTo>
                <a:moveTo>
                  <a:pt x="299175" y="43051"/>
                </a:moveTo>
                <a:cubicBezTo>
                  <a:pt x="299175" y="40162"/>
                  <a:pt x="298856" y="37638"/>
                  <a:pt x="298220" y="35480"/>
                </a:cubicBezTo>
                <a:cubicBezTo>
                  <a:pt x="297583" y="33321"/>
                  <a:pt x="296674" y="31519"/>
                  <a:pt x="295494" y="30075"/>
                </a:cubicBezTo>
                <a:cubicBezTo>
                  <a:pt x="294314" y="28631"/>
                  <a:pt x="292877" y="27543"/>
                  <a:pt x="291184" y="26813"/>
                </a:cubicBezTo>
                <a:cubicBezTo>
                  <a:pt x="289492" y="26084"/>
                  <a:pt x="287605" y="25719"/>
                  <a:pt x="285523" y="25719"/>
                </a:cubicBezTo>
                <a:cubicBezTo>
                  <a:pt x="283101" y="25719"/>
                  <a:pt x="281027" y="26192"/>
                  <a:pt x="279304" y="27140"/>
                </a:cubicBezTo>
                <a:cubicBezTo>
                  <a:pt x="277580" y="28087"/>
                  <a:pt x="276166" y="29353"/>
                  <a:pt x="275064" y="30937"/>
                </a:cubicBezTo>
                <a:cubicBezTo>
                  <a:pt x="273961" y="32521"/>
                  <a:pt x="273153" y="34361"/>
                  <a:pt x="272641" y="36458"/>
                </a:cubicBezTo>
                <a:cubicBezTo>
                  <a:pt x="272128" y="38555"/>
                  <a:pt x="271872" y="40752"/>
                  <a:pt x="271872" y="43051"/>
                </a:cubicBezTo>
                <a:cubicBezTo>
                  <a:pt x="271872" y="45939"/>
                  <a:pt x="272191" y="48471"/>
                  <a:pt x="272827" y="50645"/>
                </a:cubicBezTo>
                <a:cubicBezTo>
                  <a:pt x="273464" y="52819"/>
                  <a:pt x="274373" y="54629"/>
                  <a:pt x="275553" y="56073"/>
                </a:cubicBezTo>
                <a:cubicBezTo>
                  <a:pt x="276733" y="57517"/>
                  <a:pt x="278162" y="58604"/>
                  <a:pt x="279839" y="59334"/>
                </a:cubicBezTo>
                <a:cubicBezTo>
                  <a:pt x="281517" y="60064"/>
                  <a:pt x="283411" y="60429"/>
                  <a:pt x="285523" y="60429"/>
                </a:cubicBezTo>
                <a:cubicBezTo>
                  <a:pt x="287946" y="60429"/>
                  <a:pt x="290020" y="59956"/>
                  <a:pt x="291743" y="59008"/>
                </a:cubicBezTo>
                <a:cubicBezTo>
                  <a:pt x="293467" y="58061"/>
                  <a:pt x="294881" y="56795"/>
                  <a:pt x="295983" y="55211"/>
                </a:cubicBezTo>
                <a:cubicBezTo>
                  <a:pt x="297086" y="53627"/>
                  <a:pt x="297894" y="51787"/>
                  <a:pt x="298406" y="49690"/>
                </a:cubicBezTo>
                <a:cubicBezTo>
                  <a:pt x="298919" y="47593"/>
                  <a:pt x="299175" y="45380"/>
                  <a:pt x="299175" y="43051"/>
                </a:cubicBezTo>
                <a:close/>
                <a:moveTo>
                  <a:pt x="314226" y="19662"/>
                </a:moveTo>
                <a:lnTo>
                  <a:pt x="323451" y="19662"/>
                </a:lnTo>
                <a:lnTo>
                  <a:pt x="334913" y="50598"/>
                </a:lnTo>
                <a:lnTo>
                  <a:pt x="337382" y="58146"/>
                </a:lnTo>
                <a:lnTo>
                  <a:pt x="339944" y="50412"/>
                </a:lnTo>
                <a:lnTo>
                  <a:pt x="351313" y="19662"/>
                </a:lnTo>
                <a:lnTo>
                  <a:pt x="360212" y="19662"/>
                </a:lnTo>
                <a:lnTo>
                  <a:pt x="341855" y="66440"/>
                </a:lnTo>
                <a:lnTo>
                  <a:pt x="332536" y="66440"/>
                </a:lnTo>
                <a:lnTo>
                  <a:pt x="314226" y="19662"/>
                </a:lnTo>
                <a:close/>
                <a:moveTo>
                  <a:pt x="409974" y="40581"/>
                </a:moveTo>
                <a:cubicBezTo>
                  <a:pt x="409974" y="41731"/>
                  <a:pt x="409958" y="42693"/>
                  <a:pt x="409927" y="43470"/>
                </a:cubicBezTo>
                <a:cubicBezTo>
                  <a:pt x="409896" y="44246"/>
                  <a:pt x="409849" y="44976"/>
                  <a:pt x="409787" y="45660"/>
                </a:cubicBezTo>
                <a:lnTo>
                  <a:pt x="376940" y="45660"/>
                </a:lnTo>
                <a:cubicBezTo>
                  <a:pt x="376940" y="50443"/>
                  <a:pt x="378276" y="54116"/>
                  <a:pt x="380947" y="56679"/>
                </a:cubicBezTo>
                <a:cubicBezTo>
                  <a:pt x="383618" y="59241"/>
                  <a:pt x="387470" y="60522"/>
                  <a:pt x="392502" y="60522"/>
                </a:cubicBezTo>
                <a:cubicBezTo>
                  <a:pt x="393869" y="60522"/>
                  <a:pt x="395235" y="60467"/>
                  <a:pt x="396602" y="60357"/>
                </a:cubicBezTo>
                <a:cubicBezTo>
                  <a:pt x="397969" y="60245"/>
                  <a:pt x="399289" y="60094"/>
                  <a:pt x="400562" y="59904"/>
                </a:cubicBezTo>
                <a:cubicBezTo>
                  <a:pt x="401836" y="59712"/>
                  <a:pt x="403055" y="59498"/>
                  <a:pt x="404220" y="59260"/>
                </a:cubicBezTo>
                <a:cubicBezTo>
                  <a:pt x="405384" y="59021"/>
                  <a:pt x="406464" y="58759"/>
                  <a:pt x="407458" y="58472"/>
                </a:cubicBezTo>
                <a:lnTo>
                  <a:pt x="407458" y="65135"/>
                </a:lnTo>
                <a:cubicBezTo>
                  <a:pt x="405252" y="65770"/>
                  <a:pt x="402760" y="66286"/>
                  <a:pt x="399980" y="66683"/>
                </a:cubicBezTo>
                <a:cubicBezTo>
                  <a:pt x="397200" y="67080"/>
                  <a:pt x="394319" y="67278"/>
                  <a:pt x="391337" y="67278"/>
                </a:cubicBezTo>
                <a:cubicBezTo>
                  <a:pt x="387330" y="67278"/>
                  <a:pt x="383882" y="66735"/>
                  <a:pt x="380994" y="65648"/>
                </a:cubicBezTo>
                <a:cubicBezTo>
                  <a:pt x="378105" y="64560"/>
                  <a:pt x="375737" y="62984"/>
                  <a:pt x="373888" y="60919"/>
                </a:cubicBezTo>
                <a:cubicBezTo>
                  <a:pt x="372040" y="58853"/>
                  <a:pt x="370674" y="56321"/>
                  <a:pt x="369788" y="53324"/>
                </a:cubicBezTo>
                <a:cubicBezTo>
                  <a:pt x="368903" y="50327"/>
                  <a:pt x="368461" y="46933"/>
                  <a:pt x="368461" y="43144"/>
                </a:cubicBezTo>
                <a:cubicBezTo>
                  <a:pt x="368461" y="39851"/>
                  <a:pt x="368934" y="36737"/>
                  <a:pt x="369882" y="33802"/>
                </a:cubicBezTo>
                <a:cubicBezTo>
                  <a:pt x="370829" y="30867"/>
                  <a:pt x="372211" y="28289"/>
                  <a:pt x="374028" y="26068"/>
                </a:cubicBezTo>
                <a:cubicBezTo>
                  <a:pt x="375845" y="23847"/>
                  <a:pt x="378074" y="22084"/>
                  <a:pt x="380714" y="20780"/>
                </a:cubicBezTo>
                <a:cubicBezTo>
                  <a:pt x="383354" y="19475"/>
                  <a:pt x="386352" y="18823"/>
                  <a:pt x="389706" y="18823"/>
                </a:cubicBezTo>
                <a:cubicBezTo>
                  <a:pt x="392968" y="18823"/>
                  <a:pt x="395856" y="19336"/>
                  <a:pt x="398372" y="20361"/>
                </a:cubicBezTo>
                <a:cubicBezTo>
                  <a:pt x="400888" y="21386"/>
                  <a:pt x="403008" y="22838"/>
                  <a:pt x="404732" y="24717"/>
                </a:cubicBezTo>
                <a:cubicBezTo>
                  <a:pt x="406456" y="26596"/>
                  <a:pt x="407761" y="28879"/>
                  <a:pt x="408646" y="31566"/>
                </a:cubicBezTo>
                <a:cubicBezTo>
                  <a:pt x="409531" y="34253"/>
                  <a:pt x="409974" y="37258"/>
                  <a:pt x="409974" y="40581"/>
                </a:cubicBezTo>
                <a:moveTo>
                  <a:pt x="401541" y="39416"/>
                </a:moveTo>
                <a:cubicBezTo>
                  <a:pt x="401634" y="37335"/>
                  <a:pt x="401432" y="35433"/>
                  <a:pt x="400935" y="33709"/>
                </a:cubicBezTo>
                <a:cubicBezTo>
                  <a:pt x="400438" y="31985"/>
                  <a:pt x="399669" y="30502"/>
                  <a:pt x="398629" y="29260"/>
                </a:cubicBezTo>
                <a:cubicBezTo>
                  <a:pt x="397588" y="28017"/>
                  <a:pt x="396291" y="27046"/>
                  <a:pt x="394738" y="26348"/>
                </a:cubicBezTo>
                <a:cubicBezTo>
                  <a:pt x="393185" y="25649"/>
                  <a:pt x="391384" y="25299"/>
                  <a:pt x="389334" y="25299"/>
                </a:cubicBezTo>
                <a:cubicBezTo>
                  <a:pt x="387563" y="25299"/>
                  <a:pt x="385948" y="25641"/>
                  <a:pt x="384488" y="26324"/>
                </a:cubicBezTo>
                <a:cubicBezTo>
                  <a:pt x="383028" y="27008"/>
                  <a:pt x="381770" y="27970"/>
                  <a:pt x="380714" y="29213"/>
                </a:cubicBezTo>
                <a:cubicBezTo>
                  <a:pt x="379658" y="30455"/>
                  <a:pt x="378804" y="31946"/>
                  <a:pt x="378152" y="33686"/>
                </a:cubicBezTo>
                <a:cubicBezTo>
                  <a:pt x="377499" y="35425"/>
                  <a:pt x="377096" y="37335"/>
                  <a:pt x="376940" y="39416"/>
                </a:cubicBezTo>
                <a:lnTo>
                  <a:pt x="401541" y="39416"/>
                </a:lnTo>
                <a:close/>
                <a:moveTo>
                  <a:pt x="424233" y="19662"/>
                </a:moveTo>
                <a:lnTo>
                  <a:pt x="431641" y="19662"/>
                </a:lnTo>
                <a:lnTo>
                  <a:pt x="431874" y="28259"/>
                </a:lnTo>
                <a:cubicBezTo>
                  <a:pt x="434638" y="24943"/>
                  <a:pt x="437364" y="22542"/>
                  <a:pt x="440051" y="21055"/>
                </a:cubicBezTo>
                <a:cubicBezTo>
                  <a:pt x="442737" y="19567"/>
                  <a:pt x="445447" y="18823"/>
                  <a:pt x="448181" y="18823"/>
                </a:cubicBezTo>
                <a:cubicBezTo>
                  <a:pt x="453026" y="18823"/>
                  <a:pt x="456699" y="20388"/>
                  <a:pt x="459200" y="23517"/>
                </a:cubicBezTo>
                <a:cubicBezTo>
                  <a:pt x="461700" y="26647"/>
                  <a:pt x="462857" y="31294"/>
                  <a:pt x="462671" y="37460"/>
                </a:cubicBezTo>
                <a:lnTo>
                  <a:pt x="454471" y="37460"/>
                </a:lnTo>
                <a:cubicBezTo>
                  <a:pt x="454564" y="33376"/>
                  <a:pt x="453966" y="30414"/>
                  <a:pt x="452677" y="28574"/>
                </a:cubicBezTo>
                <a:cubicBezTo>
                  <a:pt x="451388" y="26732"/>
                  <a:pt x="449501" y="25812"/>
                  <a:pt x="447016" y="25812"/>
                </a:cubicBezTo>
                <a:cubicBezTo>
                  <a:pt x="445929" y="25812"/>
                  <a:pt x="444834" y="26005"/>
                  <a:pt x="443731" y="26393"/>
                </a:cubicBezTo>
                <a:cubicBezTo>
                  <a:pt x="442629" y="26779"/>
                  <a:pt x="441495" y="27397"/>
                  <a:pt x="440330" y="28248"/>
                </a:cubicBezTo>
                <a:cubicBezTo>
                  <a:pt x="439165" y="29098"/>
                  <a:pt x="437931" y="30188"/>
                  <a:pt x="436626" y="31519"/>
                </a:cubicBezTo>
                <a:cubicBezTo>
                  <a:pt x="435322" y="32849"/>
                  <a:pt x="433924" y="34457"/>
                  <a:pt x="432433" y="36344"/>
                </a:cubicBezTo>
                <a:lnTo>
                  <a:pt x="432433" y="66440"/>
                </a:lnTo>
                <a:lnTo>
                  <a:pt x="424233" y="66440"/>
                </a:lnTo>
                <a:lnTo>
                  <a:pt x="424233" y="19662"/>
                </a:lnTo>
                <a:close/>
                <a:moveTo>
                  <a:pt x="490115" y="7222"/>
                </a:moveTo>
                <a:lnTo>
                  <a:pt x="476278" y="7222"/>
                </a:lnTo>
                <a:lnTo>
                  <a:pt x="476278" y="559"/>
                </a:lnTo>
                <a:lnTo>
                  <a:pt x="498315" y="559"/>
                </a:lnTo>
                <a:lnTo>
                  <a:pt x="498315" y="59684"/>
                </a:lnTo>
                <a:lnTo>
                  <a:pt x="512246" y="59684"/>
                </a:lnTo>
                <a:lnTo>
                  <a:pt x="512246" y="66440"/>
                </a:lnTo>
                <a:lnTo>
                  <a:pt x="474740" y="66440"/>
                </a:lnTo>
                <a:lnTo>
                  <a:pt x="474740" y="59684"/>
                </a:lnTo>
                <a:lnTo>
                  <a:pt x="490115" y="59684"/>
                </a:lnTo>
                <a:lnTo>
                  <a:pt x="490115" y="7222"/>
                </a:lnTo>
                <a:close/>
                <a:moveTo>
                  <a:pt x="556091" y="66440"/>
                </a:moveTo>
                <a:lnTo>
                  <a:pt x="555905" y="60137"/>
                </a:lnTo>
                <a:cubicBezTo>
                  <a:pt x="553358" y="62657"/>
                  <a:pt x="550772" y="64478"/>
                  <a:pt x="548147" y="65598"/>
                </a:cubicBezTo>
                <a:cubicBezTo>
                  <a:pt x="545523" y="66718"/>
                  <a:pt x="542766" y="67278"/>
                  <a:pt x="539877" y="67278"/>
                </a:cubicBezTo>
                <a:cubicBezTo>
                  <a:pt x="537206" y="67278"/>
                  <a:pt x="534923" y="66936"/>
                  <a:pt x="533028" y="66252"/>
                </a:cubicBezTo>
                <a:cubicBezTo>
                  <a:pt x="531134" y="65567"/>
                  <a:pt x="529573" y="64626"/>
                  <a:pt x="528346" y="63429"/>
                </a:cubicBezTo>
                <a:cubicBezTo>
                  <a:pt x="527119" y="62231"/>
                  <a:pt x="526218" y="60823"/>
                  <a:pt x="525643" y="59205"/>
                </a:cubicBezTo>
                <a:cubicBezTo>
                  <a:pt x="525069" y="57587"/>
                  <a:pt x="524782" y="55829"/>
                  <a:pt x="524782" y="53931"/>
                </a:cubicBezTo>
                <a:cubicBezTo>
                  <a:pt x="524782" y="49233"/>
                  <a:pt x="526529" y="45554"/>
                  <a:pt x="530023" y="42895"/>
                </a:cubicBezTo>
                <a:cubicBezTo>
                  <a:pt x="533517" y="40234"/>
                  <a:pt x="538681" y="38904"/>
                  <a:pt x="545515" y="38904"/>
                </a:cubicBezTo>
                <a:lnTo>
                  <a:pt x="555206" y="38904"/>
                </a:lnTo>
                <a:lnTo>
                  <a:pt x="555206" y="34818"/>
                </a:lnTo>
                <a:cubicBezTo>
                  <a:pt x="555206" y="32064"/>
                  <a:pt x="554321" y="29858"/>
                  <a:pt x="552550" y="28202"/>
                </a:cubicBezTo>
                <a:cubicBezTo>
                  <a:pt x="550780" y="26547"/>
                  <a:pt x="548077" y="25719"/>
                  <a:pt x="544443" y="25719"/>
                </a:cubicBezTo>
                <a:cubicBezTo>
                  <a:pt x="541803" y="25719"/>
                  <a:pt x="539202" y="26018"/>
                  <a:pt x="536639" y="26617"/>
                </a:cubicBezTo>
                <a:cubicBezTo>
                  <a:pt x="534077" y="27215"/>
                  <a:pt x="531429" y="28065"/>
                  <a:pt x="528695" y="29166"/>
                </a:cubicBezTo>
                <a:lnTo>
                  <a:pt x="528695" y="21851"/>
                </a:lnTo>
                <a:cubicBezTo>
                  <a:pt x="529720" y="21473"/>
                  <a:pt x="530862" y="21102"/>
                  <a:pt x="532120" y="20739"/>
                </a:cubicBezTo>
                <a:cubicBezTo>
                  <a:pt x="533378" y="20376"/>
                  <a:pt x="534706" y="20053"/>
                  <a:pt x="536103" y="19769"/>
                </a:cubicBezTo>
                <a:cubicBezTo>
                  <a:pt x="537501" y="19485"/>
                  <a:pt x="538961" y="19256"/>
                  <a:pt x="540483" y="19084"/>
                </a:cubicBezTo>
                <a:cubicBezTo>
                  <a:pt x="542005" y="18910"/>
                  <a:pt x="543542" y="18823"/>
                  <a:pt x="545095" y="18823"/>
                </a:cubicBezTo>
                <a:cubicBezTo>
                  <a:pt x="547922" y="18823"/>
                  <a:pt x="550469" y="19134"/>
                  <a:pt x="552736" y="19755"/>
                </a:cubicBezTo>
                <a:cubicBezTo>
                  <a:pt x="555004" y="20376"/>
                  <a:pt x="556922" y="21323"/>
                  <a:pt x="558491" y="22597"/>
                </a:cubicBezTo>
                <a:cubicBezTo>
                  <a:pt x="560059" y="23870"/>
                  <a:pt x="561263" y="25470"/>
                  <a:pt x="562101" y="27396"/>
                </a:cubicBezTo>
                <a:cubicBezTo>
                  <a:pt x="562940" y="29322"/>
                  <a:pt x="563359" y="31589"/>
                  <a:pt x="563359" y="34198"/>
                </a:cubicBezTo>
                <a:lnTo>
                  <a:pt x="563359" y="66440"/>
                </a:lnTo>
                <a:lnTo>
                  <a:pt x="556091" y="66440"/>
                </a:lnTo>
                <a:moveTo>
                  <a:pt x="555206" y="45101"/>
                </a:moveTo>
                <a:lnTo>
                  <a:pt x="544909" y="45101"/>
                </a:lnTo>
                <a:cubicBezTo>
                  <a:pt x="542890" y="45101"/>
                  <a:pt x="541151" y="45304"/>
                  <a:pt x="539691" y="45709"/>
                </a:cubicBezTo>
                <a:cubicBezTo>
                  <a:pt x="538231" y="46114"/>
                  <a:pt x="537035" y="46690"/>
                  <a:pt x="536103" y="47438"/>
                </a:cubicBezTo>
                <a:cubicBezTo>
                  <a:pt x="535171" y="48185"/>
                  <a:pt x="534480" y="49081"/>
                  <a:pt x="534030" y="50125"/>
                </a:cubicBezTo>
                <a:cubicBezTo>
                  <a:pt x="533580" y="51169"/>
                  <a:pt x="533354" y="52345"/>
                  <a:pt x="533354" y="53653"/>
                </a:cubicBezTo>
                <a:cubicBezTo>
                  <a:pt x="533354" y="54557"/>
                  <a:pt x="533494" y="55422"/>
                  <a:pt x="533774" y="56248"/>
                </a:cubicBezTo>
                <a:cubicBezTo>
                  <a:pt x="534053" y="57073"/>
                  <a:pt x="534504" y="57805"/>
                  <a:pt x="535125" y="58443"/>
                </a:cubicBezTo>
                <a:cubicBezTo>
                  <a:pt x="535746" y="59082"/>
                  <a:pt x="536554" y="59588"/>
                  <a:pt x="537548" y="59962"/>
                </a:cubicBezTo>
                <a:cubicBezTo>
                  <a:pt x="538542" y="60336"/>
                  <a:pt x="539753" y="60522"/>
                  <a:pt x="541182" y="60522"/>
                </a:cubicBezTo>
                <a:cubicBezTo>
                  <a:pt x="543045" y="60522"/>
                  <a:pt x="545181" y="59954"/>
                  <a:pt x="547588" y="58818"/>
                </a:cubicBezTo>
                <a:cubicBezTo>
                  <a:pt x="549995" y="57680"/>
                  <a:pt x="552535" y="55880"/>
                  <a:pt x="555206" y="53419"/>
                </a:cubicBezTo>
                <a:lnTo>
                  <a:pt x="555206" y="45101"/>
                </a:lnTo>
                <a:close/>
                <a:moveTo>
                  <a:pt x="619504" y="19662"/>
                </a:moveTo>
                <a:lnTo>
                  <a:pt x="603570" y="61501"/>
                </a:lnTo>
                <a:cubicBezTo>
                  <a:pt x="601924" y="65756"/>
                  <a:pt x="600223" y="69421"/>
                  <a:pt x="598468" y="72497"/>
                </a:cubicBezTo>
                <a:cubicBezTo>
                  <a:pt x="596713" y="75572"/>
                  <a:pt x="594795" y="78095"/>
                  <a:pt x="592714" y="80068"/>
                </a:cubicBezTo>
                <a:cubicBezTo>
                  <a:pt x="590633" y="82040"/>
                  <a:pt x="588350" y="83492"/>
                  <a:pt x="585865" y="84424"/>
                </a:cubicBezTo>
                <a:cubicBezTo>
                  <a:pt x="583380" y="85356"/>
                  <a:pt x="580600" y="85822"/>
                  <a:pt x="577525" y="85822"/>
                </a:cubicBezTo>
                <a:cubicBezTo>
                  <a:pt x="576718" y="85822"/>
                  <a:pt x="575988" y="85806"/>
                  <a:pt x="575335" y="85775"/>
                </a:cubicBezTo>
                <a:cubicBezTo>
                  <a:pt x="574683" y="85744"/>
                  <a:pt x="573969" y="85697"/>
                  <a:pt x="573192" y="85635"/>
                </a:cubicBezTo>
                <a:lnTo>
                  <a:pt x="573192" y="78274"/>
                </a:lnTo>
                <a:cubicBezTo>
                  <a:pt x="573876" y="78367"/>
                  <a:pt x="574621" y="78453"/>
                  <a:pt x="575429" y="78530"/>
                </a:cubicBezTo>
                <a:cubicBezTo>
                  <a:pt x="576236" y="78608"/>
                  <a:pt x="577090" y="78647"/>
                  <a:pt x="577991" y="78647"/>
                </a:cubicBezTo>
                <a:cubicBezTo>
                  <a:pt x="579482" y="78647"/>
                  <a:pt x="580872" y="78429"/>
                  <a:pt x="582161" y="77994"/>
                </a:cubicBezTo>
                <a:cubicBezTo>
                  <a:pt x="583450" y="77559"/>
                  <a:pt x="584669" y="76853"/>
                  <a:pt x="585819" y="75874"/>
                </a:cubicBezTo>
                <a:cubicBezTo>
                  <a:pt x="586968" y="74896"/>
                  <a:pt x="588070" y="73630"/>
                  <a:pt x="589127" y="72077"/>
                </a:cubicBezTo>
                <a:cubicBezTo>
                  <a:pt x="590183" y="70524"/>
                  <a:pt x="591208" y="68645"/>
                  <a:pt x="592202" y="66440"/>
                </a:cubicBezTo>
                <a:lnTo>
                  <a:pt x="573518" y="19662"/>
                </a:lnTo>
                <a:lnTo>
                  <a:pt x="582744" y="19662"/>
                </a:lnTo>
                <a:lnTo>
                  <a:pt x="594578" y="50598"/>
                </a:lnTo>
                <a:lnTo>
                  <a:pt x="596954" y="57867"/>
                </a:lnTo>
                <a:lnTo>
                  <a:pt x="599656" y="50412"/>
                </a:lnTo>
                <a:lnTo>
                  <a:pt x="610605" y="19662"/>
                </a:lnTo>
                <a:lnTo>
                  <a:pt x="619504" y="19662"/>
                </a:lnTo>
                <a:close/>
                <a:moveTo>
                  <a:pt x="667356" y="559"/>
                </a:moveTo>
                <a:lnTo>
                  <a:pt x="635394" y="76503"/>
                </a:lnTo>
                <a:lnTo>
                  <a:pt x="627660" y="76503"/>
                </a:lnTo>
                <a:lnTo>
                  <a:pt x="659622" y="559"/>
                </a:lnTo>
                <a:lnTo>
                  <a:pt x="667356" y="559"/>
                </a:lnTo>
                <a:close/>
                <a:moveTo>
                  <a:pt x="722336" y="42678"/>
                </a:moveTo>
                <a:cubicBezTo>
                  <a:pt x="722336" y="46312"/>
                  <a:pt x="721823" y="49643"/>
                  <a:pt x="720798" y="52672"/>
                </a:cubicBezTo>
                <a:cubicBezTo>
                  <a:pt x="719773" y="55700"/>
                  <a:pt x="718298" y="58294"/>
                  <a:pt x="716372" y="60453"/>
                </a:cubicBezTo>
                <a:cubicBezTo>
                  <a:pt x="714446" y="62611"/>
                  <a:pt x="712101" y="64289"/>
                  <a:pt x="709337" y="65485"/>
                </a:cubicBezTo>
                <a:cubicBezTo>
                  <a:pt x="706572" y="66680"/>
                  <a:pt x="703435" y="67278"/>
                  <a:pt x="699925" y="67278"/>
                </a:cubicBezTo>
                <a:cubicBezTo>
                  <a:pt x="696571" y="67278"/>
                  <a:pt x="693566" y="66758"/>
                  <a:pt x="690910" y="65717"/>
                </a:cubicBezTo>
                <a:cubicBezTo>
                  <a:pt x="688254" y="64677"/>
                  <a:pt x="686002" y="63147"/>
                  <a:pt x="684154" y="61128"/>
                </a:cubicBezTo>
                <a:cubicBezTo>
                  <a:pt x="682306" y="59109"/>
                  <a:pt x="680893" y="56609"/>
                  <a:pt x="679914" y="53627"/>
                </a:cubicBezTo>
                <a:cubicBezTo>
                  <a:pt x="678936" y="50645"/>
                  <a:pt x="678447" y="47213"/>
                  <a:pt x="678447" y="43330"/>
                </a:cubicBezTo>
                <a:cubicBezTo>
                  <a:pt x="678447" y="39696"/>
                  <a:pt x="678959" y="36380"/>
                  <a:pt x="679984" y="33383"/>
                </a:cubicBezTo>
                <a:cubicBezTo>
                  <a:pt x="681009" y="30385"/>
                  <a:pt x="682485" y="27807"/>
                  <a:pt x="684410" y="25649"/>
                </a:cubicBezTo>
                <a:cubicBezTo>
                  <a:pt x="686336" y="23490"/>
                  <a:pt x="688681" y="21813"/>
                  <a:pt x="691446" y="20617"/>
                </a:cubicBezTo>
                <a:cubicBezTo>
                  <a:pt x="694210" y="19421"/>
                  <a:pt x="697347" y="18823"/>
                  <a:pt x="700857" y="18823"/>
                </a:cubicBezTo>
                <a:cubicBezTo>
                  <a:pt x="704212" y="18823"/>
                  <a:pt x="707217" y="19343"/>
                  <a:pt x="709873" y="20384"/>
                </a:cubicBezTo>
                <a:cubicBezTo>
                  <a:pt x="712528" y="21424"/>
                  <a:pt x="714780" y="22946"/>
                  <a:pt x="716628" y="24950"/>
                </a:cubicBezTo>
                <a:cubicBezTo>
                  <a:pt x="718477" y="26953"/>
                  <a:pt x="719890" y="29446"/>
                  <a:pt x="720868" y="32428"/>
                </a:cubicBezTo>
                <a:cubicBezTo>
                  <a:pt x="721847" y="35410"/>
                  <a:pt x="722336" y="38826"/>
                  <a:pt x="722336" y="42678"/>
                </a:cubicBezTo>
                <a:moveTo>
                  <a:pt x="714043" y="43051"/>
                </a:moveTo>
                <a:cubicBezTo>
                  <a:pt x="714043" y="40162"/>
                  <a:pt x="713724" y="37638"/>
                  <a:pt x="713087" y="35480"/>
                </a:cubicBezTo>
                <a:cubicBezTo>
                  <a:pt x="712451" y="33321"/>
                  <a:pt x="711542" y="31519"/>
                  <a:pt x="710362" y="30075"/>
                </a:cubicBezTo>
                <a:cubicBezTo>
                  <a:pt x="709182" y="28631"/>
                  <a:pt x="707745" y="27543"/>
                  <a:pt x="706052" y="26813"/>
                </a:cubicBezTo>
                <a:cubicBezTo>
                  <a:pt x="704359" y="26084"/>
                  <a:pt x="702472" y="25719"/>
                  <a:pt x="700391" y="25719"/>
                </a:cubicBezTo>
                <a:cubicBezTo>
                  <a:pt x="697969" y="25719"/>
                  <a:pt x="695895" y="26192"/>
                  <a:pt x="694171" y="27140"/>
                </a:cubicBezTo>
                <a:cubicBezTo>
                  <a:pt x="692447" y="28087"/>
                  <a:pt x="691034" y="29353"/>
                  <a:pt x="689931" y="30937"/>
                </a:cubicBezTo>
                <a:cubicBezTo>
                  <a:pt x="688829" y="32521"/>
                  <a:pt x="688021" y="34361"/>
                  <a:pt x="687509" y="36458"/>
                </a:cubicBezTo>
                <a:cubicBezTo>
                  <a:pt x="686996" y="38555"/>
                  <a:pt x="686740" y="40752"/>
                  <a:pt x="686740" y="43051"/>
                </a:cubicBezTo>
                <a:cubicBezTo>
                  <a:pt x="686740" y="45939"/>
                  <a:pt x="687058" y="48471"/>
                  <a:pt x="687695" y="50645"/>
                </a:cubicBezTo>
                <a:cubicBezTo>
                  <a:pt x="688332" y="52819"/>
                  <a:pt x="689240" y="54629"/>
                  <a:pt x="690421" y="56073"/>
                </a:cubicBezTo>
                <a:cubicBezTo>
                  <a:pt x="691601" y="57517"/>
                  <a:pt x="693030" y="58604"/>
                  <a:pt x="694707" y="59334"/>
                </a:cubicBezTo>
                <a:cubicBezTo>
                  <a:pt x="696384" y="60064"/>
                  <a:pt x="698279" y="60429"/>
                  <a:pt x="700391" y="60429"/>
                </a:cubicBezTo>
                <a:cubicBezTo>
                  <a:pt x="702814" y="60429"/>
                  <a:pt x="704887" y="59956"/>
                  <a:pt x="706611" y="59008"/>
                </a:cubicBezTo>
                <a:cubicBezTo>
                  <a:pt x="708335" y="58061"/>
                  <a:pt x="709748" y="56795"/>
                  <a:pt x="710851" y="55211"/>
                </a:cubicBezTo>
                <a:cubicBezTo>
                  <a:pt x="711954" y="53627"/>
                  <a:pt x="712761" y="51787"/>
                  <a:pt x="713274" y="49690"/>
                </a:cubicBezTo>
                <a:cubicBezTo>
                  <a:pt x="713786" y="47593"/>
                  <a:pt x="714043" y="45380"/>
                  <a:pt x="714043" y="43051"/>
                </a:cubicBezTo>
                <a:close/>
                <a:moveTo>
                  <a:pt x="729094" y="19662"/>
                </a:moveTo>
                <a:lnTo>
                  <a:pt x="738319" y="19662"/>
                </a:lnTo>
                <a:lnTo>
                  <a:pt x="749780" y="50598"/>
                </a:lnTo>
                <a:lnTo>
                  <a:pt x="752250" y="58146"/>
                </a:lnTo>
                <a:lnTo>
                  <a:pt x="754812" y="50412"/>
                </a:lnTo>
                <a:lnTo>
                  <a:pt x="766181" y="19662"/>
                </a:lnTo>
                <a:lnTo>
                  <a:pt x="775080" y="19662"/>
                </a:lnTo>
                <a:lnTo>
                  <a:pt x="756723" y="66440"/>
                </a:lnTo>
                <a:lnTo>
                  <a:pt x="747404" y="66440"/>
                </a:lnTo>
                <a:lnTo>
                  <a:pt x="729094" y="19662"/>
                </a:lnTo>
                <a:close/>
                <a:moveTo>
                  <a:pt x="824842" y="40581"/>
                </a:moveTo>
                <a:cubicBezTo>
                  <a:pt x="824842" y="41731"/>
                  <a:pt x="824826" y="42693"/>
                  <a:pt x="824795" y="43470"/>
                </a:cubicBezTo>
                <a:cubicBezTo>
                  <a:pt x="824764" y="44246"/>
                  <a:pt x="824717" y="44976"/>
                  <a:pt x="824655" y="45660"/>
                </a:cubicBezTo>
                <a:lnTo>
                  <a:pt x="791808" y="45660"/>
                </a:lnTo>
                <a:cubicBezTo>
                  <a:pt x="791808" y="50443"/>
                  <a:pt x="793144" y="54116"/>
                  <a:pt x="795815" y="56679"/>
                </a:cubicBezTo>
                <a:cubicBezTo>
                  <a:pt x="798486" y="59241"/>
                  <a:pt x="802338" y="60522"/>
                  <a:pt x="807370" y="60522"/>
                </a:cubicBezTo>
                <a:cubicBezTo>
                  <a:pt x="808736" y="60522"/>
                  <a:pt x="810103" y="60467"/>
                  <a:pt x="811470" y="60357"/>
                </a:cubicBezTo>
                <a:cubicBezTo>
                  <a:pt x="812837" y="60245"/>
                  <a:pt x="814157" y="60094"/>
                  <a:pt x="815430" y="59904"/>
                </a:cubicBezTo>
                <a:cubicBezTo>
                  <a:pt x="816704" y="59712"/>
                  <a:pt x="817923" y="59498"/>
                  <a:pt x="819088" y="59260"/>
                </a:cubicBezTo>
                <a:cubicBezTo>
                  <a:pt x="820252" y="59021"/>
                  <a:pt x="821332" y="58759"/>
                  <a:pt x="822326" y="58472"/>
                </a:cubicBezTo>
                <a:lnTo>
                  <a:pt x="822326" y="65135"/>
                </a:lnTo>
                <a:cubicBezTo>
                  <a:pt x="820120" y="65770"/>
                  <a:pt x="817628" y="66286"/>
                  <a:pt x="814848" y="66683"/>
                </a:cubicBezTo>
                <a:cubicBezTo>
                  <a:pt x="812068" y="67080"/>
                  <a:pt x="809187" y="67278"/>
                  <a:pt x="806205" y="67278"/>
                </a:cubicBezTo>
                <a:cubicBezTo>
                  <a:pt x="802198" y="67278"/>
                  <a:pt x="798750" y="66735"/>
                  <a:pt x="795862" y="65648"/>
                </a:cubicBezTo>
                <a:cubicBezTo>
                  <a:pt x="792973" y="64560"/>
                  <a:pt x="790605" y="62984"/>
                  <a:pt x="788756" y="60919"/>
                </a:cubicBezTo>
                <a:cubicBezTo>
                  <a:pt x="786908" y="58853"/>
                  <a:pt x="785542" y="56321"/>
                  <a:pt x="784656" y="53324"/>
                </a:cubicBezTo>
                <a:cubicBezTo>
                  <a:pt x="783771" y="50327"/>
                  <a:pt x="783329" y="46933"/>
                  <a:pt x="783329" y="43144"/>
                </a:cubicBezTo>
                <a:cubicBezTo>
                  <a:pt x="783329" y="39851"/>
                  <a:pt x="783802" y="36737"/>
                  <a:pt x="784750" y="33802"/>
                </a:cubicBezTo>
                <a:cubicBezTo>
                  <a:pt x="785697" y="30867"/>
                  <a:pt x="787079" y="28289"/>
                  <a:pt x="788896" y="26068"/>
                </a:cubicBezTo>
                <a:cubicBezTo>
                  <a:pt x="790713" y="23847"/>
                  <a:pt x="792942" y="22084"/>
                  <a:pt x="795582" y="20780"/>
                </a:cubicBezTo>
                <a:cubicBezTo>
                  <a:pt x="798222" y="19475"/>
                  <a:pt x="801220" y="18823"/>
                  <a:pt x="804574" y="18823"/>
                </a:cubicBezTo>
                <a:cubicBezTo>
                  <a:pt x="807836" y="18823"/>
                  <a:pt x="810724" y="19336"/>
                  <a:pt x="813240" y="20361"/>
                </a:cubicBezTo>
                <a:cubicBezTo>
                  <a:pt x="815756" y="21386"/>
                  <a:pt x="817876" y="22838"/>
                  <a:pt x="819600" y="24717"/>
                </a:cubicBezTo>
                <a:cubicBezTo>
                  <a:pt x="821324" y="26596"/>
                  <a:pt x="822629" y="28879"/>
                  <a:pt x="823514" y="31566"/>
                </a:cubicBezTo>
                <a:cubicBezTo>
                  <a:pt x="824399" y="34253"/>
                  <a:pt x="824842" y="37258"/>
                  <a:pt x="824842" y="40581"/>
                </a:cubicBezTo>
                <a:moveTo>
                  <a:pt x="816409" y="39416"/>
                </a:moveTo>
                <a:cubicBezTo>
                  <a:pt x="816502" y="37335"/>
                  <a:pt x="816300" y="35433"/>
                  <a:pt x="815803" y="33709"/>
                </a:cubicBezTo>
                <a:cubicBezTo>
                  <a:pt x="815306" y="31985"/>
                  <a:pt x="814537" y="30502"/>
                  <a:pt x="813497" y="29260"/>
                </a:cubicBezTo>
                <a:cubicBezTo>
                  <a:pt x="812456" y="28017"/>
                  <a:pt x="811159" y="27046"/>
                  <a:pt x="809606" y="26348"/>
                </a:cubicBezTo>
                <a:cubicBezTo>
                  <a:pt x="808053" y="25649"/>
                  <a:pt x="806252" y="25299"/>
                  <a:pt x="804202" y="25299"/>
                </a:cubicBezTo>
                <a:cubicBezTo>
                  <a:pt x="802431" y="25299"/>
                  <a:pt x="800816" y="25641"/>
                  <a:pt x="799356" y="26324"/>
                </a:cubicBezTo>
                <a:cubicBezTo>
                  <a:pt x="797896" y="27008"/>
                  <a:pt x="796638" y="27970"/>
                  <a:pt x="795582" y="29213"/>
                </a:cubicBezTo>
                <a:cubicBezTo>
                  <a:pt x="794526" y="30455"/>
                  <a:pt x="793672" y="31946"/>
                  <a:pt x="793020" y="33686"/>
                </a:cubicBezTo>
                <a:cubicBezTo>
                  <a:pt x="792367" y="35425"/>
                  <a:pt x="791964" y="37335"/>
                  <a:pt x="791808" y="39416"/>
                </a:cubicBezTo>
                <a:lnTo>
                  <a:pt x="816409" y="39416"/>
                </a:lnTo>
                <a:close/>
                <a:moveTo>
                  <a:pt x="839101" y="19662"/>
                </a:moveTo>
                <a:lnTo>
                  <a:pt x="846509" y="19662"/>
                </a:lnTo>
                <a:lnTo>
                  <a:pt x="846742" y="28259"/>
                </a:lnTo>
                <a:cubicBezTo>
                  <a:pt x="849506" y="24943"/>
                  <a:pt x="852232" y="22542"/>
                  <a:pt x="854919" y="21055"/>
                </a:cubicBezTo>
                <a:cubicBezTo>
                  <a:pt x="857605" y="19567"/>
                  <a:pt x="860315" y="18823"/>
                  <a:pt x="863049" y="18823"/>
                </a:cubicBezTo>
                <a:cubicBezTo>
                  <a:pt x="867894" y="18823"/>
                  <a:pt x="871567" y="20388"/>
                  <a:pt x="874068" y="23517"/>
                </a:cubicBezTo>
                <a:cubicBezTo>
                  <a:pt x="876568" y="26647"/>
                  <a:pt x="877725" y="31294"/>
                  <a:pt x="877539" y="37460"/>
                </a:cubicBezTo>
                <a:lnTo>
                  <a:pt x="869339" y="37460"/>
                </a:lnTo>
                <a:cubicBezTo>
                  <a:pt x="869432" y="33376"/>
                  <a:pt x="868834" y="30414"/>
                  <a:pt x="867545" y="28574"/>
                </a:cubicBezTo>
                <a:cubicBezTo>
                  <a:pt x="866256" y="26732"/>
                  <a:pt x="864369" y="25812"/>
                  <a:pt x="861884" y="25812"/>
                </a:cubicBezTo>
                <a:cubicBezTo>
                  <a:pt x="860797" y="25812"/>
                  <a:pt x="859702" y="26005"/>
                  <a:pt x="858599" y="26393"/>
                </a:cubicBezTo>
                <a:cubicBezTo>
                  <a:pt x="857497" y="26779"/>
                  <a:pt x="856363" y="27397"/>
                  <a:pt x="855198" y="28248"/>
                </a:cubicBezTo>
                <a:cubicBezTo>
                  <a:pt x="854033" y="29098"/>
                  <a:pt x="852799" y="30188"/>
                  <a:pt x="851494" y="31519"/>
                </a:cubicBezTo>
                <a:cubicBezTo>
                  <a:pt x="850189" y="32849"/>
                  <a:pt x="848792" y="34457"/>
                  <a:pt x="847301" y="36344"/>
                </a:cubicBezTo>
                <a:lnTo>
                  <a:pt x="847301" y="66440"/>
                </a:lnTo>
                <a:lnTo>
                  <a:pt x="839101" y="66440"/>
                </a:lnTo>
                <a:lnTo>
                  <a:pt x="839101" y="19662"/>
                </a:lnTo>
                <a:close/>
                <a:moveTo>
                  <a:pt x="904983" y="7222"/>
                </a:moveTo>
                <a:lnTo>
                  <a:pt x="891145" y="7222"/>
                </a:lnTo>
                <a:lnTo>
                  <a:pt x="891145" y="559"/>
                </a:lnTo>
                <a:lnTo>
                  <a:pt x="913183" y="559"/>
                </a:lnTo>
                <a:lnTo>
                  <a:pt x="913183" y="59684"/>
                </a:lnTo>
                <a:lnTo>
                  <a:pt x="927114" y="59684"/>
                </a:lnTo>
                <a:lnTo>
                  <a:pt x="927114" y="66440"/>
                </a:lnTo>
                <a:lnTo>
                  <a:pt x="889608" y="66440"/>
                </a:lnTo>
                <a:lnTo>
                  <a:pt x="889608" y="59684"/>
                </a:lnTo>
                <a:lnTo>
                  <a:pt x="904983" y="59684"/>
                </a:lnTo>
                <a:lnTo>
                  <a:pt x="904983" y="7222"/>
                </a:lnTo>
                <a:close/>
                <a:moveTo>
                  <a:pt x="970959" y="66440"/>
                </a:moveTo>
                <a:lnTo>
                  <a:pt x="970772" y="60137"/>
                </a:lnTo>
                <a:cubicBezTo>
                  <a:pt x="968225" y="62657"/>
                  <a:pt x="965640" y="64478"/>
                  <a:pt x="963015" y="65598"/>
                </a:cubicBezTo>
                <a:cubicBezTo>
                  <a:pt x="960390" y="66718"/>
                  <a:pt x="957634" y="67278"/>
                  <a:pt x="954745" y="67278"/>
                </a:cubicBezTo>
                <a:cubicBezTo>
                  <a:pt x="952074" y="67278"/>
                  <a:pt x="949791" y="66936"/>
                  <a:pt x="947896" y="66252"/>
                </a:cubicBezTo>
                <a:cubicBezTo>
                  <a:pt x="946001" y="65567"/>
                  <a:pt x="944440" y="64626"/>
                  <a:pt x="943214" y="63429"/>
                </a:cubicBezTo>
                <a:cubicBezTo>
                  <a:pt x="941987" y="62231"/>
                  <a:pt x="941086" y="60823"/>
                  <a:pt x="940511" y="59205"/>
                </a:cubicBezTo>
                <a:cubicBezTo>
                  <a:pt x="939937" y="57587"/>
                  <a:pt x="939649" y="55829"/>
                  <a:pt x="939649" y="53931"/>
                </a:cubicBezTo>
                <a:cubicBezTo>
                  <a:pt x="939649" y="49233"/>
                  <a:pt x="941396" y="45554"/>
                  <a:pt x="944891" y="42895"/>
                </a:cubicBezTo>
                <a:cubicBezTo>
                  <a:pt x="948385" y="40234"/>
                  <a:pt x="953549" y="38904"/>
                  <a:pt x="960383" y="38904"/>
                </a:cubicBezTo>
                <a:lnTo>
                  <a:pt x="970074" y="38904"/>
                </a:lnTo>
                <a:lnTo>
                  <a:pt x="970074" y="34818"/>
                </a:lnTo>
                <a:cubicBezTo>
                  <a:pt x="970074" y="32064"/>
                  <a:pt x="969188" y="29858"/>
                  <a:pt x="967418" y="28202"/>
                </a:cubicBezTo>
                <a:cubicBezTo>
                  <a:pt x="965647" y="26547"/>
                  <a:pt x="962945" y="25719"/>
                  <a:pt x="959311" y="25719"/>
                </a:cubicBezTo>
                <a:cubicBezTo>
                  <a:pt x="956671" y="25719"/>
                  <a:pt x="954069" y="26018"/>
                  <a:pt x="951507" y="26617"/>
                </a:cubicBezTo>
                <a:cubicBezTo>
                  <a:pt x="948944" y="27215"/>
                  <a:pt x="946296" y="28065"/>
                  <a:pt x="943563" y="29166"/>
                </a:cubicBezTo>
                <a:lnTo>
                  <a:pt x="943563" y="21851"/>
                </a:lnTo>
                <a:cubicBezTo>
                  <a:pt x="944588" y="21473"/>
                  <a:pt x="945729" y="21102"/>
                  <a:pt x="946987" y="20739"/>
                </a:cubicBezTo>
                <a:cubicBezTo>
                  <a:pt x="948245" y="20376"/>
                  <a:pt x="949573" y="20053"/>
                  <a:pt x="950971" y="19769"/>
                </a:cubicBezTo>
                <a:cubicBezTo>
                  <a:pt x="952369" y="19485"/>
                  <a:pt x="953829" y="19256"/>
                  <a:pt x="955351" y="19084"/>
                </a:cubicBezTo>
                <a:cubicBezTo>
                  <a:pt x="956873" y="18910"/>
                  <a:pt x="958410" y="18823"/>
                  <a:pt x="959963" y="18823"/>
                </a:cubicBezTo>
                <a:cubicBezTo>
                  <a:pt x="962790" y="18823"/>
                  <a:pt x="965337" y="19134"/>
                  <a:pt x="967604" y="19755"/>
                </a:cubicBezTo>
                <a:cubicBezTo>
                  <a:pt x="969872" y="20376"/>
                  <a:pt x="971790" y="21323"/>
                  <a:pt x="973358" y="22597"/>
                </a:cubicBezTo>
                <a:cubicBezTo>
                  <a:pt x="974927" y="23870"/>
                  <a:pt x="976131" y="25470"/>
                  <a:pt x="976969" y="27396"/>
                </a:cubicBezTo>
                <a:cubicBezTo>
                  <a:pt x="977808" y="29322"/>
                  <a:pt x="978227" y="31589"/>
                  <a:pt x="978227" y="34198"/>
                </a:cubicBezTo>
                <a:lnTo>
                  <a:pt x="978227" y="66440"/>
                </a:lnTo>
                <a:lnTo>
                  <a:pt x="970959" y="66440"/>
                </a:lnTo>
                <a:moveTo>
                  <a:pt x="970074" y="45101"/>
                </a:moveTo>
                <a:lnTo>
                  <a:pt x="959777" y="45101"/>
                </a:lnTo>
                <a:cubicBezTo>
                  <a:pt x="957758" y="45101"/>
                  <a:pt x="956018" y="45304"/>
                  <a:pt x="954559" y="45709"/>
                </a:cubicBezTo>
                <a:cubicBezTo>
                  <a:pt x="953099" y="46114"/>
                  <a:pt x="951903" y="46690"/>
                  <a:pt x="950971" y="47438"/>
                </a:cubicBezTo>
                <a:cubicBezTo>
                  <a:pt x="950039" y="48185"/>
                  <a:pt x="949348" y="49081"/>
                  <a:pt x="948898" y="50125"/>
                </a:cubicBezTo>
                <a:cubicBezTo>
                  <a:pt x="948447" y="51169"/>
                  <a:pt x="948222" y="52345"/>
                  <a:pt x="948222" y="53653"/>
                </a:cubicBezTo>
                <a:cubicBezTo>
                  <a:pt x="948222" y="54557"/>
                  <a:pt x="948362" y="55422"/>
                  <a:pt x="948641" y="56248"/>
                </a:cubicBezTo>
                <a:cubicBezTo>
                  <a:pt x="948921" y="57073"/>
                  <a:pt x="949371" y="57805"/>
                  <a:pt x="949993" y="58443"/>
                </a:cubicBezTo>
                <a:cubicBezTo>
                  <a:pt x="950614" y="59082"/>
                  <a:pt x="951421" y="59588"/>
                  <a:pt x="952415" y="59962"/>
                </a:cubicBezTo>
                <a:cubicBezTo>
                  <a:pt x="953409" y="60336"/>
                  <a:pt x="954621" y="60522"/>
                  <a:pt x="956050" y="60522"/>
                </a:cubicBezTo>
                <a:cubicBezTo>
                  <a:pt x="957913" y="60522"/>
                  <a:pt x="960049" y="59954"/>
                  <a:pt x="962456" y="58818"/>
                </a:cubicBezTo>
                <a:cubicBezTo>
                  <a:pt x="964863" y="57680"/>
                  <a:pt x="967402" y="55880"/>
                  <a:pt x="970074" y="53419"/>
                </a:cubicBezTo>
                <a:lnTo>
                  <a:pt x="970074" y="45101"/>
                </a:lnTo>
                <a:close/>
                <a:moveTo>
                  <a:pt x="1034372" y="19662"/>
                </a:moveTo>
                <a:lnTo>
                  <a:pt x="1018438" y="61501"/>
                </a:lnTo>
                <a:cubicBezTo>
                  <a:pt x="1016791" y="65756"/>
                  <a:pt x="1015091" y="69421"/>
                  <a:pt x="1013336" y="72497"/>
                </a:cubicBezTo>
                <a:cubicBezTo>
                  <a:pt x="1011581" y="75572"/>
                  <a:pt x="1009663" y="78095"/>
                  <a:pt x="1007582" y="80068"/>
                </a:cubicBezTo>
                <a:cubicBezTo>
                  <a:pt x="1005501" y="82040"/>
                  <a:pt x="1003218" y="83492"/>
                  <a:pt x="1000733" y="84424"/>
                </a:cubicBezTo>
                <a:cubicBezTo>
                  <a:pt x="998248" y="85356"/>
                  <a:pt x="995468" y="85822"/>
                  <a:pt x="992393" y="85822"/>
                </a:cubicBezTo>
                <a:cubicBezTo>
                  <a:pt x="991585" y="85822"/>
                  <a:pt x="990855" y="85806"/>
                  <a:pt x="990203" y="85775"/>
                </a:cubicBezTo>
                <a:cubicBezTo>
                  <a:pt x="989551" y="85744"/>
                  <a:pt x="988837" y="85697"/>
                  <a:pt x="988060" y="85635"/>
                </a:cubicBezTo>
                <a:lnTo>
                  <a:pt x="988060" y="78274"/>
                </a:lnTo>
                <a:cubicBezTo>
                  <a:pt x="988743" y="78367"/>
                  <a:pt x="989489" y="78453"/>
                  <a:pt x="990296" y="78530"/>
                </a:cubicBezTo>
                <a:cubicBezTo>
                  <a:pt x="991104" y="78608"/>
                  <a:pt x="991958" y="78647"/>
                  <a:pt x="992859" y="78647"/>
                </a:cubicBezTo>
                <a:cubicBezTo>
                  <a:pt x="994350" y="78647"/>
                  <a:pt x="995740" y="78429"/>
                  <a:pt x="997029" y="77994"/>
                </a:cubicBezTo>
                <a:cubicBezTo>
                  <a:pt x="998318" y="77559"/>
                  <a:pt x="999537" y="76853"/>
                  <a:pt x="1000686" y="75874"/>
                </a:cubicBezTo>
                <a:cubicBezTo>
                  <a:pt x="1001836" y="74896"/>
                  <a:pt x="1002938" y="73630"/>
                  <a:pt x="1003994" y="72077"/>
                </a:cubicBezTo>
                <a:cubicBezTo>
                  <a:pt x="1005050" y="70524"/>
                  <a:pt x="1006075" y="68645"/>
                  <a:pt x="1007069" y="66440"/>
                </a:cubicBezTo>
                <a:lnTo>
                  <a:pt x="988386" y="19662"/>
                </a:lnTo>
                <a:lnTo>
                  <a:pt x="997611" y="19662"/>
                </a:lnTo>
                <a:lnTo>
                  <a:pt x="1009446" y="50598"/>
                </a:lnTo>
                <a:lnTo>
                  <a:pt x="1011822" y="57867"/>
                </a:lnTo>
                <a:lnTo>
                  <a:pt x="1014524" y="50412"/>
                </a:lnTo>
                <a:lnTo>
                  <a:pt x="1025473" y="19662"/>
                </a:lnTo>
                <a:lnTo>
                  <a:pt x="1034372" y="19662"/>
                </a:lnTo>
                <a:close/>
                <a:moveTo>
                  <a:pt x="1077522" y="44821"/>
                </a:moveTo>
                <a:lnTo>
                  <a:pt x="1049660" y="44821"/>
                </a:lnTo>
                <a:lnTo>
                  <a:pt x="1049660" y="37180"/>
                </a:lnTo>
                <a:lnTo>
                  <a:pt x="1077522" y="37180"/>
                </a:lnTo>
                <a:lnTo>
                  <a:pt x="1077522" y="44821"/>
                </a:lnTo>
                <a:close/>
                <a:moveTo>
                  <a:pt x="1092293" y="19662"/>
                </a:moveTo>
                <a:lnTo>
                  <a:pt x="1101518" y="19662"/>
                </a:lnTo>
                <a:lnTo>
                  <a:pt x="1112980" y="50598"/>
                </a:lnTo>
                <a:lnTo>
                  <a:pt x="1115449" y="58146"/>
                </a:lnTo>
                <a:lnTo>
                  <a:pt x="1118012" y="50412"/>
                </a:lnTo>
                <a:lnTo>
                  <a:pt x="1129380" y="19662"/>
                </a:lnTo>
                <a:lnTo>
                  <a:pt x="1138279" y="19662"/>
                </a:lnTo>
                <a:lnTo>
                  <a:pt x="1119922" y="66440"/>
                </a:lnTo>
                <a:lnTo>
                  <a:pt x="1110604" y="66440"/>
                </a:lnTo>
                <a:lnTo>
                  <a:pt x="1092293" y="19662"/>
                </a:lnTo>
                <a:close/>
                <a:moveTo>
                  <a:pt x="1188041" y="66440"/>
                </a:moveTo>
                <a:lnTo>
                  <a:pt x="1147926" y="66440"/>
                </a:lnTo>
                <a:lnTo>
                  <a:pt x="1147926" y="59171"/>
                </a:lnTo>
                <a:lnTo>
                  <a:pt x="1163674" y="43501"/>
                </a:lnTo>
                <a:cubicBezTo>
                  <a:pt x="1166252" y="40951"/>
                  <a:pt x="1168348" y="38743"/>
                  <a:pt x="1169964" y="36879"/>
                </a:cubicBezTo>
                <a:cubicBezTo>
                  <a:pt x="1171579" y="35013"/>
                  <a:pt x="1172837" y="33311"/>
                  <a:pt x="1173737" y="31773"/>
                </a:cubicBezTo>
                <a:cubicBezTo>
                  <a:pt x="1174638" y="30233"/>
                  <a:pt x="1175244" y="28780"/>
                  <a:pt x="1175555" y="27412"/>
                </a:cubicBezTo>
                <a:cubicBezTo>
                  <a:pt x="1175865" y="26044"/>
                  <a:pt x="1176020" y="24568"/>
                  <a:pt x="1176020" y="22983"/>
                </a:cubicBezTo>
                <a:cubicBezTo>
                  <a:pt x="1176020" y="21490"/>
                  <a:pt x="1175819" y="20067"/>
                  <a:pt x="1175415" y="18715"/>
                </a:cubicBezTo>
                <a:cubicBezTo>
                  <a:pt x="1175011" y="17362"/>
                  <a:pt x="1174390" y="16173"/>
                  <a:pt x="1173551" y="15147"/>
                </a:cubicBezTo>
                <a:cubicBezTo>
                  <a:pt x="1172712" y="14120"/>
                  <a:pt x="1171625" y="13311"/>
                  <a:pt x="1170290" y="12721"/>
                </a:cubicBezTo>
                <a:cubicBezTo>
                  <a:pt x="1168954" y="12130"/>
                  <a:pt x="1167354" y="11834"/>
                  <a:pt x="1165491" y="11834"/>
                </a:cubicBezTo>
                <a:cubicBezTo>
                  <a:pt x="1162913" y="11834"/>
                  <a:pt x="1160568" y="12413"/>
                  <a:pt x="1158455" y="13571"/>
                </a:cubicBezTo>
                <a:cubicBezTo>
                  <a:pt x="1156343" y="14729"/>
                  <a:pt x="1154402" y="16231"/>
                  <a:pt x="1152631" y="18078"/>
                </a:cubicBezTo>
                <a:lnTo>
                  <a:pt x="1148159" y="12701"/>
                </a:lnTo>
                <a:cubicBezTo>
                  <a:pt x="1150457" y="10269"/>
                  <a:pt x="1153105" y="8321"/>
                  <a:pt x="1156103" y="6856"/>
                </a:cubicBezTo>
                <a:cubicBezTo>
                  <a:pt x="1159100" y="5392"/>
                  <a:pt x="1162587" y="4659"/>
                  <a:pt x="1166562" y="4659"/>
                </a:cubicBezTo>
                <a:cubicBezTo>
                  <a:pt x="1169265" y="4659"/>
                  <a:pt x="1171726" y="5063"/>
                  <a:pt x="1173947" y="5872"/>
                </a:cubicBezTo>
                <a:cubicBezTo>
                  <a:pt x="1176168" y="6680"/>
                  <a:pt x="1178086" y="7845"/>
                  <a:pt x="1179701" y="9369"/>
                </a:cubicBezTo>
                <a:cubicBezTo>
                  <a:pt x="1181316" y="10892"/>
                  <a:pt x="1182567" y="12757"/>
                  <a:pt x="1183452" y="14965"/>
                </a:cubicBezTo>
                <a:cubicBezTo>
                  <a:pt x="1184337" y="17172"/>
                  <a:pt x="1184780" y="19659"/>
                  <a:pt x="1184780" y="22427"/>
                </a:cubicBezTo>
                <a:cubicBezTo>
                  <a:pt x="1184780" y="24758"/>
                  <a:pt x="1184469" y="26919"/>
                  <a:pt x="1183848" y="28909"/>
                </a:cubicBezTo>
                <a:cubicBezTo>
                  <a:pt x="1183227" y="30898"/>
                  <a:pt x="1182287" y="32879"/>
                  <a:pt x="1181029" y="34853"/>
                </a:cubicBezTo>
                <a:cubicBezTo>
                  <a:pt x="1179771" y="36828"/>
                  <a:pt x="1178187" y="38872"/>
                  <a:pt x="1176277" y="40986"/>
                </a:cubicBezTo>
                <a:cubicBezTo>
                  <a:pt x="1174366" y="43099"/>
                  <a:pt x="1172107" y="45415"/>
                  <a:pt x="1169498" y="47934"/>
                </a:cubicBezTo>
                <a:lnTo>
                  <a:pt x="1158455" y="58705"/>
                </a:lnTo>
                <a:lnTo>
                  <a:pt x="1188041" y="58705"/>
                </a:lnTo>
                <a:lnTo>
                  <a:pt x="1188041" y="66440"/>
                </a:lnTo>
                <a:close/>
                <a:moveTo>
                  <a:pt x="1218794" y="51763"/>
                </a:moveTo>
                <a:cubicBezTo>
                  <a:pt x="1219850" y="51763"/>
                  <a:pt x="1220851" y="51965"/>
                  <a:pt x="1221799" y="52369"/>
                </a:cubicBezTo>
                <a:cubicBezTo>
                  <a:pt x="1222746" y="52773"/>
                  <a:pt x="1223569" y="53332"/>
                  <a:pt x="1224268" y="54046"/>
                </a:cubicBezTo>
                <a:cubicBezTo>
                  <a:pt x="1224967" y="54761"/>
                  <a:pt x="1225518" y="55592"/>
                  <a:pt x="1225922" y="56539"/>
                </a:cubicBezTo>
                <a:cubicBezTo>
                  <a:pt x="1226326" y="57486"/>
                  <a:pt x="1226528" y="58504"/>
                  <a:pt x="1226528" y="59591"/>
                </a:cubicBezTo>
                <a:cubicBezTo>
                  <a:pt x="1226528" y="60647"/>
                  <a:pt x="1226326" y="61641"/>
                  <a:pt x="1225922" y="62573"/>
                </a:cubicBezTo>
                <a:cubicBezTo>
                  <a:pt x="1225518" y="63504"/>
                  <a:pt x="1224967" y="64320"/>
                  <a:pt x="1224268" y="65019"/>
                </a:cubicBezTo>
                <a:cubicBezTo>
                  <a:pt x="1223569" y="65717"/>
                  <a:pt x="1222746" y="66269"/>
                  <a:pt x="1221799" y="66673"/>
                </a:cubicBezTo>
                <a:cubicBezTo>
                  <a:pt x="1220851" y="67076"/>
                  <a:pt x="1219850" y="67278"/>
                  <a:pt x="1218794" y="67278"/>
                </a:cubicBezTo>
                <a:cubicBezTo>
                  <a:pt x="1217707" y="67278"/>
                  <a:pt x="1216697" y="67076"/>
                  <a:pt x="1215765" y="66673"/>
                </a:cubicBezTo>
                <a:cubicBezTo>
                  <a:pt x="1214833" y="66269"/>
                  <a:pt x="1214018" y="65717"/>
                  <a:pt x="1213319" y="65019"/>
                </a:cubicBezTo>
                <a:cubicBezTo>
                  <a:pt x="1212620" y="64320"/>
                  <a:pt x="1212069" y="63504"/>
                  <a:pt x="1211665" y="62573"/>
                </a:cubicBezTo>
                <a:cubicBezTo>
                  <a:pt x="1211261" y="61641"/>
                  <a:pt x="1211059" y="60647"/>
                  <a:pt x="1211059" y="59591"/>
                </a:cubicBezTo>
                <a:cubicBezTo>
                  <a:pt x="1211059" y="58504"/>
                  <a:pt x="1211261" y="57486"/>
                  <a:pt x="1211665" y="56539"/>
                </a:cubicBezTo>
                <a:cubicBezTo>
                  <a:pt x="1212069" y="55592"/>
                  <a:pt x="1212620" y="54761"/>
                  <a:pt x="1213319" y="54046"/>
                </a:cubicBezTo>
                <a:cubicBezTo>
                  <a:pt x="1214018" y="53332"/>
                  <a:pt x="1214833" y="52773"/>
                  <a:pt x="1215765" y="52369"/>
                </a:cubicBezTo>
                <a:cubicBezTo>
                  <a:pt x="1216697" y="51965"/>
                  <a:pt x="1217707" y="51763"/>
                  <a:pt x="1218794" y="51763"/>
                </a:cubicBezTo>
                <a:close/>
                <a:moveTo>
                  <a:pt x="1283931" y="19662"/>
                </a:moveTo>
                <a:lnTo>
                  <a:pt x="1283931" y="65601"/>
                </a:lnTo>
                <a:cubicBezTo>
                  <a:pt x="1283931" y="68862"/>
                  <a:pt x="1283465" y="71759"/>
                  <a:pt x="1282533" y="74290"/>
                </a:cubicBezTo>
                <a:cubicBezTo>
                  <a:pt x="1281601" y="76822"/>
                  <a:pt x="1280266" y="78957"/>
                  <a:pt x="1278526" y="80697"/>
                </a:cubicBezTo>
                <a:cubicBezTo>
                  <a:pt x="1276787" y="82436"/>
                  <a:pt x="1274651" y="83756"/>
                  <a:pt x="1272120" y="84657"/>
                </a:cubicBezTo>
                <a:cubicBezTo>
                  <a:pt x="1269588" y="85558"/>
                  <a:pt x="1266738" y="86008"/>
                  <a:pt x="1263570" y="86008"/>
                </a:cubicBezTo>
                <a:cubicBezTo>
                  <a:pt x="1261272" y="86008"/>
                  <a:pt x="1259028" y="85794"/>
                  <a:pt x="1256838" y="85366"/>
                </a:cubicBezTo>
                <a:cubicBezTo>
                  <a:pt x="1254648" y="84939"/>
                  <a:pt x="1252668" y="84345"/>
                  <a:pt x="1250897" y="83585"/>
                </a:cubicBezTo>
                <a:lnTo>
                  <a:pt x="1250897" y="75851"/>
                </a:lnTo>
                <a:cubicBezTo>
                  <a:pt x="1251860" y="76355"/>
                  <a:pt x="1252893" y="76812"/>
                  <a:pt x="1253996" y="77221"/>
                </a:cubicBezTo>
                <a:cubicBezTo>
                  <a:pt x="1255098" y="77631"/>
                  <a:pt x="1256232" y="77977"/>
                  <a:pt x="1257397" y="78261"/>
                </a:cubicBezTo>
                <a:cubicBezTo>
                  <a:pt x="1258562" y="78545"/>
                  <a:pt x="1259734" y="78758"/>
                  <a:pt x="1260914" y="78900"/>
                </a:cubicBezTo>
                <a:cubicBezTo>
                  <a:pt x="1262095" y="79042"/>
                  <a:pt x="1263244" y="79113"/>
                  <a:pt x="1264362" y="79113"/>
                </a:cubicBezTo>
                <a:cubicBezTo>
                  <a:pt x="1267903" y="79113"/>
                  <a:pt x="1270683" y="77994"/>
                  <a:pt x="1272702" y="75758"/>
                </a:cubicBezTo>
                <a:cubicBezTo>
                  <a:pt x="1274721" y="73522"/>
                  <a:pt x="1275731" y="70229"/>
                  <a:pt x="1275731" y="65881"/>
                </a:cubicBezTo>
                <a:lnTo>
                  <a:pt x="1275731" y="26371"/>
                </a:lnTo>
                <a:lnTo>
                  <a:pt x="1252808" y="26371"/>
                </a:lnTo>
                <a:lnTo>
                  <a:pt x="1252808" y="19662"/>
                </a:lnTo>
                <a:lnTo>
                  <a:pt x="1283931" y="19662"/>
                </a:lnTo>
                <a:moveTo>
                  <a:pt x="1279039" y="0"/>
                </a:moveTo>
                <a:cubicBezTo>
                  <a:pt x="1279939" y="0"/>
                  <a:pt x="1280778" y="163"/>
                  <a:pt x="1281555" y="489"/>
                </a:cubicBezTo>
                <a:cubicBezTo>
                  <a:pt x="1282331" y="815"/>
                  <a:pt x="1283007" y="1274"/>
                  <a:pt x="1283581" y="1864"/>
                </a:cubicBezTo>
                <a:cubicBezTo>
                  <a:pt x="1284156" y="2454"/>
                  <a:pt x="1284606" y="3137"/>
                  <a:pt x="1284932" y="3914"/>
                </a:cubicBezTo>
                <a:cubicBezTo>
                  <a:pt x="1285259" y="4690"/>
                  <a:pt x="1285422" y="5513"/>
                  <a:pt x="1285422" y="6383"/>
                </a:cubicBezTo>
                <a:cubicBezTo>
                  <a:pt x="1285422" y="7284"/>
                  <a:pt x="1285259" y="8115"/>
                  <a:pt x="1284932" y="8876"/>
                </a:cubicBezTo>
                <a:cubicBezTo>
                  <a:pt x="1284606" y="9637"/>
                  <a:pt x="1284156" y="10312"/>
                  <a:pt x="1283581" y="10902"/>
                </a:cubicBezTo>
                <a:cubicBezTo>
                  <a:pt x="1283007" y="11493"/>
                  <a:pt x="1282331" y="11951"/>
                  <a:pt x="1281555" y="12277"/>
                </a:cubicBezTo>
                <a:cubicBezTo>
                  <a:pt x="1280778" y="12603"/>
                  <a:pt x="1279939" y="12766"/>
                  <a:pt x="1279039" y="12766"/>
                </a:cubicBezTo>
                <a:cubicBezTo>
                  <a:pt x="1278138" y="12766"/>
                  <a:pt x="1277299" y="12603"/>
                  <a:pt x="1276523" y="12277"/>
                </a:cubicBezTo>
                <a:cubicBezTo>
                  <a:pt x="1275746" y="11951"/>
                  <a:pt x="1275071" y="11493"/>
                  <a:pt x="1274496" y="10902"/>
                </a:cubicBezTo>
                <a:cubicBezTo>
                  <a:pt x="1273921" y="10312"/>
                  <a:pt x="1273471" y="9637"/>
                  <a:pt x="1273145" y="8876"/>
                </a:cubicBezTo>
                <a:cubicBezTo>
                  <a:pt x="1272819" y="8115"/>
                  <a:pt x="1272656" y="7284"/>
                  <a:pt x="1272656" y="6383"/>
                </a:cubicBezTo>
                <a:cubicBezTo>
                  <a:pt x="1272656" y="5513"/>
                  <a:pt x="1272819" y="4690"/>
                  <a:pt x="1273145" y="3914"/>
                </a:cubicBezTo>
                <a:cubicBezTo>
                  <a:pt x="1273471" y="3137"/>
                  <a:pt x="1273921" y="2454"/>
                  <a:pt x="1274496" y="1864"/>
                </a:cubicBezTo>
                <a:cubicBezTo>
                  <a:pt x="1275071" y="1274"/>
                  <a:pt x="1275746" y="815"/>
                  <a:pt x="1276523" y="489"/>
                </a:cubicBezTo>
                <a:cubicBezTo>
                  <a:pt x="1277299" y="163"/>
                  <a:pt x="1278138" y="0"/>
                  <a:pt x="1279039" y="0"/>
                </a:cubicBezTo>
                <a:close/>
                <a:moveTo>
                  <a:pt x="1341147" y="53674"/>
                </a:moveTo>
                <a:cubicBezTo>
                  <a:pt x="1341147" y="55320"/>
                  <a:pt x="1340868" y="56795"/>
                  <a:pt x="1340309" y="58100"/>
                </a:cubicBezTo>
                <a:cubicBezTo>
                  <a:pt x="1339749" y="59404"/>
                  <a:pt x="1338988" y="60561"/>
                  <a:pt x="1338026" y="61571"/>
                </a:cubicBezTo>
                <a:cubicBezTo>
                  <a:pt x="1337063" y="62580"/>
                  <a:pt x="1335945" y="63442"/>
                  <a:pt x="1334671" y="64157"/>
                </a:cubicBezTo>
                <a:cubicBezTo>
                  <a:pt x="1333398" y="64871"/>
                  <a:pt x="1332039" y="65461"/>
                  <a:pt x="1330594" y="65927"/>
                </a:cubicBezTo>
                <a:cubicBezTo>
                  <a:pt x="1329150" y="66393"/>
                  <a:pt x="1327667" y="66735"/>
                  <a:pt x="1326145" y="66952"/>
                </a:cubicBezTo>
                <a:cubicBezTo>
                  <a:pt x="1324623" y="67170"/>
                  <a:pt x="1323132" y="67278"/>
                  <a:pt x="1321672" y="67278"/>
                </a:cubicBezTo>
                <a:cubicBezTo>
                  <a:pt x="1318504" y="67278"/>
                  <a:pt x="1315592" y="67139"/>
                  <a:pt x="1312936" y="66859"/>
                </a:cubicBezTo>
                <a:cubicBezTo>
                  <a:pt x="1310280" y="66579"/>
                  <a:pt x="1307679" y="66129"/>
                  <a:pt x="1305132" y="65508"/>
                </a:cubicBezTo>
                <a:lnTo>
                  <a:pt x="1305132" y="58053"/>
                </a:lnTo>
                <a:cubicBezTo>
                  <a:pt x="1307865" y="58830"/>
                  <a:pt x="1310583" y="59420"/>
                  <a:pt x="1313285" y="59824"/>
                </a:cubicBezTo>
                <a:cubicBezTo>
                  <a:pt x="1315988" y="60227"/>
                  <a:pt x="1318675" y="60429"/>
                  <a:pt x="1321346" y="60429"/>
                </a:cubicBezTo>
                <a:cubicBezTo>
                  <a:pt x="1325228" y="60429"/>
                  <a:pt x="1328102" y="59901"/>
                  <a:pt x="1329965" y="58845"/>
                </a:cubicBezTo>
                <a:cubicBezTo>
                  <a:pt x="1331829" y="57789"/>
                  <a:pt x="1332761" y="56283"/>
                  <a:pt x="1332761" y="54326"/>
                </a:cubicBezTo>
                <a:cubicBezTo>
                  <a:pt x="1332761" y="53487"/>
                  <a:pt x="1332613" y="52734"/>
                  <a:pt x="1332318" y="52066"/>
                </a:cubicBezTo>
                <a:cubicBezTo>
                  <a:pt x="1332023" y="51398"/>
                  <a:pt x="1331487" y="50762"/>
                  <a:pt x="1330711" y="50156"/>
                </a:cubicBezTo>
                <a:cubicBezTo>
                  <a:pt x="1329934" y="49550"/>
                  <a:pt x="1328731" y="48921"/>
                  <a:pt x="1327100" y="48269"/>
                </a:cubicBezTo>
                <a:cubicBezTo>
                  <a:pt x="1325469" y="47617"/>
                  <a:pt x="1323241" y="46871"/>
                  <a:pt x="1320414" y="46033"/>
                </a:cubicBezTo>
                <a:cubicBezTo>
                  <a:pt x="1318302" y="45411"/>
                  <a:pt x="1316353" y="44705"/>
                  <a:pt x="1314567" y="43913"/>
                </a:cubicBezTo>
                <a:cubicBezTo>
                  <a:pt x="1312781" y="43121"/>
                  <a:pt x="1311235" y="42181"/>
                  <a:pt x="1309931" y="41094"/>
                </a:cubicBezTo>
                <a:cubicBezTo>
                  <a:pt x="1308626" y="40007"/>
                  <a:pt x="1307601" y="38733"/>
                  <a:pt x="1306856" y="37273"/>
                </a:cubicBezTo>
                <a:cubicBezTo>
                  <a:pt x="1306110" y="35813"/>
                  <a:pt x="1305738" y="34090"/>
                  <a:pt x="1305738" y="32102"/>
                </a:cubicBezTo>
                <a:cubicBezTo>
                  <a:pt x="1305738" y="30797"/>
                  <a:pt x="1306040" y="29368"/>
                  <a:pt x="1306646" y="27815"/>
                </a:cubicBezTo>
                <a:cubicBezTo>
                  <a:pt x="1307252" y="26262"/>
                  <a:pt x="1308285" y="24818"/>
                  <a:pt x="1309745" y="23482"/>
                </a:cubicBezTo>
                <a:cubicBezTo>
                  <a:pt x="1311204" y="22147"/>
                  <a:pt x="1313177" y="21036"/>
                  <a:pt x="1315662" y="20151"/>
                </a:cubicBezTo>
                <a:cubicBezTo>
                  <a:pt x="1318147" y="19266"/>
                  <a:pt x="1321253" y="18823"/>
                  <a:pt x="1324980" y="18823"/>
                </a:cubicBezTo>
                <a:cubicBezTo>
                  <a:pt x="1326813" y="18823"/>
                  <a:pt x="1328847" y="18924"/>
                  <a:pt x="1331083" y="19126"/>
                </a:cubicBezTo>
                <a:cubicBezTo>
                  <a:pt x="1333320" y="19328"/>
                  <a:pt x="1335649" y="19677"/>
                  <a:pt x="1338072" y="20174"/>
                </a:cubicBezTo>
                <a:lnTo>
                  <a:pt x="1338072" y="27396"/>
                </a:lnTo>
                <a:cubicBezTo>
                  <a:pt x="1335525" y="26775"/>
                  <a:pt x="1333110" y="26316"/>
                  <a:pt x="1330827" y="26021"/>
                </a:cubicBezTo>
                <a:cubicBezTo>
                  <a:pt x="1328544" y="25726"/>
                  <a:pt x="1326564" y="25579"/>
                  <a:pt x="1324887" y="25579"/>
                </a:cubicBezTo>
                <a:cubicBezTo>
                  <a:pt x="1322868" y="25579"/>
                  <a:pt x="1321167" y="25734"/>
                  <a:pt x="1319785" y="26045"/>
                </a:cubicBezTo>
                <a:cubicBezTo>
                  <a:pt x="1318403" y="26355"/>
                  <a:pt x="1317285" y="26782"/>
                  <a:pt x="1316430" y="27326"/>
                </a:cubicBezTo>
                <a:cubicBezTo>
                  <a:pt x="1315576" y="27870"/>
                  <a:pt x="1314963" y="28506"/>
                  <a:pt x="1314590" y="29236"/>
                </a:cubicBezTo>
                <a:cubicBezTo>
                  <a:pt x="1314217" y="29966"/>
                  <a:pt x="1314031" y="30750"/>
                  <a:pt x="1314031" y="31589"/>
                </a:cubicBezTo>
                <a:cubicBezTo>
                  <a:pt x="1314031" y="32428"/>
                  <a:pt x="1314194" y="33189"/>
                  <a:pt x="1314520" y="33872"/>
                </a:cubicBezTo>
                <a:cubicBezTo>
                  <a:pt x="1314846" y="34555"/>
                  <a:pt x="1315452" y="35215"/>
                  <a:pt x="1316337" y="35852"/>
                </a:cubicBezTo>
                <a:cubicBezTo>
                  <a:pt x="1317222" y="36489"/>
                  <a:pt x="1318457" y="37126"/>
                  <a:pt x="1320041" y="37762"/>
                </a:cubicBezTo>
                <a:cubicBezTo>
                  <a:pt x="1321625" y="38399"/>
                  <a:pt x="1323691" y="39090"/>
                  <a:pt x="1326238" y="39836"/>
                </a:cubicBezTo>
                <a:cubicBezTo>
                  <a:pt x="1329002" y="40643"/>
                  <a:pt x="1331332" y="41490"/>
                  <a:pt x="1333227" y="42375"/>
                </a:cubicBezTo>
                <a:cubicBezTo>
                  <a:pt x="1335121" y="43260"/>
                  <a:pt x="1336659" y="44246"/>
                  <a:pt x="1337839" y="45334"/>
                </a:cubicBezTo>
                <a:cubicBezTo>
                  <a:pt x="1339020" y="46421"/>
                  <a:pt x="1339866" y="47648"/>
                  <a:pt x="1340378" y="49014"/>
                </a:cubicBezTo>
                <a:cubicBezTo>
                  <a:pt x="1340891" y="50381"/>
                  <a:pt x="1341147" y="51934"/>
                  <a:pt x="1341147" y="53674"/>
                </a:cubicBezTo>
                <a:close/>
                <a:moveTo>
                  <a:pt x="1398131" y="66440"/>
                </a:moveTo>
                <a:lnTo>
                  <a:pt x="1387368" y="66440"/>
                </a:lnTo>
                <a:lnTo>
                  <a:pt x="1374742" y="48595"/>
                </a:lnTo>
                <a:lnTo>
                  <a:pt x="1362255" y="66440"/>
                </a:lnTo>
                <a:lnTo>
                  <a:pt x="1351772" y="66440"/>
                </a:lnTo>
                <a:lnTo>
                  <a:pt x="1369896" y="42957"/>
                </a:lnTo>
                <a:lnTo>
                  <a:pt x="1352611" y="19662"/>
                </a:lnTo>
                <a:lnTo>
                  <a:pt x="1363001" y="19662"/>
                </a:lnTo>
                <a:lnTo>
                  <a:pt x="1375301" y="37646"/>
                </a:lnTo>
                <a:lnTo>
                  <a:pt x="1387368" y="19662"/>
                </a:lnTo>
                <a:lnTo>
                  <a:pt x="1397385" y="19662"/>
                </a:lnTo>
                <a:lnTo>
                  <a:pt x="1379820" y="43144"/>
                </a:lnTo>
                <a:lnTo>
                  <a:pt x="1398131" y="66440"/>
                </a:lnTo>
                <a:close/>
                <a:moveTo>
                  <a:pt x="1431492" y="11834"/>
                </a:moveTo>
                <a:lnTo>
                  <a:pt x="1423385" y="11834"/>
                </a:lnTo>
                <a:lnTo>
                  <a:pt x="1408476" y="559"/>
                </a:lnTo>
                <a:lnTo>
                  <a:pt x="1420217" y="559"/>
                </a:lnTo>
                <a:lnTo>
                  <a:pt x="1431492" y="11834"/>
                </a:lnTo>
                <a:moveTo>
                  <a:pt x="1400369" y="19662"/>
                </a:moveTo>
                <a:lnTo>
                  <a:pt x="1400369" y="19662"/>
                </a:lnTo>
                <a:close/>
                <a:moveTo>
                  <a:pt x="1478459" y="18823"/>
                </a:moveTo>
                <a:cubicBezTo>
                  <a:pt x="1479422" y="18823"/>
                  <a:pt x="1480338" y="19017"/>
                  <a:pt x="1481208" y="19405"/>
                </a:cubicBezTo>
                <a:cubicBezTo>
                  <a:pt x="1482077" y="19794"/>
                  <a:pt x="1482838" y="20314"/>
                  <a:pt x="1483491" y="20966"/>
                </a:cubicBezTo>
                <a:cubicBezTo>
                  <a:pt x="1484143" y="21619"/>
                  <a:pt x="1484663" y="22380"/>
                  <a:pt x="1485051" y="23249"/>
                </a:cubicBezTo>
                <a:cubicBezTo>
                  <a:pt x="1485440" y="24119"/>
                  <a:pt x="1485634" y="25035"/>
                  <a:pt x="1485634" y="25998"/>
                </a:cubicBezTo>
                <a:cubicBezTo>
                  <a:pt x="1485634" y="26992"/>
                  <a:pt x="1485440" y="27916"/>
                  <a:pt x="1485051" y="28770"/>
                </a:cubicBezTo>
                <a:cubicBezTo>
                  <a:pt x="1484663" y="29624"/>
                  <a:pt x="1484143" y="30378"/>
                  <a:pt x="1483491" y="31030"/>
                </a:cubicBezTo>
                <a:cubicBezTo>
                  <a:pt x="1482838" y="31682"/>
                  <a:pt x="1482077" y="32195"/>
                  <a:pt x="1481208" y="32568"/>
                </a:cubicBezTo>
                <a:cubicBezTo>
                  <a:pt x="1480338" y="32940"/>
                  <a:pt x="1479422" y="33127"/>
                  <a:pt x="1478459" y="33127"/>
                </a:cubicBezTo>
                <a:cubicBezTo>
                  <a:pt x="1477465" y="33127"/>
                  <a:pt x="1476541" y="32940"/>
                  <a:pt x="1475687" y="32568"/>
                </a:cubicBezTo>
                <a:cubicBezTo>
                  <a:pt x="1474832" y="32195"/>
                  <a:pt x="1474079" y="31682"/>
                  <a:pt x="1473427" y="31030"/>
                </a:cubicBezTo>
                <a:cubicBezTo>
                  <a:pt x="1472775" y="30378"/>
                  <a:pt x="1472262" y="29624"/>
                  <a:pt x="1471889" y="28770"/>
                </a:cubicBezTo>
                <a:cubicBezTo>
                  <a:pt x="1471517" y="27916"/>
                  <a:pt x="1471330" y="26992"/>
                  <a:pt x="1471330" y="25998"/>
                </a:cubicBezTo>
                <a:cubicBezTo>
                  <a:pt x="1471330" y="25035"/>
                  <a:pt x="1471517" y="24119"/>
                  <a:pt x="1471889" y="23249"/>
                </a:cubicBezTo>
                <a:cubicBezTo>
                  <a:pt x="1472262" y="22380"/>
                  <a:pt x="1472775" y="21619"/>
                  <a:pt x="1473427" y="20966"/>
                </a:cubicBezTo>
                <a:cubicBezTo>
                  <a:pt x="1474079" y="20314"/>
                  <a:pt x="1474832" y="19794"/>
                  <a:pt x="1475687" y="19405"/>
                </a:cubicBezTo>
                <a:cubicBezTo>
                  <a:pt x="1476541" y="19017"/>
                  <a:pt x="1477465" y="18823"/>
                  <a:pt x="1478459" y="18823"/>
                </a:cubicBezTo>
                <a:moveTo>
                  <a:pt x="1478459" y="52975"/>
                </a:moveTo>
                <a:cubicBezTo>
                  <a:pt x="1479422" y="52975"/>
                  <a:pt x="1480338" y="53169"/>
                  <a:pt x="1481208" y="53557"/>
                </a:cubicBezTo>
                <a:cubicBezTo>
                  <a:pt x="1482077" y="53945"/>
                  <a:pt x="1482838" y="54466"/>
                  <a:pt x="1483491" y="55118"/>
                </a:cubicBezTo>
                <a:cubicBezTo>
                  <a:pt x="1484143" y="55770"/>
                  <a:pt x="1484663" y="56531"/>
                  <a:pt x="1485051" y="57401"/>
                </a:cubicBezTo>
                <a:cubicBezTo>
                  <a:pt x="1485440" y="58271"/>
                  <a:pt x="1485634" y="59187"/>
                  <a:pt x="1485634" y="60150"/>
                </a:cubicBezTo>
                <a:cubicBezTo>
                  <a:pt x="1485634" y="61144"/>
                  <a:pt x="1485440" y="62068"/>
                  <a:pt x="1485051" y="62922"/>
                </a:cubicBezTo>
                <a:cubicBezTo>
                  <a:pt x="1484663" y="63776"/>
                  <a:pt x="1484143" y="64529"/>
                  <a:pt x="1483491" y="65182"/>
                </a:cubicBezTo>
                <a:cubicBezTo>
                  <a:pt x="1482838" y="65834"/>
                  <a:pt x="1482077" y="66346"/>
                  <a:pt x="1481208" y="66719"/>
                </a:cubicBezTo>
                <a:cubicBezTo>
                  <a:pt x="1480338" y="67092"/>
                  <a:pt x="1479422" y="67278"/>
                  <a:pt x="1478459" y="67278"/>
                </a:cubicBezTo>
                <a:cubicBezTo>
                  <a:pt x="1477465" y="67278"/>
                  <a:pt x="1476541" y="67092"/>
                  <a:pt x="1475687" y="66719"/>
                </a:cubicBezTo>
                <a:cubicBezTo>
                  <a:pt x="1474832" y="66346"/>
                  <a:pt x="1474079" y="65834"/>
                  <a:pt x="1473427" y="65182"/>
                </a:cubicBezTo>
                <a:cubicBezTo>
                  <a:pt x="1472775" y="64529"/>
                  <a:pt x="1472262" y="63776"/>
                  <a:pt x="1471889" y="62922"/>
                </a:cubicBezTo>
                <a:cubicBezTo>
                  <a:pt x="1471517" y="62068"/>
                  <a:pt x="1471330" y="61144"/>
                  <a:pt x="1471330" y="60150"/>
                </a:cubicBezTo>
                <a:cubicBezTo>
                  <a:pt x="1471330" y="59187"/>
                  <a:pt x="1471517" y="58271"/>
                  <a:pt x="1471889" y="57401"/>
                </a:cubicBezTo>
                <a:cubicBezTo>
                  <a:pt x="1472262" y="56531"/>
                  <a:pt x="1472775" y="55770"/>
                  <a:pt x="1473427" y="55118"/>
                </a:cubicBezTo>
                <a:cubicBezTo>
                  <a:pt x="1474079" y="54466"/>
                  <a:pt x="1474832" y="53945"/>
                  <a:pt x="1475687" y="53557"/>
                </a:cubicBezTo>
                <a:cubicBezTo>
                  <a:pt x="1476541" y="53169"/>
                  <a:pt x="1477465" y="52975"/>
                  <a:pt x="1478459" y="52975"/>
                </a:cubicBezTo>
                <a:close/>
                <a:moveTo>
                  <a:pt x="1602396" y="49933"/>
                </a:moveTo>
                <a:cubicBezTo>
                  <a:pt x="1602396" y="52824"/>
                  <a:pt x="1601806" y="55357"/>
                  <a:pt x="1600626" y="57533"/>
                </a:cubicBezTo>
                <a:cubicBezTo>
                  <a:pt x="1599446" y="59710"/>
                  <a:pt x="1597799" y="61520"/>
                  <a:pt x="1595687" y="62966"/>
                </a:cubicBezTo>
                <a:cubicBezTo>
                  <a:pt x="1593575" y="64411"/>
                  <a:pt x="1591036" y="65491"/>
                  <a:pt x="1588069" y="66207"/>
                </a:cubicBezTo>
                <a:cubicBezTo>
                  <a:pt x="1585103" y="66921"/>
                  <a:pt x="1581834" y="67278"/>
                  <a:pt x="1578262" y="67278"/>
                </a:cubicBezTo>
                <a:cubicBezTo>
                  <a:pt x="1576647" y="67278"/>
                  <a:pt x="1575039" y="67216"/>
                  <a:pt x="1573440" y="67092"/>
                </a:cubicBezTo>
                <a:cubicBezTo>
                  <a:pt x="1571840" y="66968"/>
                  <a:pt x="1570303" y="66812"/>
                  <a:pt x="1568827" y="66626"/>
                </a:cubicBezTo>
                <a:cubicBezTo>
                  <a:pt x="1567352" y="66440"/>
                  <a:pt x="1565962" y="66222"/>
                  <a:pt x="1564657" y="65974"/>
                </a:cubicBezTo>
                <a:cubicBezTo>
                  <a:pt x="1563353" y="65725"/>
                  <a:pt x="1562172" y="65461"/>
                  <a:pt x="1561116" y="65182"/>
                </a:cubicBezTo>
                <a:lnTo>
                  <a:pt x="1561116" y="57168"/>
                </a:lnTo>
                <a:cubicBezTo>
                  <a:pt x="1563446" y="58038"/>
                  <a:pt x="1566063" y="58721"/>
                  <a:pt x="1568967" y="59218"/>
                </a:cubicBezTo>
                <a:cubicBezTo>
                  <a:pt x="1571871" y="59715"/>
                  <a:pt x="1575171" y="59963"/>
                  <a:pt x="1578868" y="59963"/>
                </a:cubicBezTo>
                <a:cubicBezTo>
                  <a:pt x="1581539" y="59963"/>
                  <a:pt x="1583814" y="59754"/>
                  <a:pt x="1585693" y="59334"/>
                </a:cubicBezTo>
                <a:cubicBezTo>
                  <a:pt x="1587572" y="58914"/>
                  <a:pt x="1589110" y="58292"/>
                  <a:pt x="1590306" y="57468"/>
                </a:cubicBezTo>
                <a:cubicBezTo>
                  <a:pt x="1591502" y="56643"/>
                  <a:pt x="1592371" y="55640"/>
                  <a:pt x="1592915" y="54458"/>
                </a:cubicBezTo>
                <a:cubicBezTo>
                  <a:pt x="1593459" y="53276"/>
                  <a:pt x="1593730" y="51923"/>
                  <a:pt x="1593730" y="50399"/>
                </a:cubicBezTo>
                <a:cubicBezTo>
                  <a:pt x="1593730" y="48752"/>
                  <a:pt x="1593272" y="47345"/>
                  <a:pt x="1592356" y="46180"/>
                </a:cubicBezTo>
                <a:cubicBezTo>
                  <a:pt x="1591440" y="45014"/>
                  <a:pt x="1590236" y="43973"/>
                  <a:pt x="1588745" y="43056"/>
                </a:cubicBezTo>
                <a:cubicBezTo>
                  <a:pt x="1587254" y="42139"/>
                  <a:pt x="1585554" y="41300"/>
                  <a:pt x="1583643" y="40538"/>
                </a:cubicBezTo>
                <a:cubicBezTo>
                  <a:pt x="1581733" y="39776"/>
                  <a:pt x="1579784" y="38991"/>
                  <a:pt x="1577796" y="38183"/>
                </a:cubicBezTo>
                <a:cubicBezTo>
                  <a:pt x="1575808" y="37375"/>
                  <a:pt x="1573859" y="36497"/>
                  <a:pt x="1571949" y="35549"/>
                </a:cubicBezTo>
                <a:cubicBezTo>
                  <a:pt x="1570039" y="34601"/>
                  <a:pt x="1568338" y="33482"/>
                  <a:pt x="1566847" y="32192"/>
                </a:cubicBezTo>
                <a:cubicBezTo>
                  <a:pt x="1565356" y="30902"/>
                  <a:pt x="1564152" y="29387"/>
                  <a:pt x="1563236" y="27646"/>
                </a:cubicBezTo>
                <a:cubicBezTo>
                  <a:pt x="1562320" y="25905"/>
                  <a:pt x="1561862" y="23837"/>
                  <a:pt x="1561862" y="21444"/>
                </a:cubicBezTo>
                <a:cubicBezTo>
                  <a:pt x="1561862" y="19362"/>
                  <a:pt x="1562297" y="17311"/>
                  <a:pt x="1563166" y="15291"/>
                </a:cubicBezTo>
                <a:cubicBezTo>
                  <a:pt x="1564036" y="13270"/>
                  <a:pt x="1565387" y="11475"/>
                  <a:pt x="1567220" y="9905"/>
                </a:cubicBezTo>
                <a:cubicBezTo>
                  <a:pt x="1569052" y="8335"/>
                  <a:pt x="1571405" y="7068"/>
                  <a:pt x="1574278" y="6105"/>
                </a:cubicBezTo>
                <a:cubicBezTo>
                  <a:pt x="1577151" y="5141"/>
                  <a:pt x="1580576" y="4659"/>
                  <a:pt x="1584552" y="4659"/>
                </a:cubicBezTo>
                <a:cubicBezTo>
                  <a:pt x="1585577" y="4659"/>
                  <a:pt x="1586687" y="4706"/>
                  <a:pt x="1587883" y="4799"/>
                </a:cubicBezTo>
                <a:cubicBezTo>
                  <a:pt x="1589079" y="4892"/>
                  <a:pt x="1590290" y="5024"/>
                  <a:pt x="1591517" y="5195"/>
                </a:cubicBezTo>
                <a:cubicBezTo>
                  <a:pt x="1592744" y="5366"/>
                  <a:pt x="1593956" y="5560"/>
                  <a:pt x="1595151" y="5777"/>
                </a:cubicBezTo>
                <a:cubicBezTo>
                  <a:pt x="1596347" y="5995"/>
                  <a:pt x="1597458" y="6228"/>
                  <a:pt x="1598483" y="6476"/>
                </a:cubicBezTo>
                <a:lnTo>
                  <a:pt x="1598483" y="13931"/>
                </a:lnTo>
                <a:cubicBezTo>
                  <a:pt x="1596091" y="13248"/>
                  <a:pt x="1593699" y="12727"/>
                  <a:pt x="1591308" y="12370"/>
                </a:cubicBezTo>
                <a:cubicBezTo>
                  <a:pt x="1588916" y="12013"/>
                  <a:pt x="1586602" y="11834"/>
                  <a:pt x="1584365" y="11834"/>
                </a:cubicBezTo>
                <a:cubicBezTo>
                  <a:pt x="1579613" y="11834"/>
                  <a:pt x="1576119" y="12627"/>
                  <a:pt x="1573882" y="14213"/>
                </a:cubicBezTo>
                <a:cubicBezTo>
                  <a:pt x="1571646" y="15799"/>
                  <a:pt x="1570528" y="17930"/>
                  <a:pt x="1570528" y="20605"/>
                </a:cubicBezTo>
                <a:cubicBezTo>
                  <a:pt x="1570528" y="22252"/>
                  <a:pt x="1570986" y="23667"/>
                  <a:pt x="1571902" y="24848"/>
                </a:cubicBezTo>
                <a:cubicBezTo>
                  <a:pt x="1572818" y="26029"/>
                  <a:pt x="1574022" y="27086"/>
                  <a:pt x="1575513" y="28019"/>
                </a:cubicBezTo>
                <a:cubicBezTo>
                  <a:pt x="1577004" y="28952"/>
                  <a:pt x="1578705" y="29799"/>
                  <a:pt x="1580615" y="30561"/>
                </a:cubicBezTo>
                <a:cubicBezTo>
                  <a:pt x="1582525" y="31322"/>
                  <a:pt x="1584474" y="32107"/>
                  <a:pt x="1586462" y="32916"/>
                </a:cubicBezTo>
                <a:cubicBezTo>
                  <a:pt x="1588450" y="33723"/>
                  <a:pt x="1590399" y="34609"/>
                  <a:pt x="1592309" y="35573"/>
                </a:cubicBezTo>
                <a:cubicBezTo>
                  <a:pt x="1594220" y="36536"/>
                  <a:pt x="1595920" y="37678"/>
                  <a:pt x="1597411" y="38999"/>
                </a:cubicBezTo>
                <a:cubicBezTo>
                  <a:pt x="1598902" y="40320"/>
                  <a:pt x="1600106" y="41866"/>
                  <a:pt x="1601022" y="43639"/>
                </a:cubicBezTo>
                <a:cubicBezTo>
                  <a:pt x="1601938" y="45410"/>
                  <a:pt x="1602396" y="47508"/>
                  <a:pt x="1602396" y="49933"/>
                </a:cubicBezTo>
                <a:close/>
                <a:moveTo>
                  <a:pt x="1631192" y="26371"/>
                </a:moveTo>
                <a:lnTo>
                  <a:pt x="1617354" y="26371"/>
                </a:lnTo>
                <a:lnTo>
                  <a:pt x="1617354" y="19662"/>
                </a:lnTo>
                <a:lnTo>
                  <a:pt x="1639392" y="19662"/>
                </a:lnTo>
                <a:lnTo>
                  <a:pt x="1639392" y="59684"/>
                </a:lnTo>
                <a:lnTo>
                  <a:pt x="1653323" y="59684"/>
                </a:lnTo>
                <a:lnTo>
                  <a:pt x="1653323" y="66440"/>
                </a:lnTo>
                <a:lnTo>
                  <a:pt x="1615817" y="66440"/>
                </a:lnTo>
                <a:lnTo>
                  <a:pt x="1615817" y="59684"/>
                </a:lnTo>
                <a:lnTo>
                  <a:pt x="1631192" y="59684"/>
                </a:lnTo>
                <a:lnTo>
                  <a:pt x="1631192" y="26371"/>
                </a:lnTo>
                <a:moveTo>
                  <a:pt x="1634034" y="0"/>
                </a:moveTo>
                <a:cubicBezTo>
                  <a:pt x="1634935" y="0"/>
                  <a:pt x="1635774" y="163"/>
                  <a:pt x="1636550" y="489"/>
                </a:cubicBezTo>
                <a:cubicBezTo>
                  <a:pt x="1637327" y="815"/>
                  <a:pt x="1638002" y="1274"/>
                  <a:pt x="1638577" y="1864"/>
                </a:cubicBezTo>
                <a:cubicBezTo>
                  <a:pt x="1639152" y="2454"/>
                  <a:pt x="1639602" y="3129"/>
                  <a:pt x="1639928" y="3890"/>
                </a:cubicBezTo>
                <a:cubicBezTo>
                  <a:pt x="1640254" y="4651"/>
                  <a:pt x="1640417" y="5482"/>
                  <a:pt x="1640417" y="6383"/>
                </a:cubicBezTo>
                <a:cubicBezTo>
                  <a:pt x="1640417" y="7253"/>
                  <a:pt x="1640254" y="8076"/>
                  <a:pt x="1639928" y="8852"/>
                </a:cubicBezTo>
                <a:cubicBezTo>
                  <a:pt x="1639602" y="9629"/>
                  <a:pt x="1639152" y="10312"/>
                  <a:pt x="1638577" y="10902"/>
                </a:cubicBezTo>
                <a:cubicBezTo>
                  <a:pt x="1638002" y="11493"/>
                  <a:pt x="1637327" y="11951"/>
                  <a:pt x="1636550" y="12277"/>
                </a:cubicBezTo>
                <a:cubicBezTo>
                  <a:pt x="1635774" y="12603"/>
                  <a:pt x="1634935" y="12766"/>
                  <a:pt x="1634034" y="12766"/>
                </a:cubicBezTo>
                <a:cubicBezTo>
                  <a:pt x="1633133" y="12766"/>
                  <a:pt x="1632295" y="12603"/>
                  <a:pt x="1631518" y="12277"/>
                </a:cubicBezTo>
                <a:cubicBezTo>
                  <a:pt x="1630742" y="11951"/>
                  <a:pt x="1630066" y="11493"/>
                  <a:pt x="1629492" y="10902"/>
                </a:cubicBezTo>
                <a:cubicBezTo>
                  <a:pt x="1628917" y="10312"/>
                  <a:pt x="1628467" y="9629"/>
                  <a:pt x="1628140" y="8852"/>
                </a:cubicBezTo>
                <a:cubicBezTo>
                  <a:pt x="1627814" y="8076"/>
                  <a:pt x="1627651" y="7253"/>
                  <a:pt x="1627651" y="6383"/>
                </a:cubicBezTo>
                <a:cubicBezTo>
                  <a:pt x="1627651" y="5482"/>
                  <a:pt x="1627814" y="4651"/>
                  <a:pt x="1628140" y="3890"/>
                </a:cubicBezTo>
                <a:cubicBezTo>
                  <a:pt x="1628467" y="3129"/>
                  <a:pt x="1628917" y="2454"/>
                  <a:pt x="1629492" y="1864"/>
                </a:cubicBezTo>
                <a:cubicBezTo>
                  <a:pt x="1630066" y="1274"/>
                  <a:pt x="1630742" y="815"/>
                  <a:pt x="1631518" y="489"/>
                </a:cubicBezTo>
                <a:cubicBezTo>
                  <a:pt x="1632295" y="163"/>
                  <a:pt x="1633133" y="0"/>
                  <a:pt x="1634034" y="0"/>
                </a:cubicBezTo>
                <a:close/>
                <a:moveTo>
                  <a:pt x="1667116" y="19662"/>
                </a:moveTo>
                <a:lnTo>
                  <a:pt x="1674338" y="19662"/>
                </a:lnTo>
                <a:lnTo>
                  <a:pt x="1674664" y="27210"/>
                </a:lnTo>
                <a:cubicBezTo>
                  <a:pt x="1676031" y="25594"/>
                  <a:pt x="1677351" y="24251"/>
                  <a:pt x="1678624" y="23179"/>
                </a:cubicBezTo>
                <a:cubicBezTo>
                  <a:pt x="1679898" y="22108"/>
                  <a:pt x="1681148" y="21246"/>
                  <a:pt x="1682375" y="20593"/>
                </a:cubicBezTo>
                <a:cubicBezTo>
                  <a:pt x="1683602" y="19941"/>
                  <a:pt x="1684852" y="19483"/>
                  <a:pt x="1686126" y="19219"/>
                </a:cubicBezTo>
                <a:cubicBezTo>
                  <a:pt x="1687399" y="18955"/>
                  <a:pt x="1688719" y="18823"/>
                  <a:pt x="1690086" y="18823"/>
                </a:cubicBezTo>
                <a:cubicBezTo>
                  <a:pt x="1694900" y="18823"/>
                  <a:pt x="1698542" y="20244"/>
                  <a:pt x="1701012" y="23086"/>
                </a:cubicBezTo>
                <a:cubicBezTo>
                  <a:pt x="1703481" y="25928"/>
                  <a:pt x="1704716" y="30207"/>
                  <a:pt x="1704716" y="35922"/>
                </a:cubicBezTo>
                <a:lnTo>
                  <a:pt x="1704716" y="66440"/>
                </a:lnTo>
                <a:lnTo>
                  <a:pt x="1696609" y="66440"/>
                </a:lnTo>
                <a:lnTo>
                  <a:pt x="1696609" y="36574"/>
                </a:lnTo>
                <a:cubicBezTo>
                  <a:pt x="1696609" y="32909"/>
                  <a:pt x="1695925" y="30199"/>
                  <a:pt x="1694559" y="28444"/>
                </a:cubicBezTo>
                <a:cubicBezTo>
                  <a:pt x="1693192" y="26689"/>
                  <a:pt x="1691158" y="25812"/>
                  <a:pt x="1688455" y="25812"/>
                </a:cubicBezTo>
                <a:cubicBezTo>
                  <a:pt x="1687461" y="25812"/>
                  <a:pt x="1686491" y="25959"/>
                  <a:pt x="1685543" y="26254"/>
                </a:cubicBezTo>
                <a:cubicBezTo>
                  <a:pt x="1684596" y="26549"/>
                  <a:pt x="1683610" y="27062"/>
                  <a:pt x="1682585" y="27792"/>
                </a:cubicBezTo>
                <a:cubicBezTo>
                  <a:pt x="1681560" y="28522"/>
                  <a:pt x="1680449" y="29508"/>
                  <a:pt x="1679253" y="30750"/>
                </a:cubicBezTo>
                <a:cubicBezTo>
                  <a:pt x="1678058" y="31993"/>
                  <a:pt x="1676714" y="33546"/>
                  <a:pt x="1675223" y="35410"/>
                </a:cubicBezTo>
                <a:lnTo>
                  <a:pt x="1675223" y="66440"/>
                </a:lnTo>
                <a:lnTo>
                  <a:pt x="1667116" y="66440"/>
                </a:lnTo>
                <a:lnTo>
                  <a:pt x="1667116" y="19662"/>
                </a:lnTo>
                <a:close/>
                <a:moveTo>
                  <a:pt x="1755316" y="64716"/>
                </a:moveTo>
                <a:cubicBezTo>
                  <a:pt x="1753204" y="65523"/>
                  <a:pt x="1751038" y="66121"/>
                  <a:pt x="1748817" y="66510"/>
                </a:cubicBezTo>
                <a:cubicBezTo>
                  <a:pt x="1746596" y="66898"/>
                  <a:pt x="1744305" y="67092"/>
                  <a:pt x="1741944" y="67092"/>
                </a:cubicBezTo>
                <a:cubicBezTo>
                  <a:pt x="1734552" y="67092"/>
                  <a:pt x="1728860" y="65088"/>
                  <a:pt x="1724869" y="61082"/>
                </a:cubicBezTo>
                <a:cubicBezTo>
                  <a:pt x="1720877" y="57075"/>
                  <a:pt x="1718882" y="51220"/>
                  <a:pt x="1718882" y="43517"/>
                </a:cubicBezTo>
                <a:cubicBezTo>
                  <a:pt x="1718882" y="39820"/>
                  <a:pt x="1719456" y="36466"/>
                  <a:pt x="1720606" y="33453"/>
                </a:cubicBezTo>
                <a:cubicBezTo>
                  <a:pt x="1721755" y="30440"/>
                  <a:pt x="1723370" y="27862"/>
                  <a:pt x="1725451" y="25719"/>
                </a:cubicBezTo>
                <a:cubicBezTo>
                  <a:pt x="1727532" y="23575"/>
                  <a:pt x="1730017" y="21921"/>
                  <a:pt x="1732906" y="20757"/>
                </a:cubicBezTo>
                <a:cubicBezTo>
                  <a:pt x="1735794" y="19592"/>
                  <a:pt x="1738978" y="19009"/>
                  <a:pt x="1742457" y="19009"/>
                </a:cubicBezTo>
                <a:cubicBezTo>
                  <a:pt x="1744880" y="19009"/>
                  <a:pt x="1747147" y="19184"/>
                  <a:pt x="1749259" y="19534"/>
                </a:cubicBezTo>
                <a:cubicBezTo>
                  <a:pt x="1751371" y="19882"/>
                  <a:pt x="1753390" y="20453"/>
                  <a:pt x="1755316" y="21246"/>
                </a:cubicBezTo>
                <a:lnTo>
                  <a:pt x="1755316" y="28980"/>
                </a:lnTo>
                <a:cubicBezTo>
                  <a:pt x="1753297" y="27907"/>
                  <a:pt x="1751239" y="27127"/>
                  <a:pt x="1749143" y="26639"/>
                </a:cubicBezTo>
                <a:cubicBezTo>
                  <a:pt x="1747046" y="26150"/>
                  <a:pt x="1744880" y="25905"/>
                  <a:pt x="1742643" y="25905"/>
                </a:cubicBezTo>
                <a:cubicBezTo>
                  <a:pt x="1740562" y="25905"/>
                  <a:pt x="1738598" y="26301"/>
                  <a:pt x="1736749" y="27093"/>
                </a:cubicBezTo>
                <a:cubicBezTo>
                  <a:pt x="1734901" y="27885"/>
                  <a:pt x="1733278" y="29027"/>
                  <a:pt x="1731881" y="30518"/>
                </a:cubicBezTo>
                <a:cubicBezTo>
                  <a:pt x="1730483" y="32008"/>
                  <a:pt x="1729380" y="33826"/>
                  <a:pt x="1728573" y="35969"/>
                </a:cubicBezTo>
                <a:cubicBezTo>
                  <a:pt x="1727765" y="38112"/>
                  <a:pt x="1727361" y="40535"/>
                  <a:pt x="1727361" y="43237"/>
                </a:cubicBezTo>
                <a:cubicBezTo>
                  <a:pt x="1727361" y="48890"/>
                  <a:pt x="1728736" y="53122"/>
                  <a:pt x="1731485" y="55933"/>
                </a:cubicBezTo>
                <a:cubicBezTo>
                  <a:pt x="1734234" y="58744"/>
                  <a:pt x="1738046" y="60150"/>
                  <a:pt x="1742923" y="60150"/>
                </a:cubicBezTo>
                <a:cubicBezTo>
                  <a:pt x="1745128" y="60150"/>
                  <a:pt x="1747264" y="59901"/>
                  <a:pt x="1749329" y="59404"/>
                </a:cubicBezTo>
                <a:cubicBezTo>
                  <a:pt x="1751395" y="58907"/>
                  <a:pt x="1753390" y="58162"/>
                  <a:pt x="1755316" y="57168"/>
                </a:cubicBezTo>
                <a:lnTo>
                  <a:pt x="1755316" y="64716"/>
                </a:lnTo>
                <a:close/>
                <a:moveTo>
                  <a:pt x="1810343" y="40581"/>
                </a:moveTo>
                <a:cubicBezTo>
                  <a:pt x="1810343" y="41731"/>
                  <a:pt x="1810327" y="42693"/>
                  <a:pt x="1810296" y="43470"/>
                </a:cubicBezTo>
                <a:cubicBezTo>
                  <a:pt x="1810265" y="44246"/>
                  <a:pt x="1810219" y="44976"/>
                  <a:pt x="1810157" y="45660"/>
                </a:cubicBezTo>
                <a:lnTo>
                  <a:pt x="1777310" y="45660"/>
                </a:lnTo>
                <a:cubicBezTo>
                  <a:pt x="1777310" y="50443"/>
                  <a:pt x="1778645" y="54116"/>
                  <a:pt x="1781316" y="56679"/>
                </a:cubicBezTo>
                <a:cubicBezTo>
                  <a:pt x="1783988" y="59241"/>
                  <a:pt x="1787839" y="60522"/>
                  <a:pt x="1792871" y="60522"/>
                </a:cubicBezTo>
                <a:cubicBezTo>
                  <a:pt x="1794238" y="60522"/>
                  <a:pt x="1795604" y="60467"/>
                  <a:pt x="1796971" y="60357"/>
                </a:cubicBezTo>
                <a:cubicBezTo>
                  <a:pt x="1798338" y="60245"/>
                  <a:pt x="1799658" y="60094"/>
                  <a:pt x="1800931" y="59904"/>
                </a:cubicBezTo>
                <a:cubicBezTo>
                  <a:pt x="1802205" y="59712"/>
                  <a:pt x="1803424" y="59498"/>
                  <a:pt x="1804589" y="59260"/>
                </a:cubicBezTo>
                <a:cubicBezTo>
                  <a:pt x="1805754" y="59021"/>
                  <a:pt x="1806833" y="58759"/>
                  <a:pt x="1807827" y="58472"/>
                </a:cubicBezTo>
                <a:lnTo>
                  <a:pt x="1807827" y="65135"/>
                </a:lnTo>
                <a:cubicBezTo>
                  <a:pt x="1805622" y="65770"/>
                  <a:pt x="1803129" y="66286"/>
                  <a:pt x="1800349" y="66683"/>
                </a:cubicBezTo>
                <a:cubicBezTo>
                  <a:pt x="1797569" y="67080"/>
                  <a:pt x="1794688" y="67278"/>
                  <a:pt x="1791706" y="67278"/>
                </a:cubicBezTo>
                <a:cubicBezTo>
                  <a:pt x="1787699" y="67278"/>
                  <a:pt x="1784252" y="66735"/>
                  <a:pt x="1781363" y="65648"/>
                </a:cubicBezTo>
                <a:cubicBezTo>
                  <a:pt x="1778474" y="64560"/>
                  <a:pt x="1776106" y="62984"/>
                  <a:pt x="1774258" y="60919"/>
                </a:cubicBezTo>
                <a:cubicBezTo>
                  <a:pt x="1772410" y="58853"/>
                  <a:pt x="1771043" y="56321"/>
                  <a:pt x="1770158" y="53324"/>
                </a:cubicBezTo>
                <a:cubicBezTo>
                  <a:pt x="1769272" y="50327"/>
                  <a:pt x="1768830" y="46933"/>
                  <a:pt x="1768830" y="43144"/>
                </a:cubicBezTo>
                <a:cubicBezTo>
                  <a:pt x="1768830" y="39851"/>
                  <a:pt x="1769304" y="36737"/>
                  <a:pt x="1770251" y="33802"/>
                </a:cubicBezTo>
                <a:cubicBezTo>
                  <a:pt x="1771198" y="30867"/>
                  <a:pt x="1772580" y="28289"/>
                  <a:pt x="1774398" y="26068"/>
                </a:cubicBezTo>
                <a:cubicBezTo>
                  <a:pt x="1776215" y="23847"/>
                  <a:pt x="1778443" y="22084"/>
                  <a:pt x="1781083" y="20780"/>
                </a:cubicBezTo>
                <a:cubicBezTo>
                  <a:pt x="1783724" y="19475"/>
                  <a:pt x="1786721" y="18823"/>
                  <a:pt x="1790076" y="18823"/>
                </a:cubicBezTo>
                <a:cubicBezTo>
                  <a:pt x="1793337" y="18823"/>
                  <a:pt x="1796226" y="19336"/>
                  <a:pt x="1798742" y="20361"/>
                </a:cubicBezTo>
                <a:cubicBezTo>
                  <a:pt x="1801258" y="21386"/>
                  <a:pt x="1803378" y="22838"/>
                  <a:pt x="1805101" y="24717"/>
                </a:cubicBezTo>
                <a:cubicBezTo>
                  <a:pt x="1806825" y="26596"/>
                  <a:pt x="1808130" y="28879"/>
                  <a:pt x="1809015" y="31566"/>
                </a:cubicBezTo>
                <a:cubicBezTo>
                  <a:pt x="1809900" y="34253"/>
                  <a:pt x="1810343" y="37258"/>
                  <a:pt x="1810343" y="40581"/>
                </a:cubicBezTo>
                <a:moveTo>
                  <a:pt x="1801910" y="39416"/>
                </a:moveTo>
                <a:cubicBezTo>
                  <a:pt x="1802003" y="37335"/>
                  <a:pt x="1801801" y="35433"/>
                  <a:pt x="1801304" y="33709"/>
                </a:cubicBezTo>
                <a:cubicBezTo>
                  <a:pt x="1800807" y="31985"/>
                  <a:pt x="1800038" y="30502"/>
                  <a:pt x="1798998" y="29260"/>
                </a:cubicBezTo>
                <a:cubicBezTo>
                  <a:pt x="1797957" y="28017"/>
                  <a:pt x="1796661" y="27046"/>
                  <a:pt x="1795108" y="26348"/>
                </a:cubicBezTo>
                <a:cubicBezTo>
                  <a:pt x="1793554" y="25649"/>
                  <a:pt x="1791753" y="25299"/>
                  <a:pt x="1789703" y="25299"/>
                </a:cubicBezTo>
                <a:cubicBezTo>
                  <a:pt x="1787932" y="25299"/>
                  <a:pt x="1786317" y="25641"/>
                  <a:pt x="1784857" y="26324"/>
                </a:cubicBezTo>
                <a:cubicBezTo>
                  <a:pt x="1783397" y="27008"/>
                  <a:pt x="1782140" y="27970"/>
                  <a:pt x="1781083" y="29213"/>
                </a:cubicBezTo>
                <a:cubicBezTo>
                  <a:pt x="1780027" y="30455"/>
                  <a:pt x="1779173" y="31946"/>
                  <a:pt x="1778521" y="33686"/>
                </a:cubicBezTo>
                <a:cubicBezTo>
                  <a:pt x="1777869" y="35425"/>
                  <a:pt x="1777465" y="37335"/>
                  <a:pt x="1777310" y="39416"/>
                </a:cubicBezTo>
                <a:lnTo>
                  <a:pt x="1801910" y="39416"/>
                </a:lnTo>
                <a:close/>
                <a:moveTo>
                  <a:pt x="1912243" y="65741"/>
                </a:moveTo>
                <a:cubicBezTo>
                  <a:pt x="1910410" y="66223"/>
                  <a:pt x="1908516" y="66569"/>
                  <a:pt x="1906559" y="66777"/>
                </a:cubicBezTo>
                <a:cubicBezTo>
                  <a:pt x="1904602" y="66987"/>
                  <a:pt x="1902614" y="67092"/>
                  <a:pt x="1900595" y="67092"/>
                </a:cubicBezTo>
                <a:cubicBezTo>
                  <a:pt x="1894724" y="67092"/>
                  <a:pt x="1890345" y="65764"/>
                  <a:pt x="1887456" y="63108"/>
                </a:cubicBezTo>
                <a:cubicBezTo>
                  <a:pt x="1884567" y="60453"/>
                  <a:pt x="1883123" y="56376"/>
                  <a:pt x="1883123" y="50878"/>
                </a:cubicBezTo>
                <a:lnTo>
                  <a:pt x="1883123" y="26464"/>
                </a:lnTo>
                <a:lnTo>
                  <a:pt x="1870031" y="26464"/>
                </a:lnTo>
                <a:lnTo>
                  <a:pt x="1870031" y="19662"/>
                </a:lnTo>
                <a:lnTo>
                  <a:pt x="1883123" y="19662"/>
                </a:lnTo>
                <a:lnTo>
                  <a:pt x="1883123" y="6762"/>
                </a:lnTo>
                <a:lnTo>
                  <a:pt x="1891230" y="4659"/>
                </a:lnTo>
                <a:lnTo>
                  <a:pt x="1891230" y="19662"/>
                </a:lnTo>
                <a:lnTo>
                  <a:pt x="1912243" y="19662"/>
                </a:lnTo>
                <a:lnTo>
                  <a:pt x="1912243" y="26464"/>
                </a:lnTo>
                <a:lnTo>
                  <a:pt x="1891230" y="26464"/>
                </a:lnTo>
                <a:lnTo>
                  <a:pt x="1891230" y="50226"/>
                </a:lnTo>
                <a:cubicBezTo>
                  <a:pt x="1891230" y="53580"/>
                  <a:pt x="1892123" y="56089"/>
                  <a:pt x="1893909" y="57750"/>
                </a:cubicBezTo>
                <a:cubicBezTo>
                  <a:pt x="1895695" y="59412"/>
                  <a:pt x="1898327" y="60243"/>
                  <a:pt x="1901806" y="60243"/>
                </a:cubicBezTo>
                <a:cubicBezTo>
                  <a:pt x="1903297" y="60243"/>
                  <a:pt x="1904928" y="60123"/>
                  <a:pt x="1906698" y="59883"/>
                </a:cubicBezTo>
                <a:cubicBezTo>
                  <a:pt x="1908469" y="59643"/>
                  <a:pt x="1910317" y="59265"/>
                  <a:pt x="1912243" y="58752"/>
                </a:cubicBezTo>
                <a:lnTo>
                  <a:pt x="1912243" y="65741"/>
                </a:lnTo>
                <a:close/>
                <a:moveTo>
                  <a:pt x="1964008" y="66440"/>
                </a:moveTo>
                <a:lnTo>
                  <a:pt x="1955901" y="66440"/>
                </a:lnTo>
                <a:lnTo>
                  <a:pt x="1955901" y="36574"/>
                </a:lnTo>
                <a:cubicBezTo>
                  <a:pt x="1955901" y="32971"/>
                  <a:pt x="1955226" y="30277"/>
                  <a:pt x="1953874" y="28491"/>
                </a:cubicBezTo>
                <a:cubicBezTo>
                  <a:pt x="1952523" y="26705"/>
                  <a:pt x="1950590" y="25812"/>
                  <a:pt x="1948074" y="25812"/>
                </a:cubicBezTo>
                <a:cubicBezTo>
                  <a:pt x="1946987" y="25812"/>
                  <a:pt x="1945969" y="25959"/>
                  <a:pt x="1945022" y="26254"/>
                </a:cubicBezTo>
                <a:cubicBezTo>
                  <a:pt x="1944075" y="26549"/>
                  <a:pt x="1943089" y="27062"/>
                  <a:pt x="1942064" y="27792"/>
                </a:cubicBezTo>
                <a:cubicBezTo>
                  <a:pt x="1941038" y="28522"/>
                  <a:pt x="1939920" y="29508"/>
                  <a:pt x="1938709" y="30750"/>
                </a:cubicBezTo>
                <a:cubicBezTo>
                  <a:pt x="1937498" y="31993"/>
                  <a:pt x="1936100" y="33546"/>
                  <a:pt x="1934516" y="35410"/>
                </a:cubicBezTo>
                <a:lnTo>
                  <a:pt x="1934516" y="66440"/>
                </a:lnTo>
                <a:lnTo>
                  <a:pt x="1926409" y="66440"/>
                </a:lnTo>
                <a:lnTo>
                  <a:pt x="1926409" y="559"/>
                </a:lnTo>
                <a:lnTo>
                  <a:pt x="1934516" y="559"/>
                </a:lnTo>
                <a:lnTo>
                  <a:pt x="1934516" y="19649"/>
                </a:lnTo>
                <a:lnTo>
                  <a:pt x="1934236" y="27023"/>
                </a:lnTo>
                <a:cubicBezTo>
                  <a:pt x="1935510" y="25501"/>
                  <a:pt x="1936760" y="24220"/>
                  <a:pt x="1937987" y="23179"/>
                </a:cubicBezTo>
                <a:cubicBezTo>
                  <a:pt x="1939214" y="22139"/>
                  <a:pt x="1940441" y="21292"/>
                  <a:pt x="1941667" y="20640"/>
                </a:cubicBezTo>
                <a:cubicBezTo>
                  <a:pt x="1942894" y="19988"/>
                  <a:pt x="1944145" y="19522"/>
                  <a:pt x="1945418" y="19242"/>
                </a:cubicBezTo>
                <a:cubicBezTo>
                  <a:pt x="1946692" y="18963"/>
                  <a:pt x="1948012" y="18823"/>
                  <a:pt x="1949378" y="18823"/>
                </a:cubicBezTo>
                <a:cubicBezTo>
                  <a:pt x="1954038" y="18823"/>
                  <a:pt x="1957641" y="20244"/>
                  <a:pt x="1960188" y="23086"/>
                </a:cubicBezTo>
                <a:cubicBezTo>
                  <a:pt x="1962735" y="25928"/>
                  <a:pt x="1964008" y="30207"/>
                  <a:pt x="1964008" y="35922"/>
                </a:cubicBezTo>
                <a:lnTo>
                  <a:pt x="1964008" y="66440"/>
                </a:lnTo>
                <a:close/>
                <a:moveTo>
                  <a:pt x="2017777" y="40581"/>
                </a:moveTo>
                <a:cubicBezTo>
                  <a:pt x="2017777" y="41731"/>
                  <a:pt x="2017761" y="42693"/>
                  <a:pt x="2017730" y="43470"/>
                </a:cubicBezTo>
                <a:cubicBezTo>
                  <a:pt x="2017699" y="44246"/>
                  <a:pt x="2017653" y="44976"/>
                  <a:pt x="2017590" y="45660"/>
                </a:cubicBezTo>
                <a:lnTo>
                  <a:pt x="1984743" y="45660"/>
                </a:lnTo>
                <a:cubicBezTo>
                  <a:pt x="1984743" y="50443"/>
                  <a:pt x="1986079" y="54116"/>
                  <a:pt x="1988750" y="56679"/>
                </a:cubicBezTo>
                <a:cubicBezTo>
                  <a:pt x="1991422" y="59241"/>
                  <a:pt x="1995273" y="60522"/>
                  <a:pt x="2000305" y="60522"/>
                </a:cubicBezTo>
                <a:cubicBezTo>
                  <a:pt x="2001672" y="60522"/>
                  <a:pt x="2003038" y="60467"/>
                  <a:pt x="2004405" y="60357"/>
                </a:cubicBezTo>
                <a:cubicBezTo>
                  <a:pt x="2005772" y="60245"/>
                  <a:pt x="2007092" y="60094"/>
                  <a:pt x="2008365" y="59904"/>
                </a:cubicBezTo>
                <a:cubicBezTo>
                  <a:pt x="2009639" y="59712"/>
                  <a:pt x="2010858" y="59498"/>
                  <a:pt x="2012023" y="59260"/>
                </a:cubicBezTo>
                <a:cubicBezTo>
                  <a:pt x="2013188" y="59021"/>
                  <a:pt x="2014267" y="58759"/>
                  <a:pt x="2015261" y="58472"/>
                </a:cubicBezTo>
                <a:lnTo>
                  <a:pt x="2015261" y="65135"/>
                </a:lnTo>
                <a:cubicBezTo>
                  <a:pt x="2013056" y="65770"/>
                  <a:pt x="2010563" y="66286"/>
                  <a:pt x="2007783" y="66683"/>
                </a:cubicBezTo>
                <a:cubicBezTo>
                  <a:pt x="2005003" y="67080"/>
                  <a:pt x="2002122" y="67278"/>
                  <a:pt x="1999140" y="67278"/>
                </a:cubicBezTo>
                <a:cubicBezTo>
                  <a:pt x="1995133" y="67278"/>
                  <a:pt x="1991686" y="66735"/>
                  <a:pt x="1988797" y="65648"/>
                </a:cubicBezTo>
                <a:cubicBezTo>
                  <a:pt x="1985908" y="64560"/>
                  <a:pt x="1983540" y="62984"/>
                  <a:pt x="1981692" y="60919"/>
                </a:cubicBezTo>
                <a:cubicBezTo>
                  <a:pt x="1979844" y="58853"/>
                  <a:pt x="1978477" y="56321"/>
                  <a:pt x="1977592" y="53324"/>
                </a:cubicBezTo>
                <a:cubicBezTo>
                  <a:pt x="1976706" y="50327"/>
                  <a:pt x="1976264" y="46933"/>
                  <a:pt x="1976264" y="43144"/>
                </a:cubicBezTo>
                <a:cubicBezTo>
                  <a:pt x="1976264" y="39851"/>
                  <a:pt x="1976737" y="36737"/>
                  <a:pt x="1977685" y="33802"/>
                </a:cubicBezTo>
                <a:cubicBezTo>
                  <a:pt x="1978632" y="30867"/>
                  <a:pt x="1980014" y="28289"/>
                  <a:pt x="1981831" y="26068"/>
                </a:cubicBezTo>
                <a:cubicBezTo>
                  <a:pt x="1983649" y="23847"/>
                  <a:pt x="1985877" y="22084"/>
                  <a:pt x="1988517" y="20780"/>
                </a:cubicBezTo>
                <a:cubicBezTo>
                  <a:pt x="1991158" y="19475"/>
                  <a:pt x="1994155" y="18823"/>
                  <a:pt x="1997510" y="18823"/>
                </a:cubicBezTo>
                <a:cubicBezTo>
                  <a:pt x="2000771" y="18823"/>
                  <a:pt x="2003660" y="19336"/>
                  <a:pt x="2006176" y="20361"/>
                </a:cubicBezTo>
                <a:cubicBezTo>
                  <a:pt x="2008691" y="21386"/>
                  <a:pt x="2010811" y="22838"/>
                  <a:pt x="2012535" y="24717"/>
                </a:cubicBezTo>
                <a:cubicBezTo>
                  <a:pt x="2014259" y="26596"/>
                  <a:pt x="2015564" y="28879"/>
                  <a:pt x="2016449" y="31566"/>
                </a:cubicBezTo>
                <a:cubicBezTo>
                  <a:pt x="2017334" y="34253"/>
                  <a:pt x="2017777" y="37258"/>
                  <a:pt x="2017777" y="40581"/>
                </a:cubicBezTo>
                <a:moveTo>
                  <a:pt x="2009344" y="39416"/>
                </a:moveTo>
                <a:cubicBezTo>
                  <a:pt x="2009437" y="37335"/>
                  <a:pt x="2009235" y="35433"/>
                  <a:pt x="2008738" y="33709"/>
                </a:cubicBezTo>
                <a:cubicBezTo>
                  <a:pt x="2008241" y="31985"/>
                  <a:pt x="2007472" y="30502"/>
                  <a:pt x="2006432" y="29260"/>
                </a:cubicBezTo>
                <a:cubicBezTo>
                  <a:pt x="2005391" y="28017"/>
                  <a:pt x="2004094" y="27046"/>
                  <a:pt x="2002541" y="26348"/>
                </a:cubicBezTo>
                <a:cubicBezTo>
                  <a:pt x="2000988" y="25649"/>
                  <a:pt x="1999187" y="25299"/>
                  <a:pt x="1997137" y="25299"/>
                </a:cubicBezTo>
                <a:cubicBezTo>
                  <a:pt x="1995366" y="25299"/>
                  <a:pt x="1993751" y="25641"/>
                  <a:pt x="1992291" y="26324"/>
                </a:cubicBezTo>
                <a:cubicBezTo>
                  <a:pt x="1990831" y="27008"/>
                  <a:pt x="1989573" y="27970"/>
                  <a:pt x="1988517" y="29213"/>
                </a:cubicBezTo>
                <a:cubicBezTo>
                  <a:pt x="1987461" y="30455"/>
                  <a:pt x="1986607" y="31946"/>
                  <a:pt x="1985955" y="33686"/>
                </a:cubicBezTo>
                <a:cubicBezTo>
                  <a:pt x="1985303" y="35425"/>
                  <a:pt x="1984899" y="37335"/>
                  <a:pt x="1984743" y="39416"/>
                </a:cubicBezTo>
                <a:lnTo>
                  <a:pt x="2009344" y="39416"/>
                </a:lnTo>
                <a:close/>
                <a:moveTo>
                  <a:pt x="2121494" y="40581"/>
                </a:moveTo>
                <a:cubicBezTo>
                  <a:pt x="2121494" y="41731"/>
                  <a:pt x="2121478" y="42693"/>
                  <a:pt x="2121447" y="43470"/>
                </a:cubicBezTo>
                <a:cubicBezTo>
                  <a:pt x="2121416" y="44246"/>
                  <a:pt x="2121370" y="44976"/>
                  <a:pt x="2121307" y="45660"/>
                </a:cubicBezTo>
                <a:lnTo>
                  <a:pt x="2088460" y="45660"/>
                </a:lnTo>
                <a:cubicBezTo>
                  <a:pt x="2088460" y="50443"/>
                  <a:pt x="2089796" y="54116"/>
                  <a:pt x="2092467" y="56679"/>
                </a:cubicBezTo>
                <a:cubicBezTo>
                  <a:pt x="2095138" y="59241"/>
                  <a:pt x="2098990" y="60522"/>
                  <a:pt x="2104022" y="60522"/>
                </a:cubicBezTo>
                <a:cubicBezTo>
                  <a:pt x="2105389" y="60522"/>
                  <a:pt x="2106755" y="60467"/>
                  <a:pt x="2108122" y="60357"/>
                </a:cubicBezTo>
                <a:cubicBezTo>
                  <a:pt x="2109489" y="60245"/>
                  <a:pt x="2110809" y="60094"/>
                  <a:pt x="2112082" y="59904"/>
                </a:cubicBezTo>
                <a:cubicBezTo>
                  <a:pt x="2113356" y="59712"/>
                  <a:pt x="2114575" y="59498"/>
                  <a:pt x="2115740" y="59260"/>
                </a:cubicBezTo>
                <a:cubicBezTo>
                  <a:pt x="2116905" y="59021"/>
                  <a:pt x="2117984" y="58759"/>
                  <a:pt x="2118978" y="58472"/>
                </a:cubicBezTo>
                <a:lnTo>
                  <a:pt x="2118978" y="65135"/>
                </a:lnTo>
                <a:cubicBezTo>
                  <a:pt x="2116773" y="65770"/>
                  <a:pt x="2114280" y="66286"/>
                  <a:pt x="2111500" y="66683"/>
                </a:cubicBezTo>
                <a:cubicBezTo>
                  <a:pt x="2108720" y="67080"/>
                  <a:pt x="2105839" y="67278"/>
                  <a:pt x="2102857" y="67278"/>
                </a:cubicBezTo>
                <a:cubicBezTo>
                  <a:pt x="2098850" y="67278"/>
                  <a:pt x="2095402" y="66735"/>
                  <a:pt x="2092514" y="65648"/>
                </a:cubicBezTo>
                <a:cubicBezTo>
                  <a:pt x="2089625" y="64560"/>
                  <a:pt x="2087257" y="62984"/>
                  <a:pt x="2085409" y="60919"/>
                </a:cubicBezTo>
                <a:cubicBezTo>
                  <a:pt x="2083560" y="58853"/>
                  <a:pt x="2082194" y="56321"/>
                  <a:pt x="2081309" y="53324"/>
                </a:cubicBezTo>
                <a:cubicBezTo>
                  <a:pt x="2080423" y="50327"/>
                  <a:pt x="2079981" y="46933"/>
                  <a:pt x="2079981" y="43144"/>
                </a:cubicBezTo>
                <a:cubicBezTo>
                  <a:pt x="2079981" y="39851"/>
                  <a:pt x="2080454" y="36737"/>
                  <a:pt x="2081402" y="33802"/>
                </a:cubicBezTo>
                <a:cubicBezTo>
                  <a:pt x="2082349" y="30867"/>
                  <a:pt x="2083731" y="28289"/>
                  <a:pt x="2085548" y="26068"/>
                </a:cubicBezTo>
                <a:cubicBezTo>
                  <a:pt x="2087365" y="23847"/>
                  <a:pt x="2089594" y="22084"/>
                  <a:pt x="2092234" y="20780"/>
                </a:cubicBezTo>
                <a:cubicBezTo>
                  <a:pt x="2094874" y="19475"/>
                  <a:pt x="2097872" y="18823"/>
                  <a:pt x="2101226" y="18823"/>
                </a:cubicBezTo>
                <a:cubicBezTo>
                  <a:pt x="2104488" y="18823"/>
                  <a:pt x="2107377" y="19336"/>
                  <a:pt x="2109892" y="20361"/>
                </a:cubicBezTo>
                <a:cubicBezTo>
                  <a:pt x="2112408" y="21386"/>
                  <a:pt x="2114528" y="22838"/>
                  <a:pt x="2116252" y="24717"/>
                </a:cubicBezTo>
                <a:cubicBezTo>
                  <a:pt x="2117976" y="26596"/>
                  <a:pt x="2119281" y="28879"/>
                  <a:pt x="2120166" y="31566"/>
                </a:cubicBezTo>
                <a:cubicBezTo>
                  <a:pt x="2121051" y="34253"/>
                  <a:pt x="2121494" y="37258"/>
                  <a:pt x="2121494" y="40581"/>
                </a:cubicBezTo>
                <a:moveTo>
                  <a:pt x="2113061" y="39416"/>
                </a:moveTo>
                <a:cubicBezTo>
                  <a:pt x="2113154" y="37335"/>
                  <a:pt x="2112952" y="35433"/>
                  <a:pt x="2112455" y="33709"/>
                </a:cubicBezTo>
                <a:cubicBezTo>
                  <a:pt x="2111958" y="31985"/>
                  <a:pt x="2111189" y="30502"/>
                  <a:pt x="2110149" y="29260"/>
                </a:cubicBezTo>
                <a:cubicBezTo>
                  <a:pt x="2109108" y="28017"/>
                  <a:pt x="2107811" y="27046"/>
                  <a:pt x="2106258" y="26348"/>
                </a:cubicBezTo>
                <a:cubicBezTo>
                  <a:pt x="2104705" y="25649"/>
                  <a:pt x="2102904" y="25299"/>
                  <a:pt x="2100854" y="25299"/>
                </a:cubicBezTo>
                <a:cubicBezTo>
                  <a:pt x="2099083" y="25299"/>
                  <a:pt x="2097468" y="25641"/>
                  <a:pt x="2096008" y="26324"/>
                </a:cubicBezTo>
                <a:cubicBezTo>
                  <a:pt x="2094548" y="27008"/>
                  <a:pt x="2093290" y="27970"/>
                  <a:pt x="2092234" y="29213"/>
                </a:cubicBezTo>
                <a:cubicBezTo>
                  <a:pt x="2091178" y="30455"/>
                  <a:pt x="2090324" y="31946"/>
                  <a:pt x="2089672" y="33686"/>
                </a:cubicBezTo>
                <a:cubicBezTo>
                  <a:pt x="2089019" y="35425"/>
                  <a:pt x="2088616" y="37335"/>
                  <a:pt x="2088460" y="39416"/>
                </a:cubicBezTo>
                <a:lnTo>
                  <a:pt x="2113061" y="39416"/>
                </a:lnTo>
                <a:close/>
                <a:moveTo>
                  <a:pt x="2135753" y="19662"/>
                </a:moveTo>
                <a:lnTo>
                  <a:pt x="2143161" y="19662"/>
                </a:lnTo>
                <a:lnTo>
                  <a:pt x="2143394" y="28259"/>
                </a:lnTo>
                <a:cubicBezTo>
                  <a:pt x="2146158" y="24943"/>
                  <a:pt x="2148884" y="22542"/>
                  <a:pt x="2151571" y="21055"/>
                </a:cubicBezTo>
                <a:cubicBezTo>
                  <a:pt x="2154257" y="19567"/>
                  <a:pt x="2156968" y="18823"/>
                  <a:pt x="2159701" y="18823"/>
                </a:cubicBezTo>
                <a:cubicBezTo>
                  <a:pt x="2164546" y="18823"/>
                  <a:pt x="2168219" y="20388"/>
                  <a:pt x="2170720" y="23517"/>
                </a:cubicBezTo>
                <a:cubicBezTo>
                  <a:pt x="2173220" y="26647"/>
                  <a:pt x="2174377" y="31294"/>
                  <a:pt x="2174191" y="37460"/>
                </a:cubicBezTo>
                <a:lnTo>
                  <a:pt x="2165991" y="37460"/>
                </a:lnTo>
                <a:cubicBezTo>
                  <a:pt x="2166084" y="33376"/>
                  <a:pt x="2165486" y="30414"/>
                  <a:pt x="2164197" y="28574"/>
                </a:cubicBezTo>
                <a:cubicBezTo>
                  <a:pt x="2162908" y="26732"/>
                  <a:pt x="2161021" y="25812"/>
                  <a:pt x="2158536" y="25812"/>
                </a:cubicBezTo>
                <a:cubicBezTo>
                  <a:pt x="2157449" y="25812"/>
                  <a:pt x="2156354" y="26005"/>
                  <a:pt x="2155251" y="26393"/>
                </a:cubicBezTo>
                <a:cubicBezTo>
                  <a:pt x="2154149" y="26779"/>
                  <a:pt x="2153015" y="27397"/>
                  <a:pt x="2151850" y="28248"/>
                </a:cubicBezTo>
                <a:cubicBezTo>
                  <a:pt x="2150685" y="29098"/>
                  <a:pt x="2149451" y="30188"/>
                  <a:pt x="2148146" y="31519"/>
                </a:cubicBezTo>
                <a:cubicBezTo>
                  <a:pt x="2146842" y="32849"/>
                  <a:pt x="2145444" y="34457"/>
                  <a:pt x="2143953" y="36344"/>
                </a:cubicBezTo>
                <a:lnTo>
                  <a:pt x="2143953" y="66440"/>
                </a:lnTo>
                <a:lnTo>
                  <a:pt x="2135753" y="66440"/>
                </a:lnTo>
                <a:lnTo>
                  <a:pt x="2135753" y="19662"/>
                </a:lnTo>
                <a:close/>
                <a:moveTo>
                  <a:pt x="2187611" y="19662"/>
                </a:moveTo>
                <a:lnTo>
                  <a:pt x="2195019" y="19662"/>
                </a:lnTo>
                <a:lnTo>
                  <a:pt x="2195252" y="28259"/>
                </a:lnTo>
                <a:cubicBezTo>
                  <a:pt x="2198017" y="24943"/>
                  <a:pt x="2200742" y="22542"/>
                  <a:pt x="2203429" y="21055"/>
                </a:cubicBezTo>
                <a:cubicBezTo>
                  <a:pt x="2206116" y="19567"/>
                  <a:pt x="2208826" y="18823"/>
                  <a:pt x="2211559" y="18823"/>
                </a:cubicBezTo>
                <a:cubicBezTo>
                  <a:pt x="2216405" y="18823"/>
                  <a:pt x="2220078" y="20388"/>
                  <a:pt x="2222578" y="23517"/>
                </a:cubicBezTo>
                <a:cubicBezTo>
                  <a:pt x="2225079" y="26647"/>
                  <a:pt x="2226236" y="31294"/>
                  <a:pt x="2226049" y="37460"/>
                </a:cubicBezTo>
                <a:lnTo>
                  <a:pt x="2217849" y="37460"/>
                </a:lnTo>
                <a:cubicBezTo>
                  <a:pt x="2217942" y="33376"/>
                  <a:pt x="2217344" y="30414"/>
                  <a:pt x="2216055" y="28574"/>
                </a:cubicBezTo>
                <a:cubicBezTo>
                  <a:pt x="2214766" y="26732"/>
                  <a:pt x="2212879" y="25812"/>
                  <a:pt x="2210394" y="25812"/>
                </a:cubicBezTo>
                <a:cubicBezTo>
                  <a:pt x="2209307" y="25812"/>
                  <a:pt x="2208212" y="26005"/>
                  <a:pt x="2207110" y="26393"/>
                </a:cubicBezTo>
                <a:cubicBezTo>
                  <a:pt x="2206007" y="26779"/>
                  <a:pt x="2204873" y="27397"/>
                  <a:pt x="2203709" y="28248"/>
                </a:cubicBezTo>
                <a:cubicBezTo>
                  <a:pt x="2202544" y="29098"/>
                  <a:pt x="2201309" y="30188"/>
                  <a:pt x="2200004" y="31519"/>
                </a:cubicBezTo>
                <a:cubicBezTo>
                  <a:pt x="2198700" y="32849"/>
                  <a:pt x="2197302" y="34457"/>
                  <a:pt x="2195811" y="36344"/>
                </a:cubicBezTo>
                <a:lnTo>
                  <a:pt x="2195811" y="66440"/>
                </a:lnTo>
                <a:lnTo>
                  <a:pt x="2187611" y="66440"/>
                </a:lnTo>
                <a:lnTo>
                  <a:pt x="2187611" y="19662"/>
                </a:lnTo>
                <a:close/>
                <a:moveTo>
                  <a:pt x="2278281" y="42678"/>
                </a:moveTo>
                <a:cubicBezTo>
                  <a:pt x="2278281" y="46312"/>
                  <a:pt x="2277768" y="49643"/>
                  <a:pt x="2276743" y="52672"/>
                </a:cubicBezTo>
                <a:cubicBezTo>
                  <a:pt x="2275718" y="55700"/>
                  <a:pt x="2274243" y="58294"/>
                  <a:pt x="2272317" y="60453"/>
                </a:cubicBezTo>
                <a:cubicBezTo>
                  <a:pt x="2270391" y="62611"/>
                  <a:pt x="2268046" y="64289"/>
                  <a:pt x="2265282" y="65485"/>
                </a:cubicBezTo>
                <a:cubicBezTo>
                  <a:pt x="2262517" y="66680"/>
                  <a:pt x="2259380" y="67278"/>
                  <a:pt x="2255870" y="67278"/>
                </a:cubicBezTo>
                <a:cubicBezTo>
                  <a:pt x="2252516" y="67278"/>
                  <a:pt x="2249510" y="66758"/>
                  <a:pt x="2246855" y="65717"/>
                </a:cubicBezTo>
                <a:cubicBezTo>
                  <a:pt x="2244199" y="64677"/>
                  <a:pt x="2241947" y="63147"/>
                  <a:pt x="2240099" y="61128"/>
                </a:cubicBezTo>
                <a:cubicBezTo>
                  <a:pt x="2238251" y="59109"/>
                  <a:pt x="2236837" y="56609"/>
                  <a:pt x="2235859" y="53627"/>
                </a:cubicBezTo>
                <a:cubicBezTo>
                  <a:pt x="2234881" y="50645"/>
                  <a:pt x="2234391" y="47213"/>
                  <a:pt x="2234391" y="43330"/>
                </a:cubicBezTo>
                <a:cubicBezTo>
                  <a:pt x="2234391" y="39696"/>
                  <a:pt x="2234904" y="36380"/>
                  <a:pt x="2235929" y="33383"/>
                </a:cubicBezTo>
                <a:cubicBezTo>
                  <a:pt x="2236954" y="30385"/>
                  <a:pt x="2238429" y="27807"/>
                  <a:pt x="2240355" y="25649"/>
                </a:cubicBezTo>
                <a:cubicBezTo>
                  <a:pt x="2242281" y="23490"/>
                  <a:pt x="2244626" y="21813"/>
                  <a:pt x="2247390" y="20617"/>
                </a:cubicBezTo>
                <a:cubicBezTo>
                  <a:pt x="2250155" y="19421"/>
                  <a:pt x="2253292" y="18823"/>
                  <a:pt x="2256802" y="18823"/>
                </a:cubicBezTo>
                <a:cubicBezTo>
                  <a:pt x="2260157" y="18823"/>
                  <a:pt x="2263162" y="19343"/>
                  <a:pt x="2265817" y="20384"/>
                </a:cubicBezTo>
                <a:cubicBezTo>
                  <a:pt x="2268473" y="21424"/>
                  <a:pt x="2270725" y="22946"/>
                  <a:pt x="2272573" y="24950"/>
                </a:cubicBezTo>
                <a:cubicBezTo>
                  <a:pt x="2274421" y="26953"/>
                  <a:pt x="2275835" y="29446"/>
                  <a:pt x="2276813" y="32428"/>
                </a:cubicBezTo>
                <a:cubicBezTo>
                  <a:pt x="2277791" y="35410"/>
                  <a:pt x="2278281" y="38826"/>
                  <a:pt x="2278281" y="42678"/>
                </a:cubicBezTo>
                <a:moveTo>
                  <a:pt x="2269987" y="43051"/>
                </a:moveTo>
                <a:cubicBezTo>
                  <a:pt x="2269987" y="40162"/>
                  <a:pt x="2269669" y="37638"/>
                  <a:pt x="2269032" y="35480"/>
                </a:cubicBezTo>
                <a:cubicBezTo>
                  <a:pt x="2268395" y="33321"/>
                  <a:pt x="2267487" y="31519"/>
                  <a:pt x="2266307" y="30075"/>
                </a:cubicBezTo>
                <a:cubicBezTo>
                  <a:pt x="2265126" y="28631"/>
                  <a:pt x="2263690" y="27543"/>
                  <a:pt x="2261997" y="26813"/>
                </a:cubicBezTo>
                <a:cubicBezTo>
                  <a:pt x="2260304" y="26084"/>
                  <a:pt x="2258417" y="25719"/>
                  <a:pt x="2256336" y="25719"/>
                </a:cubicBezTo>
                <a:cubicBezTo>
                  <a:pt x="2253913" y="25719"/>
                  <a:pt x="2251840" y="26192"/>
                  <a:pt x="2250116" y="27140"/>
                </a:cubicBezTo>
                <a:cubicBezTo>
                  <a:pt x="2248392" y="28087"/>
                  <a:pt x="2246979" y="29353"/>
                  <a:pt x="2245876" y="30937"/>
                </a:cubicBezTo>
                <a:cubicBezTo>
                  <a:pt x="2244774" y="32521"/>
                  <a:pt x="2243966" y="34361"/>
                  <a:pt x="2243453" y="36458"/>
                </a:cubicBezTo>
                <a:cubicBezTo>
                  <a:pt x="2242941" y="38555"/>
                  <a:pt x="2242685" y="40752"/>
                  <a:pt x="2242685" y="43051"/>
                </a:cubicBezTo>
                <a:cubicBezTo>
                  <a:pt x="2242685" y="45939"/>
                  <a:pt x="2243003" y="48471"/>
                  <a:pt x="2243640" y="50645"/>
                </a:cubicBezTo>
                <a:cubicBezTo>
                  <a:pt x="2244277" y="52819"/>
                  <a:pt x="2245185" y="54629"/>
                  <a:pt x="2246365" y="56073"/>
                </a:cubicBezTo>
                <a:cubicBezTo>
                  <a:pt x="2247546" y="57517"/>
                  <a:pt x="2248975" y="58604"/>
                  <a:pt x="2250652" y="59334"/>
                </a:cubicBezTo>
                <a:cubicBezTo>
                  <a:pt x="2252329" y="60064"/>
                  <a:pt x="2254224" y="60429"/>
                  <a:pt x="2256336" y="60429"/>
                </a:cubicBezTo>
                <a:cubicBezTo>
                  <a:pt x="2258759" y="60429"/>
                  <a:pt x="2260832" y="59956"/>
                  <a:pt x="2262556" y="59008"/>
                </a:cubicBezTo>
                <a:cubicBezTo>
                  <a:pt x="2264280" y="58061"/>
                  <a:pt x="2265693" y="56795"/>
                  <a:pt x="2266796" y="55211"/>
                </a:cubicBezTo>
                <a:cubicBezTo>
                  <a:pt x="2267899" y="53627"/>
                  <a:pt x="2268706" y="51787"/>
                  <a:pt x="2269219" y="49690"/>
                </a:cubicBezTo>
                <a:cubicBezTo>
                  <a:pt x="2269731" y="47593"/>
                  <a:pt x="2269987" y="45380"/>
                  <a:pt x="2269987" y="43051"/>
                </a:cubicBezTo>
                <a:close/>
                <a:moveTo>
                  <a:pt x="2291328" y="19662"/>
                </a:moveTo>
                <a:lnTo>
                  <a:pt x="2298736" y="19662"/>
                </a:lnTo>
                <a:lnTo>
                  <a:pt x="2298969" y="28259"/>
                </a:lnTo>
                <a:cubicBezTo>
                  <a:pt x="2301734" y="24943"/>
                  <a:pt x="2304459" y="22542"/>
                  <a:pt x="2307146" y="21055"/>
                </a:cubicBezTo>
                <a:cubicBezTo>
                  <a:pt x="2309833" y="19567"/>
                  <a:pt x="2312543" y="18823"/>
                  <a:pt x="2315276" y="18823"/>
                </a:cubicBezTo>
                <a:cubicBezTo>
                  <a:pt x="2320122" y="18823"/>
                  <a:pt x="2323795" y="20388"/>
                  <a:pt x="2326295" y="23517"/>
                </a:cubicBezTo>
                <a:cubicBezTo>
                  <a:pt x="2328796" y="26647"/>
                  <a:pt x="2329953" y="31294"/>
                  <a:pt x="2329766" y="37460"/>
                </a:cubicBezTo>
                <a:lnTo>
                  <a:pt x="2321566" y="37460"/>
                </a:lnTo>
                <a:cubicBezTo>
                  <a:pt x="2321659" y="33376"/>
                  <a:pt x="2321062" y="30414"/>
                  <a:pt x="2319773" y="28574"/>
                </a:cubicBezTo>
                <a:cubicBezTo>
                  <a:pt x="2318483" y="26732"/>
                  <a:pt x="2316597" y="25812"/>
                  <a:pt x="2314112" y="25812"/>
                </a:cubicBezTo>
                <a:cubicBezTo>
                  <a:pt x="2313025" y="25812"/>
                  <a:pt x="2311930" y="26005"/>
                  <a:pt x="2310827" y="26393"/>
                </a:cubicBezTo>
                <a:cubicBezTo>
                  <a:pt x="2309724" y="26779"/>
                  <a:pt x="2308591" y="27397"/>
                  <a:pt x="2307426" y="28248"/>
                </a:cubicBezTo>
                <a:cubicBezTo>
                  <a:pt x="2306261" y="29098"/>
                  <a:pt x="2305026" y="30188"/>
                  <a:pt x="2303722" y="31519"/>
                </a:cubicBezTo>
                <a:cubicBezTo>
                  <a:pt x="2302417" y="32849"/>
                  <a:pt x="2301019" y="34457"/>
                  <a:pt x="2299528" y="36344"/>
                </a:cubicBezTo>
                <a:lnTo>
                  <a:pt x="2299528" y="66440"/>
                </a:lnTo>
                <a:lnTo>
                  <a:pt x="2291328" y="66440"/>
                </a:lnTo>
                <a:lnTo>
                  <a:pt x="2291328" y="19662"/>
                </a:lnTo>
                <a:close/>
                <a:moveTo>
                  <a:pt x="2409069" y="26371"/>
                </a:moveTo>
                <a:lnTo>
                  <a:pt x="2395232" y="26371"/>
                </a:lnTo>
                <a:lnTo>
                  <a:pt x="2395232" y="19662"/>
                </a:lnTo>
                <a:lnTo>
                  <a:pt x="2417270" y="19662"/>
                </a:lnTo>
                <a:lnTo>
                  <a:pt x="2417270" y="59684"/>
                </a:lnTo>
                <a:lnTo>
                  <a:pt x="2431200" y="59684"/>
                </a:lnTo>
                <a:lnTo>
                  <a:pt x="2431200" y="66440"/>
                </a:lnTo>
                <a:lnTo>
                  <a:pt x="2393694" y="66440"/>
                </a:lnTo>
                <a:lnTo>
                  <a:pt x="2393694" y="59684"/>
                </a:lnTo>
                <a:lnTo>
                  <a:pt x="2409069" y="59684"/>
                </a:lnTo>
                <a:lnTo>
                  <a:pt x="2409069" y="26371"/>
                </a:lnTo>
                <a:moveTo>
                  <a:pt x="2411911" y="0"/>
                </a:moveTo>
                <a:cubicBezTo>
                  <a:pt x="2412812" y="0"/>
                  <a:pt x="2413651" y="163"/>
                  <a:pt x="2414427" y="489"/>
                </a:cubicBezTo>
                <a:cubicBezTo>
                  <a:pt x="2415204" y="815"/>
                  <a:pt x="2415880" y="1274"/>
                  <a:pt x="2416454" y="1864"/>
                </a:cubicBezTo>
                <a:cubicBezTo>
                  <a:pt x="2417029" y="2454"/>
                  <a:pt x="2417479" y="3129"/>
                  <a:pt x="2417805" y="3890"/>
                </a:cubicBezTo>
                <a:cubicBezTo>
                  <a:pt x="2418131" y="4651"/>
                  <a:pt x="2418295" y="5482"/>
                  <a:pt x="2418295" y="6383"/>
                </a:cubicBezTo>
                <a:cubicBezTo>
                  <a:pt x="2418295" y="7253"/>
                  <a:pt x="2418131" y="8076"/>
                  <a:pt x="2417805" y="8852"/>
                </a:cubicBezTo>
                <a:cubicBezTo>
                  <a:pt x="2417479" y="9629"/>
                  <a:pt x="2417029" y="10312"/>
                  <a:pt x="2416454" y="10902"/>
                </a:cubicBezTo>
                <a:cubicBezTo>
                  <a:pt x="2415880" y="11493"/>
                  <a:pt x="2415204" y="11951"/>
                  <a:pt x="2414427" y="12277"/>
                </a:cubicBezTo>
                <a:cubicBezTo>
                  <a:pt x="2413651" y="12603"/>
                  <a:pt x="2412812" y="12766"/>
                  <a:pt x="2411911" y="12766"/>
                </a:cubicBezTo>
                <a:cubicBezTo>
                  <a:pt x="2411011" y="12766"/>
                  <a:pt x="2410172" y="12603"/>
                  <a:pt x="2409396" y="12277"/>
                </a:cubicBezTo>
                <a:cubicBezTo>
                  <a:pt x="2408619" y="11951"/>
                  <a:pt x="2407943" y="11493"/>
                  <a:pt x="2407369" y="10902"/>
                </a:cubicBezTo>
                <a:cubicBezTo>
                  <a:pt x="2406794" y="10312"/>
                  <a:pt x="2406344" y="9629"/>
                  <a:pt x="2406018" y="8852"/>
                </a:cubicBezTo>
                <a:cubicBezTo>
                  <a:pt x="2405691" y="8076"/>
                  <a:pt x="2405528" y="7253"/>
                  <a:pt x="2405528" y="6383"/>
                </a:cubicBezTo>
                <a:cubicBezTo>
                  <a:pt x="2405528" y="5482"/>
                  <a:pt x="2405691" y="4651"/>
                  <a:pt x="2406018" y="3890"/>
                </a:cubicBezTo>
                <a:cubicBezTo>
                  <a:pt x="2406344" y="3129"/>
                  <a:pt x="2406794" y="2454"/>
                  <a:pt x="2407369" y="1864"/>
                </a:cubicBezTo>
                <a:cubicBezTo>
                  <a:pt x="2407943" y="1274"/>
                  <a:pt x="2408619" y="815"/>
                  <a:pt x="2409396" y="489"/>
                </a:cubicBezTo>
                <a:cubicBezTo>
                  <a:pt x="2410172" y="163"/>
                  <a:pt x="2411011" y="0"/>
                  <a:pt x="2411911" y="0"/>
                </a:cubicBezTo>
                <a:close/>
                <a:moveTo>
                  <a:pt x="2444994" y="19662"/>
                </a:moveTo>
                <a:lnTo>
                  <a:pt x="2452215" y="19662"/>
                </a:lnTo>
                <a:lnTo>
                  <a:pt x="2452541" y="27210"/>
                </a:lnTo>
                <a:cubicBezTo>
                  <a:pt x="2453908" y="25594"/>
                  <a:pt x="2455228" y="24251"/>
                  <a:pt x="2456502" y="23179"/>
                </a:cubicBezTo>
                <a:cubicBezTo>
                  <a:pt x="2457775" y="22108"/>
                  <a:pt x="2459025" y="21246"/>
                  <a:pt x="2460252" y="20593"/>
                </a:cubicBezTo>
                <a:cubicBezTo>
                  <a:pt x="2461479" y="19941"/>
                  <a:pt x="2462729" y="19483"/>
                  <a:pt x="2464003" y="19219"/>
                </a:cubicBezTo>
                <a:cubicBezTo>
                  <a:pt x="2465276" y="18955"/>
                  <a:pt x="2466597" y="18823"/>
                  <a:pt x="2467963" y="18823"/>
                </a:cubicBezTo>
                <a:cubicBezTo>
                  <a:pt x="2472778" y="18823"/>
                  <a:pt x="2476420" y="20244"/>
                  <a:pt x="2478889" y="23086"/>
                </a:cubicBezTo>
                <a:cubicBezTo>
                  <a:pt x="2481358" y="25928"/>
                  <a:pt x="2482593" y="30207"/>
                  <a:pt x="2482593" y="35922"/>
                </a:cubicBezTo>
                <a:lnTo>
                  <a:pt x="2482593" y="66440"/>
                </a:lnTo>
                <a:lnTo>
                  <a:pt x="2474486" y="66440"/>
                </a:lnTo>
                <a:lnTo>
                  <a:pt x="2474486" y="36574"/>
                </a:lnTo>
                <a:cubicBezTo>
                  <a:pt x="2474486" y="32909"/>
                  <a:pt x="2473803" y="30199"/>
                  <a:pt x="2472436" y="28444"/>
                </a:cubicBezTo>
                <a:cubicBezTo>
                  <a:pt x="2471069" y="26689"/>
                  <a:pt x="2469035" y="25812"/>
                  <a:pt x="2466332" y="25812"/>
                </a:cubicBezTo>
                <a:cubicBezTo>
                  <a:pt x="2465339" y="25812"/>
                  <a:pt x="2464368" y="25959"/>
                  <a:pt x="2463421" y="26254"/>
                </a:cubicBezTo>
                <a:cubicBezTo>
                  <a:pt x="2462473" y="26549"/>
                  <a:pt x="2461487" y="27062"/>
                  <a:pt x="2460462" y="27792"/>
                </a:cubicBezTo>
                <a:cubicBezTo>
                  <a:pt x="2459437" y="28522"/>
                  <a:pt x="2458327" y="29508"/>
                  <a:pt x="2457131" y="30750"/>
                </a:cubicBezTo>
                <a:cubicBezTo>
                  <a:pt x="2455935" y="31993"/>
                  <a:pt x="2454591" y="33546"/>
                  <a:pt x="2453100" y="35410"/>
                </a:cubicBezTo>
                <a:lnTo>
                  <a:pt x="2453100" y="66440"/>
                </a:lnTo>
                <a:lnTo>
                  <a:pt x="2444994" y="66440"/>
                </a:lnTo>
                <a:lnTo>
                  <a:pt x="2444994" y="19662"/>
                </a:lnTo>
                <a:close/>
                <a:moveTo>
                  <a:pt x="2492472" y="19662"/>
                </a:moveTo>
                <a:lnTo>
                  <a:pt x="2501698" y="19662"/>
                </a:lnTo>
                <a:lnTo>
                  <a:pt x="2513159" y="50598"/>
                </a:lnTo>
                <a:lnTo>
                  <a:pt x="2515628" y="58146"/>
                </a:lnTo>
                <a:lnTo>
                  <a:pt x="2518191" y="50412"/>
                </a:lnTo>
                <a:lnTo>
                  <a:pt x="2529559" y="19662"/>
                </a:lnTo>
                <a:lnTo>
                  <a:pt x="2538458" y="19662"/>
                </a:lnTo>
                <a:lnTo>
                  <a:pt x="2520101" y="66440"/>
                </a:lnTo>
                <a:lnTo>
                  <a:pt x="2510783" y="66440"/>
                </a:lnTo>
                <a:lnTo>
                  <a:pt x="2492472" y="19662"/>
                </a:lnTo>
                <a:close/>
                <a:moveTo>
                  <a:pt x="2589432" y="42678"/>
                </a:moveTo>
                <a:cubicBezTo>
                  <a:pt x="2589432" y="46312"/>
                  <a:pt x="2588919" y="49643"/>
                  <a:pt x="2587894" y="52672"/>
                </a:cubicBezTo>
                <a:cubicBezTo>
                  <a:pt x="2586869" y="55700"/>
                  <a:pt x="2585394" y="58294"/>
                  <a:pt x="2583468" y="60453"/>
                </a:cubicBezTo>
                <a:cubicBezTo>
                  <a:pt x="2581542" y="62611"/>
                  <a:pt x="2579197" y="64289"/>
                  <a:pt x="2576433" y="65485"/>
                </a:cubicBezTo>
                <a:cubicBezTo>
                  <a:pt x="2573668" y="66680"/>
                  <a:pt x="2570531" y="67278"/>
                  <a:pt x="2567021" y="67278"/>
                </a:cubicBezTo>
                <a:cubicBezTo>
                  <a:pt x="2563666" y="67278"/>
                  <a:pt x="2560661" y="66758"/>
                  <a:pt x="2558006" y="65717"/>
                </a:cubicBezTo>
                <a:cubicBezTo>
                  <a:pt x="2555350" y="64677"/>
                  <a:pt x="2553098" y="63147"/>
                  <a:pt x="2551250" y="61128"/>
                </a:cubicBezTo>
                <a:cubicBezTo>
                  <a:pt x="2549402" y="59109"/>
                  <a:pt x="2547988" y="56609"/>
                  <a:pt x="2547010" y="53627"/>
                </a:cubicBezTo>
                <a:cubicBezTo>
                  <a:pt x="2546031" y="50645"/>
                  <a:pt x="2545542" y="47213"/>
                  <a:pt x="2545542" y="43330"/>
                </a:cubicBezTo>
                <a:cubicBezTo>
                  <a:pt x="2545542" y="39696"/>
                  <a:pt x="2546055" y="36380"/>
                  <a:pt x="2547080" y="33383"/>
                </a:cubicBezTo>
                <a:cubicBezTo>
                  <a:pt x="2548105" y="30385"/>
                  <a:pt x="2549580" y="27807"/>
                  <a:pt x="2551506" y="25649"/>
                </a:cubicBezTo>
                <a:cubicBezTo>
                  <a:pt x="2553432" y="23490"/>
                  <a:pt x="2555777" y="21813"/>
                  <a:pt x="2558541" y="20617"/>
                </a:cubicBezTo>
                <a:cubicBezTo>
                  <a:pt x="2561306" y="19421"/>
                  <a:pt x="2564443" y="18823"/>
                  <a:pt x="2567953" y="18823"/>
                </a:cubicBezTo>
                <a:cubicBezTo>
                  <a:pt x="2571307" y="18823"/>
                  <a:pt x="2574313" y="19343"/>
                  <a:pt x="2576968" y="20384"/>
                </a:cubicBezTo>
                <a:cubicBezTo>
                  <a:pt x="2579624" y="21424"/>
                  <a:pt x="2581876" y="22946"/>
                  <a:pt x="2583724" y="24950"/>
                </a:cubicBezTo>
                <a:cubicBezTo>
                  <a:pt x="2585572" y="26953"/>
                  <a:pt x="2586986" y="29446"/>
                  <a:pt x="2587964" y="32428"/>
                </a:cubicBezTo>
                <a:cubicBezTo>
                  <a:pt x="2588942" y="35410"/>
                  <a:pt x="2589432" y="38826"/>
                  <a:pt x="2589432" y="42678"/>
                </a:cubicBezTo>
                <a:moveTo>
                  <a:pt x="2581138" y="43051"/>
                </a:moveTo>
                <a:cubicBezTo>
                  <a:pt x="2581138" y="40162"/>
                  <a:pt x="2580820" y="37638"/>
                  <a:pt x="2580183" y="35480"/>
                </a:cubicBezTo>
                <a:cubicBezTo>
                  <a:pt x="2579546" y="33321"/>
                  <a:pt x="2578638" y="31519"/>
                  <a:pt x="2577458" y="30075"/>
                </a:cubicBezTo>
                <a:cubicBezTo>
                  <a:pt x="2576277" y="28631"/>
                  <a:pt x="2574841" y="27543"/>
                  <a:pt x="2573148" y="26813"/>
                </a:cubicBezTo>
                <a:cubicBezTo>
                  <a:pt x="2571455" y="26084"/>
                  <a:pt x="2569568" y="25719"/>
                  <a:pt x="2567487" y="25719"/>
                </a:cubicBezTo>
                <a:cubicBezTo>
                  <a:pt x="2565064" y="25719"/>
                  <a:pt x="2562991" y="26192"/>
                  <a:pt x="2561267" y="27140"/>
                </a:cubicBezTo>
                <a:cubicBezTo>
                  <a:pt x="2559543" y="28087"/>
                  <a:pt x="2558130" y="29353"/>
                  <a:pt x="2557027" y="30937"/>
                </a:cubicBezTo>
                <a:cubicBezTo>
                  <a:pt x="2555924" y="32521"/>
                  <a:pt x="2555117" y="34361"/>
                  <a:pt x="2554604" y="36458"/>
                </a:cubicBezTo>
                <a:cubicBezTo>
                  <a:pt x="2554092" y="38555"/>
                  <a:pt x="2553836" y="40752"/>
                  <a:pt x="2553836" y="43051"/>
                </a:cubicBezTo>
                <a:cubicBezTo>
                  <a:pt x="2553836" y="45939"/>
                  <a:pt x="2554154" y="48471"/>
                  <a:pt x="2554791" y="50645"/>
                </a:cubicBezTo>
                <a:cubicBezTo>
                  <a:pt x="2555427" y="52819"/>
                  <a:pt x="2556336" y="54629"/>
                  <a:pt x="2557516" y="56073"/>
                </a:cubicBezTo>
                <a:cubicBezTo>
                  <a:pt x="2558697" y="57517"/>
                  <a:pt x="2560125" y="58604"/>
                  <a:pt x="2561803" y="59334"/>
                </a:cubicBezTo>
                <a:cubicBezTo>
                  <a:pt x="2563480" y="60064"/>
                  <a:pt x="2565375" y="60429"/>
                  <a:pt x="2567487" y="60429"/>
                </a:cubicBezTo>
                <a:cubicBezTo>
                  <a:pt x="2569910" y="60429"/>
                  <a:pt x="2571983" y="59956"/>
                  <a:pt x="2573707" y="59008"/>
                </a:cubicBezTo>
                <a:cubicBezTo>
                  <a:pt x="2575431" y="58061"/>
                  <a:pt x="2576844" y="56795"/>
                  <a:pt x="2577947" y="55211"/>
                </a:cubicBezTo>
                <a:cubicBezTo>
                  <a:pt x="2579049" y="53627"/>
                  <a:pt x="2579857" y="51787"/>
                  <a:pt x="2580369" y="49690"/>
                </a:cubicBezTo>
                <a:cubicBezTo>
                  <a:pt x="2580882" y="47593"/>
                  <a:pt x="2581138" y="45380"/>
                  <a:pt x="2581138" y="43051"/>
                </a:cubicBezTo>
                <a:close/>
                <a:moveTo>
                  <a:pt x="2616503" y="7222"/>
                </a:moveTo>
                <a:lnTo>
                  <a:pt x="2602666" y="7222"/>
                </a:lnTo>
                <a:lnTo>
                  <a:pt x="2602666" y="559"/>
                </a:lnTo>
                <a:lnTo>
                  <a:pt x="2624703" y="559"/>
                </a:lnTo>
                <a:lnTo>
                  <a:pt x="2624703" y="59684"/>
                </a:lnTo>
                <a:lnTo>
                  <a:pt x="2638634" y="59684"/>
                </a:lnTo>
                <a:lnTo>
                  <a:pt x="2638634" y="66440"/>
                </a:lnTo>
                <a:lnTo>
                  <a:pt x="2601128" y="66440"/>
                </a:lnTo>
                <a:lnTo>
                  <a:pt x="2601128" y="59684"/>
                </a:lnTo>
                <a:lnTo>
                  <a:pt x="2616503" y="59684"/>
                </a:lnTo>
                <a:lnTo>
                  <a:pt x="2616503" y="7222"/>
                </a:lnTo>
                <a:close/>
                <a:moveTo>
                  <a:pt x="2648048" y="19662"/>
                </a:moveTo>
                <a:lnTo>
                  <a:pt x="2657273" y="19662"/>
                </a:lnTo>
                <a:lnTo>
                  <a:pt x="2668734" y="50598"/>
                </a:lnTo>
                <a:lnTo>
                  <a:pt x="2671204" y="58146"/>
                </a:lnTo>
                <a:lnTo>
                  <a:pt x="2673766" y="50412"/>
                </a:lnTo>
                <a:lnTo>
                  <a:pt x="2685135" y="19662"/>
                </a:lnTo>
                <a:lnTo>
                  <a:pt x="2694034" y="19662"/>
                </a:lnTo>
                <a:lnTo>
                  <a:pt x="2675677" y="66440"/>
                </a:lnTo>
                <a:lnTo>
                  <a:pt x="2666358" y="66440"/>
                </a:lnTo>
                <a:lnTo>
                  <a:pt x="2648048" y="19662"/>
                </a:lnTo>
                <a:close/>
                <a:moveTo>
                  <a:pt x="2743796" y="40581"/>
                </a:moveTo>
                <a:cubicBezTo>
                  <a:pt x="2743796" y="41731"/>
                  <a:pt x="2743780" y="42693"/>
                  <a:pt x="2743749" y="43470"/>
                </a:cubicBezTo>
                <a:cubicBezTo>
                  <a:pt x="2743718" y="44246"/>
                  <a:pt x="2743671" y="44976"/>
                  <a:pt x="2743609" y="45660"/>
                </a:cubicBezTo>
                <a:lnTo>
                  <a:pt x="2710762" y="45660"/>
                </a:lnTo>
                <a:cubicBezTo>
                  <a:pt x="2710762" y="50443"/>
                  <a:pt x="2712098" y="54116"/>
                  <a:pt x="2714769" y="56679"/>
                </a:cubicBezTo>
                <a:cubicBezTo>
                  <a:pt x="2717440" y="59241"/>
                  <a:pt x="2721292" y="60522"/>
                  <a:pt x="2726324" y="60522"/>
                </a:cubicBezTo>
                <a:cubicBezTo>
                  <a:pt x="2727690" y="60522"/>
                  <a:pt x="2729057" y="60467"/>
                  <a:pt x="2730424" y="60357"/>
                </a:cubicBezTo>
                <a:cubicBezTo>
                  <a:pt x="2731790" y="60245"/>
                  <a:pt x="2733111" y="60094"/>
                  <a:pt x="2734384" y="59904"/>
                </a:cubicBezTo>
                <a:cubicBezTo>
                  <a:pt x="2735658" y="59712"/>
                  <a:pt x="2736877" y="59498"/>
                  <a:pt x="2738042" y="59260"/>
                </a:cubicBezTo>
                <a:cubicBezTo>
                  <a:pt x="2739206" y="59021"/>
                  <a:pt x="2740286" y="58759"/>
                  <a:pt x="2741280" y="58472"/>
                </a:cubicBezTo>
                <a:lnTo>
                  <a:pt x="2741280" y="65135"/>
                </a:lnTo>
                <a:cubicBezTo>
                  <a:pt x="2739074" y="65770"/>
                  <a:pt x="2736582" y="66286"/>
                  <a:pt x="2733802" y="66683"/>
                </a:cubicBezTo>
                <a:cubicBezTo>
                  <a:pt x="2731022" y="67080"/>
                  <a:pt x="2728141" y="67278"/>
                  <a:pt x="2725159" y="67278"/>
                </a:cubicBezTo>
                <a:cubicBezTo>
                  <a:pt x="2721152" y="67278"/>
                  <a:pt x="2717704" y="66735"/>
                  <a:pt x="2714816" y="65648"/>
                </a:cubicBezTo>
                <a:cubicBezTo>
                  <a:pt x="2711927" y="64560"/>
                  <a:pt x="2709559" y="62984"/>
                  <a:pt x="2707710" y="60919"/>
                </a:cubicBezTo>
                <a:cubicBezTo>
                  <a:pt x="2705862" y="58853"/>
                  <a:pt x="2704496" y="56321"/>
                  <a:pt x="2703610" y="53324"/>
                </a:cubicBezTo>
                <a:cubicBezTo>
                  <a:pt x="2702725" y="50327"/>
                  <a:pt x="2702282" y="46933"/>
                  <a:pt x="2702282" y="43144"/>
                </a:cubicBezTo>
                <a:cubicBezTo>
                  <a:pt x="2702282" y="39851"/>
                  <a:pt x="2702756" y="36737"/>
                  <a:pt x="2703703" y="33802"/>
                </a:cubicBezTo>
                <a:cubicBezTo>
                  <a:pt x="2704651" y="30867"/>
                  <a:pt x="2706033" y="28289"/>
                  <a:pt x="2707850" y="26068"/>
                </a:cubicBezTo>
                <a:cubicBezTo>
                  <a:pt x="2709667" y="23847"/>
                  <a:pt x="2711896" y="22084"/>
                  <a:pt x="2714536" y="20780"/>
                </a:cubicBezTo>
                <a:cubicBezTo>
                  <a:pt x="2717176" y="19475"/>
                  <a:pt x="2720174" y="18823"/>
                  <a:pt x="2723528" y="18823"/>
                </a:cubicBezTo>
                <a:cubicBezTo>
                  <a:pt x="2726790" y="18823"/>
                  <a:pt x="2729678" y="19336"/>
                  <a:pt x="2732194" y="20361"/>
                </a:cubicBezTo>
                <a:cubicBezTo>
                  <a:pt x="2734710" y="21386"/>
                  <a:pt x="2736830" y="22838"/>
                  <a:pt x="2738554" y="24717"/>
                </a:cubicBezTo>
                <a:cubicBezTo>
                  <a:pt x="2740278" y="26596"/>
                  <a:pt x="2741582" y="28879"/>
                  <a:pt x="2742468" y="31566"/>
                </a:cubicBezTo>
                <a:cubicBezTo>
                  <a:pt x="2743353" y="34253"/>
                  <a:pt x="2743796" y="37258"/>
                  <a:pt x="2743796" y="40581"/>
                </a:cubicBezTo>
                <a:moveTo>
                  <a:pt x="2735362" y="39416"/>
                </a:moveTo>
                <a:cubicBezTo>
                  <a:pt x="2735456" y="37335"/>
                  <a:pt x="2735254" y="35433"/>
                  <a:pt x="2734757" y="33709"/>
                </a:cubicBezTo>
                <a:cubicBezTo>
                  <a:pt x="2734260" y="31985"/>
                  <a:pt x="2733491" y="30502"/>
                  <a:pt x="2732451" y="29260"/>
                </a:cubicBezTo>
                <a:cubicBezTo>
                  <a:pt x="2731410" y="28017"/>
                  <a:pt x="2730113" y="27046"/>
                  <a:pt x="2728560" y="26348"/>
                </a:cubicBezTo>
                <a:cubicBezTo>
                  <a:pt x="2727007" y="25649"/>
                  <a:pt x="2725206" y="25299"/>
                  <a:pt x="2723155" y="25299"/>
                </a:cubicBezTo>
                <a:cubicBezTo>
                  <a:pt x="2721385" y="25299"/>
                  <a:pt x="2719770" y="25641"/>
                  <a:pt x="2718310" y="26324"/>
                </a:cubicBezTo>
                <a:cubicBezTo>
                  <a:pt x="2716850" y="27008"/>
                  <a:pt x="2715592" y="27970"/>
                  <a:pt x="2714536" y="29213"/>
                </a:cubicBezTo>
                <a:cubicBezTo>
                  <a:pt x="2713480" y="30455"/>
                  <a:pt x="2712626" y="31946"/>
                  <a:pt x="2711974" y="33686"/>
                </a:cubicBezTo>
                <a:cubicBezTo>
                  <a:pt x="2711321" y="35425"/>
                  <a:pt x="2710917" y="37335"/>
                  <a:pt x="2710762" y="39416"/>
                </a:cubicBezTo>
                <a:lnTo>
                  <a:pt x="2735362" y="39416"/>
                </a:lnTo>
                <a:close/>
                <a:moveTo>
                  <a:pt x="2793185" y="53674"/>
                </a:moveTo>
                <a:cubicBezTo>
                  <a:pt x="2793185" y="55320"/>
                  <a:pt x="2792905" y="56795"/>
                  <a:pt x="2792346" y="58100"/>
                </a:cubicBezTo>
                <a:cubicBezTo>
                  <a:pt x="2791787" y="59404"/>
                  <a:pt x="2791026" y="60561"/>
                  <a:pt x="2790063" y="61571"/>
                </a:cubicBezTo>
                <a:cubicBezTo>
                  <a:pt x="2789100" y="62580"/>
                  <a:pt x="2787982" y="63442"/>
                  <a:pt x="2786708" y="64157"/>
                </a:cubicBezTo>
                <a:cubicBezTo>
                  <a:pt x="2785435" y="64871"/>
                  <a:pt x="2784076" y="65461"/>
                  <a:pt x="2782632" y="65927"/>
                </a:cubicBezTo>
                <a:cubicBezTo>
                  <a:pt x="2781187" y="66393"/>
                  <a:pt x="2779704" y="66735"/>
                  <a:pt x="2778182" y="66952"/>
                </a:cubicBezTo>
                <a:cubicBezTo>
                  <a:pt x="2776660" y="67170"/>
                  <a:pt x="2775169" y="67278"/>
                  <a:pt x="2773709" y="67278"/>
                </a:cubicBezTo>
                <a:cubicBezTo>
                  <a:pt x="2770541" y="67278"/>
                  <a:pt x="2767629" y="67139"/>
                  <a:pt x="2764973" y="66859"/>
                </a:cubicBezTo>
                <a:cubicBezTo>
                  <a:pt x="2762318" y="66579"/>
                  <a:pt x="2759716" y="66129"/>
                  <a:pt x="2757169" y="65508"/>
                </a:cubicBezTo>
                <a:lnTo>
                  <a:pt x="2757169" y="58053"/>
                </a:lnTo>
                <a:cubicBezTo>
                  <a:pt x="2759903" y="58830"/>
                  <a:pt x="2762621" y="59420"/>
                  <a:pt x="2765323" y="59824"/>
                </a:cubicBezTo>
                <a:cubicBezTo>
                  <a:pt x="2768025" y="60227"/>
                  <a:pt x="2770712" y="60429"/>
                  <a:pt x="2773383" y="60429"/>
                </a:cubicBezTo>
                <a:cubicBezTo>
                  <a:pt x="2777266" y="60429"/>
                  <a:pt x="2780139" y="59901"/>
                  <a:pt x="2782003" y="58845"/>
                </a:cubicBezTo>
                <a:cubicBezTo>
                  <a:pt x="2783866" y="57789"/>
                  <a:pt x="2784798" y="56283"/>
                  <a:pt x="2784798" y="54326"/>
                </a:cubicBezTo>
                <a:cubicBezTo>
                  <a:pt x="2784798" y="53487"/>
                  <a:pt x="2784651" y="52734"/>
                  <a:pt x="2784356" y="52066"/>
                </a:cubicBezTo>
                <a:cubicBezTo>
                  <a:pt x="2784060" y="51398"/>
                  <a:pt x="2783525" y="50762"/>
                  <a:pt x="2782748" y="50156"/>
                </a:cubicBezTo>
                <a:cubicBezTo>
                  <a:pt x="2781972" y="49550"/>
                  <a:pt x="2780768" y="48921"/>
                  <a:pt x="2779137" y="48269"/>
                </a:cubicBezTo>
                <a:cubicBezTo>
                  <a:pt x="2777507" y="47617"/>
                  <a:pt x="2775278" y="46871"/>
                  <a:pt x="2772451" y="46033"/>
                </a:cubicBezTo>
                <a:cubicBezTo>
                  <a:pt x="2770339" y="45411"/>
                  <a:pt x="2768390" y="44705"/>
                  <a:pt x="2766604" y="43913"/>
                </a:cubicBezTo>
                <a:cubicBezTo>
                  <a:pt x="2764818" y="43121"/>
                  <a:pt x="2763273" y="42181"/>
                  <a:pt x="2761968" y="41094"/>
                </a:cubicBezTo>
                <a:cubicBezTo>
                  <a:pt x="2760664" y="40007"/>
                  <a:pt x="2759639" y="38733"/>
                  <a:pt x="2758893" y="37273"/>
                </a:cubicBezTo>
                <a:cubicBezTo>
                  <a:pt x="2758148" y="35813"/>
                  <a:pt x="2757775" y="34090"/>
                  <a:pt x="2757775" y="32102"/>
                </a:cubicBezTo>
                <a:cubicBezTo>
                  <a:pt x="2757775" y="30797"/>
                  <a:pt x="2758078" y="29368"/>
                  <a:pt x="2758684" y="27815"/>
                </a:cubicBezTo>
                <a:cubicBezTo>
                  <a:pt x="2759289" y="26262"/>
                  <a:pt x="2760322" y="24818"/>
                  <a:pt x="2761782" y="23482"/>
                </a:cubicBezTo>
                <a:cubicBezTo>
                  <a:pt x="2763242" y="22147"/>
                  <a:pt x="2765214" y="21036"/>
                  <a:pt x="2767699" y="20151"/>
                </a:cubicBezTo>
                <a:cubicBezTo>
                  <a:pt x="2770184" y="19266"/>
                  <a:pt x="2773290" y="18823"/>
                  <a:pt x="2777017" y="18823"/>
                </a:cubicBezTo>
                <a:cubicBezTo>
                  <a:pt x="2778850" y="18823"/>
                  <a:pt x="2780884" y="18924"/>
                  <a:pt x="2783121" y="19126"/>
                </a:cubicBezTo>
                <a:cubicBezTo>
                  <a:pt x="2785357" y="19328"/>
                  <a:pt x="2787687" y="19677"/>
                  <a:pt x="2790110" y="20174"/>
                </a:cubicBezTo>
                <a:lnTo>
                  <a:pt x="2790110" y="27396"/>
                </a:lnTo>
                <a:cubicBezTo>
                  <a:pt x="2787563" y="26775"/>
                  <a:pt x="2785148" y="26316"/>
                  <a:pt x="2782865" y="26021"/>
                </a:cubicBezTo>
                <a:cubicBezTo>
                  <a:pt x="2780582" y="25726"/>
                  <a:pt x="2778601" y="25579"/>
                  <a:pt x="2776924" y="25579"/>
                </a:cubicBezTo>
                <a:cubicBezTo>
                  <a:pt x="2774905" y="25579"/>
                  <a:pt x="2773205" y="25734"/>
                  <a:pt x="2771822" y="26045"/>
                </a:cubicBezTo>
                <a:cubicBezTo>
                  <a:pt x="2770440" y="26355"/>
                  <a:pt x="2769322" y="26782"/>
                  <a:pt x="2768468" y="27326"/>
                </a:cubicBezTo>
                <a:cubicBezTo>
                  <a:pt x="2767614" y="27870"/>
                  <a:pt x="2767000" y="28506"/>
                  <a:pt x="2766627" y="29236"/>
                </a:cubicBezTo>
                <a:cubicBezTo>
                  <a:pt x="2766255" y="29966"/>
                  <a:pt x="2766068" y="30750"/>
                  <a:pt x="2766068" y="31589"/>
                </a:cubicBezTo>
                <a:cubicBezTo>
                  <a:pt x="2766068" y="32428"/>
                  <a:pt x="2766231" y="33189"/>
                  <a:pt x="2766558" y="33872"/>
                </a:cubicBezTo>
                <a:cubicBezTo>
                  <a:pt x="2766884" y="34555"/>
                  <a:pt x="2767489" y="35215"/>
                  <a:pt x="2768375" y="35852"/>
                </a:cubicBezTo>
                <a:cubicBezTo>
                  <a:pt x="2769260" y="36489"/>
                  <a:pt x="2770495" y="37126"/>
                  <a:pt x="2772079" y="37762"/>
                </a:cubicBezTo>
                <a:cubicBezTo>
                  <a:pt x="2773663" y="38399"/>
                  <a:pt x="2775728" y="39090"/>
                  <a:pt x="2778275" y="39836"/>
                </a:cubicBezTo>
                <a:cubicBezTo>
                  <a:pt x="2781040" y="40643"/>
                  <a:pt x="2783369" y="41490"/>
                  <a:pt x="2785264" y="42375"/>
                </a:cubicBezTo>
                <a:cubicBezTo>
                  <a:pt x="2787159" y="43260"/>
                  <a:pt x="2788696" y="44246"/>
                  <a:pt x="2789877" y="45334"/>
                </a:cubicBezTo>
                <a:cubicBezTo>
                  <a:pt x="2791057" y="46421"/>
                  <a:pt x="2791903" y="47648"/>
                  <a:pt x="2792416" y="49014"/>
                </a:cubicBezTo>
                <a:cubicBezTo>
                  <a:pt x="2792928" y="50381"/>
                  <a:pt x="2793185" y="51934"/>
                  <a:pt x="2793185" y="53674"/>
                </a:cubicBezTo>
                <a:close/>
                <a:moveTo>
                  <a:pt x="2897813" y="65741"/>
                </a:moveTo>
                <a:cubicBezTo>
                  <a:pt x="2895981" y="66223"/>
                  <a:pt x="2894086" y="66569"/>
                  <a:pt x="2892129" y="66777"/>
                </a:cubicBezTo>
                <a:cubicBezTo>
                  <a:pt x="2890172" y="66987"/>
                  <a:pt x="2888184" y="67092"/>
                  <a:pt x="2886165" y="67092"/>
                </a:cubicBezTo>
                <a:cubicBezTo>
                  <a:pt x="2880295" y="67092"/>
                  <a:pt x="2875915" y="65764"/>
                  <a:pt x="2873026" y="63108"/>
                </a:cubicBezTo>
                <a:cubicBezTo>
                  <a:pt x="2870138" y="60453"/>
                  <a:pt x="2868693" y="56376"/>
                  <a:pt x="2868693" y="50878"/>
                </a:cubicBezTo>
                <a:lnTo>
                  <a:pt x="2868693" y="26464"/>
                </a:lnTo>
                <a:lnTo>
                  <a:pt x="2855601" y="26464"/>
                </a:lnTo>
                <a:lnTo>
                  <a:pt x="2855601" y="19662"/>
                </a:lnTo>
                <a:lnTo>
                  <a:pt x="2868693" y="19662"/>
                </a:lnTo>
                <a:lnTo>
                  <a:pt x="2868693" y="6762"/>
                </a:lnTo>
                <a:lnTo>
                  <a:pt x="2876800" y="4659"/>
                </a:lnTo>
                <a:lnTo>
                  <a:pt x="2876800" y="19662"/>
                </a:lnTo>
                <a:lnTo>
                  <a:pt x="2897813" y="19662"/>
                </a:lnTo>
                <a:lnTo>
                  <a:pt x="2897813" y="26464"/>
                </a:lnTo>
                <a:lnTo>
                  <a:pt x="2876800" y="26464"/>
                </a:lnTo>
                <a:lnTo>
                  <a:pt x="2876800" y="50226"/>
                </a:lnTo>
                <a:cubicBezTo>
                  <a:pt x="2876800" y="53580"/>
                  <a:pt x="2877693" y="56089"/>
                  <a:pt x="2879479" y="57750"/>
                </a:cubicBezTo>
                <a:cubicBezTo>
                  <a:pt x="2881265" y="59412"/>
                  <a:pt x="2883898" y="60243"/>
                  <a:pt x="2887377" y="60243"/>
                </a:cubicBezTo>
                <a:cubicBezTo>
                  <a:pt x="2888868" y="60243"/>
                  <a:pt x="2890498" y="60123"/>
                  <a:pt x="2892269" y="59883"/>
                </a:cubicBezTo>
                <a:cubicBezTo>
                  <a:pt x="2894039" y="59643"/>
                  <a:pt x="2895887" y="59265"/>
                  <a:pt x="2897813" y="58752"/>
                </a:cubicBezTo>
                <a:lnTo>
                  <a:pt x="2897813" y="65741"/>
                </a:lnTo>
                <a:close/>
                <a:moveTo>
                  <a:pt x="2949578" y="66440"/>
                </a:moveTo>
                <a:lnTo>
                  <a:pt x="2941472" y="66440"/>
                </a:lnTo>
                <a:lnTo>
                  <a:pt x="2941472" y="36574"/>
                </a:lnTo>
                <a:cubicBezTo>
                  <a:pt x="2941472" y="32971"/>
                  <a:pt x="2940796" y="30277"/>
                  <a:pt x="2939445" y="28491"/>
                </a:cubicBezTo>
                <a:cubicBezTo>
                  <a:pt x="2938094" y="26705"/>
                  <a:pt x="2936160" y="25812"/>
                  <a:pt x="2933644" y="25812"/>
                </a:cubicBezTo>
                <a:cubicBezTo>
                  <a:pt x="2932557" y="25812"/>
                  <a:pt x="2931540" y="25959"/>
                  <a:pt x="2930592" y="26254"/>
                </a:cubicBezTo>
                <a:cubicBezTo>
                  <a:pt x="2929645" y="26549"/>
                  <a:pt x="2928659" y="27062"/>
                  <a:pt x="2927634" y="27792"/>
                </a:cubicBezTo>
                <a:cubicBezTo>
                  <a:pt x="2926609" y="28522"/>
                  <a:pt x="2925491" y="29508"/>
                  <a:pt x="2924279" y="30750"/>
                </a:cubicBezTo>
                <a:cubicBezTo>
                  <a:pt x="2923068" y="31993"/>
                  <a:pt x="2921670" y="33546"/>
                  <a:pt x="2920086" y="35410"/>
                </a:cubicBezTo>
                <a:lnTo>
                  <a:pt x="2920086" y="66440"/>
                </a:lnTo>
                <a:lnTo>
                  <a:pt x="2911979" y="66440"/>
                </a:lnTo>
                <a:lnTo>
                  <a:pt x="2911979" y="559"/>
                </a:lnTo>
                <a:lnTo>
                  <a:pt x="2920086" y="559"/>
                </a:lnTo>
                <a:lnTo>
                  <a:pt x="2920086" y="19649"/>
                </a:lnTo>
                <a:lnTo>
                  <a:pt x="2919806" y="27023"/>
                </a:lnTo>
                <a:cubicBezTo>
                  <a:pt x="2921080" y="25501"/>
                  <a:pt x="2922330" y="24220"/>
                  <a:pt x="2923557" y="23179"/>
                </a:cubicBezTo>
                <a:cubicBezTo>
                  <a:pt x="2924784" y="22139"/>
                  <a:pt x="2926011" y="21292"/>
                  <a:pt x="2927238" y="20640"/>
                </a:cubicBezTo>
                <a:cubicBezTo>
                  <a:pt x="2928465" y="19988"/>
                  <a:pt x="2929715" y="19522"/>
                  <a:pt x="2930988" y="19242"/>
                </a:cubicBezTo>
                <a:cubicBezTo>
                  <a:pt x="2932262" y="18963"/>
                  <a:pt x="2933582" y="18823"/>
                  <a:pt x="2934949" y="18823"/>
                </a:cubicBezTo>
                <a:cubicBezTo>
                  <a:pt x="2939608" y="18823"/>
                  <a:pt x="2943211" y="20244"/>
                  <a:pt x="2945758" y="23086"/>
                </a:cubicBezTo>
                <a:cubicBezTo>
                  <a:pt x="2948305" y="25928"/>
                  <a:pt x="2949578" y="30207"/>
                  <a:pt x="2949578" y="35922"/>
                </a:cubicBezTo>
                <a:lnTo>
                  <a:pt x="2949578" y="66440"/>
                </a:lnTo>
                <a:close/>
                <a:moveTo>
                  <a:pt x="3003347" y="40581"/>
                </a:moveTo>
                <a:cubicBezTo>
                  <a:pt x="3003347" y="41731"/>
                  <a:pt x="3003332" y="42693"/>
                  <a:pt x="3003301" y="43470"/>
                </a:cubicBezTo>
                <a:cubicBezTo>
                  <a:pt x="3003270" y="44246"/>
                  <a:pt x="3003223" y="44976"/>
                  <a:pt x="3003161" y="45660"/>
                </a:cubicBezTo>
                <a:lnTo>
                  <a:pt x="2970314" y="45660"/>
                </a:lnTo>
                <a:cubicBezTo>
                  <a:pt x="2970314" y="50443"/>
                  <a:pt x="2971649" y="54116"/>
                  <a:pt x="2974321" y="56679"/>
                </a:cubicBezTo>
                <a:cubicBezTo>
                  <a:pt x="2976992" y="59241"/>
                  <a:pt x="2980843" y="60522"/>
                  <a:pt x="2985875" y="60522"/>
                </a:cubicBezTo>
                <a:cubicBezTo>
                  <a:pt x="2987242" y="60522"/>
                  <a:pt x="2988609" y="60467"/>
                  <a:pt x="2989975" y="60357"/>
                </a:cubicBezTo>
                <a:cubicBezTo>
                  <a:pt x="2991342" y="60245"/>
                  <a:pt x="2992662" y="60094"/>
                  <a:pt x="2993936" y="59904"/>
                </a:cubicBezTo>
                <a:cubicBezTo>
                  <a:pt x="2995209" y="59712"/>
                  <a:pt x="2996428" y="59498"/>
                  <a:pt x="2997593" y="59260"/>
                </a:cubicBezTo>
                <a:cubicBezTo>
                  <a:pt x="2998758" y="59021"/>
                  <a:pt x="2999837" y="58759"/>
                  <a:pt x="3000831" y="58472"/>
                </a:cubicBezTo>
                <a:lnTo>
                  <a:pt x="3000831" y="65135"/>
                </a:lnTo>
                <a:cubicBezTo>
                  <a:pt x="2998626" y="65770"/>
                  <a:pt x="2996133" y="66286"/>
                  <a:pt x="2993353" y="66683"/>
                </a:cubicBezTo>
                <a:cubicBezTo>
                  <a:pt x="2990573" y="67080"/>
                  <a:pt x="2987692" y="67278"/>
                  <a:pt x="2984711" y="67278"/>
                </a:cubicBezTo>
                <a:cubicBezTo>
                  <a:pt x="2980704" y="67278"/>
                  <a:pt x="2977256" y="66735"/>
                  <a:pt x="2974367" y="65648"/>
                </a:cubicBezTo>
                <a:cubicBezTo>
                  <a:pt x="2971479" y="64560"/>
                  <a:pt x="2969110" y="62984"/>
                  <a:pt x="2967262" y="60919"/>
                </a:cubicBezTo>
                <a:cubicBezTo>
                  <a:pt x="2965414" y="58853"/>
                  <a:pt x="2964047" y="56321"/>
                  <a:pt x="2963162" y="53324"/>
                </a:cubicBezTo>
                <a:cubicBezTo>
                  <a:pt x="2962277" y="50327"/>
                  <a:pt x="2961834" y="46933"/>
                  <a:pt x="2961834" y="43144"/>
                </a:cubicBezTo>
                <a:cubicBezTo>
                  <a:pt x="2961834" y="39851"/>
                  <a:pt x="2962308" y="36737"/>
                  <a:pt x="2963255" y="33802"/>
                </a:cubicBezTo>
                <a:cubicBezTo>
                  <a:pt x="2964202" y="30867"/>
                  <a:pt x="2965585" y="28289"/>
                  <a:pt x="2967402" y="26068"/>
                </a:cubicBezTo>
                <a:cubicBezTo>
                  <a:pt x="2969219" y="23847"/>
                  <a:pt x="2971447" y="22084"/>
                  <a:pt x="2974088" y="20780"/>
                </a:cubicBezTo>
                <a:cubicBezTo>
                  <a:pt x="2976728" y="19475"/>
                  <a:pt x="2979725" y="18823"/>
                  <a:pt x="2983080" y="18823"/>
                </a:cubicBezTo>
                <a:cubicBezTo>
                  <a:pt x="2986341" y="18823"/>
                  <a:pt x="2989230" y="19336"/>
                  <a:pt x="2991746" y="20361"/>
                </a:cubicBezTo>
                <a:cubicBezTo>
                  <a:pt x="2994262" y="21386"/>
                  <a:pt x="2996382" y="22838"/>
                  <a:pt x="2998106" y="24717"/>
                </a:cubicBezTo>
                <a:cubicBezTo>
                  <a:pt x="2999830" y="26596"/>
                  <a:pt x="3001134" y="28879"/>
                  <a:pt x="3002019" y="31566"/>
                </a:cubicBezTo>
                <a:cubicBezTo>
                  <a:pt x="3002905" y="34253"/>
                  <a:pt x="3003347" y="37258"/>
                  <a:pt x="3003347" y="40581"/>
                </a:cubicBezTo>
                <a:moveTo>
                  <a:pt x="2994914" y="39416"/>
                </a:moveTo>
                <a:cubicBezTo>
                  <a:pt x="2995007" y="37335"/>
                  <a:pt x="2994805" y="35433"/>
                  <a:pt x="2994308" y="33709"/>
                </a:cubicBezTo>
                <a:cubicBezTo>
                  <a:pt x="2993811" y="31985"/>
                  <a:pt x="2993043" y="30502"/>
                  <a:pt x="2992002" y="29260"/>
                </a:cubicBezTo>
                <a:cubicBezTo>
                  <a:pt x="2990962" y="28017"/>
                  <a:pt x="2989665" y="27046"/>
                  <a:pt x="2988112" y="26348"/>
                </a:cubicBezTo>
                <a:cubicBezTo>
                  <a:pt x="2986559" y="25649"/>
                  <a:pt x="2984757" y="25299"/>
                  <a:pt x="2982707" y="25299"/>
                </a:cubicBezTo>
                <a:cubicBezTo>
                  <a:pt x="2980937" y="25299"/>
                  <a:pt x="2979321" y="25641"/>
                  <a:pt x="2977862" y="26324"/>
                </a:cubicBezTo>
                <a:cubicBezTo>
                  <a:pt x="2976402" y="27008"/>
                  <a:pt x="2975144" y="27970"/>
                  <a:pt x="2974088" y="29213"/>
                </a:cubicBezTo>
                <a:cubicBezTo>
                  <a:pt x="2973032" y="30455"/>
                  <a:pt x="2972177" y="31946"/>
                  <a:pt x="2971525" y="33686"/>
                </a:cubicBezTo>
                <a:cubicBezTo>
                  <a:pt x="2970873" y="35425"/>
                  <a:pt x="2970469" y="37335"/>
                  <a:pt x="2970314" y="39416"/>
                </a:cubicBezTo>
                <a:lnTo>
                  <a:pt x="2994914" y="39416"/>
                </a:lnTo>
                <a:close/>
                <a:moveTo>
                  <a:pt x="3091223" y="11834"/>
                </a:moveTo>
                <a:lnTo>
                  <a:pt x="3083116" y="11834"/>
                </a:lnTo>
                <a:lnTo>
                  <a:pt x="3068207" y="559"/>
                </a:lnTo>
                <a:lnTo>
                  <a:pt x="3079948" y="559"/>
                </a:lnTo>
                <a:lnTo>
                  <a:pt x="3091223" y="11834"/>
                </a:lnTo>
                <a:moveTo>
                  <a:pt x="3060100" y="19662"/>
                </a:moveTo>
                <a:lnTo>
                  <a:pt x="3060100" y="19662"/>
                </a:lnTo>
                <a:close/>
                <a:moveTo>
                  <a:pt x="3115033" y="19662"/>
                </a:moveTo>
                <a:lnTo>
                  <a:pt x="3124259" y="19662"/>
                </a:lnTo>
                <a:lnTo>
                  <a:pt x="3135720" y="50598"/>
                </a:lnTo>
                <a:lnTo>
                  <a:pt x="3138189" y="58146"/>
                </a:lnTo>
                <a:lnTo>
                  <a:pt x="3140752" y="50412"/>
                </a:lnTo>
                <a:lnTo>
                  <a:pt x="3152120" y="19662"/>
                </a:lnTo>
                <a:lnTo>
                  <a:pt x="3161019" y="19662"/>
                </a:lnTo>
                <a:lnTo>
                  <a:pt x="3142662" y="66440"/>
                </a:lnTo>
                <a:lnTo>
                  <a:pt x="3133344" y="66440"/>
                </a:lnTo>
                <a:lnTo>
                  <a:pt x="3115033" y="19662"/>
                </a:lnTo>
                <a:close/>
                <a:moveTo>
                  <a:pt x="3210781" y="66440"/>
                </a:moveTo>
                <a:lnTo>
                  <a:pt x="3170666" y="66440"/>
                </a:lnTo>
                <a:lnTo>
                  <a:pt x="3170666" y="59171"/>
                </a:lnTo>
                <a:lnTo>
                  <a:pt x="3186414" y="43501"/>
                </a:lnTo>
                <a:cubicBezTo>
                  <a:pt x="3188992" y="40951"/>
                  <a:pt x="3191088" y="38743"/>
                  <a:pt x="3192704" y="36879"/>
                </a:cubicBezTo>
                <a:cubicBezTo>
                  <a:pt x="3194319" y="35013"/>
                  <a:pt x="3195577" y="33311"/>
                  <a:pt x="3196478" y="31773"/>
                </a:cubicBezTo>
                <a:cubicBezTo>
                  <a:pt x="3197378" y="30233"/>
                  <a:pt x="3197984" y="28780"/>
                  <a:pt x="3198295" y="27412"/>
                </a:cubicBezTo>
                <a:cubicBezTo>
                  <a:pt x="3198605" y="26044"/>
                  <a:pt x="3198761" y="24568"/>
                  <a:pt x="3198761" y="22983"/>
                </a:cubicBezTo>
                <a:cubicBezTo>
                  <a:pt x="3198761" y="21490"/>
                  <a:pt x="3198559" y="20067"/>
                  <a:pt x="3198155" y="18715"/>
                </a:cubicBezTo>
                <a:cubicBezTo>
                  <a:pt x="3197751" y="17362"/>
                  <a:pt x="3197130" y="16173"/>
                  <a:pt x="3196291" y="15147"/>
                </a:cubicBezTo>
                <a:cubicBezTo>
                  <a:pt x="3195452" y="14120"/>
                  <a:pt x="3194365" y="13311"/>
                  <a:pt x="3193030" y="12721"/>
                </a:cubicBezTo>
                <a:cubicBezTo>
                  <a:pt x="3191694" y="12130"/>
                  <a:pt x="3190094" y="11834"/>
                  <a:pt x="3188231" y="11834"/>
                </a:cubicBezTo>
                <a:cubicBezTo>
                  <a:pt x="3185653" y="11834"/>
                  <a:pt x="3183308" y="12413"/>
                  <a:pt x="3181195" y="13571"/>
                </a:cubicBezTo>
                <a:cubicBezTo>
                  <a:pt x="3179083" y="14729"/>
                  <a:pt x="3177142" y="16231"/>
                  <a:pt x="3175372" y="18078"/>
                </a:cubicBezTo>
                <a:lnTo>
                  <a:pt x="3170899" y="12701"/>
                </a:lnTo>
                <a:cubicBezTo>
                  <a:pt x="3173197" y="10269"/>
                  <a:pt x="3175845" y="8321"/>
                  <a:pt x="3178843" y="6856"/>
                </a:cubicBezTo>
                <a:cubicBezTo>
                  <a:pt x="3181840" y="5392"/>
                  <a:pt x="3185327" y="4659"/>
                  <a:pt x="3189302" y="4659"/>
                </a:cubicBezTo>
                <a:cubicBezTo>
                  <a:pt x="3192005" y="4659"/>
                  <a:pt x="3194466" y="5063"/>
                  <a:pt x="3196687" y="5872"/>
                </a:cubicBezTo>
                <a:cubicBezTo>
                  <a:pt x="3198908" y="6680"/>
                  <a:pt x="3200826" y="7845"/>
                  <a:pt x="3202441" y="9369"/>
                </a:cubicBezTo>
                <a:cubicBezTo>
                  <a:pt x="3204056" y="10892"/>
                  <a:pt x="3205307" y="12757"/>
                  <a:pt x="3206192" y="14965"/>
                </a:cubicBezTo>
                <a:cubicBezTo>
                  <a:pt x="3207077" y="17172"/>
                  <a:pt x="3207520" y="19659"/>
                  <a:pt x="3207520" y="22427"/>
                </a:cubicBezTo>
                <a:cubicBezTo>
                  <a:pt x="3207520" y="24758"/>
                  <a:pt x="3207209" y="26919"/>
                  <a:pt x="3206588" y="28909"/>
                </a:cubicBezTo>
                <a:cubicBezTo>
                  <a:pt x="3205967" y="30898"/>
                  <a:pt x="3205027" y="32879"/>
                  <a:pt x="3203769" y="34853"/>
                </a:cubicBezTo>
                <a:cubicBezTo>
                  <a:pt x="3202511" y="36828"/>
                  <a:pt x="3200927" y="38872"/>
                  <a:pt x="3199017" y="40986"/>
                </a:cubicBezTo>
                <a:cubicBezTo>
                  <a:pt x="3197107" y="43099"/>
                  <a:pt x="3194847" y="45415"/>
                  <a:pt x="3192238" y="47934"/>
                </a:cubicBezTo>
                <a:lnTo>
                  <a:pt x="3181195" y="58705"/>
                </a:lnTo>
                <a:lnTo>
                  <a:pt x="3210781" y="58705"/>
                </a:lnTo>
                <a:lnTo>
                  <a:pt x="3210781" y="66440"/>
                </a:lnTo>
                <a:close/>
                <a:moveTo>
                  <a:pt x="3246798" y="11834"/>
                </a:moveTo>
                <a:lnTo>
                  <a:pt x="3238692" y="11834"/>
                </a:lnTo>
                <a:lnTo>
                  <a:pt x="3223782" y="559"/>
                </a:lnTo>
                <a:lnTo>
                  <a:pt x="3235523" y="559"/>
                </a:lnTo>
                <a:lnTo>
                  <a:pt x="3246798" y="11834"/>
                </a:lnTo>
                <a:moveTo>
                  <a:pt x="3215675" y="19662"/>
                </a:moveTo>
                <a:lnTo>
                  <a:pt x="3215675" y="19662"/>
                </a:lnTo>
                <a:close/>
                <a:moveTo>
                  <a:pt x="3322467" y="19662"/>
                </a:moveTo>
                <a:lnTo>
                  <a:pt x="3331692" y="19662"/>
                </a:lnTo>
                <a:lnTo>
                  <a:pt x="3343154" y="50598"/>
                </a:lnTo>
                <a:lnTo>
                  <a:pt x="3345623" y="58146"/>
                </a:lnTo>
                <a:lnTo>
                  <a:pt x="3348186" y="50412"/>
                </a:lnTo>
                <a:lnTo>
                  <a:pt x="3359554" y="19662"/>
                </a:lnTo>
                <a:lnTo>
                  <a:pt x="3368453" y="19662"/>
                </a:lnTo>
                <a:lnTo>
                  <a:pt x="3350096" y="66440"/>
                </a:lnTo>
                <a:lnTo>
                  <a:pt x="3340778" y="66440"/>
                </a:lnTo>
                <a:lnTo>
                  <a:pt x="3322467" y="19662"/>
                </a:lnTo>
                <a:close/>
                <a:moveTo>
                  <a:pt x="3418215" y="40581"/>
                </a:moveTo>
                <a:cubicBezTo>
                  <a:pt x="3418215" y="41731"/>
                  <a:pt x="3418199" y="42693"/>
                  <a:pt x="3418168" y="43470"/>
                </a:cubicBezTo>
                <a:cubicBezTo>
                  <a:pt x="3418137" y="44246"/>
                  <a:pt x="3418091" y="44976"/>
                  <a:pt x="3418029" y="45660"/>
                </a:cubicBezTo>
                <a:lnTo>
                  <a:pt x="3385182" y="45660"/>
                </a:lnTo>
                <a:cubicBezTo>
                  <a:pt x="3385182" y="50443"/>
                  <a:pt x="3386517" y="54116"/>
                  <a:pt x="3389188" y="56679"/>
                </a:cubicBezTo>
                <a:cubicBezTo>
                  <a:pt x="3391860" y="59241"/>
                  <a:pt x="3395711" y="60522"/>
                  <a:pt x="3400743" y="60522"/>
                </a:cubicBezTo>
                <a:cubicBezTo>
                  <a:pt x="3402110" y="60522"/>
                  <a:pt x="3403477" y="60467"/>
                  <a:pt x="3404843" y="60357"/>
                </a:cubicBezTo>
                <a:cubicBezTo>
                  <a:pt x="3406210" y="60245"/>
                  <a:pt x="3407530" y="60094"/>
                  <a:pt x="3408804" y="59904"/>
                </a:cubicBezTo>
                <a:cubicBezTo>
                  <a:pt x="3410077" y="59712"/>
                  <a:pt x="3411296" y="59498"/>
                  <a:pt x="3412461" y="59260"/>
                </a:cubicBezTo>
                <a:cubicBezTo>
                  <a:pt x="3413626" y="59021"/>
                  <a:pt x="3414705" y="58759"/>
                  <a:pt x="3415699" y="58472"/>
                </a:cubicBezTo>
                <a:lnTo>
                  <a:pt x="3415699" y="65135"/>
                </a:lnTo>
                <a:cubicBezTo>
                  <a:pt x="3413494" y="65770"/>
                  <a:pt x="3411001" y="66286"/>
                  <a:pt x="3408221" y="66683"/>
                </a:cubicBezTo>
                <a:cubicBezTo>
                  <a:pt x="3405441" y="67080"/>
                  <a:pt x="3402560" y="67278"/>
                  <a:pt x="3399578" y="67278"/>
                </a:cubicBezTo>
                <a:cubicBezTo>
                  <a:pt x="3395571" y="67278"/>
                  <a:pt x="3392124" y="66735"/>
                  <a:pt x="3389235" y="65648"/>
                </a:cubicBezTo>
                <a:cubicBezTo>
                  <a:pt x="3386346" y="64560"/>
                  <a:pt x="3383978" y="62984"/>
                  <a:pt x="3382130" y="60919"/>
                </a:cubicBezTo>
                <a:cubicBezTo>
                  <a:pt x="3380282" y="58853"/>
                  <a:pt x="3378915" y="56321"/>
                  <a:pt x="3378030" y="53324"/>
                </a:cubicBezTo>
                <a:cubicBezTo>
                  <a:pt x="3377145" y="50327"/>
                  <a:pt x="3376702" y="46933"/>
                  <a:pt x="3376702" y="43144"/>
                </a:cubicBezTo>
                <a:cubicBezTo>
                  <a:pt x="3376702" y="39851"/>
                  <a:pt x="3377176" y="36737"/>
                  <a:pt x="3378123" y="33802"/>
                </a:cubicBezTo>
                <a:cubicBezTo>
                  <a:pt x="3379070" y="30867"/>
                  <a:pt x="3380453" y="28289"/>
                  <a:pt x="3382270" y="26068"/>
                </a:cubicBezTo>
                <a:cubicBezTo>
                  <a:pt x="3384087" y="23847"/>
                  <a:pt x="3386315" y="22084"/>
                  <a:pt x="3388955" y="20780"/>
                </a:cubicBezTo>
                <a:cubicBezTo>
                  <a:pt x="3391596" y="19475"/>
                  <a:pt x="3394593" y="18823"/>
                  <a:pt x="3397948" y="18823"/>
                </a:cubicBezTo>
                <a:cubicBezTo>
                  <a:pt x="3401209" y="18823"/>
                  <a:pt x="3404098" y="19336"/>
                  <a:pt x="3406614" y="20361"/>
                </a:cubicBezTo>
                <a:cubicBezTo>
                  <a:pt x="3409130" y="21386"/>
                  <a:pt x="3411250" y="22838"/>
                  <a:pt x="3412973" y="24717"/>
                </a:cubicBezTo>
                <a:cubicBezTo>
                  <a:pt x="3414697" y="26596"/>
                  <a:pt x="3416002" y="28879"/>
                  <a:pt x="3416887" y="31566"/>
                </a:cubicBezTo>
                <a:cubicBezTo>
                  <a:pt x="3417772" y="34253"/>
                  <a:pt x="3418215" y="37258"/>
                  <a:pt x="3418215" y="40581"/>
                </a:cubicBezTo>
                <a:moveTo>
                  <a:pt x="3409782" y="39416"/>
                </a:moveTo>
                <a:cubicBezTo>
                  <a:pt x="3409875" y="37335"/>
                  <a:pt x="3409673" y="35433"/>
                  <a:pt x="3409176" y="33709"/>
                </a:cubicBezTo>
                <a:cubicBezTo>
                  <a:pt x="3408679" y="31985"/>
                  <a:pt x="3407910" y="30502"/>
                  <a:pt x="3406870" y="29260"/>
                </a:cubicBezTo>
                <a:cubicBezTo>
                  <a:pt x="3405829" y="28017"/>
                  <a:pt x="3404533" y="27046"/>
                  <a:pt x="3402980" y="26348"/>
                </a:cubicBezTo>
                <a:cubicBezTo>
                  <a:pt x="3401426" y="25649"/>
                  <a:pt x="3399625" y="25299"/>
                  <a:pt x="3397575" y="25299"/>
                </a:cubicBezTo>
                <a:cubicBezTo>
                  <a:pt x="3395804" y="25299"/>
                  <a:pt x="3394189" y="25641"/>
                  <a:pt x="3392729" y="26324"/>
                </a:cubicBezTo>
                <a:cubicBezTo>
                  <a:pt x="3391270" y="27008"/>
                  <a:pt x="3390012" y="27970"/>
                  <a:pt x="3388955" y="29213"/>
                </a:cubicBezTo>
                <a:cubicBezTo>
                  <a:pt x="3387899" y="30455"/>
                  <a:pt x="3387045" y="31946"/>
                  <a:pt x="3386393" y="33686"/>
                </a:cubicBezTo>
                <a:cubicBezTo>
                  <a:pt x="3385741" y="35425"/>
                  <a:pt x="3385337" y="37335"/>
                  <a:pt x="3385182" y="39416"/>
                </a:cubicBezTo>
                <a:lnTo>
                  <a:pt x="3409782" y="39416"/>
                </a:lnTo>
                <a:close/>
                <a:moveTo>
                  <a:pt x="3432474" y="19662"/>
                </a:moveTo>
                <a:lnTo>
                  <a:pt x="3439882" y="19662"/>
                </a:lnTo>
                <a:lnTo>
                  <a:pt x="3440115" y="28259"/>
                </a:lnTo>
                <a:cubicBezTo>
                  <a:pt x="3442879" y="24943"/>
                  <a:pt x="3445605" y="22542"/>
                  <a:pt x="3448292" y="21055"/>
                </a:cubicBezTo>
                <a:cubicBezTo>
                  <a:pt x="3450979" y="19567"/>
                  <a:pt x="3453689" y="18823"/>
                  <a:pt x="3456422" y="18823"/>
                </a:cubicBezTo>
                <a:cubicBezTo>
                  <a:pt x="3461268" y="18823"/>
                  <a:pt x="3464941" y="20388"/>
                  <a:pt x="3467441" y="23517"/>
                </a:cubicBezTo>
                <a:cubicBezTo>
                  <a:pt x="3469941" y="26647"/>
                  <a:pt x="3471098" y="31294"/>
                  <a:pt x="3470912" y="37460"/>
                </a:cubicBezTo>
                <a:lnTo>
                  <a:pt x="3462712" y="37460"/>
                </a:lnTo>
                <a:cubicBezTo>
                  <a:pt x="3462805" y="33376"/>
                  <a:pt x="3462207" y="30414"/>
                  <a:pt x="3460918" y="28574"/>
                </a:cubicBezTo>
                <a:cubicBezTo>
                  <a:pt x="3459629" y="26732"/>
                  <a:pt x="3457742" y="25812"/>
                  <a:pt x="3455257" y="25812"/>
                </a:cubicBezTo>
                <a:cubicBezTo>
                  <a:pt x="3454170" y="25812"/>
                  <a:pt x="3453075" y="26005"/>
                  <a:pt x="3451973" y="26393"/>
                </a:cubicBezTo>
                <a:cubicBezTo>
                  <a:pt x="3450870" y="26779"/>
                  <a:pt x="3449736" y="27397"/>
                  <a:pt x="3448571" y="28248"/>
                </a:cubicBezTo>
                <a:cubicBezTo>
                  <a:pt x="3447407" y="29098"/>
                  <a:pt x="3446172" y="30188"/>
                  <a:pt x="3444867" y="31519"/>
                </a:cubicBezTo>
                <a:cubicBezTo>
                  <a:pt x="3443563" y="32849"/>
                  <a:pt x="3442165" y="34457"/>
                  <a:pt x="3440674" y="36344"/>
                </a:cubicBezTo>
                <a:lnTo>
                  <a:pt x="3440674" y="66440"/>
                </a:lnTo>
                <a:lnTo>
                  <a:pt x="3432474" y="66440"/>
                </a:lnTo>
                <a:lnTo>
                  <a:pt x="3432474" y="19662"/>
                </a:lnTo>
                <a:close/>
                <a:moveTo>
                  <a:pt x="3519462" y="53674"/>
                </a:moveTo>
                <a:cubicBezTo>
                  <a:pt x="3519462" y="55320"/>
                  <a:pt x="3519183" y="56795"/>
                  <a:pt x="3518624" y="58100"/>
                </a:cubicBezTo>
                <a:cubicBezTo>
                  <a:pt x="3518065" y="59404"/>
                  <a:pt x="3517304" y="60561"/>
                  <a:pt x="3516341" y="61571"/>
                </a:cubicBezTo>
                <a:cubicBezTo>
                  <a:pt x="3515378" y="62580"/>
                  <a:pt x="3514260" y="63442"/>
                  <a:pt x="3512986" y="64157"/>
                </a:cubicBezTo>
                <a:cubicBezTo>
                  <a:pt x="3511713" y="64871"/>
                  <a:pt x="3510354" y="65461"/>
                  <a:pt x="3508909" y="65927"/>
                </a:cubicBezTo>
                <a:cubicBezTo>
                  <a:pt x="3507465" y="66393"/>
                  <a:pt x="3505982" y="66735"/>
                  <a:pt x="3504460" y="66952"/>
                </a:cubicBezTo>
                <a:cubicBezTo>
                  <a:pt x="3502938" y="67170"/>
                  <a:pt x="3501447" y="67278"/>
                  <a:pt x="3499987" y="67278"/>
                </a:cubicBezTo>
                <a:cubicBezTo>
                  <a:pt x="3496819" y="67278"/>
                  <a:pt x="3493907" y="67139"/>
                  <a:pt x="3491251" y="66859"/>
                </a:cubicBezTo>
                <a:cubicBezTo>
                  <a:pt x="3488595" y="66579"/>
                  <a:pt x="3485994" y="66129"/>
                  <a:pt x="3483447" y="65508"/>
                </a:cubicBezTo>
                <a:lnTo>
                  <a:pt x="3483447" y="58053"/>
                </a:lnTo>
                <a:cubicBezTo>
                  <a:pt x="3486180" y="58830"/>
                  <a:pt x="3488898" y="59420"/>
                  <a:pt x="3491601" y="59824"/>
                </a:cubicBezTo>
                <a:cubicBezTo>
                  <a:pt x="3494303" y="60227"/>
                  <a:pt x="3496990" y="60429"/>
                  <a:pt x="3499661" y="60429"/>
                </a:cubicBezTo>
                <a:cubicBezTo>
                  <a:pt x="3503544" y="60429"/>
                  <a:pt x="3506417" y="59901"/>
                  <a:pt x="3508280" y="58845"/>
                </a:cubicBezTo>
                <a:cubicBezTo>
                  <a:pt x="3510144" y="57789"/>
                  <a:pt x="3511076" y="56283"/>
                  <a:pt x="3511076" y="54326"/>
                </a:cubicBezTo>
                <a:cubicBezTo>
                  <a:pt x="3511076" y="53487"/>
                  <a:pt x="3510928" y="52734"/>
                  <a:pt x="3510633" y="52066"/>
                </a:cubicBezTo>
                <a:cubicBezTo>
                  <a:pt x="3510338" y="51398"/>
                  <a:pt x="3509802" y="50762"/>
                  <a:pt x="3509026" y="50156"/>
                </a:cubicBezTo>
                <a:cubicBezTo>
                  <a:pt x="3508249" y="49550"/>
                  <a:pt x="3507046" y="48921"/>
                  <a:pt x="3505415" y="48269"/>
                </a:cubicBezTo>
                <a:cubicBezTo>
                  <a:pt x="3503784" y="47617"/>
                  <a:pt x="3501556" y="46871"/>
                  <a:pt x="3498729" y="46033"/>
                </a:cubicBezTo>
                <a:cubicBezTo>
                  <a:pt x="3496617" y="45411"/>
                  <a:pt x="3494668" y="44705"/>
                  <a:pt x="3492882" y="43913"/>
                </a:cubicBezTo>
                <a:cubicBezTo>
                  <a:pt x="3491096" y="43121"/>
                  <a:pt x="3489551" y="42181"/>
                  <a:pt x="3488246" y="41094"/>
                </a:cubicBezTo>
                <a:cubicBezTo>
                  <a:pt x="3486941" y="40007"/>
                  <a:pt x="3485916" y="38733"/>
                  <a:pt x="3485171" y="37273"/>
                </a:cubicBezTo>
                <a:cubicBezTo>
                  <a:pt x="3484425" y="35813"/>
                  <a:pt x="3484053" y="34090"/>
                  <a:pt x="3484053" y="32102"/>
                </a:cubicBezTo>
                <a:cubicBezTo>
                  <a:pt x="3484053" y="30797"/>
                  <a:pt x="3484356" y="29368"/>
                  <a:pt x="3484961" y="27815"/>
                </a:cubicBezTo>
                <a:cubicBezTo>
                  <a:pt x="3485567" y="26262"/>
                  <a:pt x="3486600" y="24818"/>
                  <a:pt x="3488060" y="23482"/>
                </a:cubicBezTo>
                <a:cubicBezTo>
                  <a:pt x="3489520" y="22147"/>
                  <a:pt x="3491492" y="21036"/>
                  <a:pt x="3493977" y="20151"/>
                </a:cubicBezTo>
                <a:cubicBezTo>
                  <a:pt x="3496462" y="19266"/>
                  <a:pt x="3499568" y="18823"/>
                  <a:pt x="3503295" y="18823"/>
                </a:cubicBezTo>
                <a:cubicBezTo>
                  <a:pt x="3505128" y="18823"/>
                  <a:pt x="3507162" y="18924"/>
                  <a:pt x="3509399" y="19126"/>
                </a:cubicBezTo>
                <a:cubicBezTo>
                  <a:pt x="3511635" y="19328"/>
                  <a:pt x="3513965" y="19677"/>
                  <a:pt x="3516387" y="20174"/>
                </a:cubicBezTo>
                <a:lnTo>
                  <a:pt x="3516387" y="27396"/>
                </a:lnTo>
                <a:cubicBezTo>
                  <a:pt x="3513840" y="26775"/>
                  <a:pt x="3511425" y="26316"/>
                  <a:pt x="3509142" y="26021"/>
                </a:cubicBezTo>
                <a:cubicBezTo>
                  <a:pt x="3506859" y="25726"/>
                  <a:pt x="3504879" y="25579"/>
                  <a:pt x="3503202" y="25579"/>
                </a:cubicBezTo>
                <a:cubicBezTo>
                  <a:pt x="3501183" y="25579"/>
                  <a:pt x="3499482" y="25734"/>
                  <a:pt x="3498100" y="26045"/>
                </a:cubicBezTo>
                <a:cubicBezTo>
                  <a:pt x="3496718" y="26355"/>
                  <a:pt x="3495600" y="26782"/>
                  <a:pt x="3494746" y="27326"/>
                </a:cubicBezTo>
                <a:cubicBezTo>
                  <a:pt x="3493891" y="27870"/>
                  <a:pt x="3493278" y="28506"/>
                  <a:pt x="3492905" y="29236"/>
                </a:cubicBezTo>
                <a:cubicBezTo>
                  <a:pt x="3492532" y="29966"/>
                  <a:pt x="3492346" y="30750"/>
                  <a:pt x="3492346" y="31589"/>
                </a:cubicBezTo>
                <a:cubicBezTo>
                  <a:pt x="3492346" y="32428"/>
                  <a:pt x="3492509" y="33189"/>
                  <a:pt x="3492835" y="33872"/>
                </a:cubicBezTo>
                <a:cubicBezTo>
                  <a:pt x="3493161" y="34555"/>
                  <a:pt x="3493767" y="35215"/>
                  <a:pt x="3494652" y="35852"/>
                </a:cubicBezTo>
                <a:cubicBezTo>
                  <a:pt x="3495538" y="36489"/>
                  <a:pt x="3496772" y="37126"/>
                  <a:pt x="3498356" y="37762"/>
                </a:cubicBezTo>
                <a:cubicBezTo>
                  <a:pt x="3499941" y="38399"/>
                  <a:pt x="3502006" y="39090"/>
                  <a:pt x="3504553" y="39836"/>
                </a:cubicBezTo>
                <a:cubicBezTo>
                  <a:pt x="3507318" y="40643"/>
                  <a:pt x="3509647" y="41490"/>
                  <a:pt x="3511542" y="42375"/>
                </a:cubicBezTo>
                <a:cubicBezTo>
                  <a:pt x="3513437" y="43260"/>
                  <a:pt x="3514974" y="44246"/>
                  <a:pt x="3516154" y="45334"/>
                </a:cubicBezTo>
                <a:cubicBezTo>
                  <a:pt x="3517335" y="46421"/>
                  <a:pt x="3518181" y="47648"/>
                  <a:pt x="3518694" y="49014"/>
                </a:cubicBezTo>
                <a:cubicBezTo>
                  <a:pt x="3519206" y="50381"/>
                  <a:pt x="3519462" y="51934"/>
                  <a:pt x="3519462" y="53674"/>
                </a:cubicBezTo>
                <a:close/>
                <a:moveTo>
                  <a:pt x="3550215" y="26371"/>
                </a:moveTo>
                <a:lnTo>
                  <a:pt x="3536377" y="26371"/>
                </a:lnTo>
                <a:lnTo>
                  <a:pt x="3536377" y="19662"/>
                </a:lnTo>
                <a:lnTo>
                  <a:pt x="3558415" y="19662"/>
                </a:lnTo>
                <a:lnTo>
                  <a:pt x="3558415" y="59684"/>
                </a:lnTo>
                <a:lnTo>
                  <a:pt x="3572346" y="59684"/>
                </a:lnTo>
                <a:lnTo>
                  <a:pt x="3572346" y="66440"/>
                </a:lnTo>
                <a:lnTo>
                  <a:pt x="3534840" y="66440"/>
                </a:lnTo>
                <a:lnTo>
                  <a:pt x="3534840" y="59684"/>
                </a:lnTo>
                <a:lnTo>
                  <a:pt x="3550215" y="59684"/>
                </a:lnTo>
                <a:lnTo>
                  <a:pt x="3550215" y="26371"/>
                </a:lnTo>
                <a:moveTo>
                  <a:pt x="3553057" y="0"/>
                </a:moveTo>
                <a:cubicBezTo>
                  <a:pt x="3553958" y="0"/>
                  <a:pt x="3554797" y="163"/>
                  <a:pt x="3555573" y="489"/>
                </a:cubicBezTo>
                <a:cubicBezTo>
                  <a:pt x="3556350" y="815"/>
                  <a:pt x="3557025" y="1274"/>
                  <a:pt x="3557600" y="1864"/>
                </a:cubicBezTo>
                <a:cubicBezTo>
                  <a:pt x="3558175" y="2454"/>
                  <a:pt x="3558625" y="3129"/>
                  <a:pt x="3558951" y="3890"/>
                </a:cubicBezTo>
                <a:cubicBezTo>
                  <a:pt x="3559277" y="4651"/>
                  <a:pt x="3559440" y="5482"/>
                  <a:pt x="3559440" y="6383"/>
                </a:cubicBezTo>
                <a:cubicBezTo>
                  <a:pt x="3559440" y="7253"/>
                  <a:pt x="3559277" y="8076"/>
                  <a:pt x="3558951" y="8852"/>
                </a:cubicBezTo>
                <a:cubicBezTo>
                  <a:pt x="3558625" y="9629"/>
                  <a:pt x="3558175" y="10312"/>
                  <a:pt x="3557600" y="10902"/>
                </a:cubicBezTo>
                <a:cubicBezTo>
                  <a:pt x="3557025" y="11493"/>
                  <a:pt x="3556350" y="11951"/>
                  <a:pt x="3555573" y="12277"/>
                </a:cubicBezTo>
                <a:cubicBezTo>
                  <a:pt x="3554797" y="12603"/>
                  <a:pt x="3553958" y="12766"/>
                  <a:pt x="3553057" y="12766"/>
                </a:cubicBezTo>
                <a:cubicBezTo>
                  <a:pt x="3552156" y="12766"/>
                  <a:pt x="3551318" y="12603"/>
                  <a:pt x="3550541" y="12277"/>
                </a:cubicBezTo>
                <a:cubicBezTo>
                  <a:pt x="3549765" y="11951"/>
                  <a:pt x="3549089" y="11493"/>
                  <a:pt x="3548515" y="10902"/>
                </a:cubicBezTo>
                <a:cubicBezTo>
                  <a:pt x="3547940" y="10312"/>
                  <a:pt x="3547490" y="9629"/>
                  <a:pt x="3547163" y="8852"/>
                </a:cubicBezTo>
                <a:cubicBezTo>
                  <a:pt x="3546837" y="8076"/>
                  <a:pt x="3546674" y="7253"/>
                  <a:pt x="3546674" y="6383"/>
                </a:cubicBezTo>
                <a:cubicBezTo>
                  <a:pt x="3546674" y="5482"/>
                  <a:pt x="3546837" y="4651"/>
                  <a:pt x="3547163" y="3890"/>
                </a:cubicBezTo>
                <a:cubicBezTo>
                  <a:pt x="3547490" y="3129"/>
                  <a:pt x="3547940" y="2454"/>
                  <a:pt x="3548515" y="1864"/>
                </a:cubicBezTo>
                <a:cubicBezTo>
                  <a:pt x="3549089" y="1274"/>
                  <a:pt x="3549765" y="815"/>
                  <a:pt x="3550541" y="489"/>
                </a:cubicBezTo>
                <a:cubicBezTo>
                  <a:pt x="3551318" y="163"/>
                  <a:pt x="3552156" y="0"/>
                  <a:pt x="3553057" y="0"/>
                </a:cubicBezTo>
                <a:close/>
                <a:moveTo>
                  <a:pt x="3626861" y="42678"/>
                </a:moveTo>
                <a:cubicBezTo>
                  <a:pt x="3626861" y="46312"/>
                  <a:pt x="3626348" y="49643"/>
                  <a:pt x="3625323" y="52672"/>
                </a:cubicBezTo>
                <a:cubicBezTo>
                  <a:pt x="3624298" y="55700"/>
                  <a:pt x="3622823" y="58294"/>
                  <a:pt x="3620897" y="60453"/>
                </a:cubicBezTo>
                <a:cubicBezTo>
                  <a:pt x="3618971" y="62611"/>
                  <a:pt x="3616626" y="64289"/>
                  <a:pt x="3613862" y="65485"/>
                </a:cubicBezTo>
                <a:cubicBezTo>
                  <a:pt x="3611097" y="66680"/>
                  <a:pt x="3607960" y="67278"/>
                  <a:pt x="3604450" y="67278"/>
                </a:cubicBezTo>
                <a:cubicBezTo>
                  <a:pt x="3601095" y="67278"/>
                  <a:pt x="3598090" y="66758"/>
                  <a:pt x="3595435" y="65717"/>
                </a:cubicBezTo>
                <a:cubicBezTo>
                  <a:pt x="3592779" y="64677"/>
                  <a:pt x="3590527" y="63147"/>
                  <a:pt x="3588679" y="61128"/>
                </a:cubicBezTo>
                <a:cubicBezTo>
                  <a:pt x="3586831" y="59109"/>
                  <a:pt x="3585417" y="56609"/>
                  <a:pt x="3584439" y="53627"/>
                </a:cubicBezTo>
                <a:cubicBezTo>
                  <a:pt x="3583461" y="50645"/>
                  <a:pt x="3582971" y="47213"/>
                  <a:pt x="3582971" y="43330"/>
                </a:cubicBezTo>
                <a:cubicBezTo>
                  <a:pt x="3582971" y="39696"/>
                  <a:pt x="3583484" y="36380"/>
                  <a:pt x="3584509" y="33383"/>
                </a:cubicBezTo>
                <a:cubicBezTo>
                  <a:pt x="3585534" y="30385"/>
                  <a:pt x="3587009" y="27807"/>
                  <a:pt x="3588935" y="25649"/>
                </a:cubicBezTo>
                <a:cubicBezTo>
                  <a:pt x="3590861" y="23490"/>
                  <a:pt x="3593206" y="21813"/>
                  <a:pt x="3595970" y="20617"/>
                </a:cubicBezTo>
                <a:cubicBezTo>
                  <a:pt x="3598735" y="19421"/>
                  <a:pt x="3601872" y="18823"/>
                  <a:pt x="3605382" y="18823"/>
                </a:cubicBezTo>
                <a:cubicBezTo>
                  <a:pt x="3608737" y="18823"/>
                  <a:pt x="3611742" y="19343"/>
                  <a:pt x="3614397" y="20384"/>
                </a:cubicBezTo>
                <a:cubicBezTo>
                  <a:pt x="3617053" y="21424"/>
                  <a:pt x="3619305" y="22946"/>
                  <a:pt x="3621153" y="24950"/>
                </a:cubicBezTo>
                <a:cubicBezTo>
                  <a:pt x="3623001" y="26953"/>
                  <a:pt x="3624415" y="29446"/>
                  <a:pt x="3625393" y="32428"/>
                </a:cubicBezTo>
                <a:cubicBezTo>
                  <a:pt x="3626371" y="35410"/>
                  <a:pt x="3626861" y="38826"/>
                  <a:pt x="3626861" y="42678"/>
                </a:cubicBezTo>
                <a:moveTo>
                  <a:pt x="3618567" y="43051"/>
                </a:moveTo>
                <a:cubicBezTo>
                  <a:pt x="3618567" y="40162"/>
                  <a:pt x="3618249" y="37638"/>
                  <a:pt x="3617612" y="35480"/>
                </a:cubicBezTo>
                <a:cubicBezTo>
                  <a:pt x="3616975" y="33321"/>
                  <a:pt x="3616067" y="31519"/>
                  <a:pt x="3614887" y="30075"/>
                </a:cubicBezTo>
                <a:cubicBezTo>
                  <a:pt x="3613706" y="28631"/>
                  <a:pt x="3612270" y="27543"/>
                  <a:pt x="3610577" y="26813"/>
                </a:cubicBezTo>
                <a:cubicBezTo>
                  <a:pt x="3608884" y="26084"/>
                  <a:pt x="3606997" y="25719"/>
                  <a:pt x="3604916" y="25719"/>
                </a:cubicBezTo>
                <a:cubicBezTo>
                  <a:pt x="3602493" y="25719"/>
                  <a:pt x="3600420" y="26192"/>
                  <a:pt x="3598696" y="27140"/>
                </a:cubicBezTo>
                <a:cubicBezTo>
                  <a:pt x="3596972" y="28087"/>
                  <a:pt x="3595559" y="29353"/>
                  <a:pt x="3594456" y="30937"/>
                </a:cubicBezTo>
                <a:cubicBezTo>
                  <a:pt x="3593354" y="32521"/>
                  <a:pt x="3592546" y="34361"/>
                  <a:pt x="3592033" y="36458"/>
                </a:cubicBezTo>
                <a:cubicBezTo>
                  <a:pt x="3591521" y="38555"/>
                  <a:pt x="3591265" y="40752"/>
                  <a:pt x="3591265" y="43051"/>
                </a:cubicBezTo>
                <a:cubicBezTo>
                  <a:pt x="3591265" y="45939"/>
                  <a:pt x="3591583" y="48471"/>
                  <a:pt x="3592220" y="50645"/>
                </a:cubicBezTo>
                <a:cubicBezTo>
                  <a:pt x="3592857" y="52819"/>
                  <a:pt x="3593765" y="54629"/>
                  <a:pt x="3594945" y="56073"/>
                </a:cubicBezTo>
                <a:cubicBezTo>
                  <a:pt x="3596126" y="57517"/>
                  <a:pt x="3597555" y="58604"/>
                  <a:pt x="3599232" y="59334"/>
                </a:cubicBezTo>
                <a:cubicBezTo>
                  <a:pt x="3600909" y="60064"/>
                  <a:pt x="3602804" y="60429"/>
                  <a:pt x="3604916" y="60429"/>
                </a:cubicBezTo>
                <a:cubicBezTo>
                  <a:pt x="3607339" y="60429"/>
                  <a:pt x="3609412" y="59956"/>
                  <a:pt x="3611136" y="59008"/>
                </a:cubicBezTo>
                <a:cubicBezTo>
                  <a:pt x="3612860" y="58061"/>
                  <a:pt x="3614273" y="56795"/>
                  <a:pt x="3615376" y="55211"/>
                </a:cubicBezTo>
                <a:cubicBezTo>
                  <a:pt x="3616478" y="53627"/>
                  <a:pt x="3617286" y="51787"/>
                  <a:pt x="3617799" y="49690"/>
                </a:cubicBezTo>
                <a:cubicBezTo>
                  <a:pt x="3618311" y="47593"/>
                  <a:pt x="3618567" y="45380"/>
                  <a:pt x="3618567" y="43051"/>
                </a:cubicBezTo>
                <a:close/>
                <a:moveTo>
                  <a:pt x="3637998" y="19662"/>
                </a:moveTo>
                <a:lnTo>
                  <a:pt x="3645220" y="19662"/>
                </a:lnTo>
                <a:lnTo>
                  <a:pt x="3645546" y="27210"/>
                </a:lnTo>
                <a:cubicBezTo>
                  <a:pt x="3646913" y="25594"/>
                  <a:pt x="3648233" y="24251"/>
                  <a:pt x="3649506" y="23179"/>
                </a:cubicBezTo>
                <a:cubicBezTo>
                  <a:pt x="3650780" y="22108"/>
                  <a:pt x="3652030" y="21246"/>
                  <a:pt x="3653257" y="20593"/>
                </a:cubicBezTo>
                <a:cubicBezTo>
                  <a:pt x="3654484" y="19941"/>
                  <a:pt x="3655734" y="19483"/>
                  <a:pt x="3657007" y="19219"/>
                </a:cubicBezTo>
                <a:cubicBezTo>
                  <a:pt x="3658281" y="18955"/>
                  <a:pt x="3659601" y="18823"/>
                  <a:pt x="3660968" y="18823"/>
                </a:cubicBezTo>
                <a:cubicBezTo>
                  <a:pt x="3665782" y="18823"/>
                  <a:pt x="3669424" y="20244"/>
                  <a:pt x="3671893" y="23086"/>
                </a:cubicBezTo>
                <a:cubicBezTo>
                  <a:pt x="3674363" y="25928"/>
                  <a:pt x="3675598" y="30207"/>
                  <a:pt x="3675598" y="35922"/>
                </a:cubicBezTo>
                <a:lnTo>
                  <a:pt x="3675598" y="66440"/>
                </a:lnTo>
                <a:lnTo>
                  <a:pt x="3667491" y="66440"/>
                </a:lnTo>
                <a:lnTo>
                  <a:pt x="3667491" y="36574"/>
                </a:lnTo>
                <a:cubicBezTo>
                  <a:pt x="3667491" y="32909"/>
                  <a:pt x="3666807" y="30199"/>
                  <a:pt x="3665441" y="28444"/>
                </a:cubicBezTo>
                <a:cubicBezTo>
                  <a:pt x="3664074" y="26689"/>
                  <a:pt x="3662039" y="25812"/>
                  <a:pt x="3659337" y="25812"/>
                </a:cubicBezTo>
                <a:cubicBezTo>
                  <a:pt x="3658343" y="25812"/>
                  <a:pt x="3657372" y="25959"/>
                  <a:pt x="3656425" y="26254"/>
                </a:cubicBezTo>
                <a:cubicBezTo>
                  <a:pt x="3655478" y="26549"/>
                  <a:pt x="3654492" y="27062"/>
                  <a:pt x="3653466" y="27792"/>
                </a:cubicBezTo>
                <a:cubicBezTo>
                  <a:pt x="3652441" y="28522"/>
                  <a:pt x="3651331" y="29508"/>
                  <a:pt x="3650135" y="30750"/>
                </a:cubicBezTo>
                <a:cubicBezTo>
                  <a:pt x="3648939" y="31993"/>
                  <a:pt x="3647596" y="33546"/>
                  <a:pt x="3646105" y="35410"/>
                </a:cubicBezTo>
                <a:lnTo>
                  <a:pt x="3646105" y="66440"/>
                </a:lnTo>
                <a:lnTo>
                  <a:pt x="3637998" y="66440"/>
                </a:lnTo>
                <a:lnTo>
                  <a:pt x="3637998" y="19662"/>
                </a:lnTo>
                <a:close/>
                <a:moveTo>
                  <a:pt x="3782436" y="42678"/>
                </a:moveTo>
                <a:cubicBezTo>
                  <a:pt x="3782436" y="46312"/>
                  <a:pt x="3781924" y="49643"/>
                  <a:pt x="3780899" y="52672"/>
                </a:cubicBezTo>
                <a:cubicBezTo>
                  <a:pt x="3779874" y="55700"/>
                  <a:pt x="3778398" y="58294"/>
                  <a:pt x="3776472" y="60453"/>
                </a:cubicBezTo>
                <a:cubicBezTo>
                  <a:pt x="3774547" y="62611"/>
                  <a:pt x="3772201" y="64289"/>
                  <a:pt x="3769437" y="65485"/>
                </a:cubicBezTo>
                <a:cubicBezTo>
                  <a:pt x="3766673" y="66680"/>
                  <a:pt x="3763535" y="67278"/>
                  <a:pt x="3760026" y="67278"/>
                </a:cubicBezTo>
                <a:cubicBezTo>
                  <a:pt x="3756671" y="67278"/>
                  <a:pt x="3753666" y="66758"/>
                  <a:pt x="3751010" y="65717"/>
                </a:cubicBezTo>
                <a:cubicBezTo>
                  <a:pt x="3748354" y="64677"/>
                  <a:pt x="3746102" y="63147"/>
                  <a:pt x="3744254" y="61128"/>
                </a:cubicBezTo>
                <a:cubicBezTo>
                  <a:pt x="3742406" y="59109"/>
                  <a:pt x="3740993" y="56609"/>
                  <a:pt x="3740014" y="53627"/>
                </a:cubicBezTo>
                <a:cubicBezTo>
                  <a:pt x="3739036" y="50645"/>
                  <a:pt x="3738547" y="47213"/>
                  <a:pt x="3738547" y="43330"/>
                </a:cubicBezTo>
                <a:cubicBezTo>
                  <a:pt x="3738547" y="39696"/>
                  <a:pt x="3739059" y="36380"/>
                  <a:pt x="3740084" y="33383"/>
                </a:cubicBezTo>
                <a:cubicBezTo>
                  <a:pt x="3741109" y="30385"/>
                  <a:pt x="3742585" y="27807"/>
                  <a:pt x="3744511" y="25649"/>
                </a:cubicBezTo>
                <a:cubicBezTo>
                  <a:pt x="3746436" y="23490"/>
                  <a:pt x="3748781" y="21813"/>
                  <a:pt x="3751546" y="20617"/>
                </a:cubicBezTo>
                <a:cubicBezTo>
                  <a:pt x="3754310" y="19421"/>
                  <a:pt x="3757447" y="18823"/>
                  <a:pt x="3760957" y="18823"/>
                </a:cubicBezTo>
                <a:cubicBezTo>
                  <a:pt x="3764312" y="18823"/>
                  <a:pt x="3767317" y="19343"/>
                  <a:pt x="3769973" y="20384"/>
                </a:cubicBezTo>
                <a:cubicBezTo>
                  <a:pt x="3772629" y="21424"/>
                  <a:pt x="3774880" y="22946"/>
                  <a:pt x="3776729" y="24950"/>
                </a:cubicBezTo>
                <a:cubicBezTo>
                  <a:pt x="3778577" y="26953"/>
                  <a:pt x="3779990" y="29446"/>
                  <a:pt x="3780968" y="32428"/>
                </a:cubicBezTo>
                <a:cubicBezTo>
                  <a:pt x="3781947" y="35410"/>
                  <a:pt x="3782436" y="38826"/>
                  <a:pt x="3782436" y="42678"/>
                </a:cubicBezTo>
                <a:moveTo>
                  <a:pt x="3774143" y="43051"/>
                </a:moveTo>
                <a:cubicBezTo>
                  <a:pt x="3774143" y="40162"/>
                  <a:pt x="3773824" y="37638"/>
                  <a:pt x="3773188" y="35480"/>
                </a:cubicBezTo>
                <a:cubicBezTo>
                  <a:pt x="3772551" y="33321"/>
                  <a:pt x="3771642" y="31519"/>
                  <a:pt x="3770462" y="30075"/>
                </a:cubicBezTo>
                <a:cubicBezTo>
                  <a:pt x="3769282" y="28631"/>
                  <a:pt x="3767845" y="27543"/>
                  <a:pt x="3766152" y="26813"/>
                </a:cubicBezTo>
                <a:cubicBezTo>
                  <a:pt x="3764460" y="26084"/>
                  <a:pt x="3762573" y="25719"/>
                  <a:pt x="3760491" y="25719"/>
                </a:cubicBezTo>
                <a:cubicBezTo>
                  <a:pt x="3758069" y="25719"/>
                  <a:pt x="3755995" y="26192"/>
                  <a:pt x="3754271" y="27140"/>
                </a:cubicBezTo>
                <a:cubicBezTo>
                  <a:pt x="3752548" y="28087"/>
                  <a:pt x="3751134" y="29353"/>
                  <a:pt x="3750032" y="30937"/>
                </a:cubicBezTo>
                <a:cubicBezTo>
                  <a:pt x="3748929" y="32521"/>
                  <a:pt x="3748121" y="34361"/>
                  <a:pt x="3747609" y="36458"/>
                </a:cubicBezTo>
                <a:cubicBezTo>
                  <a:pt x="3747096" y="38555"/>
                  <a:pt x="3746840" y="40752"/>
                  <a:pt x="3746840" y="43051"/>
                </a:cubicBezTo>
                <a:cubicBezTo>
                  <a:pt x="3746840" y="45939"/>
                  <a:pt x="3747158" y="48471"/>
                  <a:pt x="3747795" y="50645"/>
                </a:cubicBezTo>
                <a:cubicBezTo>
                  <a:pt x="3748432" y="52819"/>
                  <a:pt x="3749341" y="54629"/>
                  <a:pt x="3750521" y="56073"/>
                </a:cubicBezTo>
                <a:cubicBezTo>
                  <a:pt x="3751701" y="57517"/>
                  <a:pt x="3753130" y="58604"/>
                  <a:pt x="3754807" y="59334"/>
                </a:cubicBezTo>
                <a:cubicBezTo>
                  <a:pt x="3756485" y="60064"/>
                  <a:pt x="3758379" y="60429"/>
                  <a:pt x="3760491" y="60429"/>
                </a:cubicBezTo>
                <a:cubicBezTo>
                  <a:pt x="3762914" y="60429"/>
                  <a:pt x="3764988" y="59956"/>
                  <a:pt x="3766711" y="59008"/>
                </a:cubicBezTo>
                <a:cubicBezTo>
                  <a:pt x="3768435" y="58061"/>
                  <a:pt x="3769849" y="56795"/>
                  <a:pt x="3770951" y="55211"/>
                </a:cubicBezTo>
                <a:cubicBezTo>
                  <a:pt x="3772054" y="53627"/>
                  <a:pt x="3772862" y="51787"/>
                  <a:pt x="3773374" y="49690"/>
                </a:cubicBezTo>
                <a:cubicBezTo>
                  <a:pt x="3773887" y="47593"/>
                  <a:pt x="3774143" y="45380"/>
                  <a:pt x="3774143" y="43051"/>
                </a:cubicBezTo>
                <a:close/>
                <a:moveTo>
                  <a:pt x="3835087" y="8107"/>
                </a:moveTo>
                <a:cubicBezTo>
                  <a:pt x="3830831" y="7206"/>
                  <a:pt x="3827166" y="6756"/>
                  <a:pt x="3824091" y="6756"/>
                </a:cubicBezTo>
                <a:cubicBezTo>
                  <a:pt x="3816792" y="6756"/>
                  <a:pt x="3813142" y="10576"/>
                  <a:pt x="3813142" y="18217"/>
                </a:cubicBezTo>
                <a:lnTo>
                  <a:pt x="3813142" y="26417"/>
                </a:lnTo>
                <a:lnTo>
                  <a:pt x="3833642" y="26417"/>
                </a:lnTo>
                <a:lnTo>
                  <a:pt x="3833642" y="33173"/>
                </a:lnTo>
                <a:lnTo>
                  <a:pt x="3813142" y="33173"/>
                </a:lnTo>
                <a:lnTo>
                  <a:pt x="3813142" y="66440"/>
                </a:lnTo>
                <a:lnTo>
                  <a:pt x="3804895" y="66440"/>
                </a:lnTo>
                <a:lnTo>
                  <a:pt x="3804895" y="33173"/>
                </a:lnTo>
                <a:lnTo>
                  <a:pt x="3789846" y="33173"/>
                </a:lnTo>
                <a:lnTo>
                  <a:pt x="3789846" y="26417"/>
                </a:lnTo>
                <a:lnTo>
                  <a:pt x="3804895" y="26417"/>
                </a:lnTo>
                <a:lnTo>
                  <a:pt x="3804895" y="18683"/>
                </a:lnTo>
                <a:cubicBezTo>
                  <a:pt x="3804895" y="6228"/>
                  <a:pt x="3811387" y="0"/>
                  <a:pt x="3824371" y="0"/>
                </a:cubicBezTo>
                <a:cubicBezTo>
                  <a:pt x="3827601" y="0"/>
                  <a:pt x="3831173" y="373"/>
                  <a:pt x="3835087" y="1118"/>
                </a:cubicBezTo>
                <a:lnTo>
                  <a:pt x="3835087" y="8107"/>
                </a:lnTo>
                <a:moveTo>
                  <a:pt x="3786119" y="19662"/>
                </a:moveTo>
                <a:lnTo>
                  <a:pt x="3786119" y="19662"/>
                </a:lnTo>
                <a:close/>
                <a:moveTo>
                  <a:pt x="3934983" y="65741"/>
                </a:moveTo>
                <a:cubicBezTo>
                  <a:pt x="3933150" y="66223"/>
                  <a:pt x="3931256" y="66569"/>
                  <a:pt x="3929299" y="66777"/>
                </a:cubicBezTo>
                <a:cubicBezTo>
                  <a:pt x="3927342" y="66987"/>
                  <a:pt x="3925354" y="67092"/>
                  <a:pt x="3923335" y="67092"/>
                </a:cubicBezTo>
                <a:cubicBezTo>
                  <a:pt x="3917465" y="67092"/>
                  <a:pt x="3913085" y="65764"/>
                  <a:pt x="3910196" y="63108"/>
                </a:cubicBezTo>
                <a:cubicBezTo>
                  <a:pt x="3907308" y="60453"/>
                  <a:pt x="3905863" y="56376"/>
                  <a:pt x="3905863" y="50878"/>
                </a:cubicBezTo>
                <a:lnTo>
                  <a:pt x="3905863" y="26464"/>
                </a:lnTo>
                <a:lnTo>
                  <a:pt x="3892771" y="26464"/>
                </a:lnTo>
                <a:lnTo>
                  <a:pt x="3892771" y="19662"/>
                </a:lnTo>
                <a:lnTo>
                  <a:pt x="3905863" y="19662"/>
                </a:lnTo>
                <a:lnTo>
                  <a:pt x="3905863" y="6762"/>
                </a:lnTo>
                <a:lnTo>
                  <a:pt x="3913970" y="4659"/>
                </a:lnTo>
                <a:lnTo>
                  <a:pt x="3913970" y="19662"/>
                </a:lnTo>
                <a:lnTo>
                  <a:pt x="3934983" y="19662"/>
                </a:lnTo>
                <a:lnTo>
                  <a:pt x="3934983" y="26464"/>
                </a:lnTo>
                <a:lnTo>
                  <a:pt x="3913970" y="26464"/>
                </a:lnTo>
                <a:lnTo>
                  <a:pt x="3913970" y="50226"/>
                </a:lnTo>
                <a:cubicBezTo>
                  <a:pt x="3913970" y="53580"/>
                  <a:pt x="3914863" y="56089"/>
                  <a:pt x="3916649" y="57750"/>
                </a:cubicBezTo>
                <a:cubicBezTo>
                  <a:pt x="3918435" y="59412"/>
                  <a:pt x="3921068" y="60243"/>
                  <a:pt x="3924547" y="60243"/>
                </a:cubicBezTo>
                <a:cubicBezTo>
                  <a:pt x="3926038" y="60243"/>
                  <a:pt x="3927668" y="60123"/>
                  <a:pt x="3929439" y="59883"/>
                </a:cubicBezTo>
                <a:cubicBezTo>
                  <a:pt x="3931209" y="59643"/>
                  <a:pt x="3933057" y="59265"/>
                  <a:pt x="3934983" y="58752"/>
                </a:cubicBezTo>
                <a:lnTo>
                  <a:pt x="3934983" y="65741"/>
                </a:lnTo>
                <a:close/>
                <a:moveTo>
                  <a:pt x="3986748" y="66440"/>
                </a:moveTo>
                <a:lnTo>
                  <a:pt x="3978641" y="66440"/>
                </a:lnTo>
                <a:lnTo>
                  <a:pt x="3978641" y="36574"/>
                </a:lnTo>
                <a:cubicBezTo>
                  <a:pt x="3978641" y="32971"/>
                  <a:pt x="3977966" y="30277"/>
                  <a:pt x="3976615" y="28491"/>
                </a:cubicBezTo>
                <a:cubicBezTo>
                  <a:pt x="3975264" y="26705"/>
                  <a:pt x="3973330" y="25812"/>
                  <a:pt x="3970814" y="25812"/>
                </a:cubicBezTo>
                <a:cubicBezTo>
                  <a:pt x="3969727" y="25812"/>
                  <a:pt x="3968710" y="25959"/>
                  <a:pt x="3967762" y="26254"/>
                </a:cubicBezTo>
                <a:cubicBezTo>
                  <a:pt x="3966815" y="26549"/>
                  <a:pt x="3965829" y="27062"/>
                  <a:pt x="3964804" y="27792"/>
                </a:cubicBezTo>
                <a:cubicBezTo>
                  <a:pt x="3963779" y="28522"/>
                  <a:pt x="3962661" y="29508"/>
                  <a:pt x="3961449" y="30750"/>
                </a:cubicBezTo>
                <a:cubicBezTo>
                  <a:pt x="3960238" y="31993"/>
                  <a:pt x="3958840" y="33546"/>
                  <a:pt x="3957256" y="35410"/>
                </a:cubicBezTo>
                <a:lnTo>
                  <a:pt x="3957256" y="66440"/>
                </a:lnTo>
                <a:lnTo>
                  <a:pt x="3949149" y="66440"/>
                </a:lnTo>
                <a:lnTo>
                  <a:pt x="3949149" y="559"/>
                </a:lnTo>
                <a:lnTo>
                  <a:pt x="3957256" y="559"/>
                </a:lnTo>
                <a:lnTo>
                  <a:pt x="3957256" y="19649"/>
                </a:lnTo>
                <a:lnTo>
                  <a:pt x="3956976" y="27023"/>
                </a:lnTo>
                <a:cubicBezTo>
                  <a:pt x="3958250" y="25501"/>
                  <a:pt x="3959500" y="24220"/>
                  <a:pt x="3960727" y="23179"/>
                </a:cubicBezTo>
                <a:cubicBezTo>
                  <a:pt x="3961954" y="22139"/>
                  <a:pt x="3963181" y="21292"/>
                  <a:pt x="3964408" y="20640"/>
                </a:cubicBezTo>
                <a:cubicBezTo>
                  <a:pt x="3965635" y="19988"/>
                  <a:pt x="3966885" y="19522"/>
                  <a:pt x="3968158" y="19242"/>
                </a:cubicBezTo>
                <a:cubicBezTo>
                  <a:pt x="3969432" y="18963"/>
                  <a:pt x="3970752" y="18823"/>
                  <a:pt x="3972119" y="18823"/>
                </a:cubicBezTo>
                <a:cubicBezTo>
                  <a:pt x="3976778" y="18823"/>
                  <a:pt x="3980381" y="20244"/>
                  <a:pt x="3982928" y="23086"/>
                </a:cubicBezTo>
                <a:cubicBezTo>
                  <a:pt x="3985475" y="25928"/>
                  <a:pt x="3986748" y="30207"/>
                  <a:pt x="3986748" y="35922"/>
                </a:cubicBezTo>
                <a:lnTo>
                  <a:pt x="3986748" y="66440"/>
                </a:lnTo>
                <a:close/>
                <a:moveTo>
                  <a:pt x="4040517" y="40581"/>
                </a:moveTo>
                <a:cubicBezTo>
                  <a:pt x="4040517" y="41731"/>
                  <a:pt x="4040501" y="42693"/>
                  <a:pt x="4040470" y="43470"/>
                </a:cubicBezTo>
                <a:cubicBezTo>
                  <a:pt x="4040439" y="44246"/>
                  <a:pt x="4040393" y="44976"/>
                  <a:pt x="4040330" y="45660"/>
                </a:cubicBezTo>
                <a:lnTo>
                  <a:pt x="4007483" y="45660"/>
                </a:lnTo>
                <a:cubicBezTo>
                  <a:pt x="4007483" y="50443"/>
                  <a:pt x="4008819" y="54116"/>
                  <a:pt x="4011490" y="56679"/>
                </a:cubicBezTo>
                <a:cubicBezTo>
                  <a:pt x="4014162" y="59241"/>
                  <a:pt x="4018013" y="60522"/>
                  <a:pt x="4023045" y="60522"/>
                </a:cubicBezTo>
                <a:cubicBezTo>
                  <a:pt x="4024412" y="60522"/>
                  <a:pt x="4025778" y="60467"/>
                  <a:pt x="4027145" y="60357"/>
                </a:cubicBezTo>
                <a:cubicBezTo>
                  <a:pt x="4028512" y="60245"/>
                  <a:pt x="4029832" y="60094"/>
                  <a:pt x="4031105" y="59904"/>
                </a:cubicBezTo>
                <a:cubicBezTo>
                  <a:pt x="4032379" y="59712"/>
                  <a:pt x="4033598" y="59498"/>
                  <a:pt x="4034763" y="59260"/>
                </a:cubicBezTo>
                <a:cubicBezTo>
                  <a:pt x="4035928" y="59021"/>
                  <a:pt x="4037007" y="58759"/>
                  <a:pt x="4038001" y="58472"/>
                </a:cubicBezTo>
                <a:lnTo>
                  <a:pt x="4038001" y="65135"/>
                </a:lnTo>
                <a:cubicBezTo>
                  <a:pt x="4035796" y="65770"/>
                  <a:pt x="4033303" y="66286"/>
                  <a:pt x="4030523" y="66683"/>
                </a:cubicBezTo>
                <a:cubicBezTo>
                  <a:pt x="4027743" y="67080"/>
                  <a:pt x="4024862" y="67278"/>
                  <a:pt x="4021880" y="67278"/>
                </a:cubicBezTo>
                <a:cubicBezTo>
                  <a:pt x="4017873" y="67278"/>
                  <a:pt x="4014426" y="66735"/>
                  <a:pt x="4011537" y="65648"/>
                </a:cubicBezTo>
                <a:cubicBezTo>
                  <a:pt x="4008648" y="64560"/>
                  <a:pt x="4006280" y="62984"/>
                  <a:pt x="4004432" y="60919"/>
                </a:cubicBezTo>
                <a:cubicBezTo>
                  <a:pt x="4002584" y="58853"/>
                  <a:pt x="4001217" y="56321"/>
                  <a:pt x="4000332" y="53324"/>
                </a:cubicBezTo>
                <a:cubicBezTo>
                  <a:pt x="3999446" y="50327"/>
                  <a:pt x="3999004" y="46933"/>
                  <a:pt x="3999004" y="43144"/>
                </a:cubicBezTo>
                <a:cubicBezTo>
                  <a:pt x="3999004" y="39851"/>
                  <a:pt x="3999477" y="36737"/>
                  <a:pt x="4000425" y="33802"/>
                </a:cubicBezTo>
                <a:cubicBezTo>
                  <a:pt x="4001372" y="30867"/>
                  <a:pt x="4002754" y="28289"/>
                  <a:pt x="4004571" y="26068"/>
                </a:cubicBezTo>
                <a:cubicBezTo>
                  <a:pt x="4006388" y="23847"/>
                  <a:pt x="4008617" y="22084"/>
                  <a:pt x="4011257" y="20780"/>
                </a:cubicBezTo>
                <a:cubicBezTo>
                  <a:pt x="4013898" y="19475"/>
                  <a:pt x="4016895" y="18823"/>
                  <a:pt x="4020249" y="18823"/>
                </a:cubicBezTo>
                <a:cubicBezTo>
                  <a:pt x="4023511" y="18823"/>
                  <a:pt x="4026400" y="19336"/>
                  <a:pt x="4028916" y="20361"/>
                </a:cubicBezTo>
                <a:cubicBezTo>
                  <a:pt x="4031431" y="21386"/>
                  <a:pt x="4033551" y="22838"/>
                  <a:pt x="4035275" y="24717"/>
                </a:cubicBezTo>
                <a:cubicBezTo>
                  <a:pt x="4036999" y="26596"/>
                  <a:pt x="4038304" y="28879"/>
                  <a:pt x="4039189" y="31566"/>
                </a:cubicBezTo>
                <a:cubicBezTo>
                  <a:pt x="4040074" y="34253"/>
                  <a:pt x="4040517" y="37258"/>
                  <a:pt x="4040517" y="40581"/>
                </a:cubicBezTo>
                <a:moveTo>
                  <a:pt x="4032084" y="39416"/>
                </a:moveTo>
                <a:cubicBezTo>
                  <a:pt x="4032177" y="37335"/>
                  <a:pt x="4031975" y="35433"/>
                  <a:pt x="4031478" y="33709"/>
                </a:cubicBezTo>
                <a:cubicBezTo>
                  <a:pt x="4030981" y="31985"/>
                  <a:pt x="4030212" y="30502"/>
                  <a:pt x="4029172" y="29260"/>
                </a:cubicBezTo>
                <a:cubicBezTo>
                  <a:pt x="4028131" y="28017"/>
                  <a:pt x="4026834" y="27046"/>
                  <a:pt x="4025281" y="26348"/>
                </a:cubicBezTo>
                <a:cubicBezTo>
                  <a:pt x="4023728" y="25649"/>
                  <a:pt x="4021927" y="25299"/>
                  <a:pt x="4019877" y="25299"/>
                </a:cubicBezTo>
                <a:cubicBezTo>
                  <a:pt x="4018106" y="25299"/>
                  <a:pt x="4016491" y="25641"/>
                  <a:pt x="4015031" y="26324"/>
                </a:cubicBezTo>
                <a:cubicBezTo>
                  <a:pt x="4013571" y="27008"/>
                  <a:pt x="4012313" y="27970"/>
                  <a:pt x="4011257" y="29213"/>
                </a:cubicBezTo>
                <a:cubicBezTo>
                  <a:pt x="4010201" y="30455"/>
                  <a:pt x="4009347" y="31946"/>
                  <a:pt x="4008695" y="33686"/>
                </a:cubicBezTo>
                <a:cubicBezTo>
                  <a:pt x="4008042" y="35425"/>
                  <a:pt x="4007639" y="37335"/>
                  <a:pt x="4007483" y="39416"/>
                </a:cubicBezTo>
                <a:lnTo>
                  <a:pt x="4032084" y="39416"/>
                </a:lnTo>
                <a:close/>
                <a:moveTo>
                  <a:pt x="4144700" y="42212"/>
                </a:moveTo>
                <a:cubicBezTo>
                  <a:pt x="4144700" y="46374"/>
                  <a:pt x="4144117" y="50008"/>
                  <a:pt x="4142953" y="53114"/>
                </a:cubicBezTo>
                <a:cubicBezTo>
                  <a:pt x="4141788" y="56221"/>
                  <a:pt x="4140180" y="58799"/>
                  <a:pt x="4138130" y="60849"/>
                </a:cubicBezTo>
                <a:cubicBezTo>
                  <a:pt x="4136080" y="62899"/>
                  <a:pt x="4133658" y="64436"/>
                  <a:pt x="4130862" y="65461"/>
                </a:cubicBezTo>
                <a:cubicBezTo>
                  <a:pt x="4128067" y="66486"/>
                  <a:pt x="4125038" y="66999"/>
                  <a:pt x="4121777" y="66999"/>
                </a:cubicBezTo>
                <a:cubicBezTo>
                  <a:pt x="4120286" y="66999"/>
                  <a:pt x="4118803" y="66921"/>
                  <a:pt x="4117327" y="66766"/>
                </a:cubicBezTo>
                <a:cubicBezTo>
                  <a:pt x="4115852" y="66610"/>
                  <a:pt x="4114353" y="66346"/>
                  <a:pt x="4112831" y="65974"/>
                </a:cubicBezTo>
                <a:lnTo>
                  <a:pt x="4112831" y="85542"/>
                </a:lnTo>
                <a:lnTo>
                  <a:pt x="4104724" y="85542"/>
                </a:lnTo>
                <a:lnTo>
                  <a:pt x="4104724" y="19662"/>
                </a:lnTo>
                <a:lnTo>
                  <a:pt x="4111946" y="19662"/>
                </a:lnTo>
                <a:lnTo>
                  <a:pt x="4112458" y="27489"/>
                </a:lnTo>
                <a:cubicBezTo>
                  <a:pt x="4114788" y="24290"/>
                  <a:pt x="4117273" y="22046"/>
                  <a:pt x="4119913" y="20757"/>
                </a:cubicBezTo>
                <a:cubicBezTo>
                  <a:pt x="4122553" y="19468"/>
                  <a:pt x="4125411" y="18823"/>
                  <a:pt x="4128486" y="18823"/>
                </a:cubicBezTo>
                <a:cubicBezTo>
                  <a:pt x="4131157" y="18823"/>
                  <a:pt x="4133502" y="19382"/>
                  <a:pt x="4135521" y="20500"/>
                </a:cubicBezTo>
                <a:cubicBezTo>
                  <a:pt x="4137540" y="21619"/>
                  <a:pt x="4139233" y="23195"/>
                  <a:pt x="4140600" y="25229"/>
                </a:cubicBezTo>
                <a:cubicBezTo>
                  <a:pt x="4141966" y="27264"/>
                  <a:pt x="4142991" y="29718"/>
                  <a:pt x="4143675" y="32591"/>
                </a:cubicBezTo>
                <a:cubicBezTo>
                  <a:pt x="4144358" y="35464"/>
                  <a:pt x="4144700" y="38671"/>
                  <a:pt x="4144700" y="42212"/>
                </a:cubicBezTo>
                <a:moveTo>
                  <a:pt x="4136406" y="42585"/>
                </a:moveTo>
                <a:cubicBezTo>
                  <a:pt x="4136406" y="40131"/>
                  <a:pt x="4136228" y="37879"/>
                  <a:pt x="4135871" y="35829"/>
                </a:cubicBezTo>
                <a:cubicBezTo>
                  <a:pt x="4135513" y="33779"/>
                  <a:pt x="4134947" y="32024"/>
                  <a:pt x="4134170" y="30564"/>
                </a:cubicBezTo>
                <a:cubicBezTo>
                  <a:pt x="4133393" y="29104"/>
                  <a:pt x="4132400" y="27963"/>
                  <a:pt x="4131188" y="27140"/>
                </a:cubicBezTo>
                <a:cubicBezTo>
                  <a:pt x="4129977" y="26316"/>
                  <a:pt x="4128532" y="25905"/>
                  <a:pt x="4126855" y="25905"/>
                </a:cubicBezTo>
                <a:cubicBezTo>
                  <a:pt x="4125830" y="25905"/>
                  <a:pt x="4124790" y="26068"/>
                  <a:pt x="4123733" y="26394"/>
                </a:cubicBezTo>
                <a:cubicBezTo>
                  <a:pt x="4122677" y="26720"/>
                  <a:pt x="4121583" y="27264"/>
                  <a:pt x="4120449" y="28025"/>
                </a:cubicBezTo>
                <a:cubicBezTo>
                  <a:pt x="4119315" y="28786"/>
                  <a:pt x="4118119" y="29795"/>
                  <a:pt x="4116861" y="31053"/>
                </a:cubicBezTo>
                <a:cubicBezTo>
                  <a:pt x="4115603" y="32311"/>
                  <a:pt x="4114260" y="33872"/>
                  <a:pt x="4112831" y="35736"/>
                </a:cubicBezTo>
                <a:lnTo>
                  <a:pt x="4112831" y="58426"/>
                </a:lnTo>
                <a:cubicBezTo>
                  <a:pt x="4114322" y="59047"/>
                  <a:pt x="4115891" y="59536"/>
                  <a:pt x="4117537" y="59894"/>
                </a:cubicBezTo>
                <a:cubicBezTo>
                  <a:pt x="4119183" y="60251"/>
                  <a:pt x="4120798" y="60429"/>
                  <a:pt x="4122382" y="60429"/>
                </a:cubicBezTo>
                <a:cubicBezTo>
                  <a:pt x="4126762" y="60429"/>
                  <a:pt x="4130194" y="58946"/>
                  <a:pt x="4132679" y="55980"/>
                </a:cubicBezTo>
                <a:cubicBezTo>
                  <a:pt x="4135164" y="53013"/>
                  <a:pt x="4136406" y="48548"/>
                  <a:pt x="4136406" y="42585"/>
                </a:cubicBezTo>
                <a:close/>
                <a:moveTo>
                  <a:pt x="4197304" y="42678"/>
                </a:moveTo>
                <a:cubicBezTo>
                  <a:pt x="4197304" y="46312"/>
                  <a:pt x="4196791" y="49643"/>
                  <a:pt x="4195766" y="52672"/>
                </a:cubicBezTo>
                <a:cubicBezTo>
                  <a:pt x="4194741" y="55700"/>
                  <a:pt x="4193266" y="58294"/>
                  <a:pt x="4191340" y="60453"/>
                </a:cubicBezTo>
                <a:cubicBezTo>
                  <a:pt x="4189414" y="62611"/>
                  <a:pt x="4187069" y="64289"/>
                  <a:pt x="4184305" y="65485"/>
                </a:cubicBezTo>
                <a:cubicBezTo>
                  <a:pt x="4181540" y="66680"/>
                  <a:pt x="4178403" y="67278"/>
                  <a:pt x="4174893" y="67278"/>
                </a:cubicBezTo>
                <a:cubicBezTo>
                  <a:pt x="4171539" y="67278"/>
                  <a:pt x="4168533" y="66758"/>
                  <a:pt x="4165878" y="65717"/>
                </a:cubicBezTo>
                <a:cubicBezTo>
                  <a:pt x="4163222" y="64677"/>
                  <a:pt x="4160970" y="63147"/>
                  <a:pt x="4159122" y="61128"/>
                </a:cubicBezTo>
                <a:cubicBezTo>
                  <a:pt x="4157274" y="59109"/>
                  <a:pt x="4155860" y="56609"/>
                  <a:pt x="4154882" y="53627"/>
                </a:cubicBezTo>
                <a:cubicBezTo>
                  <a:pt x="4153904" y="50645"/>
                  <a:pt x="4153414" y="47213"/>
                  <a:pt x="4153414" y="43330"/>
                </a:cubicBezTo>
                <a:cubicBezTo>
                  <a:pt x="4153414" y="39696"/>
                  <a:pt x="4153927" y="36380"/>
                  <a:pt x="4154952" y="33383"/>
                </a:cubicBezTo>
                <a:cubicBezTo>
                  <a:pt x="4155977" y="30385"/>
                  <a:pt x="4157452" y="27807"/>
                  <a:pt x="4159378" y="25649"/>
                </a:cubicBezTo>
                <a:cubicBezTo>
                  <a:pt x="4161304" y="23490"/>
                  <a:pt x="4163649" y="21813"/>
                  <a:pt x="4166413" y="20617"/>
                </a:cubicBezTo>
                <a:cubicBezTo>
                  <a:pt x="4169178" y="19421"/>
                  <a:pt x="4172315" y="18823"/>
                  <a:pt x="4175825" y="18823"/>
                </a:cubicBezTo>
                <a:cubicBezTo>
                  <a:pt x="4179180" y="18823"/>
                  <a:pt x="4182185" y="19343"/>
                  <a:pt x="4184840" y="20384"/>
                </a:cubicBezTo>
                <a:cubicBezTo>
                  <a:pt x="4187496" y="21424"/>
                  <a:pt x="4189748" y="22946"/>
                  <a:pt x="4191596" y="24950"/>
                </a:cubicBezTo>
                <a:cubicBezTo>
                  <a:pt x="4193444" y="26953"/>
                  <a:pt x="4194858" y="29446"/>
                  <a:pt x="4195836" y="32428"/>
                </a:cubicBezTo>
                <a:cubicBezTo>
                  <a:pt x="4196814" y="35410"/>
                  <a:pt x="4197304" y="38826"/>
                  <a:pt x="4197304" y="42678"/>
                </a:cubicBezTo>
                <a:moveTo>
                  <a:pt x="4189010" y="43051"/>
                </a:moveTo>
                <a:cubicBezTo>
                  <a:pt x="4189010" y="40162"/>
                  <a:pt x="4188692" y="37638"/>
                  <a:pt x="4188055" y="35480"/>
                </a:cubicBezTo>
                <a:cubicBezTo>
                  <a:pt x="4187418" y="33321"/>
                  <a:pt x="4186510" y="31519"/>
                  <a:pt x="4185330" y="30075"/>
                </a:cubicBezTo>
                <a:cubicBezTo>
                  <a:pt x="4184149" y="28631"/>
                  <a:pt x="4182713" y="27543"/>
                  <a:pt x="4181020" y="26813"/>
                </a:cubicBezTo>
                <a:cubicBezTo>
                  <a:pt x="4179327" y="26084"/>
                  <a:pt x="4177440" y="25719"/>
                  <a:pt x="4175359" y="25719"/>
                </a:cubicBezTo>
                <a:cubicBezTo>
                  <a:pt x="4172936" y="25719"/>
                  <a:pt x="4170863" y="26192"/>
                  <a:pt x="4169139" y="27140"/>
                </a:cubicBezTo>
                <a:cubicBezTo>
                  <a:pt x="4167415" y="28087"/>
                  <a:pt x="4166002" y="29353"/>
                  <a:pt x="4164899" y="30937"/>
                </a:cubicBezTo>
                <a:cubicBezTo>
                  <a:pt x="4163797" y="32521"/>
                  <a:pt x="4162989" y="34361"/>
                  <a:pt x="4162476" y="36458"/>
                </a:cubicBezTo>
                <a:cubicBezTo>
                  <a:pt x="4161964" y="38555"/>
                  <a:pt x="4161708" y="40752"/>
                  <a:pt x="4161708" y="43051"/>
                </a:cubicBezTo>
                <a:cubicBezTo>
                  <a:pt x="4161708" y="45939"/>
                  <a:pt x="4162026" y="48471"/>
                  <a:pt x="4162663" y="50645"/>
                </a:cubicBezTo>
                <a:cubicBezTo>
                  <a:pt x="4163300" y="52819"/>
                  <a:pt x="4164208" y="54629"/>
                  <a:pt x="4165388" y="56073"/>
                </a:cubicBezTo>
                <a:cubicBezTo>
                  <a:pt x="4166569" y="57517"/>
                  <a:pt x="4167998" y="58604"/>
                  <a:pt x="4169675" y="59334"/>
                </a:cubicBezTo>
                <a:cubicBezTo>
                  <a:pt x="4171352" y="60064"/>
                  <a:pt x="4173247" y="60429"/>
                  <a:pt x="4175359" y="60429"/>
                </a:cubicBezTo>
                <a:cubicBezTo>
                  <a:pt x="4177782" y="60429"/>
                  <a:pt x="4179855" y="59956"/>
                  <a:pt x="4181579" y="59008"/>
                </a:cubicBezTo>
                <a:cubicBezTo>
                  <a:pt x="4183303" y="58061"/>
                  <a:pt x="4184716" y="56795"/>
                  <a:pt x="4185819" y="55211"/>
                </a:cubicBezTo>
                <a:cubicBezTo>
                  <a:pt x="4186922" y="53627"/>
                  <a:pt x="4187729" y="51787"/>
                  <a:pt x="4188242" y="49690"/>
                </a:cubicBezTo>
                <a:cubicBezTo>
                  <a:pt x="4188754" y="47593"/>
                  <a:pt x="4189010" y="45380"/>
                  <a:pt x="4189010" y="43051"/>
                </a:cubicBezTo>
                <a:close/>
                <a:moveTo>
                  <a:pt x="4248417" y="42212"/>
                </a:moveTo>
                <a:cubicBezTo>
                  <a:pt x="4248417" y="46374"/>
                  <a:pt x="4247834" y="50008"/>
                  <a:pt x="4246669" y="53114"/>
                </a:cubicBezTo>
                <a:cubicBezTo>
                  <a:pt x="4245505" y="56221"/>
                  <a:pt x="4243897" y="58799"/>
                  <a:pt x="4241847" y="60849"/>
                </a:cubicBezTo>
                <a:cubicBezTo>
                  <a:pt x="4239797" y="62899"/>
                  <a:pt x="4237374" y="64436"/>
                  <a:pt x="4234579" y="65461"/>
                </a:cubicBezTo>
                <a:cubicBezTo>
                  <a:pt x="4231783" y="66486"/>
                  <a:pt x="4228755" y="66999"/>
                  <a:pt x="4225494" y="66999"/>
                </a:cubicBezTo>
                <a:cubicBezTo>
                  <a:pt x="4224003" y="66999"/>
                  <a:pt x="4222520" y="66921"/>
                  <a:pt x="4221044" y="66766"/>
                </a:cubicBezTo>
                <a:cubicBezTo>
                  <a:pt x="4219569" y="66610"/>
                  <a:pt x="4218070" y="66346"/>
                  <a:pt x="4216548" y="65974"/>
                </a:cubicBezTo>
                <a:lnTo>
                  <a:pt x="4216548" y="85542"/>
                </a:lnTo>
                <a:lnTo>
                  <a:pt x="4208441" y="85542"/>
                </a:lnTo>
                <a:lnTo>
                  <a:pt x="4208441" y="19662"/>
                </a:lnTo>
                <a:lnTo>
                  <a:pt x="4215663" y="19662"/>
                </a:lnTo>
                <a:lnTo>
                  <a:pt x="4216175" y="27489"/>
                </a:lnTo>
                <a:cubicBezTo>
                  <a:pt x="4218505" y="24290"/>
                  <a:pt x="4220990" y="22046"/>
                  <a:pt x="4223630" y="20757"/>
                </a:cubicBezTo>
                <a:cubicBezTo>
                  <a:pt x="4226270" y="19468"/>
                  <a:pt x="4229128" y="18823"/>
                  <a:pt x="4232203" y="18823"/>
                </a:cubicBezTo>
                <a:cubicBezTo>
                  <a:pt x="4234874" y="18823"/>
                  <a:pt x="4237219" y="19382"/>
                  <a:pt x="4239238" y="20500"/>
                </a:cubicBezTo>
                <a:cubicBezTo>
                  <a:pt x="4241257" y="21619"/>
                  <a:pt x="4242950" y="23195"/>
                  <a:pt x="4244317" y="25229"/>
                </a:cubicBezTo>
                <a:cubicBezTo>
                  <a:pt x="4245683" y="27264"/>
                  <a:pt x="4246708" y="29718"/>
                  <a:pt x="4247392" y="32591"/>
                </a:cubicBezTo>
                <a:cubicBezTo>
                  <a:pt x="4248075" y="35464"/>
                  <a:pt x="4248417" y="38671"/>
                  <a:pt x="4248417" y="42212"/>
                </a:cubicBezTo>
                <a:moveTo>
                  <a:pt x="4240123" y="42585"/>
                </a:moveTo>
                <a:cubicBezTo>
                  <a:pt x="4240123" y="40131"/>
                  <a:pt x="4239945" y="37879"/>
                  <a:pt x="4239588" y="35829"/>
                </a:cubicBezTo>
                <a:cubicBezTo>
                  <a:pt x="4239230" y="33779"/>
                  <a:pt x="4238664" y="32024"/>
                  <a:pt x="4237887" y="30564"/>
                </a:cubicBezTo>
                <a:cubicBezTo>
                  <a:pt x="4237110" y="29104"/>
                  <a:pt x="4236116" y="27963"/>
                  <a:pt x="4234905" y="27140"/>
                </a:cubicBezTo>
                <a:cubicBezTo>
                  <a:pt x="4233694" y="26316"/>
                  <a:pt x="4232249" y="25905"/>
                  <a:pt x="4230572" y="25905"/>
                </a:cubicBezTo>
                <a:cubicBezTo>
                  <a:pt x="4229547" y="25905"/>
                  <a:pt x="4228507" y="26068"/>
                  <a:pt x="4227450" y="26394"/>
                </a:cubicBezTo>
                <a:cubicBezTo>
                  <a:pt x="4226394" y="26720"/>
                  <a:pt x="4225299" y="27264"/>
                  <a:pt x="4224166" y="28025"/>
                </a:cubicBezTo>
                <a:cubicBezTo>
                  <a:pt x="4223032" y="28786"/>
                  <a:pt x="4221836" y="29795"/>
                  <a:pt x="4220578" y="31053"/>
                </a:cubicBezTo>
                <a:cubicBezTo>
                  <a:pt x="4219320" y="32311"/>
                  <a:pt x="4217977" y="33872"/>
                  <a:pt x="4216548" y="35736"/>
                </a:cubicBezTo>
                <a:lnTo>
                  <a:pt x="4216548" y="58426"/>
                </a:lnTo>
                <a:cubicBezTo>
                  <a:pt x="4218039" y="59047"/>
                  <a:pt x="4219608" y="59536"/>
                  <a:pt x="4221254" y="59894"/>
                </a:cubicBezTo>
                <a:cubicBezTo>
                  <a:pt x="4222900" y="60251"/>
                  <a:pt x="4224515" y="60429"/>
                  <a:pt x="4226099" y="60429"/>
                </a:cubicBezTo>
                <a:cubicBezTo>
                  <a:pt x="4230479" y="60429"/>
                  <a:pt x="4233911" y="58946"/>
                  <a:pt x="4236396" y="55980"/>
                </a:cubicBezTo>
                <a:cubicBezTo>
                  <a:pt x="4238881" y="53013"/>
                  <a:pt x="4240123" y="48548"/>
                  <a:pt x="4240123" y="42585"/>
                </a:cubicBezTo>
                <a:close/>
                <a:moveTo>
                  <a:pt x="4297899" y="66440"/>
                </a:moveTo>
                <a:lnTo>
                  <a:pt x="4290631" y="66440"/>
                </a:lnTo>
                <a:lnTo>
                  <a:pt x="4290351" y="58892"/>
                </a:lnTo>
                <a:cubicBezTo>
                  <a:pt x="4288953" y="60507"/>
                  <a:pt x="4287626" y="61850"/>
                  <a:pt x="4286368" y="62922"/>
                </a:cubicBezTo>
                <a:cubicBezTo>
                  <a:pt x="4285110" y="63994"/>
                  <a:pt x="4283859" y="64856"/>
                  <a:pt x="4282617" y="65508"/>
                </a:cubicBezTo>
                <a:cubicBezTo>
                  <a:pt x="4281375" y="66160"/>
                  <a:pt x="4280124" y="66618"/>
                  <a:pt x="4278866" y="66882"/>
                </a:cubicBezTo>
                <a:cubicBezTo>
                  <a:pt x="4277608" y="67146"/>
                  <a:pt x="4276280" y="67278"/>
                  <a:pt x="4274883" y="67278"/>
                </a:cubicBezTo>
                <a:cubicBezTo>
                  <a:pt x="4270068" y="67278"/>
                  <a:pt x="4266434" y="65865"/>
                  <a:pt x="4263980" y="63038"/>
                </a:cubicBezTo>
                <a:cubicBezTo>
                  <a:pt x="4261526" y="60212"/>
                  <a:pt x="4260300" y="55941"/>
                  <a:pt x="4260300" y="50226"/>
                </a:cubicBezTo>
                <a:lnTo>
                  <a:pt x="4260300" y="19662"/>
                </a:lnTo>
                <a:lnTo>
                  <a:pt x="4268407" y="19662"/>
                </a:lnTo>
                <a:lnTo>
                  <a:pt x="4268407" y="49573"/>
                </a:lnTo>
                <a:cubicBezTo>
                  <a:pt x="4268407" y="56749"/>
                  <a:pt x="4271109" y="60336"/>
                  <a:pt x="4276513" y="60336"/>
                </a:cubicBezTo>
                <a:cubicBezTo>
                  <a:pt x="4277507" y="60336"/>
                  <a:pt x="4278478" y="60189"/>
                  <a:pt x="4279425" y="59894"/>
                </a:cubicBezTo>
                <a:cubicBezTo>
                  <a:pt x="4280373" y="59598"/>
                  <a:pt x="4281367" y="59086"/>
                  <a:pt x="4282407" y="58356"/>
                </a:cubicBezTo>
                <a:cubicBezTo>
                  <a:pt x="4283448" y="57626"/>
                  <a:pt x="4284566" y="56640"/>
                  <a:pt x="4285762" y="55397"/>
                </a:cubicBezTo>
                <a:cubicBezTo>
                  <a:pt x="4286958" y="54155"/>
                  <a:pt x="4288301" y="52586"/>
                  <a:pt x="4289792" y="50692"/>
                </a:cubicBezTo>
                <a:lnTo>
                  <a:pt x="4289792" y="19662"/>
                </a:lnTo>
                <a:lnTo>
                  <a:pt x="4297899" y="19662"/>
                </a:lnTo>
                <a:lnTo>
                  <a:pt x="4297899" y="66440"/>
                </a:lnTo>
                <a:close/>
                <a:moveTo>
                  <a:pt x="4352134" y="42212"/>
                </a:moveTo>
                <a:cubicBezTo>
                  <a:pt x="4352134" y="46374"/>
                  <a:pt x="4351551" y="50008"/>
                  <a:pt x="4350386" y="53114"/>
                </a:cubicBezTo>
                <a:cubicBezTo>
                  <a:pt x="4349222" y="56221"/>
                  <a:pt x="4347614" y="58799"/>
                  <a:pt x="4345564" y="60849"/>
                </a:cubicBezTo>
                <a:cubicBezTo>
                  <a:pt x="4343514" y="62899"/>
                  <a:pt x="4341091" y="64436"/>
                  <a:pt x="4338296" y="65461"/>
                </a:cubicBezTo>
                <a:cubicBezTo>
                  <a:pt x="4335500" y="66486"/>
                  <a:pt x="4332472" y="66999"/>
                  <a:pt x="4329211" y="66999"/>
                </a:cubicBezTo>
                <a:cubicBezTo>
                  <a:pt x="4327720" y="66999"/>
                  <a:pt x="4326236" y="66921"/>
                  <a:pt x="4324761" y="66766"/>
                </a:cubicBezTo>
                <a:cubicBezTo>
                  <a:pt x="4323286" y="66610"/>
                  <a:pt x="4321787" y="66346"/>
                  <a:pt x="4320265" y="65974"/>
                </a:cubicBezTo>
                <a:lnTo>
                  <a:pt x="4320265" y="85542"/>
                </a:lnTo>
                <a:lnTo>
                  <a:pt x="4312158" y="85542"/>
                </a:lnTo>
                <a:lnTo>
                  <a:pt x="4312158" y="19662"/>
                </a:lnTo>
                <a:lnTo>
                  <a:pt x="4319380" y="19662"/>
                </a:lnTo>
                <a:lnTo>
                  <a:pt x="4319892" y="27489"/>
                </a:lnTo>
                <a:cubicBezTo>
                  <a:pt x="4322222" y="24290"/>
                  <a:pt x="4324707" y="22046"/>
                  <a:pt x="4327347" y="20757"/>
                </a:cubicBezTo>
                <a:cubicBezTo>
                  <a:pt x="4329987" y="19468"/>
                  <a:pt x="4332845" y="18823"/>
                  <a:pt x="4335920" y="18823"/>
                </a:cubicBezTo>
                <a:cubicBezTo>
                  <a:pt x="4338591" y="18823"/>
                  <a:pt x="4340936" y="19382"/>
                  <a:pt x="4342955" y="20500"/>
                </a:cubicBezTo>
                <a:cubicBezTo>
                  <a:pt x="4344974" y="21619"/>
                  <a:pt x="4346667" y="23195"/>
                  <a:pt x="4348034" y="25229"/>
                </a:cubicBezTo>
                <a:cubicBezTo>
                  <a:pt x="4349400" y="27264"/>
                  <a:pt x="4350425" y="29718"/>
                  <a:pt x="4351109" y="32591"/>
                </a:cubicBezTo>
                <a:cubicBezTo>
                  <a:pt x="4351792" y="35464"/>
                  <a:pt x="4352134" y="38671"/>
                  <a:pt x="4352134" y="42212"/>
                </a:cubicBezTo>
                <a:moveTo>
                  <a:pt x="4343840" y="42585"/>
                </a:moveTo>
                <a:cubicBezTo>
                  <a:pt x="4343840" y="40131"/>
                  <a:pt x="4343662" y="37879"/>
                  <a:pt x="4343305" y="35829"/>
                </a:cubicBezTo>
                <a:cubicBezTo>
                  <a:pt x="4342947" y="33779"/>
                  <a:pt x="4342380" y="32024"/>
                  <a:pt x="4341604" y="30564"/>
                </a:cubicBezTo>
                <a:cubicBezTo>
                  <a:pt x="4340827" y="29104"/>
                  <a:pt x="4339833" y="27963"/>
                  <a:pt x="4338622" y="27140"/>
                </a:cubicBezTo>
                <a:cubicBezTo>
                  <a:pt x="4337411" y="26316"/>
                  <a:pt x="4335966" y="25905"/>
                  <a:pt x="4334289" y="25905"/>
                </a:cubicBezTo>
                <a:cubicBezTo>
                  <a:pt x="4333264" y="25905"/>
                  <a:pt x="4332224" y="26068"/>
                  <a:pt x="4331167" y="26394"/>
                </a:cubicBezTo>
                <a:cubicBezTo>
                  <a:pt x="4330111" y="26720"/>
                  <a:pt x="4329016" y="27264"/>
                  <a:pt x="4327883" y="28025"/>
                </a:cubicBezTo>
                <a:cubicBezTo>
                  <a:pt x="4326749" y="28786"/>
                  <a:pt x="4325553" y="29795"/>
                  <a:pt x="4324295" y="31053"/>
                </a:cubicBezTo>
                <a:cubicBezTo>
                  <a:pt x="4323037" y="32311"/>
                  <a:pt x="4321694" y="33872"/>
                  <a:pt x="4320265" y="35736"/>
                </a:cubicBezTo>
                <a:lnTo>
                  <a:pt x="4320265" y="58426"/>
                </a:lnTo>
                <a:cubicBezTo>
                  <a:pt x="4321756" y="59047"/>
                  <a:pt x="4323325" y="59536"/>
                  <a:pt x="4324971" y="59894"/>
                </a:cubicBezTo>
                <a:cubicBezTo>
                  <a:pt x="4326617" y="60251"/>
                  <a:pt x="4328232" y="60429"/>
                  <a:pt x="4329816" y="60429"/>
                </a:cubicBezTo>
                <a:cubicBezTo>
                  <a:pt x="4334196" y="60429"/>
                  <a:pt x="4337628" y="58946"/>
                  <a:pt x="4340113" y="55980"/>
                </a:cubicBezTo>
                <a:cubicBezTo>
                  <a:pt x="4342598" y="53013"/>
                  <a:pt x="4343840" y="48548"/>
                  <a:pt x="4343840" y="42585"/>
                </a:cubicBezTo>
                <a:close/>
                <a:moveTo>
                  <a:pt x="4367651" y="75991"/>
                </a:moveTo>
                <a:cubicBezTo>
                  <a:pt x="4369235" y="76053"/>
                  <a:pt x="4370772" y="75912"/>
                  <a:pt x="4372263" y="75569"/>
                </a:cubicBezTo>
                <a:cubicBezTo>
                  <a:pt x="4373754" y="75226"/>
                  <a:pt x="4375067" y="74719"/>
                  <a:pt x="4376200" y="74047"/>
                </a:cubicBezTo>
                <a:cubicBezTo>
                  <a:pt x="4377334" y="73376"/>
                  <a:pt x="4378243" y="72542"/>
                  <a:pt x="4378926" y="71543"/>
                </a:cubicBezTo>
                <a:cubicBezTo>
                  <a:pt x="4379609" y="70545"/>
                  <a:pt x="4379951" y="69406"/>
                  <a:pt x="4379951" y="68126"/>
                </a:cubicBezTo>
                <a:cubicBezTo>
                  <a:pt x="4379951" y="66815"/>
                  <a:pt x="4379726" y="65756"/>
                  <a:pt x="4379275" y="64949"/>
                </a:cubicBezTo>
                <a:cubicBezTo>
                  <a:pt x="4378825" y="64141"/>
                  <a:pt x="4378320" y="63396"/>
                  <a:pt x="4377761" y="62712"/>
                </a:cubicBezTo>
                <a:cubicBezTo>
                  <a:pt x="4377202" y="62029"/>
                  <a:pt x="4376697" y="61299"/>
                  <a:pt x="4376247" y="60522"/>
                </a:cubicBezTo>
                <a:cubicBezTo>
                  <a:pt x="4375796" y="59746"/>
                  <a:pt x="4375571" y="58705"/>
                  <a:pt x="4375571" y="57401"/>
                </a:cubicBezTo>
                <a:cubicBezTo>
                  <a:pt x="4375571" y="56749"/>
                  <a:pt x="4375695" y="56065"/>
                  <a:pt x="4375944" y="55351"/>
                </a:cubicBezTo>
                <a:cubicBezTo>
                  <a:pt x="4376192" y="54636"/>
                  <a:pt x="4376573" y="53984"/>
                  <a:pt x="4377085" y="53394"/>
                </a:cubicBezTo>
                <a:cubicBezTo>
                  <a:pt x="4377598" y="52804"/>
                  <a:pt x="4378250" y="52322"/>
                  <a:pt x="4379042" y="51950"/>
                </a:cubicBezTo>
                <a:cubicBezTo>
                  <a:pt x="4379834" y="51577"/>
                  <a:pt x="4380774" y="51391"/>
                  <a:pt x="4381861" y="51391"/>
                </a:cubicBezTo>
                <a:cubicBezTo>
                  <a:pt x="4382948" y="51391"/>
                  <a:pt x="4383997" y="51616"/>
                  <a:pt x="4385006" y="52068"/>
                </a:cubicBezTo>
                <a:cubicBezTo>
                  <a:pt x="4386016" y="52518"/>
                  <a:pt x="4386901" y="53210"/>
                  <a:pt x="4387662" y="54144"/>
                </a:cubicBezTo>
                <a:cubicBezTo>
                  <a:pt x="4388423" y="55077"/>
                  <a:pt x="4389028" y="56243"/>
                  <a:pt x="4389479" y="57644"/>
                </a:cubicBezTo>
                <a:cubicBezTo>
                  <a:pt x="4389929" y="59044"/>
                  <a:pt x="4390154" y="60692"/>
                  <a:pt x="4390154" y="62590"/>
                </a:cubicBezTo>
                <a:cubicBezTo>
                  <a:pt x="4390154" y="65172"/>
                  <a:pt x="4389681" y="67652"/>
                  <a:pt x="4388733" y="70032"/>
                </a:cubicBezTo>
                <a:cubicBezTo>
                  <a:pt x="4387786" y="72412"/>
                  <a:pt x="4386373" y="74519"/>
                  <a:pt x="4384494" y="76355"/>
                </a:cubicBezTo>
                <a:cubicBezTo>
                  <a:pt x="4382614" y="78190"/>
                  <a:pt x="4380269" y="79652"/>
                  <a:pt x="4377458" y="80740"/>
                </a:cubicBezTo>
                <a:cubicBezTo>
                  <a:pt x="4374647" y="81829"/>
                  <a:pt x="4371378" y="82374"/>
                  <a:pt x="4367651" y="82374"/>
                </a:cubicBezTo>
                <a:lnTo>
                  <a:pt x="4367651" y="75991"/>
                </a:lnTo>
                <a:close/>
                <a:moveTo>
                  <a:pt x="4483841" y="26371"/>
                </a:moveTo>
                <a:lnTo>
                  <a:pt x="4470003" y="26371"/>
                </a:lnTo>
                <a:lnTo>
                  <a:pt x="4470003" y="19662"/>
                </a:lnTo>
                <a:lnTo>
                  <a:pt x="4492041" y="19662"/>
                </a:lnTo>
                <a:lnTo>
                  <a:pt x="4492041" y="59684"/>
                </a:lnTo>
                <a:lnTo>
                  <a:pt x="4505972" y="59684"/>
                </a:lnTo>
                <a:lnTo>
                  <a:pt x="4505972" y="66440"/>
                </a:lnTo>
                <a:lnTo>
                  <a:pt x="4468466" y="66440"/>
                </a:lnTo>
                <a:lnTo>
                  <a:pt x="4468466" y="59684"/>
                </a:lnTo>
                <a:lnTo>
                  <a:pt x="4483841" y="59684"/>
                </a:lnTo>
                <a:lnTo>
                  <a:pt x="4483841" y="26371"/>
                </a:lnTo>
                <a:moveTo>
                  <a:pt x="4486683" y="0"/>
                </a:moveTo>
                <a:cubicBezTo>
                  <a:pt x="4487584" y="0"/>
                  <a:pt x="4488422" y="163"/>
                  <a:pt x="4489199" y="489"/>
                </a:cubicBezTo>
                <a:cubicBezTo>
                  <a:pt x="4489976" y="815"/>
                  <a:pt x="4490651" y="1274"/>
                  <a:pt x="4491226" y="1864"/>
                </a:cubicBezTo>
                <a:cubicBezTo>
                  <a:pt x="4491800" y="2454"/>
                  <a:pt x="4492251" y="3129"/>
                  <a:pt x="4492577" y="3890"/>
                </a:cubicBezTo>
                <a:cubicBezTo>
                  <a:pt x="4492903" y="4651"/>
                  <a:pt x="4493066" y="5482"/>
                  <a:pt x="4493066" y="6383"/>
                </a:cubicBezTo>
                <a:cubicBezTo>
                  <a:pt x="4493066" y="7253"/>
                  <a:pt x="4492903" y="8076"/>
                  <a:pt x="4492577" y="8852"/>
                </a:cubicBezTo>
                <a:cubicBezTo>
                  <a:pt x="4492251" y="9629"/>
                  <a:pt x="4491800" y="10312"/>
                  <a:pt x="4491226" y="10902"/>
                </a:cubicBezTo>
                <a:cubicBezTo>
                  <a:pt x="4490651" y="11493"/>
                  <a:pt x="4489976" y="11951"/>
                  <a:pt x="4489199" y="12277"/>
                </a:cubicBezTo>
                <a:cubicBezTo>
                  <a:pt x="4488422" y="12603"/>
                  <a:pt x="4487584" y="12766"/>
                  <a:pt x="4486683" y="12766"/>
                </a:cubicBezTo>
                <a:cubicBezTo>
                  <a:pt x="4485782" y="12766"/>
                  <a:pt x="4484944" y="12603"/>
                  <a:pt x="4484167" y="12277"/>
                </a:cubicBezTo>
                <a:cubicBezTo>
                  <a:pt x="4483391" y="11951"/>
                  <a:pt x="4482715" y="11493"/>
                  <a:pt x="4482140" y="10902"/>
                </a:cubicBezTo>
                <a:cubicBezTo>
                  <a:pt x="4481566" y="10312"/>
                  <a:pt x="4481115" y="9629"/>
                  <a:pt x="4480789" y="8852"/>
                </a:cubicBezTo>
                <a:cubicBezTo>
                  <a:pt x="4480463" y="8076"/>
                  <a:pt x="4480300" y="7253"/>
                  <a:pt x="4480300" y="6383"/>
                </a:cubicBezTo>
                <a:cubicBezTo>
                  <a:pt x="4480300" y="5482"/>
                  <a:pt x="4480463" y="4651"/>
                  <a:pt x="4480789" y="3890"/>
                </a:cubicBezTo>
                <a:cubicBezTo>
                  <a:pt x="4481115" y="3129"/>
                  <a:pt x="4481566" y="2454"/>
                  <a:pt x="4482140" y="1864"/>
                </a:cubicBezTo>
                <a:cubicBezTo>
                  <a:pt x="4482715" y="1274"/>
                  <a:pt x="4483391" y="815"/>
                  <a:pt x="4484167" y="489"/>
                </a:cubicBezTo>
                <a:cubicBezTo>
                  <a:pt x="4484944" y="163"/>
                  <a:pt x="4485782" y="0"/>
                  <a:pt x="4486683" y="0"/>
                </a:cubicBezTo>
                <a:close/>
                <a:moveTo>
                  <a:pt x="4557458" y="65741"/>
                </a:moveTo>
                <a:cubicBezTo>
                  <a:pt x="4555625" y="66223"/>
                  <a:pt x="4553730" y="66569"/>
                  <a:pt x="4551774" y="66777"/>
                </a:cubicBezTo>
                <a:cubicBezTo>
                  <a:pt x="4549817" y="66987"/>
                  <a:pt x="4547829" y="67092"/>
                  <a:pt x="4545810" y="67092"/>
                </a:cubicBezTo>
                <a:cubicBezTo>
                  <a:pt x="4539939" y="67092"/>
                  <a:pt x="4535560" y="65764"/>
                  <a:pt x="4532671" y="63108"/>
                </a:cubicBezTo>
                <a:cubicBezTo>
                  <a:pt x="4529782" y="60453"/>
                  <a:pt x="4528338" y="56376"/>
                  <a:pt x="4528338" y="50878"/>
                </a:cubicBezTo>
                <a:lnTo>
                  <a:pt x="4528338" y="26464"/>
                </a:lnTo>
                <a:lnTo>
                  <a:pt x="4515246" y="26464"/>
                </a:lnTo>
                <a:lnTo>
                  <a:pt x="4515246" y="19662"/>
                </a:lnTo>
                <a:lnTo>
                  <a:pt x="4528338" y="19662"/>
                </a:lnTo>
                <a:lnTo>
                  <a:pt x="4528338" y="6762"/>
                </a:lnTo>
                <a:lnTo>
                  <a:pt x="4536445" y="4659"/>
                </a:lnTo>
                <a:lnTo>
                  <a:pt x="4536445" y="19662"/>
                </a:lnTo>
                <a:lnTo>
                  <a:pt x="4557458" y="19662"/>
                </a:lnTo>
                <a:lnTo>
                  <a:pt x="4557458" y="26464"/>
                </a:lnTo>
                <a:lnTo>
                  <a:pt x="4536445" y="26464"/>
                </a:lnTo>
                <a:lnTo>
                  <a:pt x="4536445" y="50226"/>
                </a:lnTo>
                <a:cubicBezTo>
                  <a:pt x="4536445" y="53580"/>
                  <a:pt x="4537338" y="56089"/>
                  <a:pt x="4539124" y="57750"/>
                </a:cubicBezTo>
                <a:cubicBezTo>
                  <a:pt x="4540910" y="59412"/>
                  <a:pt x="4543542" y="60243"/>
                  <a:pt x="4547021" y="60243"/>
                </a:cubicBezTo>
                <a:cubicBezTo>
                  <a:pt x="4548512" y="60243"/>
                  <a:pt x="4550143" y="60123"/>
                  <a:pt x="4551913" y="59883"/>
                </a:cubicBezTo>
                <a:cubicBezTo>
                  <a:pt x="4553684" y="59643"/>
                  <a:pt x="4555532" y="59265"/>
                  <a:pt x="4557458" y="58752"/>
                </a:cubicBezTo>
                <a:lnTo>
                  <a:pt x="4557458" y="65741"/>
                </a:lnTo>
                <a:close/>
                <a:moveTo>
                  <a:pt x="4639416" y="26371"/>
                </a:moveTo>
                <a:lnTo>
                  <a:pt x="4625578" y="26371"/>
                </a:lnTo>
                <a:lnTo>
                  <a:pt x="4625578" y="19662"/>
                </a:lnTo>
                <a:lnTo>
                  <a:pt x="4647616" y="19662"/>
                </a:lnTo>
                <a:lnTo>
                  <a:pt x="4647616" y="59684"/>
                </a:lnTo>
                <a:lnTo>
                  <a:pt x="4661547" y="59684"/>
                </a:lnTo>
                <a:lnTo>
                  <a:pt x="4661547" y="66440"/>
                </a:lnTo>
                <a:lnTo>
                  <a:pt x="4624041" y="66440"/>
                </a:lnTo>
                <a:lnTo>
                  <a:pt x="4624041" y="59684"/>
                </a:lnTo>
                <a:lnTo>
                  <a:pt x="4639416" y="59684"/>
                </a:lnTo>
                <a:lnTo>
                  <a:pt x="4639416" y="26371"/>
                </a:lnTo>
                <a:moveTo>
                  <a:pt x="4642258" y="0"/>
                </a:moveTo>
                <a:cubicBezTo>
                  <a:pt x="4643159" y="0"/>
                  <a:pt x="4643998" y="163"/>
                  <a:pt x="4644774" y="489"/>
                </a:cubicBezTo>
                <a:cubicBezTo>
                  <a:pt x="4645551" y="815"/>
                  <a:pt x="4646226" y="1274"/>
                  <a:pt x="4646801" y="1864"/>
                </a:cubicBezTo>
                <a:cubicBezTo>
                  <a:pt x="4647376" y="2454"/>
                  <a:pt x="4647826" y="3129"/>
                  <a:pt x="4648152" y="3890"/>
                </a:cubicBezTo>
                <a:cubicBezTo>
                  <a:pt x="4648478" y="4651"/>
                  <a:pt x="4648641" y="5482"/>
                  <a:pt x="4648641" y="6383"/>
                </a:cubicBezTo>
                <a:cubicBezTo>
                  <a:pt x="4648641" y="7253"/>
                  <a:pt x="4648478" y="8076"/>
                  <a:pt x="4648152" y="8852"/>
                </a:cubicBezTo>
                <a:cubicBezTo>
                  <a:pt x="4647826" y="9629"/>
                  <a:pt x="4647376" y="10312"/>
                  <a:pt x="4646801" y="10902"/>
                </a:cubicBezTo>
                <a:cubicBezTo>
                  <a:pt x="4646226" y="11493"/>
                  <a:pt x="4645551" y="11951"/>
                  <a:pt x="4644774" y="12277"/>
                </a:cubicBezTo>
                <a:cubicBezTo>
                  <a:pt x="4643998" y="12603"/>
                  <a:pt x="4643159" y="12766"/>
                  <a:pt x="4642258" y="12766"/>
                </a:cubicBezTo>
                <a:cubicBezTo>
                  <a:pt x="4641357" y="12766"/>
                  <a:pt x="4640519" y="12603"/>
                  <a:pt x="4639742" y="12277"/>
                </a:cubicBezTo>
                <a:cubicBezTo>
                  <a:pt x="4638966" y="11951"/>
                  <a:pt x="4638290" y="11493"/>
                  <a:pt x="4637716" y="10902"/>
                </a:cubicBezTo>
                <a:cubicBezTo>
                  <a:pt x="4637141" y="10312"/>
                  <a:pt x="4636691" y="9629"/>
                  <a:pt x="4636364" y="8852"/>
                </a:cubicBezTo>
                <a:cubicBezTo>
                  <a:pt x="4636038" y="8076"/>
                  <a:pt x="4635875" y="7253"/>
                  <a:pt x="4635875" y="6383"/>
                </a:cubicBezTo>
                <a:cubicBezTo>
                  <a:pt x="4635875" y="5482"/>
                  <a:pt x="4636038" y="4651"/>
                  <a:pt x="4636364" y="3890"/>
                </a:cubicBezTo>
                <a:cubicBezTo>
                  <a:pt x="4636691" y="3129"/>
                  <a:pt x="4637141" y="2454"/>
                  <a:pt x="4637716" y="1864"/>
                </a:cubicBezTo>
                <a:cubicBezTo>
                  <a:pt x="4638290" y="1274"/>
                  <a:pt x="4638966" y="815"/>
                  <a:pt x="4639742" y="489"/>
                </a:cubicBezTo>
                <a:cubicBezTo>
                  <a:pt x="4640519" y="163"/>
                  <a:pt x="4641357" y="0"/>
                  <a:pt x="4642258" y="0"/>
                </a:cubicBezTo>
                <a:close/>
                <a:moveTo>
                  <a:pt x="4712381" y="53674"/>
                </a:moveTo>
                <a:cubicBezTo>
                  <a:pt x="4712381" y="55320"/>
                  <a:pt x="4712101" y="56795"/>
                  <a:pt x="4711542" y="58100"/>
                </a:cubicBezTo>
                <a:cubicBezTo>
                  <a:pt x="4710983" y="59404"/>
                  <a:pt x="4710222" y="60561"/>
                  <a:pt x="4709259" y="61571"/>
                </a:cubicBezTo>
                <a:cubicBezTo>
                  <a:pt x="4708296" y="62580"/>
                  <a:pt x="4707178" y="63442"/>
                  <a:pt x="4705904" y="64157"/>
                </a:cubicBezTo>
                <a:cubicBezTo>
                  <a:pt x="4704631" y="64871"/>
                  <a:pt x="4703272" y="65461"/>
                  <a:pt x="4701828" y="65927"/>
                </a:cubicBezTo>
                <a:cubicBezTo>
                  <a:pt x="4700383" y="66393"/>
                  <a:pt x="4698900" y="66735"/>
                  <a:pt x="4697378" y="66952"/>
                </a:cubicBezTo>
                <a:cubicBezTo>
                  <a:pt x="4695856" y="67170"/>
                  <a:pt x="4694365" y="67278"/>
                  <a:pt x="4692905" y="67278"/>
                </a:cubicBezTo>
                <a:cubicBezTo>
                  <a:pt x="4689737" y="67278"/>
                  <a:pt x="4686825" y="67139"/>
                  <a:pt x="4684169" y="66859"/>
                </a:cubicBezTo>
                <a:cubicBezTo>
                  <a:pt x="4681514" y="66579"/>
                  <a:pt x="4678912" y="66129"/>
                  <a:pt x="4676365" y="65508"/>
                </a:cubicBezTo>
                <a:lnTo>
                  <a:pt x="4676365" y="58053"/>
                </a:lnTo>
                <a:cubicBezTo>
                  <a:pt x="4679099" y="58830"/>
                  <a:pt x="4681817" y="59420"/>
                  <a:pt x="4684519" y="59824"/>
                </a:cubicBezTo>
                <a:cubicBezTo>
                  <a:pt x="4687221" y="60227"/>
                  <a:pt x="4689908" y="60429"/>
                  <a:pt x="4692579" y="60429"/>
                </a:cubicBezTo>
                <a:cubicBezTo>
                  <a:pt x="4696462" y="60429"/>
                  <a:pt x="4699335" y="59901"/>
                  <a:pt x="4701199" y="58845"/>
                </a:cubicBezTo>
                <a:cubicBezTo>
                  <a:pt x="4703062" y="57789"/>
                  <a:pt x="4703994" y="56283"/>
                  <a:pt x="4703994" y="54326"/>
                </a:cubicBezTo>
                <a:cubicBezTo>
                  <a:pt x="4703994" y="53487"/>
                  <a:pt x="4703847" y="52734"/>
                  <a:pt x="4703552" y="52066"/>
                </a:cubicBezTo>
                <a:cubicBezTo>
                  <a:pt x="4703256" y="51398"/>
                  <a:pt x="4702721" y="50762"/>
                  <a:pt x="4701944" y="50156"/>
                </a:cubicBezTo>
                <a:cubicBezTo>
                  <a:pt x="4701168" y="49550"/>
                  <a:pt x="4699964" y="48921"/>
                  <a:pt x="4698333" y="48269"/>
                </a:cubicBezTo>
                <a:cubicBezTo>
                  <a:pt x="4696703" y="47617"/>
                  <a:pt x="4694474" y="46871"/>
                  <a:pt x="4691647" y="46033"/>
                </a:cubicBezTo>
                <a:cubicBezTo>
                  <a:pt x="4689535" y="45411"/>
                  <a:pt x="4687586" y="44705"/>
                  <a:pt x="4685800" y="43913"/>
                </a:cubicBezTo>
                <a:cubicBezTo>
                  <a:pt x="4684014" y="43121"/>
                  <a:pt x="4682469" y="42181"/>
                  <a:pt x="4681164" y="41094"/>
                </a:cubicBezTo>
                <a:cubicBezTo>
                  <a:pt x="4679860" y="40007"/>
                  <a:pt x="4678835" y="38733"/>
                  <a:pt x="4678089" y="37273"/>
                </a:cubicBezTo>
                <a:cubicBezTo>
                  <a:pt x="4677344" y="35813"/>
                  <a:pt x="4676971" y="34090"/>
                  <a:pt x="4676971" y="32102"/>
                </a:cubicBezTo>
                <a:cubicBezTo>
                  <a:pt x="4676971" y="30797"/>
                  <a:pt x="4677274" y="29368"/>
                  <a:pt x="4677880" y="27815"/>
                </a:cubicBezTo>
                <a:cubicBezTo>
                  <a:pt x="4678485" y="26262"/>
                  <a:pt x="4679518" y="24818"/>
                  <a:pt x="4680978" y="23482"/>
                </a:cubicBezTo>
                <a:cubicBezTo>
                  <a:pt x="4682438" y="22147"/>
                  <a:pt x="4684410" y="21036"/>
                  <a:pt x="4686895" y="20151"/>
                </a:cubicBezTo>
                <a:cubicBezTo>
                  <a:pt x="4689380" y="19266"/>
                  <a:pt x="4692486" y="18823"/>
                  <a:pt x="4696213" y="18823"/>
                </a:cubicBezTo>
                <a:cubicBezTo>
                  <a:pt x="4698046" y="18823"/>
                  <a:pt x="4700080" y="18924"/>
                  <a:pt x="4702317" y="19126"/>
                </a:cubicBezTo>
                <a:cubicBezTo>
                  <a:pt x="4704553" y="19328"/>
                  <a:pt x="4706883" y="19677"/>
                  <a:pt x="4709306" y="20174"/>
                </a:cubicBezTo>
                <a:lnTo>
                  <a:pt x="4709306" y="27396"/>
                </a:lnTo>
                <a:cubicBezTo>
                  <a:pt x="4706759" y="26775"/>
                  <a:pt x="4704344" y="26316"/>
                  <a:pt x="4702061" y="26021"/>
                </a:cubicBezTo>
                <a:cubicBezTo>
                  <a:pt x="4699778" y="25726"/>
                  <a:pt x="4697797" y="25579"/>
                  <a:pt x="4696120" y="25579"/>
                </a:cubicBezTo>
                <a:cubicBezTo>
                  <a:pt x="4694101" y="25579"/>
                  <a:pt x="4692401" y="25734"/>
                  <a:pt x="4691018" y="26045"/>
                </a:cubicBezTo>
                <a:cubicBezTo>
                  <a:pt x="4689636" y="26355"/>
                  <a:pt x="4688518" y="26782"/>
                  <a:pt x="4687664" y="27326"/>
                </a:cubicBezTo>
                <a:cubicBezTo>
                  <a:pt x="4686810" y="27870"/>
                  <a:pt x="4686196" y="28506"/>
                  <a:pt x="4685823" y="29236"/>
                </a:cubicBezTo>
                <a:cubicBezTo>
                  <a:pt x="4685451" y="29966"/>
                  <a:pt x="4685264" y="30750"/>
                  <a:pt x="4685264" y="31589"/>
                </a:cubicBezTo>
                <a:cubicBezTo>
                  <a:pt x="4685264" y="32428"/>
                  <a:pt x="4685427" y="33189"/>
                  <a:pt x="4685754" y="33872"/>
                </a:cubicBezTo>
                <a:cubicBezTo>
                  <a:pt x="4686080" y="34555"/>
                  <a:pt x="4686685" y="35215"/>
                  <a:pt x="4687571" y="35852"/>
                </a:cubicBezTo>
                <a:cubicBezTo>
                  <a:pt x="4688456" y="36489"/>
                  <a:pt x="4689691" y="37126"/>
                  <a:pt x="4691275" y="37762"/>
                </a:cubicBezTo>
                <a:cubicBezTo>
                  <a:pt x="4692859" y="38399"/>
                  <a:pt x="4694924" y="39090"/>
                  <a:pt x="4697471" y="39836"/>
                </a:cubicBezTo>
                <a:cubicBezTo>
                  <a:pt x="4700236" y="40643"/>
                  <a:pt x="4702565" y="41490"/>
                  <a:pt x="4704460" y="42375"/>
                </a:cubicBezTo>
                <a:cubicBezTo>
                  <a:pt x="4706355" y="43260"/>
                  <a:pt x="4707892" y="44246"/>
                  <a:pt x="4709073" y="45334"/>
                </a:cubicBezTo>
                <a:cubicBezTo>
                  <a:pt x="4710253" y="46421"/>
                  <a:pt x="4711099" y="47648"/>
                  <a:pt x="4711612" y="49014"/>
                </a:cubicBezTo>
                <a:cubicBezTo>
                  <a:pt x="4712124" y="50381"/>
                  <a:pt x="4712381" y="51934"/>
                  <a:pt x="4712381" y="53674"/>
                </a:cubicBezTo>
                <a:close/>
                <a:moveTo>
                  <a:pt x="4815399" y="64716"/>
                </a:moveTo>
                <a:cubicBezTo>
                  <a:pt x="4813287" y="65523"/>
                  <a:pt x="4811120" y="66121"/>
                  <a:pt x="4808899" y="66510"/>
                </a:cubicBezTo>
                <a:cubicBezTo>
                  <a:pt x="4806678" y="66898"/>
                  <a:pt x="4804388" y="67092"/>
                  <a:pt x="4802027" y="67092"/>
                </a:cubicBezTo>
                <a:cubicBezTo>
                  <a:pt x="4794634" y="67092"/>
                  <a:pt x="4788942" y="65088"/>
                  <a:pt x="4784951" y="61082"/>
                </a:cubicBezTo>
                <a:cubicBezTo>
                  <a:pt x="4780960" y="57075"/>
                  <a:pt x="4778964" y="51220"/>
                  <a:pt x="4778964" y="43517"/>
                </a:cubicBezTo>
                <a:cubicBezTo>
                  <a:pt x="4778964" y="39820"/>
                  <a:pt x="4779539" y="36466"/>
                  <a:pt x="4780688" y="33453"/>
                </a:cubicBezTo>
                <a:cubicBezTo>
                  <a:pt x="4781837" y="30440"/>
                  <a:pt x="4783452" y="27862"/>
                  <a:pt x="4785533" y="25719"/>
                </a:cubicBezTo>
                <a:cubicBezTo>
                  <a:pt x="4787615" y="23575"/>
                  <a:pt x="4790099" y="21921"/>
                  <a:pt x="4792988" y="20757"/>
                </a:cubicBezTo>
                <a:cubicBezTo>
                  <a:pt x="4795877" y="19592"/>
                  <a:pt x="4799061" y="19009"/>
                  <a:pt x="4802539" y="19009"/>
                </a:cubicBezTo>
                <a:cubicBezTo>
                  <a:pt x="4804962" y="19009"/>
                  <a:pt x="4807230" y="19184"/>
                  <a:pt x="4809342" y="19534"/>
                </a:cubicBezTo>
                <a:cubicBezTo>
                  <a:pt x="4811454" y="19882"/>
                  <a:pt x="4813473" y="20453"/>
                  <a:pt x="4815399" y="21246"/>
                </a:cubicBezTo>
                <a:lnTo>
                  <a:pt x="4815399" y="28980"/>
                </a:lnTo>
                <a:cubicBezTo>
                  <a:pt x="4813380" y="27907"/>
                  <a:pt x="4811322" y="27127"/>
                  <a:pt x="4809225" y="26639"/>
                </a:cubicBezTo>
                <a:cubicBezTo>
                  <a:pt x="4807129" y="26150"/>
                  <a:pt x="4804962" y="25905"/>
                  <a:pt x="4802726" y="25905"/>
                </a:cubicBezTo>
                <a:cubicBezTo>
                  <a:pt x="4800645" y="25905"/>
                  <a:pt x="4798680" y="26301"/>
                  <a:pt x="4796832" y="27093"/>
                </a:cubicBezTo>
                <a:cubicBezTo>
                  <a:pt x="4794984" y="27885"/>
                  <a:pt x="4793361" y="29027"/>
                  <a:pt x="4791963" y="30518"/>
                </a:cubicBezTo>
                <a:cubicBezTo>
                  <a:pt x="4790565" y="32008"/>
                  <a:pt x="4789463" y="33826"/>
                  <a:pt x="4788655" y="35969"/>
                </a:cubicBezTo>
                <a:cubicBezTo>
                  <a:pt x="4787848" y="38112"/>
                  <a:pt x="4787444" y="40535"/>
                  <a:pt x="4787444" y="43237"/>
                </a:cubicBezTo>
                <a:cubicBezTo>
                  <a:pt x="4787444" y="48890"/>
                  <a:pt x="4788818" y="53122"/>
                  <a:pt x="4791567" y="55933"/>
                </a:cubicBezTo>
                <a:cubicBezTo>
                  <a:pt x="4794316" y="58744"/>
                  <a:pt x="4798129" y="60150"/>
                  <a:pt x="4803005" y="60150"/>
                </a:cubicBezTo>
                <a:cubicBezTo>
                  <a:pt x="4805211" y="60150"/>
                  <a:pt x="4807346" y="59901"/>
                  <a:pt x="4809412" y="59404"/>
                </a:cubicBezTo>
                <a:cubicBezTo>
                  <a:pt x="4811477" y="58907"/>
                  <a:pt x="4813473" y="58162"/>
                  <a:pt x="4815399" y="57168"/>
                </a:cubicBezTo>
                <a:lnTo>
                  <a:pt x="4815399" y="64716"/>
                </a:lnTo>
                <a:close/>
                <a:moveTo>
                  <a:pt x="4832826" y="19662"/>
                </a:moveTo>
                <a:lnTo>
                  <a:pt x="4840234" y="19662"/>
                </a:lnTo>
                <a:lnTo>
                  <a:pt x="4840467" y="28259"/>
                </a:lnTo>
                <a:cubicBezTo>
                  <a:pt x="4843231" y="24943"/>
                  <a:pt x="4845957" y="22542"/>
                  <a:pt x="4848644" y="21055"/>
                </a:cubicBezTo>
                <a:cubicBezTo>
                  <a:pt x="4851331" y="19567"/>
                  <a:pt x="4854041" y="18823"/>
                  <a:pt x="4856774" y="18823"/>
                </a:cubicBezTo>
                <a:cubicBezTo>
                  <a:pt x="4861620" y="18823"/>
                  <a:pt x="4865293" y="20388"/>
                  <a:pt x="4867793" y="23517"/>
                </a:cubicBezTo>
                <a:cubicBezTo>
                  <a:pt x="4870293" y="26647"/>
                  <a:pt x="4871450" y="31294"/>
                  <a:pt x="4871264" y="37460"/>
                </a:cubicBezTo>
                <a:lnTo>
                  <a:pt x="4863064" y="37460"/>
                </a:lnTo>
                <a:cubicBezTo>
                  <a:pt x="4863157" y="33376"/>
                  <a:pt x="4862559" y="30414"/>
                  <a:pt x="4861270" y="28574"/>
                </a:cubicBezTo>
                <a:cubicBezTo>
                  <a:pt x="4859981" y="26732"/>
                  <a:pt x="4858094" y="25812"/>
                  <a:pt x="4855609" y="25812"/>
                </a:cubicBezTo>
                <a:cubicBezTo>
                  <a:pt x="4854522" y="25812"/>
                  <a:pt x="4853427" y="26005"/>
                  <a:pt x="4852325" y="26393"/>
                </a:cubicBezTo>
                <a:cubicBezTo>
                  <a:pt x="4851222" y="26779"/>
                  <a:pt x="4850088" y="27397"/>
                  <a:pt x="4848923" y="28248"/>
                </a:cubicBezTo>
                <a:cubicBezTo>
                  <a:pt x="4847759" y="29098"/>
                  <a:pt x="4846524" y="30188"/>
                  <a:pt x="4845219" y="31519"/>
                </a:cubicBezTo>
                <a:cubicBezTo>
                  <a:pt x="4843915" y="32849"/>
                  <a:pt x="4842517" y="34457"/>
                  <a:pt x="4841026" y="36344"/>
                </a:cubicBezTo>
                <a:lnTo>
                  <a:pt x="4841026" y="66440"/>
                </a:lnTo>
                <a:lnTo>
                  <a:pt x="4832826" y="66440"/>
                </a:lnTo>
                <a:lnTo>
                  <a:pt x="4832826" y="19662"/>
                </a:lnTo>
                <a:close/>
                <a:moveTo>
                  <a:pt x="4920374" y="66440"/>
                </a:moveTo>
                <a:lnTo>
                  <a:pt x="4913105" y="66440"/>
                </a:lnTo>
                <a:lnTo>
                  <a:pt x="4912826" y="58892"/>
                </a:lnTo>
                <a:cubicBezTo>
                  <a:pt x="4911428" y="60507"/>
                  <a:pt x="4910100" y="61850"/>
                  <a:pt x="4908842" y="62922"/>
                </a:cubicBezTo>
                <a:cubicBezTo>
                  <a:pt x="4907584" y="63994"/>
                  <a:pt x="4906334" y="64856"/>
                  <a:pt x="4905092" y="65508"/>
                </a:cubicBezTo>
                <a:cubicBezTo>
                  <a:pt x="4903849" y="66160"/>
                  <a:pt x="4902599" y="66618"/>
                  <a:pt x="4901341" y="66882"/>
                </a:cubicBezTo>
                <a:cubicBezTo>
                  <a:pt x="4900083" y="67146"/>
                  <a:pt x="4898755" y="67278"/>
                  <a:pt x="4897357" y="67278"/>
                </a:cubicBezTo>
                <a:cubicBezTo>
                  <a:pt x="4892543" y="67278"/>
                  <a:pt x="4888909" y="65865"/>
                  <a:pt x="4886455" y="63038"/>
                </a:cubicBezTo>
                <a:cubicBezTo>
                  <a:pt x="4884001" y="60212"/>
                  <a:pt x="4882774" y="55941"/>
                  <a:pt x="4882774" y="50226"/>
                </a:cubicBezTo>
                <a:lnTo>
                  <a:pt x="4882774" y="19662"/>
                </a:lnTo>
                <a:lnTo>
                  <a:pt x="4890881" y="19662"/>
                </a:lnTo>
                <a:lnTo>
                  <a:pt x="4890881" y="49573"/>
                </a:lnTo>
                <a:cubicBezTo>
                  <a:pt x="4890881" y="56749"/>
                  <a:pt x="4893583" y="60336"/>
                  <a:pt x="4898988" y="60336"/>
                </a:cubicBezTo>
                <a:cubicBezTo>
                  <a:pt x="4899982" y="60336"/>
                  <a:pt x="4900953" y="60189"/>
                  <a:pt x="4901900" y="59894"/>
                </a:cubicBezTo>
                <a:cubicBezTo>
                  <a:pt x="4902847" y="59598"/>
                  <a:pt x="4903841" y="59086"/>
                  <a:pt x="4904882" y="58356"/>
                </a:cubicBezTo>
                <a:cubicBezTo>
                  <a:pt x="4905922" y="57626"/>
                  <a:pt x="4907041" y="56640"/>
                  <a:pt x="4908237" y="55397"/>
                </a:cubicBezTo>
                <a:cubicBezTo>
                  <a:pt x="4909432" y="54155"/>
                  <a:pt x="4910776" y="52586"/>
                  <a:pt x="4912267" y="50692"/>
                </a:cubicBezTo>
                <a:lnTo>
                  <a:pt x="4912267" y="19662"/>
                </a:lnTo>
                <a:lnTo>
                  <a:pt x="4920374" y="19662"/>
                </a:lnTo>
                <a:lnTo>
                  <a:pt x="4920374" y="66440"/>
                </a:lnTo>
                <a:close/>
                <a:moveTo>
                  <a:pt x="4970974" y="64716"/>
                </a:moveTo>
                <a:cubicBezTo>
                  <a:pt x="4968862" y="65523"/>
                  <a:pt x="4966695" y="66121"/>
                  <a:pt x="4964475" y="66510"/>
                </a:cubicBezTo>
                <a:cubicBezTo>
                  <a:pt x="4962254" y="66898"/>
                  <a:pt x="4959963" y="67092"/>
                  <a:pt x="4957602" y="67092"/>
                </a:cubicBezTo>
                <a:cubicBezTo>
                  <a:pt x="4950210" y="67092"/>
                  <a:pt x="4944518" y="65088"/>
                  <a:pt x="4940527" y="61082"/>
                </a:cubicBezTo>
                <a:cubicBezTo>
                  <a:pt x="4936535" y="57075"/>
                  <a:pt x="4934540" y="51220"/>
                  <a:pt x="4934540" y="43517"/>
                </a:cubicBezTo>
                <a:cubicBezTo>
                  <a:pt x="4934540" y="39820"/>
                  <a:pt x="4935114" y="36466"/>
                  <a:pt x="4936263" y="33453"/>
                </a:cubicBezTo>
                <a:cubicBezTo>
                  <a:pt x="4937413" y="30440"/>
                  <a:pt x="4939028" y="27862"/>
                  <a:pt x="4941109" y="25719"/>
                </a:cubicBezTo>
                <a:cubicBezTo>
                  <a:pt x="4943190" y="23575"/>
                  <a:pt x="4945675" y="21921"/>
                  <a:pt x="4948564" y="20757"/>
                </a:cubicBezTo>
                <a:cubicBezTo>
                  <a:pt x="4951452" y="19592"/>
                  <a:pt x="4954636" y="19009"/>
                  <a:pt x="4958115" y="19009"/>
                </a:cubicBezTo>
                <a:cubicBezTo>
                  <a:pt x="4960538" y="19009"/>
                  <a:pt x="4962805" y="19184"/>
                  <a:pt x="4964917" y="19534"/>
                </a:cubicBezTo>
                <a:cubicBezTo>
                  <a:pt x="4967029" y="19882"/>
                  <a:pt x="4969048" y="20453"/>
                  <a:pt x="4970974" y="21246"/>
                </a:cubicBezTo>
                <a:lnTo>
                  <a:pt x="4970974" y="28980"/>
                </a:lnTo>
                <a:cubicBezTo>
                  <a:pt x="4968955" y="27907"/>
                  <a:pt x="4966897" y="27127"/>
                  <a:pt x="4964801" y="26639"/>
                </a:cubicBezTo>
                <a:cubicBezTo>
                  <a:pt x="4962704" y="26150"/>
                  <a:pt x="4960538" y="25905"/>
                  <a:pt x="4958301" y="25905"/>
                </a:cubicBezTo>
                <a:cubicBezTo>
                  <a:pt x="4956220" y="25905"/>
                  <a:pt x="4954256" y="26301"/>
                  <a:pt x="4952407" y="27093"/>
                </a:cubicBezTo>
                <a:cubicBezTo>
                  <a:pt x="4950559" y="27885"/>
                  <a:pt x="4948936" y="29027"/>
                  <a:pt x="4947539" y="30518"/>
                </a:cubicBezTo>
                <a:cubicBezTo>
                  <a:pt x="4946141" y="32008"/>
                  <a:pt x="4945038" y="33826"/>
                  <a:pt x="4944231" y="35969"/>
                </a:cubicBezTo>
                <a:cubicBezTo>
                  <a:pt x="4943423" y="38112"/>
                  <a:pt x="4943019" y="40535"/>
                  <a:pt x="4943019" y="43237"/>
                </a:cubicBezTo>
                <a:cubicBezTo>
                  <a:pt x="4943019" y="48890"/>
                  <a:pt x="4944394" y="53122"/>
                  <a:pt x="4947143" y="55933"/>
                </a:cubicBezTo>
                <a:cubicBezTo>
                  <a:pt x="4949891" y="58744"/>
                  <a:pt x="4953704" y="60150"/>
                  <a:pt x="4958581" y="60150"/>
                </a:cubicBezTo>
                <a:cubicBezTo>
                  <a:pt x="4960786" y="60150"/>
                  <a:pt x="4962922" y="59901"/>
                  <a:pt x="4964987" y="59404"/>
                </a:cubicBezTo>
                <a:cubicBezTo>
                  <a:pt x="4967053" y="58907"/>
                  <a:pt x="4969048" y="58162"/>
                  <a:pt x="4970974" y="57168"/>
                </a:cubicBezTo>
                <a:lnTo>
                  <a:pt x="4970974" y="64716"/>
                </a:lnTo>
                <a:close/>
                <a:moveTo>
                  <a:pt x="5002426" y="26371"/>
                </a:moveTo>
                <a:lnTo>
                  <a:pt x="4988588" y="26371"/>
                </a:lnTo>
                <a:lnTo>
                  <a:pt x="4988588" y="19662"/>
                </a:lnTo>
                <a:lnTo>
                  <a:pt x="5010626" y="19662"/>
                </a:lnTo>
                <a:lnTo>
                  <a:pt x="5010626" y="59684"/>
                </a:lnTo>
                <a:lnTo>
                  <a:pt x="5024557" y="59684"/>
                </a:lnTo>
                <a:lnTo>
                  <a:pt x="5024557" y="66440"/>
                </a:lnTo>
                <a:lnTo>
                  <a:pt x="4987051" y="66440"/>
                </a:lnTo>
                <a:lnTo>
                  <a:pt x="4987051" y="59684"/>
                </a:lnTo>
                <a:lnTo>
                  <a:pt x="5002426" y="59684"/>
                </a:lnTo>
                <a:lnTo>
                  <a:pt x="5002426" y="26371"/>
                </a:lnTo>
                <a:moveTo>
                  <a:pt x="5005268" y="0"/>
                </a:moveTo>
                <a:cubicBezTo>
                  <a:pt x="5006169" y="0"/>
                  <a:pt x="5007008" y="163"/>
                  <a:pt x="5007784" y="489"/>
                </a:cubicBezTo>
                <a:cubicBezTo>
                  <a:pt x="5008561" y="815"/>
                  <a:pt x="5009236" y="1274"/>
                  <a:pt x="5009811" y="1864"/>
                </a:cubicBezTo>
                <a:cubicBezTo>
                  <a:pt x="5010385" y="2454"/>
                  <a:pt x="5010836" y="3129"/>
                  <a:pt x="5011162" y="3890"/>
                </a:cubicBezTo>
                <a:cubicBezTo>
                  <a:pt x="5011488" y="4651"/>
                  <a:pt x="5011651" y="5482"/>
                  <a:pt x="5011651" y="6383"/>
                </a:cubicBezTo>
                <a:cubicBezTo>
                  <a:pt x="5011651" y="7253"/>
                  <a:pt x="5011488" y="8076"/>
                  <a:pt x="5011162" y="8852"/>
                </a:cubicBezTo>
                <a:cubicBezTo>
                  <a:pt x="5010836" y="9629"/>
                  <a:pt x="5010385" y="10312"/>
                  <a:pt x="5009811" y="10902"/>
                </a:cubicBezTo>
                <a:cubicBezTo>
                  <a:pt x="5009236" y="11493"/>
                  <a:pt x="5008561" y="11951"/>
                  <a:pt x="5007784" y="12277"/>
                </a:cubicBezTo>
                <a:cubicBezTo>
                  <a:pt x="5007008" y="12603"/>
                  <a:pt x="5006169" y="12766"/>
                  <a:pt x="5005268" y="12766"/>
                </a:cubicBezTo>
                <a:cubicBezTo>
                  <a:pt x="5004367" y="12766"/>
                  <a:pt x="5003529" y="12603"/>
                  <a:pt x="5002752" y="12277"/>
                </a:cubicBezTo>
                <a:cubicBezTo>
                  <a:pt x="5001976" y="11951"/>
                  <a:pt x="5001300" y="11493"/>
                  <a:pt x="5000725" y="10902"/>
                </a:cubicBezTo>
                <a:cubicBezTo>
                  <a:pt x="5000151" y="10312"/>
                  <a:pt x="4999700" y="9629"/>
                  <a:pt x="4999374" y="8852"/>
                </a:cubicBezTo>
                <a:cubicBezTo>
                  <a:pt x="4999048" y="8076"/>
                  <a:pt x="4998885" y="7253"/>
                  <a:pt x="4998885" y="6383"/>
                </a:cubicBezTo>
                <a:cubicBezTo>
                  <a:pt x="4998885" y="5482"/>
                  <a:pt x="4999048" y="4651"/>
                  <a:pt x="4999374" y="3890"/>
                </a:cubicBezTo>
                <a:cubicBezTo>
                  <a:pt x="4999700" y="3129"/>
                  <a:pt x="5000151" y="2454"/>
                  <a:pt x="5000725" y="1864"/>
                </a:cubicBezTo>
                <a:cubicBezTo>
                  <a:pt x="5001300" y="1274"/>
                  <a:pt x="5001976" y="815"/>
                  <a:pt x="5002752" y="489"/>
                </a:cubicBezTo>
                <a:cubicBezTo>
                  <a:pt x="5003529" y="163"/>
                  <a:pt x="5004367" y="0"/>
                  <a:pt x="5005268" y="0"/>
                </a:cubicBezTo>
                <a:close/>
                <a:moveTo>
                  <a:pt x="5068402" y="66440"/>
                </a:moveTo>
                <a:lnTo>
                  <a:pt x="5068215" y="60137"/>
                </a:lnTo>
                <a:cubicBezTo>
                  <a:pt x="5065668" y="62657"/>
                  <a:pt x="5063082" y="64478"/>
                  <a:pt x="5060458" y="65598"/>
                </a:cubicBezTo>
                <a:cubicBezTo>
                  <a:pt x="5057833" y="66718"/>
                  <a:pt x="5055076" y="67278"/>
                  <a:pt x="5052188" y="67278"/>
                </a:cubicBezTo>
                <a:cubicBezTo>
                  <a:pt x="5049516" y="67278"/>
                  <a:pt x="5047233" y="66936"/>
                  <a:pt x="5045339" y="66252"/>
                </a:cubicBezTo>
                <a:cubicBezTo>
                  <a:pt x="5043444" y="65567"/>
                  <a:pt x="5041883" y="64626"/>
                  <a:pt x="5040656" y="63429"/>
                </a:cubicBezTo>
                <a:cubicBezTo>
                  <a:pt x="5039429" y="62231"/>
                  <a:pt x="5038529" y="60823"/>
                  <a:pt x="5037954" y="59205"/>
                </a:cubicBezTo>
                <a:cubicBezTo>
                  <a:pt x="5037379" y="57587"/>
                  <a:pt x="5037092" y="55829"/>
                  <a:pt x="5037092" y="53931"/>
                </a:cubicBezTo>
                <a:cubicBezTo>
                  <a:pt x="5037092" y="49233"/>
                  <a:pt x="5038839" y="45554"/>
                  <a:pt x="5042334" y="42895"/>
                </a:cubicBezTo>
                <a:cubicBezTo>
                  <a:pt x="5045828" y="40234"/>
                  <a:pt x="5050992" y="38904"/>
                  <a:pt x="5057825" y="38904"/>
                </a:cubicBezTo>
                <a:lnTo>
                  <a:pt x="5067516" y="38904"/>
                </a:lnTo>
                <a:lnTo>
                  <a:pt x="5067516" y="34818"/>
                </a:lnTo>
                <a:cubicBezTo>
                  <a:pt x="5067516" y="32064"/>
                  <a:pt x="5066631" y="29858"/>
                  <a:pt x="5064861" y="28202"/>
                </a:cubicBezTo>
                <a:cubicBezTo>
                  <a:pt x="5063090" y="26547"/>
                  <a:pt x="5060388" y="25719"/>
                  <a:pt x="5056754" y="25719"/>
                </a:cubicBezTo>
                <a:cubicBezTo>
                  <a:pt x="5054113" y="25719"/>
                  <a:pt x="5051512" y="26018"/>
                  <a:pt x="5048950" y="26617"/>
                </a:cubicBezTo>
                <a:cubicBezTo>
                  <a:pt x="5046387" y="27215"/>
                  <a:pt x="5043739" y="28065"/>
                  <a:pt x="5041006" y="29166"/>
                </a:cubicBezTo>
                <a:lnTo>
                  <a:pt x="5041006" y="21851"/>
                </a:lnTo>
                <a:cubicBezTo>
                  <a:pt x="5042031" y="21473"/>
                  <a:pt x="5043172" y="21102"/>
                  <a:pt x="5044430" y="20739"/>
                </a:cubicBezTo>
                <a:cubicBezTo>
                  <a:pt x="5045688" y="20376"/>
                  <a:pt x="5047016" y="20053"/>
                  <a:pt x="5048414" y="19769"/>
                </a:cubicBezTo>
                <a:cubicBezTo>
                  <a:pt x="5049811" y="19485"/>
                  <a:pt x="5051271" y="19256"/>
                  <a:pt x="5052793" y="19084"/>
                </a:cubicBezTo>
                <a:cubicBezTo>
                  <a:pt x="5054315" y="18910"/>
                  <a:pt x="5055853" y="18823"/>
                  <a:pt x="5057406" y="18823"/>
                </a:cubicBezTo>
                <a:cubicBezTo>
                  <a:pt x="5060232" y="18823"/>
                  <a:pt x="5062779" y="19134"/>
                  <a:pt x="5065047" y="19755"/>
                </a:cubicBezTo>
                <a:cubicBezTo>
                  <a:pt x="5067314" y="20376"/>
                  <a:pt x="5069232" y="21323"/>
                  <a:pt x="5070801" y="22597"/>
                </a:cubicBezTo>
                <a:cubicBezTo>
                  <a:pt x="5072370" y="23870"/>
                  <a:pt x="5073573" y="25470"/>
                  <a:pt x="5074412" y="27396"/>
                </a:cubicBezTo>
                <a:cubicBezTo>
                  <a:pt x="5075251" y="29322"/>
                  <a:pt x="5075670" y="31589"/>
                  <a:pt x="5075670" y="34198"/>
                </a:cubicBezTo>
                <a:lnTo>
                  <a:pt x="5075670" y="66440"/>
                </a:lnTo>
                <a:lnTo>
                  <a:pt x="5068402" y="66440"/>
                </a:lnTo>
                <a:moveTo>
                  <a:pt x="5067516" y="45101"/>
                </a:moveTo>
                <a:lnTo>
                  <a:pt x="5057220" y="45101"/>
                </a:lnTo>
                <a:cubicBezTo>
                  <a:pt x="5055201" y="45101"/>
                  <a:pt x="5053461" y="45304"/>
                  <a:pt x="5052001" y="45709"/>
                </a:cubicBezTo>
                <a:cubicBezTo>
                  <a:pt x="5050541" y="46114"/>
                  <a:pt x="5049346" y="46690"/>
                  <a:pt x="5048414" y="47438"/>
                </a:cubicBezTo>
                <a:cubicBezTo>
                  <a:pt x="5047482" y="48185"/>
                  <a:pt x="5046791" y="49081"/>
                  <a:pt x="5046340" y="50125"/>
                </a:cubicBezTo>
                <a:cubicBezTo>
                  <a:pt x="5045890" y="51169"/>
                  <a:pt x="5045665" y="52345"/>
                  <a:pt x="5045665" y="53653"/>
                </a:cubicBezTo>
                <a:cubicBezTo>
                  <a:pt x="5045665" y="54557"/>
                  <a:pt x="5045805" y="55422"/>
                  <a:pt x="5046084" y="56248"/>
                </a:cubicBezTo>
                <a:cubicBezTo>
                  <a:pt x="5046364" y="57073"/>
                  <a:pt x="5046814" y="57805"/>
                  <a:pt x="5047435" y="58443"/>
                </a:cubicBezTo>
                <a:cubicBezTo>
                  <a:pt x="5048057" y="59082"/>
                  <a:pt x="5048864" y="59588"/>
                  <a:pt x="5049858" y="59962"/>
                </a:cubicBezTo>
                <a:cubicBezTo>
                  <a:pt x="5050852" y="60336"/>
                  <a:pt x="5052063" y="60522"/>
                  <a:pt x="5053492" y="60522"/>
                </a:cubicBezTo>
                <a:cubicBezTo>
                  <a:pt x="5055356" y="60522"/>
                  <a:pt x="5057491" y="59954"/>
                  <a:pt x="5059899" y="58818"/>
                </a:cubicBezTo>
                <a:cubicBezTo>
                  <a:pt x="5062306" y="57680"/>
                  <a:pt x="5064845" y="55880"/>
                  <a:pt x="5067516" y="53419"/>
                </a:cubicBezTo>
                <a:lnTo>
                  <a:pt x="5067516" y="45101"/>
                </a:lnTo>
                <a:close/>
                <a:moveTo>
                  <a:pt x="5106143" y="7222"/>
                </a:moveTo>
                <a:lnTo>
                  <a:pt x="5092305" y="7222"/>
                </a:lnTo>
                <a:lnTo>
                  <a:pt x="5092305" y="559"/>
                </a:lnTo>
                <a:lnTo>
                  <a:pt x="5114343" y="559"/>
                </a:lnTo>
                <a:lnTo>
                  <a:pt x="5114343" y="59684"/>
                </a:lnTo>
                <a:lnTo>
                  <a:pt x="5128274" y="59684"/>
                </a:lnTo>
                <a:lnTo>
                  <a:pt x="5128274" y="66440"/>
                </a:lnTo>
                <a:lnTo>
                  <a:pt x="5090768" y="66440"/>
                </a:lnTo>
                <a:lnTo>
                  <a:pt x="5090768" y="59684"/>
                </a:lnTo>
                <a:lnTo>
                  <a:pt x="5106143" y="59684"/>
                </a:lnTo>
                <a:lnTo>
                  <a:pt x="5106143" y="7222"/>
                </a:lnTo>
                <a:close/>
                <a:moveTo>
                  <a:pt x="5231618" y="65741"/>
                </a:moveTo>
                <a:cubicBezTo>
                  <a:pt x="5229785" y="66223"/>
                  <a:pt x="5227891" y="66569"/>
                  <a:pt x="5225934" y="66777"/>
                </a:cubicBezTo>
                <a:cubicBezTo>
                  <a:pt x="5223977" y="66987"/>
                  <a:pt x="5221989" y="67092"/>
                  <a:pt x="5219970" y="67092"/>
                </a:cubicBezTo>
                <a:cubicBezTo>
                  <a:pt x="5214100" y="67092"/>
                  <a:pt x="5209720" y="65764"/>
                  <a:pt x="5206831" y="63108"/>
                </a:cubicBezTo>
                <a:cubicBezTo>
                  <a:pt x="5203943" y="60453"/>
                  <a:pt x="5202498" y="56376"/>
                  <a:pt x="5202498" y="50878"/>
                </a:cubicBezTo>
                <a:lnTo>
                  <a:pt x="5202498" y="26464"/>
                </a:lnTo>
                <a:lnTo>
                  <a:pt x="5189406" y="26464"/>
                </a:lnTo>
                <a:lnTo>
                  <a:pt x="5189406" y="19662"/>
                </a:lnTo>
                <a:lnTo>
                  <a:pt x="5202498" y="19662"/>
                </a:lnTo>
                <a:lnTo>
                  <a:pt x="5202498" y="6762"/>
                </a:lnTo>
                <a:lnTo>
                  <a:pt x="5210605" y="4659"/>
                </a:lnTo>
                <a:lnTo>
                  <a:pt x="5210605" y="19662"/>
                </a:lnTo>
                <a:lnTo>
                  <a:pt x="5231618" y="19662"/>
                </a:lnTo>
                <a:lnTo>
                  <a:pt x="5231618" y="26464"/>
                </a:lnTo>
                <a:lnTo>
                  <a:pt x="5210605" y="26464"/>
                </a:lnTo>
                <a:lnTo>
                  <a:pt x="5210605" y="50226"/>
                </a:lnTo>
                <a:cubicBezTo>
                  <a:pt x="5210605" y="53580"/>
                  <a:pt x="5211498" y="56089"/>
                  <a:pt x="5213284" y="57750"/>
                </a:cubicBezTo>
                <a:cubicBezTo>
                  <a:pt x="5215070" y="59412"/>
                  <a:pt x="5217703" y="60243"/>
                  <a:pt x="5221181" y="60243"/>
                </a:cubicBezTo>
                <a:cubicBezTo>
                  <a:pt x="5222672" y="60243"/>
                  <a:pt x="5224303" y="60123"/>
                  <a:pt x="5226074" y="59883"/>
                </a:cubicBezTo>
                <a:cubicBezTo>
                  <a:pt x="5227844" y="59643"/>
                  <a:pt x="5229692" y="59265"/>
                  <a:pt x="5231618" y="58752"/>
                </a:cubicBezTo>
                <a:lnTo>
                  <a:pt x="5231618" y="65741"/>
                </a:lnTo>
                <a:close/>
                <a:moveTo>
                  <a:pt x="5286505" y="42678"/>
                </a:moveTo>
                <a:cubicBezTo>
                  <a:pt x="5286505" y="46312"/>
                  <a:pt x="5285992" y="49643"/>
                  <a:pt x="5284967" y="52672"/>
                </a:cubicBezTo>
                <a:cubicBezTo>
                  <a:pt x="5283942" y="55700"/>
                  <a:pt x="5282467" y="58294"/>
                  <a:pt x="5280541" y="60453"/>
                </a:cubicBezTo>
                <a:cubicBezTo>
                  <a:pt x="5278615" y="62611"/>
                  <a:pt x="5276270" y="64289"/>
                  <a:pt x="5273506" y="65485"/>
                </a:cubicBezTo>
                <a:cubicBezTo>
                  <a:pt x="5270741" y="66680"/>
                  <a:pt x="5267604" y="67278"/>
                  <a:pt x="5264094" y="67278"/>
                </a:cubicBezTo>
                <a:cubicBezTo>
                  <a:pt x="5260740" y="67278"/>
                  <a:pt x="5257735" y="66758"/>
                  <a:pt x="5255079" y="65717"/>
                </a:cubicBezTo>
                <a:cubicBezTo>
                  <a:pt x="5252423" y="64677"/>
                  <a:pt x="5250171" y="63147"/>
                  <a:pt x="5248323" y="61128"/>
                </a:cubicBezTo>
                <a:cubicBezTo>
                  <a:pt x="5246475" y="59109"/>
                  <a:pt x="5245062" y="56609"/>
                  <a:pt x="5244083" y="53627"/>
                </a:cubicBezTo>
                <a:cubicBezTo>
                  <a:pt x="5243105" y="50645"/>
                  <a:pt x="5242616" y="47213"/>
                  <a:pt x="5242616" y="43330"/>
                </a:cubicBezTo>
                <a:cubicBezTo>
                  <a:pt x="5242616" y="39696"/>
                  <a:pt x="5243128" y="36380"/>
                  <a:pt x="5244153" y="33383"/>
                </a:cubicBezTo>
                <a:cubicBezTo>
                  <a:pt x="5245178" y="30385"/>
                  <a:pt x="5246654" y="27807"/>
                  <a:pt x="5248579" y="25649"/>
                </a:cubicBezTo>
                <a:cubicBezTo>
                  <a:pt x="5250505" y="23490"/>
                  <a:pt x="5252850" y="21813"/>
                  <a:pt x="5255615" y="20617"/>
                </a:cubicBezTo>
                <a:cubicBezTo>
                  <a:pt x="5258379" y="19421"/>
                  <a:pt x="5261516" y="18823"/>
                  <a:pt x="5265026" y="18823"/>
                </a:cubicBezTo>
                <a:cubicBezTo>
                  <a:pt x="5268381" y="18823"/>
                  <a:pt x="5271386" y="19343"/>
                  <a:pt x="5274042" y="20384"/>
                </a:cubicBezTo>
                <a:cubicBezTo>
                  <a:pt x="5276697" y="21424"/>
                  <a:pt x="5278949" y="22946"/>
                  <a:pt x="5280797" y="24950"/>
                </a:cubicBezTo>
                <a:cubicBezTo>
                  <a:pt x="5282646" y="26953"/>
                  <a:pt x="5284059" y="29446"/>
                  <a:pt x="5285037" y="32428"/>
                </a:cubicBezTo>
                <a:cubicBezTo>
                  <a:pt x="5286016" y="35410"/>
                  <a:pt x="5286505" y="38826"/>
                  <a:pt x="5286505" y="42678"/>
                </a:cubicBezTo>
                <a:moveTo>
                  <a:pt x="5278212" y="43051"/>
                </a:moveTo>
                <a:cubicBezTo>
                  <a:pt x="5278212" y="40162"/>
                  <a:pt x="5277893" y="37638"/>
                  <a:pt x="5277257" y="35480"/>
                </a:cubicBezTo>
                <a:cubicBezTo>
                  <a:pt x="5276620" y="33321"/>
                  <a:pt x="5275711" y="31519"/>
                  <a:pt x="5274531" y="30075"/>
                </a:cubicBezTo>
                <a:cubicBezTo>
                  <a:pt x="5273351" y="28631"/>
                  <a:pt x="5271914" y="27543"/>
                  <a:pt x="5270221" y="26813"/>
                </a:cubicBezTo>
                <a:cubicBezTo>
                  <a:pt x="5268528" y="26084"/>
                  <a:pt x="5266641" y="25719"/>
                  <a:pt x="5264560" y="25719"/>
                </a:cubicBezTo>
                <a:cubicBezTo>
                  <a:pt x="5262138" y="25719"/>
                  <a:pt x="5260064" y="26192"/>
                  <a:pt x="5258340" y="27140"/>
                </a:cubicBezTo>
                <a:cubicBezTo>
                  <a:pt x="5256616" y="28087"/>
                  <a:pt x="5255203" y="29353"/>
                  <a:pt x="5254100" y="30937"/>
                </a:cubicBezTo>
                <a:cubicBezTo>
                  <a:pt x="5252998" y="32521"/>
                  <a:pt x="5252190" y="34361"/>
                  <a:pt x="5251678" y="36458"/>
                </a:cubicBezTo>
                <a:cubicBezTo>
                  <a:pt x="5251165" y="38555"/>
                  <a:pt x="5250909" y="40752"/>
                  <a:pt x="5250909" y="43051"/>
                </a:cubicBezTo>
                <a:cubicBezTo>
                  <a:pt x="5250909" y="45939"/>
                  <a:pt x="5251227" y="48471"/>
                  <a:pt x="5251864" y="50645"/>
                </a:cubicBezTo>
                <a:cubicBezTo>
                  <a:pt x="5252501" y="52819"/>
                  <a:pt x="5253409" y="54629"/>
                  <a:pt x="5254590" y="56073"/>
                </a:cubicBezTo>
                <a:cubicBezTo>
                  <a:pt x="5255770" y="57517"/>
                  <a:pt x="5257199" y="58604"/>
                  <a:pt x="5258876" y="59334"/>
                </a:cubicBezTo>
                <a:cubicBezTo>
                  <a:pt x="5260553" y="60064"/>
                  <a:pt x="5262448" y="60429"/>
                  <a:pt x="5264560" y="60429"/>
                </a:cubicBezTo>
                <a:cubicBezTo>
                  <a:pt x="5266983" y="60429"/>
                  <a:pt x="5269056" y="59956"/>
                  <a:pt x="5270780" y="59008"/>
                </a:cubicBezTo>
                <a:cubicBezTo>
                  <a:pt x="5272504" y="58061"/>
                  <a:pt x="5273917" y="56795"/>
                  <a:pt x="5275020" y="55211"/>
                </a:cubicBezTo>
                <a:cubicBezTo>
                  <a:pt x="5276123" y="53627"/>
                  <a:pt x="5276930" y="51787"/>
                  <a:pt x="5277443" y="49690"/>
                </a:cubicBezTo>
                <a:cubicBezTo>
                  <a:pt x="5277955" y="47593"/>
                  <a:pt x="5278212" y="45380"/>
                  <a:pt x="5278212" y="43051"/>
                </a:cubicBezTo>
                <a:close/>
                <a:moveTo>
                  <a:pt x="5385842" y="64716"/>
                </a:moveTo>
                <a:cubicBezTo>
                  <a:pt x="5383730" y="65523"/>
                  <a:pt x="5381564" y="66121"/>
                  <a:pt x="5379343" y="66510"/>
                </a:cubicBezTo>
                <a:cubicBezTo>
                  <a:pt x="5377122" y="66898"/>
                  <a:pt x="5374831" y="67092"/>
                  <a:pt x="5372471" y="67092"/>
                </a:cubicBezTo>
                <a:cubicBezTo>
                  <a:pt x="5365078" y="67092"/>
                  <a:pt x="5359386" y="65088"/>
                  <a:pt x="5355395" y="61082"/>
                </a:cubicBezTo>
                <a:cubicBezTo>
                  <a:pt x="5351403" y="57075"/>
                  <a:pt x="5349408" y="51220"/>
                  <a:pt x="5349408" y="43517"/>
                </a:cubicBezTo>
                <a:cubicBezTo>
                  <a:pt x="5349408" y="39820"/>
                  <a:pt x="5349982" y="36466"/>
                  <a:pt x="5351132" y="33453"/>
                </a:cubicBezTo>
                <a:cubicBezTo>
                  <a:pt x="5352281" y="30440"/>
                  <a:pt x="5353896" y="27862"/>
                  <a:pt x="5355977" y="25719"/>
                </a:cubicBezTo>
                <a:cubicBezTo>
                  <a:pt x="5358058" y="23575"/>
                  <a:pt x="5360543" y="21921"/>
                  <a:pt x="5363432" y="20757"/>
                </a:cubicBezTo>
                <a:cubicBezTo>
                  <a:pt x="5366320" y="19592"/>
                  <a:pt x="5369504" y="19009"/>
                  <a:pt x="5372983" y="19009"/>
                </a:cubicBezTo>
                <a:cubicBezTo>
                  <a:pt x="5375406" y="19009"/>
                  <a:pt x="5377673" y="19184"/>
                  <a:pt x="5379785" y="19534"/>
                </a:cubicBezTo>
                <a:cubicBezTo>
                  <a:pt x="5381898" y="19882"/>
                  <a:pt x="5383917" y="20453"/>
                  <a:pt x="5385842" y="21246"/>
                </a:cubicBezTo>
                <a:lnTo>
                  <a:pt x="5385842" y="28980"/>
                </a:lnTo>
                <a:cubicBezTo>
                  <a:pt x="5383823" y="27907"/>
                  <a:pt x="5381766" y="27127"/>
                  <a:pt x="5379669" y="26639"/>
                </a:cubicBezTo>
                <a:cubicBezTo>
                  <a:pt x="5377572" y="26150"/>
                  <a:pt x="5375406" y="25905"/>
                  <a:pt x="5373169" y="25905"/>
                </a:cubicBezTo>
                <a:cubicBezTo>
                  <a:pt x="5371088" y="25905"/>
                  <a:pt x="5369124" y="26301"/>
                  <a:pt x="5367276" y="27093"/>
                </a:cubicBezTo>
                <a:cubicBezTo>
                  <a:pt x="5365427" y="27885"/>
                  <a:pt x="5363804" y="29027"/>
                  <a:pt x="5362407" y="30518"/>
                </a:cubicBezTo>
                <a:cubicBezTo>
                  <a:pt x="5361009" y="32008"/>
                  <a:pt x="5359906" y="33826"/>
                  <a:pt x="5359099" y="35969"/>
                </a:cubicBezTo>
                <a:cubicBezTo>
                  <a:pt x="5358291" y="38112"/>
                  <a:pt x="5357887" y="40535"/>
                  <a:pt x="5357887" y="43237"/>
                </a:cubicBezTo>
                <a:cubicBezTo>
                  <a:pt x="5357887" y="48890"/>
                  <a:pt x="5359262" y="53122"/>
                  <a:pt x="5362011" y="55933"/>
                </a:cubicBezTo>
                <a:cubicBezTo>
                  <a:pt x="5364760" y="58744"/>
                  <a:pt x="5368572" y="60150"/>
                  <a:pt x="5373449" y="60150"/>
                </a:cubicBezTo>
                <a:cubicBezTo>
                  <a:pt x="5375654" y="60150"/>
                  <a:pt x="5377790" y="59901"/>
                  <a:pt x="5379855" y="59404"/>
                </a:cubicBezTo>
                <a:cubicBezTo>
                  <a:pt x="5381921" y="58907"/>
                  <a:pt x="5383917" y="58162"/>
                  <a:pt x="5385842" y="57168"/>
                </a:cubicBezTo>
                <a:lnTo>
                  <a:pt x="5385842" y="64716"/>
                </a:lnTo>
                <a:close/>
                <a:moveTo>
                  <a:pt x="5438958" y="66440"/>
                </a:moveTo>
                <a:lnTo>
                  <a:pt x="5430852" y="66440"/>
                </a:lnTo>
                <a:lnTo>
                  <a:pt x="5430852" y="36574"/>
                </a:lnTo>
                <a:cubicBezTo>
                  <a:pt x="5430852" y="32971"/>
                  <a:pt x="5430176" y="30277"/>
                  <a:pt x="5428825" y="28491"/>
                </a:cubicBezTo>
                <a:cubicBezTo>
                  <a:pt x="5427474" y="26705"/>
                  <a:pt x="5425540" y="25812"/>
                  <a:pt x="5423024" y="25812"/>
                </a:cubicBezTo>
                <a:cubicBezTo>
                  <a:pt x="5421937" y="25812"/>
                  <a:pt x="5420920" y="25959"/>
                  <a:pt x="5419972" y="26254"/>
                </a:cubicBezTo>
                <a:cubicBezTo>
                  <a:pt x="5419025" y="26549"/>
                  <a:pt x="5418039" y="27062"/>
                  <a:pt x="5417014" y="27792"/>
                </a:cubicBezTo>
                <a:cubicBezTo>
                  <a:pt x="5415989" y="28522"/>
                  <a:pt x="5414871" y="29508"/>
                  <a:pt x="5413659" y="30750"/>
                </a:cubicBezTo>
                <a:cubicBezTo>
                  <a:pt x="5412448" y="31993"/>
                  <a:pt x="5411050" y="33546"/>
                  <a:pt x="5409466" y="35410"/>
                </a:cubicBezTo>
                <a:lnTo>
                  <a:pt x="5409466" y="66440"/>
                </a:lnTo>
                <a:lnTo>
                  <a:pt x="5401359" y="66440"/>
                </a:lnTo>
                <a:lnTo>
                  <a:pt x="5401359" y="559"/>
                </a:lnTo>
                <a:lnTo>
                  <a:pt x="5409466" y="559"/>
                </a:lnTo>
                <a:lnTo>
                  <a:pt x="5409466" y="19649"/>
                </a:lnTo>
                <a:lnTo>
                  <a:pt x="5409186" y="27023"/>
                </a:lnTo>
                <a:cubicBezTo>
                  <a:pt x="5410460" y="25501"/>
                  <a:pt x="5411710" y="24220"/>
                  <a:pt x="5412937" y="23179"/>
                </a:cubicBezTo>
                <a:cubicBezTo>
                  <a:pt x="5414164" y="22139"/>
                  <a:pt x="5415391" y="21292"/>
                  <a:pt x="5416618" y="20640"/>
                </a:cubicBezTo>
                <a:cubicBezTo>
                  <a:pt x="5417845" y="19988"/>
                  <a:pt x="5419095" y="19522"/>
                  <a:pt x="5420368" y="19242"/>
                </a:cubicBezTo>
                <a:cubicBezTo>
                  <a:pt x="5421642" y="18963"/>
                  <a:pt x="5422962" y="18823"/>
                  <a:pt x="5424329" y="18823"/>
                </a:cubicBezTo>
                <a:cubicBezTo>
                  <a:pt x="5428988" y="18823"/>
                  <a:pt x="5432591" y="20244"/>
                  <a:pt x="5435138" y="23086"/>
                </a:cubicBezTo>
                <a:cubicBezTo>
                  <a:pt x="5437685" y="25928"/>
                  <a:pt x="5438958" y="30207"/>
                  <a:pt x="5438958" y="35922"/>
                </a:cubicBezTo>
                <a:lnTo>
                  <a:pt x="5438958" y="66440"/>
                </a:lnTo>
                <a:close/>
                <a:moveTo>
                  <a:pt x="5492727" y="40581"/>
                </a:moveTo>
                <a:cubicBezTo>
                  <a:pt x="5492727" y="41731"/>
                  <a:pt x="5492712" y="42693"/>
                  <a:pt x="5492681" y="43470"/>
                </a:cubicBezTo>
                <a:cubicBezTo>
                  <a:pt x="5492650" y="44246"/>
                  <a:pt x="5492603" y="44976"/>
                  <a:pt x="5492541" y="45660"/>
                </a:cubicBezTo>
                <a:lnTo>
                  <a:pt x="5459694" y="45660"/>
                </a:lnTo>
                <a:cubicBezTo>
                  <a:pt x="5459694" y="50443"/>
                  <a:pt x="5461030" y="54116"/>
                  <a:pt x="5463701" y="56679"/>
                </a:cubicBezTo>
                <a:cubicBezTo>
                  <a:pt x="5466372" y="59241"/>
                  <a:pt x="5470224" y="60522"/>
                  <a:pt x="5475256" y="60522"/>
                </a:cubicBezTo>
                <a:cubicBezTo>
                  <a:pt x="5476622" y="60522"/>
                  <a:pt x="5477989" y="60467"/>
                  <a:pt x="5479356" y="60357"/>
                </a:cubicBezTo>
                <a:cubicBezTo>
                  <a:pt x="5480722" y="60245"/>
                  <a:pt x="5482042" y="60094"/>
                  <a:pt x="5483316" y="59904"/>
                </a:cubicBezTo>
                <a:cubicBezTo>
                  <a:pt x="5484589" y="59712"/>
                  <a:pt x="5485809" y="59498"/>
                  <a:pt x="5486973" y="59260"/>
                </a:cubicBezTo>
                <a:cubicBezTo>
                  <a:pt x="5488138" y="59021"/>
                  <a:pt x="5489218" y="58759"/>
                  <a:pt x="5490212" y="58472"/>
                </a:cubicBezTo>
                <a:lnTo>
                  <a:pt x="5490212" y="65135"/>
                </a:lnTo>
                <a:cubicBezTo>
                  <a:pt x="5488006" y="65770"/>
                  <a:pt x="5485514" y="66286"/>
                  <a:pt x="5482734" y="66683"/>
                </a:cubicBezTo>
                <a:cubicBezTo>
                  <a:pt x="5479954" y="67080"/>
                  <a:pt x="5477073" y="67278"/>
                  <a:pt x="5474091" y="67278"/>
                </a:cubicBezTo>
                <a:cubicBezTo>
                  <a:pt x="5470084" y="67278"/>
                  <a:pt x="5466636" y="66735"/>
                  <a:pt x="5463748" y="65648"/>
                </a:cubicBezTo>
                <a:cubicBezTo>
                  <a:pt x="5460859" y="64560"/>
                  <a:pt x="5458490" y="62984"/>
                  <a:pt x="5456642" y="60919"/>
                </a:cubicBezTo>
                <a:cubicBezTo>
                  <a:pt x="5454794" y="58853"/>
                  <a:pt x="5453427" y="56321"/>
                  <a:pt x="5452542" y="53324"/>
                </a:cubicBezTo>
                <a:cubicBezTo>
                  <a:pt x="5451657" y="50327"/>
                  <a:pt x="5451214" y="46933"/>
                  <a:pt x="5451214" y="43144"/>
                </a:cubicBezTo>
                <a:cubicBezTo>
                  <a:pt x="5451214" y="39851"/>
                  <a:pt x="5451688" y="36737"/>
                  <a:pt x="5452635" y="33802"/>
                </a:cubicBezTo>
                <a:cubicBezTo>
                  <a:pt x="5453583" y="30867"/>
                  <a:pt x="5454965" y="28289"/>
                  <a:pt x="5456782" y="26068"/>
                </a:cubicBezTo>
                <a:cubicBezTo>
                  <a:pt x="5458599" y="23847"/>
                  <a:pt x="5460828" y="22084"/>
                  <a:pt x="5463468" y="20780"/>
                </a:cubicBezTo>
                <a:cubicBezTo>
                  <a:pt x="5466108" y="19475"/>
                  <a:pt x="5469106" y="18823"/>
                  <a:pt x="5472460" y="18823"/>
                </a:cubicBezTo>
                <a:cubicBezTo>
                  <a:pt x="5475722" y="18823"/>
                  <a:pt x="5478610" y="19336"/>
                  <a:pt x="5481126" y="20361"/>
                </a:cubicBezTo>
                <a:cubicBezTo>
                  <a:pt x="5483642" y="21386"/>
                  <a:pt x="5485762" y="22838"/>
                  <a:pt x="5487486" y="24717"/>
                </a:cubicBezTo>
                <a:cubicBezTo>
                  <a:pt x="5489210" y="26596"/>
                  <a:pt x="5490514" y="28879"/>
                  <a:pt x="5491400" y="31566"/>
                </a:cubicBezTo>
                <a:cubicBezTo>
                  <a:pt x="5492285" y="34253"/>
                  <a:pt x="5492727" y="37258"/>
                  <a:pt x="5492727" y="40581"/>
                </a:cubicBezTo>
                <a:moveTo>
                  <a:pt x="5484294" y="39416"/>
                </a:moveTo>
                <a:cubicBezTo>
                  <a:pt x="5484388" y="37335"/>
                  <a:pt x="5484186" y="35433"/>
                  <a:pt x="5483689" y="33709"/>
                </a:cubicBezTo>
                <a:cubicBezTo>
                  <a:pt x="5483192" y="31985"/>
                  <a:pt x="5482423" y="30502"/>
                  <a:pt x="5481382" y="29260"/>
                </a:cubicBezTo>
                <a:cubicBezTo>
                  <a:pt x="5480342" y="28017"/>
                  <a:pt x="5479045" y="27046"/>
                  <a:pt x="5477492" y="26348"/>
                </a:cubicBezTo>
                <a:cubicBezTo>
                  <a:pt x="5475939" y="25649"/>
                  <a:pt x="5474137" y="25299"/>
                  <a:pt x="5472087" y="25299"/>
                </a:cubicBezTo>
                <a:cubicBezTo>
                  <a:pt x="5470317" y="25299"/>
                  <a:pt x="5468702" y="25641"/>
                  <a:pt x="5467242" y="26324"/>
                </a:cubicBezTo>
                <a:cubicBezTo>
                  <a:pt x="5465782" y="27008"/>
                  <a:pt x="5464524" y="27970"/>
                  <a:pt x="5463468" y="29213"/>
                </a:cubicBezTo>
                <a:cubicBezTo>
                  <a:pt x="5462412" y="30455"/>
                  <a:pt x="5461558" y="31946"/>
                  <a:pt x="5460905" y="33686"/>
                </a:cubicBezTo>
                <a:cubicBezTo>
                  <a:pt x="5460253" y="35425"/>
                  <a:pt x="5459849" y="37335"/>
                  <a:pt x="5459694" y="39416"/>
                </a:cubicBezTo>
                <a:lnTo>
                  <a:pt x="5484294" y="39416"/>
                </a:lnTo>
                <a:close/>
                <a:moveTo>
                  <a:pt x="5541418" y="64716"/>
                </a:moveTo>
                <a:cubicBezTo>
                  <a:pt x="5539306" y="65523"/>
                  <a:pt x="5537139" y="66121"/>
                  <a:pt x="5534918" y="66510"/>
                </a:cubicBezTo>
                <a:cubicBezTo>
                  <a:pt x="5532697" y="66898"/>
                  <a:pt x="5530407" y="67092"/>
                  <a:pt x="5528046" y="67092"/>
                </a:cubicBezTo>
                <a:cubicBezTo>
                  <a:pt x="5520653" y="67092"/>
                  <a:pt x="5514961" y="65088"/>
                  <a:pt x="5510970" y="61082"/>
                </a:cubicBezTo>
                <a:cubicBezTo>
                  <a:pt x="5506979" y="57075"/>
                  <a:pt x="5504983" y="51220"/>
                  <a:pt x="5504983" y="43517"/>
                </a:cubicBezTo>
                <a:cubicBezTo>
                  <a:pt x="5504983" y="39820"/>
                  <a:pt x="5505558" y="36466"/>
                  <a:pt x="5506707" y="33453"/>
                </a:cubicBezTo>
                <a:cubicBezTo>
                  <a:pt x="5507856" y="30440"/>
                  <a:pt x="5509471" y="27862"/>
                  <a:pt x="5511553" y="25719"/>
                </a:cubicBezTo>
                <a:cubicBezTo>
                  <a:pt x="5513634" y="23575"/>
                  <a:pt x="5516118" y="21921"/>
                  <a:pt x="5519007" y="20757"/>
                </a:cubicBezTo>
                <a:cubicBezTo>
                  <a:pt x="5521896" y="19592"/>
                  <a:pt x="5525080" y="19009"/>
                  <a:pt x="5528558" y="19009"/>
                </a:cubicBezTo>
                <a:cubicBezTo>
                  <a:pt x="5530981" y="19009"/>
                  <a:pt x="5533249" y="19184"/>
                  <a:pt x="5535361" y="19534"/>
                </a:cubicBezTo>
                <a:cubicBezTo>
                  <a:pt x="5537473" y="19882"/>
                  <a:pt x="5539492" y="20453"/>
                  <a:pt x="5541418" y="21246"/>
                </a:cubicBezTo>
                <a:lnTo>
                  <a:pt x="5541418" y="28980"/>
                </a:lnTo>
                <a:cubicBezTo>
                  <a:pt x="5539399" y="27907"/>
                  <a:pt x="5537341" y="27127"/>
                  <a:pt x="5535244" y="26639"/>
                </a:cubicBezTo>
                <a:cubicBezTo>
                  <a:pt x="5533148" y="26150"/>
                  <a:pt x="5530981" y="25905"/>
                  <a:pt x="5528745" y="25905"/>
                </a:cubicBezTo>
                <a:cubicBezTo>
                  <a:pt x="5526664" y="25905"/>
                  <a:pt x="5524699" y="26301"/>
                  <a:pt x="5522851" y="27093"/>
                </a:cubicBezTo>
                <a:cubicBezTo>
                  <a:pt x="5521003" y="27885"/>
                  <a:pt x="5519380" y="29027"/>
                  <a:pt x="5517982" y="30518"/>
                </a:cubicBezTo>
                <a:cubicBezTo>
                  <a:pt x="5516584" y="32008"/>
                  <a:pt x="5515482" y="33826"/>
                  <a:pt x="5514674" y="35969"/>
                </a:cubicBezTo>
                <a:cubicBezTo>
                  <a:pt x="5513867" y="38112"/>
                  <a:pt x="5513463" y="40535"/>
                  <a:pt x="5513463" y="43237"/>
                </a:cubicBezTo>
                <a:cubicBezTo>
                  <a:pt x="5513463" y="48890"/>
                  <a:pt x="5514837" y="53122"/>
                  <a:pt x="5517586" y="55933"/>
                </a:cubicBezTo>
                <a:cubicBezTo>
                  <a:pt x="5520335" y="58744"/>
                  <a:pt x="5524148" y="60150"/>
                  <a:pt x="5529024" y="60150"/>
                </a:cubicBezTo>
                <a:cubicBezTo>
                  <a:pt x="5531230" y="60150"/>
                  <a:pt x="5533365" y="59901"/>
                  <a:pt x="5535431" y="59404"/>
                </a:cubicBezTo>
                <a:cubicBezTo>
                  <a:pt x="5537496" y="58907"/>
                  <a:pt x="5539492" y="58162"/>
                  <a:pt x="5541418" y="57168"/>
                </a:cubicBezTo>
                <a:lnTo>
                  <a:pt x="5541418" y="64716"/>
                </a:lnTo>
                <a:close/>
                <a:moveTo>
                  <a:pt x="5599007" y="66440"/>
                </a:moveTo>
                <a:lnTo>
                  <a:pt x="5587872" y="66440"/>
                </a:lnTo>
                <a:lnTo>
                  <a:pt x="5566067" y="41356"/>
                </a:lnTo>
                <a:lnTo>
                  <a:pt x="5566067" y="66440"/>
                </a:lnTo>
                <a:lnTo>
                  <a:pt x="5557960" y="66440"/>
                </a:lnTo>
                <a:lnTo>
                  <a:pt x="5557960" y="559"/>
                </a:lnTo>
                <a:lnTo>
                  <a:pt x="5566067" y="559"/>
                </a:lnTo>
                <a:lnTo>
                  <a:pt x="5566067" y="41030"/>
                </a:lnTo>
                <a:lnTo>
                  <a:pt x="5587080" y="19662"/>
                </a:lnTo>
                <a:lnTo>
                  <a:pt x="5597796" y="19662"/>
                </a:lnTo>
                <a:lnTo>
                  <a:pt x="5575851" y="41216"/>
                </a:lnTo>
                <a:lnTo>
                  <a:pt x="5599007" y="66440"/>
                </a:lnTo>
                <a:close/>
                <a:moveTo>
                  <a:pt x="5698251" y="66440"/>
                </a:moveTo>
                <a:lnTo>
                  <a:pt x="5690144" y="66440"/>
                </a:lnTo>
                <a:lnTo>
                  <a:pt x="5690144" y="36574"/>
                </a:lnTo>
                <a:cubicBezTo>
                  <a:pt x="5690144" y="32971"/>
                  <a:pt x="5689468" y="30277"/>
                  <a:pt x="5688117" y="28491"/>
                </a:cubicBezTo>
                <a:cubicBezTo>
                  <a:pt x="5686766" y="26705"/>
                  <a:pt x="5684832" y="25812"/>
                  <a:pt x="5682317" y="25812"/>
                </a:cubicBezTo>
                <a:cubicBezTo>
                  <a:pt x="5681229" y="25812"/>
                  <a:pt x="5680212" y="25959"/>
                  <a:pt x="5679265" y="26254"/>
                </a:cubicBezTo>
                <a:cubicBezTo>
                  <a:pt x="5678317" y="26549"/>
                  <a:pt x="5677331" y="27062"/>
                  <a:pt x="5676306" y="27792"/>
                </a:cubicBezTo>
                <a:cubicBezTo>
                  <a:pt x="5675281" y="28522"/>
                  <a:pt x="5674163" y="29508"/>
                  <a:pt x="5672952" y="30750"/>
                </a:cubicBezTo>
                <a:cubicBezTo>
                  <a:pt x="5671740" y="31993"/>
                  <a:pt x="5670343" y="33546"/>
                  <a:pt x="5668758" y="35410"/>
                </a:cubicBezTo>
                <a:lnTo>
                  <a:pt x="5668758" y="66440"/>
                </a:lnTo>
                <a:lnTo>
                  <a:pt x="5660651" y="66440"/>
                </a:lnTo>
                <a:lnTo>
                  <a:pt x="5660651" y="559"/>
                </a:lnTo>
                <a:lnTo>
                  <a:pt x="5668758" y="559"/>
                </a:lnTo>
                <a:lnTo>
                  <a:pt x="5668758" y="19649"/>
                </a:lnTo>
                <a:lnTo>
                  <a:pt x="5668479" y="27023"/>
                </a:lnTo>
                <a:cubicBezTo>
                  <a:pt x="5669752" y="25501"/>
                  <a:pt x="5671003" y="24220"/>
                  <a:pt x="5672229" y="23179"/>
                </a:cubicBezTo>
                <a:cubicBezTo>
                  <a:pt x="5673456" y="22139"/>
                  <a:pt x="5674683" y="21292"/>
                  <a:pt x="5675910" y="20640"/>
                </a:cubicBezTo>
                <a:cubicBezTo>
                  <a:pt x="5677137" y="19988"/>
                  <a:pt x="5678387" y="19522"/>
                  <a:pt x="5679661" y="19242"/>
                </a:cubicBezTo>
                <a:cubicBezTo>
                  <a:pt x="5680934" y="18963"/>
                  <a:pt x="5682254" y="18823"/>
                  <a:pt x="5683621" y="18823"/>
                </a:cubicBezTo>
                <a:cubicBezTo>
                  <a:pt x="5688280" y="18823"/>
                  <a:pt x="5691883" y="20244"/>
                  <a:pt x="5694430" y="23086"/>
                </a:cubicBezTo>
                <a:cubicBezTo>
                  <a:pt x="5696977" y="25928"/>
                  <a:pt x="5698251" y="30207"/>
                  <a:pt x="5698251" y="35922"/>
                </a:cubicBezTo>
                <a:lnTo>
                  <a:pt x="5698251" y="66440"/>
                </a:lnTo>
                <a:close/>
                <a:moveTo>
                  <a:pt x="5753231" y="42678"/>
                </a:moveTo>
                <a:cubicBezTo>
                  <a:pt x="5753231" y="46312"/>
                  <a:pt x="5752719" y="49643"/>
                  <a:pt x="5751694" y="52672"/>
                </a:cubicBezTo>
                <a:cubicBezTo>
                  <a:pt x="5750669" y="55700"/>
                  <a:pt x="5749193" y="58294"/>
                  <a:pt x="5747268" y="60453"/>
                </a:cubicBezTo>
                <a:cubicBezTo>
                  <a:pt x="5745342" y="62611"/>
                  <a:pt x="5742997" y="64289"/>
                  <a:pt x="5740232" y="65485"/>
                </a:cubicBezTo>
                <a:cubicBezTo>
                  <a:pt x="5737468" y="66680"/>
                  <a:pt x="5734331" y="67278"/>
                  <a:pt x="5730821" y="67278"/>
                </a:cubicBezTo>
                <a:cubicBezTo>
                  <a:pt x="5727466" y="67278"/>
                  <a:pt x="5724461" y="66758"/>
                  <a:pt x="5721805" y="65717"/>
                </a:cubicBezTo>
                <a:cubicBezTo>
                  <a:pt x="5719150" y="64677"/>
                  <a:pt x="5716898" y="63147"/>
                  <a:pt x="5715049" y="61128"/>
                </a:cubicBezTo>
                <a:cubicBezTo>
                  <a:pt x="5713201" y="59109"/>
                  <a:pt x="5711788" y="56609"/>
                  <a:pt x="5710810" y="53627"/>
                </a:cubicBezTo>
                <a:cubicBezTo>
                  <a:pt x="5709831" y="50645"/>
                  <a:pt x="5709342" y="47213"/>
                  <a:pt x="5709342" y="43330"/>
                </a:cubicBezTo>
                <a:cubicBezTo>
                  <a:pt x="5709342" y="39696"/>
                  <a:pt x="5709854" y="36380"/>
                  <a:pt x="5710880" y="33383"/>
                </a:cubicBezTo>
                <a:cubicBezTo>
                  <a:pt x="5711905" y="30385"/>
                  <a:pt x="5713380" y="27807"/>
                  <a:pt x="5715306" y="25649"/>
                </a:cubicBezTo>
                <a:cubicBezTo>
                  <a:pt x="5717231" y="23490"/>
                  <a:pt x="5719577" y="21813"/>
                  <a:pt x="5722341" y="20617"/>
                </a:cubicBezTo>
                <a:cubicBezTo>
                  <a:pt x="5725105" y="19421"/>
                  <a:pt x="5728243" y="18823"/>
                  <a:pt x="5731753" y="18823"/>
                </a:cubicBezTo>
                <a:cubicBezTo>
                  <a:pt x="5735107" y="18823"/>
                  <a:pt x="5738112" y="19343"/>
                  <a:pt x="5740768" y="20384"/>
                </a:cubicBezTo>
                <a:cubicBezTo>
                  <a:pt x="5743424" y="21424"/>
                  <a:pt x="5745676" y="22946"/>
                  <a:pt x="5747524" y="24950"/>
                </a:cubicBezTo>
                <a:cubicBezTo>
                  <a:pt x="5749372" y="26953"/>
                  <a:pt x="5750785" y="29446"/>
                  <a:pt x="5751764" y="32428"/>
                </a:cubicBezTo>
                <a:cubicBezTo>
                  <a:pt x="5752742" y="35410"/>
                  <a:pt x="5753231" y="38826"/>
                  <a:pt x="5753231" y="42678"/>
                </a:cubicBezTo>
                <a:moveTo>
                  <a:pt x="5744938" y="43051"/>
                </a:moveTo>
                <a:cubicBezTo>
                  <a:pt x="5744938" y="40162"/>
                  <a:pt x="5744620" y="37638"/>
                  <a:pt x="5743983" y="35480"/>
                </a:cubicBezTo>
                <a:cubicBezTo>
                  <a:pt x="5743346" y="33321"/>
                  <a:pt x="5742438" y="31519"/>
                  <a:pt x="5741257" y="30075"/>
                </a:cubicBezTo>
                <a:cubicBezTo>
                  <a:pt x="5740077" y="28631"/>
                  <a:pt x="5738640" y="27543"/>
                  <a:pt x="5736948" y="26813"/>
                </a:cubicBezTo>
                <a:cubicBezTo>
                  <a:pt x="5735255" y="26084"/>
                  <a:pt x="5733368" y="25719"/>
                  <a:pt x="5731287" y="25719"/>
                </a:cubicBezTo>
                <a:cubicBezTo>
                  <a:pt x="5728864" y="25719"/>
                  <a:pt x="5726791" y="26192"/>
                  <a:pt x="5725067" y="27140"/>
                </a:cubicBezTo>
                <a:cubicBezTo>
                  <a:pt x="5723343" y="28087"/>
                  <a:pt x="5721929" y="29353"/>
                  <a:pt x="5720827" y="30937"/>
                </a:cubicBezTo>
                <a:cubicBezTo>
                  <a:pt x="5719724" y="32521"/>
                  <a:pt x="5718917" y="34361"/>
                  <a:pt x="5718404" y="36458"/>
                </a:cubicBezTo>
                <a:cubicBezTo>
                  <a:pt x="5717892" y="38555"/>
                  <a:pt x="5717635" y="40752"/>
                  <a:pt x="5717635" y="43051"/>
                </a:cubicBezTo>
                <a:cubicBezTo>
                  <a:pt x="5717635" y="45939"/>
                  <a:pt x="5717954" y="48471"/>
                  <a:pt x="5718590" y="50645"/>
                </a:cubicBezTo>
                <a:cubicBezTo>
                  <a:pt x="5719227" y="52819"/>
                  <a:pt x="5720136" y="54629"/>
                  <a:pt x="5721316" y="56073"/>
                </a:cubicBezTo>
                <a:cubicBezTo>
                  <a:pt x="5722496" y="57517"/>
                  <a:pt x="5723925" y="58604"/>
                  <a:pt x="5725602" y="59334"/>
                </a:cubicBezTo>
                <a:cubicBezTo>
                  <a:pt x="5727280" y="60064"/>
                  <a:pt x="5729174" y="60429"/>
                  <a:pt x="5731287" y="60429"/>
                </a:cubicBezTo>
                <a:cubicBezTo>
                  <a:pt x="5733709" y="60429"/>
                  <a:pt x="5735783" y="59956"/>
                  <a:pt x="5737507" y="59008"/>
                </a:cubicBezTo>
                <a:cubicBezTo>
                  <a:pt x="5739230" y="58061"/>
                  <a:pt x="5740644" y="56795"/>
                  <a:pt x="5741746" y="55211"/>
                </a:cubicBezTo>
                <a:cubicBezTo>
                  <a:pt x="5742849" y="53627"/>
                  <a:pt x="5743657" y="51787"/>
                  <a:pt x="5744169" y="49690"/>
                </a:cubicBezTo>
                <a:cubicBezTo>
                  <a:pt x="5744682" y="47593"/>
                  <a:pt x="5744938" y="45380"/>
                  <a:pt x="5744938" y="43051"/>
                </a:cubicBezTo>
                <a:close/>
                <a:moveTo>
                  <a:pt x="5807699" y="19662"/>
                </a:moveTo>
                <a:lnTo>
                  <a:pt x="5800897" y="66440"/>
                </a:lnTo>
                <a:lnTo>
                  <a:pt x="5791066" y="66440"/>
                </a:lnTo>
                <a:lnTo>
                  <a:pt x="5784310" y="46871"/>
                </a:lnTo>
                <a:lnTo>
                  <a:pt x="5782959" y="42119"/>
                </a:lnTo>
                <a:lnTo>
                  <a:pt x="5781421" y="47151"/>
                </a:lnTo>
                <a:lnTo>
                  <a:pt x="5774945" y="66440"/>
                </a:lnTo>
                <a:lnTo>
                  <a:pt x="5765394" y="66440"/>
                </a:lnTo>
                <a:lnTo>
                  <a:pt x="5758638" y="19662"/>
                </a:lnTo>
                <a:lnTo>
                  <a:pt x="5766559" y="19662"/>
                </a:lnTo>
                <a:lnTo>
                  <a:pt x="5770472" y="51437"/>
                </a:lnTo>
                <a:lnTo>
                  <a:pt x="5771311" y="58519"/>
                </a:lnTo>
                <a:lnTo>
                  <a:pt x="5773314" y="52322"/>
                </a:lnTo>
                <a:lnTo>
                  <a:pt x="5780117" y="31310"/>
                </a:lnTo>
                <a:lnTo>
                  <a:pt x="5785941" y="31310"/>
                </a:lnTo>
                <a:lnTo>
                  <a:pt x="5793255" y="52043"/>
                </a:lnTo>
                <a:lnTo>
                  <a:pt x="5795352" y="58240"/>
                </a:lnTo>
                <a:lnTo>
                  <a:pt x="5796051" y="51670"/>
                </a:lnTo>
                <a:lnTo>
                  <a:pt x="5799685" y="19662"/>
                </a:lnTo>
                <a:lnTo>
                  <a:pt x="5807699" y="19662"/>
                </a:lnTo>
                <a:close/>
                <a:moveTo>
                  <a:pt x="5905778" y="65741"/>
                </a:moveTo>
                <a:cubicBezTo>
                  <a:pt x="5903945" y="66223"/>
                  <a:pt x="5902051" y="66569"/>
                  <a:pt x="5900094" y="66777"/>
                </a:cubicBezTo>
                <a:cubicBezTo>
                  <a:pt x="5898137" y="66987"/>
                  <a:pt x="5896149" y="67092"/>
                  <a:pt x="5894130" y="67092"/>
                </a:cubicBezTo>
                <a:cubicBezTo>
                  <a:pt x="5888260" y="67092"/>
                  <a:pt x="5883880" y="65764"/>
                  <a:pt x="5880991" y="63108"/>
                </a:cubicBezTo>
                <a:cubicBezTo>
                  <a:pt x="5878103" y="60453"/>
                  <a:pt x="5876658" y="56376"/>
                  <a:pt x="5876658" y="50878"/>
                </a:cubicBezTo>
                <a:lnTo>
                  <a:pt x="5876658" y="26464"/>
                </a:lnTo>
                <a:lnTo>
                  <a:pt x="5863566" y="26464"/>
                </a:lnTo>
                <a:lnTo>
                  <a:pt x="5863566" y="19662"/>
                </a:lnTo>
                <a:lnTo>
                  <a:pt x="5876658" y="19662"/>
                </a:lnTo>
                <a:lnTo>
                  <a:pt x="5876658" y="6762"/>
                </a:lnTo>
                <a:lnTo>
                  <a:pt x="5884765" y="4659"/>
                </a:lnTo>
                <a:lnTo>
                  <a:pt x="5884765" y="19662"/>
                </a:lnTo>
                <a:lnTo>
                  <a:pt x="5905778" y="19662"/>
                </a:lnTo>
                <a:lnTo>
                  <a:pt x="5905778" y="26464"/>
                </a:lnTo>
                <a:lnTo>
                  <a:pt x="5884765" y="26464"/>
                </a:lnTo>
                <a:lnTo>
                  <a:pt x="5884765" y="50226"/>
                </a:lnTo>
                <a:cubicBezTo>
                  <a:pt x="5884765" y="53580"/>
                  <a:pt x="5885658" y="56089"/>
                  <a:pt x="5887444" y="57750"/>
                </a:cubicBezTo>
                <a:cubicBezTo>
                  <a:pt x="5889230" y="59412"/>
                  <a:pt x="5891863" y="60243"/>
                  <a:pt x="5895341" y="60243"/>
                </a:cubicBezTo>
                <a:cubicBezTo>
                  <a:pt x="5896832" y="60243"/>
                  <a:pt x="5898463" y="60123"/>
                  <a:pt x="5900234" y="59883"/>
                </a:cubicBezTo>
                <a:cubicBezTo>
                  <a:pt x="5902004" y="59643"/>
                  <a:pt x="5903852" y="59265"/>
                  <a:pt x="5905778" y="58752"/>
                </a:cubicBezTo>
                <a:lnTo>
                  <a:pt x="5905778" y="65741"/>
                </a:lnTo>
                <a:close/>
                <a:moveTo>
                  <a:pt x="5957543" y="66440"/>
                </a:moveTo>
                <a:lnTo>
                  <a:pt x="5949436" y="66440"/>
                </a:lnTo>
                <a:lnTo>
                  <a:pt x="5949436" y="36574"/>
                </a:lnTo>
                <a:cubicBezTo>
                  <a:pt x="5949436" y="32971"/>
                  <a:pt x="5948761" y="30277"/>
                  <a:pt x="5947410" y="28491"/>
                </a:cubicBezTo>
                <a:cubicBezTo>
                  <a:pt x="5946058" y="26705"/>
                  <a:pt x="5944125" y="25812"/>
                  <a:pt x="5941609" y="25812"/>
                </a:cubicBezTo>
                <a:cubicBezTo>
                  <a:pt x="5940522" y="25812"/>
                  <a:pt x="5939505" y="25959"/>
                  <a:pt x="5938557" y="26254"/>
                </a:cubicBezTo>
                <a:cubicBezTo>
                  <a:pt x="5937610" y="26549"/>
                  <a:pt x="5936624" y="27062"/>
                  <a:pt x="5935599" y="27792"/>
                </a:cubicBezTo>
                <a:cubicBezTo>
                  <a:pt x="5934574" y="28522"/>
                  <a:pt x="5933455" y="29508"/>
                  <a:pt x="5932244" y="30750"/>
                </a:cubicBezTo>
                <a:cubicBezTo>
                  <a:pt x="5931033" y="31993"/>
                  <a:pt x="5929635" y="33546"/>
                  <a:pt x="5928051" y="35410"/>
                </a:cubicBezTo>
                <a:lnTo>
                  <a:pt x="5928051" y="66440"/>
                </a:lnTo>
                <a:lnTo>
                  <a:pt x="5919944" y="66440"/>
                </a:lnTo>
                <a:lnTo>
                  <a:pt x="5919944" y="559"/>
                </a:lnTo>
                <a:lnTo>
                  <a:pt x="5928051" y="559"/>
                </a:lnTo>
                <a:lnTo>
                  <a:pt x="5928051" y="19649"/>
                </a:lnTo>
                <a:lnTo>
                  <a:pt x="5927771" y="27023"/>
                </a:lnTo>
                <a:cubicBezTo>
                  <a:pt x="5929045" y="25501"/>
                  <a:pt x="5930295" y="24220"/>
                  <a:pt x="5931522" y="23179"/>
                </a:cubicBezTo>
                <a:cubicBezTo>
                  <a:pt x="5932749" y="22139"/>
                  <a:pt x="5933976" y="21292"/>
                  <a:pt x="5935203" y="20640"/>
                </a:cubicBezTo>
                <a:cubicBezTo>
                  <a:pt x="5936430" y="19988"/>
                  <a:pt x="5937680" y="19522"/>
                  <a:pt x="5938953" y="19242"/>
                </a:cubicBezTo>
                <a:cubicBezTo>
                  <a:pt x="5940227" y="18963"/>
                  <a:pt x="5941547" y="18823"/>
                  <a:pt x="5942914" y="18823"/>
                </a:cubicBezTo>
                <a:cubicBezTo>
                  <a:pt x="5947573" y="18823"/>
                  <a:pt x="5951176" y="20244"/>
                  <a:pt x="5953723" y="23086"/>
                </a:cubicBezTo>
                <a:cubicBezTo>
                  <a:pt x="5956270" y="25928"/>
                  <a:pt x="5957543" y="30207"/>
                  <a:pt x="5957543" y="35922"/>
                </a:cubicBezTo>
                <a:lnTo>
                  <a:pt x="5957543" y="66440"/>
                </a:lnTo>
                <a:close/>
                <a:moveTo>
                  <a:pt x="6011312" y="40581"/>
                </a:moveTo>
                <a:cubicBezTo>
                  <a:pt x="6011312" y="41731"/>
                  <a:pt x="6011296" y="42693"/>
                  <a:pt x="6011265" y="43470"/>
                </a:cubicBezTo>
                <a:cubicBezTo>
                  <a:pt x="6011234" y="44246"/>
                  <a:pt x="6011188" y="44976"/>
                  <a:pt x="6011126" y="45660"/>
                </a:cubicBezTo>
                <a:lnTo>
                  <a:pt x="5978279" y="45660"/>
                </a:lnTo>
                <a:cubicBezTo>
                  <a:pt x="5978279" y="50443"/>
                  <a:pt x="5979614" y="54116"/>
                  <a:pt x="5982285" y="56679"/>
                </a:cubicBezTo>
                <a:cubicBezTo>
                  <a:pt x="5984957" y="59241"/>
                  <a:pt x="5988808" y="60522"/>
                  <a:pt x="5993840" y="60522"/>
                </a:cubicBezTo>
                <a:cubicBezTo>
                  <a:pt x="5995207" y="60522"/>
                  <a:pt x="5996574" y="60467"/>
                  <a:pt x="5997940" y="60357"/>
                </a:cubicBezTo>
                <a:cubicBezTo>
                  <a:pt x="5999307" y="60245"/>
                  <a:pt x="6000627" y="60094"/>
                  <a:pt x="6001901" y="59904"/>
                </a:cubicBezTo>
                <a:cubicBezTo>
                  <a:pt x="6003174" y="59712"/>
                  <a:pt x="6004393" y="59498"/>
                  <a:pt x="6005558" y="59260"/>
                </a:cubicBezTo>
                <a:cubicBezTo>
                  <a:pt x="6006723" y="59021"/>
                  <a:pt x="6007802" y="58759"/>
                  <a:pt x="6008796" y="58472"/>
                </a:cubicBezTo>
                <a:lnTo>
                  <a:pt x="6008796" y="65135"/>
                </a:lnTo>
                <a:cubicBezTo>
                  <a:pt x="6006591" y="65770"/>
                  <a:pt x="6004098" y="66286"/>
                  <a:pt x="6001318" y="66683"/>
                </a:cubicBezTo>
                <a:cubicBezTo>
                  <a:pt x="5998538" y="67080"/>
                  <a:pt x="5995657" y="67278"/>
                  <a:pt x="5992675" y="67278"/>
                </a:cubicBezTo>
                <a:cubicBezTo>
                  <a:pt x="5988668" y="67278"/>
                  <a:pt x="5985221" y="66735"/>
                  <a:pt x="5982332" y="65648"/>
                </a:cubicBezTo>
                <a:cubicBezTo>
                  <a:pt x="5979443" y="64560"/>
                  <a:pt x="5977075" y="62984"/>
                  <a:pt x="5975227" y="60919"/>
                </a:cubicBezTo>
                <a:cubicBezTo>
                  <a:pt x="5973379" y="58853"/>
                  <a:pt x="5972012" y="56321"/>
                  <a:pt x="5971127" y="53324"/>
                </a:cubicBezTo>
                <a:cubicBezTo>
                  <a:pt x="5970242" y="50327"/>
                  <a:pt x="5969799" y="46933"/>
                  <a:pt x="5969799" y="43144"/>
                </a:cubicBezTo>
                <a:cubicBezTo>
                  <a:pt x="5969799" y="39851"/>
                  <a:pt x="5970273" y="36737"/>
                  <a:pt x="5971220" y="33802"/>
                </a:cubicBezTo>
                <a:cubicBezTo>
                  <a:pt x="5972167" y="30867"/>
                  <a:pt x="5973550" y="28289"/>
                  <a:pt x="5975367" y="26068"/>
                </a:cubicBezTo>
                <a:cubicBezTo>
                  <a:pt x="5977184" y="23847"/>
                  <a:pt x="5979412" y="22084"/>
                  <a:pt x="5982052" y="20780"/>
                </a:cubicBezTo>
                <a:cubicBezTo>
                  <a:pt x="5984693" y="19475"/>
                  <a:pt x="5987690" y="18823"/>
                  <a:pt x="5991045" y="18823"/>
                </a:cubicBezTo>
                <a:cubicBezTo>
                  <a:pt x="5994306" y="18823"/>
                  <a:pt x="5997195" y="19336"/>
                  <a:pt x="5999711" y="20361"/>
                </a:cubicBezTo>
                <a:cubicBezTo>
                  <a:pt x="6002227" y="21386"/>
                  <a:pt x="6004347" y="22838"/>
                  <a:pt x="6006070" y="24717"/>
                </a:cubicBezTo>
                <a:cubicBezTo>
                  <a:pt x="6007794" y="26596"/>
                  <a:pt x="6009099" y="28879"/>
                  <a:pt x="6009984" y="31566"/>
                </a:cubicBezTo>
                <a:cubicBezTo>
                  <a:pt x="6010869" y="34253"/>
                  <a:pt x="6011312" y="37258"/>
                  <a:pt x="6011312" y="40581"/>
                </a:cubicBezTo>
                <a:moveTo>
                  <a:pt x="6002879" y="39416"/>
                </a:moveTo>
                <a:cubicBezTo>
                  <a:pt x="6002972" y="37335"/>
                  <a:pt x="6002770" y="35433"/>
                  <a:pt x="6002273" y="33709"/>
                </a:cubicBezTo>
                <a:cubicBezTo>
                  <a:pt x="6001776" y="31985"/>
                  <a:pt x="6001008" y="30502"/>
                  <a:pt x="5999967" y="29260"/>
                </a:cubicBezTo>
                <a:cubicBezTo>
                  <a:pt x="5998926" y="28017"/>
                  <a:pt x="5997630" y="27046"/>
                  <a:pt x="5996077" y="26348"/>
                </a:cubicBezTo>
                <a:cubicBezTo>
                  <a:pt x="5994524" y="25649"/>
                  <a:pt x="5992722" y="25299"/>
                  <a:pt x="5990672" y="25299"/>
                </a:cubicBezTo>
                <a:cubicBezTo>
                  <a:pt x="5988901" y="25299"/>
                  <a:pt x="5987286" y="25641"/>
                  <a:pt x="5985826" y="26324"/>
                </a:cubicBezTo>
                <a:cubicBezTo>
                  <a:pt x="5984367" y="27008"/>
                  <a:pt x="5983109" y="27970"/>
                  <a:pt x="5982052" y="29213"/>
                </a:cubicBezTo>
                <a:cubicBezTo>
                  <a:pt x="5980996" y="30455"/>
                  <a:pt x="5980142" y="31946"/>
                  <a:pt x="5979490" y="33686"/>
                </a:cubicBezTo>
                <a:cubicBezTo>
                  <a:pt x="5978838" y="35425"/>
                  <a:pt x="5978434" y="37335"/>
                  <a:pt x="5978279" y="39416"/>
                </a:cubicBezTo>
                <a:lnTo>
                  <a:pt x="6002879" y="39416"/>
                </a:lnTo>
                <a:close/>
                <a:moveTo>
                  <a:pt x="6071312" y="19662"/>
                </a:moveTo>
                <a:lnTo>
                  <a:pt x="6080537" y="19662"/>
                </a:lnTo>
                <a:lnTo>
                  <a:pt x="6091999" y="50598"/>
                </a:lnTo>
                <a:lnTo>
                  <a:pt x="6094468" y="58146"/>
                </a:lnTo>
                <a:lnTo>
                  <a:pt x="6097031" y="50412"/>
                </a:lnTo>
                <a:lnTo>
                  <a:pt x="6108399" y="19662"/>
                </a:lnTo>
                <a:lnTo>
                  <a:pt x="6117298" y="19662"/>
                </a:lnTo>
                <a:lnTo>
                  <a:pt x="6098941" y="66440"/>
                </a:lnTo>
                <a:lnTo>
                  <a:pt x="6089623" y="66440"/>
                </a:lnTo>
                <a:lnTo>
                  <a:pt x="6071312" y="19662"/>
                </a:lnTo>
                <a:close/>
                <a:moveTo>
                  <a:pt x="6167060" y="40581"/>
                </a:moveTo>
                <a:cubicBezTo>
                  <a:pt x="6167060" y="41731"/>
                  <a:pt x="6167045" y="42693"/>
                  <a:pt x="6167013" y="43470"/>
                </a:cubicBezTo>
                <a:cubicBezTo>
                  <a:pt x="6166982" y="44246"/>
                  <a:pt x="6166936" y="44976"/>
                  <a:pt x="6166874" y="45660"/>
                </a:cubicBezTo>
                <a:lnTo>
                  <a:pt x="6134027" y="45660"/>
                </a:lnTo>
                <a:cubicBezTo>
                  <a:pt x="6134027" y="50443"/>
                  <a:pt x="6135362" y="54116"/>
                  <a:pt x="6138033" y="56679"/>
                </a:cubicBezTo>
                <a:cubicBezTo>
                  <a:pt x="6140705" y="59241"/>
                  <a:pt x="6144556" y="60522"/>
                  <a:pt x="6149588" y="60522"/>
                </a:cubicBezTo>
                <a:cubicBezTo>
                  <a:pt x="6150955" y="60522"/>
                  <a:pt x="6152322" y="60467"/>
                  <a:pt x="6153688" y="60357"/>
                </a:cubicBezTo>
                <a:cubicBezTo>
                  <a:pt x="6155055" y="60245"/>
                  <a:pt x="6156375" y="60094"/>
                  <a:pt x="6157649" y="59904"/>
                </a:cubicBezTo>
                <a:cubicBezTo>
                  <a:pt x="6158922" y="59712"/>
                  <a:pt x="6160141" y="59498"/>
                  <a:pt x="6161306" y="59260"/>
                </a:cubicBezTo>
                <a:cubicBezTo>
                  <a:pt x="6162471" y="59021"/>
                  <a:pt x="6163550" y="58759"/>
                  <a:pt x="6164544" y="58472"/>
                </a:cubicBezTo>
                <a:lnTo>
                  <a:pt x="6164544" y="65135"/>
                </a:lnTo>
                <a:cubicBezTo>
                  <a:pt x="6162339" y="65770"/>
                  <a:pt x="6159846" y="66286"/>
                  <a:pt x="6157066" y="66683"/>
                </a:cubicBezTo>
                <a:cubicBezTo>
                  <a:pt x="6154286" y="67080"/>
                  <a:pt x="6151405" y="67278"/>
                  <a:pt x="6148423" y="67278"/>
                </a:cubicBezTo>
                <a:cubicBezTo>
                  <a:pt x="6144417" y="67278"/>
                  <a:pt x="6140969" y="66735"/>
                  <a:pt x="6138080" y="65648"/>
                </a:cubicBezTo>
                <a:cubicBezTo>
                  <a:pt x="6135191" y="64560"/>
                  <a:pt x="6132823" y="62984"/>
                  <a:pt x="6130975" y="60919"/>
                </a:cubicBezTo>
                <a:cubicBezTo>
                  <a:pt x="6129127" y="58853"/>
                  <a:pt x="6127760" y="56321"/>
                  <a:pt x="6126875" y="53324"/>
                </a:cubicBezTo>
                <a:cubicBezTo>
                  <a:pt x="6125990" y="50327"/>
                  <a:pt x="6125547" y="46933"/>
                  <a:pt x="6125547" y="43144"/>
                </a:cubicBezTo>
                <a:cubicBezTo>
                  <a:pt x="6125547" y="39851"/>
                  <a:pt x="6126021" y="36737"/>
                  <a:pt x="6126968" y="33802"/>
                </a:cubicBezTo>
                <a:cubicBezTo>
                  <a:pt x="6127915" y="30867"/>
                  <a:pt x="6129298" y="28289"/>
                  <a:pt x="6131115" y="26068"/>
                </a:cubicBezTo>
                <a:cubicBezTo>
                  <a:pt x="6132932" y="23847"/>
                  <a:pt x="6135160" y="22084"/>
                  <a:pt x="6137801" y="20780"/>
                </a:cubicBezTo>
                <a:cubicBezTo>
                  <a:pt x="6140441" y="19475"/>
                  <a:pt x="6143438" y="18823"/>
                  <a:pt x="6146793" y="18823"/>
                </a:cubicBezTo>
                <a:cubicBezTo>
                  <a:pt x="6150054" y="18823"/>
                  <a:pt x="6152943" y="19336"/>
                  <a:pt x="6155459" y="20361"/>
                </a:cubicBezTo>
                <a:cubicBezTo>
                  <a:pt x="6157975" y="21386"/>
                  <a:pt x="6160095" y="22838"/>
                  <a:pt x="6161818" y="24717"/>
                </a:cubicBezTo>
                <a:cubicBezTo>
                  <a:pt x="6163542" y="26596"/>
                  <a:pt x="6164847" y="28879"/>
                  <a:pt x="6165732" y="31566"/>
                </a:cubicBezTo>
                <a:cubicBezTo>
                  <a:pt x="6166617" y="34253"/>
                  <a:pt x="6167060" y="37258"/>
                  <a:pt x="6167060" y="40581"/>
                </a:cubicBezTo>
                <a:moveTo>
                  <a:pt x="6158627" y="39416"/>
                </a:moveTo>
                <a:cubicBezTo>
                  <a:pt x="6158720" y="37335"/>
                  <a:pt x="6158518" y="35433"/>
                  <a:pt x="6158021" y="33709"/>
                </a:cubicBezTo>
                <a:cubicBezTo>
                  <a:pt x="6157524" y="31985"/>
                  <a:pt x="6156756" y="30502"/>
                  <a:pt x="6155715" y="29260"/>
                </a:cubicBezTo>
                <a:cubicBezTo>
                  <a:pt x="6154674" y="28017"/>
                  <a:pt x="6153378" y="27046"/>
                  <a:pt x="6151825" y="26348"/>
                </a:cubicBezTo>
                <a:cubicBezTo>
                  <a:pt x="6150272" y="25649"/>
                  <a:pt x="6148470" y="25299"/>
                  <a:pt x="6146420" y="25299"/>
                </a:cubicBezTo>
                <a:cubicBezTo>
                  <a:pt x="6144649" y="25299"/>
                  <a:pt x="6143034" y="25641"/>
                  <a:pt x="6141574" y="26324"/>
                </a:cubicBezTo>
                <a:cubicBezTo>
                  <a:pt x="6140115" y="27008"/>
                  <a:pt x="6138857" y="27970"/>
                  <a:pt x="6137801" y="29213"/>
                </a:cubicBezTo>
                <a:cubicBezTo>
                  <a:pt x="6136744" y="30455"/>
                  <a:pt x="6135890" y="31946"/>
                  <a:pt x="6135238" y="33686"/>
                </a:cubicBezTo>
                <a:cubicBezTo>
                  <a:pt x="6134586" y="35425"/>
                  <a:pt x="6134182" y="37335"/>
                  <a:pt x="6134027" y="39416"/>
                </a:cubicBezTo>
                <a:lnTo>
                  <a:pt x="6158627" y="39416"/>
                </a:lnTo>
                <a:close/>
                <a:moveTo>
                  <a:pt x="6181319" y="19662"/>
                </a:moveTo>
                <a:lnTo>
                  <a:pt x="6188727" y="19662"/>
                </a:lnTo>
                <a:lnTo>
                  <a:pt x="6188960" y="28259"/>
                </a:lnTo>
                <a:cubicBezTo>
                  <a:pt x="6191725" y="24943"/>
                  <a:pt x="6194450" y="22542"/>
                  <a:pt x="6197137" y="21055"/>
                </a:cubicBezTo>
                <a:cubicBezTo>
                  <a:pt x="6199824" y="19567"/>
                  <a:pt x="6202534" y="18823"/>
                  <a:pt x="6205267" y="18823"/>
                </a:cubicBezTo>
                <a:cubicBezTo>
                  <a:pt x="6210113" y="18823"/>
                  <a:pt x="6213786" y="20388"/>
                  <a:pt x="6216286" y="23517"/>
                </a:cubicBezTo>
                <a:cubicBezTo>
                  <a:pt x="6218787" y="26647"/>
                  <a:pt x="6219944" y="31294"/>
                  <a:pt x="6219757" y="37460"/>
                </a:cubicBezTo>
                <a:lnTo>
                  <a:pt x="6211557" y="37460"/>
                </a:lnTo>
                <a:cubicBezTo>
                  <a:pt x="6211650" y="33376"/>
                  <a:pt x="6211052" y="30414"/>
                  <a:pt x="6209763" y="28574"/>
                </a:cubicBezTo>
                <a:cubicBezTo>
                  <a:pt x="6208474" y="26732"/>
                  <a:pt x="6206587" y="25812"/>
                  <a:pt x="6204102" y="25812"/>
                </a:cubicBezTo>
                <a:cubicBezTo>
                  <a:pt x="6203015" y="25812"/>
                  <a:pt x="6201920" y="26005"/>
                  <a:pt x="6200818" y="26393"/>
                </a:cubicBezTo>
                <a:cubicBezTo>
                  <a:pt x="6199715" y="26779"/>
                  <a:pt x="6198581" y="27397"/>
                  <a:pt x="6197417" y="28248"/>
                </a:cubicBezTo>
                <a:cubicBezTo>
                  <a:pt x="6196252" y="29098"/>
                  <a:pt x="6195017" y="30188"/>
                  <a:pt x="6193712" y="31519"/>
                </a:cubicBezTo>
                <a:cubicBezTo>
                  <a:pt x="6192408" y="32849"/>
                  <a:pt x="6191010" y="34457"/>
                  <a:pt x="6189519" y="36344"/>
                </a:cubicBezTo>
                <a:lnTo>
                  <a:pt x="6189519" y="66440"/>
                </a:lnTo>
                <a:lnTo>
                  <a:pt x="6181319" y="66440"/>
                </a:lnTo>
                <a:lnTo>
                  <a:pt x="6181319" y="19662"/>
                </a:lnTo>
                <a:close/>
                <a:moveTo>
                  <a:pt x="6268308" y="53674"/>
                </a:moveTo>
                <a:cubicBezTo>
                  <a:pt x="6268308" y="55320"/>
                  <a:pt x="6268028" y="56795"/>
                  <a:pt x="6267469" y="58100"/>
                </a:cubicBezTo>
                <a:cubicBezTo>
                  <a:pt x="6266910" y="59404"/>
                  <a:pt x="6266149" y="60561"/>
                  <a:pt x="6265186" y="61571"/>
                </a:cubicBezTo>
                <a:cubicBezTo>
                  <a:pt x="6264223" y="62580"/>
                  <a:pt x="6263105" y="63442"/>
                  <a:pt x="6261831" y="64157"/>
                </a:cubicBezTo>
                <a:cubicBezTo>
                  <a:pt x="6260558" y="64871"/>
                  <a:pt x="6259199" y="65461"/>
                  <a:pt x="6257755" y="65927"/>
                </a:cubicBezTo>
                <a:cubicBezTo>
                  <a:pt x="6256310" y="66393"/>
                  <a:pt x="6254827" y="66735"/>
                  <a:pt x="6253305" y="66952"/>
                </a:cubicBezTo>
                <a:cubicBezTo>
                  <a:pt x="6251783" y="67170"/>
                  <a:pt x="6250292" y="67278"/>
                  <a:pt x="6248832" y="67278"/>
                </a:cubicBezTo>
                <a:cubicBezTo>
                  <a:pt x="6245664" y="67278"/>
                  <a:pt x="6242752" y="67139"/>
                  <a:pt x="6240096" y="66859"/>
                </a:cubicBezTo>
                <a:cubicBezTo>
                  <a:pt x="6237441" y="66579"/>
                  <a:pt x="6234839" y="66129"/>
                  <a:pt x="6232292" y="65508"/>
                </a:cubicBezTo>
                <a:lnTo>
                  <a:pt x="6232292" y="58053"/>
                </a:lnTo>
                <a:cubicBezTo>
                  <a:pt x="6235026" y="58830"/>
                  <a:pt x="6237744" y="59420"/>
                  <a:pt x="6240446" y="59824"/>
                </a:cubicBezTo>
                <a:cubicBezTo>
                  <a:pt x="6243148" y="60227"/>
                  <a:pt x="6245835" y="60429"/>
                  <a:pt x="6248506" y="60429"/>
                </a:cubicBezTo>
                <a:cubicBezTo>
                  <a:pt x="6252389" y="60429"/>
                  <a:pt x="6255262" y="59901"/>
                  <a:pt x="6257126" y="58845"/>
                </a:cubicBezTo>
                <a:cubicBezTo>
                  <a:pt x="6258989" y="57789"/>
                  <a:pt x="6259921" y="56283"/>
                  <a:pt x="6259921" y="54326"/>
                </a:cubicBezTo>
                <a:cubicBezTo>
                  <a:pt x="6259921" y="53487"/>
                  <a:pt x="6259774" y="52734"/>
                  <a:pt x="6259479" y="52066"/>
                </a:cubicBezTo>
                <a:cubicBezTo>
                  <a:pt x="6259183" y="51398"/>
                  <a:pt x="6258648" y="50762"/>
                  <a:pt x="6257871" y="50156"/>
                </a:cubicBezTo>
                <a:cubicBezTo>
                  <a:pt x="6257095" y="49550"/>
                  <a:pt x="6255891" y="48921"/>
                  <a:pt x="6254260" y="48269"/>
                </a:cubicBezTo>
                <a:cubicBezTo>
                  <a:pt x="6252630" y="47617"/>
                  <a:pt x="6250401" y="46871"/>
                  <a:pt x="6247574" y="46033"/>
                </a:cubicBezTo>
                <a:cubicBezTo>
                  <a:pt x="6245462" y="45411"/>
                  <a:pt x="6243513" y="44705"/>
                  <a:pt x="6241727" y="43913"/>
                </a:cubicBezTo>
                <a:cubicBezTo>
                  <a:pt x="6239941" y="43121"/>
                  <a:pt x="6238396" y="42181"/>
                  <a:pt x="6237091" y="41094"/>
                </a:cubicBezTo>
                <a:cubicBezTo>
                  <a:pt x="6235787" y="40007"/>
                  <a:pt x="6234762" y="38733"/>
                  <a:pt x="6234016" y="37273"/>
                </a:cubicBezTo>
                <a:cubicBezTo>
                  <a:pt x="6233271" y="35813"/>
                  <a:pt x="6232898" y="34090"/>
                  <a:pt x="6232898" y="32102"/>
                </a:cubicBezTo>
                <a:cubicBezTo>
                  <a:pt x="6232898" y="30797"/>
                  <a:pt x="6233201" y="29368"/>
                  <a:pt x="6233807" y="27815"/>
                </a:cubicBezTo>
                <a:cubicBezTo>
                  <a:pt x="6234412" y="26262"/>
                  <a:pt x="6235445" y="24818"/>
                  <a:pt x="6236905" y="23482"/>
                </a:cubicBezTo>
                <a:cubicBezTo>
                  <a:pt x="6238365" y="22147"/>
                  <a:pt x="6240337" y="21036"/>
                  <a:pt x="6242822" y="20151"/>
                </a:cubicBezTo>
                <a:cubicBezTo>
                  <a:pt x="6245307" y="19266"/>
                  <a:pt x="6248413" y="18823"/>
                  <a:pt x="6252140" y="18823"/>
                </a:cubicBezTo>
                <a:cubicBezTo>
                  <a:pt x="6253973" y="18823"/>
                  <a:pt x="6256007" y="18924"/>
                  <a:pt x="6258244" y="19126"/>
                </a:cubicBezTo>
                <a:cubicBezTo>
                  <a:pt x="6260480" y="19328"/>
                  <a:pt x="6262810" y="19677"/>
                  <a:pt x="6265233" y="20174"/>
                </a:cubicBezTo>
                <a:lnTo>
                  <a:pt x="6265233" y="27396"/>
                </a:lnTo>
                <a:cubicBezTo>
                  <a:pt x="6262686" y="26775"/>
                  <a:pt x="6260271" y="26316"/>
                  <a:pt x="6257988" y="26021"/>
                </a:cubicBezTo>
                <a:cubicBezTo>
                  <a:pt x="6255705" y="25726"/>
                  <a:pt x="6253724" y="25579"/>
                  <a:pt x="6252047" y="25579"/>
                </a:cubicBezTo>
                <a:cubicBezTo>
                  <a:pt x="6250028" y="25579"/>
                  <a:pt x="6248328" y="25734"/>
                  <a:pt x="6246945" y="26045"/>
                </a:cubicBezTo>
                <a:cubicBezTo>
                  <a:pt x="6245563" y="26355"/>
                  <a:pt x="6244445" y="26782"/>
                  <a:pt x="6243591" y="27326"/>
                </a:cubicBezTo>
                <a:cubicBezTo>
                  <a:pt x="6242737" y="27870"/>
                  <a:pt x="6242123" y="28506"/>
                  <a:pt x="6241750" y="29236"/>
                </a:cubicBezTo>
                <a:cubicBezTo>
                  <a:pt x="6241378" y="29966"/>
                  <a:pt x="6241191" y="30750"/>
                  <a:pt x="6241191" y="31589"/>
                </a:cubicBezTo>
                <a:cubicBezTo>
                  <a:pt x="6241191" y="32428"/>
                  <a:pt x="6241354" y="33189"/>
                  <a:pt x="6241681" y="33872"/>
                </a:cubicBezTo>
                <a:cubicBezTo>
                  <a:pt x="6242007" y="34555"/>
                  <a:pt x="6242612" y="35215"/>
                  <a:pt x="6243498" y="35852"/>
                </a:cubicBezTo>
                <a:cubicBezTo>
                  <a:pt x="6244383" y="36489"/>
                  <a:pt x="6245618" y="37126"/>
                  <a:pt x="6247202" y="37762"/>
                </a:cubicBezTo>
                <a:cubicBezTo>
                  <a:pt x="6248786" y="38399"/>
                  <a:pt x="6250851" y="39090"/>
                  <a:pt x="6253398" y="39836"/>
                </a:cubicBezTo>
                <a:cubicBezTo>
                  <a:pt x="6256163" y="40643"/>
                  <a:pt x="6258492" y="41490"/>
                  <a:pt x="6260387" y="42375"/>
                </a:cubicBezTo>
                <a:cubicBezTo>
                  <a:pt x="6262282" y="43260"/>
                  <a:pt x="6263819" y="44246"/>
                  <a:pt x="6265000" y="45334"/>
                </a:cubicBezTo>
                <a:cubicBezTo>
                  <a:pt x="6266180" y="46421"/>
                  <a:pt x="6267026" y="47648"/>
                  <a:pt x="6267539" y="49014"/>
                </a:cubicBezTo>
                <a:cubicBezTo>
                  <a:pt x="6268051" y="50381"/>
                  <a:pt x="6268308" y="51934"/>
                  <a:pt x="6268308" y="53674"/>
                </a:cubicBezTo>
                <a:close/>
                <a:moveTo>
                  <a:pt x="6299060" y="26371"/>
                </a:moveTo>
                <a:lnTo>
                  <a:pt x="6285222" y="26371"/>
                </a:lnTo>
                <a:lnTo>
                  <a:pt x="6285222" y="19662"/>
                </a:lnTo>
                <a:lnTo>
                  <a:pt x="6307260" y="19662"/>
                </a:lnTo>
                <a:lnTo>
                  <a:pt x="6307260" y="59684"/>
                </a:lnTo>
                <a:lnTo>
                  <a:pt x="6321191" y="59684"/>
                </a:lnTo>
                <a:lnTo>
                  <a:pt x="6321191" y="66440"/>
                </a:lnTo>
                <a:lnTo>
                  <a:pt x="6283685" y="66440"/>
                </a:lnTo>
                <a:lnTo>
                  <a:pt x="6283685" y="59684"/>
                </a:lnTo>
                <a:lnTo>
                  <a:pt x="6299060" y="59684"/>
                </a:lnTo>
                <a:lnTo>
                  <a:pt x="6299060" y="26371"/>
                </a:lnTo>
                <a:moveTo>
                  <a:pt x="6301902" y="0"/>
                </a:moveTo>
                <a:cubicBezTo>
                  <a:pt x="6302803" y="0"/>
                  <a:pt x="6303642" y="163"/>
                  <a:pt x="6304418" y="489"/>
                </a:cubicBezTo>
                <a:cubicBezTo>
                  <a:pt x="6305195" y="815"/>
                  <a:pt x="6305870" y="1274"/>
                  <a:pt x="6306445" y="1864"/>
                </a:cubicBezTo>
                <a:cubicBezTo>
                  <a:pt x="6307020" y="2454"/>
                  <a:pt x="6307470" y="3129"/>
                  <a:pt x="6307796" y="3890"/>
                </a:cubicBezTo>
                <a:cubicBezTo>
                  <a:pt x="6308122" y="4651"/>
                  <a:pt x="6308285" y="5482"/>
                  <a:pt x="6308285" y="6383"/>
                </a:cubicBezTo>
                <a:cubicBezTo>
                  <a:pt x="6308285" y="7253"/>
                  <a:pt x="6308122" y="8076"/>
                  <a:pt x="6307796" y="8852"/>
                </a:cubicBezTo>
                <a:cubicBezTo>
                  <a:pt x="6307470" y="9629"/>
                  <a:pt x="6307020" y="10312"/>
                  <a:pt x="6306445" y="10902"/>
                </a:cubicBezTo>
                <a:cubicBezTo>
                  <a:pt x="6305870" y="11493"/>
                  <a:pt x="6305195" y="11951"/>
                  <a:pt x="6304418" y="12277"/>
                </a:cubicBezTo>
                <a:cubicBezTo>
                  <a:pt x="6303642" y="12603"/>
                  <a:pt x="6302803" y="12766"/>
                  <a:pt x="6301902" y="12766"/>
                </a:cubicBezTo>
                <a:cubicBezTo>
                  <a:pt x="6301001" y="12766"/>
                  <a:pt x="6300163" y="12603"/>
                  <a:pt x="6299386" y="12277"/>
                </a:cubicBezTo>
                <a:cubicBezTo>
                  <a:pt x="6298610" y="11951"/>
                  <a:pt x="6297934" y="11493"/>
                  <a:pt x="6297360" y="10902"/>
                </a:cubicBezTo>
                <a:cubicBezTo>
                  <a:pt x="6296785" y="10312"/>
                  <a:pt x="6296335" y="9629"/>
                  <a:pt x="6296008" y="8852"/>
                </a:cubicBezTo>
                <a:cubicBezTo>
                  <a:pt x="6295682" y="8076"/>
                  <a:pt x="6295519" y="7253"/>
                  <a:pt x="6295519" y="6383"/>
                </a:cubicBezTo>
                <a:cubicBezTo>
                  <a:pt x="6295519" y="5482"/>
                  <a:pt x="6295682" y="4651"/>
                  <a:pt x="6296008" y="3890"/>
                </a:cubicBezTo>
                <a:cubicBezTo>
                  <a:pt x="6296335" y="3129"/>
                  <a:pt x="6296785" y="2454"/>
                  <a:pt x="6297360" y="1864"/>
                </a:cubicBezTo>
                <a:cubicBezTo>
                  <a:pt x="6297934" y="1274"/>
                  <a:pt x="6298610" y="815"/>
                  <a:pt x="6299386" y="489"/>
                </a:cubicBezTo>
                <a:cubicBezTo>
                  <a:pt x="6300163" y="163"/>
                  <a:pt x="6301001" y="0"/>
                  <a:pt x="6301902" y="0"/>
                </a:cubicBezTo>
                <a:close/>
                <a:moveTo>
                  <a:pt x="6375705" y="42678"/>
                </a:moveTo>
                <a:cubicBezTo>
                  <a:pt x="6375705" y="46312"/>
                  <a:pt x="6375193" y="49643"/>
                  <a:pt x="6374168" y="52672"/>
                </a:cubicBezTo>
                <a:cubicBezTo>
                  <a:pt x="6373143" y="55700"/>
                  <a:pt x="6371667" y="58294"/>
                  <a:pt x="6369742" y="60453"/>
                </a:cubicBezTo>
                <a:cubicBezTo>
                  <a:pt x="6367816" y="62611"/>
                  <a:pt x="6365471" y="64289"/>
                  <a:pt x="6362706" y="65485"/>
                </a:cubicBezTo>
                <a:cubicBezTo>
                  <a:pt x="6359942" y="66680"/>
                  <a:pt x="6356805" y="67278"/>
                  <a:pt x="6353295" y="67278"/>
                </a:cubicBezTo>
                <a:cubicBezTo>
                  <a:pt x="6349940" y="67278"/>
                  <a:pt x="6346935" y="66758"/>
                  <a:pt x="6344279" y="65717"/>
                </a:cubicBezTo>
                <a:cubicBezTo>
                  <a:pt x="6341624" y="64677"/>
                  <a:pt x="6339372" y="63147"/>
                  <a:pt x="6337524" y="61128"/>
                </a:cubicBezTo>
                <a:cubicBezTo>
                  <a:pt x="6335675" y="59109"/>
                  <a:pt x="6334262" y="56609"/>
                  <a:pt x="6333284" y="53627"/>
                </a:cubicBezTo>
                <a:cubicBezTo>
                  <a:pt x="6332305" y="50645"/>
                  <a:pt x="6331816" y="47213"/>
                  <a:pt x="6331816" y="43330"/>
                </a:cubicBezTo>
                <a:cubicBezTo>
                  <a:pt x="6331816" y="39696"/>
                  <a:pt x="6332329" y="36380"/>
                  <a:pt x="6333354" y="33383"/>
                </a:cubicBezTo>
                <a:cubicBezTo>
                  <a:pt x="6334379" y="30385"/>
                  <a:pt x="6335854" y="27807"/>
                  <a:pt x="6337780" y="25649"/>
                </a:cubicBezTo>
                <a:cubicBezTo>
                  <a:pt x="6339706" y="23490"/>
                  <a:pt x="6342051" y="21813"/>
                  <a:pt x="6344815" y="20617"/>
                </a:cubicBezTo>
                <a:cubicBezTo>
                  <a:pt x="6347580" y="19421"/>
                  <a:pt x="6350717" y="18823"/>
                  <a:pt x="6354227" y="18823"/>
                </a:cubicBezTo>
                <a:cubicBezTo>
                  <a:pt x="6357581" y="18823"/>
                  <a:pt x="6360586" y="19343"/>
                  <a:pt x="6363242" y="20384"/>
                </a:cubicBezTo>
                <a:cubicBezTo>
                  <a:pt x="6365898" y="21424"/>
                  <a:pt x="6368150" y="22946"/>
                  <a:pt x="6369998" y="24950"/>
                </a:cubicBezTo>
                <a:cubicBezTo>
                  <a:pt x="6371846" y="26953"/>
                  <a:pt x="6373259" y="29446"/>
                  <a:pt x="6374238" y="32428"/>
                </a:cubicBezTo>
                <a:cubicBezTo>
                  <a:pt x="6375216" y="35410"/>
                  <a:pt x="6375705" y="38826"/>
                  <a:pt x="6375705" y="42678"/>
                </a:cubicBezTo>
                <a:moveTo>
                  <a:pt x="6367412" y="43051"/>
                </a:moveTo>
                <a:cubicBezTo>
                  <a:pt x="6367412" y="40162"/>
                  <a:pt x="6367094" y="37638"/>
                  <a:pt x="6366457" y="35480"/>
                </a:cubicBezTo>
                <a:cubicBezTo>
                  <a:pt x="6365820" y="33321"/>
                  <a:pt x="6364912" y="31519"/>
                  <a:pt x="6363731" y="30075"/>
                </a:cubicBezTo>
                <a:cubicBezTo>
                  <a:pt x="6362551" y="28631"/>
                  <a:pt x="6361114" y="27543"/>
                  <a:pt x="6359422" y="26813"/>
                </a:cubicBezTo>
                <a:cubicBezTo>
                  <a:pt x="6357729" y="26084"/>
                  <a:pt x="6355842" y="25719"/>
                  <a:pt x="6353761" y="25719"/>
                </a:cubicBezTo>
                <a:cubicBezTo>
                  <a:pt x="6351338" y="25719"/>
                  <a:pt x="6349265" y="26192"/>
                  <a:pt x="6347541" y="27140"/>
                </a:cubicBezTo>
                <a:cubicBezTo>
                  <a:pt x="6345817" y="28087"/>
                  <a:pt x="6344404" y="29353"/>
                  <a:pt x="6343301" y="30937"/>
                </a:cubicBezTo>
                <a:cubicBezTo>
                  <a:pt x="6342198" y="32521"/>
                  <a:pt x="6341391" y="34361"/>
                  <a:pt x="6340878" y="36458"/>
                </a:cubicBezTo>
                <a:cubicBezTo>
                  <a:pt x="6340366" y="38555"/>
                  <a:pt x="6340109" y="40752"/>
                  <a:pt x="6340109" y="43051"/>
                </a:cubicBezTo>
                <a:cubicBezTo>
                  <a:pt x="6340109" y="45939"/>
                  <a:pt x="6340428" y="48471"/>
                  <a:pt x="6341065" y="50645"/>
                </a:cubicBezTo>
                <a:cubicBezTo>
                  <a:pt x="6341701" y="52819"/>
                  <a:pt x="6342610" y="54629"/>
                  <a:pt x="6343790" y="56073"/>
                </a:cubicBezTo>
                <a:cubicBezTo>
                  <a:pt x="6344970" y="57517"/>
                  <a:pt x="6346399" y="58604"/>
                  <a:pt x="6348077" y="59334"/>
                </a:cubicBezTo>
                <a:cubicBezTo>
                  <a:pt x="6349754" y="60064"/>
                  <a:pt x="6351649" y="60429"/>
                  <a:pt x="6353761" y="60429"/>
                </a:cubicBezTo>
                <a:cubicBezTo>
                  <a:pt x="6356183" y="60429"/>
                  <a:pt x="6358257" y="59956"/>
                  <a:pt x="6359981" y="59008"/>
                </a:cubicBezTo>
                <a:cubicBezTo>
                  <a:pt x="6361705" y="58061"/>
                  <a:pt x="6363118" y="56795"/>
                  <a:pt x="6364221" y="55211"/>
                </a:cubicBezTo>
                <a:cubicBezTo>
                  <a:pt x="6365323" y="53627"/>
                  <a:pt x="6366131" y="51787"/>
                  <a:pt x="6366643" y="49690"/>
                </a:cubicBezTo>
                <a:cubicBezTo>
                  <a:pt x="6367156" y="47593"/>
                  <a:pt x="6367412" y="45380"/>
                  <a:pt x="6367412" y="43051"/>
                </a:cubicBezTo>
                <a:close/>
                <a:moveTo>
                  <a:pt x="6386843" y="19662"/>
                </a:moveTo>
                <a:lnTo>
                  <a:pt x="6394064" y="19662"/>
                </a:lnTo>
                <a:lnTo>
                  <a:pt x="6394391" y="27210"/>
                </a:lnTo>
                <a:cubicBezTo>
                  <a:pt x="6395757" y="25594"/>
                  <a:pt x="6397077" y="24251"/>
                  <a:pt x="6398351" y="23179"/>
                </a:cubicBezTo>
                <a:cubicBezTo>
                  <a:pt x="6399624" y="22108"/>
                  <a:pt x="6400875" y="21246"/>
                  <a:pt x="6402102" y="20593"/>
                </a:cubicBezTo>
                <a:cubicBezTo>
                  <a:pt x="6403328" y="19941"/>
                  <a:pt x="6404579" y="19483"/>
                  <a:pt x="6405852" y="19219"/>
                </a:cubicBezTo>
                <a:cubicBezTo>
                  <a:pt x="6407126" y="18955"/>
                  <a:pt x="6408446" y="18823"/>
                  <a:pt x="6409812" y="18823"/>
                </a:cubicBezTo>
                <a:cubicBezTo>
                  <a:pt x="6414627" y="18823"/>
                  <a:pt x="6418269" y="20244"/>
                  <a:pt x="6420738" y="23086"/>
                </a:cubicBezTo>
                <a:cubicBezTo>
                  <a:pt x="6423208" y="25928"/>
                  <a:pt x="6424442" y="30207"/>
                  <a:pt x="6424442" y="35922"/>
                </a:cubicBezTo>
                <a:lnTo>
                  <a:pt x="6424442" y="66440"/>
                </a:lnTo>
                <a:lnTo>
                  <a:pt x="6416335" y="66440"/>
                </a:lnTo>
                <a:lnTo>
                  <a:pt x="6416335" y="36574"/>
                </a:lnTo>
                <a:cubicBezTo>
                  <a:pt x="6416335" y="32909"/>
                  <a:pt x="6415652" y="30199"/>
                  <a:pt x="6414285" y="28444"/>
                </a:cubicBezTo>
                <a:cubicBezTo>
                  <a:pt x="6412919" y="26689"/>
                  <a:pt x="6410884" y="25812"/>
                  <a:pt x="6408182" y="25812"/>
                </a:cubicBezTo>
                <a:cubicBezTo>
                  <a:pt x="6407188" y="25812"/>
                  <a:pt x="6406217" y="25959"/>
                  <a:pt x="6405270" y="26254"/>
                </a:cubicBezTo>
                <a:cubicBezTo>
                  <a:pt x="6404322" y="26549"/>
                  <a:pt x="6403336" y="27062"/>
                  <a:pt x="6402311" y="27792"/>
                </a:cubicBezTo>
                <a:cubicBezTo>
                  <a:pt x="6401286" y="28522"/>
                  <a:pt x="6400176" y="29508"/>
                  <a:pt x="6398980" y="30750"/>
                </a:cubicBezTo>
                <a:cubicBezTo>
                  <a:pt x="6397784" y="31993"/>
                  <a:pt x="6396441" y="33546"/>
                  <a:pt x="6394950" y="35410"/>
                </a:cubicBezTo>
                <a:lnTo>
                  <a:pt x="6394950" y="66440"/>
                </a:lnTo>
                <a:lnTo>
                  <a:pt x="6386843" y="66440"/>
                </a:lnTo>
                <a:lnTo>
                  <a:pt x="6386843" y="19662"/>
                </a:lnTo>
                <a:close/>
                <a:moveTo>
                  <a:pt x="6454636" y="26371"/>
                </a:moveTo>
                <a:lnTo>
                  <a:pt x="6440798" y="26371"/>
                </a:lnTo>
                <a:lnTo>
                  <a:pt x="6440798" y="19662"/>
                </a:lnTo>
                <a:lnTo>
                  <a:pt x="6462836" y="19662"/>
                </a:lnTo>
                <a:lnTo>
                  <a:pt x="6462836" y="59684"/>
                </a:lnTo>
                <a:lnTo>
                  <a:pt x="6476767" y="59684"/>
                </a:lnTo>
                <a:lnTo>
                  <a:pt x="6476767" y="66440"/>
                </a:lnTo>
                <a:lnTo>
                  <a:pt x="6439260" y="66440"/>
                </a:lnTo>
                <a:lnTo>
                  <a:pt x="6439260" y="59684"/>
                </a:lnTo>
                <a:lnTo>
                  <a:pt x="6454636" y="59684"/>
                </a:lnTo>
                <a:lnTo>
                  <a:pt x="6454636" y="26371"/>
                </a:lnTo>
                <a:moveTo>
                  <a:pt x="6457478" y="0"/>
                </a:moveTo>
                <a:cubicBezTo>
                  <a:pt x="6458378" y="0"/>
                  <a:pt x="6459217" y="163"/>
                  <a:pt x="6459994" y="489"/>
                </a:cubicBezTo>
                <a:cubicBezTo>
                  <a:pt x="6460770" y="815"/>
                  <a:pt x="6461446" y="1274"/>
                  <a:pt x="6462020" y="1864"/>
                </a:cubicBezTo>
                <a:cubicBezTo>
                  <a:pt x="6462595" y="2454"/>
                  <a:pt x="6463045" y="3129"/>
                  <a:pt x="6463372" y="3890"/>
                </a:cubicBezTo>
                <a:cubicBezTo>
                  <a:pt x="6463698" y="4651"/>
                  <a:pt x="6463861" y="5482"/>
                  <a:pt x="6463861" y="6383"/>
                </a:cubicBezTo>
                <a:cubicBezTo>
                  <a:pt x="6463861" y="7253"/>
                  <a:pt x="6463698" y="8076"/>
                  <a:pt x="6463372" y="8852"/>
                </a:cubicBezTo>
                <a:cubicBezTo>
                  <a:pt x="6463045" y="9629"/>
                  <a:pt x="6462595" y="10312"/>
                  <a:pt x="6462020" y="10902"/>
                </a:cubicBezTo>
                <a:cubicBezTo>
                  <a:pt x="6461446" y="11493"/>
                  <a:pt x="6460770" y="11951"/>
                  <a:pt x="6459994" y="12277"/>
                </a:cubicBezTo>
                <a:cubicBezTo>
                  <a:pt x="6459217" y="12603"/>
                  <a:pt x="6458378" y="12766"/>
                  <a:pt x="6457478" y="12766"/>
                </a:cubicBezTo>
                <a:cubicBezTo>
                  <a:pt x="6456577" y="12766"/>
                  <a:pt x="6455738" y="12603"/>
                  <a:pt x="6454962" y="12277"/>
                </a:cubicBezTo>
                <a:cubicBezTo>
                  <a:pt x="6454185" y="11951"/>
                  <a:pt x="6453510" y="11493"/>
                  <a:pt x="6452935" y="10902"/>
                </a:cubicBezTo>
                <a:cubicBezTo>
                  <a:pt x="6452360" y="10312"/>
                  <a:pt x="6451910" y="9629"/>
                  <a:pt x="6451584" y="8852"/>
                </a:cubicBezTo>
                <a:cubicBezTo>
                  <a:pt x="6451258" y="8076"/>
                  <a:pt x="6451095" y="7253"/>
                  <a:pt x="6451095" y="6383"/>
                </a:cubicBezTo>
                <a:cubicBezTo>
                  <a:pt x="6451095" y="5482"/>
                  <a:pt x="6451258" y="4651"/>
                  <a:pt x="6451584" y="3890"/>
                </a:cubicBezTo>
                <a:cubicBezTo>
                  <a:pt x="6451910" y="3129"/>
                  <a:pt x="6452360" y="2454"/>
                  <a:pt x="6452935" y="1864"/>
                </a:cubicBezTo>
                <a:cubicBezTo>
                  <a:pt x="6453510" y="1274"/>
                  <a:pt x="6454185" y="815"/>
                  <a:pt x="6454962" y="489"/>
                </a:cubicBezTo>
                <a:cubicBezTo>
                  <a:pt x="6455738" y="163"/>
                  <a:pt x="6456577" y="0"/>
                  <a:pt x="6457478" y="0"/>
                </a:cubicBezTo>
                <a:close/>
                <a:moveTo>
                  <a:pt x="6490560" y="19662"/>
                </a:moveTo>
                <a:lnTo>
                  <a:pt x="6497781" y="19662"/>
                </a:lnTo>
                <a:lnTo>
                  <a:pt x="6498108" y="27210"/>
                </a:lnTo>
                <a:cubicBezTo>
                  <a:pt x="6499474" y="25594"/>
                  <a:pt x="6500794" y="24251"/>
                  <a:pt x="6502068" y="23179"/>
                </a:cubicBezTo>
                <a:cubicBezTo>
                  <a:pt x="6503341" y="22108"/>
                  <a:pt x="6504592" y="21246"/>
                  <a:pt x="6505818" y="20593"/>
                </a:cubicBezTo>
                <a:cubicBezTo>
                  <a:pt x="6507045" y="19941"/>
                  <a:pt x="6508296" y="19483"/>
                  <a:pt x="6509569" y="19219"/>
                </a:cubicBezTo>
                <a:cubicBezTo>
                  <a:pt x="6510843" y="18955"/>
                  <a:pt x="6512163" y="18823"/>
                  <a:pt x="6513529" y="18823"/>
                </a:cubicBezTo>
                <a:cubicBezTo>
                  <a:pt x="6518344" y="18823"/>
                  <a:pt x="6521986" y="20244"/>
                  <a:pt x="6524455" y="23086"/>
                </a:cubicBezTo>
                <a:cubicBezTo>
                  <a:pt x="6526924" y="25928"/>
                  <a:pt x="6528159" y="30207"/>
                  <a:pt x="6528159" y="35922"/>
                </a:cubicBezTo>
                <a:lnTo>
                  <a:pt x="6528159" y="66440"/>
                </a:lnTo>
                <a:lnTo>
                  <a:pt x="6520052" y="66440"/>
                </a:lnTo>
                <a:lnTo>
                  <a:pt x="6520052" y="36574"/>
                </a:lnTo>
                <a:cubicBezTo>
                  <a:pt x="6520052" y="32909"/>
                  <a:pt x="6519369" y="30199"/>
                  <a:pt x="6518002" y="28444"/>
                </a:cubicBezTo>
                <a:cubicBezTo>
                  <a:pt x="6516636" y="26689"/>
                  <a:pt x="6514601" y="25812"/>
                  <a:pt x="6511899" y="25812"/>
                </a:cubicBezTo>
                <a:cubicBezTo>
                  <a:pt x="6510905" y="25812"/>
                  <a:pt x="6509934" y="25959"/>
                  <a:pt x="6508987" y="26254"/>
                </a:cubicBezTo>
                <a:cubicBezTo>
                  <a:pt x="6508039" y="26549"/>
                  <a:pt x="6507053" y="27062"/>
                  <a:pt x="6506028" y="27792"/>
                </a:cubicBezTo>
                <a:cubicBezTo>
                  <a:pt x="6505003" y="28522"/>
                  <a:pt x="6503893" y="29508"/>
                  <a:pt x="6502697" y="30750"/>
                </a:cubicBezTo>
                <a:cubicBezTo>
                  <a:pt x="6501501" y="31993"/>
                  <a:pt x="6500158" y="33546"/>
                  <a:pt x="6498667" y="35410"/>
                </a:cubicBezTo>
                <a:lnTo>
                  <a:pt x="6498667" y="66440"/>
                </a:lnTo>
                <a:lnTo>
                  <a:pt x="6490560" y="66440"/>
                </a:lnTo>
                <a:lnTo>
                  <a:pt x="6490560" y="19662"/>
                </a:lnTo>
                <a:close/>
                <a:moveTo>
                  <a:pt x="6576104" y="26278"/>
                </a:moveTo>
                <a:cubicBezTo>
                  <a:pt x="6576974" y="27365"/>
                  <a:pt x="6577649" y="28631"/>
                  <a:pt x="6578131" y="30075"/>
                </a:cubicBezTo>
                <a:cubicBezTo>
                  <a:pt x="6578612" y="31519"/>
                  <a:pt x="6578853" y="33080"/>
                  <a:pt x="6578853" y="34757"/>
                </a:cubicBezTo>
                <a:cubicBezTo>
                  <a:pt x="6578853" y="37180"/>
                  <a:pt x="6578410" y="39393"/>
                  <a:pt x="6577525" y="41397"/>
                </a:cubicBezTo>
                <a:cubicBezTo>
                  <a:pt x="6576640" y="43400"/>
                  <a:pt x="6575390" y="45116"/>
                  <a:pt x="6573774" y="46545"/>
                </a:cubicBezTo>
                <a:cubicBezTo>
                  <a:pt x="6572159" y="47974"/>
                  <a:pt x="6570226" y="49084"/>
                  <a:pt x="6567974" y="49876"/>
                </a:cubicBezTo>
                <a:cubicBezTo>
                  <a:pt x="6565722" y="50668"/>
                  <a:pt x="6563245" y="51064"/>
                  <a:pt x="6560542" y="51064"/>
                </a:cubicBezTo>
                <a:cubicBezTo>
                  <a:pt x="6558586" y="51064"/>
                  <a:pt x="6556753" y="50855"/>
                  <a:pt x="6555045" y="50435"/>
                </a:cubicBezTo>
                <a:cubicBezTo>
                  <a:pt x="6553336" y="50016"/>
                  <a:pt x="6551985" y="49496"/>
                  <a:pt x="6550991" y="48875"/>
                </a:cubicBezTo>
                <a:cubicBezTo>
                  <a:pt x="6550401" y="49744"/>
                  <a:pt x="6549904" y="50566"/>
                  <a:pt x="6549500" y="51340"/>
                </a:cubicBezTo>
                <a:cubicBezTo>
                  <a:pt x="6549096" y="52112"/>
                  <a:pt x="6548894" y="52977"/>
                  <a:pt x="6548894" y="53934"/>
                </a:cubicBezTo>
                <a:cubicBezTo>
                  <a:pt x="6548894" y="55107"/>
                  <a:pt x="6549461" y="56079"/>
                  <a:pt x="6550595" y="56850"/>
                </a:cubicBezTo>
                <a:cubicBezTo>
                  <a:pt x="6551729" y="57621"/>
                  <a:pt x="6553227" y="58038"/>
                  <a:pt x="6555091" y="58100"/>
                </a:cubicBezTo>
                <a:lnTo>
                  <a:pt x="6567391" y="58566"/>
                </a:lnTo>
                <a:cubicBezTo>
                  <a:pt x="6569721" y="58628"/>
                  <a:pt x="6571872" y="58923"/>
                  <a:pt x="6573844" y="59452"/>
                </a:cubicBezTo>
                <a:cubicBezTo>
                  <a:pt x="6575817" y="59981"/>
                  <a:pt x="6577509" y="60744"/>
                  <a:pt x="6578923" y="61740"/>
                </a:cubicBezTo>
                <a:cubicBezTo>
                  <a:pt x="6580336" y="62735"/>
                  <a:pt x="6581439" y="63963"/>
                  <a:pt x="6582231" y="65426"/>
                </a:cubicBezTo>
                <a:cubicBezTo>
                  <a:pt x="6583023" y="66888"/>
                  <a:pt x="6583419" y="68584"/>
                  <a:pt x="6583419" y="70513"/>
                </a:cubicBezTo>
                <a:cubicBezTo>
                  <a:pt x="6583419" y="72598"/>
                  <a:pt x="6582968" y="74574"/>
                  <a:pt x="6582068" y="76441"/>
                </a:cubicBezTo>
                <a:cubicBezTo>
                  <a:pt x="6581167" y="78307"/>
                  <a:pt x="6579777" y="79948"/>
                  <a:pt x="6577898" y="81364"/>
                </a:cubicBezTo>
                <a:cubicBezTo>
                  <a:pt x="6576019" y="82780"/>
                  <a:pt x="6573635" y="83908"/>
                  <a:pt x="6570746" y="84747"/>
                </a:cubicBezTo>
                <a:cubicBezTo>
                  <a:pt x="6567857" y="85588"/>
                  <a:pt x="6564425" y="86008"/>
                  <a:pt x="6560449" y="86008"/>
                </a:cubicBezTo>
                <a:cubicBezTo>
                  <a:pt x="6556660" y="86008"/>
                  <a:pt x="6553437" y="85705"/>
                  <a:pt x="6550781" y="85098"/>
                </a:cubicBezTo>
                <a:cubicBezTo>
                  <a:pt x="6548126" y="84491"/>
                  <a:pt x="6545944" y="83651"/>
                  <a:pt x="6544235" y="82578"/>
                </a:cubicBezTo>
                <a:cubicBezTo>
                  <a:pt x="6542527" y="81504"/>
                  <a:pt x="6541284" y="80228"/>
                  <a:pt x="6540508" y="78750"/>
                </a:cubicBezTo>
                <a:cubicBezTo>
                  <a:pt x="6539731" y="77273"/>
                  <a:pt x="6539343" y="75647"/>
                  <a:pt x="6539343" y="73874"/>
                </a:cubicBezTo>
                <a:cubicBezTo>
                  <a:pt x="6539343" y="71603"/>
                  <a:pt x="6539871" y="69611"/>
                  <a:pt x="6540927" y="67900"/>
                </a:cubicBezTo>
                <a:cubicBezTo>
                  <a:pt x="6541983" y="66190"/>
                  <a:pt x="6543614" y="64541"/>
                  <a:pt x="6545819" y="62954"/>
                </a:cubicBezTo>
                <a:cubicBezTo>
                  <a:pt x="6545012" y="62582"/>
                  <a:pt x="6544313" y="62117"/>
                  <a:pt x="6543723" y="61559"/>
                </a:cubicBezTo>
                <a:cubicBezTo>
                  <a:pt x="6543133" y="61001"/>
                  <a:pt x="6542651" y="60389"/>
                  <a:pt x="6542278" y="59723"/>
                </a:cubicBezTo>
                <a:cubicBezTo>
                  <a:pt x="6541906" y="59056"/>
                  <a:pt x="6541626" y="58351"/>
                  <a:pt x="6541440" y="57608"/>
                </a:cubicBezTo>
                <a:cubicBezTo>
                  <a:pt x="6541253" y="56863"/>
                  <a:pt x="6541160" y="56135"/>
                  <a:pt x="6541160" y="55422"/>
                </a:cubicBezTo>
                <a:cubicBezTo>
                  <a:pt x="6541160" y="53407"/>
                  <a:pt x="6541634" y="51563"/>
                  <a:pt x="6542581" y="49889"/>
                </a:cubicBezTo>
                <a:cubicBezTo>
                  <a:pt x="6543529" y="48216"/>
                  <a:pt x="6544655" y="46635"/>
                  <a:pt x="6545959" y="45147"/>
                </a:cubicBezTo>
                <a:cubicBezTo>
                  <a:pt x="6545369" y="44433"/>
                  <a:pt x="6544849" y="43734"/>
                  <a:pt x="6544398" y="43051"/>
                </a:cubicBezTo>
                <a:cubicBezTo>
                  <a:pt x="6543948" y="42367"/>
                  <a:pt x="6543560" y="41630"/>
                  <a:pt x="6543234" y="40838"/>
                </a:cubicBezTo>
                <a:cubicBezTo>
                  <a:pt x="6542907" y="40045"/>
                  <a:pt x="6542659" y="39191"/>
                  <a:pt x="6542488" y="38275"/>
                </a:cubicBezTo>
                <a:cubicBezTo>
                  <a:pt x="6542317" y="37359"/>
                  <a:pt x="6542232" y="36310"/>
                  <a:pt x="6542232" y="35130"/>
                </a:cubicBezTo>
                <a:cubicBezTo>
                  <a:pt x="6542232" y="32707"/>
                  <a:pt x="6542674" y="30494"/>
                  <a:pt x="6543560" y="28491"/>
                </a:cubicBezTo>
                <a:cubicBezTo>
                  <a:pt x="6544445" y="26487"/>
                  <a:pt x="6545687" y="24771"/>
                  <a:pt x="6547287" y="23342"/>
                </a:cubicBezTo>
                <a:cubicBezTo>
                  <a:pt x="6548887" y="21914"/>
                  <a:pt x="6550812" y="20803"/>
                  <a:pt x="6553064" y="20011"/>
                </a:cubicBezTo>
                <a:cubicBezTo>
                  <a:pt x="6555316" y="19219"/>
                  <a:pt x="6557809" y="18823"/>
                  <a:pt x="6560542" y="18823"/>
                </a:cubicBezTo>
                <a:cubicBezTo>
                  <a:pt x="6561692" y="18823"/>
                  <a:pt x="6562794" y="18901"/>
                  <a:pt x="6563850" y="19056"/>
                </a:cubicBezTo>
                <a:cubicBezTo>
                  <a:pt x="6564906" y="19211"/>
                  <a:pt x="6565838" y="19413"/>
                  <a:pt x="6566646" y="19662"/>
                </a:cubicBezTo>
                <a:lnTo>
                  <a:pt x="6583605" y="19662"/>
                </a:lnTo>
                <a:lnTo>
                  <a:pt x="6583605" y="26278"/>
                </a:lnTo>
                <a:lnTo>
                  <a:pt x="6576104" y="26278"/>
                </a:lnTo>
                <a:moveTo>
                  <a:pt x="6547963" y="73175"/>
                </a:moveTo>
                <a:cubicBezTo>
                  <a:pt x="6547963" y="75387"/>
                  <a:pt x="6549112" y="76999"/>
                  <a:pt x="6551410" y="78012"/>
                </a:cubicBezTo>
                <a:cubicBezTo>
                  <a:pt x="6553709" y="79025"/>
                  <a:pt x="6556908" y="79532"/>
                  <a:pt x="6561008" y="79532"/>
                </a:cubicBezTo>
                <a:cubicBezTo>
                  <a:pt x="6563586" y="79532"/>
                  <a:pt x="6565753" y="79298"/>
                  <a:pt x="6567508" y="78830"/>
                </a:cubicBezTo>
                <a:cubicBezTo>
                  <a:pt x="6569263" y="78363"/>
                  <a:pt x="6570676" y="77748"/>
                  <a:pt x="6571748" y="76984"/>
                </a:cubicBezTo>
                <a:cubicBezTo>
                  <a:pt x="6572819" y="76220"/>
                  <a:pt x="6573588" y="75347"/>
                  <a:pt x="6574054" y="74366"/>
                </a:cubicBezTo>
                <a:cubicBezTo>
                  <a:pt x="6574520" y="73385"/>
                  <a:pt x="6574753" y="72380"/>
                  <a:pt x="6574753" y="71351"/>
                </a:cubicBezTo>
                <a:cubicBezTo>
                  <a:pt x="6574753" y="69449"/>
                  <a:pt x="6573976" y="68047"/>
                  <a:pt x="6572423" y="67143"/>
                </a:cubicBezTo>
                <a:cubicBezTo>
                  <a:pt x="6570870" y="66239"/>
                  <a:pt x="6568494" y="65710"/>
                  <a:pt x="6565295" y="65554"/>
                </a:cubicBezTo>
                <a:lnTo>
                  <a:pt x="6553088" y="65135"/>
                </a:lnTo>
                <a:cubicBezTo>
                  <a:pt x="6552063" y="65820"/>
                  <a:pt x="6551216" y="66490"/>
                  <a:pt x="6550548" y="67144"/>
                </a:cubicBezTo>
                <a:cubicBezTo>
                  <a:pt x="6549881" y="67800"/>
                  <a:pt x="6549360" y="68462"/>
                  <a:pt x="6548988" y="69132"/>
                </a:cubicBezTo>
                <a:cubicBezTo>
                  <a:pt x="6548615" y="69802"/>
                  <a:pt x="6548351" y="70471"/>
                  <a:pt x="6548196" y="71141"/>
                </a:cubicBezTo>
                <a:cubicBezTo>
                  <a:pt x="6548040" y="71812"/>
                  <a:pt x="6547963" y="72490"/>
                  <a:pt x="6547963" y="73175"/>
                </a:cubicBezTo>
                <a:moveTo>
                  <a:pt x="6550432" y="34944"/>
                </a:moveTo>
                <a:cubicBezTo>
                  <a:pt x="6550432" y="36435"/>
                  <a:pt x="6550680" y="37801"/>
                  <a:pt x="6551177" y="39044"/>
                </a:cubicBezTo>
                <a:cubicBezTo>
                  <a:pt x="6551674" y="40286"/>
                  <a:pt x="6552373" y="41342"/>
                  <a:pt x="6553274" y="42212"/>
                </a:cubicBezTo>
                <a:cubicBezTo>
                  <a:pt x="6554175" y="43082"/>
                  <a:pt x="6555239" y="43757"/>
                  <a:pt x="6556466" y="44239"/>
                </a:cubicBezTo>
                <a:cubicBezTo>
                  <a:pt x="6557693" y="44720"/>
                  <a:pt x="6559051" y="44961"/>
                  <a:pt x="6560542" y="44961"/>
                </a:cubicBezTo>
                <a:cubicBezTo>
                  <a:pt x="6562158" y="44961"/>
                  <a:pt x="6563594" y="44689"/>
                  <a:pt x="6564852" y="44146"/>
                </a:cubicBezTo>
                <a:cubicBezTo>
                  <a:pt x="6566110" y="43602"/>
                  <a:pt x="6567166" y="42864"/>
                  <a:pt x="6568020" y="41932"/>
                </a:cubicBezTo>
                <a:cubicBezTo>
                  <a:pt x="6568874" y="41001"/>
                  <a:pt x="6569527" y="39929"/>
                  <a:pt x="6569977" y="38718"/>
                </a:cubicBezTo>
                <a:cubicBezTo>
                  <a:pt x="6570428" y="37506"/>
                  <a:pt x="6570653" y="36248"/>
                  <a:pt x="6570653" y="34944"/>
                </a:cubicBezTo>
                <a:cubicBezTo>
                  <a:pt x="6570653" y="33453"/>
                  <a:pt x="6570404" y="32086"/>
                  <a:pt x="6569907" y="30844"/>
                </a:cubicBezTo>
                <a:cubicBezTo>
                  <a:pt x="6569410" y="29601"/>
                  <a:pt x="6568711" y="28545"/>
                  <a:pt x="6567811" y="27675"/>
                </a:cubicBezTo>
                <a:cubicBezTo>
                  <a:pt x="6566910" y="26806"/>
                  <a:pt x="6565846" y="26130"/>
                  <a:pt x="6564619" y="25649"/>
                </a:cubicBezTo>
                <a:cubicBezTo>
                  <a:pt x="6563392" y="25167"/>
                  <a:pt x="6562033" y="24927"/>
                  <a:pt x="6560542" y="24927"/>
                </a:cubicBezTo>
                <a:cubicBezTo>
                  <a:pt x="6558927" y="24927"/>
                  <a:pt x="6557491" y="25206"/>
                  <a:pt x="6556233" y="25765"/>
                </a:cubicBezTo>
                <a:cubicBezTo>
                  <a:pt x="6554975" y="26324"/>
                  <a:pt x="6553919" y="27062"/>
                  <a:pt x="6553064" y="27978"/>
                </a:cubicBezTo>
                <a:cubicBezTo>
                  <a:pt x="6552210" y="28895"/>
                  <a:pt x="6551558" y="29958"/>
                  <a:pt x="6551108" y="31170"/>
                </a:cubicBezTo>
                <a:cubicBezTo>
                  <a:pt x="6550657" y="32381"/>
                  <a:pt x="6550432" y="33639"/>
                  <a:pt x="6550432" y="34944"/>
                </a:cubicBezTo>
                <a:close/>
                <a:moveTo>
                  <a:pt x="6652519" y="61687"/>
                </a:moveTo>
                <a:cubicBezTo>
                  <a:pt x="6652519" y="62433"/>
                  <a:pt x="6652379" y="63147"/>
                  <a:pt x="6652099" y="63831"/>
                </a:cubicBezTo>
                <a:cubicBezTo>
                  <a:pt x="6651820" y="64514"/>
                  <a:pt x="6651439" y="65112"/>
                  <a:pt x="6650958" y="65624"/>
                </a:cubicBezTo>
                <a:cubicBezTo>
                  <a:pt x="6650476" y="66137"/>
                  <a:pt x="6649894" y="66541"/>
                  <a:pt x="6649211" y="66836"/>
                </a:cubicBezTo>
                <a:cubicBezTo>
                  <a:pt x="6648527" y="67131"/>
                  <a:pt x="6647782" y="67278"/>
                  <a:pt x="6646974" y="67278"/>
                </a:cubicBezTo>
                <a:cubicBezTo>
                  <a:pt x="6646167" y="67278"/>
                  <a:pt x="6645421" y="67131"/>
                  <a:pt x="6644738" y="66836"/>
                </a:cubicBezTo>
                <a:cubicBezTo>
                  <a:pt x="6644054" y="66541"/>
                  <a:pt x="6643472" y="66145"/>
                  <a:pt x="6642991" y="65648"/>
                </a:cubicBezTo>
                <a:cubicBezTo>
                  <a:pt x="6642509" y="65151"/>
                  <a:pt x="6642129" y="64560"/>
                  <a:pt x="6641849" y="63877"/>
                </a:cubicBezTo>
                <a:cubicBezTo>
                  <a:pt x="6641569" y="63194"/>
                  <a:pt x="6641430" y="62464"/>
                  <a:pt x="6641430" y="61687"/>
                </a:cubicBezTo>
                <a:cubicBezTo>
                  <a:pt x="6641430" y="60911"/>
                  <a:pt x="6641569" y="60181"/>
                  <a:pt x="6641849" y="59497"/>
                </a:cubicBezTo>
                <a:cubicBezTo>
                  <a:pt x="6642129" y="58814"/>
                  <a:pt x="6642509" y="58216"/>
                  <a:pt x="6642991" y="57704"/>
                </a:cubicBezTo>
                <a:cubicBezTo>
                  <a:pt x="6643472" y="57191"/>
                  <a:pt x="6644054" y="56787"/>
                  <a:pt x="6644738" y="56492"/>
                </a:cubicBezTo>
                <a:cubicBezTo>
                  <a:pt x="6645421" y="56197"/>
                  <a:pt x="6646167" y="56050"/>
                  <a:pt x="6646974" y="56050"/>
                </a:cubicBezTo>
                <a:cubicBezTo>
                  <a:pt x="6647782" y="56050"/>
                  <a:pt x="6648527" y="56197"/>
                  <a:pt x="6649211" y="56492"/>
                </a:cubicBezTo>
                <a:cubicBezTo>
                  <a:pt x="6649894" y="56787"/>
                  <a:pt x="6650476" y="57183"/>
                  <a:pt x="6650958" y="57680"/>
                </a:cubicBezTo>
                <a:cubicBezTo>
                  <a:pt x="6651439" y="58177"/>
                  <a:pt x="6651820" y="58775"/>
                  <a:pt x="6652099" y="59474"/>
                </a:cubicBezTo>
                <a:cubicBezTo>
                  <a:pt x="6652379" y="60173"/>
                  <a:pt x="6652519" y="60911"/>
                  <a:pt x="6652519" y="61687"/>
                </a:cubicBezTo>
                <a:moveTo>
                  <a:pt x="6670456" y="61687"/>
                </a:moveTo>
                <a:cubicBezTo>
                  <a:pt x="6670456" y="62433"/>
                  <a:pt x="6670317" y="63147"/>
                  <a:pt x="6670037" y="63831"/>
                </a:cubicBezTo>
                <a:cubicBezTo>
                  <a:pt x="6669757" y="64514"/>
                  <a:pt x="6669377" y="65112"/>
                  <a:pt x="6668895" y="65624"/>
                </a:cubicBezTo>
                <a:cubicBezTo>
                  <a:pt x="6668414" y="66137"/>
                  <a:pt x="6667832" y="66541"/>
                  <a:pt x="6667148" y="66836"/>
                </a:cubicBezTo>
                <a:cubicBezTo>
                  <a:pt x="6666465" y="67131"/>
                  <a:pt x="6665719" y="67278"/>
                  <a:pt x="6664912" y="67278"/>
                </a:cubicBezTo>
                <a:cubicBezTo>
                  <a:pt x="6664104" y="67278"/>
                  <a:pt x="6663359" y="67131"/>
                  <a:pt x="6662675" y="66836"/>
                </a:cubicBezTo>
                <a:cubicBezTo>
                  <a:pt x="6661992" y="66541"/>
                  <a:pt x="6661410" y="66145"/>
                  <a:pt x="6660928" y="65648"/>
                </a:cubicBezTo>
                <a:cubicBezTo>
                  <a:pt x="6660447" y="65151"/>
                  <a:pt x="6660066" y="64560"/>
                  <a:pt x="6659787" y="63877"/>
                </a:cubicBezTo>
                <a:cubicBezTo>
                  <a:pt x="6659507" y="63194"/>
                  <a:pt x="6659367" y="62464"/>
                  <a:pt x="6659367" y="61687"/>
                </a:cubicBezTo>
                <a:cubicBezTo>
                  <a:pt x="6659367" y="60911"/>
                  <a:pt x="6659507" y="60181"/>
                  <a:pt x="6659787" y="59497"/>
                </a:cubicBezTo>
                <a:cubicBezTo>
                  <a:pt x="6660066" y="58814"/>
                  <a:pt x="6660447" y="58216"/>
                  <a:pt x="6660928" y="57704"/>
                </a:cubicBezTo>
                <a:cubicBezTo>
                  <a:pt x="6661410" y="57191"/>
                  <a:pt x="6661992" y="56787"/>
                  <a:pt x="6662675" y="56492"/>
                </a:cubicBezTo>
                <a:cubicBezTo>
                  <a:pt x="6663359" y="56197"/>
                  <a:pt x="6664104" y="56050"/>
                  <a:pt x="6664912" y="56050"/>
                </a:cubicBezTo>
                <a:cubicBezTo>
                  <a:pt x="6665719" y="56050"/>
                  <a:pt x="6666465" y="56197"/>
                  <a:pt x="6667148" y="56492"/>
                </a:cubicBezTo>
                <a:cubicBezTo>
                  <a:pt x="6667832" y="56787"/>
                  <a:pt x="6668414" y="57183"/>
                  <a:pt x="6668895" y="57680"/>
                </a:cubicBezTo>
                <a:cubicBezTo>
                  <a:pt x="6669377" y="58177"/>
                  <a:pt x="6669757" y="58775"/>
                  <a:pt x="6670037" y="59474"/>
                </a:cubicBezTo>
                <a:cubicBezTo>
                  <a:pt x="6670317" y="60173"/>
                  <a:pt x="6670456" y="60911"/>
                  <a:pt x="6670456" y="61687"/>
                </a:cubicBezTo>
                <a:moveTo>
                  <a:pt x="6688394" y="61687"/>
                </a:moveTo>
                <a:cubicBezTo>
                  <a:pt x="6688394" y="62433"/>
                  <a:pt x="6688254" y="63147"/>
                  <a:pt x="6687975" y="63831"/>
                </a:cubicBezTo>
                <a:cubicBezTo>
                  <a:pt x="6687695" y="64514"/>
                  <a:pt x="6687315" y="65112"/>
                  <a:pt x="6686833" y="65624"/>
                </a:cubicBezTo>
                <a:cubicBezTo>
                  <a:pt x="6686352" y="66137"/>
                  <a:pt x="6685769" y="66541"/>
                  <a:pt x="6685086" y="66836"/>
                </a:cubicBezTo>
                <a:cubicBezTo>
                  <a:pt x="6684403" y="67131"/>
                  <a:pt x="6683657" y="67278"/>
                  <a:pt x="6682850" y="67278"/>
                </a:cubicBezTo>
                <a:cubicBezTo>
                  <a:pt x="6682042" y="67278"/>
                  <a:pt x="6681297" y="67131"/>
                  <a:pt x="6680613" y="66836"/>
                </a:cubicBezTo>
                <a:cubicBezTo>
                  <a:pt x="6679930" y="66541"/>
                  <a:pt x="6679348" y="66145"/>
                  <a:pt x="6678866" y="65648"/>
                </a:cubicBezTo>
                <a:cubicBezTo>
                  <a:pt x="6678385" y="65151"/>
                  <a:pt x="6678004" y="64560"/>
                  <a:pt x="6677725" y="63877"/>
                </a:cubicBezTo>
                <a:cubicBezTo>
                  <a:pt x="6677445" y="63194"/>
                  <a:pt x="6677305" y="62464"/>
                  <a:pt x="6677305" y="61687"/>
                </a:cubicBezTo>
                <a:cubicBezTo>
                  <a:pt x="6677305" y="60911"/>
                  <a:pt x="6677445" y="60181"/>
                  <a:pt x="6677725" y="59497"/>
                </a:cubicBezTo>
                <a:cubicBezTo>
                  <a:pt x="6678004" y="58814"/>
                  <a:pt x="6678385" y="58216"/>
                  <a:pt x="6678866" y="57704"/>
                </a:cubicBezTo>
                <a:cubicBezTo>
                  <a:pt x="6679348" y="57191"/>
                  <a:pt x="6679930" y="56787"/>
                  <a:pt x="6680613" y="56492"/>
                </a:cubicBezTo>
                <a:cubicBezTo>
                  <a:pt x="6681297" y="56197"/>
                  <a:pt x="6682042" y="56050"/>
                  <a:pt x="6682850" y="56050"/>
                </a:cubicBezTo>
                <a:cubicBezTo>
                  <a:pt x="6683657" y="56050"/>
                  <a:pt x="6684403" y="56197"/>
                  <a:pt x="6685086" y="56492"/>
                </a:cubicBezTo>
                <a:cubicBezTo>
                  <a:pt x="6685769" y="56787"/>
                  <a:pt x="6686352" y="57183"/>
                  <a:pt x="6686833" y="57680"/>
                </a:cubicBezTo>
                <a:cubicBezTo>
                  <a:pt x="6687315" y="58177"/>
                  <a:pt x="6687695" y="58775"/>
                  <a:pt x="6687975" y="59474"/>
                </a:cubicBezTo>
                <a:cubicBezTo>
                  <a:pt x="6688254" y="60173"/>
                  <a:pt x="6688394" y="60911"/>
                  <a:pt x="6688394" y="61687"/>
                </a:cubicBezTo>
                <a:close/>
                <a:moveTo>
                  <a:pt x="6712856" y="559"/>
                </a:moveTo>
                <a:lnTo>
                  <a:pt x="6711552" y="22457"/>
                </a:lnTo>
                <a:lnTo>
                  <a:pt x="6703911" y="22457"/>
                </a:lnTo>
                <a:lnTo>
                  <a:pt x="6702560" y="559"/>
                </a:lnTo>
                <a:lnTo>
                  <a:pt x="6712856" y="559"/>
                </a:lnTo>
                <a:moveTo>
                  <a:pt x="6730981" y="559"/>
                </a:moveTo>
                <a:lnTo>
                  <a:pt x="6729676" y="22457"/>
                </a:lnTo>
                <a:lnTo>
                  <a:pt x="6722035" y="22457"/>
                </a:lnTo>
                <a:lnTo>
                  <a:pt x="6720684" y="559"/>
                </a:lnTo>
                <a:lnTo>
                  <a:pt x="6730981" y="559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&quot;bug_scenario&quot;">
            <a:extLst xmlns:a="http://schemas.openxmlformats.org/drawingml/2006/main">
              <a:ext uri="{FF2B5EF4-FFF2-40B4-BE49-F238E27FC236}">
                <a16:creationId xmlns:a16="http://schemas.microsoft.com/office/drawing/2014/main" id="{179BE956-57A2-41A6-8832-95CB05AC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56" y="7214838"/>
            <a:ext cx="702598" cy="86008"/>
          </a:xfrm>
          <a:custGeom xmlns:a="http://schemas.openxmlformats.org/drawingml/2006/main">
            <a:pathLst>
              <a:path w="702598" h="86008">
                <a:moveTo>
                  <a:pt x="10297" y="559"/>
                </a:moveTo>
                <a:lnTo>
                  <a:pt x="8992" y="22457"/>
                </a:lnTo>
                <a:lnTo>
                  <a:pt x="1351" y="22457"/>
                </a:lnTo>
                <a:lnTo>
                  <a:pt x="0" y="559"/>
                </a:lnTo>
                <a:lnTo>
                  <a:pt x="10297" y="559"/>
                </a:lnTo>
                <a:moveTo>
                  <a:pt x="28421" y="559"/>
                </a:moveTo>
                <a:lnTo>
                  <a:pt x="27116" y="22457"/>
                </a:lnTo>
                <a:lnTo>
                  <a:pt x="19475" y="22457"/>
                </a:lnTo>
                <a:lnTo>
                  <a:pt x="18124" y="559"/>
                </a:lnTo>
                <a:lnTo>
                  <a:pt x="28421" y="559"/>
                </a:lnTo>
                <a:close/>
                <a:moveTo>
                  <a:pt x="87268" y="42212"/>
                </a:moveTo>
                <a:cubicBezTo>
                  <a:pt x="87268" y="46095"/>
                  <a:pt x="86732" y="49566"/>
                  <a:pt x="85661" y="52625"/>
                </a:cubicBezTo>
                <a:cubicBezTo>
                  <a:pt x="84589" y="55685"/>
                  <a:pt x="83067" y="58278"/>
                  <a:pt x="81095" y="60406"/>
                </a:cubicBezTo>
                <a:cubicBezTo>
                  <a:pt x="79122" y="62534"/>
                  <a:pt x="76723" y="64164"/>
                  <a:pt x="73896" y="65298"/>
                </a:cubicBezTo>
                <a:cubicBezTo>
                  <a:pt x="71070" y="66432"/>
                  <a:pt x="67886" y="66999"/>
                  <a:pt x="64345" y="66999"/>
                </a:cubicBezTo>
                <a:cubicBezTo>
                  <a:pt x="61581" y="66999"/>
                  <a:pt x="58754" y="66735"/>
                  <a:pt x="55865" y="66207"/>
                </a:cubicBezTo>
                <a:cubicBezTo>
                  <a:pt x="52977" y="65679"/>
                  <a:pt x="50119" y="64840"/>
                  <a:pt x="47292" y="63691"/>
                </a:cubicBezTo>
                <a:lnTo>
                  <a:pt x="47292" y="559"/>
                </a:lnTo>
                <a:lnTo>
                  <a:pt x="55399" y="559"/>
                </a:lnTo>
                <a:lnTo>
                  <a:pt x="55399" y="18715"/>
                </a:lnTo>
                <a:lnTo>
                  <a:pt x="55027" y="27396"/>
                </a:lnTo>
                <a:cubicBezTo>
                  <a:pt x="57356" y="24259"/>
                  <a:pt x="59849" y="22046"/>
                  <a:pt x="62505" y="20757"/>
                </a:cubicBezTo>
                <a:cubicBezTo>
                  <a:pt x="65160" y="19468"/>
                  <a:pt x="68010" y="18823"/>
                  <a:pt x="71054" y="18823"/>
                </a:cubicBezTo>
                <a:cubicBezTo>
                  <a:pt x="73725" y="18823"/>
                  <a:pt x="76071" y="19382"/>
                  <a:pt x="78090" y="20500"/>
                </a:cubicBezTo>
                <a:cubicBezTo>
                  <a:pt x="80108" y="21619"/>
                  <a:pt x="81801" y="23195"/>
                  <a:pt x="83168" y="25229"/>
                </a:cubicBezTo>
                <a:cubicBezTo>
                  <a:pt x="84535" y="27264"/>
                  <a:pt x="85560" y="29718"/>
                  <a:pt x="86243" y="32591"/>
                </a:cubicBezTo>
                <a:cubicBezTo>
                  <a:pt x="86926" y="35464"/>
                  <a:pt x="87268" y="38671"/>
                  <a:pt x="87268" y="42212"/>
                </a:cubicBezTo>
                <a:moveTo>
                  <a:pt x="78975" y="42585"/>
                </a:moveTo>
                <a:cubicBezTo>
                  <a:pt x="78975" y="40131"/>
                  <a:pt x="78796" y="37879"/>
                  <a:pt x="78439" y="35829"/>
                </a:cubicBezTo>
                <a:cubicBezTo>
                  <a:pt x="78082" y="33779"/>
                  <a:pt x="77515" y="32024"/>
                  <a:pt x="76738" y="30564"/>
                </a:cubicBezTo>
                <a:cubicBezTo>
                  <a:pt x="75962" y="29104"/>
                  <a:pt x="74968" y="27963"/>
                  <a:pt x="73757" y="27140"/>
                </a:cubicBezTo>
                <a:cubicBezTo>
                  <a:pt x="72545" y="26316"/>
                  <a:pt x="71101" y="25905"/>
                  <a:pt x="69423" y="25905"/>
                </a:cubicBezTo>
                <a:cubicBezTo>
                  <a:pt x="68398" y="25905"/>
                  <a:pt x="67358" y="26068"/>
                  <a:pt x="66302" y="26394"/>
                </a:cubicBezTo>
                <a:cubicBezTo>
                  <a:pt x="65246" y="26720"/>
                  <a:pt x="64151" y="27264"/>
                  <a:pt x="63017" y="28025"/>
                </a:cubicBezTo>
                <a:cubicBezTo>
                  <a:pt x="61883" y="28786"/>
                  <a:pt x="60688" y="29795"/>
                  <a:pt x="59430" y="31053"/>
                </a:cubicBezTo>
                <a:cubicBezTo>
                  <a:pt x="58172" y="32311"/>
                  <a:pt x="56828" y="33872"/>
                  <a:pt x="55399" y="35736"/>
                </a:cubicBezTo>
                <a:lnTo>
                  <a:pt x="55399" y="58426"/>
                </a:lnTo>
                <a:cubicBezTo>
                  <a:pt x="56984" y="59047"/>
                  <a:pt x="58599" y="59536"/>
                  <a:pt x="60245" y="59894"/>
                </a:cubicBezTo>
                <a:cubicBezTo>
                  <a:pt x="61891" y="60251"/>
                  <a:pt x="63460" y="60429"/>
                  <a:pt x="64951" y="60429"/>
                </a:cubicBezTo>
                <a:cubicBezTo>
                  <a:pt x="66814" y="60429"/>
                  <a:pt x="68593" y="60134"/>
                  <a:pt x="70285" y="59544"/>
                </a:cubicBezTo>
                <a:cubicBezTo>
                  <a:pt x="71978" y="58954"/>
                  <a:pt x="73469" y="57968"/>
                  <a:pt x="74758" y="56586"/>
                </a:cubicBezTo>
                <a:cubicBezTo>
                  <a:pt x="76047" y="55203"/>
                  <a:pt x="77072" y="53371"/>
                  <a:pt x="77833" y="51088"/>
                </a:cubicBezTo>
                <a:cubicBezTo>
                  <a:pt x="78594" y="48805"/>
                  <a:pt x="78975" y="45970"/>
                  <a:pt x="78975" y="42585"/>
                </a:cubicBezTo>
                <a:close/>
                <a:moveTo>
                  <a:pt x="136750" y="66440"/>
                </a:moveTo>
                <a:lnTo>
                  <a:pt x="129482" y="66440"/>
                </a:lnTo>
                <a:lnTo>
                  <a:pt x="129203" y="58892"/>
                </a:lnTo>
                <a:cubicBezTo>
                  <a:pt x="127805" y="60507"/>
                  <a:pt x="126477" y="61850"/>
                  <a:pt x="125219" y="62922"/>
                </a:cubicBezTo>
                <a:cubicBezTo>
                  <a:pt x="123961" y="63994"/>
                  <a:pt x="122711" y="64856"/>
                  <a:pt x="121468" y="65508"/>
                </a:cubicBezTo>
                <a:cubicBezTo>
                  <a:pt x="120226" y="66160"/>
                  <a:pt x="118976" y="66618"/>
                  <a:pt x="117718" y="66882"/>
                </a:cubicBezTo>
                <a:cubicBezTo>
                  <a:pt x="116460" y="67146"/>
                  <a:pt x="115132" y="67278"/>
                  <a:pt x="113734" y="67278"/>
                </a:cubicBezTo>
                <a:cubicBezTo>
                  <a:pt x="108920" y="67278"/>
                  <a:pt x="105286" y="65865"/>
                  <a:pt x="102832" y="63038"/>
                </a:cubicBezTo>
                <a:cubicBezTo>
                  <a:pt x="100378" y="60212"/>
                  <a:pt x="99151" y="55941"/>
                  <a:pt x="99151" y="50226"/>
                </a:cubicBezTo>
                <a:lnTo>
                  <a:pt x="99151" y="19662"/>
                </a:lnTo>
                <a:lnTo>
                  <a:pt x="107258" y="19662"/>
                </a:lnTo>
                <a:lnTo>
                  <a:pt x="107258" y="49573"/>
                </a:lnTo>
                <a:cubicBezTo>
                  <a:pt x="107258" y="56749"/>
                  <a:pt x="109960" y="60336"/>
                  <a:pt x="115365" y="60336"/>
                </a:cubicBezTo>
                <a:cubicBezTo>
                  <a:pt x="116359" y="60336"/>
                  <a:pt x="117329" y="60189"/>
                  <a:pt x="118277" y="59894"/>
                </a:cubicBezTo>
                <a:cubicBezTo>
                  <a:pt x="119224" y="59598"/>
                  <a:pt x="120218" y="59086"/>
                  <a:pt x="121259" y="58356"/>
                </a:cubicBezTo>
                <a:cubicBezTo>
                  <a:pt x="122299" y="57626"/>
                  <a:pt x="123417" y="56640"/>
                  <a:pt x="124613" y="55397"/>
                </a:cubicBezTo>
                <a:cubicBezTo>
                  <a:pt x="125809" y="54155"/>
                  <a:pt x="127153" y="52586"/>
                  <a:pt x="128643" y="50692"/>
                </a:cubicBezTo>
                <a:lnTo>
                  <a:pt x="128643" y="19662"/>
                </a:lnTo>
                <a:lnTo>
                  <a:pt x="136750" y="19662"/>
                </a:lnTo>
                <a:lnTo>
                  <a:pt x="136750" y="66440"/>
                </a:lnTo>
                <a:close/>
                <a:moveTo>
                  <a:pt x="184695" y="26278"/>
                </a:moveTo>
                <a:cubicBezTo>
                  <a:pt x="185565" y="27365"/>
                  <a:pt x="186240" y="28631"/>
                  <a:pt x="186722" y="30075"/>
                </a:cubicBezTo>
                <a:cubicBezTo>
                  <a:pt x="187203" y="31519"/>
                  <a:pt x="187444" y="33080"/>
                  <a:pt x="187444" y="34757"/>
                </a:cubicBezTo>
                <a:cubicBezTo>
                  <a:pt x="187444" y="37180"/>
                  <a:pt x="187001" y="39393"/>
                  <a:pt x="186116" y="41397"/>
                </a:cubicBezTo>
                <a:cubicBezTo>
                  <a:pt x="185231" y="43400"/>
                  <a:pt x="183981" y="45116"/>
                  <a:pt x="182366" y="46545"/>
                </a:cubicBezTo>
                <a:cubicBezTo>
                  <a:pt x="180750" y="47974"/>
                  <a:pt x="178817" y="49084"/>
                  <a:pt x="176565" y="49876"/>
                </a:cubicBezTo>
                <a:cubicBezTo>
                  <a:pt x="174313" y="50668"/>
                  <a:pt x="171836" y="51064"/>
                  <a:pt x="169134" y="51064"/>
                </a:cubicBezTo>
                <a:cubicBezTo>
                  <a:pt x="167177" y="51064"/>
                  <a:pt x="165344" y="50855"/>
                  <a:pt x="163636" y="50435"/>
                </a:cubicBezTo>
                <a:cubicBezTo>
                  <a:pt x="161927" y="50016"/>
                  <a:pt x="160576" y="49496"/>
                  <a:pt x="159582" y="48875"/>
                </a:cubicBezTo>
                <a:cubicBezTo>
                  <a:pt x="158992" y="49744"/>
                  <a:pt x="158495" y="50566"/>
                  <a:pt x="158091" y="51340"/>
                </a:cubicBezTo>
                <a:cubicBezTo>
                  <a:pt x="157688" y="52112"/>
                  <a:pt x="157486" y="52977"/>
                  <a:pt x="157486" y="53934"/>
                </a:cubicBezTo>
                <a:cubicBezTo>
                  <a:pt x="157486" y="55107"/>
                  <a:pt x="158053" y="56079"/>
                  <a:pt x="159186" y="56850"/>
                </a:cubicBezTo>
                <a:cubicBezTo>
                  <a:pt x="160320" y="57621"/>
                  <a:pt x="161819" y="58038"/>
                  <a:pt x="163682" y="58100"/>
                </a:cubicBezTo>
                <a:lnTo>
                  <a:pt x="175983" y="58566"/>
                </a:lnTo>
                <a:cubicBezTo>
                  <a:pt x="178312" y="58628"/>
                  <a:pt x="180463" y="58923"/>
                  <a:pt x="182436" y="59452"/>
                </a:cubicBezTo>
                <a:cubicBezTo>
                  <a:pt x="184408" y="59981"/>
                  <a:pt x="186101" y="60744"/>
                  <a:pt x="187514" y="61740"/>
                </a:cubicBezTo>
                <a:cubicBezTo>
                  <a:pt x="188927" y="62735"/>
                  <a:pt x="190030" y="63963"/>
                  <a:pt x="190822" y="65426"/>
                </a:cubicBezTo>
                <a:cubicBezTo>
                  <a:pt x="191614" y="66888"/>
                  <a:pt x="192010" y="68584"/>
                  <a:pt x="192010" y="70513"/>
                </a:cubicBezTo>
                <a:cubicBezTo>
                  <a:pt x="192010" y="72598"/>
                  <a:pt x="191560" y="74574"/>
                  <a:pt x="190659" y="76441"/>
                </a:cubicBezTo>
                <a:cubicBezTo>
                  <a:pt x="189758" y="78307"/>
                  <a:pt x="188368" y="79948"/>
                  <a:pt x="186489" y="81364"/>
                </a:cubicBezTo>
                <a:cubicBezTo>
                  <a:pt x="184610" y="82780"/>
                  <a:pt x="182226" y="83908"/>
                  <a:pt x="179337" y="84747"/>
                </a:cubicBezTo>
                <a:cubicBezTo>
                  <a:pt x="176448" y="85588"/>
                  <a:pt x="173016" y="86008"/>
                  <a:pt x="169040" y="86008"/>
                </a:cubicBezTo>
                <a:cubicBezTo>
                  <a:pt x="165251" y="86008"/>
                  <a:pt x="162028" y="85705"/>
                  <a:pt x="159373" y="85098"/>
                </a:cubicBezTo>
                <a:cubicBezTo>
                  <a:pt x="156717" y="84491"/>
                  <a:pt x="154535" y="83651"/>
                  <a:pt x="152827" y="82578"/>
                </a:cubicBezTo>
                <a:cubicBezTo>
                  <a:pt x="151118" y="81504"/>
                  <a:pt x="149876" y="80228"/>
                  <a:pt x="149099" y="78750"/>
                </a:cubicBezTo>
                <a:cubicBezTo>
                  <a:pt x="148323" y="77273"/>
                  <a:pt x="147934" y="75647"/>
                  <a:pt x="147934" y="73874"/>
                </a:cubicBezTo>
                <a:cubicBezTo>
                  <a:pt x="147934" y="71603"/>
                  <a:pt x="148462" y="69611"/>
                  <a:pt x="149519" y="67900"/>
                </a:cubicBezTo>
                <a:cubicBezTo>
                  <a:pt x="150575" y="66190"/>
                  <a:pt x="152205" y="64541"/>
                  <a:pt x="154411" y="62954"/>
                </a:cubicBezTo>
                <a:cubicBezTo>
                  <a:pt x="153603" y="62582"/>
                  <a:pt x="152904" y="62117"/>
                  <a:pt x="152314" y="61559"/>
                </a:cubicBezTo>
                <a:cubicBezTo>
                  <a:pt x="151724" y="61001"/>
                  <a:pt x="151242" y="60389"/>
                  <a:pt x="150870" y="59723"/>
                </a:cubicBezTo>
                <a:cubicBezTo>
                  <a:pt x="150497" y="59056"/>
                  <a:pt x="150217" y="58351"/>
                  <a:pt x="150031" y="57608"/>
                </a:cubicBezTo>
                <a:cubicBezTo>
                  <a:pt x="149845" y="56863"/>
                  <a:pt x="149751" y="56135"/>
                  <a:pt x="149751" y="55422"/>
                </a:cubicBezTo>
                <a:cubicBezTo>
                  <a:pt x="149751" y="53407"/>
                  <a:pt x="150225" y="51563"/>
                  <a:pt x="151173" y="49889"/>
                </a:cubicBezTo>
                <a:cubicBezTo>
                  <a:pt x="152120" y="48216"/>
                  <a:pt x="153246" y="46635"/>
                  <a:pt x="154550" y="45147"/>
                </a:cubicBezTo>
                <a:cubicBezTo>
                  <a:pt x="153960" y="44433"/>
                  <a:pt x="153440" y="43734"/>
                  <a:pt x="152990" y="43051"/>
                </a:cubicBezTo>
                <a:cubicBezTo>
                  <a:pt x="152539" y="42367"/>
                  <a:pt x="152151" y="41630"/>
                  <a:pt x="151825" y="40838"/>
                </a:cubicBezTo>
                <a:cubicBezTo>
                  <a:pt x="151499" y="40045"/>
                  <a:pt x="151250" y="39191"/>
                  <a:pt x="151079" y="38275"/>
                </a:cubicBezTo>
                <a:cubicBezTo>
                  <a:pt x="150909" y="37359"/>
                  <a:pt x="150823" y="36310"/>
                  <a:pt x="150823" y="35130"/>
                </a:cubicBezTo>
                <a:cubicBezTo>
                  <a:pt x="150823" y="32707"/>
                  <a:pt x="151266" y="30494"/>
                  <a:pt x="152151" y="28491"/>
                </a:cubicBezTo>
                <a:cubicBezTo>
                  <a:pt x="153036" y="26487"/>
                  <a:pt x="154279" y="24771"/>
                  <a:pt x="155878" y="23342"/>
                </a:cubicBezTo>
                <a:cubicBezTo>
                  <a:pt x="157478" y="21914"/>
                  <a:pt x="159404" y="20803"/>
                  <a:pt x="161656" y="20011"/>
                </a:cubicBezTo>
                <a:cubicBezTo>
                  <a:pt x="163908" y="19219"/>
                  <a:pt x="166400" y="18823"/>
                  <a:pt x="169134" y="18823"/>
                </a:cubicBezTo>
                <a:cubicBezTo>
                  <a:pt x="170283" y="18823"/>
                  <a:pt x="171386" y="18901"/>
                  <a:pt x="172442" y="19056"/>
                </a:cubicBezTo>
                <a:cubicBezTo>
                  <a:pt x="173498" y="19211"/>
                  <a:pt x="174430" y="19413"/>
                  <a:pt x="175237" y="19662"/>
                </a:cubicBezTo>
                <a:lnTo>
                  <a:pt x="192196" y="19662"/>
                </a:lnTo>
                <a:lnTo>
                  <a:pt x="192196" y="26278"/>
                </a:lnTo>
                <a:lnTo>
                  <a:pt x="184695" y="26278"/>
                </a:lnTo>
                <a:moveTo>
                  <a:pt x="156554" y="73175"/>
                </a:moveTo>
                <a:cubicBezTo>
                  <a:pt x="156554" y="75387"/>
                  <a:pt x="157703" y="76999"/>
                  <a:pt x="160002" y="78012"/>
                </a:cubicBezTo>
                <a:cubicBezTo>
                  <a:pt x="162300" y="79025"/>
                  <a:pt x="165499" y="79532"/>
                  <a:pt x="169600" y="79532"/>
                </a:cubicBezTo>
                <a:cubicBezTo>
                  <a:pt x="172178" y="79532"/>
                  <a:pt x="174344" y="79298"/>
                  <a:pt x="176099" y="78830"/>
                </a:cubicBezTo>
                <a:cubicBezTo>
                  <a:pt x="177854" y="78363"/>
                  <a:pt x="179267" y="77748"/>
                  <a:pt x="180339" y="76984"/>
                </a:cubicBezTo>
                <a:cubicBezTo>
                  <a:pt x="181410" y="76220"/>
                  <a:pt x="182179" y="75347"/>
                  <a:pt x="182645" y="74366"/>
                </a:cubicBezTo>
                <a:cubicBezTo>
                  <a:pt x="183111" y="73385"/>
                  <a:pt x="183344" y="72380"/>
                  <a:pt x="183344" y="71351"/>
                </a:cubicBezTo>
                <a:cubicBezTo>
                  <a:pt x="183344" y="69449"/>
                  <a:pt x="182568" y="68047"/>
                  <a:pt x="181014" y="67143"/>
                </a:cubicBezTo>
                <a:cubicBezTo>
                  <a:pt x="179461" y="66239"/>
                  <a:pt x="177085" y="65710"/>
                  <a:pt x="173886" y="65554"/>
                </a:cubicBezTo>
                <a:lnTo>
                  <a:pt x="161679" y="65135"/>
                </a:lnTo>
                <a:cubicBezTo>
                  <a:pt x="160654" y="65820"/>
                  <a:pt x="159808" y="66490"/>
                  <a:pt x="159140" y="67144"/>
                </a:cubicBezTo>
                <a:cubicBezTo>
                  <a:pt x="158472" y="67800"/>
                  <a:pt x="157952" y="68462"/>
                  <a:pt x="157579" y="69132"/>
                </a:cubicBezTo>
                <a:cubicBezTo>
                  <a:pt x="157206" y="69802"/>
                  <a:pt x="156942" y="70471"/>
                  <a:pt x="156787" y="71141"/>
                </a:cubicBezTo>
                <a:cubicBezTo>
                  <a:pt x="156632" y="71812"/>
                  <a:pt x="156554" y="72490"/>
                  <a:pt x="156554" y="73175"/>
                </a:cubicBezTo>
                <a:moveTo>
                  <a:pt x="159023" y="34944"/>
                </a:moveTo>
                <a:cubicBezTo>
                  <a:pt x="159023" y="36435"/>
                  <a:pt x="159272" y="37801"/>
                  <a:pt x="159769" y="39044"/>
                </a:cubicBezTo>
                <a:cubicBezTo>
                  <a:pt x="160266" y="40286"/>
                  <a:pt x="160965" y="41342"/>
                  <a:pt x="161865" y="42212"/>
                </a:cubicBezTo>
                <a:cubicBezTo>
                  <a:pt x="162766" y="43082"/>
                  <a:pt x="163830" y="43757"/>
                  <a:pt x="165057" y="44239"/>
                </a:cubicBezTo>
                <a:cubicBezTo>
                  <a:pt x="166284" y="44720"/>
                  <a:pt x="167643" y="44961"/>
                  <a:pt x="169134" y="44961"/>
                </a:cubicBezTo>
                <a:cubicBezTo>
                  <a:pt x="170749" y="44961"/>
                  <a:pt x="172185" y="44689"/>
                  <a:pt x="173443" y="44146"/>
                </a:cubicBezTo>
                <a:cubicBezTo>
                  <a:pt x="174701" y="43602"/>
                  <a:pt x="175757" y="42864"/>
                  <a:pt x="176612" y="41932"/>
                </a:cubicBezTo>
                <a:cubicBezTo>
                  <a:pt x="177466" y="41001"/>
                  <a:pt x="178118" y="39929"/>
                  <a:pt x="178568" y="38718"/>
                </a:cubicBezTo>
                <a:cubicBezTo>
                  <a:pt x="179019" y="37506"/>
                  <a:pt x="179244" y="36248"/>
                  <a:pt x="179244" y="34944"/>
                </a:cubicBezTo>
                <a:cubicBezTo>
                  <a:pt x="179244" y="33453"/>
                  <a:pt x="178995" y="32086"/>
                  <a:pt x="178499" y="30844"/>
                </a:cubicBezTo>
                <a:cubicBezTo>
                  <a:pt x="178002" y="29601"/>
                  <a:pt x="177303" y="28545"/>
                  <a:pt x="176402" y="27675"/>
                </a:cubicBezTo>
                <a:cubicBezTo>
                  <a:pt x="175501" y="26806"/>
                  <a:pt x="174437" y="26130"/>
                  <a:pt x="173210" y="25649"/>
                </a:cubicBezTo>
                <a:cubicBezTo>
                  <a:pt x="171983" y="25167"/>
                  <a:pt x="170625" y="24927"/>
                  <a:pt x="169134" y="24927"/>
                </a:cubicBezTo>
                <a:cubicBezTo>
                  <a:pt x="167518" y="24927"/>
                  <a:pt x="166082" y="25206"/>
                  <a:pt x="164824" y="25765"/>
                </a:cubicBezTo>
                <a:cubicBezTo>
                  <a:pt x="163566" y="26324"/>
                  <a:pt x="162510" y="27062"/>
                  <a:pt x="161656" y="27978"/>
                </a:cubicBezTo>
                <a:cubicBezTo>
                  <a:pt x="160801" y="28895"/>
                  <a:pt x="160149" y="29958"/>
                  <a:pt x="159699" y="31170"/>
                </a:cubicBezTo>
                <a:cubicBezTo>
                  <a:pt x="159248" y="32381"/>
                  <a:pt x="159023" y="33639"/>
                  <a:pt x="159023" y="34944"/>
                </a:cubicBezTo>
                <a:close/>
                <a:moveTo>
                  <a:pt x="247875" y="85542"/>
                </a:moveTo>
                <a:lnTo>
                  <a:pt x="195413" y="85542"/>
                </a:lnTo>
                <a:lnTo>
                  <a:pt x="195413" y="78833"/>
                </a:lnTo>
                <a:lnTo>
                  <a:pt x="247875" y="78833"/>
                </a:lnTo>
                <a:lnTo>
                  <a:pt x="247875" y="85542"/>
                </a:lnTo>
                <a:close/>
                <a:moveTo>
                  <a:pt x="291767" y="53674"/>
                </a:moveTo>
                <a:cubicBezTo>
                  <a:pt x="291767" y="55320"/>
                  <a:pt x="291487" y="56795"/>
                  <a:pt x="290928" y="58100"/>
                </a:cubicBezTo>
                <a:cubicBezTo>
                  <a:pt x="290369" y="59404"/>
                  <a:pt x="289608" y="60561"/>
                  <a:pt x="288645" y="61571"/>
                </a:cubicBezTo>
                <a:cubicBezTo>
                  <a:pt x="287682" y="62580"/>
                  <a:pt x="286564" y="63442"/>
                  <a:pt x="285291" y="64157"/>
                </a:cubicBezTo>
                <a:cubicBezTo>
                  <a:pt x="284017" y="64871"/>
                  <a:pt x="282658" y="65461"/>
                  <a:pt x="281214" y="65927"/>
                </a:cubicBezTo>
                <a:cubicBezTo>
                  <a:pt x="279769" y="66393"/>
                  <a:pt x="278286" y="66735"/>
                  <a:pt x="276764" y="66952"/>
                </a:cubicBezTo>
                <a:cubicBezTo>
                  <a:pt x="275242" y="67170"/>
                  <a:pt x="273751" y="67278"/>
                  <a:pt x="272291" y="67278"/>
                </a:cubicBezTo>
                <a:cubicBezTo>
                  <a:pt x="269123" y="67278"/>
                  <a:pt x="266211" y="67139"/>
                  <a:pt x="263556" y="66859"/>
                </a:cubicBezTo>
                <a:cubicBezTo>
                  <a:pt x="260900" y="66579"/>
                  <a:pt x="258298" y="66129"/>
                  <a:pt x="255751" y="65508"/>
                </a:cubicBezTo>
                <a:lnTo>
                  <a:pt x="255751" y="58053"/>
                </a:lnTo>
                <a:cubicBezTo>
                  <a:pt x="258485" y="58830"/>
                  <a:pt x="261203" y="59420"/>
                  <a:pt x="263905" y="59824"/>
                </a:cubicBezTo>
                <a:cubicBezTo>
                  <a:pt x="266607" y="60227"/>
                  <a:pt x="269294" y="60429"/>
                  <a:pt x="271965" y="60429"/>
                </a:cubicBezTo>
                <a:cubicBezTo>
                  <a:pt x="275848" y="60429"/>
                  <a:pt x="278721" y="59901"/>
                  <a:pt x="280585" y="58845"/>
                </a:cubicBezTo>
                <a:cubicBezTo>
                  <a:pt x="282448" y="57789"/>
                  <a:pt x="283380" y="56283"/>
                  <a:pt x="283380" y="54326"/>
                </a:cubicBezTo>
                <a:cubicBezTo>
                  <a:pt x="283380" y="53487"/>
                  <a:pt x="283233" y="52734"/>
                  <a:pt x="282938" y="52066"/>
                </a:cubicBezTo>
                <a:cubicBezTo>
                  <a:pt x="282643" y="51398"/>
                  <a:pt x="282107" y="50762"/>
                  <a:pt x="281330" y="50156"/>
                </a:cubicBezTo>
                <a:cubicBezTo>
                  <a:pt x="280554" y="49550"/>
                  <a:pt x="279350" y="48921"/>
                  <a:pt x="277719" y="48269"/>
                </a:cubicBezTo>
                <a:cubicBezTo>
                  <a:pt x="276089" y="47617"/>
                  <a:pt x="273860" y="46871"/>
                  <a:pt x="271033" y="46033"/>
                </a:cubicBezTo>
                <a:cubicBezTo>
                  <a:pt x="268921" y="45411"/>
                  <a:pt x="266972" y="44705"/>
                  <a:pt x="265186" y="43913"/>
                </a:cubicBezTo>
                <a:cubicBezTo>
                  <a:pt x="263400" y="43121"/>
                  <a:pt x="261855" y="42181"/>
                  <a:pt x="260550" y="41094"/>
                </a:cubicBezTo>
                <a:cubicBezTo>
                  <a:pt x="259246" y="40007"/>
                  <a:pt x="258221" y="38733"/>
                  <a:pt x="257475" y="37273"/>
                </a:cubicBezTo>
                <a:cubicBezTo>
                  <a:pt x="256730" y="35813"/>
                  <a:pt x="256357" y="34090"/>
                  <a:pt x="256357" y="32102"/>
                </a:cubicBezTo>
                <a:cubicBezTo>
                  <a:pt x="256357" y="30797"/>
                  <a:pt x="256660" y="29368"/>
                  <a:pt x="257266" y="27815"/>
                </a:cubicBezTo>
                <a:cubicBezTo>
                  <a:pt x="257871" y="26262"/>
                  <a:pt x="258904" y="24818"/>
                  <a:pt x="260364" y="23482"/>
                </a:cubicBezTo>
                <a:cubicBezTo>
                  <a:pt x="261824" y="22147"/>
                  <a:pt x="263796" y="21036"/>
                  <a:pt x="266281" y="20151"/>
                </a:cubicBezTo>
                <a:cubicBezTo>
                  <a:pt x="268766" y="19266"/>
                  <a:pt x="271872" y="18823"/>
                  <a:pt x="275599" y="18823"/>
                </a:cubicBezTo>
                <a:cubicBezTo>
                  <a:pt x="277432" y="18823"/>
                  <a:pt x="279467" y="18924"/>
                  <a:pt x="281703" y="19126"/>
                </a:cubicBezTo>
                <a:cubicBezTo>
                  <a:pt x="283939" y="19328"/>
                  <a:pt x="286269" y="19677"/>
                  <a:pt x="288692" y="20174"/>
                </a:cubicBezTo>
                <a:lnTo>
                  <a:pt x="288692" y="27396"/>
                </a:lnTo>
                <a:cubicBezTo>
                  <a:pt x="286145" y="26775"/>
                  <a:pt x="283730" y="26316"/>
                  <a:pt x="281447" y="26021"/>
                </a:cubicBezTo>
                <a:cubicBezTo>
                  <a:pt x="279164" y="25726"/>
                  <a:pt x="277184" y="25579"/>
                  <a:pt x="275506" y="25579"/>
                </a:cubicBezTo>
                <a:cubicBezTo>
                  <a:pt x="273487" y="25579"/>
                  <a:pt x="271787" y="25734"/>
                  <a:pt x="270405" y="26045"/>
                </a:cubicBezTo>
                <a:cubicBezTo>
                  <a:pt x="269022" y="26355"/>
                  <a:pt x="267904" y="26782"/>
                  <a:pt x="267050" y="27326"/>
                </a:cubicBezTo>
                <a:cubicBezTo>
                  <a:pt x="266196" y="27870"/>
                  <a:pt x="265582" y="28506"/>
                  <a:pt x="265210" y="29236"/>
                </a:cubicBezTo>
                <a:cubicBezTo>
                  <a:pt x="264837" y="29966"/>
                  <a:pt x="264650" y="30750"/>
                  <a:pt x="264650" y="31589"/>
                </a:cubicBezTo>
                <a:cubicBezTo>
                  <a:pt x="264650" y="32428"/>
                  <a:pt x="264814" y="33189"/>
                  <a:pt x="265140" y="33872"/>
                </a:cubicBezTo>
                <a:cubicBezTo>
                  <a:pt x="265466" y="34555"/>
                  <a:pt x="266071" y="35215"/>
                  <a:pt x="266957" y="35852"/>
                </a:cubicBezTo>
                <a:cubicBezTo>
                  <a:pt x="267842" y="36489"/>
                  <a:pt x="269077" y="37126"/>
                  <a:pt x="270661" y="37762"/>
                </a:cubicBezTo>
                <a:cubicBezTo>
                  <a:pt x="272245" y="38399"/>
                  <a:pt x="274310" y="39090"/>
                  <a:pt x="276857" y="39836"/>
                </a:cubicBezTo>
                <a:cubicBezTo>
                  <a:pt x="279622" y="40643"/>
                  <a:pt x="281951" y="41490"/>
                  <a:pt x="283846" y="42375"/>
                </a:cubicBezTo>
                <a:cubicBezTo>
                  <a:pt x="285741" y="43260"/>
                  <a:pt x="287278" y="44246"/>
                  <a:pt x="288459" y="45334"/>
                </a:cubicBezTo>
                <a:cubicBezTo>
                  <a:pt x="289639" y="46421"/>
                  <a:pt x="290485" y="47648"/>
                  <a:pt x="290998" y="49014"/>
                </a:cubicBezTo>
                <a:cubicBezTo>
                  <a:pt x="291511" y="50381"/>
                  <a:pt x="291767" y="51934"/>
                  <a:pt x="291767" y="53674"/>
                </a:cubicBezTo>
                <a:close/>
                <a:moveTo>
                  <a:pt x="342926" y="64716"/>
                </a:moveTo>
                <a:cubicBezTo>
                  <a:pt x="340814" y="65523"/>
                  <a:pt x="338648" y="66121"/>
                  <a:pt x="336427" y="66510"/>
                </a:cubicBezTo>
                <a:cubicBezTo>
                  <a:pt x="334206" y="66898"/>
                  <a:pt x="331915" y="67092"/>
                  <a:pt x="329555" y="67092"/>
                </a:cubicBezTo>
                <a:cubicBezTo>
                  <a:pt x="322162" y="67092"/>
                  <a:pt x="316470" y="65088"/>
                  <a:pt x="312479" y="61082"/>
                </a:cubicBezTo>
                <a:cubicBezTo>
                  <a:pt x="308487" y="57075"/>
                  <a:pt x="306492" y="51220"/>
                  <a:pt x="306492" y="43517"/>
                </a:cubicBezTo>
                <a:cubicBezTo>
                  <a:pt x="306492" y="39820"/>
                  <a:pt x="307066" y="36466"/>
                  <a:pt x="308216" y="33453"/>
                </a:cubicBezTo>
                <a:cubicBezTo>
                  <a:pt x="309365" y="30440"/>
                  <a:pt x="310980" y="27862"/>
                  <a:pt x="313061" y="25719"/>
                </a:cubicBezTo>
                <a:cubicBezTo>
                  <a:pt x="315142" y="23575"/>
                  <a:pt x="317627" y="21921"/>
                  <a:pt x="320516" y="20757"/>
                </a:cubicBezTo>
                <a:cubicBezTo>
                  <a:pt x="323404" y="19592"/>
                  <a:pt x="326588" y="19009"/>
                  <a:pt x="330067" y="19009"/>
                </a:cubicBezTo>
                <a:cubicBezTo>
                  <a:pt x="332490" y="19009"/>
                  <a:pt x="334757" y="19184"/>
                  <a:pt x="336869" y="19534"/>
                </a:cubicBezTo>
                <a:cubicBezTo>
                  <a:pt x="338982" y="19882"/>
                  <a:pt x="341001" y="20453"/>
                  <a:pt x="342926" y="21246"/>
                </a:cubicBezTo>
                <a:lnTo>
                  <a:pt x="342926" y="28980"/>
                </a:lnTo>
                <a:cubicBezTo>
                  <a:pt x="340907" y="27907"/>
                  <a:pt x="338850" y="27127"/>
                  <a:pt x="336753" y="26639"/>
                </a:cubicBezTo>
                <a:cubicBezTo>
                  <a:pt x="334656" y="26150"/>
                  <a:pt x="332490" y="25905"/>
                  <a:pt x="330253" y="25905"/>
                </a:cubicBezTo>
                <a:cubicBezTo>
                  <a:pt x="328172" y="25905"/>
                  <a:pt x="326208" y="26301"/>
                  <a:pt x="324360" y="27093"/>
                </a:cubicBezTo>
                <a:cubicBezTo>
                  <a:pt x="322511" y="27885"/>
                  <a:pt x="320889" y="29027"/>
                  <a:pt x="319491" y="30518"/>
                </a:cubicBezTo>
                <a:cubicBezTo>
                  <a:pt x="318093" y="32008"/>
                  <a:pt x="316990" y="33826"/>
                  <a:pt x="316183" y="35969"/>
                </a:cubicBezTo>
                <a:cubicBezTo>
                  <a:pt x="315375" y="38112"/>
                  <a:pt x="314971" y="40535"/>
                  <a:pt x="314971" y="43237"/>
                </a:cubicBezTo>
                <a:cubicBezTo>
                  <a:pt x="314971" y="48890"/>
                  <a:pt x="316346" y="53122"/>
                  <a:pt x="319095" y="55933"/>
                </a:cubicBezTo>
                <a:cubicBezTo>
                  <a:pt x="321844" y="58744"/>
                  <a:pt x="325656" y="60150"/>
                  <a:pt x="330533" y="60150"/>
                </a:cubicBezTo>
                <a:cubicBezTo>
                  <a:pt x="332738" y="60150"/>
                  <a:pt x="334874" y="59901"/>
                  <a:pt x="336939" y="59404"/>
                </a:cubicBezTo>
                <a:cubicBezTo>
                  <a:pt x="339005" y="58907"/>
                  <a:pt x="341001" y="58162"/>
                  <a:pt x="342926" y="57168"/>
                </a:cubicBezTo>
                <a:lnTo>
                  <a:pt x="342926" y="64716"/>
                </a:lnTo>
                <a:close/>
                <a:moveTo>
                  <a:pt x="397953" y="40581"/>
                </a:moveTo>
                <a:cubicBezTo>
                  <a:pt x="397953" y="41731"/>
                  <a:pt x="397938" y="42693"/>
                  <a:pt x="397906" y="43470"/>
                </a:cubicBezTo>
                <a:cubicBezTo>
                  <a:pt x="397875" y="44246"/>
                  <a:pt x="397829" y="44976"/>
                  <a:pt x="397767" y="45660"/>
                </a:cubicBezTo>
                <a:lnTo>
                  <a:pt x="364920" y="45660"/>
                </a:lnTo>
                <a:cubicBezTo>
                  <a:pt x="364920" y="50443"/>
                  <a:pt x="366255" y="54116"/>
                  <a:pt x="368926" y="56679"/>
                </a:cubicBezTo>
                <a:cubicBezTo>
                  <a:pt x="371598" y="59241"/>
                  <a:pt x="375449" y="60522"/>
                  <a:pt x="380481" y="60522"/>
                </a:cubicBezTo>
                <a:cubicBezTo>
                  <a:pt x="381848" y="60522"/>
                  <a:pt x="383215" y="60467"/>
                  <a:pt x="384581" y="60357"/>
                </a:cubicBezTo>
                <a:cubicBezTo>
                  <a:pt x="385948" y="60245"/>
                  <a:pt x="387268" y="60094"/>
                  <a:pt x="388542" y="59904"/>
                </a:cubicBezTo>
                <a:cubicBezTo>
                  <a:pt x="389815" y="59712"/>
                  <a:pt x="391034" y="59498"/>
                  <a:pt x="392199" y="59260"/>
                </a:cubicBezTo>
                <a:cubicBezTo>
                  <a:pt x="393364" y="59021"/>
                  <a:pt x="394443" y="58759"/>
                  <a:pt x="395437" y="58472"/>
                </a:cubicBezTo>
                <a:lnTo>
                  <a:pt x="395437" y="65135"/>
                </a:lnTo>
                <a:cubicBezTo>
                  <a:pt x="393232" y="65770"/>
                  <a:pt x="390739" y="66286"/>
                  <a:pt x="387959" y="66683"/>
                </a:cubicBezTo>
                <a:cubicBezTo>
                  <a:pt x="385179" y="67080"/>
                  <a:pt x="382298" y="67278"/>
                  <a:pt x="379316" y="67278"/>
                </a:cubicBezTo>
                <a:cubicBezTo>
                  <a:pt x="375310" y="67278"/>
                  <a:pt x="371862" y="66735"/>
                  <a:pt x="368973" y="65648"/>
                </a:cubicBezTo>
                <a:cubicBezTo>
                  <a:pt x="366084" y="64560"/>
                  <a:pt x="363716" y="62984"/>
                  <a:pt x="361868" y="60919"/>
                </a:cubicBezTo>
                <a:cubicBezTo>
                  <a:pt x="360020" y="58853"/>
                  <a:pt x="358653" y="56321"/>
                  <a:pt x="357768" y="53324"/>
                </a:cubicBezTo>
                <a:cubicBezTo>
                  <a:pt x="356883" y="50327"/>
                  <a:pt x="356440" y="46933"/>
                  <a:pt x="356440" y="43144"/>
                </a:cubicBezTo>
                <a:cubicBezTo>
                  <a:pt x="356440" y="39851"/>
                  <a:pt x="356914" y="36737"/>
                  <a:pt x="357861" y="33802"/>
                </a:cubicBezTo>
                <a:cubicBezTo>
                  <a:pt x="358808" y="30867"/>
                  <a:pt x="360191" y="28289"/>
                  <a:pt x="362008" y="26068"/>
                </a:cubicBezTo>
                <a:cubicBezTo>
                  <a:pt x="363825" y="23847"/>
                  <a:pt x="366053" y="22084"/>
                  <a:pt x="368694" y="20780"/>
                </a:cubicBezTo>
                <a:cubicBezTo>
                  <a:pt x="371334" y="19475"/>
                  <a:pt x="374331" y="18823"/>
                  <a:pt x="377686" y="18823"/>
                </a:cubicBezTo>
                <a:cubicBezTo>
                  <a:pt x="380947" y="18823"/>
                  <a:pt x="383836" y="19336"/>
                  <a:pt x="386352" y="20361"/>
                </a:cubicBezTo>
                <a:cubicBezTo>
                  <a:pt x="388868" y="21386"/>
                  <a:pt x="390988" y="22838"/>
                  <a:pt x="392711" y="24717"/>
                </a:cubicBezTo>
                <a:cubicBezTo>
                  <a:pt x="394435" y="26596"/>
                  <a:pt x="395740" y="28879"/>
                  <a:pt x="396625" y="31566"/>
                </a:cubicBezTo>
                <a:cubicBezTo>
                  <a:pt x="397510" y="34253"/>
                  <a:pt x="397953" y="37258"/>
                  <a:pt x="397953" y="40581"/>
                </a:cubicBezTo>
                <a:moveTo>
                  <a:pt x="389520" y="39416"/>
                </a:moveTo>
                <a:cubicBezTo>
                  <a:pt x="389613" y="37335"/>
                  <a:pt x="389411" y="35433"/>
                  <a:pt x="388914" y="33709"/>
                </a:cubicBezTo>
                <a:cubicBezTo>
                  <a:pt x="388417" y="31985"/>
                  <a:pt x="387649" y="30502"/>
                  <a:pt x="386608" y="29260"/>
                </a:cubicBezTo>
                <a:cubicBezTo>
                  <a:pt x="385567" y="28017"/>
                  <a:pt x="384271" y="27046"/>
                  <a:pt x="382718" y="26348"/>
                </a:cubicBezTo>
                <a:cubicBezTo>
                  <a:pt x="381165" y="25649"/>
                  <a:pt x="379363" y="25299"/>
                  <a:pt x="377313" y="25299"/>
                </a:cubicBezTo>
                <a:cubicBezTo>
                  <a:pt x="375542" y="25299"/>
                  <a:pt x="373927" y="25641"/>
                  <a:pt x="372467" y="26324"/>
                </a:cubicBezTo>
                <a:cubicBezTo>
                  <a:pt x="371008" y="27008"/>
                  <a:pt x="369750" y="27970"/>
                  <a:pt x="368694" y="29213"/>
                </a:cubicBezTo>
                <a:cubicBezTo>
                  <a:pt x="367637" y="30455"/>
                  <a:pt x="366783" y="31946"/>
                  <a:pt x="366131" y="33686"/>
                </a:cubicBezTo>
                <a:cubicBezTo>
                  <a:pt x="365479" y="35425"/>
                  <a:pt x="365075" y="37335"/>
                  <a:pt x="364920" y="39416"/>
                </a:cubicBezTo>
                <a:lnTo>
                  <a:pt x="389520" y="39416"/>
                </a:lnTo>
                <a:close/>
                <a:moveTo>
                  <a:pt x="410302" y="19662"/>
                </a:moveTo>
                <a:lnTo>
                  <a:pt x="417524" y="19662"/>
                </a:lnTo>
                <a:lnTo>
                  <a:pt x="417850" y="27210"/>
                </a:lnTo>
                <a:cubicBezTo>
                  <a:pt x="419216" y="25594"/>
                  <a:pt x="420536" y="24251"/>
                  <a:pt x="421810" y="23179"/>
                </a:cubicBezTo>
                <a:cubicBezTo>
                  <a:pt x="423083" y="22108"/>
                  <a:pt x="424334" y="21246"/>
                  <a:pt x="425561" y="20593"/>
                </a:cubicBezTo>
                <a:cubicBezTo>
                  <a:pt x="426787" y="19941"/>
                  <a:pt x="428038" y="19483"/>
                  <a:pt x="429311" y="19219"/>
                </a:cubicBezTo>
                <a:cubicBezTo>
                  <a:pt x="430585" y="18955"/>
                  <a:pt x="431905" y="18823"/>
                  <a:pt x="433271" y="18823"/>
                </a:cubicBezTo>
                <a:cubicBezTo>
                  <a:pt x="438086" y="18823"/>
                  <a:pt x="441728" y="20244"/>
                  <a:pt x="444197" y="23086"/>
                </a:cubicBezTo>
                <a:cubicBezTo>
                  <a:pt x="446667" y="25928"/>
                  <a:pt x="447901" y="30207"/>
                  <a:pt x="447901" y="35922"/>
                </a:cubicBezTo>
                <a:lnTo>
                  <a:pt x="447901" y="66440"/>
                </a:lnTo>
                <a:lnTo>
                  <a:pt x="439794" y="66440"/>
                </a:lnTo>
                <a:lnTo>
                  <a:pt x="439794" y="36574"/>
                </a:lnTo>
                <a:cubicBezTo>
                  <a:pt x="439794" y="32909"/>
                  <a:pt x="439111" y="30199"/>
                  <a:pt x="437744" y="28444"/>
                </a:cubicBezTo>
                <a:cubicBezTo>
                  <a:pt x="436378" y="26689"/>
                  <a:pt x="434343" y="25812"/>
                  <a:pt x="431641" y="25812"/>
                </a:cubicBezTo>
                <a:cubicBezTo>
                  <a:pt x="430647" y="25812"/>
                  <a:pt x="429676" y="25959"/>
                  <a:pt x="428729" y="26254"/>
                </a:cubicBezTo>
                <a:cubicBezTo>
                  <a:pt x="427781" y="26549"/>
                  <a:pt x="426795" y="27062"/>
                  <a:pt x="425770" y="27792"/>
                </a:cubicBezTo>
                <a:cubicBezTo>
                  <a:pt x="424745" y="28522"/>
                  <a:pt x="423635" y="29508"/>
                  <a:pt x="422439" y="30750"/>
                </a:cubicBezTo>
                <a:cubicBezTo>
                  <a:pt x="421243" y="31993"/>
                  <a:pt x="419900" y="33546"/>
                  <a:pt x="418409" y="35410"/>
                </a:cubicBezTo>
                <a:lnTo>
                  <a:pt x="418409" y="66440"/>
                </a:lnTo>
                <a:lnTo>
                  <a:pt x="410302" y="66440"/>
                </a:lnTo>
                <a:lnTo>
                  <a:pt x="410302" y="19662"/>
                </a:lnTo>
                <a:close/>
                <a:moveTo>
                  <a:pt x="492212" y="66440"/>
                </a:moveTo>
                <a:lnTo>
                  <a:pt x="492026" y="60137"/>
                </a:lnTo>
                <a:cubicBezTo>
                  <a:pt x="489479" y="62657"/>
                  <a:pt x="486893" y="64478"/>
                  <a:pt x="484268" y="65598"/>
                </a:cubicBezTo>
                <a:cubicBezTo>
                  <a:pt x="481643" y="66718"/>
                  <a:pt x="478887" y="67278"/>
                  <a:pt x="475998" y="67278"/>
                </a:cubicBezTo>
                <a:cubicBezTo>
                  <a:pt x="473327" y="67278"/>
                  <a:pt x="471044" y="66936"/>
                  <a:pt x="469149" y="66252"/>
                </a:cubicBezTo>
                <a:cubicBezTo>
                  <a:pt x="467254" y="65567"/>
                  <a:pt x="465694" y="64626"/>
                  <a:pt x="464467" y="63429"/>
                </a:cubicBezTo>
                <a:cubicBezTo>
                  <a:pt x="463240" y="62231"/>
                  <a:pt x="462339" y="60823"/>
                  <a:pt x="461764" y="59205"/>
                </a:cubicBezTo>
                <a:cubicBezTo>
                  <a:pt x="461190" y="57587"/>
                  <a:pt x="460902" y="55829"/>
                  <a:pt x="460902" y="53931"/>
                </a:cubicBezTo>
                <a:cubicBezTo>
                  <a:pt x="460902" y="49233"/>
                  <a:pt x="462650" y="45554"/>
                  <a:pt x="466144" y="42895"/>
                </a:cubicBezTo>
                <a:cubicBezTo>
                  <a:pt x="469638" y="40234"/>
                  <a:pt x="474802" y="38904"/>
                  <a:pt x="481636" y="38904"/>
                </a:cubicBezTo>
                <a:lnTo>
                  <a:pt x="491327" y="38904"/>
                </a:lnTo>
                <a:lnTo>
                  <a:pt x="491327" y="34818"/>
                </a:lnTo>
                <a:cubicBezTo>
                  <a:pt x="491327" y="32064"/>
                  <a:pt x="490442" y="29858"/>
                  <a:pt x="488671" y="28202"/>
                </a:cubicBezTo>
                <a:cubicBezTo>
                  <a:pt x="486901" y="26547"/>
                  <a:pt x="484198" y="25719"/>
                  <a:pt x="480564" y="25719"/>
                </a:cubicBezTo>
                <a:cubicBezTo>
                  <a:pt x="477924" y="25719"/>
                  <a:pt x="475323" y="26018"/>
                  <a:pt x="472760" y="26617"/>
                </a:cubicBezTo>
                <a:cubicBezTo>
                  <a:pt x="470197" y="27215"/>
                  <a:pt x="467550" y="28065"/>
                  <a:pt x="464816" y="29166"/>
                </a:cubicBezTo>
                <a:lnTo>
                  <a:pt x="464816" y="21851"/>
                </a:lnTo>
                <a:cubicBezTo>
                  <a:pt x="465841" y="21473"/>
                  <a:pt x="466983" y="21102"/>
                  <a:pt x="468241" y="20739"/>
                </a:cubicBezTo>
                <a:cubicBezTo>
                  <a:pt x="469499" y="20376"/>
                  <a:pt x="470826" y="20053"/>
                  <a:pt x="472224" y="19769"/>
                </a:cubicBezTo>
                <a:cubicBezTo>
                  <a:pt x="473622" y="19485"/>
                  <a:pt x="475082" y="19256"/>
                  <a:pt x="476604" y="19084"/>
                </a:cubicBezTo>
                <a:cubicBezTo>
                  <a:pt x="478126" y="18910"/>
                  <a:pt x="479663" y="18823"/>
                  <a:pt x="481216" y="18823"/>
                </a:cubicBezTo>
                <a:cubicBezTo>
                  <a:pt x="484043" y="18823"/>
                  <a:pt x="486590" y="19134"/>
                  <a:pt x="488857" y="19755"/>
                </a:cubicBezTo>
                <a:cubicBezTo>
                  <a:pt x="491125" y="20376"/>
                  <a:pt x="493043" y="21323"/>
                  <a:pt x="494611" y="22597"/>
                </a:cubicBezTo>
                <a:cubicBezTo>
                  <a:pt x="496180" y="23870"/>
                  <a:pt x="497384" y="25470"/>
                  <a:pt x="498222" y="27396"/>
                </a:cubicBezTo>
                <a:cubicBezTo>
                  <a:pt x="499061" y="29322"/>
                  <a:pt x="499480" y="31589"/>
                  <a:pt x="499480" y="34198"/>
                </a:cubicBezTo>
                <a:lnTo>
                  <a:pt x="499480" y="66440"/>
                </a:lnTo>
                <a:lnTo>
                  <a:pt x="492212" y="66440"/>
                </a:lnTo>
                <a:moveTo>
                  <a:pt x="491327" y="45101"/>
                </a:moveTo>
                <a:lnTo>
                  <a:pt x="481030" y="45101"/>
                </a:lnTo>
                <a:cubicBezTo>
                  <a:pt x="479011" y="45101"/>
                  <a:pt x="477272" y="45304"/>
                  <a:pt x="475812" y="45709"/>
                </a:cubicBezTo>
                <a:cubicBezTo>
                  <a:pt x="474352" y="46114"/>
                  <a:pt x="473156" y="46690"/>
                  <a:pt x="472224" y="47438"/>
                </a:cubicBezTo>
                <a:cubicBezTo>
                  <a:pt x="471292" y="48185"/>
                  <a:pt x="470601" y="49081"/>
                  <a:pt x="470151" y="50125"/>
                </a:cubicBezTo>
                <a:cubicBezTo>
                  <a:pt x="469700" y="51169"/>
                  <a:pt x="469475" y="52345"/>
                  <a:pt x="469475" y="53653"/>
                </a:cubicBezTo>
                <a:cubicBezTo>
                  <a:pt x="469475" y="54557"/>
                  <a:pt x="469615" y="55422"/>
                  <a:pt x="469895" y="56248"/>
                </a:cubicBezTo>
                <a:cubicBezTo>
                  <a:pt x="470174" y="57073"/>
                  <a:pt x="470625" y="57805"/>
                  <a:pt x="471246" y="58443"/>
                </a:cubicBezTo>
                <a:cubicBezTo>
                  <a:pt x="471867" y="59082"/>
                  <a:pt x="472675" y="59588"/>
                  <a:pt x="473669" y="59962"/>
                </a:cubicBezTo>
                <a:cubicBezTo>
                  <a:pt x="474662" y="60336"/>
                  <a:pt x="475874" y="60522"/>
                  <a:pt x="477303" y="60522"/>
                </a:cubicBezTo>
                <a:cubicBezTo>
                  <a:pt x="479166" y="60522"/>
                  <a:pt x="481302" y="59954"/>
                  <a:pt x="483709" y="58818"/>
                </a:cubicBezTo>
                <a:cubicBezTo>
                  <a:pt x="486116" y="57680"/>
                  <a:pt x="488656" y="55880"/>
                  <a:pt x="491327" y="53419"/>
                </a:cubicBezTo>
                <a:lnTo>
                  <a:pt x="491327" y="45101"/>
                </a:lnTo>
                <a:close/>
                <a:moveTo>
                  <a:pt x="515929" y="19662"/>
                </a:moveTo>
                <a:lnTo>
                  <a:pt x="523337" y="19662"/>
                </a:lnTo>
                <a:lnTo>
                  <a:pt x="523570" y="28259"/>
                </a:lnTo>
                <a:cubicBezTo>
                  <a:pt x="526335" y="24943"/>
                  <a:pt x="529060" y="22542"/>
                  <a:pt x="531747" y="21055"/>
                </a:cubicBezTo>
                <a:cubicBezTo>
                  <a:pt x="534434" y="19567"/>
                  <a:pt x="537144" y="18823"/>
                  <a:pt x="539877" y="18823"/>
                </a:cubicBezTo>
                <a:cubicBezTo>
                  <a:pt x="544723" y="18823"/>
                  <a:pt x="548396" y="20388"/>
                  <a:pt x="550896" y="23517"/>
                </a:cubicBezTo>
                <a:cubicBezTo>
                  <a:pt x="553397" y="26647"/>
                  <a:pt x="554554" y="31294"/>
                  <a:pt x="554367" y="37460"/>
                </a:cubicBezTo>
                <a:lnTo>
                  <a:pt x="546167" y="37460"/>
                </a:lnTo>
                <a:cubicBezTo>
                  <a:pt x="546260" y="33376"/>
                  <a:pt x="545662" y="30414"/>
                  <a:pt x="544373" y="28574"/>
                </a:cubicBezTo>
                <a:cubicBezTo>
                  <a:pt x="543084" y="26732"/>
                  <a:pt x="541197" y="25812"/>
                  <a:pt x="538712" y="25812"/>
                </a:cubicBezTo>
                <a:cubicBezTo>
                  <a:pt x="537625" y="25812"/>
                  <a:pt x="536530" y="26005"/>
                  <a:pt x="535428" y="26393"/>
                </a:cubicBezTo>
                <a:cubicBezTo>
                  <a:pt x="534325" y="26779"/>
                  <a:pt x="533191" y="27397"/>
                  <a:pt x="532027" y="28248"/>
                </a:cubicBezTo>
                <a:cubicBezTo>
                  <a:pt x="530862" y="29098"/>
                  <a:pt x="529627" y="30188"/>
                  <a:pt x="528322" y="31519"/>
                </a:cubicBezTo>
                <a:cubicBezTo>
                  <a:pt x="527018" y="32849"/>
                  <a:pt x="525620" y="34457"/>
                  <a:pt x="524129" y="36344"/>
                </a:cubicBezTo>
                <a:lnTo>
                  <a:pt x="524129" y="66440"/>
                </a:lnTo>
                <a:lnTo>
                  <a:pt x="515929" y="66440"/>
                </a:lnTo>
                <a:lnTo>
                  <a:pt x="515929" y="19662"/>
                </a:lnTo>
                <a:close/>
                <a:moveTo>
                  <a:pt x="581812" y="26371"/>
                </a:moveTo>
                <a:lnTo>
                  <a:pt x="567974" y="26371"/>
                </a:lnTo>
                <a:lnTo>
                  <a:pt x="567974" y="19662"/>
                </a:lnTo>
                <a:lnTo>
                  <a:pt x="590012" y="19662"/>
                </a:lnTo>
                <a:lnTo>
                  <a:pt x="590012" y="59684"/>
                </a:lnTo>
                <a:lnTo>
                  <a:pt x="603943" y="59684"/>
                </a:lnTo>
                <a:lnTo>
                  <a:pt x="603943" y="66440"/>
                </a:lnTo>
                <a:lnTo>
                  <a:pt x="566436" y="66440"/>
                </a:lnTo>
                <a:lnTo>
                  <a:pt x="566436" y="59684"/>
                </a:lnTo>
                <a:lnTo>
                  <a:pt x="581812" y="59684"/>
                </a:lnTo>
                <a:lnTo>
                  <a:pt x="581812" y="26371"/>
                </a:lnTo>
                <a:moveTo>
                  <a:pt x="584654" y="0"/>
                </a:moveTo>
                <a:cubicBezTo>
                  <a:pt x="585555" y="0"/>
                  <a:pt x="586393" y="163"/>
                  <a:pt x="587170" y="489"/>
                </a:cubicBezTo>
                <a:cubicBezTo>
                  <a:pt x="587946" y="815"/>
                  <a:pt x="588622" y="1274"/>
                  <a:pt x="589196" y="1864"/>
                </a:cubicBezTo>
                <a:cubicBezTo>
                  <a:pt x="589771" y="2454"/>
                  <a:pt x="590221" y="3129"/>
                  <a:pt x="590548" y="3890"/>
                </a:cubicBezTo>
                <a:cubicBezTo>
                  <a:pt x="590874" y="4651"/>
                  <a:pt x="591037" y="5482"/>
                  <a:pt x="591037" y="6383"/>
                </a:cubicBezTo>
                <a:cubicBezTo>
                  <a:pt x="591037" y="7253"/>
                  <a:pt x="590874" y="8076"/>
                  <a:pt x="590548" y="8852"/>
                </a:cubicBezTo>
                <a:cubicBezTo>
                  <a:pt x="590221" y="9629"/>
                  <a:pt x="589771" y="10312"/>
                  <a:pt x="589196" y="10902"/>
                </a:cubicBezTo>
                <a:cubicBezTo>
                  <a:pt x="588622" y="11493"/>
                  <a:pt x="587946" y="11951"/>
                  <a:pt x="587170" y="12277"/>
                </a:cubicBezTo>
                <a:cubicBezTo>
                  <a:pt x="586393" y="12603"/>
                  <a:pt x="585555" y="12766"/>
                  <a:pt x="584654" y="12766"/>
                </a:cubicBezTo>
                <a:cubicBezTo>
                  <a:pt x="583753" y="12766"/>
                  <a:pt x="582914" y="12603"/>
                  <a:pt x="582138" y="12277"/>
                </a:cubicBezTo>
                <a:cubicBezTo>
                  <a:pt x="581361" y="11951"/>
                  <a:pt x="580686" y="11493"/>
                  <a:pt x="580111" y="10902"/>
                </a:cubicBezTo>
                <a:cubicBezTo>
                  <a:pt x="579536" y="10312"/>
                  <a:pt x="579086" y="9629"/>
                  <a:pt x="578760" y="8852"/>
                </a:cubicBezTo>
                <a:cubicBezTo>
                  <a:pt x="578434" y="8076"/>
                  <a:pt x="578271" y="7253"/>
                  <a:pt x="578271" y="6383"/>
                </a:cubicBezTo>
                <a:cubicBezTo>
                  <a:pt x="578271" y="5482"/>
                  <a:pt x="578434" y="4651"/>
                  <a:pt x="578760" y="3890"/>
                </a:cubicBezTo>
                <a:cubicBezTo>
                  <a:pt x="579086" y="3129"/>
                  <a:pt x="579536" y="2454"/>
                  <a:pt x="580111" y="1864"/>
                </a:cubicBezTo>
                <a:cubicBezTo>
                  <a:pt x="580686" y="1274"/>
                  <a:pt x="581361" y="815"/>
                  <a:pt x="582138" y="489"/>
                </a:cubicBezTo>
                <a:cubicBezTo>
                  <a:pt x="582914" y="163"/>
                  <a:pt x="583753" y="0"/>
                  <a:pt x="584654" y="0"/>
                </a:cubicBezTo>
                <a:close/>
                <a:moveTo>
                  <a:pt x="658457" y="42678"/>
                </a:moveTo>
                <a:cubicBezTo>
                  <a:pt x="658457" y="46312"/>
                  <a:pt x="657944" y="49643"/>
                  <a:pt x="656919" y="52672"/>
                </a:cubicBezTo>
                <a:cubicBezTo>
                  <a:pt x="655894" y="55700"/>
                  <a:pt x="654419" y="58294"/>
                  <a:pt x="652493" y="60453"/>
                </a:cubicBezTo>
                <a:cubicBezTo>
                  <a:pt x="650567" y="62611"/>
                  <a:pt x="648222" y="64289"/>
                  <a:pt x="645458" y="65485"/>
                </a:cubicBezTo>
                <a:cubicBezTo>
                  <a:pt x="642693" y="66680"/>
                  <a:pt x="639556" y="67278"/>
                  <a:pt x="636046" y="67278"/>
                </a:cubicBezTo>
                <a:cubicBezTo>
                  <a:pt x="632692" y="67278"/>
                  <a:pt x="629687" y="66758"/>
                  <a:pt x="627031" y="65717"/>
                </a:cubicBezTo>
                <a:cubicBezTo>
                  <a:pt x="624375" y="64677"/>
                  <a:pt x="622123" y="63147"/>
                  <a:pt x="620275" y="61128"/>
                </a:cubicBezTo>
                <a:cubicBezTo>
                  <a:pt x="618427" y="59109"/>
                  <a:pt x="617014" y="56609"/>
                  <a:pt x="616035" y="53627"/>
                </a:cubicBezTo>
                <a:cubicBezTo>
                  <a:pt x="615057" y="50645"/>
                  <a:pt x="614568" y="47213"/>
                  <a:pt x="614568" y="43330"/>
                </a:cubicBezTo>
                <a:cubicBezTo>
                  <a:pt x="614568" y="39696"/>
                  <a:pt x="615080" y="36380"/>
                  <a:pt x="616105" y="33383"/>
                </a:cubicBezTo>
                <a:cubicBezTo>
                  <a:pt x="617130" y="30385"/>
                  <a:pt x="618606" y="27807"/>
                  <a:pt x="620531" y="25649"/>
                </a:cubicBezTo>
                <a:cubicBezTo>
                  <a:pt x="622457" y="23490"/>
                  <a:pt x="624802" y="21813"/>
                  <a:pt x="627567" y="20617"/>
                </a:cubicBezTo>
                <a:cubicBezTo>
                  <a:pt x="630331" y="19421"/>
                  <a:pt x="633468" y="18823"/>
                  <a:pt x="636978" y="18823"/>
                </a:cubicBezTo>
                <a:cubicBezTo>
                  <a:pt x="640333" y="18823"/>
                  <a:pt x="643338" y="19343"/>
                  <a:pt x="645994" y="20384"/>
                </a:cubicBezTo>
                <a:cubicBezTo>
                  <a:pt x="648649" y="21424"/>
                  <a:pt x="650901" y="22946"/>
                  <a:pt x="652749" y="24950"/>
                </a:cubicBezTo>
                <a:cubicBezTo>
                  <a:pt x="654598" y="26953"/>
                  <a:pt x="656011" y="29446"/>
                  <a:pt x="656989" y="32428"/>
                </a:cubicBezTo>
                <a:cubicBezTo>
                  <a:pt x="657968" y="35410"/>
                  <a:pt x="658457" y="38826"/>
                  <a:pt x="658457" y="42678"/>
                </a:cubicBezTo>
                <a:moveTo>
                  <a:pt x="650164" y="43051"/>
                </a:moveTo>
                <a:cubicBezTo>
                  <a:pt x="650164" y="40162"/>
                  <a:pt x="649845" y="37638"/>
                  <a:pt x="649208" y="35480"/>
                </a:cubicBezTo>
                <a:cubicBezTo>
                  <a:pt x="648572" y="33321"/>
                  <a:pt x="647663" y="31519"/>
                  <a:pt x="646483" y="30075"/>
                </a:cubicBezTo>
                <a:cubicBezTo>
                  <a:pt x="645303" y="28631"/>
                  <a:pt x="643866" y="27543"/>
                  <a:pt x="642173" y="26813"/>
                </a:cubicBezTo>
                <a:cubicBezTo>
                  <a:pt x="640480" y="26084"/>
                  <a:pt x="638593" y="25719"/>
                  <a:pt x="636512" y="25719"/>
                </a:cubicBezTo>
                <a:cubicBezTo>
                  <a:pt x="634089" y="25719"/>
                  <a:pt x="632016" y="26192"/>
                  <a:pt x="630292" y="27140"/>
                </a:cubicBezTo>
                <a:cubicBezTo>
                  <a:pt x="628568" y="28087"/>
                  <a:pt x="627155" y="29353"/>
                  <a:pt x="626052" y="30937"/>
                </a:cubicBezTo>
                <a:cubicBezTo>
                  <a:pt x="624950" y="32521"/>
                  <a:pt x="624142" y="34361"/>
                  <a:pt x="623630" y="36458"/>
                </a:cubicBezTo>
                <a:cubicBezTo>
                  <a:pt x="623117" y="38555"/>
                  <a:pt x="622861" y="40752"/>
                  <a:pt x="622861" y="43051"/>
                </a:cubicBezTo>
                <a:cubicBezTo>
                  <a:pt x="622861" y="45939"/>
                  <a:pt x="623179" y="48471"/>
                  <a:pt x="623816" y="50645"/>
                </a:cubicBezTo>
                <a:cubicBezTo>
                  <a:pt x="624453" y="52819"/>
                  <a:pt x="625361" y="54629"/>
                  <a:pt x="626542" y="56073"/>
                </a:cubicBezTo>
                <a:cubicBezTo>
                  <a:pt x="627722" y="57517"/>
                  <a:pt x="629151" y="58604"/>
                  <a:pt x="630828" y="59334"/>
                </a:cubicBezTo>
                <a:cubicBezTo>
                  <a:pt x="632505" y="60064"/>
                  <a:pt x="634400" y="60429"/>
                  <a:pt x="636512" y="60429"/>
                </a:cubicBezTo>
                <a:cubicBezTo>
                  <a:pt x="638935" y="60429"/>
                  <a:pt x="641008" y="59956"/>
                  <a:pt x="642732" y="59008"/>
                </a:cubicBezTo>
                <a:cubicBezTo>
                  <a:pt x="644456" y="58061"/>
                  <a:pt x="645869" y="56795"/>
                  <a:pt x="646972" y="55211"/>
                </a:cubicBezTo>
                <a:cubicBezTo>
                  <a:pt x="648075" y="53627"/>
                  <a:pt x="648882" y="51787"/>
                  <a:pt x="649395" y="49690"/>
                </a:cubicBezTo>
                <a:cubicBezTo>
                  <a:pt x="649907" y="47593"/>
                  <a:pt x="650164" y="45380"/>
                  <a:pt x="650164" y="43051"/>
                </a:cubicBezTo>
                <a:close/>
                <a:moveTo>
                  <a:pt x="684474" y="559"/>
                </a:moveTo>
                <a:lnTo>
                  <a:pt x="683170" y="22457"/>
                </a:lnTo>
                <a:lnTo>
                  <a:pt x="675529" y="22457"/>
                </a:lnTo>
                <a:lnTo>
                  <a:pt x="674178" y="559"/>
                </a:lnTo>
                <a:lnTo>
                  <a:pt x="684474" y="559"/>
                </a:lnTo>
                <a:moveTo>
                  <a:pt x="702598" y="559"/>
                </a:moveTo>
                <a:lnTo>
                  <a:pt x="701294" y="22457"/>
                </a:lnTo>
                <a:lnTo>
                  <a:pt x="693653" y="22457"/>
                </a:lnTo>
                <a:lnTo>
                  <a:pt x="692302" y="559"/>
                </a:lnTo>
                <a:lnTo>
                  <a:pt x="702598" y="559"/>
                </a:lnTo>
                <a:close/>
              </a:path>
            </a:pathLst>
          </a:custGeom>
          <a:solidFill xmlns:a="http://schemas.openxmlformats.org/drawingml/2006/main">
            <a:srgbClr val="9CDCF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:">
            <a:extLst xmlns:a="http://schemas.openxmlformats.org/drawingml/2006/main">
              <a:ext uri="{FF2B5EF4-FFF2-40B4-BE49-F238E27FC236}">
                <a16:creationId xmlns:a16="http://schemas.microsoft.com/office/drawing/2014/main" id="{FDE70102-6D94-43EF-96E2-BF82675C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74" y="7233661"/>
            <a:ext cx="14304" cy="48455"/>
          </a:xfrm>
          <a:custGeom xmlns:a="http://schemas.openxmlformats.org/drawingml/2006/main">
            <a:pathLst>
              <a:path w="14304" h="48455">
                <a:moveTo>
                  <a:pt x="7129" y="0"/>
                </a:moveTo>
                <a:cubicBezTo>
                  <a:pt x="8091" y="0"/>
                  <a:pt x="9008" y="194"/>
                  <a:pt x="9877" y="582"/>
                </a:cubicBezTo>
                <a:cubicBezTo>
                  <a:pt x="10747" y="971"/>
                  <a:pt x="11508" y="1491"/>
                  <a:pt x="12160" y="2143"/>
                </a:cubicBezTo>
                <a:cubicBezTo>
                  <a:pt x="12813" y="2795"/>
                  <a:pt x="13333" y="3556"/>
                  <a:pt x="13721" y="4426"/>
                </a:cubicBezTo>
                <a:cubicBezTo>
                  <a:pt x="14109" y="5296"/>
                  <a:pt x="14304" y="6212"/>
                  <a:pt x="14304" y="7175"/>
                </a:cubicBezTo>
                <a:cubicBezTo>
                  <a:pt x="14304" y="8169"/>
                  <a:pt x="14109" y="9093"/>
                  <a:pt x="13721" y="9947"/>
                </a:cubicBezTo>
                <a:cubicBezTo>
                  <a:pt x="13333" y="10801"/>
                  <a:pt x="12813" y="11555"/>
                  <a:pt x="12160" y="12207"/>
                </a:cubicBezTo>
                <a:cubicBezTo>
                  <a:pt x="11508" y="12859"/>
                  <a:pt x="10747" y="13372"/>
                  <a:pt x="9877" y="13745"/>
                </a:cubicBezTo>
                <a:cubicBezTo>
                  <a:pt x="9008" y="14117"/>
                  <a:pt x="8091" y="14304"/>
                  <a:pt x="7129" y="14304"/>
                </a:cubicBezTo>
                <a:cubicBezTo>
                  <a:pt x="6135" y="14304"/>
                  <a:pt x="5210" y="14117"/>
                  <a:pt x="4356" y="13745"/>
                </a:cubicBezTo>
                <a:cubicBezTo>
                  <a:pt x="3502" y="13372"/>
                  <a:pt x="2749" y="12859"/>
                  <a:pt x="2097" y="12207"/>
                </a:cubicBezTo>
                <a:cubicBezTo>
                  <a:pt x="1444" y="11555"/>
                  <a:pt x="932" y="10801"/>
                  <a:pt x="559" y="9947"/>
                </a:cubicBezTo>
                <a:cubicBezTo>
                  <a:pt x="186" y="9093"/>
                  <a:pt x="0" y="8169"/>
                  <a:pt x="0" y="7175"/>
                </a:cubicBezTo>
                <a:cubicBezTo>
                  <a:pt x="0" y="6212"/>
                  <a:pt x="186" y="5296"/>
                  <a:pt x="559" y="4426"/>
                </a:cubicBezTo>
                <a:cubicBezTo>
                  <a:pt x="932" y="3556"/>
                  <a:pt x="1444" y="2795"/>
                  <a:pt x="2097" y="2143"/>
                </a:cubicBezTo>
                <a:cubicBezTo>
                  <a:pt x="2749" y="1491"/>
                  <a:pt x="3502" y="971"/>
                  <a:pt x="4356" y="582"/>
                </a:cubicBezTo>
                <a:cubicBezTo>
                  <a:pt x="5210" y="194"/>
                  <a:pt x="6135" y="0"/>
                  <a:pt x="7129" y="0"/>
                </a:cubicBezTo>
                <a:moveTo>
                  <a:pt x="7129" y="34152"/>
                </a:moveTo>
                <a:cubicBezTo>
                  <a:pt x="8091" y="34152"/>
                  <a:pt x="9008" y="34346"/>
                  <a:pt x="9877" y="34734"/>
                </a:cubicBezTo>
                <a:cubicBezTo>
                  <a:pt x="10747" y="35122"/>
                  <a:pt x="11508" y="35643"/>
                  <a:pt x="12160" y="36295"/>
                </a:cubicBezTo>
                <a:cubicBezTo>
                  <a:pt x="12813" y="36947"/>
                  <a:pt x="13333" y="37708"/>
                  <a:pt x="13721" y="38578"/>
                </a:cubicBezTo>
                <a:cubicBezTo>
                  <a:pt x="14109" y="39448"/>
                  <a:pt x="14304" y="40364"/>
                  <a:pt x="14304" y="41327"/>
                </a:cubicBezTo>
                <a:cubicBezTo>
                  <a:pt x="14304" y="42321"/>
                  <a:pt x="14109" y="43245"/>
                  <a:pt x="13721" y="44099"/>
                </a:cubicBezTo>
                <a:cubicBezTo>
                  <a:pt x="13333" y="44953"/>
                  <a:pt x="12813" y="45706"/>
                  <a:pt x="12160" y="46359"/>
                </a:cubicBezTo>
                <a:cubicBezTo>
                  <a:pt x="11508" y="47011"/>
                  <a:pt x="10747" y="47523"/>
                  <a:pt x="9877" y="47896"/>
                </a:cubicBezTo>
                <a:cubicBezTo>
                  <a:pt x="9008" y="48269"/>
                  <a:pt x="8091" y="48455"/>
                  <a:pt x="7129" y="48455"/>
                </a:cubicBezTo>
                <a:cubicBezTo>
                  <a:pt x="6135" y="48455"/>
                  <a:pt x="5210" y="48269"/>
                  <a:pt x="4356" y="47896"/>
                </a:cubicBezTo>
                <a:cubicBezTo>
                  <a:pt x="3502" y="47523"/>
                  <a:pt x="2749" y="47011"/>
                  <a:pt x="2097" y="46359"/>
                </a:cubicBezTo>
                <a:cubicBezTo>
                  <a:pt x="1444" y="45706"/>
                  <a:pt x="932" y="44953"/>
                  <a:pt x="559" y="44099"/>
                </a:cubicBezTo>
                <a:cubicBezTo>
                  <a:pt x="186" y="43245"/>
                  <a:pt x="0" y="42321"/>
                  <a:pt x="0" y="41327"/>
                </a:cubicBezTo>
                <a:cubicBezTo>
                  <a:pt x="0" y="40364"/>
                  <a:pt x="186" y="39448"/>
                  <a:pt x="559" y="38578"/>
                </a:cubicBezTo>
                <a:cubicBezTo>
                  <a:pt x="932" y="37708"/>
                  <a:pt x="1444" y="36947"/>
                  <a:pt x="2097" y="36295"/>
                </a:cubicBezTo>
                <a:cubicBezTo>
                  <a:pt x="2749" y="35643"/>
                  <a:pt x="3502" y="35122"/>
                  <a:pt x="4356" y="34734"/>
                </a:cubicBezTo>
                <a:cubicBezTo>
                  <a:pt x="5210" y="34346"/>
                  <a:pt x="6135" y="34152"/>
                  <a:pt x="7129" y="34152"/>
                </a:cubicBez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&quot;Thebugoccurswhenthe`CascaderSelect`componentisusedwith`popupProps={{v2:true}}`.Theerrordisplayedis">
            <a:extLst xmlns:a="http://schemas.openxmlformats.org/drawingml/2006/main">
              <a:ext uri="{FF2B5EF4-FFF2-40B4-BE49-F238E27FC236}">
                <a16:creationId xmlns:a16="http://schemas.microsoft.com/office/drawing/2014/main" id="{F6EC23EB-D1CD-4397-A4F8-01D11257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82" y="7213813"/>
            <a:ext cx="5996632" cy="87033"/>
          </a:xfrm>
          <a:custGeom xmlns:a="http://schemas.openxmlformats.org/drawingml/2006/main">
            <a:pathLst>
              <a:path w="5996632" h="87033">
                <a:moveTo>
                  <a:pt x="10297" y="1584"/>
                </a:moveTo>
                <a:lnTo>
                  <a:pt x="8992" y="23482"/>
                </a:lnTo>
                <a:lnTo>
                  <a:pt x="1351" y="23482"/>
                </a:lnTo>
                <a:lnTo>
                  <a:pt x="0" y="1584"/>
                </a:lnTo>
                <a:lnTo>
                  <a:pt x="10297" y="1584"/>
                </a:lnTo>
                <a:moveTo>
                  <a:pt x="28421" y="1584"/>
                </a:moveTo>
                <a:lnTo>
                  <a:pt x="27116" y="23482"/>
                </a:lnTo>
                <a:lnTo>
                  <a:pt x="19475" y="23482"/>
                </a:lnTo>
                <a:lnTo>
                  <a:pt x="18124" y="1584"/>
                </a:lnTo>
                <a:lnTo>
                  <a:pt x="28421" y="1584"/>
                </a:lnTo>
                <a:close/>
                <a:moveTo>
                  <a:pt x="88293" y="13605"/>
                </a:moveTo>
                <a:lnTo>
                  <a:pt x="70262" y="13605"/>
                </a:lnTo>
                <a:lnTo>
                  <a:pt x="70262" y="67465"/>
                </a:lnTo>
                <a:lnTo>
                  <a:pt x="61876" y="67465"/>
                </a:lnTo>
                <a:lnTo>
                  <a:pt x="61876" y="13605"/>
                </a:lnTo>
                <a:lnTo>
                  <a:pt x="43845" y="13605"/>
                </a:lnTo>
                <a:lnTo>
                  <a:pt x="43845" y="6523"/>
                </a:lnTo>
                <a:lnTo>
                  <a:pt x="88293" y="6523"/>
                </a:lnTo>
                <a:lnTo>
                  <a:pt x="88293" y="13605"/>
                </a:lnTo>
                <a:close/>
                <a:moveTo>
                  <a:pt x="136750" y="67465"/>
                </a:moveTo>
                <a:lnTo>
                  <a:pt x="128644" y="67465"/>
                </a:lnTo>
                <a:lnTo>
                  <a:pt x="128644" y="37599"/>
                </a:lnTo>
                <a:cubicBezTo>
                  <a:pt x="128644" y="33996"/>
                  <a:pt x="127968" y="31302"/>
                  <a:pt x="126617" y="29516"/>
                </a:cubicBezTo>
                <a:cubicBezTo>
                  <a:pt x="125266" y="27730"/>
                  <a:pt x="123332" y="26837"/>
                  <a:pt x="120816" y="26837"/>
                </a:cubicBezTo>
                <a:cubicBezTo>
                  <a:pt x="119729" y="26837"/>
                  <a:pt x="118712" y="26984"/>
                  <a:pt x="117764" y="27279"/>
                </a:cubicBezTo>
                <a:cubicBezTo>
                  <a:pt x="116817" y="27574"/>
                  <a:pt x="115831" y="28087"/>
                  <a:pt x="114806" y="28817"/>
                </a:cubicBezTo>
                <a:cubicBezTo>
                  <a:pt x="113781" y="29547"/>
                  <a:pt x="112663" y="30533"/>
                  <a:pt x="111451" y="31775"/>
                </a:cubicBezTo>
                <a:cubicBezTo>
                  <a:pt x="110240" y="33018"/>
                  <a:pt x="108842" y="34571"/>
                  <a:pt x="107258" y="36435"/>
                </a:cubicBezTo>
                <a:lnTo>
                  <a:pt x="107258" y="67465"/>
                </a:lnTo>
                <a:lnTo>
                  <a:pt x="99151" y="67465"/>
                </a:lnTo>
                <a:lnTo>
                  <a:pt x="99151" y="1584"/>
                </a:lnTo>
                <a:lnTo>
                  <a:pt x="107258" y="1584"/>
                </a:lnTo>
                <a:lnTo>
                  <a:pt x="107258" y="20674"/>
                </a:lnTo>
                <a:lnTo>
                  <a:pt x="106978" y="28048"/>
                </a:lnTo>
                <a:cubicBezTo>
                  <a:pt x="108252" y="26526"/>
                  <a:pt x="109502" y="25245"/>
                  <a:pt x="110729" y="24204"/>
                </a:cubicBezTo>
                <a:cubicBezTo>
                  <a:pt x="111956" y="23164"/>
                  <a:pt x="113183" y="22317"/>
                  <a:pt x="114410" y="21665"/>
                </a:cubicBezTo>
                <a:cubicBezTo>
                  <a:pt x="115637" y="21013"/>
                  <a:pt x="116887" y="20547"/>
                  <a:pt x="118160" y="20267"/>
                </a:cubicBezTo>
                <a:cubicBezTo>
                  <a:pt x="119434" y="19988"/>
                  <a:pt x="120754" y="19848"/>
                  <a:pt x="122121" y="19848"/>
                </a:cubicBezTo>
                <a:cubicBezTo>
                  <a:pt x="126780" y="19848"/>
                  <a:pt x="130383" y="21269"/>
                  <a:pt x="132930" y="24111"/>
                </a:cubicBezTo>
                <a:cubicBezTo>
                  <a:pt x="135477" y="26953"/>
                  <a:pt x="136750" y="31232"/>
                  <a:pt x="136750" y="36947"/>
                </a:cubicBezTo>
                <a:lnTo>
                  <a:pt x="136750" y="67465"/>
                </a:lnTo>
                <a:close/>
                <a:moveTo>
                  <a:pt x="190519" y="41606"/>
                </a:moveTo>
                <a:cubicBezTo>
                  <a:pt x="190519" y="42756"/>
                  <a:pt x="190504" y="43718"/>
                  <a:pt x="190473" y="44495"/>
                </a:cubicBezTo>
                <a:cubicBezTo>
                  <a:pt x="190442" y="45272"/>
                  <a:pt x="190395" y="46001"/>
                  <a:pt x="190333" y="46685"/>
                </a:cubicBezTo>
                <a:lnTo>
                  <a:pt x="157486" y="46685"/>
                </a:lnTo>
                <a:cubicBezTo>
                  <a:pt x="157486" y="51468"/>
                  <a:pt x="158821" y="55141"/>
                  <a:pt x="161493" y="57704"/>
                </a:cubicBezTo>
                <a:cubicBezTo>
                  <a:pt x="164164" y="60266"/>
                  <a:pt x="168015" y="61548"/>
                  <a:pt x="173047" y="61548"/>
                </a:cubicBezTo>
                <a:cubicBezTo>
                  <a:pt x="174414" y="61548"/>
                  <a:pt x="175781" y="61492"/>
                  <a:pt x="177147" y="61382"/>
                </a:cubicBezTo>
                <a:cubicBezTo>
                  <a:pt x="178514" y="61270"/>
                  <a:pt x="179834" y="61119"/>
                  <a:pt x="181108" y="60929"/>
                </a:cubicBezTo>
                <a:cubicBezTo>
                  <a:pt x="182381" y="60737"/>
                  <a:pt x="183600" y="60523"/>
                  <a:pt x="184765" y="60285"/>
                </a:cubicBezTo>
                <a:cubicBezTo>
                  <a:pt x="185930" y="60046"/>
                  <a:pt x="187009" y="59784"/>
                  <a:pt x="188003" y="59497"/>
                </a:cubicBezTo>
                <a:lnTo>
                  <a:pt x="188003" y="66160"/>
                </a:lnTo>
                <a:cubicBezTo>
                  <a:pt x="185798" y="66795"/>
                  <a:pt x="183305" y="67311"/>
                  <a:pt x="180525" y="67708"/>
                </a:cubicBezTo>
                <a:cubicBezTo>
                  <a:pt x="177745" y="68105"/>
                  <a:pt x="174864" y="68303"/>
                  <a:pt x="171883" y="68303"/>
                </a:cubicBezTo>
                <a:cubicBezTo>
                  <a:pt x="167876" y="68303"/>
                  <a:pt x="164428" y="67760"/>
                  <a:pt x="161539" y="66673"/>
                </a:cubicBezTo>
                <a:cubicBezTo>
                  <a:pt x="158651" y="65585"/>
                  <a:pt x="156282" y="64009"/>
                  <a:pt x="154434" y="61944"/>
                </a:cubicBezTo>
                <a:cubicBezTo>
                  <a:pt x="152586" y="59878"/>
                  <a:pt x="151219" y="57347"/>
                  <a:pt x="150334" y="54349"/>
                </a:cubicBezTo>
                <a:cubicBezTo>
                  <a:pt x="149449" y="51352"/>
                  <a:pt x="149006" y="47958"/>
                  <a:pt x="149006" y="44169"/>
                </a:cubicBezTo>
                <a:cubicBezTo>
                  <a:pt x="149006" y="40876"/>
                  <a:pt x="149480" y="37762"/>
                  <a:pt x="150427" y="34827"/>
                </a:cubicBezTo>
                <a:cubicBezTo>
                  <a:pt x="151374" y="31892"/>
                  <a:pt x="152757" y="29314"/>
                  <a:pt x="154574" y="27093"/>
                </a:cubicBezTo>
                <a:cubicBezTo>
                  <a:pt x="156391" y="24872"/>
                  <a:pt x="158619" y="23109"/>
                  <a:pt x="161260" y="21805"/>
                </a:cubicBezTo>
                <a:cubicBezTo>
                  <a:pt x="163900" y="20500"/>
                  <a:pt x="166897" y="19848"/>
                  <a:pt x="170252" y="19848"/>
                </a:cubicBezTo>
                <a:cubicBezTo>
                  <a:pt x="173513" y="19848"/>
                  <a:pt x="176402" y="20361"/>
                  <a:pt x="178918" y="21386"/>
                </a:cubicBezTo>
                <a:cubicBezTo>
                  <a:pt x="181434" y="22411"/>
                  <a:pt x="183554" y="23863"/>
                  <a:pt x="185278" y="25742"/>
                </a:cubicBezTo>
                <a:cubicBezTo>
                  <a:pt x="187002" y="27621"/>
                  <a:pt x="188306" y="29904"/>
                  <a:pt x="189191" y="32591"/>
                </a:cubicBezTo>
                <a:cubicBezTo>
                  <a:pt x="190077" y="35278"/>
                  <a:pt x="190519" y="38283"/>
                  <a:pt x="190519" y="41606"/>
                </a:cubicBezTo>
                <a:moveTo>
                  <a:pt x="182086" y="40442"/>
                </a:moveTo>
                <a:cubicBezTo>
                  <a:pt x="182179" y="38360"/>
                  <a:pt x="181977" y="36458"/>
                  <a:pt x="181480" y="34734"/>
                </a:cubicBezTo>
                <a:cubicBezTo>
                  <a:pt x="180983" y="33010"/>
                  <a:pt x="180215" y="31527"/>
                  <a:pt x="179174" y="30285"/>
                </a:cubicBezTo>
                <a:cubicBezTo>
                  <a:pt x="178134" y="29042"/>
                  <a:pt x="176837" y="28071"/>
                  <a:pt x="175284" y="27373"/>
                </a:cubicBezTo>
                <a:cubicBezTo>
                  <a:pt x="173731" y="26674"/>
                  <a:pt x="171929" y="26324"/>
                  <a:pt x="169879" y="26324"/>
                </a:cubicBezTo>
                <a:cubicBezTo>
                  <a:pt x="168109" y="26324"/>
                  <a:pt x="166493" y="26666"/>
                  <a:pt x="165034" y="27349"/>
                </a:cubicBezTo>
                <a:cubicBezTo>
                  <a:pt x="163574" y="28033"/>
                  <a:pt x="162316" y="28996"/>
                  <a:pt x="161260" y="30238"/>
                </a:cubicBezTo>
                <a:cubicBezTo>
                  <a:pt x="160204" y="31480"/>
                  <a:pt x="159349" y="32971"/>
                  <a:pt x="158697" y="34711"/>
                </a:cubicBezTo>
                <a:cubicBezTo>
                  <a:pt x="158045" y="36450"/>
                  <a:pt x="157641" y="38360"/>
                  <a:pt x="157486" y="40442"/>
                </a:cubicBezTo>
                <a:lnTo>
                  <a:pt x="182086" y="40442"/>
                </a:lnTo>
                <a:close/>
                <a:moveTo>
                  <a:pt x="294702" y="43237"/>
                </a:moveTo>
                <a:cubicBezTo>
                  <a:pt x="294702" y="47120"/>
                  <a:pt x="294166" y="50591"/>
                  <a:pt x="293095" y="53650"/>
                </a:cubicBezTo>
                <a:cubicBezTo>
                  <a:pt x="292023" y="56710"/>
                  <a:pt x="290501" y="59303"/>
                  <a:pt x="288529" y="61431"/>
                </a:cubicBezTo>
                <a:cubicBezTo>
                  <a:pt x="286556" y="63559"/>
                  <a:pt x="284157" y="65189"/>
                  <a:pt x="281330" y="66323"/>
                </a:cubicBezTo>
                <a:cubicBezTo>
                  <a:pt x="278504" y="67457"/>
                  <a:pt x="275320" y="68024"/>
                  <a:pt x="271779" y="68024"/>
                </a:cubicBezTo>
                <a:cubicBezTo>
                  <a:pt x="269015" y="68024"/>
                  <a:pt x="266188" y="67760"/>
                  <a:pt x="263299" y="67232"/>
                </a:cubicBezTo>
                <a:cubicBezTo>
                  <a:pt x="260411" y="66704"/>
                  <a:pt x="257553" y="65865"/>
                  <a:pt x="254726" y="64716"/>
                </a:cubicBezTo>
                <a:lnTo>
                  <a:pt x="254726" y="1584"/>
                </a:lnTo>
                <a:lnTo>
                  <a:pt x="262833" y="1584"/>
                </a:lnTo>
                <a:lnTo>
                  <a:pt x="262833" y="19740"/>
                </a:lnTo>
                <a:lnTo>
                  <a:pt x="262461" y="28421"/>
                </a:lnTo>
                <a:cubicBezTo>
                  <a:pt x="264790" y="25284"/>
                  <a:pt x="267283" y="23071"/>
                  <a:pt x="269939" y="21782"/>
                </a:cubicBezTo>
                <a:cubicBezTo>
                  <a:pt x="272594" y="20493"/>
                  <a:pt x="275444" y="19848"/>
                  <a:pt x="278488" y="19848"/>
                </a:cubicBezTo>
                <a:cubicBezTo>
                  <a:pt x="281159" y="19848"/>
                  <a:pt x="283505" y="20407"/>
                  <a:pt x="285523" y="21525"/>
                </a:cubicBezTo>
                <a:cubicBezTo>
                  <a:pt x="287542" y="22644"/>
                  <a:pt x="289235" y="24220"/>
                  <a:pt x="290602" y="26254"/>
                </a:cubicBezTo>
                <a:cubicBezTo>
                  <a:pt x="291969" y="28289"/>
                  <a:pt x="292994" y="30743"/>
                  <a:pt x="293677" y="33616"/>
                </a:cubicBezTo>
                <a:cubicBezTo>
                  <a:pt x="294360" y="36489"/>
                  <a:pt x="294702" y="39696"/>
                  <a:pt x="294702" y="43237"/>
                </a:cubicBezTo>
                <a:moveTo>
                  <a:pt x="286409" y="43610"/>
                </a:moveTo>
                <a:cubicBezTo>
                  <a:pt x="286409" y="41156"/>
                  <a:pt x="286230" y="38904"/>
                  <a:pt x="285873" y="36854"/>
                </a:cubicBezTo>
                <a:cubicBezTo>
                  <a:pt x="285516" y="34804"/>
                  <a:pt x="284949" y="33049"/>
                  <a:pt x="284172" y="31589"/>
                </a:cubicBezTo>
                <a:cubicBezTo>
                  <a:pt x="283396" y="30129"/>
                  <a:pt x="282402" y="28988"/>
                  <a:pt x="281190" y="28165"/>
                </a:cubicBezTo>
                <a:cubicBezTo>
                  <a:pt x="279979" y="27342"/>
                  <a:pt x="278535" y="26930"/>
                  <a:pt x="276857" y="26930"/>
                </a:cubicBezTo>
                <a:cubicBezTo>
                  <a:pt x="275832" y="26930"/>
                  <a:pt x="274792" y="27093"/>
                  <a:pt x="273736" y="27419"/>
                </a:cubicBezTo>
                <a:cubicBezTo>
                  <a:pt x="272680" y="27745"/>
                  <a:pt x="271585" y="28289"/>
                  <a:pt x="270451" y="29050"/>
                </a:cubicBezTo>
                <a:cubicBezTo>
                  <a:pt x="269317" y="29811"/>
                  <a:pt x="268122" y="30820"/>
                  <a:pt x="266864" y="32078"/>
                </a:cubicBezTo>
                <a:cubicBezTo>
                  <a:pt x="265606" y="33336"/>
                  <a:pt x="264262" y="34897"/>
                  <a:pt x="262833" y="36761"/>
                </a:cubicBezTo>
                <a:lnTo>
                  <a:pt x="262833" y="59451"/>
                </a:lnTo>
                <a:cubicBezTo>
                  <a:pt x="264417" y="60072"/>
                  <a:pt x="266033" y="60561"/>
                  <a:pt x="267679" y="60919"/>
                </a:cubicBezTo>
                <a:cubicBezTo>
                  <a:pt x="269325" y="61276"/>
                  <a:pt x="270894" y="61454"/>
                  <a:pt x="272385" y="61454"/>
                </a:cubicBezTo>
                <a:cubicBezTo>
                  <a:pt x="274248" y="61454"/>
                  <a:pt x="276027" y="61159"/>
                  <a:pt x="277719" y="60569"/>
                </a:cubicBezTo>
                <a:cubicBezTo>
                  <a:pt x="279412" y="59979"/>
                  <a:pt x="280903" y="58993"/>
                  <a:pt x="282192" y="57611"/>
                </a:cubicBezTo>
                <a:cubicBezTo>
                  <a:pt x="283481" y="56228"/>
                  <a:pt x="284506" y="54396"/>
                  <a:pt x="285267" y="52113"/>
                </a:cubicBezTo>
                <a:cubicBezTo>
                  <a:pt x="286028" y="49830"/>
                  <a:pt x="286409" y="46995"/>
                  <a:pt x="286409" y="43610"/>
                </a:cubicBezTo>
                <a:close/>
                <a:moveTo>
                  <a:pt x="344184" y="67465"/>
                </a:moveTo>
                <a:lnTo>
                  <a:pt x="336916" y="67465"/>
                </a:lnTo>
                <a:lnTo>
                  <a:pt x="336636" y="59917"/>
                </a:lnTo>
                <a:cubicBezTo>
                  <a:pt x="335239" y="61532"/>
                  <a:pt x="333911" y="62875"/>
                  <a:pt x="332653" y="63947"/>
                </a:cubicBezTo>
                <a:cubicBezTo>
                  <a:pt x="331395" y="65019"/>
                  <a:pt x="330145" y="65881"/>
                  <a:pt x="328902" y="66533"/>
                </a:cubicBezTo>
                <a:cubicBezTo>
                  <a:pt x="327660" y="67185"/>
                  <a:pt x="326410" y="67643"/>
                  <a:pt x="325152" y="67907"/>
                </a:cubicBezTo>
                <a:cubicBezTo>
                  <a:pt x="323894" y="68171"/>
                  <a:pt x="322566" y="68303"/>
                  <a:pt x="321168" y="68303"/>
                </a:cubicBezTo>
                <a:cubicBezTo>
                  <a:pt x="316354" y="68303"/>
                  <a:pt x="312719" y="66890"/>
                  <a:pt x="310266" y="64063"/>
                </a:cubicBezTo>
                <a:cubicBezTo>
                  <a:pt x="307812" y="61237"/>
                  <a:pt x="306585" y="56966"/>
                  <a:pt x="306585" y="51251"/>
                </a:cubicBezTo>
                <a:lnTo>
                  <a:pt x="306585" y="20687"/>
                </a:lnTo>
                <a:lnTo>
                  <a:pt x="314692" y="20687"/>
                </a:lnTo>
                <a:lnTo>
                  <a:pt x="314692" y="50598"/>
                </a:lnTo>
                <a:cubicBezTo>
                  <a:pt x="314692" y="57774"/>
                  <a:pt x="317394" y="61361"/>
                  <a:pt x="322799" y="61361"/>
                </a:cubicBezTo>
                <a:cubicBezTo>
                  <a:pt x="323793" y="61361"/>
                  <a:pt x="324763" y="61214"/>
                  <a:pt x="325711" y="60919"/>
                </a:cubicBezTo>
                <a:cubicBezTo>
                  <a:pt x="326658" y="60623"/>
                  <a:pt x="327652" y="60111"/>
                  <a:pt x="328693" y="59381"/>
                </a:cubicBezTo>
                <a:cubicBezTo>
                  <a:pt x="329733" y="58651"/>
                  <a:pt x="330851" y="57665"/>
                  <a:pt x="332047" y="56422"/>
                </a:cubicBezTo>
                <a:cubicBezTo>
                  <a:pt x="333243" y="55180"/>
                  <a:pt x="334586" y="53611"/>
                  <a:pt x="336077" y="51717"/>
                </a:cubicBezTo>
                <a:lnTo>
                  <a:pt x="336077" y="20687"/>
                </a:lnTo>
                <a:lnTo>
                  <a:pt x="344184" y="20687"/>
                </a:lnTo>
                <a:lnTo>
                  <a:pt x="344184" y="67465"/>
                </a:lnTo>
                <a:close/>
                <a:moveTo>
                  <a:pt x="392129" y="27303"/>
                </a:moveTo>
                <a:cubicBezTo>
                  <a:pt x="392999" y="28390"/>
                  <a:pt x="393674" y="29656"/>
                  <a:pt x="394156" y="31100"/>
                </a:cubicBezTo>
                <a:cubicBezTo>
                  <a:pt x="394637" y="32544"/>
                  <a:pt x="394878" y="34105"/>
                  <a:pt x="394878" y="35782"/>
                </a:cubicBezTo>
                <a:cubicBezTo>
                  <a:pt x="394878" y="38205"/>
                  <a:pt x="394435" y="40418"/>
                  <a:pt x="393550" y="42422"/>
                </a:cubicBezTo>
                <a:cubicBezTo>
                  <a:pt x="392665" y="44425"/>
                  <a:pt x="391415" y="46141"/>
                  <a:pt x="389800" y="47570"/>
                </a:cubicBezTo>
                <a:cubicBezTo>
                  <a:pt x="388184" y="48999"/>
                  <a:pt x="386251" y="50109"/>
                  <a:pt x="383999" y="50901"/>
                </a:cubicBezTo>
                <a:cubicBezTo>
                  <a:pt x="381747" y="51693"/>
                  <a:pt x="379270" y="52089"/>
                  <a:pt x="376568" y="52089"/>
                </a:cubicBezTo>
                <a:cubicBezTo>
                  <a:pt x="374611" y="52089"/>
                  <a:pt x="372778" y="51880"/>
                  <a:pt x="371070" y="51460"/>
                </a:cubicBezTo>
                <a:cubicBezTo>
                  <a:pt x="369361" y="51041"/>
                  <a:pt x="368010" y="50521"/>
                  <a:pt x="367016" y="49900"/>
                </a:cubicBezTo>
                <a:cubicBezTo>
                  <a:pt x="366426" y="50769"/>
                  <a:pt x="365929" y="51591"/>
                  <a:pt x="365525" y="52365"/>
                </a:cubicBezTo>
                <a:cubicBezTo>
                  <a:pt x="365122" y="53137"/>
                  <a:pt x="364920" y="54002"/>
                  <a:pt x="364920" y="54959"/>
                </a:cubicBezTo>
                <a:cubicBezTo>
                  <a:pt x="364920" y="56132"/>
                  <a:pt x="365487" y="57104"/>
                  <a:pt x="366620" y="57876"/>
                </a:cubicBezTo>
                <a:cubicBezTo>
                  <a:pt x="367754" y="58646"/>
                  <a:pt x="369253" y="59063"/>
                  <a:pt x="371116" y="59125"/>
                </a:cubicBezTo>
                <a:lnTo>
                  <a:pt x="383417" y="59591"/>
                </a:lnTo>
                <a:cubicBezTo>
                  <a:pt x="385746" y="59653"/>
                  <a:pt x="387897" y="59948"/>
                  <a:pt x="389870" y="60477"/>
                </a:cubicBezTo>
                <a:cubicBezTo>
                  <a:pt x="391842" y="61006"/>
                  <a:pt x="393535" y="61769"/>
                  <a:pt x="394948" y="62765"/>
                </a:cubicBezTo>
                <a:cubicBezTo>
                  <a:pt x="396361" y="63760"/>
                  <a:pt x="397464" y="64988"/>
                  <a:pt x="398256" y="66451"/>
                </a:cubicBezTo>
                <a:cubicBezTo>
                  <a:pt x="399048" y="67913"/>
                  <a:pt x="399444" y="69609"/>
                  <a:pt x="399444" y="71538"/>
                </a:cubicBezTo>
                <a:cubicBezTo>
                  <a:pt x="399444" y="73623"/>
                  <a:pt x="398994" y="75599"/>
                  <a:pt x="398093" y="77466"/>
                </a:cubicBezTo>
                <a:cubicBezTo>
                  <a:pt x="397192" y="79332"/>
                  <a:pt x="395802" y="80973"/>
                  <a:pt x="393923" y="82389"/>
                </a:cubicBezTo>
                <a:cubicBezTo>
                  <a:pt x="392044" y="83805"/>
                  <a:pt x="389660" y="84933"/>
                  <a:pt x="386771" y="85772"/>
                </a:cubicBezTo>
                <a:cubicBezTo>
                  <a:pt x="383882" y="86613"/>
                  <a:pt x="380450" y="87033"/>
                  <a:pt x="376474" y="87033"/>
                </a:cubicBezTo>
                <a:cubicBezTo>
                  <a:pt x="372685" y="87033"/>
                  <a:pt x="369462" y="86730"/>
                  <a:pt x="366807" y="86123"/>
                </a:cubicBezTo>
                <a:cubicBezTo>
                  <a:pt x="364151" y="85516"/>
                  <a:pt x="361969" y="84676"/>
                  <a:pt x="360261" y="83603"/>
                </a:cubicBezTo>
                <a:cubicBezTo>
                  <a:pt x="358552" y="82529"/>
                  <a:pt x="357310" y="81253"/>
                  <a:pt x="356533" y="79775"/>
                </a:cubicBezTo>
                <a:cubicBezTo>
                  <a:pt x="355757" y="78298"/>
                  <a:pt x="355368" y="76672"/>
                  <a:pt x="355368" y="74899"/>
                </a:cubicBezTo>
                <a:cubicBezTo>
                  <a:pt x="355368" y="72628"/>
                  <a:pt x="355896" y="70636"/>
                  <a:pt x="356953" y="68925"/>
                </a:cubicBezTo>
                <a:cubicBezTo>
                  <a:pt x="358009" y="67215"/>
                  <a:pt x="359639" y="65566"/>
                  <a:pt x="361845" y="63979"/>
                </a:cubicBezTo>
                <a:cubicBezTo>
                  <a:pt x="361037" y="63607"/>
                  <a:pt x="360338" y="63142"/>
                  <a:pt x="359748" y="62584"/>
                </a:cubicBezTo>
                <a:cubicBezTo>
                  <a:pt x="359158" y="62026"/>
                  <a:pt x="358676" y="61414"/>
                  <a:pt x="358304" y="60748"/>
                </a:cubicBezTo>
                <a:cubicBezTo>
                  <a:pt x="357931" y="60081"/>
                  <a:pt x="357651" y="59376"/>
                  <a:pt x="357465" y="58633"/>
                </a:cubicBezTo>
                <a:cubicBezTo>
                  <a:pt x="357279" y="57888"/>
                  <a:pt x="357186" y="57160"/>
                  <a:pt x="357186" y="56447"/>
                </a:cubicBezTo>
                <a:cubicBezTo>
                  <a:pt x="357186" y="54432"/>
                  <a:pt x="357659" y="52588"/>
                  <a:pt x="358607" y="50914"/>
                </a:cubicBezTo>
                <a:cubicBezTo>
                  <a:pt x="359554" y="49241"/>
                  <a:pt x="360680" y="47660"/>
                  <a:pt x="361984" y="46172"/>
                </a:cubicBezTo>
                <a:cubicBezTo>
                  <a:pt x="361394" y="45458"/>
                  <a:pt x="360874" y="44759"/>
                  <a:pt x="360424" y="44076"/>
                </a:cubicBezTo>
                <a:cubicBezTo>
                  <a:pt x="359973" y="43392"/>
                  <a:pt x="359585" y="42655"/>
                  <a:pt x="359259" y="41863"/>
                </a:cubicBezTo>
                <a:cubicBezTo>
                  <a:pt x="358933" y="41071"/>
                  <a:pt x="358684" y="40216"/>
                  <a:pt x="358513" y="39300"/>
                </a:cubicBezTo>
                <a:cubicBezTo>
                  <a:pt x="358343" y="38384"/>
                  <a:pt x="358257" y="37335"/>
                  <a:pt x="358257" y="36155"/>
                </a:cubicBezTo>
                <a:cubicBezTo>
                  <a:pt x="358257" y="33732"/>
                  <a:pt x="358700" y="31519"/>
                  <a:pt x="359585" y="29516"/>
                </a:cubicBezTo>
                <a:cubicBezTo>
                  <a:pt x="360470" y="27512"/>
                  <a:pt x="361713" y="25796"/>
                  <a:pt x="363312" y="24367"/>
                </a:cubicBezTo>
                <a:cubicBezTo>
                  <a:pt x="364912" y="22939"/>
                  <a:pt x="366838" y="21828"/>
                  <a:pt x="369090" y="21036"/>
                </a:cubicBezTo>
                <a:cubicBezTo>
                  <a:pt x="371342" y="20244"/>
                  <a:pt x="373834" y="19848"/>
                  <a:pt x="376568" y="19848"/>
                </a:cubicBezTo>
                <a:cubicBezTo>
                  <a:pt x="377717" y="19848"/>
                  <a:pt x="378820" y="19926"/>
                  <a:pt x="379876" y="20081"/>
                </a:cubicBezTo>
                <a:cubicBezTo>
                  <a:pt x="380932" y="20236"/>
                  <a:pt x="381864" y="20438"/>
                  <a:pt x="382671" y="20687"/>
                </a:cubicBezTo>
                <a:lnTo>
                  <a:pt x="399630" y="20687"/>
                </a:lnTo>
                <a:lnTo>
                  <a:pt x="399630" y="27303"/>
                </a:lnTo>
                <a:lnTo>
                  <a:pt x="392129" y="27303"/>
                </a:lnTo>
                <a:moveTo>
                  <a:pt x="363988" y="74200"/>
                </a:moveTo>
                <a:cubicBezTo>
                  <a:pt x="363988" y="76412"/>
                  <a:pt x="365137" y="78024"/>
                  <a:pt x="367436" y="79037"/>
                </a:cubicBezTo>
                <a:cubicBezTo>
                  <a:pt x="369734" y="80050"/>
                  <a:pt x="372933" y="80557"/>
                  <a:pt x="377034" y="80557"/>
                </a:cubicBezTo>
                <a:cubicBezTo>
                  <a:pt x="379612" y="80557"/>
                  <a:pt x="381778" y="80323"/>
                  <a:pt x="383533" y="79855"/>
                </a:cubicBezTo>
                <a:cubicBezTo>
                  <a:pt x="385288" y="79388"/>
                  <a:pt x="386701" y="78773"/>
                  <a:pt x="387773" y="78009"/>
                </a:cubicBezTo>
                <a:cubicBezTo>
                  <a:pt x="388845" y="77245"/>
                  <a:pt x="389613" y="76372"/>
                  <a:pt x="390079" y="75391"/>
                </a:cubicBezTo>
                <a:cubicBezTo>
                  <a:pt x="390545" y="74410"/>
                  <a:pt x="390778" y="73405"/>
                  <a:pt x="390778" y="72376"/>
                </a:cubicBezTo>
                <a:cubicBezTo>
                  <a:pt x="390778" y="70474"/>
                  <a:pt x="390002" y="69072"/>
                  <a:pt x="388448" y="68168"/>
                </a:cubicBezTo>
                <a:cubicBezTo>
                  <a:pt x="386895" y="67264"/>
                  <a:pt x="384519" y="66735"/>
                  <a:pt x="381320" y="66579"/>
                </a:cubicBezTo>
                <a:lnTo>
                  <a:pt x="369113" y="66160"/>
                </a:lnTo>
                <a:cubicBezTo>
                  <a:pt x="368088" y="66845"/>
                  <a:pt x="367242" y="67515"/>
                  <a:pt x="366574" y="68169"/>
                </a:cubicBezTo>
                <a:cubicBezTo>
                  <a:pt x="365906" y="68825"/>
                  <a:pt x="365386" y="69487"/>
                  <a:pt x="365013" y="70157"/>
                </a:cubicBezTo>
                <a:cubicBezTo>
                  <a:pt x="364640" y="70827"/>
                  <a:pt x="364376" y="71496"/>
                  <a:pt x="364221" y="72166"/>
                </a:cubicBezTo>
                <a:cubicBezTo>
                  <a:pt x="364066" y="72837"/>
                  <a:pt x="363988" y="73515"/>
                  <a:pt x="363988" y="74200"/>
                </a:cubicBezTo>
                <a:moveTo>
                  <a:pt x="366457" y="35969"/>
                </a:moveTo>
                <a:cubicBezTo>
                  <a:pt x="366457" y="37460"/>
                  <a:pt x="366706" y="38826"/>
                  <a:pt x="367203" y="40069"/>
                </a:cubicBezTo>
                <a:cubicBezTo>
                  <a:pt x="367700" y="41311"/>
                  <a:pt x="368399" y="42367"/>
                  <a:pt x="369299" y="43237"/>
                </a:cubicBezTo>
                <a:cubicBezTo>
                  <a:pt x="370200" y="44107"/>
                  <a:pt x="371264" y="44782"/>
                  <a:pt x="372491" y="45264"/>
                </a:cubicBezTo>
                <a:cubicBezTo>
                  <a:pt x="373718" y="45745"/>
                  <a:pt x="375077" y="45986"/>
                  <a:pt x="376568" y="45986"/>
                </a:cubicBezTo>
                <a:cubicBezTo>
                  <a:pt x="378183" y="45986"/>
                  <a:pt x="379619" y="45714"/>
                  <a:pt x="380877" y="45171"/>
                </a:cubicBezTo>
                <a:cubicBezTo>
                  <a:pt x="382135" y="44627"/>
                  <a:pt x="383191" y="43889"/>
                  <a:pt x="384046" y="42957"/>
                </a:cubicBezTo>
                <a:cubicBezTo>
                  <a:pt x="384900" y="42026"/>
                  <a:pt x="385552" y="40954"/>
                  <a:pt x="386002" y="39743"/>
                </a:cubicBezTo>
                <a:cubicBezTo>
                  <a:pt x="386453" y="38531"/>
                  <a:pt x="386678" y="37273"/>
                  <a:pt x="386678" y="35969"/>
                </a:cubicBezTo>
                <a:cubicBezTo>
                  <a:pt x="386678" y="34478"/>
                  <a:pt x="386430" y="33111"/>
                  <a:pt x="385933" y="31869"/>
                </a:cubicBezTo>
                <a:cubicBezTo>
                  <a:pt x="385436" y="30626"/>
                  <a:pt x="384737" y="29570"/>
                  <a:pt x="383836" y="28700"/>
                </a:cubicBezTo>
                <a:cubicBezTo>
                  <a:pt x="382935" y="27831"/>
                  <a:pt x="381871" y="27155"/>
                  <a:pt x="380644" y="26674"/>
                </a:cubicBezTo>
                <a:cubicBezTo>
                  <a:pt x="379417" y="26192"/>
                  <a:pt x="378059" y="25952"/>
                  <a:pt x="376568" y="25952"/>
                </a:cubicBezTo>
                <a:cubicBezTo>
                  <a:pt x="374952" y="25952"/>
                  <a:pt x="373516" y="26231"/>
                  <a:pt x="372258" y="26790"/>
                </a:cubicBezTo>
                <a:cubicBezTo>
                  <a:pt x="371000" y="27349"/>
                  <a:pt x="369944" y="28087"/>
                  <a:pt x="369090" y="29003"/>
                </a:cubicBezTo>
                <a:cubicBezTo>
                  <a:pt x="368235" y="29920"/>
                  <a:pt x="367583" y="30983"/>
                  <a:pt x="367133" y="32195"/>
                </a:cubicBezTo>
                <a:cubicBezTo>
                  <a:pt x="366682" y="33406"/>
                  <a:pt x="366457" y="34664"/>
                  <a:pt x="366457" y="35969"/>
                </a:cubicBezTo>
                <a:close/>
                <a:moveTo>
                  <a:pt x="502881" y="43703"/>
                </a:moveTo>
                <a:cubicBezTo>
                  <a:pt x="502881" y="47337"/>
                  <a:pt x="502369" y="50668"/>
                  <a:pt x="501344" y="53697"/>
                </a:cubicBezTo>
                <a:cubicBezTo>
                  <a:pt x="500319" y="56725"/>
                  <a:pt x="498844" y="59319"/>
                  <a:pt x="496918" y="61478"/>
                </a:cubicBezTo>
                <a:cubicBezTo>
                  <a:pt x="494992" y="63636"/>
                  <a:pt x="492647" y="65314"/>
                  <a:pt x="489882" y="66510"/>
                </a:cubicBezTo>
                <a:cubicBezTo>
                  <a:pt x="487118" y="67705"/>
                  <a:pt x="483981" y="68303"/>
                  <a:pt x="480471" y="68303"/>
                </a:cubicBezTo>
                <a:cubicBezTo>
                  <a:pt x="477116" y="68303"/>
                  <a:pt x="474111" y="67783"/>
                  <a:pt x="471455" y="66742"/>
                </a:cubicBezTo>
                <a:cubicBezTo>
                  <a:pt x="468800" y="65702"/>
                  <a:pt x="466548" y="64172"/>
                  <a:pt x="464700" y="62153"/>
                </a:cubicBezTo>
                <a:cubicBezTo>
                  <a:pt x="462852" y="60134"/>
                  <a:pt x="461438" y="57634"/>
                  <a:pt x="460460" y="54652"/>
                </a:cubicBezTo>
                <a:cubicBezTo>
                  <a:pt x="459481" y="51670"/>
                  <a:pt x="458992" y="48238"/>
                  <a:pt x="458992" y="44355"/>
                </a:cubicBezTo>
                <a:cubicBezTo>
                  <a:pt x="458992" y="40721"/>
                  <a:pt x="459505" y="37405"/>
                  <a:pt x="460530" y="34408"/>
                </a:cubicBezTo>
                <a:cubicBezTo>
                  <a:pt x="461555" y="31411"/>
                  <a:pt x="463030" y="28832"/>
                  <a:pt x="464956" y="26674"/>
                </a:cubicBezTo>
                <a:cubicBezTo>
                  <a:pt x="466882" y="24515"/>
                  <a:pt x="469227" y="22838"/>
                  <a:pt x="471991" y="21642"/>
                </a:cubicBezTo>
                <a:cubicBezTo>
                  <a:pt x="474756" y="20446"/>
                  <a:pt x="477893" y="19848"/>
                  <a:pt x="481403" y="19848"/>
                </a:cubicBezTo>
                <a:cubicBezTo>
                  <a:pt x="484757" y="19848"/>
                  <a:pt x="487763" y="20368"/>
                  <a:pt x="490418" y="21409"/>
                </a:cubicBezTo>
                <a:cubicBezTo>
                  <a:pt x="493074" y="22449"/>
                  <a:pt x="495326" y="23971"/>
                  <a:pt x="497174" y="25975"/>
                </a:cubicBezTo>
                <a:cubicBezTo>
                  <a:pt x="499022" y="27978"/>
                  <a:pt x="500435" y="30471"/>
                  <a:pt x="501414" y="33453"/>
                </a:cubicBezTo>
                <a:cubicBezTo>
                  <a:pt x="502392" y="36435"/>
                  <a:pt x="502881" y="39851"/>
                  <a:pt x="502881" y="43703"/>
                </a:cubicBezTo>
                <a:moveTo>
                  <a:pt x="494588" y="44076"/>
                </a:moveTo>
                <a:cubicBezTo>
                  <a:pt x="494588" y="41187"/>
                  <a:pt x="494270" y="38663"/>
                  <a:pt x="493633" y="36505"/>
                </a:cubicBezTo>
                <a:cubicBezTo>
                  <a:pt x="492996" y="34346"/>
                  <a:pt x="492088" y="32544"/>
                  <a:pt x="490907" y="31100"/>
                </a:cubicBezTo>
                <a:cubicBezTo>
                  <a:pt x="489727" y="29656"/>
                  <a:pt x="488291" y="28568"/>
                  <a:pt x="486598" y="27838"/>
                </a:cubicBezTo>
                <a:cubicBezTo>
                  <a:pt x="484905" y="27109"/>
                  <a:pt x="483018" y="26744"/>
                  <a:pt x="480937" y="26744"/>
                </a:cubicBezTo>
                <a:cubicBezTo>
                  <a:pt x="478514" y="26744"/>
                  <a:pt x="476441" y="27217"/>
                  <a:pt x="474717" y="28165"/>
                </a:cubicBezTo>
                <a:cubicBezTo>
                  <a:pt x="472993" y="29112"/>
                  <a:pt x="471580" y="30378"/>
                  <a:pt x="470477" y="31962"/>
                </a:cubicBezTo>
                <a:cubicBezTo>
                  <a:pt x="469374" y="33546"/>
                  <a:pt x="468567" y="35386"/>
                  <a:pt x="468054" y="37483"/>
                </a:cubicBezTo>
                <a:cubicBezTo>
                  <a:pt x="467542" y="39580"/>
                  <a:pt x="467285" y="41777"/>
                  <a:pt x="467285" y="44076"/>
                </a:cubicBezTo>
                <a:cubicBezTo>
                  <a:pt x="467285" y="46964"/>
                  <a:pt x="467604" y="49496"/>
                  <a:pt x="468241" y="51670"/>
                </a:cubicBezTo>
                <a:cubicBezTo>
                  <a:pt x="468877" y="53844"/>
                  <a:pt x="469786" y="55654"/>
                  <a:pt x="470966" y="57098"/>
                </a:cubicBezTo>
                <a:cubicBezTo>
                  <a:pt x="472147" y="58542"/>
                  <a:pt x="473575" y="59629"/>
                  <a:pt x="475253" y="60359"/>
                </a:cubicBezTo>
                <a:cubicBezTo>
                  <a:pt x="476930" y="61089"/>
                  <a:pt x="478825" y="61454"/>
                  <a:pt x="480937" y="61454"/>
                </a:cubicBezTo>
                <a:cubicBezTo>
                  <a:pt x="483360" y="61454"/>
                  <a:pt x="485433" y="60981"/>
                  <a:pt x="487157" y="60033"/>
                </a:cubicBezTo>
                <a:cubicBezTo>
                  <a:pt x="488881" y="59086"/>
                  <a:pt x="490294" y="57820"/>
                  <a:pt x="491397" y="56236"/>
                </a:cubicBezTo>
                <a:cubicBezTo>
                  <a:pt x="492499" y="54652"/>
                  <a:pt x="493307" y="52812"/>
                  <a:pt x="493819" y="50715"/>
                </a:cubicBezTo>
                <a:cubicBezTo>
                  <a:pt x="494332" y="48618"/>
                  <a:pt x="494588" y="46405"/>
                  <a:pt x="494588" y="44076"/>
                </a:cubicBezTo>
                <a:close/>
                <a:moveTo>
                  <a:pt x="550360" y="65741"/>
                </a:moveTo>
                <a:cubicBezTo>
                  <a:pt x="548248" y="66548"/>
                  <a:pt x="546082" y="67146"/>
                  <a:pt x="543861" y="67535"/>
                </a:cubicBezTo>
                <a:cubicBezTo>
                  <a:pt x="541640" y="67923"/>
                  <a:pt x="539349" y="68117"/>
                  <a:pt x="536989" y="68117"/>
                </a:cubicBezTo>
                <a:cubicBezTo>
                  <a:pt x="529596" y="68117"/>
                  <a:pt x="523904" y="66113"/>
                  <a:pt x="519913" y="62107"/>
                </a:cubicBezTo>
                <a:cubicBezTo>
                  <a:pt x="515921" y="58100"/>
                  <a:pt x="513926" y="52245"/>
                  <a:pt x="513926" y="44542"/>
                </a:cubicBezTo>
                <a:cubicBezTo>
                  <a:pt x="513926" y="40845"/>
                  <a:pt x="514500" y="37491"/>
                  <a:pt x="515650" y="34478"/>
                </a:cubicBezTo>
                <a:cubicBezTo>
                  <a:pt x="516799" y="31465"/>
                  <a:pt x="518414" y="28887"/>
                  <a:pt x="520495" y="26744"/>
                </a:cubicBezTo>
                <a:cubicBezTo>
                  <a:pt x="522576" y="24600"/>
                  <a:pt x="525061" y="22946"/>
                  <a:pt x="527950" y="21782"/>
                </a:cubicBezTo>
                <a:cubicBezTo>
                  <a:pt x="530838" y="20617"/>
                  <a:pt x="534022" y="20034"/>
                  <a:pt x="537501" y="20034"/>
                </a:cubicBezTo>
                <a:cubicBezTo>
                  <a:pt x="539924" y="20034"/>
                  <a:pt x="542191" y="20209"/>
                  <a:pt x="544303" y="20559"/>
                </a:cubicBezTo>
                <a:cubicBezTo>
                  <a:pt x="546416" y="20907"/>
                  <a:pt x="548435" y="21478"/>
                  <a:pt x="550360" y="22271"/>
                </a:cubicBezTo>
                <a:lnTo>
                  <a:pt x="550360" y="30005"/>
                </a:lnTo>
                <a:cubicBezTo>
                  <a:pt x="548341" y="28932"/>
                  <a:pt x="546284" y="28152"/>
                  <a:pt x="544187" y="27664"/>
                </a:cubicBezTo>
                <a:cubicBezTo>
                  <a:pt x="542090" y="27175"/>
                  <a:pt x="539924" y="26930"/>
                  <a:pt x="537687" y="26930"/>
                </a:cubicBezTo>
                <a:cubicBezTo>
                  <a:pt x="535606" y="26930"/>
                  <a:pt x="533642" y="27326"/>
                  <a:pt x="531794" y="28118"/>
                </a:cubicBezTo>
                <a:cubicBezTo>
                  <a:pt x="529945" y="28910"/>
                  <a:pt x="528322" y="30052"/>
                  <a:pt x="526925" y="31543"/>
                </a:cubicBezTo>
                <a:cubicBezTo>
                  <a:pt x="525527" y="33033"/>
                  <a:pt x="524424" y="34851"/>
                  <a:pt x="523617" y="36994"/>
                </a:cubicBezTo>
                <a:cubicBezTo>
                  <a:pt x="522809" y="39137"/>
                  <a:pt x="522405" y="41560"/>
                  <a:pt x="522405" y="44262"/>
                </a:cubicBezTo>
                <a:cubicBezTo>
                  <a:pt x="522405" y="49915"/>
                  <a:pt x="523780" y="54147"/>
                  <a:pt x="526529" y="56958"/>
                </a:cubicBezTo>
                <a:cubicBezTo>
                  <a:pt x="529278" y="59769"/>
                  <a:pt x="533090" y="61175"/>
                  <a:pt x="537967" y="61175"/>
                </a:cubicBezTo>
                <a:cubicBezTo>
                  <a:pt x="540172" y="61175"/>
                  <a:pt x="542308" y="60926"/>
                  <a:pt x="544373" y="60429"/>
                </a:cubicBezTo>
                <a:cubicBezTo>
                  <a:pt x="546439" y="59932"/>
                  <a:pt x="548435" y="59187"/>
                  <a:pt x="550360" y="58193"/>
                </a:cubicBezTo>
                <a:lnTo>
                  <a:pt x="550360" y="65741"/>
                </a:lnTo>
                <a:close/>
                <a:moveTo>
                  <a:pt x="602219" y="65741"/>
                </a:moveTo>
                <a:cubicBezTo>
                  <a:pt x="600107" y="66548"/>
                  <a:pt x="597940" y="67146"/>
                  <a:pt x="595719" y="67535"/>
                </a:cubicBezTo>
                <a:cubicBezTo>
                  <a:pt x="593498" y="67923"/>
                  <a:pt x="591208" y="68117"/>
                  <a:pt x="588847" y="68117"/>
                </a:cubicBezTo>
                <a:cubicBezTo>
                  <a:pt x="581454" y="68117"/>
                  <a:pt x="575763" y="66113"/>
                  <a:pt x="571771" y="62107"/>
                </a:cubicBezTo>
                <a:cubicBezTo>
                  <a:pt x="567780" y="58100"/>
                  <a:pt x="565784" y="52245"/>
                  <a:pt x="565784" y="44542"/>
                </a:cubicBezTo>
                <a:cubicBezTo>
                  <a:pt x="565784" y="40845"/>
                  <a:pt x="566359" y="37491"/>
                  <a:pt x="567508" y="34478"/>
                </a:cubicBezTo>
                <a:cubicBezTo>
                  <a:pt x="568657" y="31465"/>
                  <a:pt x="570272" y="28887"/>
                  <a:pt x="572354" y="26744"/>
                </a:cubicBezTo>
                <a:cubicBezTo>
                  <a:pt x="574435" y="24600"/>
                  <a:pt x="576920" y="22946"/>
                  <a:pt x="579808" y="21782"/>
                </a:cubicBezTo>
                <a:cubicBezTo>
                  <a:pt x="582697" y="20617"/>
                  <a:pt x="585881" y="20034"/>
                  <a:pt x="589359" y="20034"/>
                </a:cubicBezTo>
                <a:cubicBezTo>
                  <a:pt x="591782" y="20034"/>
                  <a:pt x="594050" y="20209"/>
                  <a:pt x="596162" y="20559"/>
                </a:cubicBezTo>
                <a:cubicBezTo>
                  <a:pt x="598274" y="20907"/>
                  <a:pt x="600293" y="21478"/>
                  <a:pt x="602219" y="22271"/>
                </a:cubicBezTo>
                <a:lnTo>
                  <a:pt x="602219" y="30005"/>
                </a:lnTo>
                <a:cubicBezTo>
                  <a:pt x="600200" y="28932"/>
                  <a:pt x="598142" y="28152"/>
                  <a:pt x="596045" y="27664"/>
                </a:cubicBezTo>
                <a:cubicBezTo>
                  <a:pt x="593949" y="27175"/>
                  <a:pt x="591782" y="26930"/>
                  <a:pt x="589546" y="26930"/>
                </a:cubicBezTo>
                <a:cubicBezTo>
                  <a:pt x="587465" y="26930"/>
                  <a:pt x="585500" y="27326"/>
                  <a:pt x="583652" y="28118"/>
                </a:cubicBezTo>
                <a:cubicBezTo>
                  <a:pt x="581804" y="28910"/>
                  <a:pt x="580181" y="30052"/>
                  <a:pt x="578783" y="31543"/>
                </a:cubicBezTo>
                <a:cubicBezTo>
                  <a:pt x="577385" y="33033"/>
                  <a:pt x="576283" y="34851"/>
                  <a:pt x="575475" y="36994"/>
                </a:cubicBezTo>
                <a:cubicBezTo>
                  <a:pt x="574668" y="39137"/>
                  <a:pt x="574264" y="41560"/>
                  <a:pt x="574264" y="44262"/>
                </a:cubicBezTo>
                <a:cubicBezTo>
                  <a:pt x="574264" y="49915"/>
                  <a:pt x="575638" y="54147"/>
                  <a:pt x="578387" y="56958"/>
                </a:cubicBezTo>
                <a:cubicBezTo>
                  <a:pt x="581136" y="59769"/>
                  <a:pt x="584949" y="61175"/>
                  <a:pt x="589825" y="61175"/>
                </a:cubicBezTo>
                <a:cubicBezTo>
                  <a:pt x="592031" y="61175"/>
                  <a:pt x="594166" y="60926"/>
                  <a:pt x="596232" y="60429"/>
                </a:cubicBezTo>
                <a:cubicBezTo>
                  <a:pt x="598297" y="59932"/>
                  <a:pt x="600293" y="59187"/>
                  <a:pt x="602219" y="58193"/>
                </a:cubicBezTo>
                <a:lnTo>
                  <a:pt x="602219" y="65741"/>
                </a:lnTo>
                <a:close/>
                <a:moveTo>
                  <a:pt x="655335" y="67465"/>
                </a:moveTo>
                <a:lnTo>
                  <a:pt x="648067" y="67465"/>
                </a:lnTo>
                <a:lnTo>
                  <a:pt x="647787" y="59917"/>
                </a:lnTo>
                <a:cubicBezTo>
                  <a:pt x="646390" y="61532"/>
                  <a:pt x="645062" y="62875"/>
                  <a:pt x="643804" y="63947"/>
                </a:cubicBezTo>
                <a:cubicBezTo>
                  <a:pt x="642546" y="65019"/>
                  <a:pt x="641296" y="65881"/>
                  <a:pt x="640053" y="66533"/>
                </a:cubicBezTo>
                <a:cubicBezTo>
                  <a:pt x="638811" y="67185"/>
                  <a:pt x="637561" y="67643"/>
                  <a:pt x="636303" y="67907"/>
                </a:cubicBezTo>
                <a:cubicBezTo>
                  <a:pt x="635045" y="68171"/>
                  <a:pt x="633717" y="68303"/>
                  <a:pt x="632319" y="68303"/>
                </a:cubicBezTo>
                <a:cubicBezTo>
                  <a:pt x="627505" y="68303"/>
                  <a:pt x="623870" y="66890"/>
                  <a:pt x="621417" y="64063"/>
                </a:cubicBezTo>
                <a:cubicBezTo>
                  <a:pt x="618963" y="61237"/>
                  <a:pt x="617736" y="56966"/>
                  <a:pt x="617736" y="51251"/>
                </a:cubicBezTo>
                <a:lnTo>
                  <a:pt x="617736" y="20687"/>
                </a:lnTo>
                <a:lnTo>
                  <a:pt x="625843" y="20687"/>
                </a:lnTo>
                <a:lnTo>
                  <a:pt x="625843" y="50598"/>
                </a:lnTo>
                <a:cubicBezTo>
                  <a:pt x="625843" y="57774"/>
                  <a:pt x="628545" y="61361"/>
                  <a:pt x="633950" y="61361"/>
                </a:cubicBezTo>
                <a:cubicBezTo>
                  <a:pt x="634944" y="61361"/>
                  <a:pt x="635914" y="61214"/>
                  <a:pt x="636862" y="60919"/>
                </a:cubicBezTo>
                <a:cubicBezTo>
                  <a:pt x="637809" y="60623"/>
                  <a:pt x="638803" y="60111"/>
                  <a:pt x="639844" y="59381"/>
                </a:cubicBezTo>
                <a:cubicBezTo>
                  <a:pt x="640884" y="58651"/>
                  <a:pt x="642002" y="57665"/>
                  <a:pt x="643198" y="56422"/>
                </a:cubicBezTo>
                <a:cubicBezTo>
                  <a:pt x="644394" y="55180"/>
                  <a:pt x="645737" y="53611"/>
                  <a:pt x="647228" y="51717"/>
                </a:cubicBezTo>
                <a:lnTo>
                  <a:pt x="647228" y="20687"/>
                </a:lnTo>
                <a:lnTo>
                  <a:pt x="655335" y="20687"/>
                </a:lnTo>
                <a:lnTo>
                  <a:pt x="655335" y="67465"/>
                </a:lnTo>
                <a:close/>
                <a:moveTo>
                  <a:pt x="671505" y="20687"/>
                </a:moveTo>
                <a:lnTo>
                  <a:pt x="678913" y="20687"/>
                </a:lnTo>
                <a:lnTo>
                  <a:pt x="679146" y="29284"/>
                </a:lnTo>
                <a:cubicBezTo>
                  <a:pt x="681910" y="25969"/>
                  <a:pt x="684636" y="23567"/>
                  <a:pt x="687322" y="22080"/>
                </a:cubicBezTo>
                <a:cubicBezTo>
                  <a:pt x="690009" y="20592"/>
                  <a:pt x="692719" y="19848"/>
                  <a:pt x="695453" y="19848"/>
                </a:cubicBezTo>
                <a:cubicBezTo>
                  <a:pt x="700298" y="19848"/>
                  <a:pt x="703971" y="21413"/>
                  <a:pt x="706472" y="24542"/>
                </a:cubicBezTo>
                <a:cubicBezTo>
                  <a:pt x="708972" y="27672"/>
                  <a:pt x="710129" y="32319"/>
                  <a:pt x="709943" y="38485"/>
                </a:cubicBezTo>
                <a:lnTo>
                  <a:pt x="701742" y="38485"/>
                </a:lnTo>
                <a:cubicBezTo>
                  <a:pt x="701836" y="34401"/>
                  <a:pt x="701238" y="31439"/>
                  <a:pt x="699949" y="29599"/>
                </a:cubicBezTo>
                <a:cubicBezTo>
                  <a:pt x="698660" y="27757"/>
                  <a:pt x="696773" y="26837"/>
                  <a:pt x="694288" y="26837"/>
                </a:cubicBezTo>
                <a:cubicBezTo>
                  <a:pt x="693201" y="26837"/>
                  <a:pt x="692106" y="27030"/>
                  <a:pt x="691003" y="27418"/>
                </a:cubicBezTo>
                <a:cubicBezTo>
                  <a:pt x="689900" y="27804"/>
                  <a:pt x="688767" y="28422"/>
                  <a:pt x="687602" y="29273"/>
                </a:cubicBezTo>
                <a:cubicBezTo>
                  <a:pt x="686437" y="30123"/>
                  <a:pt x="685202" y="31213"/>
                  <a:pt x="683898" y="32544"/>
                </a:cubicBezTo>
                <a:cubicBezTo>
                  <a:pt x="682593" y="33874"/>
                  <a:pt x="681196" y="35482"/>
                  <a:pt x="679705" y="37369"/>
                </a:cubicBezTo>
                <a:lnTo>
                  <a:pt x="679705" y="67465"/>
                </a:lnTo>
                <a:lnTo>
                  <a:pt x="671505" y="67465"/>
                </a:lnTo>
                <a:lnTo>
                  <a:pt x="671505" y="20687"/>
                </a:lnTo>
                <a:close/>
                <a:moveTo>
                  <a:pt x="758493" y="54699"/>
                </a:moveTo>
                <a:cubicBezTo>
                  <a:pt x="758493" y="56345"/>
                  <a:pt x="758213" y="57820"/>
                  <a:pt x="757654" y="59125"/>
                </a:cubicBezTo>
                <a:cubicBezTo>
                  <a:pt x="757095" y="60429"/>
                  <a:pt x="756334" y="61586"/>
                  <a:pt x="755371" y="62596"/>
                </a:cubicBezTo>
                <a:cubicBezTo>
                  <a:pt x="754409" y="63605"/>
                  <a:pt x="753290" y="64467"/>
                  <a:pt x="752017" y="65182"/>
                </a:cubicBezTo>
                <a:cubicBezTo>
                  <a:pt x="750743" y="65896"/>
                  <a:pt x="749384" y="66486"/>
                  <a:pt x="747940" y="66952"/>
                </a:cubicBezTo>
                <a:cubicBezTo>
                  <a:pt x="746496" y="67418"/>
                  <a:pt x="745013" y="67760"/>
                  <a:pt x="743491" y="67977"/>
                </a:cubicBezTo>
                <a:cubicBezTo>
                  <a:pt x="741969" y="68195"/>
                  <a:pt x="740478" y="68303"/>
                  <a:pt x="739018" y="68303"/>
                </a:cubicBezTo>
                <a:cubicBezTo>
                  <a:pt x="735850" y="68303"/>
                  <a:pt x="732938" y="68164"/>
                  <a:pt x="730282" y="67884"/>
                </a:cubicBezTo>
                <a:cubicBezTo>
                  <a:pt x="727626" y="67604"/>
                  <a:pt x="725025" y="67154"/>
                  <a:pt x="722478" y="66533"/>
                </a:cubicBezTo>
                <a:lnTo>
                  <a:pt x="722478" y="59078"/>
                </a:lnTo>
                <a:cubicBezTo>
                  <a:pt x="725211" y="59855"/>
                  <a:pt x="727929" y="60445"/>
                  <a:pt x="730631" y="60849"/>
                </a:cubicBezTo>
                <a:cubicBezTo>
                  <a:pt x="733334" y="61252"/>
                  <a:pt x="736020" y="61454"/>
                  <a:pt x="738692" y="61454"/>
                </a:cubicBezTo>
                <a:cubicBezTo>
                  <a:pt x="742574" y="61454"/>
                  <a:pt x="745447" y="60926"/>
                  <a:pt x="747311" y="59870"/>
                </a:cubicBezTo>
                <a:cubicBezTo>
                  <a:pt x="749175" y="58814"/>
                  <a:pt x="750107" y="57308"/>
                  <a:pt x="750107" y="55351"/>
                </a:cubicBezTo>
                <a:cubicBezTo>
                  <a:pt x="750107" y="54512"/>
                  <a:pt x="749959" y="53759"/>
                  <a:pt x="749664" y="53091"/>
                </a:cubicBezTo>
                <a:cubicBezTo>
                  <a:pt x="749369" y="52423"/>
                  <a:pt x="748833" y="51787"/>
                  <a:pt x="748057" y="51181"/>
                </a:cubicBezTo>
                <a:cubicBezTo>
                  <a:pt x="747280" y="50575"/>
                  <a:pt x="746076" y="49946"/>
                  <a:pt x="744446" y="49294"/>
                </a:cubicBezTo>
                <a:cubicBezTo>
                  <a:pt x="742815" y="48642"/>
                  <a:pt x="740586" y="47896"/>
                  <a:pt x="737760" y="47058"/>
                </a:cubicBezTo>
                <a:cubicBezTo>
                  <a:pt x="735648" y="46436"/>
                  <a:pt x="733699" y="45730"/>
                  <a:pt x="731913" y="44938"/>
                </a:cubicBezTo>
                <a:cubicBezTo>
                  <a:pt x="730127" y="44146"/>
                  <a:pt x="728581" y="43206"/>
                  <a:pt x="727277" y="42119"/>
                </a:cubicBezTo>
                <a:cubicBezTo>
                  <a:pt x="725972" y="41032"/>
                  <a:pt x="724947" y="39758"/>
                  <a:pt x="724202" y="38298"/>
                </a:cubicBezTo>
                <a:cubicBezTo>
                  <a:pt x="723456" y="36838"/>
                  <a:pt x="723083" y="35115"/>
                  <a:pt x="723083" y="33127"/>
                </a:cubicBezTo>
                <a:cubicBezTo>
                  <a:pt x="723083" y="31822"/>
                  <a:pt x="723386" y="30393"/>
                  <a:pt x="723992" y="28840"/>
                </a:cubicBezTo>
                <a:cubicBezTo>
                  <a:pt x="724598" y="27287"/>
                  <a:pt x="725630" y="25843"/>
                  <a:pt x="727090" y="24507"/>
                </a:cubicBezTo>
                <a:cubicBezTo>
                  <a:pt x="728550" y="23172"/>
                  <a:pt x="730523" y="22061"/>
                  <a:pt x="733007" y="21176"/>
                </a:cubicBezTo>
                <a:cubicBezTo>
                  <a:pt x="735492" y="20291"/>
                  <a:pt x="738598" y="19848"/>
                  <a:pt x="742326" y="19848"/>
                </a:cubicBezTo>
                <a:cubicBezTo>
                  <a:pt x="744158" y="19848"/>
                  <a:pt x="746193" y="19949"/>
                  <a:pt x="748429" y="20151"/>
                </a:cubicBezTo>
                <a:cubicBezTo>
                  <a:pt x="750666" y="20353"/>
                  <a:pt x="752995" y="20702"/>
                  <a:pt x="755418" y="21199"/>
                </a:cubicBezTo>
                <a:lnTo>
                  <a:pt x="755418" y="28421"/>
                </a:lnTo>
                <a:cubicBezTo>
                  <a:pt x="752871" y="27800"/>
                  <a:pt x="750456" y="27342"/>
                  <a:pt x="748173" y="27046"/>
                </a:cubicBezTo>
                <a:cubicBezTo>
                  <a:pt x="745890" y="26751"/>
                  <a:pt x="743910" y="26604"/>
                  <a:pt x="742233" y="26604"/>
                </a:cubicBezTo>
                <a:cubicBezTo>
                  <a:pt x="740214" y="26604"/>
                  <a:pt x="738513" y="26759"/>
                  <a:pt x="737131" y="27070"/>
                </a:cubicBezTo>
                <a:cubicBezTo>
                  <a:pt x="735749" y="27380"/>
                  <a:pt x="734630" y="27807"/>
                  <a:pt x="733776" y="28351"/>
                </a:cubicBezTo>
                <a:cubicBezTo>
                  <a:pt x="732922" y="28895"/>
                  <a:pt x="732309" y="29531"/>
                  <a:pt x="731936" y="30261"/>
                </a:cubicBezTo>
                <a:cubicBezTo>
                  <a:pt x="731563" y="30991"/>
                  <a:pt x="731377" y="31775"/>
                  <a:pt x="731377" y="32614"/>
                </a:cubicBezTo>
                <a:cubicBezTo>
                  <a:pt x="731377" y="33453"/>
                  <a:pt x="731540" y="34214"/>
                  <a:pt x="731866" y="34897"/>
                </a:cubicBezTo>
                <a:cubicBezTo>
                  <a:pt x="732192" y="35580"/>
                  <a:pt x="732798" y="36241"/>
                  <a:pt x="733683" y="36877"/>
                </a:cubicBezTo>
                <a:cubicBezTo>
                  <a:pt x="734568" y="37514"/>
                  <a:pt x="735803" y="38151"/>
                  <a:pt x="737387" y="38788"/>
                </a:cubicBezTo>
                <a:cubicBezTo>
                  <a:pt x="738971" y="39424"/>
                  <a:pt x="741037" y="40115"/>
                  <a:pt x="743584" y="40861"/>
                </a:cubicBezTo>
                <a:cubicBezTo>
                  <a:pt x="746348" y="41668"/>
                  <a:pt x="748678" y="42515"/>
                  <a:pt x="750572" y="43400"/>
                </a:cubicBezTo>
                <a:cubicBezTo>
                  <a:pt x="752467" y="44285"/>
                  <a:pt x="754005" y="45272"/>
                  <a:pt x="755185" y="46359"/>
                </a:cubicBezTo>
                <a:cubicBezTo>
                  <a:pt x="756365" y="47446"/>
                  <a:pt x="757212" y="48673"/>
                  <a:pt x="757724" y="50039"/>
                </a:cubicBezTo>
                <a:cubicBezTo>
                  <a:pt x="758237" y="51406"/>
                  <a:pt x="758493" y="52959"/>
                  <a:pt x="758493" y="54699"/>
                </a:cubicBezTo>
                <a:close/>
                <a:moveTo>
                  <a:pt x="868500" y="20687"/>
                </a:moveTo>
                <a:lnTo>
                  <a:pt x="861698" y="67465"/>
                </a:lnTo>
                <a:lnTo>
                  <a:pt x="851867" y="67465"/>
                </a:lnTo>
                <a:lnTo>
                  <a:pt x="845111" y="47896"/>
                </a:lnTo>
                <a:lnTo>
                  <a:pt x="843760" y="43144"/>
                </a:lnTo>
                <a:lnTo>
                  <a:pt x="842222" y="48176"/>
                </a:lnTo>
                <a:lnTo>
                  <a:pt x="835746" y="67465"/>
                </a:lnTo>
                <a:lnTo>
                  <a:pt x="826195" y="67465"/>
                </a:lnTo>
                <a:lnTo>
                  <a:pt x="819439" y="20687"/>
                </a:lnTo>
                <a:lnTo>
                  <a:pt x="827360" y="20687"/>
                </a:lnTo>
                <a:lnTo>
                  <a:pt x="831273" y="52462"/>
                </a:lnTo>
                <a:lnTo>
                  <a:pt x="832112" y="59544"/>
                </a:lnTo>
                <a:lnTo>
                  <a:pt x="834115" y="53347"/>
                </a:lnTo>
                <a:lnTo>
                  <a:pt x="840918" y="32335"/>
                </a:lnTo>
                <a:lnTo>
                  <a:pt x="846742" y="32335"/>
                </a:lnTo>
                <a:lnTo>
                  <a:pt x="854057" y="53068"/>
                </a:lnTo>
                <a:lnTo>
                  <a:pt x="856153" y="59265"/>
                </a:lnTo>
                <a:lnTo>
                  <a:pt x="856852" y="52695"/>
                </a:lnTo>
                <a:lnTo>
                  <a:pt x="860486" y="20687"/>
                </a:lnTo>
                <a:lnTo>
                  <a:pt x="868500" y="20687"/>
                </a:lnTo>
                <a:close/>
                <a:moveTo>
                  <a:pt x="914628" y="67465"/>
                </a:moveTo>
                <a:lnTo>
                  <a:pt x="906521" y="67465"/>
                </a:lnTo>
                <a:lnTo>
                  <a:pt x="906521" y="37599"/>
                </a:lnTo>
                <a:cubicBezTo>
                  <a:pt x="906521" y="33996"/>
                  <a:pt x="905845" y="31302"/>
                  <a:pt x="904494" y="29516"/>
                </a:cubicBezTo>
                <a:cubicBezTo>
                  <a:pt x="903143" y="27730"/>
                  <a:pt x="901209" y="26837"/>
                  <a:pt x="898693" y="26837"/>
                </a:cubicBezTo>
                <a:cubicBezTo>
                  <a:pt x="897606" y="26837"/>
                  <a:pt x="896589" y="26984"/>
                  <a:pt x="895642" y="27279"/>
                </a:cubicBezTo>
                <a:cubicBezTo>
                  <a:pt x="894694" y="27574"/>
                  <a:pt x="893708" y="28087"/>
                  <a:pt x="892683" y="28817"/>
                </a:cubicBezTo>
                <a:cubicBezTo>
                  <a:pt x="891658" y="29547"/>
                  <a:pt x="890540" y="30533"/>
                  <a:pt x="889328" y="31775"/>
                </a:cubicBezTo>
                <a:cubicBezTo>
                  <a:pt x="888117" y="33018"/>
                  <a:pt x="886719" y="34571"/>
                  <a:pt x="885135" y="36435"/>
                </a:cubicBezTo>
                <a:lnTo>
                  <a:pt x="885135" y="67465"/>
                </a:lnTo>
                <a:lnTo>
                  <a:pt x="877028" y="67465"/>
                </a:lnTo>
                <a:lnTo>
                  <a:pt x="877028" y="1584"/>
                </a:lnTo>
                <a:lnTo>
                  <a:pt x="885135" y="1584"/>
                </a:lnTo>
                <a:lnTo>
                  <a:pt x="885135" y="20674"/>
                </a:lnTo>
                <a:lnTo>
                  <a:pt x="884856" y="28048"/>
                </a:lnTo>
                <a:cubicBezTo>
                  <a:pt x="886129" y="26526"/>
                  <a:pt x="887379" y="25245"/>
                  <a:pt x="888606" y="24204"/>
                </a:cubicBezTo>
                <a:cubicBezTo>
                  <a:pt x="889833" y="23164"/>
                  <a:pt x="891060" y="22317"/>
                  <a:pt x="892287" y="21665"/>
                </a:cubicBezTo>
                <a:cubicBezTo>
                  <a:pt x="893514" y="21013"/>
                  <a:pt x="894764" y="20547"/>
                  <a:pt x="896038" y="20267"/>
                </a:cubicBezTo>
                <a:cubicBezTo>
                  <a:pt x="897311" y="19988"/>
                  <a:pt x="898631" y="19848"/>
                  <a:pt x="899998" y="19848"/>
                </a:cubicBezTo>
                <a:cubicBezTo>
                  <a:pt x="904657" y="19848"/>
                  <a:pt x="908260" y="21269"/>
                  <a:pt x="910807" y="24111"/>
                </a:cubicBezTo>
                <a:cubicBezTo>
                  <a:pt x="913354" y="26953"/>
                  <a:pt x="914628" y="31232"/>
                  <a:pt x="914628" y="36947"/>
                </a:cubicBezTo>
                <a:lnTo>
                  <a:pt x="914628" y="67465"/>
                </a:lnTo>
                <a:close/>
                <a:moveTo>
                  <a:pt x="968396" y="41606"/>
                </a:moveTo>
                <a:cubicBezTo>
                  <a:pt x="968396" y="42756"/>
                  <a:pt x="968381" y="43718"/>
                  <a:pt x="968350" y="44495"/>
                </a:cubicBezTo>
                <a:cubicBezTo>
                  <a:pt x="968319" y="45272"/>
                  <a:pt x="968272" y="46001"/>
                  <a:pt x="968210" y="46685"/>
                </a:cubicBezTo>
                <a:lnTo>
                  <a:pt x="935363" y="46685"/>
                </a:lnTo>
                <a:cubicBezTo>
                  <a:pt x="935363" y="51468"/>
                  <a:pt x="936699" y="55141"/>
                  <a:pt x="939370" y="57704"/>
                </a:cubicBezTo>
                <a:cubicBezTo>
                  <a:pt x="942041" y="60266"/>
                  <a:pt x="945893" y="61548"/>
                  <a:pt x="950925" y="61548"/>
                </a:cubicBezTo>
                <a:cubicBezTo>
                  <a:pt x="952291" y="61548"/>
                  <a:pt x="953658" y="61492"/>
                  <a:pt x="955025" y="61382"/>
                </a:cubicBezTo>
                <a:cubicBezTo>
                  <a:pt x="956391" y="61270"/>
                  <a:pt x="957711" y="61119"/>
                  <a:pt x="958985" y="60929"/>
                </a:cubicBezTo>
                <a:cubicBezTo>
                  <a:pt x="960258" y="60737"/>
                  <a:pt x="961478" y="60523"/>
                  <a:pt x="962642" y="60285"/>
                </a:cubicBezTo>
                <a:cubicBezTo>
                  <a:pt x="963807" y="60046"/>
                  <a:pt x="964887" y="59784"/>
                  <a:pt x="965881" y="59497"/>
                </a:cubicBezTo>
                <a:lnTo>
                  <a:pt x="965881" y="66160"/>
                </a:lnTo>
                <a:cubicBezTo>
                  <a:pt x="963675" y="66795"/>
                  <a:pt x="961183" y="67311"/>
                  <a:pt x="958403" y="67708"/>
                </a:cubicBezTo>
                <a:cubicBezTo>
                  <a:pt x="955623" y="68105"/>
                  <a:pt x="952742" y="68303"/>
                  <a:pt x="949760" y="68303"/>
                </a:cubicBezTo>
                <a:cubicBezTo>
                  <a:pt x="945753" y="68303"/>
                  <a:pt x="942305" y="67760"/>
                  <a:pt x="939416" y="66673"/>
                </a:cubicBezTo>
                <a:cubicBezTo>
                  <a:pt x="936528" y="65585"/>
                  <a:pt x="934159" y="64009"/>
                  <a:pt x="932311" y="61944"/>
                </a:cubicBezTo>
                <a:cubicBezTo>
                  <a:pt x="930463" y="59878"/>
                  <a:pt x="929096" y="57347"/>
                  <a:pt x="928211" y="54349"/>
                </a:cubicBezTo>
                <a:cubicBezTo>
                  <a:pt x="927326" y="51352"/>
                  <a:pt x="926883" y="47958"/>
                  <a:pt x="926883" y="44169"/>
                </a:cubicBezTo>
                <a:cubicBezTo>
                  <a:pt x="926883" y="40876"/>
                  <a:pt x="927357" y="37762"/>
                  <a:pt x="928304" y="34827"/>
                </a:cubicBezTo>
                <a:cubicBezTo>
                  <a:pt x="929252" y="31892"/>
                  <a:pt x="930634" y="29314"/>
                  <a:pt x="932451" y="27093"/>
                </a:cubicBezTo>
                <a:cubicBezTo>
                  <a:pt x="934268" y="24872"/>
                  <a:pt x="936497" y="23109"/>
                  <a:pt x="939137" y="21805"/>
                </a:cubicBezTo>
                <a:cubicBezTo>
                  <a:pt x="941777" y="20500"/>
                  <a:pt x="944775" y="19848"/>
                  <a:pt x="948129" y="19848"/>
                </a:cubicBezTo>
                <a:cubicBezTo>
                  <a:pt x="951391" y="19848"/>
                  <a:pt x="954279" y="20361"/>
                  <a:pt x="956795" y="21386"/>
                </a:cubicBezTo>
                <a:cubicBezTo>
                  <a:pt x="959311" y="22411"/>
                  <a:pt x="961431" y="23863"/>
                  <a:pt x="963155" y="25742"/>
                </a:cubicBezTo>
                <a:cubicBezTo>
                  <a:pt x="964879" y="27621"/>
                  <a:pt x="966183" y="29904"/>
                  <a:pt x="967069" y="32591"/>
                </a:cubicBezTo>
                <a:cubicBezTo>
                  <a:pt x="967954" y="35278"/>
                  <a:pt x="968396" y="38283"/>
                  <a:pt x="968396" y="41606"/>
                </a:cubicBezTo>
                <a:moveTo>
                  <a:pt x="959963" y="40442"/>
                </a:moveTo>
                <a:cubicBezTo>
                  <a:pt x="960057" y="38360"/>
                  <a:pt x="959855" y="36458"/>
                  <a:pt x="959358" y="34734"/>
                </a:cubicBezTo>
                <a:cubicBezTo>
                  <a:pt x="958861" y="33010"/>
                  <a:pt x="958092" y="31527"/>
                  <a:pt x="957051" y="30285"/>
                </a:cubicBezTo>
                <a:cubicBezTo>
                  <a:pt x="956011" y="29042"/>
                  <a:pt x="954714" y="28071"/>
                  <a:pt x="953161" y="27373"/>
                </a:cubicBezTo>
                <a:cubicBezTo>
                  <a:pt x="951608" y="26674"/>
                  <a:pt x="949806" y="26324"/>
                  <a:pt x="947756" y="26324"/>
                </a:cubicBezTo>
                <a:cubicBezTo>
                  <a:pt x="945986" y="26324"/>
                  <a:pt x="944371" y="26666"/>
                  <a:pt x="942911" y="27349"/>
                </a:cubicBezTo>
                <a:cubicBezTo>
                  <a:pt x="941451" y="28033"/>
                  <a:pt x="940193" y="28996"/>
                  <a:pt x="939137" y="30238"/>
                </a:cubicBezTo>
                <a:cubicBezTo>
                  <a:pt x="938081" y="31480"/>
                  <a:pt x="937227" y="32971"/>
                  <a:pt x="936574" y="34711"/>
                </a:cubicBezTo>
                <a:cubicBezTo>
                  <a:pt x="935922" y="36450"/>
                  <a:pt x="935518" y="38360"/>
                  <a:pt x="935363" y="40442"/>
                </a:cubicBezTo>
                <a:lnTo>
                  <a:pt x="959963" y="40442"/>
                </a:lnTo>
                <a:close/>
                <a:moveTo>
                  <a:pt x="980745" y="20687"/>
                </a:moveTo>
                <a:lnTo>
                  <a:pt x="987967" y="20687"/>
                </a:lnTo>
                <a:lnTo>
                  <a:pt x="988293" y="28235"/>
                </a:lnTo>
                <a:cubicBezTo>
                  <a:pt x="989660" y="26619"/>
                  <a:pt x="990980" y="25276"/>
                  <a:pt x="992253" y="24204"/>
                </a:cubicBezTo>
                <a:cubicBezTo>
                  <a:pt x="993527" y="23133"/>
                  <a:pt x="994777" y="22271"/>
                  <a:pt x="996004" y="21619"/>
                </a:cubicBezTo>
                <a:cubicBezTo>
                  <a:pt x="997231" y="20966"/>
                  <a:pt x="998481" y="20508"/>
                  <a:pt x="999755" y="20244"/>
                </a:cubicBezTo>
                <a:cubicBezTo>
                  <a:pt x="1001028" y="19980"/>
                  <a:pt x="1002348" y="19848"/>
                  <a:pt x="1003715" y="19848"/>
                </a:cubicBezTo>
                <a:cubicBezTo>
                  <a:pt x="1008529" y="19848"/>
                  <a:pt x="1012171" y="21269"/>
                  <a:pt x="1014641" y="24111"/>
                </a:cubicBezTo>
                <a:cubicBezTo>
                  <a:pt x="1017110" y="26953"/>
                  <a:pt x="1018345" y="31232"/>
                  <a:pt x="1018345" y="36947"/>
                </a:cubicBezTo>
                <a:lnTo>
                  <a:pt x="1018345" y="67465"/>
                </a:lnTo>
                <a:lnTo>
                  <a:pt x="1010238" y="67465"/>
                </a:lnTo>
                <a:lnTo>
                  <a:pt x="1010238" y="37599"/>
                </a:lnTo>
                <a:cubicBezTo>
                  <a:pt x="1010238" y="33934"/>
                  <a:pt x="1009554" y="31224"/>
                  <a:pt x="1008188" y="29469"/>
                </a:cubicBezTo>
                <a:cubicBezTo>
                  <a:pt x="1006821" y="27714"/>
                  <a:pt x="1004787" y="26837"/>
                  <a:pt x="1002084" y="26837"/>
                </a:cubicBezTo>
                <a:cubicBezTo>
                  <a:pt x="1001090" y="26837"/>
                  <a:pt x="1000120" y="26984"/>
                  <a:pt x="999172" y="27279"/>
                </a:cubicBezTo>
                <a:cubicBezTo>
                  <a:pt x="998225" y="27574"/>
                  <a:pt x="997239" y="28087"/>
                  <a:pt x="996214" y="28817"/>
                </a:cubicBezTo>
                <a:cubicBezTo>
                  <a:pt x="995189" y="29547"/>
                  <a:pt x="994078" y="30533"/>
                  <a:pt x="992882" y="31775"/>
                </a:cubicBezTo>
                <a:cubicBezTo>
                  <a:pt x="991687" y="33018"/>
                  <a:pt x="990343" y="34571"/>
                  <a:pt x="988852" y="36435"/>
                </a:cubicBezTo>
                <a:lnTo>
                  <a:pt x="988852" y="67465"/>
                </a:lnTo>
                <a:lnTo>
                  <a:pt x="980745" y="67465"/>
                </a:lnTo>
                <a:lnTo>
                  <a:pt x="980745" y="20687"/>
                </a:lnTo>
                <a:close/>
                <a:moveTo>
                  <a:pt x="1122155" y="66766"/>
                </a:moveTo>
                <a:cubicBezTo>
                  <a:pt x="1120322" y="67248"/>
                  <a:pt x="1118428" y="67594"/>
                  <a:pt x="1116471" y="67802"/>
                </a:cubicBezTo>
                <a:cubicBezTo>
                  <a:pt x="1114514" y="68012"/>
                  <a:pt x="1112526" y="68117"/>
                  <a:pt x="1110507" y="68117"/>
                </a:cubicBezTo>
                <a:cubicBezTo>
                  <a:pt x="1104636" y="68117"/>
                  <a:pt x="1100257" y="66789"/>
                  <a:pt x="1097368" y="64133"/>
                </a:cubicBezTo>
                <a:cubicBezTo>
                  <a:pt x="1094479" y="61478"/>
                  <a:pt x="1093035" y="57401"/>
                  <a:pt x="1093035" y="51903"/>
                </a:cubicBezTo>
                <a:lnTo>
                  <a:pt x="1093035" y="27489"/>
                </a:lnTo>
                <a:lnTo>
                  <a:pt x="1079943" y="27489"/>
                </a:lnTo>
                <a:lnTo>
                  <a:pt x="1079943" y="20687"/>
                </a:lnTo>
                <a:lnTo>
                  <a:pt x="1093035" y="20687"/>
                </a:lnTo>
                <a:lnTo>
                  <a:pt x="1093035" y="7787"/>
                </a:lnTo>
                <a:lnTo>
                  <a:pt x="1101142" y="5684"/>
                </a:lnTo>
                <a:lnTo>
                  <a:pt x="1101142" y="20687"/>
                </a:lnTo>
                <a:lnTo>
                  <a:pt x="1122155" y="20687"/>
                </a:lnTo>
                <a:lnTo>
                  <a:pt x="1122155" y="27489"/>
                </a:lnTo>
                <a:lnTo>
                  <a:pt x="1101142" y="27489"/>
                </a:lnTo>
                <a:lnTo>
                  <a:pt x="1101142" y="51251"/>
                </a:lnTo>
                <a:cubicBezTo>
                  <a:pt x="1101142" y="54605"/>
                  <a:pt x="1102035" y="57114"/>
                  <a:pt x="1103821" y="58775"/>
                </a:cubicBezTo>
                <a:cubicBezTo>
                  <a:pt x="1105607" y="60437"/>
                  <a:pt x="1108239" y="61268"/>
                  <a:pt x="1111718" y="61268"/>
                </a:cubicBezTo>
                <a:cubicBezTo>
                  <a:pt x="1113209" y="61268"/>
                  <a:pt x="1114840" y="61148"/>
                  <a:pt x="1116610" y="60908"/>
                </a:cubicBezTo>
                <a:cubicBezTo>
                  <a:pt x="1118381" y="60668"/>
                  <a:pt x="1120229" y="60291"/>
                  <a:pt x="1122155" y="59777"/>
                </a:cubicBezTo>
                <a:lnTo>
                  <a:pt x="1122155" y="66766"/>
                </a:lnTo>
                <a:close/>
                <a:moveTo>
                  <a:pt x="1173920" y="67465"/>
                </a:moveTo>
                <a:lnTo>
                  <a:pt x="1165813" y="67465"/>
                </a:lnTo>
                <a:lnTo>
                  <a:pt x="1165813" y="37599"/>
                </a:lnTo>
                <a:cubicBezTo>
                  <a:pt x="1165813" y="33996"/>
                  <a:pt x="1165138" y="31302"/>
                  <a:pt x="1163786" y="29516"/>
                </a:cubicBezTo>
                <a:cubicBezTo>
                  <a:pt x="1162435" y="27730"/>
                  <a:pt x="1160502" y="26837"/>
                  <a:pt x="1157986" y="26837"/>
                </a:cubicBezTo>
                <a:cubicBezTo>
                  <a:pt x="1156899" y="26837"/>
                  <a:pt x="1155881" y="26984"/>
                  <a:pt x="1154934" y="27279"/>
                </a:cubicBezTo>
                <a:cubicBezTo>
                  <a:pt x="1153987" y="27574"/>
                  <a:pt x="1153000" y="28087"/>
                  <a:pt x="1151975" y="28817"/>
                </a:cubicBezTo>
                <a:cubicBezTo>
                  <a:pt x="1150950" y="29547"/>
                  <a:pt x="1149832" y="30533"/>
                  <a:pt x="1148621" y="31775"/>
                </a:cubicBezTo>
                <a:cubicBezTo>
                  <a:pt x="1147409" y="33018"/>
                  <a:pt x="1146012" y="34571"/>
                  <a:pt x="1144428" y="36435"/>
                </a:cubicBezTo>
                <a:lnTo>
                  <a:pt x="1144428" y="67465"/>
                </a:lnTo>
                <a:lnTo>
                  <a:pt x="1136321" y="67465"/>
                </a:lnTo>
                <a:lnTo>
                  <a:pt x="1136321" y="1584"/>
                </a:lnTo>
                <a:lnTo>
                  <a:pt x="1144428" y="1584"/>
                </a:lnTo>
                <a:lnTo>
                  <a:pt x="1144428" y="20674"/>
                </a:lnTo>
                <a:lnTo>
                  <a:pt x="1144148" y="28048"/>
                </a:lnTo>
                <a:cubicBezTo>
                  <a:pt x="1145422" y="26526"/>
                  <a:pt x="1146672" y="25245"/>
                  <a:pt x="1147899" y="24204"/>
                </a:cubicBezTo>
                <a:cubicBezTo>
                  <a:pt x="1149126" y="23164"/>
                  <a:pt x="1150353" y="22317"/>
                  <a:pt x="1151579" y="21665"/>
                </a:cubicBezTo>
                <a:cubicBezTo>
                  <a:pt x="1152806" y="21013"/>
                  <a:pt x="1154057" y="20547"/>
                  <a:pt x="1155330" y="20267"/>
                </a:cubicBezTo>
                <a:cubicBezTo>
                  <a:pt x="1156604" y="19988"/>
                  <a:pt x="1157924" y="19848"/>
                  <a:pt x="1159290" y="19848"/>
                </a:cubicBezTo>
                <a:cubicBezTo>
                  <a:pt x="1163949" y="19848"/>
                  <a:pt x="1167553" y="21269"/>
                  <a:pt x="1170100" y="24111"/>
                </a:cubicBezTo>
                <a:cubicBezTo>
                  <a:pt x="1172647" y="26953"/>
                  <a:pt x="1173920" y="31232"/>
                  <a:pt x="1173920" y="36947"/>
                </a:cubicBezTo>
                <a:lnTo>
                  <a:pt x="1173920" y="67465"/>
                </a:lnTo>
                <a:close/>
                <a:moveTo>
                  <a:pt x="1227689" y="41606"/>
                </a:moveTo>
                <a:cubicBezTo>
                  <a:pt x="1227689" y="42756"/>
                  <a:pt x="1227673" y="43718"/>
                  <a:pt x="1227642" y="44495"/>
                </a:cubicBezTo>
                <a:cubicBezTo>
                  <a:pt x="1227611" y="45272"/>
                  <a:pt x="1227565" y="46001"/>
                  <a:pt x="1227502" y="46685"/>
                </a:cubicBezTo>
                <a:lnTo>
                  <a:pt x="1194655" y="46685"/>
                </a:lnTo>
                <a:cubicBezTo>
                  <a:pt x="1194655" y="51468"/>
                  <a:pt x="1195991" y="55141"/>
                  <a:pt x="1198662" y="57704"/>
                </a:cubicBezTo>
                <a:cubicBezTo>
                  <a:pt x="1201334" y="60266"/>
                  <a:pt x="1205185" y="61548"/>
                  <a:pt x="1210217" y="61548"/>
                </a:cubicBezTo>
                <a:cubicBezTo>
                  <a:pt x="1211584" y="61548"/>
                  <a:pt x="1212950" y="61492"/>
                  <a:pt x="1214317" y="61382"/>
                </a:cubicBezTo>
                <a:cubicBezTo>
                  <a:pt x="1215684" y="61270"/>
                  <a:pt x="1217004" y="61119"/>
                  <a:pt x="1218277" y="60929"/>
                </a:cubicBezTo>
                <a:cubicBezTo>
                  <a:pt x="1219551" y="60737"/>
                  <a:pt x="1220770" y="60523"/>
                  <a:pt x="1221935" y="60285"/>
                </a:cubicBezTo>
                <a:cubicBezTo>
                  <a:pt x="1223100" y="60046"/>
                  <a:pt x="1224179" y="59784"/>
                  <a:pt x="1225173" y="59497"/>
                </a:cubicBezTo>
                <a:lnTo>
                  <a:pt x="1225173" y="66160"/>
                </a:lnTo>
                <a:cubicBezTo>
                  <a:pt x="1222968" y="66795"/>
                  <a:pt x="1220475" y="67311"/>
                  <a:pt x="1217695" y="67708"/>
                </a:cubicBezTo>
                <a:cubicBezTo>
                  <a:pt x="1214915" y="68105"/>
                  <a:pt x="1212034" y="68303"/>
                  <a:pt x="1209052" y="68303"/>
                </a:cubicBezTo>
                <a:cubicBezTo>
                  <a:pt x="1205045" y="68303"/>
                  <a:pt x="1201598" y="67760"/>
                  <a:pt x="1198709" y="66673"/>
                </a:cubicBezTo>
                <a:cubicBezTo>
                  <a:pt x="1195820" y="65585"/>
                  <a:pt x="1193452" y="64009"/>
                  <a:pt x="1191604" y="61944"/>
                </a:cubicBezTo>
                <a:cubicBezTo>
                  <a:pt x="1189756" y="59878"/>
                  <a:pt x="1188389" y="57347"/>
                  <a:pt x="1187504" y="54349"/>
                </a:cubicBezTo>
                <a:cubicBezTo>
                  <a:pt x="1186618" y="51352"/>
                  <a:pt x="1186176" y="47958"/>
                  <a:pt x="1186176" y="44169"/>
                </a:cubicBezTo>
                <a:cubicBezTo>
                  <a:pt x="1186176" y="40876"/>
                  <a:pt x="1186649" y="37762"/>
                  <a:pt x="1187597" y="34827"/>
                </a:cubicBezTo>
                <a:cubicBezTo>
                  <a:pt x="1188544" y="31892"/>
                  <a:pt x="1189926" y="29314"/>
                  <a:pt x="1191743" y="27093"/>
                </a:cubicBezTo>
                <a:cubicBezTo>
                  <a:pt x="1193560" y="24872"/>
                  <a:pt x="1195789" y="23109"/>
                  <a:pt x="1198429" y="21805"/>
                </a:cubicBezTo>
                <a:cubicBezTo>
                  <a:pt x="1201069" y="20500"/>
                  <a:pt x="1204067" y="19848"/>
                  <a:pt x="1207421" y="19848"/>
                </a:cubicBezTo>
                <a:cubicBezTo>
                  <a:pt x="1210683" y="19848"/>
                  <a:pt x="1213572" y="20361"/>
                  <a:pt x="1216088" y="21386"/>
                </a:cubicBezTo>
                <a:cubicBezTo>
                  <a:pt x="1218603" y="22411"/>
                  <a:pt x="1220723" y="23863"/>
                  <a:pt x="1222447" y="25742"/>
                </a:cubicBezTo>
                <a:cubicBezTo>
                  <a:pt x="1224171" y="27621"/>
                  <a:pt x="1225476" y="29904"/>
                  <a:pt x="1226361" y="32591"/>
                </a:cubicBezTo>
                <a:cubicBezTo>
                  <a:pt x="1227246" y="35278"/>
                  <a:pt x="1227689" y="38283"/>
                  <a:pt x="1227689" y="41606"/>
                </a:cubicBezTo>
                <a:moveTo>
                  <a:pt x="1219256" y="40442"/>
                </a:moveTo>
                <a:cubicBezTo>
                  <a:pt x="1219349" y="38360"/>
                  <a:pt x="1219147" y="36458"/>
                  <a:pt x="1218650" y="34734"/>
                </a:cubicBezTo>
                <a:cubicBezTo>
                  <a:pt x="1218153" y="33010"/>
                  <a:pt x="1217384" y="31527"/>
                  <a:pt x="1216344" y="30285"/>
                </a:cubicBezTo>
                <a:cubicBezTo>
                  <a:pt x="1215303" y="29042"/>
                  <a:pt x="1214006" y="28071"/>
                  <a:pt x="1212453" y="27373"/>
                </a:cubicBezTo>
                <a:cubicBezTo>
                  <a:pt x="1210900" y="26674"/>
                  <a:pt x="1209099" y="26324"/>
                  <a:pt x="1207049" y="26324"/>
                </a:cubicBezTo>
                <a:cubicBezTo>
                  <a:pt x="1205278" y="26324"/>
                  <a:pt x="1203663" y="26666"/>
                  <a:pt x="1202203" y="27349"/>
                </a:cubicBezTo>
                <a:cubicBezTo>
                  <a:pt x="1200743" y="28033"/>
                  <a:pt x="1199485" y="28996"/>
                  <a:pt x="1198429" y="30238"/>
                </a:cubicBezTo>
                <a:cubicBezTo>
                  <a:pt x="1197373" y="31480"/>
                  <a:pt x="1196519" y="32971"/>
                  <a:pt x="1195867" y="34711"/>
                </a:cubicBezTo>
                <a:cubicBezTo>
                  <a:pt x="1195214" y="36450"/>
                  <a:pt x="1194811" y="38360"/>
                  <a:pt x="1194655" y="40442"/>
                </a:cubicBezTo>
                <a:lnTo>
                  <a:pt x="1219256" y="40442"/>
                </a:lnTo>
                <a:close/>
                <a:moveTo>
                  <a:pt x="1315565" y="12859"/>
                </a:moveTo>
                <a:lnTo>
                  <a:pt x="1307458" y="12859"/>
                </a:lnTo>
                <a:lnTo>
                  <a:pt x="1292548" y="1584"/>
                </a:lnTo>
                <a:lnTo>
                  <a:pt x="1304289" y="1584"/>
                </a:lnTo>
                <a:lnTo>
                  <a:pt x="1315565" y="12859"/>
                </a:lnTo>
                <a:moveTo>
                  <a:pt x="1284441" y="20687"/>
                </a:moveTo>
                <a:lnTo>
                  <a:pt x="1284441" y="20687"/>
                </a:lnTo>
                <a:close/>
                <a:moveTo>
                  <a:pt x="1382658" y="65182"/>
                </a:moveTo>
                <a:cubicBezTo>
                  <a:pt x="1377782" y="67201"/>
                  <a:pt x="1372672" y="68210"/>
                  <a:pt x="1367330" y="68210"/>
                </a:cubicBezTo>
                <a:cubicBezTo>
                  <a:pt x="1358726" y="68210"/>
                  <a:pt x="1352118" y="65638"/>
                  <a:pt x="1347505" y="60493"/>
                </a:cubicBezTo>
                <a:cubicBezTo>
                  <a:pt x="1342892" y="55349"/>
                  <a:pt x="1340586" y="47741"/>
                  <a:pt x="1340586" y="37669"/>
                </a:cubicBezTo>
                <a:cubicBezTo>
                  <a:pt x="1340586" y="32790"/>
                  <a:pt x="1341223" y="28376"/>
                  <a:pt x="1342496" y="24429"/>
                </a:cubicBezTo>
                <a:cubicBezTo>
                  <a:pt x="1343770" y="20481"/>
                  <a:pt x="1345587" y="17132"/>
                  <a:pt x="1347948" y="14381"/>
                </a:cubicBezTo>
                <a:cubicBezTo>
                  <a:pt x="1350308" y="11629"/>
                  <a:pt x="1353166" y="9507"/>
                  <a:pt x="1356520" y="8015"/>
                </a:cubicBezTo>
                <a:cubicBezTo>
                  <a:pt x="1359875" y="6523"/>
                  <a:pt x="1363633" y="5777"/>
                  <a:pt x="1367796" y="5777"/>
                </a:cubicBezTo>
                <a:cubicBezTo>
                  <a:pt x="1370622" y="5777"/>
                  <a:pt x="1373247" y="6018"/>
                  <a:pt x="1375670" y="6500"/>
                </a:cubicBezTo>
                <a:cubicBezTo>
                  <a:pt x="1378092" y="6981"/>
                  <a:pt x="1380422" y="7719"/>
                  <a:pt x="1382658" y="8713"/>
                </a:cubicBezTo>
                <a:lnTo>
                  <a:pt x="1382658" y="16866"/>
                </a:lnTo>
                <a:cubicBezTo>
                  <a:pt x="1380453" y="15655"/>
                  <a:pt x="1378170" y="14731"/>
                  <a:pt x="1375809" y="14094"/>
                </a:cubicBezTo>
                <a:cubicBezTo>
                  <a:pt x="1373449" y="13457"/>
                  <a:pt x="1370871" y="13139"/>
                  <a:pt x="1368075" y="13139"/>
                </a:cubicBezTo>
                <a:cubicBezTo>
                  <a:pt x="1365218" y="13139"/>
                  <a:pt x="1362632" y="13675"/>
                  <a:pt x="1360318" y="14748"/>
                </a:cubicBezTo>
                <a:cubicBezTo>
                  <a:pt x="1358004" y="15820"/>
                  <a:pt x="1356039" y="17375"/>
                  <a:pt x="1354424" y="19411"/>
                </a:cubicBezTo>
                <a:cubicBezTo>
                  <a:pt x="1352809" y="21448"/>
                  <a:pt x="1351566" y="23935"/>
                  <a:pt x="1350696" y="26873"/>
                </a:cubicBezTo>
                <a:cubicBezTo>
                  <a:pt x="1349827" y="29811"/>
                  <a:pt x="1349392" y="33162"/>
                  <a:pt x="1349392" y="36924"/>
                </a:cubicBezTo>
                <a:cubicBezTo>
                  <a:pt x="1349392" y="44821"/>
                  <a:pt x="1350992" y="50775"/>
                  <a:pt x="1354191" y="54786"/>
                </a:cubicBezTo>
                <a:cubicBezTo>
                  <a:pt x="1357390" y="58797"/>
                  <a:pt x="1362080" y="60802"/>
                  <a:pt x="1368262" y="60802"/>
                </a:cubicBezTo>
                <a:cubicBezTo>
                  <a:pt x="1370871" y="60802"/>
                  <a:pt x="1373371" y="60499"/>
                  <a:pt x="1375763" y="59894"/>
                </a:cubicBezTo>
                <a:cubicBezTo>
                  <a:pt x="1378154" y="59288"/>
                  <a:pt x="1380453" y="58441"/>
                  <a:pt x="1382658" y="57354"/>
                </a:cubicBezTo>
                <a:lnTo>
                  <a:pt x="1382658" y="65182"/>
                </a:lnTo>
                <a:close/>
                <a:moveTo>
                  <a:pt x="1425665" y="67465"/>
                </a:moveTo>
                <a:lnTo>
                  <a:pt x="1425478" y="61162"/>
                </a:lnTo>
                <a:cubicBezTo>
                  <a:pt x="1422931" y="63682"/>
                  <a:pt x="1420345" y="65503"/>
                  <a:pt x="1417721" y="66623"/>
                </a:cubicBezTo>
                <a:cubicBezTo>
                  <a:pt x="1415096" y="67743"/>
                  <a:pt x="1412339" y="68303"/>
                  <a:pt x="1409451" y="68303"/>
                </a:cubicBezTo>
                <a:cubicBezTo>
                  <a:pt x="1406780" y="68303"/>
                  <a:pt x="1404497" y="67961"/>
                  <a:pt x="1402602" y="67277"/>
                </a:cubicBezTo>
                <a:cubicBezTo>
                  <a:pt x="1400707" y="66593"/>
                  <a:pt x="1399146" y="65651"/>
                  <a:pt x="1397919" y="64454"/>
                </a:cubicBezTo>
                <a:cubicBezTo>
                  <a:pt x="1396692" y="63256"/>
                  <a:pt x="1395792" y="61848"/>
                  <a:pt x="1395217" y="60230"/>
                </a:cubicBezTo>
                <a:cubicBezTo>
                  <a:pt x="1394642" y="58612"/>
                  <a:pt x="1394355" y="56854"/>
                  <a:pt x="1394355" y="54956"/>
                </a:cubicBezTo>
                <a:cubicBezTo>
                  <a:pt x="1394355" y="50258"/>
                  <a:pt x="1396102" y="46579"/>
                  <a:pt x="1399597" y="43920"/>
                </a:cubicBezTo>
                <a:cubicBezTo>
                  <a:pt x="1403091" y="41259"/>
                  <a:pt x="1408255" y="39929"/>
                  <a:pt x="1415088" y="39929"/>
                </a:cubicBezTo>
                <a:lnTo>
                  <a:pt x="1424779" y="39929"/>
                </a:lnTo>
                <a:lnTo>
                  <a:pt x="1424779" y="35844"/>
                </a:lnTo>
                <a:cubicBezTo>
                  <a:pt x="1424779" y="33089"/>
                  <a:pt x="1423894" y="30883"/>
                  <a:pt x="1422124" y="29227"/>
                </a:cubicBezTo>
                <a:cubicBezTo>
                  <a:pt x="1420353" y="27572"/>
                  <a:pt x="1417651" y="26744"/>
                  <a:pt x="1414017" y="26744"/>
                </a:cubicBezTo>
                <a:cubicBezTo>
                  <a:pt x="1411377" y="26744"/>
                  <a:pt x="1408775" y="27043"/>
                  <a:pt x="1406213" y="27642"/>
                </a:cubicBezTo>
                <a:cubicBezTo>
                  <a:pt x="1403650" y="28240"/>
                  <a:pt x="1401002" y="29090"/>
                  <a:pt x="1398269" y="30191"/>
                </a:cubicBezTo>
                <a:lnTo>
                  <a:pt x="1398269" y="22876"/>
                </a:lnTo>
                <a:cubicBezTo>
                  <a:pt x="1399294" y="22498"/>
                  <a:pt x="1400435" y="22127"/>
                  <a:pt x="1401693" y="21764"/>
                </a:cubicBezTo>
                <a:cubicBezTo>
                  <a:pt x="1402951" y="21401"/>
                  <a:pt x="1404279" y="21078"/>
                  <a:pt x="1405677" y="20794"/>
                </a:cubicBezTo>
                <a:cubicBezTo>
                  <a:pt x="1407075" y="20510"/>
                  <a:pt x="1408535" y="20281"/>
                  <a:pt x="1410057" y="20109"/>
                </a:cubicBezTo>
                <a:cubicBezTo>
                  <a:pt x="1411578" y="19935"/>
                  <a:pt x="1413116" y="19848"/>
                  <a:pt x="1414669" y="19848"/>
                </a:cubicBezTo>
                <a:cubicBezTo>
                  <a:pt x="1417496" y="19848"/>
                  <a:pt x="1420043" y="20159"/>
                  <a:pt x="1422310" y="20780"/>
                </a:cubicBezTo>
                <a:cubicBezTo>
                  <a:pt x="1424578" y="21401"/>
                  <a:pt x="1426496" y="22348"/>
                  <a:pt x="1428064" y="23622"/>
                </a:cubicBezTo>
                <a:cubicBezTo>
                  <a:pt x="1429633" y="24895"/>
                  <a:pt x="1430836" y="26495"/>
                  <a:pt x="1431675" y="28421"/>
                </a:cubicBezTo>
                <a:cubicBezTo>
                  <a:pt x="1432514" y="30347"/>
                  <a:pt x="1432933" y="32614"/>
                  <a:pt x="1432933" y="35223"/>
                </a:cubicBezTo>
                <a:lnTo>
                  <a:pt x="1432933" y="67465"/>
                </a:lnTo>
                <a:lnTo>
                  <a:pt x="1425665" y="67465"/>
                </a:lnTo>
                <a:moveTo>
                  <a:pt x="1424779" y="46126"/>
                </a:moveTo>
                <a:lnTo>
                  <a:pt x="1414483" y="46126"/>
                </a:lnTo>
                <a:cubicBezTo>
                  <a:pt x="1412464" y="46126"/>
                  <a:pt x="1410724" y="46329"/>
                  <a:pt x="1409264" y="46734"/>
                </a:cubicBezTo>
                <a:cubicBezTo>
                  <a:pt x="1407805" y="47139"/>
                  <a:pt x="1406609" y="47715"/>
                  <a:pt x="1405677" y="48463"/>
                </a:cubicBezTo>
                <a:cubicBezTo>
                  <a:pt x="1404745" y="49210"/>
                  <a:pt x="1404054" y="50106"/>
                  <a:pt x="1403604" y="51150"/>
                </a:cubicBezTo>
                <a:cubicBezTo>
                  <a:pt x="1403153" y="52194"/>
                  <a:pt x="1402928" y="53370"/>
                  <a:pt x="1402928" y="54678"/>
                </a:cubicBezTo>
                <a:cubicBezTo>
                  <a:pt x="1402928" y="55582"/>
                  <a:pt x="1403068" y="56447"/>
                  <a:pt x="1403347" y="57273"/>
                </a:cubicBezTo>
                <a:cubicBezTo>
                  <a:pt x="1403627" y="58098"/>
                  <a:pt x="1404077" y="58830"/>
                  <a:pt x="1404698" y="59468"/>
                </a:cubicBezTo>
                <a:cubicBezTo>
                  <a:pt x="1405320" y="60107"/>
                  <a:pt x="1406127" y="60613"/>
                  <a:pt x="1407121" y="60987"/>
                </a:cubicBezTo>
                <a:cubicBezTo>
                  <a:pt x="1408115" y="61361"/>
                  <a:pt x="1409327" y="61548"/>
                  <a:pt x="1410755" y="61548"/>
                </a:cubicBezTo>
                <a:cubicBezTo>
                  <a:pt x="1412619" y="61548"/>
                  <a:pt x="1414754" y="60979"/>
                  <a:pt x="1417162" y="59843"/>
                </a:cubicBezTo>
                <a:cubicBezTo>
                  <a:pt x="1419569" y="58705"/>
                  <a:pt x="1422108" y="56905"/>
                  <a:pt x="1424779" y="54444"/>
                </a:cubicBezTo>
                <a:lnTo>
                  <a:pt x="1424779" y="46126"/>
                </a:lnTo>
                <a:close/>
                <a:moveTo>
                  <a:pt x="1484512" y="54699"/>
                </a:moveTo>
                <a:cubicBezTo>
                  <a:pt x="1484512" y="56345"/>
                  <a:pt x="1484232" y="57820"/>
                  <a:pt x="1483673" y="59125"/>
                </a:cubicBezTo>
                <a:cubicBezTo>
                  <a:pt x="1483114" y="60429"/>
                  <a:pt x="1482353" y="61586"/>
                  <a:pt x="1481390" y="62596"/>
                </a:cubicBezTo>
                <a:cubicBezTo>
                  <a:pt x="1480427" y="63605"/>
                  <a:pt x="1479309" y="64467"/>
                  <a:pt x="1478036" y="65182"/>
                </a:cubicBezTo>
                <a:cubicBezTo>
                  <a:pt x="1476762" y="65896"/>
                  <a:pt x="1475403" y="66486"/>
                  <a:pt x="1473959" y="66952"/>
                </a:cubicBezTo>
                <a:cubicBezTo>
                  <a:pt x="1472515" y="67418"/>
                  <a:pt x="1471031" y="67760"/>
                  <a:pt x="1469509" y="67977"/>
                </a:cubicBezTo>
                <a:cubicBezTo>
                  <a:pt x="1467987" y="68195"/>
                  <a:pt x="1466496" y="68303"/>
                  <a:pt x="1465037" y="68303"/>
                </a:cubicBezTo>
                <a:cubicBezTo>
                  <a:pt x="1461868" y="68303"/>
                  <a:pt x="1458956" y="68164"/>
                  <a:pt x="1456301" y="67884"/>
                </a:cubicBezTo>
                <a:cubicBezTo>
                  <a:pt x="1453645" y="67604"/>
                  <a:pt x="1451044" y="67154"/>
                  <a:pt x="1448497" y="66533"/>
                </a:cubicBezTo>
                <a:lnTo>
                  <a:pt x="1448497" y="59078"/>
                </a:lnTo>
                <a:cubicBezTo>
                  <a:pt x="1451230" y="59855"/>
                  <a:pt x="1453948" y="60445"/>
                  <a:pt x="1456650" y="60849"/>
                </a:cubicBezTo>
                <a:cubicBezTo>
                  <a:pt x="1459352" y="61252"/>
                  <a:pt x="1462039" y="61454"/>
                  <a:pt x="1464710" y="61454"/>
                </a:cubicBezTo>
                <a:cubicBezTo>
                  <a:pt x="1468593" y="61454"/>
                  <a:pt x="1471466" y="60926"/>
                  <a:pt x="1473330" y="59870"/>
                </a:cubicBezTo>
                <a:cubicBezTo>
                  <a:pt x="1475194" y="58814"/>
                  <a:pt x="1476125" y="57308"/>
                  <a:pt x="1476125" y="55351"/>
                </a:cubicBezTo>
                <a:cubicBezTo>
                  <a:pt x="1476125" y="54512"/>
                  <a:pt x="1475978" y="53759"/>
                  <a:pt x="1475683" y="53091"/>
                </a:cubicBezTo>
                <a:cubicBezTo>
                  <a:pt x="1475388" y="52423"/>
                  <a:pt x="1474852" y="51787"/>
                  <a:pt x="1474075" y="51181"/>
                </a:cubicBezTo>
                <a:cubicBezTo>
                  <a:pt x="1473299" y="50575"/>
                  <a:pt x="1472095" y="49946"/>
                  <a:pt x="1470465" y="49294"/>
                </a:cubicBezTo>
                <a:cubicBezTo>
                  <a:pt x="1468834" y="48642"/>
                  <a:pt x="1466605" y="47896"/>
                  <a:pt x="1463779" y="47058"/>
                </a:cubicBezTo>
                <a:cubicBezTo>
                  <a:pt x="1461666" y="46436"/>
                  <a:pt x="1459717" y="45730"/>
                  <a:pt x="1457931" y="44938"/>
                </a:cubicBezTo>
                <a:cubicBezTo>
                  <a:pt x="1456145" y="44146"/>
                  <a:pt x="1454600" y="43206"/>
                  <a:pt x="1453296" y="42119"/>
                </a:cubicBezTo>
                <a:cubicBezTo>
                  <a:pt x="1451991" y="41032"/>
                  <a:pt x="1450966" y="39758"/>
                  <a:pt x="1450220" y="38298"/>
                </a:cubicBezTo>
                <a:cubicBezTo>
                  <a:pt x="1449475" y="36838"/>
                  <a:pt x="1449102" y="35115"/>
                  <a:pt x="1449102" y="33127"/>
                </a:cubicBezTo>
                <a:cubicBezTo>
                  <a:pt x="1449102" y="31822"/>
                  <a:pt x="1449405" y="30393"/>
                  <a:pt x="1450011" y="28840"/>
                </a:cubicBezTo>
                <a:cubicBezTo>
                  <a:pt x="1450617" y="27287"/>
                  <a:pt x="1451649" y="25843"/>
                  <a:pt x="1453109" y="24507"/>
                </a:cubicBezTo>
                <a:cubicBezTo>
                  <a:pt x="1454569" y="23172"/>
                  <a:pt x="1456541" y="22061"/>
                  <a:pt x="1459026" y="21176"/>
                </a:cubicBezTo>
                <a:cubicBezTo>
                  <a:pt x="1461511" y="20291"/>
                  <a:pt x="1464617" y="19848"/>
                  <a:pt x="1468345" y="19848"/>
                </a:cubicBezTo>
                <a:cubicBezTo>
                  <a:pt x="1470177" y="19848"/>
                  <a:pt x="1472212" y="19949"/>
                  <a:pt x="1474448" y="20151"/>
                </a:cubicBezTo>
                <a:cubicBezTo>
                  <a:pt x="1476685" y="20353"/>
                  <a:pt x="1479014" y="20702"/>
                  <a:pt x="1481437" y="21199"/>
                </a:cubicBezTo>
                <a:lnTo>
                  <a:pt x="1481437" y="28421"/>
                </a:lnTo>
                <a:cubicBezTo>
                  <a:pt x="1478890" y="27800"/>
                  <a:pt x="1476475" y="27342"/>
                  <a:pt x="1474192" y="27046"/>
                </a:cubicBezTo>
                <a:cubicBezTo>
                  <a:pt x="1471909" y="26751"/>
                  <a:pt x="1469929" y="26604"/>
                  <a:pt x="1468251" y="26604"/>
                </a:cubicBezTo>
                <a:cubicBezTo>
                  <a:pt x="1466232" y="26604"/>
                  <a:pt x="1464532" y="26759"/>
                  <a:pt x="1463150" y="27070"/>
                </a:cubicBezTo>
                <a:cubicBezTo>
                  <a:pt x="1461767" y="27380"/>
                  <a:pt x="1460649" y="27807"/>
                  <a:pt x="1459795" y="28351"/>
                </a:cubicBezTo>
                <a:cubicBezTo>
                  <a:pt x="1458941" y="28895"/>
                  <a:pt x="1458327" y="29531"/>
                  <a:pt x="1457955" y="30261"/>
                </a:cubicBezTo>
                <a:cubicBezTo>
                  <a:pt x="1457582" y="30991"/>
                  <a:pt x="1457396" y="31775"/>
                  <a:pt x="1457396" y="32614"/>
                </a:cubicBezTo>
                <a:cubicBezTo>
                  <a:pt x="1457396" y="33453"/>
                  <a:pt x="1457559" y="34214"/>
                  <a:pt x="1457885" y="34897"/>
                </a:cubicBezTo>
                <a:cubicBezTo>
                  <a:pt x="1458211" y="35580"/>
                  <a:pt x="1458817" y="36241"/>
                  <a:pt x="1459702" y="36877"/>
                </a:cubicBezTo>
                <a:cubicBezTo>
                  <a:pt x="1460587" y="37514"/>
                  <a:pt x="1461822" y="38151"/>
                  <a:pt x="1463406" y="38788"/>
                </a:cubicBezTo>
                <a:cubicBezTo>
                  <a:pt x="1464990" y="39424"/>
                  <a:pt x="1467056" y="40115"/>
                  <a:pt x="1469603" y="40861"/>
                </a:cubicBezTo>
                <a:cubicBezTo>
                  <a:pt x="1472367" y="41668"/>
                  <a:pt x="1474697" y="42515"/>
                  <a:pt x="1476591" y="43400"/>
                </a:cubicBezTo>
                <a:cubicBezTo>
                  <a:pt x="1478486" y="44285"/>
                  <a:pt x="1480024" y="45272"/>
                  <a:pt x="1481204" y="46359"/>
                </a:cubicBezTo>
                <a:cubicBezTo>
                  <a:pt x="1482384" y="47446"/>
                  <a:pt x="1483231" y="48673"/>
                  <a:pt x="1483743" y="50039"/>
                </a:cubicBezTo>
                <a:cubicBezTo>
                  <a:pt x="1484256" y="51406"/>
                  <a:pt x="1484512" y="52959"/>
                  <a:pt x="1484512" y="54699"/>
                </a:cubicBezTo>
                <a:close/>
                <a:moveTo>
                  <a:pt x="1535672" y="65741"/>
                </a:moveTo>
                <a:cubicBezTo>
                  <a:pt x="1533559" y="66548"/>
                  <a:pt x="1531393" y="67146"/>
                  <a:pt x="1529172" y="67535"/>
                </a:cubicBezTo>
                <a:cubicBezTo>
                  <a:pt x="1526951" y="67923"/>
                  <a:pt x="1524660" y="68117"/>
                  <a:pt x="1522300" y="68117"/>
                </a:cubicBezTo>
                <a:cubicBezTo>
                  <a:pt x="1514907" y="68117"/>
                  <a:pt x="1509215" y="66113"/>
                  <a:pt x="1505224" y="62107"/>
                </a:cubicBezTo>
                <a:cubicBezTo>
                  <a:pt x="1501233" y="58100"/>
                  <a:pt x="1499237" y="52245"/>
                  <a:pt x="1499237" y="44542"/>
                </a:cubicBezTo>
                <a:cubicBezTo>
                  <a:pt x="1499237" y="40845"/>
                  <a:pt x="1499812" y="37491"/>
                  <a:pt x="1500961" y="34478"/>
                </a:cubicBezTo>
                <a:cubicBezTo>
                  <a:pt x="1502110" y="31465"/>
                  <a:pt x="1503725" y="28887"/>
                  <a:pt x="1505806" y="26744"/>
                </a:cubicBezTo>
                <a:cubicBezTo>
                  <a:pt x="1507887" y="24600"/>
                  <a:pt x="1510372" y="22946"/>
                  <a:pt x="1513261" y="21782"/>
                </a:cubicBezTo>
                <a:cubicBezTo>
                  <a:pt x="1516150" y="20617"/>
                  <a:pt x="1519333" y="20034"/>
                  <a:pt x="1522812" y="20034"/>
                </a:cubicBezTo>
                <a:cubicBezTo>
                  <a:pt x="1525235" y="20034"/>
                  <a:pt x="1527502" y="20209"/>
                  <a:pt x="1529615" y="20559"/>
                </a:cubicBezTo>
                <a:cubicBezTo>
                  <a:pt x="1531727" y="20907"/>
                  <a:pt x="1533746" y="21478"/>
                  <a:pt x="1535672" y="22271"/>
                </a:cubicBezTo>
                <a:lnTo>
                  <a:pt x="1535672" y="30005"/>
                </a:lnTo>
                <a:cubicBezTo>
                  <a:pt x="1533653" y="28932"/>
                  <a:pt x="1531595" y="28152"/>
                  <a:pt x="1529498" y="27664"/>
                </a:cubicBezTo>
                <a:cubicBezTo>
                  <a:pt x="1527402" y="27175"/>
                  <a:pt x="1525235" y="26930"/>
                  <a:pt x="1522999" y="26930"/>
                </a:cubicBezTo>
                <a:cubicBezTo>
                  <a:pt x="1520918" y="26930"/>
                  <a:pt x="1518953" y="27326"/>
                  <a:pt x="1517105" y="28118"/>
                </a:cubicBezTo>
                <a:cubicBezTo>
                  <a:pt x="1515257" y="28910"/>
                  <a:pt x="1513634" y="30052"/>
                  <a:pt x="1512236" y="31543"/>
                </a:cubicBezTo>
                <a:cubicBezTo>
                  <a:pt x="1510838" y="33033"/>
                  <a:pt x="1509736" y="34851"/>
                  <a:pt x="1508928" y="36994"/>
                </a:cubicBezTo>
                <a:cubicBezTo>
                  <a:pt x="1508120" y="39137"/>
                  <a:pt x="1507717" y="41560"/>
                  <a:pt x="1507717" y="44262"/>
                </a:cubicBezTo>
                <a:cubicBezTo>
                  <a:pt x="1507717" y="49915"/>
                  <a:pt x="1509091" y="54147"/>
                  <a:pt x="1511840" y="56958"/>
                </a:cubicBezTo>
                <a:cubicBezTo>
                  <a:pt x="1514589" y="59769"/>
                  <a:pt x="1518402" y="61175"/>
                  <a:pt x="1523278" y="61175"/>
                </a:cubicBezTo>
                <a:cubicBezTo>
                  <a:pt x="1525483" y="61175"/>
                  <a:pt x="1527619" y="60926"/>
                  <a:pt x="1529685" y="60429"/>
                </a:cubicBezTo>
                <a:cubicBezTo>
                  <a:pt x="1531750" y="59932"/>
                  <a:pt x="1533746" y="59187"/>
                  <a:pt x="1535672" y="58193"/>
                </a:cubicBezTo>
                <a:lnTo>
                  <a:pt x="1535672" y="65741"/>
                </a:lnTo>
                <a:close/>
                <a:moveTo>
                  <a:pt x="1581240" y="67465"/>
                </a:moveTo>
                <a:lnTo>
                  <a:pt x="1581054" y="61162"/>
                </a:lnTo>
                <a:cubicBezTo>
                  <a:pt x="1578507" y="63682"/>
                  <a:pt x="1575921" y="65503"/>
                  <a:pt x="1573296" y="66623"/>
                </a:cubicBezTo>
                <a:cubicBezTo>
                  <a:pt x="1570672" y="67743"/>
                  <a:pt x="1567915" y="68303"/>
                  <a:pt x="1565026" y="68303"/>
                </a:cubicBezTo>
                <a:cubicBezTo>
                  <a:pt x="1562355" y="68303"/>
                  <a:pt x="1560072" y="67961"/>
                  <a:pt x="1558177" y="67277"/>
                </a:cubicBezTo>
                <a:cubicBezTo>
                  <a:pt x="1556283" y="66593"/>
                  <a:pt x="1554722" y="65651"/>
                  <a:pt x="1553495" y="64454"/>
                </a:cubicBezTo>
                <a:cubicBezTo>
                  <a:pt x="1552268" y="63256"/>
                  <a:pt x="1551367" y="61848"/>
                  <a:pt x="1550793" y="60230"/>
                </a:cubicBezTo>
                <a:cubicBezTo>
                  <a:pt x="1550218" y="58612"/>
                  <a:pt x="1549931" y="56854"/>
                  <a:pt x="1549931" y="54956"/>
                </a:cubicBezTo>
                <a:cubicBezTo>
                  <a:pt x="1549931" y="50258"/>
                  <a:pt x="1551678" y="46579"/>
                  <a:pt x="1555172" y="43920"/>
                </a:cubicBezTo>
                <a:cubicBezTo>
                  <a:pt x="1558667" y="41259"/>
                  <a:pt x="1563830" y="39929"/>
                  <a:pt x="1570664" y="39929"/>
                </a:cubicBezTo>
                <a:lnTo>
                  <a:pt x="1580355" y="39929"/>
                </a:lnTo>
                <a:lnTo>
                  <a:pt x="1580355" y="35844"/>
                </a:lnTo>
                <a:cubicBezTo>
                  <a:pt x="1580355" y="33089"/>
                  <a:pt x="1579470" y="30883"/>
                  <a:pt x="1577699" y="29227"/>
                </a:cubicBezTo>
                <a:cubicBezTo>
                  <a:pt x="1575929" y="27572"/>
                  <a:pt x="1573226" y="26744"/>
                  <a:pt x="1569592" y="26744"/>
                </a:cubicBezTo>
                <a:cubicBezTo>
                  <a:pt x="1566952" y="26744"/>
                  <a:pt x="1564351" y="27043"/>
                  <a:pt x="1561788" y="27642"/>
                </a:cubicBezTo>
                <a:cubicBezTo>
                  <a:pt x="1559226" y="28240"/>
                  <a:pt x="1556578" y="29090"/>
                  <a:pt x="1553844" y="30191"/>
                </a:cubicBezTo>
                <a:lnTo>
                  <a:pt x="1553844" y="22876"/>
                </a:lnTo>
                <a:cubicBezTo>
                  <a:pt x="1554869" y="22498"/>
                  <a:pt x="1556011" y="22127"/>
                  <a:pt x="1557269" y="21764"/>
                </a:cubicBezTo>
                <a:cubicBezTo>
                  <a:pt x="1558527" y="21401"/>
                  <a:pt x="1559855" y="21078"/>
                  <a:pt x="1561252" y="20794"/>
                </a:cubicBezTo>
                <a:cubicBezTo>
                  <a:pt x="1562650" y="20510"/>
                  <a:pt x="1564110" y="20281"/>
                  <a:pt x="1565632" y="20109"/>
                </a:cubicBezTo>
                <a:cubicBezTo>
                  <a:pt x="1567154" y="19935"/>
                  <a:pt x="1568691" y="19848"/>
                  <a:pt x="1570245" y="19848"/>
                </a:cubicBezTo>
                <a:cubicBezTo>
                  <a:pt x="1573071" y="19848"/>
                  <a:pt x="1575618" y="20159"/>
                  <a:pt x="1577886" y="20780"/>
                </a:cubicBezTo>
                <a:cubicBezTo>
                  <a:pt x="1580153" y="21401"/>
                  <a:pt x="1582071" y="22348"/>
                  <a:pt x="1583640" y="23622"/>
                </a:cubicBezTo>
                <a:cubicBezTo>
                  <a:pt x="1585208" y="24895"/>
                  <a:pt x="1586412" y="26495"/>
                  <a:pt x="1587250" y="28421"/>
                </a:cubicBezTo>
                <a:cubicBezTo>
                  <a:pt x="1588089" y="30347"/>
                  <a:pt x="1588508" y="32614"/>
                  <a:pt x="1588508" y="35223"/>
                </a:cubicBezTo>
                <a:lnTo>
                  <a:pt x="1588508" y="67465"/>
                </a:lnTo>
                <a:lnTo>
                  <a:pt x="1581240" y="67465"/>
                </a:lnTo>
                <a:moveTo>
                  <a:pt x="1580355" y="46126"/>
                </a:moveTo>
                <a:lnTo>
                  <a:pt x="1570058" y="46126"/>
                </a:lnTo>
                <a:cubicBezTo>
                  <a:pt x="1568039" y="46126"/>
                  <a:pt x="1566300" y="46329"/>
                  <a:pt x="1564840" y="46734"/>
                </a:cubicBezTo>
                <a:cubicBezTo>
                  <a:pt x="1563380" y="47139"/>
                  <a:pt x="1562184" y="47715"/>
                  <a:pt x="1561252" y="48463"/>
                </a:cubicBezTo>
                <a:cubicBezTo>
                  <a:pt x="1560321" y="49210"/>
                  <a:pt x="1559629" y="50106"/>
                  <a:pt x="1559179" y="51150"/>
                </a:cubicBezTo>
                <a:cubicBezTo>
                  <a:pt x="1558729" y="52194"/>
                  <a:pt x="1558503" y="53370"/>
                  <a:pt x="1558503" y="54678"/>
                </a:cubicBezTo>
                <a:cubicBezTo>
                  <a:pt x="1558503" y="55582"/>
                  <a:pt x="1558643" y="56447"/>
                  <a:pt x="1558923" y="57273"/>
                </a:cubicBezTo>
                <a:cubicBezTo>
                  <a:pt x="1559202" y="58098"/>
                  <a:pt x="1559653" y="58830"/>
                  <a:pt x="1560274" y="59468"/>
                </a:cubicBezTo>
                <a:cubicBezTo>
                  <a:pt x="1560895" y="60107"/>
                  <a:pt x="1561703" y="60613"/>
                  <a:pt x="1562697" y="60987"/>
                </a:cubicBezTo>
                <a:cubicBezTo>
                  <a:pt x="1563691" y="61361"/>
                  <a:pt x="1564902" y="61548"/>
                  <a:pt x="1566331" y="61548"/>
                </a:cubicBezTo>
                <a:cubicBezTo>
                  <a:pt x="1568194" y="61548"/>
                  <a:pt x="1570330" y="60979"/>
                  <a:pt x="1572737" y="59843"/>
                </a:cubicBezTo>
                <a:cubicBezTo>
                  <a:pt x="1575144" y="58705"/>
                  <a:pt x="1577684" y="56905"/>
                  <a:pt x="1580355" y="54444"/>
                </a:cubicBezTo>
                <a:lnTo>
                  <a:pt x="1580355" y="46126"/>
                </a:lnTo>
                <a:close/>
                <a:moveTo>
                  <a:pt x="1600671" y="45054"/>
                </a:moveTo>
                <a:cubicBezTo>
                  <a:pt x="1600671" y="41078"/>
                  <a:pt x="1601214" y="37545"/>
                  <a:pt x="1602302" y="34454"/>
                </a:cubicBezTo>
                <a:cubicBezTo>
                  <a:pt x="1603389" y="31364"/>
                  <a:pt x="1604934" y="28755"/>
                  <a:pt x="1606937" y="26627"/>
                </a:cubicBezTo>
                <a:cubicBezTo>
                  <a:pt x="1608941" y="24499"/>
                  <a:pt x="1611348" y="22884"/>
                  <a:pt x="1614159" y="21782"/>
                </a:cubicBezTo>
                <a:cubicBezTo>
                  <a:pt x="1616970" y="20679"/>
                  <a:pt x="1620100" y="20128"/>
                  <a:pt x="1623547" y="20128"/>
                </a:cubicBezTo>
                <a:cubicBezTo>
                  <a:pt x="1625038" y="20128"/>
                  <a:pt x="1626506" y="20221"/>
                  <a:pt x="1627950" y="20407"/>
                </a:cubicBezTo>
                <a:cubicBezTo>
                  <a:pt x="1629395" y="20593"/>
                  <a:pt x="1630816" y="20889"/>
                  <a:pt x="1632213" y="21292"/>
                </a:cubicBezTo>
                <a:lnTo>
                  <a:pt x="1632213" y="1584"/>
                </a:lnTo>
                <a:lnTo>
                  <a:pt x="1640367" y="1584"/>
                </a:lnTo>
                <a:lnTo>
                  <a:pt x="1640367" y="67465"/>
                </a:lnTo>
                <a:lnTo>
                  <a:pt x="1633099" y="67465"/>
                </a:lnTo>
                <a:lnTo>
                  <a:pt x="1632819" y="58612"/>
                </a:lnTo>
                <a:cubicBezTo>
                  <a:pt x="1630552" y="61905"/>
                  <a:pt x="1628098" y="64343"/>
                  <a:pt x="1625458" y="65927"/>
                </a:cubicBezTo>
                <a:cubicBezTo>
                  <a:pt x="1622817" y="67511"/>
                  <a:pt x="1619960" y="68303"/>
                  <a:pt x="1616885" y="68303"/>
                </a:cubicBezTo>
                <a:cubicBezTo>
                  <a:pt x="1614213" y="68303"/>
                  <a:pt x="1611861" y="67744"/>
                  <a:pt x="1609826" y="66626"/>
                </a:cubicBezTo>
                <a:cubicBezTo>
                  <a:pt x="1607792" y="65508"/>
                  <a:pt x="1606099" y="63931"/>
                  <a:pt x="1604748" y="61897"/>
                </a:cubicBezTo>
                <a:cubicBezTo>
                  <a:pt x="1603396" y="59862"/>
                  <a:pt x="1602379" y="57416"/>
                  <a:pt x="1601696" y="54559"/>
                </a:cubicBezTo>
                <a:cubicBezTo>
                  <a:pt x="1601013" y="51701"/>
                  <a:pt x="1600671" y="48533"/>
                  <a:pt x="1600671" y="45054"/>
                </a:cubicBezTo>
                <a:moveTo>
                  <a:pt x="1608964" y="44542"/>
                </a:moveTo>
                <a:cubicBezTo>
                  <a:pt x="1608964" y="50195"/>
                  <a:pt x="1609795" y="54411"/>
                  <a:pt x="1611457" y="57191"/>
                </a:cubicBezTo>
                <a:cubicBezTo>
                  <a:pt x="1613119" y="59971"/>
                  <a:pt x="1615471" y="61361"/>
                  <a:pt x="1618515" y="61361"/>
                </a:cubicBezTo>
                <a:cubicBezTo>
                  <a:pt x="1620565" y="61361"/>
                  <a:pt x="1622732" y="60445"/>
                  <a:pt x="1625015" y="58612"/>
                </a:cubicBezTo>
                <a:cubicBezTo>
                  <a:pt x="1627298" y="56780"/>
                  <a:pt x="1629697" y="54062"/>
                  <a:pt x="1632213" y="50459"/>
                </a:cubicBezTo>
                <a:lnTo>
                  <a:pt x="1632213" y="28747"/>
                </a:lnTo>
                <a:cubicBezTo>
                  <a:pt x="1630878" y="28126"/>
                  <a:pt x="1629402" y="27652"/>
                  <a:pt x="1627787" y="27326"/>
                </a:cubicBezTo>
                <a:cubicBezTo>
                  <a:pt x="1626172" y="27000"/>
                  <a:pt x="1624572" y="26837"/>
                  <a:pt x="1622988" y="26837"/>
                </a:cubicBezTo>
                <a:cubicBezTo>
                  <a:pt x="1618578" y="26837"/>
                  <a:pt x="1615138" y="28266"/>
                  <a:pt x="1612668" y="31123"/>
                </a:cubicBezTo>
                <a:cubicBezTo>
                  <a:pt x="1610199" y="33981"/>
                  <a:pt x="1608964" y="38454"/>
                  <a:pt x="1608964" y="44542"/>
                </a:cubicBezTo>
                <a:close/>
                <a:moveTo>
                  <a:pt x="1694415" y="41606"/>
                </a:moveTo>
                <a:cubicBezTo>
                  <a:pt x="1694415" y="42756"/>
                  <a:pt x="1694400" y="43718"/>
                  <a:pt x="1694369" y="44495"/>
                </a:cubicBezTo>
                <a:cubicBezTo>
                  <a:pt x="1694338" y="45272"/>
                  <a:pt x="1694291" y="46001"/>
                  <a:pt x="1694229" y="46685"/>
                </a:cubicBezTo>
                <a:lnTo>
                  <a:pt x="1661382" y="46685"/>
                </a:lnTo>
                <a:cubicBezTo>
                  <a:pt x="1661382" y="51468"/>
                  <a:pt x="1662717" y="55141"/>
                  <a:pt x="1665389" y="57704"/>
                </a:cubicBezTo>
                <a:cubicBezTo>
                  <a:pt x="1668060" y="60266"/>
                  <a:pt x="1671911" y="61548"/>
                  <a:pt x="1676943" y="61548"/>
                </a:cubicBezTo>
                <a:cubicBezTo>
                  <a:pt x="1678310" y="61548"/>
                  <a:pt x="1679677" y="61492"/>
                  <a:pt x="1681043" y="61382"/>
                </a:cubicBezTo>
                <a:cubicBezTo>
                  <a:pt x="1682410" y="61270"/>
                  <a:pt x="1683730" y="61119"/>
                  <a:pt x="1685004" y="60929"/>
                </a:cubicBezTo>
                <a:cubicBezTo>
                  <a:pt x="1686277" y="60737"/>
                  <a:pt x="1687496" y="60523"/>
                  <a:pt x="1688661" y="60285"/>
                </a:cubicBezTo>
                <a:cubicBezTo>
                  <a:pt x="1689826" y="60046"/>
                  <a:pt x="1690905" y="59784"/>
                  <a:pt x="1691899" y="59497"/>
                </a:cubicBezTo>
                <a:lnTo>
                  <a:pt x="1691899" y="66160"/>
                </a:lnTo>
                <a:cubicBezTo>
                  <a:pt x="1689694" y="66795"/>
                  <a:pt x="1687201" y="67311"/>
                  <a:pt x="1684421" y="67708"/>
                </a:cubicBezTo>
                <a:cubicBezTo>
                  <a:pt x="1681641" y="68105"/>
                  <a:pt x="1678760" y="68303"/>
                  <a:pt x="1675779" y="68303"/>
                </a:cubicBezTo>
                <a:cubicBezTo>
                  <a:pt x="1671772" y="68303"/>
                  <a:pt x="1668324" y="67760"/>
                  <a:pt x="1665435" y="66673"/>
                </a:cubicBezTo>
                <a:cubicBezTo>
                  <a:pt x="1662547" y="65585"/>
                  <a:pt x="1660178" y="64009"/>
                  <a:pt x="1658330" y="61944"/>
                </a:cubicBezTo>
                <a:cubicBezTo>
                  <a:pt x="1656482" y="59878"/>
                  <a:pt x="1655115" y="57347"/>
                  <a:pt x="1654230" y="54349"/>
                </a:cubicBezTo>
                <a:cubicBezTo>
                  <a:pt x="1653345" y="51352"/>
                  <a:pt x="1652902" y="47958"/>
                  <a:pt x="1652902" y="44169"/>
                </a:cubicBezTo>
                <a:cubicBezTo>
                  <a:pt x="1652902" y="40876"/>
                  <a:pt x="1653376" y="37762"/>
                  <a:pt x="1654323" y="34827"/>
                </a:cubicBezTo>
                <a:cubicBezTo>
                  <a:pt x="1655270" y="31892"/>
                  <a:pt x="1656653" y="29314"/>
                  <a:pt x="1658470" y="27093"/>
                </a:cubicBezTo>
                <a:cubicBezTo>
                  <a:pt x="1660287" y="24872"/>
                  <a:pt x="1662515" y="23109"/>
                  <a:pt x="1665156" y="21805"/>
                </a:cubicBezTo>
                <a:cubicBezTo>
                  <a:pt x="1667796" y="20500"/>
                  <a:pt x="1670793" y="19848"/>
                  <a:pt x="1674148" y="19848"/>
                </a:cubicBezTo>
                <a:cubicBezTo>
                  <a:pt x="1677409" y="19848"/>
                  <a:pt x="1680298" y="20361"/>
                  <a:pt x="1682814" y="21386"/>
                </a:cubicBezTo>
                <a:cubicBezTo>
                  <a:pt x="1685330" y="22411"/>
                  <a:pt x="1687450" y="23863"/>
                  <a:pt x="1689174" y="25742"/>
                </a:cubicBezTo>
                <a:cubicBezTo>
                  <a:pt x="1690898" y="27621"/>
                  <a:pt x="1692202" y="29904"/>
                  <a:pt x="1693087" y="32591"/>
                </a:cubicBezTo>
                <a:cubicBezTo>
                  <a:pt x="1693973" y="35278"/>
                  <a:pt x="1694415" y="38283"/>
                  <a:pt x="1694415" y="41606"/>
                </a:cubicBezTo>
                <a:moveTo>
                  <a:pt x="1685982" y="40442"/>
                </a:moveTo>
                <a:cubicBezTo>
                  <a:pt x="1686075" y="38360"/>
                  <a:pt x="1685873" y="36458"/>
                  <a:pt x="1685376" y="34734"/>
                </a:cubicBezTo>
                <a:cubicBezTo>
                  <a:pt x="1684879" y="33010"/>
                  <a:pt x="1684111" y="31527"/>
                  <a:pt x="1683070" y="30285"/>
                </a:cubicBezTo>
                <a:cubicBezTo>
                  <a:pt x="1682030" y="29042"/>
                  <a:pt x="1680733" y="28071"/>
                  <a:pt x="1679180" y="27373"/>
                </a:cubicBezTo>
                <a:cubicBezTo>
                  <a:pt x="1677627" y="26674"/>
                  <a:pt x="1675825" y="26324"/>
                  <a:pt x="1673775" y="26324"/>
                </a:cubicBezTo>
                <a:cubicBezTo>
                  <a:pt x="1672005" y="26324"/>
                  <a:pt x="1670389" y="26666"/>
                  <a:pt x="1668930" y="27349"/>
                </a:cubicBezTo>
                <a:cubicBezTo>
                  <a:pt x="1667470" y="28033"/>
                  <a:pt x="1666212" y="28996"/>
                  <a:pt x="1665156" y="30238"/>
                </a:cubicBezTo>
                <a:cubicBezTo>
                  <a:pt x="1664100" y="31480"/>
                  <a:pt x="1663245" y="32971"/>
                  <a:pt x="1662593" y="34711"/>
                </a:cubicBezTo>
                <a:cubicBezTo>
                  <a:pt x="1661941" y="36450"/>
                  <a:pt x="1661537" y="38360"/>
                  <a:pt x="1661382" y="40442"/>
                </a:cubicBezTo>
                <a:lnTo>
                  <a:pt x="1685982" y="40442"/>
                </a:lnTo>
                <a:close/>
                <a:moveTo>
                  <a:pt x="1708674" y="20687"/>
                </a:moveTo>
                <a:lnTo>
                  <a:pt x="1716082" y="20687"/>
                </a:lnTo>
                <a:lnTo>
                  <a:pt x="1716315" y="29284"/>
                </a:lnTo>
                <a:cubicBezTo>
                  <a:pt x="1719080" y="25969"/>
                  <a:pt x="1721805" y="23567"/>
                  <a:pt x="1724492" y="22080"/>
                </a:cubicBezTo>
                <a:cubicBezTo>
                  <a:pt x="1727179" y="20592"/>
                  <a:pt x="1729889" y="19848"/>
                  <a:pt x="1732622" y="19848"/>
                </a:cubicBezTo>
                <a:cubicBezTo>
                  <a:pt x="1737468" y="19848"/>
                  <a:pt x="1741141" y="21413"/>
                  <a:pt x="1743641" y="24542"/>
                </a:cubicBezTo>
                <a:cubicBezTo>
                  <a:pt x="1746142" y="27672"/>
                  <a:pt x="1747299" y="32319"/>
                  <a:pt x="1747112" y="38485"/>
                </a:cubicBezTo>
                <a:lnTo>
                  <a:pt x="1738912" y="38485"/>
                </a:lnTo>
                <a:cubicBezTo>
                  <a:pt x="1739005" y="34401"/>
                  <a:pt x="1738407" y="31439"/>
                  <a:pt x="1737118" y="29599"/>
                </a:cubicBezTo>
                <a:cubicBezTo>
                  <a:pt x="1735829" y="27757"/>
                  <a:pt x="1733942" y="26837"/>
                  <a:pt x="1731458" y="26837"/>
                </a:cubicBezTo>
                <a:cubicBezTo>
                  <a:pt x="1730370" y="26837"/>
                  <a:pt x="1729276" y="27030"/>
                  <a:pt x="1728173" y="27418"/>
                </a:cubicBezTo>
                <a:cubicBezTo>
                  <a:pt x="1727070" y="27804"/>
                  <a:pt x="1725936" y="28422"/>
                  <a:pt x="1724772" y="29273"/>
                </a:cubicBezTo>
                <a:cubicBezTo>
                  <a:pt x="1723607" y="30123"/>
                  <a:pt x="1722372" y="31213"/>
                  <a:pt x="1721068" y="32544"/>
                </a:cubicBezTo>
                <a:cubicBezTo>
                  <a:pt x="1719763" y="33874"/>
                  <a:pt x="1718365" y="35482"/>
                  <a:pt x="1716874" y="37369"/>
                </a:cubicBezTo>
                <a:lnTo>
                  <a:pt x="1716874" y="67465"/>
                </a:lnTo>
                <a:lnTo>
                  <a:pt x="1708674" y="67465"/>
                </a:lnTo>
                <a:lnTo>
                  <a:pt x="1708674" y="20687"/>
                </a:lnTo>
                <a:close/>
                <a:moveTo>
                  <a:pt x="1797620" y="50958"/>
                </a:moveTo>
                <a:cubicBezTo>
                  <a:pt x="1797620" y="53849"/>
                  <a:pt x="1797029" y="56382"/>
                  <a:pt x="1795849" y="58558"/>
                </a:cubicBezTo>
                <a:cubicBezTo>
                  <a:pt x="1794669" y="60735"/>
                  <a:pt x="1793023" y="62545"/>
                  <a:pt x="1790910" y="63991"/>
                </a:cubicBezTo>
                <a:cubicBezTo>
                  <a:pt x="1788798" y="65436"/>
                  <a:pt x="1786259" y="66516"/>
                  <a:pt x="1783293" y="67232"/>
                </a:cubicBezTo>
                <a:cubicBezTo>
                  <a:pt x="1780326" y="67946"/>
                  <a:pt x="1777057" y="68303"/>
                  <a:pt x="1773485" y="68303"/>
                </a:cubicBezTo>
                <a:cubicBezTo>
                  <a:pt x="1771870" y="68303"/>
                  <a:pt x="1770263" y="68241"/>
                  <a:pt x="1768663" y="68117"/>
                </a:cubicBezTo>
                <a:cubicBezTo>
                  <a:pt x="1767063" y="67993"/>
                  <a:pt x="1765526" y="67837"/>
                  <a:pt x="1764050" y="67651"/>
                </a:cubicBezTo>
                <a:cubicBezTo>
                  <a:pt x="1762575" y="67465"/>
                  <a:pt x="1761185" y="67247"/>
                  <a:pt x="1759880" y="66999"/>
                </a:cubicBezTo>
                <a:cubicBezTo>
                  <a:pt x="1758576" y="66750"/>
                  <a:pt x="1757396" y="66486"/>
                  <a:pt x="1756339" y="66207"/>
                </a:cubicBezTo>
                <a:lnTo>
                  <a:pt x="1756339" y="58193"/>
                </a:lnTo>
                <a:cubicBezTo>
                  <a:pt x="1758669" y="59063"/>
                  <a:pt x="1761286" y="59746"/>
                  <a:pt x="1764190" y="60243"/>
                </a:cubicBezTo>
                <a:cubicBezTo>
                  <a:pt x="1767094" y="60740"/>
                  <a:pt x="1770395" y="60988"/>
                  <a:pt x="1774091" y="60988"/>
                </a:cubicBezTo>
                <a:cubicBezTo>
                  <a:pt x="1776762" y="60988"/>
                  <a:pt x="1779037" y="60779"/>
                  <a:pt x="1780917" y="60359"/>
                </a:cubicBezTo>
                <a:cubicBezTo>
                  <a:pt x="1782796" y="59939"/>
                  <a:pt x="1784333" y="59317"/>
                  <a:pt x="1785529" y="58493"/>
                </a:cubicBezTo>
                <a:cubicBezTo>
                  <a:pt x="1786725" y="57668"/>
                  <a:pt x="1787595" y="56665"/>
                  <a:pt x="1788138" y="55483"/>
                </a:cubicBezTo>
                <a:cubicBezTo>
                  <a:pt x="1788682" y="54301"/>
                  <a:pt x="1788954" y="52948"/>
                  <a:pt x="1788954" y="51424"/>
                </a:cubicBezTo>
                <a:cubicBezTo>
                  <a:pt x="1788954" y="49777"/>
                  <a:pt x="1788495" y="48370"/>
                  <a:pt x="1787579" y="47205"/>
                </a:cubicBezTo>
                <a:cubicBezTo>
                  <a:pt x="1786663" y="46039"/>
                  <a:pt x="1785459" y="44998"/>
                  <a:pt x="1783968" y="44081"/>
                </a:cubicBezTo>
                <a:cubicBezTo>
                  <a:pt x="1782477" y="43164"/>
                  <a:pt x="1780777" y="42325"/>
                  <a:pt x="1778867" y="41563"/>
                </a:cubicBezTo>
                <a:cubicBezTo>
                  <a:pt x="1776956" y="40801"/>
                  <a:pt x="1775007" y="40016"/>
                  <a:pt x="1773019" y="39208"/>
                </a:cubicBezTo>
                <a:cubicBezTo>
                  <a:pt x="1771031" y="38400"/>
                  <a:pt x="1769082" y="37522"/>
                  <a:pt x="1767172" y="36574"/>
                </a:cubicBezTo>
                <a:cubicBezTo>
                  <a:pt x="1765262" y="35626"/>
                  <a:pt x="1763561" y="34507"/>
                  <a:pt x="1762070" y="33217"/>
                </a:cubicBezTo>
                <a:cubicBezTo>
                  <a:pt x="1760579" y="31927"/>
                  <a:pt x="1759376" y="30412"/>
                  <a:pt x="1758459" y="28671"/>
                </a:cubicBezTo>
                <a:cubicBezTo>
                  <a:pt x="1757543" y="26930"/>
                  <a:pt x="1757085" y="24862"/>
                  <a:pt x="1757085" y="22469"/>
                </a:cubicBezTo>
                <a:cubicBezTo>
                  <a:pt x="1757085" y="20387"/>
                  <a:pt x="1757520" y="18336"/>
                  <a:pt x="1758389" y="16316"/>
                </a:cubicBezTo>
                <a:cubicBezTo>
                  <a:pt x="1759259" y="14295"/>
                  <a:pt x="1760610" y="12500"/>
                  <a:pt x="1762443" y="10930"/>
                </a:cubicBezTo>
                <a:cubicBezTo>
                  <a:pt x="1764276" y="9360"/>
                  <a:pt x="1766628" y="8093"/>
                  <a:pt x="1769502" y="7130"/>
                </a:cubicBezTo>
                <a:cubicBezTo>
                  <a:pt x="1772375" y="6166"/>
                  <a:pt x="1775799" y="5684"/>
                  <a:pt x="1779775" y="5684"/>
                </a:cubicBezTo>
                <a:cubicBezTo>
                  <a:pt x="1780800" y="5684"/>
                  <a:pt x="1781910" y="5731"/>
                  <a:pt x="1783106" y="5824"/>
                </a:cubicBezTo>
                <a:cubicBezTo>
                  <a:pt x="1784302" y="5917"/>
                  <a:pt x="1785514" y="6049"/>
                  <a:pt x="1786740" y="6220"/>
                </a:cubicBezTo>
                <a:cubicBezTo>
                  <a:pt x="1787967" y="6391"/>
                  <a:pt x="1789179" y="6585"/>
                  <a:pt x="1790375" y="6802"/>
                </a:cubicBezTo>
                <a:cubicBezTo>
                  <a:pt x="1791570" y="7020"/>
                  <a:pt x="1792681" y="7253"/>
                  <a:pt x="1793706" y="7501"/>
                </a:cubicBezTo>
                <a:lnTo>
                  <a:pt x="1793706" y="14956"/>
                </a:lnTo>
                <a:cubicBezTo>
                  <a:pt x="1791314" y="14273"/>
                  <a:pt x="1788923" y="13752"/>
                  <a:pt x="1786531" y="13395"/>
                </a:cubicBezTo>
                <a:cubicBezTo>
                  <a:pt x="1784139" y="13038"/>
                  <a:pt x="1781825" y="12859"/>
                  <a:pt x="1779589" y="12859"/>
                </a:cubicBezTo>
                <a:cubicBezTo>
                  <a:pt x="1774836" y="12859"/>
                  <a:pt x="1771342" y="13652"/>
                  <a:pt x="1769106" y="15238"/>
                </a:cubicBezTo>
                <a:cubicBezTo>
                  <a:pt x="1766869" y="16824"/>
                  <a:pt x="1765751" y="18955"/>
                  <a:pt x="1765751" y="21630"/>
                </a:cubicBezTo>
                <a:cubicBezTo>
                  <a:pt x="1765751" y="23277"/>
                  <a:pt x="1766209" y="24692"/>
                  <a:pt x="1767125" y="25873"/>
                </a:cubicBezTo>
                <a:cubicBezTo>
                  <a:pt x="1768042" y="27054"/>
                  <a:pt x="1769245" y="28111"/>
                  <a:pt x="1770736" y="29044"/>
                </a:cubicBezTo>
                <a:cubicBezTo>
                  <a:pt x="1772227" y="29977"/>
                  <a:pt x="1773928" y="30824"/>
                  <a:pt x="1775838" y="31586"/>
                </a:cubicBezTo>
                <a:cubicBezTo>
                  <a:pt x="1777748" y="32347"/>
                  <a:pt x="1779697" y="33132"/>
                  <a:pt x="1781685" y="33941"/>
                </a:cubicBezTo>
                <a:cubicBezTo>
                  <a:pt x="1783673" y="34748"/>
                  <a:pt x="1785622" y="35634"/>
                  <a:pt x="1787533" y="36598"/>
                </a:cubicBezTo>
                <a:cubicBezTo>
                  <a:pt x="1789443" y="37561"/>
                  <a:pt x="1791143" y="38703"/>
                  <a:pt x="1792634" y="40024"/>
                </a:cubicBezTo>
                <a:cubicBezTo>
                  <a:pt x="1794125" y="41345"/>
                  <a:pt x="1795329" y="42891"/>
                  <a:pt x="1796245" y="44664"/>
                </a:cubicBezTo>
                <a:cubicBezTo>
                  <a:pt x="1797161" y="46435"/>
                  <a:pt x="1797620" y="48533"/>
                  <a:pt x="1797620" y="50958"/>
                </a:cubicBezTo>
                <a:close/>
                <a:moveTo>
                  <a:pt x="1849991" y="41606"/>
                </a:moveTo>
                <a:cubicBezTo>
                  <a:pt x="1849991" y="42756"/>
                  <a:pt x="1849975" y="43718"/>
                  <a:pt x="1849944" y="44495"/>
                </a:cubicBezTo>
                <a:cubicBezTo>
                  <a:pt x="1849913" y="45272"/>
                  <a:pt x="1849866" y="46001"/>
                  <a:pt x="1849804" y="46685"/>
                </a:cubicBezTo>
                <a:lnTo>
                  <a:pt x="1816957" y="46685"/>
                </a:lnTo>
                <a:cubicBezTo>
                  <a:pt x="1816957" y="51468"/>
                  <a:pt x="1818293" y="55141"/>
                  <a:pt x="1820964" y="57704"/>
                </a:cubicBezTo>
                <a:cubicBezTo>
                  <a:pt x="1823635" y="60266"/>
                  <a:pt x="1827487" y="61548"/>
                  <a:pt x="1832519" y="61548"/>
                </a:cubicBezTo>
                <a:cubicBezTo>
                  <a:pt x="1833885" y="61548"/>
                  <a:pt x="1835252" y="61492"/>
                  <a:pt x="1836619" y="61382"/>
                </a:cubicBezTo>
                <a:cubicBezTo>
                  <a:pt x="1837985" y="61270"/>
                  <a:pt x="1839306" y="61119"/>
                  <a:pt x="1840579" y="60929"/>
                </a:cubicBezTo>
                <a:cubicBezTo>
                  <a:pt x="1841853" y="60737"/>
                  <a:pt x="1843072" y="60523"/>
                  <a:pt x="1844237" y="60285"/>
                </a:cubicBezTo>
                <a:cubicBezTo>
                  <a:pt x="1845401" y="60046"/>
                  <a:pt x="1846481" y="59784"/>
                  <a:pt x="1847475" y="59497"/>
                </a:cubicBezTo>
                <a:lnTo>
                  <a:pt x="1847475" y="66160"/>
                </a:lnTo>
                <a:cubicBezTo>
                  <a:pt x="1845269" y="66795"/>
                  <a:pt x="1842777" y="67311"/>
                  <a:pt x="1839997" y="67708"/>
                </a:cubicBezTo>
                <a:cubicBezTo>
                  <a:pt x="1837217" y="68105"/>
                  <a:pt x="1834336" y="68303"/>
                  <a:pt x="1831354" y="68303"/>
                </a:cubicBezTo>
                <a:cubicBezTo>
                  <a:pt x="1827347" y="68303"/>
                  <a:pt x="1823899" y="67760"/>
                  <a:pt x="1821011" y="66673"/>
                </a:cubicBezTo>
                <a:cubicBezTo>
                  <a:pt x="1818122" y="65585"/>
                  <a:pt x="1815754" y="64009"/>
                  <a:pt x="1813905" y="61944"/>
                </a:cubicBezTo>
                <a:cubicBezTo>
                  <a:pt x="1812057" y="59878"/>
                  <a:pt x="1810691" y="57347"/>
                  <a:pt x="1809805" y="54349"/>
                </a:cubicBezTo>
                <a:cubicBezTo>
                  <a:pt x="1808920" y="51352"/>
                  <a:pt x="1808477" y="47958"/>
                  <a:pt x="1808477" y="44169"/>
                </a:cubicBezTo>
                <a:cubicBezTo>
                  <a:pt x="1808477" y="40876"/>
                  <a:pt x="1808951" y="37762"/>
                  <a:pt x="1809899" y="34827"/>
                </a:cubicBezTo>
                <a:cubicBezTo>
                  <a:pt x="1810846" y="31892"/>
                  <a:pt x="1812228" y="29314"/>
                  <a:pt x="1814045" y="27093"/>
                </a:cubicBezTo>
                <a:cubicBezTo>
                  <a:pt x="1815862" y="24872"/>
                  <a:pt x="1818091" y="23109"/>
                  <a:pt x="1820731" y="21805"/>
                </a:cubicBezTo>
                <a:cubicBezTo>
                  <a:pt x="1823371" y="20500"/>
                  <a:pt x="1826369" y="19848"/>
                  <a:pt x="1829723" y="19848"/>
                </a:cubicBezTo>
                <a:cubicBezTo>
                  <a:pt x="1832985" y="19848"/>
                  <a:pt x="1835873" y="20361"/>
                  <a:pt x="1838389" y="21386"/>
                </a:cubicBezTo>
                <a:cubicBezTo>
                  <a:pt x="1840905" y="22411"/>
                  <a:pt x="1843025" y="23863"/>
                  <a:pt x="1844749" y="25742"/>
                </a:cubicBezTo>
                <a:cubicBezTo>
                  <a:pt x="1846473" y="27621"/>
                  <a:pt x="1847777" y="29904"/>
                  <a:pt x="1848663" y="32591"/>
                </a:cubicBezTo>
                <a:cubicBezTo>
                  <a:pt x="1849548" y="35278"/>
                  <a:pt x="1849991" y="38283"/>
                  <a:pt x="1849991" y="41606"/>
                </a:cubicBezTo>
                <a:moveTo>
                  <a:pt x="1841558" y="40442"/>
                </a:moveTo>
                <a:cubicBezTo>
                  <a:pt x="1841651" y="38360"/>
                  <a:pt x="1841449" y="36458"/>
                  <a:pt x="1840952" y="34734"/>
                </a:cubicBezTo>
                <a:cubicBezTo>
                  <a:pt x="1840455" y="33010"/>
                  <a:pt x="1839686" y="31527"/>
                  <a:pt x="1838646" y="30285"/>
                </a:cubicBezTo>
                <a:cubicBezTo>
                  <a:pt x="1837605" y="29042"/>
                  <a:pt x="1836308" y="28071"/>
                  <a:pt x="1834755" y="27373"/>
                </a:cubicBezTo>
                <a:cubicBezTo>
                  <a:pt x="1833202" y="26674"/>
                  <a:pt x="1831401" y="26324"/>
                  <a:pt x="1829351" y="26324"/>
                </a:cubicBezTo>
                <a:cubicBezTo>
                  <a:pt x="1827580" y="26324"/>
                  <a:pt x="1825965" y="26666"/>
                  <a:pt x="1824505" y="27349"/>
                </a:cubicBezTo>
                <a:cubicBezTo>
                  <a:pt x="1823045" y="28033"/>
                  <a:pt x="1821787" y="28996"/>
                  <a:pt x="1820731" y="30238"/>
                </a:cubicBezTo>
                <a:cubicBezTo>
                  <a:pt x="1819675" y="31480"/>
                  <a:pt x="1818821" y="32971"/>
                  <a:pt x="1818169" y="34711"/>
                </a:cubicBezTo>
                <a:cubicBezTo>
                  <a:pt x="1817516" y="36450"/>
                  <a:pt x="1817112" y="38360"/>
                  <a:pt x="1816957" y="40442"/>
                </a:cubicBezTo>
                <a:lnTo>
                  <a:pt x="1841558" y="40442"/>
                </a:lnTo>
                <a:close/>
                <a:moveTo>
                  <a:pt x="1878274" y="8247"/>
                </a:moveTo>
                <a:lnTo>
                  <a:pt x="1864436" y="8247"/>
                </a:lnTo>
                <a:lnTo>
                  <a:pt x="1864436" y="1584"/>
                </a:lnTo>
                <a:lnTo>
                  <a:pt x="1886474" y="1584"/>
                </a:lnTo>
                <a:lnTo>
                  <a:pt x="1886474" y="60709"/>
                </a:lnTo>
                <a:lnTo>
                  <a:pt x="1900405" y="60709"/>
                </a:lnTo>
                <a:lnTo>
                  <a:pt x="1900405" y="67465"/>
                </a:lnTo>
                <a:lnTo>
                  <a:pt x="1862898" y="67465"/>
                </a:lnTo>
                <a:lnTo>
                  <a:pt x="1862898" y="60709"/>
                </a:lnTo>
                <a:lnTo>
                  <a:pt x="1878274" y="60709"/>
                </a:lnTo>
                <a:lnTo>
                  <a:pt x="1878274" y="8247"/>
                </a:lnTo>
                <a:close/>
                <a:moveTo>
                  <a:pt x="1953708" y="41606"/>
                </a:moveTo>
                <a:cubicBezTo>
                  <a:pt x="1953708" y="42756"/>
                  <a:pt x="1953692" y="43718"/>
                  <a:pt x="1953661" y="44495"/>
                </a:cubicBezTo>
                <a:cubicBezTo>
                  <a:pt x="1953630" y="45272"/>
                  <a:pt x="1953583" y="46001"/>
                  <a:pt x="1953521" y="46685"/>
                </a:cubicBezTo>
                <a:lnTo>
                  <a:pt x="1920674" y="46685"/>
                </a:lnTo>
                <a:cubicBezTo>
                  <a:pt x="1920674" y="51468"/>
                  <a:pt x="1922010" y="55141"/>
                  <a:pt x="1924681" y="57704"/>
                </a:cubicBezTo>
                <a:cubicBezTo>
                  <a:pt x="1927352" y="60266"/>
                  <a:pt x="1931204" y="61548"/>
                  <a:pt x="1936236" y="61548"/>
                </a:cubicBezTo>
                <a:cubicBezTo>
                  <a:pt x="1937602" y="61548"/>
                  <a:pt x="1938969" y="61492"/>
                  <a:pt x="1940336" y="61382"/>
                </a:cubicBezTo>
                <a:cubicBezTo>
                  <a:pt x="1941702" y="61270"/>
                  <a:pt x="1943023" y="61119"/>
                  <a:pt x="1944296" y="60929"/>
                </a:cubicBezTo>
                <a:cubicBezTo>
                  <a:pt x="1945570" y="60737"/>
                  <a:pt x="1946789" y="60523"/>
                  <a:pt x="1947953" y="60285"/>
                </a:cubicBezTo>
                <a:cubicBezTo>
                  <a:pt x="1949118" y="60046"/>
                  <a:pt x="1950198" y="59784"/>
                  <a:pt x="1951192" y="59497"/>
                </a:cubicBezTo>
                <a:lnTo>
                  <a:pt x="1951192" y="66160"/>
                </a:lnTo>
                <a:cubicBezTo>
                  <a:pt x="1948986" y="66795"/>
                  <a:pt x="1946494" y="67311"/>
                  <a:pt x="1943714" y="67708"/>
                </a:cubicBezTo>
                <a:cubicBezTo>
                  <a:pt x="1940934" y="68105"/>
                  <a:pt x="1938053" y="68303"/>
                  <a:pt x="1935071" y="68303"/>
                </a:cubicBezTo>
                <a:cubicBezTo>
                  <a:pt x="1931064" y="68303"/>
                  <a:pt x="1927616" y="67760"/>
                  <a:pt x="1924728" y="66673"/>
                </a:cubicBezTo>
                <a:cubicBezTo>
                  <a:pt x="1921839" y="65585"/>
                  <a:pt x="1919470" y="64009"/>
                  <a:pt x="1917622" y="61944"/>
                </a:cubicBezTo>
                <a:cubicBezTo>
                  <a:pt x="1915774" y="59878"/>
                  <a:pt x="1914408" y="57347"/>
                  <a:pt x="1913522" y="54349"/>
                </a:cubicBezTo>
                <a:cubicBezTo>
                  <a:pt x="1912637" y="51352"/>
                  <a:pt x="1912194" y="47958"/>
                  <a:pt x="1912194" y="44169"/>
                </a:cubicBezTo>
                <a:cubicBezTo>
                  <a:pt x="1912194" y="40876"/>
                  <a:pt x="1912668" y="37762"/>
                  <a:pt x="1913615" y="34827"/>
                </a:cubicBezTo>
                <a:cubicBezTo>
                  <a:pt x="1914563" y="31892"/>
                  <a:pt x="1915945" y="29314"/>
                  <a:pt x="1917762" y="27093"/>
                </a:cubicBezTo>
                <a:cubicBezTo>
                  <a:pt x="1919579" y="24872"/>
                  <a:pt x="1921808" y="23109"/>
                  <a:pt x="1924448" y="21805"/>
                </a:cubicBezTo>
                <a:cubicBezTo>
                  <a:pt x="1927088" y="20500"/>
                  <a:pt x="1930086" y="19848"/>
                  <a:pt x="1933440" y="19848"/>
                </a:cubicBezTo>
                <a:cubicBezTo>
                  <a:pt x="1936702" y="19848"/>
                  <a:pt x="1939590" y="20361"/>
                  <a:pt x="1942106" y="21386"/>
                </a:cubicBezTo>
                <a:cubicBezTo>
                  <a:pt x="1944622" y="22411"/>
                  <a:pt x="1946742" y="23863"/>
                  <a:pt x="1948466" y="25742"/>
                </a:cubicBezTo>
                <a:cubicBezTo>
                  <a:pt x="1950190" y="27621"/>
                  <a:pt x="1951494" y="29904"/>
                  <a:pt x="1952380" y="32591"/>
                </a:cubicBezTo>
                <a:cubicBezTo>
                  <a:pt x="1953265" y="35278"/>
                  <a:pt x="1953708" y="38283"/>
                  <a:pt x="1953708" y="41606"/>
                </a:cubicBezTo>
                <a:moveTo>
                  <a:pt x="1945274" y="40442"/>
                </a:moveTo>
                <a:cubicBezTo>
                  <a:pt x="1945368" y="38360"/>
                  <a:pt x="1945166" y="36458"/>
                  <a:pt x="1944669" y="34734"/>
                </a:cubicBezTo>
                <a:cubicBezTo>
                  <a:pt x="1944172" y="33010"/>
                  <a:pt x="1943403" y="31527"/>
                  <a:pt x="1942362" y="30285"/>
                </a:cubicBezTo>
                <a:cubicBezTo>
                  <a:pt x="1941322" y="29042"/>
                  <a:pt x="1940025" y="28071"/>
                  <a:pt x="1938472" y="27373"/>
                </a:cubicBezTo>
                <a:cubicBezTo>
                  <a:pt x="1936919" y="26674"/>
                  <a:pt x="1935117" y="26324"/>
                  <a:pt x="1933067" y="26324"/>
                </a:cubicBezTo>
                <a:cubicBezTo>
                  <a:pt x="1931297" y="26324"/>
                  <a:pt x="1929682" y="26666"/>
                  <a:pt x="1928222" y="27349"/>
                </a:cubicBezTo>
                <a:cubicBezTo>
                  <a:pt x="1926762" y="28033"/>
                  <a:pt x="1925504" y="28996"/>
                  <a:pt x="1924448" y="30238"/>
                </a:cubicBezTo>
                <a:cubicBezTo>
                  <a:pt x="1923392" y="31480"/>
                  <a:pt x="1922538" y="32971"/>
                  <a:pt x="1921885" y="34711"/>
                </a:cubicBezTo>
                <a:cubicBezTo>
                  <a:pt x="1921233" y="36450"/>
                  <a:pt x="1920829" y="38360"/>
                  <a:pt x="1920674" y="40442"/>
                </a:cubicBezTo>
                <a:lnTo>
                  <a:pt x="1945274" y="40442"/>
                </a:lnTo>
                <a:close/>
                <a:moveTo>
                  <a:pt x="2002398" y="65741"/>
                </a:moveTo>
                <a:cubicBezTo>
                  <a:pt x="2000285" y="66548"/>
                  <a:pt x="1998119" y="67146"/>
                  <a:pt x="1995898" y="67535"/>
                </a:cubicBezTo>
                <a:cubicBezTo>
                  <a:pt x="1993677" y="67923"/>
                  <a:pt x="1991386" y="68117"/>
                  <a:pt x="1989026" y="68117"/>
                </a:cubicBezTo>
                <a:cubicBezTo>
                  <a:pt x="1981633" y="68117"/>
                  <a:pt x="1975941" y="66113"/>
                  <a:pt x="1971950" y="62107"/>
                </a:cubicBezTo>
                <a:cubicBezTo>
                  <a:pt x="1967959" y="58100"/>
                  <a:pt x="1965963" y="52245"/>
                  <a:pt x="1965963" y="44542"/>
                </a:cubicBezTo>
                <a:cubicBezTo>
                  <a:pt x="1965963" y="40845"/>
                  <a:pt x="1966538" y="37491"/>
                  <a:pt x="1967687" y="34478"/>
                </a:cubicBezTo>
                <a:cubicBezTo>
                  <a:pt x="1968836" y="31465"/>
                  <a:pt x="1970451" y="28887"/>
                  <a:pt x="1972532" y="26744"/>
                </a:cubicBezTo>
                <a:cubicBezTo>
                  <a:pt x="1974613" y="24600"/>
                  <a:pt x="1977098" y="22946"/>
                  <a:pt x="1979987" y="21782"/>
                </a:cubicBezTo>
                <a:cubicBezTo>
                  <a:pt x="1982876" y="20617"/>
                  <a:pt x="1986059" y="20034"/>
                  <a:pt x="1989538" y="20034"/>
                </a:cubicBezTo>
                <a:cubicBezTo>
                  <a:pt x="1991961" y="20034"/>
                  <a:pt x="1994229" y="20209"/>
                  <a:pt x="1996341" y="20559"/>
                </a:cubicBezTo>
                <a:cubicBezTo>
                  <a:pt x="1998453" y="20907"/>
                  <a:pt x="2000472" y="21478"/>
                  <a:pt x="2002398" y="22271"/>
                </a:cubicBezTo>
                <a:lnTo>
                  <a:pt x="2002398" y="30005"/>
                </a:lnTo>
                <a:cubicBezTo>
                  <a:pt x="2000379" y="28932"/>
                  <a:pt x="1998321" y="28152"/>
                  <a:pt x="1996224" y="27664"/>
                </a:cubicBezTo>
                <a:cubicBezTo>
                  <a:pt x="1994128" y="27175"/>
                  <a:pt x="1991961" y="26930"/>
                  <a:pt x="1989725" y="26930"/>
                </a:cubicBezTo>
                <a:cubicBezTo>
                  <a:pt x="1987644" y="26930"/>
                  <a:pt x="1985679" y="27326"/>
                  <a:pt x="1983831" y="28118"/>
                </a:cubicBezTo>
                <a:cubicBezTo>
                  <a:pt x="1981983" y="28910"/>
                  <a:pt x="1980360" y="30052"/>
                  <a:pt x="1978962" y="31543"/>
                </a:cubicBezTo>
                <a:cubicBezTo>
                  <a:pt x="1977564" y="33033"/>
                  <a:pt x="1976462" y="34851"/>
                  <a:pt x="1975654" y="36994"/>
                </a:cubicBezTo>
                <a:cubicBezTo>
                  <a:pt x="1974846" y="39137"/>
                  <a:pt x="1974443" y="41560"/>
                  <a:pt x="1974443" y="44262"/>
                </a:cubicBezTo>
                <a:cubicBezTo>
                  <a:pt x="1974443" y="49915"/>
                  <a:pt x="1975817" y="54147"/>
                  <a:pt x="1978566" y="56958"/>
                </a:cubicBezTo>
                <a:cubicBezTo>
                  <a:pt x="1981315" y="59769"/>
                  <a:pt x="1985128" y="61175"/>
                  <a:pt x="1990004" y="61175"/>
                </a:cubicBezTo>
                <a:cubicBezTo>
                  <a:pt x="1992210" y="61175"/>
                  <a:pt x="1994345" y="60926"/>
                  <a:pt x="1996411" y="60429"/>
                </a:cubicBezTo>
                <a:cubicBezTo>
                  <a:pt x="1998476" y="59932"/>
                  <a:pt x="2000472" y="59187"/>
                  <a:pt x="2002398" y="58193"/>
                </a:cubicBezTo>
                <a:lnTo>
                  <a:pt x="2002398" y="65741"/>
                </a:lnTo>
                <a:close/>
                <a:moveTo>
                  <a:pt x="2055607" y="66766"/>
                </a:moveTo>
                <a:cubicBezTo>
                  <a:pt x="2053775" y="67248"/>
                  <a:pt x="2051880" y="67594"/>
                  <a:pt x="2049923" y="67802"/>
                </a:cubicBezTo>
                <a:cubicBezTo>
                  <a:pt x="2047966" y="68012"/>
                  <a:pt x="2045979" y="68117"/>
                  <a:pt x="2043960" y="68117"/>
                </a:cubicBezTo>
                <a:cubicBezTo>
                  <a:pt x="2038089" y="68117"/>
                  <a:pt x="2033709" y="66789"/>
                  <a:pt x="2030821" y="64133"/>
                </a:cubicBezTo>
                <a:cubicBezTo>
                  <a:pt x="2027932" y="61478"/>
                  <a:pt x="2026488" y="57401"/>
                  <a:pt x="2026488" y="51903"/>
                </a:cubicBezTo>
                <a:lnTo>
                  <a:pt x="2026488" y="27489"/>
                </a:lnTo>
                <a:lnTo>
                  <a:pt x="2013396" y="27489"/>
                </a:lnTo>
                <a:lnTo>
                  <a:pt x="2013396" y="20687"/>
                </a:lnTo>
                <a:lnTo>
                  <a:pt x="2026488" y="20687"/>
                </a:lnTo>
                <a:lnTo>
                  <a:pt x="2026488" y="7787"/>
                </a:lnTo>
                <a:lnTo>
                  <a:pt x="2034595" y="5684"/>
                </a:lnTo>
                <a:lnTo>
                  <a:pt x="2034595" y="20687"/>
                </a:lnTo>
                <a:lnTo>
                  <a:pt x="2055607" y="20687"/>
                </a:lnTo>
                <a:lnTo>
                  <a:pt x="2055607" y="27489"/>
                </a:lnTo>
                <a:lnTo>
                  <a:pt x="2034595" y="27489"/>
                </a:lnTo>
                <a:lnTo>
                  <a:pt x="2034595" y="51251"/>
                </a:lnTo>
                <a:cubicBezTo>
                  <a:pt x="2034595" y="54605"/>
                  <a:pt x="2035488" y="57114"/>
                  <a:pt x="2037274" y="58775"/>
                </a:cubicBezTo>
                <a:cubicBezTo>
                  <a:pt x="2039060" y="60437"/>
                  <a:pt x="2041692" y="61268"/>
                  <a:pt x="2045171" y="61268"/>
                </a:cubicBezTo>
                <a:cubicBezTo>
                  <a:pt x="2046662" y="61268"/>
                  <a:pt x="2048293" y="61148"/>
                  <a:pt x="2050063" y="60908"/>
                </a:cubicBezTo>
                <a:cubicBezTo>
                  <a:pt x="2051834" y="60668"/>
                  <a:pt x="2053682" y="60291"/>
                  <a:pt x="2055607" y="59777"/>
                </a:cubicBezTo>
                <a:lnTo>
                  <a:pt x="2055607" y="66766"/>
                </a:lnTo>
                <a:close/>
                <a:moveTo>
                  <a:pt x="2093701" y="12859"/>
                </a:moveTo>
                <a:lnTo>
                  <a:pt x="2085594" y="12859"/>
                </a:lnTo>
                <a:lnTo>
                  <a:pt x="2070685" y="1584"/>
                </a:lnTo>
                <a:lnTo>
                  <a:pt x="2082426" y="1584"/>
                </a:lnTo>
                <a:lnTo>
                  <a:pt x="2093701" y="12859"/>
                </a:lnTo>
                <a:moveTo>
                  <a:pt x="2062578" y="20687"/>
                </a:moveTo>
                <a:lnTo>
                  <a:pt x="2062578" y="20687"/>
                </a:lnTo>
                <a:close/>
                <a:moveTo>
                  <a:pt x="2210091" y="65741"/>
                </a:moveTo>
                <a:cubicBezTo>
                  <a:pt x="2207979" y="66548"/>
                  <a:pt x="2205812" y="67146"/>
                  <a:pt x="2203591" y="67535"/>
                </a:cubicBezTo>
                <a:cubicBezTo>
                  <a:pt x="2201371" y="67923"/>
                  <a:pt x="2199080" y="68117"/>
                  <a:pt x="2196719" y="68117"/>
                </a:cubicBezTo>
                <a:cubicBezTo>
                  <a:pt x="2189327" y="68117"/>
                  <a:pt x="2183635" y="66113"/>
                  <a:pt x="2179643" y="62107"/>
                </a:cubicBezTo>
                <a:cubicBezTo>
                  <a:pt x="2175652" y="58100"/>
                  <a:pt x="2173656" y="52245"/>
                  <a:pt x="2173656" y="44542"/>
                </a:cubicBezTo>
                <a:cubicBezTo>
                  <a:pt x="2173656" y="40845"/>
                  <a:pt x="2174231" y="37491"/>
                  <a:pt x="2175380" y="34478"/>
                </a:cubicBezTo>
                <a:cubicBezTo>
                  <a:pt x="2176529" y="31465"/>
                  <a:pt x="2178145" y="28887"/>
                  <a:pt x="2180226" y="26744"/>
                </a:cubicBezTo>
                <a:cubicBezTo>
                  <a:pt x="2182307" y="24600"/>
                  <a:pt x="2184792" y="22946"/>
                  <a:pt x="2187680" y="21782"/>
                </a:cubicBezTo>
                <a:cubicBezTo>
                  <a:pt x="2190569" y="20617"/>
                  <a:pt x="2193753" y="20034"/>
                  <a:pt x="2197232" y="20034"/>
                </a:cubicBezTo>
                <a:cubicBezTo>
                  <a:pt x="2199654" y="20034"/>
                  <a:pt x="2201922" y="20209"/>
                  <a:pt x="2204034" y="20559"/>
                </a:cubicBezTo>
                <a:cubicBezTo>
                  <a:pt x="2206146" y="20907"/>
                  <a:pt x="2208165" y="21478"/>
                  <a:pt x="2210091" y="22271"/>
                </a:cubicBezTo>
                <a:lnTo>
                  <a:pt x="2210091" y="30005"/>
                </a:lnTo>
                <a:cubicBezTo>
                  <a:pt x="2208072" y="28932"/>
                  <a:pt x="2206014" y="28152"/>
                  <a:pt x="2203918" y="27664"/>
                </a:cubicBezTo>
                <a:cubicBezTo>
                  <a:pt x="2201821" y="27175"/>
                  <a:pt x="2199654" y="26930"/>
                  <a:pt x="2197418" y="26930"/>
                </a:cubicBezTo>
                <a:cubicBezTo>
                  <a:pt x="2195337" y="26930"/>
                  <a:pt x="2193372" y="27326"/>
                  <a:pt x="2191524" y="28118"/>
                </a:cubicBezTo>
                <a:cubicBezTo>
                  <a:pt x="2189676" y="28910"/>
                  <a:pt x="2188053" y="30052"/>
                  <a:pt x="2186655" y="31543"/>
                </a:cubicBezTo>
                <a:cubicBezTo>
                  <a:pt x="2185258" y="33033"/>
                  <a:pt x="2184155" y="34851"/>
                  <a:pt x="2183347" y="36994"/>
                </a:cubicBezTo>
                <a:cubicBezTo>
                  <a:pt x="2182540" y="39137"/>
                  <a:pt x="2182136" y="41560"/>
                  <a:pt x="2182136" y="44262"/>
                </a:cubicBezTo>
                <a:cubicBezTo>
                  <a:pt x="2182136" y="49915"/>
                  <a:pt x="2183510" y="54147"/>
                  <a:pt x="2186259" y="56958"/>
                </a:cubicBezTo>
                <a:cubicBezTo>
                  <a:pt x="2189008" y="59769"/>
                  <a:pt x="2192821" y="61175"/>
                  <a:pt x="2197698" y="61175"/>
                </a:cubicBezTo>
                <a:cubicBezTo>
                  <a:pt x="2199903" y="61175"/>
                  <a:pt x="2202038" y="60926"/>
                  <a:pt x="2204104" y="60429"/>
                </a:cubicBezTo>
                <a:cubicBezTo>
                  <a:pt x="2206169" y="59932"/>
                  <a:pt x="2208165" y="59187"/>
                  <a:pt x="2210091" y="58193"/>
                </a:cubicBezTo>
                <a:lnTo>
                  <a:pt x="2210091" y="65741"/>
                </a:lnTo>
                <a:close/>
                <a:moveTo>
                  <a:pt x="2266329" y="43703"/>
                </a:moveTo>
                <a:cubicBezTo>
                  <a:pt x="2266329" y="47337"/>
                  <a:pt x="2265817" y="50668"/>
                  <a:pt x="2264792" y="53697"/>
                </a:cubicBezTo>
                <a:cubicBezTo>
                  <a:pt x="2263767" y="56725"/>
                  <a:pt x="2262291" y="59319"/>
                  <a:pt x="2260365" y="61478"/>
                </a:cubicBezTo>
                <a:cubicBezTo>
                  <a:pt x="2258440" y="63636"/>
                  <a:pt x="2256094" y="65314"/>
                  <a:pt x="2253330" y="66510"/>
                </a:cubicBezTo>
                <a:cubicBezTo>
                  <a:pt x="2250566" y="67705"/>
                  <a:pt x="2247428" y="68303"/>
                  <a:pt x="2243918" y="68303"/>
                </a:cubicBezTo>
                <a:cubicBezTo>
                  <a:pt x="2240564" y="68303"/>
                  <a:pt x="2237559" y="67783"/>
                  <a:pt x="2234903" y="66742"/>
                </a:cubicBezTo>
                <a:cubicBezTo>
                  <a:pt x="2232247" y="65702"/>
                  <a:pt x="2229995" y="64172"/>
                  <a:pt x="2228147" y="62153"/>
                </a:cubicBezTo>
                <a:cubicBezTo>
                  <a:pt x="2226299" y="60134"/>
                  <a:pt x="2224886" y="57634"/>
                  <a:pt x="2223907" y="54652"/>
                </a:cubicBezTo>
                <a:cubicBezTo>
                  <a:pt x="2222929" y="51670"/>
                  <a:pt x="2222440" y="48238"/>
                  <a:pt x="2222440" y="44355"/>
                </a:cubicBezTo>
                <a:cubicBezTo>
                  <a:pt x="2222440" y="40721"/>
                  <a:pt x="2222952" y="37405"/>
                  <a:pt x="2223977" y="34408"/>
                </a:cubicBezTo>
                <a:cubicBezTo>
                  <a:pt x="2225002" y="31411"/>
                  <a:pt x="2226478" y="28832"/>
                  <a:pt x="2228403" y="26674"/>
                </a:cubicBezTo>
                <a:cubicBezTo>
                  <a:pt x="2230329" y="24515"/>
                  <a:pt x="2232674" y="22838"/>
                  <a:pt x="2235439" y="21642"/>
                </a:cubicBezTo>
                <a:cubicBezTo>
                  <a:pt x="2238203" y="20446"/>
                  <a:pt x="2241340" y="19848"/>
                  <a:pt x="2244850" y="19848"/>
                </a:cubicBezTo>
                <a:cubicBezTo>
                  <a:pt x="2248205" y="19848"/>
                  <a:pt x="2251210" y="20368"/>
                  <a:pt x="2253866" y="21409"/>
                </a:cubicBezTo>
                <a:cubicBezTo>
                  <a:pt x="2256522" y="22449"/>
                  <a:pt x="2258773" y="23971"/>
                  <a:pt x="2260622" y="25975"/>
                </a:cubicBezTo>
                <a:cubicBezTo>
                  <a:pt x="2262470" y="27978"/>
                  <a:pt x="2263883" y="30471"/>
                  <a:pt x="2264861" y="33453"/>
                </a:cubicBezTo>
                <a:cubicBezTo>
                  <a:pt x="2265840" y="36435"/>
                  <a:pt x="2266329" y="39851"/>
                  <a:pt x="2266329" y="43703"/>
                </a:cubicBezTo>
                <a:moveTo>
                  <a:pt x="2258036" y="44076"/>
                </a:moveTo>
                <a:cubicBezTo>
                  <a:pt x="2258036" y="41187"/>
                  <a:pt x="2257717" y="38663"/>
                  <a:pt x="2257081" y="36505"/>
                </a:cubicBezTo>
                <a:cubicBezTo>
                  <a:pt x="2256444" y="34346"/>
                  <a:pt x="2255535" y="32544"/>
                  <a:pt x="2254355" y="31100"/>
                </a:cubicBezTo>
                <a:cubicBezTo>
                  <a:pt x="2253175" y="29656"/>
                  <a:pt x="2251738" y="28568"/>
                  <a:pt x="2250045" y="27838"/>
                </a:cubicBezTo>
                <a:cubicBezTo>
                  <a:pt x="2248352" y="27109"/>
                  <a:pt x="2246465" y="26744"/>
                  <a:pt x="2244384" y="26744"/>
                </a:cubicBezTo>
                <a:cubicBezTo>
                  <a:pt x="2241962" y="26744"/>
                  <a:pt x="2239888" y="27217"/>
                  <a:pt x="2238164" y="28165"/>
                </a:cubicBezTo>
                <a:cubicBezTo>
                  <a:pt x="2236441" y="29112"/>
                  <a:pt x="2235027" y="30378"/>
                  <a:pt x="2233925" y="31962"/>
                </a:cubicBezTo>
                <a:cubicBezTo>
                  <a:pt x="2232822" y="33546"/>
                  <a:pt x="2232014" y="35386"/>
                  <a:pt x="2231502" y="37483"/>
                </a:cubicBezTo>
                <a:cubicBezTo>
                  <a:pt x="2230989" y="39580"/>
                  <a:pt x="2230733" y="41777"/>
                  <a:pt x="2230733" y="44076"/>
                </a:cubicBezTo>
                <a:cubicBezTo>
                  <a:pt x="2230733" y="46964"/>
                  <a:pt x="2231051" y="49496"/>
                  <a:pt x="2231688" y="51670"/>
                </a:cubicBezTo>
                <a:cubicBezTo>
                  <a:pt x="2232325" y="53844"/>
                  <a:pt x="2233233" y="55654"/>
                  <a:pt x="2234414" y="57098"/>
                </a:cubicBezTo>
                <a:cubicBezTo>
                  <a:pt x="2235594" y="58542"/>
                  <a:pt x="2237023" y="59629"/>
                  <a:pt x="2238700" y="60359"/>
                </a:cubicBezTo>
                <a:cubicBezTo>
                  <a:pt x="2240378" y="61089"/>
                  <a:pt x="2242272" y="61454"/>
                  <a:pt x="2244384" y="61454"/>
                </a:cubicBezTo>
                <a:cubicBezTo>
                  <a:pt x="2246807" y="61454"/>
                  <a:pt x="2248880" y="60981"/>
                  <a:pt x="2250604" y="60033"/>
                </a:cubicBezTo>
                <a:cubicBezTo>
                  <a:pt x="2252328" y="59086"/>
                  <a:pt x="2253742" y="57820"/>
                  <a:pt x="2254844" y="56236"/>
                </a:cubicBezTo>
                <a:cubicBezTo>
                  <a:pt x="2255947" y="54652"/>
                  <a:pt x="2256754" y="52812"/>
                  <a:pt x="2257267" y="50715"/>
                </a:cubicBezTo>
                <a:cubicBezTo>
                  <a:pt x="2257779" y="48618"/>
                  <a:pt x="2258036" y="46405"/>
                  <a:pt x="2258036" y="44076"/>
                </a:cubicBezTo>
                <a:close/>
                <a:moveTo>
                  <a:pt x="2310826" y="67465"/>
                </a:moveTo>
                <a:lnTo>
                  <a:pt x="2310826" y="33872"/>
                </a:lnTo>
                <a:cubicBezTo>
                  <a:pt x="2310826" y="32412"/>
                  <a:pt x="2310772" y="31216"/>
                  <a:pt x="2310663" y="30285"/>
                </a:cubicBezTo>
                <a:cubicBezTo>
                  <a:pt x="2310554" y="29353"/>
                  <a:pt x="2310383" y="28615"/>
                  <a:pt x="2310150" y="28071"/>
                </a:cubicBezTo>
                <a:cubicBezTo>
                  <a:pt x="2309918" y="27528"/>
                  <a:pt x="2309622" y="27147"/>
                  <a:pt x="2309265" y="26930"/>
                </a:cubicBezTo>
                <a:cubicBezTo>
                  <a:pt x="2308908" y="26713"/>
                  <a:pt x="2308465" y="26604"/>
                  <a:pt x="2307937" y="26604"/>
                </a:cubicBezTo>
                <a:cubicBezTo>
                  <a:pt x="2307316" y="26604"/>
                  <a:pt x="2306742" y="26790"/>
                  <a:pt x="2306213" y="27163"/>
                </a:cubicBezTo>
                <a:cubicBezTo>
                  <a:pt x="2305685" y="27536"/>
                  <a:pt x="2305119" y="28141"/>
                  <a:pt x="2304513" y="28980"/>
                </a:cubicBezTo>
                <a:cubicBezTo>
                  <a:pt x="2303907" y="29819"/>
                  <a:pt x="2303239" y="30929"/>
                  <a:pt x="2302509" y="32311"/>
                </a:cubicBezTo>
                <a:cubicBezTo>
                  <a:pt x="2301780" y="33693"/>
                  <a:pt x="2300918" y="35394"/>
                  <a:pt x="2299924" y="37413"/>
                </a:cubicBezTo>
                <a:lnTo>
                  <a:pt x="2299924" y="67465"/>
                </a:lnTo>
                <a:lnTo>
                  <a:pt x="2292516" y="67465"/>
                </a:lnTo>
                <a:lnTo>
                  <a:pt x="2292516" y="34757"/>
                </a:lnTo>
                <a:cubicBezTo>
                  <a:pt x="2292516" y="33049"/>
                  <a:pt x="2292461" y="31667"/>
                  <a:pt x="2292352" y="30611"/>
                </a:cubicBezTo>
                <a:cubicBezTo>
                  <a:pt x="2292244" y="29555"/>
                  <a:pt x="2292073" y="28731"/>
                  <a:pt x="2291840" y="28141"/>
                </a:cubicBezTo>
                <a:cubicBezTo>
                  <a:pt x="2291607" y="27551"/>
                  <a:pt x="2291304" y="27147"/>
                  <a:pt x="2290931" y="26930"/>
                </a:cubicBezTo>
                <a:cubicBezTo>
                  <a:pt x="2290559" y="26713"/>
                  <a:pt x="2290108" y="26604"/>
                  <a:pt x="2289580" y="26604"/>
                </a:cubicBezTo>
                <a:cubicBezTo>
                  <a:pt x="2289021" y="26604"/>
                  <a:pt x="2288493" y="26759"/>
                  <a:pt x="2287996" y="27070"/>
                </a:cubicBezTo>
                <a:cubicBezTo>
                  <a:pt x="2287499" y="27380"/>
                  <a:pt x="2286948" y="27939"/>
                  <a:pt x="2286342" y="28747"/>
                </a:cubicBezTo>
                <a:cubicBezTo>
                  <a:pt x="2285736" y="29555"/>
                  <a:pt x="2285061" y="30657"/>
                  <a:pt x="2284315" y="32055"/>
                </a:cubicBezTo>
                <a:cubicBezTo>
                  <a:pt x="2283570" y="33453"/>
                  <a:pt x="2282685" y="35239"/>
                  <a:pt x="2281660" y="37413"/>
                </a:cubicBezTo>
                <a:lnTo>
                  <a:pt x="2281660" y="67465"/>
                </a:lnTo>
                <a:lnTo>
                  <a:pt x="2274205" y="67465"/>
                </a:lnTo>
                <a:lnTo>
                  <a:pt x="2274205" y="20687"/>
                </a:lnTo>
                <a:lnTo>
                  <a:pt x="2280402" y="20687"/>
                </a:lnTo>
                <a:lnTo>
                  <a:pt x="2280774" y="29586"/>
                </a:lnTo>
                <a:cubicBezTo>
                  <a:pt x="2281582" y="27815"/>
                  <a:pt x="2282366" y="26309"/>
                  <a:pt x="2283127" y="25066"/>
                </a:cubicBezTo>
                <a:cubicBezTo>
                  <a:pt x="2283888" y="23824"/>
                  <a:pt x="2284673" y="22822"/>
                  <a:pt x="2285480" y="22061"/>
                </a:cubicBezTo>
                <a:cubicBezTo>
                  <a:pt x="2286288" y="21300"/>
                  <a:pt x="2287150" y="20741"/>
                  <a:pt x="2288066" y="20384"/>
                </a:cubicBezTo>
                <a:cubicBezTo>
                  <a:pt x="2288982" y="20027"/>
                  <a:pt x="2290000" y="19848"/>
                  <a:pt x="2291118" y="19848"/>
                </a:cubicBezTo>
                <a:cubicBezTo>
                  <a:pt x="2293634" y="19848"/>
                  <a:pt x="2295544" y="20671"/>
                  <a:pt x="2296849" y="22317"/>
                </a:cubicBezTo>
                <a:cubicBezTo>
                  <a:pt x="2298153" y="23964"/>
                  <a:pt x="2298805" y="26511"/>
                  <a:pt x="2298805" y="29958"/>
                </a:cubicBezTo>
                <a:cubicBezTo>
                  <a:pt x="2299551" y="28343"/>
                  <a:pt x="2300281" y="26907"/>
                  <a:pt x="2300995" y="25649"/>
                </a:cubicBezTo>
                <a:cubicBezTo>
                  <a:pt x="2301710" y="24391"/>
                  <a:pt x="2302478" y="23335"/>
                  <a:pt x="2303302" y="22480"/>
                </a:cubicBezTo>
                <a:cubicBezTo>
                  <a:pt x="2304125" y="21626"/>
                  <a:pt x="2305033" y="20974"/>
                  <a:pt x="2306027" y="20524"/>
                </a:cubicBezTo>
                <a:cubicBezTo>
                  <a:pt x="2307021" y="20073"/>
                  <a:pt x="2308170" y="19848"/>
                  <a:pt x="2309475" y="19848"/>
                </a:cubicBezTo>
                <a:cubicBezTo>
                  <a:pt x="2315345" y="19848"/>
                  <a:pt x="2318281" y="24367"/>
                  <a:pt x="2318281" y="33406"/>
                </a:cubicBezTo>
                <a:lnTo>
                  <a:pt x="2318281" y="67465"/>
                </a:lnTo>
                <a:lnTo>
                  <a:pt x="2310826" y="67465"/>
                </a:lnTo>
                <a:close/>
                <a:moveTo>
                  <a:pt x="2369301" y="43237"/>
                </a:moveTo>
                <a:cubicBezTo>
                  <a:pt x="2369301" y="47399"/>
                  <a:pt x="2368718" y="51033"/>
                  <a:pt x="2367553" y="54139"/>
                </a:cubicBezTo>
                <a:cubicBezTo>
                  <a:pt x="2366389" y="57246"/>
                  <a:pt x="2364781" y="59824"/>
                  <a:pt x="2362731" y="61874"/>
                </a:cubicBezTo>
                <a:cubicBezTo>
                  <a:pt x="2360681" y="63924"/>
                  <a:pt x="2358258" y="65461"/>
                  <a:pt x="2355463" y="66486"/>
                </a:cubicBezTo>
                <a:cubicBezTo>
                  <a:pt x="2352667" y="67511"/>
                  <a:pt x="2349639" y="68024"/>
                  <a:pt x="2346377" y="68024"/>
                </a:cubicBezTo>
                <a:cubicBezTo>
                  <a:pt x="2344887" y="68024"/>
                  <a:pt x="2343403" y="67946"/>
                  <a:pt x="2341928" y="67791"/>
                </a:cubicBezTo>
                <a:cubicBezTo>
                  <a:pt x="2340453" y="67635"/>
                  <a:pt x="2338954" y="67371"/>
                  <a:pt x="2337432" y="66999"/>
                </a:cubicBezTo>
                <a:lnTo>
                  <a:pt x="2337432" y="86567"/>
                </a:lnTo>
                <a:lnTo>
                  <a:pt x="2329325" y="86567"/>
                </a:lnTo>
                <a:lnTo>
                  <a:pt x="2329325" y="20687"/>
                </a:lnTo>
                <a:lnTo>
                  <a:pt x="2336547" y="20687"/>
                </a:lnTo>
                <a:lnTo>
                  <a:pt x="2337059" y="28514"/>
                </a:lnTo>
                <a:cubicBezTo>
                  <a:pt x="2339389" y="25315"/>
                  <a:pt x="2341874" y="23071"/>
                  <a:pt x="2344514" y="21782"/>
                </a:cubicBezTo>
                <a:cubicBezTo>
                  <a:pt x="2347154" y="20493"/>
                  <a:pt x="2350012" y="19848"/>
                  <a:pt x="2353087" y="19848"/>
                </a:cubicBezTo>
                <a:cubicBezTo>
                  <a:pt x="2355758" y="19848"/>
                  <a:pt x="2358103" y="20407"/>
                  <a:pt x="2360122" y="21525"/>
                </a:cubicBezTo>
                <a:cubicBezTo>
                  <a:pt x="2362141" y="22644"/>
                  <a:pt x="2363834" y="24220"/>
                  <a:pt x="2365200" y="26254"/>
                </a:cubicBezTo>
                <a:cubicBezTo>
                  <a:pt x="2366567" y="28289"/>
                  <a:pt x="2367592" y="30743"/>
                  <a:pt x="2368276" y="33616"/>
                </a:cubicBezTo>
                <a:cubicBezTo>
                  <a:pt x="2368959" y="36489"/>
                  <a:pt x="2369301" y="39696"/>
                  <a:pt x="2369301" y="43237"/>
                </a:cubicBezTo>
                <a:moveTo>
                  <a:pt x="2361007" y="43610"/>
                </a:moveTo>
                <a:cubicBezTo>
                  <a:pt x="2361007" y="41156"/>
                  <a:pt x="2360829" y="38904"/>
                  <a:pt x="2360471" y="36854"/>
                </a:cubicBezTo>
                <a:cubicBezTo>
                  <a:pt x="2360114" y="34804"/>
                  <a:pt x="2359547" y="33049"/>
                  <a:pt x="2358771" y="31589"/>
                </a:cubicBezTo>
                <a:cubicBezTo>
                  <a:pt x="2357994" y="30129"/>
                  <a:pt x="2357000" y="28988"/>
                  <a:pt x="2355789" y="28165"/>
                </a:cubicBezTo>
                <a:cubicBezTo>
                  <a:pt x="2354578" y="27342"/>
                  <a:pt x="2353133" y="26930"/>
                  <a:pt x="2351456" y="26930"/>
                </a:cubicBezTo>
                <a:cubicBezTo>
                  <a:pt x="2350431" y="26930"/>
                  <a:pt x="2349390" y="27093"/>
                  <a:pt x="2348334" y="27419"/>
                </a:cubicBezTo>
                <a:cubicBezTo>
                  <a:pt x="2347278" y="27745"/>
                  <a:pt x="2346183" y="28289"/>
                  <a:pt x="2345050" y="29050"/>
                </a:cubicBezTo>
                <a:cubicBezTo>
                  <a:pt x="2343916" y="29811"/>
                  <a:pt x="2342720" y="30820"/>
                  <a:pt x="2341462" y="32078"/>
                </a:cubicBezTo>
                <a:cubicBezTo>
                  <a:pt x="2340204" y="33336"/>
                  <a:pt x="2338861" y="34897"/>
                  <a:pt x="2337432" y="36761"/>
                </a:cubicBezTo>
                <a:lnTo>
                  <a:pt x="2337432" y="59451"/>
                </a:lnTo>
                <a:cubicBezTo>
                  <a:pt x="2338923" y="60072"/>
                  <a:pt x="2340491" y="60561"/>
                  <a:pt x="2342138" y="60919"/>
                </a:cubicBezTo>
                <a:cubicBezTo>
                  <a:pt x="2343784" y="61276"/>
                  <a:pt x="2345399" y="61454"/>
                  <a:pt x="2346983" y="61454"/>
                </a:cubicBezTo>
                <a:cubicBezTo>
                  <a:pt x="2351363" y="61454"/>
                  <a:pt x="2354795" y="59971"/>
                  <a:pt x="2357280" y="57005"/>
                </a:cubicBezTo>
                <a:cubicBezTo>
                  <a:pt x="2359765" y="54038"/>
                  <a:pt x="2361007" y="49573"/>
                  <a:pt x="2361007" y="43610"/>
                </a:cubicBezTo>
                <a:close/>
                <a:moveTo>
                  <a:pt x="2421904" y="43703"/>
                </a:moveTo>
                <a:cubicBezTo>
                  <a:pt x="2421904" y="47337"/>
                  <a:pt x="2421392" y="50668"/>
                  <a:pt x="2420367" y="53697"/>
                </a:cubicBezTo>
                <a:cubicBezTo>
                  <a:pt x="2419342" y="56725"/>
                  <a:pt x="2417867" y="59319"/>
                  <a:pt x="2415941" y="61478"/>
                </a:cubicBezTo>
                <a:cubicBezTo>
                  <a:pt x="2414015" y="63636"/>
                  <a:pt x="2411670" y="65314"/>
                  <a:pt x="2408905" y="66510"/>
                </a:cubicBezTo>
                <a:cubicBezTo>
                  <a:pt x="2406141" y="67705"/>
                  <a:pt x="2403004" y="68303"/>
                  <a:pt x="2399494" y="68303"/>
                </a:cubicBezTo>
                <a:cubicBezTo>
                  <a:pt x="2396139" y="68303"/>
                  <a:pt x="2393134" y="67783"/>
                  <a:pt x="2390478" y="66742"/>
                </a:cubicBezTo>
                <a:cubicBezTo>
                  <a:pt x="2387823" y="65702"/>
                  <a:pt x="2385571" y="64172"/>
                  <a:pt x="2383723" y="62153"/>
                </a:cubicBezTo>
                <a:cubicBezTo>
                  <a:pt x="2381875" y="60134"/>
                  <a:pt x="2380461" y="57634"/>
                  <a:pt x="2379483" y="54652"/>
                </a:cubicBezTo>
                <a:cubicBezTo>
                  <a:pt x="2378504" y="51670"/>
                  <a:pt x="2378015" y="48238"/>
                  <a:pt x="2378015" y="44355"/>
                </a:cubicBezTo>
                <a:cubicBezTo>
                  <a:pt x="2378015" y="40721"/>
                  <a:pt x="2378528" y="37405"/>
                  <a:pt x="2379553" y="34408"/>
                </a:cubicBezTo>
                <a:cubicBezTo>
                  <a:pt x="2380578" y="31411"/>
                  <a:pt x="2382053" y="28832"/>
                  <a:pt x="2383979" y="26674"/>
                </a:cubicBezTo>
                <a:cubicBezTo>
                  <a:pt x="2385905" y="24515"/>
                  <a:pt x="2388250" y="22838"/>
                  <a:pt x="2391014" y="21642"/>
                </a:cubicBezTo>
                <a:cubicBezTo>
                  <a:pt x="2393779" y="20446"/>
                  <a:pt x="2396916" y="19848"/>
                  <a:pt x="2400426" y="19848"/>
                </a:cubicBezTo>
                <a:cubicBezTo>
                  <a:pt x="2403780" y="19848"/>
                  <a:pt x="2406786" y="20368"/>
                  <a:pt x="2409441" y="21409"/>
                </a:cubicBezTo>
                <a:cubicBezTo>
                  <a:pt x="2412097" y="22449"/>
                  <a:pt x="2414349" y="23971"/>
                  <a:pt x="2416197" y="25975"/>
                </a:cubicBezTo>
                <a:cubicBezTo>
                  <a:pt x="2418045" y="27978"/>
                  <a:pt x="2419458" y="30471"/>
                  <a:pt x="2420437" y="33453"/>
                </a:cubicBezTo>
                <a:cubicBezTo>
                  <a:pt x="2421415" y="36435"/>
                  <a:pt x="2421904" y="39851"/>
                  <a:pt x="2421904" y="43703"/>
                </a:cubicBezTo>
                <a:moveTo>
                  <a:pt x="2413611" y="44076"/>
                </a:moveTo>
                <a:cubicBezTo>
                  <a:pt x="2413611" y="41187"/>
                  <a:pt x="2413293" y="38663"/>
                  <a:pt x="2412656" y="36505"/>
                </a:cubicBezTo>
                <a:cubicBezTo>
                  <a:pt x="2412019" y="34346"/>
                  <a:pt x="2411111" y="32544"/>
                  <a:pt x="2409930" y="31100"/>
                </a:cubicBezTo>
                <a:cubicBezTo>
                  <a:pt x="2408750" y="29656"/>
                  <a:pt x="2407314" y="28568"/>
                  <a:pt x="2405621" y="27838"/>
                </a:cubicBezTo>
                <a:cubicBezTo>
                  <a:pt x="2403928" y="27109"/>
                  <a:pt x="2402041" y="26744"/>
                  <a:pt x="2399960" y="26744"/>
                </a:cubicBezTo>
                <a:cubicBezTo>
                  <a:pt x="2397537" y="26744"/>
                  <a:pt x="2395464" y="27217"/>
                  <a:pt x="2393740" y="28165"/>
                </a:cubicBezTo>
                <a:cubicBezTo>
                  <a:pt x="2392016" y="29112"/>
                  <a:pt x="2390603" y="30378"/>
                  <a:pt x="2389500" y="31962"/>
                </a:cubicBezTo>
                <a:cubicBezTo>
                  <a:pt x="2388397" y="33546"/>
                  <a:pt x="2387590" y="35386"/>
                  <a:pt x="2387077" y="37483"/>
                </a:cubicBezTo>
                <a:cubicBezTo>
                  <a:pt x="2386565" y="39580"/>
                  <a:pt x="2386309" y="41777"/>
                  <a:pt x="2386309" y="44076"/>
                </a:cubicBezTo>
                <a:cubicBezTo>
                  <a:pt x="2386309" y="46964"/>
                  <a:pt x="2386627" y="49496"/>
                  <a:pt x="2387264" y="51670"/>
                </a:cubicBezTo>
                <a:cubicBezTo>
                  <a:pt x="2387900" y="53844"/>
                  <a:pt x="2388809" y="55654"/>
                  <a:pt x="2389989" y="57098"/>
                </a:cubicBezTo>
                <a:cubicBezTo>
                  <a:pt x="2391170" y="58542"/>
                  <a:pt x="2392598" y="59629"/>
                  <a:pt x="2394276" y="60359"/>
                </a:cubicBezTo>
                <a:cubicBezTo>
                  <a:pt x="2395953" y="61089"/>
                  <a:pt x="2397848" y="61454"/>
                  <a:pt x="2399960" y="61454"/>
                </a:cubicBezTo>
                <a:cubicBezTo>
                  <a:pt x="2402383" y="61454"/>
                  <a:pt x="2404456" y="60981"/>
                  <a:pt x="2406180" y="60033"/>
                </a:cubicBezTo>
                <a:cubicBezTo>
                  <a:pt x="2407904" y="59086"/>
                  <a:pt x="2409317" y="57820"/>
                  <a:pt x="2410420" y="56236"/>
                </a:cubicBezTo>
                <a:cubicBezTo>
                  <a:pt x="2411522" y="54652"/>
                  <a:pt x="2412330" y="52812"/>
                  <a:pt x="2412842" y="50715"/>
                </a:cubicBezTo>
                <a:cubicBezTo>
                  <a:pt x="2413355" y="48618"/>
                  <a:pt x="2413611" y="46405"/>
                  <a:pt x="2413611" y="44076"/>
                </a:cubicBezTo>
                <a:close/>
                <a:moveTo>
                  <a:pt x="2433042" y="20687"/>
                </a:moveTo>
                <a:lnTo>
                  <a:pt x="2440264" y="20687"/>
                </a:lnTo>
                <a:lnTo>
                  <a:pt x="2440590" y="28235"/>
                </a:lnTo>
                <a:cubicBezTo>
                  <a:pt x="2441956" y="26619"/>
                  <a:pt x="2443277" y="25276"/>
                  <a:pt x="2444550" y="24204"/>
                </a:cubicBezTo>
                <a:cubicBezTo>
                  <a:pt x="2445824" y="23133"/>
                  <a:pt x="2447074" y="22271"/>
                  <a:pt x="2448301" y="21619"/>
                </a:cubicBezTo>
                <a:cubicBezTo>
                  <a:pt x="2449528" y="20966"/>
                  <a:pt x="2450778" y="20508"/>
                  <a:pt x="2452051" y="20244"/>
                </a:cubicBezTo>
                <a:cubicBezTo>
                  <a:pt x="2453325" y="19980"/>
                  <a:pt x="2454645" y="19848"/>
                  <a:pt x="2456012" y="19848"/>
                </a:cubicBezTo>
                <a:cubicBezTo>
                  <a:pt x="2460826" y="19848"/>
                  <a:pt x="2464468" y="21269"/>
                  <a:pt x="2466937" y="24111"/>
                </a:cubicBezTo>
                <a:cubicBezTo>
                  <a:pt x="2469407" y="26953"/>
                  <a:pt x="2470641" y="31232"/>
                  <a:pt x="2470641" y="36947"/>
                </a:cubicBezTo>
                <a:lnTo>
                  <a:pt x="2470641" y="67465"/>
                </a:lnTo>
                <a:lnTo>
                  <a:pt x="2462534" y="67465"/>
                </a:lnTo>
                <a:lnTo>
                  <a:pt x="2462534" y="37599"/>
                </a:lnTo>
                <a:cubicBezTo>
                  <a:pt x="2462534" y="33934"/>
                  <a:pt x="2461851" y="31224"/>
                  <a:pt x="2460484" y="29469"/>
                </a:cubicBezTo>
                <a:cubicBezTo>
                  <a:pt x="2459118" y="27714"/>
                  <a:pt x="2457083" y="26837"/>
                  <a:pt x="2454381" y="26837"/>
                </a:cubicBezTo>
                <a:cubicBezTo>
                  <a:pt x="2453387" y="26837"/>
                  <a:pt x="2452416" y="26984"/>
                  <a:pt x="2451469" y="27279"/>
                </a:cubicBezTo>
                <a:cubicBezTo>
                  <a:pt x="2450522" y="27574"/>
                  <a:pt x="2449535" y="28087"/>
                  <a:pt x="2448510" y="28817"/>
                </a:cubicBezTo>
                <a:cubicBezTo>
                  <a:pt x="2447485" y="29547"/>
                  <a:pt x="2446375" y="30533"/>
                  <a:pt x="2445179" y="31775"/>
                </a:cubicBezTo>
                <a:cubicBezTo>
                  <a:pt x="2443983" y="33018"/>
                  <a:pt x="2442640" y="34571"/>
                  <a:pt x="2441149" y="36435"/>
                </a:cubicBezTo>
                <a:lnTo>
                  <a:pt x="2441149" y="67465"/>
                </a:lnTo>
                <a:lnTo>
                  <a:pt x="2433042" y="67465"/>
                </a:lnTo>
                <a:lnTo>
                  <a:pt x="2433042" y="20687"/>
                </a:lnTo>
                <a:close/>
                <a:moveTo>
                  <a:pt x="2524410" y="41606"/>
                </a:moveTo>
                <a:cubicBezTo>
                  <a:pt x="2524410" y="42756"/>
                  <a:pt x="2524395" y="43718"/>
                  <a:pt x="2524363" y="44495"/>
                </a:cubicBezTo>
                <a:cubicBezTo>
                  <a:pt x="2524332" y="45272"/>
                  <a:pt x="2524286" y="46001"/>
                  <a:pt x="2524224" y="46685"/>
                </a:cubicBezTo>
                <a:lnTo>
                  <a:pt x="2491377" y="46685"/>
                </a:lnTo>
                <a:cubicBezTo>
                  <a:pt x="2491377" y="51468"/>
                  <a:pt x="2492712" y="55141"/>
                  <a:pt x="2495383" y="57704"/>
                </a:cubicBezTo>
                <a:cubicBezTo>
                  <a:pt x="2498055" y="60266"/>
                  <a:pt x="2501906" y="61548"/>
                  <a:pt x="2506938" y="61548"/>
                </a:cubicBezTo>
                <a:cubicBezTo>
                  <a:pt x="2508305" y="61548"/>
                  <a:pt x="2509672" y="61492"/>
                  <a:pt x="2511038" y="61382"/>
                </a:cubicBezTo>
                <a:cubicBezTo>
                  <a:pt x="2512405" y="61270"/>
                  <a:pt x="2513725" y="61119"/>
                  <a:pt x="2514999" y="60929"/>
                </a:cubicBezTo>
                <a:cubicBezTo>
                  <a:pt x="2516272" y="60737"/>
                  <a:pt x="2517491" y="60523"/>
                  <a:pt x="2518656" y="60285"/>
                </a:cubicBezTo>
                <a:cubicBezTo>
                  <a:pt x="2519821" y="60046"/>
                  <a:pt x="2520900" y="59784"/>
                  <a:pt x="2521894" y="59497"/>
                </a:cubicBezTo>
                <a:lnTo>
                  <a:pt x="2521894" y="66160"/>
                </a:lnTo>
                <a:cubicBezTo>
                  <a:pt x="2519689" y="66795"/>
                  <a:pt x="2517196" y="67311"/>
                  <a:pt x="2514416" y="67708"/>
                </a:cubicBezTo>
                <a:cubicBezTo>
                  <a:pt x="2511636" y="68105"/>
                  <a:pt x="2508755" y="68303"/>
                  <a:pt x="2505773" y="68303"/>
                </a:cubicBezTo>
                <a:cubicBezTo>
                  <a:pt x="2501767" y="68303"/>
                  <a:pt x="2498319" y="67760"/>
                  <a:pt x="2495430" y="66673"/>
                </a:cubicBezTo>
                <a:cubicBezTo>
                  <a:pt x="2492541" y="65585"/>
                  <a:pt x="2490173" y="64009"/>
                  <a:pt x="2488325" y="61944"/>
                </a:cubicBezTo>
                <a:cubicBezTo>
                  <a:pt x="2486477" y="59878"/>
                  <a:pt x="2485110" y="57347"/>
                  <a:pt x="2484225" y="54349"/>
                </a:cubicBezTo>
                <a:cubicBezTo>
                  <a:pt x="2483340" y="51352"/>
                  <a:pt x="2482897" y="47958"/>
                  <a:pt x="2482897" y="44169"/>
                </a:cubicBezTo>
                <a:cubicBezTo>
                  <a:pt x="2482897" y="40876"/>
                  <a:pt x="2483371" y="37762"/>
                  <a:pt x="2484318" y="34827"/>
                </a:cubicBezTo>
                <a:cubicBezTo>
                  <a:pt x="2485265" y="31892"/>
                  <a:pt x="2486648" y="29314"/>
                  <a:pt x="2488465" y="27093"/>
                </a:cubicBezTo>
                <a:cubicBezTo>
                  <a:pt x="2490282" y="24872"/>
                  <a:pt x="2492510" y="23109"/>
                  <a:pt x="2495151" y="21805"/>
                </a:cubicBezTo>
                <a:cubicBezTo>
                  <a:pt x="2497791" y="20500"/>
                  <a:pt x="2500788" y="19848"/>
                  <a:pt x="2504143" y="19848"/>
                </a:cubicBezTo>
                <a:cubicBezTo>
                  <a:pt x="2507404" y="19848"/>
                  <a:pt x="2510293" y="20361"/>
                  <a:pt x="2512809" y="21386"/>
                </a:cubicBezTo>
                <a:cubicBezTo>
                  <a:pt x="2515325" y="22411"/>
                  <a:pt x="2517445" y="23863"/>
                  <a:pt x="2519168" y="25742"/>
                </a:cubicBezTo>
                <a:cubicBezTo>
                  <a:pt x="2520892" y="27621"/>
                  <a:pt x="2522197" y="29904"/>
                  <a:pt x="2523082" y="32591"/>
                </a:cubicBezTo>
                <a:cubicBezTo>
                  <a:pt x="2523967" y="35278"/>
                  <a:pt x="2524410" y="38283"/>
                  <a:pt x="2524410" y="41606"/>
                </a:cubicBezTo>
                <a:moveTo>
                  <a:pt x="2515977" y="40442"/>
                </a:moveTo>
                <a:cubicBezTo>
                  <a:pt x="2516070" y="38360"/>
                  <a:pt x="2515868" y="36458"/>
                  <a:pt x="2515371" y="34734"/>
                </a:cubicBezTo>
                <a:cubicBezTo>
                  <a:pt x="2514874" y="33010"/>
                  <a:pt x="2514106" y="31527"/>
                  <a:pt x="2513065" y="30285"/>
                </a:cubicBezTo>
                <a:cubicBezTo>
                  <a:pt x="2512024" y="29042"/>
                  <a:pt x="2510728" y="28071"/>
                  <a:pt x="2509175" y="27373"/>
                </a:cubicBezTo>
                <a:cubicBezTo>
                  <a:pt x="2507622" y="26674"/>
                  <a:pt x="2505820" y="26324"/>
                  <a:pt x="2503770" y="26324"/>
                </a:cubicBezTo>
                <a:cubicBezTo>
                  <a:pt x="2501999" y="26324"/>
                  <a:pt x="2500384" y="26666"/>
                  <a:pt x="2498924" y="27349"/>
                </a:cubicBezTo>
                <a:cubicBezTo>
                  <a:pt x="2497465" y="28033"/>
                  <a:pt x="2496207" y="28996"/>
                  <a:pt x="2495151" y="30238"/>
                </a:cubicBezTo>
                <a:cubicBezTo>
                  <a:pt x="2494094" y="31480"/>
                  <a:pt x="2493240" y="32971"/>
                  <a:pt x="2492588" y="34711"/>
                </a:cubicBezTo>
                <a:cubicBezTo>
                  <a:pt x="2491936" y="36450"/>
                  <a:pt x="2491532" y="38360"/>
                  <a:pt x="2491377" y="40442"/>
                </a:cubicBezTo>
                <a:lnTo>
                  <a:pt x="2515977" y="40442"/>
                </a:lnTo>
                <a:close/>
                <a:moveTo>
                  <a:pt x="2536759" y="20687"/>
                </a:moveTo>
                <a:lnTo>
                  <a:pt x="2543981" y="20687"/>
                </a:lnTo>
                <a:lnTo>
                  <a:pt x="2544307" y="28235"/>
                </a:lnTo>
                <a:cubicBezTo>
                  <a:pt x="2545673" y="26619"/>
                  <a:pt x="2546993" y="25276"/>
                  <a:pt x="2548267" y="24204"/>
                </a:cubicBezTo>
                <a:cubicBezTo>
                  <a:pt x="2549540" y="23133"/>
                  <a:pt x="2550791" y="22271"/>
                  <a:pt x="2552018" y="21619"/>
                </a:cubicBezTo>
                <a:cubicBezTo>
                  <a:pt x="2553244" y="20966"/>
                  <a:pt x="2554495" y="20508"/>
                  <a:pt x="2555768" y="20244"/>
                </a:cubicBezTo>
                <a:cubicBezTo>
                  <a:pt x="2557042" y="19980"/>
                  <a:pt x="2558362" y="19848"/>
                  <a:pt x="2559728" y="19848"/>
                </a:cubicBezTo>
                <a:cubicBezTo>
                  <a:pt x="2564543" y="19848"/>
                  <a:pt x="2568185" y="21269"/>
                  <a:pt x="2570654" y="24111"/>
                </a:cubicBezTo>
                <a:cubicBezTo>
                  <a:pt x="2573124" y="26953"/>
                  <a:pt x="2574358" y="31232"/>
                  <a:pt x="2574358" y="36947"/>
                </a:cubicBezTo>
                <a:lnTo>
                  <a:pt x="2574358" y="67465"/>
                </a:lnTo>
                <a:lnTo>
                  <a:pt x="2566251" y="67465"/>
                </a:lnTo>
                <a:lnTo>
                  <a:pt x="2566251" y="37599"/>
                </a:lnTo>
                <a:cubicBezTo>
                  <a:pt x="2566251" y="33934"/>
                  <a:pt x="2565568" y="31224"/>
                  <a:pt x="2564201" y="29469"/>
                </a:cubicBezTo>
                <a:cubicBezTo>
                  <a:pt x="2562835" y="27714"/>
                  <a:pt x="2560800" y="26837"/>
                  <a:pt x="2558098" y="26837"/>
                </a:cubicBezTo>
                <a:cubicBezTo>
                  <a:pt x="2557104" y="26837"/>
                  <a:pt x="2556133" y="26984"/>
                  <a:pt x="2555186" y="27279"/>
                </a:cubicBezTo>
                <a:cubicBezTo>
                  <a:pt x="2554238" y="27574"/>
                  <a:pt x="2553252" y="28087"/>
                  <a:pt x="2552227" y="28817"/>
                </a:cubicBezTo>
                <a:cubicBezTo>
                  <a:pt x="2551202" y="29547"/>
                  <a:pt x="2550092" y="30533"/>
                  <a:pt x="2548896" y="31775"/>
                </a:cubicBezTo>
                <a:cubicBezTo>
                  <a:pt x="2547700" y="33018"/>
                  <a:pt x="2546357" y="34571"/>
                  <a:pt x="2544866" y="36435"/>
                </a:cubicBezTo>
                <a:lnTo>
                  <a:pt x="2544866" y="67465"/>
                </a:lnTo>
                <a:lnTo>
                  <a:pt x="2536759" y="67465"/>
                </a:lnTo>
                <a:lnTo>
                  <a:pt x="2536759" y="20687"/>
                </a:lnTo>
                <a:close/>
                <a:moveTo>
                  <a:pt x="2626310" y="66766"/>
                </a:moveTo>
                <a:cubicBezTo>
                  <a:pt x="2624477" y="67248"/>
                  <a:pt x="2622583" y="67594"/>
                  <a:pt x="2620626" y="67802"/>
                </a:cubicBezTo>
                <a:cubicBezTo>
                  <a:pt x="2618669" y="68012"/>
                  <a:pt x="2616681" y="68117"/>
                  <a:pt x="2614662" y="68117"/>
                </a:cubicBezTo>
                <a:cubicBezTo>
                  <a:pt x="2608791" y="68117"/>
                  <a:pt x="2604412" y="66789"/>
                  <a:pt x="2601523" y="64133"/>
                </a:cubicBezTo>
                <a:cubicBezTo>
                  <a:pt x="2598634" y="61478"/>
                  <a:pt x="2597190" y="57401"/>
                  <a:pt x="2597190" y="51903"/>
                </a:cubicBezTo>
                <a:lnTo>
                  <a:pt x="2597190" y="27489"/>
                </a:lnTo>
                <a:lnTo>
                  <a:pt x="2584098" y="27489"/>
                </a:lnTo>
                <a:lnTo>
                  <a:pt x="2584098" y="20687"/>
                </a:lnTo>
                <a:lnTo>
                  <a:pt x="2597190" y="20687"/>
                </a:lnTo>
                <a:lnTo>
                  <a:pt x="2597190" y="7787"/>
                </a:lnTo>
                <a:lnTo>
                  <a:pt x="2605297" y="5684"/>
                </a:lnTo>
                <a:lnTo>
                  <a:pt x="2605297" y="20687"/>
                </a:lnTo>
                <a:lnTo>
                  <a:pt x="2626310" y="20687"/>
                </a:lnTo>
                <a:lnTo>
                  <a:pt x="2626310" y="27489"/>
                </a:lnTo>
                <a:lnTo>
                  <a:pt x="2605297" y="27489"/>
                </a:lnTo>
                <a:lnTo>
                  <a:pt x="2605297" y="51251"/>
                </a:lnTo>
                <a:cubicBezTo>
                  <a:pt x="2605297" y="54605"/>
                  <a:pt x="2606190" y="57114"/>
                  <a:pt x="2607976" y="58775"/>
                </a:cubicBezTo>
                <a:cubicBezTo>
                  <a:pt x="2609762" y="60437"/>
                  <a:pt x="2612395" y="61268"/>
                  <a:pt x="2615873" y="61268"/>
                </a:cubicBezTo>
                <a:cubicBezTo>
                  <a:pt x="2617364" y="61268"/>
                  <a:pt x="2618995" y="61148"/>
                  <a:pt x="2620765" y="60908"/>
                </a:cubicBezTo>
                <a:cubicBezTo>
                  <a:pt x="2622536" y="60668"/>
                  <a:pt x="2624384" y="60291"/>
                  <a:pt x="2626310" y="59777"/>
                </a:cubicBezTo>
                <a:lnTo>
                  <a:pt x="2626310" y="66766"/>
                </a:lnTo>
                <a:close/>
                <a:moveTo>
                  <a:pt x="2708269" y="27396"/>
                </a:moveTo>
                <a:lnTo>
                  <a:pt x="2694431" y="27396"/>
                </a:lnTo>
                <a:lnTo>
                  <a:pt x="2694431" y="20687"/>
                </a:lnTo>
                <a:lnTo>
                  <a:pt x="2716469" y="20687"/>
                </a:lnTo>
                <a:lnTo>
                  <a:pt x="2716469" y="60709"/>
                </a:lnTo>
                <a:lnTo>
                  <a:pt x="2730400" y="60709"/>
                </a:lnTo>
                <a:lnTo>
                  <a:pt x="2730400" y="67465"/>
                </a:lnTo>
                <a:lnTo>
                  <a:pt x="2692893" y="67465"/>
                </a:lnTo>
                <a:lnTo>
                  <a:pt x="2692893" y="60709"/>
                </a:lnTo>
                <a:lnTo>
                  <a:pt x="2708269" y="60709"/>
                </a:lnTo>
                <a:lnTo>
                  <a:pt x="2708269" y="27396"/>
                </a:lnTo>
                <a:moveTo>
                  <a:pt x="2711111" y="1025"/>
                </a:moveTo>
                <a:cubicBezTo>
                  <a:pt x="2712012" y="1025"/>
                  <a:pt x="2712850" y="1188"/>
                  <a:pt x="2713627" y="1514"/>
                </a:cubicBezTo>
                <a:cubicBezTo>
                  <a:pt x="2714403" y="1840"/>
                  <a:pt x="2715079" y="2299"/>
                  <a:pt x="2715653" y="2889"/>
                </a:cubicBezTo>
                <a:cubicBezTo>
                  <a:pt x="2716228" y="3479"/>
                  <a:pt x="2716678" y="4154"/>
                  <a:pt x="2717005" y="4915"/>
                </a:cubicBezTo>
                <a:cubicBezTo>
                  <a:pt x="2717331" y="5676"/>
                  <a:pt x="2717494" y="6507"/>
                  <a:pt x="2717494" y="7408"/>
                </a:cubicBezTo>
                <a:cubicBezTo>
                  <a:pt x="2717494" y="8278"/>
                  <a:pt x="2717331" y="9101"/>
                  <a:pt x="2717005" y="9877"/>
                </a:cubicBezTo>
                <a:cubicBezTo>
                  <a:pt x="2716678" y="10654"/>
                  <a:pt x="2716228" y="11337"/>
                  <a:pt x="2715653" y="11927"/>
                </a:cubicBezTo>
                <a:cubicBezTo>
                  <a:pt x="2715079" y="12518"/>
                  <a:pt x="2714403" y="12976"/>
                  <a:pt x="2713627" y="13302"/>
                </a:cubicBezTo>
                <a:cubicBezTo>
                  <a:pt x="2712850" y="13628"/>
                  <a:pt x="2712012" y="13791"/>
                  <a:pt x="2711111" y="13791"/>
                </a:cubicBezTo>
                <a:cubicBezTo>
                  <a:pt x="2710210" y="13791"/>
                  <a:pt x="2709371" y="13628"/>
                  <a:pt x="2708595" y="13302"/>
                </a:cubicBezTo>
                <a:cubicBezTo>
                  <a:pt x="2707818" y="12976"/>
                  <a:pt x="2707143" y="12518"/>
                  <a:pt x="2706568" y="11927"/>
                </a:cubicBezTo>
                <a:cubicBezTo>
                  <a:pt x="2705993" y="11337"/>
                  <a:pt x="2705543" y="10654"/>
                  <a:pt x="2705217" y="9877"/>
                </a:cubicBezTo>
                <a:cubicBezTo>
                  <a:pt x="2704891" y="9101"/>
                  <a:pt x="2704728" y="8278"/>
                  <a:pt x="2704728" y="7408"/>
                </a:cubicBezTo>
                <a:cubicBezTo>
                  <a:pt x="2704728" y="6507"/>
                  <a:pt x="2704891" y="5676"/>
                  <a:pt x="2705217" y="4915"/>
                </a:cubicBezTo>
                <a:cubicBezTo>
                  <a:pt x="2705543" y="4154"/>
                  <a:pt x="2705993" y="3479"/>
                  <a:pt x="2706568" y="2889"/>
                </a:cubicBezTo>
                <a:cubicBezTo>
                  <a:pt x="2707143" y="2299"/>
                  <a:pt x="2707818" y="1840"/>
                  <a:pt x="2708595" y="1514"/>
                </a:cubicBezTo>
                <a:cubicBezTo>
                  <a:pt x="2709371" y="1188"/>
                  <a:pt x="2710210" y="1025"/>
                  <a:pt x="2711111" y="1025"/>
                </a:cubicBezTo>
                <a:close/>
                <a:moveTo>
                  <a:pt x="2781233" y="54699"/>
                </a:moveTo>
                <a:cubicBezTo>
                  <a:pt x="2781233" y="56345"/>
                  <a:pt x="2780954" y="57820"/>
                  <a:pt x="2780395" y="59125"/>
                </a:cubicBezTo>
                <a:cubicBezTo>
                  <a:pt x="2779836" y="60429"/>
                  <a:pt x="2779075" y="61586"/>
                  <a:pt x="2778112" y="62596"/>
                </a:cubicBezTo>
                <a:cubicBezTo>
                  <a:pt x="2777149" y="63605"/>
                  <a:pt x="2776031" y="64467"/>
                  <a:pt x="2774757" y="65182"/>
                </a:cubicBezTo>
                <a:cubicBezTo>
                  <a:pt x="2773484" y="65896"/>
                  <a:pt x="2772125" y="66486"/>
                  <a:pt x="2770680" y="66952"/>
                </a:cubicBezTo>
                <a:cubicBezTo>
                  <a:pt x="2769236" y="67418"/>
                  <a:pt x="2767753" y="67760"/>
                  <a:pt x="2766231" y="67977"/>
                </a:cubicBezTo>
                <a:cubicBezTo>
                  <a:pt x="2764709" y="68195"/>
                  <a:pt x="2763218" y="68303"/>
                  <a:pt x="2761758" y="68303"/>
                </a:cubicBezTo>
                <a:cubicBezTo>
                  <a:pt x="2758590" y="68303"/>
                  <a:pt x="2755678" y="68164"/>
                  <a:pt x="2753022" y="67884"/>
                </a:cubicBezTo>
                <a:cubicBezTo>
                  <a:pt x="2750366" y="67604"/>
                  <a:pt x="2747765" y="67154"/>
                  <a:pt x="2745218" y="66533"/>
                </a:cubicBezTo>
                <a:lnTo>
                  <a:pt x="2745218" y="59078"/>
                </a:lnTo>
                <a:cubicBezTo>
                  <a:pt x="2747951" y="59855"/>
                  <a:pt x="2750669" y="60445"/>
                  <a:pt x="2753372" y="60849"/>
                </a:cubicBezTo>
                <a:cubicBezTo>
                  <a:pt x="2756074" y="61252"/>
                  <a:pt x="2758761" y="61454"/>
                  <a:pt x="2761432" y="61454"/>
                </a:cubicBezTo>
                <a:cubicBezTo>
                  <a:pt x="2765315" y="61454"/>
                  <a:pt x="2768188" y="60926"/>
                  <a:pt x="2770051" y="59870"/>
                </a:cubicBezTo>
                <a:cubicBezTo>
                  <a:pt x="2771915" y="58814"/>
                  <a:pt x="2772847" y="57308"/>
                  <a:pt x="2772847" y="55351"/>
                </a:cubicBezTo>
                <a:cubicBezTo>
                  <a:pt x="2772847" y="54512"/>
                  <a:pt x="2772699" y="53759"/>
                  <a:pt x="2772404" y="53091"/>
                </a:cubicBezTo>
                <a:cubicBezTo>
                  <a:pt x="2772109" y="52423"/>
                  <a:pt x="2771573" y="51787"/>
                  <a:pt x="2770797" y="51181"/>
                </a:cubicBezTo>
                <a:cubicBezTo>
                  <a:pt x="2770020" y="50575"/>
                  <a:pt x="2768817" y="49946"/>
                  <a:pt x="2767186" y="49294"/>
                </a:cubicBezTo>
                <a:cubicBezTo>
                  <a:pt x="2765555" y="48642"/>
                  <a:pt x="2763327" y="47896"/>
                  <a:pt x="2760500" y="47058"/>
                </a:cubicBezTo>
                <a:cubicBezTo>
                  <a:pt x="2758388" y="46436"/>
                  <a:pt x="2756439" y="45730"/>
                  <a:pt x="2754653" y="44938"/>
                </a:cubicBezTo>
                <a:cubicBezTo>
                  <a:pt x="2752867" y="44146"/>
                  <a:pt x="2751322" y="43206"/>
                  <a:pt x="2750017" y="42119"/>
                </a:cubicBezTo>
                <a:cubicBezTo>
                  <a:pt x="2748712" y="41032"/>
                  <a:pt x="2747687" y="39758"/>
                  <a:pt x="2746942" y="38298"/>
                </a:cubicBezTo>
                <a:cubicBezTo>
                  <a:pt x="2746197" y="36838"/>
                  <a:pt x="2745824" y="35115"/>
                  <a:pt x="2745824" y="33127"/>
                </a:cubicBezTo>
                <a:cubicBezTo>
                  <a:pt x="2745824" y="31822"/>
                  <a:pt x="2746127" y="30393"/>
                  <a:pt x="2746732" y="28840"/>
                </a:cubicBezTo>
                <a:cubicBezTo>
                  <a:pt x="2747338" y="27287"/>
                  <a:pt x="2748371" y="25843"/>
                  <a:pt x="2749831" y="24507"/>
                </a:cubicBezTo>
                <a:cubicBezTo>
                  <a:pt x="2751291" y="23172"/>
                  <a:pt x="2753263" y="22061"/>
                  <a:pt x="2755748" y="21176"/>
                </a:cubicBezTo>
                <a:cubicBezTo>
                  <a:pt x="2758233" y="20291"/>
                  <a:pt x="2761339" y="19848"/>
                  <a:pt x="2765066" y="19848"/>
                </a:cubicBezTo>
                <a:cubicBezTo>
                  <a:pt x="2766899" y="19848"/>
                  <a:pt x="2768933" y="19949"/>
                  <a:pt x="2771170" y="20151"/>
                </a:cubicBezTo>
                <a:cubicBezTo>
                  <a:pt x="2773406" y="20353"/>
                  <a:pt x="2775736" y="20702"/>
                  <a:pt x="2778158" y="21199"/>
                </a:cubicBezTo>
                <a:lnTo>
                  <a:pt x="2778158" y="28421"/>
                </a:lnTo>
                <a:cubicBezTo>
                  <a:pt x="2775611" y="27800"/>
                  <a:pt x="2773196" y="27342"/>
                  <a:pt x="2770913" y="27046"/>
                </a:cubicBezTo>
                <a:cubicBezTo>
                  <a:pt x="2768630" y="26751"/>
                  <a:pt x="2766650" y="26604"/>
                  <a:pt x="2764973" y="26604"/>
                </a:cubicBezTo>
                <a:cubicBezTo>
                  <a:pt x="2762954" y="26604"/>
                  <a:pt x="2761253" y="26759"/>
                  <a:pt x="2759871" y="27070"/>
                </a:cubicBezTo>
                <a:cubicBezTo>
                  <a:pt x="2758489" y="27380"/>
                  <a:pt x="2757371" y="27807"/>
                  <a:pt x="2756517" y="28351"/>
                </a:cubicBezTo>
                <a:cubicBezTo>
                  <a:pt x="2755662" y="28895"/>
                  <a:pt x="2755049" y="29531"/>
                  <a:pt x="2754676" y="30261"/>
                </a:cubicBezTo>
                <a:cubicBezTo>
                  <a:pt x="2754303" y="30991"/>
                  <a:pt x="2754117" y="31775"/>
                  <a:pt x="2754117" y="32614"/>
                </a:cubicBezTo>
                <a:cubicBezTo>
                  <a:pt x="2754117" y="33453"/>
                  <a:pt x="2754280" y="34214"/>
                  <a:pt x="2754606" y="34897"/>
                </a:cubicBezTo>
                <a:cubicBezTo>
                  <a:pt x="2754932" y="35580"/>
                  <a:pt x="2755538" y="36241"/>
                  <a:pt x="2756423" y="36877"/>
                </a:cubicBezTo>
                <a:cubicBezTo>
                  <a:pt x="2757309" y="37514"/>
                  <a:pt x="2758543" y="38151"/>
                  <a:pt x="2760127" y="38788"/>
                </a:cubicBezTo>
                <a:cubicBezTo>
                  <a:pt x="2761712" y="39424"/>
                  <a:pt x="2763777" y="40115"/>
                  <a:pt x="2766324" y="40861"/>
                </a:cubicBezTo>
                <a:cubicBezTo>
                  <a:pt x="2769089" y="41668"/>
                  <a:pt x="2771418" y="42515"/>
                  <a:pt x="2773313" y="43400"/>
                </a:cubicBezTo>
                <a:cubicBezTo>
                  <a:pt x="2775208" y="44285"/>
                  <a:pt x="2776745" y="45272"/>
                  <a:pt x="2777925" y="46359"/>
                </a:cubicBezTo>
                <a:cubicBezTo>
                  <a:pt x="2779106" y="47446"/>
                  <a:pt x="2779952" y="48673"/>
                  <a:pt x="2780465" y="50039"/>
                </a:cubicBezTo>
                <a:cubicBezTo>
                  <a:pt x="2780977" y="51406"/>
                  <a:pt x="2781233" y="52959"/>
                  <a:pt x="2781233" y="54699"/>
                </a:cubicBezTo>
                <a:close/>
                <a:moveTo>
                  <a:pt x="2885509" y="67465"/>
                </a:moveTo>
                <a:lnTo>
                  <a:pt x="2878241" y="67465"/>
                </a:lnTo>
                <a:lnTo>
                  <a:pt x="2877962" y="59917"/>
                </a:lnTo>
                <a:cubicBezTo>
                  <a:pt x="2876564" y="61532"/>
                  <a:pt x="2875236" y="62875"/>
                  <a:pt x="2873978" y="63947"/>
                </a:cubicBezTo>
                <a:cubicBezTo>
                  <a:pt x="2872720" y="65019"/>
                  <a:pt x="2871470" y="65881"/>
                  <a:pt x="2870227" y="66533"/>
                </a:cubicBezTo>
                <a:cubicBezTo>
                  <a:pt x="2868985" y="67185"/>
                  <a:pt x="2867735" y="67643"/>
                  <a:pt x="2866477" y="67907"/>
                </a:cubicBezTo>
                <a:cubicBezTo>
                  <a:pt x="2865219" y="68171"/>
                  <a:pt x="2863891" y="68303"/>
                  <a:pt x="2862493" y="68303"/>
                </a:cubicBezTo>
                <a:cubicBezTo>
                  <a:pt x="2857679" y="68303"/>
                  <a:pt x="2854045" y="66890"/>
                  <a:pt x="2851591" y="64063"/>
                </a:cubicBezTo>
                <a:cubicBezTo>
                  <a:pt x="2849137" y="61237"/>
                  <a:pt x="2847910" y="56966"/>
                  <a:pt x="2847910" y="51251"/>
                </a:cubicBezTo>
                <a:lnTo>
                  <a:pt x="2847910" y="20687"/>
                </a:lnTo>
                <a:lnTo>
                  <a:pt x="2856017" y="20687"/>
                </a:lnTo>
                <a:lnTo>
                  <a:pt x="2856017" y="50598"/>
                </a:lnTo>
                <a:cubicBezTo>
                  <a:pt x="2856017" y="57774"/>
                  <a:pt x="2858719" y="61361"/>
                  <a:pt x="2864124" y="61361"/>
                </a:cubicBezTo>
                <a:cubicBezTo>
                  <a:pt x="2865118" y="61361"/>
                  <a:pt x="2866089" y="61214"/>
                  <a:pt x="2867036" y="60919"/>
                </a:cubicBezTo>
                <a:cubicBezTo>
                  <a:pt x="2867983" y="60623"/>
                  <a:pt x="2868977" y="60111"/>
                  <a:pt x="2870018" y="59381"/>
                </a:cubicBezTo>
                <a:cubicBezTo>
                  <a:pt x="2871058" y="58651"/>
                  <a:pt x="2872177" y="57665"/>
                  <a:pt x="2873372" y="56422"/>
                </a:cubicBezTo>
                <a:cubicBezTo>
                  <a:pt x="2874568" y="55180"/>
                  <a:pt x="2875912" y="53611"/>
                  <a:pt x="2877403" y="51717"/>
                </a:cubicBezTo>
                <a:lnTo>
                  <a:pt x="2877403" y="20687"/>
                </a:lnTo>
                <a:lnTo>
                  <a:pt x="2885509" y="20687"/>
                </a:lnTo>
                <a:lnTo>
                  <a:pt x="2885509" y="67465"/>
                </a:lnTo>
                <a:close/>
                <a:moveTo>
                  <a:pt x="2936809" y="54699"/>
                </a:moveTo>
                <a:cubicBezTo>
                  <a:pt x="2936809" y="56345"/>
                  <a:pt x="2936529" y="57820"/>
                  <a:pt x="2935970" y="59125"/>
                </a:cubicBezTo>
                <a:cubicBezTo>
                  <a:pt x="2935411" y="60429"/>
                  <a:pt x="2934650" y="61586"/>
                  <a:pt x="2933687" y="62596"/>
                </a:cubicBezTo>
                <a:cubicBezTo>
                  <a:pt x="2932724" y="63605"/>
                  <a:pt x="2931606" y="64467"/>
                  <a:pt x="2930333" y="65182"/>
                </a:cubicBezTo>
                <a:cubicBezTo>
                  <a:pt x="2929059" y="65896"/>
                  <a:pt x="2927700" y="66486"/>
                  <a:pt x="2926256" y="66952"/>
                </a:cubicBezTo>
                <a:cubicBezTo>
                  <a:pt x="2924812" y="67418"/>
                  <a:pt x="2923328" y="67760"/>
                  <a:pt x="2921806" y="67977"/>
                </a:cubicBezTo>
                <a:cubicBezTo>
                  <a:pt x="2920284" y="68195"/>
                  <a:pt x="2918793" y="68303"/>
                  <a:pt x="2917334" y="68303"/>
                </a:cubicBezTo>
                <a:cubicBezTo>
                  <a:pt x="2914165" y="68303"/>
                  <a:pt x="2911253" y="68164"/>
                  <a:pt x="2908598" y="67884"/>
                </a:cubicBezTo>
                <a:cubicBezTo>
                  <a:pt x="2905942" y="67604"/>
                  <a:pt x="2903341" y="67154"/>
                  <a:pt x="2900794" y="66533"/>
                </a:cubicBezTo>
                <a:lnTo>
                  <a:pt x="2900794" y="59078"/>
                </a:lnTo>
                <a:cubicBezTo>
                  <a:pt x="2903527" y="59855"/>
                  <a:pt x="2906245" y="60445"/>
                  <a:pt x="2908947" y="60849"/>
                </a:cubicBezTo>
                <a:cubicBezTo>
                  <a:pt x="2911649" y="61252"/>
                  <a:pt x="2914336" y="61454"/>
                  <a:pt x="2917007" y="61454"/>
                </a:cubicBezTo>
                <a:cubicBezTo>
                  <a:pt x="2920890" y="61454"/>
                  <a:pt x="2923763" y="60926"/>
                  <a:pt x="2925627" y="59870"/>
                </a:cubicBezTo>
                <a:cubicBezTo>
                  <a:pt x="2927491" y="58814"/>
                  <a:pt x="2928422" y="57308"/>
                  <a:pt x="2928422" y="55351"/>
                </a:cubicBezTo>
                <a:cubicBezTo>
                  <a:pt x="2928422" y="54512"/>
                  <a:pt x="2928275" y="53759"/>
                  <a:pt x="2927980" y="53091"/>
                </a:cubicBezTo>
                <a:cubicBezTo>
                  <a:pt x="2927685" y="52423"/>
                  <a:pt x="2927149" y="51787"/>
                  <a:pt x="2926372" y="51181"/>
                </a:cubicBezTo>
                <a:cubicBezTo>
                  <a:pt x="2925596" y="50575"/>
                  <a:pt x="2924392" y="49946"/>
                  <a:pt x="2922761" y="49294"/>
                </a:cubicBezTo>
                <a:cubicBezTo>
                  <a:pt x="2921131" y="48642"/>
                  <a:pt x="2918902" y="47896"/>
                  <a:pt x="2916076" y="47058"/>
                </a:cubicBezTo>
                <a:cubicBezTo>
                  <a:pt x="2913963" y="46436"/>
                  <a:pt x="2912014" y="45730"/>
                  <a:pt x="2910228" y="44938"/>
                </a:cubicBezTo>
                <a:cubicBezTo>
                  <a:pt x="2908442" y="44146"/>
                  <a:pt x="2906897" y="43206"/>
                  <a:pt x="2905592" y="42119"/>
                </a:cubicBezTo>
                <a:cubicBezTo>
                  <a:pt x="2904288" y="41032"/>
                  <a:pt x="2903263" y="39758"/>
                  <a:pt x="2902517" y="38298"/>
                </a:cubicBezTo>
                <a:cubicBezTo>
                  <a:pt x="2901772" y="36838"/>
                  <a:pt x="2901399" y="35115"/>
                  <a:pt x="2901399" y="33127"/>
                </a:cubicBezTo>
                <a:cubicBezTo>
                  <a:pt x="2901399" y="31822"/>
                  <a:pt x="2901702" y="30393"/>
                  <a:pt x="2902308" y="28840"/>
                </a:cubicBezTo>
                <a:cubicBezTo>
                  <a:pt x="2902913" y="27287"/>
                  <a:pt x="2903946" y="25843"/>
                  <a:pt x="2905406" y="24507"/>
                </a:cubicBezTo>
                <a:cubicBezTo>
                  <a:pt x="2906866" y="23172"/>
                  <a:pt x="2908838" y="22061"/>
                  <a:pt x="2911323" y="21176"/>
                </a:cubicBezTo>
                <a:cubicBezTo>
                  <a:pt x="2913808" y="20291"/>
                  <a:pt x="2916914" y="19848"/>
                  <a:pt x="2920642" y="19848"/>
                </a:cubicBezTo>
                <a:cubicBezTo>
                  <a:pt x="2922474" y="19848"/>
                  <a:pt x="2924509" y="19949"/>
                  <a:pt x="2926745" y="20151"/>
                </a:cubicBezTo>
                <a:cubicBezTo>
                  <a:pt x="2928981" y="20353"/>
                  <a:pt x="2931311" y="20702"/>
                  <a:pt x="2933734" y="21199"/>
                </a:cubicBezTo>
                <a:lnTo>
                  <a:pt x="2933734" y="28421"/>
                </a:lnTo>
                <a:cubicBezTo>
                  <a:pt x="2931187" y="27800"/>
                  <a:pt x="2928772" y="27342"/>
                  <a:pt x="2926489" y="27046"/>
                </a:cubicBezTo>
                <a:cubicBezTo>
                  <a:pt x="2924206" y="26751"/>
                  <a:pt x="2922226" y="26604"/>
                  <a:pt x="2920548" y="26604"/>
                </a:cubicBezTo>
                <a:cubicBezTo>
                  <a:pt x="2918529" y="26604"/>
                  <a:pt x="2916829" y="26759"/>
                  <a:pt x="2915447" y="27070"/>
                </a:cubicBezTo>
                <a:cubicBezTo>
                  <a:pt x="2914064" y="27380"/>
                  <a:pt x="2912946" y="27807"/>
                  <a:pt x="2912092" y="28351"/>
                </a:cubicBezTo>
                <a:cubicBezTo>
                  <a:pt x="2911238" y="28895"/>
                  <a:pt x="2910624" y="29531"/>
                  <a:pt x="2910252" y="30261"/>
                </a:cubicBezTo>
                <a:cubicBezTo>
                  <a:pt x="2909879" y="30991"/>
                  <a:pt x="2909693" y="31775"/>
                  <a:pt x="2909693" y="32614"/>
                </a:cubicBezTo>
                <a:cubicBezTo>
                  <a:pt x="2909693" y="33453"/>
                  <a:pt x="2909856" y="34214"/>
                  <a:pt x="2910182" y="34897"/>
                </a:cubicBezTo>
                <a:cubicBezTo>
                  <a:pt x="2910508" y="35580"/>
                  <a:pt x="2911114" y="36241"/>
                  <a:pt x="2911999" y="36877"/>
                </a:cubicBezTo>
                <a:cubicBezTo>
                  <a:pt x="2912884" y="37514"/>
                  <a:pt x="2914119" y="38151"/>
                  <a:pt x="2915703" y="38788"/>
                </a:cubicBezTo>
                <a:cubicBezTo>
                  <a:pt x="2917287" y="39424"/>
                  <a:pt x="2919353" y="40115"/>
                  <a:pt x="2921900" y="40861"/>
                </a:cubicBezTo>
                <a:cubicBezTo>
                  <a:pt x="2924664" y="41668"/>
                  <a:pt x="2926994" y="42515"/>
                  <a:pt x="2928888" y="43400"/>
                </a:cubicBezTo>
                <a:cubicBezTo>
                  <a:pt x="2930783" y="44285"/>
                  <a:pt x="2932321" y="45272"/>
                  <a:pt x="2933501" y="46359"/>
                </a:cubicBezTo>
                <a:cubicBezTo>
                  <a:pt x="2934681" y="47446"/>
                  <a:pt x="2935528" y="48673"/>
                  <a:pt x="2936040" y="50039"/>
                </a:cubicBezTo>
                <a:cubicBezTo>
                  <a:pt x="2936553" y="51406"/>
                  <a:pt x="2936809" y="52959"/>
                  <a:pt x="2936809" y="54699"/>
                </a:cubicBezTo>
                <a:close/>
                <a:moveTo>
                  <a:pt x="2991137" y="41606"/>
                </a:moveTo>
                <a:cubicBezTo>
                  <a:pt x="2991137" y="42756"/>
                  <a:pt x="2991121" y="43718"/>
                  <a:pt x="2991090" y="44495"/>
                </a:cubicBezTo>
                <a:cubicBezTo>
                  <a:pt x="2991059" y="45272"/>
                  <a:pt x="2991012" y="46001"/>
                  <a:pt x="2990950" y="46685"/>
                </a:cubicBezTo>
                <a:lnTo>
                  <a:pt x="2958103" y="46685"/>
                </a:lnTo>
                <a:cubicBezTo>
                  <a:pt x="2958103" y="51468"/>
                  <a:pt x="2959439" y="55141"/>
                  <a:pt x="2962110" y="57704"/>
                </a:cubicBezTo>
                <a:cubicBezTo>
                  <a:pt x="2964781" y="60266"/>
                  <a:pt x="2968633" y="61548"/>
                  <a:pt x="2973665" y="61548"/>
                </a:cubicBezTo>
                <a:cubicBezTo>
                  <a:pt x="2975032" y="61548"/>
                  <a:pt x="2976398" y="61492"/>
                  <a:pt x="2977765" y="61382"/>
                </a:cubicBezTo>
                <a:cubicBezTo>
                  <a:pt x="2979132" y="61270"/>
                  <a:pt x="2980452" y="61119"/>
                  <a:pt x="2981725" y="60929"/>
                </a:cubicBezTo>
                <a:cubicBezTo>
                  <a:pt x="2982999" y="60737"/>
                  <a:pt x="2984218" y="60523"/>
                  <a:pt x="2985383" y="60285"/>
                </a:cubicBezTo>
                <a:cubicBezTo>
                  <a:pt x="2986547" y="60046"/>
                  <a:pt x="2987627" y="59784"/>
                  <a:pt x="2988621" y="59497"/>
                </a:cubicBezTo>
                <a:lnTo>
                  <a:pt x="2988621" y="66160"/>
                </a:lnTo>
                <a:cubicBezTo>
                  <a:pt x="2986415" y="66795"/>
                  <a:pt x="2983923" y="67311"/>
                  <a:pt x="2981143" y="67708"/>
                </a:cubicBezTo>
                <a:cubicBezTo>
                  <a:pt x="2978363" y="68105"/>
                  <a:pt x="2975482" y="68303"/>
                  <a:pt x="2972500" y="68303"/>
                </a:cubicBezTo>
                <a:cubicBezTo>
                  <a:pt x="2968493" y="68303"/>
                  <a:pt x="2965045" y="67760"/>
                  <a:pt x="2962157" y="66673"/>
                </a:cubicBezTo>
                <a:cubicBezTo>
                  <a:pt x="2959268" y="65585"/>
                  <a:pt x="2956900" y="64009"/>
                  <a:pt x="2955051" y="61944"/>
                </a:cubicBezTo>
                <a:cubicBezTo>
                  <a:pt x="2953203" y="59878"/>
                  <a:pt x="2951837" y="57347"/>
                  <a:pt x="2950951" y="54349"/>
                </a:cubicBezTo>
                <a:cubicBezTo>
                  <a:pt x="2950066" y="51352"/>
                  <a:pt x="2949624" y="47958"/>
                  <a:pt x="2949624" y="44169"/>
                </a:cubicBezTo>
                <a:cubicBezTo>
                  <a:pt x="2949624" y="40876"/>
                  <a:pt x="2950097" y="37762"/>
                  <a:pt x="2951045" y="34827"/>
                </a:cubicBezTo>
                <a:cubicBezTo>
                  <a:pt x="2951992" y="31892"/>
                  <a:pt x="2953374" y="29314"/>
                  <a:pt x="2955191" y="27093"/>
                </a:cubicBezTo>
                <a:cubicBezTo>
                  <a:pt x="2957008" y="24872"/>
                  <a:pt x="2959237" y="23109"/>
                  <a:pt x="2961877" y="21805"/>
                </a:cubicBezTo>
                <a:cubicBezTo>
                  <a:pt x="2964517" y="20500"/>
                  <a:pt x="2967515" y="19848"/>
                  <a:pt x="2970869" y="19848"/>
                </a:cubicBezTo>
                <a:cubicBezTo>
                  <a:pt x="2974131" y="19848"/>
                  <a:pt x="2977019" y="20361"/>
                  <a:pt x="2979535" y="21386"/>
                </a:cubicBezTo>
                <a:cubicBezTo>
                  <a:pt x="2982051" y="22411"/>
                  <a:pt x="2984171" y="23863"/>
                  <a:pt x="2985895" y="25742"/>
                </a:cubicBezTo>
                <a:cubicBezTo>
                  <a:pt x="2987619" y="27621"/>
                  <a:pt x="2988924" y="29904"/>
                  <a:pt x="2989809" y="32591"/>
                </a:cubicBezTo>
                <a:cubicBezTo>
                  <a:pt x="2990694" y="35278"/>
                  <a:pt x="2991137" y="38283"/>
                  <a:pt x="2991137" y="41606"/>
                </a:cubicBezTo>
                <a:moveTo>
                  <a:pt x="2982704" y="40442"/>
                </a:moveTo>
                <a:cubicBezTo>
                  <a:pt x="2982797" y="38360"/>
                  <a:pt x="2982595" y="36458"/>
                  <a:pt x="2982098" y="34734"/>
                </a:cubicBezTo>
                <a:cubicBezTo>
                  <a:pt x="2981601" y="33010"/>
                  <a:pt x="2980832" y="31527"/>
                  <a:pt x="2979792" y="30285"/>
                </a:cubicBezTo>
                <a:cubicBezTo>
                  <a:pt x="2978751" y="29042"/>
                  <a:pt x="2977454" y="28071"/>
                  <a:pt x="2975901" y="27373"/>
                </a:cubicBezTo>
                <a:cubicBezTo>
                  <a:pt x="2974348" y="26674"/>
                  <a:pt x="2972547" y="26324"/>
                  <a:pt x="2970497" y="26324"/>
                </a:cubicBezTo>
                <a:cubicBezTo>
                  <a:pt x="2968726" y="26324"/>
                  <a:pt x="2967111" y="26666"/>
                  <a:pt x="2965651" y="27349"/>
                </a:cubicBezTo>
                <a:cubicBezTo>
                  <a:pt x="2964191" y="28033"/>
                  <a:pt x="2962933" y="28996"/>
                  <a:pt x="2961877" y="30238"/>
                </a:cubicBezTo>
                <a:cubicBezTo>
                  <a:pt x="2960821" y="31480"/>
                  <a:pt x="2959967" y="32971"/>
                  <a:pt x="2959315" y="34711"/>
                </a:cubicBezTo>
                <a:cubicBezTo>
                  <a:pt x="2958662" y="36450"/>
                  <a:pt x="2958259" y="38360"/>
                  <a:pt x="2958103" y="40442"/>
                </a:cubicBezTo>
                <a:lnTo>
                  <a:pt x="2982704" y="40442"/>
                </a:lnTo>
                <a:close/>
                <a:moveTo>
                  <a:pt x="3001109" y="45054"/>
                </a:moveTo>
                <a:cubicBezTo>
                  <a:pt x="3001109" y="41078"/>
                  <a:pt x="3001653" y="37545"/>
                  <a:pt x="3002740" y="34454"/>
                </a:cubicBezTo>
                <a:cubicBezTo>
                  <a:pt x="3003827" y="31364"/>
                  <a:pt x="3005372" y="28755"/>
                  <a:pt x="3007376" y="26627"/>
                </a:cubicBezTo>
                <a:cubicBezTo>
                  <a:pt x="3009379" y="24499"/>
                  <a:pt x="3011787" y="22884"/>
                  <a:pt x="3014598" y="21782"/>
                </a:cubicBezTo>
                <a:cubicBezTo>
                  <a:pt x="3017409" y="20679"/>
                  <a:pt x="3020538" y="20128"/>
                  <a:pt x="3023986" y="20128"/>
                </a:cubicBezTo>
                <a:cubicBezTo>
                  <a:pt x="3025477" y="20128"/>
                  <a:pt x="3026944" y="20221"/>
                  <a:pt x="3028389" y="20407"/>
                </a:cubicBezTo>
                <a:cubicBezTo>
                  <a:pt x="3029833" y="20593"/>
                  <a:pt x="3031254" y="20889"/>
                  <a:pt x="3032652" y="21292"/>
                </a:cubicBezTo>
                <a:lnTo>
                  <a:pt x="3032652" y="1584"/>
                </a:lnTo>
                <a:lnTo>
                  <a:pt x="3040805" y="1584"/>
                </a:lnTo>
                <a:lnTo>
                  <a:pt x="3040805" y="67465"/>
                </a:lnTo>
                <a:lnTo>
                  <a:pt x="3033537" y="67465"/>
                </a:lnTo>
                <a:lnTo>
                  <a:pt x="3033258" y="58612"/>
                </a:lnTo>
                <a:cubicBezTo>
                  <a:pt x="3030990" y="61905"/>
                  <a:pt x="3028536" y="64343"/>
                  <a:pt x="3025896" y="65927"/>
                </a:cubicBezTo>
                <a:cubicBezTo>
                  <a:pt x="3023256" y="67511"/>
                  <a:pt x="3020398" y="68303"/>
                  <a:pt x="3017323" y="68303"/>
                </a:cubicBezTo>
                <a:cubicBezTo>
                  <a:pt x="3014652" y="68303"/>
                  <a:pt x="3012299" y="67744"/>
                  <a:pt x="3010265" y="66626"/>
                </a:cubicBezTo>
                <a:cubicBezTo>
                  <a:pt x="3008230" y="65508"/>
                  <a:pt x="3006537" y="63931"/>
                  <a:pt x="3005186" y="61897"/>
                </a:cubicBezTo>
                <a:cubicBezTo>
                  <a:pt x="3003835" y="59862"/>
                  <a:pt x="3002818" y="57416"/>
                  <a:pt x="3002134" y="54559"/>
                </a:cubicBezTo>
                <a:cubicBezTo>
                  <a:pt x="3001451" y="51701"/>
                  <a:pt x="3001109" y="48533"/>
                  <a:pt x="3001109" y="45054"/>
                </a:cubicBezTo>
                <a:moveTo>
                  <a:pt x="3009403" y="44542"/>
                </a:moveTo>
                <a:cubicBezTo>
                  <a:pt x="3009403" y="50195"/>
                  <a:pt x="3010234" y="54411"/>
                  <a:pt x="3011895" y="57191"/>
                </a:cubicBezTo>
                <a:cubicBezTo>
                  <a:pt x="3013557" y="59971"/>
                  <a:pt x="3015910" y="61361"/>
                  <a:pt x="3018954" y="61361"/>
                </a:cubicBezTo>
                <a:cubicBezTo>
                  <a:pt x="3021004" y="61361"/>
                  <a:pt x="3023170" y="60445"/>
                  <a:pt x="3025453" y="58612"/>
                </a:cubicBezTo>
                <a:cubicBezTo>
                  <a:pt x="3027736" y="56780"/>
                  <a:pt x="3030136" y="54062"/>
                  <a:pt x="3032652" y="50459"/>
                </a:cubicBezTo>
                <a:lnTo>
                  <a:pt x="3032652" y="28747"/>
                </a:lnTo>
                <a:cubicBezTo>
                  <a:pt x="3031316" y="28126"/>
                  <a:pt x="3029841" y="27652"/>
                  <a:pt x="3028226" y="27326"/>
                </a:cubicBezTo>
                <a:cubicBezTo>
                  <a:pt x="3026610" y="27000"/>
                  <a:pt x="3025011" y="26837"/>
                  <a:pt x="3023427" y="26837"/>
                </a:cubicBezTo>
                <a:cubicBezTo>
                  <a:pt x="3019016" y="26837"/>
                  <a:pt x="3015576" y="28266"/>
                  <a:pt x="3013107" y="31123"/>
                </a:cubicBezTo>
                <a:cubicBezTo>
                  <a:pt x="3010637" y="33981"/>
                  <a:pt x="3009403" y="38454"/>
                  <a:pt x="3009403" y="44542"/>
                </a:cubicBezTo>
                <a:close/>
                <a:moveTo>
                  <a:pt x="3150533" y="20687"/>
                </a:moveTo>
                <a:lnTo>
                  <a:pt x="3143730" y="67465"/>
                </a:lnTo>
                <a:lnTo>
                  <a:pt x="3133899" y="67465"/>
                </a:lnTo>
                <a:lnTo>
                  <a:pt x="3127144" y="47896"/>
                </a:lnTo>
                <a:lnTo>
                  <a:pt x="3125793" y="43144"/>
                </a:lnTo>
                <a:lnTo>
                  <a:pt x="3124255" y="48176"/>
                </a:lnTo>
                <a:lnTo>
                  <a:pt x="3117779" y="67465"/>
                </a:lnTo>
                <a:lnTo>
                  <a:pt x="3108227" y="67465"/>
                </a:lnTo>
                <a:lnTo>
                  <a:pt x="3101472" y="20687"/>
                </a:lnTo>
                <a:lnTo>
                  <a:pt x="3109392" y="20687"/>
                </a:lnTo>
                <a:lnTo>
                  <a:pt x="3113306" y="52462"/>
                </a:lnTo>
                <a:lnTo>
                  <a:pt x="3114145" y="59544"/>
                </a:lnTo>
                <a:lnTo>
                  <a:pt x="3116148" y="53347"/>
                </a:lnTo>
                <a:lnTo>
                  <a:pt x="3122950" y="32335"/>
                </a:lnTo>
                <a:lnTo>
                  <a:pt x="3128774" y="32335"/>
                </a:lnTo>
                <a:lnTo>
                  <a:pt x="3136089" y="53068"/>
                </a:lnTo>
                <a:lnTo>
                  <a:pt x="3138186" y="59265"/>
                </a:lnTo>
                <a:lnTo>
                  <a:pt x="3138885" y="52695"/>
                </a:lnTo>
                <a:lnTo>
                  <a:pt x="3142519" y="20687"/>
                </a:lnTo>
                <a:lnTo>
                  <a:pt x="3150533" y="20687"/>
                </a:lnTo>
                <a:close/>
                <a:moveTo>
                  <a:pt x="3174995" y="27396"/>
                </a:moveTo>
                <a:lnTo>
                  <a:pt x="3161157" y="27396"/>
                </a:lnTo>
                <a:lnTo>
                  <a:pt x="3161157" y="20687"/>
                </a:lnTo>
                <a:lnTo>
                  <a:pt x="3183195" y="20687"/>
                </a:lnTo>
                <a:lnTo>
                  <a:pt x="3183195" y="60709"/>
                </a:lnTo>
                <a:lnTo>
                  <a:pt x="3197126" y="60709"/>
                </a:lnTo>
                <a:lnTo>
                  <a:pt x="3197126" y="67465"/>
                </a:lnTo>
                <a:lnTo>
                  <a:pt x="3159620" y="67465"/>
                </a:lnTo>
                <a:lnTo>
                  <a:pt x="3159620" y="60709"/>
                </a:lnTo>
                <a:lnTo>
                  <a:pt x="3174995" y="60709"/>
                </a:lnTo>
                <a:lnTo>
                  <a:pt x="3174995" y="27396"/>
                </a:lnTo>
                <a:moveTo>
                  <a:pt x="3177837" y="1025"/>
                </a:moveTo>
                <a:cubicBezTo>
                  <a:pt x="3178738" y="1025"/>
                  <a:pt x="3179576" y="1188"/>
                  <a:pt x="3180353" y="1514"/>
                </a:cubicBezTo>
                <a:cubicBezTo>
                  <a:pt x="3181130" y="1840"/>
                  <a:pt x="3181805" y="2299"/>
                  <a:pt x="3182380" y="2889"/>
                </a:cubicBezTo>
                <a:cubicBezTo>
                  <a:pt x="3182954" y="3479"/>
                  <a:pt x="3183405" y="4154"/>
                  <a:pt x="3183731" y="4915"/>
                </a:cubicBezTo>
                <a:cubicBezTo>
                  <a:pt x="3184057" y="5676"/>
                  <a:pt x="3184220" y="6507"/>
                  <a:pt x="3184220" y="7408"/>
                </a:cubicBezTo>
                <a:cubicBezTo>
                  <a:pt x="3184220" y="8278"/>
                  <a:pt x="3184057" y="9101"/>
                  <a:pt x="3183731" y="9877"/>
                </a:cubicBezTo>
                <a:cubicBezTo>
                  <a:pt x="3183405" y="10654"/>
                  <a:pt x="3182954" y="11337"/>
                  <a:pt x="3182380" y="11927"/>
                </a:cubicBezTo>
                <a:cubicBezTo>
                  <a:pt x="3181805" y="12518"/>
                  <a:pt x="3181130" y="12976"/>
                  <a:pt x="3180353" y="13302"/>
                </a:cubicBezTo>
                <a:cubicBezTo>
                  <a:pt x="3179576" y="13628"/>
                  <a:pt x="3178738" y="13791"/>
                  <a:pt x="3177837" y="13791"/>
                </a:cubicBezTo>
                <a:cubicBezTo>
                  <a:pt x="3176936" y="13791"/>
                  <a:pt x="3176098" y="13628"/>
                  <a:pt x="3175321" y="13302"/>
                </a:cubicBezTo>
                <a:cubicBezTo>
                  <a:pt x="3174545" y="12976"/>
                  <a:pt x="3173869" y="12518"/>
                  <a:pt x="3173294" y="11927"/>
                </a:cubicBezTo>
                <a:cubicBezTo>
                  <a:pt x="3172720" y="11337"/>
                  <a:pt x="3172269" y="10654"/>
                  <a:pt x="3171943" y="9877"/>
                </a:cubicBezTo>
                <a:cubicBezTo>
                  <a:pt x="3171617" y="9101"/>
                  <a:pt x="3171454" y="8278"/>
                  <a:pt x="3171454" y="7408"/>
                </a:cubicBezTo>
                <a:cubicBezTo>
                  <a:pt x="3171454" y="6507"/>
                  <a:pt x="3171617" y="5676"/>
                  <a:pt x="3171943" y="4915"/>
                </a:cubicBezTo>
                <a:cubicBezTo>
                  <a:pt x="3172269" y="4154"/>
                  <a:pt x="3172720" y="3479"/>
                  <a:pt x="3173294" y="2889"/>
                </a:cubicBezTo>
                <a:cubicBezTo>
                  <a:pt x="3173869" y="2299"/>
                  <a:pt x="3174545" y="1840"/>
                  <a:pt x="3175321" y="1514"/>
                </a:cubicBezTo>
                <a:cubicBezTo>
                  <a:pt x="3176098" y="1188"/>
                  <a:pt x="3176936" y="1025"/>
                  <a:pt x="3177837" y="1025"/>
                </a:cubicBezTo>
                <a:close/>
                <a:moveTo>
                  <a:pt x="3248612" y="66766"/>
                </a:moveTo>
                <a:cubicBezTo>
                  <a:pt x="3246779" y="67248"/>
                  <a:pt x="3244884" y="67594"/>
                  <a:pt x="3242928" y="67802"/>
                </a:cubicBezTo>
                <a:cubicBezTo>
                  <a:pt x="3240971" y="68012"/>
                  <a:pt x="3238983" y="68117"/>
                  <a:pt x="3236964" y="68117"/>
                </a:cubicBezTo>
                <a:cubicBezTo>
                  <a:pt x="3231093" y="68117"/>
                  <a:pt x="3226714" y="66789"/>
                  <a:pt x="3223825" y="64133"/>
                </a:cubicBezTo>
                <a:cubicBezTo>
                  <a:pt x="3220936" y="61478"/>
                  <a:pt x="3219492" y="57401"/>
                  <a:pt x="3219492" y="51903"/>
                </a:cubicBezTo>
                <a:lnTo>
                  <a:pt x="3219492" y="27489"/>
                </a:lnTo>
                <a:lnTo>
                  <a:pt x="3206400" y="27489"/>
                </a:lnTo>
                <a:lnTo>
                  <a:pt x="3206400" y="20687"/>
                </a:lnTo>
                <a:lnTo>
                  <a:pt x="3219492" y="20687"/>
                </a:lnTo>
                <a:lnTo>
                  <a:pt x="3219492" y="7787"/>
                </a:lnTo>
                <a:lnTo>
                  <a:pt x="3227599" y="5684"/>
                </a:lnTo>
                <a:lnTo>
                  <a:pt x="3227599" y="20687"/>
                </a:lnTo>
                <a:lnTo>
                  <a:pt x="3248612" y="20687"/>
                </a:lnTo>
                <a:lnTo>
                  <a:pt x="3248612" y="27489"/>
                </a:lnTo>
                <a:lnTo>
                  <a:pt x="3227599" y="27489"/>
                </a:lnTo>
                <a:lnTo>
                  <a:pt x="3227599" y="51251"/>
                </a:lnTo>
                <a:cubicBezTo>
                  <a:pt x="3227599" y="54605"/>
                  <a:pt x="3228492" y="57114"/>
                  <a:pt x="3230278" y="58775"/>
                </a:cubicBezTo>
                <a:cubicBezTo>
                  <a:pt x="3232064" y="60437"/>
                  <a:pt x="3234696" y="61268"/>
                  <a:pt x="3238175" y="61268"/>
                </a:cubicBezTo>
                <a:cubicBezTo>
                  <a:pt x="3239666" y="61268"/>
                  <a:pt x="3241297" y="61148"/>
                  <a:pt x="3243067" y="60908"/>
                </a:cubicBezTo>
                <a:cubicBezTo>
                  <a:pt x="3244838" y="60668"/>
                  <a:pt x="3246686" y="60291"/>
                  <a:pt x="3248612" y="59777"/>
                </a:cubicBezTo>
                <a:lnTo>
                  <a:pt x="3248612" y="66766"/>
                </a:lnTo>
                <a:close/>
                <a:moveTo>
                  <a:pt x="3300377" y="67465"/>
                </a:moveTo>
                <a:lnTo>
                  <a:pt x="3292270" y="67465"/>
                </a:lnTo>
                <a:lnTo>
                  <a:pt x="3292270" y="37599"/>
                </a:lnTo>
                <a:cubicBezTo>
                  <a:pt x="3292270" y="33996"/>
                  <a:pt x="3291595" y="31302"/>
                  <a:pt x="3290243" y="29516"/>
                </a:cubicBezTo>
                <a:cubicBezTo>
                  <a:pt x="3288892" y="27730"/>
                  <a:pt x="3286959" y="26837"/>
                  <a:pt x="3284443" y="26837"/>
                </a:cubicBezTo>
                <a:cubicBezTo>
                  <a:pt x="3283356" y="26837"/>
                  <a:pt x="3282338" y="26984"/>
                  <a:pt x="3281391" y="27279"/>
                </a:cubicBezTo>
                <a:cubicBezTo>
                  <a:pt x="3280444" y="27574"/>
                  <a:pt x="3279457" y="28087"/>
                  <a:pt x="3278432" y="28817"/>
                </a:cubicBezTo>
                <a:cubicBezTo>
                  <a:pt x="3277407" y="29547"/>
                  <a:pt x="3276289" y="30533"/>
                  <a:pt x="3275078" y="31775"/>
                </a:cubicBezTo>
                <a:cubicBezTo>
                  <a:pt x="3273866" y="33018"/>
                  <a:pt x="3272469" y="34571"/>
                  <a:pt x="3270885" y="36435"/>
                </a:cubicBezTo>
                <a:lnTo>
                  <a:pt x="3270885" y="67465"/>
                </a:lnTo>
                <a:lnTo>
                  <a:pt x="3262778" y="67465"/>
                </a:lnTo>
                <a:lnTo>
                  <a:pt x="3262778" y="1584"/>
                </a:lnTo>
                <a:lnTo>
                  <a:pt x="3270885" y="1584"/>
                </a:lnTo>
                <a:lnTo>
                  <a:pt x="3270885" y="20674"/>
                </a:lnTo>
                <a:lnTo>
                  <a:pt x="3270605" y="28048"/>
                </a:lnTo>
                <a:cubicBezTo>
                  <a:pt x="3271879" y="26526"/>
                  <a:pt x="3273129" y="25245"/>
                  <a:pt x="3274356" y="24204"/>
                </a:cubicBezTo>
                <a:cubicBezTo>
                  <a:pt x="3275583" y="23164"/>
                  <a:pt x="3276809" y="22317"/>
                  <a:pt x="3278036" y="21665"/>
                </a:cubicBezTo>
                <a:cubicBezTo>
                  <a:pt x="3279263" y="21013"/>
                  <a:pt x="3280513" y="20547"/>
                  <a:pt x="3281787" y="20267"/>
                </a:cubicBezTo>
                <a:cubicBezTo>
                  <a:pt x="3283060" y="19988"/>
                  <a:pt x="3284381" y="19848"/>
                  <a:pt x="3285747" y="19848"/>
                </a:cubicBezTo>
                <a:cubicBezTo>
                  <a:pt x="3290406" y="19848"/>
                  <a:pt x="3294010" y="21269"/>
                  <a:pt x="3296557" y="24111"/>
                </a:cubicBezTo>
                <a:cubicBezTo>
                  <a:pt x="3299104" y="26953"/>
                  <a:pt x="3300377" y="31232"/>
                  <a:pt x="3300377" y="36947"/>
                </a:cubicBezTo>
                <a:lnTo>
                  <a:pt x="3300377" y="67465"/>
                </a:lnTo>
                <a:close/>
                <a:moveTo>
                  <a:pt x="3390163" y="12859"/>
                </a:moveTo>
                <a:lnTo>
                  <a:pt x="3382056" y="12859"/>
                </a:lnTo>
                <a:lnTo>
                  <a:pt x="3367147" y="1584"/>
                </a:lnTo>
                <a:lnTo>
                  <a:pt x="3378888" y="1584"/>
                </a:lnTo>
                <a:lnTo>
                  <a:pt x="3390163" y="12859"/>
                </a:lnTo>
                <a:moveTo>
                  <a:pt x="3359040" y="20687"/>
                </a:moveTo>
                <a:lnTo>
                  <a:pt x="3359040" y="20687"/>
                </a:lnTo>
                <a:close/>
                <a:moveTo>
                  <a:pt x="3458502" y="43237"/>
                </a:moveTo>
                <a:cubicBezTo>
                  <a:pt x="3458502" y="47399"/>
                  <a:pt x="3457919" y="51033"/>
                  <a:pt x="3456755" y="54139"/>
                </a:cubicBezTo>
                <a:cubicBezTo>
                  <a:pt x="3455590" y="57246"/>
                  <a:pt x="3453982" y="59824"/>
                  <a:pt x="3451932" y="61874"/>
                </a:cubicBezTo>
                <a:cubicBezTo>
                  <a:pt x="3449882" y="63924"/>
                  <a:pt x="3447460" y="65461"/>
                  <a:pt x="3444664" y="66486"/>
                </a:cubicBezTo>
                <a:cubicBezTo>
                  <a:pt x="3441869" y="67511"/>
                  <a:pt x="3438840" y="68024"/>
                  <a:pt x="3435579" y="68024"/>
                </a:cubicBezTo>
                <a:cubicBezTo>
                  <a:pt x="3434088" y="68024"/>
                  <a:pt x="3432605" y="67946"/>
                  <a:pt x="3431129" y="67791"/>
                </a:cubicBezTo>
                <a:cubicBezTo>
                  <a:pt x="3429654" y="67635"/>
                  <a:pt x="3428155" y="67371"/>
                  <a:pt x="3426633" y="66999"/>
                </a:cubicBezTo>
                <a:lnTo>
                  <a:pt x="3426633" y="86567"/>
                </a:lnTo>
                <a:lnTo>
                  <a:pt x="3418526" y="86567"/>
                </a:lnTo>
                <a:lnTo>
                  <a:pt x="3418526" y="20687"/>
                </a:lnTo>
                <a:lnTo>
                  <a:pt x="3425748" y="20687"/>
                </a:lnTo>
                <a:lnTo>
                  <a:pt x="3426260" y="28514"/>
                </a:lnTo>
                <a:cubicBezTo>
                  <a:pt x="3428590" y="25315"/>
                  <a:pt x="3431075" y="23071"/>
                  <a:pt x="3433715" y="21782"/>
                </a:cubicBezTo>
                <a:cubicBezTo>
                  <a:pt x="3436355" y="20493"/>
                  <a:pt x="3439213" y="19848"/>
                  <a:pt x="3442288" y="19848"/>
                </a:cubicBezTo>
                <a:cubicBezTo>
                  <a:pt x="3444959" y="19848"/>
                  <a:pt x="3447304" y="20407"/>
                  <a:pt x="3449323" y="21525"/>
                </a:cubicBezTo>
                <a:cubicBezTo>
                  <a:pt x="3451342" y="22644"/>
                  <a:pt x="3453035" y="24220"/>
                  <a:pt x="3454402" y="26254"/>
                </a:cubicBezTo>
                <a:cubicBezTo>
                  <a:pt x="3455768" y="28289"/>
                  <a:pt x="3456793" y="30743"/>
                  <a:pt x="3457477" y="33616"/>
                </a:cubicBezTo>
                <a:cubicBezTo>
                  <a:pt x="3458160" y="36489"/>
                  <a:pt x="3458502" y="39696"/>
                  <a:pt x="3458502" y="43237"/>
                </a:cubicBezTo>
                <a:moveTo>
                  <a:pt x="3450209" y="43610"/>
                </a:moveTo>
                <a:cubicBezTo>
                  <a:pt x="3450209" y="41156"/>
                  <a:pt x="3450030" y="38904"/>
                  <a:pt x="3449673" y="36854"/>
                </a:cubicBezTo>
                <a:cubicBezTo>
                  <a:pt x="3449316" y="34804"/>
                  <a:pt x="3448749" y="33049"/>
                  <a:pt x="3447972" y="31589"/>
                </a:cubicBezTo>
                <a:cubicBezTo>
                  <a:pt x="3447196" y="30129"/>
                  <a:pt x="3446202" y="28988"/>
                  <a:pt x="3444990" y="28165"/>
                </a:cubicBezTo>
                <a:cubicBezTo>
                  <a:pt x="3443779" y="27342"/>
                  <a:pt x="3442335" y="26930"/>
                  <a:pt x="3440657" y="26930"/>
                </a:cubicBezTo>
                <a:cubicBezTo>
                  <a:pt x="3439632" y="26930"/>
                  <a:pt x="3438592" y="27093"/>
                  <a:pt x="3437536" y="27419"/>
                </a:cubicBezTo>
                <a:cubicBezTo>
                  <a:pt x="3436480" y="27745"/>
                  <a:pt x="3435385" y="28289"/>
                  <a:pt x="3434251" y="29050"/>
                </a:cubicBezTo>
                <a:cubicBezTo>
                  <a:pt x="3433117" y="29811"/>
                  <a:pt x="3431921" y="30820"/>
                  <a:pt x="3430663" y="32078"/>
                </a:cubicBezTo>
                <a:cubicBezTo>
                  <a:pt x="3429405" y="33336"/>
                  <a:pt x="3428062" y="34897"/>
                  <a:pt x="3426633" y="36761"/>
                </a:cubicBezTo>
                <a:lnTo>
                  <a:pt x="3426633" y="59451"/>
                </a:lnTo>
                <a:cubicBezTo>
                  <a:pt x="3428124" y="60072"/>
                  <a:pt x="3429693" y="60561"/>
                  <a:pt x="3431339" y="60919"/>
                </a:cubicBezTo>
                <a:cubicBezTo>
                  <a:pt x="3432985" y="61276"/>
                  <a:pt x="3434600" y="61454"/>
                  <a:pt x="3436184" y="61454"/>
                </a:cubicBezTo>
                <a:cubicBezTo>
                  <a:pt x="3440564" y="61454"/>
                  <a:pt x="3443996" y="59971"/>
                  <a:pt x="3446481" y="57005"/>
                </a:cubicBezTo>
                <a:cubicBezTo>
                  <a:pt x="3448966" y="54038"/>
                  <a:pt x="3450209" y="49573"/>
                  <a:pt x="3450209" y="43610"/>
                </a:cubicBezTo>
                <a:close/>
                <a:moveTo>
                  <a:pt x="3511106" y="43703"/>
                </a:moveTo>
                <a:cubicBezTo>
                  <a:pt x="3511106" y="47337"/>
                  <a:pt x="3510593" y="50668"/>
                  <a:pt x="3509568" y="53697"/>
                </a:cubicBezTo>
                <a:cubicBezTo>
                  <a:pt x="3508543" y="56725"/>
                  <a:pt x="3507068" y="59319"/>
                  <a:pt x="3505142" y="61478"/>
                </a:cubicBezTo>
                <a:cubicBezTo>
                  <a:pt x="3503216" y="63636"/>
                  <a:pt x="3500871" y="65314"/>
                  <a:pt x="3498107" y="66510"/>
                </a:cubicBezTo>
                <a:cubicBezTo>
                  <a:pt x="3495342" y="67705"/>
                  <a:pt x="3492205" y="68303"/>
                  <a:pt x="3488695" y="68303"/>
                </a:cubicBezTo>
                <a:cubicBezTo>
                  <a:pt x="3485341" y="68303"/>
                  <a:pt x="3482335" y="67783"/>
                  <a:pt x="3479680" y="66742"/>
                </a:cubicBezTo>
                <a:cubicBezTo>
                  <a:pt x="3477024" y="65702"/>
                  <a:pt x="3474772" y="64172"/>
                  <a:pt x="3472924" y="62153"/>
                </a:cubicBezTo>
                <a:cubicBezTo>
                  <a:pt x="3471076" y="60134"/>
                  <a:pt x="3469663" y="57634"/>
                  <a:pt x="3468684" y="54652"/>
                </a:cubicBezTo>
                <a:cubicBezTo>
                  <a:pt x="3467706" y="51670"/>
                  <a:pt x="3467216" y="48238"/>
                  <a:pt x="3467216" y="44355"/>
                </a:cubicBezTo>
                <a:cubicBezTo>
                  <a:pt x="3467216" y="40721"/>
                  <a:pt x="3467729" y="37405"/>
                  <a:pt x="3468754" y="34408"/>
                </a:cubicBezTo>
                <a:cubicBezTo>
                  <a:pt x="3469779" y="31411"/>
                  <a:pt x="3471254" y="28832"/>
                  <a:pt x="3473180" y="26674"/>
                </a:cubicBezTo>
                <a:cubicBezTo>
                  <a:pt x="3475106" y="24515"/>
                  <a:pt x="3477451" y="22838"/>
                  <a:pt x="3480216" y="21642"/>
                </a:cubicBezTo>
                <a:cubicBezTo>
                  <a:pt x="3482980" y="20446"/>
                  <a:pt x="3486117" y="19848"/>
                  <a:pt x="3489627" y="19848"/>
                </a:cubicBezTo>
                <a:cubicBezTo>
                  <a:pt x="3492982" y="19848"/>
                  <a:pt x="3495987" y="20368"/>
                  <a:pt x="3498643" y="21409"/>
                </a:cubicBezTo>
                <a:cubicBezTo>
                  <a:pt x="3501298" y="22449"/>
                  <a:pt x="3503550" y="23971"/>
                  <a:pt x="3505398" y="25975"/>
                </a:cubicBezTo>
                <a:cubicBezTo>
                  <a:pt x="3507246" y="27978"/>
                  <a:pt x="3508660" y="30471"/>
                  <a:pt x="3509638" y="33453"/>
                </a:cubicBezTo>
                <a:cubicBezTo>
                  <a:pt x="3510617" y="36435"/>
                  <a:pt x="3511106" y="39851"/>
                  <a:pt x="3511106" y="43703"/>
                </a:cubicBezTo>
                <a:moveTo>
                  <a:pt x="3502812" y="44076"/>
                </a:moveTo>
                <a:cubicBezTo>
                  <a:pt x="3502812" y="41187"/>
                  <a:pt x="3502494" y="38663"/>
                  <a:pt x="3501857" y="36505"/>
                </a:cubicBezTo>
                <a:cubicBezTo>
                  <a:pt x="3501221" y="34346"/>
                  <a:pt x="3500312" y="32544"/>
                  <a:pt x="3499132" y="31100"/>
                </a:cubicBezTo>
                <a:cubicBezTo>
                  <a:pt x="3497951" y="29656"/>
                  <a:pt x="3496515" y="28568"/>
                  <a:pt x="3494822" y="27838"/>
                </a:cubicBezTo>
                <a:cubicBezTo>
                  <a:pt x="3493129" y="27109"/>
                  <a:pt x="3491242" y="26744"/>
                  <a:pt x="3489161" y="26744"/>
                </a:cubicBezTo>
                <a:cubicBezTo>
                  <a:pt x="3486738" y="26744"/>
                  <a:pt x="3484665" y="27217"/>
                  <a:pt x="3482941" y="28165"/>
                </a:cubicBezTo>
                <a:cubicBezTo>
                  <a:pt x="3481217" y="29112"/>
                  <a:pt x="3479804" y="30378"/>
                  <a:pt x="3478701" y="31962"/>
                </a:cubicBezTo>
                <a:cubicBezTo>
                  <a:pt x="3477599" y="33546"/>
                  <a:pt x="3476791" y="35386"/>
                  <a:pt x="3476279" y="37483"/>
                </a:cubicBezTo>
                <a:cubicBezTo>
                  <a:pt x="3475766" y="39580"/>
                  <a:pt x="3475510" y="41777"/>
                  <a:pt x="3475510" y="44076"/>
                </a:cubicBezTo>
                <a:cubicBezTo>
                  <a:pt x="3475510" y="46964"/>
                  <a:pt x="3475828" y="49496"/>
                  <a:pt x="3476465" y="51670"/>
                </a:cubicBezTo>
                <a:cubicBezTo>
                  <a:pt x="3477102" y="53844"/>
                  <a:pt x="3478010" y="55654"/>
                  <a:pt x="3479191" y="57098"/>
                </a:cubicBezTo>
                <a:cubicBezTo>
                  <a:pt x="3480371" y="58542"/>
                  <a:pt x="3481800" y="59629"/>
                  <a:pt x="3483477" y="60359"/>
                </a:cubicBezTo>
                <a:cubicBezTo>
                  <a:pt x="3485154" y="61089"/>
                  <a:pt x="3487049" y="61454"/>
                  <a:pt x="3489161" y="61454"/>
                </a:cubicBezTo>
                <a:cubicBezTo>
                  <a:pt x="3491584" y="61454"/>
                  <a:pt x="3493657" y="60981"/>
                  <a:pt x="3495381" y="60033"/>
                </a:cubicBezTo>
                <a:cubicBezTo>
                  <a:pt x="3497105" y="59086"/>
                  <a:pt x="3498518" y="57820"/>
                  <a:pt x="3499621" y="56236"/>
                </a:cubicBezTo>
                <a:cubicBezTo>
                  <a:pt x="3500724" y="54652"/>
                  <a:pt x="3501531" y="52812"/>
                  <a:pt x="3502044" y="50715"/>
                </a:cubicBezTo>
                <a:cubicBezTo>
                  <a:pt x="3502556" y="48618"/>
                  <a:pt x="3502812" y="46405"/>
                  <a:pt x="3502812" y="44076"/>
                </a:cubicBezTo>
                <a:close/>
                <a:moveTo>
                  <a:pt x="3562219" y="43237"/>
                </a:moveTo>
                <a:cubicBezTo>
                  <a:pt x="3562219" y="47399"/>
                  <a:pt x="3561636" y="51033"/>
                  <a:pt x="3560471" y="54139"/>
                </a:cubicBezTo>
                <a:cubicBezTo>
                  <a:pt x="3559307" y="57246"/>
                  <a:pt x="3557699" y="59824"/>
                  <a:pt x="3555649" y="61874"/>
                </a:cubicBezTo>
                <a:cubicBezTo>
                  <a:pt x="3553599" y="63924"/>
                  <a:pt x="3551176" y="65461"/>
                  <a:pt x="3548381" y="66486"/>
                </a:cubicBezTo>
                <a:cubicBezTo>
                  <a:pt x="3545585" y="67511"/>
                  <a:pt x="3542557" y="68024"/>
                  <a:pt x="3539295" y="68024"/>
                </a:cubicBezTo>
                <a:cubicBezTo>
                  <a:pt x="3537805" y="68024"/>
                  <a:pt x="3536321" y="67946"/>
                  <a:pt x="3534846" y="67791"/>
                </a:cubicBezTo>
                <a:cubicBezTo>
                  <a:pt x="3533371" y="67635"/>
                  <a:pt x="3531872" y="67371"/>
                  <a:pt x="3530350" y="66999"/>
                </a:cubicBezTo>
                <a:lnTo>
                  <a:pt x="3530350" y="86567"/>
                </a:lnTo>
                <a:lnTo>
                  <a:pt x="3522243" y="86567"/>
                </a:lnTo>
                <a:lnTo>
                  <a:pt x="3522243" y="20687"/>
                </a:lnTo>
                <a:lnTo>
                  <a:pt x="3529465" y="20687"/>
                </a:lnTo>
                <a:lnTo>
                  <a:pt x="3529977" y="28514"/>
                </a:lnTo>
                <a:cubicBezTo>
                  <a:pt x="3532307" y="25315"/>
                  <a:pt x="3534792" y="23071"/>
                  <a:pt x="3537432" y="21782"/>
                </a:cubicBezTo>
                <a:cubicBezTo>
                  <a:pt x="3540072" y="20493"/>
                  <a:pt x="3542930" y="19848"/>
                  <a:pt x="3546005" y="19848"/>
                </a:cubicBezTo>
                <a:cubicBezTo>
                  <a:pt x="3548676" y="19848"/>
                  <a:pt x="3551021" y="20407"/>
                  <a:pt x="3553040" y="21525"/>
                </a:cubicBezTo>
                <a:cubicBezTo>
                  <a:pt x="3555059" y="22644"/>
                  <a:pt x="3556752" y="24220"/>
                  <a:pt x="3558118" y="26254"/>
                </a:cubicBezTo>
                <a:cubicBezTo>
                  <a:pt x="3559485" y="28289"/>
                  <a:pt x="3560510" y="30743"/>
                  <a:pt x="3561193" y="33616"/>
                </a:cubicBezTo>
                <a:cubicBezTo>
                  <a:pt x="3561877" y="36489"/>
                  <a:pt x="3562219" y="39696"/>
                  <a:pt x="3562219" y="43237"/>
                </a:cubicBezTo>
                <a:moveTo>
                  <a:pt x="3553925" y="43610"/>
                </a:moveTo>
                <a:cubicBezTo>
                  <a:pt x="3553925" y="41156"/>
                  <a:pt x="3553747" y="38904"/>
                  <a:pt x="3553389" y="36854"/>
                </a:cubicBezTo>
                <a:cubicBezTo>
                  <a:pt x="3553032" y="34804"/>
                  <a:pt x="3552465" y="33049"/>
                  <a:pt x="3551689" y="31589"/>
                </a:cubicBezTo>
                <a:cubicBezTo>
                  <a:pt x="3550912" y="30129"/>
                  <a:pt x="3549918" y="28988"/>
                  <a:pt x="3548707" y="28165"/>
                </a:cubicBezTo>
                <a:cubicBezTo>
                  <a:pt x="3547496" y="27342"/>
                  <a:pt x="3546051" y="26930"/>
                  <a:pt x="3544374" y="26930"/>
                </a:cubicBezTo>
                <a:cubicBezTo>
                  <a:pt x="3543349" y="26930"/>
                  <a:pt x="3542308" y="27093"/>
                  <a:pt x="3541252" y="27419"/>
                </a:cubicBezTo>
                <a:cubicBezTo>
                  <a:pt x="3540196" y="27745"/>
                  <a:pt x="3539101" y="28289"/>
                  <a:pt x="3537968" y="29050"/>
                </a:cubicBezTo>
                <a:cubicBezTo>
                  <a:pt x="3536834" y="29811"/>
                  <a:pt x="3535638" y="30820"/>
                  <a:pt x="3534380" y="32078"/>
                </a:cubicBezTo>
                <a:cubicBezTo>
                  <a:pt x="3533122" y="33336"/>
                  <a:pt x="3531779" y="34897"/>
                  <a:pt x="3530350" y="36761"/>
                </a:cubicBezTo>
                <a:lnTo>
                  <a:pt x="3530350" y="59451"/>
                </a:lnTo>
                <a:cubicBezTo>
                  <a:pt x="3531841" y="60072"/>
                  <a:pt x="3533409" y="60561"/>
                  <a:pt x="3535056" y="60919"/>
                </a:cubicBezTo>
                <a:cubicBezTo>
                  <a:pt x="3536702" y="61276"/>
                  <a:pt x="3538317" y="61454"/>
                  <a:pt x="3539901" y="61454"/>
                </a:cubicBezTo>
                <a:cubicBezTo>
                  <a:pt x="3544281" y="61454"/>
                  <a:pt x="3547713" y="59971"/>
                  <a:pt x="3550198" y="57005"/>
                </a:cubicBezTo>
                <a:cubicBezTo>
                  <a:pt x="3552683" y="54038"/>
                  <a:pt x="3553925" y="49573"/>
                  <a:pt x="3553925" y="43610"/>
                </a:cubicBezTo>
                <a:close/>
                <a:moveTo>
                  <a:pt x="3611701" y="67465"/>
                </a:moveTo>
                <a:lnTo>
                  <a:pt x="3604433" y="67465"/>
                </a:lnTo>
                <a:lnTo>
                  <a:pt x="3604153" y="59917"/>
                </a:lnTo>
                <a:cubicBezTo>
                  <a:pt x="3602756" y="61532"/>
                  <a:pt x="3601428" y="62875"/>
                  <a:pt x="3600170" y="63947"/>
                </a:cubicBezTo>
                <a:cubicBezTo>
                  <a:pt x="3598912" y="65019"/>
                  <a:pt x="3597661" y="65881"/>
                  <a:pt x="3596419" y="66533"/>
                </a:cubicBezTo>
                <a:cubicBezTo>
                  <a:pt x="3595177" y="67185"/>
                  <a:pt x="3593926" y="67643"/>
                  <a:pt x="3592668" y="67907"/>
                </a:cubicBezTo>
                <a:cubicBezTo>
                  <a:pt x="3591410" y="68171"/>
                  <a:pt x="3590083" y="68303"/>
                  <a:pt x="3588685" y="68303"/>
                </a:cubicBezTo>
                <a:cubicBezTo>
                  <a:pt x="3583870" y="68303"/>
                  <a:pt x="3580236" y="66890"/>
                  <a:pt x="3577782" y="64063"/>
                </a:cubicBezTo>
                <a:cubicBezTo>
                  <a:pt x="3575329" y="61237"/>
                  <a:pt x="3574102" y="56966"/>
                  <a:pt x="3574102" y="51251"/>
                </a:cubicBezTo>
                <a:lnTo>
                  <a:pt x="3574102" y="20687"/>
                </a:lnTo>
                <a:lnTo>
                  <a:pt x="3582209" y="20687"/>
                </a:lnTo>
                <a:lnTo>
                  <a:pt x="3582209" y="50598"/>
                </a:lnTo>
                <a:cubicBezTo>
                  <a:pt x="3582209" y="57774"/>
                  <a:pt x="3584911" y="61361"/>
                  <a:pt x="3590316" y="61361"/>
                </a:cubicBezTo>
                <a:cubicBezTo>
                  <a:pt x="3591310" y="61361"/>
                  <a:pt x="3592280" y="61214"/>
                  <a:pt x="3593228" y="60919"/>
                </a:cubicBezTo>
                <a:cubicBezTo>
                  <a:pt x="3594175" y="60623"/>
                  <a:pt x="3595169" y="60111"/>
                  <a:pt x="3596209" y="59381"/>
                </a:cubicBezTo>
                <a:cubicBezTo>
                  <a:pt x="3597250" y="58651"/>
                  <a:pt x="3598368" y="57665"/>
                  <a:pt x="3599564" y="56422"/>
                </a:cubicBezTo>
                <a:cubicBezTo>
                  <a:pt x="3600760" y="55180"/>
                  <a:pt x="3602103" y="53611"/>
                  <a:pt x="3603594" y="51717"/>
                </a:cubicBezTo>
                <a:lnTo>
                  <a:pt x="3603594" y="20687"/>
                </a:lnTo>
                <a:lnTo>
                  <a:pt x="3611701" y="20687"/>
                </a:lnTo>
                <a:lnTo>
                  <a:pt x="3611701" y="67465"/>
                </a:lnTo>
                <a:close/>
                <a:moveTo>
                  <a:pt x="3665936" y="43237"/>
                </a:moveTo>
                <a:cubicBezTo>
                  <a:pt x="3665936" y="47399"/>
                  <a:pt x="3665353" y="51033"/>
                  <a:pt x="3664189" y="54139"/>
                </a:cubicBezTo>
                <a:cubicBezTo>
                  <a:pt x="3663024" y="57246"/>
                  <a:pt x="3661416" y="59824"/>
                  <a:pt x="3659366" y="61874"/>
                </a:cubicBezTo>
                <a:cubicBezTo>
                  <a:pt x="3657316" y="63924"/>
                  <a:pt x="3654894" y="65461"/>
                  <a:pt x="3652098" y="66486"/>
                </a:cubicBezTo>
                <a:cubicBezTo>
                  <a:pt x="3649303" y="67511"/>
                  <a:pt x="3646274" y="68024"/>
                  <a:pt x="3643013" y="68024"/>
                </a:cubicBezTo>
                <a:cubicBezTo>
                  <a:pt x="3641522" y="68024"/>
                  <a:pt x="3640039" y="67946"/>
                  <a:pt x="3638563" y="67791"/>
                </a:cubicBezTo>
                <a:cubicBezTo>
                  <a:pt x="3637088" y="67635"/>
                  <a:pt x="3635589" y="67371"/>
                  <a:pt x="3634067" y="66999"/>
                </a:cubicBezTo>
                <a:lnTo>
                  <a:pt x="3634067" y="86567"/>
                </a:lnTo>
                <a:lnTo>
                  <a:pt x="3625960" y="86567"/>
                </a:lnTo>
                <a:lnTo>
                  <a:pt x="3625960" y="20687"/>
                </a:lnTo>
                <a:lnTo>
                  <a:pt x="3633182" y="20687"/>
                </a:lnTo>
                <a:lnTo>
                  <a:pt x="3633694" y="28514"/>
                </a:lnTo>
                <a:cubicBezTo>
                  <a:pt x="3636024" y="25315"/>
                  <a:pt x="3638509" y="23071"/>
                  <a:pt x="3641149" y="21782"/>
                </a:cubicBezTo>
                <a:cubicBezTo>
                  <a:pt x="3643789" y="20493"/>
                  <a:pt x="3646647" y="19848"/>
                  <a:pt x="3649722" y="19848"/>
                </a:cubicBezTo>
                <a:cubicBezTo>
                  <a:pt x="3652393" y="19848"/>
                  <a:pt x="3654738" y="20407"/>
                  <a:pt x="3656757" y="21525"/>
                </a:cubicBezTo>
                <a:cubicBezTo>
                  <a:pt x="3658776" y="22644"/>
                  <a:pt x="3660469" y="24220"/>
                  <a:pt x="3661836" y="26254"/>
                </a:cubicBezTo>
                <a:cubicBezTo>
                  <a:pt x="3663202" y="28289"/>
                  <a:pt x="3664227" y="30743"/>
                  <a:pt x="3664911" y="33616"/>
                </a:cubicBezTo>
                <a:cubicBezTo>
                  <a:pt x="3665594" y="36489"/>
                  <a:pt x="3665936" y="39696"/>
                  <a:pt x="3665936" y="43237"/>
                </a:cubicBezTo>
                <a:moveTo>
                  <a:pt x="3657642" y="43610"/>
                </a:moveTo>
                <a:cubicBezTo>
                  <a:pt x="3657642" y="41156"/>
                  <a:pt x="3657464" y="38904"/>
                  <a:pt x="3657107" y="36854"/>
                </a:cubicBezTo>
                <a:cubicBezTo>
                  <a:pt x="3656749" y="34804"/>
                  <a:pt x="3656183" y="33049"/>
                  <a:pt x="3655406" y="31589"/>
                </a:cubicBezTo>
                <a:cubicBezTo>
                  <a:pt x="3654630" y="30129"/>
                  <a:pt x="3653636" y="28988"/>
                  <a:pt x="3652424" y="28165"/>
                </a:cubicBezTo>
                <a:cubicBezTo>
                  <a:pt x="3651213" y="27342"/>
                  <a:pt x="3649768" y="26930"/>
                  <a:pt x="3648091" y="26930"/>
                </a:cubicBezTo>
                <a:cubicBezTo>
                  <a:pt x="3647066" y="26930"/>
                  <a:pt x="3646026" y="27093"/>
                  <a:pt x="3644970" y="27419"/>
                </a:cubicBezTo>
                <a:cubicBezTo>
                  <a:pt x="3643913" y="27745"/>
                  <a:pt x="3642819" y="28289"/>
                  <a:pt x="3641685" y="29050"/>
                </a:cubicBezTo>
                <a:cubicBezTo>
                  <a:pt x="3640551" y="29811"/>
                  <a:pt x="3639355" y="30820"/>
                  <a:pt x="3638097" y="32078"/>
                </a:cubicBezTo>
                <a:cubicBezTo>
                  <a:pt x="3636839" y="33336"/>
                  <a:pt x="3635496" y="34897"/>
                  <a:pt x="3634067" y="36761"/>
                </a:cubicBezTo>
                <a:lnTo>
                  <a:pt x="3634067" y="59451"/>
                </a:lnTo>
                <a:cubicBezTo>
                  <a:pt x="3635558" y="60072"/>
                  <a:pt x="3637127" y="60561"/>
                  <a:pt x="3638773" y="60919"/>
                </a:cubicBezTo>
                <a:cubicBezTo>
                  <a:pt x="3640419" y="61276"/>
                  <a:pt x="3642034" y="61454"/>
                  <a:pt x="3643618" y="61454"/>
                </a:cubicBezTo>
                <a:cubicBezTo>
                  <a:pt x="3647998" y="61454"/>
                  <a:pt x="3651430" y="59971"/>
                  <a:pt x="3653915" y="57005"/>
                </a:cubicBezTo>
                <a:cubicBezTo>
                  <a:pt x="3656400" y="54038"/>
                  <a:pt x="3657642" y="49573"/>
                  <a:pt x="3657642" y="43610"/>
                </a:cubicBezTo>
                <a:close/>
                <a:moveTo>
                  <a:pt x="3717701" y="25159"/>
                </a:moveTo>
                <a:cubicBezTo>
                  <a:pt x="3717701" y="27644"/>
                  <a:pt x="3717235" y="30106"/>
                  <a:pt x="3716303" y="32544"/>
                </a:cubicBezTo>
                <a:cubicBezTo>
                  <a:pt x="3715371" y="34983"/>
                  <a:pt x="3713927" y="37165"/>
                  <a:pt x="3711970" y="39090"/>
                </a:cubicBezTo>
                <a:cubicBezTo>
                  <a:pt x="3710013" y="41016"/>
                  <a:pt x="3707513" y="42577"/>
                  <a:pt x="3704469" y="43773"/>
                </a:cubicBezTo>
                <a:cubicBezTo>
                  <a:pt x="3701425" y="44969"/>
                  <a:pt x="3697791" y="45567"/>
                  <a:pt x="3693567" y="45567"/>
                </a:cubicBezTo>
                <a:lnTo>
                  <a:pt x="3686019" y="45567"/>
                </a:lnTo>
                <a:lnTo>
                  <a:pt x="3686019" y="67465"/>
                </a:lnTo>
                <a:lnTo>
                  <a:pt x="3677725" y="67465"/>
                </a:lnTo>
                <a:lnTo>
                  <a:pt x="3677725" y="6523"/>
                </a:lnTo>
                <a:lnTo>
                  <a:pt x="3694871" y="6523"/>
                </a:lnTo>
                <a:cubicBezTo>
                  <a:pt x="3697884" y="6523"/>
                  <a:pt x="3700773" y="6857"/>
                  <a:pt x="3703537" y="7525"/>
                </a:cubicBezTo>
                <a:cubicBezTo>
                  <a:pt x="3706302" y="8192"/>
                  <a:pt x="3708732" y="9272"/>
                  <a:pt x="3710829" y="10763"/>
                </a:cubicBezTo>
                <a:cubicBezTo>
                  <a:pt x="3712925" y="12254"/>
                  <a:pt x="3714595" y="14179"/>
                  <a:pt x="3715837" y="16540"/>
                </a:cubicBezTo>
                <a:cubicBezTo>
                  <a:pt x="3717080" y="18901"/>
                  <a:pt x="3717701" y="21774"/>
                  <a:pt x="3717701" y="25159"/>
                </a:cubicBezTo>
                <a:moveTo>
                  <a:pt x="3709082" y="25532"/>
                </a:moveTo>
                <a:cubicBezTo>
                  <a:pt x="3709082" y="21619"/>
                  <a:pt x="3707800" y="18621"/>
                  <a:pt x="3705238" y="16540"/>
                </a:cubicBezTo>
                <a:cubicBezTo>
                  <a:pt x="3702675" y="14459"/>
                  <a:pt x="3699095" y="13418"/>
                  <a:pt x="3694498" y="13418"/>
                </a:cubicBezTo>
                <a:lnTo>
                  <a:pt x="3686019" y="13418"/>
                </a:lnTo>
                <a:lnTo>
                  <a:pt x="3686019" y="38485"/>
                </a:lnTo>
                <a:lnTo>
                  <a:pt x="3693753" y="38485"/>
                </a:lnTo>
                <a:cubicBezTo>
                  <a:pt x="3698661" y="38485"/>
                  <a:pt x="3702442" y="37413"/>
                  <a:pt x="3705098" y="35270"/>
                </a:cubicBezTo>
                <a:cubicBezTo>
                  <a:pt x="3707754" y="33127"/>
                  <a:pt x="3709082" y="29881"/>
                  <a:pt x="3709082" y="25532"/>
                </a:cubicBezTo>
                <a:close/>
                <a:moveTo>
                  <a:pt x="3731587" y="20687"/>
                </a:moveTo>
                <a:lnTo>
                  <a:pt x="3738995" y="20687"/>
                </a:lnTo>
                <a:lnTo>
                  <a:pt x="3739228" y="29284"/>
                </a:lnTo>
                <a:cubicBezTo>
                  <a:pt x="3741993" y="25969"/>
                  <a:pt x="3744718" y="23567"/>
                  <a:pt x="3747405" y="22080"/>
                </a:cubicBezTo>
                <a:cubicBezTo>
                  <a:pt x="3750092" y="20592"/>
                  <a:pt x="3752802" y="19848"/>
                  <a:pt x="3755535" y="19848"/>
                </a:cubicBezTo>
                <a:cubicBezTo>
                  <a:pt x="3760381" y="19848"/>
                  <a:pt x="3764054" y="21413"/>
                  <a:pt x="3766554" y="24542"/>
                </a:cubicBezTo>
                <a:cubicBezTo>
                  <a:pt x="3769055" y="27672"/>
                  <a:pt x="3770212" y="32319"/>
                  <a:pt x="3770025" y="38485"/>
                </a:cubicBezTo>
                <a:lnTo>
                  <a:pt x="3761825" y="38485"/>
                </a:lnTo>
                <a:cubicBezTo>
                  <a:pt x="3761919" y="34401"/>
                  <a:pt x="3761321" y="31439"/>
                  <a:pt x="3760032" y="29599"/>
                </a:cubicBezTo>
                <a:cubicBezTo>
                  <a:pt x="3758743" y="27757"/>
                  <a:pt x="3756856" y="26837"/>
                  <a:pt x="3754371" y="26837"/>
                </a:cubicBezTo>
                <a:cubicBezTo>
                  <a:pt x="3753284" y="26837"/>
                  <a:pt x="3752189" y="27030"/>
                  <a:pt x="3751086" y="27418"/>
                </a:cubicBezTo>
                <a:cubicBezTo>
                  <a:pt x="3749983" y="27804"/>
                  <a:pt x="3748850" y="28422"/>
                  <a:pt x="3747685" y="29273"/>
                </a:cubicBezTo>
                <a:cubicBezTo>
                  <a:pt x="3746520" y="30123"/>
                  <a:pt x="3745285" y="31213"/>
                  <a:pt x="3743981" y="32544"/>
                </a:cubicBezTo>
                <a:cubicBezTo>
                  <a:pt x="3742676" y="33874"/>
                  <a:pt x="3741278" y="35482"/>
                  <a:pt x="3739787" y="37369"/>
                </a:cubicBezTo>
                <a:lnTo>
                  <a:pt x="3739787" y="67465"/>
                </a:lnTo>
                <a:lnTo>
                  <a:pt x="3731587" y="67465"/>
                </a:lnTo>
                <a:lnTo>
                  <a:pt x="3731587" y="20687"/>
                </a:lnTo>
                <a:close/>
                <a:moveTo>
                  <a:pt x="3822256" y="43703"/>
                </a:moveTo>
                <a:cubicBezTo>
                  <a:pt x="3822256" y="47337"/>
                  <a:pt x="3821744" y="50668"/>
                  <a:pt x="3820719" y="53697"/>
                </a:cubicBezTo>
                <a:cubicBezTo>
                  <a:pt x="3819694" y="56725"/>
                  <a:pt x="3818218" y="59319"/>
                  <a:pt x="3816293" y="61478"/>
                </a:cubicBezTo>
                <a:cubicBezTo>
                  <a:pt x="3814367" y="63636"/>
                  <a:pt x="3812022" y="65314"/>
                  <a:pt x="3809257" y="66510"/>
                </a:cubicBezTo>
                <a:cubicBezTo>
                  <a:pt x="3806493" y="67705"/>
                  <a:pt x="3803356" y="68303"/>
                  <a:pt x="3799846" y="68303"/>
                </a:cubicBezTo>
                <a:cubicBezTo>
                  <a:pt x="3796491" y="68303"/>
                  <a:pt x="3793486" y="67783"/>
                  <a:pt x="3790830" y="66742"/>
                </a:cubicBezTo>
                <a:cubicBezTo>
                  <a:pt x="3788175" y="65702"/>
                  <a:pt x="3785923" y="64172"/>
                  <a:pt x="3784075" y="62153"/>
                </a:cubicBezTo>
                <a:cubicBezTo>
                  <a:pt x="3782226" y="60134"/>
                  <a:pt x="3780813" y="57634"/>
                  <a:pt x="3779835" y="54652"/>
                </a:cubicBezTo>
                <a:cubicBezTo>
                  <a:pt x="3778856" y="51670"/>
                  <a:pt x="3778367" y="48238"/>
                  <a:pt x="3778367" y="44355"/>
                </a:cubicBezTo>
                <a:cubicBezTo>
                  <a:pt x="3778367" y="40721"/>
                  <a:pt x="3778880" y="37405"/>
                  <a:pt x="3779905" y="34408"/>
                </a:cubicBezTo>
                <a:cubicBezTo>
                  <a:pt x="3780930" y="31411"/>
                  <a:pt x="3782405" y="28832"/>
                  <a:pt x="3784331" y="26674"/>
                </a:cubicBezTo>
                <a:cubicBezTo>
                  <a:pt x="3786257" y="24515"/>
                  <a:pt x="3788602" y="22838"/>
                  <a:pt x="3791366" y="21642"/>
                </a:cubicBezTo>
                <a:cubicBezTo>
                  <a:pt x="3794131" y="20446"/>
                  <a:pt x="3797268" y="19848"/>
                  <a:pt x="3800778" y="19848"/>
                </a:cubicBezTo>
                <a:cubicBezTo>
                  <a:pt x="3804132" y="19848"/>
                  <a:pt x="3807137" y="20368"/>
                  <a:pt x="3809793" y="21409"/>
                </a:cubicBezTo>
                <a:cubicBezTo>
                  <a:pt x="3812449" y="22449"/>
                  <a:pt x="3814701" y="23971"/>
                  <a:pt x="3816549" y="25975"/>
                </a:cubicBezTo>
                <a:cubicBezTo>
                  <a:pt x="3818397" y="27978"/>
                  <a:pt x="3819810" y="30471"/>
                  <a:pt x="3820789" y="33453"/>
                </a:cubicBezTo>
                <a:cubicBezTo>
                  <a:pt x="3821767" y="36435"/>
                  <a:pt x="3822256" y="39851"/>
                  <a:pt x="3822256" y="43703"/>
                </a:cubicBezTo>
                <a:moveTo>
                  <a:pt x="3813963" y="44076"/>
                </a:moveTo>
                <a:cubicBezTo>
                  <a:pt x="3813963" y="41187"/>
                  <a:pt x="3813645" y="38663"/>
                  <a:pt x="3813008" y="36505"/>
                </a:cubicBezTo>
                <a:cubicBezTo>
                  <a:pt x="3812371" y="34346"/>
                  <a:pt x="3811463" y="32544"/>
                  <a:pt x="3810282" y="31100"/>
                </a:cubicBezTo>
                <a:cubicBezTo>
                  <a:pt x="3809102" y="29656"/>
                  <a:pt x="3807665" y="28568"/>
                  <a:pt x="3805973" y="27838"/>
                </a:cubicBezTo>
                <a:cubicBezTo>
                  <a:pt x="3804280" y="27109"/>
                  <a:pt x="3802393" y="26744"/>
                  <a:pt x="3800312" y="26744"/>
                </a:cubicBezTo>
                <a:cubicBezTo>
                  <a:pt x="3797889" y="26744"/>
                  <a:pt x="3795816" y="27217"/>
                  <a:pt x="3794092" y="28165"/>
                </a:cubicBezTo>
                <a:cubicBezTo>
                  <a:pt x="3792368" y="29112"/>
                  <a:pt x="3790955" y="30378"/>
                  <a:pt x="3789852" y="31962"/>
                </a:cubicBezTo>
                <a:cubicBezTo>
                  <a:pt x="3788749" y="33546"/>
                  <a:pt x="3787942" y="35386"/>
                  <a:pt x="3787429" y="37483"/>
                </a:cubicBezTo>
                <a:cubicBezTo>
                  <a:pt x="3786917" y="39580"/>
                  <a:pt x="3786660" y="41777"/>
                  <a:pt x="3786660" y="44076"/>
                </a:cubicBezTo>
                <a:cubicBezTo>
                  <a:pt x="3786660" y="46964"/>
                  <a:pt x="3786979" y="49496"/>
                  <a:pt x="3787616" y="51670"/>
                </a:cubicBezTo>
                <a:cubicBezTo>
                  <a:pt x="3788252" y="53844"/>
                  <a:pt x="3789161" y="55654"/>
                  <a:pt x="3790341" y="57098"/>
                </a:cubicBezTo>
                <a:cubicBezTo>
                  <a:pt x="3791521" y="58542"/>
                  <a:pt x="3792950" y="59629"/>
                  <a:pt x="3794628" y="60359"/>
                </a:cubicBezTo>
                <a:cubicBezTo>
                  <a:pt x="3796305" y="61089"/>
                  <a:pt x="3798200" y="61454"/>
                  <a:pt x="3800312" y="61454"/>
                </a:cubicBezTo>
                <a:cubicBezTo>
                  <a:pt x="3802734" y="61454"/>
                  <a:pt x="3804808" y="60981"/>
                  <a:pt x="3806532" y="60033"/>
                </a:cubicBezTo>
                <a:cubicBezTo>
                  <a:pt x="3808256" y="59086"/>
                  <a:pt x="3809669" y="57820"/>
                  <a:pt x="3810772" y="56236"/>
                </a:cubicBezTo>
                <a:cubicBezTo>
                  <a:pt x="3811874" y="54652"/>
                  <a:pt x="3812682" y="52812"/>
                  <a:pt x="3813194" y="50715"/>
                </a:cubicBezTo>
                <a:cubicBezTo>
                  <a:pt x="3813707" y="48618"/>
                  <a:pt x="3813963" y="46405"/>
                  <a:pt x="3813963" y="44076"/>
                </a:cubicBezTo>
                <a:close/>
                <a:moveTo>
                  <a:pt x="3873369" y="43237"/>
                </a:moveTo>
                <a:cubicBezTo>
                  <a:pt x="3873369" y="47399"/>
                  <a:pt x="3872787" y="51033"/>
                  <a:pt x="3871622" y="54139"/>
                </a:cubicBezTo>
                <a:cubicBezTo>
                  <a:pt x="3870457" y="57246"/>
                  <a:pt x="3868850" y="59824"/>
                  <a:pt x="3866800" y="61874"/>
                </a:cubicBezTo>
                <a:cubicBezTo>
                  <a:pt x="3864750" y="63924"/>
                  <a:pt x="3862327" y="65461"/>
                  <a:pt x="3859532" y="66486"/>
                </a:cubicBezTo>
                <a:cubicBezTo>
                  <a:pt x="3856736" y="67511"/>
                  <a:pt x="3853708" y="68024"/>
                  <a:pt x="3850446" y="68024"/>
                </a:cubicBezTo>
                <a:cubicBezTo>
                  <a:pt x="3848955" y="68024"/>
                  <a:pt x="3847472" y="67946"/>
                  <a:pt x="3845997" y="67791"/>
                </a:cubicBezTo>
                <a:cubicBezTo>
                  <a:pt x="3844521" y="67635"/>
                  <a:pt x="3843023" y="67371"/>
                  <a:pt x="3841501" y="66999"/>
                </a:cubicBezTo>
                <a:lnTo>
                  <a:pt x="3841501" y="86567"/>
                </a:lnTo>
                <a:lnTo>
                  <a:pt x="3833394" y="86567"/>
                </a:lnTo>
                <a:lnTo>
                  <a:pt x="3833394" y="20687"/>
                </a:lnTo>
                <a:lnTo>
                  <a:pt x="3840615" y="20687"/>
                </a:lnTo>
                <a:lnTo>
                  <a:pt x="3841128" y="28514"/>
                </a:lnTo>
                <a:cubicBezTo>
                  <a:pt x="3843458" y="25315"/>
                  <a:pt x="3845942" y="23071"/>
                  <a:pt x="3848583" y="21782"/>
                </a:cubicBezTo>
                <a:cubicBezTo>
                  <a:pt x="3851223" y="20493"/>
                  <a:pt x="3854080" y="19848"/>
                  <a:pt x="3857156" y="19848"/>
                </a:cubicBezTo>
                <a:cubicBezTo>
                  <a:pt x="3859827" y="19848"/>
                  <a:pt x="3862172" y="20407"/>
                  <a:pt x="3864191" y="21525"/>
                </a:cubicBezTo>
                <a:cubicBezTo>
                  <a:pt x="3866210" y="22644"/>
                  <a:pt x="3867903" y="24220"/>
                  <a:pt x="3869269" y="26254"/>
                </a:cubicBezTo>
                <a:cubicBezTo>
                  <a:pt x="3870636" y="28289"/>
                  <a:pt x="3871661" y="30743"/>
                  <a:pt x="3872344" y="33616"/>
                </a:cubicBezTo>
                <a:cubicBezTo>
                  <a:pt x="3873028" y="36489"/>
                  <a:pt x="3873369" y="39696"/>
                  <a:pt x="3873369" y="43237"/>
                </a:cubicBezTo>
                <a:moveTo>
                  <a:pt x="3865076" y="43610"/>
                </a:moveTo>
                <a:cubicBezTo>
                  <a:pt x="3865076" y="41156"/>
                  <a:pt x="3864897" y="38904"/>
                  <a:pt x="3864540" y="36854"/>
                </a:cubicBezTo>
                <a:cubicBezTo>
                  <a:pt x="3864183" y="34804"/>
                  <a:pt x="3863616" y="33049"/>
                  <a:pt x="3862840" y="31589"/>
                </a:cubicBezTo>
                <a:cubicBezTo>
                  <a:pt x="3862063" y="30129"/>
                  <a:pt x="3861069" y="28988"/>
                  <a:pt x="3859858" y="28165"/>
                </a:cubicBezTo>
                <a:cubicBezTo>
                  <a:pt x="3858646" y="27342"/>
                  <a:pt x="3857202" y="26930"/>
                  <a:pt x="3855525" y="26930"/>
                </a:cubicBezTo>
                <a:cubicBezTo>
                  <a:pt x="3854500" y="26930"/>
                  <a:pt x="3853459" y="27093"/>
                  <a:pt x="3852403" y="27419"/>
                </a:cubicBezTo>
                <a:cubicBezTo>
                  <a:pt x="3851347" y="27745"/>
                  <a:pt x="3850252" y="28289"/>
                  <a:pt x="3849118" y="29050"/>
                </a:cubicBezTo>
                <a:cubicBezTo>
                  <a:pt x="3847985" y="29811"/>
                  <a:pt x="3846789" y="30820"/>
                  <a:pt x="3845531" y="32078"/>
                </a:cubicBezTo>
                <a:cubicBezTo>
                  <a:pt x="3844273" y="33336"/>
                  <a:pt x="3842930" y="34897"/>
                  <a:pt x="3841501" y="36761"/>
                </a:cubicBezTo>
                <a:lnTo>
                  <a:pt x="3841501" y="59451"/>
                </a:lnTo>
                <a:cubicBezTo>
                  <a:pt x="3842992" y="60072"/>
                  <a:pt x="3844560" y="60561"/>
                  <a:pt x="3846206" y="60919"/>
                </a:cubicBezTo>
                <a:cubicBezTo>
                  <a:pt x="3847853" y="61276"/>
                  <a:pt x="3849468" y="61454"/>
                  <a:pt x="3851052" y="61454"/>
                </a:cubicBezTo>
                <a:cubicBezTo>
                  <a:pt x="3855432" y="61454"/>
                  <a:pt x="3858864" y="59971"/>
                  <a:pt x="3861349" y="57005"/>
                </a:cubicBezTo>
                <a:cubicBezTo>
                  <a:pt x="3863834" y="54038"/>
                  <a:pt x="3865076" y="49573"/>
                  <a:pt x="3865076" y="43610"/>
                </a:cubicBezTo>
                <a:close/>
                <a:moveTo>
                  <a:pt x="3922293" y="54699"/>
                </a:moveTo>
                <a:cubicBezTo>
                  <a:pt x="3922293" y="56345"/>
                  <a:pt x="3922013" y="57820"/>
                  <a:pt x="3921454" y="59125"/>
                </a:cubicBezTo>
                <a:cubicBezTo>
                  <a:pt x="3920895" y="60429"/>
                  <a:pt x="3920134" y="61586"/>
                  <a:pt x="3919171" y="62596"/>
                </a:cubicBezTo>
                <a:cubicBezTo>
                  <a:pt x="3918208" y="63605"/>
                  <a:pt x="3917090" y="64467"/>
                  <a:pt x="3915816" y="65182"/>
                </a:cubicBezTo>
                <a:cubicBezTo>
                  <a:pt x="3914543" y="65896"/>
                  <a:pt x="3913184" y="66486"/>
                  <a:pt x="3911740" y="66952"/>
                </a:cubicBezTo>
                <a:cubicBezTo>
                  <a:pt x="3910295" y="67418"/>
                  <a:pt x="3908812" y="67760"/>
                  <a:pt x="3907290" y="67977"/>
                </a:cubicBezTo>
                <a:cubicBezTo>
                  <a:pt x="3905768" y="68195"/>
                  <a:pt x="3904277" y="68303"/>
                  <a:pt x="3902817" y="68303"/>
                </a:cubicBezTo>
                <a:cubicBezTo>
                  <a:pt x="3899649" y="68303"/>
                  <a:pt x="3896737" y="68164"/>
                  <a:pt x="3894081" y="67884"/>
                </a:cubicBezTo>
                <a:cubicBezTo>
                  <a:pt x="3891426" y="67604"/>
                  <a:pt x="3888824" y="67154"/>
                  <a:pt x="3886277" y="66533"/>
                </a:cubicBezTo>
                <a:lnTo>
                  <a:pt x="3886277" y="59078"/>
                </a:lnTo>
                <a:cubicBezTo>
                  <a:pt x="3889011" y="59855"/>
                  <a:pt x="3891729" y="60445"/>
                  <a:pt x="3894431" y="60849"/>
                </a:cubicBezTo>
                <a:cubicBezTo>
                  <a:pt x="3897133" y="61252"/>
                  <a:pt x="3899820" y="61454"/>
                  <a:pt x="3902491" y="61454"/>
                </a:cubicBezTo>
                <a:cubicBezTo>
                  <a:pt x="3906374" y="61454"/>
                  <a:pt x="3909247" y="60926"/>
                  <a:pt x="3911111" y="59870"/>
                </a:cubicBezTo>
                <a:cubicBezTo>
                  <a:pt x="3912974" y="58814"/>
                  <a:pt x="3913906" y="57308"/>
                  <a:pt x="3913906" y="55351"/>
                </a:cubicBezTo>
                <a:cubicBezTo>
                  <a:pt x="3913906" y="54512"/>
                  <a:pt x="3913759" y="53759"/>
                  <a:pt x="3913463" y="53091"/>
                </a:cubicBezTo>
                <a:cubicBezTo>
                  <a:pt x="3913168" y="52423"/>
                  <a:pt x="3912633" y="51787"/>
                  <a:pt x="3911856" y="51181"/>
                </a:cubicBezTo>
                <a:cubicBezTo>
                  <a:pt x="3911080" y="50575"/>
                  <a:pt x="3909876" y="49946"/>
                  <a:pt x="3908245" y="49294"/>
                </a:cubicBezTo>
                <a:cubicBezTo>
                  <a:pt x="3906615" y="48642"/>
                  <a:pt x="3904386" y="47896"/>
                  <a:pt x="3901559" y="47058"/>
                </a:cubicBezTo>
                <a:cubicBezTo>
                  <a:pt x="3899447" y="46436"/>
                  <a:pt x="3897498" y="45730"/>
                  <a:pt x="3895712" y="44938"/>
                </a:cubicBezTo>
                <a:cubicBezTo>
                  <a:pt x="3893926" y="44146"/>
                  <a:pt x="3892381" y="43206"/>
                  <a:pt x="3891076" y="42119"/>
                </a:cubicBezTo>
                <a:cubicBezTo>
                  <a:pt x="3889772" y="41032"/>
                  <a:pt x="3888747" y="39758"/>
                  <a:pt x="3888001" y="38298"/>
                </a:cubicBezTo>
                <a:cubicBezTo>
                  <a:pt x="3887256" y="36838"/>
                  <a:pt x="3886883" y="35115"/>
                  <a:pt x="3886883" y="33127"/>
                </a:cubicBezTo>
                <a:cubicBezTo>
                  <a:pt x="3886883" y="31822"/>
                  <a:pt x="3887186" y="30393"/>
                  <a:pt x="3887792" y="28840"/>
                </a:cubicBezTo>
                <a:cubicBezTo>
                  <a:pt x="3888397" y="27287"/>
                  <a:pt x="3889430" y="25843"/>
                  <a:pt x="3890890" y="24507"/>
                </a:cubicBezTo>
                <a:cubicBezTo>
                  <a:pt x="3892350" y="23172"/>
                  <a:pt x="3894322" y="22061"/>
                  <a:pt x="3896807" y="21176"/>
                </a:cubicBezTo>
                <a:cubicBezTo>
                  <a:pt x="3899292" y="20291"/>
                  <a:pt x="3902398" y="19848"/>
                  <a:pt x="3906125" y="19848"/>
                </a:cubicBezTo>
                <a:cubicBezTo>
                  <a:pt x="3907958" y="19848"/>
                  <a:pt x="3909992" y="19949"/>
                  <a:pt x="3912229" y="20151"/>
                </a:cubicBezTo>
                <a:cubicBezTo>
                  <a:pt x="3914465" y="20353"/>
                  <a:pt x="3916795" y="20702"/>
                  <a:pt x="3919218" y="21199"/>
                </a:cubicBezTo>
                <a:lnTo>
                  <a:pt x="3919218" y="28421"/>
                </a:lnTo>
                <a:cubicBezTo>
                  <a:pt x="3916671" y="27800"/>
                  <a:pt x="3914256" y="27342"/>
                  <a:pt x="3911973" y="27046"/>
                </a:cubicBezTo>
                <a:cubicBezTo>
                  <a:pt x="3909690" y="26751"/>
                  <a:pt x="3907709" y="26604"/>
                  <a:pt x="3906032" y="26604"/>
                </a:cubicBezTo>
                <a:cubicBezTo>
                  <a:pt x="3904013" y="26604"/>
                  <a:pt x="3902313" y="26759"/>
                  <a:pt x="3900930" y="27070"/>
                </a:cubicBezTo>
                <a:cubicBezTo>
                  <a:pt x="3899548" y="27380"/>
                  <a:pt x="3898430" y="27807"/>
                  <a:pt x="3897576" y="28351"/>
                </a:cubicBezTo>
                <a:cubicBezTo>
                  <a:pt x="3896722" y="28895"/>
                  <a:pt x="3896108" y="29531"/>
                  <a:pt x="3895735" y="30261"/>
                </a:cubicBezTo>
                <a:cubicBezTo>
                  <a:pt x="3895363" y="30991"/>
                  <a:pt x="3895176" y="31775"/>
                  <a:pt x="3895176" y="32614"/>
                </a:cubicBezTo>
                <a:cubicBezTo>
                  <a:pt x="3895176" y="33453"/>
                  <a:pt x="3895339" y="34214"/>
                  <a:pt x="3895665" y="34897"/>
                </a:cubicBezTo>
                <a:cubicBezTo>
                  <a:pt x="3895992" y="35580"/>
                  <a:pt x="3896597" y="36241"/>
                  <a:pt x="3897483" y="36877"/>
                </a:cubicBezTo>
                <a:cubicBezTo>
                  <a:pt x="3898368" y="37514"/>
                  <a:pt x="3899602" y="38151"/>
                  <a:pt x="3901187" y="38788"/>
                </a:cubicBezTo>
                <a:cubicBezTo>
                  <a:pt x="3902771" y="39424"/>
                  <a:pt x="3904836" y="40115"/>
                  <a:pt x="3907383" y="40861"/>
                </a:cubicBezTo>
                <a:cubicBezTo>
                  <a:pt x="3910148" y="41668"/>
                  <a:pt x="3912477" y="42515"/>
                  <a:pt x="3914372" y="43400"/>
                </a:cubicBezTo>
                <a:cubicBezTo>
                  <a:pt x="3916267" y="44285"/>
                  <a:pt x="3917804" y="45272"/>
                  <a:pt x="3918985" y="46359"/>
                </a:cubicBezTo>
                <a:cubicBezTo>
                  <a:pt x="3920165" y="47446"/>
                  <a:pt x="3921011" y="48673"/>
                  <a:pt x="3921524" y="50039"/>
                </a:cubicBezTo>
                <a:cubicBezTo>
                  <a:pt x="3922036" y="51406"/>
                  <a:pt x="3922293" y="52959"/>
                  <a:pt x="3922293" y="54699"/>
                </a:cubicBezTo>
                <a:close/>
                <a:moveTo>
                  <a:pt x="3975922" y="37366"/>
                </a:moveTo>
                <a:lnTo>
                  <a:pt x="3935853" y="37366"/>
                </a:lnTo>
                <a:lnTo>
                  <a:pt x="3935853" y="30518"/>
                </a:lnTo>
                <a:lnTo>
                  <a:pt x="3975922" y="30518"/>
                </a:lnTo>
                <a:lnTo>
                  <a:pt x="3975922" y="37366"/>
                </a:lnTo>
                <a:moveTo>
                  <a:pt x="3975922" y="53627"/>
                </a:moveTo>
                <a:lnTo>
                  <a:pt x="3935853" y="53627"/>
                </a:lnTo>
                <a:lnTo>
                  <a:pt x="3935853" y="46778"/>
                </a:lnTo>
                <a:lnTo>
                  <a:pt x="3975922" y="46778"/>
                </a:lnTo>
                <a:lnTo>
                  <a:pt x="3975922" y="53627"/>
                </a:lnTo>
                <a:close/>
                <a:moveTo>
                  <a:pt x="4023307" y="86567"/>
                </a:moveTo>
                <a:lnTo>
                  <a:pt x="4019859" y="86567"/>
                </a:lnTo>
                <a:cubicBezTo>
                  <a:pt x="4013865" y="86567"/>
                  <a:pt x="4009407" y="85162"/>
                  <a:pt x="4006488" y="82351"/>
                </a:cubicBezTo>
                <a:cubicBezTo>
                  <a:pt x="4003568" y="79540"/>
                  <a:pt x="4002108" y="75277"/>
                  <a:pt x="4002108" y="69561"/>
                </a:cubicBezTo>
                <a:lnTo>
                  <a:pt x="4002108" y="53534"/>
                </a:lnTo>
                <a:cubicBezTo>
                  <a:pt x="4002108" y="52012"/>
                  <a:pt x="4001937" y="50653"/>
                  <a:pt x="4001596" y="49457"/>
                </a:cubicBezTo>
                <a:cubicBezTo>
                  <a:pt x="4001254" y="48261"/>
                  <a:pt x="4000656" y="47252"/>
                  <a:pt x="3999802" y="46429"/>
                </a:cubicBezTo>
                <a:cubicBezTo>
                  <a:pt x="3998948" y="45605"/>
                  <a:pt x="3997814" y="44976"/>
                  <a:pt x="3996401" y="44542"/>
                </a:cubicBezTo>
                <a:cubicBezTo>
                  <a:pt x="3994987" y="44107"/>
                  <a:pt x="3993209" y="43889"/>
                  <a:pt x="3991066" y="43889"/>
                </a:cubicBezTo>
                <a:lnTo>
                  <a:pt x="3989062" y="43889"/>
                </a:lnTo>
                <a:lnTo>
                  <a:pt x="3989062" y="37413"/>
                </a:lnTo>
                <a:lnTo>
                  <a:pt x="3991066" y="37413"/>
                </a:lnTo>
                <a:cubicBezTo>
                  <a:pt x="3993333" y="37413"/>
                  <a:pt x="3995181" y="37227"/>
                  <a:pt x="3996610" y="36854"/>
                </a:cubicBezTo>
                <a:cubicBezTo>
                  <a:pt x="3998039" y="36481"/>
                  <a:pt x="3999157" y="35914"/>
                  <a:pt x="3999965" y="35153"/>
                </a:cubicBezTo>
                <a:cubicBezTo>
                  <a:pt x="4000772" y="34392"/>
                  <a:pt x="4001332" y="33422"/>
                  <a:pt x="4001642" y="32241"/>
                </a:cubicBezTo>
                <a:cubicBezTo>
                  <a:pt x="4001953" y="31061"/>
                  <a:pt x="4002108" y="29663"/>
                  <a:pt x="4002108" y="28048"/>
                </a:cubicBezTo>
                <a:lnTo>
                  <a:pt x="4002108" y="17006"/>
                </a:lnTo>
                <a:cubicBezTo>
                  <a:pt x="4002108" y="14397"/>
                  <a:pt x="4002419" y="12044"/>
                  <a:pt x="4003040" y="9947"/>
                </a:cubicBezTo>
                <a:cubicBezTo>
                  <a:pt x="4003661" y="7851"/>
                  <a:pt x="4004678" y="6065"/>
                  <a:pt x="4006092" y="4589"/>
                </a:cubicBezTo>
                <a:cubicBezTo>
                  <a:pt x="4007505" y="3114"/>
                  <a:pt x="4009338" y="1980"/>
                  <a:pt x="4011589" y="1188"/>
                </a:cubicBezTo>
                <a:cubicBezTo>
                  <a:pt x="4013841" y="396"/>
                  <a:pt x="4016598" y="0"/>
                  <a:pt x="4019859" y="0"/>
                </a:cubicBezTo>
                <a:lnTo>
                  <a:pt x="4023307" y="0"/>
                </a:lnTo>
                <a:lnTo>
                  <a:pt x="4023307" y="6523"/>
                </a:lnTo>
                <a:lnTo>
                  <a:pt x="4020558" y="6523"/>
                </a:lnTo>
                <a:cubicBezTo>
                  <a:pt x="4013352" y="6523"/>
                  <a:pt x="4009749" y="10017"/>
                  <a:pt x="4009749" y="17006"/>
                </a:cubicBezTo>
                <a:lnTo>
                  <a:pt x="4009749" y="27862"/>
                </a:lnTo>
                <a:cubicBezTo>
                  <a:pt x="4009749" y="35441"/>
                  <a:pt x="4006472" y="39712"/>
                  <a:pt x="3999918" y="40674"/>
                </a:cubicBezTo>
                <a:cubicBezTo>
                  <a:pt x="4006534" y="41327"/>
                  <a:pt x="4009842" y="45582"/>
                  <a:pt x="4009842" y="53441"/>
                </a:cubicBezTo>
                <a:lnTo>
                  <a:pt x="4009842" y="69375"/>
                </a:lnTo>
                <a:cubicBezTo>
                  <a:pt x="4009842" y="76488"/>
                  <a:pt x="4013414" y="80044"/>
                  <a:pt x="4020558" y="80044"/>
                </a:cubicBezTo>
                <a:lnTo>
                  <a:pt x="4023307" y="80044"/>
                </a:lnTo>
                <a:lnTo>
                  <a:pt x="4023307" y="86567"/>
                </a:lnTo>
                <a:close/>
                <a:moveTo>
                  <a:pt x="4075166" y="86567"/>
                </a:moveTo>
                <a:lnTo>
                  <a:pt x="4071718" y="86567"/>
                </a:lnTo>
                <a:cubicBezTo>
                  <a:pt x="4065723" y="86567"/>
                  <a:pt x="4061266" y="85162"/>
                  <a:pt x="4058346" y="82351"/>
                </a:cubicBezTo>
                <a:cubicBezTo>
                  <a:pt x="4055426" y="79540"/>
                  <a:pt x="4053967" y="75277"/>
                  <a:pt x="4053967" y="69561"/>
                </a:cubicBezTo>
                <a:lnTo>
                  <a:pt x="4053967" y="53534"/>
                </a:lnTo>
                <a:cubicBezTo>
                  <a:pt x="4053967" y="52012"/>
                  <a:pt x="4053796" y="50653"/>
                  <a:pt x="4053454" y="49457"/>
                </a:cubicBezTo>
                <a:cubicBezTo>
                  <a:pt x="4053112" y="48261"/>
                  <a:pt x="4052514" y="47252"/>
                  <a:pt x="4051660" y="46429"/>
                </a:cubicBezTo>
                <a:cubicBezTo>
                  <a:pt x="4050806" y="45605"/>
                  <a:pt x="4049672" y="44976"/>
                  <a:pt x="4048259" y="44542"/>
                </a:cubicBezTo>
                <a:cubicBezTo>
                  <a:pt x="4046846" y="44107"/>
                  <a:pt x="4045068" y="43889"/>
                  <a:pt x="4042924" y="43889"/>
                </a:cubicBezTo>
                <a:lnTo>
                  <a:pt x="4040921" y="43889"/>
                </a:lnTo>
                <a:lnTo>
                  <a:pt x="4040921" y="37413"/>
                </a:lnTo>
                <a:lnTo>
                  <a:pt x="4042924" y="37413"/>
                </a:lnTo>
                <a:cubicBezTo>
                  <a:pt x="4045192" y="37413"/>
                  <a:pt x="4047040" y="37227"/>
                  <a:pt x="4048469" y="36854"/>
                </a:cubicBezTo>
                <a:cubicBezTo>
                  <a:pt x="4049898" y="36481"/>
                  <a:pt x="4051016" y="35914"/>
                  <a:pt x="4051823" y="35153"/>
                </a:cubicBezTo>
                <a:cubicBezTo>
                  <a:pt x="4052631" y="34392"/>
                  <a:pt x="4053190" y="33422"/>
                  <a:pt x="4053501" y="32241"/>
                </a:cubicBezTo>
                <a:cubicBezTo>
                  <a:pt x="4053811" y="31061"/>
                  <a:pt x="4053967" y="29663"/>
                  <a:pt x="4053967" y="28048"/>
                </a:cubicBezTo>
                <a:lnTo>
                  <a:pt x="4053967" y="17006"/>
                </a:lnTo>
                <a:cubicBezTo>
                  <a:pt x="4053967" y="14397"/>
                  <a:pt x="4054277" y="12044"/>
                  <a:pt x="4054898" y="9947"/>
                </a:cubicBezTo>
                <a:cubicBezTo>
                  <a:pt x="4055520" y="7851"/>
                  <a:pt x="4056537" y="6065"/>
                  <a:pt x="4057950" y="4589"/>
                </a:cubicBezTo>
                <a:cubicBezTo>
                  <a:pt x="4059363" y="3114"/>
                  <a:pt x="4061196" y="1980"/>
                  <a:pt x="4063448" y="1188"/>
                </a:cubicBezTo>
                <a:cubicBezTo>
                  <a:pt x="4065700" y="396"/>
                  <a:pt x="4068457" y="0"/>
                  <a:pt x="4071718" y="0"/>
                </a:cubicBezTo>
                <a:lnTo>
                  <a:pt x="4075166" y="0"/>
                </a:lnTo>
                <a:lnTo>
                  <a:pt x="4075166" y="6523"/>
                </a:lnTo>
                <a:lnTo>
                  <a:pt x="4072417" y="6523"/>
                </a:lnTo>
                <a:cubicBezTo>
                  <a:pt x="4065211" y="6523"/>
                  <a:pt x="4061608" y="10017"/>
                  <a:pt x="4061608" y="17006"/>
                </a:cubicBezTo>
                <a:lnTo>
                  <a:pt x="4061608" y="27862"/>
                </a:lnTo>
                <a:cubicBezTo>
                  <a:pt x="4061608" y="35441"/>
                  <a:pt x="4058331" y="39712"/>
                  <a:pt x="4051777" y="40674"/>
                </a:cubicBezTo>
                <a:cubicBezTo>
                  <a:pt x="4058393" y="41327"/>
                  <a:pt x="4061701" y="45582"/>
                  <a:pt x="4061701" y="53441"/>
                </a:cubicBezTo>
                <a:lnTo>
                  <a:pt x="4061701" y="69375"/>
                </a:lnTo>
                <a:cubicBezTo>
                  <a:pt x="4061701" y="76488"/>
                  <a:pt x="4065273" y="80044"/>
                  <a:pt x="4072417" y="80044"/>
                </a:cubicBezTo>
                <a:lnTo>
                  <a:pt x="4075166" y="80044"/>
                </a:lnTo>
                <a:lnTo>
                  <a:pt x="4075166" y="86567"/>
                </a:lnTo>
                <a:close/>
                <a:moveTo>
                  <a:pt x="4140166" y="20687"/>
                </a:moveTo>
                <a:lnTo>
                  <a:pt x="4149391" y="20687"/>
                </a:lnTo>
                <a:lnTo>
                  <a:pt x="4160852" y="51623"/>
                </a:lnTo>
                <a:lnTo>
                  <a:pt x="4163322" y="59171"/>
                </a:lnTo>
                <a:lnTo>
                  <a:pt x="4165884" y="51437"/>
                </a:lnTo>
                <a:lnTo>
                  <a:pt x="4177253" y="20687"/>
                </a:lnTo>
                <a:lnTo>
                  <a:pt x="4186152" y="20687"/>
                </a:lnTo>
                <a:lnTo>
                  <a:pt x="4167794" y="67465"/>
                </a:lnTo>
                <a:lnTo>
                  <a:pt x="4158476" y="67465"/>
                </a:lnTo>
                <a:lnTo>
                  <a:pt x="4140166" y="20687"/>
                </a:lnTo>
                <a:close/>
                <a:moveTo>
                  <a:pt x="4235913" y="67465"/>
                </a:moveTo>
                <a:lnTo>
                  <a:pt x="4195798" y="67465"/>
                </a:lnTo>
                <a:lnTo>
                  <a:pt x="4195798" y="60196"/>
                </a:lnTo>
                <a:lnTo>
                  <a:pt x="4211546" y="44526"/>
                </a:lnTo>
                <a:cubicBezTo>
                  <a:pt x="4214124" y="41976"/>
                  <a:pt x="4216220" y="39768"/>
                  <a:pt x="4217836" y="37904"/>
                </a:cubicBezTo>
                <a:cubicBezTo>
                  <a:pt x="4219451" y="36038"/>
                  <a:pt x="4220709" y="34336"/>
                  <a:pt x="4221610" y="32798"/>
                </a:cubicBezTo>
                <a:cubicBezTo>
                  <a:pt x="4222510" y="31258"/>
                  <a:pt x="4223116" y="29805"/>
                  <a:pt x="4223427" y="28437"/>
                </a:cubicBezTo>
                <a:cubicBezTo>
                  <a:pt x="4223737" y="27069"/>
                  <a:pt x="4223892" y="25593"/>
                  <a:pt x="4223892" y="24008"/>
                </a:cubicBezTo>
                <a:cubicBezTo>
                  <a:pt x="4223892" y="22515"/>
                  <a:pt x="4223691" y="21092"/>
                  <a:pt x="4223287" y="19740"/>
                </a:cubicBezTo>
                <a:cubicBezTo>
                  <a:pt x="4222883" y="18387"/>
                  <a:pt x="4222262" y="17198"/>
                  <a:pt x="4221423" y="16172"/>
                </a:cubicBezTo>
                <a:cubicBezTo>
                  <a:pt x="4220584" y="15145"/>
                  <a:pt x="4219497" y="14336"/>
                  <a:pt x="4218162" y="13746"/>
                </a:cubicBezTo>
                <a:cubicBezTo>
                  <a:pt x="4216826" y="13155"/>
                  <a:pt x="4215226" y="12859"/>
                  <a:pt x="4213363" y="12859"/>
                </a:cubicBezTo>
                <a:cubicBezTo>
                  <a:pt x="4210785" y="12859"/>
                  <a:pt x="4208440" y="13438"/>
                  <a:pt x="4206327" y="14596"/>
                </a:cubicBezTo>
                <a:cubicBezTo>
                  <a:pt x="4204215" y="15754"/>
                  <a:pt x="4202274" y="17256"/>
                  <a:pt x="4200504" y="19103"/>
                </a:cubicBezTo>
                <a:lnTo>
                  <a:pt x="4196031" y="13726"/>
                </a:lnTo>
                <a:cubicBezTo>
                  <a:pt x="4198329" y="11294"/>
                  <a:pt x="4200977" y="9346"/>
                  <a:pt x="4203975" y="7881"/>
                </a:cubicBezTo>
                <a:cubicBezTo>
                  <a:pt x="4206972" y="6417"/>
                  <a:pt x="4210459" y="5684"/>
                  <a:pt x="4214434" y="5684"/>
                </a:cubicBezTo>
                <a:cubicBezTo>
                  <a:pt x="4217137" y="5684"/>
                  <a:pt x="4219598" y="6088"/>
                  <a:pt x="4221819" y="6897"/>
                </a:cubicBezTo>
                <a:cubicBezTo>
                  <a:pt x="4224040" y="7705"/>
                  <a:pt x="4225958" y="8870"/>
                  <a:pt x="4227573" y="10394"/>
                </a:cubicBezTo>
                <a:cubicBezTo>
                  <a:pt x="4229188" y="11917"/>
                  <a:pt x="4230439" y="13782"/>
                  <a:pt x="4231324" y="15990"/>
                </a:cubicBezTo>
                <a:cubicBezTo>
                  <a:pt x="4232209" y="18197"/>
                  <a:pt x="4232652" y="20684"/>
                  <a:pt x="4232652" y="23452"/>
                </a:cubicBezTo>
                <a:cubicBezTo>
                  <a:pt x="4232652" y="25783"/>
                  <a:pt x="4232341" y="27944"/>
                  <a:pt x="4231720" y="29934"/>
                </a:cubicBezTo>
                <a:cubicBezTo>
                  <a:pt x="4231099" y="31923"/>
                  <a:pt x="4230159" y="33904"/>
                  <a:pt x="4228901" y="35878"/>
                </a:cubicBezTo>
                <a:cubicBezTo>
                  <a:pt x="4227643" y="37853"/>
                  <a:pt x="4226059" y="39897"/>
                  <a:pt x="4224149" y="42011"/>
                </a:cubicBezTo>
                <a:cubicBezTo>
                  <a:pt x="4222238" y="44124"/>
                  <a:pt x="4219979" y="46440"/>
                  <a:pt x="4217370" y="48959"/>
                </a:cubicBezTo>
                <a:lnTo>
                  <a:pt x="4206327" y="59730"/>
                </a:lnTo>
                <a:lnTo>
                  <a:pt x="4235913" y="59730"/>
                </a:lnTo>
                <a:lnTo>
                  <a:pt x="4235913" y="67465"/>
                </a:lnTo>
                <a:close/>
                <a:moveTo>
                  <a:pt x="4267038" y="19848"/>
                </a:moveTo>
                <a:cubicBezTo>
                  <a:pt x="4268001" y="19848"/>
                  <a:pt x="4268918" y="20042"/>
                  <a:pt x="4269787" y="20430"/>
                </a:cubicBezTo>
                <a:cubicBezTo>
                  <a:pt x="4270657" y="20819"/>
                  <a:pt x="4271418" y="21339"/>
                  <a:pt x="4272070" y="21991"/>
                </a:cubicBezTo>
                <a:cubicBezTo>
                  <a:pt x="4272723" y="22644"/>
                  <a:pt x="4273243" y="23405"/>
                  <a:pt x="4273631" y="24274"/>
                </a:cubicBezTo>
                <a:cubicBezTo>
                  <a:pt x="4274019" y="25144"/>
                  <a:pt x="4274213" y="26060"/>
                  <a:pt x="4274213" y="27023"/>
                </a:cubicBezTo>
                <a:cubicBezTo>
                  <a:pt x="4274213" y="28017"/>
                  <a:pt x="4274019" y="28941"/>
                  <a:pt x="4273631" y="29795"/>
                </a:cubicBezTo>
                <a:cubicBezTo>
                  <a:pt x="4273243" y="30650"/>
                  <a:pt x="4272723" y="31403"/>
                  <a:pt x="4272070" y="32055"/>
                </a:cubicBezTo>
                <a:cubicBezTo>
                  <a:pt x="4271418" y="32707"/>
                  <a:pt x="4270657" y="33220"/>
                  <a:pt x="4269787" y="33593"/>
                </a:cubicBezTo>
                <a:cubicBezTo>
                  <a:pt x="4268918" y="33965"/>
                  <a:pt x="4268001" y="34152"/>
                  <a:pt x="4267038" y="34152"/>
                </a:cubicBezTo>
                <a:cubicBezTo>
                  <a:pt x="4266044" y="34152"/>
                  <a:pt x="4265120" y="33965"/>
                  <a:pt x="4264266" y="33593"/>
                </a:cubicBezTo>
                <a:cubicBezTo>
                  <a:pt x="4263412" y="33220"/>
                  <a:pt x="4262659" y="32707"/>
                  <a:pt x="4262006" y="32055"/>
                </a:cubicBezTo>
                <a:cubicBezTo>
                  <a:pt x="4261354" y="31403"/>
                  <a:pt x="4260842" y="30650"/>
                  <a:pt x="4260469" y="29795"/>
                </a:cubicBezTo>
                <a:cubicBezTo>
                  <a:pt x="4260096" y="28941"/>
                  <a:pt x="4259910" y="28017"/>
                  <a:pt x="4259910" y="27023"/>
                </a:cubicBezTo>
                <a:cubicBezTo>
                  <a:pt x="4259910" y="26060"/>
                  <a:pt x="4260096" y="25144"/>
                  <a:pt x="4260469" y="24274"/>
                </a:cubicBezTo>
                <a:cubicBezTo>
                  <a:pt x="4260842" y="23405"/>
                  <a:pt x="4261354" y="22644"/>
                  <a:pt x="4262006" y="21991"/>
                </a:cubicBezTo>
                <a:cubicBezTo>
                  <a:pt x="4262659" y="21339"/>
                  <a:pt x="4263412" y="20819"/>
                  <a:pt x="4264266" y="20430"/>
                </a:cubicBezTo>
                <a:cubicBezTo>
                  <a:pt x="4265120" y="20042"/>
                  <a:pt x="4266044" y="19848"/>
                  <a:pt x="4267038" y="19848"/>
                </a:cubicBezTo>
                <a:moveTo>
                  <a:pt x="4267038" y="54000"/>
                </a:moveTo>
                <a:cubicBezTo>
                  <a:pt x="4268001" y="54000"/>
                  <a:pt x="4268918" y="54194"/>
                  <a:pt x="4269787" y="54582"/>
                </a:cubicBezTo>
                <a:cubicBezTo>
                  <a:pt x="4270657" y="54970"/>
                  <a:pt x="4271418" y="55491"/>
                  <a:pt x="4272070" y="56143"/>
                </a:cubicBezTo>
                <a:cubicBezTo>
                  <a:pt x="4272723" y="56795"/>
                  <a:pt x="4273243" y="57556"/>
                  <a:pt x="4273631" y="58426"/>
                </a:cubicBezTo>
                <a:cubicBezTo>
                  <a:pt x="4274019" y="59296"/>
                  <a:pt x="4274213" y="60212"/>
                  <a:pt x="4274213" y="61175"/>
                </a:cubicBezTo>
                <a:cubicBezTo>
                  <a:pt x="4274213" y="62169"/>
                  <a:pt x="4274019" y="63093"/>
                  <a:pt x="4273631" y="63947"/>
                </a:cubicBezTo>
                <a:cubicBezTo>
                  <a:pt x="4273243" y="64801"/>
                  <a:pt x="4272723" y="65554"/>
                  <a:pt x="4272070" y="66207"/>
                </a:cubicBezTo>
                <a:cubicBezTo>
                  <a:pt x="4271418" y="66859"/>
                  <a:pt x="4270657" y="67371"/>
                  <a:pt x="4269787" y="67744"/>
                </a:cubicBezTo>
                <a:cubicBezTo>
                  <a:pt x="4268918" y="68117"/>
                  <a:pt x="4268001" y="68303"/>
                  <a:pt x="4267038" y="68303"/>
                </a:cubicBezTo>
                <a:cubicBezTo>
                  <a:pt x="4266044" y="68303"/>
                  <a:pt x="4265120" y="68117"/>
                  <a:pt x="4264266" y="67744"/>
                </a:cubicBezTo>
                <a:cubicBezTo>
                  <a:pt x="4263412" y="67371"/>
                  <a:pt x="4262659" y="66859"/>
                  <a:pt x="4262006" y="66207"/>
                </a:cubicBezTo>
                <a:cubicBezTo>
                  <a:pt x="4261354" y="65554"/>
                  <a:pt x="4260842" y="64801"/>
                  <a:pt x="4260469" y="63947"/>
                </a:cubicBezTo>
                <a:cubicBezTo>
                  <a:pt x="4260096" y="63093"/>
                  <a:pt x="4259910" y="62169"/>
                  <a:pt x="4259910" y="61175"/>
                </a:cubicBezTo>
                <a:cubicBezTo>
                  <a:pt x="4259910" y="60212"/>
                  <a:pt x="4260096" y="59296"/>
                  <a:pt x="4260469" y="58426"/>
                </a:cubicBezTo>
                <a:cubicBezTo>
                  <a:pt x="4260842" y="57556"/>
                  <a:pt x="4261354" y="56795"/>
                  <a:pt x="4262006" y="56143"/>
                </a:cubicBezTo>
                <a:cubicBezTo>
                  <a:pt x="4262659" y="55491"/>
                  <a:pt x="4263412" y="54970"/>
                  <a:pt x="4264266" y="54582"/>
                </a:cubicBezTo>
                <a:cubicBezTo>
                  <a:pt x="4265120" y="54194"/>
                  <a:pt x="4266044" y="54000"/>
                  <a:pt x="4267038" y="54000"/>
                </a:cubicBezTo>
                <a:close/>
                <a:moveTo>
                  <a:pt x="4389672" y="66766"/>
                </a:moveTo>
                <a:cubicBezTo>
                  <a:pt x="4387839" y="67248"/>
                  <a:pt x="4385944" y="67594"/>
                  <a:pt x="4383987" y="67802"/>
                </a:cubicBezTo>
                <a:cubicBezTo>
                  <a:pt x="4382030" y="68012"/>
                  <a:pt x="4380043" y="68117"/>
                  <a:pt x="4378024" y="68117"/>
                </a:cubicBezTo>
                <a:cubicBezTo>
                  <a:pt x="4372153" y="68117"/>
                  <a:pt x="4367773" y="66789"/>
                  <a:pt x="4364885" y="64133"/>
                </a:cubicBezTo>
                <a:cubicBezTo>
                  <a:pt x="4361996" y="61478"/>
                  <a:pt x="4360552" y="57401"/>
                  <a:pt x="4360552" y="51903"/>
                </a:cubicBezTo>
                <a:lnTo>
                  <a:pt x="4360552" y="27489"/>
                </a:lnTo>
                <a:lnTo>
                  <a:pt x="4347460" y="27489"/>
                </a:lnTo>
                <a:lnTo>
                  <a:pt x="4347460" y="20687"/>
                </a:lnTo>
                <a:lnTo>
                  <a:pt x="4360552" y="20687"/>
                </a:lnTo>
                <a:lnTo>
                  <a:pt x="4360552" y="7787"/>
                </a:lnTo>
                <a:lnTo>
                  <a:pt x="4368659" y="5684"/>
                </a:lnTo>
                <a:lnTo>
                  <a:pt x="4368659" y="20687"/>
                </a:lnTo>
                <a:lnTo>
                  <a:pt x="4389672" y="20687"/>
                </a:lnTo>
                <a:lnTo>
                  <a:pt x="4389672" y="27489"/>
                </a:lnTo>
                <a:lnTo>
                  <a:pt x="4368659" y="27489"/>
                </a:lnTo>
                <a:lnTo>
                  <a:pt x="4368659" y="51251"/>
                </a:lnTo>
                <a:cubicBezTo>
                  <a:pt x="4368659" y="54605"/>
                  <a:pt x="4369552" y="57114"/>
                  <a:pt x="4371338" y="58775"/>
                </a:cubicBezTo>
                <a:cubicBezTo>
                  <a:pt x="4373124" y="60437"/>
                  <a:pt x="4375756" y="61268"/>
                  <a:pt x="4379235" y="61268"/>
                </a:cubicBezTo>
                <a:cubicBezTo>
                  <a:pt x="4380726" y="61268"/>
                  <a:pt x="4382357" y="61148"/>
                  <a:pt x="4384127" y="60908"/>
                </a:cubicBezTo>
                <a:cubicBezTo>
                  <a:pt x="4385898" y="60668"/>
                  <a:pt x="4387746" y="60291"/>
                  <a:pt x="4389672" y="59777"/>
                </a:cubicBezTo>
                <a:lnTo>
                  <a:pt x="4389672" y="66766"/>
                </a:lnTo>
                <a:close/>
                <a:moveTo>
                  <a:pt x="4405748" y="20687"/>
                </a:moveTo>
                <a:lnTo>
                  <a:pt x="4413156" y="20687"/>
                </a:lnTo>
                <a:lnTo>
                  <a:pt x="4413389" y="29284"/>
                </a:lnTo>
                <a:cubicBezTo>
                  <a:pt x="4416153" y="25969"/>
                  <a:pt x="4418879" y="23567"/>
                  <a:pt x="4421565" y="22080"/>
                </a:cubicBezTo>
                <a:cubicBezTo>
                  <a:pt x="4424252" y="20592"/>
                  <a:pt x="4426962" y="19848"/>
                  <a:pt x="4429696" y="19848"/>
                </a:cubicBezTo>
                <a:cubicBezTo>
                  <a:pt x="4434541" y="19848"/>
                  <a:pt x="4438214" y="21413"/>
                  <a:pt x="4440715" y="24542"/>
                </a:cubicBezTo>
                <a:cubicBezTo>
                  <a:pt x="4443215" y="27672"/>
                  <a:pt x="4444372" y="32319"/>
                  <a:pt x="4444186" y="38485"/>
                </a:cubicBezTo>
                <a:lnTo>
                  <a:pt x="4435986" y="38485"/>
                </a:lnTo>
                <a:cubicBezTo>
                  <a:pt x="4436079" y="34401"/>
                  <a:pt x="4435481" y="31439"/>
                  <a:pt x="4434192" y="29599"/>
                </a:cubicBezTo>
                <a:cubicBezTo>
                  <a:pt x="4432903" y="27757"/>
                  <a:pt x="4431016" y="26837"/>
                  <a:pt x="4428531" y="26837"/>
                </a:cubicBezTo>
                <a:cubicBezTo>
                  <a:pt x="4427444" y="26837"/>
                  <a:pt x="4426349" y="27030"/>
                  <a:pt x="4425246" y="27418"/>
                </a:cubicBezTo>
                <a:cubicBezTo>
                  <a:pt x="4424144" y="27804"/>
                  <a:pt x="4423010" y="28422"/>
                  <a:pt x="4421845" y="29273"/>
                </a:cubicBezTo>
                <a:cubicBezTo>
                  <a:pt x="4420680" y="30123"/>
                  <a:pt x="4419446" y="31213"/>
                  <a:pt x="4418141" y="32544"/>
                </a:cubicBezTo>
                <a:cubicBezTo>
                  <a:pt x="4416836" y="33874"/>
                  <a:pt x="4415439" y="35482"/>
                  <a:pt x="4413948" y="37369"/>
                </a:cubicBezTo>
                <a:lnTo>
                  <a:pt x="4413948" y="67465"/>
                </a:lnTo>
                <a:lnTo>
                  <a:pt x="4405748" y="67465"/>
                </a:lnTo>
                <a:lnTo>
                  <a:pt x="4405748" y="20687"/>
                </a:lnTo>
                <a:close/>
                <a:moveTo>
                  <a:pt x="4493295" y="67465"/>
                </a:moveTo>
                <a:lnTo>
                  <a:pt x="4486027" y="67465"/>
                </a:lnTo>
                <a:lnTo>
                  <a:pt x="4485747" y="59917"/>
                </a:lnTo>
                <a:cubicBezTo>
                  <a:pt x="4484350" y="61532"/>
                  <a:pt x="4483022" y="62875"/>
                  <a:pt x="4481764" y="63947"/>
                </a:cubicBezTo>
                <a:cubicBezTo>
                  <a:pt x="4480506" y="65019"/>
                  <a:pt x="4479256" y="65881"/>
                  <a:pt x="4478013" y="66533"/>
                </a:cubicBezTo>
                <a:cubicBezTo>
                  <a:pt x="4476771" y="67185"/>
                  <a:pt x="4475521" y="67643"/>
                  <a:pt x="4474263" y="67907"/>
                </a:cubicBezTo>
                <a:cubicBezTo>
                  <a:pt x="4473005" y="68171"/>
                  <a:pt x="4471677" y="68303"/>
                  <a:pt x="4470279" y="68303"/>
                </a:cubicBezTo>
                <a:cubicBezTo>
                  <a:pt x="4465465" y="68303"/>
                  <a:pt x="4461830" y="66890"/>
                  <a:pt x="4459377" y="64063"/>
                </a:cubicBezTo>
                <a:cubicBezTo>
                  <a:pt x="4456923" y="61237"/>
                  <a:pt x="4455696" y="56966"/>
                  <a:pt x="4455696" y="51251"/>
                </a:cubicBezTo>
                <a:lnTo>
                  <a:pt x="4455696" y="20687"/>
                </a:lnTo>
                <a:lnTo>
                  <a:pt x="4463803" y="20687"/>
                </a:lnTo>
                <a:lnTo>
                  <a:pt x="4463803" y="50598"/>
                </a:lnTo>
                <a:cubicBezTo>
                  <a:pt x="4463803" y="57774"/>
                  <a:pt x="4466505" y="61361"/>
                  <a:pt x="4471910" y="61361"/>
                </a:cubicBezTo>
                <a:cubicBezTo>
                  <a:pt x="4472904" y="61361"/>
                  <a:pt x="4473874" y="61214"/>
                  <a:pt x="4474822" y="60919"/>
                </a:cubicBezTo>
                <a:cubicBezTo>
                  <a:pt x="4475769" y="60623"/>
                  <a:pt x="4476763" y="60111"/>
                  <a:pt x="4477804" y="59381"/>
                </a:cubicBezTo>
                <a:cubicBezTo>
                  <a:pt x="4478844" y="58651"/>
                  <a:pt x="4479962" y="57665"/>
                  <a:pt x="4481158" y="56422"/>
                </a:cubicBezTo>
                <a:cubicBezTo>
                  <a:pt x="4482354" y="55180"/>
                  <a:pt x="4483697" y="53611"/>
                  <a:pt x="4485188" y="51717"/>
                </a:cubicBezTo>
                <a:lnTo>
                  <a:pt x="4485188" y="20687"/>
                </a:lnTo>
                <a:lnTo>
                  <a:pt x="4493295" y="20687"/>
                </a:lnTo>
                <a:lnTo>
                  <a:pt x="4493295" y="67465"/>
                </a:lnTo>
                <a:close/>
                <a:moveTo>
                  <a:pt x="4547064" y="41606"/>
                </a:moveTo>
                <a:cubicBezTo>
                  <a:pt x="4547064" y="42756"/>
                  <a:pt x="4547048" y="43718"/>
                  <a:pt x="4547017" y="44495"/>
                </a:cubicBezTo>
                <a:cubicBezTo>
                  <a:pt x="4546986" y="45272"/>
                  <a:pt x="4546940" y="46001"/>
                  <a:pt x="4546878" y="46685"/>
                </a:cubicBezTo>
                <a:lnTo>
                  <a:pt x="4514031" y="46685"/>
                </a:lnTo>
                <a:cubicBezTo>
                  <a:pt x="4514031" y="51468"/>
                  <a:pt x="4515366" y="55141"/>
                  <a:pt x="4518037" y="57704"/>
                </a:cubicBezTo>
                <a:cubicBezTo>
                  <a:pt x="4520709" y="60266"/>
                  <a:pt x="4524560" y="61548"/>
                  <a:pt x="4529592" y="61548"/>
                </a:cubicBezTo>
                <a:cubicBezTo>
                  <a:pt x="4530959" y="61548"/>
                  <a:pt x="4532326" y="61492"/>
                  <a:pt x="4533692" y="61382"/>
                </a:cubicBezTo>
                <a:cubicBezTo>
                  <a:pt x="4535059" y="61270"/>
                  <a:pt x="4536379" y="61119"/>
                  <a:pt x="4537653" y="60929"/>
                </a:cubicBezTo>
                <a:cubicBezTo>
                  <a:pt x="4538926" y="60737"/>
                  <a:pt x="4540145" y="60523"/>
                  <a:pt x="4541310" y="60285"/>
                </a:cubicBezTo>
                <a:cubicBezTo>
                  <a:pt x="4542475" y="60046"/>
                  <a:pt x="4543554" y="59784"/>
                  <a:pt x="4544548" y="59497"/>
                </a:cubicBezTo>
                <a:lnTo>
                  <a:pt x="4544548" y="66160"/>
                </a:lnTo>
                <a:cubicBezTo>
                  <a:pt x="4542343" y="66795"/>
                  <a:pt x="4539850" y="67311"/>
                  <a:pt x="4537070" y="67708"/>
                </a:cubicBezTo>
                <a:cubicBezTo>
                  <a:pt x="4534290" y="68105"/>
                  <a:pt x="4531409" y="68303"/>
                  <a:pt x="4528427" y="68303"/>
                </a:cubicBezTo>
                <a:cubicBezTo>
                  <a:pt x="4524420" y="68303"/>
                  <a:pt x="4520973" y="67760"/>
                  <a:pt x="4518084" y="66673"/>
                </a:cubicBezTo>
                <a:cubicBezTo>
                  <a:pt x="4515195" y="65585"/>
                  <a:pt x="4512827" y="64009"/>
                  <a:pt x="4510979" y="61944"/>
                </a:cubicBezTo>
                <a:cubicBezTo>
                  <a:pt x="4509131" y="59878"/>
                  <a:pt x="4507764" y="57347"/>
                  <a:pt x="4506879" y="54349"/>
                </a:cubicBezTo>
                <a:cubicBezTo>
                  <a:pt x="4505994" y="51352"/>
                  <a:pt x="4505551" y="47958"/>
                  <a:pt x="4505551" y="44169"/>
                </a:cubicBezTo>
                <a:cubicBezTo>
                  <a:pt x="4505551" y="40876"/>
                  <a:pt x="4506025" y="37762"/>
                  <a:pt x="4506972" y="34827"/>
                </a:cubicBezTo>
                <a:cubicBezTo>
                  <a:pt x="4507919" y="31892"/>
                  <a:pt x="4509302" y="29314"/>
                  <a:pt x="4511119" y="27093"/>
                </a:cubicBezTo>
                <a:cubicBezTo>
                  <a:pt x="4512936" y="24872"/>
                  <a:pt x="4515164" y="23109"/>
                  <a:pt x="4517804" y="21805"/>
                </a:cubicBezTo>
                <a:cubicBezTo>
                  <a:pt x="4520445" y="20500"/>
                  <a:pt x="4523442" y="19848"/>
                  <a:pt x="4526797" y="19848"/>
                </a:cubicBezTo>
                <a:cubicBezTo>
                  <a:pt x="4530058" y="19848"/>
                  <a:pt x="4532947" y="20361"/>
                  <a:pt x="4535463" y="21386"/>
                </a:cubicBezTo>
                <a:cubicBezTo>
                  <a:pt x="4537979" y="22411"/>
                  <a:pt x="4540099" y="23863"/>
                  <a:pt x="4541822" y="25742"/>
                </a:cubicBezTo>
                <a:cubicBezTo>
                  <a:pt x="4543546" y="27621"/>
                  <a:pt x="4544851" y="29904"/>
                  <a:pt x="4545736" y="32591"/>
                </a:cubicBezTo>
                <a:cubicBezTo>
                  <a:pt x="4546621" y="35278"/>
                  <a:pt x="4547064" y="38283"/>
                  <a:pt x="4547064" y="41606"/>
                </a:cubicBezTo>
                <a:moveTo>
                  <a:pt x="4538631" y="40442"/>
                </a:moveTo>
                <a:cubicBezTo>
                  <a:pt x="4538724" y="38360"/>
                  <a:pt x="4538522" y="36458"/>
                  <a:pt x="4538025" y="34734"/>
                </a:cubicBezTo>
                <a:cubicBezTo>
                  <a:pt x="4537528" y="33010"/>
                  <a:pt x="4536760" y="31527"/>
                  <a:pt x="4535719" y="30285"/>
                </a:cubicBezTo>
                <a:cubicBezTo>
                  <a:pt x="4534678" y="29042"/>
                  <a:pt x="4533382" y="28071"/>
                  <a:pt x="4531829" y="27373"/>
                </a:cubicBezTo>
                <a:cubicBezTo>
                  <a:pt x="4530276" y="26674"/>
                  <a:pt x="4528474" y="26324"/>
                  <a:pt x="4526424" y="26324"/>
                </a:cubicBezTo>
                <a:cubicBezTo>
                  <a:pt x="4524653" y="26324"/>
                  <a:pt x="4523038" y="26666"/>
                  <a:pt x="4521578" y="27349"/>
                </a:cubicBezTo>
                <a:cubicBezTo>
                  <a:pt x="4520119" y="28033"/>
                  <a:pt x="4518861" y="28996"/>
                  <a:pt x="4517804" y="30238"/>
                </a:cubicBezTo>
                <a:cubicBezTo>
                  <a:pt x="4516748" y="31480"/>
                  <a:pt x="4515894" y="32971"/>
                  <a:pt x="4515242" y="34711"/>
                </a:cubicBezTo>
                <a:cubicBezTo>
                  <a:pt x="4514590" y="36450"/>
                  <a:pt x="4514186" y="38360"/>
                  <a:pt x="4514031" y="40442"/>
                </a:cubicBezTo>
                <a:lnTo>
                  <a:pt x="4538631" y="40442"/>
                </a:lnTo>
                <a:close/>
                <a:moveTo>
                  <a:pt x="4614486" y="0"/>
                </a:moveTo>
                <a:lnTo>
                  <a:pt x="4617934" y="0"/>
                </a:lnTo>
                <a:cubicBezTo>
                  <a:pt x="4623929" y="0"/>
                  <a:pt x="4628386" y="1406"/>
                  <a:pt x="4631306" y="4217"/>
                </a:cubicBezTo>
                <a:cubicBezTo>
                  <a:pt x="4634225" y="7028"/>
                  <a:pt x="4635685" y="11291"/>
                  <a:pt x="4635685" y="17006"/>
                </a:cubicBezTo>
                <a:lnTo>
                  <a:pt x="4635685" y="27769"/>
                </a:lnTo>
                <a:cubicBezTo>
                  <a:pt x="4635685" y="29291"/>
                  <a:pt x="4635856" y="30650"/>
                  <a:pt x="4636198" y="31845"/>
                </a:cubicBezTo>
                <a:cubicBezTo>
                  <a:pt x="4636539" y="33041"/>
                  <a:pt x="4637137" y="34051"/>
                  <a:pt x="4637992" y="34874"/>
                </a:cubicBezTo>
                <a:cubicBezTo>
                  <a:pt x="4638846" y="35697"/>
                  <a:pt x="4639987" y="36326"/>
                  <a:pt x="4641416" y="36761"/>
                </a:cubicBezTo>
                <a:cubicBezTo>
                  <a:pt x="4642845" y="37196"/>
                  <a:pt x="4644631" y="37413"/>
                  <a:pt x="4646774" y="37413"/>
                </a:cubicBezTo>
                <a:lnTo>
                  <a:pt x="4648778" y="37413"/>
                </a:lnTo>
                <a:lnTo>
                  <a:pt x="4648778" y="43889"/>
                </a:lnTo>
                <a:lnTo>
                  <a:pt x="4646774" y="43889"/>
                </a:lnTo>
                <a:cubicBezTo>
                  <a:pt x="4644507" y="43889"/>
                  <a:pt x="4642651" y="44076"/>
                  <a:pt x="4641206" y="44448"/>
                </a:cubicBezTo>
                <a:cubicBezTo>
                  <a:pt x="4639762" y="44821"/>
                  <a:pt x="4638636" y="45388"/>
                  <a:pt x="4637829" y="46149"/>
                </a:cubicBezTo>
                <a:cubicBezTo>
                  <a:pt x="4637021" y="46910"/>
                  <a:pt x="4636462" y="47881"/>
                  <a:pt x="4636151" y="49061"/>
                </a:cubicBezTo>
                <a:cubicBezTo>
                  <a:pt x="4635841" y="50241"/>
                  <a:pt x="4635685" y="51639"/>
                  <a:pt x="4635685" y="53254"/>
                </a:cubicBezTo>
                <a:lnTo>
                  <a:pt x="4635685" y="69561"/>
                </a:lnTo>
                <a:cubicBezTo>
                  <a:pt x="4635685" y="72170"/>
                  <a:pt x="4635375" y="74523"/>
                  <a:pt x="4634753" y="76620"/>
                </a:cubicBezTo>
                <a:cubicBezTo>
                  <a:pt x="4634132" y="78717"/>
                  <a:pt x="4633123" y="80503"/>
                  <a:pt x="4631725" y="81978"/>
                </a:cubicBezTo>
                <a:cubicBezTo>
                  <a:pt x="4630327" y="83453"/>
                  <a:pt x="4628495" y="84587"/>
                  <a:pt x="4626227" y="85379"/>
                </a:cubicBezTo>
                <a:cubicBezTo>
                  <a:pt x="4623960" y="86171"/>
                  <a:pt x="4621195" y="86567"/>
                  <a:pt x="4617934" y="86567"/>
                </a:cubicBezTo>
                <a:lnTo>
                  <a:pt x="4614486" y="86567"/>
                </a:lnTo>
                <a:lnTo>
                  <a:pt x="4614486" y="80044"/>
                </a:lnTo>
                <a:lnTo>
                  <a:pt x="4617282" y="80044"/>
                </a:lnTo>
                <a:cubicBezTo>
                  <a:pt x="4624457" y="80044"/>
                  <a:pt x="4628044" y="76550"/>
                  <a:pt x="4628044" y="69561"/>
                </a:cubicBezTo>
                <a:lnTo>
                  <a:pt x="4628044" y="53441"/>
                </a:lnTo>
                <a:cubicBezTo>
                  <a:pt x="4628044" y="45862"/>
                  <a:pt x="4631321" y="41606"/>
                  <a:pt x="4637875" y="40674"/>
                </a:cubicBezTo>
                <a:cubicBezTo>
                  <a:pt x="4631259" y="39960"/>
                  <a:pt x="4627951" y="35689"/>
                  <a:pt x="4627951" y="27862"/>
                </a:cubicBezTo>
                <a:lnTo>
                  <a:pt x="4627951" y="17192"/>
                </a:lnTo>
                <a:cubicBezTo>
                  <a:pt x="4627951" y="10079"/>
                  <a:pt x="4624395" y="6523"/>
                  <a:pt x="4617282" y="6523"/>
                </a:cubicBezTo>
                <a:lnTo>
                  <a:pt x="4614486" y="6523"/>
                </a:lnTo>
                <a:lnTo>
                  <a:pt x="4614486" y="0"/>
                </a:lnTo>
                <a:close/>
                <a:moveTo>
                  <a:pt x="4666345" y="0"/>
                </a:moveTo>
                <a:lnTo>
                  <a:pt x="4669792" y="0"/>
                </a:lnTo>
                <a:cubicBezTo>
                  <a:pt x="4675787" y="0"/>
                  <a:pt x="4680244" y="1406"/>
                  <a:pt x="4683164" y="4217"/>
                </a:cubicBezTo>
                <a:cubicBezTo>
                  <a:pt x="4686084" y="7028"/>
                  <a:pt x="4687544" y="11291"/>
                  <a:pt x="4687544" y="17006"/>
                </a:cubicBezTo>
                <a:lnTo>
                  <a:pt x="4687544" y="27769"/>
                </a:lnTo>
                <a:cubicBezTo>
                  <a:pt x="4687544" y="29291"/>
                  <a:pt x="4687715" y="30650"/>
                  <a:pt x="4688056" y="31845"/>
                </a:cubicBezTo>
                <a:cubicBezTo>
                  <a:pt x="4688398" y="33041"/>
                  <a:pt x="4688996" y="34051"/>
                  <a:pt x="4689850" y="34874"/>
                </a:cubicBezTo>
                <a:cubicBezTo>
                  <a:pt x="4690704" y="35697"/>
                  <a:pt x="4691846" y="36326"/>
                  <a:pt x="4693275" y="36761"/>
                </a:cubicBezTo>
                <a:cubicBezTo>
                  <a:pt x="4694703" y="37196"/>
                  <a:pt x="4696489" y="37413"/>
                  <a:pt x="4698633" y="37413"/>
                </a:cubicBezTo>
                <a:lnTo>
                  <a:pt x="4700636" y="37413"/>
                </a:lnTo>
                <a:lnTo>
                  <a:pt x="4700636" y="43889"/>
                </a:lnTo>
                <a:lnTo>
                  <a:pt x="4698633" y="43889"/>
                </a:lnTo>
                <a:cubicBezTo>
                  <a:pt x="4696365" y="43889"/>
                  <a:pt x="4694509" y="44076"/>
                  <a:pt x="4693065" y="44448"/>
                </a:cubicBezTo>
                <a:cubicBezTo>
                  <a:pt x="4691621" y="44821"/>
                  <a:pt x="4690495" y="45388"/>
                  <a:pt x="4689687" y="46149"/>
                </a:cubicBezTo>
                <a:cubicBezTo>
                  <a:pt x="4688879" y="46910"/>
                  <a:pt x="4688320" y="47881"/>
                  <a:pt x="4688010" y="49061"/>
                </a:cubicBezTo>
                <a:cubicBezTo>
                  <a:pt x="4687699" y="50241"/>
                  <a:pt x="4687544" y="51639"/>
                  <a:pt x="4687544" y="53254"/>
                </a:cubicBezTo>
                <a:lnTo>
                  <a:pt x="4687544" y="69561"/>
                </a:lnTo>
                <a:cubicBezTo>
                  <a:pt x="4687544" y="72170"/>
                  <a:pt x="4687233" y="74523"/>
                  <a:pt x="4686612" y="76620"/>
                </a:cubicBezTo>
                <a:cubicBezTo>
                  <a:pt x="4685991" y="78717"/>
                  <a:pt x="4684981" y="80503"/>
                  <a:pt x="4683583" y="81978"/>
                </a:cubicBezTo>
                <a:cubicBezTo>
                  <a:pt x="4682186" y="83453"/>
                  <a:pt x="4680353" y="84587"/>
                  <a:pt x="4678086" y="85379"/>
                </a:cubicBezTo>
                <a:cubicBezTo>
                  <a:pt x="4675818" y="86171"/>
                  <a:pt x="4673054" y="86567"/>
                  <a:pt x="4669792" y="86567"/>
                </a:cubicBezTo>
                <a:lnTo>
                  <a:pt x="4666345" y="86567"/>
                </a:lnTo>
                <a:lnTo>
                  <a:pt x="4666345" y="80044"/>
                </a:lnTo>
                <a:lnTo>
                  <a:pt x="4669140" y="80044"/>
                </a:lnTo>
                <a:cubicBezTo>
                  <a:pt x="4676315" y="80044"/>
                  <a:pt x="4679903" y="76550"/>
                  <a:pt x="4679903" y="69561"/>
                </a:cubicBezTo>
                <a:lnTo>
                  <a:pt x="4679903" y="53441"/>
                </a:lnTo>
                <a:cubicBezTo>
                  <a:pt x="4679903" y="45862"/>
                  <a:pt x="4683180" y="41606"/>
                  <a:pt x="4689734" y="40674"/>
                </a:cubicBezTo>
                <a:cubicBezTo>
                  <a:pt x="4683118" y="39960"/>
                  <a:pt x="4679810" y="35689"/>
                  <a:pt x="4679810" y="27862"/>
                </a:cubicBezTo>
                <a:lnTo>
                  <a:pt x="4679810" y="17192"/>
                </a:lnTo>
                <a:cubicBezTo>
                  <a:pt x="4679810" y="10079"/>
                  <a:pt x="4676253" y="6523"/>
                  <a:pt x="4669140" y="6523"/>
                </a:cubicBezTo>
                <a:lnTo>
                  <a:pt x="4666345" y="6523"/>
                </a:lnTo>
                <a:lnTo>
                  <a:pt x="4666345" y="0"/>
                </a:lnTo>
                <a:close/>
                <a:moveTo>
                  <a:pt x="4738657" y="12859"/>
                </a:moveTo>
                <a:lnTo>
                  <a:pt x="4730550" y="12859"/>
                </a:lnTo>
                <a:lnTo>
                  <a:pt x="4715641" y="1584"/>
                </a:lnTo>
                <a:lnTo>
                  <a:pt x="4727382" y="1584"/>
                </a:lnTo>
                <a:lnTo>
                  <a:pt x="4738657" y="12859"/>
                </a:lnTo>
                <a:moveTo>
                  <a:pt x="4707534" y="20687"/>
                </a:moveTo>
                <a:lnTo>
                  <a:pt x="4707534" y="20687"/>
                </a:lnTo>
                <a:close/>
                <a:moveTo>
                  <a:pt x="4785250" y="52788"/>
                </a:moveTo>
                <a:cubicBezTo>
                  <a:pt x="4786307" y="52788"/>
                  <a:pt x="4787308" y="52990"/>
                  <a:pt x="4788256" y="53394"/>
                </a:cubicBezTo>
                <a:cubicBezTo>
                  <a:pt x="4789203" y="53798"/>
                  <a:pt x="4790026" y="54357"/>
                  <a:pt x="4790725" y="55071"/>
                </a:cubicBezTo>
                <a:cubicBezTo>
                  <a:pt x="4791424" y="55786"/>
                  <a:pt x="4791975" y="56617"/>
                  <a:pt x="4792379" y="57564"/>
                </a:cubicBezTo>
                <a:cubicBezTo>
                  <a:pt x="4792783" y="58511"/>
                  <a:pt x="4792985" y="59529"/>
                  <a:pt x="4792985" y="60616"/>
                </a:cubicBezTo>
                <a:cubicBezTo>
                  <a:pt x="4792985" y="61672"/>
                  <a:pt x="4792783" y="62666"/>
                  <a:pt x="4792379" y="63598"/>
                </a:cubicBezTo>
                <a:cubicBezTo>
                  <a:pt x="4791975" y="64529"/>
                  <a:pt x="4791424" y="65345"/>
                  <a:pt x="4790725" y="66044"/>
                </a:cubicBezTo>
                <a:cubicBezTo>
                  <a:pt x="4790026" y="66742"/>
                  <a:pt x="4789203" y="67294"/>
                  <a:pt x="4788256" y="67698"/>
                </a:cubicBezTo>
                <a:cubicBezTo>
                  <a:pt x="4787308" y="68101"/>
                  <a:pt x="4786307" y="68303"/>
                  <a:pt x="4785250" y="68303"/>
                </a:cubicBezTo>
                <a:cubicBezTo>
                  <a:pt x="4784163" y="68303"/>
                  <a:pt x="4783154" y="68101"/>
                  <a:pt x="4782222" y="67698"/>
                </a:cubicBezTo>
                <a:cubicBezTo>
                  <a:pt x="4781290" y="67294"/>
                  <a:pt x="4780475" y="66742"/>
                  <a:pt x="4779776" y="66044"/>
                </a:cubicBezTo>
                <a:cubicBezTo>
                  <a:pt x="4779077" y="65345"/>
                  <a:pt x="4778526" y="64529"/>
                  <a:pt x="4778122" y="63598"/>
                </a:cubicBezTo>
                <a:cubicBezTo>
                  <a:pt x="4777718" y="62666"/>
                  <a:pt x="4777516" y="61672"/>
                  <a:pt x="4777516" y="60616"/>
                </a:cubicBezTo>
                <a:cubicBezTo>
                  <a:pt x="4777516" y="59529"/>
                  <a:pt x="4777718" y="58511"/>
                  <a:pt x="4778122" y="57564"/>
                </a:cubicBezTo>
                <a:cubicBezTo>
                  <a:pt x="4778526" y="56617"/>
                  <a:pt x="4779077" y="55786"/>
                  <a:pt x="4779776" y="55071"/>
                </a:cubicBezTo>
                <a:cubicBezTo>
                  <a:pt x="4780475" y="54357"/>
                  <a:pt x="4781290" y="53798"/>
                  <a:pt x="4782222" y="53394"/>
                </a:cubicBezTo>
                <a:cubicBezTo>
                  <a:pt x="4783154" y="52990"/>
                  <a:pt x="4784163" y="52788"/>
                  <a:pt x="4785250" y="52788"/>
                </a:cubicBezTo>
                <a:close/>
                <a:moveTo>
                  <a:pt x="4911564" y="13605"/>
                </a:moveTo>
                <a:lnTo>
                  <a:pt x="4893533" y="13605"/>
                </a:lnTo>
                <a:lnTo>
                  <a:pt x="4893533" y="67465"/>
                </a:lnTo>
                <a:lnTo>
                  <a:pt x="4885147" y="67465"/>
                </a:lnTo>
                <a:lnTo>
                  <a:pt x="4885147" y="13605"/>
                </a:lnTo>
                <a:lnTo>
                  <a:pt x="4867116" y="13605"/>
                </a:lnTo>
                <a:lnTo>
                  <a:pt x="4867116" y="6523"/>
                </a:lnTo>
                <a:lnTo>
                  <a:pt x="4911564" y="6523"/>
                </a:lnTo>
                <a:lnTo>
                  <a:pt x="4911564" y="13605"/>
                </a:lnTo>
                <a:close/>
                <a:moveTo>
                  <a:pt x="4960022" y="67465"/>
                </a:moveTo>
                <a:lnTo>
                  <a:pt x="4951915" y="67465"/>
                </a:lnTo>
                <a:lnTo>
                  <a:pt x="4951915" y="37599"/>
                </a:lnTo>
                <a:cubicBezTo>
                  <a:pt x="4951915" y="33996"/>
                  <a:pt x="4951239" y="31302"/>
                  <a:pt x="4949888" y="29516"/>
                </a:cubicBezTo>
                <a:cubicBezTo>
                  <a:pt x="4948537" y="27730"/>
                  <a:pt x="4946603" y="26837"/>
                  <a:pt x="4944087" y="26837"/>
                </a:cubicBezTo>
                <a:cubicBezTo>
                  <a:pt x="4943000" y="26837"/>
                  <a:pt x="4941983" y="26984"/>
                  <a:pt x="4941036" y="27279"/>
                </a:cubicBezTo>
                <a:cubicBezTo>
                  <a:pt x="4940088" y="27574"/>
                  <a:pt x="4939102" y="28087"/>
                  <a:pt x="4938077" y="28817"/>
                </a:cubicBezTo>
                <a:cubicBezTo>
                  <a:pt x="4937052" y="29547"/>
                  <a:pt x="4935934" y="30533"/>
                  <a:pt x="4934722" y="31775"/>
                </a:cubicBezTo>
                <a:cubicBezTo>
                  <a:pt x="4933511" y="33018"/>
                  <a:pt x="4932113" y="34571"/>
                  <a:pt x="4930529" y="36435"/>
                </a:cubicBezTo>
                <a:lnTo>
                  <a:pt x="4930529" y="67465"/>
                </a:lnTo>
                <a:lnTo>
                  <a:pt x="4922422" y="67465"/>
                </a:lnTo>
                <a:lnTo>
                  <a:pt x="4922422" y="1584"/>
                </a:lnTo>
                <a:lnTo>
                  <a:pt x="4930529" y="1584"/>
                </a:lnTo>
                <a:lnTo>
                  <a:pt x="4930529" y="20674"/>
                </a:lnTo>
                <a:lnTo>
                  <a:pt x="4930250" y="28048"/>
                </a:lnTo>
                <a:cubicBezTo>
                  <a:pt x="4931523" y="26526"/>
                  <a:pt x="4932773" y="25245"/>
                  <a:pt x="4934000" y="24204"/>
                </a:cubicBezTo>
                <a:cubicBezTo>
                  <a:pt x="4935227" y="23164"/>
                  <a:pt x="4936454" y="22317"/>
                  <a:pt x="4937681" y="21665"/>
                </a:cubicBezTo>
                <a:cubicBezTo>
                  <a:pt x="4938908" y="21013"/>
                  <a:pt x="4940158" y="20547"/>
                  <a:pt x="4941432" y="20267"/>
                </a:cubicBezTo>
                <a:cubicBezTo>
                  <a:pt x="4942705" y="19988"/>
                  <a:pt x="4944025" y="19848"/>
                  <a:pt x="4945392" y="19848"/>
                </a:cubicBezTo>
                <a:cubicBezTo>
                  <a:pt x="4950051" y="19848"/>
                  <a:pt x="4953654" y="21269"/>
                  <a:pt x="4956201" y="24111"/>
                </a:cubicBezTo>
                <a:cubicBezTo>
                  <a:pt x="4958748" y="26953"/>
                  <a:pt x="4960022" y="31232"/>
                  <a:pt x="4960022" y="36947"/>
                </a:cubicBezTo>
                <a:lnTo>
                  <a:pt x="4960022" y="67465"/>
                </a:lnTo>
                <a:close/>
                <a:moveTo>
                  <a:pt x="5013790" y="41606"/>
                </a:moveTo>
                <a:cubicBezTo>
                  <a:pt x="5013790" y="42756"/>
                  <a:pt x="5013775" y="43718"/>
                  <a:pt x="5013743" y="44495"/>
                </a:cubicBezTo>
                <a:cubicBezTo>
                  <a:pt x="5013712" y="45272"/>
                  <a:pt x="5013666" y="46001"/>
                  <a:pt x="5013604" y="46685"/>
                </a:cubicBezTo>
                <a:lnTo>
                  <a:pt x="4980757" y="46685"/>
                </a:lnTo>
                <a:cubicBezTo>
                  <a:pt x="4980757" y="51468"/>
                  <a:pt x="4982092" y="55141"/>
                  <a:pt x="4984763" y="57704"/>
                </a:cubicBezTo>
                <a:cubicBezTo>
                  <a:pt x="4987435" y="60266"/>
                  <a:pt x="4991286" y="61548"/>
                  <a:pt x="4996318" y="61548"/>
                </a:cubicBezTo>
                <a:cubicBezTo>
                  <a:pt x="4997685" y="61548"/>
                  <a:pt x="4999052" y="61492"/>
                  <a:pt x="5000418" y="61382"/>
                </a:cubicBezTo>
                <a:cubicBezTo>
                  <a:pt x="5001785" y="61270"/>
                  <a:pt x="5003105" y="61119"/>
                  <a:pt x="5004379" y="60929"/>
                </a:cubicBezTo>
                <a:cubicBezTo>
                  <a:pt x="5005652" y="60737"/>
                  <a:pt x="5006871" y="60523"/>
                  <a:pt x="5008036" y="60285"/>
                </a:cubicBezTo>
                <a:cubicBezTo>
                  <a:pt x="5009201" y="60046"/>
                  <a:pt x="5010280" y="59784"/>
                  <a:pt x="5011274" y="59497"/>
                </a:cubicBezTo>
                <a:lnTo>
                  <a:pt x="5011274" y="66160"/>
                </a:lnTo>
                <a:cubicBezTo>
                  <a:pt x="5009069" y="66795"/>
                  <a:pt x="5006576" y="67311"/>
                  <a:pt x="5003796" y="67708"/>
                </a:cubicBezTo>
                <a:cubicBezTo>
                  <a:pt x="5001016" y="68105"/>
                  <a:pt x="4998135" y="68303"/>
                  <a:pt x="4995153" y="68303"/>
                </a:cubicBezTo>
                <a:cubicBezTo>
                  <a:pt x="4991147" y="68303"/>
                  <a:pt x="4987699" y="67760"/>
                  <a:pt x="4984810" y="66673"/>
                </a:cubicBezTo>
                <a:cubicBezTo>
                  <a:pt x="4981921" y="65585"/>
                  <a:pt x="4979553" y="64009"/>
                  <a:pt x="4977705" y="61944"/>
                </a:cubicBezTo>
                <a:cubicBezTo>
                  <a:pt x="4975857" y="59878"/>
                  <a:pt x="4974490" y="57347"/>
                  <a:pt x="4973605" y="54349"/>
                </a:cubicBezTo>
                <a:cubicBezTo>
                  <a:pt x="4972720" y="51352"/>
                  <a:pt x="4972277" y="47958"/>
                  <a:pt x="4972277" y="44169"/>
                </a:cubicBezTo>
                <a:cubicBezTo>
                  <a:pt x="4972277" y="40876"/>
                  <a:pt x="4972751" y="37762"/>
                  <a:pt x="4973698" y="34827"/>
                </a:cubicBezTo>
                <a:cubicBezTo>
                  <a:pt x="4974645" y="31892"/>
                  <a:pt x="4976028" y="29314"/>
                  <a:pt x="4977845" y="27093"/>
                </a:cubicBezTo>
                <a:cubicBezTo>
                  <a:pt x="4979662" y="24872"/>
                  <a:pt x="4981890" y="23109"/>
                  <a:pt x="4984531" y="21805"/>
                </a:cubicBezTo>
                <a:cubicBezTo>
                  <a:pt x="4987171" y="20500"/>
                  <a:pt x="4990168" y="19848"/>
                  <a:pt x="4993523" y="19848"/>
                </a:cubicBezTo>
                <a:cubicBezTo>
                  <a:pt x="4996784" y="19848"/>
                  <a:pt x="4999673" y="20361"/>
                  <a:pt x="5002189" y="21386"/>
                </a:cubicBezTo>
                <a:cubicBezTo>
                  <a:pt x="5004705" y="22411"/>
                  <a:pt x="5006825" y="23863"/>
                  <a:pt x="5008549" y="25742"/>
                </a:cubicBezTo>
                <a:cubicBezTo>
                  <a:pt x="5010272" y="27621"/>
                  <a:pt x="5011577" y="29904"/>
                  <a:pt x="5012462" y="32591"/>
                </a:cubicBezTo>
                <a:cubicBezTo>
                  <a:pt x="5013347" y="35278"/>
                  <a:pt x="5013790" y="38283"/>
                  <a:pt x="5013790" y="41606"/>
                </a:cubicBezTo>
                <a:moveTo>
                  <a:pt x="5005357" y="40442"/>
                </a:moveTo>
                <a:cubicBezTo>
                  <a:pt x="5005450" y="38360"/>
                  <a:pt x="5005248" y="36458"/>
                  <a:pt x="5004751" y="34734"/>
                </a:cubicBezTo>
                <a:cubicBezTo>
                  <a:pt x="5004254" y="33010"/>
                  <a:pt x="5003486" y="31527"/>
                  <a:pt x="5002445" y="30285"/>
                </a:cubicBezTo>
                <a:cubicBezTo>
                  <a:pt x="5001404" y="29042"/>
                  <a:pt x="5000108" y="28071"/>
                  <a:pt x="4998555" y="27373"/>
                </a:cubicBezTo>
                <a:cubicBezTo>
                  <a:pt x="4997002" y="26674"/>
                  <a:pt x="4995200" y="26324"/>
                  <a:pt x="4993150" y="26324"/>
                </a:cubicBezTo>
                <a:cubicBezTo>
                  <a:pt x="4991380" y="26324"/>
                  <a:pt x="4989764" y="26666"/>
                  <a:pt x="4988304" y="27349"/>
                </a:cubicBezTo>
                <a:cubicBezTo>
                  <a:pt x="4986845" y="28033"/>
                  <a:pt x="4985587" y="28996"/>
                  <a:pt x="4984531" y="30238"/>
                </a:cubicBezTo>
                <a:cubicBezTo>
                  <a:pt x="4983474" y="31480"/>
                  <a:pt x="4982620" y="32971"/>
                  <a:pt x="4981968" y="34711"/>
                </a:cubicBezTo>
                <a:cubicBezTo>
                  <a:pt x="4981316" y="36450"/>
                  <a:pt x="4980912" y="38360"/>
                  <a:pt x="4980757" y="40442"/>
                </a:cubicBezTo>
                <a:lnTo>
                  <a:pt x="5005357" y="40442"/>
                </a:lnTo>
                <a:close/>
                <a:moveTo>
                  <a:pt x="5117507" y="41606"/>
                </a:moveTo>
                <a:cubicBezTo>
                  <a:pt x="5117507" y="42756"/>
                  <a:pt x="5117492" y="43718"/>
                  <a:pt x="5117460" y="44495"/>
                </a:cubicBezTo>
                <a:cubicBezTo>
                  <a:pt x="5117429" y="45272"/>
                  <a:pt x="5117383" y="46001"/>
                  <a:pt x="5117321" y="46685"/>
                </a:cubicBezTo>
                <a:lnTo>
                  <a:pt x="5084474" y="46685"/>
                </a:lnTo>
                <a:cubicBezTo>
                  <a:pt x="5084474" y="51468"/>
                  <a:pt x="5085809" y="55141"/>
                  <a:pt x="5088480" y="57704"/>
                </a:cubicBezTo>
                <a:cubicBezTo>
                  <a:pt x="5091152" y="60266"/>
                  <a:pt x="5095003" y="61548"/>
                  <a:pt x="5100035" y="61548"/>
                </a:cubicBezTo>
                <a:cubicBezTo>
                  <a:pt x="5101402" y="61548"/>
                  <a:pt x="5102769" y="61492"/>
                  <a:pt x="5104135" y="61382"/>
                </a:cubicBezTo>
                <a:cubicBezTo>
                  <a:pt x="5105502" y="61270"/>
                  <a:pt x="5106822" y="61119"/>
                  <a:pt x="5108096" y="60929"/>
                </a:cubicBezTo>
                <a:cubicBezTo>
                  <a:pt x="5109369" y="60737"/>
                  <a:pt x="5110588" y="60523"/>
                  <a:pt x="5111753" y="60285"/>
                </a:cubicBezTo>
                <a:cubicBezTo>
                  <a:pt x="5112918" y="60046"/>
                  <a:pt x="5113997" y="59784"/>
                  <a:pt x="5114991" y="59497"/>
                </a:cubicBezTo>
                <a:lnTo>
                  <a:pt x="5114991" y="66160"/>
                </a:lnTo>
                <a:cubicBezTo>
                  <a:pt x="5112786" y="66795"/>
                  <a:pt x="5110293" y="67311"/>
                  <a:pt x="5107513" y="67708"/>
                </a:cubicBezTo>
                <a:cubicBezTo>
                  <a:pt x="5104733" y="68105"/>
                  <a:pt x="5101852" y="68303"/>
                  <a:pt x="5098870" y="68303"/>
                </a:cubicBezTo>
                <a:cubicBezTo>
                  <a:pt x="5094864" y="68303"/>
                  <a:pt x="5091416" y="67760"/>
                  <a:pt x="5088527" y="66673"/>
                </a:cubicBezTo>
                <a:cubicBezTo>
                  <a:pt x="5085638" y="65585"/>
                  <a:pt x="5083270" y="64009"/>
                  <a:pt x="5081422" y="61944"/>
                </a:cubicBezTo>
                <a:cubicBezTo>
                  <a:pt x="5079574" y="59878"/>
                  <a:pt x="5078207" y="57347"/>
                  <a:pt x="5077322" y="54349"/>
                </a:cubicBezTo>
                <a:cubicBezTo>
                  <a:pt x="5076437" y="51352"/>
                  <a:pt x="5075994" y="47958"/>
                  <a:pt x="5075994" y="44169"/>
                </a:cubicBezTo>
                <a:cubicBezTo>
                  <a:pt x="5075994" y="40876"/>
                  <a:pt x="5076468" y="37762"/>
                  <a:pt x="5077415" y="34827"/>
                </a:cubicBezTo>
                <a:cubicBezTo>
                  <a:pt x="5078362" y="31892"/>
                  <a:pt x="5079745" y="29314"/>
                  <a:pt x="5081562" y="27093"/>
                </a:cubicBezTo>
                <a:cubicBezTo>
                  <a:pt x="5083379" y="24872"/>
                  <a:pt x="5085607" y="23109"/>
                  <a:pt x="5088248" y="21805"/>
                </a:cubicBezTo>
                <a:cubicBezTo>
                  <a:pt x="5090888" y="20500"/>
                  <a:pt x="5093885" y="19848"/>
                  <a:pt x="5097240" y="19848"/>
                </a:cubicBezTo>
                <a:cubicBezTo>
                  <a:pt x="5100501" y="19848"/>
                  <a:pt x="5103390" y="20361"/>
                  <a:pt x="5105906" y="21386"/>
                </a:cubicBezTo>
                <a:cubicBezTo>
                  <a:pt x="5108422" y="22411"/>
                  <a:pt x="5110542" y="23863"/>
                  <a:pt x="5112265" y="25742"/>
                </a:cubicBezTo>
                <a:cubicBezTo>
                  <a:pt x="5113989" y="27621"/>
                  <a:pt x="5115294" y="29904"/>
                  <a:pt x="5116179" y="32591"/>
                </a:cubicBezTo>
                <a:cubicBezTo>
                  <a:pt x="5117064" y="35278"/>
                  <a:pt x="5117507" y="38283"/>
                  <a:pt x="5117507" y="41606"/>
                </a:cubicBezTo>
                <a:moveTo>
                  <a:pt x="5109074" y="40442"/>
                </a:moveTo>
                <a:cubicBezTo>
                  <a:pt x="5109167" y="38360"/>
                  <a:pt x="5108965" y="36458"/>
                  <a:pt x="5108468" y="34734"/>
                </a:cubicBezTo>
                <a:cubicBezTo>
                  <a:pt x="5107971" y="33010"/>
                  <a:pt x="5107203" y="31527"/>
                  <a:pt x="5106162" y="30285"/>
                </a:cubicBezTo>
                <a:cubicBezTo>
                  <a:pt x="5105121" y="29042"/>
                  <a:pt x="5103825" y="28071"/>
                  <a:pt x="5102272" y="27373"/>
                </a:cubicBezTo>
                <a:cubicBezTo>
                  <a:pt x="5100719" y="26674"/>
                  <a:pt x="5098917" y="26324"/>
                  <a:pt x="5096867" y="26324"/>
                </a:cubicBezTo>
                <a:cubicBezTo>
                  <a:pt x="5095096" y="26324"/>
                  <a:pt x="5093481" y="26666"/>
                  <a:pt x="5092021" y="27349"/>
                </a:cubicBezTo>
                <a:cubicBezTo>
                  <a:pt x="5090562" y="28033"/>
                  <a:pt x="5089304" y="28996"/>
                  <a:pt x="5088248" y="30238"/>
                </a:cubicBezTo>
                <a:cubicBezTo>
                  <a:pt x="5087191" y="31480"/>
                  <a:pt x="5086337" y="32971"/>
                  <a:pt x="5085685" y="34711"/>
                </a:cubicBezTo>
                <a:cubicBezTo>
                  <a:pt x="5085033" y="36450"/>
                  <a:pt x="5084629" y="38360"/>
                  <a:pt x="5084474" y="40442"/>
                </a:cubicBezTo>
                <a:lnTo>
                  <a:pt x="5109074" y="40442"/>
                </a:lnTo>
                <a:close/>
                <a:moveTo>
                  <a:pt x="5131766" y="20687"/>
                </a:moveTo>
                <a:lnTo>
                  <a:pt x="5139174" y="20687"/>
                </a:lnTo>
                <a:lnTo>
                  <a:pt x="5139407" y="29284"/>
                </a:lnTo>
                <a:cubicBezTo>
                  <a:pt x="5142172" y="25969"/>
                  <a:pt x="5144897" y="23567"/>
                  <a:pt x="5147584" y="22080"/>
                </a:cubicBezTo>
                <a:cubicBezTo>
                  <a:pt x="5150271" y="20592"/>
                  <a:pt x="5152981" y="19848"/>
                  <a:pt x="5155714" y="19848"/>
                </a:cubicBezTo>
                <a:cubicBezTo>
                  <a:pt x="5160560" y="19848"/>
                  <a:pt x="5164233" y="21413"/>
                  <a:pt x="5166733" y="24542"/>
                </a:cubicBezTo>
                <a:cubicBezTo>
                  <a:pt x="5169234" y="27672"/>
                  <a:pt x="5170391" y="32319"/>
                  <a:pt x="5170204" y="38485"/>
                </a:cubicBezTo>
                <a:lnTo>
                  <a:pt x="5162004" y="38485"/>
                </a:lnTo>
                <a:cubicBezTo>
                  <a:pt x="5162097" y="34401"/>
                  <a:pt x="5161499" y="31439"/>
                  <a:pt x="5160210" y="29599"/>
                </a:cubicBezTo>
                <a:cubicBezTo>
                  <a:pt x="5158921" y="27757"/>
                  <a:pt x="5157034" y="26837"/>
                  <a:pt x="5154549" y="26837"/>
                </a:cubicBezTo>
                <a:cubicBezTo>
                  <a:pt x="5153462" y="26837"/>
                  <a:pt x="5152367" y="27030"/>
                  <a:pt x="5151265" y="27418"/>
                </a:cubicBezTo>
                <a:cubicBezTo>
                  <a:pt x="5150162" y="27804"/>
                  <a:pt x="5149028" y="28422"/>
                  <a:pt x="5147863" y="29273"/>
                </a:cubicBezTo>
                <a:cubicBezTo>
                  <a:pt x="5146699" y="30123"/>
                  <a:pt x="5145464" y="31213"/>
                  <a:pt x="5144159" y="32544"/>
                </a:cubicBezTo>
                <a:cubicBezTo>
                  <a:pt x="5142855" y="33874"/>
                  <a:pt x="5141457" y="35482"/>
                  <a:pt x="5139966" y="37369"/>
                </a:cubicBezTo>
                <a:lnTo>
                  <a:pt x="5139966" y="67465"/>
                </a:lnTo>
                <a:lnTo>
                  <a:pt x="5131766" y="67465"/>
                </a:lnTo>
                <a:lnTo>
                  <a:pt x="5131766" y="20687"/>
                </a:lnTo>
                <a:close/>
                <a:moveTo>
                  <a:pt x="5183625" y="20687"/>
                </a:moveTo>
                <a:lnTo>
                  <a:pt x="5191033" y="20687"/>
                </a:lnTo>
                <a:lnTo>
                  <a:pt x="5191266" y="29284"/>
                </a:lnTo>
                <a:cubicBezTo>
                  <a:pt x="5194030" y="25969"/>
                  <a:pt x="5196756" y="23567"/>
                  <a:pt x="5199442" y="22080"/>
                </a:cubicBezTo>
                <a:cubicBezTo>
                  <a:pt x="5202129" y="20592"/>
                  <a:pt x="5204839" y="19848"/>
                  <a:pt x="5207573" y="19848"/>
                </a:cubicBezTo>
                <a:cubicBezTo>
                  <a:pt x="5212418" y="19848"/>
                  <a:pt x="5216091" y="21413"/>
                  <a:pt x="5218592" y="24542"/>
                </a:cubicBezTo>
                <a:cubicBezTo>
                  <a:pt x="5221092" y="27672"/>
                  <a:pt x="5222249" y="32319"/>
                  <a:pt x="5222063" y="38485"/>
                </a:cubicBezTo>
                <a:lnTo>
                  <a:pt x="5213863" y="38485"/>
                </a:lnTo>
                <a:cubicBezTo>
                  <a:pt x="5213956" y="34401"/>
                  <a:pt x="5213358" y="31439"/>
                  <a:pt x="5212069" y="29599"/>
                </a:cubicBezTo>
                <a:cubicBezTo>
                  <a:pt x="5210780" y="27757"/>
                  <a:pt x="5208893" y="26837"/>
                  <a:pt x="5206408" y="26837"/>
                </a:cubicBezTo>
                <a:cubicBezTo>
                  <a:pt x="5205321" y="26837"/>
                  <a:pt x="5204226" y="27030"/>
                  <a:pt x="5203123" y="27418"/>
                </a:cubicBezTo>
                <a:cubicBezTo>
                  <a:pt x="5202020" y="27804"/>
                  <a:pt x="5200887" y="28422"/>
                  <a:pt x="5199722" y="29273"/>
                </a:cubicBezTo>
                <a:cubicBezTo>
                  <a:pt x="5198557" y="30123"/>
                  <a:pt x="5197323" y="31213"/>
                  <a:pt x="5196018" y="32544"/>
                </a:cubicBezTo>
                <a:cubicBezTo>
                  <a:pt x="5194713" y="33874"/>
                  <a:pt x="5193316" y="35482"/>
                  <a:pt x="5191825" y="37369"/>
                </a:cubicBezTo>
                <a:lnTo>
                  <a:pt x="5191825" y="67465"/>
                </a:lnTo>
                <a:lnTo>
                  <a:pt x="5183625" y="67465"/>
                </a:lnTo>
                <a:lnTo>
                  <a:pt x="5183625" y="20687"/>
                </a:lnTo>
                <a:close/>
                <a:moveTo>
                  <a:pt x="5274294" y="43703"/>
                </a:moveTo>
                <a:cubicBezTo>
                  <a:pt x="5274294" y="47337"/>
                  <a:pt x="5273781" y="50668"/>
                  <a:pt x="5272756" y="53697"/>
                </a:cubicBezTo>
                <a:cubicBezTo>
                  <a:pt x="5271731" y="56725"/>
                  <a:pt x="5270256" y="59319"/>
                  <a:pt x="5268330" y="61478"/>
                </a:cubicBezTo>
                <a:cubicBezTo>
                  <a:pt x="5266404" y="63636"/>
                  <a:pt x="5264059" y="65314"/>
                  <a:pt x="5261295" y="66510"/>
                </a:cubicBezTo>
                <a:cubicBezTo>
                  <a:pt x="5258530" y="67705"/>
                  <a:pt x="5255393" y="68303"/>
                  <a:pt x="5251883" y="68303"/>
                </a:cubicBezTo>
                <a:cubicBezTo>
                  <a:pt x="5248529" y="68303"/>
                  <a:pt x="5245524" y="67783"/>
                  <a:pt x="5242868" y="66742"/>
                </a:cubicBezTo>
                <a:cubicBezTo>
                  <a:pt x="5240212" y="65702"/>
                  <a:pt x="5237960" y="64172"/>
                  <a:pt x="5236112" y="62153"/>
                </a:cubicBezTo>
                <a:cubicBezTo>
                  <a:pt x="5234264" y="60134"/>
                  <a:pt x="5232851" y="57634"/>
                  <a:pt x="5231872" y="54652"/>
                </a:cubicBezTo>
                <a:cubicBezTo>
                  <a:pt x="5230894" y="51670"/>
                  <a:pt x="5230405" y="48238"/>
                  <a:pt x="5230405" y="44355"/>
                </a:cubicBezTo>
                <a:cubicBezTo>
                  <a:pt x="5230405" y="40721"/>
                  <a:pt x="5230917" y="37405"/>
                  <a:pt x="5231942" y="34408"/>
                </a:cubicBezTo>
                <a:cubicBezTo>
                  <a:pt x="5232967" y="31411"/>
                  <a:pt x="5234443" y="28832"/>
                  <a:pt x="5236368" y="26674"/>
                </a:cubicBezTo>
                <a:cubicBezTo>
                  <a:pt x="5238294" y="24515"/>
                  <a:pt x="5240639" y="22838"/>
                  <a:pt x="5243404" y="21642"/>
                </a:cubicBezTo>
                <a:cubicBezTo>
                  <a:pt x="5246168" y="20446"/>
                  <a:pt x="5249305" y="19848"/>
                  <a:pt x="5252815" y="19848"/>
                </a:cubicBezTo>
                <a:cubicBezTo>
                  <a:pt x="5256170" y="19848"/>
                  <a:pt x="5259175" y="20368"/>
                  <a:pt x="5261831" y="21409"/>
                </a:cubicBezTo>
                <a:cubicBezTo>
                  <a:pt x="5264486" y="22449"/>
                  <a:pt x="5266738" y="23971"/>
                  <a:pt x="5268586" y="25975"/>
                </a:cubicBezTo>
                <a:cubicBezTo>
                  <a:pt x="5270435" y="27978"/>
                  <a:pt x="5271848" y="30471"/>
                  <a:pt x="5272826" y="33453"/>
                </a:cubicBezTo>
                <a:cubicBezTo>
                  <a:pt x="5273805" y="36435"/>
                  <a:pt x="5274294" y="39851"/>
                  <a:pt x="5274294" y="43703"/>
                </a:cubicBezTo>
                <a:moveTo>
                  <a:pt x="5266001" y="44076"/>
                </a:moveTo>
                <a:cubicBezTo>
                  <a:pt x="5266001" y="41187"/>
                  <a:pt x="5265682" y="38663"/>
                  <a:pt x="5265045" y="36505"/>
                </a:cubicBezTo>
                <a:cubicBezTo>
                  <a:pt x="5264409" y="34346"/>
                  <a:pt x="5263500" y="32544"/>
                  <a:pt x="5262320" y="31100"/>
                </a:cubicBezTo>
                <a:cubicBezTo>
                  <a:pt x="5261139" y="29656"/>
                  <a:pt x="5259703" y="28568"/>
                  <a:pt x="5258010" y="27838"/>
                </a:cubicBezTo>
                <a:cubicBezTo>
                  <a:pt x="5256317" y="27109"/>
                  <a:pt x="5254430" y="26744"/>
                  <a:pt x="5252349" y="26744"/>
                </a:cubicBezTo>
                <a:cubicBezTo>
                  <a:pt x="5249926" y="26744"/>
                  <a:pt x="5247853" y="27217"/>
                  <a:pt x="5246129" y="28165"/>
                </a:cubicBezTo>
                <a:cubicBezTo>
                  <a:pt x="5244405" y="29112"/>
                  <a:pt x="5242992" y="30378"/>
                  <a:pt x="5241889" y="31962"/>
                </a:cubicBezTo>
                <a:cubicBezTo>
                  <a:pt x="5240787" y="33546"/>
                  <a:pt x="5239979" y="35386"/>
                  <a:pt x="5239467" y="37483"/>
                </a:cubicBezTo>
                <a:cubicBezTo>
                  <a:pt x="5238954" y="39580"/>
                  <a:pt x="5238698" y="41777"/>
                  <a:pt x="5238698" y="44076"/>
                </a:cubicBezTo>
                <a:cubicBezTo>
                  <a:pt x="5238698" y="46964"/>
                  <a:pt x="5239016" y="49496"/>
                  <a:pt x="5239653" y="51670"/>
                </a:cubicBezTo>
                <a:cubicBezTo>
                  <a:pt x="5240290" y="53844"/>
                  <a:pt x="5241198" y="55654"/>
                  <a:pt x="5242379" y="57098"/>
                </a:cubicBezTo>
                <a:cubicBezTo>
                  <a:pt x="5243559" y="58542"/>
                  <a:pt x="5244988" y="59629"/>
                  <a:pt x="5246665" y="60359"/>
                </a:cubicBezTo>
                <a:cubicBezTo>
                  <a:pt x="5248342" y="61089"/>
                  <a:pt x="5250237" y="61454"/>
                  <a:pt x="5252349" y="61454"/>
                </a:cubicBezTo>
                <a:cubicBezTo>
                  <a:pt x="5254772" y="61454"/>
                  <a:pt x="5256845" y="60981"/>
                  <a:pt x="5258569" y="60033"/>
                </a:cubicBezTo>
                <a:cubicBezTo>
                  <a:pt x="5260293" y="59086"/>
                  <a:pt x="5261706" y="57820"/>
                  <a:pt x="5262809" y="56236"/>
                </a:cubicBezTo>
                <a:cubicBezTo>
                  <a:pt x="5263912" y="54652"/>
                  <a:pt x="5264719" y="52812"/>
                  <a:pt x="5265232" y="50715"/>
                </a:cubicBezTo>
                <a:cubicBezTo>
                  <a:pt x="5265744" y="48618"/>
                  <a:pt x="5266001" y="46405"/>
                  <a:pt x="5266001" y="44076"/>
                </a:cubicBezTo>
                <a:close/>
                <a:moveTo>
                  <a:pt x="5287342" y="20687"/>
                </a:moveTo>
                <a:lnTo>
                  <a:pt x="5294750" y="20687"/>
                </a:lnTo>
                <a:lnTo>
                  <a:pt x="5294983" y="29284"/>
                </a:lnTo>
                <a:cubicBezTo>
                  <a:pt x="5297747" y="25969"/>
                  <a:pt x="5300473" y="23567"/>
                  <a:pt x="5303159" y="22080"/>
                </a:cubicBezTo>
                <a:cubicBezTo>
                  <a:pt x="5305846" y="20592"/>
                  <a:pt x="5308556" y="19848"/>
                  <a:pt x="5311290" y="19848"/>
                </a:cubicBezTo>
                <a:cubicBezTo>
                  <a:pt x="5316135" y="19848"/>
                  <a:pt x="5319808" y="21413"/>
                  <a:pt x="5322309" y="24542"/>
                </a:cubicBezTo>
                <a:cubicBezTo>
                  <a:pt x="5324809" y="27672"/>
                  <a:pt x="5325966" y="32319"/>
                  <a:pt x="5325780" y="38485"/>
                </a:cubicBezTo>
                <a:lnTo>
                  <a:pt x="5317579" y="38485"/>
                </a:lnTo>
                <a:cubicBezTo>
                  <a:pt x="5317673" y="34401"/>
                  <a:pt x="5317075" y="31439"/>
                  <a:pt x="5315786" y="29599"/>
                </a:cubicBezTo>
                <a:cubicBezTo>
                  <a:pt x="5314497" y="27757"/>
                  <a:pt x="5312610" y="26837"/>
                  <a:pt x="5310125" y="26837"/>
                </a:cubicBezTo>
                <a:cubicBezTo>
                  <a:pt x="5309038" y="26837"/>
                  <a:pt x="5307943" y="27030"/>
                  <a:pt x="5306840" y="27418"/>
                </a:cubicBezTo>
                <a:cubicBezTo>
                  <a:pt x="5305737" y="27804"/>
                  <a:pt x="5304604" y="28422"/>
                  <a:pt x="5303439" y="29273"/>
                </a:cubicBezTo>
                <a:cubicBezTo>
                  <a:pt x="5302274" y="30123"/>
                  <a:pt x="5301039" y="31213"/>
                  <a:pt x="5299735" y="32544"/>
                </a:cubicBezTo>
                <a:cubicBezTo>
                  <a:pt x="5298430" y="33874"/>
                  <a:pt x="5297033" y="35482"/>
                  <a:pt x="5295542" y="37369"/>
                </a:cubicBezTo>
                <a:lnTo>
                  <a:pt x="5295542" y="67465"/>
                </a:lnTo>
                <a:lnTo>
                  <a:pt x="5287342" y="67465"/>
                </a:lnTo>
                <a:lnTo>
                  <a:pt x="5287342" y="20687"/>
                </a:lnTo>
                <a:close/>
                <a:moveTo>
                  <a:pt x="5386772" y="45054"/>
                </a:moveTo>
                <a:cubicBezTo>
                  <a:pt x="5386772" y="41078"/>
                  <a:pt x="5387316" y="37545"/>
                  <a:pt x="5388403" y="34454"/>
                </a:cubicBezTo>
                <a:cubicBezTo>
                  <a:pt x="5389490" y="31364"/>
                  <a:pt x="5391035" y="28755"/>
                  <a:pt x="5393039" y="26627"/>
                </a:cubicBezTo>
                <a:cubicBezTo>
                  <a:pt x="5395042" y="24499"/>
                  <a:pt x="5397450" y="22884"/>
                  <a:pt x="5400261" y="21782"/>
                </a:cubicBezTo>
                <a:cubicBezTo>
                  <a:pt x="5403072" y="20679"/>
                  <a:pt x="5406201" y="20128"/>
                  <a:pt x="5409649" y="20128"/>
                </a:cubicBezTo>
                <a:cubicBezTo>
                  <a:pt x="5411140" y="20128"/>
                  <a:pt x="5412607" y="20221"/>
                  <a:pt x="5414052" y="20407"/>
                </a:cubicBezTo>
                <a:cubicBezTo>
                  <a:pt x="5415496" y="20593"/>
                  <a:pt x="5416917" y="20889"/>
                  <a:pt x="5418315" y="21292"/>
                </a:cubicBezTo>
                <a:lnTo>
                  <a:pt x="5418315" y="1584"/>
                </a:lnTo>
                <a:lnTo>
                  <a:pt x="5426468" y="1584"/>
                </a:lnTo>
                <a:lnTo>
                  <a:pt x="5426468" y="67465"/>
                </a:lnTo>
                <a:lnTo>
                  <a:pt x="5419200" y="67465"/>
                </a:lnTo>
                <a:lnTo>
                  <a:pt x="5418921" y="58612"/>
                </a:lnTo>
                <a:cubicBezTo>
                  <a:pt x="5416653" y="61905"/>
                  <a:pt x="5414199" y="64343"/>
                  <a:pt x="5411559" y="65927"/>
                </a:cubicBezTo>
                <a:cubicBezTo>
                  <a:pt x="5408919" y="67511"/>
                  <a:pt x="5406061" y="68303"/>
                  <a:pt x="5402986" y="68303"/>
                </a:cubicBezTo>
                <a:cubicBezTo>
                  <a:pt x="5400315" y="68303"/>
                  <a:pt x="5397962" y="67744"/>
                  <a:pt x="5395928" y="66626"/>
                </a:cubicBezTo>
                <a:cubicBezTo>
                  <a:pt x="5393893" y="65508"/>
                  <a:pt x="5392200" y="63931"/>
                  <a:pt x="5390849" y="61897"/>
                </a:cubicBezTo>
                <a:cubicBezTo>
                  <a:pt x="5389498" y="59862"/>
                  <a:pt x="5388481" y="57416"/>
                  <a:pt x="5387797" y="54559"/>
                </a:cubicBezTo>
                <a:cubicBezTo>
                  <a:pt x="5387114" y="51701"/>
                  <a:pt x="5386772" y="48533"/>
                  <a:pt x="5386772" y="45054"/>
                </a:cubicBezTo>
                <a:moveTo>
                  <a:pt x="5395066" y="44542"/>
                </a:moveTo>
                <a:cubicBezTo>
                  <a:pt x="5395066" y="50195"/>
                  <a:pt x="5395897" y="54411"/>
                  <a:pt x="5397558" y="57191"/>
                </a:cubicBezTo>
                <a:cubicBezTo>
                  <a:pt x="5399220" y="59971"/>
                  <a:pt x="5401573" y="61361"/>
                  <a:pt x="5404617" y="61361"/>
                </a:cubicBezTo>
                <a:cubicBezTo>
                  <a:pt x="5406667" y="61361"/>
                  <a:pt x="5408833" y="60445"/>
                  <a:pt x="5411116" y="58612"/>
                </a:cubicBezTo>
                <a:cubicBezTo>
                  <a:pt x="5413399" y="56780"/>
                  <a:pt x="5415799" y="54062"/>
                  <a:pt x="5418315" y="50459"/>
                </a:cubicBezTo>
                <a:lnTo>
                  <a:pt x="5418315" y="28747"/>
                </a:lnTo>
                <a:cubicBezTo>
                  <a:pt x="5416979" y="28126"/>
                  <a:pt x="5415504" y="27652"/>
                  <a:pt x="5413889" y="27326"/>
                </a:cubicBezTo>
                <a:cubicBezTo>
                  <a:pt x="5412273" y="27000"/>
                  <a:pt x="5410674" y="26837"/>
                  <a:pt x="5409090" y="26837"/>
                </a:cubicBezTo>
                <a:cubicBezTo>
                  <a:pt x="5404679" y="26837"/>
                  <a:pt x="5401239" y="28266"/>
                  <a:pt x="5398770" y="31123"/>
                </a:cubicBezTo>
                <a:cubicBezTo>
                  <a:pt x="5396300" y="33981"/>
                  <a:pt x="5395066" y="38454"/>
                  <a:pt x="5395066" y="44542"/>
                </a:cubicBezTo>
                <a:close/>
                <a:moveTo>
                  <a:pt x="5456941" y="27396"/>
                </a:moveTo>
                <a:lnTo>
                  <a:pt x="5443104" y="27396"/>
                </a:lnTo>
                <a:lnTo>
                  <a:pt x="5443104" y="20687"/>
                </a:lnTo>
                <a:lnTo>
                  <a:pt x="5465141" y="20687"/>
                </a:lnTo>
                <a:lnTo>
                  <a:pt x="5465141" y="60709"/>
                </a:lnTo>
                <a:lnTo>
                  <a:pt x="5479072" y="60709"/>
                </a:lnTo>
                <a:lnTo>
                  <a:pt x="5479072" y="67465"/>
                </a:lnTo>
                <a:lnTo>
                  <a:pt x="5441566" y="67465"/>
                </a:lnTo>
                <a:lnTo>
                  <a:pt x="5441566" y="60709"/>
                </a:lnTo>
                <a:lnTo>
                  <a:pt x="5456941" y="60709"/>
                </a:lnTo>
                <a:lnTo>
                  <a:pt x="5456941" y="27396"/>
                </a:lnTo>
                <a:moveTo>
                  <a:pt x="5459783" y="1025"/>
                </a:moveTo>
                <a:cubicBezTo>
                  <a:pt x="5460684" y="1025"/>
                  <a:pt x="5461523" y="1188"/>
                  <a:pt x="5462299" y="1514"/>
                </a:cubicBezTo>
                <a:cubicBezTo>
                  <a:pt x="5463076" y="1840"/>
                  <a:pt x="5463751" y="2299"/>
                  <a:pt x="5464326" y="2889"/>
                </a:cubicBezTo>
                <a:cubicBezTo>
                  <a:pt x="5464901" y="3479"/>
                  <a:pt x="5465351" y="4154"/>
                  <a:pt x="5465677" y="4915"/>
                </a:cubicBezTo>
                <a:cubicBezTo>
                  <a:pt x="5466003" y="5676"/>
                  <a:pt x="5466166" y="6507"/>
                  <a:pt x="5466166" y="7408"/>
                </a:cubicBezTo>
                <a:cubicBezTo>
                  <a:pt x="5466166" y="8278"/>
                  <a:pt x="5466003" y="9101"/>
                  <a:pt x="5465677" y="9877"/>
                </a:cubicBezTo>
                <a:cubicBezTo>
                  <a:pt x="5465351" y="10654"/>
                  <a:pt x="5464901" y="11337"/>
                  <a:pt x="5464326" y="11927"/>
                </a:cubicBezTo>
                <a:cubicBezTo>
                  <a:pt x="5463751" y="12518"/>
                  <a:pt x="5463076" y="12976"/>
                  <a:pt x="5462299" y="13302"/>
                </a:cubicBezTo>
                <a:cubicBezTo>
                  <a:pt x="5461523" y="13628"/>
                  <a:pt x="5460684" y="13791"/>
                  <a:pt x="5459783" y="13791"/>
                </a:cubicBezTo>
                <a:cubicBezTo>
                  <a:pt x="5458883" y="13791"/>
                  <a:pt x="5458044" y="13628"/>
                  <a:pt x="5457267" y="13302"/>
                </a:cubicBezTo>
                <a:cubicBezTo>
                  <a:pt x="5456491" y="12976"/>
                  <a:pt x="5455815" y="12518"/>
                  <a:pt x="5455241" y="11927"/>
                </a:cubicBezTo>
                <a:cubicBezTo>
                  <a:pt x="5454666" y="11337"/>
                  <a:pt x="5454216" y="10654"/>
                  <a:pt x="5453890" y="9877"/>
                </a:cubicBezTo>
                <a:cubicBezTo>
                  <a:pt x="5453563" y="9101"/>
                  <a:pt x="5453400" y="8278"/>
                  <a:pt x="5453400" y="7408"/>
                </a:cubicBezTo>
                <a:cubicBezTo>
                  <a:pt x="5453400" y="6507"/>
                  <a:pt x="5453563" y="5676"/>
                  <a:pt x="5453890" y="4915"/>
                </a:cubicBezTo>
                <a:cubicBezTo>
                  <a:pt x="5454216" y="4154"/>
                  <a:pt x="5454666" y="3479"/>
                  <a:pt x="5455241" y="2889"/>
                </a:cubicBezTo>
                <a:cubicBezTo>
                  <a:pt x="5455815" y="2299"/>
                  <a:pt x="5456491" y="1840"/>
                  <a:pt x="5457267" y="1514"/>
                </a:cubicBezTo>
                <a:cubicBezTo>
                  <a:pt x="5458044" y="1188"/>
                  <a:pt x="5458883" y="1025"/>
                  <a:pt x="5459783" y="1025"/>
                </a:cubicBezTo>
                <a:close/>
                <a:moveTo>
                  <a:pt x="5529906" y="54699"/>
                </a:moveTo>
                <a:cubicBezTo>
                  <a:pt x="5529906" y="56345"/>
                  <a:pt x="5529626" y="57820"/>
                  <a:pt x="5529067" y="59125"/>
                </a:cubicBezTo>
                <a:cubicBezTo>
                  <a:pt x="5528508" y="60429"/>
                  <a:pt x="5527747" y="61586"/>
                  <a:pt x="5526784" y="62596"/>
                </a:cubicBezTo>
                <a:cubicBezTo>
                  <a:pt x="5525821" y="63605"/>
                  <a:pt x="5524703" y="64467"/>
                  <a:pt x="5523430" y="65182"/>
                </a:cubicBezTo>
                <a:cubicBezTo>
                  <a:pt x="5522156" y="65896"/>
                  <a:pt x="5520797" y="66486"/>
                  <a:pt x="5519353" y="66952"/>
                </a:cubicBezTo>
                <a:cubicBezTo>
                  <a:pt x="5517908" y="67418"/>
                  <a:pt x="5516425" y="67760"/>
                  <a:pt x="5514903" y="67977"/>
                </a:cubicBezTo>
                <a:cubicBezTo>
                  <a:pt x="5513381" y="68195"/>
                  <a:pt x="5511890" y="68303"/>
                  <a:pt x="5510431" y="68303"/>
                </a:cubicBezTo>
                <a:cubicBezTo>
                  <a:pt x="5507262" y="68303"/>
                  <a:pt x="5504350" y="68164"/>
                  <a:pt x="5501695" y="67884"/>
                </a:cubicBezTo>
                <a:cubicBezTo>
                  <a:pt x="5499039" y="67604"/>
                  <a:pt x="5496438" y="67154"/>
                  <a:pt x="5493891" y="66533"/>
                </a:cubicBezTo>
                <a:lnTo>
                  <a:pt x="5493891" y="59078"/>
                </a:lnTo>
                <a:cubicBezTo>
                  <a:pt x="5496624" y="59855"/>
                  <a:pt x="5499342" y="60445"/>
                  <a:pt x="5502044" y="60849"/>
                </a:cubicBezTo>
                <a:cubicBezTo>
                  <a:pt x="5504746" y="61252"/>
                  <a:pt x="5507433" y="61454"/>
                  <a:pt x="5510104" y="61454"/>
                </a:cubicBezTo>
                <a:cubicBezTo>
                  <a:pt x="5513987" y="61454"/>
                  <a:pt x="5516860" y="60926"/>
                  <a:pt x="5518724" y="59870"/>
                </a:cubicBezTo>
                <a:cubicBezTo>
                  <a:pt x="5520587" y="58814"/>
                  <a:pt x="5521519" y="57308"/>
                  <a:pt x="5521519" y="55351"/>
                </a:cubicBezTo>
                <a:cubicBezTo>
                  <a:pt x="5521519" y="54512"/>
                  <a:pt x="5521372" y="53759"/>
                  <a:pt x="5521077" y="53091"/>
                </a:cubicBezTo>
                <a:cubicBezTo>
                  <a:pt x="5520782" y="52423"/>
                  <a:pt x="5520246" y="51787"/>
                  <a:pt x="5519469" y="51181"/>
                </a:cubicBezTo>
                <a:cubicBezTo>
                  <a:pt x="5518693" y="50575"/>
                  <a:pt x="5517489" y="49946"/>
                  <a:pt x="5515858" y="49294"/>
                </a:cubicBezTo>
                <a:cubicBezTo>
                  <a:pt x="5514228" y="48642"/>
                  <a:pt x="5511999" y="47896"/>
                  <a:pt x="5509173" y="47058"/>
                </a:cubicBezTo>
                <a:cubicBezTo>
                  <a:pt x="5507060" y="46436"/>
                  <a:pt x="5505111" y="45730"/>
                  <a:pt x="5503325" y="44938"/>
                </a:cubicBezTo>
                <a:cubicBezTo>
                  <a:pt x="5501539" y="44146"/>
                  <a:pt x="5499994" y="43206"/>
                  <a:pt x="5498689" y="42119"/>
                </a:cubicBezTo>
                <a:cubicBezTo>
                  <a:pt x="5497385" y="41032"/>
                  <a:pt x="5496360" y="39758"/>
                  <a:pt x="5495614" y="38298"/>
                </a:cubicBezTo>
                <a:cubicBezTo>
                  <a:pt x="5494869" y="36838"/>
                  <a:pt x="5494496" y="35115"/>
                  <a:pt x="5494496" y="33127"/>
                </a:cubicBezTo>
                <a:cubicBezTo>
                  <a:pt x="5494496" y="31822"/>
                  <a:pt x="5494799" y="30393"/>
                  <a:pt x="5495405" y="28840"/>
                </a:cubicBezTo>
                <a:cubicBezTo>
                  <a:pt x="5496010" y="27287"/>
                  <a:pt x="5497043" y="25843"/>
                  <a:pt x="5498503" y="24507"/>
                </a:cubicBezTo>
                <a:cubicBezTo>
                  <a:pt x="5499963" y="23172"/>
                  <a:pt x="5501935" y="22061"/>
                  <a:pt x="5504420" y="21176"/>
                </a:cubicBezTo>
                <a:cubicBezTo>
                  <a:pt x="5506905" y="20291"/>
                  <a:pt x="5510011" y="19848"/>
                  <a:pt x="5513739" y="19848"/>
                </a:cubicBezTo>
                <a:cubicBezTo>
                  <a:pt x="5515571" y="19848"/>
                  <a:pt x="5517606" y="19949"/>
                  <a:pt x="5519842" y="20151"/>
                </a:cubicBezTo>
                <a:cubicBezTo>
                  <a:pt x="5522078" y="20353"/>
                  <a:pt x="5524408" y="20702"/>
                  <a:pt x="5526831" y="21199"/>
                </a:cubicBezTo>
                <a:lnTo>
                  <a:pt x="5526831" y="28421"/>
                </a:lnTo>
                <a:cubicBezTo>
                  <a:pt x="5524284" y="27800"/>
                  <a:pt x="5521869" y="27342"/>
                  <a:pt x="5519586" y="27046"/>
                </a:cubicBezTo>
                <a:cubicBezTo>
                  <a:pt x="5517303" y="26751"/>
                  <a:pt x="5515323" y="26604"/>
                  <a:pt x="5513645" y="26604"/>
                </a:cubicBezTo>
                <a:cubicBezTo>
                  <a:pt x="5511626" y="26604"/>
                  <a:pt x="5509926" y="26759"/>
                  <a:pt x="5508544" y="27070"/>
                </a:cubicBezTo>
                <a:cubicBezTo>
                  <a:pt x="5507161" y="27380"/>
                  <a:pt x="5506043" y="27807"/>
                  <a:pt x="5505189" y="28351"/>
                </a:cubicBezTo>
                <a:cubicBezTo>
                  <a:pt x="5504335" y="28895"/>
                  <a:pt x="5503721" y="29531"/>
                  <a:pt x="5503349" y="30261"/>
                </a:cubicBezTo>
                <a:cubicBezTo>
                  <a:pt x="5502976" y="30991"/>
                  <a:pt x="5502789" y="31775"/>
                  <a:pt x="5502789" y="32614"/>
                </a:cubicBezTo>
                <a:cubicBezTo>
                  <a:pt x="5502789" y="33453"/>
                  <a:pt x="5502953" y="34214"/>
                  <a:pt x="5503279" y="34897"/>
                </a:cubicBezTo>
                <a:cubicBezTo>
                  <a:pt x="5503605" y="35580"/>
                  <a:pt x="5504211" y="36241"/>
                  <a:pt x="5505096" y="36877"/>
                </a:cubicBezTo>
                <a:cubicBezTo>
                  <a:pt x="5505981" y="37514"/>
                  <a:pt x="5507216" y="38151"/>
                  <a:pt x="5508800" y="38788"/>
                </a:cubicBezTo>
                <a:cubicBezTo>
                  <a:pt x="5510384" y="39424"/>
                  <a:pt x="5512449" y="40115"/>
                  <a:pt x="5514997" y="40861"/>
                </a:cubicBezTo>
                <a:cubicBezTo>
                  <a:pt x="5517761" y="41668"/>
                  <a:pt x="5520091" y="42515"/>
                  <a:pt x="5521985" y="43400"/>
                </a:cubicBezTo>
                <a:cubicBezTo>
                  <a:pt x="5523880" y="44285"/>
                  <a:pt x="5525417" y="45272"/>
                  <a:pt x="5526598" y="46359"/>
                </a:cubicBezTo>
                <a:cubicBezTo>
                  <a:pt x="5527778" y="47446"/>
                  <a:pt x="5528625" y="48673"/>
                  <a:pt x="5529137" y="50039"/>
                </a:cubicBezTo>
                <a:cubicBezTo>
                  <a:pt x="5529650" y="51406"/>
                  <a:pt x="5529906" y="52959"/>
                  <a:pt x="5529906" y="54699"/>
                </a:cubicBezTo>
                <a:close/>
                <a:moveTo>
                  <a:pt x="5584700" y="43237"/>
                </a:moveTo>
                <a:cubicBezTo>
                  <a:pt x="5584700" y="47399"/>
                  <a:pt x="5584117" y="51033"/>
                  <a:pt x="5582952" y="54139"/>
                </a:cubicBezTo>
                <a:cubicBezTo>
                  <a:pt x="5581788" y="57246"/>
                  <a:pt x="5580180" y="59824"/>
                  <a:pt x="5578130" y="61874"/>
                </a:cubicBezTo>
                <a:cubicBezTo>
                  <a:pt x="5576080" y="63924"/>
                  <a:pt x="5573657" y="65461"/>
                  <a:pt x="5570862" y="66486"/>
                </a:cubicBezTo>
                <a:cubicBezTo>
                  <a:pt x="5568066" y="67511"/>
                  <a:pt x="5565038" y="68024"/>
                  <a:pt x="5561776" y="68024"/>
                </a:cubicBezTo>
                <a:cubicBezTo>
                  <a:pt x="5560286" y="68024"/>
                  <a:pt x="5558802" y="67946"/>
                  <a:pt x="5557327" y="67791"/>
                </a:cubicBezTo>
                <a:cubicBezTo>
                  <a:pt x="5555852" y="67635"/>
                  <a:pt x="5554353" y="67371"/>
                  <a:pt x="5552831" y="66999"/>
                </a:cubicBezTo>
                <a:lnTo>
                  <a:pt x="5552831" y="86567"/>
                </a:lnTo>
                <a:lnTo>
                  <a:pt x="5544724" y="86567"/>
                </a:lnTo>
                <a:lnTo>
                  <a:pt x="5544724" y="20687"/>
                </a:lnTo>
                <a:lnTo>
                  <a:pt x="5551946" y="20687"/>
                </a:lnTo>
                <a:lnTo>
                  <a:pt x="5552458" y="28514"/>
                </a:lnTo>
                <a:cubicBezTo>
                  <a:pt x="5554788" y="25315"/>
                  <a:pt x="5557273" y="23071"/>
                  <a:pt x="5559913" y="21782"/>
                </a:cubicBezTo>
                <a:cubicBezTo>
                  <a:pt x="5562553" y="20493"/>
                  <a:pt x="5565411" y="19848"/>
                  <a:pt x="5568486" y="19848"/>
                </a:cubicBezTo>
                <a:cubicBezTo>
                  <a:pt x="5571157" y="19848"/>
                  <a:pt x="5573502" y="20407"/>
                  <a:pt x="5575521" y="21525"/>
                </a:cubicBezTo>
                <a:cubicBezTo>
                  <a:pt x="5577540" y="22644"/>
                  <a:pt x="5579233" y="24220"/>
                  <a:pt x="5580600" y="26254"/>
                </a:cubicBezTo>
                <a:cubicBezTo>
                  <a:pt x="5581966" y="28289"/>
                  <a:pt x="5582991" y="30743"/>
                  <a:pt x="5583675" y="33616"/>
                </a:cubicBezTo>
                <a:cubicBezTo>
                  <a:pt x="5584358" y="36489"/>
                  <a:pt x="5584700" y="39696"/>
                  <a:pt x="5584700" y="43237"/>
                </a:cubicBezTo>
                <a:moveTo>
                  <a:pt x="5576406" y="43610"/>
                </a:moveTo>
                <a:cubicBezTo>
                  <a:pt x="5576406" y="41156"/>
                  <a:pt x="5576228" y="38904"/>
                  <a:pt x="5575870" y="36854"/>
                </a:cubicBezTo>
                <a:cubicBezTo>
                  <a:pt x="5575513" y="34804"/>
                  <a:pt x="5574946" y="33049"/>
                  <a:pt x="5574170" y="31589"/>
                </a:cubicBezTo>
                <a:cubicBezTo>
                  <a:pt x="5573393" y="30129"/>
                  <a:pt x="5572399" y="28988"/>
                  <a:pt x="5571188" y="28165"/>
                </a:cubicBezTo>
                <a:cubicBezTo>
                  <a:pt x="5569977" y="27342"/>
                  <a:pt x="5568532" y="26930"/>
                  <a:pt x="5566855" y="26930"/>
                </a:cubicBezTo>
                <a:cubicBezTo>
                  <a:pt x="5565830" y="26930"/>
                  <a:pt x="5564789" y="27093"/>
                  <a:pt x="5563733" y="27419"/>
                </a:cubicBezTo>
                <a:cubicBezTo>
                  <a:pt x="5562677" y="27745"/>
                  <a:pt x="5561582" y="28289"/>
                  <a:pt x="5560449" y="29050"/>
                </a:cubicBezTo>
                <a:cubicBezTo>
                  <a:pt x="5559315" y="29811"/>
                  <a:pt x="5558119" y="30820"/>
                  <a:pt x="5556861" y="32078"/>
                </a:cubicBezTo>
                <a:cubicBezTo>
                  <a:pt x="5555603" y="33336"/>
                  <a:pt x="5554260" y="34897"/>
                  <a:pt x="5552831" y="36761"/>
                </a:cubicBezTo>
                <a:lnTo>
                  <a:pt x="5552831" y="59451"/>
                </a:lnTo>
                <a:cubicBezTo>
                  <a:pt x="5554322" y="60072"/>
                  <a:pt x="5555890" y="60561"/>
                  <a:pt x="5557537" y="60919"/>
                </a:cubicBezTo>
                <a:cubicBezTo>
                  <a:pt x="5559183" y="61276"/>
                  <a:pt x="5560798" y="61454"/>
                  <a:pt x="5562382" y="61454"/>
                </a:cubicBezTo>
                <a:cubicBezTo>
                  <a:pt x="5566762" y="61454"/>
                  <a:pt x="5570194" y="59971"/>
                  <a:pt x="5572679" y="57005"/>
                </a:cubicBezTo>
                <a:cubicBezTo>
                  <a:pt x="5575164" y="54038"/>
                  <a:pt x="5576406" y="49573"/>
                  <a:pt x="5576406" y="43610"/>
                </a:cubicBezTo>
                <a:close/>
                <a:moveTo>
                  <a:pt x="5612517" y="8247"/>
                </a:moveTo>
                <a:lnTo>
                  <a:pt x="5598679" y="8247"/>
                </a:lnTo>
                <a:lnTo>
                  <a:pt x="5598679" y="1584"/>
                </a:lnTo>
                <a:lnTo>
                  <a:pt x="5620717" y="1584"/>
                </a:lnTo>
                <a:lnTo>
                  <a:pt x="5620717" y="60709"/>
                </a:lnTo>
                <a:lnTo>
                  <a:pt x="5634648" y="60709"/>
                </a:lnTo>
                <a:lnTo>
                  <a:pt x="5634648" y="67465"/>
                </a:lnTo>
                <a:lnTo>
                  <a:pt x="5597142" y="67465"/>
                </a:lnTo>
                <a:lnTo>
                  <a:pt x="5597142" y="60709"/>
                </a:lnTo>
                <a:lnTo>
                  <a:pt x="5612517" y="60709"/>
                </a:lnTo>
                <a:lnTo>
                  <a:pt x="5612517" y="8247"/>
                </a:lnTo>
                <a:close/>
                <a:moveTo>
                  <a:pt x="5678493" y="67465"/>
                </a:moveTo>
                <a:lnTo>
                  <a:pt x="5678306" y="61162"/>
                </a:lnTo>
                <a:cubicBezTo>
                  <a:pt x="5675759" y="63682"/>
                  <a:pt x="5673173" y="65503"/>
                  <a:pt x="5670549" y="66623"/>
                </a:cubicBezTo>
                <a:cubicBezTo>
                  <a:pt x="5667924" y="67743"/>
                  <a:pt x="5665167" y="68303"/>
                  <a:pt x="5662279" y="68303"/>
                </a:cubicBezTo>
                <a:cubicBezTo>
                  <a:pt x="5659607" y="68303"/>
                  <a:pt x="5657324" y="67961"/>
                  <a:pt x="5655430" y="67277"/>
                </a:cubicBezTo>
                <a:cubicBezTo>
                  <a:pt x="5653535" y="66593"/>
                  <a:pt x="5651974" y="65651"/>
                  <a:pt x="5650747" y="64454"/>
                </a:cubicBezTo>
                <a:cubicBezTo>
                  <a:pt x="5649520" y="63256"/>
                  <a:pt x="5648620" y="61848"/>
                  <a:pt x="5648045" y="60230"/>
                </a:cubicBezTo>
                <a:cubicBezTo>
                  <a:pt x="5647470" y="58612"/>
                  <a:pt x="5647183" y="56854"/>
                  <a:pt x="5647183" y="54956"/>
                </a:cubicBezTo>
                <a:cubicBezTo>
                  <a:pt x="5647183" y="50258"/>
                  <a:pt x="5648930" y="46579"/>
                  <a:pt x="5652425" y="43920"/>
                </a:cubicBezTo>
                <a:cubicBezTo>
                  <a:pt x="5655919" y="41259"/>
                  <a:pt x="5661083" y="39929"/>
                  <a:pt x="5667916" y="39929"/>
                </a:cubicBezTo>
                <a:lnTo>
                  <a:pt x="5677607" y="39929"/>
                </a:lnTo>
                <a:lnTo>
                  <a:pt x="5677607" y="35844"/>
                </a:lnTo>
                <a:cubicBezTo>
                  <a:pt x="5677607" y="33089"/>
                  <a:pt x="5676722" y="30883"/>
                  <a:pt x="5674952" y="29227"/>
                </a:cubicBezTo>
                <a:cubicBezTo>
                  <a:pt x="5673181" y="27572"/>
                  <a:pt x="5670479" y="26744"/>
                  <a:pt x="5666845" y="26744"/>
                </a:cubicBezTo>
                <a:cubicBezTo>
                  <a:pt x="5664204" y="26744"/>
                  <a:pt x="5661603" y="27043"/>
                  <a:pt x="5659041" y="27642"/>
                </a:cubicBezTo>
                <a:cubicBezTo>
                  <a:pt x="5656478" y="28240"/>
                  <a:pt x="5653830" y="29090"/>
                  <a:pt x="5651097" y="30191"/>
                </a:cubicBezTo>
                <a:lnTo>
                  <a:pt x="5651097" y="22876"/>
                </a:lnTo>
                <a:cubicBezTo>
                  <a:pt x="5652122" y="22498"/>
                  <a:pt x="5653263" y="22127"/>
                  <a:pt x="5654521" y="21764"/>
                </a:cubicBezTo>
                <a:cubicBezTo>
                  <a:pt x="5655779" y="21401"/>
                  <a:pt x="5657107" y="21078"/>
                  <a:pt x="5658505" y="20794"/>
                </a:cubicBezTo>
                <a:cubicBezTo>
                  <a:pt x="5659902" y="20510"/>
                  <a:pt x="5661362" y="20281"/>
                  <a:pt x="5662884" y="20109"/>
                </a:cubicBezTo>
                <a:cubicBezTo>
                  <a:pt x="5664406" y="19935"/>
                  <a:pt x="5665944" y="19848"/>
                  <a:pt x="5667497" y="19848"/>
                </a:cubicBezTo>
                <a:cubicBezTo>
                  <a:pt x="5670323" y="19848"/>
                  <a:pt x="5672870" y="20159"/>
                  <a:pt x="5675138" y="20780"/>
                </a:cubicBezTo>
                <a:cubicBezTo>
                  <a:pt x="5677405" y="21401"/>
                  <a:pt x="5679323" y="22348"/>
                  <a:pt x="5680892" y="23622"/>
                </a:cubicBezTo>
                <a:cubicBezTo>
                  <a:pt x="5682461" y="24895"/>
                  <a:pt x="5683664" y="26495"/>
                  <a:pt x="5684503" y="28421"/>
                </a:cubicBezTo>
                <a:cubicBezTo>
                  <a:pt x="5685341" y="30347"/>
                  <a:pt x="5685761" y="32614"/>
                  <a:pt x="5685761" y="35223"/>
                </a:cubicBezTo>
                <a:lnTo>
                  <a:pt x="5685761" y="67465"/>
                </a:lnTo>
                <a:lnTo>
                  <a:pt x="5678493" y="67465"/>
                </a:lnTo>
                <a:moveTo>
                  <a:pt x="5677607" y="46126"/>
                </a:moveTo>
                <a:lnTo>
                  <a:pt x="5667311" y="46126"/>
                </a:lnTo>
                <a:cubicBezTo>
                  <a:pt x="5665292" y="46126"/>
                  <a:pt x="5663552" y="46329"/>
                  <a:pt x="5662092" y="46734"/>
                </a:cubicBezTo>
                <a:cubicBezTo>
                  <a:pt x="5660632" y="47139"/>
                  <a:pt x="5659437" y="47715"/>
                  <a:pt x="5658505" y="48463"/>
                </a:cubicBezTo>
                <a:cubicBezTo>
                  <a:pt x="5657573" y="49210"/>
                  <a:pt x="5656882" y="50106"/>
                  <a:pt x="5656431" y="51150"/>
                </a:cubicBezTo>
                <a:cubicBezTo>
                  <a:pt x="5655981" y="52194"/>
                  <a:pt x="5655756" y="53370"/>
                  <a:pt x="5655756" y="54678"/>
                </a:cubicBezTo>
                <a:cubicBezTo>
                  <a:pt x="5655756" y="55582"/>
                  <a:pt x="5655896" y="56447"/>
                  <a:pt x="5656175" y="57273"/>
                </a:cubicBezTo>
                <a:cubicBezTo>
                  <a:pt x="5656455" y="58098"/>
                  <a:pt x="5656905" y="58830"/>
                  <a:pt x="5657526" y="59468"/>
                </a:cubicBezTo>
                <a:cubicBezTo>
                  <a:pt x="5658148" y="60107"/>
                  <a:pt x="5658955" y="60613"/>
                  <a:pt x="5659949" y="60987"/>
                </a:cubicBezTo>
                <a:cubicBezTo>
                  <a:pt x="5660943" y="61361"/>
                  <a:pt x="5662154" y="61548"/>
                  <a:pt x="5663583" y="61548"/>
                </a:cubicBezTo>
                <a:cubicBezTo>
                  <a:pt x="5665447" y="61548"/>
                  <a:pt x="5667582" y="60979"/>
                  <a:pt x="5669990" y="59843"/>
                </a:cubicBezTo>
                <a:cubicBezTo>
                  <a:pt x="5672397" y="58705"/>
                  <a:pt x="5674936" y="56905"/>
                  <a:pt x="5677607" y="54444"/>
                </a:cubicBezTo>
                <a:lnTo>
                  <a:pt x="5677607" y="46126"/>
                </a:lnTo>
                <a:close/>
                <a:moveTo>
                  <a:pt x="5741906" y="20687"/>
                </a:moveTo>
                <a:lnTo>
                  <a:pt x="5725971" y="62526"/>
                </a:lnTo>
                <a:cubicBezTo>
                  <a:pt x="5724325" y="66781"/>
                  <a:pt x="5722625" y="70447"/>
                  <a:pt x="5720870" y="73522"/>
                </a:cubicBezTo>
                <a:cubicBezTo>
                  <a:pt x="5719115" y="76597"/>
                  <a:pt x="5717197" y="79120"/>
                  <a:pt x="5715116" y="81093"/>
                </a:cubicBezTo>
                <a:cubicBezTo>
                  <a:pt x="5713034" y="83065"/>
                  <a:pt x="5710751" y="84517"/>
                  <a:pt x="5708267" y="85449"/>
                </a:cubicBezTo>
                <a:cubicBezTo>
                  <a:pt x="5705782" y="86381"/>
                  <a:pt x="5703002" y="86847"/>
                  <a:pt x="5699927" y="86847"/>
                </a:cubicBezTo>
                <a:cubicBezTo>
                  <a:pt x="5699119" y="86847"/>
                  <a:pt x="5698389" y="86831"/>
                  <a:pt x="5697737" y="86800"/>
                </a:cubicBezTo>
                <a:cubicBezTo>
                  <a:pt x="5697085" y="86769"/>
                  <a:pt x="5696370" y="86723"/>
                  <a:pt x="5695594" y="86660"/>
                </a:cubicBezTo>
                <a:lnTo>
                  <a:pt x="5695594" y="79299"/>
                </a:lnTo>
                <a:cubicBezTo>
                  <a:pt x="5696277" y="79392"/>
                  <a:pt x="5697022" y="79478"/>
                  <a:pt x="5697830" y="79555"/>
                </a:cubicBezTo>
                <a:cubicBezTo>
                  <a:pt x="5698638" y="79633"/>
                  <a:pt x="5699492" y="79672"/>
                  <a:pt x="5700393" y="79672"/>
                </a:cubicBezTo>
                <a:cubicBezTo>
                  <a:pt x="5701884" y="79672"/>
                  <a:pt x="5703274" y="79454"/>
                  <a:pt x="5704563" y="79019"/>
                </a:cubicBezTo>
                <a:cubicBezTo>
                  <a:pt x="5705852" y="78585"/>
                  <a:pt x="5707071" y="77878"/>
                  <a:pt x="5708220" y="76899"/>
                </a:cubicBezTo>
                <a:cubicBezTo>
                  <a:pt x="5709369" y="75921"/>
                  <a:pt x="5710472" y="74655"/>
                  <a:pt x="5711528" y="73102"/>
                </a:cubicBezTo>
                <a:cubicBezTo>
                  <a:pt x="5712584" y="71549"/>
                  <a:pt x="5713609" y="69670"/>
                  <a:pt x="5714603" y="67465"/>
                </a:cubicBezTo>
                <a:lnTo>
                  <a:pt x="5695920" y="20687"/>
                </a:lnTo>
                <a:lnTo>
                  <a:pt x="5705145" y="20687"/>
                </a:lnTo>
                <a:lnTo>
                  <a:pt x="5716979" y="51623"/>
                </a:lnTo>
                <a:lnTo>
                  <a:pt x="5719355" y="58892"/>
                </a:lnTo>
                <a:lnTo>
                  <a:pt x="5722058" y="51437"/>
                </a:lnTo>
                <a:lnTo>
                  <a:pt x="5733007" y="20687"/>
                </a:lnTo>
                <a:lnTo>
                  <a:pt x="5741906" y="20687"/>
                </a:lnTo>
                <a:close/>
                <a:moveTo>
                  <a:pt x="5791668" y="41606"/>
                </a:moveTo>
                <a:cubicBezTo>
                  <a:pt x="5791668" y="42756"/>
                  <a:pt x="5791652" y="43718"/>
                  <a:pt x="5791621" y="44495"/>
                </a:cubicBezTo>
                <a:cubicBezTo>
                  <a:pt x="5791590" y="45272"/>
                  <a:pt x="5791543" y="46001"/>
                  <a:pt x="5791481" y="46685"/>
                </a:cubicBezTo>
                <a:lnTo>
                  <a:pt x="5758634" y="46685"/>
                </a:lnTo>
                <a:cubicBezTo>
                  <a:pt x="5758634" y="51468"/>
                  <a:pt x="5759970" y="55141"/>
                  <a:pt x="5762641" y="57704"/>
                </a:cubicBezTo>
                <a:cubicBezTo>
                  <a:pt x="5765312" y="60266"/>
                  <a:pt x="5769164" y="61548"/>
                  <a:pt x="5774196" y="61548"/>
                </a:cubicBezTo>
                <a:cubicBezTo>
                  <a:pt x="5775562" y="61548"/>
                  <a:pt x="5776929" y="61492"/>
                  <a:pt x="5778296" y="61382"/>
                </a:cubicBezTo>
                <a:cubicBezTo>
                  <a:pt x="5779662" y="61270"/>
                  <a:pt x="5780983" y="61119"/>
                  <a:pt x="5782256" y="60929"/>
                </a:cubicBezTo>
                <a:cubicBezTo>
                  <a:pt x="5783530" y="60737"/>
                  <a:pt x="5784749" y="60523"/>
                  <a:pt x="5785914" y="60285"/>
                </a:cubicBezTo>
                <a:cubicBezTo>
                  <a:pt x="5787078" y="60046"/>
                  <a:pt x="5788158" y="59784"/>
                  <a:pt x="5789152" y="59497"/>
                </a:cubicBezTo>
                <a:lnTo>
                  <a:pt x="5789152" y="66160"/>
                </a:lnTo>
                <a:cubicBezTo>
                  <a:pt x="5786946" y="66795"/>
                  <a:pt x="5784454" y="67311"/>
                  <a:pt x="5781674" y="67708"/>
                </a:cubicBezTo>
                <a:cubicBezTo>
                  <a:pt x="5778894" y="68105"/>
                  <a:pt x="5776013" y="68303"/>
                  <a:pt x="5773031" y="68303"/>
                </a:cubicBezTo>
                <a:cubicBezTo>
                  <a:pt x="5769024" y="68303"/>
                  <a:pt x="5765576" y="67760"/>
                  <a:pt x="5762688" y="66673"/>
                </a:cubicBezTo>
                <a:cubicBezTo>
                  <a:pt x="5759799" y="65585"/>
                  <a:pt x="5757431" y="64009"/>
                  <a:pt x="5755582" y="61944"/>
                </a:cubicBezTo>
                <a:cubicBezTo>
                  <a:pt x="5753734" y="59878"/>
                  <a:pt x="5752368" y="57347"/>
                  <a:pt x="5751482" y="54349"/>
                </a:cubicBezTo>
                <a:cubicBezTo>
                  <a:pt x="5750597" y="51352"/>
                  <a:pt x="5750154" y="47958"/>
                  <a:pt x="5750154" y="44169"/>
                </a:cubicBezTo>
                <a:cubicBezTo>
                  <a:pt x="5750154" y="40876"/>
                  <a:pt x="5750628" y="37762"/>
                  <a:pt x="5751576" y="34827"/>
                </a:cubicBezTo>
                <a:cubicBezTo>
                  <a:pt x="5752523" y="31892"/>
                  <a:pt x="5753905" y="29314"/>
                  <a:pt x="5755722" y="27093"/>
                </a:cubicBezTo>
                <a:cubicBezTo>
                  <a:pt x="5757539" y="24872"/>
                  <a:pt x="5759768" y="23109"/>
                  <a:pt x="5762408" y="21805"/>
                </a:cubicBezTo>
                <a:cubicBezTo>
                  <a:pt x="5765048" y="20500"/>
                  <a:pt x="5768046" y="19848"/>
                  <a:pt x="5771400" y="19848"/>
                </a:cubicBezTo>
                <a:cubicBezTo>
                  <a:pt x="5774662" y="19848"/>
                  <a:pt x="5777550" y="20361"/>
                  <a:pt x="5780066" y="21386"/>
                </a:cubicBezTo>
                <a:cubicBezTo>
                  <a:pt x="5782582" y="22411"/>
                  <a:pt x="5784702" y="23863"/>
                  <a:pt x="5786426" y="25742"/>
                </a:cubicBezTo>
                <a:cubicBezTo>
                  <a:pt x="5788150" y="27621"/>
                  <a:pt x="5789454" y="29904"/>
                  <a:pt x="5790340" y="32591"/>
                </a:cubicBezTo>
                <a:cubicBezTo>
                  <a:pt x="5791225" y="35278"/>
                  <a:pt x="5791668" y="38283"/>
                  <a:pt x="5791668" y="41606"/>
                </a:cubicBezTo>
                <a:moveTo>
                  <a:pt x="5783234" y="40442"/>
                </a:moveTo>
                <a:cubicBezTo>
                  <a:pt x="5783328" y="38360"/>
                  <a:pt x="5783126" y="36458"/>
                  <a:pt x="5782629" y="34734"/>
                </a:cubicBezTo>
                <a:cubicBezTo>
                  <a:pt x="5782132" y="33010"/>
                  <a:pt x="5781363" y="31527"/>
                  <a:pt x="5780323" y="30285"/>
                </a:cubicBezTo>
                <a:cubicBezTo>
                  <a:pt x="5779282" y="29042"/>
                  <a:pt x="5777985" y="28071"/>
                  <a:pt x="5776432" y="27373"/>
                </a:cubicBezTo>
                <a:cubicBezTo>
                  <a:pt x="5774879" y="26674"/>
                  <a:pt x="5773078" y="26324"/>
                  <a:pt x="5771027" y="26324"/>
                </a:cubicBezTo>
                <a:cubicBezTo>
                  <a:pt x="5769257" y="26324"/>
                  <a:pt x="5767642" y="26666"/>
                  <a:pt x="5766182" y="27349"/>
                </a:cubicBezTo>
                <a:cubicBezTo>
                  <a:pt x="5764722" y="28033"/>
                  <a:pt x="5763464" y="28996"/>
                  <a:pt x="5762408" y="30238"/>
                </a:cubicBezTo>
                <a:cubicBezTo>
                  <a:pt x="5761352" y="31480"/>
                  <a:pt x="5760498" y="32971"/>
                  <a:pt x="5759846" y="34711"/>
                </a:cubicBezTo>
                <a:cubicBezTo>
                  <a:pt x="5759193" y="36450"/>
                  <a:pt x="5758789" y="38360"/>
                  <a:pt x="5758634" y="40442"/>
                </a:cubicBezTo>
                <a:lnTo>
                  <a:pt x="5783234" y="40442"/>
                </a:lnTo>
                <a:close/>
                <a:moveTo>
                  <a:pt x="5801640" y="45054"/>
                </a:moveTo>
                <a:cubicBezTo>
                  <a:pt x="5801640" y="41078"/>
                  <a:pt x="5802184" y="37545"/>
                  <a:pt x="5803271" y="34454"/>
                </a:cubicBezTo>
                <a:cubicBezTo>
                  <a:pt x="5804358" y="31364"/>
                  <a:pt x="5805903" y="28755"/>
                  <a:pt x="5807907" y="26627"/>
                </a:cubicBezTo>
                <a:cubicBezTo>
                  <a:pt x="5809910" y="24499"/>
                  <a:pt x="5812317" y="22884"/>
                  <a:pt x="5815128" y="21782"/>
                </a:cubicBezTo>
                <a:cubicBezTo>
                  <a:pt x="5817940" y="20679"/>
                  <a:pt x="5821069" y="20128"/>
                  <a:pt x="5824517" y="20128"/>
                </a:cubicBezTo>
                <a:cubicBezTo>
                  <a:pt x="5826008" y="20128"/>
                  <a:pt x="5827475" y="20221"/>
                  <a:pt x="5828920" y="20407"/>
                </a:cubicBezTo>
                <a:cubicBezTo>
                  <a:pt x="5830364" y="20593"/>
                  <a:pt x="5831785" y="20889"/>
                  <a:pt x="5833183" y="21292"/>
                </a:cubicBezTo>
                <a:lnTo>
                  <a:pt x="5833183" y="1584"/>
                </a:lnTo>
                <a:lnTo>
                  <a:pt x="5841336" y="1584"/>
                </a:lnTo>
                <a:lnTo>
                  <a:pt x="5841336" y="67465"/>
                </a:lnTo>
                <a:lnTo>
                  <a:pt x="5834068" y="67465"/>
                </a:lnTo>
                <a:lnTo>
                  <a:pt x="5833788" y="58612"/>
                </a:lnTo>
                <a:cubicBezTo>
                  <a:pt x="5831521" y="61905"/>
                  <a:pt x="5829067" y="64343"/>
                  <a:pt x="5826427" y="65927"/>
                </a:cubicBezTo>
                <a:cubicBezTo>
                  <a:pt x="5823787" y="67511"/>
                  <a:pt x="5820929" y="68303"/>
                  <a:pt x="5817854" y="68303"/>
                </a:cubicBezTo>
                <a:cubicBezTo>
                  <a:pt x="5815183" y="68303"/>
                  <a:pt x="5812830" y="67744"/>
                  <a:pt x="5810795" y="66626"/>
                </a:cubicBezTo>
                <a:cubicBezTo>
                  <a:pt x="5808761" y="65508"/>
                  <a:pt x="5807068" y="63931"/>
                  <a:pt x="5805717" y="61897"/>
                </a:cubicBezTo>
                <a:cubicBezTo>
                  <a:pt x="5804366" y="59862"/>
                  <a:pt x="5803349" y="57416"/>
                  <a:pt x="5802665" y="54559"/>
                </a:cubicBezTo>
                <a:cubicBezTo>
                  <a:pt x="5801982" y="51701"/>
                  <a:pt x="5801640" y="48533"/>
                  <a:pt x="5801640" y="45054"/>
                </a:cubicBezTo>
                <a:moveTo>
                  <a:pt x="5809934" y="44542"/>
                </a:moveTo>
                <a:cubicBezTo>
                  <a:pt x="5809934" y="50195"/>
                  <a:pt x="5810764" y="54411"/>
                  <a:pt x="5812426" y="57191"/>
                </a:cubicBezTo>
                <a:cubicBezTo>
                  <a:pt x="5814088" y="59971"/>
                  <a:pt x="5816441" y="61361"/>
                  <a:pt x="5819485" y="61361"/>
                </a:cubicBezTo>
                <a:cubicBezTo>
                  <a:pt x="5821535" y="61361"/>
                  <a:pt x="5823701" y="60445"/>
                  <a:pt x="5825984" y="58612"/>
                </a:cubicBezTo>
                <a:cubicBezTo>
                  <a:pt x="5828267" y="56780"/>
                  <a:pt x="5830667" y="54062"/>
                  <a:pt x="5833183" y="50459"/>
                </a:cubicBezTo>
                <a:lnTo>
                  <a:pt x="5833183" y="28747"/>
                </a:lnTo>
                <a:cubicBezTo>
                  <a:pt x="5831847" y="28126"/>
                  <a:pt x="5830372" y="27652"/>
                  <a:pt x="5828757" y="27326"/>
                </a:cubicBezTo>
                <a:cubicBezTo>
                  <a:pt x="5827141" y="27000"/>
                  <a:pt x="5825542" y="26837"/>
                  <a:pt x="5823958" y="26837"/>
                </a:cubicBezTo>
                <a:cubicBezTo>
                  <a:pt x="5819547" y="26837"/>
                  <a:pt x="5816107" y="28266"/>
                  <a:pt x="5813638" y="31123"/>
                </a:cubicBezTo>
                <a:cubicBezTo>
                  <a:pt x="5811168" y="33981"/>
                  <a:pt x="5809934" y="38454"/>
                  <a:pt x="5809934" y="44542"/>
                </a:cubicBezTo>
                <a:close/>
                <a:moveTo>
                  <a:pt x="5923668" y="27396"/>
                </a:moveTo>
                <a:lnTo>
                  <a:pt x="5909830" y="27396"/>
                </a:lnTo>
                <a:lnTo>
                  <a:pt x="5909830" y="20687"/>
                </a:lnTo>
                <a:lnTo>
                  <a:pt x="5931868" y="20687"/>
                </a:lnTo>
                <a:lnTo>
                  <a:pt x="5931868" y="60709"/>
                </a:lnTo>
                <a:lnTo>
                  <a:pt x="5945799" y="60709"/>
                </a:lnTo>
                <a:lnTo>
                  <a:pt x="5945799" y="67465"/>
                </a:lnTo>
                <a:lnTo>
                  <a:pt x="5908293" y="67465"/>
                </a:lnTo>
                <a:lnTo>
                  <a:pt x="5908293" y="60709"/>
                </a:lnTo>
                <a:lnTo>
                  <a:pt x="5923668" y="60709"/>
                </a:lnTo>
                <a:lnTo>
                  <a:pt x="5923668" y="27396"/>
                </a:lnTo>
                <a:moveTo>
                  <a:pt x="5926510" y="1025"/>
                </a:moveTo>
                <a:cubicBezTo>
                  <a:pt x="5927411" y="1025"/>
                  <a:pt x="5928249" y="1188"/>
                  <a:pt x="5929026" y="1514"/>
                </a:cubicBezTo>
                <a:cubicBezTo>
                  <a:pt x="5929803" y="1840"/>
                  <a:pt x="5930478" y="2299"/>
                  <a:pt x="5931053" y="2889"/>
                </a:cubicBezTo>
                <a:cubicBezTo>
                  <a:pt x="5931627" y="3479"/>
                  <a:pt x="5932078" y="4154"/>
                  <a:pt x="5932404" y="4915"/>
                </a:cubicBezTo>
                <a:cubicBezTo>
                  <a:pt x="5932730" y="5676"/>
                  <a:pt x="5932893" y="6507"/>
                  <a:pt x="5932893" y="7408"/>
                </a:cubicBezTo>
                <a:cubicBezTo>
                  <a:pt x="5932893" y="8278"/>
                  <a:pt x="5932730" y="9101"/>
                  <a:pt x="5932404" y="9877"/>
                </a:cubicBezTo>
                <a:cubicBezTo>
                  <a:pt x="5932078" y="10654"/>
                  <a:pt x="5931627" y="11337"/>
                  <a:pt x="5931053" y="11927"/>
                </a:cubicBezTo>
                <a:cubicBezTo>
                  <a:pt x="5930478" y="12518"/>
                  <a:pt x="5929803" y="12976"/>
                  <a:pt x="5929026" y="13302"/>
                </a:cubicBezTo>
                <a:cubicBezTo>
                  <a:pt x="5928249" y="13628"/>
                  <a:pt x="5927411" y="13791"/>
                  <a:pt x="5926510" y="13791"/>
                </a:cubicBezTo>
                <a:cubicBezTo>
                  <a:pt x="5925609" y="13791"/>
                  <a:pt x="5924771" y="13628"/>
                  <a:pt x="5923994" y="13302"/>
                </a:cubicBezTo>
                <a:cubicBezTo>
                  <a:pt x="5923218" y="12976"/>
                  <a:pt x="5922542" y="12518"/>
                  <a:pt x="5921967" y="11927"/>
                </a:cubicBezTo>
                <a:cubicBezTo>
                  <a:pt x="5921393" y="11337"/>
                  <a:pt x="5920942" y="10654"/>
                  <a:pt x="5920616" y="9877"/>
                </a:cubicBezTo>
                <a:cubicBezTo>
                  <a:pt x="5920290" y="9101"/>
                  <a:pt x="5920127" y="8278"/>
                  <a:pt x="5920127" y="7408"/>
                </a:cubicBezTo>
                <a:cubicBezTo>
                  <a:pt x="5920127" y="6507"/>
                  <a:pt x="5920290" y="5676"/>
                  <a:pt x="5920616" y="4915"/>
                </a:cubicBezTo>
                <a:cubicBezTo>
                  <a:pt x="5920942" y="4154"/>
                  <a:pt x="5921393" y="3479"/>
                  <a:pt x="5921967" y="2889"/>
                </a:cubicBezTo>
                <a:cubicBezTo>
                  <a:pt x="5922542" y="2299"/>
                  <a:pt x="5923218" y="1840"/>
                  <a:pt x="5923994" y="1514"/>
                </a:cubicBezTo>
                <a:cubicBezTo>
                  <a:pt x="5924771" y="1188"/>
                  <a:pt x="5925609" y="1025"/>
                  <a:pt x="5926510" y="1025"/>
                </a:cubicBezTo>
                <a:close/>
                <a:moveTo>
                  <a:pt x="5996632" y="54699"/>
                </a:moveTo>
                <a:cubicBezTo>
                  <a:pt x="5996632" y="56345"/>
                  <a:pt x="5996353" y="57820"/>
                  <a:pt x="5995794" y="59125"/>
                </a:cubicBezTo>
                <a:cubicBezTo>
                  <a:pt x="5995235" y="60429"/>
                  <a:pt x="5994474" y="61586"/>
                  <a:pt x="5993511" y="62596"/>
                </a:cubicBezTo>
                <a:cubicBezTo>
                  <a:pt x="5992548" y="63605"/>
                  <a:pt x="5991430" y="64467"/>
                  <a:pt x="5990156" y="65182"/>
                </a:cubicBezTo>
                <a:cubicBezTo>
                  <a:pt x="5988883" y="65896"/>
                  <a:pt x="5987524" y="66486"/>
                  <a:pt x="5986079" y="66952"/>
                </a:cubicBezTo>
                <a:cubicBezTo>
                  <a:pt x="5984635" y="67418"/>
                  <a:pt x="5983152" y="67760"/>
                  <a:pt x="5981630" y="67977"/>
                </a:cubicBezTo>
                <a:cubicBezTo>
                  <a:pt x="5980108" y="68195"/>
                  <a:pt x="5978617" y="68303"/>
                  <a:pt x="5977157" y="68303"/>
                </a:cubicBezTo>
                <a:cubicBezTo>
                  <a:pt x="5973989" y="68303"/>
                  <a:pt x="5971077" y="68164"/>
                  <a:pt x="5968421" y="67884"/>
                </a:cubicBezTo>
                <a:cubicBezTo>
                  <a:pt x="5965765" y="67604"/>
                  <a:pt x="5963164" y="67154"/>
                  <a:pt x="5960617" y="66533"/>
                </a:cubicBezTo>
                <a:lnTo>
                  <a:pt x="5960617" y="59078"/>
                </a:lnTo>
                <a:cubicBezTo>
                  <a:pt x="5963350" y="59855"/>
                  <a:pt x="5966068" y="60445"/>
                  <a:pt x="5968771" y="60849"/>
                </a:cubicBezTo>
                <a:cubicBezTo>
                  <a:pt x="5971473" y="61252"/>
                  <a:pt x="5974160" y="61454"/>
                  <a:pt x="5976831" y="61454"/>
                </a:cubicBezTo>
                <a:cubicBezTo>
                  <a:pt x="5980714" y="61454"/>
                  <a:pt x="5983587" y="60926"/>
                  <a:pt x="5985450" y="59870"/>
                </a:cubicBezTo>
                <a:cubicBezTo>
                  <a:pt x="5987314" y="58814"/>
                  <a:pt x="5988246" y="57308"/>
                  <a:pt x="5988246" y="55351"/>
                </a:cubicBezTo>
                <a:cubicBezTo>
                  <a:pt x="5988246" y="54512"/>
                  <a:pt x="5988098" y="53759"/>
                  <a:pt x="5987803" y="53091"/>
                </a:cubicBezTo>
                <a:cubicBezTo>
                  <a:pt x="5987508" y="52423"/>
                  <a:pt x="5986972" y="51787"/>
                  <a:pt x="5986196" y="51181"/>
                </a:cubicBezTo>
                <a:cubicBezTo>
                  <a:pt x="5985419" y="50575"/>
                  <a:pt x="5984216" y="49946"/>
                  <a:pt x="5982585" y="49294"/>
                </a:cubicBezTo>
                <a:cubicBezTo>
                  <a:pt x="5980954" y="48642"/>
                  <a:pt x="5978726" y="47896"/>
                  <a:pt x="5975899" y="47058"/>
                </a:cubicBezTo>
                <a:cubicBezTo>
                  <a:pt x="5973787" y="46436"/>
                  <a:pt x="5971838" y="45730"/>
                  <a:pt x="5970052" y="44938"/>
                </a:cubicBezTo>
                <a:cubicBezTo>
                  <a:pt x="5968266" y="44146"/>
                  <a:pt x="5966721" y="43206"/>
                  <a:pt x="5965416" y="42119"/>
                </a:cubicBezTo>
                <a:cubicBezTo>
                  <a:pt x="5964111" y="41032"/>
                  <a:pt x="5963086" y="39758"/>
                  <a:pt x="5962341" y="38298"/>
                </a:cubicBezTo>
                <a:cubicBezTo>
                  <a:pt x="5961596" y="36838"/>
                  <a:pt x="5961223" y="35115"/>
                  <a:pt x="5961223" y="33127"/>
                </a:cubicBezTo>
                <a:cubicBezTo>
                  <a:pt x="5961223" y="31822"/>
                  <a:pt x="5961526" y="30393"/>
                  <a:pt x="5962131" y="28840"/>
                </a:cubicBezTo>
                <a:cubicBezTo>
                  <a:pt x="5962737" y="27287"/>
                  <a:pt x="5963770" y="25843"/>
                  <a:pt x="5965230" y="24507"/>
                </a:cubicBezTo>
                <a:cubicBezTo>
                  <a:pt x="5966690" y="23172"/>
                  <a:pt x="5968662" y="22061"/>
                  <a:pt x="5971147" y="21176"/>
                </a:cubicBezTo>
                <a:cubicBezTo>
                  <a:pt x="5973632" y="20291"/>
                  <a:pt x="5976738" y="19848"/>
                  <a:pt x="5980465" y="19848"/>
                </a:cubicBezTo>
                <a:cubicBezTo>
                  <a:pt x="5982298" y="19848"/>
                  <a:pt x="5984332" y="19949"/>
                  <a:pt x="5986569" y="20151"/>
                </a:cubicBezTo>
                <a:cubicBezTo>
                  <a:pt x="5988805" y="20353"/>
                  <a:pt x="5991135" y="20702"/>
                  <a:pt x="5993557" y="21199"/>
                </a:cubicBezTo>
                <a:lnTo>
                  <a:pt x="5993557" y="28421"/>
                </a:lnTo>
                <a:cubicBezTo>
                  <a:pt x="5991010" y="27800"/>
                  <a:pt x="5988595" y="27342"/>
                  <a:pt x="5986312" y="27046"/>
                </a:cubicBezTo>
                <a:cubicBezTo>
                  <a:pt x="5984029" y="26751"/>
                  <a:pt x="5982049" y="26604"/>
                  <a:pt x="5980372" y="26604"/>
                </a:cubicBezTo>
                <a:cubicBezTo>
                  <a:pt x="5978353" y="26604"/>
                  <a:pt x="5976652" y="26759"/>
                  <a:pt x="5975270" y="27070"/>
                </a:cubicBezTo>
                <a:cubicBezTo>
                  <a:pt x="5973888" y="27380"/>
                  <a:pt x="5972770" y="27807"/>
                  <a:pt x="5971916" y="28351"/>
                </a:cubicBezTo>
                <a:cubicBezTo>
                  <a:pt x="5971061" y="28895"/>
                  <a:pt x="5970448" y="29531"/>
                  <a:pt x="5970075" y="30261"/>
                </a:cubicBezTo>
                <a:cubicBezTo>
                  <a:pt x="5969702" y="30991"/>
                  <a:pt x="5969516" y="31775"/>
                  <a:pt x="5969516" y="32614"/>
                </a:cubicBezTo>
                <a:cubicBezTo>
                  <a:pt x="5969516" y="33453"/>
                  <a:pt x="5969679" y="34214"/>
                  <a:pt x="5970005" y="34897"/>
                </a:cubicBezTo>
                <a:cubicBezTo>
                  <a:pt x="5970331" y="35580"/>
                  <a:pt x="5970937" y="36241"/>
                  <a:pt x="5971822" y="36877"/>
                </a:cubicBezTo>
                <a:cubicBezTo>
                  <a:pt x="5972708" y="37514"/>
                  <a:pt x="5973942" y="38151"/>
                  <a:pt x="5975526" y="38788"/>
                </a:cubicBezTo>
                <a:cubicBezTo>
                  <a:pt x="5977111" y="39424"/>
                  <a:pt x="5979176" y="40115"/>
                  <a:pt x="5981723" y="40861"/>
                </a:cubicBezTo>
                <a:cubicBezTo>
                  <a:pt x="5984488" y="41668"/>
                  <a:pt x="5986817" y="42515"/>
                  <a:pt x="5988712" y="43400"/>
                </a:cubicBezTo>
                <a:cubicBezTo>
                  <a:pt x="5990607" y="44285"/>
                  <a:pt x="5992144" y="45272"/>
                  <a:pt x="5993324" y="46359"/>
                </a:cubicBezTo>
                <a:cubicBezTo>
                  <a:pt x="5994505" y="47446"/>
                  <a:pt x="5995351" y="48673"/>
                  <a:pt x="5995864" y="50039"/>
                </a:cubicBezTo>
                <a:cubicBezTo>
                  <a:pt x="5996376" y="51406"/>
                  <a:pt x="5996632" y="52959"/>
                  <a:pt x="5996632" y="54699"/>
                </a:cubicBez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`UncaughtTypeError:Cannotreadpropertiesofnull(reading'getInstance')`,whichsuggeststhatthere'sanattempttoaccessamethod">
            <a:extLst xmlns:a="http://schemas.openxmlformats.org/drawingml/2006/main">
              <a:ext uri="{FF2B5EF4-FFF2-40B4-BE49-F238E27FC236}">
                <a16:creationId xmlns:a16="http://schemas.microsoft.com/office/drawing/2014/main" id="{A28D4BB0-6B55-4262-9F8E-EF2BEBC1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35" y="7333204"/>
            <a:ext cx="6994260" cy="88990"/>
          </a:xfrm>
          <a:custGeom xmlns:a="http://schemas.openxmlformats.org/drawingml/2006/main">
            <a:pathLst>
              <a:path w="6994260" h="88990">
                <a:moveTo>
                  <a:pt x="31123" y="14816"/>
                </a:moveTo>
                <a:lnTo>
                  <a:pt x="23016" y="14816"/>
                </a:lnTo>
                <a:lnTo>
                  <a:pt x="8107" y="3541"/>
                </a:lnTo>
                <a:lnTo>
                  <a:pt x="19848" y="3541"/>
                </a:lnTo>
                <a:lnTo>
                  <a:pt x="31123" y="14816"/>
                </a:lnTo>
                <a:moveTo>
                  <a:pt x="0" y="22644"/>
                </a:moveTo>
                <a:lnTo>
                  <a:pt x="0" y="22644"/>
                </a:lnTo>
                <a:close/>
                <a:moveTo>
                  <a:pt x="99289" y="48206"/>
                </a:moveTo>
                <a:cubicBezTo>
                  <a:pt x="99289" y="51563"/>
                  <a:pt x="98815" y="54601"/>
                  <a:pt x="97868" y="57321"/>
                </a:cubicBezTo>
                <a:cubicBezTo>
                  <a:pt x="96920" y="60041"/>
                  <a:pt x="95530" y="62357"/>
                  <a:pt x="93698" y="64269"/>
                </a:cubicBezTo>
                <a:cubicBezTo>
                  <a:pt x="91865" y="66180"/>
                  <a:pt x="89621" y="67656"/>
                  <a:pt x="86965" y="68698"/>
                </a:cubicBezTo>
                <a:cubicBezTo>
                  <a:pt x="84310" y="69739"/>
                  <a:pt x="81258" y="70260"/>
                  <a:pt x="77810" y="70260"/>
                </a:cubicBezTo>
                <a:cubicBezTo>
                  <a:pt x="74021" y="70260"/>
                  <a:pt x="70806" y="69763"/>
                  <a:pt x="68166" y="68768"/>
                </a:cubicBezTo>
                <a:cubicBezTo>
                  <a:pt x="65525" y="67773"/>
                  <a:pt x="63374" y="66366"/>
                  <a:pt x="61713" y="64548"/>
                </a:cubicBezTo>
                <a:cubicBezTo>
                  <a:pt x="60051" y="62730"/>
                  <a:pt x="58839" y="60547"/>
                  <a:pt x="58078" y="57998"/>
                </a:cubicBezTo>
                <a:cubicBezTo>
                  <a:pt x="57317" y="55449"/>
                  <a:pt x="56937" y="52604"/>
                  <a:pt x="56937" y="49464"/>
                </a:cubicBezTo>
                <a:lnTo>
                  <a:pt x="56937" y="8480"/>
                </a:lnTo>
                <a:lnTo>
                  <a:pt x="65230" y="8480"/>
                </a:lnTo>
                <a:lnTo>
                  <a:pt x="65230" y="48816"/>
                </a:lnTo>
                <a:cubicBezTo>
                  <a:pt x="65230" y="51210"/>
                  <a:pt x="65455" y="53309"/>
                  <a:pt x="65906" y="55112"/>
                </a:cubicBezTo>
                <a:cubicBezTo>
                  <a:pt x="66356" y="56915"/>
                  <a:pt x="67094" y="58422"/>
                  <a:pt x="68119" y="59634"/>
                </a:cubicBezTo>
                <a:cubicBezTo>
                  <a:pt x="69144" y="60847"/>
                  <a:pt x="70472" y="61764"/>
                  <a:pt x="72103" y="62386"/>
                </a:cubicBezTo>
                <a:cubicBezTo>
                  <a:pt x="73733" y="63007"/>
                  <a:pt x="75729" y="63318"/>
                  <a:pt x="78090" y="63318"/>
                </a:cubicBezTo>
                <a:cubicBezTo>
                  <a:pt x="82500" y="63318"/>
                  <a:pt x="85754" y="62044"/>
                  <a:pt x="87850" y="59495"/>
                </a:cubicBezTo>
                <a:cubicBezTo>
                  <a:pt x="89947" y="56946"/>
                  <a:pt x="90995" y="53355"/>
                  <a:pt x="90995" y="48722"/>
                </a:cubicBezTo>
                <a:lnTo>
                  <a:pt x="90995" y="8480"/>
                </a:lnTo>
                <a:lnTo>
                  <a:pt x="99289" y="8480"/>
                </a:lnTo>
                <a:lnTo>
                  <a:pt x="99289" y="48206"/>
                </a:lnTo>
                <a:close/>
                <a:moveTo>
                  <a:pt x="111172" y="22644"/>
                </a:moveTo>
                <a:lnTo>
                  <a:pt x="118393" y="22644"/>
                </a:lnTo>
                <a:lnTo>
                  <a:pt x="118719" y="30191"/>
                </a:lnTo>
                <a:cubicBezTo>
                  <a:pt x="120086" y="28576"/>
                  <a:pt x="121406" y="27233"/>
                  <a:pt x="122680" y="26161"/>
                </a:cubicBezTo>
                <a:cubicBezTo>
                  <a:pt x="123953" y="25090"/>
                  <a:pt x="125203" y="24228"/>
                  <a:pt x="126430" y="23575"/>
                </a:cubicBezTo>
                <a:cubicBezTo>
                  <a:pt x="127657" y="22923"/>
                  <a:pt x="128907" y="22465"/>
                  <a:pt x="130181" y="22201"/>
                </a:cubicBezTo>
                <a:cubicBezTo>
                  <a:pt x="131454" y="21937"/>
                  <a:pt x="132775" y="21805"/>
                  <a:pt x="134141" y="21805"/>
                </a:cubicBezTo>
                <a:cubicBezTo>
                  <a:pt x="138956" y="21805"/>
                  <a:pt x="142598" y="23226"/>
                  <a:pt x="145067" y="26068"/>
                </a:cubicBezTo>
                <a:cubicBezTo>
                  <a:pt x="147536" y="28910"/>
                  <a:pt x="148771" y="33189"/>
                  <a:pt x="148771" y="38904"/>
                </a:cubicBezTo>
                <a:lnTo>
                  <a:pt x="148771" y="69421"/>
                </a:lnTo>
                <a:lnTo>
                  <a:pt x="140664" y="69421"/>
                </a:lnTo>
                <a:lnTo>
                  <a:pt x="140664" y="39556"/>
                </a:lnTo>
                <a:cubicBezTo>
                  <a:pt x="140664" y="35891"/>
                  <a:pt x="139981" y="33181"/>
                  <a:pt x="138614" y="31426"/>
                </a:cubicBezTo>
                <a:cubicBezTo>
                  <a:pt x="137247" y="29671"/>
                  <a:pt x="135213" y="28794"/>
                  <a:pt x="132511" y="28794"/>
                </a:cubicBezTo>
                <a:cubicBezTo>
                  <a:pt x="131517" y="28794"/>
                  <a:pt x="130546" y="28941"/>
                  <a:pt x="129599" y="29236"/>
                </a:cubicBezTo>
                <a:cubicBezTo>
                  <a:pt x="128651" y="29531"/>
                  <a:pt x="127665" y="30044"/>
                  <a:pt x="126640" y="30774"/>
                </a:cubicBezTo>
                <a:cubicBezTo>
                  <a:pt x="125615" y="31504"/>
                  <a:pt x="124505" y="32490"/>
                  <a:pt x="123309" y="33732"/>
                </a:cubicBezTo>
                <a:cubicBezTo>
                  <a:pt x="122113" y="34975"/>
                  <a:pt x="120769" y="36528"/>
                  <a:pt x="119279" y="38391"/>
                </a:cubicBezTo>
                <a:lnTo>
                  <a:pt x="119279" y="69421"/>
                </a:lnTo>
                <a:lnTo>
                  <a:pt x="111172" y="69421"/>
                </a:lnTo>
                <a:lnTo>
                  <a:pt x="111172" y="22644"/>
                </a:lnTo>
                <a:close/>
                <a:moveTo>
                  <a:pt x="199372" y="67698"/>
                </a:moveTo>
                <a:cubicBezTo>
                  <a:pt x="197259" y="68505"/>
                  <a:pt x="195093" y="69103"/>
                  <a:pt x="192872" y="69491"/>
                </a:cubicBezTo>
                <a:cubicBezTo>
                  <a:pt x="190651" y="69880"/>
                  <a:pt x="188360" y="70074"/>
                  <a:pt x="186000" y="70074"/>
                </a:cubicBezTo>
                <a:cubicBezTo>
                  <a:pt x="178607" y="70074"/>
                  <a:pt x="172915" y="68070"/>
                  <a:pt x="168924" y="64063"/>
                </a:cubicBezTo>
                <a:cubicBezTo>
                  <a:pt x="164933" y="60057"/>
                  <a:pt x="162937" y="54202"/>
                  <a:pt x="162937" y="46498"/>
                </a:cubicBezTo>
                <a:cubicBezTo>
                  <a:pt x="162937" y="42802"/>
                  <a:pt x="163512" y="39448"/>
                  <a:pt x="164661" y="36435"/>
                </a:cubicBezTo>
                <a:cubicBezTo>
                  <a:pt x="165810" y="33422"/>
                  <a:pt x="167425" y="30844"/>
                  <a:pt x="169506" y="28700"/>
                </a:cubicBezTo>
                <a:cubicBezTo>
                  <a:pt x="171587" y="26557"/>
                  <a:pt x="174072" y="24903"/>
                  <a:pt x="176961" y="23738"/>
                </a:cubicBezTo>
                <a:cubicBezTo>
                  <a:pt x="179850" y="22574"/>
                  <a:pt x="183033" y="21991"/>
                  <a:pt x="186512" y="21991"/>
                </a:cubicBezTo>
                <a:cubicBezTo>
                  <a:pt x="188935" y="21991"/>
                  <a:pt x="191202" y="22166"/>
                  <a:pt x="193315" y="22515"/>
                </a:cubicBezTo>
                <a:cubicBezTo>
                  <a:pt x="195427" y="22864"/>
                  <a:pt x="197446" y="23435"/>
                  <a:pt x="199372" y="24228"/>
                </a:cubicBezTo>
                <a:lnTo>
                  <a:pt x="199372" y="31962"/>
                </a:lnTo>
                <a:cubicBezTo>
                  <a:pt x="197353" y="30889"/>
                  <a:pt x="195295" y="30109"/>
                  <a:pt x="193198" y="29621"/>
                </a:cubicBezTo>
                <a:cubicBezTo>
                  <a:pt x="191102" y="29131"/>
                  <a:pt x="188935" y="28887"/>
                  <a:pt x="186699" y="28887"/>
                </a:cubicBezTo>
                <a:cubicBezTo>
                  <a:pt x="184618" y="28887"/>
                  <a:pt x="182653" y="29283"/>
                  <a:pt x="180805" y="30075"/>
                </a:cubicBezTo>
                <a:cubicBezTo>
                  <a:pt x="178957" y="30867"/>
                  <a:pt x="177334" y="32008"/>
                  <a:pt x="175936" y="33499"/>
                </a:cubicBezTo>
                <a:cubicBezTo>
                  <a:pt x="174538" y="34990"/>
                  <a:pt x="173436" y="36807"/>
                  <a:pt x="172628" y="38951"/>
                </a:cubicBezTo>
                <a:cubicBezTo>
                  <a:pt x="171820" y="41094"/>
                  <a:pt x="171417" y="43517"/>
                  <a:pt x="171417" y="46219"/>
                </a:cubicBezTo>
                <a:cubicBezTo>
                  <a:pt x="171417" y="51872"/>
                  <a:pt x="172791" y="56104"/>
                  <a:pt x="175540" y="58915"/>
                </a:cubicBezTo>
                <a:cubicBezTo>
                  <a:pt x="178289" y="61726"/>
                  <a:pt x="182102" y="63132"/>
                  <a:pt x="186978" y="63132"/>
                </a:cubicBezTo>
                <a:cubicBezTo>
                  <a:pt x="189184" y="63132"/>
                  <a:pt x="191319" y="62883"/>
                  <a:pt x="193385" y="62386"/>
                </a:cubicBezTo>
                <a:cubicBezTo>
                  <a:pt x="195450" y="61889"/>
                  <a:pt x="197446" y="61144"/>
                  <a:pt x="199372" y="60150"/>
                </a:cubicBezTo>
                <a:lnTo>
                  <a:pt x="199372" y="67698"/>
                </a:lnTo>
                <a:close/>
                <a:moveTo>
                  <a:pt x="244940" y="69421"/>
                </a:moveTo>
                <a:lnTo>
                  <a:pt x="244754" y="63119"/>
                </a:lnTo>
                <a:cubicBezTo>
                  <a:pt x="242207" y="65639"/>
                  <a:pt x="239621" y="67460"/>
                  <a:pt x="236996" y="68580"/>
                </a:cubicBezTo>
                <a:cubicBezTo>
                  <a:pt x="234372" y="69700"/>
                  <a:pt x="231615" y="70260"/>
                  <a:pt x="228726" y="70260"/>
                </a:cubicBezTo>
                <a:cubicBezTo>
                  <a:pt x="226055" y="70260"/>
                  <a:pt x="223772" y="69918"/>
                  <a:pt x="221877" y="69234"/>
                </a:cubicBezTo>
                <a:cubicBezTo>
                  <a:pt x="219983" y="68549"/>
                  <a:pt x="218422" y="67608"/>
                  <a:pt x="217195" y="66411"/>
                </a:cubicBezTo>
                <a:cubicBezTo>
                  <a:pt x="215968" y="65213"/>
                  <a:pt x="215067" y="63805"/>
                  <a:pt x="214493" y="62187"/>
                </a:cubicBezTo>
                <a:cubicBezTo>
                  <a:pt x="213918" y="60569"/>
                  <a:pt x="213631" y="58811"/>
                  <a:pt x="213631" y="56913"/>
                </a:cubicBezTo>
                <a:cubicBezTo>
                  <a:pt x="213631" y="52215"/>
                  <a:pt x="215378" y="48536"/>
                  <a:pt x="218872" y="45877"/>
                </a:cubicBezTo>
                <a:cubicBezTo>
                  <a:pt x="222367" y="43216"/>
                  <a:pt x="227530" y="41886"/>
                  <a:pt x="234364" y="41886"/>
                </a:cubicBezTo>
                <a:lnTo>
                  <a:pt x="244055" y="41886"/>
                </a:lnTo>
                <a:lnTo>
                  <a:pt x="244055" y="37800"/>
                </a:lnTo>
                <a:cubicBezTo>
                  <a:pt x="244055" y="35046"/>
                  <a:pt x="243170" y="32840"/>
                  <a:pt x="241399" y="31184"/>
                </a:cubicBezTo>
                <a:cubicBezTo>
                  <a:pt x="239629" y="29528"/>
                  <a:pt x="236926" y="28700"/>
                  <a:pt x="233292" y="28700"/>
                </a:cubicBezTo>
                <a:cubicBezTo>
                  <a:pt x="230652" y="28700"/>
                  <a:pt x="228051" y="29000"/>
                  <a:pt x="225488" y="29599"/>
                </a:cubicBezTo>
                <a:cubicBezTo>
                  <a:pt x="222926" y="30197"/>
                  <a:pt x="220278" y="31047"/>
                  <a:pt x="217544" y="32148"/>
                </a:cubicBezTo>
                <a:lnTo>
                  <a:pt x="217544" y="24833"/>
                </a:lnTo>
                <a:cubicBezTo>
                  <a:pt x="218569" y="24455"/>
                  <a:pt x="219711" y="24084"/>
                  <a:pt x="220969" y="23721"/>
                </a:cubicBezTo>
                <a:cubicBezTo>
                  <a:pt x="222227" y="23358"/>
                  <a:pt x="223555" y="23035"/>
                  <a:pt x="224952" y="22751"/>
                </a:cubicBezTo>
                <a:cubicBezTo>
                  <a:pt x="226350" y="22467"/>
                  <a:pt x="227810" y="22238"/>
                  <a:pt x="229332" y="22065"/>
                </a:cubicBezTo>
                <a:cubicBezTo>
                  <a:pt x="230854" y="21892"/>
                  <a:pt x="232391" y="21805"/>
                  <a:pt x="233945" y="21805"/>
                </a:cubicBezTo>
                <a:cubicBezTo>
                  <a:pt x="236771" y="21805"/>
                  <a:pt x="239318" y="22115"/>
                  <a:pt x="241586" y="22737"/>
                </a:cubicBezTo>
                <a:cubicBezTo>
                  <a:pt x="243853" y="23358"/>
                  <a:pt x="245771" y="24305"/>
                  <a:pt x="247340" y="25579"/>
                </a:cubicBezTo>
                <a:cubicBezTo>
                  <a:pt x="248908" y="26852"/>
                  <a:pt x="250112" y="28452"/>
                  <a:pt x="250950" y="30378"/>
                </a:cubicBezTo>
                <a:cubicBezTo>
                  <a:pt x="251789" y="32304"/>
                  <a:pt x="252208" y="34571"/>
                  <a:pt x="252208" y="37180"/>
                </a:cubicBezTo>
                <a:lnTo>
                  <a:pt x="252208" y="69421"/>
                </a:lnTo>
                <a:lnTo>
                  <a:pt x="244940" y="69421"/>
                </a:lnTo>
                <a:moveTo>
                  <a:pt x="244055" y="48083"/>
                </a:moveTo>
                <a:lnTo>
                  <a:pt x="233758" y="48083"/>
                </a:lnTo>
                <a:cubicBezTo>
                  <a:pt x="231739" y="48083"/>
                  <a:pt x="230000" y="48285"/>
                  <a:pt x="228540" y="48691"/>
                </a:cubicBezTo>
                <a:cubicBezTo>
                  <a:pt x="227080" y="49096"/>
                  <a:pt x="225884" y="49672"/>
                  <a:pt x="224952" y="50419"/>
                </a:cubicBezTo>
                <a:cubicBezTo>
                  <a:pt x="224021" y="51167"/>
                  <a:pt x="223329" y="52063"/>
                  <a:pt x="222879" y="53107"/>
                </a:cubicBezTo>
                <a:cubicBezTo>
                  <a:pt x="222429" y="54151"/>
                  <a:pt x="222203" y="55327"/>
                  <a:pt x="222203" y="56635"/>
                </a:cubicBezTo>
                <a:cubicBezTo>
                  <a:pt x="222203" y="57539"/>
                  <a:pt x="222343" y="58404"/>
                  <a:pt x="222623" y="59230"/>
                </a:cubicBezTo>
                <a:cubicBezTo>
                  <a:pt x="222902" y="60055"/>
                  <a:pt x="223353" y="60787"/>
                  <a:pt x="223974" y="61425"/>
                </a:cubicBezTo>
                <a:cubicBezTo>
                  <a:pt x="224595" y="62064"/>
                  <a:pt x="225403" y="62570"/>
                  <a:pt x="226397" y="62944"/>
                </a:cubicBezTo>
                <a:cubicBezTo>
                  <a:pt x="227391" y="63318"/>
                  <a:pt x="228602" y="63504"/>
                  <a:pt x="230031" y="63504"/>
                </a:cubicBezTo>
                <a:cubicBezTo>
                  <a:pt x="231894" y="63504"/>
                  <a:pt x="234030" y="62936"/>
                  <a:pt x="236437" y="61799"/>
                </a:cubicBezTo>
                <a:cubicBezTo>
                  <a:pt x="238844" y="60662"/>
                  <a:pt x="241384" y="58862"/>
                  <a:pt x="244055" y="56401"/>
                </a:cubicBezTo>
                <a:lnTo>
                  <a:pt x="244055" y="48083"/>
                </a:lnTo>
                <a:close/>
                <a:moveTo>
                  <a:pt x="304346" y="69421"/>
                </a:moveTo>
                <a:lnTo>
                  <a:pt x="297078" y="69421"/>
                </a:lnTo>
                <a:lnTo>
                  <a:pt x="296799" y="61874"/>
                </a:lnTo>
                <a:cubicBezTo>
                  <a:pt x="295401" y="63489"/>
                  <a:pt x="294073" y="64832"/>
                  <a:pt x="292815" y="65904"/>
                </a:cubicBezTo>
                <a:cubicBezTo>
                  <a:pt x="291557" y="66975"/>
                  <a:pt x="290307" y="67837"/>
                  <a:pt x="289064" y="68490"/>
                </a:cubicBezTo>
                <a:cubicBezTo>
                  <a:pt x="287822" y="69142"/>
                  <a:pt x="286572" y="69600"/>
                  <a:pt x="285314" y="69864"/>
                </a:cubicBezTo>
                <a:cubicBezTo>
                  <a:pt x="284056" y="70128"/>
                  <a:pt x="282728" y="70260"/>
                  <a:pt x="281330" y="70260"/>
                </a:cubicBezTo>
                <a:cubicBezTo>
                  <a:pt x="276516" y="70260"/>
                  <a:pt x="272882" y="68847"/>
                  <a:pt x="270428" y="66020"/>
                </a:cubicBezTo>
                <a:cubicBezTo>
                  <a:pt x="267974" y="63194"/>
                  <a:pt x="266747" y="58923"/>
                  <a:pt x="266747" y="53208"/>
                </a:cubicBezTo>
                <a:lnTo>
                  <a:pt x="266747" y="22644"/>
                </a:lnTo>
                <a:lnTo>
                  <a:pt x="274854" y="22644"/>
                </a:lnTo>
                <a:lnTo>
                  <a:pt x="274854" y="52555"/>
                </a:lnTo>
                <a:cubicBezTo>
                  <a:pt x="274854" y="59730"/>
                  <a:pt x="277556" y="63318"/>
                  <a:pt x="282961" y="63318"/>
                </a:cubicBezTo>
                <a:cubicBezTo>
                  <a:pt x="283955" y="63318"/>
                  <a:pt x="284926" y="63170"/>
                  <a:pt x="285873" y="62875"/>
                </a:cubicBezTo>
                <a:cubicBezTo>
                  <a:pt x="286820" y="62580"/>
                  <a:pt x="287814" y="62068"/>
                  <a:pt x="288855" y="61338"/>
                </a:cubicBezTo>
                <a:cubicBezTo>
                  <a:pt x="289895" y="60608"/>
                  <a:pt x="291014" y="59622"/>
                  <a:pt x="292209" y="58379"/>
                </a:cubicBezTo>
                <a:cubicBezTo>
                  <a:pt x="293405" y="57137"/>
                  <a:pt x="294749" y="55568"/>
                  <a:pt x="296240" y="53674"/>
                </a:cubicBezTo>
                <a:lnTo>
                  <a:pt x="296240" y="22644"/>
                </a:lnTo>
                <a:lnTo>
                  <a:pt x="304346" y="22644"/>
                </a:lnTo>
                <a:lnTo>
                  <a:pt x="304346" y="69421"/>
                </a:lnTo>
                <a:close/>
                <a:moveTo>
                  <a:pt x="352291" y="29260"/>
                </a:moveTo>
                <a:cubicBezTo>
                  <a:pt x="353161" y="30347"/>
                  <a:pt x="353837" y="31612"/>
                  <a:pt x="354318" y="33057"/>
                </a:cubicBezTo>
                <a:cubicBezTo>
                  <a:pt x="354799" y="34501"/>
                  <a:pt x="355040" y="36062"/>
                  <a:pt x="355040" y="37739"/>
                </a:cubicBezTo>
                <a:cubicBezTo>
                  <a:pt x="355040" y="40162"/>
                  <a:pt x="354598" y="42375"/>
                  <a:pt x="353712" y="44379"/>
                </a:cubicBezTo>
                <a:cubicBezTo>
                  <a:pt x="352827" y="46382"/>
                  <a:pt x="351577" y="48098"/>
                  <a:pt x="349962" y="49527"/>
                </a:cubicBezTo>
                <a:cubicBezTo>
                  <a:pt x="348347" y="50956"/>
                  <a:pt x="346413" y="52066"/>
                  <a:pt x="344161" y="52858"/>
                </a:cubicBezTo>
                <a:cubicBezTo>
                  <a:pt x="341909" y="53650"/>
                  <a:pt x="339432" y="54046"/>
                  <a:pt x="336730" y="54046"/>
                </a:cubicBezTo>
                <a:cubicBezTo>
                  <a:pt x="334773" y="54046"/>
                  <a:pt x="332940" y="53837"/>
                  <a:pt x="331232" y="53417"/>
                </a:cubicBezTo>
                <a:cubicBezTo>
                  <a:pt x="329524" y="52998"/>
                  <a:pt x="328172" y="52478"/>
                  <a:pt x="327178" y="51856"/>
                </a:cubicBezTo>
                <a:cubicBezTo>
                  <a:pt x="326588" y="52726"/>
                  <a:pt x="326091" y="53548"/>
                  <a:pt x="325687" y="54321"/>
                </a:cubicBezTo>
                <a:cubicBezTo>
                  <a:pt x="325284" y="55094"/>
                  <a:pt x="325082" y="55959"/>
                  <a:pt x="325082" y="56916"/>
                </a:cubicBezTo>
                <a:cubicBezTo>
                  <a:pt x="325082" y="58089"/>
                  <a:pt x="325649" y="59061"/>
                  <a:pt x="326782" y="59832"/>
                </a:cubicBezTo>
                <a:cubicBezTo>
                  <a:pt x="327916" y="60603"/>
                  <a:pt x="329415" y="61019"/>
                  <a:pt x="331278" y="61082"/>
                </a:cubicBezTo>
                <a:lnTo>
                  <a:pt x="343579" y="61548"/>
                </a:lnTo>
                <a:cubicBezTo>
                  <a:pt x="345908" y="61610"/>
                  <a:pt x="348059" y="61905"/>
                  <a:pt x="350032" y="62434"/>
                </a:cubicBezTo>
                <a:cubicBezTo>
                  <a:pt x="352004" y="62963"/>
                  <a:pt x="353697" y="63726"/>
                  <a:pt x="355110" y="64722"/>
                </a:cubicBezTo>
                <a:cubicBezTo>
                  <a:pt x="356523" y="65716"/>
                  <a:pt x="357626" y="66945"/>
                  <a:pt x="358418" y="68408"/>
                </a:cubicBezTo>
                <a:cubicBezTo>
                  <a:pt x="359210" y="69870"/>
                  <a:pt x="359606" y="71566"/>
                  <a:pt x="359606" y="73495"/>
                </a:cubicBezTo>
                <a:cubicBezTo>
                  <a:pt x="359606" y="75580"/>
                  <a:pt x="359156" y="77556"/>
                  <a:pt x="358255" y="79423"/>
                </a:cubicBezTo>
                <a:cubicBezTo>
                  <a:pt x="357354" y="81289"/>
                  <a:pt x="355964" y="82930"/>
                  <a:pt x="354085" y="84345"/>
                </a:cubicBezTo>
                <a:cubicBezTo>
                  <a:pt x="352206" y="85762"/>
                  <a:pt x="349822" y="86889"/>
                  <a:pt x="346933" y="87729"/>
                </a:cubicBezTo>
                <a:cubicBezTo>
                  <a:pt x="344045" y="88570"/>
                  <a:pt x="340612" y="88990"/>
                  <a:pt x="336636" y="88990"/>
                </a:cubicBezTo>
                <a:cubicBezTo>
                  <a:pt x="332847" y="88990"/>
                  <a:pt x="329624" y="88687"/>
                  <a:pt x="326969" y="88080"/>
                </a:cubicBezTo>
                <a:cubicBezTo>
                  <a:pt x="324313" y="87473"/>
                  <a:pt x="322131" y="86633"/>
                  <a:pt x="320423" y="85560"/>
                </a:cubicBezTo>
                <a:cubicBezTo>
                  <a:pt x="318714" y="84486"/>
                  <a:pt x="317472" y="83210"/>
                  <a:pt x="316695" y="81732"/>
                </a:cubicBezTo>
                <a:cubicBezTo>
                  <a:pt x="315919" y="80255"/>
                  <a:pt x="315530" y="78629"/>
                  <a:pt x="315530" y="76856"/>
                </a:cubicBezTo>
                <a:cubicBezTo>
                  <a:pt x="315530" y="74584"/>
                  <a:pt x="316059" y="72593"/>
                  <a:pt x="317115" y="70882"/>
                </a:cubicBezTo>
                <a:cubicBezTo>
                  <a:pt x="318171" y="69172"/>
                  <a:pt x="319801" y="67523"/>
                  <a:pt x="322007" y="65936"/>
                </a:cubicBezTo>
                <a:cubicBezTo>
                  <a:pt x="321199" y="65564"/>
                  <a:pt x="320500" y="65099"/>
                  <a:pt x="319910" y="64541"/>
                </a:cubicBezTo>
                <a:cubicBezTo>
                  <a:pt x="319320" y="63983"/>
                  <a:pt x="318839" y="63371"/>
                  <a:pt x="318466" y="62705"/>
                </a:cubicBezTo>
                <a:cubicBezTo>
                  <a:pt x="318093" y="62038"/>
                  <a:pt x="317813" y="61333"/>
                  <a:pt x="317627" y="60589"/>
                </a:cubicBezTo>
                <a:cubicBezTo>
                  <a:pt x="317441" y="59845"/>
                  <a:pt x="317348" y="59116"/>
                  <a:pt x="317348" y="58404"/>
                </a:cubicBezTo>
                <a:cubicBezTo>
                  <a:pt x="317348" y="56389"/>
                  <a:pt x="317821" y="54545"/>
                  <a:pt x="318769" y="52871"/>
                </a:cubicBezTo>
                <a:cubicBezTo>
                  <a:pt x="319716" y="51198"/>
                  <a:pt x="320842" y="49617"/>
                  <a:pt x="322147" y="48129"/>
                </a:cubicBezTo>
                <a:cubicBezTo>
                  <a:pt x="321556" y="47415"/>
                  <a:pt x="321036" y="46716"/>
                  <a:pt x="320586" y="46033"/>
                </a:cubicBezTo>
                <a:cubicBezTo>
                  <a:pt x="320135" y="45349"/>
                  <a:pt x="319747" y="44611"/>
                  <a:pt x="319421" y="43819"/>
                </a:cubicBezTo>
                <a:cubicBezTo>
                  <a:pt x="319095" y="43027"/>
                  <a:pt x="318846" y="42173"/>
                  <a:pt x="318675" y="41257"/>
                </a:cubicBezTo>
                <a:cubicBezTo>
                  <a:pt x="318505" y="40341"/>
                  <a:pt x="318419" y="39292"/>
                  <a:pt x="318419" y="38112"/>
                </a:cubicBezTo>
                <a:cubicBezTo>
                  <a:pt x="318419" y="35689"/>
                  <a:pt x="318862" y="33476"/>
                  <a:pt x="319747" y="31473"/>
                </a:cubicBezTo>
                <a:cubicBezTo>
                  <a:pt x="320632" y="29469"/>
                  <a:pt x="321875" y="27753"/>
                  <a:pt x="323474" y="26324"/>
                </a:cubicBezTo>
                <a:cubicBezTo>
                  <a:pt x="325074" y="24895"/>
                  <a:pt x="327000" y="23785"/>
                  <a:pt x="329252" y="22993"/>
                </a:cubicBezTo>
                <a:cubicBezTo>
                  <a:pt x="331504" y="22201"/>
                  <a:pt x="333996" y="21805"/>
                  <a:pt x="336730" y="21805"/>
                </a:cubicBezTo>
                <a:cubicBezTo>
                  <a:pt x="337879" y="21805"/>
                  <a:pt x="338982" y="21883"/>
                  <a:pt x="340038" y="22038"/>
                </a:cubicBezTo>
                <a:cubicBezTo>
                  <a:pt x="341094" y="22193"/>
                  <a:pt x="342026" y="22395"/>
                  <a:pt x="342833" y="22644"/>
                </a:cubicBezTo>
                <a:lnTo>
                  <a:pt x="359793" y="22644"/>
                </a:lnTo>
                <a:lnTo>
                  <a:pt x="359793" y="29260"/>
                </a:lnTo>
                <a:lnTo>
                  <a:pt x="352291" y="29260"/>
                </a:lnTo>
                <a:moveTo>
                  <a:pt x="324150" y="76157"/>
                </a:moveTo>
                <a:cubicBezTo>
                  <a:pt x="324150" y="78369"/>
                  <a:pt x="325299" y="79981"/>
                  <a:pt x="327598" y="80994"/>
                </a:cubicBezTo>
                <a:cubicBezTo>
                  <a:pt x="329896" y="82007"/>
                  <a:pt x="333096" y="82514"/>
                  <a:pt x="337196" y="82514"/>
                </a:cubicBezTo>
                <a:cubicBezTo>
                  <a:pt x="339774" y="82514"/>
                  <a:pt x="341940" y="82280"/>
                  <a:pt x="343695" y="81812"/>
                </a:cubicBezTo>
                <a:cubicBezTo>
                  <a:pt x="345450" y="81345"/>
                  <a:pt x="346863" y="80730"/>
                  <a:pt x="347935" y="79966"/>
                </a:cubicBezTo>
                <a:cubicBezTo>
                  <a:pt x="349007" y="79202"/>
                  <a:pt x="349775" y="78329"/>
                  <a:pt x="350241" y="77348"/>
                </a:cubicBezTo>
                <a:cubicBezTo>
                  <a:pt x="350707" y="76367"/>
                  <a:pt x="350940" y="75361"/>
                  <a:pt x="350940" y="74333"/>
                </a:cubicBezTo>
                <a:cubicBezTo>
                  <a:pt x="350940" y="72431"/>
                  <a:pt x="350164" y="71028"/>
                  <a:pt x="348611" y="70125"/>
                </a:cubicBezTo>
                <a:cubicBezTo>
                  <a:pt x="347057" y="69221"/>
                  <a:pt x="344681" y="68692"/>
                  <a:pt x="341482" y="68536"/>
                </a:cubicBezTo>
                <a:lnTo>
                  <a:pt x="329275" y="68117"/>
                </a:lnTo>
                <a:cubicBezTo>
                  <a:pt x="328250" y="68802"/>
                  <a:pt x="327404" y="69472"/>
                  <a:pt x="326736" y="70126"/>
                </a:cubicBezTo>
                <a:cubicBezTo>
                  <a:pt x="326068" y="70781"/>
                  <a:pt x="325548" y="71444"/>
                  <a:pt x="325175" y="72114"/>
                </a:cubicBezTo>
                <a:cubicBezTo>
                  <a:pt x="324802" y="72783"/>
                  <a:pt x="324538" y="73453"/>
                  <a:pt x="324383" y="74123"/>
                </a:cubicBezTo>
                <a:cubicBezTo>
                  <a:pt x="324228" y="74794"/>
                  <a:pt x="324150" y="75472"/>
                  <a:pt x="324150" y="76157"/>
                </a:cubicBezTo>
                <a:moveTo>
                  <a:pt x="326619" y="37926"/>
                </a:moveTo>
                <a:cubicBezTo>
                  <a:pt x="326619" y="39416"/>
                  <a:pt x="326868" y="40783"/>
                  <a:pt x="327365" y="42026"/>
                </a:cubicBezTo>
                <a:cubicBezTo>
                  <a:pt x="327862" y="43268"/>
                  <a:pt x="328561" y="44324"/>
                  <a:pt x="329461" y="45194"/>
                </a:cubicBezTo>
                <a:cubicBezTo>
                  <a:pt x="330362" y="46064"/>
                  <a:pt x="331426" y="46739"/>
                  <a:pt x="332653" y="47221"/>
                </a:cubicBezTo>
                <a:cubicBezTo>
                  <a:pt x="333880" y="47702"/>
                  <a:pt x="335239" y="47943"/>
                  <a:pt x="336730" y="47943"/>
                </a:cubicBezTo>
                <a:cubicBezTo>
                  <a:pt x="338345" y="47943"/>
                  <a:pt x="339781" y="47671"/>
                  <a:pt x="341039" y="47127"/>
                </a:cubicBezTo>
                <a:cubicBezTo>
                  <a:pt x="342297" y="46584"/>
                  <a:pt x="343353" y="45846"/>
                  <a:pt x="344208" y="44914"/>
                </a:cubicBezTo>
                <a:cubicBezTo>
                  <a:pt x="345062" y="43982"/>
                  <a:pt x="345714" y="42911"/>
                  <a:pt x="346164" y="41699"/>
                </a:cubicBezTo>
                <a:cubicBezTo>
                  <a:pt x="346615" y="40488"/>
                  <a:pt x="346840" y="39230"/>
                  <a:pt x="346840" y="37926"/>
                </a:cubicBezTo>
                <a:cubicBezTo>
                  <a:pt x="346840" y="36435"/>
                  <a:pt x="346592" y="35068"/>
                  <a:pt x="346095" y="33826"/>
                </a:cubicBezTo>
                <a:cubicBezTo>
                  <a:pt x="345598" y="32583"/>
                  <a:pt x="344899" y="31527"/>
                  <a:pt x="343998" y="30657"/>
                </a:cubicBezTo>
                <a:cubicBezTo>
                  <a:pt x="343097" y="29788"/>
                  <a:pt x="342033" y="29112"/>
                  <a:pt x="340806" y="28631"/>
                </a:cubicBezTo>
                <a:cubicBezTo>
                  <a:pt x="339580" y="28149"/>
                  <a:pt x="338221" y="27908"/>
                  <a:pt x="336730" y="27908"/>
                </a:cubicBezTo>
                <a:cubicBezTo>
                  <a:pt x="335115" y="27908"/>
                  <a:pt x="333678" y="28188"/>
                  <a:pt x="332420" y="28747"/>
                </a:cubicBezTo>
                <a:cubicBezTo>
                  <a:pt x="331162" y="29306"/>
                  <a:pt x="330106" y="30044"/>
                  <a:pt x="329252" y="30960"/>
                </a:cubicBezTo>
                <a:cubicBezTo>
                  <a:pt x="328398" y="31876"/>
                  <a:pt x="327745" y="32940"/>
                  <a:pt x="327295" y="34152"/>
                </a:cubicBezTo>
                <a:cubicBezTo>
                  <a:pt x="326844" y="35363"/>
                  <a:pt x="326619" y="36621"/>
                  <a:pt x="326619" y="37926"/>
                </a:cubicBezTo>
                <a:close/>
                <a:moveTo>
                  <a:pt x="408063" y="69421"/>
                </a:moveTo>
                <a:lnTo>
                  <a:pt x="399956" y="69421"/>
                </a:lnTo>
                <a:lnTo>
                  <a:pt x="399956" y="39556"/>
                </a:lnTo>
                <a:cubicBezTo>
                  <a:pt x="399956" y="35953"/>
                  <a:pt x="399281" y="33259"/>
                  <a:pt x="397930" y="31473"/>
                </a:cubicBezTo>
                <a:cubicBezTo>
                  <a:pt x="396579" y="29687"/>
                  <a:pt x="394645" y="28794"/>
                  <a:pt x="392129" y="28794"/>
                </a:cubicBezTo>
                <a:cubicBezTo>
                  <a:pt x="391042" y="28794"/>
                  <a:pt x="390025" y="28941"/>
                  <a:pt x="389077" y="29236"/>
                </a:cubicBezTo>
                <a:cubicBezTo>
                  <a:pt x="388130" y="29531"/>
                  <a:pt x="387144" y="30044"/>
                  <a:pt x="386119" y="30774"/>
                </a:cubicBezTo>
                <a:cubicBezTo>
                  <a:pt x="385094" y="31504"/>
                  <a:pt x="383976" y="32490"/>
                  <a:pt x="382764" y="33732"/>
                </a:cubicBezTo>
                <a:cubicBezTo>
                  <a:pt x="381553" y="34975"/>
                  <a:pt x="380155" y="36528"/>
                  <a:pt x="378571" y="38391"/>
                </a:cubicBezTo>
                <a:lnTo>
                  <a:pt x="378571" y="69421"/>
                </a:lnTo>
                <a:lnTo>
                  <a:pt x="370464" y="69421"/>
                </a:lnTo>
                <a:lnTo>
                  <a:pt x="370464" y="3541"/>
                </a:lnTo>
                <a:lnTo>
                  <a:pt x="378571" y="3541"/>
                </a:lnTo>
                <a:lnTo>
                  <a:pt x="378571" y="22630"/>
                </a:lnTo>
                <a:lnTo>
                  <a:pt x="378291" y="30005"/>
                </a:lnTo>
                <a:cubicBezTo>
                  <a:pt x="379565" y="28483"/>
                  <a:pt x="380815" y="27202"/>
                  <a:pt x="382042" y="26161"/>
                </a:cubicBezTo>
                <a:cubicBezTo>
                  <a:pt x="383269" y="25121"/>
                  <a:pt x="384496" y="24274"/>
                  <a:pt x="385723" y="23622"/>
                </a:cubicBezTo>
                <a:cubicBezTo>
                  <a:pt x="386950" y="22970"/>
                  <a:pt x="388200" y="22504"/>
                  <a:pt x="389473" y="22224"/>
                </a:cubicBezTo>
                <a:cubicBezTo>
                  <a:pt x="390747" y="21945"/>
                  <a:pt x="392067" y="21805"/>
                  <a:pt x="393434" y="21805"/>
                </a:cubicBezTo>
                <a:cubicBezTo>
                  <a:pt x="398093" y="21805"/>
                  <a:pt x="401696" y="23226"/>
                  <a:pt x="404243" y="26068"/>
                </a:cubicBezTo>
                <a:cubicBezTo>
                  <a:pt x="406790" y="28910"/>
                  <a:pt x="408063" y="33189"/>
                  <a:pt x="408063" y="38904"/>
                </a:cubicBezTo>
                <a:lnTo>
                  <a:pt x="408063" y="69421"/>
                </a:lnTo>
                <a:close/>
                <a:moveTo>
                  <a:pt x="460015" y="68723"/>
                </a:moveTo>
                <a:cubicBezTo>
                  <a:pt x="458182" y="69205"/>
                  <a:pt x="456288" y="69551"/>
                  <a:pt x="454331" y="69759"/>
                </a:cubicBezTo>
                <a:cubicBezTo>
                  <a:pt x="452374" y="69969"/>
                  <a:pt x="450386" y="70074"/>
                  <a:pt x="448367" y="70074"/>
                </a:cubicBezTo>
                <a:cubicBezTo>
                  <a:pt x="442497" y="70074"/>
                  <a:pt x="438117" y="68746"/>
                  <a:pt x="435228" y="66090"/>
                </a:cubicBezTo>
                <a:cubicBezTo>
                  <a:pt x="432340" y="63434"/>
                  <a:pt x="430895" y="59358"/>
                  <a:pt x="430895" y="53860"/>
                </a:cubicBezTo>
                <a:lnTo>
                  <a:pt x="430895" y="29446"/>
                </a:lnTo>
                <a:lnTo>
                  <a:pt x="417803" y="29446"/>
                </a:lnTo>
                <a:lnTo>
                  <a:pt x="417803" y="22644"/>
                </a:lnTo>
                <a:lnTo>
                  <a:pt x="430895" y="22644"/>
                </a:lnTo>
                <a:lnTo>
                  <a:pt x="430895" y="9743"/>
                </a:lnTo>
                <a:lnTo>
                  <a:pt x="439002" y="7641"/>
                </a:lnTo>
                <a:lnTo>
                  <a:pt x="439002" y="22644"/>
                </a:lnTo>
                <a:lnTo>
                  <a:pt x="460015" y="22644"/>
                </a:lnTo>
                <a:lnTo>
                  <a:pt x="460015" y="29446"/>
                </a:lnTo>
                <a:lnTo>
                  <a:pt x="439002" y="29446"/>
                </a:lnTo>
                <a:lnTo>
                  <a:pt x="439002" y="53208"/>
                </a:lnTo>
                <a:cubicBezTo>
                  <a:pt x="439002" y="56562"/>
                  <a:pt x="439895" y="59070"/>
                  <a:pt x="441681" y="60732"/>
                </a:cubicBezTo>
                <a:cubicBezTo>
                  <a:pt x="443467" y="62394"/>
                  <a:pt x="446100" y="63225"/>
                  <a:pt x="449579" y="63225"/>
                </a:cubicBezTo>
                <a:cubicBezTo>
                  <a:pt x="451069" y="63225"/>
                  <a:pt x="452700" y="63105"/>
                  <a:pt x="454471" y="62865"/>
                </a:cubicBezTo>
                <a:cubicBezTo>
                  <a:pt x="456241" y="62624"/>
                  <a:pt x="458089" y="62247"/>
                  <a:pt x="460015" y="61734"/>
                </a:cubicBezTo>
                <a:lnTo>
                  <a:pt x="460015" y="68723"/>
                </a:lnTo>
                <a:close/>
                <a:moveTo>
                  <a:pt x="567057" y="15562"/>
                </a:moveTo>
                <a:lnTo>
                  <a:pt x="549026" y="15562"/>
                </a:lnTo>
                <a:lnTo>
                  <a:pt x="549026" y="69421"/>
                </a:lnTo>
                <a:lnTo>
                  <a:pt x="540640" y="69421"/>
                </a:lnTo>
                <a:lnTo>
                  <a:pt x="540640" y="15562"/>
                </a:lnTo>
                <a:lnTo>
                  <a:pt x="522609" y="15562"/>
                </a:lnTo>
                <a:lnTo>
                  <a:pt x="522609" y="8480"/>
                </a:lnTo>
                <a:lnTo>
                  <a:pt x="567057" y="8480"/>
                </a:lnTo>
                <a:lnTo>
                  <a:pt x="567057" y="15562"/>
                </a:lnTo>
                <a:close/>
                <a:moveTo>
                  <a:pt x="619521" y="22644"/>
                </a:moveTo>
                <a:lnTo>
                  <a:pt x="603587" y="64483"/>
                </a:lnTo>
                <a:cubicBezTo>
                  <a:pt x="601941" y="68738"/>
                  <a:pt x="600240" y="72403"/>
                  <a:pt x="598485" y="75478"/>
                </a:cubicBezTo>
                <a:cubicBezTo>
                  <a:pt x="596730" y="78553"/>
                  <a:pt x="594812" y="81077"/>
                  <a:pt x="592731" y="83050"/>
                </a:cubicBezTo>
                <a:cubicBezTo>
                  <a:pt x="590650" y="85022"/>
                  <a:pt x="588367" y="86474"/>
                  <a:pt x="585882" y="87406"/>
                </a:cubicBezTo>
                <a:cubicBezTo>
                  <a:pt x="583397" y="88338"/>
                  <a:pt x="580617" y="88804"/>
                  <a:pt x="577542" y="88804"/>
                </a:cubicBezTo>
                <a:cubicBezTo>
                  <a:pt x="576735" y="88804"/>
                  <a:pt x="576005" y="88788"/>
                  <a:pt x="575353" y="88757"/>
                </a:cubicBezTo>
                <a:cubicBezTo>
                  <a:pt x="574700" y="88726"/>
                  <a:pt x="573986" y="88679"/>
                  <a:pt x="573209" y="88617"/>
                </a:cubicBezTo>
                <a:lnTo>
                  <a:pt x="573209" y="81256"/>
                </a:lnTo>
                <a:cubicBezTo>
                  <a:pt x="573893" y="81349"/>
                  <a:pt x="574638" y="81434"/>
                  <a:pt x="575446" y="81512"/>
                </a:cubicBezTo>
                <a:cubicBezTo>
                  <a:pt x="576253" y="81590"/>
                  <a:pt x="577108" y="81628"/>
                  <a:pt x="578008" y="81628"/>
                </a:cubicBezTo>
                <a:cubicBezTo>
                  <a:pt x="579499" y="81628"/>
                  <a:pt x="580889" y="81411"/>
                  <a:pt x="582178" y="80976"/>
                </a:cubicBezTo>
                <a:cubicBezTo>
                  <a:pt x="583467" y="80541"/>
                  <a:pt x="584686" y="79835"/>
                  <a:pt x="585836" y="78856"/>
                </a:cubicBezTo>
                <a:cubicBezTo>
                  <a:pt x="586985" y="77878"/>
                  <a:pt x="588088" y="76612"/>
                  <a:pt x="589144" y="75059"/>
                </a:cubicBezTo>
                <a:cubicBezTo>
                  <a:pt x="590200" y="73506"/>
                  <a:pt x="591225" y="71627"/>
                  <a:pt x="592219" y="69421"/>
                </a:cubicBezTo>
                <a:lnTo>
                  <a:pt x="573536" y="22644"/>
                </a:lnTo>
                <a:lnTo>
                  <a:pt x="582761" y="22644"/>
                </a:lnTo>
                <a:lnTo>
                  <a:pt x="594595" y="53580"/>
                </a:lnTo>
                <a:lnTo>
                  <a:pt x="596971" y="60849"/>
                </a:lnTo>
                <a:lnTo>
                  <a:pt x="599673" y="53394"/>
                </a:lnTo>
                <a:lnTo>
                  <a:pt x="610622" y="22644"/>
                </a:lnTo>
                <a:lnTo>
                  <a:pt x="619521" y="22644"/>
                </a:lnTo>
                <a:close/>
                <a:moveTo>
                  <a:pt x="669749" y="45194"/>
                </a:moveTo>
                <a:cubicBezTo>
                  <a:pt x="669749" y="49356"/>
                  <a:pt x="669167" y="52990"/>
                  <a:pt x="668002" y="56096"/>
                </a:cubicBezTo>
                <a:cubicBezTo>
                  <a:pt x="666837" y="59202"/>
                  <a:pt x="665230" y="61780"/>
                  <a:pt x="663180" y="63831"/>
                </a:cubicBezTo>
                <a:cubicBezTo>
                  <a:pt x="661130" y="65881"/>
                  <a:pt x="658707" y="67418"/>
                  <a:pt x="655912" y="68443"/>
                </a:cubicBezTo>
                <a:cubicBezTo>
                  <a:pt x="653116" y="69468"/>
                  <a:pt x="650088" y="69981"/>
                  <a:pt x="646826" y="69981"/>
                </a:cubicBezTo>
                <a:cubicBezTo>
                  <a:pt x="645335" y="69981"/>
                  <a:pt x="643852" y="69903"/>
                  <a:pt x="642377" y="69748"/>
                </a:cubicBezTo>
                <a:cubicBezTo>
                  <a:pt x="640901" y="69592"/>
                  <a:pt x="639403" y="69328"/>
                  <a:pt x="637881" y="68956"/>
                </a:cubicBezTo>
                <a:lnTo>
                  <a:pt x="637881" y="88524"/>
                </a:lnTo>
                <a:lnTo>
                  <a:pt x="629774" y="88524"/>
                </a:lnTo>
                <a:lnTo>
                  <a:pt x="629774" y="22644"/>
                </a:lnTo>
                <a:lnTo>
                  <a:pt x="636995" y="22644"/>
                </a:lnTo>
                <a:lnTo>
                  <a:pt x="637508" y="30471"/>
                </a:lnTo>
                <a:cubicBezTo>
                  <a:pt x="639838" y="27272"/>
                  <a:pt x="642322" y="25027"/>
                  <a:pt x="644963" y="23738"/>
                </a:cubicBezTo>
                <a:cubicBezTo>
                  <a:pt x="647603" y="22449"/>
                  <a:pt x="650460" y="21805"/>
                  <a:pt x="653535" y="21805"/>
                </a:cubicBezTo>
                <a:cubicBezTo>
                  <a:pt x="656207" y="21805"/>
                  <a:pt x="658552" y="22364"/>
                  <a:pt x="660571" y="23482"/>
                </a:cubicBezTo>
                <a:cubicBezTo>
                  <a:pt x="662590" y="24600"/>
                  <a:pt x="664283" y="26177"/>
                  <a:pt x="665649" y="28211"/>
                </a:cubicBezTo>
                <a:cubicBezTo>
                  <a:pt x="667016" y="30246"/>
                  <a:pt x="668041" y="32700"/>
                  <a:pt x="668724" y="35573"/>
                </a:cubicBezTo>
                <a:cubicBezTo>
                  <a:pt x="669408" y="38446"/>
                  <a:pt x="669749" y="41653"/>
                  <a:pt x="669749" y="45194"/>
                </a:cubicBezTo>
                <a:moveTo>
                  <a:pt x="661456" y="45567"/>
                </a:moveTo>
                <a:cubicBezTo>
                  <a:pt x="661456" y="43113"/>
                  <a:pt x="661277" y="40861"/>
                  <a:pt x="660920" y="38811"/>
                </a:cubicBezTo>
                <a:cubicBezTo>
                  <a:pt x="660563" y="36761"/>
                  <a:pt x="659996" y="35006"/>
                  <a:pt x="659220" y="33546"/>
                </a:cubicBezTo>
                <a:cubicBezTo>
                  <a:pt x="658443" y="32086"/>
                  <a:pt x="657449" y="30945"/>
                  <a:pt x="656238" y="30121"/>
                </a:cubicBezTo>
                <a:cubicBezTo>
                  <a:pt x="655026" y="29298"/>
                  <a:pt x="653582" y="28887"/>
                  <a:pt x="651905" y="28887"/>
                </a:cubicBezTo>
                <a:cubicBezTo>
                  <a:pt x="650880" y="28887"/>
                  <a:pt x="649839" y="29050"/>
                  <a:pt x="648783" y="29376"/>
                </a:cubicBezTo>
                <a:cubicBezTo>
                  <a:pt x="647727" y="29702"/>
                  <a:pt x="646632" y="30246"/>
                  <a:pt x="645498" y="31007"/>
                </a:cubicBezTo>
                <a:cubicBezTo>
                  <a:pt x="644365" y="31768"/>
                  <a:pt x="643169" y="32777"/>
                  <a:pt x="641911" y="34035"/>
                </a:cubicBezTo>
                <a:cubicBezTo>
                  <a:pt x="640653" y="35293"/>
                  <a:pt x="639310" y="36854"/>
                  <a:pt x="637881" y="38718"/>
                </a:cubicBezTo>
                <a:lnTo>
                  <a:pt x="637881" y="61408"/>
                </a:lnTo>
                <a:cubicBezTo>
                  <a:pt x="639372" y="62029"/>
                  <a:pt x="640940" y="62518"/>
                  <a:pt x="642586" y="62875"/>
                </a:cubicBezTo>
                <a:cubicBezTo>
                  <a:pt x="644233" y="63233"/>
                  <a:pt x="645848" y="63411"/>
                  <a:pt x="647432" y="63411"/>
                </a:cubicBezTo>
                <a:cubicBezTo>
                  <a:pt x="651812" y="63411"/>
                  <a:pt x="655244" y="61928"/>
                  <a:pt x="657729" y="58962"/>
                </a:cubicBezTo>
                <a:cubicBezTo>
                  <a:pt x="660214" y="55995"/>
                  <a:pt x="661456" y="51530"/>
                  <a:pt x="661456" y="45567"/>
                </a:cubicBezTo>
                <a:close/>
                <a:moveTo>
                  <a:pt x="721142" y="43563"/>
                </a:moveTo>
                <a:cubicBezTo>
                  <a:pt x="721142" y="44712"/>
                  <a:pt x="721126" y="45675"/>
                  <a:pt x="721095" y="46452"/>
                </a:cubicBezTo>
                <a:cubicBezTo>
                  <a:pt x="721064" y="47228"/>
                  <a:pt x="721018" y="47958"/>
                  <a:pt x="720956" y="48642"/>
                </a:cubicBezTo>
                <a:lnTo>
                  <a:pt x="688108" y="48642"/>
                </a:lnTo>
                <a:cubicBezTo>
                  <a:pt x="688108" y="53425"/>
                  <a:pt x="689444" y="57098"/>
                  <a:pt x="692115" y="59661"/>
                </a:cubicBezTo>
                <a:cubicBezTo>
                  <a:pt x="694787" y="62223"/>
                  <a:pt x="698638" y="63504"/>
                  <a:pt x="703670" y="63504"/>
                </a:cubicBezTo>
                <a:cubicBezTo>
                  <a:pt x="705037" y="63504"/>
                  <a:pt x="706403" y="63449"/>
                  <a:pt x="707770" y="63338"/>
                </a:cubicBezTo>
                <a:cubicBezTo>
                  <a:pt x="709137" y="63227"/>
                  <a:pt x="710457" y="63076"/>
                  <a:pt x="711730" y="62886"/>
                </a:cubicBezTo>
                <a:cubicBezTo>
                  <a:pt x="713004" y="62694"/>
                  <a:pt x="714223" y="62480"/>
                  <a:pt x="715388" y="62242"/>
                </a:cubicBezTo>
                <a:cubicBezTo>
                  <a:pt x="716553" y="62003"/>
                  <a:pt x="717632" y="61741"/>
                  <a:pt x="718626" y="61454"/>
                </a:cubicBezTo>
                <a:lnTo>
                  <a:pt x="718626" y="68117"/>
                </a:lnTo>
                <a:cubicBezTo>
                  <a:pt x="716421" y="68752"/>
                  <a:pt x="713928" y="69268"/>
                  <a:pt x="711148" y="69665"/>
                </a:cubicBezTo>
                <a:cubicBezTo>
                  <a:pt x="708368" y="70062"/>
                  <a:pt x="705487" y="70260"/>
                  <a:pt x="702505" y="70260"/>
                </a:cubicBezTo>
                <a:cubicBezTo>
                  <a:pt x="698498" y="70260"/>
                  <a:pt x="695051" y="69717"/>
                  <a:pt x="692162" y="68629"/>
                </a:cubicBezTo>
                <a:cubicBezTo>
                  <a:pt x="689273" y="67542"/>
                  <a:pt x="686905" y="65966"/>
                  <a:pt x="685057" y="63900"/>
                </a:cubicBezTo>
                <a:cubicBezTo>
                  <a:pt x="683209" y="61835"/>
                  <a:pt x="681842" y="59303"/>
                  <a:pt x="680957" y="56306"/>
                </a:cubicBezTo>
                <a:cubicBezTo>
                  <a:pt x="680071" y="53309"/>
                  <a:pt x="679629" y="49915"/>
                  <a:pt x="679629" y="46126"/>
                </a:cubicBezTo>
                <a:cubicBezTo>
                  <a:pt x="679629" y="42833"/>
                  <a:pt x="680102" y="39719"/>
                  <a:pt x="681050" y="36784"/>
                </a:cubicBezTo>
                <a:cubicBezTo>
                  <a:pt x="681997" y="33849"/>
                  <a:pt x="683379" y="31271"/>
                  <a:pt x="685196" y="29050"/>
                </a:cubicBezTo>
                <a:cubicBezTo>
                  <a:pt x="687014" y="26829"/>
                  <a:pt x="689242" y="25066"/>
                  <a:pt x="691882" y="23762"/>
                </a:cubicBezTo>
                <a:cubicBezTo>
                  <a:pt x="694523" y="22457"/>
                  <a:pt x="697520" y="21805"/>
                  <a:pt x="700875" y="21805"/>
                </a:cubicBezTo>
                <a:cubicBezTo>
                  <a:pt x="704136" y="21805"/>
                  <a:pt x="707025" y="22317"/>
                  <a:pt x="709541" y="23342"/>
                </a:cubicBezTo>
                <a:cubicBezTo>
                  <a:pt x="712057" y="24367"/>
                  <a:pt x="714176" y="25820"/>
                  <a:pt x="715900" y="27699"/>
                </a:cubicBezTo>
                <a:cubicBezTo>
                  <a:pt x="717624" y="29578"/>
                  <a:pt x="718929" y="31861"/>
                  <a:pt x="719814" y="34548"/>
                </a:cubicBezTo>
                <a:cubicBezTo>
                  <a:pt x="720699" y="37234"/>
                  <a:pt x="721142" y="40240"/>
                  <a:pt x="721142" y="43563"/>
                </a:cubicBezTo>
                <a:moveTo>
                  <a:pt x="712709" y="42398"/>
                </a:moveTo>
                <a:cubicBezTo>
                  <a:pt x="712802" y="40317"/>
                  <a:pt x="712600" y="38415"/>
                  <a:pt x="712103" y="36691"/>
                </a:cubicBezTo>
                <a:cubicBezTo>
                  <a:pt x="711606" y="34967"/>
                  <a:pt x="710837" y="33484"/>
                  <a:pt x="709797" y="32241"/>
                </a:cubicBezTo>
                <a:cubicBezTo>
                  <a:pt x="708756" y="30999"/>
                  <a:pt x="707460" y="30028"/>
                  <a:pt x="705906" y="29329"/>
                </a:cubicBezTo>
                <a:cubicBezTo>
                  <a:pt x="704353" y="28631"/>
                  <a:pt x="702552" y="28281"/>
                  <a:pt x="700502" y="28281"/>
                </a:cubicBezTo>
                <a:cubicBezTo>
                  <a:pt x="698731" y="28281"/>
                  <a:pt x="697116" y="28623"/>
                  <a:pt x="695656" y="29306"/>
                </a:cubicBezTo>
                <a:cubicBezTo>
                  <a:pt x="694196" y="29989"/>
                  <a:pt x="692938" y="30952"/>
                  <a:pt x="691882" y="32195"/>
                </a:cubicBezTo>
                <a:cubicBezTo>
                  <a:pt x="690826" y="33437"/>
                  <a:pt x="689972" y="34928"/>
                  <a:pt x="689320" y="36668"/>
                </a:cubicBezTo>
                <a:cubicBezTo>
                  <a:pt x="688668" y="38407"/>
                  <a:pt x="688264" y="40317"/>
                  <a:pt x="688108" y="42398"/>
                </a:cubicBezTo>
                <a:lnTo>
                  <a:pt x="712709" y="42398"/>
                </a:lnTo>
                <a:close/>
                <a:moveTo>
                  <a:pt x="770019" y="69421"/>
                </a:moveTo>
                <a:lnTo>
                  <a:pt x="735401" y="69421"/>
                </a:lnTo>
                <a:lnTo>
                  <a:pt x="735401" y="8480"/>
                </a:lnTo>
                <a:lnTo>
                  <a:pt x="770019" y="8480"/>
                </a:lnTo>
                <a:lnTo>
                  <a:pt x="770019" y="15468"/>
                </a:lnTo>
                <a:lnTo>
                  <a:pt x="743694" y="15468"/>
                </a:lnTo>
                <a:lnTo>
                  <a:pt x="743694" y="34385"/>
                </a:lnTo>
                <a:lnTo>
                  <a:pt x="768993" y="34385"/>
                </a:lnTo>
                <a:lnTo>
                  <a:pt x="768993" y="41373"/>
                </a:lnTo>
                <a:lnTo>
                  <a:pt x="743694" y="41373"/>
                </a:lnTo>
                <a:lnTo>
                  <a:pt x="743694" y="62340"/>
                </a:lnTo>
                <a:lnTo>
                  <a:pt x="770019" y="62340"/>
                </a:lnTo>
                <a:lnTo>
                  <a:pt x="770019" y="69421"/>
                </a:lnTo>
                <a:close/>
                <a:moveTo>
                  <a:pt x="787259" y="22644"/>
                </a:moveTo>
                <a:lnTo>
                  <a:pt x="794667" y="22644"/>
                </a:lnTo>
                <a:lnTo>
                  <a:pt x="794900" y="31241"/>
                </a:lnTo>
                <a:cubicBezTo>
                  <a:pt x="797665" y="27925"/>
                  <a:pt x="800390" y="25524"/>
                  <a:pt x="803077" y="24037"/>
                </a:cubicBezTo>
                <a:cubicBezTo>
                  <a:pt x="805764" y="22549"/>
                  <a:pt x="808474" y="21805"/>
                  <a:pt x="811208" y="21805"/>
                </a:cubicBezTo>
                <a:cubicBezTo>
                  <a:pt x="816053" y="21805"/>
                  <a:pt x="819726" y="23370"/>
                  <a:pt x="822226" y="26499"/>
                </a:cubicBezTo>
                <a:cubicBezTo>
                  <a:pt x="824727" y="29628"/>
                  <a:pt x="825884" y="34276"/>
                  <a:pt x="825697" y="40442"/>
                </a:cubicBezTo>
                <a:lnTo>
                  <a:pt x="817497" y="40442"/>
                </a:lnTo>
                <a:cubicBezTo>
                  <a:pt x="817591" y="36358"/>
                  <a:pt x="816993" y="33396"/>
                  <a:pt x="815704" y="31556"/>
                </a:cubicBezTo>
                <a:cubicBezTo>
                  <a:pt x="814415" y="29714"/>
                  <a:pt x="812528" y="28794"/>
                  <a:pt x="810043" y="28794"/>
                </a:cubicBezTo>
                <a:cubicBezTo>
                  <a:pt x="808956" y="28794"/>
                  <a:pt x="807861" y="28987"/>
                  <a:pt x="806758" y="29375"/>
                </a:cubicBezTo>
                <a:cubicBezTo>
                  <a:pt x="805655" y="29761"/>
                  <a:pt x="804522" y="30379"/>
                  <a:pt x="803357" y="31229"/>
                </a:cubicBezTo>
                <a:cubicBezTo>
                  <a:pt x="802192" y="32080"/>
                  <a:pt x="800957" y="33170"/>
                  <a:pt x="799653" y="34501"/>
                </a:cubicBezTo>
                <a:cubicBezTo>
                  <a:pt x="798348" y="35831"/>
                  <a:pt x="796950" y="37439"/>
                  <a:pt x="795460" y="39326"/>
                </a:cubicBezTo>
                <a:lnTo>
                  <a:pt x="795460" y="69421"/>
                </a:lnTo>
                <a:lnTo>
                  <a:pt x="787259" y="69421"/>
                </a:lnTo>
                <a:lnTo>
                  <a:pt x="787259" y="22644"/>
                </a:lnTo>
                <a:close/>
                <a:moveTo>
                  <a:pt x="839118" y="22644"/>
                </a:moveTo>
                <a:lnTo>
                  <a:pt x="846526" y="22644"/>
                </a:lnTo>
                <a:lnTo>
                  <a:pt x="846759" y="31241"/>
                </a:lnTo>
                <a:cubicBezTo>
                  <a:pt x="849523" y="27925"/>
                  <a:pt x="852249" y="25524"/>
                  <a:pt x="854936" y="24037"/>
                </a:cubicBezTo>
                <a:cubicBezTo>
                  <a:pt x="857623" y="22549"/>
                  <a:pt x="860333" y="21805"/>
                  <a:pt x="863066" y="21805"/>
                </a:cubicBezTo>
                <a:cubicBezTo>
                  <a:pt x="867912" y="21805"/>
                  <a:pt x="871584" y="23370"/>
                  <a:pt x="874085" y="26499"/>
                </a:cubicBezTo>
                <a:cubicBezTo>
                  <a:pt x="876585" y="29628"/>
                  <a:pt x="877742" y="34276"/>
                  <a:pt x="877556" y="40442"/>
                </a:cubicBezTo>
                <a:lnTo>
                  <a:pt x="869356" y="40442"/>
                </a:lnTo>
                <a:cubicBezTo>
                  <a:pt x="869449" y="36358"/>
                  <a:pt x="868851" y="33396"/>
                  <a:pt x="867562" y="31556"/>
                </a:cubicBezTo>
                <a:cubicBezTo>
                  <a:pt x="866273" y="29714"/>
                  <a:pt x="864386" y="28794"/>
                  <a:pt x="861901" y="28794"/>
                </a:cubicBezTo>
                <a:cubicBezTo>
                  <a:pt x="860814" y="28794"/>
                  <a:pt x="859719" y="28987"/>
                  <a:pt x="858616" y="29375"/>
                </a:cubicBezTo>
                <a:cubicBezTo>
                  <a:pt x="857514" y="29761"/>
                  <a:pt x="856380" y="30379"/>
                  <a:pt x="855215" y="31229"/>
                </a:cubicBezTo>
                <a:cubicBezTo>
                  <a:pt x="854051" y="32080"/>
                  <a:pt x="852816" y="33170"/>
                  <a:pt x="851511" y="34501"/>
                </a:cubicBezTo>
                <a:cubicBezTo>
                  <a:pt x="850207" y="35831"/>
                  <a:pt x="848809" y="37439"/>
                  <a:pt x="847318" y="39326"/>
                </a:cubicBezTo>
                <a:lnTo>
                  <a:pt x="847318" y="69421"/>
                </a:lnTo>
                <a:lnTo>
                  <a:pt x="839118" y="69421"/>
                </a:lnTo>
                <a:lnTo>
                  <a:pt x="839118" y="22644"/>
                </a:lnTo>
                <a:close/>
                <a:moveTo>
                  <a:pt x="929787" y="45660"/>
                </a:moveTo>
                <a:cubicBezTo>
                  <a:pt x="929787" y="49294"/>
                  <a:pt x="929275" y="52625"/>
                  <a:pt x="928250" y="55654"/>
                </a:cubicBezTo>
                <a:cubicBezTo>
                  <a:pt x="927225" y="58682"/>
                  <a:pt x="925749" y="61276"/>
                  <a:pt x="923823" y="63434"/>
                </a:cubicBezTo>
                <a:cubicBezTo>
                  <a:pt x="921898" y="65593"/>
                  <a:pt x="919553" y="67271"/>
                  <a:pt x="916788" y="68466"/>
                </a:cubicBezTo>
                <a:cubicBezTo>
                  <a:pt x="914024" y="69662"/>
                  <a:pt x="910887" y="70260"/>
                  <a:pt x="907377" y="70260"/>
                </a:cubicBezTo>
                <a:cubicBezTo>
                  <a:pt x="904022" y="70260"/>
                  <a:pt x="901017" y="69740"/>
                  <a:pt x="898361" y="68699"/>
                </a:cubicBezTo>
                <a:cubicBezTo>
                  <a:pt x="895705" y="67659"/>
                  <a:pt x="893453" y="66129"/>
                  <a:pt x="891605" y="64110"/>
                </a:cubicBezTo>
                <a:cubicBezTo>
                  <a:pt x="889757" y="62091"/>
                  <a:pt x="888344" y="59591"/>
                  <a:pt x="887366" y="56609"/>
                </a:cubicBezTo>
                <a:cubicBezTo>
                  <a:pt x="886387" y="53627"/>
                  <a:pt x="885898" y="50195"/>
                  <a:pt x="885898" y="46312"/>
                </a:cubicBezTo>
                <a:cubicBezTo>
                  <a:pt x="885898" y="42678"/>
                  <a:pt x="886410" y="39362"/>
                  <a:pt x="887435" y="36365"/>
                </a:cubicBezTo>
                <a:cubicBezTo>
                  <a:pt x="888460" y="33367"/>
                  <a:pt x="889936" y="30789"/>
                  <a:pt x="891862" y="28631"/>
                </a:cubicBezTo>
                <a:cubicBezTo>
                  <a:pt x="893787" y="26472"/>
                  <a:pt x="896132" y="24795"/>
                  <a:pt x="898897" y="23599"/>
                </a:cubicBezTo>
                <a:cubicBezTo>
                  <a:pt x="901661" y="22403"/>
                  <a:pt x="904799" y="21805"/>
                  <a:pt x="908308" y="21805"/>
                </a:cubicBezTo>
                <a:cubicBezTo>
                  <a:pt x="911663" y="21805"/>
                  <a:pt x="914668" y="22325"/>
                  <a:pt x="917324" y="23366"/>
                </a:cubicBezTo>
                <a:cubicBezTo>
                  <a:pt x="919980" y="24406"/>
                  <a:pt x="922232" y="25928"/>
                  <a:pt x="924080" y="27932"/>
                </a:cubicBezTo>
                <a:cubicBezTo>
                  <a:pt x="925928" y="29935"/>
                  <a:pt x="927341" y="32428"/>
                  <a:pt x="928320" y="35410"/>
                </a:cubicBezTo>
                <a:cubicBezTo>
                  <a:pt x="929298" y="38391"/>
                  <a:pt x="929787" y="41808"/>
                  <a:pt x="929787" y="45660"/>
                </a:cubicBezTo>
                <a:moveTo>
                  <a:pt x="921494" y="46033"/>
                </a:moveTo>
                <a:cubicBezTo>
                  <a:pt x="921494" y="43144"/>
                  <a:pt x="921175" y="40620"/>
                  <a:pt x="920539" y="38461"/>
                </a:cubicBezTo>
                <a:cubicBezTo>
                  <a:pt x="919902" y="36303"/>
                  <a:pt x="918993" y="34501"/>
                  <a:pt x="917813" y="33057"/>
                </a:cubicBezTo>
                <a:cubicBezTo>
                  <a:pt x="916633" y="31612"/>
                  <a:pt x="915196" y="30525"/>
                  <a:pt x="913503" y="29795"/>
                </a:cubicBezTo>
                <a:cubicBezTo>
                  <a:pt x="911811" y="29065"/>
                  <a:pt x="909924" y="28700"/>
                  <a:pt x="907843" y="28700"/>
                </a:cubicBezTo>
                <a:cubicBezTo>
                  <a:pt x="905420" y="28700"/>
                  <a:pt x="903346" y="29174"/>
                  <a:pt x="901623" y="30121"/>
                </a:cubicBezTo>
                <a:cubicBezTo>
                  <a:pt x="899899" y="31069"/>
                  <a:pt x="898485" y="32335"/>
                  <a:pt x="897383" y="33919"/>
                </a:cubicBezTo>
                <a:cubicBezTo>
                  <a:pt x="896280" y="35503"/>
                  <a:pt x="895472" y="37343"/>
                  <a:pt x="894960" y="39440"/>
                </a:cubicBezTo>
                <a:cubicBezTo>
                  <a:pt x="894447" y="41536"/>
                  <a:pt x="894191" y="43734"/>
                  <a:pt x="894191" y="46033"/>
                </a:cubicBezTo>
                <a:cubicBezTo>
                  <a:pt x="894191" y="48921"/>
                  <a:pt x="894510" y="51453"/>
                  <a:pt x="895146" y="53627"/>
                </a:cubicBezTo>
                <a:cubicBezTo>
                  <a:pt x="895783" y="55801"/>
                  <a:pt x="896692" y="57611"/>
                  <a:pt x="897872" y="59055"/>
                </a:cubicBezTo>
                <a:cubicBezTo>
                  <a:pt x="899052" y="60499"/>
                  <a:pt x="900481" y="61586"/>
                  <a:pt x="902158" y="62316"/>
                </a:cubicBezTo>
                <a:cubicBezTo>
                  <a:pt x="903836" y="63046"/>
                  <a:pt x="905730" y="63411"/>
                  <a:pt x="907843" y="63411"/>
                </a:cubicBezTo>
                <a:cubicBezTo>
                  <a:pt x="910265" y="63411"/>
                  <a:pt x="912339" y="62937"/>
                  <a:pt x="914062" y="61990"/>
                </a:cubicBezTo>
                <a:cubicBezTo>
                  <a:pt x="915786" y="61043"/>
                  <a:pt x="917200" y="59777"/>
                  <a:pt x="918302" y="58193"/>
                </a:cubicBezTo>
                <a:cubicBezTo>
                  <a:pt x="919405" y="56609"/>
                  <a:pt x="920213" y="54768"/>
                  <a:pt x="920725" y="52672"/>
                </a:cubicBezTo>
                <a:cubicBezTo>
                  <a:pt x="921238" y="50575"/>
                  <a:pt x="921494" y="48362"/>
                  <a:pt x="921494" y="46033"/>
                </a:cubicBezTo>
                <a:close/>
                <a:moveTo>
                  <a:pt x="942835" y="22644"/>
                </a:moveTo>
                <a:lnTo>
                  <a:pt x="950243" y="22644"/>
                </a:lnTo>
                <a:lnTo>
                  <a:pt x="950476" y="31241"/>
                </a:lnTo>
                <a:cubicBezTo>
                  <a:pt x="953240" y="27925"/>
                  <a:pt x="955966" y="25524"/>
                  <a:pt x="958653" y="24037"/>
                </a:cubicBezTo>
                <a:cubicBezTo>
                  <a:pt x="961340" y="22549"/>
                  <a:pt x="964050" y="21805"/>
                  <a:pt x="966783" y="21805"/>
                </a:cubicBezTo>
                <a:cubicBezTo>
                  <a:pt x="971629" y="21805"/>
                  <a:pt x="975302" y="23370"/>
                  <a:pt x="977802" y="26499"/>
                </a:cubicBezTo>
                <a:cubicBezTo>
                  <a:pt x="980302" y="29628"/>
                  <a:pt x="981459" y="34276"/>
                  <a:pt x="981273" y="40442"/>
                </a:cubicBezTo>
                <a:lnTo>
                  <a:pt x="973073" y="40442"/>
                </a:lnTo>
                <a:cubicBezTo>
                  <a:pt x="973166" y="36358"/>
                  <a:pt x="972568" y="33396"/>
                  <a:pt x="971279" y="31556"/>
                </a:cubicBezTo>
                <a:cubicBezTo>
                  <a:pt x="969990" y="29714"/>
                  <a:pt x="968103" y="28794"/>
                  <a:pt x="965618" y="28794"/>
                </a:cubicBezTo>
                <a:cubicBezTo>
                  <a:pt x="964531" y="28794"/>
                  <a:pt x="963436" y="28987"/>
                  <a:pt x="962334" y="29375"/>
                </a:cubicBezTo>
                <a:cubicBezTo>
                  <a:pt x="961231" y="29761"/>
                  <a:pt x="960097" y="30379"/>
                  <a:pt x="958932" y="31229"/>
                </a:cubicBezTo>
                <a:cubicBezTo>
                  <a:pt x="957768" y="32080"/>
                  <a:pt x="956533" y="33170"/>
                  <a:pt x="955228" y="34501"/>
                </a:cubicBezTo>
                <a:cubicBezTo>
                  <a:pt x="953924" y="35831"/>
                  <a:pt x="952526" y="37439"/>
                  <a:pt x="951035" y="39326"/>
                </a:cubicBezTo>
                <a:lnTo>
                  <a:pt x="951035" y="69421"/>
                </a:lnTo>
                <a:lnTo>
                  <a:pt x="942835" y="69421"/>
                </a:lnTo>
                <a:lnTo>
                  <a:pt x="942835" y="22644"/>
                </a:lnTo>
                <a:close/>
                <a:moveTo>
                  <a:pt x="1011732" y="21805"/>
                </a:moveTo>
                <a:cubicBezTo>
                  <a:pt x="1012695" y="21805"/>
                  <a:pt x="1013612" y="21999"/>
                  <a:pt x="1014481" y="22387"/>
                </a:cubicBezTo>
                <a:cubicBezTo>
                  <a:pt x="1015351" y="22776"/>
                  <a:pt x="1016112" y="23296"/>
                  <a:pt x="1016764" y="23948"/>
                </a:cubicBezTo>
                <a:cubicBezTo>
                  <a:pt x="1017417" y="24600"/>
                  <a:pt x="1017937" y="25361"/>
                  <a:pt x="1018325" y="26231"/>
                </a:cubicBezTo>
                <a:cubicBezTo>
                  <a:pt x="1018713" y="27101"/>
                  <a:pt x="1018908" y="28017"/>
                  <a:pt x="1018908" y="28980"/>
                </a:cubicBezTo>
                <a:cubicBezTo>
                  <a:pt x="1018908" y="29974"/>
                  <a:pt x="1018713" y="30898"/>
                  <a:pt x="1018325" y="31752"/>
                </a:cubicBezTo>
                <a:cubicBezTo>
                  <a:pt x="1017937" y="32606"/>
                  <a:pt x="1017417" y="33360"/>
                  <a:pt x="1016764" y="34012"/>
                </a:cubicBezTo>
                <a:cubicBezTo>
                  <a:pt x="1016112" y="34664"/>
                  <a:pt x="1015351" y="35177"/>
                  <a:pt x="1014481" y="35549"/>
                </a:cubicBezTo>
                <a:cubicBezTo>
                  <a:pt x="1013612" y="35922"/>
                  <a:pt x="1012695" y="36108"/>
                  <a:pt x="1011732" y="36108"/>
                </a:cubicBezTo>
                <a:cubicBezTo>
                  <a:pt x="1010738" y="36108"/>
                  <a:pt x="1009814" y="35922"/>
                  <a:pt x="1008960" y="35549"/>
                </a:cubicBezTo>
                <a:cubicBezTo>
                  <a:pt x="1008106" y="35177"/>
                  <a:pt x="1007353" y="34664"/>
                  <a:pt x="1006701" y="34012"/>
                </a:cubicBezTo>
                <a:cubicBezTo>
                  <a:pt x="1006048" y="33360"/>
                  <a:pt x="1005536" y="32606"/>
                  <a:pt x="1005163" y="31752"/>
                </a:cubicBezTo>
                <a:cubicBezTo>
                  <a:pt x="1004790" y="30898"/>
                  <a:pt x="1004604" y="29974"/>
                  <a:pt x="1004604" y="28980"/>
                </a:cubicBezTo>
                <a:cubicBezTo>
                  <a:pt x="1004604" y="28017"/>
                  <a:pt x="1004790" y="27101"/>
                  <a:pt x="1005163" y="26231"/>
                </a:cubicBezTo>
                <a:cubicBezTo>
                  <a:pt x="1005536" y="25361"/>
                  <a:pt x="1006048" y="24600"/>
                  <a:pt x="1006701" y="23948"/>
                </a:cubicBezTo>
                <a:cubicBezTo>
                  <a:pt x="1007353" y="23296"/>
                  <a:pt x="1008106" y="22776"/>
                  <a:pt x="1008960" y="22387"/>
                </a:cubicBezTo>
                <a:cubicBezTo>
                  <a:pt x="1009814" y="21999"/>
                  <a:pt x="1010738" y="21805"/>
                  <a:pt x="1011732" y="21805"/>
                </a:cubicBezTo>
                <a:moveTo>
                  <a:pt x="1011732" y="55957"/>
                </a:moveTo>
                <a:cubicBezTo>
                  <a:pt x="1012695" y="55957"/>
                  <a:pt x="1013612" y="56151"/>
                  <a:pt x="1014481" y="56539"/>
                </a:cubicBezTo>
                <a:cubicBezTo>
                  <a:pt x="1015351" y="56927"/>
                  <a:pt x="1016112" y="57447"/>
                  <a:pt x="1016764" y="58100"/>
                </a:cubicBezTo>
                <a:cubicBezTo>
                  <a:pt x="1017417" y="58752"/>
                  <a:pt x="1017937" y="59513"/>
                  <a:pt x="1018325" y="60383"/>
                </a:cubicBezTo>
                <a:cubicBezTo>
                  <a:pt x="1018713" y="61252"/>
                  <a:pt x="1018908" y="62169"/>
                  <a:pt x="1018908" y="63132"/>
                </a:cubicBezTo>
                <a:cubicBezTo>
                  <a:pt x="1018908" y="64126"/>
                  <a:pt x="1018713" y="65050"/>
                  <a:pt x="1018325" y="65904"/>
                </a:cubicBezTo>
                <a:cubicBezTo>
                  <a:pt x="1017937" y="66758"/>
                  <a:pt x="1017417" y="67511"/>
                  <a:pt x="1016764" y="68164"/>
                </a:cubicBezTo>
                <a:cubicBezTo>
                  <a:pt x="1016112" y="68816"/>
                  <a:pt x="1015351" y="69328"/>
                  <a:pt x="1014481" y="69701"/>
                </a:cubicBezTo>
                <a:cubicBezTo>
                  <a:pt x="1013612" y="70074"/>
                  <a:pt x="1012695" y="70260"/>
                  <a:pt x="1011732" y="70260"/>
                </a:cubicBezTo>
                <a:cubicBezTo>
                  <a:pt x="1010738" y="70260"/>
                  <a:pt x="1009814" y="70074"/>
                  <a:pt x="1008960" y="69701"/>
                </a:cubicBezTo>
                <a:cubicBezTo>
                  <a:pt x="1008106" y="69328"/>
                  <a:pt x="1007353" y="68816"/>
                  <a:pt x="1006701" y="68164"/>
                </a:cubicBezTo>
                <a:cubicBezTo>
                  <a:pt x="1006048" y="67511"/>
                  <a:pt x="1005536" y="66758"/>
                  <a:pt x="1005163" y="65904"/>
                </a:cubicBezTo>
                <a:cubicBezTo>
                  <a:pt x="1004790" y="65050"/>
                  <a:pt x="1004604" y="64126"/>
                  <a:pt x="1004604" y="63132"/>
                </a:cubicBezTo>
                <a:cubicBezTo>
                  <a:pt x="1004604" y="62169"/>
                  <a:pt x="1004790" y="61252"/>
                  <a:pt x="1005163" y="60383"/>
                </a:cubicBezTo>
                <a:cubicBezTo>
                  <a:pt x="1005536" y="59513"/>
                  <a:pt x="1006048" y="58752"/>
                  <a:pt x="1006701" y="58100"/>
                </a:cubicBezTo>
                <a:cubicBezTo>
                  <a:pt x="1007353" y="57447"/>
                  <a:pt x="1008106" y="56927"/>
                  <a:pt x="1008960" y="56539"/>
                </a:cubicBezTo>
                <a:cubicBezTo>
                  <a:pt x="1009814" y="56151"/>
                  <a:pt x="1010738" y="55957"/>
                  <a:pt x="1011732" y="55957"/>
                </a:cubicBezTo>
                <a:close/>
                <a:moveTo>
                  <a:pt x="1135577" y="67139"/>
                </a:moveTo>
                <a:cubicBezTo>
                  <a:pt x="1130700" y="69157"/>
                  <a:pt x="1125591" y="70167"/>
                  <a:pt x="1120248" y="70167"/>
                </a:cubicBezTo>
                <a:cubicBezTo>
                  <a:pt x="1111644" y="70167"/>
                  <a:pt x="1105036" y="67595"/>
                  <a:pt x="1100424" y="62450"/>
                </a:cubicBezTo>
                <a:cubicBezTo>
                  <a:pt x="1095811" y="57306"/>
                  <a:pt x="1093505" y="49698"/>
                  <a:pt x="1093505" y="39626"/>
                </a:cubicBezTo>
                <a:cubicBezTo>
                  <a:pt x="1093505" y="34747"/>
                  <a:pt x="1094141" y="30333"/>
                  <a:pt x="1095415" y="26385"/>
                </a:cubicBezTo>
                <a:cubicBezTo>
                  <a:pt x="1096688" y="22438"/>
                  <a:pt x="1098506" y="19088"/>
                  <a:pt x="1100866" y="16338"/>
                </a:cubicBezTo>
                <a:cubicBezTo>
                  <a:pt x="1103227" y="13586"/>
                  <a:pt x="1106084" y="11464"/>
                  <a:pt x="1109439" y="9972"/>
                </a:cubicBezTo>
                <a:cubicBezTo>
                  <a:pt x="1112794" y="8480"/>
                  <a:pt x="1116552" y="7734"/>
                  <a:pt x="1120714" y="7734"/>
                </a:cubicBezTo>
                <a:cubicBezTo>
                  <a:pt x="1123541" y="7734"/>
                  <a:pt x="1126165" y="7975"/>
                  <a:pt x="1128588" y="8456"/>
                </a:cubicBezTo>
                <a:cubicBezTo>
                  <a:pt x="1131011" y="8938"/>
                  <a:pt x="1133341" y="9676"/>
                  <a:pt x="1135577" y="10669"/>
                </a:cubicBezTo>
                <a:lnTo>
                  <a:pt x="1135577" y="18823"/>
                </a:lnTo>
                <a:cubicBezTo>
                  <a:pt x="1133372" y="17612"/>
                  <a:pt x="1131089" y="16688"/>
                  <a:pt x="1128728" y="16051"/>
                </a:cubicBezTo>
                <a:cubicBezTo>
                  <a:pt x="1126367" y="15414"/>
                  <a:pt x="1123789" y="15096"/>
                  <a:pt x="1120994" y="15096"/>
                </a:cubicBezTo>
                <a:cubicBezTo>
                  <a:pt x="1118136" y="15096"/>
                  <a:pt x="1115550" y="15632"/>
                  <a:pt x="1113236" y="16705"/>
                </a:cubicBezTo>
                <a:cubicBezTo>
                  <a:pt x="1110922" y="17777"/>
                  <a:pt x="1108958" y="19332"/>
                  <a:pt x="1107342" y="21368"/>
                </a:cubicBezTo>
                <a:cubicBezTo>
                  <a:pt x="1105727" y="23405"/>
                  <a:pt x="1104485" y="25892"/>
                  <a:pt x="1103615" y="28830"/>
                </a:cubicBezTo>
                <a:cubicBezTo>
                  <a:pt x="1102745" y="31768"/>
                  <a:pt x="1102311" y="35118"/>
                  <a:pt x="1102311" y="38881"/>
                </a:cubicBezTo>
                <a:cubicBezTo>
                  <a:pt x="1102311" y="46778"/>
                  <a:pt x="1103910" y="52732"/>
                  <a:pt x="1107109" y="56743"/>
                </a:cubicBezTo>
                <a:cubicBezTo>
                  <a:pt x="1110309" y="60754"/>
                  <a:pt x="1114999" y="62759"/>
                  <a:pt x="1121180" y="62759"/>
                </a:cubicBezTo>
                <a:cubicBezTo>
                  <a:pt x="1123789" y="62759"/>
                  <a:pt x="1126290" y="62456"/>
                  <a:pt x="1128681" y="61850"/>
                </a:cubicBezTo>
                <a:cubicBezTo>
                  <a:pt x="1131073" y="61245"/>
                  <a:pt x="1133372" y="60398"/>
                  <a:pt x="1135577" y="59311"/>
                </a:cubicBezTo>
                <a:lnTo>
                  <a:pt x="1135577" y="67139"/>
                </a:lnTo>
                <a:close/>
                <a:moveTo>
                  <a:pt x="1178583" y="69421"/>
                </a:moveTo>
                <a:lnTo>
                  <a:pt x="1178397" y="63119"/>
                </a:lnTo>
                <a:cubicBezTo>
                  <a:pt x="1175850" y="65639"/>
                  <a:pt x="1173264" y="67460"/>
                  <a:pt x="1170639" y="68580"/>
                </a:cubicBezTo>
                <a:cubicBezTo>
                  <a:pt x="1168014" y="69700"/>
                  <a:pt x="1165258" y="70260"/>
                  <a:pt x="1162369" y="70260"/>
                </a:cubicBezTo>
                <a:cubicBezTo>
                  <a:pt x="1159698" y="70260"/>
                  <a:pt x="1157415" y="69918"/>
                  <a:pt x="1155520" y="69234"/>
                </a:cubicBezTo>
                <a:cubicBezTo>
                  <a:pt x="1153625" y="68549"/>
                  <a:pt x="1152065" y="67608"/>
                  <a:pt x="1150838" y="66411"/>
                </a:cubicBezTo>
                <a:cubicBezTo>
                  <a:pt x="1149611" y="65213"/>
                  <a:pt x="1148710" y="63805"/>
                  <a:pt x="1148135" y="62187"/>
                </a:cubicBezTo>
                <a:cubicBezTo>
                  <a:pt x="1147561" y="60569"/>
                  <a:pt x="1147273" y="58811"/>
                  <a:pt x="1147273" y="56913"/>
                </a:cubicBezTo>
                <a:cubicBezTo>
                  <a:pt x="1147273" y="52215"/>
                  <a:pt x="1149021" y="48536"/>
                  <a:pt x="1152515" y="45877"/>
                </a:cubicBezTo>
                <a:cubicBezTo>
                  <a:pt x="1156009" y="43216"/>
                  <a:pt x="1161173" y="41886"/>
                  <a:pt x="1168007" y="41886"/>
                </a:cubicBezTo>
                <a:lnTo>
                  <a:pt x="1177698" y="41886"/>
                </a:lnTo>
                <a:lnTo>
                  <a:pt x="1177698" y="37800"/>
                </a:lnTo>
                <a:cubicBezTo>
                  <a:pt x="1177698" y="35046"/>
                  <a:pt x="1176813" y="32840"/>
                  <a:pt x="1175042" y="31184"/>
                </a:cubicBezTo>
                <a:cubicBezTo>
                  <a:pt x="1173272" y="29528"/>
                  <a:pt x="1170569" y="28700"/>
                  <a:pt x="1166935" y="28700"/>
                </a:cubicBezTo>
                <a:cubicBezTo>
                  <a:pt x="1164295" y="28700"/>
                  <a:pt x="1161694" y="29000"/>
                  <a:pt x="1159131" y="29599"/>
                </a:cubicBezTo>
                <a:cubicBezTo>
                  <a:pt x="1156568" y="30197"/>
                  <a:pt x="1153921" y="31047"/>
                  <a:pt x="1151187" y="32148"/>
                </a:cubicBezTo>
                <a:lnTo>
                  <a:pt x="1151187" y="24833"/>
                </a:lnTo>
                <a:cubicBezTo>
                  <a:pt x="1152212" y="24455"/>
                  <a:pt x="1153354" y="24084"/>
                  <a:pt x="1154612" y="23721"/>
                </a:cubicBezTo>
                <a:cubicBezTo>
                  <a:pt x="1155870" y="23358"/>
                  <a:pt x="1157197" y="23035"/>
                  <a:pt x="1158595" y="22751"/>
                </a:cubicBezTo>
                <a:cubicBezTo>
                  <a:pt x="1159993" y="22467"/>
                  <a:pt x="1161453" y="22238"/>
                  <a:pt x="1162975" y="22065"/>
                </a:cubicBezTo>
                <a:cubicBezTo>
                  <a:pt x="1164497" y="21892"/>
                  <a:pt x="1166034" y="21805"/>
                  <a:pt x="1167587" y="21805"/>
                </a:cubicBezTo>
                <a:cubicBezTo>
                  <a:pt x="1170414" y="21805"/>
                  <a:pt x="1172961" y="22115"/>
                  <a:pt x="1175228" y="22737"/>
                </a:cubicBezTo>
                <a:cubicBezTo>
                  <a:pt x="1177496" y="23358"/>
                  <a:pt x="1179414" y="24305"/>
                  <a:pt x="1180982" y="25579"/>
                </a:cubicBezTo>
                <a:cubicBezTo>
                  <a:pt x="1182551" y="26852"/>
                  <a:pt x="1183755" y="28452"/>
                  <a:pt x="1184593" y="30378"/>
                </a:cubicBezTo>
                <a:cubicBezTo>
                  <a:pt x="1185432" y="32304"/>
                  <a:pt x="1185851" y="34571"/>
                  <a:pt x="1185851" y="37180"/>
                </a:cubicBezTo>
                <a:lnTo>
                  <a:pt x="1185851" y="69421"/>
                </a:lnTo>
                <a:lnTo>
                  <a:pt x="1178583" y="69421"/>
                </a:lnTo>
                <a:moveTo>
                  <a:pt x="1177698" y="48083"/>
                </a:moveTo>
                <a:lnTo>
                  <a:pt x="1167401" y="48083"/>
                </a:lnTo>
                <a:cubicBezTo>
                  <a:pt x="1165382" y="48083"/>
                  <a:pt x="1163643" y="48285"/>
                  <a:pt x="1162183" y="48691"/>
                </a:cubicBezTo>
                <a:cubicBezTo>
                  <a:pt x="1160723" y="49096"/>
                  <a:pt x="1159527" y="49672"/>
                  <a:pt x="1158595" y="50419"/>
                </a:cubicBezTo>
                <a:cubicBezTo>
                  <a:pt x="1157663" y="51167"/>
                  <a:pt x="1156972" y="52063"/>
                  <a:pt x="1156522" y="53107"/>
                </a:cubicBezTo>
                <a:cubicBezTo>
                  <a:pt x="1156071" y="54151"/>
                  <a:pt x="1155846" y="55327"/>
                  <a:pt x="1155846" y="56635"/>
                </a:cubicBezTo>
                <a:cubicBezTo>
                  <a:pt x="1155846" y="57539"/>
                  <a:pt x="1155986" y="58404"/>
                  <a:pt x="1156266" y="59230"/>
                </a:cubicBezTo>
                <a:cubicBezTo>
                  <a:pt x="1156545" y="60055"/>
                  <a:pt x="1156996" y="60787"/>
                  <a:pt x="1157617" y="61425"/>
                </a:cubicBezTo>
                <a:cubicBezTo>
                  <a:pt x="1158238" y="62064"/>
                  <a:pt x="1159046" y="62570"/>
                  <a:pt x="1160040" y="62944"/>
                </a:cubicBezTo>
                <a:cubicBezTo>
                  <a:pt x="1161033" y="63318"/>
                  <a:pt x="1162245" y="63504"/>
                  <a:pt x="1163674" y="63504"/>
                </a:cubicBezTo>
                <a:cubicBezTo>
                  <a:pt x="1165537" y="63504"/>
                  <a:pt x="1167673" y="62936"/>
                  <a:pt x="1170080" y="61799"/>
                </a:cubicBezTo>
                <a:cubicBezTo>
                  <a:pt x="1172487" y="60662"/>
                  <a:pt x="1175027" y="58862"/>
                  <a:pt x="1177698" y="56401"/>
                </a:cubicBezTo>
                <a:lnTo>
                  <a:pt x="1177698" y="48083"/>
                </a:lnTo>
                <a:close/>
                <a:moveTo>
                  <a:pt x="1200390" y="22644"/>
                </a:moveTo>
                <a:lnTo>
                  <a:pt x="1207612" y="22644"/>
                </a:lnTo>
                <a:lnTo>
                  <a:pt x="1207938" y="30191"/>
                </a:lnTo>
                <a:cubicBezTo>
                  <a:pt x="1209305" y="28576"/>
                  <a:pt x="1210625" y="27233"/>
                  <a:pt x="1211898" y="26161"/>
                </a:cubicBezTo>
                <a:cubicBezTo>
                  <a:pt x="1213172" y="25090"/>
                  <a:pt x="1214422" y="24228"/>
                  <a:pt x="1215649" y="23575"/>
                </a:cubicBezTo>
                <a:cubicBezTo>
                  <a:pt x="1216876" y="22923"/>
                  <a:pt x="1218126" y="22465"/>
                  <a:pt x="1219399" y="22201"/>
                </a:cubicBezTo>
                <a:cubicBezTo>
                  <a:pt x="1220673" y="21937"/>
                  <a:pt x="1221993" y="21805"/>
                  <a:pt x="1223360" y="21805"/>
                </a:cubicBezTo>
                <a:cubicBezTo>
                  <a:pt x="1228174" y="21805"/>
                  <a:pt x="1231816" y="23226"/>
                  <a:pt x="1234285" y="26068"/>
                </a:cubicBezTo>
                <a:cubicBezTo>
                  <a:pt x="1236755" y="28910"/>
                  <a:pt x="1237989" y="33189"/>
                  <a:pt x="1237989" y="38904"/>
                </a:cubicBezTo>
                <a:lnTo>
                  <a:pt x="1237989" y="69421"/>
                </a:lnTo>
                <a:lnTo>
                  <a:pt x="1229882" y="69421"/>
                </a:lnTo>
                <a:lnTo>
                  <a:pt x="1229882" y="39556"/>
                </a:lnTo>
                <a:cubicBezTo>
                  <a:pt x="1229882" y="35891"/>
                  <a:pt x="1229199" y="33181"/>
                  <a:pt x="1227832" y="31426"/>
                </a:cubicBezTo>
                <a:cubicBezTo>
                  <a:pt x="1226466" y="29671"/>
                  <a:pt x="1224431" y="28794"/>
                  <a:pt x="1221729" y="28794"/>
                </a:cubicBezTo>
                <a:cubicBezTo>
                  <a:pt x="1220735" y="28794"/>
                  <a:pt x="1219764" y="28941"/>
                  <a:pt x="1218817" y="29236"/>
                </a:cubicBezTo>
                <a:cubicBezTo>
                  <a:pt x="1217870" y="29531"/>
                  <a:pt x="1216883" y="30044"/>
                  <a:pt x="1215858" y="30774"/>
                </a:cubicBezTo>
                <a:cubicBezTo>
                  <a:pt x="1214833" y="31504"/>
                  <a:pt x="1213723" y="32490"/>
                  <a:pt x="1212527" y="33732"/>
                </a:cubicBezTo>
                <a:cubicBezTo>
                  <a:pt x="1211331" y="34975"/>
                  <a:pt x="1209988" y="36528"/>
                  <a:pt x="1208497" y="38391"/>
                </a:cubicBezTo>
                <a:lnTo>
                  <a:pt x="1208497" y="69421"/>
                </a:lnTo>
                <a:lnTo>
                  <a:pt x="1200390" y="69421"/>
                </a:lnTo>
                <a:lnTo>
                  <a:pt x="1200390" y="22644"/>
                </a:lnTo>
                <a:close/>
                <a:moveTo>
                  <a:pt x="1252248" y="22644"/>
                </a:moveTo>
                <a:lnTo>
                  <a:pt x="1259470" y="22644"/>
                </a:lnTo>
                <a:lnTo>
                  <a:pt x="1259796" y="30191"/>
                </a:lnTo>
                <a:cubicBezTo>
                  <a:pt x="1261163" y="28576"/>
                  <a:pt x="1262483" y="27233"/>
                  <a:pt x="1263757" y="26161"/>
                </a:cubicBezTo>
                <a:cubicBezTo>
                  <a:pt x="1265030" y="25090"/>
                  <a:pt x="1266280" y="24228"/>
                  <a:pt x="1267507" y="23575"/>
                </a:cubicBezTo>
                <a:cubicBezTo>
                  <a:pt x="1268734" y="22923"/>
                  <a:pt x="1269984" y="22465"/>
                  <a:pt x="1271258" y="22201"/>
                </a:cubicBezTo>
                <a:cubicBezTo>
                  <a:pt x="1272531" y="21937"/>
                  <a:pt x="1273851" y="21805"/>
                  <a:pt x="1275218" y="21805"/>
                </a:cubicBezTo>
                <a:cubicBezTo>
                  <a:pt x="1280033" y="21805"/>
                  <a:pt x="1283674" y="23226"/>
                  <a:pt x="1286144" y="26068"/>
                </a:cubicBezTo>
                <a:cubicBezTo>
                  <a:pt x="1288613" y="28910"/>
                  <a:pt x="1289848" y="33189"/>
                  <a:pt x="1289848" y="38904"/>
                </a:cubicBezTo>
                <a:lnTo>
                  <a:pt x="1289848" y="69421"/>
                </a:lnTo>
                <a:lnTo>
                  <a:pt x="1281741" y="69421"/>
                </a:lnTo>
                <a:lnTo>
                  <a:pt x="1281741" y="39556"/>
                </a:lnTo>
                <a:cubicBezTo>
                  <a:pt x="1281741" y="35891"/>
                  <a:pt x="1281058" y="33181"/>
                  <a:pt x="1279691" y="31426"/>
                </a:cubicBezTo>
                <a:cubicBezTo>
                  <a:pt x="1278324" y="29671"/>
                  <a:pt x="1276290" y="28794"/>
                  <a:pt x="1273587" y="28794"/>
                </a:cubicBezTo>
                <a:cubicBezTo>
                  <a:pt x="1272593" y="28794"/>
                  <a:pt x="1271623" y="28941"/>
                  <a:pt x="1270675" y="29236"/>
                </a:cubicBezTo>
                <a:cubicBezTo>
                  <a:pt x="1269728" y="29531"/>
                  <a:pt x="1268742" y="30044"/>
                  <a:pt x="1267717" y="30774"/>
                </a:cubicBezTo>
                <a:cubicBezTo>
                  <a:pt x="1266692" y="31504"/>
                  <a:pt x="1265581" y="32490"/>
                  <a:pt x="1264386" y="33732"/>
                </a:cubicBezTo>
                <a:cubicBezTo>
                  <a:pt x="1263190" y="34975"/>
                  <a:pt x="1261846" y="36528"/>
                  <a:pt x="1260355" y="38391"/>
                </a:cubicBezTo>
                <a:lnTo>
                  <a:pt x="1260355" y="69421"/>
                </a:lnTo>
                <a:lnTo>
                  <a:pt x="1252248" y="69421"/>
                </a:lnTo>
                <a:lnTo>
                  <a:pt x="1252248" y="22644"/>
                </a:lnTo>
                <a:close/>
                <a:moveTo>
                  <a:pt x="1344828" y="45660"/>
                </a:moveTo>
                <a:cubicBezTo>
                  <a:pt x="1344828" y="49294"/>
                  <a:pt x="1344315" y="52625"/>
                  <a:pt x="1343290" y="55654"/>
                </a:cubicBezTo>
                <a:cubicBezTo>
                  <a:pt x="1342265" y="58682"/>
                  <a:pt x="1340790" y="61276"/>
                  <a:pt x="1338864" y="63434"/>
                </a:cubicBezTo>
                <a:cubicBezTo>
                  <a:pt x="1336938" y="65593"/>
                  <a:pt x="1334593" y="67271"/>
                  <a:pt x="1331829" y="68466"/>
                </a:cubicBezTo>
                <a:cubicBezTo>
                  <a:pt x="1329064" y="69662"/>
                  <a:pt x="1325927" y="70260"/>
                  <a:pt x="1322417" y="70260"/>
                </a:cubicBezTo>
                <a:cubicBezTo>
                  <a:pt x="1319063" y="70260"/>
                  <a:pt x="1316058" y="69740"/>
                  <a:pt x="1313402" y="68699"/>
                </a:cubicBezTo>
                <a:cubicBezTo>
                  <a:pt x="1310746" y="67659"/>
                  <a:pt x="1308494" y="66129"/>
                  <a:pt x="1306646" y="64110"/>
                </a:cubicBezTo>
                <a:cubicBezTo>
                  <a:pt x="1304798" y="62091"/>
                  <a:pt x="1303385" y="59591"/>
                  <a:pt x="1302406" y="56609"/>
                </a:cubicBezTo>
                <a:cubicBezTo>
                  <a:pt x="1301428" y="53627"/>
                  <a:pt x="1300939" y="50195"/>
                  <a:pt x="1300939" y="46312"/>
                </a:cubicBezTo>
                <a:cubicBezTo>
                  <a:pt x="1300939" y="42678"/>
                  <a:pt x="1301451" y="39362"/>
                  <a:pt x="1302476" y="36365"/>
                </a:cubicBezTo>
                <a:cubicBezTo>
                  <a:pt x="1303501" y="33367"/>
                  <a:pt x="1304977" y="30789"/>
                  <a:pt x="1306902" y="28631"/>
                </a:cubicBezTo>
                <a:cubicBezTo>
                  <a:pt x="1308828" y="26472"/>
                  <a:pt x="1311173" y="24795"/>
                  <a:pt x="1313938" y="23599"/>
                </a:cubicBezTo>
                <a:cubicBezTo>
                  <a:pt x="1316702" y="22403"/>
                  <a:pt x="1319839" y="21805"/>
                  <a:pt x="1323349" y="21805"/>
                </a:cubicBezTo>
                <a:cubicBezTo>
                  <a:pt x="1326704" y="21805"/>
                  <a:pt x="1329709" y="22325"/>
                  <a:pt x="1332365" y="23366"/>
                </a:cubicBezTo>
                <a:cubicBezTo>
                  <a:pt x="1335020" y="24406"/>
                  <a:pt x="1337272" y="25928"/>
                  <a:pt x="1339121" y="27932"/>
                </a:cubicBezTo>
                <a:cubicBezTo>
                  <a:pt x="1340969" y="29935"/>
                  <a:pt x="1342382" y="32428"/>
                  <a:pt x="1343360" y="35410"/>
                </a:cubicBezTo>
                <a:cubicBezTo>
                  <a:pt x="1344339" y="38391"/>
                  <a:pt x="1344828" y="41808"/>
                  <a:pt x="1344828" y="45660"/>
                </a:cubicBezTo>
                <a:moveTo>
                  <a:pt x="1336535" y="46033"/>
                </a:moveTo>
                <a:cubicBezTo>
                  <a:pt x="1336535" y="43144"/>
                  <a:pt x="1336216" y="40620"/>
                  <a:pt x="1335580" y="38461"/>
                </a:cubicBezTo>
                <a:cubicBezTo>
                  <a:pt x="1334943" y="36303"/>
                  <a:pt x="1334034" y="34501"/>
                  <a:pt x="1332854" y="33057"/>
                </a:cubicBezTo>
                <a:cubicBezTo>
                  <a:pt x="1331674" y="31612"/>
                  <a:pt x="1330237" y="30525"/>
                  <a:pt x="1328544" y="29795"/>
                </a:cubicBezTo>
                <a:cubicBezTo>
                  <a:pt x="1326851" y="29065"/>
                  <a:pt x="1324964" y="28700"/>
                  <a:pt x="1322883" y="28700"/>
                </a:cubicBezTo>
                <a:cubicBezTo>
                  <a:pt x="1320461" y="28700"/>
                  <a:pt x="1318387" y="29174"/>
                  <a:pt x="1316663" y="30121"/>
                </a:cubicBezTo>
                <a:cubicBezTo>
                  <a:pt x="1314939" y="31069"/>
                  <a:pt x="1313526" y="32335"/>
                  <a:pt x="1312424" y="33919"/>
                </a:cubicBezTo>
                <a:cubicBezTo>
                  <a:pt x="1311321" y="35503"/>
                  <a:pt x="1310513" y="37343"/>
                  <a:pt x="1310001" y="39440"/>
                </a:cubicBezTo>
                <a:cubicBezTo>
                  <a:pt x="1309488" y="41536"/>
                  <a:pt x="1309232" y="43734"/>
                  <a:pt x="1309232" y="46033"/>
                </a:cubicBezTo>
                <a:cubicBezTo>
                  <a:pt x="1309232" y="48921"/>
                  <a:pt x="1309550" y="51453"/>
                  <a:pt x="1310187" y="53627"/>
                </a:cubicBezTo>
                <a:cubicBezTo>
                  <a:pt x="1310824" y="55801"/>
                  <a:pt x="1311732" y="57611"/>
                  <a:pt x="1312913" y="59055"/>
                </a:cubicBezTo>
                <a:cubicBezTo>
                  <a:pt x="1314093" y="60499"/>
                  <a:pt x="1315522" y="61586"/>
                  <a:pt x="1317199" y="62316"/>
                </a:cubicBezTo>
                <a:cubicBezTo>
                  <a:pt x="1318876" y="63046"/>
                  <a:pt x="1320771" y="63411"/>
                  <a:pt x="1322883" y="63411"/>
                </a:cubicBezTo>
                <a:cubicBezTo>
                  <a:pt x="1325306" y="63411"/>
                  <a:pt x="1327379" y="62937"/>
                  <a:pt x="1329103" y="61990"/>
                </a:cubicBezTo>
                <a:cubicBezTo>
                  <a:pt x="1330827" y="61043"/>
                  <a:pt x="1332240" y="59777"/>
                  <a:pt x="1333343" y="58193"/>
                </a:cubicBezTo>
                <a:cubicBezTo>
                  <a:pt x="1334446" y="56609"/>
                  <a:pt x="1335253" y="54768"/>
                  <a:pt x="1335766" y="52672"/>
                </a:cubicBezTo>
                <a:cubicBezTo>
                  <a:pt x="1336278" y="50575"/>
                  <a:pt x="1336535" y="48362"/>
                  <a:pt x="1336535" y="46033"/>
                </a:cubicBezTo>
                <a:close/>
                <a:moveTo>
                  <a:pt x="1393658" y="68723"/>
                </a:moveTo>
                <a:cubicBezTo>
                  <a:pt x="1391825" y="69205"/>
                  <a:pt x="1389931" y="69551"/>
                  <a:pt x="1387974" y="69759"/>
                </a:cubicBezTo>
                <a:cubicBezTo>
                  <a:pt x="1386017" y="69969"/>
                  <a:pt x="1384029" y="70074"/>
                  <a:pt x="1382010" y="70074"/>
                </a:cubicBezTo>
                <a:cubicBezTo>
                  <a:pt x="1376140" y="70074"/>
                  <a:pt x="1371760" y="68746"/>
                  <a:pt x="1368871" y="66090"/>
                </a:cubicBezTo>
                <a:cubicBezTo>
                  <a:pt x="1365983" y="63434"/>
                  <a:pt x="1364538" y="59358"/>
                  <a:pt x="1364538" y="53860"/>
                </a:cubicBezTo>
                <a:lnTo>
                  <a:pt x="1364538" y="29446"/>
                </a:lnTo>
                <a:lnTo>
                  <a:pt x="1351446" y="29446"/>
                </a:lnTo>
                <a:lnTo>
                  <a:pt x="1351446" y="22644"/>
                </a:lnTo>
                <a:lnTo>
                  <a:pt x="1364538" y="22644"/>
                </a:lnTo>
                <a:lnTo>
                  <a:pt x="1364538" y="9743"/>
                </a:lnTo>
                <a:lnTo>
                  <a:pt x="1372645" y="7641"/>
                </a:lnTo>
                <a:lnTo>
                  <a:pt x="1372645" y="22644"/>
                </a:lnTo>
                <a:lnTo>
                  <a:pt x="1393658" y="22644"/>
                </a:lnTo>
                <a:lnTo>
                  <a:pt x="1393658" y="29446"/>
                </a:lnTo>
                <a:lnTo>
                  <a:pt x="1372645" y="29446"/>
                </a:lnTo>
                <a:lnTo>
                  <a:pt x="1372645" y="53208"/>
                </a:lnTo>
                <a:cubicBezTo>
                  <a:pt x="1372645" y="56562"/>
                  <a:pt x="1373538" y="59070"/>
                  <a:pt x="1375324" y="60732"/>
                </a:cubicBezTo>
                <a:cubicBezTo>
                  <a:pt x="1377110" y="62394"/>
                  <a:pt x="1379743" y="63225"/>
                  <a:pt x="1383221" y="63225"/>
                </a:cubicBezTo>
                <a:cubicBezTo>
                  <a:pt x="1384712" y="63225"/>
                  <a:pt x="1386343" y="63105"/>
                  <a:pt x="1388114" y="62865"/>
                </a:cubicBezTo>
                <a:cubicBezTo>
                  <a:pt x="1389884" y="62624"/>
                  <a:pt x="1391732" y="62247"/>
                  <a:pt x="1393658" y="61734"/>
                </a:cubicBezTo>
                <a:lnTo>
                  <a:pt x="1393658" y="68723"/>
                </a:lnTo>
                <a:close/>
                <a:moveTo>
                  <a:pt x="1461593" y="22644"/>
                </a:moveTo>
                <a:lnTo>
                  <a:pt x="1469001" y="22644"/>
                </a:lnTo>
                <a:lnTo>
                  <a:pt x="1469234" y="31241"/>
                </a:lnTo>
                <a:cubicBezTo>
                  <a:pt x="1471998" y="27925"/>
                  <a:pt x="1474724" y="25524"/>
                  <a:pt x="1477410" y="24037"/>
                </a:cubicBezTo>
                <a:cubicBezTo>
                  <a:pt x="1480097" y="22549"/>
                  <a:pt x="1482807" y="21805"/>
                  <a:pt x="1485541" y="21805"/>
                </a:cubicBezTo>
                <a:cubicBezTo>
                  <a:pt x="1490386" y="21805"/>
                  <a:pt x="1494059" y="23370"/>
                  <a:pt x="1496560" y="26499"/>
                </a:cubicBezTo>
                <a:cubicBezTo>
                  <a:pt x="1499060" y="29628"/>
                  <a:pt x="1500217" y="34276"/>
                  <a:pt x="1500031" y="40442"/>
                </a:cubicBezTo>
                <a:lnTo>
                  <a:pt x="1491831" y="40442"/>
                </a:lnTo>
                <a:cubicBezTo>
                  <a:pt x="1491924" y="36358"/>
                  <a:pt x="1491326" y="33396"/>
                  <a:pt x="1490037" y="31556"/>
                </a:cubicBezTo>
                <a:cubicBezTo>
                  <a:pt x="1488748" y="29714"/>
                  <a:pt x="1486861" y="28794"/>
                  <a:pt x="1484376" y="28794"/>
                </a:cubicBezTo>
                <a:cubicBezTo>
                  <a:pt x="1483289" y="28794"/>
                  <a:pt x="1482194" y="28987"/>
                  <a:pt x="1481091" y="29375"/>
                </a:cubicBezTo>
                <a:cubicBezTo>
                  <a:pt x="1479988" y="29761"/>
                  <a:pt x="1478855" y="30379"/>
                  <a:pt x="1477690" y="31229"/>
                </a:cubicBezTo>
                <a:cubicBezTo>
                  <a:pt x="1476525" y="32080"/>
                  <a:pt x="1475290" y="33170"/>
                  <a:pt x="1473986" y="34501"/>
                </a:cubicBezTo>
                <a:cubicBezTo>
                  <a:pt x="1472681" y="35831"/>
                  <a:pt x="1471284" y="37439"/>
                  <a:pt x="1469793" y="39326"/>
                </a:cubicBezTo>
                <a:lnTo>
                  <a:pt x="1469793" y="69421"/>
                </a:lnTo>
                <a:lnTo>
                  <a:pt x="1461593" y="69421"/>
                </a:lnTo>
                <a:lnTo>
                  <a:pt x="1461593" y="22644"/>
                </a:lnTo>
                <a:close/>
                <a:moveTo>
                  <a:pt x="1551050" y="43563"/>
                </a:moveTo>
                <a:cubicBezTo>
                  <a:pt x="1551050" y="44712"/>
                  <a:pt x="1551035" y="45675"/>
                  <a:pt x="1551004" y="46452"/>
                </a:cubicBezTo>
                <a:cubicBezTo>
                  <a:pt x="1550973" y="47228"/>
                  <a:pt x="1550926" y="47958"/>
                  <a:pt x="1550864" y="48642"/>
                </a:cubicBezTo>
                <a:lnTo>
                  <a:pt x="1518017" y="48642"/>
                </a:lnTo>
                <a:cubicBezTo>
                  <a:pt x="1518017" y="53425"/>
                  <a:pt x="1519353" y="57098"/>
                  <a:pt x="1522024" y="59661"/>
                </a:cubicBezTo>
                <a:cubicBezTo>
                  <a:pt x="1524695" y="62223"/>
                  <a:pt x="1528547" y="63504"/>
                  <a:pt x="1533579" y="63504"/>
                </a:cubicBezTo>
                <a:cubicBezTo>
                  <a:pt x="1534945" y="63504"/>
                  <a:pt x="1536312" y="63449"/>
                  <a:pt x="1537679" y="63338"/>
                </a:cubicBezTo>
                <a:cubicBezTo>
                  <a:pt x="1539045" y="63227"/>
                  <a:pt x="1540365" y="63076"/>
                  <a:pt x="1541639" y="62886"/>
                </a:cubicBezTo>
                <a:cubicBezTo>
                  <a:pt x="1542912" y="62694"/>
                  <a:pt x="1544132" y="62480"/>
                  <a:pt x="1545296" y="62242"/>
                </a:cubicBezTo>
                <a:cubicBezTo>
                  <a:pt x="1546461" y="62003"/>
                  <a:pt x="1547541" y="61741"/>
                  <a:pt x="1548534" y="61454"/>
                </a:cubicBezTo>
                <a:lnTo>
                  <a:pt x="1548534" y="68117"/>
                </a:lnTo>
                <a:cubicBezTo>
                  <a:pt x="1546329" y="68752"/>
                  <a:pt x="1543837" y="69268"/>
                  <a:pt x="1541057" y="69665"/>
                </a:cubicBezTo>
                <a:cubicBezTo>
                  <a:pt x="1538277" y="70062"/>
                  <a:pt x="1535396" y="70260"/>
                  <a:pt x="1532414" y="70260"/>
                </a:cubicBezTo>
                <a:cubicBezTo>
                  <a:pt x="1528407" y="70260"/>
                  <a:pt x="1524959" y="69717"/>
                  <a:pt x="1522070" y="68629"/>
                </a:cubicBezTo>
                <a:cubicBezTo>
                  <a:pt x="1519182" y="67542"/>
                  <a:pt x="1516813" y="65966"/>
                  <a:pt x="1514965" y="63900"/>
                </a:cubicBezTo>
                <a:cubicBezTo>
                  <a:pt x="1513117" y="61835"/>
                  <a:pt x="1511750" y="59303"/>
                  <a:pt x="1510865" y="56306"/>
                </a:cubicBezTo>
                <a:cubicBezTo>
                  <a:pt x="1509980" y="53309"/>
                  <a:pt x="1509537" y="49915"/>
                  <a:pt x="1509537" y="46126"/>
                </a:cubicBezTo>
                <a:cubicBezTo>
                  <a:pt x="1509537" y="42833"/>
                  <a:pt x="1510011" y="39719"/>
                  <a:pt x="1510958" y="36784"/>
                </a:cubicBezTo>
                <a:cubicBezTo>
                  <a:pt x="1511906" y="33849"/>
                  <a:pt x="1513288" y="31271"/>
                  <a:pt x="1515105" y="29050"/>
                </a:cubicBezTo>
                <a:cubicBezTo>
                  <a:pt x="1516922" y="26829"/>
                  <a:pt x="1519151" y="25066"/>
                  <a:pt x="1521791" y="23762"/>
                </a:cubicBezTo>
                <a:cubicBezTo>
                  <a:pt x="1524431" y="22457"/>
                  <a:pt x="1527428" y="21805"/>
                  <a:pt x="1530783" y="21805"/>
                </a:cubicBezTo>
                <a:cubicBezTo>
                  <a:pt x="1534045" y="21805"/>
                  <a:pt x="1536933" y="22317"/>
                  <a:pt x="1539449" y="23342"/>
                </a:cubicBezTo>
                <a:cubicBezTo>
                  <a:pt x="1541965" y="24367"/>
                  <a:pt x="1544085" y="25820"/>
                  <a:pt x="1545809" y="27699"/>
                </a:cubicBezTo>
                <a:cubicBezTo>
                  <a:pt x="1547533" y="29578"/>
                  <a:pt x="1548837" y="31861"/>
                  <a:pt x="1549723" y="34548"/>
                </a:cubicBezTo>
                <a:cubicBezTo>
                  <a:pt x="1550608" y="37234"/>
                  <a:pt x="1551050" y="40240"/>
                  <a:pt x="1551050" y="43563"/>
                </a:cubicBezTo>
                <a:moveTo>
                  <a:pt x="1542617" y="42398"/>
                </a:moveTo>
                <a:cubicBezTo>
                  <a:pt x="1542711" y="40317"/>
                  <a:pt x="1542509" y="38415"/>
                  <a:pt x="1542012" y="36691"/>
                </a:cubicBezTo>
                <a:cubicBezTo>
                  <a:pt x="1541515" y="34967"/>
                  <a:pt x="1540746" y="33484"/>
                  <a:pt x="1539705" y="32241"/>
                </a:cubicBezTo>
                <a:cubicBezTo>
                  <a:pt x="1538665" y="30999"/>
                  <a:pt x="1537368" y="30028"/>
                  <a:pt x="1535815" y="29329"/>
                </a:cubicBezTo>
                <a:cubicBezTo>
                  <a:pt x="1534262" y="28631"/>
                  <a:pt x="1532460" y="28281"/>
                  <a:pt x="1530410" y="28281"/>
                </a:cubicBezTo>
                <a:cubicBezTo>
                  <a:pt x="1528640" y="28281"/>
                  <a:pt x="1527025" y="28623"/>
                  <a:pt x="1525565" y="29306"/>
                </a:cubicBezTo>
                <a:cubicBezTo>
                  <a:pt x="1524105" y="29989"/>
                  <a:pt x="1522847" y="30952"/>
                  <a:pt x="1521791" y="32195"/>
                </a:cubicBezTo>
                <a:cubicBezTo>
                  <a:pt x="1520735" y="33437"/>
                  <a:pt x="1519881" y="34928"/>
                  <a:pt x="1519228" y="36668"/>
                </a:cubicBezTo>
                <a:cubicBezTo>
                  <a:pt x="1518576" y="38407"/>
                  <a:pt x="1518172" y="40317"/>
                  <a:pt x="1518017" y="42398"/>
                </a:cubicBezTo>
                <a:lnTo>
                  <a:pt x="1542617" y="42398"/>
                </a:lnTo>
                <a:close/>
                <a:moveTo>
                  <a:pt x="1593451" y="69421"/>
                </a:moveTo>
                <a:lnTo>
                  <a:pt x="1593264" y="63119"/>
                </a:lnTo>
                <a:cubicBezTo>
                  <a:pt x="1590717" y="65639"/>
                  <a:pt x="1588132" y="67460"/>
                  <a:pt x="1585507" y="68580"/>
                </a:cubicBezTo>
                <a:cubicBezTo>
                  <a:pt x="1582882" y="69700"/>
                  <a:pt x="1580126" y="70260"/>
                  <a:pt x="1577237" y="70260"/>
                </a:cubicBezTo>
                <a:cubicBezTo>
                  <a:pt x="1574566" y="70260"/>
                  <a:pt x="1572283" y="69918"/>
                  <a:pt x="1570388" y="69234"/>
                </a:cubicBezTo>
                <a:cubicBezTo>
                  <a:pt x="1568493" y="68549"/>
                  <a:pt x="1566932" y="67608"/>
                  <a:pt x="1565705" y="66411"/>
                </a:cubicBezTo>
                <a:cubicBezTo>
                  <a:pt x="1564479" y="65213"/>
                  <a:pt x="1563578" y="63805"/>
                  <a:pt x="1563003" y="62187"/>
                </a:cubicBezTo>
                <a:cubicBezTo>
                  <a:pt x="1562429" y="60569"/>
                  <a:pt x="1562141" y="58811"/>
                  <a:pt x="1562141" y="56913"/>
                </a:cubicBezTo>
                <a:cubicBezTo>
                  <a:pt x="1562141" y="52215"/>
                  <a:pt x="1563888" y="48536"/>
                  <a:pt x="1567383" y="45877"/>
                </a:cubicBezTo>
                <a:cubicBezTo>
                  <a:pt x="1570877" y="43216"/>
                  <a:pt x="1576041" y="41886"/>
                  <a:pt x="1582875" y="41886"/>
                </a:cubicBezTo>
                <a:lnTo>
                  <a:pt x="1592566" y="41886"/>
                </a:lnTo>
                <a:lnTo>
                  <a:pt x="1592566" y="37800"/>
                </a:lnTo>
                <a:cubicBezTo>
                  <a:pt x="1592566" y="35046"/>
                  <a:pt x="1591680" y="32840"/>
                  <a:pt x="1589910" y="31184"/>
                </a:cubicBezTo>
                <a:cubicBezTo>
                  <a:pt x="1588139" y="29528"/>
                  <a:pt x="1585437" y="28700"/>
                  <a:pt x="1581803" y="28700"/>
                </a:cubicBezTo>
                <a:cubicBezTo>
                  <a:pt x="1579163" y="28700"/>
                  <a:pt x="1576561" y="29000"/>
                  <a:pt x="1573999" y="29599"/>
                </a:cubicBezTo>
                <a:cubicBezTo>
                  <a:pt x="1571436" y="30197"/>
                  <a:pt x="1568788" y="31047"/>
                  <a:pt x="1566055" y="32148"/>
                </a:cubicBezTo>
                <a:lnTo>
                  <a:pt x="1566055" y="24833"/>
                </a:lnTo>
                <a:cubicBezTo>
                  <a:pt x="1567080" y="24455"/>
                  <a:pt x="1568221" y="24084"/>
                  <a:pt x="1569479" y="23721"/>
                </a:cubicBezTo>
                <a:cubicBezTo>
                  <a:pt x="1570737" y="23358"/>
                  <a:pt x="1572065" y="23035"/>
                  <a:pt x="1573463" y="22751"/>
                </a:cubicBezTo>
                <a:cubicBezTo>
                  <a:pt x="1574861" y="22467"/>
                  <a:pt x="1576321" y="22238"/>
                  <a:pt x="1577843" y="22065"/>
                </a:cubicBezTo>
                <a:cubicBezTo>
                  <a:pt x="1579365" y="21892"/>
                  <a:pt x="1580902" y="21805"/>
                  <a:pt x="1582455" y="21805"/>
                </a:cubicBezTo>
                <a:cubicBezTo>
                  <a:pt x="1585282" y="21805"/>
                  <a:pt x="1587829" y="22115"/>
                  <a:pt x="1590096" y="22737"/>
                </a:cubicBezTo>
                <a:cubicBezTo>
                  <a:pt x="1592364" y="23358"/>
                  <a:pt x="1594282" y="24305"/>
                  <a:pt x="1595850" y="25579"/>
                </a:cubicBezTo>
                <a:cubicBezTo>
                  <a:pt x="1597419" y="26852"/>
                  <a:pt x="1598622" y="28452"/>
                  <a:pt x="1599461" y="30378"/>
                </a:cubicBezTo>
                <a:cubicBezTo>
                  <a:pt x="1600300" y="32304"/>
                  <a:pt x="1600719" y="34571"/>
                  <a:pt x="1600719" y="37180"/>
                </a:cubicBezTo>
                <a:lnTo>
                  <a:pt x="1600719" y="69421"/>
                </a:lnTo>
                <a:lnTo>
                  <a:pt x="1593451" y="69421"/>
                </a:lnTo>
                <a:moveTo>
                  <a:pt x="1592566" y="48083"/>
                </a:moveTo>
                <a:lnTo>
                  <a:pt x="1582269" y="48083"/>
                </a:lnTo>
                <a:cubicBezTo>
                  <a:pt x="1580250" y="48083"/>
                  <a:pt x="1578510" y="48285"/>
                  <a:pt x="1577051" y="48691"/>
                </a:cubicBezTo>
                <a:cubicBezTo>
                  <a:pt x="1575591" y="49096"/>
                  <a:pt x="1574395" y="49672"/>
                  <a:pt x="1573463" y="50419"/>
                </a:cubicBezTo>
                <a:cubicBezTo>
                  <a:pt x="1572531" y="51167"/>
                  <a:pt x="1571840" y="52063"/>
                  <a:pt x="1571390" y="53107"/>
                </a:cubicBezTo>
                <a:cubicBezTo>
                  <a:pt x="1570939" y="54151"/>
                  <a:pt x="1570714" y="55327"/>
                  <a:pt x="1570714" y="56635"/>
                </a:cubicBezTo>
                <a:cubicBezTo>
                  <a:pt x="1570714" y="57539"/>
                  <a:pt x="1570854" y="58404"/>
                  <a:pt x="1571133" y="59230"/>
                </a:cubicBezTo>
                <a:cubicBezTo>
                  <a:pt x="1571413" y="60055"/>
                  <a:pt x="1571863" y="60787"/>
                  <a:pt x="1572485" y="61425"/>
                </a:cubicBezTo>
                <a:cubicBezTo>
                  <a:pt x="1573106" y="62064"/>
                  <a:pt x="1573913" y="62570"/>
                  <a:pt x="1574907" y="62944"/>
                </a:cubicBezTo>
                <a:cubicBezTo>
                  <a:pt x="1575901" y="63318"/>
                  <a:pt x="1577113" y="63504"/>
                  <a:pt x="1578541" y="63504"/>
                </a:cubicBezTo>
                <a:cubicBezTo>
                  <a:pt x="1580405" y="63504"/>
                  <a:pt x="1582541" y="62936"/>
                  <a:pt x="1584948" y="61799"/>
                </a:cubicBezTo>
                <a:cubicBezTo>
                  <a:pt x="1587355" y="60662"/>
                  <a:pt x="1589894" y="58862"/>
                  <a:pt x="1592566" y="56401"/>
                </a:cubicBezTo>
                <a:lnTo>
                  <a:pt x="1592566" y="48083"/>
                </a:lnTo>
                <a:close/>
                <a:moveTo>
                  <a:pt x="1612882" y="47011"/>
                </a:moveTo>
                <a:cubicBezTo>
                  <a:pt x="1612882" y="43035"/>
                  <a:pt x="1613425" y="39502"/>
                  <a:pt x="1614512" y="36411"/>
                </a:cubicBezTo>
                <a:cubicBezTo>
                  <a:pt x="1615600" y="33321"/>
                  <a:pt x="1617145" y="30712"/>
                  <a:pt x="1619148" y="28584"/>
                </a:cubicBezTo>
                <a:cubicBezTo>
                  <a:pt x="1621152" y="26456"/>
                  <a:pt x="1623559" y="24841"/>
                  <a:pt x="1626370" y="23738"/>
                </a:cubicBezTo>
                <a:cubicBezTo>
                  <a:pt x="1629181" y="22636"/>
                  <a:pt x="1632310" y="22084"/>
                  <a:pt x="1635758" y="22084"/>
                </a:cubicBezTo>
                <a:cubicBezTo>
                  <a:pt x="1637249" y="22084"/>
                  <a:pt x="1638717" y="22178"/>
                  <a:pt x="1640161" y="22364"/>
                </a:cubicBezTo>
                <a:cubicBezTo>
                  <a:pt x="1641605" y="22550"/>
                  <a:pt x="1643026" y="22845"/>
                  <a:pt x="1644424" y="23249"/>
                </a:cubicBezTo>
                <a:lnTo>
                  <a:pt x="1644424" y="3541"/>
                </a:lnTo>
                <a:lnTo>
                  <a:pt x="1652578" y="3541"/>
                </a:lnTo>
                <a:lnTo>
                  <a:pt x="1652578" y="69421"/>
                </a:lnTo>
                <a:lnTo>
                  <a:pt x="1645309" y="69421"/>
                </a:lnTo>
                <a:lnTo>
                  <a:pt x="1645030" y="60569"/>
                </a:lnTo>
                <a:cubicBezTo>
                  <a:pt x="1642762" y="63862"/>
                  <a:pt x="1640309" y="66300"/>
                  <a:pt x="1637668" y="67884"/>
                </a:cubicBezTo>
                <a:cubicBezTo>
                  <a:pt x="1635028" y="69468"/>
                  <a:pt x="1632171" y="70260"/>
                  <a:pt x="1629096" y="70260"/>
                </a:cubicBezTo>
                <a:cubicBezTo>
                  <a:pt x="1626424" y="70260"/>
                  <a:pt x="1624071" y="69701"/>
                  <a:pt x="1622037" y="68583"/>
                </a:cubicBezTo>
                <a:cubicBezTo>
                  <a:pt x="1620002" y="67465"/>
                  <a:pt x="1618310" y="65888"/>
                  <a:pt x="1616958" y="63854"/>
                </a:cubicBezTo>
                <a:cubicBezTo>
                  <a:pt x="1615607" y="61819"/>
                  <a:pt x="1614590" y="59373"/>
                  <a:pt x="1613907" y="56516"/>
                </a:cubicBezTo>
                <a:cubicBezTo>
                  <a:pt x="1613223" y="53658"/>
                  <a:pt x="1612882" y="50490"/>
                  <a:pt x="1612882" y="47011"/>
                </a:cubicBezTo>
                <a:moveTo>
                  <a:pt x="1621175" y="46498"/>
                </a:moveTo>
                <a:cubicBezTo>
                  <a:pt x="1621175" y="52152"/>
                  <a:pt x="1622006" y="56368"/>
                  <a:pt x="1623668" y="59148"/>
                </a:cubicBezTo>
                <a:cubicBezTo>
                  <a:pt x="1625329" y="61928"/>
                  <a:pt x="1627682" y="63318"/>
                  <a:pt x="1630726" y="63318"/>
                </a:cubicBezTo>
                <a:cubicBezTo>
                  <a:pt x="1632776" y="63318"/>
                  <a:pt x="1634943" y="62402"/>
                  <a:pt x="1637226" y="60569"/>
                </a:cubicBezTo>
                <a:cubicBezTo>
                  <a:pt x="1639509" y="58736"/>
                  <a:pt x="1641908" y="56019"/>
                  <a:pt x="1644424" y="52416"/>
                </a:cubicBezTo>
                <a:lnTo>
                  <a:pt x="1644424" y="30704"/>
                </a:lnTo>
                <a:cubicBezTo>
                  <a:pt x="1643089" y="30083"/>
                  <a:pt x="1641613" y="29609"/>
                  <a:pt x="1639998" y="29283"/>
                </a:cubicBezTo>
                <a:cubicBezTo>
                  <a:pt x="1638383" y="28957"/>
                  <a:pt x="1636783" y="28794"/>
                  <a:pt x="1635199" y="28794"/>
                </a:cubicBezTo>
                <a:cubicBezTo>
                  <a:pt x="1630788" y="28794"/>
                  <a:pt x="1627348" y="30222"/>
                  <a:pt x="1624879" y="33080"/>
                </a:cubicBezTo>
                <a:cubicBezTo>
                  <a:pt x="1622410" y="35938"/>
                  <a:pt x="1621175" y="40410"/>
                  <a:pt x="1621175" y="46498"/>
                </a:cubicBezTo>
                <a:close/>
                <a:moveTo>
                  <a:pt x="1758950" y="45194"/>
                </a:moveTo>
                <a:cubicBezTo>
                  <a:pt x="1758950" y="49356"/>
                  <a:pt x="1758368" y="52990"/>
                  <a:pt x="1757203" y="56096"/>
                </a:cubicBezTo>
                <a:cubicBezTo>
                  <a:pt x="1756038" y="59202"/>
                  <a:pt x="1754431" y="61780"/>
                  <a:pt x="1752381" y="63831"/>
                </a:cubicBezTo>
                <a:cubicBezTo>
                  <a:pt x="1750331" y="65881"/>
                  <a:pt x="1747908" y="67418"/>
                  <a:pt x="1745113" y="68443"/>
                </a:cubicBezTo>
                <a:cubicBezTo>
                  <a:pt x="1742317" y="69468"/>
                  <a:pt x="1739289" y="69981"/>
                  <a:pt x="1736027" y="69981"/>
                </a:cubicBezTo>
                <a:cubicBezTo>
                  <a:pt x="1734536" y="69981"/>
                  <a:pt x="1733053" y="69903"/>
                  <a:pt x="1731578" y="69748"/>
                </a:cubicBezTo>
                <a:cubicBezTo>
                  <a:pt x="1730102" y="69592"/>
                  <a:pt x="1728604" y="69328"/>
                  <a:pt x="1727082" y="68956"/>
                </a:cubicBezTo>
                <a:lnTo>
                  <a:pt x="1727082" y="88524"/>
                </a:lnTo>
                <a:lnTo>
                  <a:pt x="1718975" y="88524"/>
                </a:lnTo>
                <a:lnTo>
                  <a:pt x="1718975" y="22644"/>
                </a:lnTo>
                <a:lnTo>
                  <a:pt x="1726196" y="22644"/>
                </a:lnTo>
                <a:lnTo>
                  <a:pt x="1726709" y="30471"/>
                </a:lnTo>
                <a:cubicBezTo>
                  <a:pt x="1729039" y="27272"/>
                  <a:pt x="1731523" y="25027"/>
                  <a:pt x="1734164" y="23738"/>
                </a:cubicBezTo>
                <a:cubicBezTo>
                  <a:pt x="1736804" y="22449"/>
                  <a:pt x="1739661" y="21805"/>
                  <a:pt x="1742737" y="21805"/>
                </a:cubicBezTo>
                <a:cubicBezTo>
                  <a:pt x="1745408" y="21805"/>
                  <a:pt x="1747753" y="22364"/>
                  <a:pt x="1749772" y="23482"/>
                </a:cubicBezTo>
                <a:cubicBezTo>
                  <a:pt x="1751791" y="24600"/>
                  <a:pt x="1753484" y="26177"/>
                  <a:pt x="1754850" y="28211"/>
                </a:cubicBezTo>
                <a:cubicBezTo>
                  <a:pt x="1756217" y="30246"/>
                  <a:pt x="1757242" y="32700"/>
                  <a:pt x="1757925" y="35573"/>
                </a:cubicBezTo>
                <a:cubicBezTo>
                  <a:pt x="1758609" y="38446"/>
                  <a:pt x="1758950" y="41653"/>
                  <a:pt x="1758950" y="45194"/>
                </a:cubicBezTo>
                <a:moveTo>
                  <a:pt x="1750657" y="45567"/>
                </a:moveTo>
                <a:cubicBezTo>
                  <a:pt x="1750657" y="43113"/>
                  <a:pt x="1750478" y="40861"/>
                  <a:pt x="1750121" y="38811"/>
                </a:cubicBezTo>
                <a:cubicBezTo>
                  <a:pt x="1749764" y="36761"/>
                  <a:pt x="1749197" y="35006"/>
                  <a:pt x="1748421" y="33546"/>
                </a:cubicBezTo>
                <a:cubicBezTo>
                  <a:pt x="1747644" y="32086"/>
                  <a:pt x="1746650" y="30945"/>
                  <a:pt x="1745439" y="30121"/>
                </a:cubicBezTo>
                <a:cubicBezTo>
                  <a:pt x="1744227" y="29298"/>
                  <a:pt x="1742783" y="28887"/>
                  <a:pt x="1741106" y="28887"/>
                </a:cubicBezTo>
                <a:cubicBezTo>
                  <a:pt x="1740081" y="28887"/>
                  <a:pt x="1739040" y="29050"/>
                  <a:pt x="1737984" y="29376"/>
                </a:cubicBezTo>
                <a:cubicBezTo>
                  <a:pt x="1736928" y="29702"/>
                  <a:pt x="1735833" y="30246"/>
                  <a:pt x="1734699" y="31007"/>
                </a:cubicBezTo>
                <a:cubicBezTo>
                  <a:pt x="1733566" y="31768"/>
                  <a:pt x="1732370" y="32777"/>
                  <a:pt x="1731112" y="34035"/>
                </a:cubicBezTo>
                <a:cubicBezTo>
                  <a:pt x="1729854" y="35293"/>
                  <a:pt x="1728511" y="36854"/>
                  <a:pt x="1727082" y="38718"/>
                </a:cubicBezTo>
                <a:lnTo>
                  <a:pt x="1727082" y="61408"/>
                </a:lnTo>
                <a:cubicBezTo>
                  <a:pt x="1728573" y="62029"/>
                  <a:pt x="1730141" y="62518"/>
                  <a:pt x="1731787" y="62875"/>
                </a:cubicBezTo>
                <a:cubicBezTo>
                  <a:pt x="1733434" y="63233"/>
                  <a:pt x="1735049" y="63411"/>
                  <a:pt x="1736633" y="63411"/>
                </a:cubicBezTo>
                <a:cubicBezTo>
                  <a:pt x="1741013" y="63411"/>
                  <a:pt x="1744445" y="61928"/>
                  <a:pt x="1746930" y="58962"/>
                </a:cubicBezTo>
                <a:cubicBezTo>
                  <a:pt x="1749415" y="55995"/>
                  <a:pt x="1750657" y="51530"/>
                  <a:pt x="1750657" y="45567"/>
                </a:cubicBezTo>
                <a:close/>
                <a:moveTo>
                  <a:pt x="1772744" y="22644"/>
                </a:moveTo>
                <a:lnTo>
                  <a:pt x="1780152" y="22644"/>
                </a:lnTo>
                <a:lnTo>
                  <a:pt x="1780385" y="31241"/>
                </a:lnTo>
                <a:cubicBezTo>
                  <a:pt x="1783149" y="27925"/>
                  <a:pt x="1785875" y="25524"/>
                  <a:pt x="1788561" y="24037"/>
                </a:cubicBezTo>
                <a:cubicBezTo>
                  <a:pt x="1791248" y="22549"/>
                  <a:pt x="1793958" y="21805"/>
                  <a:pt x="1796692" y="21805"/>
                </a:cubicBezTo>
                <a:cubicBezTo>
                  <a:pt x="1801537" y="21805"/>
                  <a:pt x="1805210" y="23370"/>
                  <a:pt x="1807711" y="26499"/>
                </a:cubicBezTo>
                <a:cubicBezTo>
                  <a:pt x="1810211" y="29628"/>
                  <a:pt x="1811368" y="34276"/>
                  <a:pt x="1811182" y="40442"/>
                </a:cubicBezTo>
                <a:lnTo>
                  <a:pt x="1802981" y="40442"/>
                </a:lnTo>
                <a:cubicBezTo>
                  <a:pt x="1803075" y="36358"/>
                  <a:pt x="1802477" y="33396"/>
                  <a:pt x="1801188" y="31556"/>
                </a:cubicBezTo>
                <a:cubicBezTo>
                  <a:pt x="1799899" y="29714"/>
                  <a:pt x="1798012" y="28794"/>
                  <a:pt x="1795527" y="28794"/>
                </a:cubicBezTo>
                <a:cubicBezTo>
                  <a:pt x="1794440" y="28794"/>
                  <a:pt x="1793345" y="28987"/>
                  <a:pt x="1792242" y="29375"/>
                </a:cubicBezTo>
                <a:cubicBezTo>
                  <a:pt x="1791139" y="29761"/>
                  <a:pt x="1790006" y="30379"/>
                  <a:pt x="1788841" y="31229"/>
                </a:cubicBezTo>
                <a:cubicBezTo>
                  <a:pt x="1787676" y="32080"/>
                  <a:pt x="1786441" y="33170"/>
                  <a:pt x="1785137" y="34501"/>
                </a:cubicBezTo>
                <a:cubicBezTo>
                  <a:pt x="1783832" y="35831"/>
                  <a:pt x="1782435" y="37439"/>
                  <a:pt x="1780944" y="39326"/>
                </a:cubicBezTo>
                <a:lnTo>
                  <a:pt x="1780944" y="69421"/>
                </a:lnTo>
                <a:lnTo>
                  <a:pt x="1772744" y="69421"/>
                </a:lnTo>
                <a:lnTo>
                  <a:pt x="1772744" y="22644"/>
                </a:lnTo>
                <a:close/>
                <a:moveTo>
                  <a:pt x="1863413" y="45660"/>
                </a:moveTo>
                <a:cubicBezTo>
                  <a:pt x="1863413" y="49294"/>
                  <a:pt x="1862900" y="52625"/>
                  <a:pt x="1861875" y="55654"/>
                </a:cubicBezTo>
                <a:cubicBezTo>
                  <a:pt x="1860850" y="58682"/>
                  <a:pt x="1859375" y="61276"/>
                  <a:pt x="1857449" y="63434"/>
                </a:cubicBezTo>
                <a:cubicBezTo>
                  <a:pt x="1855523" y="65593"/>
                  <a:pt x="1853178" y="67271"/>
                  <a:pt x="1850414" y="68466"/>
                </a:cubicBezTo>
                <a:cubicBezTo>
                  <a:pt x="1847649" y="69662"/>
                  <a:pt x="1844512" y="70260"/>
                  <a:pt x="1841002" y="70260"/>
                </a:cubicBezTo>
                <a:cubicBezTo>
                  <a:pt x="1837648" y="70260"/>
                  <a:pt x="1834643" y="69740"/>
                  <a:pt x="1831987" y="68699"/>
                </a:cubicBezTo>
                <a:cubicBezTo>
                  <a:pt x="1829331" y="67659"/>
                  <a:pt x="1827079" y="66129"/>
                  <a:pt x="1825231" y="64110"/>
                </a:cubicBezTo>
                <a:cubicBezTo>
                  <a:pt x="1823383" y="62091"/>
                  <a:pt x="1821970" y="59591"/>
                  <a:pt x="1820991" y="56609"/>
                </a:cubicBezTo>
                <a:cubicBezTo>
                  <a:pt x="1820013" y="53627"/>
                  <a:pt x="1819524" y="50195"/>
                  <a:pt x="1819524" y="46312"/>
                </a:cubicBezTo>
                <a:cubicBezTo>
                  <a:pt x="1819524" y="42678"/>
                  <a:pt x="1820036" y="39362"/>
                  <a:pt x="1821061" y="36365"/>
                </a:cubicBezTo>
                <a:cubicBezTo>
                  <a:pt x="1822086" y="33367"/>
                  <a:pt x="1823561" y="30789"/>
                  <a:pt x="1825487" y="28631"/>
                </a:cubicBezTo>
                <a:cubicBezTo>
                  <a:pt x="1827413" y="26472"/>
                  <a:pt x="1829758" y="24795"/>
                  <a:pt x="1832523" y="23599"/>
                </a:cubicBezTo>
                <a:cubicBezTo>
                  <a:pt x="1835287" y="22403"/>
                  <a:pt x="1838424" y="21805"/>
                  <a:pt x="1841934" y="21805"/>
                </a:cubicBezTo>
                <a:cubicBezTo>
                  <a:pt x="1845289" y="21805"/>
                  <a:pt x="1848294" y="22325"/>
                  <a:pt x="1850950" y="23366"/>
                </a:cubicBezTo>
                <a:cubicBezTo>
                  <a:pt x="1853605" y="24406"/>
                  <a:pt x="1855857" y="25928"/>
                  <a:pt x="1857705" y="27932"/>
                </a:cubicBezTo>
                <a:cubicBezTo>
                  <a:pt x="1859553" y="29935"/>
                  <a:pt x="1860967" y="32428"/>
                  <a:pt x="1861945" y="35410"/>
                </a:cubicBezTo>
                <a:cubicBezTo>
                  <a:pt x="1862924" y="38391"/>
                  <a:pt x="1863413" y="41808"/>
                  <a:pt x="1863413" y="45660"/>
                </a:cubicBezTo>
                <a:moveTo>
                  <a:pt x="1855120" y="46033"/>
                </a:moveTo>
                <a:cubicBezTo>
                  <a:pt x="1855120" y="43144"/>
                  <a:pt x="1854801" y="40620"/>
                  <a:pt x="1854164" y="38461"/>
                </a:cubicBezTo>
                <a:cubicBezTo>
                  <a:pt x="1853528" y="36303"/>
                  <a:pt x="1852619" y="34501"/>
                  <a:pt x="1851439" y="33057"/>
                </a:cubicBezTo>
                <a:cubicBezTo>
                  <a:pt x="1850258" y="31612"/>
                  <a:pt x="1848822" y="30525"/>
                  <a:pt x="1847129" y="29795"/>
                </a:cubicBezTo>
                <a:cubicBezTo>
                  <a:pt x="1845436" y="29065"/>
                  <a:pt x="1843549" y="28700"/>
                  <a:pt x="1841468" y="28700"/>
                </a:cubicBezTo>
                <a:cubicBezTo>
                  <a:pt x="1839045" y="28700"/>
                  <a:pt x="1836972" y="29174"/>
                  <a:pt x="1835248" y="30121"/>
                </a:cubicBezTo>
                <a:cubicBezTo>
                  <a:pt x="1833524" y="31069"/>
                  <a:pt x="1832111" y="32335"/>
                  <a:pt x="1831008" y="33919"/>
                </a:cubicBezTo>
                <a:cubicBezTo>
                  <a:pt x="1829906" y="35503"/>
                  <a:pt x="1829098" y="37343"/>
                  <a:pt x="1828586" y="39440"/>
                </a:cubicBezTo>
                <a:cubicBezTo>
                  <a:pt x="1828073" y="41536"/>
                  <a:pt x="1827817" y="43734"/>
                  <a:pt x="1827817" y="46033"/>
                </a:cubicBezTo>
                <a:cubicBezTo>
                  <a:pt x="1827817" y="48921"/>
                  <a:pt x="1828135" y="51453"/>
                  <a:pt x="1828772" y="53627"/>
                </a:cubicBezTo>
                <a:cubicBezTo>
                  <a:pt x="1829409" y="55801"/>
                  <a:pt x="1830317" y="57611"/>
                  <a:pt x="1831498" y="59055"/>
                </a:cubicBezTo>
                <a:cubicBezTo>
                  <a:pt x="1832678" y="60499"/>
                  <a:pt x="1834107" y="61586"/>
                  <a:pt x="1835784" y="62316"/>
                </a:cubicBezTo>
                <a:cubicBezTo>
                  <a:pt x="1837461" y="63046"/>
                  <a:pt x="1839356" y="63411"/>
                  <a:pt x="1841468" y="63411"/>
                </a:cubicBezTo>
                <a:cubicBezTo>
                  <a:pt x="1843891" y="63411"/>
                  <a:pt x="1845964" y="62937"/>
                  <a:pt x="1847688" y="61990"/>
                </a:cubicBezTo>
                <a:cubicBezTo>
                  <a:pt x="1849412" y="61043"/>
                  <a:pt x="1850825" y="59777"/>
                  <a:pt x="1851928" y="58193"/>
                </a:cubicBezTo>
                <a:cubicBezTo>
                  <a:pt x="1853031" y="56609"/>
                  <a:pt x="1853838" y="54768"/>
                  <a:pt x="1854351" y="52672"/>
                </a:cubicBezTo>
                <a:cubicBezTo>
                  <a:pt x="1854863" y="50575"/>
                  <a:pt x="1855120" y="48362"/>
                  <a:pt x="1855120" y="46033"/>
                </a:cubicBezTo>
                <a:close/>
                <a:moveTo>
                  <a:pt x="1914526" y="45194"/>
                </a:moveTo>
                <a:cubicBezTo>
                  <a:pt x="1914526" y="49356"/>
                  <a:pt x="1913943" y="52990"/>
                  <a:pt x="1912779" y="56096"/>
                </a:cubicBezTo>
                <a:cubicBezTo>
                  <a:pt x="1911614" y="59202"/>
                  <a:pt x="1910006" y="61780"/>
                  <a:pt x="1907956" y="63831"/>
                </a:cubicBezTo>
                <a:cubicBezTo>
                  <a:pt x="1905906" y="65881"/>
                  <a:pt x="1903484" y="67418"/>
                  <a:pt x="1900688" y="68443"/>
                </a:cubicBezTo>
                <a:cubicBezTo>
                  <a:pt x="1897893" y="69468"/>
                  <a:pt x="1894864" y="69981"/>
                  <a:pt x="1891603" y="69981"/>
                </a:cubicBezTo>
                <a:cubicBezTo>
                  <a:pt x="1890112" y="69981"/>
                  <a:pt x="1888629" y="69903"/>
                  <a:pt x="1887153" y="69748"/>
                </a:cubicBezTo>
                <a:cubicBezTo>
                  <a:pt x="1885678" y="69592"/>
                  <a:pt x="1884179" y="69328"/>
                  <a:pt x="1882657" y="68956"/>
                </a:cubicBezTo>
                <a:lnTo>
                  <a:pt x="1882657" y="88524"/>
                </a:lnTo>
                <a:lnTo>
                  <a:pt x="1874550" y="88524"/>
                </a:lnTo>
                <a:lnTo>
                  <a:pt x="1874550" y="22644"/>
                </a:lnTo>
                <a:lnTo>
                  <a:pt x="1881772" y="22644"/>
                </a:lnTo>
                <a:lnTo>
                  <a:pt x="1882284" y="30471"/>
                </a:lnTo>
                <a:cubicBezTo>
                  <a:pt x="1884614" y="27272"/>
                  <a:pt x="1887099" y="25027"/>
                  <a:pt x="1889739" y="23738"/>
                </a:cubicBezTo>
                <a:cubicBezTo>
                  <a:pt x="1892379" y="22449"/>
                  <a:pt x="1895237" y="21805"/>
                  <a:pt x="1898312" y="21805"/>
                </a:cubicBezTo>
                <a:cubicBezTo>
                  <a:pt x="1900983" y="21805"/>
                  <a:pt x="1903328" y="22364"/>
                  <a:pt x="1905347" y="23482"/>
                </a:cubicBezTo>
                <a:cubicBezTo>
                  <a:pt x="1907366" y="24600"/>
                  <a:pt x="1909059" y="26177"/>
                  <a:pt x="1910426" y="28211"/>
                </a:cubicBezTo>
                <a:cubicBezTo>
                  <a:pt x="1911792" y="30246"/>
                  <a:pt x="1912817" y="32700"/>
                  <a:pt x="1913501" y="35573"/>
                </a:cubicBezTo>
                <a:cubicBezTo>
                  <a:pt x="1914184" y="38446"/>
                  <a:pt x="1914526" y="41653"/>
                  <a:pt x="1914526" y="45194"/>
                </a:cubicBezTo>
                <a:moveTo>
                  <a:pt x="1906233" y="45567"/>
                </a:moveTo>
                <a:cubicBezTo>
                  <a:pt x="1906233" y="43113"/>
                  <a:pt x="1906054" y="40861"/>
                  <a:pt x="1905697" y="38811"/>
                </a:cubicBezTo>
                <a:cubicBezTo>
                  <a:pt x="1905340" y="36761"/>
                  <a:pt x="1904773" y="35006"/>
                  <a:pt x="1903996" y="33546"/>
                </a:cubicBezTo>
                <a:cubicBezTo>
                  <a:pt x="1903220" y="32086"/>
                  <a:pt x="1902226" y="30945"/>
                  <a:pt x="1901014" y="30121"/>
                </a:cubicBezTo>
                <a:cubicBezTo>
                  <a:pt x="1899803" y="29298"/>
                  <a:pt x="1898359" y="28887"/>
                  <a:pt x="1896681" y="28887"/>
                </a:cubicBezTo>
                <a:cubicBezTo>
                  <a:pt x="1895656" y="28887"/>
                  <a:pt x="1894616" y="29050"/>
                  <a:pt x="1893560" y="29376"/>
                </a:cubicBezTo>
                <a:cubicBezTo>
                  <a:pt x="1892504" y="29702"/>
                  <a:pt x="1891409" y="30246"/>
                  <a:pt x="1890275" y="31007"/>
                </a:cubicBezTo>
                <a:cubicBezTo>
                  <a:pt x="1889141" y="31768"/>
                  <a:pt x="1887945" y="32777"/>
                  <a:pt x="1886687" y="34035"/>
                </a:cubicBezTo>
                <a:cubicBezTo>
                  <a:pt x="1885429" y="35293"/>
                  <a:pt x="1884086" y="36854"/>
                  <a:pt x="1882657" y="38718"/>
                </a:cubicBezTo>
                <a:lnTo>
                  <a:pt x="1882657" y="61408"/>
                </a:lnTo>
                <a:cubicBezTo>
                  <a:pt x="1884148" y="62029"/>
                  <a:pt x="1885717" y="62518"/>
                  <a:pt x="1887363" y="62875"/>
                </a:cubicBezTo>
                <a:cubicBezTo>
                  <a:pt x="1889009" y="63233"/>
                  <a:pt x="1890624" y="63411"/>
                  <a:pt x="1892208" y="63411"/>
                </a:cubicBezTo>
                <a:cubicBezTo>
                  <a:pt x="1896588" y="63411"/>
                  <a:pt x="1900020" y="61928"/>
                  <a:pt x="1902505" y="58962"/>
                </a:cubicBezTo>
                <a:cubicBezTo>
                  <a:pt x="1904990" y="55995"/>
                  <a:pt x="1906233" y="51530"/>
                  <a:pt x="1906233" y="45567"/>
                </a:cubicBezTo>
                <a:close/>
                <a:moveTo>
                  <a:pt x="1965918" y="43563"/>
                </a:moveTo>
                <a:cubicBezTo>
                  <a:pt x="1965918" y="44712"/>
                  <a:pt x="1965903" y="45675"/>
                  <a:pt x="1965872" y="46452"/>
                </a:cubicBezTo>
                <a:cubicBezTo>
                  <a:pt x="1965841" y="47228"/>
                  <a:pt x="1965794" y="47958"/>
                  <a:pt x="1965732" y="48642"/>
                </a:cubicBezTo>
                <a:lnTo>
                  <a:pt x="1932885" y="48642"/>
                </a:lnTo>
                <a:cubicBezTo>
                  <a:pt x="1932885" y="53425"/>
                  <a:pt x="1934221" y="57098"/>
                  <a:pt x="1936892" y="59661"/>
                </a:cubicBezTo>
                <a:cubicBezTo>
                  <a:pt x="1939563" y="62223"/>
                  <a:pt x="1943415" y="63504"/>
                  <a:pt x="1948447" y="63504"/>
                </a:cubicBezTo>
                <a:cubicBezTo>
                  <a:pt x="1949813" y="63504"/>
                  <a:pt x="1951180" y="63449"/>
                  <a:pt x="1952547" y="63338"/>
                </a:cubicBezTo>
                <a:cubicBezTo>
                  <a:pt x="1953913" y="63227"/>
                  <a:pt x="1955233" y="63076"/>
                  <a:pt x="1956507" y="62886"/>
                </a:cubicBezTo>
                <a:cubicBezTo>
                  <a:pt x="1957780" y="62694"/>
                  <a:pt x="1959000" y="62480"/>
                  <a:pt x="1960164" y="62242"/>
                </a:cubicBezTo>
                <a:cubicBezTo>
                  <a:pt x="1961329" y="62003"/>
                  <a:pt x="1962409" y="61741"/>
                  <a:pt x="1963402" y="61454"/>
                </a:cubicBezTo>
                <a:lnTo>
                  <a:pt x="1963402" y="68117"/>
                </a:lnTo>
                <a:cubicBezTo>
                  <a:pt x="1961197" y="68752"/>
                  <a:pt x="1958704" y="69268"/>
                  <a:pt x="1955925" y="69665"/>
                </a:cubicBezTo>
                <a:cubicBezTo>
                  <a:pt x="1953145" y="70062"/>
                  <a:pt x="1950264" y="70260"/>
                  <a:pt x="1947282" y="70260"/>
                </a:cubicBezTo>
                <a:cubicBezTo>
                  <a:pt x="1943275" y="70260"/>
                  <a:pt x="1939827" y="69717"/>
                  <a:pt x="1936938" y="68629"/>
                </a:cubicBezTo>
                <a:cubicBezTo>
                  <a:pt x="1934050" y="67542"/>
                  <a:pt x="1931681" y="65966"/>
                  <a:pt x="1929833" y="63900"/>
                </a:cubicBezTo>
                <a:cubicBezTo>
                  <a:pt x="1927985" y="61835"/>
                  <a:pt x="1926618" y="59303"/>
                  <a:pt x="1925733" y="56306"/>
                </a:cubicBezTo>
                <a:cubicBezTo>
                  <a:pt x="1924848" y="53309"/>
                  <a:pt x="1924405" y="49915"/>
                  <a:pt x="1924405" y="46126"/>
                </a:cubicBezTo>
                <a:cubicBezTo>
                  <a:pt x="1924405" y="42833"/>
                  <a:pt x="1924879" y="39719"/>
                  <a:pt x="1925826" y="36784"/>
                </a:cubicBezTo>
                <a:cubicBezTo>
                  <a:pt x="1926774" y="33849"/>
                  <a:pt x="1928156" y="31271"/>
                  <a:pt x="1929973" y="29050"/>
                </a:cubicBezTo>
                <a:cubicBezTo>
                  <a:pt x="1931790" y="26829"/>
                  <a:pt x="1934019" y="25066"/>
                  <a:pt x="1936659" y="23762"/>
                </a:cubicBezTo>
                <a:cubicBezTo>
                  <a:pt x="1939299" y="22457"/>
                  <a:pt x="1942296" y="21805"/>
                  <a:pt x="1945651" y="21805"/>
                </a:cubicBezTo>
                <a:cubicBezTo>
                  <a:pt x="1948912" y="21805"/>
                  <a:pt x="1951801" y="22317"/>
                  <a:pt x="1954317" y="23342"/>
                </a:cubicBezTo>
                <a:cubicBezTo>
                  <a:pt x="1956833" y="24367"/>
                  <a:pt x="1958953" y="25820"/>
                  <a:pt x="1960677" y="27699"/>
                </a:cubicBezTo>
                <a:cubicBezTo>
                  <a:pt x="1962401" y="29578"/>
                  <a:pt x="1963705" y="31861"/>
                  <a:pt x="1964591" y="34548"/>
                </a:cubicBezTo>
                <a:cubicBezTo>
                  <a:pt x="1965476" y="37234"/>
                  <a:pt x="1965918" y="40240"/>
                  <a:pt x="1965918" y="43563"/>
                </a:cubicBezTo>
                <a:moveTo>
                  <a:pt x="1957485" y="42398"/>
                </a:moveTo>
                <a:cubicBezTo>
                  <a:pt x="1957579" y="40317"/>
                  <a:pt x="1957377" y="38415"/>
                  <a:pt x="1956880" y="36691"/>
                </a:cubicBezTo>
                <a:cubicBezTo>
                  <a:pt x="1956383" y="34967"/>
                  <a:pt x="1955614" y="33484"/>
                  <a:pt x="1954573" y="32241"/>
                </a:cubicBezTo>
                <a:cubicBezTo>
                  <a:pt x="1953533" y="30999"/>
                  <a:pt x="1952236" y="30028"/>
                  <a:pt x="1950683" y="29329"/>
                </a:cubicBezTo>
                <a:cubicBezTo>
                  <a:pt x="1949130" y="28631"/>
                  <a:pt x="1947328" y="28281"/>
                  <a:pt x="1945278" y="28281"/>
                </a:cubicBezTo>
                <a:cubicBezTo>
                  <a:pt x="1943508" y="28281"/>
                  <a:pt x="1941893" y="28623"/>
                  <a:pt x="1940433" y="29306"/>
                </a:cubicBezTo>
                <a:cubicBezTo>
                  <a:pt x="1938973" y="29989"/>
                  <a:pt x="1937715" y="30952"/>
                  <a:pt x="1936659" y="32195"/>
                </a:cubicBezTo>
                <a:cubicBezTo>
                  <a:pt x="1935603" y="33437"/>
                  <a:pt x="1934749" y="34928"/>
                  <a:pt x="1934096" y="36668"/>
                </a:cubicBezTo>
                <a:cubicBezTo>
                  <a:pt x="1933444" y="38407"/>
                  <a:pt x="1933040" y="40317"/>
                  <a:pt x="1932885" y="42398"/>
                </a:cubicBezTo>
                <a:lnTo>
                  <a:pt x="1957485" y="42398"/>
                </a:lnTo>
                <a:close/>
                <a:moveTo>
                  <a:pt x="1980177" y="22644"/>
                </a:moveTo>
                <a:lnTo>
                  <a:pt x="1987585" y="22644"/>
                </a:lnTo>
                <a:lnTo>
                  <a:pt x="1987818" y="31241"/>
                </a:lnTo>
                <a:cubicBezTo>
                  <a:pt x="1990583" y="27925"/>
                  <a:pt x="1993309" y="25524"/>
                  <a:pt x="1995995" y="24037"/>
                </a:cubicBezTo>
                <a:cubicBezTo>
                  <a:pt x="1998682" y="22549"/>
                  <a:pt x="2001392" y="21805"/>
                  <a:pt x="2004126" y="21805"/>
                </a:cubicBezTo>
                <a:cubicBezTo>
                  <a:pt x="2008971" y="21805"/>
                  <a:pt x="2012644" y="23370"/>
                  <a:pt x="2015144" y="26499"/>
                </a:cubicBezTo>
                <a:cubicBezTo>
                  <a:pt x="2017645" y="29628"/>
                  <a:pt x="2018802" y="34276"/>
                  <a:pt x="2018616" y="40442"/>
                </a:cubicBezTo>
                <a:lnTo>
                  <a:pt x="2010415" y="40442"/>
                </a:lnTo>
                <a:cubicBezTo>
                  <a:pt x="2010509" y="36358"/>
                  <a:pt x="2009911" y="33396"/>
                  <a:pt x="2008622" y="31556"/>
                </a:cubicBezTo>
                <a:cubicBezTo>
                  <a:pt x="2007333" y="29714"/>
                  <a:pt x="2005446" y="28794"/>
                  <a:pt x="2002961" y="28794"/>
                </a:cubicBezTo>
                <a:cubicBezTo>
                  <a:pt x="2001874" y="28794"/>
                  <a:pt x="2000779" y="28987"/>
                  <a:pt x="1999676" y="29375"/>
                </a:cubicBezTo>
                <a:cubicBezTo>
                  <a:pt x="1998573" y="29761"/>
                  <a:pt x="1997440" y="30379"/>
                  <a:pt x="1996275" y="31229"/>
                </a:cubicBezTo>
                <a:cubicBezTo>
                  <a:pt x="1995110" y="32080"/>
                  <a:pt x="1993875" y="33170"/>
                  <a:pt x="1992571" y="34501"/>
                </a:cubicBezTo>
                <a:cubicBezTo>
                  <a:pt x="1991266" y="35831"/>
                  <a:pt x="1989868" y="37439"/>
                  <a:pt x="1988378" y="39326"/>
                </a:cubicBezTo>
                <a:lnTo>
                  <a:pt x="1988378" y="69421"/>
                </a:lnTo>
                <a:lnTo>
                  <a:pt x="1980177" y="69421"/>
                </a:lnTo>
                <a:lnTo>
                  <a:pt x="1980177" y="22644"/>
                </a:lnTo>
                <a:close/>
                <a:moveTo>
                  <a:pt x="2067818" y="68723"/>
                </a:moveTo>
                <a:cubicBezTo>
                  <a:pt x="2065986" y="69205"/>
                  <a:pt x="2064091" y="69551"/>
                  <a:pt x="2062134" y="69759"/>
                </a:cubicBezTo>
                <a:cubicBezTo>
                  <a:pt x="2060177" y="69969"/>
                  <a:pt x="2058189" y="70074"/>
                  <a:pt x="2056170" y="70074"/>
                </a:cubicBezTo>
                <a:cubicBezTo>
                  <a:pt x="2050300" y="70074"/>
                  <a:pt x="2045920" y="68746"/>
                  <a:pt x="2043032" y="66090"/>
                </a:cubicBezTo>
                <a:cubicBezTo>
                  <a:pt x="2040143" y="63434"/>
                  <a:pt x="2038699" y="59358"/>
                  <a:pt x="2038699" y="53860"/>
                </a:cubicBezTo>
                <a:lnTo>
                  <a:pt x="2038699" y="29446"/>
                </a:lnTo>
                <a:lnTo>
                  <a:pt x="2025606" y="29446"/>
                </a:lnTo>
                <a:lnTo>
                  <a:pt x="2025606" y="22644"/>
                </a:lnTo>
                <a:lnTo>
                  <a:pt x="2038699" y="22644"/>
                </a:lnTo>
                <a:lnTo>
                  <a:pt x="2038699" y="9743"/>
                </a:lnTo>
                <a:lnTo>
                  <a:pt x="2046805" y="7641"/>
                </a:lnTo>
                <a:lnTo>
                  <a:pt x="2046805" y="22644"/>
                </a:lnTo>
                <a:lnTo>
                  <a:pt x="2067818" y="22644"/>
                </a:lnTo>
                <a:lnTo>
                  <a:pt x="2067818" y="29446"/>
                </a:lnTo>
                <a:lnTo>
                  <a:pt x="2046805" y="29446"/>
                </a:lnTo>
                <a:lnTo>
                  <a:pt x="2046805" y="53208"/>
                </a:lnTo>
                <a:cubicBezTo>
                  <a:pt x="2046805" y="56562"/>
                  <a:pt x="2047698" y="59070"/>
                  <a:pt x="2049484" y="60732"/>
                </a:cubicBezTo>
                <a:cubicBezTo>
                  <a:pt x="2051270" y="62394"/>
                  <a:pt x="2053903" y="63225"/>
                  <a:pt x="2057382" y="63225"/>
                </a:cubicBezTo>
                <a:cubicBezTo>
                  <a:pt x="2058873" y="63225"/>
                  <a:pt x="2060503" y="63105"/>
                  <a:pt x="2062274" y="62865"/>
                </a:cubicBezTo>
                <a:cubicBezTo>
                  <a:pt x="2064044" y="62624"/>
                  <a:pt x="2065892" y="62247"/>
                  <a:pt x="2067818" y="61734"/>
                </a:cubicBezTo>
                <a:lnTo>
                  <a:pt x="2067818" y="68723"/>
                </a:lnTo>
                <a:close/>
                <a:moveTo>
                  <a:pt x="2097918" y="29353"/>
                </a:moveTo>
                <a:lnTo>
                  <a:pt x="2084081" y="29353"/>
                </a:lnTo>
                <a:lnTo>
                  <a:pt x="2084081" y="22644"/>
                </a:lnTo>
                <a:lnTo>
                  <a:pt x="2106119" y="22644"/>
                </a:lnTo>
                <a:lnTo>
                  <a:pt x="2106119" y="62666"/>
                </a:lnTo>
                <a:lnTo>
                  <a:pt x="2120049" y="62666"/>
                </a:lnTo>
                <a:lnTo>
                  <a:pt x="2120049" y="69421"/>
                </a:lnTo>
                <a:lnTo>
                  <a:pt x="2082543" y="69421"/>
                </a:lnTo>
                <a:lnTo>
                  <a:pt x="2082543" y="62666"/>
                </a:lnTo>
                <a:lnTo>
                  <a:pt x="2097918" y="62666"/>
                </a:lnTo>
                <a:lnTo>
                  <a:pt x="2097918" y="29353"/>
                </a:lnTo>
                <a:moveTo>
                  <a:pt x="2100761" y="2982"/>
                </a:moveTo>
                <a:cubicBezTo>
                  <a:pt x="2101661" y="2982"/>
                  <a:pt x="2102500" y="3145"/>
                  <a:pt x="2103276" y="3471"/>
                </a:cubicBezTo>
                <a:cubicBezTo>
                  <a:pt x="2104053" y="3797"/>
                  <a:pt x="2104729" y="4255"/>
                  <a:pt x="2105303" y="4846"/>
                </a:cubicBezTo>
                <a:cubicBezTo>
                  <a:pt x="2105878" y="5436"/>
                  <a:pt x="2106328" y="6111"/>
                  <a:pt x="2106654" y="6872"/>
                </a:cubicBezTo>
                <a:cubicBezTo>
                  <a:pt x="2106981" y="7633"/>
                  <a:pt x="2107144" y="8464"/>
                  <a:pt x="2107144" y="9365"/>
                </a:cubicBezTo>
                <a:cubicBezTo>
                  <a:pt x="2107144" y="10235"/>
                  <a:pt x="2106981" y="11058"/>
                  <a:pt x="2106654" y="11834"/>
                </a:cubicBezTo>
                <a:cubicBezTo>
                  <a:pt x="2106328" y="12611"/>
                  <a:pt x="2105878" y="13294"/>
                  <a:pt x="2105303" y="13884"/>
                </a:cubicBezTo>
                <a:cubicBezTo>
                  <a:pt x="2104729" y="14474"/>
                  <a:pt x="2104053" y="14933"/>
                  <a:pt x="2103276" y="15259"/>
                </a:cubicBezTo>
                <a:cubicBezTo>
                  <a:pt x="2102500" y="15585"/>
                  <a:pt x="2101661" y="15748"/>
                  <a:pt x="2100761" y="15748"/>
                </a:cubicBezTo>
                <a:cubicBezTo>
                  <a:pt x="2099860" y="15748"/>
                  <a:pt x="2099021" y="15585"/>
                  <a:pt x="2098245" y="15259"/>
                </a:cubicBezTo>
                <a:cubicBezTo>
                  <a:pt x="2097468" y="14933"/>
                  <a:pt x="2096792" y="14474"/>
                  <a:pt x="2096218" y="13884"/>
                </a:cubicBezTo>
                <a:cubicBezTo>
                  <a:pt x="2095643" y="13294"/>
                  <a:pt x="2095193" y="12611"/>
                  <a:pt x="2094867" y="11834"/>
                </a:cubicBezTo>
                <a:cubicBezTo>
                  <a:pt x="2094541" y="11058"/>
                  <a:pt x="2094377" y="10235"/>
                  <a:pt x="2094377" y="9365"/>
                </a:cubicBezTo>
                <a:cubicBezTo>
                  <a:pt x="2094377" y="8464"/>
                  <a:pt x="2094541" y="7633"/>
                  <a:pt x="2094867" y="6872"/>
                </a:cubicBezTo>
                <a:cubicBezTo>
                  <a:pt x="2095193" y="6111"/>
                  <a:pt x="2095643" y="5436"/>
                  <a:pt x="2096218" y="4846"/>
                </a:cubicBezTo>
                <a:cubicBezTo>
                  <a:pt x="2096792" y="4255"/>
                  <a:pt x="2097468" y="3797"/>
                  <a:pt x="2098245" y="3471"/>
                </a:cubicBezTo>
                <a:cubicBezTo>
                  <a:pt x="2099021" y="3145"/>
                  <a:pt x="2099860" y="2982"/>
                  <a:pt x="2100761" y="2982"/>
                </a:cubicBezTo>
                <a:close/>
                <a:moveTo>
                  <a:pt x="2173352" y="43563"/>
                </a:moveTo>
                <a:cubicBezTo>
                  <a:pt x="2173352" y="44712"/>
                  <a:pt x="2173337" y="45675"/>
                  <a:pt x="2173306" y="46452"/>
                </a:cubicBezTo>
                <a:cubicBezTo>
                  <a:pt x="2173275" y="47228"/>
                  <a:pt x="2173228" y="47958"/>
                  <a:pt x="2173166" y="48642"/>
                </a:cubicBezTo>
                <a:lnTo>
                  <a:pt x="2140319" y="48642"/>
                </a:lnTo>
                <a:cubicBezTo>
                  <a:pt x="2140319" y="53425"/>
                  <a:pt x="2141654" y="57098"/>
                  <a:pt x="2144326" y="59661"/>
                </a:cubicBezTo>
                <a:cubicBezTo>
                  <a:pt x="2146997" y="62223"/>
                  <a:pt x="2150849" y="63504"/>
                  <a:pt x="2155880" y="63504"/>
                </a:cubicBezTo>
                <a:cubicBezTo>
                  <a:pt x="2157247" y="63504"/>
                  <a:pt x="2158614" y="63449"/>
                  <a:pt x="2159980" y="63338"/>
                </a:cubicBezTo>
                <a:cubicBezTo>
                  <a:pt x="2161347" y="63227"/>
                  <a:pt x="2162667" y="63076"/>
                  <a:pt x="2163941" y="62886"/>
                </a:cubicBezTo>
                <a:cubicBezTo>
                  <a:pt x="2165214" y="62694"/>
                  <a:pt x="2166433" y="62480"/>
                  <a:pt x="2167598" y="62242"/>
                </a:cubicBezTo>
                <a:cubicBezTo>
                  <a:pt x="2168763" y="62003"/>
                  <a:pt x="2169842" y="61741"/>
                  <a:pt x="2170836" y="61454"/>
                </a:cubicBezTo>
                <a:lnTo>
                  <a:pt x="2170836" y="68117"/>
                </a:lnTo>
                <a:cubicBezTo>
                  <a:pt x="2168631" y="68752"/>
                  <a:pt x="2166138" y="69268"/>
                  <a:pt x="2163358" y="69665"/>
                </a:cubicBezTo>
                <a:cubicBezTo>
                  <a:pt x="2160578" y="70062"/>
                  <a:pt x="2157697" y="70260"/>
                  <a:pt x="2154716" y="70260"/>
                </a:cubicBezTo>
                <a:cubicBezTo>
                  <a:pt x="2150709" y="70260"/>
                  <a:pt x="2147261" y="69717"/>
                  <a:pt x="2144372" y="68629"/>
                </a:cubicBezTo>
                <a:cubicBezTo>
                  <a:pt x="2141484" y="67542"/>
                  <a:pt x="2139115" y="65966"/>
                  <a:pt x="2137267" y="63900"/>
                </a:cubicBezTo>
                <a:cubicBezTo>
                  <a:pt x="2135419" y="61835"/>
                  <a:pt x="2134052" y="59303"/>
                  <a:pt x="2133167" y="56306"/>
                </a:cubicBezTo>
                <a:cubicBezTo>
                  <a:pt x="2132282" y="53309"/>
                  <a:pt x="2131839" y="49915"/>
                  <a:pt x="2131839" y="46126"/>
                </a:cubicBezTo>
                <a:cubicBezTo>
                  <a:pt x="2131839" y="42833"/>
                  <a:pt x="2132313" y="39719"/>
                  <a:pt x="2133260" y="36784"/>
                </a:cubicBezTo>
                <a:cubicBezTo>
                  <a:pt x="2134208" y="33849"/>
                  <a:pt x="2135590" y="31271"/>
                  <a:pt x="2137407" y="29050"/>
                </a:cubicBezTo>
                <a:cubicBezTo>
                  <a:pt x="2139224" y="26829"/>
                  <a:pt x="2141453" y="25066"/>
                  <a:pt x="2144093" y="23762"/>
                </a:cubicBezTo>
                <a:cubicBezTo>
                  <a:pt x="2146733" y="22457"/>
                  <a:pt x="2149730" y="21805"/>
                  <a:pt x="2153085" y="21805"/>
                </a:cubicBezTo>
                <a:cubicBezTo>
                  <a:pt x="2156346" y="21805"/>
                  <a:pt x="2159235" y="22317"/>
                  <a:pt x="2161751" y="23342"/>
                </a:cubicBezTo>
                <a:cubicBezTo>
                  <a:pt x="2164267" y="24367"/>
                  <a:pt x="2166387" y="25820"/>
                  <a:pt x="2168111" y="27699"/>
                </a:cubicBezTo>
                <a:cubicBezTo>
                  <a:pt x="2169835" y="29578"/>
                  <a:pt x="2171139" y="31861"/>
                  <a:pt x="2172024" y="34548"/>
                </a:cubicBezTo>
                <a:cubicBezTo>
                  <a:pt x="2172910" y="37234"/>
                  <a:pt x="2173352" y="40240"/>
                  <a:pt x="2173352" y="43563"/>
                </a:cubicBezTo>
                <a:moveTo>
                  <a:pt x="2164919" y="42398"/>
                </a:moveTo>
                <a:cubicBezTo>
                  <a:pt x="2165012" y="40317"/>
                  <a:pt x="2164810" y="38415"/>
                  <a:pt x="2164313" y="36691"/>
                </a:cubicBezTo>
                <a:cubicBezTo>
                  <a:pt x="2163816" y="34967"/>
                  <a:pt x="2163048" y="33484"/>
                  <a:pt x="2162007" y="32241"/>
                </a:cubicBezTo>
                <a:cubicBezTo>
                  <a:pt x="2160967" y="30999"/>
                  <a:pt x="2159670" y="30028"/>
                  <a:pt x="2158117" y="29329"/>
                </a:cubicBezTo>
                <a:cubicBezTo>
                  <a:pt x="2156564" y="28631"/>
                  <a:pt x="2154762" y="28281"/>
                  <a:pt x="2152712" y="28281"/>
                </a:cubicBezTo>
                <a:cubicBezTo>
                  <a:pt x="2150942" y="28281"/>
                  <a:pt x="2149327" y="28623"/>
                  <a:pt x="2147867" y="29306"/>
                </a:cubicBezTo>
                <a:cubicBezTo>
                  <a:pt x="2146407" y="29989"/>
                  <a:pt x="2145149" y="30952"/>
                  <a:pt x="2144093" y="32195"/>
                </a:cubicBezTo>
                <a:cubicBezTo>
                  <a:pt x="2143037" y="33437"/>
                  <a:pt x="2142182" y="34928"/>
                  <a:pt x="2141530" y="36668"/>
                </a:cubicBezTo>
                <a:cubicBezTo>
                  <a:pt x="2140878" y="38407"/>
                  <a:pt x="2140474" y="40317"/>
                  <a:pt x="2140319" y="42398"/>
                </a:cubicBezTo>
                <a:lnTo>
                  <a:pt x="2164919" y="42398"/>
                </a:lnTo>
                <a:close/>
                <a:moveTo>
                  <a:pt x="2222741" y="56655"/>
                </a:moveTo>
                <a:cubicBezTo>
                  <a:pt x="2222741" y="58302"/>
                  <a:pt x="2222462" y="59777"/>
                  <a:pt x="2221903" y="61082"/>
                </a:cubicBezTo>
                <a:cubicBezTo>
                  <a:pt x="2221343" y="62386"/>
                  <a:pt x="2220582" y="63543"/>
                  <a:pt x="2219620" y="64553"/>
                </a:cubicBezTo>
                <a:cubicBezTo>
                  <a:pt x="2218657" y="65562"/>
                  <a:pt x="2217538" y="66424"/>
                  <a:pt x="2216265" y="67139"/>
                </a:cubicBezTo>
                <a:cubicBezTo>
                  <a:pt x="2214991" y="67853"/>
                  <a:pt x="2213633" y="68443"/>
                  <a:pt x="2212188" y="68909"/>
                </a:cubicBezTo>
                <a:cubicBezTo>
                  <a:pt x="2210744" y="69375"/>
                  <a:pt x="2209261" y="69717"/>
                  <a:pt x="2207739" y="69934"/>
                </a:cubicBezTo>
                <a:cubicBezTo>
                  <a:pt x="2206217" y="70151"/>
                  <a:pt x="2204726" y="70260"/>
                  <a:pt x="2203266" y="70260"/>
                </a:cubicBezTo>
                <a:cubicBezTo>
                  <a:pt x="2200098" y="70260"/>
                  <a:pt x="2197186" y="70120"/>
                  <a:pt x="2194530" y="69841"/>
                </a:cubicBezTo>
                <a:cubicBezTo>
                  <a:pt x="2191874" y="69561"/>
                  <a:pt x="2189273" y="69111"/>
                  <a:pt x="2186726" y="68490"/>
                </a:cubicBezTo>
                <a:lnTo>
                  <a:pt x="2186726" y="61035"/>
                </a:lnTo>
                <a:cubicBezTo>
                  <a:pt x="2189459" y="61812"/>
                  <a:pt x="2192177" y="62402"/>
                  <a:pt x="2194879" y="62805"/>
                </a:cubicBezTo>
                <a:cubicBezTo>
                  <a:pt x="2197582" y="63209"/>
                  <a:pt x="2200268" y="63411"/>
                  <a:pt x="2202940" y="63411"/>
                </a:cubicBezTo>
                <a:cubicBezTo>
                  <a:pt x="2206822" y="63411"/>
                  <a:pt x="2209696" y="62883"/>
                  <a:pt x="2211559" y="61827"/>
                </a:cubicBezTo>
                <a:cubicBezTo>
                  <a:pt x="2213423" y="60771"/>
                  <a:pt x="2214355" y="59265"/>
                  <a:pt x="2214355" y="57308"/>
                </a:cubicBezTo>
                <a:cubicBezTo>
                  <a:pt x="2214355" y="56469"/>
                  <a:pt x="2214207" y="55716"/>
                  <a:pt x="2213912" y="55048"/>
                </a:cubicBezTo>
                <a:cubicBezTo>
                  <a:pt x="2213617" y="54380"/>
                  <a:pt x="2213081" y="53743"/>
                  <a:pt x="2212305" y="53138"/>
                </a:cubicBezTo>
                <a:cubicBezTo>
                  <a:pt x="2211528" y="52532"/>
                  <a:pt x="2210325" y="51903"/>
                  <a:pt x="2208694" y="51251"/>
                </a:cubicBezTo>
                <a:cubicBezTo>
                  <a:pt x="2207063" y="50598"/>
                  <a:pt x="2204834" y="49853"/>
                  <a:pt x="2202008" y="49014"/>
                </a:cubicBezTo>
                <a:cubicBezTo>
                  <a:pt x="2199896" y="48393"/>
                  <a:pt x="2197947" y="47687"/>
                  <a:pt x="2196161" y="46894"/>
                </a:cubicBezTo>
                <a:cubicBezTo>
                  <a:pt x="2194375" y="46102"/>
                  <a:pt x="2192829" y="45163"/>
                  <a:pt x="2191525" y="44076"/>
                </a:cubicBezTo>
                <a:cubicBezTo>
                  <a:pt x="2190220" y="42989"/>
                  <a:pt x="2189195" y="41715"/>
                  <a:pt x="2188450" y="40255"/>
                </a:cubicBezTo>
                <a:cubicBezTo>
                  <a:pt x="2187704" y="38795"/>
                  <a:pt x="2187332" y="37071"/>
                  <a:pt x="2187332" y="35083"/>
                </a:cubicBezTo>
                <a:cubicBezTo>
                  <a:pt x="2187332" y="33779"/>
                  <a:pt x="2187634" y="32350"/>
                  <a:pt x="2188240" y="30797"/>
                </a:cubicBezTo>
                <a:cubicBezTo>
                  <a:pt x="2188846" y="29244"/>
                  <a:pt x="2189879" y="27800"/>
                  <a:pt x="2191338" y="26464"/>
                </a:cubicBezTo>
                <a:cubicBezTo>
                  <a:pt x="2192798" y="25128"/>
                  <a:pt x="2194771" y="24018"/>
                  <a:pt x="2197256" y="23133"/>
                </a:cubicBezTo>
                <a:cubicBezTo>
                  <a:pt x="2199740" y="22247"/>
                  <a:pt x="2202847" y="21805"/>
                  <a:pt x="2206574" y="21805"/>
                </a:cubicBezTo>
                <a:cubicBezTo>
                  <a:pt x="2208406" y="21805"/>
                  <a:pt x="2210441" y="21906"/>
                  <a:pt x="2212677" y="22108"/>
                </a:cubicBezTo>
                <a:cubicBezTo>
                  <a:pt x="2214914" y="22310"/>
                  <a:pt x="2217243" y="22659"/>
                  <a:pt x="2219666" y="23156"/>
                </a:cubicBezTo>
                <a:lnTo>
                  <a:pt x="2219666" y="30378"/>
                </a:lnTo>
                <a:cubicBezTo>
                  <a:pt x="2217119" y="29757"/>
                  <a:pt x="2214704" y="29298"/>
                  <a:pt x="2212421" y="29003"/>
                </a:cubicBezTo>
                <a:cubicBezTo>
                  <a:pt x="2210138" y="28708"/>
                  <a:pt x="2208158" y="28561"/>
                  <a:pt x="2206481" y="28561"/>
                </a:cubicBezTo>
                <a:cubicBezTo>
                  <a:pt x="2204462" y="28561"/>
                  <a:pt x="2202761" y="28716"/>
                  <a:pt x="2201379" y="29027"/>
                </a:cubicBezTo>
                <a:cubicBezTo>
                  <a:pt x="2199997" y="29337"/>
                  <a:pt x="2198879" y="29764"/>
                  <a:pt x="2198024" y="30308"/>
                </a:cubicBezTo>
                <a:cubicBezTo>
                  <a:pt x="2197170" y="30851"/>
                  <a:pt x="2196557" y="31488"/>
                  <a:pt x="2196184" y="32218"/>
                </a:cubicBezTo>
                <a:cubicBezTo>
                  <a:pt x="2195811" y="32948"/>
                  <a:pt x="2195625" y="33732"/>
                  <a:pt x="2195625" y="34571"/>
                </a:cubicBezTo>
                <a:cubicBezTo>
                  <a:pt x="2195625" y="35410"/>
                  <a:pt x="2195788" y="36171"/>
                  <a:pt x="2196114" y="36854"/>
                </a:cubicBezTo>
                <a:cubicBezTo>
                  <a:pt x="2196440" y="37537"/>
                  <a:pt x="2197046" y="38197"/>
                  <a:pt x="2197931" y="38834"/>
                </a:cubicBezTo>
                <a:cubicBezTo>
                  <a:pt x="2198816" y="39471"/>
                  <a:pt x="2200051" y="40108"/>
                  <a:pt x="2201635" y="40744"/>
                </a:cubicBezTo>
                <a:cubicBezTo>
                  <a:pt x="2203219" y="41381"/>
                  <a:pt x="2205285" y="42072"/>
                  <a:pt x="2207832" y="42818"/>
                </a:cubicBezTo>
                <a:cubicBezTo>
                  <a:pt x="2210596" y="43625"/>
                  <a:pt x="2212926" y="44472"/>
                  <a:pt x="2214821" y="45357"/>
                </a:cubicBezTo>
                <a:cubicBezTo>
                  <a:pt x="2216715" y="46242"/>
                  <a:pt x="2218253" y="47228"/>
                  <a:pt x="2219433" y="48315"/>
                </a:cubicBezTo>
                <a:cubicBezTo>
                  <a:pt x="2220613" y="49403"/>
                  <a:pt x="2221460" y="50630"/>
                  <a:pt x="2221972" y="51996"/>
                </a:cubicBezTo>
                <a:cubicBezTo>
                  <a:pt x="2222485" y="53363"/>
                  <a:pt x="2222741" y="54916"/>
                  <a:pt x="2222741" y="56655"/>
                </a:cubicBezTo>
                <a:close/>
                <a:moveTo>
                  <a:pt x="2330139" y="45660"/>
                </a:moveTo>
                <a:cubicBezTo>
                  <a:pt x="2330139" y="49294"/>
                  <a:pt x="2329627" y="52625"/>
                  <a:pt x="2328602" y="55654"/>
                </a:cubicBezTo>
                <a:cubicBezTo>
                  <a:pt x="2327577" y="58682"/>
                  <a:pt x="2326101" y="61276"/>
                  <a:pt x="2324175" y="63434"/>
                </a:cubicBezTo>
                <a:cubicBezTo>
                  <a:pt x="2322250" y="65593"/>
                  <a:pt x="2319905" y="67271"/>
                  <a:pt x="2317140" y="68466"/>
                </a:cubicBezTo>
                <a:cubicBezTo>
                  <a:pt x="2314376" y="69662"/>
                  <a:pt x="2311238" y="70260"/>
                  <a:pt x="2307729" y="70260"/>
                </a:cubicBezTo>
                <a:cubicBezTo>
                  <a:pt x="2304374" y="70260"/>
                  <a:pt x="2301369" y="69740"/>
                  <a:pt x="2298713" y="68699"/>
                </a:cubicBezTo>
                <a:cubicBezTo>
                  <a:pt x="2296057" y="67659"/>
                  <a:pt x="2293805" y="66129"/>
                  <a:pt x="2291957" y="64110"/>
                </a:cubicBezTo>
                <a:cubicBezTo>
                  <a:pt x="2290109" y="62091"/>
                  <a:pt x="2288696" y="59591"/>
                  <a:pt x="2287718" y="56609"/>
                </a:cubicBezTo>
                <a:cubicBezTo>
                  <a:pt x="2286739" y="53627"/>
                  <a:pt x="2286250" y="50195"/>
                  <a:pt x="2286250" y="46312"/>
                </a:cubicBezTo>
                <a:cubicBezTo>
                  <a:pt x="2286250" y="42678"/>
                  <a:pt x="2286762" y="39362"/>
                  <a:pt x="2287787" y="36365"/>
                </a:cubicBezTo>
                <a:cubicBezTo>
                  <a:pt x="2288812" y="33367"/>
                  <a:pt x="2290288" y="30789"/>
                  <a:pt x="2292214" y="28631"/>
                </a:cubicBezTo>
                <a:cubicBezTo>
                  <a:pt x="2294139" y="26472"/>
                  <a:pt x="2296484" y="24795"/>
                  <a:pt x="2299249" y="23599"/>
                </a:cubicBezTo>
                <a:cubicBezTo>
                  <a:pt x="2302013" y="22403"/>
                  <a:pt x="2305151" y="21805"/>
                  <a:pt x="2308660" y="21805"/>
                </a:cubicBezTo>
                <a:cubicBezTo>
                  <a:pt x="2312015" y="21805"/>
                  <a:pt x="2315020" y="22325"/>
                  <a:pt x="2317676" y="23366"/>
                </a:cubicBezTo>
                <a:cubicBezTo>
                  <a:pt x="2320332" y="24406"/>
                  <a:pt x="2322584" y="25928"/>
                  <a:pt x="2324432" y="27932"/>
                </a:cubicBezTo>
                <a:cubicBezTo>
                  <a:pt x="2326280" y="29935"/>
                  <a:pt x="2327693" y="32428"/>
                  <a:pt x="2328672" y="35410"/>
                </a:cubicBezTo>
                <a:cubicBezTo>
                  <a:pt x="2329650" y="38391"/>
                  <a:pt x="2330139" y="41808"/>
                  <a:pt x="2330139" y="45660"/>
                </a:cubicBezTo>
                <a:moveTo>
                  <a:pt x="2321846" y="46033"/>
                </a:moveTo>
                <a:cubicBezTo>
                  <a:pt x="2321846" y="43144"/>
                  <a:pt x="2321527" y="40620"/>
                  <a:pt x="2320891" y="38461"/>
                </a:cubicBezTo>
                <a:cubicBezTo>
                  <a:pt x="2320254" y="36303"/>
                  <a:pt x="2319345" y="34501"/>
                  <a:pt x="2318165" y="33057"/>
                </a:cubicBezTo>
                <a:cubicBezTo>
                  <a:pt x="2316985" y="31612"/>
                  <a:pt x="2315548" y="30525"/>
                  <a:pt x="2313855" y="29795"/>
                </a:cubicBezTo>
                <a:cubicBezTo>
                  <a:pt x="2312163" y="29065"/>
                  <a:pt x="2310276" y="28700"/>
                  <a:pt x="2308195" y="28700"/>
                </a:cubicBezTo>
                <a:cubicBezTo>
                  <a:pt x="2305772" y="28700"/>
                  <a:pt x="2303698" y="29174"/>
                  <a:pt x="2301975" y="30121"/>
                </a:cubicBezTo>
                <a:cubicBezTo>
                  <a:pt x="2300251" y="31069"/>
                  <a:pt x="2298837" y="32335"/>
                  <a:pt x="2297735" y="33919"/>
                </a:cubicBezTo>
                <a:cubicBezTo>
                  <a:pt x="2296632" y="35503"/>
                  <a:pt x="2295824" y="37343"/>
                  <a:pt x="2295312" y="39440"/>
                </a:cubicBezTo>
                <a:cubicBezTo>
                  <a:pt x="2294799" y="41536"/>
                  <a:pt x="2294543" y="43734"/>
                  <a:pt x="2294543" y="46033"/>
                </a:cubicBezTo>
                <a:cubicBezTo>
                  <a:pt x="2294543" y="48921"/>
                  <a:pt x="2294862" y="51453"/>
                  <a:pt x="2295498" y="53627"/>
                </a:cubicBezTo>
                <a:cubicBezTo>
                  <a:pt x="2296135" y="55801"/>
                  <a:pt x="2297044" y="57611"/>
                  <a:pt x="2298224" y="59055"/>
                </a:cubicBezTo>
                <a:cubicBezTo>
                  <a:pt x="2299404" y="60499"/>
                  <a:pt x="2300833" y="61586"/>
                  <a:pt x="2302510" y="62316"/>
                </a:cubicBezTo>
                <a:cubicBezTo>
                  <a:pt x="2304188" y="63046"/>
                  <a:pt x="2306082" y="63411"/>
                  <a:pt x="2308195" y="63411"/>
                </a:cubicBezTo>
                <a:cubicBezTo>
                  <a:pt x="2310617" y="63411"/>
                  <a:pt x="2312691" y="62937"/>
                  <a:pt x="2314414" y="61990"/>
                </a:cubicBezTo>
                <a:cubicBezTo>
                  <a:pt x="2316138" y="61043"/>
                  <a:pt x="2317552" y="59777"/>
                  <a:pt x="2318654" y="58193"/>
                </a:cubicBezTo>
                <a:cubicBezTo>
                  <a:pt x="2319757" y="56609"/>
                  <a:pt x="2320565" y="54768"/>
                  <a:pt x="2321077" y="52672"/>
                </a:cubicBezTo>
                <a:cubicBezTo>
                  <a:pt x="2321590" y="50575"/>
                  <a:pt x="2321846" y="48362"/>
                  <a:pt x="2321846" y="46033"/>
                </a:cubicBezTo>
                <a:close/>
                <a:moveTo>
                  <a:pt x="2382790" y="11089"/>
                </a:moveTo>
                <a:cubicBezTo>
                  <a:pt x="2378534" y="10188"/>
                  <a:pt x="2374869" y="9738"/>
                  <a:pt x="2371794" y="9738"/>
                </a:cubicBezTo>
                <a:cubicBezTo>
                  <a:pt x="2364495" y="9738"/>
                  <a:pt x="2360845" y="13558"/>
                  <a:pt x="2360845" y="21199"/>
                </a:cubicBezTo>
                <a:lnTo>
                  <a:pt x="2360845" y="29399"/>
                </a:lnTo>
                <a:lnTo>
                  <a:pt x="2381345" y="29399"/>
                </a:lnTo>
                <a:lnTo>
                  <a:pt x="2381345" y="36155"/>
                </a:lnTo>
                <a:lnTo>
                  <a:pt x="2360845" y="36155"/>
                </a:lnTo>
                <a:lnTo>
                  <a:pt x="2360845" y="69421"/>
                </a:lnTo>
                <a:lnTo>
                  <a:pt x="2352598" y="69421"/>
                </a:lnTo>
                <a:lnTo>
                  <a:pt x="2352598" y="36155"/>
                </a:lnTo>
                <a:lnTo>
                  <a:pt x="2337549" y="36155"/>
                </a:lnTo>
                <a:lnTo>
                  <a:pt x="2337549" y="29399"/>
                </a:lnTo>
                <a:lnTo>
                  <a:pt x="2352598" y="29399"/>
                </a:lnTo>
                <a:lnTo>
                  <a:pt x="2352598" y="21665"/>
                </a:lnTo>
                <a:cubicBezTo>
                  <a:pt x="2352598" y="9210"/>
                  <a:pt x="2359090" y="2982"/>
                  <a:pt x="2372074" y="2982"/>
                </a:cubicBezTo>
                <a:cubicBezTo>
                  <a:pt x="2375304" y="2982"/>
                  <a:pt x="2378876" y="3355"/>
                  <a:pt x="2382790" y="4100"/>
                </a:cubicBezTo>
                <a:lnTo>
                  <a:pt x="2382790" y="11089"/>
                </a:lnTo>
                <a:moveTo>
                  <a:pt x="2333822" y="22644"/>
                </a:moveTo>
                <a:lnTo>
                  <a:pt x="2333822" y="22644"/>
                </a:lnTo>
                <a:close/>
                <a:moveTo>
                  <a:pt x="2444994" y="22644"/>
                </a:moveTo>
                <a:lnTo>
                  <a:pt x="2452215" y="22644"/>
                </a:lnTo>
                <a:lnTo>
                  <a:pt x="2452541" y="30191"/>
                </a:lnTo>
                <a:cubicBezTo>
                  <a:pt x="2453908" y="28576"/>
                  <a:pt x="2455228" y="27233"/>
                  <a:pt x="2456502" y="26161"/>
                </a:cubicBezTo>
                <a:cubicBezTo>
                  <a:pt x="2457775" y="25090"/>
                  <a:pt x="2459025" y="24228"/>
                  <a:pt x="2460252" y="23575"/>
                </a:cubicBezTo>
                <a:cubicBezTo>
                  <a:pt x="2461479" y="22923"/>
                  <a:pt x="2462729" y="22465"/>
                  <a:pt x="2464003" y="22201"/>
                </a:cubicBezTo>
                <a:cubicBezTo>
                  <a:pt x="2465276" y="21937"/>
                  <a:pt x="2466597" y="21805"/>
                  <a:pt x="2467963" y="21805"/>
                </a:cubicBezTo>
                <a:cubicBezTo>
                  <a:pt x="2472778" y="21805"/>
                  <a:pt x="2476420" y="23226"/>
                  <a:pt x="2478889" y="26068"/>
                </a:cubicBezTo>
                <a:cubicBezTo>
                  <a:pt x="2481358" y="28910"/>
                  <a:pt x="2482593" y="33189"/>
                  <a:pt x="2482593" y="38904"/>
                </a:cubicBezTo>
                <a:lnTo>
                  <a:pt x="2482593" y="69421"/>
                </a:lnTo>
                <a:lnTo>
                  <a:pt x="2474486" y="69421"/>
                </a:lnTo>
                <a:lnTo>
                  <a:pt x="2474486" y="39556"/>
                </a:lnTo>
                <a:cubicBezTo>
                  <a:pt x="2474486" y="35891"/>
                  <a:pt x="2473803" y="33181"/>
                  <a:pt x="2472436" y="31426"/>
                </a:cubicBezTo>
                <a:cubicBezTo>
                  <a:pt x="2471069" y="29671"/>
                  <a:pt x="2469035" y="28794"/>
                  <a:pt x="2466332" y="28794"/>
                </a:cubicBezTo>
                <a:cubicBezTo>
                  <a:pt x="2465339" y="28794"/>
                  <a:pt x="2464368" y="28941"/>
                  <a:pt x="2463421" y="29236"/>
                </a:cubicBezTo>
                <a:cubicBezTo>
                  <a:pt x="2462473" y="29531"/>
                  <a:pt x="2461487" y="30044"/>
                  <a:pt x="2460462" y="30774"/>
                </a:cubicBezTo>
                <a:cubicBezTo>
                  <a:pt x="2459437" y="31504"/>
                  <a:pt x="2458327" y="32490"/>
                  <a:pt x="2457131" y="33732"/>
                </a:cubicBezTo>
                <a:cubicBezTo>
                  <a:pt x="2455935" y="34975"/>
                  <a:pt x="2454591" y="36528"/>
                  <a:pt x="2453100" y="38391"/>
                </a:cubicBezTo>
                <a:lnTo>
                  <a:pt x="2453100" y="69421"/>
                </a:lnTo>
                <a:lnTo>
                  <a:pt x="2444994" y="69421"/>
                </a:lnTo>
                <a:lnTo>
                  <a:pt x="2444994" y="22644"/>
                </a:lnTo>
                <a:close/>
                <a:moveTo>
                  <a:pt x="2534451" y="69421"/>
                </a:moveTo>
                <a:lnTo>
                  <a:pt x="2527183" y="69421"/>
                </a:lnTo>
                <a:lnTo>
                  <a:pt x="2526904" y="61874"/>
                </a:lnTo>
                <a:cubicBezTo>
                  <a:pt x="2525506" y="63489"/>
                  <a:pt x="2524178" y="64832"/>
                  <a:pt x="2522920" y="65904"/>
                </a:cubicBezTo>
                <a:cubicBezTo>
                  <a:pt x="2521662" y="66975"/>
                  <a:pt x="2520412" y="67837"/>
                  <a:pt x="2519169" y="68490"/>
                </a:cubicBezTo>
                <a:cubicBezTo>
                  <a:pt x="2517927" y="69142"/>
                  <a:pt x="2516677" y="69600"/>
                  <a:pt x="2515419" y="69864"/>
                </a:cubicBezTo>
                <a:cubicBezTo>
                  <a:pt x="2514161" y="70128"/>
                  <a:pt x="2512833" y="70260"/>
                  <a:pt x="2511435" y="70260"/>
                </a:cubicBezTo>
                <a:cubicBezTo>
                  <a:pt x="2506621" y="70260"/>
                  <a:pt x="2502987" y="68847"/>
                  <a:pt x="2500533" y="66020"/>
                </a:cubicBezTo>
                <a:cubicBezTo>
                  <a:pt x="2498079" y="63194"/>
                  <a:pt x="2496852" y="58923"/>
                  <a:pt x="2496852" y="53208"/>
                </a:cubicBezTo>
                <a:lnTo>
                  <a:pt x="2496852" y="22644"/>
                </a:lnTo>
                <a:lnTo>
                  <a:pt x="2504959" y="22644"/>
                </a:lnTo>
                <a:lnTo>
                  <a:pt x="2504959" y="52555"/>
                </a:lnTo>
                <a:cubicBezTo>
                  <a:pt x="2504959" y="59730"/>
                  <a:pt x="2507661" y="63318"/>
                  <a:pt x="2513066" y="63318"/>
                </a:cubicBezTo>
                <a:cubicBezTo>
                  <a:pt x="2514060" y="63318"/>
                  <a:pt x="2515031" y="63170"/>
                  <a:pt x="2515978" y="62875"/>
                </a:cubicBezTo>
                <a:cubicBezTo>
                  <a:pt x="2516925" y="62580"/>
                  <a:pt x="2517919" y="62068"/>
                  <a:pt x="2518960" y="61338"/>
                </a:cubicBezTo>
                <a:cubicBezTo>
                  <a:pt x="2520000" y="60608"/>
                  <a:pt x="2521118" y="59622"/>
                  <a:pt x="2522314" y="58379"/>
                </a:cubicBezTo>
                <a:cubicBezTo>
                  <a:pt x="2523510" y="57137"/>
                  <a:pt x="2524854" y="55568"/>
                  <a:pt x="2526345" y="53674"/>
                </a:cubicBezTo>
                <a:lnTo>
                  <a:pt x="2526345" y="22644"/>
                </a:lnTo>
                <a:lnTo>
                  <a:pt x="2534451" y="22644"/>
                </a:lnTo>
                <a:lnTo>
                  <a:pt x="2534451" y="69421"/>
                </a:lnTo>
                <a:close/>
                <a:moveTo>
                  <a:pt x="2564645" y="10204"/>
                </a:moveTo>
                <a:lnTo>
                  <a:pt x="2550807" y="10204"/>
                </a:lnTo>
                <a:lnTo>
                  <a:pt x="2550807" y="3541"/>
                </a:lnTo>
                <a:lnTo>
                  <a:pt x="2572845" y="3541"/>
                </a:lnTo>
                <a:lnTo>
                  <a:pt x="2572845" y="62666"/>
                </a:lnTo>
                <a:lnTo>
                  <a:pt x="2586776" y="62666"/>
                </a:lnTo>
                <a:lnTo>
                  <a:pt x="2586776" y="69421"/>
                </a:lnTo>
                <a:lnTo>
                  <a:pt x="2549270" y="69421"/>
                </a:lnTo>
                <a:lnTo>
                  <a:pt x="2549270" y="62666"/>
                </a:lnTo>
                <a:lnTo>
                  <a:pt x="2564645" y="62666"/>
                </a:lnTo>
                <a:lnTo>
                  <a:pt x="2564645" y="10204"/>
                </a:lnTo>
                <a:close/>
                <a:moveTo>
                  <a:pt x="2616503" y="10204"/>
                </a:moveTo>
                <a:lnTo>
                  <a:pt x="2602666" y="10204"/>
                </a:lnTo>
                <a:lnTo>
                  <a:pt x="2602666" y="3541"/>
                </a:lnTo>
                <a:lnTo>
                  <a:pt x="2624703" y="3541"/>
                </a:lnTo>
                <a:lnTo>
                  <a:pt x="2624703" y="62666"/>
                </a:lnTo>
                <a:lnTo>
                  <a:pt x="2638634" y="62666"/>
                </a:lnTo>
                <a:lnTo>
                  <a:pt x="2638634" y="69421"/>
                </a:lnTo>
                <a:lnTo>
                  <a:pt x="2601128" y="69421"/>
                </a:lnTo>
                <a:lnTo>
                  <a:pt x="2601128" y="62666"/>
                </a:lnTo>
                <a:lnTo>
                  <a:pt x="2616503" y="62666"/>
                </a:lnTo>
                <a:lnTo>
                  <a:pt x="2616503" y="10204"/>
                </a:lnTo>
                <a:close/>
                <a:moveTo>
                  <a:pt x="2732287" y="88990"/>
                </a:moveTo>
                <a:cubicBezTo>
                  <a:pt x="2717968" y="75720"/>
                  <a:pt x="2710809" y="61052"/>
                  <a:pt x="2710809" y="44984"/>
                </a:cubicBezTo>
                <a:cubicBezTo>
                  <a:pt x="2710809" y="41224"/>
                  <a:pt x="2711189" y="37471"/>
                  <a:pt x="2711950" y="33726"/>
                </a:cubicBezTo>
                <a:cubicBezTo>
                  <a:pt x="2712711" y="29982"/>
                  <a:pt x="2713938" y="26229"/>
                  <a:pt x="2715631" y="22469"/>
                </a:cubicBezTo>
                <a:cubicBezTo>
                  <a:pt x="2717324" y="18708"/>
                  <a:pt x="2719560" y="14948"/>
                  <a:pt x="2722340" y="11188"/>
                </a:cubicBezTo>
                <a:cubicBezTo>
                  <a:pt x="2725120" y="7427"/>
                  <a:pt x="2728498" y="3698"/>
                  <a:pt x="2732474" y="0"/>
                </a:cubicBezTo>
                <a:lnTo>
                  <a:pt x="2737180" y="4802"/>
                </a:lnTo>
                <a:cubicBezTo>
                  <a:pt x="2725128" y="16704"/>
                  <a:pt x="2719102" y="29896"/>
                  <a:pt x="2719102" y="44379"/>
                </a:cubicBezTo>
                <a:cubicBezTo>
                  <a:pt x="2719102" y="51589"/>
                  <a:pt x="2720624" y="58519"/>
                  <a:pt x="2723668" y="65170"/>
                </a:cubicBezTo>
                <a:cubicBezTo>
                  <a:pt x="2726712" y="71820"/>
                  <a:pt x="2731216" y="78097"/>
                  <a:pt x="2737180" y="84002"/>
                </a:cubicBezTo>
                <a:lnTo>
                  <a:pt x="2732287" y="88990"/>
                </a:lnTo>
                <a:close/>
                <a:moveTo>
                  <a:pt x="2758055" y="22644"/>
                </a:moveTo>
                <a:lnTo>
                  <a:pt x="2765463" y="22644"/>
                </a:lnTo>
                <a:lnTo>
                  <a:pt x="2765696" y="31241"/>
                </a:lnTo>
                <a:cubicBezTo>
                  <a:pt x="2768460" y="27925"/>
                  <a:pt x="2771186" y="25524"/>
                  <a:pt x="2773872" y="24037"/>
                </a:cubicBezTo>
                <a:cubicBezTo>
                  <a:pt x="2776559" y="22549"/>
                  <a:pt x="2779269" y="21805"/>
                  <a:pt x="2782003" y="21805"/>
                </a:cubicBezTo>
                <a:cubicBezTo>
                  <a:pt x="2786848" y="21805"/>
                  <a:pt x="2790521" y="23370"/>
                  <a:pt x="2793022" y="26499"/>
                </a:cubicBezTo>
                <a:cubicBezTo>
                  <a:pt x="2795522" y="29628"/>
                  <a:pt x="2796679" y="34276"/>
                  <a:pt x="2796493" y="40442"/>
                </a:cubicBezTo>
                <a:lnTo>
                  <a:pt x="2788293" y="40442"/>
                </a:lnTo>
                <a:cubicBezTo>
                  <a:pt x="2788386" y="36358"/>
                  <a:pt x="2787788" y="33396"/>
                  <a:pt x="2786499" y="31556"/>
                </a:cubicBezTo>
                <a:cubicBezTo>
                  <a:pt x="2785210" y="29714"/>
                  <a:pt x="2783323" y="28794"/>
                  <a:pt x="2780838" y="28794"/>
                </a:cubicBezTo>
                <a:cubicBezTo>
                  <a:pt x="2779751" y="28794"/>
                  <a:pt x="2778656" y="28987"/>
                  <a:pt x="2777553" y="29375"/>
                </a:cubicBezTo>
                <a:cubicBezTo>
                  <a:pt x="2776451" y="29761"/>
                  <a:pt x="2775317" y="30379"/>
                  <a:pt x="2774152" y="31229"/>
                </a:cubicBezTo>
                <a:cubicBezTo>
                  <a:pt x="2772987" y="32080"/>
                  <a:pt x="2771753" y="33170"/>
                  <a:pt x="2770448" y="34501"/>
                </a:cubicBezTo>
                <a:cubicBezTo>
                  <a:pt x="2769143" y="35831"/>
                  <a:pt x="2767746" y="37439"/>
                  <a:pt x="2766255" y="39326"/>
                </a:cubicBezTo>
                <a:lnTo>
                  <a:pt x="2766255" y="69421"/>
                </a:lnTo>
                <a:lnTo>
                  <a:pt x="2758055" y="69421"/>
                </a:lnTo>
                <a:lnTo>
                  <a:pt x="2758055" y="22644"/>
                </a:lnTo>
                <a:close/>
                <a:moveTo>
                  <a:pt x="2847512" y="43563"/>
                </a:moveTo>
                <a:cubicBezTo>
                  <a:pt x="2847512" y="44712"/>
                  <a:pt x="2847497" y="45675"/>
                  <a:pt x="2847466" y="46452"/>
                </a:cubicBezTo>
                <a:cubicBezTo>
                  <a:pt x="2847435" y="47228"/>
                  <a:pt x="2847388" y="47958"/>
                  <a:pt x="2847326" y="48642"/>
                </a:cubicBezTo>
                <a:lnTo>
                  <a:pt x="2814479" y="48642"/>
                </a:lnTo>
                <a:cubicBezTo>
                  <a:pt x="2814479" y="53425"/>
                  <a:pt x="2815814" y="57098"/>
                  <a:pt x="2818486" y="59661"/>
                </a:cubicBezTo>
                <a:cubicBezTo>
                  <a:pt x="2821157" y="62223"/>
                  <a:pt x="2825009" y="63504"/>
                  <a:pt x="2830040" y="63504"/>
                </a:cubicBezTo>
                <a:cubicBezTo>
                  <a:pt x="2831407" y="63504"/>
                  <a:pt x="2832774" y="63449"/>
                  <a:pt x="2834141" y="63338"/>
                </a:cubicBezTo>
                <a:cubicBezTo>
                  <a:pt x="2835507" y="63227"/>
                  <a:pt x="2836827" y="63076"/>
                  <a:pt x="2838101" y="62886"/>
                </a:cubicBezTo>
                <a:cubicBezTo>
                  <a:pt x="2839374" y="62694"/>
                  <a:pt x="2840593" y="62480"/>
                  <a:pt x="2841758" y="62242"/>
                </a:cubicBezTo>
                <a:cubicBezTo>
                  <a:pt x="2842923" y="62003"/>
                  <a:pt x="2844002" y="61741"/>
                  <a:pt x="2844996" y="61454"/>
                </a:cubicBezTo>
                <a:lnTo>
                  <a:pt x="2844996" y="68117"/>
                </a:lnTo>
                <a:cubicBezTo>
                  <a:pt x="2842791" y="68752"/>
                  <a:pt x="2840298" y="69268"/>
                  <a:pt x="2837518" y="69665"/>
                </a:cubicBezTo>
                <a:cubicBezTo>
                  <a:pt x="2834738" y="70062"/>
                  <a:pt x="2831858" y="70260"/>
                  <a:pt x="2828876" y="70260"/>
                </a:cubicBezTo>
                <a:cubicBezTo>
                  <a:pt x="2824869" y="70260"/>
                  <a:pt x="2821421" y="69717"/>
                  <a:pt x="2818532" y="68629"/>
                </a:cubicBezTo>
                <a:cubicBezTo>
                  <a:pt x="2815644" y="67542"/>
                  <a:pt x="2813275" y="65966"/>
                  <a:pt x="2811427" y="63900"/>
                </a:cubicBezTo>
                <a:cubicBezTo>
                  <a:pt x="2809579" y="61835"/>
                  <a:pt x="2808212" y="59303"/>
                  <a:pt x="2807327" y="56306"/>
                </a:cubicBezTo>
                <a:cubicBezTo>
                  <a:pt x="2806442" y="53309"/>
                  <a:pt x="2805999" y="49915"/>
                  <a:pt x="2805999" y="46126"/>
                </a:cubicBezTo>
                <a:cubicBezTo>
                  <a:pt x="2805999" y="42833"/>
                  <a:pt x="2806473" y="39719"/>
                  <a:pt x="2807420" y="36784"/>
                </a:cubicBezTo>
                <a:cubicBezTo>
                  <a:pt x="2808368" y="33849"/>
                  <a:pt x="2809750" y="31271"/>
                  <a:pt x="2811567" y="29050"/>
                </a:cubicBezTo>
                <a:cubicBezTo>
                  <a:pt x="2813384" y="26829"/>
                  <a:pt x="2815613" y="25066"/>
                  <a:pt x="2818253" y="23762"/>
                </a:cubicBezTo>
                <a:cubicBezTo>
                  <a:pt x="2820893" y="22457"/>
                  <a:pt x="2823890" y="21805"/>
                  <a:pt x="2827245" y="21805"/>
                </a:cubicBezTo>
                <a:cubicBezTo>
                  <a:pt x="2830506" y="21805"/>
                  <a:pt x="2833395" y="22317"/>
                  <a:pt x="2835911" y="23342"/>
                </a:cubicBezTo>
                <a:cubicBezTo>
                  <a:pt x="2838427" y="24367"/>
                  <a:pt x="2840547" y="25820"/>
                  <a:pt x="2842271" y="27699"/>
                </a:cubicBezTo>
                <a:cubicBezTo>
                  <a:pt x="2843995" y="29578"/>
                  <a:pt x="2845299" y="31861"/>
                  <a:pt x="2846184" y="34548"/>
                </a:cubicBezTo>
                <a:cubicBezTo>
                  <a:pt x="2847070" y="37234"/>
                  <a:pt x="2847512" y="40240"/>
                  <a:pt x="2847512" y="43563"/>
                </a:cubicBezTo>
                <a:moveTo>
                  <a:pt x="2839079" y="42398"/>
                </a:moveTo>
                <a:cubicBezTo>
                  <a:pt x="2839172" y="40317"/>
                  <a:pt x="2838971" y="38415"/>
                  <a:pt x="2838474" y="36691"/>
                </a:cubicBezTo>
                <a:cubicBezTo>
                  <a:pt x="2837977" y="34967"/>
                  <a:pt x="2837208" y="33484"/>
                  <a:pt x="2836167" y="32241"/>
                </a:cubicBezTo>
                <a:cubicBezTo>
                  <a:pt x="2835127" y="30999"/>
                  <a:pt x="2833830" y="30028"/>
                  <a:pt x="2832277" y="29329"/>
                </a:cubicBezTo>
                <a:cubicBezTo>
                  <a:pt x="2830724" y="28631"/>
                  <a:pt x="2828922" y="28281"/>
                  <a:pt x="2826872" y="28281"/>
                </a:cubicBezTo>
                <a:cubicBezTo>
                  <a:pt x="2825102" y="28281"/>
                  <a:pt x="2823487" y="28623"/>
                  <a:pt x="2822027" y="29306"/>
                </a:cubicBezTo>
                <a:cubicBezTo>
                  <a:pt x="2820567" y="29989"/>
                  <a:pt x="2819309" y="30952"/>
                  <a:pt x="2818253" y="32195"/>
                </a:cubicBezTo>
                <a:cubicBezTo>
                  <a:pt x="2817197" y="33437"/>
                  <a:pt x="2816343" y="34928"/>
                  <a:pt x="2815690" y="36668"/>
                </a:cubicBezTo>
                <a:cubicBezTo>
                  <a:pt x="2815038" y="38407"/>
                  <a:pt x="2814634" y="40317"/>
                  <a:pt x="2814479" y="42398"/>
                </a:cubicBezTo>
                <a:lnTo>
                  <a:pt x="2839079" y="42398"/>
                </a:lnTo>
                <a:close/>
                <a:moveTo>
                  <a:pt x="2889913" y="69421"/>
                </a:moveTo>
                <a:lnTo>
                  <a:pt x="2889727" y="63119"/>
                </a:lnTo>
                <a:cubicBezTo>
                  <a:pt x="2887180" y="65639"/>
                  <a:pt x="2884594" y="67460"/>
                  <a:pt x="2881969" y="68580"/>
                </a:cubicBezTo>
                <a:cubicBezTo>
                  <a:pt x="2879344" y="69700"/>
                  <a:pt x="2876588" y="70260"/>
                  <a:pt x="2873699" y="70260"/>
                </a:cubicBezTo>
                <a:cubicBezTo>
                  <a:pt x="2871028" y="70260"/>
                  <a:pt x="2868745" y="69918"/>
                  <a:pt x="2866850" y="69234"/>
                </a:cubicBezTo>
                <a:cubicBezTo>
                  <a:pt x="2864955" y="68549"/>
                  <a:pt x="2863395" y="67608"/>
                  <a:pt x="2862168" y="66411"/>
                </a:cubicBezTo>
                <a:cubicBezTo>
                  <a:pt x="2860941" y="65213"/>
                  <a:pt x="2860040" y="63805"/>
                  <a:pt x="2859465" y="62187"/>
                </a:cubicBezTo>
                <a:cubicBezTo>
                  <a:pt x="2858891" y="60569"/>
                  <a:pt x="2858603" y="58811"/>
                  <a:pt x="2858603" y="56913"/>
                </a:cubicBezTo>
                <a:cubicBezTo>
                  <a:pt x="2858603" y="52215"/>
                  <a:pt x="2860351" y="48536"/>
                  <a:pt x="2863845" y="45877"/>
                </a:cubicBezTo>
                <a:cubicBezTo>
                  <a:pt x="2867339" y="43216"/>
                  <a:pt x="2872503" y="41886"/>
                  <a:pt x="2879337" y="41886"/>
                </a:cubicBezTo>
                <a:lnTo>
                  <a:pt x="2889028" y="41886"/>
                </a:lnTo>
                <a:lnTo>
                  <a:pt x="2889028" y="37800"/>
                </a:lnTo>
                <a:cubicBezTo>
                  <a:pt x="2889028" y="35046"/>
                  <a:pt x="2888142" y="32840"/>
                  <a:pt x="2886372" y="31184"/>
                </a:cubicBezTo>
                <a:cubicBezTo>
                  <a:pt x="2884602" y="29528"/>
                  <a:pt x="2881899" y="28700"/>
                  <a:pt x="2878265" y="28700"/>
                </a:cubicBezTo>
                <a:cubicBezTo>
                  <a:pt x="2875625" y="28700"/>
                  <a:pt x="2873024" y="29000"/>
                  <a:pt x="2870461" y="29599"/>
                </a:cubicBezTo>
                <a:cubicBezTo>
                  <a:pt x="2867898" y="30197"/>
                  <a:pt x="2865250" y="31047"/>
                  <a:pt x="2862517" y="32148"/>
                </a:cubicBezTo>
                <a:lnTo>
                  <a:pt x="2862517" y="24833"/>
                </a:lnTo>
                <a:cubicBezTo>
                  <a:pt x="2863542" y="24455"/>
                  <a:pt x="2864684" y="24084"/>
                  <a:pt x="2865942" y="23721"/>
                </a:cubicBezTo>
                <a:cubicBezTo>
                  <a:pt x="2867200" y="23358"/>
                  <a:pt x="2868527" y="23035"/>
                  <a:pt x="2869925" y="22751"/>
                </a:cubicBezTo>
                <a:cubicBezTo>
                  <a:pt x="2871323" y="22467"/>
                  <a:pt x="2872783" y="22238"/>
                  <a:pt x="2874305" y="22065"/>
                </a:cubicBezTo>
                <a:cubicBezTo>
                  <a:pt x="2875827" y="21892"/>
                  <a:pt x="2877364" y="21805"/>
                  <a:pt x="2878917" y="21805"/>
                </a:cubicBezTo>
                <a:cubicBezTo>
                  <a:pt x="2881744" y="21805"/>
                  <a:pt x="2884291" y="22115"/>
                  <a:pt x="2886558" y="22737"/>
                </a:cubicBezTo>
                <a:cubicBezTo>
                  <a:pt x="2888826" y="23358"/>
                  <a:pt x="2890744" y="24305"/>
                  <a:pt x="2892312" y="25579"/>
                </a:cubicBezTo>
                <a:cubicBezTo>
                  <a:pt x="2893881" y="26852"/>
                  <a:pt x="2895085" y="28452"/>
                  <a:pt x="2895923" y="30378"/>
                </a:cubicBezTo>
                <a:cubicBezTo>
                  <a:pt x="2896762" y="32304"/>
                  <a:pt x="2897181" y="34571"/>
                  <a:pt x="2897181" y="37180"/>
                </a:cubicBezTo>
                <a:lnTo>
                  <a:pt x="2897181" y="69421"/>
                </a:lnTo>
                <a:lnTo>
                  <a:pt x="2889913" y="69421"/>
                </a:lnTo>
                <a:moveTo>
                  <a:pt x="2889028" y="48083"/>
                </a:moveTo>
                <a:lnTo>
                  <a:pt x="2878731" y="48083"/>
                </a:lnTo>
                <a:cubicBezTo>
                  <a:pt x="2876712" y="48083"/>
                  <a:pt x="2874973" y="48285"/>
                  <a:pt x="2873513" y="48691"/>
                </a:cubicBezTo>
                <a:cubicBezTo>
                  <a:pt x="2872053" y="49096"/>
                  <a:pt x="2870857" y="49672"/>
                  <a:pt x="2869925" y="50419"/>
                </a:cubicBezTo>
                <a:cubicBezTo>
                  <a:pt x="2868993" y="51167"/>
                  <a:pt x="2868302" y="52063"/>
                  <a:pt x="2867852" y="53107"/>
                </a:cubicBezTo>
                <a:cubicBezTo>
                  <a:pt x="2867401" y="54151"/>
                  <a:pt x="2867176" y="55327"/>
                  <a:pt x="2867176" y="56635"/>
                </a:cubicBezTo>
                <a:cubicBezTo>
                  <a:pt x="2867176" y="57539"/>
                  <a:pt x="2867316" y="58404"/>
                  <a:pt x="2867596" y="59230"/>
                </a:cubicBezTo>
                <a:cubicBezTo>
                  <a:pt x="2867875" y="60055"/>
                  <a:pt x="2868326" y="60787"/>
                  <a:pt x="2868947" y="61425"/>
                </a:cubicBezTo>
                <a:cubicBezTo>
                  <a:pt x="2869568" y="62064"/>
                  <a:pt x="2870376" y="62570"/>
                  <a:pt x="2871370" y="62944"/>
                </a:cubicBezTo>
                <a:cubicBezTo>
                  <a:pt x="2872363" y="63318"/>
                  <a:pt x="2873575" y="63504"/>
                  <a:pt x="2875004" y="63504"/>
                </a:cubicBezTo>
                <a:cubicBezTo>
                  <a:pt x="2876867" y="63504"/>
                  <a:pt x="2879003" y="62936"/>
                  <a:pt x="2881410" y="61799"/>
                </a:cubicBezTo>
                <a:cubicBezTo>
                  <a:pt x="2883817" y="60662"/>
                  <a:pt x="2886356" y="58862"/>
                  <a:pt x="2889028" y="56401"/>
                </a:cubicBezTo>
                <a:lnTo>
                  <a:pt x="2889028" y="48083"/>
                </a:lnTo>
                <a:close/>
                <a:moveTo>
                  <a:pt x="2909344" y="47011"/>
                </a:moveTo>
                <a:cubicBezTo>
                  <a:pt x="2909344" y="43035"/>
                  <a:pt x="2909887" y="39502"/>
                  <a:pt x="2910974" y="36411"/>
                </a:cubicBezTo>
                <a:cubicBezTo>
                  <a:pt x="2912062" y="33321"/>
                  <a:pt x="2913607" y="30712"/>
                  <a:pt x="2915610" y="28584"/>
                </a:cubicBezTo>
                <a:cubicBezTo>
                  <a:pt x="2917614" y="26456"/>
                  <a:pt x="2920021" y="24841"/>
                  <a:pt x="2922832" y="23738"/>
                </a:cubicBezTo>
                <a:cubicBezTo>
                  <a:pt x="2925643" y="22636"/>
                  <a:pt x="2928772" y="22084"/>
                  <a:pt x="2932220" y="22084"/>
                </a:cubicBezTo>
                <a:cubicBezTo>
                  <a:pt x="2933711" y="22084"/>
                  <a:pt x="2935179" y="22178"/>
                  <a:pt x="2936623" y="22364"/>
                </a:cubicBezTo>
                <a:cubicBezTo>
                  <a:pt x="2938067" y="22550"/>
                  <a:pt x="2939488" y="22845"/>
                  <a:pt x="2940886" y="23249"/>
                </a:cubicBezTo>
                <a:lnTo>
                  <a:pt x="2940886" y="3541"/>
                </a:lnTo>
                <a:lnTo>
                  <a:pt x="2949040" y="3541"/>
                </a:lnTo>
                <a:lnTo>
                  <a:pt x="2949040" y="69421"/>
                </a:lnTo>
                <a:lnTo>
                  <a:pt x="2941771" y="69421"/>
                </a:lnTo>
                <a:lnTo>
                  <a:pt x="2941492" y="60569"/>
                </a:lnTo>
                <a:cubicBezTo>
                  <a:pt x="2939224" y="63862"/>
                  <a:pt x="2936771" y="66300"/>
                  <a:pt x="2934130" y="67884"/>
                </a:cubicBezTo>
                <a:cubicBezTo>
                  <a:pt x="2931490" y="69468"/>
                  <a:pt x="2928633" y="70260"/>
                  <a:pt x="2925558" y="70260"/>
                </a:cubicBezTo>
                <a:cubicBezTo>
                  <a:pt x="2922886" y="70260"/>
                  <a:pt x="2920533" y="69701"/>
                  <a:pt x="2918499" y="68583"/>
                </a:cubicBezTo>
                <a:cubicBezTo>
                  <a:pt x="2916464" y="67465"/>
                  <a:pt x="2914772" y="65888"/>
                  <a:pt x="2913420" y="63854"/>
                </a:cubicBezTo>
                <a:cubicBezTo>
                  <a:pt x="2912069" y="61819"/>
                  <a:pt x="2911052" y="59373"/>
                  <a:pt x="2910369" y="56516"/>
                </a:cubicBezTo>
                <a:cubicBezTo>
                  <a:pt x="2909685" y="53658"/>
                  <a:pt x="2909344" y="50490"/>
                  <a:pt x="2909344" y="47011"/>
                </a:cubicBezTo>
                <a:moveTo>
                  <a:pt x="2917637" y="46498"/>
                </a:moveTo>
                <a:cubicBezTo>
                  <a:pt x="2917637" y="52152"/>
                  <a:pt x="2918468" y="56368"/>
                  <a:pt x="2920130" y="59148"/>
                </a:cubicBezTo>
                <a:cubicBezTo>
                  <a:pt x="2921791" y="61928"/>
                  <a:pt x="2924144" y="63318"/>
                  <a:pt x="2927188" y="63318"/>
                </a:cubicBezTo>
                <a:cubicBezTo>
                  <a:pt x="2929238" y="63318"/>
                  <a:pt x="2931405" y="62402"/>
                  <a:pt x="2933688" y="60569"/>
                </a:cubicBezTo>
                <a:cubicBezTo>
                  <a:pt x="2935971" y="58736"/>
                  <a:pt x="2938370" y="56019"/>
                  <a:pt x="2940886" y="52416"/>
                </a:cubicBezTo>
                <a:lnTo>
                  <a:pt x="2940886" y="30704"/>
                </a:lnTo>
                <a:cubicBezTo>
                  <a:pt x="2939551" y="30083"/>
                  <a:pt x="2938075" y="29609"/>
                  <a:pt x="2936460" y="29283"/>
                </a:cubicBezTo>
                <a:cubicBezTo>
                  <a:pt x="2934845" y="28957"/>
                  <a:pt x="2933245" y="28794"/>
                  <a:pt x="2931661" y="28794"/>
                </a:cubicBezTo>
                <a:cubicBezTo>
                  <a:pt x="2927250" y="28794"/>
                  <a:pt x="2923810" y="30222"/>
                  <a:pt x="2921341" y="33080"/>
                </a:cubicBezTo>
                <a:cubicBezTo>
                  <a:pt x="2918872" y="35938"/>
                  <a:pt x="2917637" y="40410"/>
                  <a:pt x="2917637" y="46498"/>
                </a:cubicBezTo>
                <a:close/>
                <a:moveTo>
                  <a:pt x="2979513" y="29353"/>
                </a:moveTo>
                <a:lnTo>
                  <a:pt x="2965675" y="29353"/>
                </a:lnTo>
                <a:lnTo>
                  <a:pt x="2965675" y="22644"/>
                </a:lnTo>
                <a:lnTo>
                  <a:pt x="2987713" y="22644"/>
                </a:lnTo>
                <a:lnTo>
                  <a:pt x="2987713" y="62666"/>
                </a:lnTo>
                <a:lnTo>
                  <a:pt x="3001644" y="62666"/>
                </a:lnTo>
                <a:lnTo>
                  <a:pt x="3001644" y="69421"/>
                </a:lnTo>
                <a:lnTo>
                  <a:pt x="2964137" y="69421"/>
                </a:lnTo>
                <a:lnTo>
                  <a:pt x="2964137" y="62666"/>
                </a:lnTo>
                <a:lnTo>
                  <a:pt x="2979513" y="62666"/>
                </a:lnTo>
                <a:lnTo>
                  <a:pt x="2979513" y="29353"/>
                </a:lnTo>
                <a:moveTo>
                  <a:pt x="2982355" y="2982"/>
                </a:moveTo>
                <a:cubicBezTo>
                  <a:pt x="2983256" y="2982"/>
                  <a:pt x="2984094" y="3145"/>
                  <a:pt x="2984871" y="3471"/>
                </a:cubicBezTo>
                <a:cubicBezTo>
                  <a:pt x="2985647" y="3797"/>
                  <a:pt x="2986323" y="4255"/>
                  <a:pt x="2986897" y="4846"/>
                </a:cubicBezTo>
                <a:cubicBezTo>
                  <a:pt x="2987472" y="5436"/>
                  <a:pt x="2987922" y="6111"/>
                  <a:pt x="2988249" y="6872"/>
                </a:cubicBezTo>
                <a:cubicBezTo>
                  <a:pt x="2988575" y="7633"/>
                  <a:pt x="2988738" y="8464"/>
                  <a:pt x="2988738" y="9365"/>
                </a:cubicBezTo>
                <a:cubicBezTo>
                  <a:pt x="2988738" y="10235"/>
                  <a:pt x="2988575" y="11058"/>
                  <a:pt x="2988249" y="11834"/>
                </a:cubicBezTo>
                <a:cubicBezTo>
                  <a:pt x="2987922" y="12611"/>
                  <a:pt x="2987472" y="13294"/>
                  <a:pt x="2986897" y="13884"/>
                </a:cubicBezTo>
                <a:cubicBezTo>
                  <a:pt x="2986323" y="14474"/>
                  <a:pt x="2985647" y="14933"/>
                  <a:pt x="2984871" y="15259"/>
                </a:cubicBezTo>
                <a:cubicBezTo>
                  <a:pt x="2984094" y="15585"/>
                  <a:pt x="2983256" y="15748"/>
                  <a:pt x="2982355" y="15748"/>
                </a:cubicBezTo>
                <a:cubicBezTo>
                  <a:pt x="2981454" y="15748"/>
                  <a:pt x="2980615" y="15585"/>
                  <a:pt x="2979839" y="15259"/>
                </a:cubicBezTo>
                <a:cubicBezTo>
                  <a:pt x="2979062" y="14933"/>
                  <a:pt x="2978387" y="14474"/>
                  <a:pt x="2977812" y="13884"/>
                </a:cubicBezTo>
                <a:cubicBezTo>
                  <a:pt x="2977237" y="13294"/>
                  <a:pt x="2976787" y="12611"/>
                  <a:pt x="2976461" y="11834"/>
                </a:cubicBezTo>
                <a:cubicBezTo>
                  <a:pt x="2976135" y="11058"/>
                  <a:pt x="2975972" y="10235"/>
                  <a:pt x="2975972" y="9365"/>
                </a:cubicBezTo>
                <a:cubicBezTo>
                  <a:pt x="2975972" y="8464"/>
                  <a:pt x="2976135" y="7633"/>
                  <a:pt x="2976461" y="6872"/>
                </a:cubicBezTo>
                <a:cubicBezTo>
                  <a:pt x="2976787" y="6111"/>
                  <a:pt x="2977237" y="5436"/>
                  <a:pt x="2977812" y="4846"/>
                </a:cubicBezTo>
                <a:cubicBezTo>
                  <a:pt x="2978387" y="4255"/>
                  <a:pt x="2979062" y="3797"/>
                  <a:pt x="2979839" y="3471"/>
                </a:cubicBezTo>
                <a:cubicBezTo>
                  <a:pt x="2980615" y="3145"/>
                  <a:pt x="2981454" y="2982"/>
                  <a:pt x="2982355" y="2982"/>
                </a:cubicBezTo>
                <a:close/>
                <a:moveTo>
                  <a:pt x="3015437" y="22644"/>
                </a:moveTo>
                <a:lnTo>
                  <a:pt x="3022659" y="22644"/>
                </a:lnTo>
                <a:lnTo>
                  <a:pt x="3022985" y="30191"/>
                </a:lnTo>
                <a:cubicBezTo>
                  <a:pt x="3024351" y="28576"/>
                  <a:pt x="3025671" y="27233"/>
                  <a:pt x="3026945" y="26161"/>
                </a:cubicBezTo>
                <a:cubicBezTo>
                  <a:pt x="3028218" y="25090"/>
                  <a:pt x="3029469" y="24228"/>
                  <a:pt x="3030696" y="23575"/>
                </a:cubicBezTo>
                <a:cubicBezTo>
                  <a:pt x="3031922" y="22923"/>
                  <a:pt x="3033173" y="22465"/>
                  <a:pt x="3034446" y="22201"/>
                </a:cubicBezTo>
                <a:cubicBezTo>
                  <a:pt x="3035720" y="21937"/>
                  <a:pt x="3037040" y="21805"/>
                  <a:pt x="3038406" y="21805"/>
                </a:cubicBezTo>
                <a:cubicBezTo>
                  <a:pt x="3043221" y="21805"/>
                  <a:pt x="3046863" y="23226"/>
                  <a:pt x="3049332" y="26068"/>
                </a:cubicBezTo>
                <a:cubicBezTo>
                  <a:pt x="3051802" y="28910"/>
                  <a:pt x="3053036" y="33189"/>
                  <a:pt x="3053036" y="38904"/>
                </a:cubicBezTo>
                <a:lnTo>
                  <a:pt x="3053036" y="69421"/>
                </a:lnTo>
                <a:lnTo>
                  <a:pt x="3044929" y="69421"/>
                </a:lnTo>
                <a:lnTo>
                  <a:pt x="3044929" y="39556"/>
                </a:lnTo>
                <a:cubicBezTo>
                  <a:pt x="3044929" y="35891"/>
                  <a:pt x="3044246" y="33181"/>
                  <a:pt x="3042879" y="31426"/>
                </a:cubicBezTo>
                <a:cubicBezTo>
                  <a:pt x="3041513" y="29671"/>
                  <a:pt x="3039478" y="28794"/>
                  <a:pt x="3036776" y="28794"/>
                </a:cubicBezTo>
                <a:cubicBezTo>
                  <a:pt x="3035782" y="28794"/>
                  <a:pt x="3034811" y="28941"/>
                  <a:pt x="3033864" y="29236"/>
                </a:cubicBezTo>
                <a:cubicBezTo>
                  <a:pt x="3032916" y="29531"/>
                  <a:pt x="3031930" y="30044"/>
                  <a:pt x="3030905" y="30774"/>
                </a:cubicBezTo>
                <a:cubicBezTo>
                  <a:pt x="3029880" y="31504"/>
                  <a:pt x="3028770" y="32490"/>
                  <a:pt x="3027574" y="33732"/>
                </a:cubicBezTo>
                <a:cubicBezTo>
                  <a:pt x="3026378" y="34975"/>
                  <a:pt x="3025035" y="36528"/>
                  <a:pt x="3023544" y="38391"/>
                </a:cubicBezTo>
                <a:lnTo>
                  <a:pt x="3023544" y="69421"/>
                </a:lnTo>
                <a:lnTo>
                  <a:pt x="3015437" y="69421"/>
                </a:lnTo>
                <a:lnTo>
                  <a:pt x="3015437" y="22644"/>
                </a:lnTo>
                <a:close/>
                <a:moveTo>
                  <a:pt x="3100981" y="29260"/>
                </a:moveTo>
                <a:cubicBezTo>
                  <a:pt x="3101850" y="30347"/>
                  <a:pt x="3102526" y="31612"/>
                  <a:pt x="3103007" y="33057"/>
                </a:cubicBezTo>
                <a:cubicBezTo>
                  <a:pt x="3103489" y="34501"/>
                  <a:pt x="3103730" y="36062"/>
                  <a:pt x="3103730" y="37739"/>
                </a:cubicBezTo>
                <a:cubicBezTo>
                  <a:pt x="3103730" y="40162"/>
                  <a:pt x="3103287" y="42375"/>
                  <a:pt x="3102402" y="44379"/>
                </a:cubicBezTo>
                <a:cubicBezTo>
                  <a:pt x="3101517" y="46382"/>
                  <a:pt x="3100266" y="48098"/>
                  <a:pt x="3098651" y="49527"/>
                </a:cubicBezTo>
                <a:cubicBezTo>
                  <a:pt x="3097036" y="50956"/>
                  <a:pt x="3095102" y="52066"/>
                  <a:pt x="3092851" y="52858"/>
                </a:cubicBezTo>
                <a:cubicBezTo>
                  <a:pt x="3090599" y="53650"/>
                  <a:pt x="3088121" y="54046"/>
                  <a:pt x="3085419" y="54046"/>
                </a:cubicBezTo>
                <a:cubicBezTo>
                  <a:pt x="3083462" y="54046"/>
                  <a:pt x="3081630" y="53837"/>
                  <a:pt x="3079921" y="53417"/>
                </a:cubicBezTo>
                <a:cubicBezTo>
                  <a:pt x="3078213" y="52998"/>
                  <a:pt x="3076862" y="52478"/>
                  <a:pt x="3075868" y="51856"/>
                </a:cubicBezTo>
                <a:cubicBezTo>
                  <a:pt x="3075278" y="52726"/>
                  <a:pt x="3074781" y="53548"/>
                  <a:pt x="3074377" y="54321"/>
                </a:cubicBezTo>
                <a:cubicBezTo>
                  <a:pt x="3073973" y="55094"/>
                  <a:pt x="3073771" y="55959"/>
                  <a:pt x="3073771" y="56916"/>
                </a:cubicBezTo>
                <a:cubicBezTo>
                  <a:pt x="3073771" y="58089"/>
                  <a:pt x="3074338" y="59061"/>
                  <a:pt x="3075472" y="59832"/>
                </a:cubicBezTo>
                <a:cubicBezTo>
                  <a:pt x="3076606" y="60603"/>
                  <a:pt x="3078104" y="61019"/>
                  <a:pt x="3079968" y="61082"/>
                </a:cubicBezTo>
                <a:lnTo>
                  <a:pt x="3092268" y="61548"/>
                </a:lnTo>
                <a:cubicBezTo>
                  <a:pt x="3094598" y="61610"/>
                  <a:pt x="3096749" y="61905"/>
                  <a:pt x="3098721" y="62434"/>
                </a:cubicBezTo>
                <a:cubicBezTo>
                  <a:pt x="3100693" y="62963"/>
                  <a:pt x="3102386" y="63726"/>
                  <a:pt x="3103800" y="64722"/>
                </a:cubicBezTo>
                <a:cubicBezTo>
                  <a:pt x="3105213" y="65716"/>
                  <a:pt x="3106316" y="66945"/>
                  <a:pt x="3107108" y="68408"/>
                </a:cubicBezTo>
                <a:cubicBezTo>
                  <a:pt x="3107900" y="69870"/>
                  <a:pt x="3108296" y="71566"/>
                  <a:pt x="3108296" y="73495"/>
                </a:cubicBezTo>
                <a:cubicBezTo>
                  <a:pt x="3108296" y="75580"/>
                  <a:pt x="3107845" y="77556"/>
                  <a:pt x="3106944" y="79423"/>
                </a:cubicBezTo>
                <a:cubicBezTo>
                  <a:pt x="3106044" y="81289"/>
                  <a:pt x="3104654" y="82930"/>
                  <a:pt x="3102775" y="84345"/>
                </a:cubicBezTo>
                <a:cubicBezTo>
                  <a:pt x="3100895" y="85762"/>
                  <a:pt x="3098511" y="86889"/>
                  <a:pt x="3095623" y="87729"/>
                </a:cubicBezTo>
                <a:cubicBezTo>
                  <a:pt x="3092734" y="88570"/>
                  <a:pt x="3089302" y="88990"/>
                  <a:pt x="3085326" y="88990"/>
                </a:cubicBezTo>
                <a:cubicBezTo>
                  <a:pt x="3081537" y="88990"/>
                  <a:pt x="3078314" y="88687"/>
                  <a:pt x="3075658" y="88080"/>
                </a:cubicBezTo>
                <a:cubicBezTo>
                  <a:pt x="3073003" y="87473"/>
                  <a:pt x="3070820" y="86633"/>
                  <a:pt x="3069112" y="85560"/>
                </a:cubicBezTo>
                <a:cubicBezTo>
                  <a:pt x="3067404" y="84486"/>
                  <a:pt x="3066161" y="83210"/>
                  <a:pt x="3065385" y="81732"/>
                </a:cubicBezTo>
                <a:cubicBezTo>
                  <a:pt x="3064608" y="80255"/>
                  <a:pt x="3064220" y="78629"/>
                  <a:pt x="3064220" y="76856"/>
                </a:cubicBezTo>
                <a:cubicBezTo>
                  <a:pt x="3064220" y="74584"/>
                  <a:pt x="3064748" y="72593"/>
                  <a:pt x="3065804" y="70882"/>
                </a:cubicBezTo>
                <a:cubicBezTo>
                  <a:pt x="3066860" y="69172"/>
                  <a:pt x="3068491" y="67523"/>
                  <a:pt x="3070696" y="65936"/>
                </a:cubicBezTo>
                <a:cubicBezTo>
                  <a:pt x="3069889" y="65564"/>
                  <a:pt x="3069190" y="65099"/>
                  <a:pt x="3068600" y="64541"/>
                </a:cubicBezTo>
                <a:cubicBezTo>
                  <a:pt x="3068009" y="63983"/>
                  <a:pt x="3067528" y="63371"/>
                  <a:pt x="3067155" y="62705"/>
                </a:cubicBezTo>
                <a:cubicBezTo>
                  <a:pt x="3066783" y="62038"/>
                  <a:pt x="3066503" y="61333"/>
                  <a:pt x="3066317" y="60589"/>
                </a:cubicBezTo>
                <a:cubicBezTo>
                  <a:pt x="3066130" y="59845"/>
                  <a:pt x="3066037" y="59116"/>
                  <a:pt x="3066037" y="58404"/>
                </a:cubicBezTo>
                <a:cubicBezTo>
                  <a:pt x="3066037" y="56389"/>
                  <a:pt x="3066511" y="54545"/>
                  <a:pt x="3067458" y="52871"/>
                </a:cubicBezTo>
                <a:cubicBezTo>
                  <a:pt x="3068405" y="51198"/>
                  <a:pt x="3069531" y="49617"/>
                  <a:pt x="3070836" y="48129"/>
                </a:cubicBezTo>
                <a:cubicBezTo>
                  <a:pt x="3070246" y="47415"/>
                  <a:pt x="3069726" y="46716"/>
                  <a:pt x="3069275" y="46033"/>
                </a:cubicBezTo>
                <a:cubicBezTo>
                  <a:pt x="3068825" y="45349"/>
                  <a:pt x="3068437" y="44611"/>
                  <a:pt x="3068110" y="43819"/>
                </a:cubicBezTo>
                <a:cubicBezTo>
                  <a:pt x="3067784" y="43027"/>
                  <a:pt x="3067536" y="42173"/>
                  <a:pt x="3067365" y="41257"/>
                </a:cubicBezTo>
                <a:cubicBezTo>
                  <a:pt x="3067194" y="40341"/>
                  <a:pt x="3067109" y="39292"/>
                  <a:pt x="3067109" y="38112"/>
                </a:cubicBezTo>
                <a:cubicBezTo>
                  <a:pt x="3067109" y="35689"/>
                  <a:pt x="3067551" y="33476"/>
                  <a:pt x="3068437" y="31473"/>
                </a:cubicBezTo>
                <a:cubicBezTo>
                  <a:pt x="3069322" y="29469"/>
                  <a:pt x="3070564" y="27753"/>
                  <a:pt x="3072164" y="26324"/>
                </a:cubicBezTo>
                <a:cubicBezTo>
                  <a:pt x="3073764" y="24895"/>
                  <a:pt x="3075689" y="23785"/>
                  <a:pt x="3077941" y="22993"/>
                </a:cubicBezTo>
                <a:cubicBezTo>
                  <a:pt x="3080193" y="22201"/>
                  <a:pt x="3082686" y="21805"/>
                  <a:pt x="3085419" y="21805"/>
                </a:cubicBezTo>
                <a:cubicBezTo>
                  <a:pt x="3086568" y="21805"/>
                  <a:pt x="3087671" y="21883"/>
                  <a:pt x="3088727" y="22038"/>
                </a:cubicBezTo>
                <a:cubicBezTo>
                  <a:pt x="3089783" y="22193"/>
                  <a:pt x="3090715" y="22395"/>
                  <a:pt x="3091523" y="22644"/>
                </a:cubicBezTo>
                <a:lnTo>
                  <a:pt x="3108482" y="22644"/>
                </a:lnTo>
                <a:lnTo>
                  <a:pt x="3108482" y="29260"/>
                </a:lnTo>
                <a:lnTo>
                  <a:pt x="3100981" y="29260"/>
                </a:lnTo>
                <a:moveTo>
                  <a:pt x="3072839" y="76157"/>
                </a:moveTo>
                <a:cubicBezTo>
                  <a:pt x="3072839" y="78369"/>
                  <a:pt x="3073989" y="79981"/>
                  <a:pt x="3076287" y="80994"/>
                </a:cubicBezTo>
                <a:cubicBezTo>
                  <a:pt x="3078586" y="82007"/>
                  <a:pt x="3081785" y="82514"/>
                  <a:pt x="3085885" y="82514"/>
                </a:cubicBezTo>
                <a:cubicBezTo>
                  <a:pt x="3088463" y="82514"/>
                  <a:pt x="3090630" y="82280"/>
                  <a:pt x="3092385" y="81812"/>
                </a:cubicBezTo>
                <a:cubicBezTo>
                  <a:pt x="3094140" y="81345"/>
                  <a:pt x="3095553" y="80730"/>
                  <a:pt x="3096624" y="79966"/>
                </a:cubicBezTo>
                <a:cubicBezTo>
                  <a:pt x="3097696" y="79202"/>
                  <a:pt x="3098465" y="78329"/>
                  <a:pt x="3098931" y="77348"/>
                </a:cubicBezTo>
                <a:cubicBezTo>
                  <a:pt x="3099397" y="76367"/>
                  <a:pt x="3099630" y="75361"/>
                  <a:pt x="3099630" y="74333"/>
                </a:cubicBezTo>
                <a:cubicBezTo>
                  <a:pt x="3099630" y="72431"/>
                  <a:pt x="3098853" y="71028"/>
                  <a:pt x="3097300" y="70125"/>
                </a:cubicBezTo>
                <a:cubicBezTo>
                  <a:pt x="3095747" y="69221"/>
                  <a:pt x="3093371" y="68692"/>
                  <a:pt x="3090172" y="68536"/>
                </a:cubicBezTo>
                <a:lnTo>
                  <a:pt x="3077965" y="68117"/>
                </a:lnTo>
                <a:cubicBezTo>
                  <a:pt x="3076939" y="68802"/>
                  <a:pt x="3076093" y="69472"/>
                  <a:pt x="3075425" y="70126"/>
                </a:cubicBezTo>
                <a:cubicBezTo>
                  <a:pt x="3074757" y="70781"/>
                  <a:pt x="3074237" y="71444"/>
                  <a:pt x="3073864" y="72114"/>
                </a:cubicBezTo>
                <a:cubicBezTo>
                  <a:pt x="3073492" y="72783"/>
                  <a:pt x="3073228" y="73453"/>
                  <a:pt x="3073072" y="74123"/>
                </a:cubicBezTo>
                <a:cubicBezTo>
                  <a:pt x="3072917" y="74794"/>
                  <a:pt x="3072839" y="75472"/>
                  <a:pt x="3072839" y="76157"/>
                </a:cubicBezTo>
                <a:moveTo>
                  <a:pt x="3075309" y="37926"/>
                </a:moveTo>
                <a:cubicBezTo>
                  <a:pt x="3075309" y="39416"/>
                  <a:pt x="3075557" y="40783"/>
                  <a:pt x="3076054" y="42026"/>
                </a:cubicBezTo>
                <a:cubicBezTo>
                  <a:pt x="3076551" y="43268"/>
                  <a:pt x="3077250" y="44324"/>
                  <a:pt x="3078151" y="45194"/>
                </a:cubicBezTo>
                <a:cubicBezTo>
                  <a:pt x="3079052" y="46064"/>
                  <a:pt x="3080115" y="46739"/>
                  <a:pt x="3081342" y="47221"/>
                </a:cubicBezTo>
                <a:cubicBezTo>
                  <a:pt x="3082569" y="47702"/>
                  <a:pt x="3083928" y="47943"/>
                  <a:pt x="3085419" y="47943"/>
                </a:cubicBezTo>
                <a:cubicBezTo>
                  <a:pt x="3087034" y="47943"/>
                  <a:pt x="3088471" y="47671"/>
                  <a:pt x="3089729" y="47127"/>
                </a:cubicBezTo>
                <a:cubicBezTo>
                  <a:pt x="3090987" y="46584"/>
                  <a:pt x="3092043" y="45846"/>
                  <a:pt x="3092897" y="44914"/>
                </a:cubicBezTo>
                <a:cubicBezTo>
                  <a:pt x="3093751" y="43982"/>
                  <a:pt x="3094404" y="42911"/>
                  <a:pt x="3094854" y="41699"/>
                </a:cubicBezTo>
                <a:cubicBezTo>
                  <a:pt x="3095304" y="40488"/>
                  <a:pt x="3095530" y="39230"/>
                  <a:pt x="3095530" y="37926"/>
                </a:cubicBezTo>
                <a:cubicBezTo>
                  <a:pt x="3095530" y="36435"/>
                  <a:pt x="3095281" y="35068"/>
                  <a:pt x="3094784" y="33826"/>
                </a:cubicBezTo>
                <a:cubicBezTo>
                  <a:pt x="3094287" y="32583"/>
                  <a:pt x="3093588" y="31527"/>
                  <a:pt x="3092687" y="30657"/>
                </a:cubicBezTo>
                <a:cubicBezTo>
                  <a:pt x="3091787" y="29788"/>
                  <a:pt x="3090723" y="29112"/>
                  <a:pt x="3089496" y="28631"/>
                </a:cubicBezTo>
                <a:cubicBezTo>
                  <a:pt x="3088269" y="28149"/>
                  <a:pt x="3086910" y="27908"/>
                  <a:pt x="3085419" y="27908"/>
                </a:cubicBezTo>
                <a:cubicBezTo>
                  <a:pt x="3083804" y="27908"/>
                  <a:pt x="3082367" y="28188"/>
                  <a:pt x="3081109" y="28747"/>
                </a:cubicBezTo>
                <a:cubicBezTo>
                  <a:pt x="3079851" y="29306"/>
                  <a:pt x="3078795" y="30044"/>
                  <a:pt x="3077941" y="30960"/>
                </a:cubicBezTo>
                <a:cubicBezTo>
                  <a:pt x="3077087" y="31876"/>
                  <a:pt x="3076435" y="32940"/>
                  <a:pt x="3075984" y="34152"/>
                </a:cubicBezTo>
                <a:cubicBezTo>
                  <a:pt x="3075534" y="35363"/>
                  <a:pt x="3075309" y="36621"/>
                  <a:pt x="3075309" y="37926"/>
                </a:cubicBezTo>
                <a:close/>
                <a:moveTo>
                  <a:pt x="3195147" y="3541"/>
                </a:moveTo>
                <a:lnTo>
                  <a:pt x="3193796" y="25439"/>
                </a:lnTo>
                <a:lnTo>
                  <a:pt x="3185782" y="25439"/>
                </a:lnTo>
                <a:lnTo>
                  <a:pt x="3184477" y="3541"/>
                </a:lnTo>
                <a:lnTo>
                  <a:pt x="3195147" y="3541"/>
                </a:lnTo>
                <a:close/>
                <a:moveTo>
                  <a:pt x="3256816" y="29260"/>
                </a:moveTo>
                <a:cubicBezTo>
                  <a:pt x="3257685" y="30347"/>
                  <a:pt x="3258361" y="31612"/>
                  <a:pt x="3258842" y="33057"/>
                </a:cubicBezTo>
                <a:cubicBezTo>
                  <a:pt x="3259324" y="34501"/>
                  <a:pt x="3259565" y="36062"/>
                  <a:pt x="3259565" y="37739"/>
                </a:cubicBezTo>
                <a:cubicBezTo>
                  <a:pt x="3259565" y="40162"/>
                  <a:pt x="3259122" y="42375"/>
                  <a:pt x="3258237" y="44379"/>
                </a:cubicBezTo>
                <a:cubicBezTo>
                  <a:pt x="3257351" y="46382"/>
                  <a:pt x="3256101" y="48098"/>
                  <a:pt x="3254486" y="49527"/>
                </a:cubicBezTo>
                <a:cubicBezTo>
                  <a:pt x="3252871" y="50956"/>
                  <a:pt x="3250937" y="52066"/>
                  <a:pt x="3248685" y="52858"/>
                </a:cubicBezTo>
                <a:cubicBezTo>
                  <a:pt x="3246434" y="53650"/>
                  <a:pt x="3243956" y="54046"/>
                  <a:pt x="3241254" y="54046"/>
                </a:cubicBezTo>
                <a:cubicBezTo>
                  <a:pt x="3239297" y="54046"/>
                  <a:pt x="3237465" y="53837"/>
                  <a:pt x="3235756" y="53417"/>
                </a:cubicBezTo>
                <a:cubicBezTo>
                  <a:pt x="3234048" y="52998"/>
                  <a:pt x="3232697" y="52478"/>
                  <a:pt x="3231703" y="51856"/>
                </a:cubicBezTo>
                <a:cubicBezTo>
                  <a:pt x="3231113" y="52726"/>
                  <a:pt x="3230616" y="53548"/>
                  <a:pt x="3230212" y="54321"/>
                </a:cubicBezTo>
                <a:cubicBezTo>
                  <a:pt x="3229808" y="55094"/>
                  <a:pt x="3229606" y="55959"/>
                  <a:pt x="3229606" y="56916"/>
                </a:cubicBezTo>
                <a:cubicBezTo>
                  <a:pt x="3229606" y="58089"/>
                  <a:pt x="3230173" y="59061"/>
                  <a:pt x="3231307" y="59832"/>
                </a:cubicBezTo>
                <a:cubicBezTo>
                  <a:pt x="3232440" y="60603"/>
                  <a:pt x="3233939" y="61019"/>
                  <a:pt x="3235803" y="61082"/>
                </a:cubicBezTo>
                <a:lnTo>
                  <a:pt x="3248103" y="61548"/>
                </a:lnTo>
                <a:cubicBezTo>
                  <a:pt x="3250433" y="61610"/>
                  <a:pt x="3252584" y="61905"/>
                  <a:pt x="3254556" y="62434"/>
                </a:cubicBezTo>
                <a:cubicBezTo>
                  <a:pt x="3256528" y="62963"/>
                  <a:pt x="3258221" y="63726"/>
                  <a:pt x="3259634" y="64722"/>
                </a:cubicBezTo>
                <a:cubicBezTo>
                  <a:pt x="3261048" y="65716"/>
                  <a:pt x="3262150" y="66945"/>
                  <a:pt x="3262942" y="68408"/>
                </a:cubicBezTo>
                <a:cubicBezTo>
                  <a:pt x="3263735" y="69870"/>
                  <a:pt x="3264131" y="71566"/>
                  <a:pt x="3264131" y="73495"/>
                </a:cubicBezTo>
                <a:cubicBezTo>
                  <a:pt x="3264131" y="75580"/>
                  <a:pt x="3263680" y="77556"/>
                  <a:pt x="3262779" y="79423"/>
                </a:cubicBezTo>
                <a:cubicBezTo>
                  <a:pt x="3261879" y="81289"/>
                  <a:pt x="3260489" y="82930"/>
                  <a:pt x="3258609" y="84345"/>
                </a:cubicBezTo>
                <a:cubicBezTo>
                  <a:pt x="3256730" y="85762"/>
                  <a:pt x="3254346" y="86889"/>
                  <a:pt x="3251458" y="87729"/>
                </a:cubicBezTo>
                <a:cubicBezTo>
                  <a:pt x="3248569" y="88570"/>
                  <a:pt x="3245137" y="88990"/>
                  <a:pt x="3241161" y="88990"/>
                </a:cubicBezTo>
                <a:cubicBezTo>
                  <a:pt x="3237371" y="88990"/>
                  <a:pt x="3234149" y="88687"/>
                  <a:pt x="3231493" y="88080"/>
                </a:cubicBezTo>
                <a:cubicBezTo>
                  <a:pt x="3228837" y="87473"/>
                  <a:pt x="3226655" y="86633"/>
                  <a:pt x="3224947" y="85560"/>
                </a:cubicBezTo>
                <a:cubicBezTo>
                  <a:pt x="3223239" y="84486"/>
                  <a:pt x="3221996" y="83210"/>
                  <a:pt x="3221220" y="81732"/>
                </a:cubicBezTo>
                <a:cubicBezTo>
                  <a:pt x="3220443" y="80255"/>
                  <a:pt x="3220055" y="78629"/>
                  <a:pt x="3220055" y="76856"/>
                </a:cubicBezTo>
                <a:cubicBezTo>
                  <a:pt x="3220055" y="74584"/>
                  <a:pt x="3220583" y="72593"/>
                  <a:pt x="3221639" y="70882"/>
                </a:cubicBezTo>
                <a:cubicBezTo>
                  <a:pt x="3222695" y="69172"/>
                  <a:pt x="3224326" y="67523"/>
                  <a:pt x="3226531" y="65936"/>
                </a:cubicBezTo>
                <a:cubicBezTo>
                  <a:pt x="3225724" y="65564"/>
                  <a:pt x="3225025" y="65099"/>
                  <a:pt x="3224435" y="64541"/>
                </a:cubicBezTo>
                <a:cubicBezTo>
                  <a:pt x="3223844" y="63983"/>
                  <a:pt x="3223363" y="63371"/>
                  <a:pt x="3222990" y="62705"/>
                </a:cubicBezTo>
                <a:cubicBezTo>
                  <a:pt x="3222617" y="62038"/>
                  <a:pt x="3222338" y="61333"/>
                  <a:pt x="3222152" y="60589"/>
                </a:cubicBezTo>
                <a:cubicBezTo>
                  <a:pt x="3221965" y="59845"/>
                  <a:pt x="3221872" y="59116"/>
                  <a:pt x="3221872" y="58404"/>
                </a:cubicBezTo>
                <a:cubicBezTo>
                  <a:pt x="3221872" y="56389"/>
                  <a:pt x="3222346" y="54545"/>
                  <a:pt x="3223293" y="52871"/>
                </a:cubicBezTo>
                <a:cubicBezTo>
                  <a:pt x="3224240" y="51198"/>
                  <a:pt x="3225366" y="49617"/>
                  <a:pt x="3226671" y="48129"/>
                </a:cubicBezTo>
                <a:cubicBezTo>
                  <a:pt x="3226081" y="47415"/>
                  <a:pt x="3225560" y="46716"/>
                  <a:pt x="3225110" y="46033"/>
                </a:cubicBezTo>
                <a:cubicBezTo>
                  <a:pt x="3224660" y="45349"/>
                  <a:pt x="3224271" y="44611"/>
                  <a:pt x="3223945" y="43819"/>
                </a:cubicBezTo>
                <a:cubicBezTo>
                  <a:pt x="3223619" y="43027"/>
                  <a:pt x="3223371" y="42173"/>
                  <a:pt x="3223200" y="41257"/>
                </a:cubicBezTo>
                <a:cubicBezTo>
                  <a:pt x="3223029" y="40341"/>
                  <a:pt x="3222944" y="39292"/>
                  <a:pt x="3222944" y="38112"/>
                </a:cubicBezTo>
                <a:cubicBezTo>
                  <a:pt x="3222944" y="35689"/>
                  <a:pt x="3223386" y="33476"/>
                  <a:pt x="3224271" y="31473"/>
                </a:cubicBezTo>
                <a:cubicBezTo>
                  <a:pt x="3225157" y="29469"/>
                  <a:pt x="3226399" y="27753"/>
                  <a:pt x="3227999" y="26324"/>
                </a:cubicBezTo>
                <a:cubicBezTo>
                  <a:pt x="3229598" y="24895"/>
                  <a:pt x="3231524" y="23785"/>
                  <a:pt x="3233776" y="22993"/>
                </a:cubicBezTo>
                <a:cubicBezTo>
                  <a:pt x="3236028" y="22201"/>
                  <a:pt x="3238521" y="21805"/>
                  <a:pt x="3241254" y="21805"/>
                </a:cubicBezTo>
                <a:cubicBezTo>
                  <a:pt x="3242403" y="21805"/>
                  <a:pt x="3243506" y="21883"/>
                  <a:pt x="3244562" y="22038"/>
                </a:cubicBezTo>
                <a:cubicBezTo>
                  <a:pt x="3245618" y="22193"/>
                  <a:pt x="3246550" y="22395"/>
                  <a:pt x="3247358" y="22644"/>
                </a:cubicBezTo>
                <a:lnTo>
                  <a:pt x="3264317" y="22644"/>
                </a:lnTo>
                <a:lnTo>
                  <a:pt x="3264317" y="29260"/>
                </a:lnTo>
                <a:lnTo>
                  <a:pt x="3256816" y="29260"/>
                </a:lnTo>
                <a:moveTo>
                  <a:pt x="3228674" y="76157"/>
                </a:moveTo>
                <a:cubicBezTo>
                  <a:pt x="3228674" y="78369"/>
                  <a:pt x="3229824" y="79981"/>
                  <a:pt x="3232122" y="80994"/>
                </a:cubicBezTo>
                <a:cubicBezTo>
                  <a:pt x="3234421" y="82007"/>
                  <a:pt x="3237620" y="82514"/>
                  <a:pt x="3241720" y="82514"/>
                </a:cubicBezTo>
                <a:cubicBezTo>
                  <a:pt x="3244298" y="82514"/>
                  <a:pt x="3246465" y="82280"/>
                  <a:pt x="3248220" y="81812"/>
                </a:cubicBezTo>
                <a:cubicBezTo>
                  <a:pt x="3249974" y="81345"/>
                  <a:pt x="3251388" y="80730"/>
                  <a:pt x="3252459" y="79966"/>
                </a:cubicBezTo>
                <a:cubicBezTo>
                  <a:pt x="3253531" y="79202"/>
                  <a:pt x="3254300" y="78329"/>
                  <a:pt x="3254766" y="77348"/>
                </a:cubicBezTo>
                <a:cubicBezTo>
                  <a:pt x="3255232" y="76367"/>
                  <a:pt x="3255465" y="75361"/>
                  <a:pt x="3255465" y="74333"/>
                </a:cubicBezTo>
                <a:cubicBezTo>
                  <a:pt x="3255465" y="72431"/>
                  <a:pt x="3254688" y="71028"/>
                  <a:pt x="3253135" y="70125"/>
                </a:cubicBezTo>
                <a:cubicBezTo>
                  <a:pt x="3251582" y="69221"/>
                  <a:pt x="3249206" y="68692"/>
                  <a:pt x="3246006" y="68536"/>
                </a:cubicBezTo>
                <a:lnTo>
                  <a:pt x="3233799" y="68117"/>
                </a:lnTo>
                <a:cubicBezTo>
                  <a:pt x="3232774" y="68802"/>
                  <a:pt x="3231928" y="69472"/>
                  <a:pt x="3231260" y="70126"/>
                </a:cubicBezTo>
                <a:cubicBezTo>
                  <a:pt x="3230592" y="70781"/>
                  <a:pt x="3230072" y="71444"/>
                  <a:pt x="3229699" y="72114"/>
                </a:cubicBezTo>
                <a:cubicBezTo>
                  <a:pt x="3229327" y="72783"/>
                  <a:pt x="3229063" y="73453"/>
                  <a:pt x="3228907" y="74123"/>
                </a:cubicBezTo>
                <a:cubicBezTo>
                  <a:pt x="3228752" y="74794"/>
                  <a:pt x="3228674" y="75472"/>
                  <a:pt x="3228674" y="76157"/>
                </a:cubicBezTo>
                <a:moveTo>
                  <a:pt x="3231144" y="37926"/>
                </a:moveTo>
                <a:cubicBezTo>
                  <a:pt x="3231144" y="39416"/>
                  <a:pt x="3231392" y="40783"/>
                  <a:pt x="3231889" y="42026"/>
                </a:cubicBezTo>
                <a:cubicBezTo>
                  <a:pt x="3232386" y="43268"/>
                  <a:pt x="3233085" y="44324"/>
                  <a:pt x="3233986" y="45194"/>
                </a:cubicBezTo>
                <a:cubicBezTo>
                  <a:pt x="3234887" y="46064"/>
                  <a:pt x="3235950" y="46739"/>
                  <a:pt x="3237177" y="47221"/>
                </a:cubicBezTo>
                <a:cubicBezTo>
                  <a:pt x="3238404" y="47702"/>
                  <a:pt x="3239763" y="47943"/>
                  <a:pt x="3241254" y="47943"/>
                </a:cubicBezTo>
                <a:cubicBezTo>
                  <a:pt x="3242869" y="47943"/>
                  <a:pt x="3244306" y="47671"/>
                  <a:pt x="3245564" y="47127"/>
                </a:cubicBezTo>
                <a:cubicBezTo>
                  <a:pt x="3246822" y="46584"/>
                  <a:pt x="3247878" y="45846"/>
                  <a:pt x="3248732" y="44914"/>
                </a:cubicBezTo>
                <a:cubicBezTo>
                  <a:pt x="3249586" y="43982"/>
                  <a:pt x="3250238" y="42911"/>
                  <a:pt x="3250689" y="41699"/>
                </a:cubicBezTo>
                <a:cubicBezTo>
                  <a:pt x="3251139" y="40488"/>
                  <a:pt x="3251364" y="39230"/>
                  <a:pt x="3251364" y="37926"/>
                </a:cubicBezTo>
                <a:cubicBezTo>
                  <a:pt x="3251364" y="36435"/>
                  <a:pt x="3251116" y="35068"/>
                  <a:pt x="3250619" y="33826"/>
                </a:cubicBezTo>
                <a:cubicBezTo>
                  <a:pt x="3250122" y="32583"/>
                  <a:pt x="3249423" y="31527"/>
                  <a:pt x="3248522" y="30657"/>
                </a:cubicBezTo>
                <a:cubicBezTo>
                  <a:pt x="3247622" y="29788"/>
                  <a:pt x="3246558" y="29112"/>
                  <a:pt x="3245331" y="28631"/>
                </a:cubicBezTo>
                <a:cubicBezTo>
                  <a:pt x="3244104" y="28149"/>
                  <a:pt x="3242745" y="27908"/>
                  <a:pt x="3241254" y="27908"/>
                </a:cubicBezTo>
                <a:cubicBezTo>
                  <a:pt x="3239639" y="27908"/>
                  <a:pt x="3238202" y="28188"/>
                  <a:pt x="3236944" y="28747"/>
                </a:cubicBezTo>
                <a:cubicBezTo>
                  <a:pt x="3235686" y="29306"/>
                  <a:pt x="3234630" y="30044"/>
                  <a:pt x="3233776" y="30960"/>
                </a:cubicBezTo>
                <a:cubicBezTo>
                  <a:pt x="3232922" y="31876"/>
                  <a:pt x="3232270" y="32940"/>
                  <a:pt x="3231819" y="34152"/>
                </a:cubicBezTo>
                <a:cubicBezTo>
                  <a:pt x="3231369" y="35363"/>
                  <a:pt x="3231144" y="36621"/>
                  <a:pt x="3231144" y="37926"/>
                </a:cubicBezTo>
                <a:close/>
                <a:moveTo>
                  <a:pt x="3314498" y="43563"/>
                </a:moveTo>
                <a:cubicBezTo>
                  <a:pt x="3314498" y="44712"/>
                  <a:pt x="3314483" y="45675"/>
                  <a:pt x="3314451" y="46452"/>
                </a:cubicBezTo>
                <a:cubicBezTo>
                  <a:pt x="3314420" y="47228"/>
                  <a:pt x="3314374" y="47958"/>
                  <a:pt x="3314312" y="48642"/>
                </a:cubicBezTo>
                <a:lnTo>
                  <a:pt x="3281465" y="48642"/>
                </a:lnTo>
                <a:cubicBezTo>
                  <a:pt x="3281465" y="53425"/>
                  <a:pt x="3282800" y="57098"/>
                  <a:pt x="3285472" y="59661"/>
                </a:cubicBezTo>
                <a:cubicBezTo>
                  <a:pt x="3288143" y="62223"/>
                  <a:pt x="3291994" y="63504"/>
                  <a:pt x="3297026" y="63504"/>
                </a:cubicBezTo>
                <a:cubicBezTo>
                  <a:pt x="3298393" y="63504"/>
                  <a:pt x="3299760" y="63449"/>
                  <a:pt x="3301126" y="63338"/>
                </a:cubicBezTo>
                <a:cubicBezTo>
                  <a:pt x="3302493" y="63227"/>
                  <a:pt x="3303813" y="63076"/>
                  <a:pt x="3305087" y="62886"/>
                </a:cubicBezTo>
                <a:cubicBezTo>
                  <a:pt x="3306360" y="62694"/>
                  <a:pt x="3307579" y="62480"/>
                  <a:pt x="3308744" y="62242"/>
                </a:cubicBezTo>
                <a:cubicBezTo>
                  <a:pt x="3309909" y="62003"/>
                  <a:pt x="3310988" y="61741"/>
                  <a:pt x="3311982" y="61454"/>
                </a:cubicBezTo>
                <a:lnTo>
                  <a:pt x="3311982" y="68117"/>
                </a:lnTo>
                <a:cubicBezTo>
                  <a:pt x="3309777" y="68752"/>
                  <a:pt x="3307284" y="69268"/>
                  <a:pt x="3304504" y="69665"/>
                </a:cubicBezTo>
                <a:cubicBezTo>
                  <a:pt x="3301724" y="70062"/>
                  <a:pt x="3298843" y="70260"/>
                  <a:pt x="3295861" y="70260"/>
                </a:cubicBezTo>
                <a:cubicBezTo>
                  <a:pt x="3291855" y="70260"/>
                  <a:pt x="3288407" y="69717"/>
                  <a:pt x="3285518" y="68629"/>
                </a:cubicBezTo>
                <a:cubicBezTo>
                  <a:pt x="3282629" y="67542"/>
                  <a:pt x="3280261" y="65966"/>
                  <a:pt x="3278413" y="63900"/>
                </a:cubicBezTo>
                <a:cubicBezTo>
                  <a:pt x="3276565" y="61835"/>
                  <a:pt x="3275198" y="59303"/>
                  <a:pt x="3274313" y="56306"/>
                </a:cubicBezTo>
                <a:cubicBezTo>
                  <a:pt x="3273428" y="53309"/>
                  <a:pt x="3272985" y="49915"/>
                  <a:pt x="3272985" y="46126"/>
                </a:cubicBezTo>
                <a:cubicBezTo>
                  <a:pt x="3272985" y="42833"/>
                  <a:pt x="3273459" y="39719"/>
                  <a:pt x="3274406" y="36784"/>
                </a:cubicBezTo>
                <a:cubicBezTo>
                  <a:pt x="3275353" y="33849"/>
                  <a:pt x="3276736" y="31271"/>
                  <a:pt x="3278553" y="29050"/>
                </a:cubicBezTo>
                <a:cubicBezTo>
                  <a:pt x="3280370" y="26829"/>
                  <a:pt x="3282598" y="25066"/>
                  <a:pt x="3285239" y="23762"/>
                </a:cubicBezTo>
                <a:cubicBezTo>
                  <a:pt x="3287879" y="22457"/>
                  <a:pt x="3290876" y="21805"/>
                  <a:pt x="3294231" y="21805"/>
                </a:cubicBezTo>
                <a:cubicBezTo>
                  <a:pt x="3297492" y="21805"/>
                  <a:pt x="3300381" y="22317"/>
                  <a:pt x="3302897" y="23342"/>
                </a:cubicBezTo>
                <a:cubicBezTo>
                  <a:pt x="3305413" y="24367"/>
                  <a:pt x="3307533" y="25820"/>
                  <a:pt x="3309257" y="27699"/>
                </a:cubicBezTo>
                <a:cubicBezTo>
                  <a:pt x="3310980" y="29578"/>
                  <a:pt x="3312285" y="31861"/>
                  <a:pt x="3313170" y="34548"/>
                </a:cubicBezTo>
                <a:cubicBezTo>
                  <a:pt x="3314055" y="37234"/>
                  <a:pt x="3314498" y="40240"/>
                  <a:pt x="3314498" y="43563"/>
                </a:cubicBezTo>
                <a:moveTo>
                  <a:pt x="3306065" y="42398"/>
                </a:moveTo>
                <a:cubicBezTo>
                  <a:pt x="3306158" y="40317"/>
                  <a:pt x="3305956" y="38415"/>
                  <a:pt x="3305459" y="36691"/>
                </a:cubicBezTo>
                <a:cubicBezTo>
                  <a:pt x="3304962" y="34967"/>
                  <a:pt x="3304194" y="33484"/>
                  <a:pt x="3303153" y="32241"/>
                </a:cubicBezTo>
                <a:cubicBezTo>
                  <a:pt x="3302112" y="30999"/>
                  <a:pt x="3300816" y="30028"/>
                  <a:pt x="3299263" y="29329"/>
                </a:cubicBezTo>
                <a:cubicBezTo>
                  <a:pt x="3297710" y="28631"/>
                  <a:pt x="3295908" y="28281"/>
                  <a:pt x="3293858" y="28281"/>
                </a:cubicBezTo>
                <a:cubicBezTo>
                  <a:pt x="3292088" y="28281"/>
                  <a:pt x="3290472" y="28623"/>
                  <a:pt x="3289012" y="29306"/>
                </a:cubicBezTo>
                <a:cubicBezTo>
                  <a:pt x="3287553" y="29989"/>
                  <a:pt x="3286295" y="30952"/>
                  <a:pt x="3285239" y="32195"/>
                </a:cubicBezTo>
                <a:cubicBezTo>
                  <a:pt x="3284182" y="33437"/>
                  <a:pt x="3283328" y="34928"/>
                  <a:pt x="3282676" y="36668"/>
                </a:cubicBezTo>
                <a:cubicBezTo>
                  <a:pt x="3282024" y="38407"/>
                  <a:pt x="3281620" y="40317"/>
                  <a:pt x="3281465" y="42398"/>
                </a:cubicBezTo>
                <a:lnTo>
                  <a:pt x="3306065" y="42398"/>
                </a:lnTo>
                <a:close/>
                <a:moveTo>
                  <a:pt x="3364539" y="68723"/>
                </a:moveTo>
                <a:cubicBezTo>
                  <a:pt x="3362707" y="69205"/>
                  <a:pt x="3360812" y="69551"/>
                  <a:pt x="3358855" y="69759"/>
                </a:cubicBezTo>
                <a:cubicBezTo>
                  <a:pt x="3356898" y="69969"/>
                  <a:pt x="3354911" y="70074"/>
                  <a:pt x="3352892" y="70074"/>
                </a:cubicBezTo>
                <a:cubicBezTo>
                  <a:pt x="3347021" y="70074"/>
                  <a:pt x="3342641" y="68746"/>
                  <a:pt x="3339753" y="66090"/>
                </a:cubicBezTo>
                <a:cubicBezTo>
                  <a:pt x="3336864" y="63434"/>
                  <a:pt x="3335420" y="59358"/>
                  <a:pt x="3335420" y="53860"/>
                </a:cubicBezTo>
                <a:lnTo>
                  <a:pt x="3335420" y="29446"/>
                </a:lnTo>
                <a:lnTo>
                  <a:pt x="3322327" y="29446"/>
                </a:lnTo>
                <a:lnTo>
                  <a:pt x="3322327" y="22644"/>
                </a:lnTo>
                <a:lnTo>
                  <a:pt x="3335420" y="22644"/>
                </a:lnTo>
                <a:lnTo>
                  <a:pt x="3335420" y="9743"/>
                </a:lnTo>
                <a:lnTo>
                  <a:pt x="3343527" y="7641"/>
                </a:lnTo>
                <a:lnTo>
                  <a:pt x="3343527" y="22644"/>
                </a:lnTo>
                <a:lnTo>
                  <a:pt x="3364539" y="22644"/>
                </a:lnTo>
                <a:lnTo>
                  <a:pt x="3364539" y="29446"/>
                </a:lnTo>
                <a:lnTo>
                  <a:pt x="3343527" y="29446"/>
                </a:lnTo>
                <a:lnTo>
                  <a:pt x="3343527" y="53208"/>
                </a:lnTo>
                <a:cubicBezTo>
                  <a:pt x="3343527" y="56562"/>
                  <a:pt x="3344420" y="59070"/>
                  <a:pt x="3346206" y="60732"/>
                </a:cubicBezTo>
                <a:cubicBezTo>
                  <a:pt x="3347992" y="62394"/>
                  <a:pt x="3350624" y="63225"/>
                  <a:pt x="3354103" y="63225"/>
                </a:cubicBezTo>
                <a:cubicBezTo>
                  <a:pt x="3355594" y="63225"/>
                  <a:pt x="3357225" y="63105"/>
                  <a:pt x="3358995" y="62865"/>
                </a:cubicBezTo>
                <a:cubicBezTo>
                  <a:pt x="3360766" y="62624"/>
                  <a:pt x="3362614" y="62247"/>
                  <a:pt x="3364539" y="61734"/>
                </a:cubicBezTo>
                <a:lnTo>
                  <a:pt x="3364539" y="68723"/>
                </a:lnTo>
                <a:close/>
                <a:moveTo>
                  <a:pt x="3393288" y="15468"/>
                </a:moveTo>
                <a:lnTo>
                  <a:pt x="3379264" y="15468"/>
                </a:lnTo>
                <a:lnTo>
                  <a:pt x="3379264" y="8480"/>
                </a:lnTo>
                <a:lnTo>
                  <a:pt x="3415699" y="8480"/>
                </a:lnTo>
                <a:lnTo>
                  <a:pt x="3415699" y="15468"/>
                </a:lnTo>
                <a:lnTo>
                  <a:pt x="3401675" y="15468"/>
                </a:lnTo>
                <a:lnTo>
                  <a:pt x="3401675" y="62340"/>
                </a:lnTo>
                <a:lnTo>
                  <a:pt x="3415699" y="62340"/>
                </a:lnTo>
                <a:lnTo>
                  <a:pt x="3415699" y="69421"/>
                </a:lnTo>
                <a:lnTo>
                  <a:pt x="3379264" y="69421"/>
                </a:lnTo>
                <a:lnTo>
                  <a:pt x="3379264" y="62340"/>
                </a:lnTo>
                <a:lnTo>
                  <a:pt x="3393288" y="62340"/>
                </a:lnTo>
                <a:lnTo>
                  <a:pt x="3393288" y="15468"/>
                </a:lnTo>
                <a:close/>
                <a:moveTo>
                  <a:pt x="3430564" y="22644"/>
                </a:moveTo>
                <a:lnTo>
                  <a:pt x="3437785" y="22644"/>
                </a:lnTo>
                <a:lnTo>
                  <a:pt x="3438112" y="30191"/>
                </a:lnTo>
                <a:cubicBezTo>
                  <a:pt x="3439478" y="28576"/>
                  <a:pt x="3440798" y="27233"/>
                  <a:pt x="3442072" y="26161"/>
                </a:cubicBezTo>
                <a:cubicBezTo>
                  <a:pt x="3443345" y="25090"/>
                  <a:pt x="3444596" y="24228"/>
                  <a:pt x="3445823" y="23575"/>
                </a:cubicBezTo>
                <a:cubicBezTo>
                  <a:pt x="3447049" y="22923"/>
                  <a:pt x="3448300" y="22465"/>
                  <a:pt x="3449573" y="22201"/>
                </a:cubicBezTo>
                <a:cubicBezTo>
                  <a:pt x="3450847" y="21937"/>
                  <a:pt x="3452167" y="21805"/>
                  <a:pt x="3453533" y="21805"/>
                </a:cubicBezTo>
                <a:cubicBezTo>
                  <a:pt x="3458348" y="21805"/>
                  <a:pt x="3461990" y="23226"/>
                  <a:pt x="3464459" y="26068"/>
                </a:cubicBezTo>
                <a:cubicBezTo>
                  <a:pt x="3466929" y="28910"/>
                  <a:pt x="3468163" y="33189"/>
                  <a:pt x="3468163" y="38904"/>
                </a:cubicBezTo>
                <a:lnTo>
                  <a:pt x="3468163" y="69421"/>
                </a:lnTo>
                <a:lnTo>
                  <a:pt x="3460056" y="69421"/>
                </a:lnTo>
                <a:lnTo>
                  <a:pt x="3460056" y="39556"/>
                </a:lnTo>
                <a:cubicBezTo>
                  <a:pt x="3460056" y="35891"/>
                  <a:pt x="3459373" y="33181"/>
                  <a:pt x="3458006" y="31426"/>
                </a:cubicBezTo>
                <a:cubicBezTo>
                  <a:pt x="3456640" y="29671"/>
                  <a:pt x="3454605" y="28794"/>
                  <a:pt x="3451903" y="28794"/>
                </a:cubicBezTo>
                <a:cubicBezTo>
                  <a:pt x="3450909" y="28794"/>
                  <a:pt x="3449938" y="28941"/>
                  <a:pt x="3448991" y="29236"/>
                </a:cubicBezTo>
                <a:cubicBezTo>
                  <a:pt x="3448043" y="29531"/>
                  <a:pt x="3447057" y="30044"/>
                  <a:pt x="3446032" y="30774"/>
                </a:cubicBezTo>
                <a:cubicBezTo>
                  <a:pt x="3445007" y="31504"/>
                  <a:pt x="3443897" y="32490"/>
                  <a:pt x="3442701" y="33732"/>
                </a:cubicBezTo>
                <a:cubicBezTo>
                  <a:pt x="3441505" y="34975"/>
                  <a:pt x="3440162" y="36528"/>
                  <a:pt x="3438671" y="38391"/>
                </a:cubicBezTo>
                <a:lnTo>
                  <a:pt x="3438671" y="69421"/>
                </a:lnTo>
                <a:lnTo>
                  <a:pt x="3430564" y="69421"/>
                </a:lnTo>
                <a:lnTo>
                  <a:pt x="3430564" y="22644"/>
                </a:lnTo>
                <a:close/>
                <a:moveTo>
                  <a:pt x="3519462" y="56655"/>
                </a:moveTo>
                <a:cubicBezTo>
                  <a:pt x="3519462" y="58302"/>
                  <a:pt x="3519183" y="59777"/>
                  <a:pt x="3518624" y="61082"/>
                </a:cubicBezTo>
                <a:cubicBezTo>
                  <a:pt x="3518065" y="62386"/>
                  <a:pt x="3517304" y="63543"/>
                  <a:pt x="3516341" y="64553"/>
                </a:cubicBezTo>
                <a:cubicBezTo>
                  <a:pt x="3515378" y="65562"/>
                  <a:pt x="3514260" y="66424"/>
                  <a:pt x="3512986" y="67139"/>
                </a:cubicBezTo>
                <a:cubicBezTo>
                  <a:pt x="3511713" y="67853"/>
                  <a:pt x="3510354" y="68443"/>
                  <a:pt x="3508909" y="68909"/>
                </a:cubicBezTo>
                <a:cubicBezTo>
                  <a:pt x="3507465" y="69375"/>
                  <a:pt x="3505982" y="69717"/>
                  <a:pt x="3504460" y="69934"/>
                </a:cubicBezTo>
                <a:cubicBezTo>
                  <a:pt x="3502938" y="70151"/>
                  <a:pt x="3501447" y="70260"/>
                  <a:pt x="3499987" y="70260"/>
                </a:cubicBezTo>
                <a:cubicBezTo>
                  <a:pt x="3496819" y="70260"/>
                  <a:pt x="3493907" y="70120"/>
                  <a:pt x="3491251" y="69841"/>
                </a:cubicBezTo>
                <a:cubicBezTo>
                  <a:pt x="3488595" y="69561"/>
                  <a:pt x="3485994" y="69111"/>
                  <a:pt x="3483447" y="68490"/>
                </a:cubicBezTo>
                <a:lnTo>
                  <a:pt x="3483447" y="61035"/>
                </a:lnTo>
                <a:cubicBezTo>
                  <a:pt x="3486180" y="61812"/>
                  <a:pt x="3488898" y="62402"/>
                  <a:pt x="3491601" y="62805"/>
                </a:cubicBezTo>
                <a:cubicBezTo>
                  <a:pt x="3494303" y="63209"/>
                  <a:pt x="3496990" y="63411"/>
                  <a:pt x="3499661" y="63411"/>
                </a:cubicBezTo>
                <a:cubicBezTo>
                  <a:pt x="3503544" y="63411"/>
                  <a:pt x="3506417" y="62883"/>
                  <a:pt x="3508280" y="61827"/>
                </a:cubicBezTo>
                <a:cubicBezTo>
                  <a:pt x="3510144" y="60771"/>
                  <a:pt x="3511076" y="59265"/>
                  <a:pt x="3511076" y="57308"/>
                </a:cubicBezTo>
                <a:cubicBezTo>
                  <a:pt x="3511076" y="56469"/>
                  <a:pt x="3510928" y="55716"/>
                  <a:pt x="3510633" y="55048"/>
                </a:cubicBezTo>
                <a:cubicBezTo>
                  <a:pt x="3510338" y="54380"/>
                  <a:pt x="3509802" y="53743"/>
                  <a:pt x="3509026" y="53138"/>
                </a:cubicBezTo>
                <a:cubicBezTo>
                  <a:pt x="3508249" y="52532"/>
                  <a:pt x="3507046" y="51903"/>
                  <a:pt x="3505415" y="51251"/>
                </a:cubicBezTo>
                <a:cubicBezTo>
                  <a:pt x="3503784" y="50598"/>
                  <a:pt x="3501556" y="49853"/>
                  <a:pt x="3498729" y="49014"/>
                </a:cubicBezTo>
                <a:cubicBezTo>
                  <a:pt x="3496617" y="48393"/>
                  <a:pt x="3494668" y="47687"/>
                  <a:pt x="3492882" y="46894"/>
                </a:cubicBezTo>
                <a:cubicBezTo>
                  <a:pt x="3491096" y="46102"/>
                  <a:pt x="3489551" y="45163"/>
                  <a:pt x="3488246" y="44076"/>
                </a:cubicBezTo>
                <a:cubicBezTo>
                  <a:pt x="3486941" y="42989"/>
                  <a:pt x="3485916" y="41715"/>
                  <a:pt x="3485171" y="40255"/>
                </a:cubicBezTo>
                <a:cubicBezTo>
                  <a:pt x="3484425" y="38795"/>
                  <a:pt x="3484053" y="37071"/>
                  <a:pt x="3484053" y="35083"/>
                </a:cubicBezTo>
                <a:cubicBezTo>
                  <a:pt x="3484053" y="33779"/>
                  <a:pt x="3484356" y="32350"/>
                  <a:pt x="3484961" y="30797"/>
                </a:cubicBezTo>
                <a:cubicBezTo>
                  <a:pt x="3485567" y="29244"/>
                  <a:pt x="3486600" y="27800"/>
                  <a:pt x="3488060" y="26464"/>
                </a:cubicBezTo>
                <a:cubicBezTo>
                  <a:pt x="3489520" y="25128"/>
                  <a:pt x="3491492" y="24018"/>
                  <a:pt x="3493977" y="23133"/>
                </a:cubicBezTo>
                <a:cubicBezTo>
                  <a:pt x="3496462" y="22247"/>
                  <a:pt x="3499568" y="21805"/>
                  <a:pt x="3503295" y="21805"/>
                </a:cubicBezTo>
                <a:cubicBezTo>
                  <a:pt x="3505128" y="21805"/>
                  <a:pt x="3507162" y="21906"/>
                  <a:pt x="3509399" y="22108"/>
                </a:cubicBezTo>
                <a:cubicBezTo>
                  <a:pt x="3511635" y="22310"/>
                  <a:pt x="3513965" y="22659"/>
                  <a:pt x="3516387" y="23156"/>
                </a:cubicBezTo>
                <a:lnTo>
                  <a:pt x="3516387" y="30378"/>
                </a:lnTo>
                <a:cubicBezTo>
                  <a:pt x="3513840" y="29757"/>
                  <a:pt x="3511425" y="29298"/>
                  <a:pt x="3509142" y="29003"/>
                </a:cubicBezTo>
                <a:cubicBezTo>
                  <a:pt x="3506859" y="28708"/>
                  <a:pt x="3504879" y="28561"/>
                  <a:pt x="3503202" y="28561"/>
                </a:cubicBezTo>
                <a:cubicBezTo>
                  <a:pt x="3501183" y="28561"/>
                  <a:pt x="3499482" y="28716"/>
                  <a:pt x="3498100" y="29027"/>
                </a:cubicBezTo>
                <a:cubicBezTo>
                  <a:pt x="3496718" y="29337"/>
                  <a:pt x="3495600" y="29764"/>
                  <a:pt x="3494746" y="30308"/>
                </a:cubicBezTo>
                <a:cubicBezTo>
                  <a:pt x="3493891" y="30851"/>
                  <a:pt x="3493278" y="31488"/>
                  <a:pt x="3492905" y="32218"/>
                </a:cubicBezTo>
                <a:cubicBezTo>
                  <a:pt x="3492532" y="32948"/>
                  <a:pt x="3492346" y="33732"/>
                  <a:pt x="3492346" y="34571"/>
                </a:cubicBezTo>
                <a:cubicBezTo>
                  <a:pt x="3492346" y="35410"/>
                  <a:pt x="3492509" y="36171"/>
                  <a:pt x="3492835" y="36854"/>
                </a:cubicBezTo>
                <a:cubicBezTo>
                  <a:pt x="3493161" y="37537"/>
                  <a:pt x="3493767" y="38197"/>
                  <a:pt x="3494652" y="38834"/>
                </a:cubicBezTo>
                <a:cubicBezTo>
                  <a:pt x="3495538" y="39471"/>
                  <a:pt x="3496772" y="40108"/>
                  <a:pt x="3498356" y="40744"/>
                </a:cubicBezTo>
                <a:cubicBezTo>
                  <a:pt x="3499941" y="41381"/>
                  <a:pt x="3502006" y="42072"/>
                  <a:pt x="3504553" y="42818"/>
                </a:cubicBezTo>
                <a:cubicBezTo>
                  <a:pt x="3507318" y="43625"/>
                  <a:pt x="3509647" y="44472"/>
                  <a:pt x="3511542" y="45357"/>
                </a:cubicBezTo>
                <a:cubicBezTo>
                  <a:pt x="3513437" y="46242"/>
                  <a:pt x="3514974" y="47228"/>
                  <a:pt x="3516154" y="48315"/>
                </a:cubicBezTo>
                <a:cubicBezTo>
                  <a:pt x="3517335" y="49403"/>
                  <a:pt x="3518181" y="50630"/>
                  <a:pt x="3518694" y="51996"/>
                </a:cubicBezTo>
                <a:cubicBezTo>
                  <a:pt x="3519206" y="53363"/>
                  <a:pt x="3519462" y="54916"/>
                  <a:pt x="3519462" y="56655"/>
                </a:cubicBezTo>
                <a:close/>
                <a:moveTo>
                  <a:pt x="3571973" y="68723"/>
                </a:moveTo>
                <a:cubicBezTo>
                  <a:pt x="3570141" y="69205"/>
                  <a:pt x="3568246" y="69551"/>
                  <a:pt x="3566289" y="69759"/>
                </a:cubicBezTo>
                <a:cubicBezTo>
                  <a:pt x="3564332" y="69969"/>
                  <a:pt x="3562345" y="70074"/>
                  <a:pt x="3560326" y="70074"/>
                </a:cubicBezTo>
                <a:cubicBezTo>
                  <a:pt x="3554455" y="70074"/>
                  <a:pt x="3550075" y="68746"/>
                  <a:pt x="3547187" y="66090"/>
                </a:cubicBezTo>
                <a:cubicBezTo>
                  <a:pt x="3544298" y="63434"/>
                  <a:pt x="3542854" y="59358"/>
                  <a:pt x="3542854" y="53860"/>
                </a:cubicBezTo>
                <a:lnTo>
                  <a:pt x="3542854" y="29446"/>
                </a:lnTo>
                <a:lnTo>
                  <a:pt x="3529761" y="29446"/>
                </a:lnTo>
                <a:lnTo>
                  <a:pt x="3529761" y="22644"/>
                </a:lnTo>
                <a:lnTo>
                  <a:pt x="3542854" y="22644"/>
                </a:lnTo>
                <a:lnTo>
                  <a:pt x="3542854" y="9743"/>
                </a:lnTo>
                <a:lnTo>
                  <a:pt x="3550961" y="7641"/>
                </a:lnTo>
                <a:lnTo>
                  <a:pt x="3550961" y="22644"/>
                </a:lnTo>
                <a:lnTo>
                  <a:pt x="3571973" y="22644"/>
                </a:lnTo>
                <a:lnTo>
                  <a:pt x="3571973" y="29446"/>
                </a:lnTo>
                <a:lnTo>
                  <a:pt x="3550961" y="29446"/>
                </a:lnTo>
                <a:lnTo>
                  <a:pt x="3550961" y="53208"/>
                </a:lnTo>
                <a:cubicBezTo>
                  <a:pt x="3550961" y="56562"/>
                  <a:pt x="3551854" y="59070"/>
                  <a:pt x="3553640" y="60732"/>
                </a:cubicBezTo>
                <a:cubicBezTo>
                  <a:pt x="3555426" y="62394"/>
                  <a:pt x="3558058" y="63225"/>
                  <a:pt x="3561537" y="63225"/>
                </a:cubicBezTo>
                <a:cubicBezTo>
                  <a:pt x="3563028" y="63225"/>
                  <a:pt x="3564659" y="63105"/>
                  <a:pt x="3566429" y="62865"/>
                </a:cubicBezTo>
                <a:cubicBezTo>
                  <a:pt x="3568200" y="62624"/>
                  <a:pt x="3570048" y="62247"/>
                  <a:pt x="3571973" y="61734"/>
                </a:cubicBezTo>
                <a:lnTo>
                  <a:pt x="3571973" y="68723"/>
                </a:lnTo>
                <a:close/>
                <a:moveTo>
                  <a:pt x="3616191" y="69421"/>
                </a:moveTo>
                <a:lnTo>
                  <a:pt x="3616005" y="63119"/>
                </a:lnTo>
                <a:cubicBezTo>
                  <a:pt x="3613458" y="65639"/>
                  <a:pt x="3610872" y="67460"/>
                  <a:pt x="3608247" y="68580"/>
                </a:cubicBezTo>
                <a:cubicBezTo>
                  <a:pt x="3605623" y="69700"/>
                  <a:pt x="3602866" y="70260"/>
                  <a:pt x="3599977" y="70260"/>
                </a:cubicBezTo>
                <a:cubicBezTo>
                  <a:pt x="3597306" y="70260"/>
                  <a:pt x="3595023" y="69918"/>
                  <a:pt x="3593128" y="69234"/>
                </a:cubicBezTo>
                <a:cubicBezTo>
                  <a:pt x="3591234" y="68549"/>
                  <a:pt x="3589673" y="67608"/>
                  <a:pt x="3588446" y="66411"/>
                </a:cubicBezTo>
                <a:cubicBezTo>
                  <a:pt x="3587219" y="65213"/>
                  <a:pt x="3586318" y="63805"/>
                  <a:pt x="3585744" y="62187"/>
                </a:cubicBezTo>
                <a:cubicBezTo>
                  <a:pt x="3585169" y="60569"/>
                  <a:pt x="3584882" y="58811"/>
                  <a:pt x="3584882" y="56913"/>
                </a:cubicBezTo>
                <a:cubicBezTo>
                  <a:pt x="3584882" y="52215"/>
                  <a:pt x="3586629" y="48536"/>
                  <a:pt x="3590123" y="45877"/>
                </a:cubicBezTo>
                <a:cubicBezTo>
                  <a:pt x="3593618" y="43216"/>
                  <a:pt x="3598781" y="41886"/>
                  <a:pt x="3605615" y="41886"/>
                </a:cubicBezTo>
                <a:lnTo>
                  <a:pt x="3615306" y="41886"/>
                </a:lnTo>
                <a:lnTo>
                  <a:pt x="3615306" y="37800"/>
                </a:lnTo>
                <a:cubicBezTo>
                  <a:pt x="3615306" y="35046"/>
                  <a:pt x="3614421" y="32840"/>
                  <a:pt x="3612650" y="31184"/>
                </a:cubicBezTo>
                <a:cubicBezTo>
                  <a:pt x="3610880" y="29528"/>
                  <a:pt x="3608177" y="28700"/>
                  <a:pt x="3604543" y="28700"/>
                </a:cubicBezTo>
                <a:cubicBezTo>
                  <a:pt x="3601903" y="28700"/>
                  <a:pt x="3599302" y="29000"/>
                  <a:pt x="3596739" y="29599"/>
                </a:cubicBezTo>
                <a:cubicBezTo>
                  <a:pt x="3594177" y="30197"/>
                  <a:pt x="3591529" y="31047"/>
                  <a:pt x="3588795" y="32148"/>
                </a:cubicBezTo>
                <a:lnTo>
                  <a:pt x="3588795" y="24833"/>
                </a:lnTo>
                <a:cubicBezTo>
                  <a:pt x="3589820" y="24455"/>
                  <a:pt x="3590962" y="24084"/>
                  <a:pt x="3592220" y="23721"/>
                </a:cubicBezTo>
                <a:cubicBezTo>
                  <a:pt x="3593478" y="23358"/>
                  <a:pt x="3594806" y="23035"/>
                  <a:pt x="3596203" y="22751"/>
                </a:cubicBezTo>
                <a:cubicBezTo>
                  <a:pt x="3597601" y="22467"/>
                  <a:pt x="3599061" y="22238"/>
                  <a:pt x="3600583" y="22065"/>
                </a:cubicBezTo>
                <a:cubicBezTo>
                  <a:pt x="3602105" y="21892"/>
                  <a:pt x="3603643" y="21805"/>
                  <a:pt x="3605196" y="21805"/>
                </a:cubicBezTo>
                <a:cubicBezTo>
                  <a:pt x="3608022" y="21805"/>
                  <a:pt x="3610569" y="22115"/>
                  <a:pt x="3612837" y="22737"/>
                </a:cubicBezTo>
                <a:cubicBezTo>
                  <a:pt x="3615104" y="23358"/>
                  <a:pt x="3617022" y="24305"/>
                  <a:pt x="3618591" y="25579"/>
                </a:cubicBezTo>
                <a:cubicBezTo>
                  <a:pt x="3620159" y="26852"/>
                  <a:pt x="3621363" y="28452"/>
                  <a:pt x="3622201" y="30378"/>
                </a:cubicBezTo>
                <a:cubicBezTo>
                  <a:pt x="3623040" y="32304"/>
                  <a:pt x="3623459" y="34571"/>
                  <a:pt x="3623459" y="37180"/>
                </a:cubicBezTo>
                <a:lnTo>
                  <a:pt x="3623459" y="69421"/>
                </a:lnTo>
                <a:lnTo>
                  <a:pt x="3616191" y="69421"/>
                </a:lnTo>
                <a:moveTo>
                  <a:pt x="3615306" y="48083"/>
                </a:moveTo>
                <a:lnTo>
                  <a:pt x="3605009" y="48083"/>
                </a:lnTo>
                <a:cubicBezTo>
                  <a:pt x="3602990" y="48083"/>
                  <a:pt x="3601251" y="48285"/>
                  <a:pt x="3599791" y="48691"/>
                </a:cubicBezTo>
                <a:cubicBezTo>
                  <a:pt x="3598331" y="49096"/>
                  <a:pt x="3597135" y="49672"/>
                  <a:pt x="3596203" y="50419"/>
                </a:cubicBezTo>
                <a:cubicBezTo>
                  <a:pt x="3595272" y="51167"/>
                  <a:pt x="3594580" y="52063"/>
                  <a:pt x="3594130" y="53107"/>
                </a:cubicBezTo>
                <a:cubicBezTo>
                  <a:pt x="3593680" y="54151"/>
                  <a:pt x="3593454" y="55327"/>
                  <a:pt x="3593454" y="56635"/>
                </a:cubicBezTo>
                <a:cubicBezTo>
                  <a:pt x="3593454" y="57539"/>
                  <a:pt x="3593594" y="58404"/>
                  <a:pt x="3593874" y="59230"/>
                </a:cubicBezTo>
                <a:cubicBezTo>
                  <a:pt x="3594153" y="60055"/>
                  <a:pt x="3594604" y="60787"/>
                  <a:pt x="3595225" y="61425"/>
                </a:cubicBezTo>
                <a:cubicBezTo>
                  <a:pt x="3595846" y="62064"/>
                  <a:pt x="3596654" y="62570"/>
                  <a:pt x="3597648" y="62944"/>
                </a:cubicBezTo>
                <a:cubicBezTo>
                  <a:pt x="3598642" y="63318"/>
                  <a:pt x="3599853" y="63504"/>
                  <a:pt x="3601282" y="63504"/>
                </a:cubicBezTo>
                <a:cubicBezTo>
                  <a:pt x="3603146" y="63504"/>
                  <a:pt x="3605281" y="62936"/>
                  <a:pt x="3607688" y="61799"/>
                </a:cubicBezTo>
                <a:cubicBezTo>
                  <a:pt x="3610095" y="60662"/>
                  <a:pt x="3612635" y="58862"/>
                  <a:pt x="3615306" y="56401"/>
                </a:cubicBezTo>
                <a:lnTo>
                  <a:pt x="3615306" y="48083"/>
                </a:lnTo>
                <a:close/>
                <a:moveTo>
                  <a:pt x="3637998" y="22644"/>
                </a:moveTo>
                <a:lnTo>
                  <a:pt x="3645220" y="22644"/>
                </a:lnTo>
                <a:lnTo>
                  <a:pt x="3645546" y="30191"/>
                </a:lnTo>
                <a:cubicBezTo>
                  <a:pt x="3646913" y="28576"/>
                  <a:pt x="3648233" y="27233"/>
                  <a:pt x="3649506" y="26161"/>
                </a:cubicBezTo>
                <a:cubicBezTo>
                  <a:pt x="3650780" y="25090"/>
                  <a:pt x="3652030" y="24228"/>
                  <a:pt x="3653257" y="23575"/>
                </a:cubicBezTo>
                <a:cubicBezTo>
                  <a:pt x="3654484" y="22923"/>
                  <a:pt x="3655734" y="22465"/>
                  <a:pt x="3657007" y="22201"/>
                </a:cubicBezTo>
                <a:cubicBezTo>
                  <a:pt x="3658281" y="21937"/>
                  <a:pt x="3659601" y="21805"/>
                  <a:pt x="3660968" y="21805"/>
                </a:cubicBezTo>
                <a:cubicBezTo>
                  <a:pt x="3665782" y="21805"/>
                  <a:pt x="3669424" y="23226"/>
                  <a:pt x="3671893" y="26068"/>
                </a:cubicBezTo>
                <a:cubicBezTo>
                  <a:pt x="3674363" y="28910"/>
                  <a:pt x="3675598" y="33189"/>
                  <a:pt x="3675598" y="38904"/>
                </a:cubicBezTo>
                <a:lnTo>
                  <a:pt x="3675598" y="69421"/>
                </a:lnTo>
                <a:lnTo>
                  <a:pt x="3667491" y="69421"/>
                </a:lnTo>
                <a:lnTo>
                  <a:pt x="3667491" y="39556"/>
                </a:lnTo>
                <a:cubicBezTo>
                  <a:pt x="3667491" y="35891"/>
                  <a:pt x="3666807" y="33181"/>
                  <a:pt x="3665441" y="31426"/>
                </a:cubicBezTo>
                <a:cubicBezTo>
                  <a:pt x="3664074" y="29671"/>
                  <a:pt x="3662039" y="28794"/>
                  <a:pt x="3659337" y="28794"/>
                </a:cubicBezTo>
                <a:cubicBezTo>
                  <a:pt x="3658343" y="28794"/>
                  <a:pt x="3657372" y="28941"/>
                  <a:pt x="3656425" y="29236"/>
                </a:cubicBezTo>
                <a:cubicBezTo>
                  <a:pt x="3655478" y="29531"/>
                  <a:pt x="3654492" y="30044"/>
                  <a:pt x="3653466" y="30774"/>
                </a:cubicBezTo>
                <a:cubicBezTo>
                  <a:pt x="3652441" y="31504"/>
                  <a:pt x="3651331" y="32490"/>
                  <a:pt x="3650135" y="33732"/>
                </a:cubicBezTo>
                <a:cubicBezTo>
                  <a:pt x="3648939" y="34975"/>
                  <a:pt x="3647596" y="36528"/>
                  <a:pt x="3646105" y="38391"/>
                </a:cubicBezTo>
                <a:lnTo>
                  <a:pt x="3646105" y="69421"/>
                </a:lnTo>
                <a:lnTo>
                  <a:pt x="3637998" y="69421"/>
                </a:lnTo>
                <a:lnTo>
                  <a:pt x="3637998" y="22644"/>
                </a:lnTo>
                <a:close/>
                <a:moveTo>
                  <a:pt x="3726198" y="67698"/>
                </a:moveTo>
                <a:cubicBezTo>
                  <a:pt x="3724086" y="68505"/>
                  <a:pt x="3721919" y="69103"/>
                  <a:pt x="3719698" y="69491"/>
                </a:cubicBezTo>
                <a:cubicBezTo>
                  <a:pt x="3717478" y="69880"/>
                  <a:pt x="3715187" y="70074"/>
                  <a:pt x="3712826" y="70074"/>
                </a:cubicBezTo>
                <a:cubicBezTo>
                  <a:pt x="3705434" y="70074"/>
                  <a:pt x="3699742" y="68070"/>
                  <a:pt x="3695750" y="64063"/>
                </a:cubicBezTo>
                <a:cubicBezTo>
                  <a:pt x="3691759" y="60057"/>
                  <a:pt x="3689763" y="54202"/>
                  <a:pt x="3689763" y="46498"/>
                </a:cubicBezTo>
                <a:cubicBezTo>
                  <a:pt x="3689763" y="42802"/>
                  <a:pt x="3690338" y="39448"/>
                  <a:pt x="3691487" y="36435"/>
                </a:cubicBezTo>
                <a:cubicBezTo>
                  <a:pt x="3692637" y="33422"/>
                  <a:pt x="3694252" y="30844"/>
                  <a:pt x="3696333" y="28700"/>
                </a:cubicBezTo>
                <a:cubicBezTo>
                  <a:pt x="3698414" y="26557"/>
                  <a:pt x="3700899" y="24903"/>
                  <a:pt x="3703787" y="23738"/>
                </a:cubicBezTo>
                <a:cubicBezTo>
                  <a:pt x="3706676" y="22574"/>
                  <a:pt x="3709860" y="21991"/>
                  <a:pt x="3713339" y="21991"/>
                </a:cubicBezTo>
                <a:cubicBezTo>
                  <a:pt x="3715761" y="21991"/>
                  <a:pt x="3718029" y="22166"/>
                  <a:pt x="3720141" y="22515"/>
                </a:cubicBezTo>
                <a:cubicBezTo>
                  <a:pt x="3722253" y="22864"/>
                  <a:pt x="3724272" y="23435"/>
                  <a:pt x="3726198" y="24228"/>
                </a:cubicBezTo>
                <a:lnTo>
                  <a:pt x="3726198" y="31962"/>
                </a:lnTo>
                <a:cubicBezTo>
                  <a:pt x="3724179" y="30889"/>
                  <a:pt x="3722121" y="30109"/>
                  <a:pt x="3720025" y="29621"/>
                </a:cubicBezTo>
                <a:cubicBezTo>
                  <a:pt x="3717928" y="29131"/>
                  <a:pt x="3715761" y="28887"/>
                  <a:pt x="3713525" y="28887"/>
                </a:cubicBezTo>
                <a:cubicBezTo>
                  <a:pt x="3711444" y="28887"/>
                  <a:pt x="3709479" y="29283"/>
                  <a:pt x="3707631" y="30075"/>
                </a:cubicBezTo>
                <a:cubicBezTo>
                  <a:pt x="3705783" y="30867"/>
                  <a:pt x="3704160" y="32008"/>
                  <a:pt x="3702762" y="33499"/>
                </a:cubicBezTo>
                <a:cubicBezTo>
                  <a:pt x="3701365" y="34990"/>
                  <a:pt x="3700262" y="36807"/>
                  <a:pt x="3699454" y="38951"/>
                </a:cubicBezTo>
                <a:cubicBezTo>
                  <a:pt x="3698647" y="41094"/>
                  <a:pt x="3698243" y="43517"/>
                  <a:pt x="3698243" y="46219"/>
                </a:cubicBezTo>
                <a:cubicBezTo>
                  <a:pt x="3698243" y="51872"/>
                  <a:pt x="3699617" y="56104"/>
                  <a:pt x="3702366" y="58915"/>
                </a:cubicBezTo>
                <a:cubicBezTo>
                  <a:pt x="3705115" y="61726"/>
                  <a:pt x="3708928" y="63132"/>
                  <a:pt x="3713805" y="63132"/>
                </a:cubicBezTo>
                <a:cubicBezTo>
                  <a:pt x="3716010" y="63132"/>
                  <a:pt x="3718145" y="62883"/>
                  <a:pt x="3720211" y="62386"/>
                </a:cubicBezTo>
                <a:cubicBezTo>
                  <a:pt x="3722277" y="61889"/>
                  <a:pt x="3724272" y="61144"/>
                  <a:pt x="3726198" y="60150"/>
                </a:cubicBezTo>
                <a:lnTo>
                  <a:pt x="3726198" y="67698"/>
                </a:lnTo>
                <a:close/>
                <a:moveTo>
                  <a:pt x="3781225" y="43563"/>
                </a:moveTo>
                <a:cubicBezTo>
                  <a:pt x="3781225" y="44712"/>
                  <a:pt x="3781209" y="45675"/>
                  <a:pt x="3781178" y="46452"/>
                </a:cubicBezTo>
                <a:cubicBezTo>
                  <a:pt x="3781147" y="47228"/>
                  <a:pt x="3781100" y="47958"/>
                  <a:pt x="3781038" y="48642"/>
                </a:cubicBezTo>
                <a:lnTo>
                  <a:pt x="3748191" y="48642"/>
                </a:lnTo>
                <a:cubicBezTo>
                  <a:pt x="3748191" y="53425"/>
                  <a:pt x="3749527" y="57098"/>
                  <a:pt x="3752198" y="59661"/>
                </a:cubicBezTo>
                <a:cubicBezTo>
                  <a:pt x="3754869" y="62223"/>
                  <a:pt x="3758721" y="63504"/>
                  <a:pt x="3763753" y="63504"/>
                </a:cubicBezTo>
                <a:cubicBezTo>
                  <a:pt x="3765120" y="63504"/>
                  <a:pt x="3766486" y="63449"/>
                  <a:pt x="3767853" y="63338"/>
                </a:cubicBezTo>
                <a:cubicBezTo>
                  <a:pt x="3769220" y="63227"/>
                  <a:pt x="3770540" y="63076"/>
                  <a:pt x="3771813" y="62886"/>
                </a:cubicBezTo>
                <a:cubicBezTo>
                  <a:pt x="3773087" y="62694"/>
                  <a:pt x="3774306" y="62480"/>
                  <a:pt x="3775471" y="62242"/>
                </a:cubicBezTo>
                <a:cubicBezTo>
                  <a:pt x="3776635" y="62003"/>
                  <a:pt x="3777715" y="61741"/>
                  <a:pt x="3778709" y="61454"/>
                </a:cubicBezTo>
                <a:lnTo>
                  <a:pt x="3778709" y="68117"/>
                </a:lnTo>
                <a:cubicBezTo>
                  <a:pt x="3776503" y="68752"/>
                  <a:pt x="3774011" y="69268"/>
                  <a:pt x="3771231" y="69665"/>
                </a:cubicBezTo>
                <a:cubicBezTo>
                  <a:pt x="3768451" y="70062"/>
                  <a:pt x="3765570" y="70260"/>
                  <a:pt x="3762588" y="70260"/>
                </a:cubicBezTo>
                <a:cubicBezTo>
                  <a:pt x="3758581" y="70260"/>
                  <a:pt x="3755133" y="69717"/>
                  <a:pt x="3752245" y="68629"/>
                </a:cubicBezTo>
                <a:cubicBezTo>
                  <a:pt x="3749356" y="67542"/>
                  <a:pt x="3746988" y="65966"/>
                  <a:pt x="3745140" y="63900"/>
                </a:cubicBezTo>
                <a:cubicBezTo>
                  <a:pt x="3743291" y="61835"/>
                  <a:pt x="3741925" y="59303"/>
                  <a:pt x="3741039" y="56306"/>
                </a:cubicBezTo>
                <a:cubicBezTo>
                  <a:pt x="3740154" y="53309"/>
                  <a:pt x="3739712" y="49915"/>
                  <a:pt x="3739712" y="46126"/>
                </a:cubicBezTo>
                <a:cubicBezTo>
                  <a:pt x="3739712" y="42833"/>
                  <a:pt x="3740185" y="39719"/>
                  <a:pt x="3741133" y="36784"/>
                </a:cubicBezTo>
                <a:cubicBezTo>
                  <a:pt x="3742080" y="33849"/>
                  <a:pt x="3743462" y="31271"/>
                  <a:pt x="3745279" y="29050"/>
                </a:cubicBezTo>
                <a:cubicBezTo>
                  <a:pt x="3747096" y="26829"/>
                  <a:pt x="3749325" y="25066"/>
                  <a:pt x="3751965" y="23762"/>
                </a:cubicBezTo>
                <a:cubicBezTo>
                  <a:pt x="3754605" y="22457"/>
                  <a:pt x="3757603" y="21805"/>
                  <a:pt x="3760957" y="21805"/>
                </a:cubicBezTo>
                <a:cubicBezTo>
                  <a:pt x="3764219" y="21805"/>
                  <a:pt x="3767107" y="22317"/>
                  <a:pt x="3769623" y="23342"/>
                </a:cubicBezTo>
                <a:cubicBezTo>
                  <a:pt x="3772139" y="24367"/>
                  <a:pt x="3774259" y="25820"/>
                  <a:pt x="3775983" y="27699"/>
                </a:cubicBezTo>
                <a:cubicBezTo>
                  <a:pt x="3777707" y="29578"/>
                  <a:pt x="3779012" y="31861"/>
                  <a:pt x="3779897" y="34548"/>
                </a:cubicBezTo>
                <a:cubicBezTo>
                  <a:pt x="3780782" y="37234"/>
                  <a:pt x="3781225" y="40240"/>
                  <a:pt x="3781225" y="43563"/>
                </a:cubicBezTo>
                <a:moveTo>
                  <a:pt x="3772792" y="42398"/>
                </a:moveTo>
                <a:cubicBezTo>
                  <a:pt x="3772885" y="40317"/>
                  <a:pt x="3772683" y="38415"/>
                  <a:pt x="3772186" y="36691"/>
                </a:cubicBezTo>
                <a:cubicBezTo>
                  <a:pt x="3771689" y="34967"/>
                  <a:pt x="3770920" y="33484"/>
                  <a:pt x="3769880" y="32241"/>
                </a:cubicBezTo>
                <a:cubicBezTo>
                  <a:pt x="3768839" y="30999"/>
                  <a:pt x="3767542" y="30028"/>
                  <a:pt x="3765989" y="29329"/>
                </a:cubicBezTo>
                <a:cubicBezTo>
                  <a:pt x="3764436" y="28631"/>
                  <a:pt x="3762635" y="28281"/>
                  <a:pt x="3760585" y="28281"/>
                </a:cubicBezTo>
                <a:cubicBezTo>
                  <a:pt x="3758814" y="28281"/>
                  <a:pt x="3757199" y="28623"/>
                  <a:pt x="3755739" y="29306"/>
                </a:cubicBezTo>
                <a:cubicBezTo>
                  <a:pt x="3754279" y="29989"/>
                  <a:pt x="3753021" y="30952"/>
                  <a:pt x="3751965" y="32195"/>
                </a:cubicBezTo>
                <a:cubicBezTo>
                  <a:pt x="3750909" y="33437"/>
                  <a:pt x="3750055" y="34928"/>
                  <a:pt x="3749403" y="36668"/>
                </a:cubicBezTo>
                <a:cubicBezTo>
                  <a:pt x="3748750" y="38407"/>
                  <a:pt x="3748347" y="40317"/>
                  <a:pt x="3748191" y="42398"/>
                </a:cubicBezTo>
                <a:lnTo>
                  <a:pt x="3772792" y="42398"/>
                </a:lnTo>
                <a:close/>
                <a:moveTo>
                  <a:pt x="3817708" y="3541"/>
                </a:moveTo>
                <a:lnTo>
                  <a:pt x="3816357" y="25439"/>
                </a:lnTo>
                <a:lnTo>
                  <a:pt x="3808343" y="25439"/>
                </a:lnTo>
                <a:lnTo>
                  <a:pt x="3807038" y="3541"/>
                </a:lnTo>
                <a:lnTo>
                  <a:pt x="3817708" y="3541"/>
                </a:lnTo>
                <a:close/>
                <a:moveTo>
                  <a:pt x="3854983" y="0"/>
                </a:moveTo>
                <a:cubicBezTo>
                  <a:pt x="3869302" y="13270"/>
                  <a:pt x="3876462" y="28032"/>
                  <a:pt x="3876462" y="44285"/>
                </a:cubicBezTo>
                <a:cubicBezTo>
                  <a:pt x="3876462" y="47642"/>
                  <a:pt x="3876120" y="51123"/>
                  <a:pt x="3875437" y="54728"/>
                </a:cubicBezTo>
                <a:cubicBezTo>
                  <a:pt x="3874754" y="58333"/>
                  <a:pt x="3873589" y="62023"/>
                  <a:pt x="3871943" y="65799"/>
                </a:cubicBezTo>
                <a:cubicBezTo>
                  <a:pt x="3870296" y="69575"/>
                  <a:pt x="3868083" y="73405"/>
                  <a:pt x="3865303" y="77290"/>
                </a:cubicBezTo>
                <a:cubicBezTo>
                  <a:pt x="3862523" y="81174"/>
                  <a:pt x="3859021" y="85074"/>
                  <a:pt x="3854797" y="88990"/>
                </a:cubicBezTo>
                <a:lnTo>
                  <a:pt x="3850091" y="84188"/>
                </a:lnTo>
                <a:cubicBezTo>
                  <a:pt x="3856148" y="78190"/>
                  <a:pt x="3860667" y="71929"/>
                  <a:pt x="3863649" y="65403"/>
                </a:cubicBezTo>
                <a:cubicBezTo>
                  <a:pt x="3866631" y="58876"/>
                  <a:pt x="3868122" y="52039"/>
                  <a:pt x="3868122" y="44891"/>
                </a:cubicBezTo>
                <a:cubicBezTo>
                  <a:pt x="3868122" y="30098"/>
                  <a:pt x="3862112" y="16797"/>
                  <a:pt x="3850091" y="4988"/>
                </a:cubicBezTo>
                <a:lnTo>
                  <a:pt x="3854983" y="0"/>
                </a:lnTo>
                <a:close/>
                <a:moveTo>
                  <a:pt x="3920959" y="14816"/>
                </a:moveTo>
                <a:lnTo>
                  <a:pt x="3912852" y="14816"/>
                </a:lnTo>
                <a:lnTo>
                  <a:pt x="3897943" y="3541"/>
                </a:lnTo>
                <a:lnTo>
                  <a:pt x="3909684" y="3541"/>
                </a:lnTo>
                <a:lnTo>
                  <a:pt x="3920959" y="14816"/>
                </a:lnTo>
                <a:moveTo>
                  <a:pt x="3889836" y="22644"/>
                </a:moveTo>
                <a:lnTo>
                  <a:pt x="3889836" y="22644"/>
                </a:lnTo>
                <a:close/>
                <a:moveTo>
                  <a:pt x="3952783" y="78973"/>
                </a:moveTo>
                <a:cubicBezTo>
                  <a:pt x="3954367" y="79035"/>
                  <a:pt x="3955905" y="78894"/>
                  <a:pt x="3957396" y="78551"/>
                </a:cubicBezTo>
                <a:cubicBezTo>
                  <a:pt x="3958887" y="78208"/>
                  <a:pt x="3960199" y="77701"/>
                  <a:pt x="3961333" y="77029"/>
                </a:cubicBezTo>
                <a:cubicBezTo>
                  <a:pt x="3962466" y="76358"/>
                  <a:pt x="3963375" y="75524"/>
                  <a:pt x="3964058" y="74525"/>
                </a:cubicBezTo>
                <a:cubicBezTo>
                  <a:pt x="3964742" y="73527"/>
                  <a:pt x="3965083" y="72388"/>
                  <a:pt x="3965083" y="71108"/>
                </a:cubicBezTo>
                <a:cubicBezTo>
                  <a:pt x="3965083" y="69797"/>
                  <a:pt x="3964858" y="68738"/>
                  <a:pt x="3964408" y="67931"/>
                </a:cubicBezTo>
                <a:cubicBezTo>
                  <a:pt x="3963957" y="67123"/>
                  <a:pt x="3963453" y="66378"/>
                  <a:pt x="3962893" y="65694"/>
                </a:cubicBezTo>
                <a:cubicBezTo>
                  <a:pt x="3962334" y="65011"/>
                  <a:pt x="3961830" y="64281"/>
                  <a:pt x="3961379" y="63504"/>
                </a:cubicBezTo>
                <a:cubicBezTo>
                  <a:pt x="3960929" y="62728"/>
                  <a:pt x="3960704" y="61687"/>
                  <a:pt x="3960704" y="60383"/>
                </a:cubicBezTo>
                <a:cubicBezTo>
                  <a:pt x="3960704" y="59730"/>
                  <a:pt x="3960828" y="59047"/>
                  <a:pt x="3961076" y="58333"/>
                </a:cubicBezTo>
                <a:cubicBezTo>
                  <a:pt x="3961325" y="57618"/>
                  <a:pt x="3961705" y="56966"/>
                  <a:pt x="3962218" y="56376"/>
                </a:cubicBezTo>
                <a:cubicBezTo>
                  <a:pt x="3962730" y="55786"/>
                  <a:pt x="3963383" y="55304"/>
                  <a:pt x="3964175" y="54932"/>
                </a:cubicBezTo>
                <a:cubicBezTo>
                  <a:pt x="3964967" y="54559"/>
                  <a:pt x="3965906" y="54372"/>
                  <a:pt x="3966994" y="54372"/>
                </a:cubicBezTo>
                <a:cubicBezTo>
                  <a:pt x="3968081" y="54372"/>
                  <a:pt x="3969129" y="54598"/>
                  <a:pt x="3970138" y="55049"/>
                </a:cubicBezTo>
                <a:cubicBezTo>
                  <a:pt x="3971148" y="55500"/>
                  <a:pt x="3972033" y="56192"/>
                  <a:pt x="3972794" y="57126"/>
                </a:cubicBezTo>
                <a:cubicBezTo>
                  <a:pt x="3973555" y="58058"/>
                  <a:pt x="3974161" y="59225"/>
                  <a:pt x="3974611" y="60626"/>
                </a:cubicBezTo>
                <a:cubicBezTo>
                  <a:pt x="3975062" y="62026"/>
                  <a:pt x="3975287" y="63674"/>
                  <a:pt x="3975287" y="65572"/>
                </a:cubicBezTo>
                <a:cubicBezTo>
                  <a:pt x="3975287" y="68154"/>
                  <a:pt x="3974813" y="70634"/>
                  <a:pt x="3973866" y="73013"/>
                </a:cubicBezTo>
                <a:cubicBezTo>
                  <a:pt x="3972918" y="75393"/>
                  <a:pt x="3971505" y="77501"/>
                  <a:pt x="3969626" y="79337"/>
                </a:cubicBezTo>
                <a:cubicBezTo>
                  <a:pt x="3967747" y="81172"/>
                  <a:pt x="3965402" y="82634"/>
                  <a:pt x="3962591" y="83722"/>
                </a:cubicBezTo>
                <a:cubicBezTo>
                  <a:pt x="3959780" y="84811"/>
                  <a:pt x="3956510" y="85356"/>
                  <a:pt x="3952783" y="85356"/>
                </a:cubicBezTo>
                <a:lnTo>
                  <a:pt x="3952783" y="78973"/>
                </a:lnTo>
                <a:close/>
                <a:moveTo>
                  <a:pt x="4096196" y="22644"/>
                </a:moveTo>
                <a:lnTo>
                  <a:pt x="4089393" y="69421"/>
                </a:lnTo>
                <a:lnTo>
                  <a:pt x="4079563" y="69421"/>
                </a:lnTo>
                <a:lnTo>
                  <a:pt x="4072807" y="49853"/>
                </a:lnTo>
                <a:lnTo>
                  <a:pt x="4071456" y="45101"/>
                </a:lnTo>
                <a:lnTo>
                  <a:pt x="4069918" y="50133"/>
                </a:lnTo>
                <a:lnTo>
                  <a:pt x="4063442" y="69421"/>
                </a:lnTo>
                <a:lnTo>
                  <a:pt x="4053891" y="69421"/>
                </a:lnTo>
                <a:lnTo>
                  <a:pt x="4047135" y="22644"/>
                </a:lnTo>
                <a:lnTo>
                  <a:pt x="4055055" y="22644"/>
                </a:lnTo>
                <a:lnTo>
                  <a:pt x="4058969" y="54419"/>
                </a:lnTo>
                <a:lnTo>
                  <a:pt x="4059808" y="61501"/>
                </a:lnTo>
                <a:lnTo>
                  <a:pt x="4061811" y="55304"/>
                </a:lnTo>
                <a:lnTo>
                  <a:pt x="4068614" y="34291"/>
                </a:lnTo>
                <a:lnTo>
                  <a:pt x="4074438" y="34291"/>
                </a:lnTo>
                <a:lnTo>
                  <a:pt x="4081752" y="55025"/>
                </a:lnTo>
                <a:lnTo>
                  <a:pt x="4083849" y="61221"/>
                </a:lnTo>
                <a:lnTo>
                  <a:pt x="4084548" y="54652"/>
                </a:lnTo>
                <a:lnTo>
                  <a:pt x="4088182" y="22644"/>
                </a:lnTo>
                <a:lnTo>
                  <a:pt x="4096196" y="22644"/>
                </a:lnTo>
                <a:close/>
                <a:moveTo>
                  <a:pt x="4142324" y="69421"/>
                </a:moveTo>
                <a:lnTo>
                  <a:pt x="4134217" y="69421"/>
                </a:lnTo>
                <a:lnTo>
                  <a:pt x="4134217" y="39556"/>
                </a:lnTo>
                <a:cubicBezTo>
                  <a:pt x="4134217" y="35953"/>
                  <a:pt x="4133541" y="33259"/>
                  <a:pt x="4132190" y="31473"/>
                </a:cubicBezTo>
                <a:cubicBezTo>
                  <a:pt x="4130839" y="29687"/>
                  <a:pt x="4128905" y="28794"/>
                  <a:pt x="4126389" y="28794"/>
                </a:cubicBezTo>
                <a:cubicBezTo>
                  <a:pt x="4125302" y="28794"/>
                  <a:pt x="4124285" y="28941"/>
                  <a:pt x="4123337" y="29236"/>
                </a:cubicBezTo>
                <a:cubicBezTo>
                  <a:pt x="4122390" y="29531"/>
                  <a:pt x="4121404" y="30044"/>
                  <a:pt x="4120379" y="30774"/>
                </a:cubicBezTo>
                <a:cubicBezTo>
                  <a:pt x="4119354" y="31504"/>
                  <a:pt x="4118236" y="32490"/>
                  <a:pt x="4117024" y="33732"/>
                </a:cubicBezTo>
                <a:cubicBezTo>
                  <a:pt x="4115813" y="34975"/>
                  <a:pt x="4114415" y="36528"/>
                  <a:pt x="4112831" y="38391"/>
                </a:cubicBezTo>
                <a:lnTo>
                  <a:pt x="4112831" y="69421"/>
                </a:lnTo>
                <a:lnTo>
                  <a:pt x="4104724" y="69421"/>
                </a:lnTo>
                <a:lnTo>
                  <a:pt x="4104724" y="3541"/>
                </a:lnTo>
                <a:lnTo>
                  <a:pt x="4112831" y="3541"/>
                </a:lnTo>
                <a:lnTo>
                  <a:pt x="4112831" y="22630"/>
                </a:lnTo>
                <a:lnTo>
                  <a:pt x="4112552" y="30005"/>
                </a:lnTo>
                <a:cubicBezTo>
                  <a:pt x="4113825" y="28483"/>
                  <a:pt x="4115075" y="27202"/>
                  <a:pt x="4116302" y="26161"/>
                </a:cubicBezTo>
                <a:cubicBezTo>
                  <a:pt x="4117529" y="25121"/>
                  <a:pt x="4118756" y="24274"/>
                  <a:pt x="4119983" y="23622"/>
                </a:cubicBezTo>
                <a:cubicBezTo>
                  <a:pt x="4121210" y="22970"/>
                  <a:pt x="4122460" y="22504"/>
                  <a:pt x="4123733" y="22224"/>
                </a:cubicBezTo>
                <a:cubicBezTo>
                  <a:pt x="4125007" y="21945"/>
                  <a:pt x="4126327" y="21805"/>
                  <a:pt x="4127694" y="21805"/>
                </a:cubicBezTo>
                <a:cubicBezTo>
                  <a:pt x="4132353" y="21805"/>
                  <a:pt x="4135956" y="23226"/>
                  <a:pt x="4138503" y="26068"/>
                </a:cubicBezTo>
                <a:cubicBezTo>
                  <a:pt x="4141050" y="28910"/>
                  <a:pt x="4142324" y="33189"/>
                  <a:pt x="4142324" y="38904"/>
                </a:cubicBezTo>
                <a:lnTo>
                  <a:pt x="4142324" y="69421"/>
                </a:lnTo>
                <a:close/>
                <a:moveTo>
                  <a:pt x="4172517" y="29353"/>
                </a:moveTo>
                <a:lnTo>
                  <a:pt x="4158679" y="29353"/>
                </a:lnTo>
                <a:lnTo>
                  <a:pt x="4158679" y="22644"/>
                </a:lnTo>
                <a:lnTo>
                  <a:pt x="4180717" y="22644"/>
                </a:lnTo>
                <a:lnTo>
                  <a:pt x="4180717" y="62666"/>
                </a:lnTo>
                <a:lnTo>
                  <a:pt x="4194648" y="62666"/>
                </a:lnTo>
                <a:lnTo>
                  <a:pt x="4194648" y="69421"/>
                </a:lnTo>
                <a:lnTo>
                  <a:pt x="4157142" y="69421"/>
                </a:lnTo>
                <a:lnTo>
                  <a:pt x="4157142" y="62666"/>
                </a:lnTo>
                <a:lnTo>
                  <a:pt x="4172517" y="62666"/>
                </a:lnTo>
                <a:lnTo>
                  <a:pt x="4172517" y="29353"/>
                </a:lnTo>
                <a:moveTo>
                  <a:pt x="4175359" y="2982"/>
                </a:moveTo>
                <a:cubicBezTo>
                  <a:pt x="4176260" y="2982"/>
                  <a:pt x="4177098" y="3145"/>
                  <a:pt x="4177875" y="3471"/>
                </a:cubicBezTo>
                <a:cubicBezTo>
                  <a:pt x="4178651" y="3797"/>
                  <a:pt x="4179327" y="4255"/>
                  <a:pt x="4179902" y="4846"/>
                </a:cubicBezTo>
                <a:cubicBezTo>
                  <a:pt x="4180476" y="5436"/>
                  <a:pt x="4180927" y="6111"/>
                  <a:pt x="4181253" y="6872"/>
                </a:cubicBezTo>
                <a:cubicBezTo>
                  <a:pt x="4181579" y="7633"/>
                  <a:pt x="4181742" y="8464"/>
                  <a:pt x="4181742" y="9365"/>
                </a:cubicBezTo>
                <a:cubicBezTo>
                  <a:pt x="4181742" y="10235"/>
                  <a:pt x="4181579" y="11058"/>
                  <a:pt x="4181253" y="11834"/>
                </a:cubicBezTo>
                <a:cubicBezTo>
                  <a:pt x="4180927" y="12611"/>
                  <a:pt x="4180476" y="13294"/>
                  <a:pt x="4179902" y="13884"/>
                </a:cubicBezTo>
                <a:cubicBezTo>
                  <a:pt x="4179327" y="14474"/>
                  <a:pt x="4178651" y="14933"/>
                  <a:pt x="4177875" y="15259"/>
                </a:cubicBezTo>
                <a:cubicBezTo>
                  <a:pt x="4177098" y="15585"/>
                  <a:pt x="4176260" y="15748"/>
                  <a:pt x="4175359" y="15748"/>
                </a:cubicBezTo>
                <a:cubicBezTo>
                  <a:pt x="4174458" y="15748"/>
                  <a:pt x="4173620" y="15585"/>
                  <a:pt x="4172843" y="15259"/>
                </a:cubicBezTo>
                <a:cubicBezTo>
                  <a:pt x="4172067" y="14933"/>
                  <a:pt x="4171391" y="14474"/>
                  <a:pt x="4170816" y="13884"/>
                </a:cubicBezTo>
                <a:cubicBezTo>
                  <a:pt x="4170242" y="13294"/>
                  <a:pt x="4169791" y="12611"/>
                  <a:pt x="4169465" y="11834"/>
                </a:cubicBezTo>
                <a:cubicBezTo>
                  <a:pt x="4169139" y="11058"/>
                  <a:pt x="4168976" y="10235"/>
                  <a:pt x="4168976" y="9365"/>
                </a:cubicBezTo>
                <a:cubicBezTo>
                  <a:pt x="4168976" y="8464"/>
                  <a:pt x="4169139" y="7633"/>
                  <a:pt x="4169465" y="6872"/>
                </a:cubicBezTo>
                <a:cubicBezTo>
                  <a:pt x="4169791" y="6111"/>
                  <a:pt x="4170242" y="5436"/>
                  <a:pt x="4170816" y="4846"/>
                </a:cubicBezTo>
                <a:cubicBezTo>
                  <a:pt x="4171391" y="4255"/>
                  <a:pt x="4172067" y="3797"/>
                  <a:pt x="4172843" y="3471"/>
                </a:cubicBezTo>
                <a:cubicBezTo>
                  <a:pt x="4173620" y="3145"/>
                  <a:pt x="4174458" y="2982"/>
                  <a:pt x="4175359" y="2982"/>
                </a:cubicBezTo>
                <a:close/>
                <a:moveTo>
                  <a:pt x="4244783" y="67698"/>
                </a:moveTo>
                <a:cubicBezTo>
                  <a:pt x="4242670" y="68505"/>
                  <a:pt x="4240504" y="69103"/>
                  <a:pt x="4238283" y="69491"/>
                </a:cubicBezTo>
                <a:cubicBezTo>
                  <a:pt x="4236062" y="69880"/>
                  <a:pt x="4233771" y="70074"/>
                  <a:pt x="4231411" y="70074"/>
                </a:cubicBezTo>
                <a:cubicBezTo>
                  <a:pt x="4224018" y="70074"/>
                  <a:pt x="4218326" y="68070"/>
                  <a:pt x="4214335" y="64063"/>
                </a:cubicBezTo>
                <a:cubicBezTo>
                  <a:pt x="4210344" y="60057"/>
                  <a:pt x="4208348" y="54202"/>
                  <a:pt x="4208348" y="46498"/>
                </a:cubicBezTo>
                <a:cubicBezTo>
                  <a:pt x="4208348" y="42802"/>
                  <a:pt x="4208923" y="39448"/>
                  <a:pt x="4210072" y="36435"/>
                </a:cubicBezTo>
                <a:cubicBezTo>
                  <a:pt x="4211221" y="33422"/>
                  <a:pt x="4212836" y="30844"/>
                  <a:pt x="4214917" y="28700"/>
                </a:cubicBezTo>
                <a:cubicBezTo>
                  <a:pt x="4216998" y="26557"/>
                  <a:pt x="4219483" y="24903"/>
                  <a:pt x="4222372" y="23738"/>
                </a:cubicBezTo>
                <a:cubicBezTo>
                  <a:pt x="4225261" y="22574"/>
                  <a:pt x="4228444" y="21991"/>
                  <a:pt x="4231923" y="21991"/>
                </a:cubicBezTo>
                <a:cubicBezTo>
                  <a:pt x="4234346" y="21991"/>
                  <a:pt x="4236613" y="22166"/>
                  <a:pt x="4238726" y="22515"/>
                </a:cubicBezTo>
                <a:cubicBezTo>
                  <a:pt x="4240838" y="22864"/>
                  <a:pt x="4242857" y="23435"/>
                  <a:pt x="4244783" y="24228"/>
                </a:cubicBezTo>
                <a:lnTo>
                  <a:pt x="4244783" y="31962"/>
                </a:lnTo>
                <a:cubicBezTo>
                  <a:pt x="4242764" y="30889"/>
                  <a:pt x="4240706" y="30109"/>
                  <a:pt x="4238609" y="29621"/>
                </a:cubicBezTo>
                <a:cubicBezTo>
                  <a:pt x="4236513" y="29131"/>
                  <a:pt x="4234346" y="28887"/>
                  <a:pt x="4232110" y="28887"/>
                </a:cubicBezTo>
                <a:cubicBezTo>
                  <a:pt x="4230029" y="28887"/>
                  <a:pt x="4228064" y="29283"/>
                  <a:pt x="4226216" y="30075"/>
                </a:cubicBezTo>
                <a:cubicBezTo>
                  <a:pt x="4224368" y="30867"/>
                  <a:pt x="4222745" y="32008"/>
                  <a:pt x="4221347" y="33499"/>
                </a:cubicBezTo>
                <a:cubicBezTo>
                  <a:pt x="4219949" y="34990"/>
                  <a:pt x="4218847" y="36807"/>
                  <a:pt x="4218039" y="38951"/>
                </a:cubicBezTo>
                <a:cubicBezTo>
                  <a:pt x="4217231" y="41094"/>
                  <a:pt x="4216828" y="43517"/>
                  <a:pt x="4216828" y="46219"/>
                </a:cubicBezTo>
                <a:cubicBezTo>
                  <a:pt x="4216828" y="51872"/>
                  <a:pt x="4218202" y="56104"/>
                  <a:pt x="4220951" y="58915"/>
                </a:cubicBezTo>
                <a:cubicBezTo>
                  <a:pt x="4223700" y="61726"/>
                  <a:pt x="4227513" y="63132"/>
                  <a:pt x="4232389" y="63132"/>
                </a:cubicBezTo>
                <a:cubicBezTo>
                  <a:pt x="4234595" y="63132"/>
                  <a:pt x="4236730" y="62883"/>
                  <a:pt x="4238796" y="62386"/>
                </a:cubicBezTo>
                <a:cubicBezTo>
                  <a:pt x="4240861" y="61889"/>
                  <a:pt x="4242857" y="61144"/>
                  <a:pt x="4244783" y="60150"/>
                </a:cubicBezTo>
                <a:lnTo>
                  <a:pt x="4244783" y="67698"/>
                </a:lnTo>
                <a:close/>
                <a:moveTo>
                  <a:pt x="4297899" y="69421"/>
                </a:moveTo>
                <a:lnTo>
                  <a:pt x="4289792" y="69421"/>
                </a:lnTo>
                <a:lnTo>
                  <a:pt x="4289792" y="39556"/>
                </a:lnTo>
                <a:cubicBezTo>
                  <a:pt x="4289792" y="35953"/>
                  <a:pt x="4289116" y="33259"/>
                  <a:pt x="4287765" y="31473"/>
                </a:cubicBezTo>
                <a:cubicBezTo>
                  <a:pt x="4286414" y="29687"/>
                  <a:pt x="4284481" y="28794"/>
                  <a:pt x="4281965" y="28794"/>
                </a:cubicBezTo>
                <a:cubicBezTo>
                  <a:pt x="4280878" y="28794"/>
                  <a:pt x="4279860" y="28941"/>
                  <a:pt x="4278913" y="29236"/>
                </a:cubicBezTo>
                <a:cubicBezTo>
                  <a:pt x="4277966" y="29531"/>
                  <a:pt x="4276979" y="30044"/>
                  <a:pt x="4275954" y="30774"/>
                </a:cubicBezTo>
                <a:cubicBezTo>
                  <a:pt x="4274929" y="31504"/>
                  <a:pt x="4273811" y="32490"/>
                  <a:pt x="4272600" y="33732"/>
                </a:cubicBezTo>
                <a:cubicBezTo>
                  <a:pt x="4271388" y="34975"/>
                  <a:pt x="4269991" y="36528"/>
                  <a:pt x="4268407" y="38391"/>
                </a:cubicBezTo>
                <a:lnTo>
                  <a:pt x="4268407" y="69421"/>
                </a:lnTo>
                <a:lnTo>
                  <a:pt x="4260300" y="69421"/>
                </a:lnTo>
                <a:lnTo>
                  <a:pt x="4260300" y="3541"/>
                </a:lnTo>
                <a:lnTo>
                  <a:pt x="4268407" y="3541"/>
                </a:lnTo>
                <a:lnTo>
                  <a:pt x="4268407" y="22630"/>
                </a:lnTo>
                <a:lnTo>
                  <a:pt x="4268127" y="30005"/>
                </a:lnTo>
                <a:cubicBezTo>
                  <a:pt x="4269400" y="28483"/>
                  <a:pt x="4270651" y="27202"/>
                  <a:pt x="4271878" y="26161"/>
                </a:cubicBezTo>
                <a:cubicBezTo>
                  <a:pt x="4273104" y="25121"/>
                  <a:pt x="4274331" y="24274"/>
                  <a:pt x="4275558" y="23622"/>
                </a:cubicBezTo>
                <a:cubicBezTo>
                  <a:pt x="4276785" y="22970"/>
                  <a:pt x="4278035" y="22504"/>
                  <a:pt x="4279309" y="22224"/>
                </a:cubicBezTo>
                <a:cubicBezTo>
                  <a:pt x="4280582" y="21945"/>
                  <a:pt x="4281903" y="21805"/>
                  <a:pt x="4283269" y="21805"/>
                </a:cubicBezTo>
                <a:cubicBezTo>
                  <a:pt x="4287928" y="21805"/>
                  <a:pt x="4291531" y="23226"/>
                  <a:pt x="4294078" y="26068"/>
                </a:cubicBezTo>
                <a:cubicBezTo>
                  <a:pt x="4296625" y="28910"/>
                  <a:pt x="4297899" y="33189"/>
                  <a:pt x="4297899" y="38904"/>
                </a:cubicBezTo>
                <a:lnTo>
                  <a:pt x="4297899" y="69421"/>
                </a:lnTo>
                <a:close/>
                <a:moveTo>
                  <a:pt x="4401057" y="56655"/>
                </a:moveTo>
                <a:cubicBezTo>
                  <a:pt x="4401057" y="58302"/>
                  <a:pt x="4400777" y="59777"/>
                  <a:pt x="4400218" y="61082"/>
                </a:cubicBezTo>
                <a:cubicBezTo>
                  <a:pt x="4399659" y="62386"/>
                  <a:pt x="4398898" y="63543"/>
                  <a:pt x="4397935" y="64553"/>
                </a:cubicBezTo>
                <a:cubicBezTo>
                  <a:pt x="4396972" y="65562"/>
                  <a:pt x="4395854" y="66424"/>
                  <a:pt x="4394581" y="67139"/>
                </a:cubicBezTo>
                <a:cubicBezTo>
                  <a:pt x="4393307" y="67853"/>
                  <a:pt x="4391948" y="68443"/>
                  <a:pt x="4390504" y="68909"/>
                </a:cubicBezTo>
                <a:cubicBezTo>
                  <a:pt x="4389060" y="69375"/>
                  <a:pt x="4387576" y="69717"/>
                  <a:pt x="4386054" y="69934"/>
                </a:cubicBezTo>
                <a:cubicBezTo>
                  <a:pt x="4384532" y="70151"/>
                  <a:pt x="4383041" y="70260"/>
                  <a:pt x="4381582" y="70260"/>
                </a:cubicBezTo>
                <a:cubicBezTo>
                  <a:pt x="4378413" y="70260"/>
                  <a:pt x="4375501" y="70120"/>
                  <a:pt x="4372846" y="69841"/>
                </a:cubicBezTo>
                <a:cubicBezTo>
                  <a:pt x="4370190" y="69561"/>
                  <a:pt x="4367589" y="69111"/>
                  <a:pt x="4365042" y="68490"/>
                </a:cubicBezTo>
                <a:lnTo>
                  <a:pt x="4365042" y="61035"/>
                </a:lnTo>
                <a:cubicBezTo>
                  <a:pt x="4367775" y="61812"/>
                  <a:pt x="4370493" y="62402"/>
                  <a:pt x="4373195" y="62805"/>
                </a:cubicBezTo>
                <a:cubicBezTo>
                  <a:pt x="4375897" y="63209"/>
                  <a:pt x="4378584" y="63411"/>
                  <a:pt x="4381255" y="63411"/>
                </a:cubicBezTo>
                <a:cubicBezTo>
                  <a:pt x="4385138" y="63411"/>
                  <a:pt x="4388011" y="62883"/>
                  <a:pt x="4389875" y="61827"/>
                </a:cubicBezTo>
                <a:cubicBezTo>
                  <a:pt x="4391739" y="60771"/>
                  <a:pt x="4392670" y="59265"/>
                  <a:pt x="4392670" y="57308"/>
                </a:cubicBezTo>
                <a:cubicBezTo>
                  <a:pt x="4392670" y="56469"/>
                  <a:pt x="4392523" y="55716"/>
                  <a:pt x="4392228" y="55048"/>
                </a:cubicBezTo>
                <a:cubicBezTo>
                  <a:pt x="4391933" y="54380"/>
                  <a:pt x="4391397" y="53743"/>
                  <a:pt x="4390620" y="53138"/>
                </a:cubicBezTo>
                <a:cubicBezTo>
                  <a:pt x="4389844" y="52532"/>
                  <a:pt x="4388640" y="51903"/>
                  <a:pt x="4387009" y="51251"/>
                </a:cubicBezTo>
                <a:cubicBezTo>
                  <a:pt x="4385379" y="50598"/>
                  <a:pt x="4383150" y="49853"/>
                  <a:pt x="4380324" y="49014"/>
                </a:cubicBezTo>
                <a:cubicBezTo>
                  <a:pt x="4378211" y="48393"/>
                  <a:pt x="4376262" y="47687"/>
                  <a:pt x="4374476" y="46894"/>
                </a:cubicBezTo>
                <a:cubicBezTo>
                  <a:pt x="4372690" y="46102"/>
                  <a:pt x="4371145" y="45163"/>
                  <a:pt x="4369840" y="44076"/>
                </a:cubicBezTo>
                <a:cubicBezTo>
                  <a:pt x="4368536" y="42989"/>
                  <a:pt x="4367511" y="41715"/>
                  <a:pt x="4366765" y="40255"/>
                </a:cubicBezTo>
                <a:cubicBezTo>
                  <a:pt x="4366020" y="38795"/>
                  <a:pt x="4365647" y="37071"/>
                  <a:pt x="4365647" y="35083"/>
                </a:cubicBezTo>
                <a:cubicBezTo>
                  <a:pt x="4365647" y="33779"/>
                  <a:pt x="4365950" y="32350"/>
                  <a:pt x="4366556" y="30797"/>
                </a:cubicBezTo>
                <a:cubicBezTo>
                  <a:pt x="4367161" y="29244"/>
                  <a:pt x="4368194" y="27800"/>
                  <a:pt x="4369654" y="26464"/>
                </a:cubicBezTo>
                <a:cubicBezTo>
                  <a:pt x="4371114" y="25128"/>
                  <a:pt x="4373086" y="24018"/>
                  <a:pt x="4375571" y="23133"/>
                </a:cubicBezTo>
                <a:cubicBezTo>
                  <a:pt x="4378056" y="22247"/>
                  <a:pt x="4381162" y="21805"/>
                  <a:pt x="4384890" y="21805"/>
                </a:cubicBezTo>
                <a:cubicBezTo>
                  <a:pt x="4386722" y="21805"/>
                  <a:pt x="4388757" y="21906"/>
                  <a:pt x="4390993" y="22108"/>
                </a:cubicBezTo>
                <a:cubicBezTo>
                  <a:pt x="4393229" y="22310"/>
                  <a:pt x="4395559" y="22659"/>
                  <a:pt x="4397982" y="23156"/>
                </a:cubicBezTo>
                <a:lnTo>
                  <a:pt x="4397982" y="30378"/>
                </a:lnTo>
                <a:cubicBezTo>
                  <a:pt x="4395435" y="29757"/>
                  <a:pt x="4393020" y="29298"/>
                  <a:pt x="4390737" y="29003"/>
                </a:cubicBezTo>
                <a:cubicBezTo>
                  <a:pt x="4388454" y="28708"/>
                  <a:pt x="4386474" y="28561"/>
                  <a:pt x="4384796" y="28561"/>
                </a:cubicBezTo>
                <a:cubicBezTo>
                  <a:pt x="4382777" y="28561"/>
                  <a:pt x="4381077" y="28716"/>
                  <a:pt x="4379695" y="29027"/>
                </a:cubicBezTo>
                <a:cubicBezTo>
                  <a:pt x="4378312" y="29337"/>
                  <a:pt x="4377194" y="29764"/>
                  <a:pt x="4376340" y="30308"/>
                </a:cubicBezTo>
                <a:cubicBezTo>
                  <a:pt x="4375486" y="30851"/>
                  <a:pt x="4374872" y="31488"/>
                  <a:pt x="4374500" y="32218"/>
                </a:cubicBezTo>
                <a:cubicBezTo>
                  <a:pt x="4374127" y="32948"/>
                  <a:pt x="4373941" y="33732"/>
                  <a:pt x="4373941" y="34571"/>
                </a:cubicBezTo>
                <a:cubicBezTo>
                  <a:pt x="4373941" y="35410"/>
                  <a:pt x="4374104" y="36171"/>
                  <a:pt x="4374430" y="36854"/>
                </a:cubicBezTo>
                <a:cubicBezTo>
                  <a:pt x="4374756" y="37537"/>
                  <a:pt x="4375362" y="38197"/>
                  <a:pt x="4376247" y="38834"/>
                </a:cubicBezTo>
                <a:cubicBezTo>
                  <a:pt x="4377132" y="39471"/>
                  <a:pt x="4378367" y="40108"/>
                  <a:pt x="4379951" y="40744"/>
                </a:cubicBezTo>
                <a:cubicBezTo>
                  <a:pt x="4381535" y="41381"/>
                  <a:pt x="4383601" y="42072"/>
                  <a:pt x="4386148" y="42818"/>
                </a:cubicBezTo>
                <a:cubicBezTo>
                  <a:pt x="4388912" y="43625"/>
                  <a:pt x="4391242" y="44472"/>
                  <a:pt x="4393136" y="45357"/>
                </a:cubicBezTo>
                <a:cubicBezTo>
                  <a:pt x="4395031" y="46242"/>
                  <a:pt x="4396569" y="47228"/>
                  <a:pt x="4397749" y="48315"/>
                </a:cubicBezTo>
                <a:cubicBezTo>
                  <a:pt x="4398929" y="49403"/>
                  <a:pt x="4399776" y="50630"/>
                  <a:pt x="4400288" y="51996"/>
                </a:cubicBezTo>
                <a:cubicBezTo>
                  <a:pt x="4400801" y="53363"/>
                  <a:pt x="4401057" y="54916"/>
                  <a:pt x="4401057" y="56655"/>
                </a:cubicBezTo>
                <a:close/>
                <a:moveTo>
                  <a:pt x="4453474" y="69421"/>
                </a:moveTo>
                <a:lnTo>
                  <a:pt x="4446206" y="69421"/>
                </a:lnTo>
                <a:lnTo>
                  <a:pt x="4445927" y="61874"/>
                </a:lnTo>
                <a:cubicBezTo>
                  <a:pt x="4444529" y="63489"/>
                  <a:pt x="4443201" y="64832"/>
                  <a:pt x="4441943" y="65904"/>
                </a:cubicBezTo>
                <a:cubicBezTo>
                  <a:pt x="4440685" y="66975"/>
                  <a:pt x="4439435" y="67837"/>
                  <a:pt x="4438192" y="68490"/>
                </a:cubicBezTo>
                <a:cubicBezTo>
                  <a:pt x="4436950" y="69142"/>
                  <a:pt x="4435700" y="69600"/>
                  <a:pt x="4434442" y="69864"/>
                </a:cubicBezTo>
                <a:cubicBezTo>
                  <a:pt x="4433184" y="70128"/>
                  <a:pt x="4431856" y="70260"/>
                  <a:pt x="4430458" y="70260"/>
                </a:cubicBezTo>
                <a:cubicBezTo>
                  <a:pt x="4425644" y="70260"/>
                  <a:pt x="4422010" y="68847"/>
                  <a:pt x="4419556" y="66020"/>
                </a:cubicBezTo>
                <a:cubicBezTo>
                  <a:pt x="4417102" y="63194"/>
                  <a:pt x="4415875" y="58923"/>
                  <a:pt x="4415875" y="53208"/>
                </a:cubicBezTo>
                <a:lnTo>
                  <a:pt x="4415875" y="22644"/>
                </a:lnTo>
                <a:lnTo>
                  <a:pt x="4423982" y="22644"/>
                </a:lnTo>
                <a:lnTo>
                  <a:pt x="4423982" y="52555"/>
                </a:lnTo>
                <a:cubicBezTo>
                  <a:pt x="4423982" y="59730"/>
                  <a:pt x="4426684" y="63318"/>
                  <a:pt x="4432089" y="63318"/>
                </a:cubicBezTo>
                <a:cubicBezTo>
                  <a:pt x="4433083" y="63318"/>
                  <a:pt x="4434054" y="63170"/>
                  <a:pt x="4435001" y="62875"/>
                </a:cubicBezTo>
                <a:cubicBezTo>
                  <a:pt x="4435948" y="62580"/>
                  <a:pt x="4436942" y="62068"/>
                  <a:pt x="4437983" y="61338"/>
                </a:cubicBezTo>
                <a:cubicBezTo>
                  <a:pt x="4439023" y="60608"/>
                  <a:pt x="4440141" y="59622"/>
                  <a:pt x="4441337" y="58379"/>
                </a:cubicBezTo>
                <a:cubicBezTo>
                  <a:pt x="4442533" y="57137"/>
                  <a:pt x="4443877" y="55568"/>
                  <a:pt x="4445367" y="53674"/>
                </a:cubicBezTo>
                <a:lnTo>
                  <a:pt x="4445367" y="22644"/>
                </a:lnTo>
                <a:lnTo>
                  <a:pt x="4453474" y="22644"/>
                </a:lnTo>
                <a:lnTo>
                  <a:pt x="4453474" y="69421"/>
                </a:lnTo>
                <a:close/>
                <a:moveTo>
                  <a:pt x="4501419" y="29260"/>
                </a:moveTo>
                <a:cubicBezTo>
                  <a:pt x="4502289" y="30347"/>
                  <a:pt x="4502965" y="31612"/>
                  <a:pt x="4503446" y="33057"/>
                </a:cubicBezTo>
                <a:cubicBezTo>
                  <a:pt x="4503927" y="34501"/>
                  <a:pt x="4504168" y="36062"/>
                  <a:pt x="4504168" y="37739"/>
                </a:cubicBezTo>
                <a:cubicBezTo>
                  <a:pt x="4504168" y="40162"/>
                  <a:pt x="4503726" y="42375"/>
                  <a:pt x="4502840" y="44379"/>
                </a:cubicBezTo>
                <a:cubicBezTo>
                  <a:pt x="4501955" y="46382"/>
                  <a:pt x="4500705" y="48098"/>
                  <a:pt x="4499090" y="49527"/>
                </a:cubicBezTo>
                <a:cubicBezTo>
                  <a:pt x="4497474" y="50956"/>
                  <a:pt x="4495541" y="52066"/>
                  <a:pt x="4493289" y="52858"/>
                </a:cubicBezTo>
                <a:cubicBezTo>
                  <a:pt x="4491037" y="53650"/>
                  <a:pt x="4488560" y="54046"/>
                  <a:pt x="4485858" y="54046"/>
                </a:cubicBezTo>
                <a:cubicBezTo>
                  <a:pt x="4483901" y="54046"/>
                  <a:pt x="4482068" y="53837"/>
                  <a:pt x="4480360" y="53417"/>
                </a:cubicBezTo>
                <a:cubicBezTo>
                  <a:pt x="4478651" y="52998"/>
                  <a:pt x="4477300" y="52478"/>
                  <a:pt x="4476306" y="51856"/>
                </a:cubicBezTo>
                <a:cubicBezTo>
                  <a:pt x="4475716" y="52726"/>
                  <a:pt x="4475219" y="53548"/>
                  <a:pt x="4474815" y="54321"/>
                </a:cubicBezTo>
                <a:cubicBezTo>
                  <a:pt x="4474412" y="55094"/>
                  <a:pt x="4474210" y="55959"/>
                  <a:pt x="4474210" y="56916"/>
                </a:cubicBezTo>
                <a:cubicBezTo>
                  <a:pt x="4474210" y="58089"/>
                  <a:pt x="4474777" y="59061"/>
                  <a:pt x="4475910" y="59832"/>
                </a:cubicBezTo>
                <a:cubicBezTo>
                  <a:pt x="4477044" y="60603"/>
                  <a:pt x="4478543" y="61019"/>
                  <a:pt x="4480406" y="61082"/>
                </a:cubicBezTo>
                <a:lnTo>
                  <a:pt x="4492707" y="61548"/>
                </a:lnTo>
                <a:cubicBezTo>
                  <a:pt x="4495036" y="61610"/>
                  <a:pt x="4497187" y="61905"/>
                  <a:pt x="4499160" y="62434"/>
                </a:cubicBezTo>
                <a:cubicBezTo>
                  <a:pt x="4501132" y="62963"/>
                  <a:pt x="4502825" y="63726"/>
                  <a:pt x="4504238" y="64722"/>
                </a:cubicBezTo>
                <a:cubicBezTo>
                  <a:pt x="4505651" y="65716"/>
                  <a:pt x="4506754" y="66945"/>
                  <a:pt x="4507546" y="68408"/>
                </a:cubicBezTo>
                <a:cubicBezTo>
                  <a:pt x="4508338" y="69870"/>
                  <a:pt x="4508734" y="71566"/>
                  <a:pt x="4508734" y="73495"/>
                </a:cubicBezTo>
                <a:cubicBezTo>
                  <a:pt x="4508734" y="75580"/>
                  <a:pt x="4508284" y="77556"/>
                  <a:pt x="4507383" y="79423"/>
                </a:cubicBezTo>
                <a:cubicBezTo>
                  <a:pt x="4506482" y="81289"/>
                  <a:pt x="4505092" y="82930"/>
                  <a:pt x="4503213" y="84345"/>
                </a:cubicBezTo>
                <a:cubicBezTo>
                  <a:pt x="4501334" y="85762"/>
                  <a:pt x="4498950" y="86889"/>
                  <a:pt x="4496061" y="87729"/>
                </a:cubicBezTo>
                <a:cubicBezTo>
                  <a:pt x="4493173" y="88570"/>
                  <a:pt x="4489740" y="88990"/>
                  <a:pt x="4485764" y="88990"/>
                </a:cubicBezTo>
                <a:cubicBezTo>
                  <a:pt x="4481975" y="88990"/>
                  <a:pt x="4478752" y="88687"/>
                  <a:pt x="4476097" y="88080"/>
                </a:cubicBezTo>
                <a:cubicBezTo>
                  <a:pt x="4473441" y="87473"/>
                  <a:pt x="4471259" y="86633"/>
                  <a:pt x="4469551" y="85560"/>
                </a:cubicBezTo>
                <a:cubicBezTo>
                  <a:pt x="4467842" y="84486"/>
                  <a:pt x="4466600" y="83210"/>
                  <a:pt x="4465823" y="81732"/>
                </a:cubicBezTo>
                <a:cubicBezTo>
                  <a:pt x="4465047" y="80255"/>
                  <a:pt x="4464658" y="78629"/>
                  <a:pt x="4464658" y="76856"/>
                </a:cubicBezTo>
                <a:cubicBezTo>
                  <a:pt x="4464658" y="74584"/>
                  <a:pt x="4465186" y="72593"/>
                  <a:pt x="4466243" y="70882"/>
                </a:cubicBezTo>
                <a:cubicBezTo>
                  <a:pt x="4467299" y="69172"/>
                  <a:pt x="4468929" y="67523"/>
                  <a:pt x="4471135" y="65936"/>
                </a:cubicBezTo>
                <a:cubicBezTo>
                  <a:pt x="4470327" y="65564"/>
                  <a:pt x="4469628" y="65099"/>
                  <a:pt x="4469038" y="64541"/>
                </a:cubicBezTo>
                <a:cubicBezTo>
                  <a:pt x="4468448" y="63983"/>
                  <a:pt x="4467966" y="63371"/>
                  <a:pt x="4467594" y="62705"/>
                </a:cubicBezTo>
                <a:cubicBezTo>
                  <a:pt x="4467221" y="62038"/>
                  <a:pt x="4466941" y="61333"/>
                  <a:pt x="4466755" y="60589"/>
                </a:cubicBezTo>
                <a:cubicBezTo>
                  <a:pt x="4466569" y="59845"/>
                  <a:pt x="4466476" y="59116"/>
                  <a:pt x="4466476" y="58404"/>
                </a:cubicBezTo>
                <a:cubicBezTo>
                  <a:pt x="4466476" y="56389"/>
                  <a:pt x="4466949" y="54545"/>
                  <a:pt x="4467897" y="52871"/>
                </a:cubicBezTo>
                <a:cubicBezTo>
                  <a:pt x="4468844" y="51198"/>
                  <a:pt x="4469970" y="49617"/>
                  <a:pt x="4471274" y="48129"/>
                </a:cubicBezTo>
                <a:cubicBezTo>
                  <a:pt x="4470684" y="47415"/>
                  <a:pt x="4470164" y="46716"/>
                  <a:pt x="4469714" y="46033"/>
                </a:cubicBezTo>
                <a:cubicBezTo>
                  <a:pt x="4469263" y="45349"/>
                  <a:pt x="4468875" y="44611"/>
                  <a:pt x="4468549" y="43819"/>
                </a:cubicBezTo>
                <a:cubicBezTo>
                  <a:pt x="4468223" y="43027"/>
                  <a:pt x="4467974" y="42173"/>
                  <a:pt x="4467803" y="41257"/>
                </a:cubicBezTo>
                <a:cubicBezTo>
                  <a:pt x="4467633" y="40341"/>
                  <a:pt x="4467547" y="39292"/>
                  <a:pt x="4467547" y="38112"/>
                </a:cubicBezTo>
                <a:cubicBezTo>
                  <a:pt x="4467547" y="35689"/>
                  <a:pt x="4467990" y="33476"/>
                  <a:pt x="4468875" y="31473"/>
                </a:cubicBezTo>
                <a:cubicBezTo>
                  <a:pt x="4469760" y="29469"/>
                  <a:pt x="4471003" y="27753"/>
                  <a:pt x="4472602" y="26324"/>
                </a:cubicBezTo>
                <a:cubicBezTo>
                  <a:pt x="4474202" y="24895"/>
                  <a:pt x="4476128" y="23785"/>
                  <a:pt x="4478380" y="22993"/>
                </a:cubicBezTo>
                <a:cubicBezTo>
                  <a:pt x="4480632" y="22201"/>
                  <a:pt x="4483124" y="21805"/>
                  <a:pt x="4485858" y="21805"/>
                </a:cubicBezTo>
                <a:cubicBezTo>
                  <a:pt x="4487007" y="21805"/>
                  <a:pt x="4488110" y="21883"/>
                  <a:pt x="4489166" y="22038"/>
                </a:cubicBezTo>
                <a:cubicBezTo>
                  <a:pt x="4490222" y="22193"/>
                  <a:pt x="4491154" y="22395"/>
                  <a:pt x="4491961" y="22644"/>
                </a:cubicBezTo>
                <a:lnTo>
                  <a:pt x="4508920" y="22644"/>
                </a:lnTo>
                <a:lnTo>
                  <a:pt x="4508920" y="29260"/>
                </a:lnTo>
                <a:lnTo>
                  <a:pt x="4501419" y="29260"/>
                </a:lnTo>
                <a:moveTo>
                  <a:pt x="4473278" y="76157"/>
                </a:moveTo>
                <a:cubicBezTo>
                  <a:pt x="4473278" y="78369"/>
                  <a:pt x="4474427" y="79981"/>
                  <a:pt x="4476726" y="80994"/>
                </a:cubicBezTo>
                <a:cubicBezTo>
                  <a:pt x="4479024" y="82007"/>
                  <a:pt x="4482223" y="82514"/>
                  <a:pt x="4486324" y="82514"/>
                </a:cubicBezTo>
                <a:cubicBezTo>
                  <a:pt x="4488902" y="82514"/>
                  <a:pt x="4491068" y="82280"/>
                  <a:pt x="4492823" y="81812"/>
                </a:cubicBezTo>
                <a:cubicBezTo>
                  <a:pt x="4494578" y="81345"/>
                  <a:pt x="4495991" y="80730"/>
                  <a:pt x="4497063" y="79966"/>
                </a:cubicBezTo>
                <a:cubicBezTo>
                  <a:pt x="4498135" y="79202"/>
                  <a:pt x="4498903" y="78329"/>
                  <a:pt x="4499369" y="77348"/>
                </a:cubicBezTo>
                <a:cubicBezTo>
                  <a:pt x="4499835" y="76367"/>
                  <a:pt x="4500068" y="75361"/>
                  <a:pt x="4500068" y="74333"/>
                </a:cubicBezTo>
                <a:cubicBezTo>
                  <a:pt x="4500068" y="72431"/>
                  <a:pt x="4499292" y="71028"/>
                  <a:pt x="4497738" y="70125"/>
                </a:cubicBezTo>
                <a:cubicBezTo>
                  <a:pt x="4496185" y="69221"/>
                  <a:pt x="4493809" y="68692"/>
                  <a:pt x="4490610" y="68536"/>
                </a:cubicBezTo>
                <a:lnTo>
                  <a:pt x="4478403" y="68117"/>
                </a:lnTo>
                <a:cubicBezTo>
                  <a:pt x="4477378" y="68802"/>
                  <a:pt x="4476532" y="69472"/>
                  <a:pt x="4475864" y="70126"/>
                </a:cubicBezTo>
                <a:cubicBezTo>
                  <a:pt x="4475196" y="70781"/>
                  <a:pt x="4474676" y="71444"/>
                  <a:pt x="4474303" y="72114"/>
                </a:cubicBezTo>
                <a:cubicBezTo>
                  <a:pt x="4473930" y="72783"/>
                  <a:pt x="4473666" y="73453"/>
                  <a:pt x="4473511" y="74123"/>
                </a:cubicBezTo>
                <a:cubicBezTo>
                  <a:pt x="4473356" y="74794"/>
                  <a:pt x="4473278" y="75472"/>
                  <a:pt x="4473278" y="76157"/>
                </a:cubicBezTo>
                <a:moveTo>
                  <a:pt x="4475747" y="37926"/>
                </a:moveTo>
                <a:cubicBezTo>
                  <a:pt x="4475747" y="39416"/>
                  <a:pt x="4475996" y="40783"/>
                  <a:pt x="4476493" y="42026"/>
                </a:cubicBezTo>
                <a:cubicBezTo>
                  <a:pt x="4476990" y="43268"/>
                  <a:pt x="4477689" y="44324"/>
                  <a:pt x="4478589" y="45194"/>
                </a:cubicBezTo>
                <a:cubicBezTo>
                  <a:pt x="4479490" y="46064"/>
                  <a:pt x="4480554" y="46739"/>
                  <a:pt x="4481781" y="47221"/>
                </a:cubicBezTo>
                <a:cubicBezTo>
                  <a:pt x="4483008" y="47702"/>
                  <a:pt x="4484367" y="47943"/>
                  <a:pt x="4485858" y="47943"/>
                </a:cubicBezTo>
                <a:cubicBezTo>
                  <a:pt x="4487473" y="47943"/>
                  <a:pt x="4488909" y="47671"/>
                  <a:pt x="4490167" y="47127"/>
                </a:cubicBezTo>
                <a:cubicBezTo>
                  <a:pt x="4491425" y="46584"/>
                  <a:pt x="4492481" y="45846"/>
                  <a:pt x="4493336" y="44914"/>
                </a:cubicBezTo>
                <a:cubicBezTo>
                  <a:pt x="4494190" y="43982"/>
                  <a:pt x="4494842" y="42911"/>
                  <a:pt x="4495292" y="41699"/>
                </a:cubicBezTo>
                <a:cubicBezTo>
                  <a:pt x="4495743" y="40488"/>
                  <a:pt x="4495968" y="39230"/>
                  <a:pt x="4495968" y="37926"/>
                </a:cubicBezTo>
                <a:cubicBezTo>
                  <a:pt x="4495968" y="36435"/>
                  <a:pt x="4495720" y="35068"/>
                  <a:pt x="4495223" y="33826"/>
                </a:cubicBezTo>
                <a:cubicBezTo>
                  <a:pt x="4494726" y="32583"/>
                  <a:pt x="4494027" y="31527"/>
                  <a:pt x="4493126" y="30657"/>
                </a:cubicBezTo>
                <a:cubicBezTo>
                  <a:pt x="4492225" y="29788"/>
                  <a:pt x="4491161" y="29112"/>
                  <a:pt x="4489934" y="28631"/>
                </a:cubicBezTo>
                <a:cubicBezTo>
                  <a:pt x="4488707" y="28149"/>
                  <a:pt x="4487349" y="27908"/>
                  <a:pt x="4485858" y="27908"/>
                </a:cubicBezTo>
                <a:cubicBezTo>
                  <a:pt x="4484242" y="27908"/>
                  <a:pt x="4482806" y="28188"/>
                  <a:pt x="4481548" y="28747"/>
                </a:cubicBezTo>
                <a:cubicBezTo>
                  <a:pt x="4480290" y="29306"/>
                  <a:pt x="4479234" y="30044"/>
                  <a:pt x="4478380" y="30960"/>
                </a:cubicBezTo>
                <a:cubicBezTo>
                  <a:pt x="4477525" y="31876"/>
                  <a:pt x="4476873" y="32940"/>
                  <a:pt x="4476423" y="34152"/>
                </a:cubicBezTo>
                <a:cubicBezTo>
                  <a:pt x="4475972" y="35363"/>
                  <a:pt x="4475747" y="36621"/>
                  <a:pt x="4475747" y="37926"/>
                </a:cubicBezTo>
                <a:close/>
                <a:moveTo>
                  <a:pt x="4553277" y="29260"/>
                </a:moveTo>
                <a:cubicBezTo>
                  <a:pt x="4554147" y="30347"/>
                  <a:pt x="4554823" y="31612"/>
                  <a:pt x="4555304" y="33057"/>
                </a:cubicBezTo>
                <a:cubicBezTo>
                  <a:pt x="4555786" y="34501"/>
                  <a:pt x="4556026" y="36062"/>
                  <a:pt x="4556026" y="37739"/>
                </a:cubicBezTo>
                <a:cubicBezTo>
                  <a:pt x="4556026" y="40162"/>
                  <a:pt x="4555584" y="42375"/>
                  <a:pt x="4554698" y="44379"/>
                </a:cubicBezTo>
                <a:cubicBezTo>
                  <a:pt x="4553813" y="46382"/>
                  <a:pt x="4552563" y="48098"/>
                  <a:pt x="4550948" y="49527"/>
                </a:cubicBezTo>
                <a:cubicBezTo>
                  <a:pt x="4549333" y="50956"/>
                  <a:pt x="4547399" y="52066"/>
                  <a:pt x="4545147" y="52858"/>
                </a:cubicBezTo>
                <a:cubicBezTo>
                  <a:pt x="4542895" y="53650"/>
                  <a:pt x="4540418" y="54046"/>
                  <a:pt x="4537716" y="54046"/>
                </a:cubicBezTo>
                <a:cubicBezTo>
                  <a:pt x="4535759" y="54046"/>
                  <a:pt x="4533926" y="53837"/>
                  <a:pt x="4532218" y="53417"/>
                </a:cubicBezTo>
                <a:cubicBezTo>
                  <a:pt x="4530510" y="52998"/>
                  <a:pt x="4529158" y="52478"/>
                  <a:pt x="4528165" y="51856"/>
                </a:cubicBezTo>
                <a:cubicBezTo>
                  <a:pt x="4527574" y="52726"/>
                  <a:pt x="4527077" y="53548"/>
                  <a:pt x="4526674" y="54321"/>
                </a:cubicBezTo>
                <a:cubicBezTo>
                  <a:pt x="4526270" y="55094"/>
                  <a:pt x="4526068" y="55959"/>
                  <a:pt x="4526068" y="56916"/>
                </a:cubicBezTo>
                <a:cubicBezTo>
                  <a:pt x="4526068" y="58089"/>
                  <a:pt x="4526635" y="59061"/>
                  <a:pt x="4527769" y="59832"/>
                </a:cubicBezTo>
                <a:cubicBezTo>
                  <a:pt x="4528902" y="60603"/>
                  <a:pt x="4530401" y="61019"/>
                  <a:pt x="4532265" y="61082"/>
                </a:cubicBezTo>
                <a:lnTo>
                  <a:pt x="4544565" y="61548"/>
                </a:lnTo>
                <a:cubicBezTo>
                  <a:pt x="4546894" y="61610"/>
                  <a:pt x="4549045" y="61905"/>
                  <a:pt x="4551018" y="62434"/>
                </a:cubicBezTo>
                <a:cubicBezTo>
                  <a:pt x="4552990" y="62963"/>
                  <a:pt x="4554683" y="63726"/>
                  <a:pt x="4556096" y="64722"/>
                </a:cubicBezTo>
                <a:cubicBezTo>
                  <a:pt x="4557509" y="65716"/>
                  <a:pt x="4558612" y="66945"/>
                  <a:pt x="4559404" y="68408"/>
                </a:cubicBezTo>
                <a:cubicBezTo>
                  <a:pt x="4560196" y="69870"/>
                  <a:pt x="4560592" y="71566"/>
                  <a:pt x="4560592" y="73495"/>
                </a:cubicBezTo>
                <a:cubicBezTo>
                  <a:pt x="4560592" y="75580"/>
                  <a:pt x="4560142" y="77556"/>
                  <a:pt x="4559241" y="79423"/>
                </a:cubicBezTo>
                <a:cubicBezTo>
                  <a:pt x="4558340" y="81289"/>
                  <a:pt x="4556950" y="82930"/>
                  <a:pt x="4555071" y="84345"/>
                </a:cubicBezTo>
                <a:cubicBezTo>
                  <a:pt x="4553192" y="85762"/>
                  <a:pt x="4550808" y="86889"/>
                  <a:pt x="4547919" y="87729"/>
                </a:cubicBezTo>
                <a:cubicBezTo>
                  <a:pt x="4545031" y="88570"/>
                  <a:pt x="4541598" y="88990"/>
                  <a:pt x="4537623" y="88990"/>
                </a:cubicBezTo>
                <a:cubicBezTo>
                  <a:pt x="4533833" y="88990"/>
                  <a:pt x="4530611" y="88687"/>
                  <a:pt x="4527955" y="88080"/>
                </a:cubicBezTo>
                <a:cubicBezTo>
                  <a:pt x="4525299" y="87473"/>
                  <a:pt x="4523117" y="86633"/>
                  <a:pt x="4521409" y="85560"/>
                </a:cubicBezTo>
                <a:cubicBezTo>
                  <a:pt x="4519700" y="84486"/>
                  <a:pt x="4518458" y="83210"/>
                  <a:pt x="4517681" y="81732"/>
                </a:cubicBezTo>
                <a:cubicBezTo>
                  <a:pt x="4516905" y="80255"/>
                  <a:pt x="4516517" y="78629"/>
                  <a:pt x="4516517" y="76856"/>
                </a:cubicBezTo>
                <a:cubicBezTo>
                  <a:pt x="4516517" y="74584"/>
                  <a:pt x="4517045" y="72593"/>
                  <a:pt x="4518101" y="70882"/>
                </a:cubicBezTo>
                <a:cubicBezTo>
                  <a:pt x="4519157" y="69172"/>
                  <a:pt x="4520788" y="67523"/>
                  <a:pt x="4522993" y="65936"/>
                </a:cubicBezTo>
                <a:cubicBezTo>
                  <a:pt x="4522185" y="65564"/>
                  <a:pt x="4521486" y="65099"/>
                  <a:pt x="4520896" y="64541"/>
                </a:cubicBezTo>
                <a:cubicBezTo>
                  <a:pt x="4520306" y="63983"/>
                  <a:pt x="4519825" y="63371"/>
                  <a:pt x="4519452" y="62705"/>
                </a:cubicBezTo>
                <a:cubicBezTo>
                  <a:pt x="4519079" y="62038"/>
                  <a:pt x="4518800" y="61333"/>
                  <a:pt x="4518613" y="60589"/>
                </a:cubicBezTo>
                <a:cubicBezTo>
                  <a:pt x="4518427" y="59845"/>
                  <a:pt x="4518334" y="59116"/>
                  <a:pt x="4518334" y="58404"/>
                </a:cubicBezTo>
                <a:cubicBezTo>
                  <a:pt x="4518334" y="56389"/>
                  <a:pt x="4518807" y="54545"/>
                  <a:pt x="4519755" y="52871"/>
                </a:cubicBezTo>
                <a:cubicBezTo>
                  <a:pt x="4520702" y="51198"/>
                  <a:pt x="4521828" y="49617"/>
                  <a:pt x="4523133" y="48129"/>
                </a:cubicBezTo>
                <a:cubicBezTo>
                  <a:pt x="4522542" y="47415"/>
                  <a:pt x="4522022" y="46716"/>
                  <a:pt x="4521572" y="46033"/>
                </a:cubicBezTo>
                <a:cubicBezTo>
                  <a:pt x="4521121" y="45349"/>
                  <a:pt x="4520733" y="44611"/>
                  <a:pt x="4520407" y="43819"/>
                </a:cubicBezTo>
                <a:cubicBezTo>
                  <a:pt x="4520081" y="43027"/>
                  <a:pt x="4519832" y="42173"/>
                  <a:pt x="4519662" y="41257"/>
                </a:cubicBezTo>
                <a:cubicBezTo>
                  <a:pt x="4519491" y="40341"/>
                  <a:pt x="4519405" y="39292"/>
                  <a:pt x="4519405" y="38112"/>
                </a:cubicBezTo>
                <a:cubicBezTo>
                  <a:pt x="4519405" y="35689"/>
                  <a:pt x="4519848" y="33476"/>
                  <a:pt x="4520733" y="31473"/>
                </a:cubicBezTo>
                <a:cubicBezTo>
                  <a:pt x="4521618" y="29469"/>
                  <a:pt x="4522861" y="27753"/>
                  <a:pt x="4524461" y="26324"/>
                </a:cubicBezTo>
                <a:cubicBezTo>
                  <a:pt x="4526060" y="24895"/>
                  <a:pt x="4527986" y="23785"/>
                  <a:pt x="4530238" y="22993"/>
                </a:cubicBezTo>
                <a:cubicBezTo>
                  <a:pt x="4532490" y="22201"/>
                  <a:pt x="4534982" y="21805"/>
                  <a:pt x="4537716" y="21805"/>
                </a:cubicBezTo>
                <a:cubicBezTo>
                  <a:pt x="4538865" y="21805"/>
                  <a:pt x="4539968" y="21883"/>
                  <a:pt x="4541024" y="22038"/>
                </a:cubicBezTo>
                <a:cubicBezTo>
                  <a:pt x="4542080" y="22193"/>
                  <a:pt x="4543012" y="22395"/>
                  <a:pt x="4543819" y="22644"/>
                </a:cubicBezTo>
                <a:lnTo>
                  <a:pt x="4560779" y="22644"/>
                </a:lnTo>
                <a:lnTo>
                  <a:pt x="4560779" y="29260"/>
                </a:lnTo>
                <a:lnTo>
                  <a:pt x="4553277" y="29260"/>
                </a:lnTo>
                <a:moveTo>
                  <a:pt x="4525136" y="76157"/>
                </a:moveTo>
                <a:cubicBezTo>
                  <a:pt x="4525136" y="78369"/>
                  <a:pt x="4526285" y="79981"/>
                  <a:pt x="4528584" y="80994"/>
                </a:cubicBezTo>
                <a:cubicBezTo>
                  <a:pt x="4530882" y="82007"/>
                  <a:pt x="4534082" y="82514"/>
                  <a:pt x="4538182" y="82514"/>
                </a:cubicBezTo>
                <a:cubicBezTo>
                  <a:pt x="4540760" y="82514"/>
                  <a:pt x="4542926" y="82280"/>
                  <a:pt x="4544681" y="81812"/>
                </a:cubicBezTo>
                <a:cubicBezTo>
                  <a:pt x="4546436" y="81345"/>
                  <a:pt x="4547849" y="80730"/>
                  <a:pt x="4548921" y="79966"/>
                </a:cubicBezTo>
                <a:cubicBezTo>
                  <a:pt x="4549993" y="79202"/>
                  <a:pt x="4550761" y="78329"/>
                  <a:pt x="4551227" y="77348"/>
                </a:cubicBezTo>
                <a:cubicBezTo>
                  <a:pt x="4551693" y="76367"/>
                  <a:pt x="4551926" y="75361"/>
                  <a:pt x="4551926" y="74333"/>
                </a:cubicBezTo>
                <a:cubicBezTo>
                  <a:pt x="4551926" y="72431"/>
                  <a:pt x="4551150" y="71028"/>
                  <a:pt x="4549597" y="70125"/>
                </a:cubicBezTo>
                <a:cubicBezTo>
                  <a:pt x="4548044" y="69221"/>
                  <a:pt x="4545667" y="68692"/>
                  <a:pt x="4542468" y="68536"/>
                </a:cubicBezTo>
                <a:lnTo>
                  <a:pt x="4530261" y="68117"/>
                </a:lnTo>
                <a:cubicBezTo>
                  <a:pt x="4529236" y="68802"/>
                  <a:pt x="4528390" y="69472"/>
                  <a:pt x="4527722" y="70126"/>
                </a:cubicBezTo>
                <a:cubicBezTo>
                  <a:pt x="4527054" y="70781"/>
                  <a:pt x="4526534" y="71444"/>
                  <a:pt x="4526161" y="72114"/>
                </a:cubicBezTo>
                <a:cubicBezTo>
                  <a:pt x="4525788" y="72783"/>
                  <a:pt x="4525524" y="73453"/>
                  <a:pt x="4525369" y="74123"/>
                </a:cubicBezTo>
                <a:cubicBezTo>
                  <a:pt x="4525214" y="74794"/>
                  <a:pt x="4525136" y="75472"/>
                  <a:pt x="4525136" y="76157"/>
                </a:cubicBezTo>
                <a:moveTo>
                  <a:pt x="4527605" y="37926"/>
                </a:moveTo>
                <a:cubicBezTo>
                  <a:pt x="4527605" y="39416"/>
                  <a:pt x="4527854" y="40783"/>
                  <a:pt x="4528351" y="42026"/>
                </a:cubicBezTo>
                <a:cubicBezTo>
                  <a:pt x="4528848" y="43268"/>
                  <a:pt x="4529547" y="44324"/>
                  <a:pt x="4530448" y="45194"/>
                </a:cubicBezTo>
                <a:cubicBezTo>
                  <a:pt x="4531348" y="46064"/>
                  <a:pt x="4532412" y="46739"/>
                  <a:pt x="4533639" y="47221"/>
                </a:cubicBezTo>
                <a:cubicBezTo>
                  <a:pt x="4534866" y="47702"/>
                  <a:pt x="4536225" y="47943"/>
                  <a:pt x="4537716" y="47943"/>
                </a:cubicBezTo>
                <a:cubicBezTo>
                  <a:pt x="4539331" y="47943"/>
                  <a:pt x="4540768" y="47671"/>
                  <a:pt x="4542026" y="47127"/>
                </a:cubicBezTo>
                <a:cubicBezTo>
                  <a:pt x="4543284" y="46584"/>
                  <a:pt x="4544340" y="45846"/>
                  <a:pt x="4545194" y="44914"/>
                </a:cubicBezTo>
                <a:cubicBezTo>
                  <a:pt x="4546048" y="43982"/>
                  <a:pt x="4546700" y="42911"/>
                  <a:pt x="4547151" y="41699"/>
                </a:cubicBezTo>
                <a:cubicBezTo>
                  <a:pt x="4547601" y="40488"/>
                  <a:pt x="4547826" y="39230"/>
                  <a:pt x="4547826" y="37926"/>
                </a:cubicBezTo>
                <a:cubicBezTo>
                  <a:pt x="4547826" y="36435"/>
                  <a:pt x="4547578" y="35068"/>
                  <a:pt x="4547081" y="33826"/>
                </a:cubicBezTo>
                <a:cubicBezTo>
                  <a:pt x="4546584" y="32583"/>
                  <a:pt x="4545885" y="31527"/>
                  <a:pt x="4544984" y="30657"/>
                </a:cubicBezTo>
                <a:cubicBezTo>
                  <a:pt x="4544083" y="29788"/>
                  <a:pt x="4543020" y="29112"/>
                  <a:pt x="4541793" y="28631"/>
                </a:cubicBezTo>
                <a:cubicBezTo>
                  <a:pt x="4540566" y="28149"/>
                  <a:pt x="4539207" y="27908"/>
                  <a:pt x="4537716" y="27908"/>
                </a:cubicBezTo>
                <a:cubicBezTo>
                  <a:pt x="4536101" y="27908"/>
                  <a:pt x="4534664" y="28188"/>
                  <a:pt x="4533406" y="28747"/>
                </a:cubicBezTo>
                <a:cubicBezTo>
                  <a:pt x="4532148" y="29306"/>
                  <a:pt x="4531092" y="30044"/>
                  <a:pt x="4530238" y="30960"/>
                </a:cubicBezTo>
                <a:cubicBezTo>
                  <a:pt x="4529384" y="31876"/>
                  <a:pt x="4528731" y="32940"/>
                  <a:pt x="4528281" y="34152"/>
                </a:cubicBezTo>
                <a:cubicBezTo>
                  <a:pt x="4527831" y="35363"/>
                  <a:pt x="4527605" y="36621"/>
                  <a:pt x="4527605" y="37926"/>
                </a:cubicBezTo>
                <a:close/>
                <a:moveTo>
                  <a:pt x="4610960" y="43563"/>
                </a:moveTo>
                <a:cubicBezTo>
                  <a:pt x="4610960" y="44712"/>
                  <a:pt x="4610945" y="45675"/>
                  <a:pt x="4610914" y="46452"/>
                </a:cubicBezTo>
                <a:cubicBezTo>
                  <a:pt x="4610882" y="47228"/>
                  <a:pt x="4610836" y="47958"/>
                  <a:pt x="4610774" y="48642"/>
                </a:cubicBezTo>
                <a:lnTo>
                  <a:pt x="4577927" y="48642"/>
                </a:lnTo>
                <a:cubicBezTo>
                  <a:pt x="4577927" y="53425"/>
                  <a:pt x="4579262" y="57098"/>
                  <a:pt x="4581934" y="59661"/>
                </a:cubicBezTo>
                <a:cubicBezTo>
                  <a:pt x="4584605" y="62223"/>
                  <a:pt x="4588456" y="63504"/>
                  <a:pt x="4593488" y="63504"/>
                </a:cubicBezTo>
                <a:cubicBezTo>
                  <a:pt x="4594855" y="63504"/>
                  <a:pt x="4596222" y="63449"/>
                  <a:pt x="4597588" y="63338"/>
                </a:cubicBezTo>
                <a:cubicBezTo>
                  <a:pt x="4598955" y="63227"/>
                  <a:pt x="4600275" y="63076"/>
                  <a:pt x="4601549" y="62886"/>
                </a:cubicBezTo>
                <a:cubicBezTo>
                  <a:pt x="4602822" y="62694"/>
                  <a:pt x="4604041" y="62480"/>
                  <a:pt x="4605206" y="62242"/>
                </a:cubicBezTo>
                <a:cubicBezTo>
                  <a:pt x="4606371" y="62003"/>
                  <a:pt x="4607450" y="61741"/>
                  <a:pt x="4608444" y="61454"/>
                </a:cubicBezTo>
                <a:lnTo>
                  <a:pt x="4608444" y="68117"/>
                </a:lnTo>
                <a:cubicBezTo>
                  <a:pt x="4606239" y="68752"/>
                  <a:pt x="4603746" y="69268"/>
                  <a:pt x="4600966" y="69665"/>
                </a:cubicBezTo>
                <a:cubicBezTo>
                  <a:pt x="4598186" y="70062"/>
                  <a:pt x="4595305" y="70260"/>
                  <a:pt x="4592323" y="70260"/>
                </a:cubicBezTo>
                <a:cubicBezTo>
                  <a:pt x="4588317" y="70260"/>
                  <a:pt x="4584869" y="69717"/>
                  <a:pt x="4581980" y="68629"/>
                </a:cubicBezTo>
                <a:cubicBezTo>
                  <a:pt x="4579091" y="67542"/>
                  <a:pt x="4576723" y="65966"/>
                  <a:pt x="4574875" y="63900"/>
                </a:cubicBezTo>
                <a:cubicBezTo>
                  <a:pt x="4573027" y="61835"/>
                  <a:pt x="4571660" y="59303"/>
                  <a:pt x="4570775" y="56306"/>
                </a:cubicBezTo>
                <a:cubicBezTo>
                  <a:pt x="4569890" y="53309"/>
                  <a:pt x="4569447" y="49915"/>
                  <a:pt x="4569447" y="46126"/>
                </a:cubicBezTo>
                <a:cubicBezTo>
                  <a:pt x="4569447" y="42833"/>
                  <a:pt x="4569921" y="39719"/>
                  <a:pt x="4570868" y="36784"/>
                </a:cubicBezTo>
                <a:cubicBezTo>
                  <a:pt x="4571815" y="33849"/>
                  <a:pt x="4573198" y="31271"/>
                  <a:pt x="4575015" y="29050"/>
                </a:cubicBezTo>
                <a:cubicBezTo>
                  <a:pt x="4576832" y="26829"/>
                  <a:pt x="4579060" y="25066"/>
                  <a:pt x="4581701" y="23762"/>
                </a:cubicBezTo>
                <a:cubicBezTo>
                  <a:pt x="4584341" y="22457"/>
                  <a:pt x="4587338" y="21805"/>
                  <a:pt x="4590693" y="21805"/>
                </a:cubicBezTo>
                <a:cubicBezTo>
                  <a:pt x="4593954" y="21805"/>
                  <a:pt x="4596843" y="22317"/>
                  <a:pt x="4599359" y="23342"/>
                </a:cubicBezTo>
                <a:cubicBezTo>
                  <a:pt x="4601875" y="24367"/>
                  <a:pt x="4603995" y="25820"/>
                  <a:pt x="4605719" y="27699"/>
                </a:cubicBezTo>
                <a:cubicBezTo>
                  <a:pt x="4607442" y="29578"/>
                  <a:pt x="4608747" y="31861"/>
                  <a:pt x="4609632" y="34548"/>
                </a:cubicBezTo>
                <a:cubicBezTo>
                  <a:pt x="4610518" y="37234"/>
                  <a:pt x="4610960" y="40240"/>
                  <a:pt x="4610960" y="43563"/>
                </a:cubicBezTo>
                <a:moveTo>
                  <a:pt x="4602527" y="42398"/>
                </a:moveTo>
                <a:cubicBezTo>
                  <a:pt x="4602620" y="40317"/>
                  <a:pt x="4602418" y="38415"/>
                  <a:pt x="4601921" y="36691"/>
                </a:cubicBezTo>
                <a:cubicBezTo>
                  <a:pt x="4601424" y="34967"/>
                  <a:pt x="4600656" y="33484"/>
                  <a:pt x="4599615" y="32241"/>
                </a:cubicBezTo>
                <a:cubicBezTo>
                  <a:pt x="4598575" y="30999"/>
                  <a:pt x="4597278" y="30028"/>
                  <a:pt x="4595725" y="29329"/>
                </a:cubicBezTo>
                <a:cubicBezTo>
                  <a:pt x="4594172" y="28631"/>
                  <a:pt x="4592370" y="28281"/>
                  <a:pt x="4590320" y="28281"/>
                </a:cubicBezTo>
                <a:cubicBezTo>
                  <a:pt x="4588550" y="28281"/>
                  <a:pt x="4586934" y="28623"/>
                  <a:pt x="4585475" y="29306"/>
                </a:cubicBezTo>
                <a:cubicBezTo>
                  <a:pt x="4584015" y="29989"/>
                  <a:pt x="4582757" y="30952"/>
                  <a:pt x="4581701" y="32195"/>
                </a:cubicBezTo>
                <a:cubicBezTo>
                  <a:pt x="4580645" y="33437"/>
                  <a:pt x="4579790" y="34928"/>
                  <a:pt x="4579138" y="36668"/>
                </a:cubicBezTo>
                <a:cubicBezTo>
                  <a:pt x="4578486" y="38407"/>
                  <a:pt x="4578082" y="40317"/>
                  <a:pt x="4577927" y="42398"/>
                </a:cubicBezTo>
                <a:lnTo>
                  <a:pt x="4602527" y="42398"/>
                </a:lnTo>
                <a:close/>
                <a:moveTo>
                  <a:pt x="4660349" y="56655"/>
                </a:moveTo>
                <a:cubicBezTo>
                  <a:pt x="4660349" y="58302"/>
                  <a:pt x="4660070" y="59777"/>
                  <a:pt x="4659511" y="61082"/>
                </a:cubicBezTo>
                <a:cubicBezTo>
                  <a:pt x="4658952" y="62386"/>
                  <a:pt x="4658191" y="63543"/>
                  <a:pt x="4657228" y="64553"/>
                </a:cubicBezTo>
                <a:cubicBezTo>
                  <a:pt x="4656265" y="65562"/>
                  <a:pt x="4655147" y="66424"/>
                  <a:pt x="4653873" y="67139"/>
                </a:cubicBezTo>
                <a:cubicBezTo>
                  <a:pt x="4652600" y="67853"/>
                  <a:pt x="4651241" y="68443"/>
                  <a:pt x="4649796" y="68909"/>
                </a:cubicBezTo>
                <a:cubicBezTo>
                  <a:pt x="4648352" y="69375"/>
                  <a:pt x="4646869" y="69717"/>
                  <a:pt x="4645347" y="69934"/>
                </a:cubicBezTo>
                <a:cubicBezTo>
                  <a:pt x="4643825" y="70151"/>
                  <a:pt x="4642334" y="70260"/>
                  <a:pt x="4640874" y="70260"/>
                </a:cubicBezTo>
                <a:cubicBezTo>
                  <a:pt x="4637706" y="70260"/>
                  <a:pt x="4634794" y="70120"/>
                  <a:pt x="4632138" y="69841"/>
                </a:cubicBezTo>
                <a:cubicBezTo>
                  <a:pt x="4629482" y="69561"/>
                  <a:pt x="4626881" y="69111"/>
                  <a:pt x="4624334" y="68490"/>
                </a:cubicBezTo>
                <a:lnTo>
                  <a:pt x="4624334" y="61035"/>
                </a:lnTo>
                <a:cubicBezTo>
                  <a:pt x="4627067" y="61812"/>
                  <a:pt x="4629785" y="62402"/>
                  <a:pt x="4632487" y="62805"/>
                </a:cubicBezTo>
                <a:cubicBezTo>
                  <a:pt x="4635190" y="63209"/>
                  <a:pt x="4637877" y="63411"/>
                  <a:pt x="4640548" y="63411"/>
                </a:cubicBezTo>
                <a:cubicBezTo>
                  <a:pt x="4644430" y="63411"/>
                  <a:pt x="4647304" y="62883"/>
                  <a:pt x="4649167" y="61827"/>
                </a:cubicBezTo>
                <a:cubicBezTo>
                  <a:pt x="4651031" y="60771"/>
                  <a:pt x="4651963" y="59265"/>
                  <a:pt x="4651963" y="57308"/>
                </a:cubicBezTo>
                <a:cubicBezTo>
                  <a:pt x="4651963" y="56469"/>
                  <a:pt x="4651815" y="55716"/>
                  <a:pt x="4651520" y="55048"/>
                </a:cubicBezTo>
                <a:cubicBezTo>
                  <a:pt x="4651225" y="54380"/>
                  <a:pt x="4650689" y="53743"/>
                  <a:pt x="4649913" y="53138"/>
                </a:cubicBezTo>
                <a:cubicBezTo>
                  <a:pt x="4649136" y="52532"/>
                  <a:pt x="4647933" y="51903"/>
                  <a:pt x="4646302" y="51251"/>
                </a:cubicBezTo>
                <a:cubicBezTo>
                  <a:pt x="4644671" y="50598"/>
                  <a:pt x="4642443" y="49853"/>
                  <a:pt x="4639616" y="49014"/>
                </a:cubicBezTo>
                <a:cubicBezTo>
                  <a:pt x="4637504" y="48393"/>
                  <a:pt x="4635555" y="47687"/>
                  <a:pt x="4633769" y="46894"/>
                </a:cubicBezTo>
                <a:cubicBezTo>
                  <a:pt x="4631983" y="46102"/>
                  <a:pt x="4630437" y="45163"/>
                  <a:pt x="4629133" y="44076"/>
                </a:cubicBezTo>
                <a:cubicBezTo>
                  <a:pt x="4627828" y="42989"/>
                  <a:pt x="4626803" y="41715"/>
                  <a:pt x="4626058" y="40255"/>
                </a:cubicBezTo>
                <a:cubicBezTo>
                  <a:pt x="4625312" y="38795"/>
                  <a:pt x="4624940" y="37071"/>
                  <a:pt x="4624940" y="35083"/>
                </a:cubicBezTo>
                <a:cubicBezTo>
                  <a:pt x="4624940" y="33779"/>
                  <a:pt x="4625242" y="32350"/>
                  <a:pt x="4625848" y="30797"/>
                </a:cubicBezTo>
                <a:cubicBezTo>
                  <a:pt x="4626454" y="29244"/>
                  <a:pt x="4627487" y="27800"/>
                  <a:pt x="4628947" y="26464"/>
                </a:cubicBezTo>
                <a:cubicBezTo>
                  <a:pt x="4630406" y="25128"/>
                  <a:pt x="4632379" y="24018"/>
                  <a:pt x="4634864" y="23133"/>
                </a:cubicBezTo>
                <a:cubicBezTo>
                  <a:pt x="4637349" y="22247"/>
                  <a:pt x="4640455" y="21805"/>
                  <a:pt x="4644182" y="21805"/>
                </a:cubicBezTo>
                <a:cubicBezTo>
                  <a:pt x="4646015" y="21805"/>
                  <a:pt x="4648049" y="21906"/>
                  <a:pt x="4650285" y="22108"/>
                </a:cubicBezTo>
                <a:cubicBezTo>
                  <a:pt x="4652522" y="22310"/>
                  <a:pt x="4654851" y="22659"/>
                  <a:pt x="4657274" y="23156"/>
                </a:cubicBezTo>
                <a:lnTo>
                  <a:pt x="4657274" y="30378"/>
                </a:lnTo>
                <a:cubicBezTo>
                  <a:pt x="4654727" y="29757"/>
                  <a:pt x="4652312" y="29298"/>
                  <a:pt x="4650029" y="29003"/>
                </a:cubicBezTo>
                <a:cubicBezTo>
                  <a:pt x="4647746" y="28708"/>
                  <a:pt x="4645766" y="28561"/>
                  <a:pt x="4644089" y="28561"/>
                </a:cubicBezTo>
                <a:cubicBezTo>
                  <a:pt x="4642070" y="28561"/>
                  <a:pt x="4640369" y="28716"/>
                  <a:pt x="4638987" y="29027"/>
                </a:cubicBezTo>
                <a:cubicBezTo>
                  <a:pt x="4637605" y="29337"/>
                  <a:pt x="4636487" y="29764"/>
                  <a:pt x="4635632" y="30308"/>
                </a:cubicBezTo>
                <a:cubicBezTo>
                  <a:pt x="4634778" y="30851"/>
                  <a:pt x="4634165" y="31488"/>
                  <a:pt x="4633792" y="32218"/>
                </a:cubicBezTo>
                <a:cubicBezTo>
                  <a:pt x="4633419" y="32948"/>
                  <a:pt x="4633233" y="33732"/>
                  <a:pt x="4633233" y="34571"/>
                </a:cubicBezTo>
                <a:cubicBezTo>
                  <a:pt x="4633233" y="35410"/>
                  <a:pt x="4633396" y="36171"/>
                  <a:pt x="4633722" y="36854"/>
                </a:cubicBezTo>
                <a:cubicBezTo>
                  <a:pt x="4634048" y="37537"/>
                  <a:pt x="4634654" y="38197"/>
                  <a:pt x="4635539" y="38834"/>
                </a:cubicBezTo>
                <a:cubicBezTo>
                  <a:pt x="4636424" y="39471"/>
                  <a:pt x="4637659" y="40108"/>
                  <a:pt x="4639243" y="40744"/>
                </a:cubicBezTo>
                <a:cubicBezTo>
                  <a:pt x="4640827" y="41381"/>
                  <a:pt x="4642893" y="42072"/>
                  <a:pt x="4645440" y="42818"/>
                </a:cubicBezTo>
                <a:cubicBezTo>
                  <a:pt x="4648204" y="43625"/>
                  <a:pt x="4650534" y="44472"/>
                  <a:pt x="4652429" y="45357"/>
                </a:cubicBezTo>
                <a:cubicBezTo>
                  <a:pt x="4654323" y="46242"/>
                  <a:pt x="4655861" y="47228"/>
                  <a:pt x="4657041" y="48315"/>
                </a:cubicBezTo>
                <a:cubicBezTo>
                  <a:pt x="4658222" y="49403"/>
                  <a:pt x="4659068" y="50630"/>
                  <a:pt x="4659581" y="51996"/>
                </a:cubicBezTo>
                <a:cubicBezTo>
                  <a:pt x="4660093" y="53363"/>
                  <a:pt x="4660349" y="54916"/>
                  <a:pt x="4660349" y="56655"/>
                </a:cubicBezTo>
                <a:close/>
                <a:moveTo>
                  <a:pt x="4712860" y="68723"/>
                </a:moveTo>
                <a:cubicBezTo>
                  <a:pt x="4711027" y="69205"/>
                  <a:pt x="4709133" y="69551"/>
                  <a:pt x="4707176" y="69759"/>
                </a:cubicBezTo>
                <a:cubicBezTo>
                  <a:pt x="4705219" y="69969"/>
                  <a:pt x="4703231" y="70074"/>
                  <a:pt x="4701212" y="70074"/>
                </a:cubicBezTo>
                <a:cubicBezTo>
                  <a:pt x="4695342" y="70074"/>
                  <a:pt x="4690962" y="68746"/>
                  <a:pt x="4688073" y="66090"/>
                </a:cubicBezTo>
                <a:cubicBezTo>
                  <a:pt x="4685185" y="63434"/>
                  <a:pt x="4683740" y="59358"/>
                  <a:pt x="4683740" y="53860"/>
                </a:cubicBezTo>
                <a:lnTo>
                  <a:pt x="4683740" y="29446"/>
                </a:lnTo>
                <a:lnTo>
                  <a:pt x="4670648" y="29446"/>
                </a:lnTo>
                <a:lnTo>
                  <a:pt x="4670648" y="22644"/>
                </a:lnTo>
                <a:lnTo>
                  <a:pt x="4683740" y="22644"/>
                </a:lnTo>
                <a:lnTo>
                  <a:pt x="4683740" y="9743"/>
                </a:lnTo>
                <a:lnTo>
                  <a:pt x="4691847" y="7641"/>
                </a:lnTo>
                <a:lnTo>
                  <a:pt x="4691847" y="22644"/>
                </a:lnTo>
                <a:lnTo>
                  <a:pt x="4712860" y="22644"/>
                </a:lnTo>
                <a:lnTo>
                  <a:pt x="4712860" y="29446"/>
                </a:lnTo>
                <a:lnTo>
                  <a:pt x="4691847" y="29446"/>
                </a:lnTo>
                <a:lnTo>
                  <a:pt x="4691847" y="53208"/>
                </a:lnTo>
                <a:cubicBezTo>
                  <a:pt x="4691847" y="56562"/>
                  <a:pt x="4692740" y="59070"/>
                  <a:pt x="4694526" y="60732"/>
                </a:cubicBezTo>
                <a:cubicBezTo>
                  <a:pt x="4696312" y="62394"/>
                  <a:pt x="4698945" y="63225"/>
                  <a:pt x="4702424" y="63225"/>
                </a:cubicBezTo>
                <a:cubicBezTo>
                  <a:pt x="4703914" y="63225"/>
                  <a:pt x="4705545" y="63105"/>
                  <a:pt x="4707316" y="62865"/>
                </a:cubicBezTo>
                <a:cubicBezTo>
                  <a:pt x="4709086" y="62624"/>
                  <a:pt x="4710934" y="62247"/>
                  <a:pt x="4712860" y="61734"/>
                </a:cubicBezTo>
                <a:lnTo>
                  <a:pt x="4712860" y="68723"/>
                </a:lnTo>
                <a:close/>
                <a:moveTo>
                  <a:pt x="4764066" y="56655"/>
                </a:moveTo>
                <a:cubicBezTo>
                  <a:pt x="4764066" y="58302"/>
                  <a:pt x="4763787" y="59777"/>
                  <a:pt x="4763228" y="61082"/>
                </a:cubicBezTo>
                <a:cubicBezTo>
                  <a:pt x="4762668" y="62386"/>
                  <a:pt x="4761907" y="63543"/>
                  <a:pt x="4760945" y="64553"/>
                </a:cubicBezTo>
                <a:cubicBezTo>
                  <a:pt x="4759982" y="65562"/>
                  <a:pt x="4758863" y="66424"/>
                  <a:pt x="4757590" y="67139"/>
                </a:cubicBezTo>
                <a:cubicBezTo>
                  <a:pt x="4756316" y="67853"/>
                  <a:pt x="4754958" y="68443"/>
                  <a:pt x="4753513" y="68909"/>
                </a:cubicBezTo>
                <a:cubicBezTo>
                  <a:pt x="4752069" y="69375"/>
                  <a:pt x="4750586" y="69717"/>
                  <a:pt x="4749064" y="69934"/>
                </a:cubicBezTo>
                <a:cubicBezTo>
                  <a:pt x="4747542" y="70151"/>
                  <a:pt x="4746051" y="70260"/>
                  <a:pt x="4744591" y="70260"/>
                </a:cubicBezTo>
                <a:cubicBezTo>
                  <a:pt x="4741423" y="70260"/>
                  <a:pt x="4738511" y="70120"/>
                  <a:pt x="4735855" y="69841"/>
                </a:cubicBezTo>
                <a:cubicBezTo>
                  <a:pt x="4733199" y="69561"/>
                  <a:pt x="4730598" y="69111"/>
                  <a:pt x="4728051" y="68490"/>
                </a:cubicBezTo>
                <a:lnTo>
                  <a:pt x="4728051" y="61035"/>
                </a:lnTo>
                <a:cubicBezTo>
                  <a:pt x="4730784" y="61812"/>
                  <a:pt x="4733502" y="62402"/>
                  <a:pt x="4736204" y="62805"/>
                </a:cubicBezTo>
                <a:cubicBezTo>
                  <a:pt x="4738907" y="63209"/>
                  <a:pt x="4741594" y="63411"/>
                  <a:pt x="4744265" y="63411"/>
                </a:cubicBezTo>
                <a:cubicBezTo>
                  <a:pt x="4748147" y="63411"/>
                  <a:pt x="4751021" y="62883"/>
                  <a:pt x="4752884" y="61827"/>
                </a:cubicBezTo>
                <a:cubicBezTo>
                  <a:pt x="4754748" y="60771"/>
                  <a:pt x="4755680" y="59265"/>
                  <a:pt x="4755680" y="57308"/>
                </a:cubicBezTo>
                <a:cubicBezTo>
                  <a:pt x="4755680" y="56469"/>
                  <a:pt x="4755532" y="55716"/>
                  <a:pt x="4755237" y="55048"/>
                </a:cubicBezTo>
                <a:cubicBezTo>
                  <a:pt x="4754942" y="54380"/>
                  <a:pt x="4754406" y="53743"/>
                  <a:pt x="4753630" y="53138"/>
                </a:cubicBezTo>
                <a:cubicBezTo>
                  <a:pt x="4752853" y="52532"/>
                  <a:pt x="4751650" y="51903"/>
                  <a:pt x="4750019" y="51251"/>
                </a:cubicBezTo>
                <a:cubicBezTo>
                  <a:pt x="4748388" y="50598"/>
                  <a:pt x="4746160" y="49853"/>
                  <a:pt x="4743333" y="49014"/>
                </a:cubicBezTo>
                <a:cubicBezTo>
                  <a:pt x="4741221" y="48393"/>
                  <a:pt x="4739272" y="47687"/>
                  <a:pt x="4737486" y="46894"/>
                </a:cubicBezTo>
                <a:cubicBezTo>
                  <a:pt x="4735700" y="46102"/>
                  <a:pt x="4734154" y="45163"/>
                  <a:pt x="4732850" y="44076"/>
                </a:cubicBezTo>
                <a:cubicBezTo>
                  <a:pt x="4731545" y="42989"/>
                  <a:pt x="4730520" y="41715"/>
                  <a:pt x="4729775" y="40255"/>
                </a:cubicBezTo>
                <a:cubicBezTo>
                  <a:pt x="4729029" y="38795"/>
                  <a:pt x="4728657" y="37071"/>
                  <a:pt x="4728657" y="35083"/>
                </a:cubicBezTo>
                <a:cubicBezTo>
                  <a:pt x="4728657" y="33779"/>
                  <a:pt x="4728959" y="32350"/>
                  <a:pt x="4729565" y="30797"/>
                </a:cubicBezTo>
                <a:cubicBezTo>
                  <a:pt x="4730171" y="29244"/>
                  <a:pt x="4731204" y="27800"/>
                  <a:pt x="4732663" y="26464"/>
                </a:cubicBezTo>
                <a:cubicBezTo>
                  <a:pt x="4734123" y="25128"/>
                  <a:pt x="4736096" y="24018"/>
                  <a:pt x="4738581" y="23133"/>
                </a:cubicBezTo>
                <a:cubicBezTo>
                  <a:pt x="4741066" y="22247"/>
                  <a:pt x="4744172" y="21805"/>
                  <a:pt x="4747899" y="21805"/>
                </a:cubicBezTo>
                <a:cubicBezTo>
                  <a:pt x="4749732" y="21805"/>
                  <a:pt x="4751766" y="21906"/>
                  <a:pt x="4754002" y="22108"/>
                </a:cubicBezTo>
                <a:cubicBezTo>
                  <a:pt x="4756239" y="22310"/>
                  <a:pt x="4758568" y="22659"/>
                  <a:pt x="4760991" y="23156"/>
                </a:cubicBezTo>
                <a:lnTo>
                  <a:pt x="4760991" y="30378"/>
                </a:lnTo>
                <a:cubicBezTo>
                  <a:pt x="4758444" y="29757"/>
                  <a:pt x="4756029" y="29298"/>
                  <a:pt x="4753746" y="29003"/>
                </a:cubicBezTo>
                <a:cubicBezTo>
                  <a:pt x="4751463" y="28708"/>
                  <a:pt x="4749483" y="28561"/>
                  <a:pt x="4747806" y="28561"/>
                </a:cubicBezTo>
                <a:cubicBezTo>
                  <a:pt x="4745787" y="28561"/>
                  <a:pt x="4744086" y="28716"/>
                  <a:pt x="4742704" y="29027"/>
                </a:cubicBezTo>
                <a:cubicBezTo>
                  <a:pt x="4741322" y="29337"/>
                  <a:pt x="4740204" y="29764"/>
                  <a:pt x="4739349" y="30308"/>
                </a:cubicBezTo>
                <a:cubicBezTo>
                  <a:pt x="4738495" y="30851"/>
                  <a:pt x="4737882" y="31488"/>
                  <a:pt x="4737509" y="32218"/>
                </a:cubicBezTo>
                <a:cubicBezTo>
                  <a:pt x="4737136" y="32948"/>
                  <a:pt x="4736950" y="33732"/>
                  <a:pt x="4736950" y="34571"/>
                </a:cubicBezTo>
                <a:cubicBezTo>
                  <a:pt x="4736950" y="35410"/>
                  <a:pt x="4737113" y="36171"/>
                  <a:pt x="4737439" y="36854"/>
                </a:cubicBezTo>
                <a:cubicBezTo>
                  <a:pt x="4737765" y="37537"/>
                  <a:pt x="4738371" y="38197"/>
                  <a:pt x="4739256" y="38834"/>
                </a:cubicBezTo>
                <a:cubicBezTo>
                  <a:pt x="4740141" y="39471"/>
                  <a:pt x="4741376" y="40108"/>
                  <a:pt x="4742960" y="40744"/>
                </a:cubicBezTo>
                <a:cubicBezTo>
                  <a:pt x="4744544" y="41381"/>
                  <a:pt x="4746610" y="42072"/>
                  <a:pt x="4749157" y="42818"/>
                </a:cubicBezTo>
                <a:cubicBezTo>
                  <a:pt x="4751921" y="43625"/>
                  <a:pt x="4754251" y="44472"/>
                  <a:pt x="4756146" y="45357"/>
                </a:cubicBezTo>
                <a:cubicBezTo>
                  <a:pt x="4758040" y="46242"/>
                  <a:pt x="4759578" y="47228"/>
                  <a:pt x="4760758" y="48315"/>
                </a:cubicBezTo>
                <a:cubicBezTo>
                  <a:pt x="4761939" y="49403"/>
                  <a:pt x="4762785" y="50630"/>
                  <a:pt x="4763297" y="51996"/>
                </a:cubicBezTo>
                <a:cubicBezTo>
                  <a:pt x="4763810" y="53363"/>
                  <a:pt x="4764066" y="54916"/>
                  <a:pt x="4764066" y="56655"/>
                </a:cubicBezTo>
                <a:close/>
                <a:moveTo>
                  <a:pt x="4868436" y="68723"/>
                </a:moveTo>
                <a:cubicBezTo>
                  <a:pt x="4866603" y="69205"/>
                  <a:pt x="4864708" y="69551"/>
                  <a:pt x="4862752" y="69759"/>
                </a:cubicBezTo>
                <a:cubicBezTo>
                  <a:pt x="4860795" y="69969"/>
                  <a:pt x="4858807" y="70074"/>
                  <a:pt x="4856788" y="70074"/>
                </a:cubicBezTo>
                <a:cubicBezTo>
                  <a:pt x="4850917" y="70074"/>
                  <a:pt x="4846538" y="68746"/>
                  <a:pt x="4843649" y="66090"/>
                </a:cubicBezTo>
                <a:cubicBezTo>
                  <a:pt x="4840760" y="63434"/>
                  <a:pt x="4839316" y="59358"/>
                  <a:pt x="4839316" y="53860"/>
                </a:cubicBezTo>
                <a:lnTo>
                  <a:pt x="4839316" y="29446"/>
                </a:lnTo>
                <a:lnTo>
                  <a:pt x="4826224" y="29446"/>
                </a:lnTo>
                <a:lnTo>
                  <a:pt x="4826224" y="22644"/>
                </a:lnTo>
                <a:lnTo>
                  <a:pt x="4839316" y="22644"/>
                </a:lnTo>
                <a:lnTo>
                  <a:pt x="4839316" y="9743"/>
                </a:lnTo>
                <a:lnTo>
                  <a:pt x="4847423" y="7641"/>
                </a:lnTo>
                <a:lnTo>
                  <a:pt x="4847423" y="22644"/>
                </a:lnTo>
                <a:lnTo>
                  <a:pt x="4868436" y="22644"/>
                </a:lnTo>
                <a:lnTo>
                  <a:pt x="4868436" y="29446"/>
                </a:lnTo>
                <a:lnTo>
                  <a:pt x="4847423" y="29446"/>
                </a:lnTo>
                <a:lnTo>
                  <a:pt x="4847423" y="53208"/>
                </a:lnTo>
                <a:cubicBezTo>
                  <a:pt x="4847423" y="56562"/>
                  <a:pt x="4848316" y="59070"/>
                  <a:pt x="4850102" y="60732"/>
                </a:cubicBezTo>
                <a:cubicBezTo>
                  <a:pt x="4851888" y="62394"/>
                  <a:pt x="4854520" y="63225"/>
                  <a:pt x="4857999" y="63225"/>
                </a:cubicBezTo>
                <a:cubicBezTo>
                  <a:pt x="4859490" y="63225"/>
                  <a:pt x="4861121" y="63105"/>
                  <a:pt x="4862891" y="62865"/>
                </a:cubicBezTo>
                <a:cubicBezTo>
                  <a:pt x="4864662" y="62624"/>
                  <a:pt x="4866510" y="62247"/>
                  <a:pt x="4868436" y="61734"/>
                </a:cubicBezTo>
                <a:lnTo>
                  <a:pt x="4868436" y="68723"/>
                </a:lnTo>
                <a:close/>
                <a:moveTo>
                  <a:pt x="4920201" y="69421"/>
                </a:moveTo>
                <a:lnTo>
                  <a:pt x="4912094" y="69421"/>
                </a:lnTo>
                <a:lnTo>
                  <a:pt x="4912094" y="39556"/>
                </a:lnTo>
                <a:cubicBezTo>
                  <a:pt x="4912094" y="35953"/>
                  <a:pt x="4911419" y="33259"/>
                  <a:pt x="4910067" y="31473"/>
                </a:cubicBezTo>
                <a:cubicBezTo>
                  <a:pt x="4908716" y="29687"/>
                  <a:pt x="4906783" y="28794"/>
                  <a:pt x="4904267" y="28794"/>
                </a:cubicBezTo>
                <a:cubicBezTo>
                  <a:pt x="4903180" y="28794"/>
                  <a:pt x="4902162" y="28941"/>
                  <a:pt x="4901215" y="29236"/>
                </a:cubicBezTo>
                <a:cubicBezTo>
                  <a:pt x="4900268" y="29531"/>
                  <a:pt x="4899281" y="30044"/>
                  <a:pt x="4898256" y="30774"/>
                </a:cubicBezTo>
                <a:cubicBezTo>
                  <a:pt x="4897231" y="31504"/>
                  <a:pt x="4896113" y="32490"/>
                  <a:pt x="4894902" y="33732"/>
                </a:cubicBezTo>
                <a:cubicBezTo>
                  <a:pt x="4893690" y="34975"/>
                  <a:pt x="4892293" y="36528"/>
                  <a:pt x="4890709" y="38391"/>
                </a:cubicBezTo>
                <a:lnTo>
                  <a:pt x="4890709" y="69421"/>
                </a:lnTo>
                <a:lnTo>
                  <a:pt x="4882602" y="69421"/>
                </a:lnTo>
                <a:lnTo>
                  <a:pt x="4882602" y="3541"/>
                </a:lnTo>
                <a:lnTo>
                  <a:pt x="4890709" y="3541"/>
                </a:lnTo>
                <a:lnTo>
                  <a:pt x="4890709" y="22630"/>
                </a:lnTo>
                <a:lnTo>
                  <a:pt x="4890429" y="30005"/>
                </a:lnTo>
                <a:cubicBezTo>
                  <a:pt x="4891703" y="28483"/>
                  <a:pt x="4892953" y="27202"/>
                  <a:pt x="4894180" y="26161"/>
                </a:cubicBezTo>
                <a:cubicBezTo>
                  <a:pt x="4895407" y="25121"/>
                  <a:pt x="4896633" y="24274"/>
                  <a:pt x="4897860" y="23622"/>
                </a:cubicBezTo>
                <a:cubicBezTo>
                  <a:pt x="4899087" y="22970"/>
                  <a:pt x="4900338" y="22504"/>
                  <a:pt x="4901611" y="22224"/>
                </a:cubicBezTo>
                <a:cubicBezTo>
                  <a:pt x="4902885" y="21945"/>
                  <a:pt x="4904205" y="21805"/>
                  <a:pt x="4905571" y="21805"/>
                </a:cubicBezTo>
                <a:cubicBezTo>
                  <a:pt x="4910230" y="21805"/>
                  <a:pt x="4913834" y="23226"/>
                  <a:pt x="4916381" y="26068"/>
                </a:cubicBezTo>
                <a:cubicBezTo>
                  <a:pt x="4918928" y="28910"/>
                  <a:pt x="4920201" y="33189"/>
                  <a:pt x="4920201" y="38904"/>
                </a:cubicBezTo>
                <a:lnTo>
                  <a:pt x="4920201" y="69421"/>
                </a:lnTo>
                <a:close/>
                <a:moveTo>
                  <a:pt x="4964512" y="69421"/>
                </a:moveTo>
                <a:lnTo>
                  <a:pt x="4964325" y="63119"/>
                </a:lnTo>
                <a:cubicBezTo>
                  <a:pt x="4961778" y="65639"/>
                  <a:pt x="4959192" y="67460"/>
                  <a:pt x="4956568" y="68580"/>
                </a:cubicBezTo>
                <a:cubicBezTo>
                  <a:pt x="4953943" y="69700"/>
                  <a:pt x="4951186" y="70260"/>
                  <a:pt x="4948298" y="70260"/>
                </a:cubicBezTo>
                <a:cubicBezTo>
                  <a:pt x="4945627" y="70260"/>
                  <a:pt x="4943344" y="69918"/>
                  <a:pt x="4941449" y="69234"/>
                </a:cubicBezTo>
                <a:cubicBezTo>
                  <a:pt x="4939554" y="68549"/>
                  <a:pt x="4937993" y="67608"/>
                  <a:pt x="4936766" y="66411"/>
                </a:cubicBezTo>
                <a:cubicBezTo>
                  <a:pt x="4935539" y="65213"/>
                  <a:pt x="4934639" y="63805"/>
                  <a:pt x="4934064" y="62187"/>
                </a:cubicBezTo>
                <a:cubicBezTo>
                  <a:pt x="4933489" y="60569"/>
                  <a:pt x="4933202" y="58811"/>
                  <a:pt x="4933202" y="56913"/>
                </a:cubicBezTo>
                <a:cubicBezTo>
                  <a:pt x="4933202" y="52215"/>
                  <a:pt x="4934949" y="48536"/>
                  <a:pt x="4938444" y="45877"/>
                </a:cubicBezTo>
                <a:cubicBezTo>
                  <a:pt x="4941938" y="43216"/>
                  <a:pt x="4947102" y="41886"/>
                  <a:pt x="4953935" y="41886"/>
                </a:cubicBezTo>
                <a:lnTo>
                  <a:pt x="4963626" y="41886"/>
                </a:lnTo>
                <a:lnTo>
                  <a:pt x="4963626" y="37800"/>
                </a:lnTo>
                <a:cubicBezTo>
                  <a:pt x="4963626" y="35046"/>
                  <a:pt x="4962741" y="32840"/>
                  <a:pt x="4960971" y="31184"/>
                </a:cubicBezTo>
                <a:cubicBezTo>
                  <a:pt x="4959200" y="29528"/>
                  <a:pt x="4956498" y="28700"/>
                  <a:pt x="4952864" y="28700"/>
                </a:cubicBezTo>
                <a:cubicBezTo>
                  <a:pt x="4950224" y="28700"/>
                  <a:pt x="4947622" y="29000"/>
                  <a:pt x="4945060" y="29599"/>
                </a:cubicBezTo>
                <a:cubicBezTo>
                  <a:pt x="4942497" y="30197"/>
                  <a:pt x="4939849" y="31047"/>
                  <a:pt x="4937116" y="32148"/>
                </a:cubicBezTo>
                <a:lnTo>
                  <a:pt x="4937116" y="24833"/>
                </a:lnTo>
                <a:cubicBezTo>
                  <a:pt x="4938141" y="24455"/>
                  <a:pt x="4939282" y="24084"/>
                  <a:pt x="4940540" y="23721"/>
                </a:cubicBezTo>
                <a:cubicBezTo>
                  <a:pt x="4941798" y="23358"/>
                  <a:pt x="4943126" y="23035"/>
                  <a:pt x="4944524" y="22751"/>
                </a:cubicBezTo>
                <a:cubicBezTo>
                  <a:pt x="4945922" y="22467"/>
                  <a:pt x="4947382" y="22238"/>
                  <a:pt x="4948904" y="22065"/>
                </a:cubicBezTo>
                <a:cubicBezTo>
                  <a:pt x="4950426" y="21892"/>
                  <a:pt x="4951963" y="21805"/>
                  <a:pt x="4953516" y="21805"/>
                </a:cubicBezTo>
                <a:cubicBezTo>
                  <a:pt x="4956343" y="21805"/>
                  <a:pt x="4958890" y="22115"/>
                  <a:pt x="4961157" y="22737"/>
                </a:cubicBezTo>
                <a:cubicBezTo>
                  <a:pt x="4963425" y="23358"/>
                  <a:pt x="4965343" y="24305"/>
                  <a:pt x="4966911" y="25579"/>
                </a:cubicBezTo>
                <a:cubicBezTo>
                  <a:pt x="4968480" y="26852"/>
                  <a:pt x="4969683" y="28452"/>
                  <a:pt x="4970522" y="30378"/>
                </a:cubicBezTo>
                <a:cubicBezTo>
                  <a:pt x="4971361" y="32304"/>
                  <a:pt x="4971780" y="34571"/>
                  <a:pt x="4971780" y="37180"/>
                </a:cubicBezTo>
                <a:lnTo>
                  <a:pt x="4971780" y="69421"/>
                </a:lnTo>
                <a:lnTo>
                  <a:pt x="4964512" y="69421"/>
                </a:lnTo>
                <a:moveTo>
                  <a:pt x="4963626" y="48083"/>
                </a:moveTo>
                <a:lnTo>
                  <a:pt x="4953330" y="48083"/>
                </a:lnTo>
                <a:cubicBezTo>
                  <a:pt x="4951311" y="48083"/>
                  <a:pt x="4949571" y="48285"/>
                  <a:pt x="4948111" y="48691"/>
                </a:cubicBezTo>
                <a:cubicBezTo>
                  <a:pt x="4946652" y="49096"/>
                  <a:pt x="4945456" y="49672"/>
                  <a:pt x="4944524" y="50419"/>
                </a:cubicBezTo>
                <a:cubicBezTo>
                  <a:pt x="4943592" y="51167"/>
                  <a:pt x="4942901" y="52063"/>
                  <a:pt x="4942451" y="53107"/>
                </a:cubicBezTo>
                <a:cubicBezTo>
                  <a:pt x="4942000" y="54151"/>
                  <a:pt x="4941775" y="55327"/>
                  <a:pt x="4941775" y="56635"/>
                </a:cubicBezTo>
                <a:cubicBezTo>
                  <a:pt x="4941775" y="57539"/>
                  <a:pt x="4941915" y="58404"/>
                  <a:pt x="4942194" y="59230"/>
                </a:cubicBezTo>
                <a:cubicBezTo>
                  <a:pt x="4942474" y="60055"/>
                  <a:pt x="4942924" y="60787"/>
                  <a:pt x="4943545" y="61425"/>
                </a:cubicBezTo>
                <a:cubicBezTo>
                  <a:pt x="4944167" y="62064"/>
                  <a:pt x="4944974" y="62570"/>
                  <a:pt x="4945968" y="62944"/>
                </a:cubicBezTo>
                <a:cubicBezTo>
                  <a:pt x="4946962" y="63318"/>
                  <a:pt x="4948174" y="63504"/>
                  <a:pt x="4949602" y="63504"/>
                </a:cubicBezTo>
                <a:cubicBezTo>
                  <a:pt x="4951466" y="63504"/>
                  <a:pt x="4953601" y="62936"/>
                  <a:pt x="4956009" y="61799"/>
                </a:cubicBezTo>
                <a:cubicBezTo>
                  <a:pt x="4958416" y="60662"/>
                  <a:pt x="4960955" y="58862"/>
                  <a:pt x="4963626" y="56401"/>
                </a:cubicBezTo>
                <a:lnTo>
                  <a:pt x="4963626" y="48083"/>
                </a:lnTo>
                <a:close/>
                <a:moveTo>
                  <a:pt x="5024011" y="68723"/>
                </a:moveTo>
                <a:cubicBezTo>
                  <a:pt x="5022179" y="69205"/>
                  <a:pt x="5020284" y="69551"/>
                  <a:pt x="5018327" y="69759"/>
                </a:cubicBezTo>
                <a:cubicBezTo>
                  <a:pt x="5016370" y="69969"/>
                  <a:pt x="5014382" y="70074"/>
                  <a:pt x="5012363" y="70074"/>
                </a:cubicBezTo>
                <a:cubicBezTo>
                  <a:pt x="5006493" y="70074"/>
                  <a:pt x="5002113" y="68746"/>
                  <a:pt x="4999224" y="66090"/>
                </a:cubicBezTo>
                <a:cubicBezTo>
                  <a:pt x="4996336" y="63434"/>
                  <a:pt x="4994891" y="59358"/>
                  <a:pt x="4994891" y="53860"/>
                </a:cubicBezTo>
                <a:lnTo>
                  <a:pt x="4994891" y="29446"/>
                </a:lnTo>
                <a:lnTo>
                  <a:pt x="4981799" y="29446"/>
                </a:lnTo>
                <a:lnTo>
                  <a:pt x="4981799" y="22644"/>
                </a:lnTo>
                <a:lnTo>
                  <a:pt x="4994891" y="22644"/>
                </a:lnTo>
                <a:lnTo>
                  <a:pt x="4994891" y="9743"/>
                </a:lnTo>
                <a:lnTo>
                  <a:pt x="5002998" y="7641"/>
                </a:lnTo>
                <a:lnTo>
                  <a:pt x="5002998" y="22644"/>
                </a:lnTo>
                <a:lnTo>
                  <a:pt x="5024011" y="22644"/>
                </a:lnTo>
                <a:lnTo>
                  <a:pt x="5024011" y="29446"/>
                </a:lnTo>
                <a:lnTo>
                  <a:pt x="5002998" y="29446"/>
                </a:lnTo>
                <a:lnTo>
                  <a:pt x="5002998" y="53208"/>
                </a:lnTo>
                <a:cubicBezTo>
                  <a:pt x="5002998" y="56562"/>
                  <a:pt x="5003891" y="59070"/>
                  <a:pt x="5005677" y="60732"/>
                </a:cubicBezTo>
                <a:cubicBezTo>
                  <a:pt x="5007463" y="62394"/>
                  <a:pt x="5010096" y="63225"/>
                  <a:pt x="5013575" y="63225"/>
                </a:cubicBezTo>
                <a:cubicBezTo>
                  <a:pt x="5015066" y="63225"/>
                  <a:pt x="5016696" y="63105"/>
                  <a:pt x="5018467" y="62865"/>
                </a:cubicBezTo>
                <a:cubicBezTo>
                  <a:pt x="5020237" y="62624"/>
                  <a:pt x="5022085" y="62247"/>
                  <a:pt x="5024011" y="61734"/>
                </a:cubicBezTo>
                <a:lnTo>
                  <a:pt x="5024011" y="68723"/>
                </a:lnTo>
                <a:close/>
                <a:moveTo>
                  <a:pt x="5127728" y="68723"/>
                </a:moveTo>
                <a:cubicBezTo>
                  <a:pt x="5125896" y="69205"/>
                  <a:pt x="5124001" y="69551"/>
                  <a:pt x="5122044" y="69759"/>
                </a:cubicBezTo>
                <a:cubicBezTo>
                  <a:pt x="5120087" y="69969"/>
                  <a:pt x="5118099" y="70074"/>
                  <a:pt x="5116080" y="70074"/>
                </a:cubicBezTo>
                <a:cubicBezTo>
                  <a:pt x="5110210" y="70074"/>
                  <a:pt x="5105830" y="68746"/>
                  <a:pt x="5102941" y="66090"/>
                </a:cubicBezTo>
                <a:cubicBezTo>
                  <a:pt x="5100053" y="63434"/>
                  <a:pt x="5098608" y="59358"/>
                  <a:pt x="5098608" y="53860"/>
                </a:cubicBezTo>
                <a:lnTo>
                  <a:pt x="5098608" y="29446"/>
                </a:lnTo>
                <a:lnTo>
                  <a:pt x="5085516" y="29446"/>
                </a:lnTo>
                <a:lnTo>
                  <a:pt x="5085516" y="22644"/>
                </a:lnTo>
                <a:lnTo>
                  <a:pt x="5098608" y="22644"/>
                </a:lnTo>
                <a:lnTo>
                  <a:pt x="5098608" y="9743"/>
                </a:lnTo>
                <a:lnTo>
                  <a:pt x="5106715" y="7641"/>
                </a:lnTo>
                <a:lnTo>
                  <a:pt x="5106715" y="22644"/>
                </a:lnTo>
                <a:lnTo>
                  <a:pt x="5127728" y="22644"/>
                </a:lnTo>
                <a:lnTo>
                  <a:pt x="5127728" y="29446"/>
                </a:lnTo>
                <a:lnTo>
                  <a:pt x="5106715" y="29446"/>
                </a:lnTo>
                <a:lnTo>
                  <a:pt x="5106715" y="53208"/>
                </a:lnTo>
                <a:cubicBezTo>
                  <a:pt x="5106715" y="56562"/>
                  <a:pt x="5107608" y="59070"/>
                  <a:pt x="5109394" y="60732"/>
                </a:cubicBezTo>
                <a:cubicBezTo>
                  <a:pt x="5111180" y="62394"/>
                  <a:pt x="5113813" y="63225"/>
                  <a:pt x="5117292" y="63225"/>
                </a:cubicBezTo>
                <a:cubicBezTo>
                  <a:pt x="5118783" y="63225"/>
                  <a:pt x="5120413" y="63105"/>
                  <a:pt x="5122184" y="62865"/>
                </a:cubicBezTo>
                <a:cubicBezTo>
                  <a:pt x="5123954" y="62624"/>
                  <a:pt x="5125802" y="62247"/>
                  <a:pt x="5127728" y="61734"/>
                </a:cubicBezTo>
                <a:lnTo>
                  <a:pt x="5127728" y="68723"/>
                </a:lnTo>
                <a:close/>
                <a:moveTo>
                  <a:pt x="5179493" y="69421"/>
                </a:moveTo>
                <a:lnTo>
                  <a:pt x="5171387" y="69421"/>
                </a:lnTo>
                <a:lnTo>
                  <a:pt x="5171387" y="39556"/>
                </a:lnTo>
                <a:cubicBezTo>
                  <a:pt x="5171387" y="35953"/>
                  <a:pt x="5170711" y="33259"/>
                  <a:pt x="5169360" y="31473"/>
                </a:cubicBezTo>
                <a:cubicBezTo>
                  <a:pt x="5168009" y="29687"/>
                  <a:pt x="5166075" y="28794"/>
                  <a:pt x="5163559" y="28794"/>
                </a:cubicBezTo>
                <a:cubicBezTo>
                  <a:pt x="5162472" y="28794"/>
                  <a:pt x="5161455" y="28941"/>
                  <a:pt x="5160507" y="29236"/>
                </a:cubicBezTo>
                <a:cubicBezTo>
                  <a:pt x="5159560" y="29531"/>
                  <a:pt x="5158574" y="30044"/>
                  <a:pt x="5157549" y="30774"/>
                </a:cubicBezTo>
                <a:cubicBezTo>
                  <a:pt x="5156524" y="31504"/>
                  <a:pt x="5155406" y="32490"/>
                  <a:pt x="5154194" y="33732"/>
                </a:cubicBezTo>
                <a:cubicBezTo>
                  <a:pt x="5152983" y="34975"/>
                  <a:pt x="5151585" y="36528"/>
                  <a:pt x="5150001" y="38391"/>
                </a:cubicBezTo>
                <a:lnTo>
                  <a:pt x="5150001" y="69421"/>
                </a:lnTo>
                <a:lnTo>
                  <a:pt x="5141894" y="69421"/>
                </a:lnTo>
                <a:lnTo>
                  <a:pt x="5141894" y="3541"/>
                </a:lnTo>
                <a:lnTo>
                  <a:pt x="5150001" y="3541"/>
                </a:lnTo>
                <a:lnTo>
                  <a:pt x="5150001" y="22630"/>
                </a:lnTo>
                <a:lnTo>
                  <a:pt x="5149721" y="30005"/>
                </a:lnTo>
                <a:cubicBezTo>
                  <a:pt x="5150995" y="28483"/>
                  <a:pt x="5152245" y="27202"/>
                  <a:pt x="5153472" y="26161"/>
                </a:cubicBezTo>
                <a:cubicBezTo>
                  <a:pt x="5154699" y="25121"/>
                  <a:pt x="5155926" y="24274"/>
                  <a:pt x="5157153" y="23622"/>
                </a:cubicBezTo>
                <a:cubicBezTo>
                  <a:pt x="5158380" y="22970"/>
                  <a:pt x="5159630" y="22504"/>
                  <a:pt x="5160903" y="22224"/>
                </a:cubicBezTo>
                <a:cubicBezTo>
                  <a:pt x="5162177" y="21945"/>
                  <a:pt x="5163497" y="21805"/>
                  <a:pt x="5164864" y="21805"/>
                </a:cubicBezTo>
                <a:cubicBezTo>
                  <a:pt x="5169523" y="21805"/>
                  <a:pt x="5173126" y="23226"/>
                  <a:pt x="5175673" y="26068"/>
                </a:cubicBezTo>
                <a:cubicBezTo>
                  <a:pt x="5178220" y="28910"/>
                  <a:pt x="5179493" y="33189"/>
                  <a:pt x="5179493" y="38904"/>
                </a:cubicBezTo>
                <a:lnTo>
                  <a:pt x="5179493" y="69421"/>
                </a:lnTo>
                <a:close/>
                <a:moveTo>
                  <a:pt x="5233262" y="43563"/>
                </a:moveTo>
                <a:cubicBezTo>
                  <a:pt x="5233262" y="44712"/>
                  <a:pt x="5233246" y="45675"/>
                  <a:pt x="5233215" y="46452"/>
                </a:cubicBezTo>
                <a:cubicBezTo>
                  <a:pt x="5233184" y="47228"/>
                  <a:pt x="5233138" y="47958"/>
                  <a:pt x="5233076" y="48642"/>
                </a:cubicBezTo>
                <a:lnTo>
                  <a:pt x="5200228" y="48642"/>
                </a:lnTo>
                <a:cubicBezTo>
                  <a:pt x="5200228" y="53425"/>
                  <a:pt x="5201564" y="57098"/>
                  <a:pt x="5204235" y="59661"/>
                </a:cubicBezTo>
                <a:cubicBezTo>
                  <a:pt x="5206907" y="62223"/>
                  <a:pt x="5210758" y="63504"/>
                  <a:pt x="5215790" y="63504"/>
                </a:cubicBezTo>
                <a:cubicBezTo>
                  <a:pt x="5217157" y="63504"/>
                  <a:pt x="5218523" y="63449"/>
                  <a:pt x="5219890" y="63338"/>
                </a:cubicBezTo>
                <a:cubicBezTo>
                  <a:pt x="5221257" y="63227"/>
                  <a:pt x="5222577" y="63076"/>
                  <a:pt x="5223850" y="62886"/>
                </a:cubicBezTo>
                <a:cubicBezTo>
                  <a:pt x="5225124" y="62694"/>
                  <a:pt x="5226343" y="62480"/>
                  <a:pt x="5227508" y="62242"/>
                </a:cubicBezTo>
                <a:cubicBezTo>
                  <a:pt x="5228673" y="62003"/>
                  <a:pt x="5229752" y="61741"/>
                  <a:pt x="5230746" y="61454"/>
                </a:cubicBezTo>
                <a:lnTo>
                  <a:pt x="5230746" y="68117"/>
                </a:lnTo>
                <a:cubicBezTo>
                  <a:pt x="5228541" y="68752"/>
                  <a:pt x="5226048" y="69268"/>
                  <a:pt x="5223268" y="69665"/>
                </a:cubicBezTo>
                <a:cubicBezTo>
                  <a:pt x="5220488" y="70062"/>
                  <a:pt x="5217607" y="70260"/>
                  <a:pt x="5214625" y="70260"/>
                </a:cubicBezTo>
                <a:cubicBezTo>
                  <a:pt x="5210618" y="70260"/>
                  <a:pt x="5207171" y="69717"/>
                  <a:pt x="5204282" y="68629"/>
                </a:cubicBezTo>
                <a:cubicBezTo>
                  <a:pt x="5201393" y="67542"/>
                  <a:pt x="5199025" y="65966"/>
                  <a:pt x="5197177" y="63900"/>
                </a:cubicBezTo>
                <a:cubicBezTo>
                  <a:pt x="5195329" y="61835"/>
                  <a:pt x="5193962" y="59303"/>
                  <a:pt x="5193077" y="56306"/>
                </a:cubicBezTo>
                <a:cubicBezTo>
                  <a:pt x="5192191" y="53309"/>
                  <a:pt x="5191749" y="49915"/>
                  <a:pt x="5191749" y="46126"/>
                </a:cubicBezTo>
                <a:cubicBezTo>
                  <a:pt x="5191749" y="42833"/>
                  <a:pt x="5192222" y="39719"/>
                  <a:pt x="5193170" y="36784"/>
                </a:cubicBezTo>
                <a:cubicBezTo>
                  <a:pt x="5194117" y="33849"/>
                  <a:pt x="5195499" y="31271"/>
                  <a:pt x="5197316" y="29050"/>
                </a:cubicBezTo>
                <a:cubicBezTo>
                  <a:pt x="5199134" y="26829"/>
                  <a:pt x="5201362" y="25066"/>
                  <a:pt x="5204002" y="23762"/>
                </a:cubicBezTo>
                <a:cubicBezTo>
                  <a:pt x="5206643" y="22457"/>
                  <a:pt x="5209640" y="21805"/>
                  <a:pt x="5212995" y="21805"/>
                </a:cubicBezTo>
                <a:cubicBezTo>
                  <a:pt x="5216256" y="21805"/>
                  <a:pt x="5219145" y="22317"/>
                  <a:pt x="5221661" y="23342"/>
                </a:cubicBezTo>
                <a:cubicBezTo>
                  <a:pt x="5224177" y="24367"/>
                  <a:pt x="5226296" y="25820"/>
                  <a:pt x="5228020" y="27699"/>
                </a:cubicBezTo>
                <a:cubicBezTo>
                  <a:pt x="5229744" y="29578"/>
                  <a:pt x="5231049" y="31861"/>
                  <a:pt x="5231934" y="34548"/>
                </a:cubicBezTo>
                <a:cubicBezTo>
                  <a:pt x="5232819" y="37234"/>
                  <a:pt x="5233262" y="40240"/>
                  <a:pt x="5233262" y="43563"/>
                </a:cubicBezTo>
                <a:moveTo>
                  <a:pt x="5224829" y="42398"/>
                </a:moveTo>
                <a:cubicBezTo>
                  <a:pt x="5224922" y="40317"/>
                  <a:pt x="5224720" y="38415"/>
                  <a:pt x="5224223" y="36691"/>
                </a:cubicBezTo>
                <a:cubicBezTo>
                  <a:pt x="5223726" y="34967"/>
                  <a:pt x="5222957" y="33484"/>
                  <a:pt x="5221917" y="32241"/>
                </a:cubicBezTo>
                <a:cubicBezTo>
                  <a:pt x="5220876" y="30999"/>
                  <a:pt x="5219580" y="30028"/>
                  <a:pt x="5218026" y="29329"/>
                </a:cubicBezTo>
                <a:cubicBezTo>
                  <a:pt x="5216473" y="28631"/>
                  <a:pt x="5214672" y="28281"/>
                  <a:pt x="5212622" y="28281"/>
                </a:cubicBezTo>
                <a:cubicBezTo>
                  <a:pt x="5210851" y="28281"/>
                  <a:pt x="5209236" y="28623"/>
                  <a:pt x="5207776" y="29306"/>
                </a:cubicBezTo>
                <a:cubicBezTo>
                  <a:pt x="5206316" y="29989"/>
                  <a:pt x="5205058" y="30952"/>
                  <a:pt x="5204002" y="32195"/>
                </a:cubicBezTo>
                <a:cubicBezTo>
                  <a:pt x="5202946" y="33437"/>
                  <a:pt x="5202092" y="34928"/>
                  <a:pt x="5201440" y="36668"/>
                </a:cubicBezTo>
                <a:cubicBezTo>
                  <a:pt x="5200788" y="38407"/>
                  <a:pt x="5200384" y="40317"/>
                  <a:pt x="5200228" y="42398"/>
                </a:cubicBezTo>
                <a:lnTo>
                  <a:pt x="5224829" y="42398"/>
                </a:lnTo>
                <a:close/>
                <a:moveTo>
                  <a:pt x="5247521" y="22644"/>
                </a:moveTo>
                <a:lnTo>
                  <a:pt x="5254929" y="22644"/>
                </a:lnTo>
                <a:lnTo>
                  <a:pt x="5255162" y="31241"/>
                </a:lnTo>
                <a:cubicBezTo>
                  <a:pt x="5257926" y="27925"/>
                  <a:pt x="5260652" y="25524"/>
                  <a:pt x="5263339" y="24037"/>
                </a:cubicBezTo>
                <a:cubicBezTo>
                  <a:pt x="5266026" y="22549"/>
                  <a:pt x="5268736" y="21805"/>
                  <a:pt x="5271469" y="21805"/>
                </a:cubicBezTo>
                <a:cubicBezTo>
                  <a:pt x="5276315" y="21805"/>
                  <a:pt x="5279988" y="23370"/>
                  <a:pt x="5282488" y="26499"/>
                </a:cubicBezTo>
                <a:cubicBezTo>
                  <a:pt x="5284988" y="29628"/>
                  <a:pt x="5286145" y="34276"/>
                  <a:pt x="5285959" y="40442"/>
                </a:cubicBezTo>
                <a:lnTo>
                  <a:pt x="5277759" y="40442"/>
                </a:lnTo>
                <a:cubicBezTo>
                  <a:pt x="5277852" y="36358"/>
                  <a:pt x="5277254" y="33396"/>
                  <a:pt x="5275965" y="31556"/>
                </a:cubicBezTo>
                <a:cubicBezTo>
                  <a:pt x="5274676" y="29714"/>
                  <a:pt x="5272789" y="28794"/>
                  <a:pt x="5270304" y="28794"/>
                </a:cubicBezTo>
                <a:cubicBezTo>
                  <a:pt x="5269217" y="28794"/>
                  <a:pt x="5268122" y="28987"/>
                  <a:pt x="5267020" y="29375"/>
                </a:cubicBezTo>
                <a:cubicBezTo>
                  <a:pt x="5265917" y="29761"/>
                  <a:pt x="5264783" y="30379"/>
                  <a:pt x="5263618" y="31229"/>
                </a:cubicBezTo>
                <a:cubicBezTo>
                  <a:pt x="5262454" y="32080"/>
                  <a:pt x="5261219" y="33170"/>
                  <a:pt x="5259914" y="34501"/>
                </a:cubicBezTo>
                <a:cubicBezTo>
                  <a:pt x="5258610" y="35831"/>
                  <a:pt x="5257212" y="37439"/>
                  <a:pt x="5255721" y="39326"/>
                </a:cubicBezTo>
                <a:lnTo>
                  <a:pt x="5255721" y="69421"/>
                </a:lnTo>
                <a:lnTo>
                  <a:pt x="5247521" y="69421"/>
                </a:lnTo>
                <a:lnTo>
                  <a:pt x="5247521" y="22644"/>
                </a:lnTo>
                <a:close/>
                <a:moveTo>
                  <a:pt x="5336979" y="43563"/>
                </a:moveTo>
                <a:cubicBezTo>
                  <a:pt x="5336979" y="44712"/>
                  <a:pt x="5336963" y="45675"/>
                  <a:pt x="5336932" y="46452"/>
                </a:cubicBezTo>
                <a:cubicBezTo>
                  <a:pt x="5336901" y="47228"/>
                  <a:pt x="5336855" y="47958"/>
                  <a:pt x="5336793" y="48642"/>
                </a:cubicBezTo>
                <a:lnTo>
                  <a:pt x="5303945" y="48642"/>
                </a:lnTo>
                <a:cubicBezTo>
                  <a:pt x="5303945" y="53425"/>
                  <a:pt x="5305281" y="57098"/>
                  <a:pt x="5307952" y="59661"/>
                </a:cubicBezTo>
                <a:cubicBezTo>
                  <a:pt x="5310624" y="62223"/>
                  <a:pt x="5314475" y="63504"/>
                  <a:pt x="5319507" y="63504"/>
                </a:cubicBezTo>
                <a:cubicBezTo>
                  <a:pt x="5320874" y="63504"/>
                  <a:pt x="5322240" y="63449"/>
                  <a:pt x="5323607" y="63338"/>
                </a:cubicBezTo>
                <a:cubicBezTo>
                  <a:pt x="5324974" y="63227"/>
                  <a:pt x="5326294" y="63076"/>
                  <a:pt x="5327567" y="62886"/>
                </a:cubicBezTo>
                <a:cubicBezTo>
                  <a:pt x="5328841" y="62694"/>
                  <a:pt x="5330060" y="62480"/>
                  <a:pt x="5331225" y="62242"/>
                </a:cubicBezTo>
                <a:cubicBezTo>
                  <a:pt x="5332390" y="62003"/>
                  <a:pt x="5333469" y="61741"/>
                  <a:pt x="5334463" y="61454"/>
                </a:cubicBezTo>
                <a:lnTo>
                  <a:pt x="5334463" y="68117"/>
                </a:lnTo>
                <a:cubicBezTo>
                  <a:pt x="5332258" y="68752"/>
                  <a:pt x="5329765" y="69268"/>
                  <a:pt x="5326985" y="69665"/>
                </a:cubicBezTo>
                <a:cubicBezTo>
                  <a:pt x="5324205" y="70062"/>
                  <a:pt x="5321324" y="70260"/>
                  <a:pt x="5318342" y="70260"/>
                </a:cubicBezTo>
                <a:cubicBezTo>
                  <a:pt x="5314335" y="70260"/>
                  <a:pt x="5310888" y="69717"/>
                  <a:pt x="5307999" y="68629"/>
                </a:cubicBezTo>
                <a:cubicBezTo>
                  <a:pt x="5305110" y="67542"/>
                  <a:pt x="5302742" y="65966"/>
                  <a:pt x="5300894" y="63900"/>
                </a:cubicBezTo>
                <a:cubicBezTo>
                  <a:pt x="5299046" y="61835"/>
                  <a:pt x="5297679" y="59303"/>
                  <a:pt x="5296794" y="56306"/>
                </a:cubicBezTo>
                <a:cubicBezTo>
                  <a:pt x="5295908" y="53309"/>
                  <a:pt x="5295466" y="49915"/>
                  <a:pt x="5295466" y="46126"/>
                </a:cubicBezTo>
                <a:cubicBezTo>
                  <a:pt x="5295466" y="42833"/>
                  <a:pt x="5295939" y="39719"/>
                  <a:pt x="5296887" y="36784"/>
                </a:cubicBezTo>
                <a:cubicBezTo>
                  <a:pt x="5297834" y="33849"/>
                  <a:pt x="5299216" y="31271"/>
                  <a:pt x="5301033" y="29050"/>
                </a:cubicBezTo>
                <a:cubicBezTo>
                  <a:pt x="5302851" y="26829"/>
                  <a:pt x="5305079" y="25066"/>
                  <a:pt x="5307719" y="23762"/>
                </a:cubicBezTo>
                <a:cubicBezTo>
                  <a:pt x="5310360" y="22457"/>
                  <a:pt x="5313357" y="21805"/>
                  <a:pt x="5316712" y="21805"/>
                </a:cubicBezTo>
                <a:cubicBezTo>
                  <a:pt x="5319973" y="21805"/>
                  <a:pt x="5322862" y="22317"/>
                  <a:pt x="5325378" y="23342"/>
                </a:cubicBezTo>
                <a:cubicBezTo>
                  <a:pt x="5327894" y="24367"/>
                  <a:pt x="5330013" y="25820"/>
                  <a:pt x="5331737" y="27699"/>
                </a:cubicBezTo>
                <a:cubicBezTo>
                  <a:pt x="5333461" y="29578"/>
                  <a:pt x="5334766" y="31861"/>
                  <a:pt x="5335651" y="34548"/>
                </a:cubicBezTo>
                <a:cubicBezTo>
                  <a:pt x="5336536" y="37234"/>
                  <a:pt x="5336979" y="40240"/>
                  <a:pt x="5336979" y="43563"/>
                </a:cubicBezTo>
                <a:moveTo>
                  <a:pt x="5328546" y="42398"/>
                </a:moveTo>
                <a:cubicBezTo>
                  <a:pt x="5328639" y="40317"/>
                  <a:pt x="5328437" y="38415"/>
                  <a:pt x="5327940" y="36691"/>
                </a:cubicBezTo>
                <a:cubicBezTo>
                  <a:pt x="5327443" y="34967"/>
                  <a:pt x="5326674" y="33484"/>
                  <a:pt x="5325634" y="32241"/>
                </a:cubicBezTo>
                <a:cubicBezTo>
                  <a:pt x="5324593" y="30999"/>
                  <a:pt x="5323296" y="30028"/>
                  <a:pt x="5321743" y="29329"/>
                </a:cubicBezTo>
                <a:cubicBezTo>
                  <a:pt x="5320190" y="28631"/>
                  <a:pt x="5318389" y="28281"/>
                  <a:pt x="5316339" y="28281"/>
                </a:cubicBezTo>
                <a:cubicBezTo>
                  <a:pt x="5314568" y="28281"/>
                  <a:pt x="5312953" y="28623"/>
                  <a:pt x="5311493" y="29306"/>
                </a:cubicBezTo>
                <a:cubicBezTo>
                  <a:pt x="5310033" y="29989"/>
                  <a:pt x="5308775" y="30952"/>
                  <a:pt x="5307719" y="32195"/>
                </a:cubicBezTo>
                <a:cubicBezTo>
                  <a:pt x="5306663" y="33437"/>
                  <a:pt x="5305809" y="34928"/>
                  <a:pt x="5305157" y="36668"/>
                </a:cubicBezTo>
                <a:cubicBezTo>
                  <a:pt x="5304505" y="38407"/>
                  <a:pt x="5304101" y="40317"/>
                  <a:pt x="5303945" y="42398"/>
                </a:cubicBezTo>
                <a:lnTo>
                  <a:pt x="5328546" y="42398"/>
                </a:lnTo>
                <a:close/>
                <a:moveTo>
                  <a:pt x="5373462" y="3541"/>
                </a:moveTo>
                <a:lnTo>
                  <a:pt x="5372111" y="25439"/>
                </a:lnTo>
                <a:lnTo>
                  <a:pt x="5364097" y="25439"/>
                </a:lnTo>
                <a:lnTo>
                  <a:pt x="5362793" y="3541"/>
                </a:lnTo>
                <a:lnTo>
                  <a:pt x="5373462" y="3541"/>
                </a:lnTo>
                <a:close/>
                <a:moveTo>
                  <a:pt x="5438226" y="56655"/>
                </a:moveTo>
                <a:cubicBezTo>
                  <a:pt x="5438226" y="58302"/>
                  <a:pt x="5437947" y="59777"/>
                  <a:pt x="5437388" y="61082"/>
                </a:cubicBezTo>
                <a:cubicBezTo>
                  <a:pt x="5436829" y="62386"/>
                  <a:pt x="5436068" y="63543"/>
                  <a:pt x="5435105" y="64553"/>
                </a:cubicBezTo>
                <a:cubicBezTo>
                  <a:pt x="5434142" y="65562"/>
                  <a:pt x="5433024" y="66424"/>
                  <a:pt x="5431750" y="67139"/>
                </a:cubicBezTo>
                <a:cubicBezTo>
                  <a:pt x="5430477" y="67853"/>
                  <a:pt x="5429118" y="68443"/>
                  <a:pt x="5427673" y="68909"/>
                </a:cubicBezTo>
                <a:cubicBezTo>
                  <a:pt x="5426229" y="69375"/>
                  <a:pt x="5424746" y="69717"/>
                  <a:pt x="5423224" y="69934"/>
                </a:cubicBezTo>
                <a:cubicBezTo>
                  <a:pt x="5421702" y="70151"/>
                  <a:pt x="5420211" y="70260"/>
                  <a:pt x="5418751" y="70260"/>
                </a:cubicBezTo>
                <a:cubicBezTo>
                  <a:pt x="5415583" y="70260"/>
                  <a:pt x="5412671" y="70120"/>
                  <a:pt x="5410015" y="69841"/>
                </a:cubicBezTo>
                <a:cubicBezTo>
                  <a:pt x="5407360" y="69561"/>
                  <a:pt x="5404758" y="69111"/>
                  <a:pt x="5402211" y="68490"/>
                </a:cubicBezTo>
                <a:lnTo>
                  <a:pt x="5402211" y="61035"/>
                </a:lnTo>
                <a:cubicBezTo>
                  <a:pt x="5404945" y="61812"/>
                  <a:pt x="5407662" y="62402"/>
                  <a:pt x="5410365" y="62805"/>
                </a:cubicBezTo>
                <a:cubicBezTo>
                  <a:pt x="5413067" y="63209"/>
                  <a:pt x="5415754" y="63411"/>
                  <a:pt x="5418425" y="63411"/>
                </a:cubicBezTo>
                <a:cubicBezTo>
                  <a:pt x="5422308" y="63411"/>
                  <a:pt x="5425181" y="62883"/>
                  <a:pt x="5427045" y="61827"/>
                </a:cubicBezTo>
                <a:cubicBezTo>
                  <a:pt x="5428908" y="60771"/>
                  <a:pt x="5429840" y="59265"/>
                  <a:pt x="5429840" y="57308"/>
                </a:cubicBezTo>
                <a:cubicBezTo>
                  <a:pt x="5429840" y="56469"/>
                  <a:pt x="5429692" y="55716"/>
                  <a:pt x="5429397" y="55048"/>
                </a:cubicBezTo>
                <a:cubicBezTo>
                  <a:pt x="5429102" y="54380"/>
                  <a:pt x="5428566" y="53743"/>
                  <a:pt x="5427790" y="53138"/>
                </a:cubicBezTo>
                <a:cubicBezTo>
                  <a:pt x="5427013" y="52532"/>
                  <a:pt x="5425810" y="51903"/>
                  <a:pt x="5424179" y="51251"/>
                </a:cubicBezTo>
                <a:cubicBezTo>
                  <a:pt x="5422548" y="50598"/>
                  <a:pt x="5420320" y="49853"/>
                  <a:pt x="5417493" y="49014"/>
                </a:cubicBezTo>
                <a:cubicBezTo>
                  <a:pt x="5415381" y="48393"/>
                  <a:pt x="5413432" y="47687"/>
                  <a:pt x="5411646" y="46894"/>
                </a:cubicBezTo>
                <a:cubicBezTo>
                  <a:pt x="5409860" y="46102"/>
                  <a:pt x="5408315" y="45163"/>
                  <a:pt x="5407010" y="44076"/>
                </a:cubicBezTo>
                <a:cubicBezTo>
                  <a:pt x="5405706" y="42989"/>
                  <a:pt x="5404681" y="41715"/>
                  <a:pt x="5403935" y="40255"/>
                </a:cubicBezTo>
                <a:cubicBezTo>
                  <a:pt x="5403190" y="38795"/>
                  <a:pt x="5402817" y="37071"/>
                  <a:pt x="5402817" y="35083"/>
                </a:cubicBezTo>
                <a:cubicBezTo>
                  <a:pt x="5402817" y="33779"/>
                  <a:pt x="5403120" y="32350"/>
                  <a:pt x="5403725" y="30797"/>
                </a:cubicBezTo>
                <a:cubicBezTo>
                  <a:pt x="5404331" y="29244"/>
                  <a:pt x="5405364" y="27800"/>
                  <a:pt x="5406824" y="26464"/>
                </a:cubicBezTo>
                <a:cubicBezTo>
                  <a:pt x="5408284" y="25128"/>
                  <a:pt x="5410256" y="24018"/>
                  <a:pt x="5412741" y="23133"/>
                </a:cubicBezTo>
                <a:cubicBezTo>
                  <a:pt x="5415226" y="22247"/>
                  <a:pt x="5418332" y="21805"/>
                  <a:pt x="5422059" y="21805"/>
                </a:cubicBezTo>
                <a:cubicBezTo>
                  <a:pt x="5423892" y="21805"/>
                  <a:pt x="5425926" y="21906"/>
                  <a:pt x="5428163" y="22108"/>
                </a:cubicBezTo>
                <a:cubicBezTo>
                  <a:pt x="5430399" y="22310"/>
                  <a:pt x="5432729" y="22659"/>
                  <a:pt x="5435151" y="23156"/>
                </a:cubicBezTo>
                <a:lnTo>
                  <a:pt x="5435151" y="30378"/>
                </a:lnTo>
                <a:cubicBezTo>
                  <a:pt x="5432604" y="29757"/>
                  <a:pt x="5430189" y="29298"/>
                  <a:pt x="5427906" y="29003"/>
                </a:cubicBezTo>
                <a:cubicBezTo>
                  <a:pt x="5425623" y="28708"/>
                  <a:pt x="5423643" y="28561"/>
                  <a:pt x="5421966" y="28561"/>
                </a:cubicBezTo>
                <a:cubicBezTo>
                  <a:pt x="5419947" y="28561"/>
                  <a:pt x="5418246" y="28716"/>
                  <a:pt x="5416864" y="29027"/>
                </a:cubicBezTo>
                <a:cubicBezTo>
                  <a:pt x="5415482" y="29337"/>
                  <a:pt x="5414364" y="29764"/>
                  <a:pt x="5413510" y="30308"/>
                </a:cubicBezTo>
                <a:cubicBezTo>
                  <a:pt x="5412655" y="30851"/>
                  <a:pt x="5412042" y="31488"/>
                  <a:pt x="5411669" y="32218"/>
                </a:cubicBezTo>
                <a:cubicBezTo>
                  <a:pt x="5411297" y="32948"/>
                  <a:pt x="5411110" y="33732"/>
                  <a:pt x="5411110" y="34571"/>
                </a:cubicBezTo>
                <a:cubicBezTo>
                  <a:pt x="5411110" y="35410"/>
                  <a:pt x="5411273" y="36171"/>
                  <a:pt x="5411599" y="36854"/>
                </a:cubicBezTo>
                <a:cubicBezTo>
                  <a:pt x="5411926" y="37537"/>
                  <a:pt x="5412531" y="38197"/>
                  <a:pt x="5413416" y="38834"/>
                </a:cubicBezTo>
                <a:cubicBezTo>
                  <a:pt x="5414302" y="39471"/>
                  <a:pt x="5415536" y="40108"/>
                  <a:pt x="5417120" y="40744"/>
                </a:cubicBezTo>
                <a:cubicBezTo>
                  <a:pt x="5418705" y="41381"/>
                  <a:pt x="5420770" y="42072"/>
                  <a:pt x="5423317" y="42818"/>
                </a:cubicBezTo>
                <a:cubicBezTo>
                  <a:pt x="5426082" y="43625"/>
                  <a:pt x="5428411" y="44472"/>
                  <a:pt x="5430306" y="45357"/>
                </a:cubicBezTo>
                <a:cubicBezTo>
                  <a:pt x="5432201" y="46242"/>
                  <a:pt x="5433738" y="47228"/>
                  <a:pt x="5434918" y="48315"/>
                </a:cubicBezTo>
                <a:cubicBezTo>
                  <a:pt x="5436099" y="49403"/>
                  <a:pt x="5436945" y="50630"/>
                  <a:pt x="5437458" y="51996"/>
                </a:cubicBezTo>
                <a:cubicBezTo>
                  <a:pt x="5437970" y="53363"/>
                  <a:pt x="5438226" y="54916"/>
                  <a:pt x="5438226" y="56655"/>
                </a:cubicBezTo>
                <a:close/>
                <a:moveTo>
                  <a:pt x="5534955" y="69421"/>
                </a:moveTo>
                <a:lnTo>
                  <a:pt x="5534768" y="63119"/>
                </a:lnTo>
                <a:cubicBezTo>
                  <a:pt x="5532221" y="65639"/>
                  <a:pt x="5529635" y="67460"/>
                  <a:pt x="5527011" y="68580"/>
                </a:cubicBezTo>
                <a:cubicBezTo>
                  <a:pt x="5524386" y="69700"/>
                  <a:pt x="5521630" y="70260"/>
                  <a:pt x="5518741" y="70260"/>
                </a:cubicBezTo>
                <a:cubicBezTo>
                  <a:pt x="5516070" y="70260"/>
                  <a:pt x="5513787" y="69918"/>
                  <a:pt x="5511892" y="69234"/>
                </a:cubicBezTo>
                <a:cubicBezTo>
                  <a:pt x="5509997" y="68549"/>
                  <a:pt x="5508436" y="67608"/>
                  <a:pt x="5507209" y="66411"/>
                </a:cubicBezTo>
                <a:cubicBezTo>
                  <a:pt x="5505982" y="65213"/>
                  <a:pt x="5505082" y="63805"/>
                  <a:pt x="5504507" y="62187"/>
                </a:cubicBezTo>
                <a:cubicBezTo>
                  <a:pt x="5503932" y="60569"/>
                  <a:pt x="5503645" y="58811"/>
                  <a:pt x="5503645" y="56913"/>
                </a:cubicBezTo>
                <a:cubicBezTo>
                  <a:pt x="5503645" y="52215"/>
                  <a:pt x="5505392" y="48536"/>
                  <a:pt x="5508887" y="45877"/>
                </a:cubicBezTo>
                <a:cubicBezTo>
                  <a:pt x="5512381" y="43216"/>
                  <a:pt x="5517545" y="41886"/>
                  <a:pt x="5524378" y="41886"/>
                </a:cubicBezTo>
                <a:lnTo>
                  <a:pt x="5534069" y="41886"/>
                </a:lnTo>
                <a:lnTo>
                  <a:pt x="5534069" y="37800"/>
                </a:lnTo>
                <a:cubicBezTo>
                  <a:pt x="5534069" y="35046"/>
                  <a:pt x="5533184" y="32840"/>
                  <a:pt x="5531414" y="31184"/>
                </a:cubicBezTo>
                <a:cubicBezTo>
                  <a:pt x="5529643" y="29528"/>
                  <a:pt x="5526941" y="28700"/>
                  <a:pt x="5523307" y="28700"/>
                </a:cubicBezTo>
                <a:cubicBezTo>
                  <a:pt x="5520667" y="28700"/>
                  <a:pt x="5518065" y="29000"/>
                  <a:pt x="5515503" y="29599"/>
                </a:cubicBezTo>
                <a:cubicBezTo>
                  <a:pt x="5512940" y="30197"/>
                  <a:pt x="5510292" y="31047"/>
                  <a:pt x="5507559" y="32148"/>
                </a:cubicBezTo>
                <a:lnTo>
                  <a:pt x="5507559" y="24833"/>
                </a:lnTo>
                <a:cubicBezTo>
                  <a:pt x="5508584" y="24455"/>
                  <a:pt x="5509725" y="24084"/>
                  <a:pt x="5510983" y="23721"/>
                </a:cubicBezTo>
                <a:cubicBezTo>
                  <a:pt x="5512241" y="23358"/>
                  <a:pt x="5513569" y="23035"/>
                  <a:pt x="5514967" y="22751"/>
                </a:cubicBezTo>
                <a:cubicBezTo>
                  <a:pt x="5516365" y="22467"/>
                  <a:pt x="5517825" y="22238"/>
                  <a:pt x="5519347" y="22065"/>
                </a:cubicBezTo>
                <a:cubicBezTo>
                  <a:pt x="5520869" y="21892"/>
                  <a:pt x="5522406" y="21805"/>
                  <a:pt x="5523959" y="21805"/>
                </a:cubicBezTo>
                <a:cubicBezTo>
                  <a:pt x="5526786" y="21805"/>
                  <a:pt x="5529333" y="22115"/>
                  <a:pt x="5531600" y="22737"/>
                </a:cubicBezTo>
                <a:cubicBezTo>
                  <a:pt x="5533868" y="23358"/>
                  <a:pt x="5535786" y="24305"/>
                  <a:pt x="5537354" y="25579"/>
                </a:cubicBezTo>
                <a:cubicBezTo>
                  <a:pt x="5538923" y="26852"/>
                  <a:pt x="5540126" y="28452"/>
                  <a:pt x="5540965" y="30378"/>
                </a:cubicBezTo>
                <a:cubicBezTo>
                  <a:pt x="5541804" y="32304"/>
                  <a:pt x="5542223" y="34571"/>
                  <a:pt x="5542223" y="37180"/>
                </a:cubicBezTo>
                <a:lnTo>
                  <a:pt x="5542223" y="69421"/>
                </a:lnTo>
                <a:lnTo>
                  <a:pt x="5534955" y="69421"/>
                </a:lnTo>
                <a:moveTo>
                  <a:pt x="5534069" y="48083"/>
                </a:moveTo>
                <a:lnTo>
                  <a:pt x="5523773" y="48083"/>
                </a:lnTo>
                <a:cubicBezTo>
                  <a:pt x="5521754" y="48083"/>
                  <a:pt x="5520014" y="48285"/>
                  <a:pt x="5518554" y="48691"/>
                </a:cubicBezTo>
                <a:cubicBezTo>
                  <a:pt x="5517095" y="49096"/>
                  <a:pt x="5515899" y="49672"/>
                  <a:pt x="5514967" y="50419"/>
                </a:cubicBezTo>
                <a:cubicBezTo>
                  <a:pt x="5514035" y="51167"/>
                  <a:pt x="5513344" y="52063"/>
                  <a:pt x="5512894" y="53107"/>
                </a:cubicBezTo>
                <a:cubicBezTo>
                  <a:pt x="5512443" y="54151"/>
                  <a:pt x="5512218" y="55327"/>
                  <a:pt x="5512218" y="56635"/>
                </a:cubicBezTo>
                <a:cubicBezTo>
                  <a:pt x="5512218" y="57539"/>
                  <a:pt x="5512358" y="58404"/>
                  <a:pt x="5512637" y="59230"/>
                </a:cubicBezTo>
                <a:cubicBezTo>
                  <a:pt x="5512917" y="60055"/>
                  <a:pt x="5513367" y="60787"/>
                  <a:pt x="5513988" y="61425"/>
                </a:cubicBezTo>
                <a:cubicBezTo>
                  <a:pt x="5514610" y="62064"/>
                  <a:pt x="5515417" y="62570"/>
                  <a:pt x="5516411" y="62944"/>
                </a:cubicBezTo>
                <a:cubicBezTo>
                  <a:pt x="5517405" y="63318"/>
                  <a:pt x="5518617" y="63504"/>
                  <a:pt x="5520045" y="63504"/>
                </a:cubicBezTo>
                <a:cubicBezTo>
                  <a:pt x="5521909" y="63504"/>
                  <a:pt x="5524045" y="62936"/>
                  <a:pt x="5526452" y="61799"/>
                </a:cubicBezTo>
                <a:cubicBezTo>
                  <a:pt x="5528859" y="60662"/>
                  <a:pt x="5531398" y="58862"/>
                  <a:pt x="5534069" y="56401"/>
                </a:cubicBezTo>
                <a:lnTo>
                  <a:pt x="5534069" y="48083"/>
                </a:lnTo>
                <a:close/>
                <a:moveTo>
                  <a:pt x="5556761" y="22644"/>
                </a:moveTo>
                <a:lnTo>
                  <a:pt x="5563983" y="22644"/>
                </a:lnTo>
                <a:lnTo>
                  <a:pt x="5564309" y="30191"/>
                </a:lnTo>
                <a:cubicBezTo>
                  <a:pt x="5565676" y="28576"/>
                  <a:pt x="5566996" y="27233"/>
                  <a:pt x="5568269" y="26161"/>
                </a:cubicBezTo>
                <a:cubicBezTo>
                  <a:pt x="5569543" y="25090"/>
                  <a:pt x="5570793" y="24228"/>
                  <a:pt x="5572020" y="23575"/>
                </a:cubicBezTo>
                <a:cubicBezTo>
                  <a:pt x="5573247" y="22923"/>
                  <a:pt x="5574497" y="22465"/>
                  <a:pt x="5575771" y="22201"/>
                </a:cubicBezTo>
                <a:cubicBezTo>
                  <a:pt x="5577044" y="21937"/>
                  <a:pt x="5578364" y="21805"/>
                  <a:pt x="5579731" y="21805"/>
                </a:cubicBezTo>
                <a:cubicBezTo>
                  <a:pt x="5584545" y="21805"/>
                  <a:pt x="5588187" y="23226"/>
                  <a:pt x="5590657" y="26068"/>
                </a:cubicBezTo>
                <a:cubicBezTo>
                  <a:pt x="5593126" y="28910"/>
                  <a:pt x="5594361" y="33189"/>
                  <a:pt x="5594361" y="38904"/>
                </a:cubicBezTo>
                <a:lnTo>
                  <a:pt x="5594361" y="69421"/>
                </a:lnTo>
                <a:lnTo>
                  <a:pt x="5586254" y="69421"/>
                </a:lnTo>
                <a:lnTo>
                  <a:pt x="5586254" y="39556"/>
                </a:lnTo>
                <a:cubicBezTo>
                  <a:pt x="5586254" y="35891"/>
                  <a:pt x="5585570" y="33181"/>
                  <a:pt x="5584204" y="31426"/>
                </a:cubicBezTo>
                <a:cubicBezTo>
                  <a:pt x="5582837" y="29671"/>
                  <a:pt x="5580803" y="28794"/>
                  <a:pt x="5578100" y="28794"/>
                </a:cubicBezTo>
                <a:cubicBezTo>
                  <a:pt x="5577106" y="28794"/>
                  <a:pt x="5576136" y="28941"/>
                  <a:pt x="5575188" y="29236"/>
                </a:cubicBezTo>
                <a:cubicBezTo>
                  <a:pt x="5574241" y="29531"/>
                  <a:pt x="5573255" y="30044"/>
                  <a:pt x="5572230" y="30774"/>
                </a:cubicBezTo>
                <a:cubicBezTo>
                  <a:pt x="5571205" y="31504"/>
                  <a:pt x="5570094" y="32490"/>
                  <a:pt x="5568898" y="33732"/>
                </a:cubicBezTo>
                <a:cubicBezTo>
                  <a:pt x="5567703" y="34975"/>
                  <a:pt x="5566359" y="36528"/>
                  <a:pt x="5564868" y="38391"/>
                </a:cubicBezTo>
                <a:lnTo>
                  <a:pt x="5564868" y="69421"/>
                </a:lnTo>
                <a:lnTo>
                  <a:pt x="5556761" y="69421"/>
                </a:lnTo>
                <a:lnTo>
                  <a:pt x="5556761" y="22644"/>
                </a:lnTo>
                <a:close/>
                <a:moveTo>
                  <a:pt x="5690530" y="69421"/>
                </a:moveTo>
                <a:lnTo>
                  <a:pt x="5690344" y="63119"/>
                </a:lnTo>
                <a:cubicBezTo>
                  <a:pt x="5687797" y="65639"/>
                  <a:pt x="5685211" y="67460"/>
                  <a:pt x="5682586" y="68580"/>
                </a:cubicBezTo>
                <a:cubicBezTo>
                  <a:pt x="5679962" y="69700"/>
                  <a:pt x="5677205" y="70260"/>
                  <a:pt x="5674316" y="70260"/>
                </a:cubicBezTo>
                <a:cubicBezTo>
                  <a:pt x="5671645" y="70260"/>
                  <a:pt x="5669362" y="69918"/>
                  <a:pt x="5667467" y="69234"/>
                </a:cubicBezTo>
                <a:cubicBezTo>
                  <a:pt x="5665573" y="68549"/>
                  <a:pt x="5664012" y="67608"/>
                  <a:pt x="5662785" y="66411"/>
                </a:cubicBezTo>
                <a:cubicBezTo>
                  <a:pt x="5661558" y="65213"/>
                  <a:pt x="5660657" y="63805"/>
                  <a:pt x="5660083" y="62187"/>
                </a:cubicBezTo>
                <a:cubicBezTo>
                  <a:pt x="5659508" y="60569"/>
                  <a:pt x="5659221" y="58811"/>
                  <a:pt x="5659221" y="56913"/>
                </a:cubicBezTo>
                <a:cubicBezTo>
                  <a:pt x="5659221" y="52215"/>
                  <a:pt x="5660968" y="48536"/>
                  <a:pt x="5664462" y="45877"/>
                </a:cubicBezTo>
                <a:cubicBezTo>
                  <a:pt x="5667957" y="43216"/>
                  <a:pt x="5673120" y="41886"/>
                  <a:pt x="5679954" y="41886"/>
                </a:cubicBezTo>
                <a:lnTo>
                  <a:pt x="5689645" y="41886"/>
                </a:lnTo>
                <a:lnTo>
                  <a:pt x="5689645" y="37800"/>
                </a:lnTo>
                <a:cubicBezTo>
                  <a:pt x="5689645" y="35046"/>
                  <a:pt x="5688760" y="32840"/>
                  <a:pt x="5686989" y="31184"/>
                </a:cubicBezTo>
                <a:cubicBezTo>
                  <a:pt x="5685219" y="29528"/>
                  <a:pt x="5682516" y="28700"/>
                  <a:pt x="5678882" y="28700"/>
                </a:cubicBezTo>
                <a:cubicBezTo>
                  <a:pt x="5676242" y="28700"/>
                  <a:pt x="5673641" y="29000"/>
                  <a:pt x="5671078" y="29599"/>
                </a:cubicBezTo>
                <a:cubicBezTo>
                  <a:pt x="5668516" y="30197"/>
                  <a:pt x="5665868" y="31047"/>
                  <a:pt x="5663134" y="32148"/>
                </a:cubicBezTo>
                <a:lnTo>
                  <a:pt x="5663134" y="24833"/>
                </a:lnTo>
                <a:cubicBezTo>
                  <a:pt x="5664159" y="24455"/>
                  <a:pt x="5665301" y="24084"/>
                  <a:pt x="5666559" y="23721"/>
                </a:cubicBezTo>
                <a:cubicBezTo>
                  <a:pt x="5667817" y="23358"/>
                  <a:pt x="5669145" y="23035"/>
                  <a:pt x="5670542" y="22751"/>
                </a:cubicBezTo>
                <a:cubicBezTo>
                  <a:pt x="5671940" y="22467"/>
                  <a:pt x="5673400" y="22238"/>
                  <a:pt x="5674922" y="22065"/>
                </a:cubicBezTo>
                <a:cubicBezTo>
                  <a:pt x="5676444" y="21892"/>
                  <a:pt x="5677981" y="21805"/>
                  <a:pt x="5679535" y="21805"/>
                </a:cubicBezTo>
                <a:cubicBezTo>
                  <a:pt x="5682361" y="21805"/>
                  <a:pt x="5684908" y="22115"/>
                  <a:pt x="5687176" y="22737"/>
                </a:cubicBezTo>
                <a:cubicBezTo>
                  <a:pt x="5689443" y="23358"/>
                  <a:pt x="5691361" y="24305"/>
                  <a:pt x="5692930" y="25579"/>
                </a:cubicBezTo>
                <a:cubicBezTo>
                  <a:pt x="5694498" y="26852"/>
                  <a:pt x="5695702" y="28452"/>
                  <a:pt x="5696540" y="30378"/>
                </a:cubicBezTo>
                <a:cubicBezTo>
                  <a:pt x="5697379" y="32304"/>
                  <a:pt x="5697798" y="34571"/>
                  <a:pt x="5697798" y="37180"/>
                </a:cubicBezTo>
                <a:lnTo>
                  <a:pt x="5697798" y="69421"/>
                </a:lnTo>
                <a:lnTo>
                  <a:pt x="5690530" y="69421"/>
                </a:lnTo>
                <a:moveTo>
                  <a:pt x="5689645" y="48083"/>
                </a:moveTo>
                <a:lnTo>
                  <a:pt x="5679348" y="48083"/>
                </a:lnTo>
                <a:cubicBezTo>
                  <a:pt x="5677329" y="48083"/>
                  <a:pt x="5675590" y="48285"/>
                  <a:pt x="5674130" y="48691"/>
                </a:cubicBezTo>
                <a:cubicBezTo>
                  <a:pt x="5672670" y="49096"/>
                  <a:pt x="5671474" y="49672"/>
                  <a:pt x="5670542" y="50419"/>
                </a:cubicBezTo>
                <a:cubicBezTo>
                  <a:pt x="5669611" y="51167"/>
                  <a:pt x="5668919" y="52063"/>
                  <a:pt x="5668469" y="53107"/>
                </a:cubicBezTo>
                <a:cubicBezTo>
                  <a:pt x="5668019" y="54151"/>
                  <a:pt x="5667793" y="55327"/>
                  <a:pt x="5667793" y="56635"/>
                </a:cubicBezTo>
                <a:cubicBezTo>
                  <a:pt x="5667793" y="57539"/>
                  <a:pt x="5667933" y="58404"/>
                  <a:pt x="5668213" y="59230"/>
                </a:cubicBezTo>
                <a:cubicBezTo>
                  <a:pt x="5668492" y="60055"/>
                  <a:pt x="5668943" y="60787"/>
                  <a:pt x="5669564" y="61425"/>
                </a:cubicBezTo>
                <a:cubicBezTo>
                  <a:pt x="5670185" y="62064"/>
                  <a:pt x="5670993" y="62570"/>
                  <a:pt x="5671987" y="62944"/>
                </a:cubicBezTo>
                <a:cubicBezTo>
                  <a:pt x="5672981" y="63318"/>
                  <a:pt x="5674192" y="63504"/>
                  <a:pt x="5675621" y="63504"/>
                </a:cubicBezTo>
                <a:cubicBezTo>
                  <a:pt x="5677485" y="63504"/>
                  <a:pt x="5679620" y="62936"/>
                  <a:pt x="5682027" y="61799"/>
                </a:cubicBezTo>
                <a:cubicBezTo>
                  <a:pt x="5684434" y="60662"/>
                  <a:pt x="5686974" y="58862"/>
                  <a:pt x="5689645" y="56401"/>
                </a:cubicBezTo>
                <a:lnTo>
                  <a:pt x="5689645" y="48083"/>
                </a:lnTo>
                <a:close/>
                <a:moveTo>
                  <a:pt x="5750030" y="68723"/>
                </a:moveTo>
                <a:cubicBezTo>
                  <a:pt x="5748197" y="69205"/>
                  <a:pt x="5746302" y="69551"/>
                  <a:pt x="5744345" y="69759"/>
                </a:cubicBezTo>
                <a:cubicBezTo>
                  <a:pt x="5742389" y="69969"/>
                  <a:pt x="5740401" y="70074"/>
                  <a:pt x="5738382" y="70074"/>
                </a:cubicBezTo>
                <a:cubicBezTo>
                  <a:pt x="5732511" y="70074"/>
                  <a:pt x="5728132" y="68746"/>
                  <a:pt x="5725243" y="66090"/>
                </a:cubicBezTo>
                <a:cubicBezTo>
                  <a:pt x="5722354" y="63434"/>
                  <a:pt x="5720910" y="59358"/>
                  <a:pt x="5720910" y="53860"/>
                </a:cubicBezTo>
                <a:lnTo>
                  <a:pt x="5720910" y="29446"/>
                </a:lnTo>
                <a:lnTo>
                  <a:pt x="5707818" y="29446"/>
                </a:lnTo>
                <a:lnTo>
                  <a:pt x="5707818" y="22644"/>
                </a:lnTo>
                <a:lnTo>
                  <a:pt x="5720910" y="22644"/>
                </a:lnTo>
                <a:lnTo>
                  <a:pt x="5720910" y="9743"/>
                </a:lnTo>
                <a:lnTo>
                  <a:pt x="5729017" y="7641"/>
                </a:lnTo>
                <a:lnTo>
                  <a:pt x="5729017" y="22644"/>
                </a:lnTo>
                <a:lnTo>
                  <a:pt x="5750030" y="22644"/>
                </a:lnTo>
                <a:lnTo>
                  <a:pt x="5750030" y="29446"/>
                </a:lnTo>
                <a:lnTo>
                  <a:pt x="5729017" y="29446"/>
                </a:lnTo>
                <a:lnTo>
                  <a:pt x="5729017" y="53208"/>
                </a:lnTo>
                <a:cubicBezTo>
                  <a:pt x="5729017" y="56562"/>
                  <a:pt x="5729910" y="59070"/>
                  <a:pt x="5731696" y="60732"/>
                </a:cubicBezTo>
                <a:cubicBezTo>
                  <a:pt x="5733482" y="62394"/>
                  <a:pt x="5736114" y="63225"/>
                  <a:pt x="5739593" y="63225"/>
                </a:cubicBezTo>
                <a:cubicBezTo>
                  <a:pt x="5741084" y="63225"/>
                  <a:pt x="5742715" y="63105"/>
                  <a:pt x="5744485" y="62865"/>
                </a:cubicBezTo>
                <a:cubicBezTo>
                  <a:pt x="5746256" y="62624"/>
                  <a:pt x="5748104" y="62247"/>
                  <a:pt x="5750030" y="61734"/>
                </a:cubicBezTo>
                <a:lnTo>
                  <a:pt x="5750030" y="68723"/>
                </a:lnTo>
                <a:close/>
                <a:moveTo>
                  <a:pt x="5801888" y="68723"/>
                </a:moveTo>
                <a:cubicBezTo>
                  <a:pt x="5800056" y="69205"/>
                  <a:pt x="5798161" y="69551"/>
                  <a:pt x="5796204" y="69759"/>
                </a:cubicBezTo>
                <a:cubicBezTo>
                  <a:pt x="5794247" y="69969"/>
                  <a:pt x="5792259" y="70074"/>
                  <a:pt x="5790240" y="70074"/>
                </a:cubicBezTo>
                <a:cubicBezTo>
                  <a:pt x="5784370" y="70074"/>
                  <a:pt x="5779990" y="68746"/>
                  <a:pt x="5777101" y="66090"/>
                </a:cubicBezTo>
                <a:cubicBezTo>
                  <a:pt x="5774213" y="63434"/>
                  <a:pt x="5772768" y="59358"/>
                  <a:pt x="5772768" y="53860"/>
                </a:cubicBezTo>
                <a:lnTo>
                  <a:pt x="5772768" y="29446"/>
                </a:lnTo>
                <a:lnTo>
                  <a:pt x="5759676" y="29446"/>
                </a:lnTo>
                <a:lnTo>
                  <a:pt x="5759676" y="22644"/>
                </a:lnTo>
                <a:lnTo>
                  <a:pt x="5772768" y="22644"/>
                </a:lnTo>
                <a:lnTo>
                  <a:pt x="5772768" y="9743"/>
                </a:lnTo>
                <a:lnTo>
                  <a:pt x="5780875" y="7641"/>
                </a:lnTo>
                <a:lnTo>
                  <a:pt x="5780875" y="22644"/>
                </a:lnTo>
                <a:lnTo>
                  <a:pt x="5801888" y="22644"/>
                </a:lnTo>
                <a:lnTo>
                  <a:pt x="5801888" y="29446"/>
                </a:lnTo>
                <a:lnTo>
                  <a:pt x="5780875" y="29446"/>
                </a:lnTo>
                <a:lnTo>
                  <a:pt x="5780875" y="53208"/>
                </a:lnTo>
                <a:cubicBezTo>
                  <a:pt x="5780875" y="56562"/>
                  <a:pt x="5781768" y="59070"/>
                  <a:pt x="5783554" y="60732"/>
                </a:cubicBezTo>
                <a:cubicBezTo>
                  <a:pt x="5785340" y="62394"/>
                  <a:pt x="5787973" y="63225"/>
                  <a:pt x="5791452" y="63225"/>
                </a:cubicBezTo>
                <a:cubicBezTo>
                  <a:pt x="5792943" y="63225"/>
                  <a:pt x="5794573" y="63105"/>
                  <a:pt x="5796344" y="62865"/>
                </a:cubicBezTo>
                <a:cubicBezTo>
                  <a:pt x="5798114" y="62624"/>
                  <a:pt x="5799962" y="62247"/>
                  <a:pt x="5801888" y="61734"/>
                </a:cubicBezTo>
                <a:lnTo>
                  <a:pt x="5801888" y="68723"/>
                </a:lnTo>
                <a:close/>
                <a:moveTo>
                  <a:pt x="5855563" y="43563"/>
                </a:moveTo>
                <a:cubicBezTo>
                  <a:pt x="5855563" y="44712"/>
                  <a:pt x="5855548" y="45675"/>
                  <a:pt x="5855517" y="46452"/>
                </a:cubicBezTo>
                <a:cubicBezTo>
                  <a:pt x="5855486" y="47228"/>
                  <a:pt x="5855439" y="47958"/>
                  <a:pt x="5855377" y="48642"/>
                </a:cubicBezTo>
                <a:lnTo>
                  <a:pt x="5822530" y="48642"/>
                </a:lnTo>
                <a:cubicBezTo>
                  <a:pt x="5822530" y="53425"/>
                  <a:pt x="5823866" y="57098"/>
                  <a:pt x="5826537" y="59661"/>
                </a:cubicBezTo>
                <a:cubicBezTo>
                  <a:pt x="5829208" y="62223"/>
                  <a:pt x="5833060" y="63504"/>
                  <a:pt x="5838092" y="63504"/>
                </a:cubicBezTo>
                <a:cubicBezTo>
                  <a:pt x="5839458" y="63504"/>
                  <a:pt x="5840825" y="63449"/>
                  <a:pt x="5842192" y="63338"/>
                </a:cubicBezTo>
                <a:cubicBezTo>
                  <a:pt x="5843558" y="63227"/>
                  <a:pt x="5844878" y="63076"/>
                  <a:pt x="5846152" y="62886"/>
                </a:cubicBezTo>
                <a:cubicBezTo>
                  <a:pt x="5847425" y="62694"/>
                  <a:pt x="5848645" y="62480"/>
                  <a:pt x="5849809" y="62242"/>
                </a:cubicBezTo>
                <a:cubicBezTo>
                  <a:pt x="5850974" y="62003"/>
                  <a:pt x="5852054" y="61741"/>
                  <a:pt x="5853047" y="61454"/>
                </a:cubicBezTo>
                <a:lnTo>
                  <a:pt x="5853047" y="68117"/>
                </a:lnTo>
                <a:cubicBezTo>
                  <a:pt x="5850842" y="68752"/>
                  <a:pt x="5848349" y="69268"/>
                  <a:pt x="5845570" y="69665"/>
                </a:cubicBezTo>
                <a:cubicBezTo>
                  <a:pt x="5842790" y="70062"/>
                  <a:pt x="5839909" y="70260"/>
                  <a:pt x="5836927" y="70260"/>
                </a:cubicBezTo>
                <a:cubicBezTo>
                  <a:pt x="5832920" y="70260"/>
                  <a:pt x="5829472" y="69717"/>
                  <a:pt x="5826583" y="68629"/>
                </a:cubicBezTo>
                <a:cubicBezTo>
                  <a:pt x="5823695" y="67542"/>
                  <a:pt x="5821326" y="65966"/>
                  <a:pt x="5819478" y="63900"/>
                </a:cubicBezTo>
                <a:cubicBezTo>
                  <a:pt x="5817630" y="61835"/>
                  <a:pt x="5816263" y="59303"/>
                  <a:pt x="5815378" y="56306"/>
                </a:cubicBezTo>
                <a:cubicBezTo>
                  <a:pt x="5814493" y="53309"/>
                  <a:pt x="5814050" y="49915"/>
                  <a:pt x="5814050" y="46126"/>
                </a:cubicBezTo>
                <a:cubicBezTo>
                  <a:pt x="5814050" y="42833"/>
                  <a:pt x="5814524" y="39719"/>
                  <a:pt x="5815471" y="36784"/>
                </a:cubicBezTo>
                <a:cubicBezTo>
                  <a:pt x="5816419" y="33849"/>
                  <a:pt x="5817801" y="31271"/>
                  <a:pt x="5819618" y="29050"/>
                </a:cubicBezTo>
                <a:cubicBezTo>
                  <a:pt x="5821435" y="26829"/>
                  <a:pt x="5823664" y="25066"/>
                  <a:pt x="5826304" y="23762"/>
                </a:cubicBezTo>
                <a:cubicBezTo>
                  <a:pt x="5828944" y="22457"/>
                  <a:pt x="5831941" y="21805"/>
                  <a:pt x="5835296" y="21805"/>
                </a:cubicBezTo>
                <a:cubicBezTo>
                  <a:pt x="5838557" y="21805"/>
                  <a:pt x="5841446" y="22317"/>
                  <a:pt x="5843962" y="23342"/>
                </a:cubicBezTo>
                <a:cubicBezTo>
                  <a:pt x="5846478" y="24367"/>
                  <a:pt x="5848598" y="25820"/>
                  <a:pt x="5850322" y="27699"/>
                </a:cubicBezTo>
                <a:cubicBezTo>
                  <a:pt x="5852046" y="29578"/>
                  <a:pt x="5853350" y="31861"/>
                  <a:pt x="5854236" y="34548"/>
                </a:cubicBezTo>
                <a:cubicBezTo>
                  <a:pt x="5855121" y="37234"/>
                  <a:pt x="5855563" y="40240"/>
                  <a:pt x="5855563" y="43563"/>
                </a:cubicBezTo>
                <a:moveTo>
                  <a:pt x="5847130" y="42398"/>
                </a:moveTo>
                <a:cubicBezTo>
                  <a:pt x="5847224" y="40317"/>
                  <a:pt x="5847022" y="38415"/>
                  <a:pt x="5846525" y="36691"/>
                </a:cubicBezTo>
                <a:cubicBezTo>
                  <a:pt x="5846028" y="34967"/>
                  <a:pt x="5845259" y="33484"/>
                  <a:pt x="5844218" y="32241"/>
                </a:cubicBezTo>
                <a:cubicBezTo>
                  <a:pt x="5843178" y="30999"/>
                  <a:pt x="5841881" y="30028"/>
                  <a:pt x="5840328" y="29329"/>
                </a:cubicBezTo>
                <a:cubicBezTo>
                  <a:pt x="5838775" y="28631"/>
                  <a:pt x="5836973" y="28281"/>
                  <a:pt x="5834923" y="28281"/>
                </a:cubicBezTo>
                <a:cubicBezTo>
                  <a:pt x="5833153" y="28281"/>
                  <a:pt x="5831538" y="28623"/>
                  <a:pt x="5830078" y="29306"/>
                </a:cubicBezTo>
                <a:cubicBezTo>
                  <a:pt x="5828618" y="29989"/>
                  <a:pt x="5827360" y="30952"/>
                  <a:pt x="5826304" y="32195"/>
                </a:cubicBezTo>
                <a:cubicBezTo>
                  <a:pt x="5825248" y="33437"/>
                  <a:pt x="5824394" y="34928"/>
                  <a:pt x="5823741" y="36668"/>
                </a:cubicBezTo>
                <a:cubicBezTo>
                  <a:pt x="5823089" y="38407"/>
                  <a:pt x="5822685" y="40317"/>
                  <a:pt x="5822530" y="42398"/>
                </a:cubicBezTo>
                <a:lnTo>
                  <a:pt x="5847130" y="42398"/>
                </a:lnTo>
                <a:close/>
                <a:moveTo>
                  <a:pt x="5901272" y="69421"/>
                </a:moveTo>
                <a:lnTo>
                  <a:pt x="5901272" y="35829"/>
                </a:lnTo>
                <a:cubicBezTo>
                  <a:pt x="5901272" y="34369"/>
                  <a:pt x="5901218" y="33173"/>
                  <a:pt x="5901109" y="32241"/>
                </a:cubicBezTo>
                <a:cubicBezTo>
                  <a:pt x="5901000" y="31310"/>
                  <a:pt x="5900829" y="30572"/>
                  <a:pt x="5900597" y="30028"/>
                </a:cubicBezTo>
                <a:cubicBezTo>
                  <a:pt x="5900364" y="29485"/>
                  <a:pt x="5900068" y="29104"/>
                  <a:pt x="5899711" y="28887"/>
                </a:cubicBezTo>
                <a:cubicBezTo>
                  <a:pt x="5899354" y="28669"/>
                  <a:pt x="5898911" y="28561"/>
                  <a:pt x="5898383" y="28561"/>
                </a:cubicBezTo>
                <a:cubicBezTo>
                  <a:pt x="5897762" y="28561"/>
                  <a:pt x="5897188" y="28747"/>
                  <a:pt x="5896660" y="29120"/>
                </a:cubicBezTo>
                <a:cubicBezTo>
                  <a:pt x="5896131" y="29492"/>
                  <a:pt x="5895565" y="30098"/>
                  <a:pt x="5894959" y="30937"/>
                </a:cubicBezTo>
                <a:cubicBezTo>
                  <a:pt x="5894353" y="31775"/>
                  <a:pt x="5893685" y="32886"/>
                  <a:pt x="5892955" y="34268"/>
                </a:cubicBezTo>
                <a:cubicBezTo>
                  <a:pt x="5892226" y="35650"/>
                  <a:pt x="5891364" y="37351"/>
                  <a:pt x="5890370" y="39370"/>
                </a:cubicBezTo>
                <a:lnTo>
                  <a:pt x="5890370" y="69421"/>
                </a:lnTo>
                <a:lnTo>
                  <a:pt x="5882962" y="69421"/>
                </a:lnTo>
                <a:lnTo>
                  <a:pt x="5882962" y="36714"/>
                </a:lnTo>
                <a:cubicBezTo>
                  <a:pt x="5882962" y="35006"/>
                  <a:pt x="5882907" y="33624"/>
                  <a:pt x="5882799" y="32568"/>
                </a:cubicBezTo>
                <a:cubicBezTo>
                  <a:pt x="5882690" y="31511"/>
                  <a:pt x="5882519" y="30688"/>
                  <a:pt x="5882286" y="30098"/>
                </a:cubicBezTo>
                <a:cubicBezTo>
                  <a:pt x="5882053" y="29508"/>
                  <a:pt x="5881750" y="29104"/>
                  <a:pt x="5881377" y="28887"/>
                </a:cubicBezTo>
                <a:cubicBezTo>
                  <a:pt x="5881005" y="28669"/>
                  <a:pt x="5880554" y="28561"/>
                  <a:pt x="5880026" y="28561"/>
                </a:cubicBezTo>
                <a:cubicBezTo>
                  <a:pt x="5879467" y="28561"/>
                  <a:pt x="5878939" y="28716"/>
                  <a:pt x="5878442" y="29027"/>
                </a:cubicBezTo>
                <a:cubicBezTo>
                  <a:pt x="5877945" y="29337"/>
                  <a:pt x="5877394" y="29896"/>
                  <a:pt x="5876788" y="30704"/>
                </a:cubicBezTo>
                <a:cubicBezTo>
                  <a:pt x="5876183" y="31511"/>
                  <a:pt x="5875507" y="32614"/>
                  <a:pt x="5874761" y="34012"/>
                </a:cubicBezTo>
                <a:cubicBezTo>
                  <a:pt x="5874016" y="35410"/>
                  <a:pt x="5873131" y="37196"/>
                  <a:pt x="5872106" y="39370"/>
                </a:cubicBezTo>
                <a:lnTo>
                  <a:pt x="5872106" y="69421"/>
                </a:lnTo>
                <a:lnTo>
                  <a:pt x="5864651" y="69421"/>
                </a:lnTo>
                <a:lnTo>
                  <a:pt x="5864651" y="22644"/>
                </a:lnTo>
                <a:lnTo>
                  <a:pt x="5870848" y="22644"/>
                </a:lnTo>
                <a:lnTo>
                  <a:pt x="5871220" y="31543"/>
                </a:lnTo>
                <a:cubicBezTo>
                  <a:pt x="5872028" y="29772"/>
                  <a:pt x="5872812" y="28266"/>
                  <a:pt x="5873573" y="27023"/>
                </a:cubicBezTo>
                <a:cubicBezTo>
                  <a:pt x="5874334" y="25781"/>
                  <a:pt x="5875119" y="24779"/>
                  <a:pt x="5875926" y="24018"/>
                </a:cubicBezTo>
                <a:cubicBezTo>
                  <a:pt x="5876734" y="23257"/>
                  <a:pt x="5877596" y="22698"/>
                  <a:pt x="5878512" y="22341"/>
                </a:cubicBezTo>
                <a:cubicBezTo>
                  <a:pt x="5879428" y="21983"/>
                  <a:pt x="5880446" y="21805"/>
                  <a:pt x="5881564" y="21805"/>
                </a:cubicBezTo>
                <a:cubicBezTo>
                  <a:pt x="5884080" y="21805"/>
                  <a:pt x="5885990" y="22628"/>
                  <a:pt x="5887295" y="24274"/>
                </a:cubicBezTo>
                <a:cubicBezTo>
                  <a:pt x="5888599" y="25920"/>
                  <a:pt x="5889251" y="28467"/>
                  <a:pt x="5889251" y="31915"/>
                </a:cubicBezTo>
                <a:cubicBezTo>
                  <a:pt x="5889997" y="30300"/>
                  <a:pt x="5890727" y="28864"/>
                  <a:pt x="5891441" y="27606"/>
                </a:cubicBezTo>
                <a:cubicBezTo>
                  <a:pt x="5892156" y="26348"/>
                  <a:pt x="5892924" y="25291"/>
                  <a:pt x="5893748" y="24437"/>
                </a:cubicBezTo>
                <a:cubicBezTo>
                  <a:pt x="5894571" y="23583"/>
                  <a:pt x="5895479" y="22931"/>
                  <a:pt x="5896473" y="22480"/>
                </a:cubicBezTo>
                <a:cubicBezTo>
                  <a:pt x="5897467" y="22030"/>
                  <a:pt x="5898616" y="21805"/>
                  <a:pt x="5899921" y="21805"/>
                </a:cubicBezTo>
                <a:cubicBezTo>
                  <a:pt x="5905791" y="21805"/>
                  <a:pt x="5908727" y="26324"/>
                  <a:pt x="5908727" y="35363"/>
                </a:cubicBezTo>
                <a:lnTo>
                  <a:pt x="5908727" y="69421"/>
                </a:lnTo>
                <a:lnTo>
                  <a:pt x="5901272" y="69421"/>
                </a:lnTo>
                <a:close/>
                <a:moveTo>
                  <a:pt x="5959747" y="45194"/>
                </a:moveTo>
                <a:cubicBezTo>
                  <a:pt x="5959747" y="49356"/>
                  <a:pt x="5959164" y="52990"/>
                  <a:pt x="5957999" y="56096"/>
                </a:cubicBezTo>
                <a:cubicBezTo>
                  <a:pt x="5956835" y="59202"/>
                  <a:pt x="5955227" y="61780"/>
                  <a:pt x="5953177" y="63831"/>
                </a:cubicBezTo>
                <a:cubicBezTo>
                  <a:pt x="5951127" y="65881"/>
                  <a:pt x="5948704" y="67418"/>
                  <a:pt x="5945909" y="68443"/>
                </a:cubicBezTo>
                <a:cubicBezTo>
                  <a:pt x="5943113" y="69468"/>
                  <a:pt x="5940085" y="69981"/>
                  <a:pt x="5936824" y="69981"/>
                </a:cubicBezTo>
                <a:cubicBezTo>
                  <a:pt x="5935333" y="69981"/>
                  <a:pt x="5933849" y="69903"/>
                  <a:pt x="5932374" y="69748"/>
                </a:cubicBezTo>
                <a:cubicBezTo>
                  <a:pt x="5930899" y="69592"/>
                  <a:pt x="5929400" y="69328"/>
                  <a:pt x="5927878" y="68956"/>
                </a:cubicBezTo>
                <a:lnTo>
                  <a:pt x="5927878" y="88524"/>
                </a:lnTo>
                <a:lnTo>
                  <a:pt x="5919771" y="88524"/>
                </a:lnTo>
                <a:lnTo>
                  <a:pt x="5919771" y="22644"/>
                </a:lnTo>
                <a:lnTo>
                  <a:pt x="5926993" y="22644"/>
                </a:lnTo>
                <a:lnTo>
                  <a:pt x="5927505" y="30471"/>
                </a:lnTo>
                <a:cubicBezTo>
                  <a:pt x="5929835" y="27272"/>
                  <a:pt x="5932320" y="25027"/>
                  <a:pt x="5934960" y="23738"/>
                </a:cubicBezTo>
                <a:cubicBezTo>
                  <a:pt x="5937600" y="22449"/>
                  <a:pt x="5940458" y="21805"/>
                  <a:pt x="5943533" y="21805"/>
                </a:cubicBezTo>
                <a:cubicBezTo>
                  <a:pt x="5946204" y="21805"/>
                  <a:pt x="5948549" y="22364"/>
                  <a:pt x="5950568" y="23482"/>
                </a:cubicBezTo>
                <a:cubicBezTo>
                  <a:pt x="5952587" y="24600"/>
                  <a:pt x="5954280" y="26177"/>
                  <a:pt x="5955647" y="28211"/>
                </a:cubicBezTo>
                <a:cubicBezTo>
                  <a:pt x="5957013" y="30246"/>
                  <a:pt x="5958038" y="32700"/>
                  <a:pt x="5958722" y="35573"/>
                </a:cubicBezTo>
                <a:cubicBezTo>
                  <a:pt x="5959405" y="38446"/>
                  <a:pt x="5959747" y="41653"/>
                  <a:pt x="5959747" y="45194"/>
                </a:cubicBezTo>
                <a:moveTo>
                  <a:pt x="5951453" y="45567"/>
                </a:moveTo>
                <a:cubicBezTo>
                  <a:pt x="5951453" y="43113"/>
                  <a:pt x="5951275" y="40861"/>
                  <a:pt x="5950917" y="38811"/>
                </a:cubicBezTo>
                <a:cubicBezTo>
                  <a:pt x="5950560" y="36761"/>
                  <a:pt x="5949993" y="35006"/>
                  <a:pt x="5949217" y="33546"/>
                </a:cubicBezTo>
                <a:cubicBezTo>
                  <a:pt x="5948440" y="32086"/>
                  <a:pt x="5947446" y="30945"/>
                  <a:pt x="5946235" y="30121"/>
                </a:cubicBezTo>
                <a:cubicBezTo>
                  <a:pt x="5945024" y="29298"/>
                  <a:pt x="5943579" y="28887"/>
                  <a:pt x="5941902" y="28887"/>
                </a:cubicBezTo>
                <a:cubicBezTo>
                  <a:pt x="5940877" y="28887"/>
                  <a:pt x="5939836" y="29050"/>
                  <a:pt x="5938780" y="29376"/>
                </a:cubicBezTo>
                <a:cubicBezTo>
                  <a:pt x="5937724" y="29702"/>
                  <a:pt x="5936629" y="30246"/>
                  <a:pt x="5935496" y="31007"/>
                </a:cubicBezTo>
                <a:cubicBezTo>
                  <a:pt x="5934362" y="31768"/>
                  <a:pt x="5933166" y="32777"/>
                  <a:pt x="5931908" y="34035"/>
                </a:cubicBezTo>
                <a:cubicBezTo>
                  <a:pt x="5930650" y="35293"/>
                  <a:pt x="5929307" y="36854"/>
                  <a:pt x="5927878" y="38718"/>
                </a:cubicBezTo>
                <a:lnTo>
                  <a:pt x="5927878" y="61408"/>
                </a:lnTo>
                <a:cubicBezTo>
                  <a:pt x="5929369" y="62029"/>
                  <a:pt x="5930937" y="62518"/>
                  <a:pt x="5932584" y="62875"/>
                </a:cubicBezTo>
                <a:cubicBezTo>
                  <a:pt x="5934230" y="63233"/>
                  <a:pt x="5935845" y="63411"/>
                  <a:pt x="5937429" y="63411"/>
                </a:cubicBezTo>
                <a:cubicBezTo>
                  <a:pt x="5941809" y="63411"/>
                  <a:pt x="5945241" y="61928"/>
                  <a:pt x="5947726" y="58962"/>
                </a:cubicBezTo>
                <a:cubicBezTo>
                  <a:pt x="5950211" y="55995"/>
                  <a:pt x="5951453" y="51530"/>
                  <a:pt x="5951453" y="45567"/>
                </a:cubicBezTo>
                <a:close/>
                <a:moveTo>
                  <a:pt x="6009322" y="68723"/>
                </a:moveTo>
                <a:cubicBezTo>
                  <a:pt x="6007490" y="69205"/>
                  <a:pt x="6005595" y="69551"/>
                  <a:pt x="6003638" y="69759"/>
                </a:cubicBezTo>
                <a:cubicBezTo>
                  <a:pt x="6001681" y="69969"/>
                  <a:pt x="5999693" y="70074"/>
                  <a:pt x="5997674" y="70074"/>
                </a:cubicBezTo>
                <a:cubicBezTo>
                  <a:pt x="5991804" y="70074"/>
                  <a:pt x="5987424" y="68746"/>
                  <a:pt x="5984536" y="66090"/>
                </a:cubicBezTo>
                <a:cubicBezTo>
                  <a:pt x="5981647" y="63434"/>
                  <a:pt x="5980203" y="59358"/>
                  <a:pt x="5980203" y="53860"/>
                </a:cubicBezTo>
                <a:lnTo>
                  <a:pt x="5980203" y="29446"/>
                </a:lnTo>
                <a:lnTo>
                  <a:pt x="5967110" y="29446"/>
                </a:lnTo>
                <a:lnTo>
                  <a:pt x="5967110" y="22644"/>
                </a:lnTo>
                <a:lnTo>
                  <a:pt x="5980203" y="22644"/>
                </a:lnTo>
                <a:lnTo>
                  <a:pt x="5980203" y="9743"/>
                </a:lnTo>
                <a:lnTo>
                  <a:pt x="5988310" y="7641"/>
                </a:lnTo>
                <a:lnTo>
                  <a:pt x="5988310" y="22644"/>
                </a:lnTo>
                <a:lnTo>
                  <a:pt x="6009322" y="22644"/>
                </a:lnTo>
                <a:lnTo>
                  <a:pt x="6009322" y="29446"/>
                </a:lnTo>
                <a:lnTo>
                  <a:pt x="5988310" y="29446"/>
                </a:lnTo>
                <a:lnTo>
                  <a:pt x="5988310" y="53208"/>
                </a:lnTo>
                <a:cubicBezTo>
                  <a:pt x="5988310" y="56562"/>
                  <a:pt x="5989203" y="59070"/>
                  <a:pt x="5990989" y="60732"/>
                </a:cubicBezTo>
                <a:cubicBezTo>
                  <a:pt x="5992775" y="62394"/>
                  <a:pt x="5995407" y="63225"/>
                  <a:pt x="5998886" y="63225"/>
                </a:cubicBezTo>
                <a:cubicBezTo>
                  <a:pt x="6000377" y="63225"/>
                  <a:pt x="6002007" y="63105"/>
                  <a:pt x="6003778" y="62865"/>
                </a:cubicBezTo>
                <a:cubicBezTo>
                  <a:pt x="6005548" y="62624"/>
                  <a:pt x="6007397" y="62247"/>
                  <a:pt x="6009322" y="61734"/>
                </a:cubicBezTo>
                <a:lnTo>
                  <a:pt x="6009322" y="68723"/>
                </a:lnTo>
                <a:close/>
                <a:moveTo>
                  <a:pt x="6113039" y="68723"/>
                </a:moveTo>
                <a:cubicBezTo>
                  <a:pt x="6111207" y="69205"/>
                  <a:pt x="6109312" y="69551"/>
                  <a:pt x="6107355" y="69759"/>
                </a:cubicBezTo>
                <a:cubicBezTo>
                  <a:pt x="6105398" y="69969"/>
                  <a:pt x="6103410" y="70074"/>
                  <a:pt x="6101391" y="70074"/>
                </a:cubicBezTo>
                <a:cubicBezTo>
                  <a:pt x="6095521" y="70074"/>
                  <a:pt x="6091141" y="68746"/>
                  <a:pt x="6088253" y="66090"/>
                </a:cubicBezTo>
                <a:cubicBezTo>
                  <a:pt x="6085364" y="63434"/>
                  <a:pt x="6083920" y="59358"/>
                  <a:pt x="6083920" y="53860"/>
                </a:cubicBezTo>
                <a:lnTo>
                  <a:pt x="6083920" y="29446"/>
                </a:lnTo>
                <a:lnTo>
                  <a:pt x="6070827" y="29446"/>
                </a:lnTo>
                <a:lnTo>
                  <a:pt x="6070827" y="22644"/>
                </a:lnTo>
                <a:lnTo>
                  <a:pt x="6083920" y="22644"/>
                </a:lnTo>
                <a:lnTo>
                  <a:pt x="6083920" y="9743"/>
                </a:lnTo>
                <a:lnTo>
                  <a:pt x="6092027" y="7641"/>
                </a:lnTo>
                <a:lnTo>
                  <a:pt x="6092027" y="22644"/>
                </a:lnTo>
                <a:lnTo>
                  <a:pt x="6113039" y="22644"/>
                </a:lnTo>
                <a:lnTo>
                  <a:pt x="6113039" y="29446"/>
                </a:lnTo>
                <a:lnTo>
                  <a:pt x="6092027" y="29446"/>
                </a:lnTo>
                <a:lnTo>
                  <a:pt x="6092027" y="53208"/>
                </a:lnTo>
                <a:cubicBezTo>
                  <a:pt x="6092027" y="56562"/>
                  <a:pt x="6092920" y="59070"/>
                  <a:pt x="6094706" y="60732"/>
                </a:cubicBezTo>
                <a:cubicBezTo>
                  <a:pt x="6096492" y="62394"/>
                  <a:pt x="6099124" y="63225"/>
                  <a:pt x="6102603" y="63225"/>
                </a:cubicBezTo>
                <a:cubicBezTo>
                  <a:pt x="6104094" y="63225"/>
                  <a:pt x="6105724" y="63105"/>
                  <a:pt x="6107495" y="62865"/>
                </a:cubicBezTo>
                <a:cubicBezTo>
                  <a:pt x="6109265" y="62624"/>
                  <a:pt x="6111114" y="62247"/>
                  <a:pt x="6113039" y="61734"/>
                </a:cubicBezTo>
                <a:lnTo>
                  <a:pt x="6113039" y="68723"/>
                </a:lnTo>
                <a:close/>
                <a:moveTo>
                  <a:pt x="6167926" y="45660"/>
                </a:moveTo>
                <a:cubicBezTo>
                  <a:pt x="6167926" y="49294"/>
                  <a:pt x="6167414" y="52625"/>
                  <a:pt x="6166389" y="55654"/>
                </a:cubicBezTo>
                <a:cubicBezTo>
                  <a:pt x="6165364" y="58682"/>
                  <a:pt x="6163888" y="61276"/>
                  <a:pt x="6161963" y="63434"/>
                </a:cubicBezTo>
                <a:cubicBezTo>
                  <a:pt x="6160037" y="65593"/>
                  <a:pt x="6157692" y="67271"/>
                  <a:pt x="6154927" y="68466"/>
                </a:cubicBezTo>
                <a:cubicBezTo>
                  <a:pt x="6152163" y="69662"/>
                  <a:pt x="6149026" y="70260"/>
                  <a:pt x="6145516" y="70260"/>
                </a:cubicBezTo>
                <a:cubicBezTo>
                  <a:pt x="6142161" y="70260"/>
                  <a:pt x="6139156" y="69740"/>
                  <a:pt x="6136500" y="68699"/>
                </a:cubicBezTo>
                <a:cubicBezTo>
                  <a:pt x="6133844" y="67659"/>
                  <a:pt x="6131593" y="66129"/>
                  <a:pt x="6129744" y="64110"/>
                </a:cubicBezTo>
                <a:cubicBezTo>
                  <a:pt x="6127896" y="62091"/>
                  <a:pt x="6126483" y="59591"/>
                  <a:pt x="6125505" y="56609"/>
                </a:cubicBezTo>
                <a:cubicBezTo>
                  <a:pt x="6124526" y="53627"/>
                  <a:pt x="6124037" y="50195"/>
                  <a:pt x="6124037" y="46312"/>
                </a:cubicBezTo>
                <a:cubicBezTo>
                  <a:pt x="6124037" y="42678"/>
                  <a:pt x="6124549" y="39362"/>
                  <a:pt x="6125574" y="36365"/>
                </a:cubicBezTo>
                <a:cubicBezTo>
                  <a:pt x="6126599" y="33367"/>
                  <a:pt x="6128075" y="30789"/>
                  <a:pt x="6130001" y="28631"/>
                </a:cubicBezTo>
                <a:cubicBezTo>
                  <a:pt x="6131926" y="26472"/>
                  <a:pt x="6134272" y="24795"/>
                  <a:pt x="6137036" y="23599"/>
                </a:cubicBezTo>
                <a:cubicBezTo>
                  <a:pt x="6139800" y="22403"/>
                  <a:pt x="6142938" y="21805"/>
                  <a:pt x="6146448" y="21805"/>
                </a:cubicBezTo>
                <a:cubicBezTo>
                  <a:pt x="6149802" y="21805"/>
                  <a:pt x="6152807" y="22325"/>
                  <a:pt x="6155463" y="23366"/>
                </a:cubicBezTo>
                <a:cubicBezTo>
                  <a:pt x="6158119" y="24406"/>
                  <a:pt x="6160371" y="25928"/>
                  <a:pt x="6162219" y="27932"/>
                </a:cubicBezTo>
                <a:cubicBezTo>
                  <a:pt x="6164067" y="29935"/>
                  <a:pt x="6165480" y="32428"/>
                  <a:pt x="6166459" y="35410"/>
                </a:cubicBezTo>
                <a:cubicBezTo>
                  <a:pt x="6167437" y="38391"/>
                  <a:pt x="6167926" y="41808"/>
                  <a:pt x="6167926" y="45660"/>
                </a:cubicBezTo>
                <a:moveTo>
                  <a:pt x="6159633" y="46033"/>
                </a:moveTo>
                <a:cubicBezTo>
                  <a:pt x="6159633" y="43144"/>
                  <a:pt x="6159315" y="40620"/>
                  <a:pt x="6158678" y="38461"/>
                </a:cubicBezTo>
                <a:cubicBezTo>
                  <a:pt x="6158041" y="36303"/>
                  <a:pt x="6157133" y="34501"/>
                  <a:pt x="6155952" y="33057"/>
                </a:cubicBezTo>
                <a:cubicBezTo>
                  <a:pt x="6154772" y="31612"/>
                  <a:pt x="6153335" y="30525"/>
                  <a:pt x="6151642" y="29795"/>
                </a:cubicBezTo>
                <a:cubicBezTo>
                  <a:pt x="6149950" y="29065"/>
                  <a:pt x="6148063" y="28700"/>
                  <a:pt x="6145982" y="28700"/>
                </a:cubicBezTo>
                <a:cubicBezTo>
                  <a:pt x="6143559" y="28700"/>
                  <a:pt x="6141486" y="29174"/>
                  <a:pt x="6139762" y="30121"/>
                </a:cubicBezTo>
                <a:cubicBezTo>
                  <a:pt x="6138038" y="31069"/>
                  <a:pt x="6136624" y="32335"/>
                  <a:pt x="6135522" y="33919"/>
                </a:cubicBezTo>
                <a:cubicBezTo>
                  <a:pt x="6134419" y="35503"/>
                  <a:pt x="6133612" y="37343"/>
                  <a:pt x="6133099" y="39440"/>
                </a:cubicBezTo>
                <a:cubicBezTo>
                  <a:pt x="6132587" y="41536"/>
                  <a:pt x="6132330" y="43734"/>
                  <a:pt x="6132330" y="46033"/>
                </a:cubicBezTo>
                <a:cubicBezTo>
                  <a:pt x="6132330" y="48921"/>
                  <a:pt x="6132649" y="51453"/>
                  <a:pt x="6133285" y="53627"/>
                </a:cubicBezTo>
                <a:cubicBezTo>
                  <a:pt x="6133922" y="55801"/>
                  <a:pt x="6134831" y="57611"/>
                  <a:pt x="6136011" y="59055"/>
                </a:cubicBezTo>
                <a:cubicBezTo>
                  <a:pt x="6137191" y="60499"/>
                  <a:pt x="6138620" y="61586"/>
                  <a:pt x="6140297" y="62316"/>
                </a:cubicBezTo>
                <a:cubicBezTo>
                  <a:pt x="6141975" y="63046"/>
                  <a:pt x="6143869" y="63411"/>
                  <a:pt x="6145982" y="63411"/>
                </a:cubicBezTo>
                <a:cubicBezTo>
                  <a:pt x="6148404" y="63411"/>
                  <a:pt x="6150478" y="62937"/>
                  <a:pt x="6152202" y="61990"/>
                </a:cubicBezTo>
                <a:cubicBezTo>
                  <a:pt x="6153925" y="61043"/>
                  <a:pt x="6155339" y="59777"/>
                  <a:pt x="6156441" y="58193"/>
                </a:cubicBezTo>
                <a:cubicBezTo>
                  <a:pt x="6157544" y="56609"/>
                  <a:pt x="6158352" y="54768"/>
                  <a:pt x="6158864" y="52672"/>
                </a:cubicBezTo>
                <a:cubicBezTo>
                  <a:pt x="6159377" y="50575"/>
                  <a:pt x="6159633" y="48362"/>
                  <a:pt x="6159633" y="46033"/>
                </a:cubicBezTo>
                <a:close/>
                <a:moveTo>
                  <a:pt x="6260974" y="69421"/>
                </a:moveTo>
                <a:lnTo>
                  <a:pt x="6260787" y="63119"/>
                </a:lnTo>
                <a:cubicBezTo>
                  <a:pt x="6258240" y="65639"/>
                  <a:pt x="6255655" y="67460"/>
                  <a:pt x="6253030" y="68580"/>
                </a:cubicBezTo>
                <a:cubicBezTo>
                  <a:pt x="6250405" y="69700"/>
                  <a:pt x="6247649" y="70260"/>
                  <a:pt x="6244760" y="70260"/>
                </a:cubicBezTo>
                <a:cubicBezTo>
                  <a:pt x="6242089" y="70260"/>
                  <a:pt x="6239806" y="69918"/>
                  <a:pt x="6237911" y="69234"/>
                </a:cubicBezTo>
                <a:cubicBezTo>
                  <a:pt x="6236016" y="68549"/>
                  <a:pt x="6234455" y="67608"/>
                  <a:pt x="6233228" y="66411"/>
                </a:cubicBezTo>
                <a:cubicBezTo>
                  <a:pt x="6232002" y="65213"/>
                  <a:pt x="6231101" y="63805"/>
                  <a:pt x="6230526" y="62187"/>
                </a:cubicBezTo>
                <a:cubicBezTo>
                  <a:pt x="6229951" y="60569"/>
                  <a:pt x="6229664" y="58811"/>
                  <a:pt x="6229664" y="56913"/>
                </a:cubicBezTo>
                <a:cubicBezTo>
                  <a:pt x="6229664" y="52215"/>
                  <a:pt x="6231411" y="48536"/>
                  <a:pt x="6234906" y="45877"/>
                </a:cubicBezTo>
                <a:cubicBezTo>
                  <a:pt x="6238400" y="43216"/>
                  <a:pt x="6243564" y="41886"/>
                  <a:pt x="6250397" y="41886"/>
                </a:cubicBezTo>
                <a:lnTo>
                  <a:pt x="6260088" y="41886"/>
                </a:lnTo>
                <a:lnTo>
                  <a:pt x="6260088" y="37800"/>
                </a:lnTo>
                <a:cubicBezTo>
                  <a:pt x="6260088" y="35046"/>
                  <a:pt x="6259203" y="32840"/>
                  <a:pt x="6257433" y="31184"/>
                </a:cubicBezTo>
                <a:cubicBezTo>
                  <a:pt x="6255662" y="29528"/>
                  <a:pt x="6252960" y="28700"/>
                  <a:pt x="6249326" y="28700"/>
                </a:cubicBezTo>
                <a:cubicBezTo>
                  <a:pt x="6246686" y="28700"/>
                  <a:pt x="6244084" y="29000"/>
                  <a:pt x="6241522" y="29599"/>
                </a:cubicBezTo>
                <a:cubicBezTo>
                  <a:pt x="6238959" y="30197"/>
                  <a:pt x="6236311" y="31047"/>
                  <a:pt x="6233578" y="32148"/>
                </a:cubicBezTo>
                <a:lnTo>
                  <a:pt x="6233578" y="24833"/>
                </a:lnTo>
                <a:cubicBezTo>
                  <a:pt x="6234603" y="24455"/>
                  <a:pt x="6235744" y="24084"/>
                  <a:pt x="6237002" y="23721"/>
                </a:cubicBezTo>
                <a:cubicBezTo>
                  <a:pt x="6238260" y="23358"/>
                  <a:pt x="6239588" y="23035"/>
                  <a:pt x="6240986" y="22751"/>
                </a:cubicBezTo>
                <a:cubicBezTo>
                  <a:pt x="6242384" y="22467"/>
                  <a:pt x="6243844" y="22238"/>
                  <a:pt x="6245366" y="22065"/>
                </a:cubicBezTo>
                <a:cubicBezTo>
                  <a:pt x="6246888" y="21892"/>
                  <a:pt x="6248425" y="21805"/>
                  <a:pt x="6249978" y="21805"/>
                </a:cubicBezTo>
                <a:cubicBezTo>
                  <a:pt x="6252805" y="21805"/>
                  <a:pt x="6255352" y="22115"/>
                  <a:pt x="6257619" y="22737"/>
                </a:cubicBezTo>
                <a:cubicBezTo>
                  <a:pt x="6259887" y="23358"/>
                  <a:pt x="6261805" y="24305"/>
                  <a:pt x="6263373" y="25579"/>
                </a:cubicBezTo>
                <a:cubicBezTo>
                  <a:pt x="6264942" y="26852"/>
                  <a:pt x="6266145" y="28452"/>
                  <a:pt x="6266984" y="30378"/>
                </a:cubicBezTo>
                <a:cubicBezTo>
                  <a:pt x="6267823" y="32304"/>
                  <a:pt x="6268242" y="34571"/>
                  <a:pt x="6268242" y="37180"/>
                </a:cubicBezTo>
                <a:lnTo>
                  <a:pt x="6268242" y="69421"/>
                </a:lnTo>
                <a:lnTo>
                  <a:pt x="6260974" y="69421"/>
                </a:lnTo>
                <a:moveTo>
                  <a:pt x="6260088" y="48083"/>
                </a:moveTo>
                <a:lnTo>
                  <a:pt x="6249792" y="48083"/>
                </a:lnTo>
                <a:cubicBezTo>
                  <a:pt x="6247773" y="48083"/>
                  <a:pt x="6246033" y="48285"/>
                  <a:pt x="6244573" y="48691"/>
                </a:cubicBezTo>
                <a:cubicBezTo>
                  <a:pt x="6243114" y="49096"/>
                  <a:pt x="6241918" y="49672"/>
                  <a:pt x="6240986" y="50419"/>
                </a:cubicBezTo>
                <a:cubicBezTo>
                  <a:pt x="6240054" y="51167"/>
                  <a:pt x="6239363" y="52063"/>
                  <a:pt x="6238913" y="53107"/>
                </a:cubicBezTo>
                <a:cubicBezTo>
                  <a:pt x="6238462" y="54151"/>
                  <a:pt x="6238237" y="55327"/>
                  <a:pt x="6238237" y="56635"/>
                </a:cubicBezTo>
                <a:cubicBezTo>
                  <a:pt x="6238237" y="57539"/>
                  <a:pt x="6238377" y="58404"/>
                  <a:pt x="6238656" y="59230"/>
                </a:cubicBezTo>
                <a:cubicBezTo>
                  <a:pt x="6238936" y="60055"/>
                  <a:pt x="6239386" y="60787"/>
                  <a:pt x="6240008" y="61425"/>
                </a:cubicBezTo>
                <a:cubicBezTo>
                  <a:pt x="6240629" y="62064"/>
                  <a:pt x="6241436" y="62570"/>
                  <a:pt x="6242430" y="62944"/>
                </a:cubicBezTo>
                <a:cubicBezTo>
                  <a:pt x="6243424" y="63318"/>
                  <a:pt x="6244636" y="63504"/>
                  <a:pt x="6246064" y="63504"/>
                </a:cubicBezTo>
                <a:cubicBezTo>
                  <a:pt x="6247928" y="63504"/>
                  <a:pt x="6250064" y="62936"/>
                  <a:pt x="6252471" y="61799"/>
                </a:cubicBezTo>
                <a:cubicBezTo>
                  <a:pt x="6254878" y="60662"/>
                  <a:pt x="6257417" y="58862"/>
                  <a:pt x="6260088" y="56401"/>
                </a:cubicBezTo>
                <a:lnTo>
                  <a:pt x="6260088" y="48083"/>
                </a:lnTo>
                <a:close/>
                <a:moveTo>
                  <a:pt x="6319122" y="67698"/>
                </a:moveTo>
                <a:cubicBezTo>
                  <a:pt x="6317010" y="68505"/>
                  <a:pt x="6314843" y="69103"/>
                  <a:pt x="6312623" y="69491"/>
                </a:cubicBezTo>
                <a:cubicBezTo>
                  <a:pt x="6310402" y="69880"/>
                  <a:pt x="6308111" y="70074"/>
                  <a:pt x="6305750" y="70074"/>
                </a:cubicBezTo>
                <a:cubicBezTo>
                  <a:pt x="6298358" y="70074"/>
                  <a:pt x="6292666" y="68070"/>
                  <a:pt x="6288674" y="64063"/>
                </a:cubicBezTo>
                <a:cubicBezTo>
                  <a:pt x="6284683" y="60057"/>
                  <a:pt x="6282687" y="54202"/>
                  <a:pt x="6282687" y="46498"/>
                </a:cubicBezTo>
                <a:cubicBezTo>
                  <a:pt x="6282687" y="42802"/>
                  <a:pt x="6283262" y="39448"/>
                  <a:pt x="6284411" y="36435"/>
                </a:cubicBezTo>
                <a:cubicBezTo>
                  <a:pt x="6285561" y="33422"/>
                  <a:pt x="6287176" y="30844"/>
                  <a:pt x="6289257" y="28700"/>
                </a:cubicBezTo>
                <a:cubicBezTo>
                  <a:pt x="6291338" y="26557"/>
                  <a:pt x="6293823" y="24903"/>
                  <a:pt x="6296712" y="23738"/>
                </a:cubicBezTo>
                <a:cubicBezTo>
                  <a:pt x="6299600" y="22574"/>
                  <a:pt x="6302784" y="21991"/>
                  <a:pt x="6306263" y="21991"/>
                </a:cubicBezTo>
                <a:cubicBezTo>
                  <a:pt x="6308686" y="21991"/>
                  <a:pt x="6310953" y="22166"/>
                  <a:pt x="6313065" y="22515"/>
                </a:cubicBezTo>
                <a:cubicBezTo>
                  <a:pt x="6315177" y="22864"/>
                  <a:pt x="6317196" y="23435"/>
                  <a:pt x="6319122" y="24228"/>
                </a:cubicBezTo>
                <a:lnTo>
                  <a:pt x="6319122" y="31962"/>
                </a:lnTo>
                <a:cubicBezTo>
                  <a:pt x="6317103" y="30889"/>
                  <a:pt x="6315045" y="30109"/>
                  <a:pt x="6312949" y="29621"/>
                </a:cubicBezTo>
                <a:cubicBezTo>
                  <a:pt x="6310852" y="29131"/>
                  <a:pt x="6308686" y="28887"/>
                  <a:pt x="6306449" y="28887"/>
                </a:cubicBezTo>
                <a:cubicBezTo>
                  <a:pt x="6304368" y="28887"/>
                  <a:pt x="6302403" y="29283"/>
                  <a:pt x="6300555" y="30075"/>
                </a:cubicBezTo>
                <a:cubicBezTo>
                  <a:pt x="6298707" y="30867"/>
                  <a:pt x="6297084" y="32008"/>
                  <a:pt x="6295687" y="33499"/>
                </a:cubicBezTo>
                <a:cubicBezTo>
                  <a:pt x="6294289" y="34990"/>
                  <a:pt x="6293186" y="36807"/>
                  <a:pt x="6292379" y="38951"/>
                </a:cubicBezTo>
                <a:cubicBezTo>
                  <a:pt x="6291571" y="41094"/>
                  <a:pt x="6291167" y="43517"/>
                  <a:pt x="6291167" y="46219"/>
                </a:cubicBezTo>
                <a:cubicBezTo>
                  <a:pt x="6291167" y="51872"/>
                  <a:pt x="6292542" y="56104"/>
                  <a:pt x="6295290" y="58915"/>
                </a:cubicBezTo>
                <a:cubicBezTo>
                  <a:pt x="6298039" y="61726"/>
                  <a:pt x="6301852" y="63132"/>
                  <a:pt x="6306729" y="63132"/>
                </a:cubicBezTo>
                <a:cubicBezTo>
                  <a:pt x="6308934" y="63132"/>
                  <a:pt x="6311070" y="62883"/>
                  <a:pt x="6313135" y="62386"/>
                </a:cubicBezTo>
                <a:cubicBezTo>
                  <a:pt x="6315201" y="61889"/>
                  <a:pt x="6317196" y="61144"/>
                  <a:pt x="6319122" y="60150"/>
                </a:cubicBezTo>
                <a:lnTo>
                  <a:pt x="6319122" y="67698"/>
                </a:lnTo>
                <a:close/>
                <a:moveTo>
                  <a:pt x="6370981" y="67698"/>
                </a:moveTo>
                <a:cubicBezTo>
                  <a:pt x="6368868" y="68505"/>
                  <a:pt x="6366702" y="69103"/>
                  <a:pt x="6364481" y="69491"/>
                </a:cubicBezTo>
                <a:cubicBezTo>
                  <a:pt x="6362260" y="69880"/>
                  <a:pt x="6359969" y="70074"/>
                  <a:pt x="6357609" y="70074"/>
                </a:cubicBezTo>
                <a:cubicBezTo>
                  <a:pt x="6350216" y="70074"/>
                  <a:pt x="6344524" y="68070"/>
                  <a:pt x="6340533" y="64063"/>
                </a:cubicBezTo>
                <a:cubicBezTo>
                  <a:pt x="6336542" y="60057"/>
                  <a:pt x="6334546" y="54202"/>
                  <a:pt x="6334546" y="46498"/>
                </a:cubicBezTo>
                <a:cubicBezTo>
                  <a:pt x="6334546" y="42802"/>
                  <a:pt x="6335121" y="39448"/>
                  <a:pt x="6336270" y="36435"/>
                </a:cubicBezTo>
                <a:cubicBezTo>
                  <a:pt x="6337419" y="33422"/>
                  <a:pt x="6339034" y="30844"/>
                  <a:pt x="6341115" y="28700"/>
                </a:cubicBezTo>
                <a:cubicBezTo>
                  <a:pt x="6343196" y="26557"/>
                  <a:pt x="6345681" y="24903"/>
                  <a:pt x="6348570" y="23738"/>
                </a:cubicBezTo>
                <a:cubicBezTo>
                  <a:pt x="6351459" y="22574"/>
                  <a:pt x="6354642" y="21991"/>
                  <a:pt x="6358121" y="21991"/>
                </a:cubicBezTo>
                <a:cubicBezTo>
                  <a:pt x="6360544" y="21991"/>
                  <a:pt x="6362812" y="22166"/>
                  <a:pt x="6364924" y="22515"/>
                </a:cubicBezTo>
                <a:cubicBezTo>
                  <a:pt x="6367036" y="22864"/>
                  <a:pt x="6369055" y="23435"/>
                  <a:pt x="6370981" y="24228"/>
                </a:cubicBezTo>
                <a:lnTo>
                  <a:pt x="6370981" y="31962"/>
                </a:lnTo>
                <a:cubicBezTo>
                  <a:pt x="6368962" y="30889"/>
                  <a:pt x="6366904" y="30109"/>
                  <a:pt x="6364807" y="29621"/>
                </a:cubicBezTo>
                <a:cubicBezTo>
                  <a:pt x="6362711" y="29131"/>
                  <a:pt x="6360544" y="28887"/>
                  <a:pt x="6358308" y="28887"/>
                </a:cubicBezTo>
                <a:cubicBezTo>
                  <a:pt x="6356227" y="28887"/>
                  <a:pt x="6354262" y="29283"/>
                  <a:pt x="6352414" y="30075"/>
                </a:cubicBezTo>
                <a:cubicBezTo>
                  <a:pt x="6350566" y="30867"/>
                  <a:pt x="6348943" y="32008"/>
                  <a:pt x="6347545" y="33499"/>
                </a:cubicBezTo>
                <a:cubicBezTo>
                  <a:pt x="6346147" y="34990"/>
                  <a:pt x="6345045" y="36807"/>
                  <a:pt x="6344237" y="38951"/>
                </a:cubicBezTo>
                <a:cubicBezTo>
                  <a:pt x="6343429" y="41094"/>
                  <a:pt x="6343026" y="43517"/>
                  <a:pt x="6343026" y="46219"/>
                </a:cubicBezTo>
                <a:cubicBezTo>
                  <a:pt x="6343026" y="51872"/>
                  <a:pt x="6344400" y="56104"/>
                  <a:pt x="6347149" y="58915"/>
                </a:cubicBezTo>
                <a:cubicBezTo>
                  <a:pt x="6349898" y="61726"/>
                  <a:pt x="6353711" y="63132"/>
                  <a:pt x="6358587" y="63132"/>
                </a:cubicBezTo>
                <a:cubicBezTo>
                  <a:pt x="6360793" y="63132"/>
                  <a:pt x="6362928" y="62883"/>
                  <a:pt x="6364994" y="62386"/>
                </a:cubicBezTo>
                <a:cubicBezTo>
                  <a:pt x="6367059" y="61889"/>
                  <a:pt x="6369055" y="61144"/>
                  <a:pt x="6370981" y="60150"/>
                </a:cubicBezTo>
                <a:lnTo>
                  <a:pt x="6370981" y="67698"/>
                </a:lnTo>
                <a:close/>
                <a:moveTo>
                  <a:pt x="6426007" y="43563"/>
                </a:moveTo>
                <a:cubicBezTo>
                  <a:pt x="6426007" y="44712"/>
                  <a:pt x="6425991" y="45675"/>
                  <a:pt x="6425960" y="46452"/>
                </a:cubicBezTo>
                <a:cubicBezTo>
                  <a:pt x="6425929" y="47228"/>
                  <a:pt x="6425883" y="47958"/>
                  <a:pt x="6425821" y="48642"/>
                </a:cubicBezTo>
                <a:lnTo>
                  <a:pt x="6392974" y="48642"/>
                </a:lnTo>
                <a:cubicBezTo>
                  <a:pt x="6392974" y="53425"/>
                  <a:pt x="6394309" y="57098"/>
                  <a:pt x="6396980" y="59661"/>
                </a:cubicBezTo>
                <a:cubicBezTo>
                  <a:pt x="6399652" y="62223"/>
                  <a:pt x="6403503" y="63504"/>
                  <a:pt x="6408535" y="63504"/>
                </a:cubicBezTo>
                <a:cubicBezTo>
                  <a:pt x="6409902" y="63504"/>
                  <a:pt x="6411269" y="63449"/>
                  <a:pt x="6412635" y="63338"/>
                </a:cubicBezTo>
                <a:cubicBezTo>
                  <a:pt x="6414002" y="63227"/>
                  <a:pt x="6415322" y="63076"/>
                  <a:pt x="6416595" y="62886"/>
                </a:cubicBezTo>
                <a:cubicBezTo>
                  <a:pt x="6417869" y="62694"/>
                  <a:pt x="6419088" y="62480"/>
                  <a:pt x="6420253" y="62242"/>
                </a:cubicBezTo>
                <a:cubicBezTo>
                  <a:pt x="6421418" y="62003"/>
                  <a:pt x="6422497" y="61741"/>
                  <a:pt x="6423491" y="61454"/>
                </a:cubicBezTo>
                <a:lnTo>
                  <a:pt x="6423491" y="68117"/>
                </a:lnTo>
                <a:cubicBezTo>
                  <a:pt x="6421286" y="68752"/>
                  <a:pt x="6418793" y="69268"/>
                  <a:pt x="6416013" y="69665"/>
                </a:cubicBezTo>
                <a:cubicBezTo>
                  <a:pt x="6413233" y="70062"/>
                  <a:pt x="6410352" y="70260"/>
                  <a:pt x="6407370" y="70260"/>
                </a:cubicBezTo>
                <a:cubicBezTo>
                  <a:pt x="6403363" y="70260"/>
                  <a:pt x="6399916" y="69717"/>
                  <a:pt x="6397027" y="68629"/>
                </a:cubicBezTo>
                <a:cubicBezTo>
                  <a:pt x="6394138" y="67542"/>
                  <a:pt x="6391770" y="65966"/>
                  <a:pt x="6389922" y="63900"/>
                </a:cubicBezTo>
                <a:cubicBezTo>
                  <a:pt x="6388074" y="61835"/>
                  <a:pt x="6386707" y="59303"/>
                  <a:pt x="6385822" y="56306"/>
                </a:cubicBezTo>
                <a:cubicBezTo>
                  <a:pt x="6384936" y="53309"/>
                  <a:pt x="6384494" y="49915"/>
                  <a:pt x="6384494" y="46126"/>
                </a:cubicBezTo>
                <a:cubicBezTo>
                  <a:pt x="6384494" y="42833"/>
                  <a:pt x="6384968" y="39719"/>
                  <a:pt x="6385915" y="36784"/>
                </a:cubicBezTo>
                <a:cubicBezTo>
                  <a:pt x="6386862" y="33849"/>
                  <a:pt x="6388244" y="31271"/>
                  <a:pt x="6390062" y="29050"/>
                </a:cubicBezTo>
                <a:cubicBezTo>
                  <a:pt x="6391879" y="26829"/>
                  <a:pt x="6394107" y="25066"/>
                  <a:pt x="6396747" y="23762"/>
                </a:cubicBezTo>
                <a:cubicBezTo>
                  <a:pt x="6399388" y="22457"/>
                  <a:pt x="6402385" y="21805"/>
                  <a:pt x="6405740" y="21805"/>
                </a:cubicBezTo>
                <a:cubicBezTo>
                  <a:pt x="6409001" y="21805"/>
                  <a:pt x="6411890" y="22317"/>
                  <a:pt x="6414406" y="23342"/>
                </a:cubicBezTo>
                <a:cubicBezTo>
                  <a:pt x="6416922" y="24367"/>
                  <a:pt x="6419042" y="25820"/>
                  <a:pt x="6420765" y="27699"/>
                </a:cubicBezTo>
                <a:cubicBezTo>
                  <a:pt x="6422489" y="29578"/>
                  <a:pt x="6423794" y="31861"/>
                  <a:pt x="6424679" y="34548"/>
                </a:cubicBezTo>
                <a:cubicBezTo>
                  <a:pt x="6425564" y="37234"/>
                  <a:pt x="6426007" y="40240"/>
                  <a:pt x="6426007" y="43563"/>
                </a:cubicBezTo>
                <a:moveTo>
                  <a:pt x="6417574" y="42398"/>
                </a:moveTo>
                <a:cubicBezTo>
                  <a:pt x="6417667" y="40317"/>
                  <a:pt x="6417465" y="38415"/>
                  <a:pt x="6416968" y="36691"/>
                </a:cubicBezTo>
                <a:cubicBezTo>
                  <a:pt x="6416471" y="34967"/>
                  <a:pt x="6415702" y="33484"/>
                  <a:pt x="6414662" y="32241"/>
                </a:cubicBezTo>
                <a:cubicBezTo>
                  <a:pt x="6413621" y="30999"/>
                  <a:pt x="6412325" y="30028"/>
                  <a:pt x="6410772" y="29329"/>
                </a:cubicBezTo>
                <a:cubicBezTo>
                  <a:pt x="6409218" y="28631"/>
                  <a:pt x="6407417" y="28281"/>
                  <a:pt x="6405367" y="28281"/>
                </a:cubicBezTo>
                <a:cubicBezTo>
                  <a:pt x="6403596" y="28281"/>
                  <a:pt x="6401981" y="28623"/>
                  <a:pt x="6400521" y="29306"/>
                </a:cubicBezTo>
                <a:cubicBezTo>
                  <a:pt x="6399062" y="29989"/>
                  <a:pt x="6397804" y="30952"/>
                  <a:pt x="6396747" y="32195"/>
                </a:cubicBezTo>
                <a:cubicBezTo>
                  <a:pt x="6395691" y="33437"/>
                  <a:pt x="6394837" y="34928"/>
                  <a:pt x="6394185" y="36668"/>
                </a:cubicBezTo>
                <a:cubicBezTo>
                  <a:pt x="6393533" y="38407"/>
                  <a:pt x="6393129" y="40317"/>
                  <a:pt x="6392974" y="42398"/>
                </a:cubicBezTo>
                <a:lnTo>
                  <a:pt x="6417574" y="42398"/>
                </a:lnTo>
                <a:close/>
                <a:moveTo>
                  <a:pt x="6475396" y="56655"/>
                </a:moveTo>
                <a:cubicBezTo>
                  <a:pt x="6475396" y="58302"/>
                  <a:pt x="6475117" y="59777"/>
                  <a:pt x="6474557" y="61082"/>
                </a:cubicBezTo>
                <a:cubicBezTo>
                  <a:pt x="6473998" y="62386"/>
                  <a:pt x="6473237" y="63543"/>
                  <a:pt x="6472274" y="64553"/>
                </a:cubicBezTo>
                <a:cubicBezTo>
                  <a:pt x="6471312" y="65562"/>
                  <a:pt x="6470193" y="66424"/>
                  <a:pt x="6468920" y="67139"/>
                </a:cubicBezTo>
                <a:cubicBezTo>
                  <a:pt x="6467646" y="67853"/>
                  <a:pt x="6466287" y="68443"/>
                  <a:pt x="6464843" y="68909"/>
                </a:cubicBezTo>
                <a:cubicBezTo>
                  <a:pt x="6463399" y="69375"/>
                  <a:pt x="6461916" y="69717"/>
                  <a:pt x="6460394" y="69934"/>
                </a:cubicBezTo>
                <a:cubicBezTo>
                  <a:pt x="6458872" y="70151"/>
                  <a:pt x="6457381" y="70260"/>
                  <a:pt x="6455921" y="70260"/>
                </a:cubicBezTo>
                <a:cubicBezTo>
                  <a:pt x="6452753" y="70260"/>
                  <a:pt x="6449841" y="70120"/>
                  <a:pt x="6447185" y="69841"/>
                </a:cubicBezTo>
                <a:cubicBezTo>
                  <a:pt x="6444529" y="69561"/>
                  <a:pt x="6441928" y="69111"/>
                  <a:pt x="6439381" y="68490"/>
                </a:cubicBezTo>
                <a:lnTo>
                  <a:pt x="6439381" y="61035"/>
                </a:lnTo>
                <a:cubicBezTo>
                  <a:pt x="6442114" y="61812"/>
                  <a:pt x="6444832" y="62402"/>
                  <a:pt x="6447534" y="62805"/>
                </a:cubicBezTo>
                <a:cubicBezTo>
                  <a:pt x="6450237" y="63209"/>
                  <a:pt x="6452923" y="63411"/>
                  <a:pt x="6455595" y="63411"/>
                </a:cubicBezTo>
                <a:cubicBezTo>
                  <a:pt x="6459477" y="63411"/>
                  <a:pt x="6462350" y="62883"/>
                  <a:pt x="6464214" y="61827"/>
                </a:cubicBezTo>
                <a:cubicBezTo>
                  <a:pt x="6466078" y="60771"/>
                  <a:pt x="6467010" y="59265"/>
                  <a:pt x="6467010" y="57308"/>
                </a:cubicBezTo>
                <a:cubicBezTo>
                  <a:pt x="6467010" y="56469"/>
                  <a:pt x="6466862" y="55716"/>
                  <a:pt x="6466567" y="55048"/>
                </a:cubicBezTo>
                <a:cubicBezTo>
                  <a:pt x="6466272" y="54380"/>
                  <a:pt x="6465736" y="53743"/>
                  <a:pt x="6464960" y="53138"/>
                </a:cubicBezTo>
                <a:cubicBezTo>
                  <a:pt x="6464183" y="52532"/>
                  <a:pt x="6462979" y="51903"/>
                  <a:pt x="6461349" y="51251"/>
                </a:cubicBezTo>
                <a:cubicBezTo>
                  <a:pt x="6459718" y="50598"/>
                  <a:pt x="6457489" y="49853"/>
                  <a:pt x="6454663" y="49014"/>
                </a:cubicBezTo>
                <a:cubicBezTo>
                  <a:pt x="6452551" y="48393"/>
                  <a:pt x="6450602" y="47687"/>
                  <a:pt x="6448816" y="46894"/>
                </a:cubicBezTo>
                <a:cubicBezTo>
                  <a:pt x="6447030" y="46102"/>
                  <a:pt x="6445484" y="45163"/>
                  <a:pt x="6444180" y="44076"/>
                </a:cubicBezTo>
                <a:cubicBezTo>
                  <a:pt x="6442875" y="42989"/>
                  <a:pt x="6441850" y="41715"/>
                  <a:pt x="6441105" y="40255"/>
                </a:cubicBezTo>
                <a:cubicBezTo>
                  <a:pt x="6440359" y="38795"/>
                  <a:pt x="6439986" y="37071"/>
                  <a:pt x="6439986" y="35083"/>
                </a:cubicBezTo>
                <a:cubicBezTo>
                  <a:pt x="6439986" y="33779"/>
                  <a:pt x="6440289" y="32350"/>
                  <a:pt x="6440895" y="30797"/>
                </a:cubicBezTo>
                <a:cubicBezTo>
                  <a:pt x="6441501" y="29244"/>
                  <a:pt x="6442534" y="27800"/>
                  <a:pt x="6443993" y="26464"/>
                </a:cubicBezTo>
                <a:cubicBezTo>
                  <a:pt x="6445453" y="25128"/>
                  <a:pt x="6447426" y="24018"/>
                  <a:pt x="6449911" y="23133"/>
                </a:cubicBezTo>
                <a:cubicBezTo>
                  <a:pt x="6452395" y="22247"/>
                  <a:pt x="6455502" y="21805"/>
                  <a:pt x="6459229" y="21805"/>
                </a:cubicBezTo>
                <a:cubicBezTo>
                  <a:pt x="6461061" y="21805"/>
                  <a:pt x="6463096" y="21906"/>
                  <a:pt x="6465332" y="22108"/>
                </a:cubicBezTo>
                <a:cubicBezTo>
                  <a:pt x="6467569" y="22310"/>
                  <a:pt x="6469898" y="22659"/>
                  <a:pt x="6472321" y="23156"/>
                </a:cubicBezTo>
                <a:lnTo>
                  <a:pt x="6472321" y="30378"/>
                </a:lnTo>
                <a:cubicBezTo>
                  <a:pt x="6469774" y="29757"/>
                  <a:pt x="6467359" y="29298"/>
                  <a:pt x="6465076" y="29003"/>
                </a:cubicBezTo>
                <a:cubicBezTo>
                  <a:pt x="6462793" y="28708"/>
                  <a:pt x="6460813" y="28561"/>
                  <a:pt x="6459136" y="28561"/>
                </a:cubicBezTo>
                <a:cubicBezTo>
                  <a:pt x="6457117" y="28561"/>
                  <a:pt x="6455416" y="28716"/>
                  <a:pt x="6454034" y="29027"/>
                </a:cubicBezTo>
                <a:cubicBezTo>
                  <a:pt x="6452652" y="29337"/>
                  <a:pt x="6451533" y="29764"/>
                  <a:pt x="6450679" y="30308"/>
                </a:cubicBezTo>
                <a:cubicBezTo>
                  <a:pt x="6449825" y="30851"/>
                  <a:pt x="6449212" y="31488"/>
                  <a:pt x="6448839" y="32218"/>
                </a:cubicBezTo>
                <a:cubicBezTo>
                  <a:pt x="6448466" y="32948"/>
                  <a:pt x="6448280" y="33732"/>
                  <a:pt x="6448280" y="34571"/>
                </a:cubicBezTo>
                <a:cubicBezTo>
                  <a:pt x="6448280" y="35410"/>
                  <a:pt x="6448443" y="36171"/>
                  <a:pt x="6448769" y="36854"/>
                </a:cubicBezTo>
                <a:cubicBezTo>
                  <a:pt x="6449095" y="37537"/>
                  <a:pt x="6449701" y="38197"/>
                  <a:pt x="6450586" y="38834"/>
                </a:cubicBezTo>
                <a:cubicBezTo>
                  <a:pt x="6451471" y="39471"/>
                  <a:pt x="6452706" y="40108"/>
                  <a:pt x="6454290" y="40744"/>
                </a:cubicBezTo>
                <a:cubicBezTo>
                  <a:pt x="6455874" y="41381"/>
                  <a:pt x="6457940" y="42072"/>
                  <a:pt x="6460487" y="42818"/>
                </a:cubicBezTo>
                <a:cubicBezTo>
                  <a:pt x="6463251" y="43625"/>
                  <a:pt x="6465581" y="44472"/>
                  <a:pt x="6467476" y="45357"/>
                </a:cubicBezTo>
                <a:cubicBezTo>
                  <a:pt x="6469370" y="46242"/>
                  <a:pt x="6470908" y="47228"/>
                  <a:pt x="6472088" y="48315"/>
                </a:cubicBezTo>
                <a:cubicBezTo>
                  <a:pt x="6473268" y="49403"/>
                  <a:pt x="6474115" y="50630"/>
                  <a:pt x="6474627" y="51996"/>
                </a:cubicBezTo>
                <a:cubicBezTo>
                  <a:pt x="6475140" y="53363"/>
                  <a:pt x="6475396" y="54916"/>
                  <a:pt x="6475396" y="56655"/>
                </a:cubicBezTo>
                <a:close/>
                <a:moveTo>
                  <a:pt x="6527255" y="56655"/>
                </a:moveTo>
                <a:cubicBezTo>
                  <a:pt x="6527255" y="58302"/>
                  <a:pt x="6526975" y="59777"/>
                  <a:pt x="6526416" y="61082"/>
                </a:cubicBezTo>
                <a:cubicBezTo>
                  <a:pt x="6525857" y="62386"/>
                  <a:pt x="6525096" y="63543"/>
                  <a:pt x="6524133" y="64553"/>
                </a:cubicBezTo>
                <a:cubicBezTo>
                  <a:pt x="6523170" y="65562"/>
                  <a:pt x="6522052" y="66424"/>
                  <a:pt x="6520778" y="67139"/>
                </a:cubicBezTo>
                <a:cubicBezTo>
                  <a:pt x="6519505" y="67853"/>
                  <a:pt x="6518146" y="68443"/>
                  <a:pt x="6516702" y="68909"/>
                </a:cubicBezTo>
                <a:cubicBezTo>
                  <a:pt x="6515257" y="69375"/>
                  <a:pt x="6513774" y="69717"/>
                  <a:pt x="6512252" y="69934"/>
                </a:cubicBezTo>
                <a:cubicBezTo>
                  <a:pt x="6510730" y="70151"/>
                  <a:pt x="6509239" y="70260"/>
                  <a:pt x="6507779" y="70260"/>
                </a:cubicBezTo>
                <a:cubicBezTo>
                  <a:pt x="6504611" y="70260"/>
                  <a:pt x="6501699" y="70120"/>
                  <a:pt x="6499043" y="69841"/>
                </a:cubicBezTo>
                <a:cubicBezTo>
                  <a:pt x="6496388" y="69561"/>
                  <a:pt x="6493786" y="69111"/>
                  <a:pt x="6491239" y="68490"/>
                </a:cubicBezTo>
                <a:lnTo>
                  <a:pt x="6491239" y="61035"/>
                </a:lnTo>
                <a:cubicBezTo>
                  <a:pt x="6493973" y="61812"/>
                  <a:pt x="6496691" y="62402"/>
                  <a:pt x="6499393" y="62805"/>
                </a:cubicBezTo>
                <a:cubicBezTo>
                  <a:pt x="6502095" y="63209"/>
                  <a:pt x="6504782" y="63411"/>
                  <a:pt x="6507453" y="63411"/>
                </a:cubicBezTo>
                <a:cubicBezTo>
                  <a:pt x="6511336" y="63411"/>
                  <a:pt x="6514209" y="62883"/>
                  <a:pt x="6516073" y="61827"/>
                </a:cubicBezTo>
                <a:cubicBezTo>
                  <a:pt x="6517936" y="60771"/>
                  <a:pt x="6518868" y="59265"/>
                  <a:pt x="6518868" y="57308"/>
                </a:cubicBezTo>
                <a:cubicBezTo>
                  <a:pt x="6518868" y="56469"/>
                  <a:pt x="6518721" y="55716"/>
                  <a:pt x="6518425" y="55048"/>
                </a:cubicBezTo>
                <a:cubicBezTo>
                  <a:pt x="6518130" y="54380"/>
                  <a:pt x="6517595" y="53743"/>
                  <a:pt x="6516818" y="53138"/>
                </a:cubicBezTo>
                <a:cubicBezTo>
                  <a:pt x="6516042" y="52532"/>
                  <a:pt x="6514838" y="51903"/>
                  <a:pt x="6513207" y="51251"/>
                </a:cubicBezTo>
                <a:cubicBezTo>
                  <a:pt x="6511577" y="50598"/>
                  <a:pt x="6509348" y="49853"/>
                  <a:pt x="6506521" y="49014"/>
                </a:cubicBezTo>
                <a:cubicBezTo>
                  <a:pt x="6504409" y="48393"/>
                  <a:pt x="6502460" y="47687"/>
                  <a:pt x="6500674" y="46894"/>
                </a:cubicBezTo>
                <a:cubicBezTo>
                  <a:pt x="6498888" y="46102"/>
                  <a:pt x="6497343" y="45163"/>
                  <a:pt x="6496038" y="44076"/>
                </a:cubicBezTo>
                <a:cubicBezTo>
                  <a:pt x="6494734" y="42989"/>
                  <a:pt x="6493709" y="41715"/>
                  <a:pt x="6492963" y="40255"/>
                </a:cubicBezTo>
                <a:cubicBezTo>
                  <a:pt x="6492218" y="38795"/>
                  <a:pt x="6491845" y="37071"/>
                  <a:pt x="6491845" y="35083"/>
                </a:cubicBezTo>
                <a:cubicBezTo>
                  <a:pt x="6491845" y="33779"/>
                  <a:pt x="6492148" y="32350"/>
                  <a:pt x="6492754" y="30797"/>
                </a:cubicBezTo>
                <a:cubicBezTo>
                  <a:pt x="6493359" y="29244"/>
                  <a:pt x="6494392" y="27800"/>
                  <a:pt x="6495852" y="26464"/>
                </a:cubicBezTo>
                <a:cubicBezTo>
                  <a:pt x="6497312" y="25128"/>
                  <a:pt x="6499284" y="24018"/>
                  <a:pt x="6501769" y="23133"/>
                </a:cubicBezTo>
                <a:cubicBezTo>
                  <a:pt x="6504254" y="22247"/>
                  <a:pt x="6507360" y="21805"/>
                  <a:pt x="6511087" y="21805"/>
                </a:cubicBezTo>
                <a:cubicBezTo>
                  <a:pt x="6512920" y="21805"/>
                  <a:pt x="6514954" y="21906"/>
                  <a:pt x="6517191" y="22108"/>
                </a:cubicBezTo>
                <a:cubicBezTo>
                  <a:pt x="6519427" y="22310"/>
                  <a:pt x="6521757" y="22659"/>
                  <a:pt x="6524180" y="23156"/>
                </a:cubicBezTo>
                <a:lnTo>
                  <a:pt x="6524180" y="30378"/>
                </a:lnTo>
                <a:cubicBezTo>
                  <a:pt x="6521633" y="29757"/>
                  <a:pt x="6519218" y="29298"/>
                  <a:pt x="6516935" y="29003"/>
                </a:cubicBezTo>
                <a:cubicBezTo>
                  <a:pt x="6514652" y="28708"/>
                  <a:pt x="6512671" y="28561"/>
                  <a:pt x="6510994" y="28561"/>
                </a:cubicBezTo>
                <a:cubicBezTo>
                  <a:pt x="6508975" y="28561"/>
                  <a:pt x="6507275" y="28716"/>
                  <a:pt x="6505892" y="29027"/>
                </a:cubicBezTo>
                <a:cubicBezTo>
                  <a:pt x="6504510" y="29337"/>
                  <a:pt x="6503392" y="29764"/>
                  <a:pt x="6502538" y="30308"/>
                </a:cubicBezTo>
                <a:cubicBezTo>
                  <a:pt x="6501684" y="30851"/>
                  <a:pt x="6501070" y="31488"/>
                  <a:pt x="6500697" y="32218"/>
                </a:cubicBezTo>
                <a:cubicBezTo>
                  <a:pt x="6500325" y="32948"/>
                  <a:pt x="6500138" y="33732"/>
                  <a:pt x="6500138" y="34571"/>
                </a:cubicBezTo>
                <a:cubicBezTo>
                  <a:pt x="6500138" y="35410"/>
                  <a:pt x="6500301" y="36171"/>
                  <a:pt x="6500627" y="36854"/>
                </a:cubicBezTo>
                <a:cubicBezTo>
                  <a:pt x="6500954" y="37537"/>
                  <a:pt x="6501559" y="38197"/>
                  <a:pt x="6502445" y="38834"/>
                </a:cubicBezTo>
                <a:cubicBezTo>
                  <a:pt x="6503330" y="39471"/>
                  <a:pt x="6504564" y="40108"/>
                  <a:pt x="6506149" y="40744"/>
                </a:cubicBezTo>
                <a:cubicBezTo>
                  <a:pt x="6507733" y="41381"/>
                  <a:pt x="6509798" y="42072"/>
                  <a:pt x="6512345" y="42818"/>
                </a:cubicBezTo>
                <a:cubicBezTo>
                  <a:pt x="6515110" y="43625"/>
                  <a:pt x="6517439" y="44472"/>
                  <a:pt x="6519334" y="45357"/>
                </a:cubicBezTo>
                <a:cubicBezTo>
                  <a:pt x="6521229" y="46242"/>
                  <a:pt x="6522766" y="47228"/>
                  <a:pt x="6523947" y="48315"/>
                </a:cubicBezTo>
                <a:cubicBezTo>
                  <a:pt x="6525127" y="49403"/>
                  <a:pt x="6525973" y="50630"/>
                  <a:pt x="6526486" y="51996"/>
                </a:cubicBezTo>
                <a:cubicBezTo>
                  <a:pt x="6526998" y="53363"/>
                  <a:pt x="6527255" y="54916"/>
                  <a:pt x="6527255" y="56655"/>
                </a:cubicBezTo>
                <a:close/>
                <a:moveTo>
                  <a:pt x="6623983" y="69421"/>
                </a:moveTo>
                <a:lnTo>
                  <a:pt x="6623796" y="63119"/>
                </a:lnTo>
                <a:cubicBezTo>
                  <a:pt x="6621249" y="65639"/>
                  <a:pt x="6618664" y="67460"/>
                  <a:pt x="6616039" y="68580"/>
                </a:cubicBezTo>
                <a:cubicBezTo>
                  <a:pt x="6613414" y="69700"/>
                  <a:pt x="6610658" y="70260"/>
                  <a:pt x="6607769" y="70260"/>
                </a:cubicBezTo>
                <a:cubicBezTo>
                  <a:pt x="6605098" y="70260"/>
                  <a:pt x="6602815" y="69918"/>
                  <a:pt x="6600920" y="69234"/>
                </a:cubicBezTo>
                <a:cubicBezTo>
                  <a:pt x="6599025" y="68549"/>
                  <a:pt x="6597464" y="67608"/>
                  <a:pt x="6596238" y="66411"/>
                </a:cubicBezTo>
                <a:cubicBezTo>
                  <a:pt x="6595011" y="65213"/>
                  <a:pt x="6594110" y="63805"/>
                  <a:pt x="6593535" y="62187"/>
                </a:cubicBezTo>
                <a:cubicBezTo>
                  <a:pt x="6592961" y="60569"/>
                  <a:pt x="6592673" y="58811"/>
                  <a:pt x="6592673" y="56913"/>
                </a:cubicBezTo>
                <a:cubicBezTo>
                  <a:pt x="6592673" y="52215"/>
                  <a:pt x="6594420" y="48536"/>
                  <a:pt x="6597915" y="45877"/>
                </a:cubicBezTo>
                <a:cubicBezTo>
                  <a:pt x="6601409" y="43216"/>
                  <a:pt x="6606573" y="41886"/>
                  <a:pt x="6613407" y="41886"/>
                </a:cubicBezTo>
                <a:lnTo>
                  <a:pt x="6623098" y="41886"/>
                </a:lnTo>
                <a:lnTo>
                  <a:pt x="6623098" y="37800"/>
                </a:lnTo>
                <a:cubicBezTo>
                  <a:pt x="6623098" y="35046"/>
                  <a:pt x="6622212" y="32840"/>
                  <a:pt x="6620442" y="31184"/>
                </a:cubicBezTo>
                <a:cubicBezTo>
                  <a:pt x="6618671" y="29528"/>
                  <a:pt x="6615969" y="28700"/>
                  <a:pt x="6612335" y="28700"/>
                </a:cubicBezTo>
                <a:cubicBezTo>
                  <a:pt x="6609695" y="28700"/>
                  <a:pt x="6607093" y="29000"/>
                  <a:pt x="6604531" y="29599"/>
                </a:cubicBezTo>
                <a:cubicBezTo>
                  <a:pt x="6601968" y="30197"/>
                  <a:pt x="6599320" y="31047"/>
                  <a:pt x="6596587" y="32148"/>
                </a:cubicBezTo>
                <a:lnTo>
                  <a:pt x="6596587" y="24833"/>
                </a:lnTo>
                <a:cubicBezTo>
                  <a:pt x="6597612" y="24455"/>
                  <a:pt x="6598753" y="24084"/>
                  <a:pt x="6600011" y="23721"/>
                </a:cubicBezTo>
                <a:cubicBezTo>
                  <a:pt x="6601269" y="23358"/>
                  <a:pt x="6602597" y="23035"/>
                  <a:pt x="6603995" y="22751"/>
                </a:cubicBezTo>
                <a:cubicBezTo>
                  <a:pt x="6605393" y="22467"/>
                  <a:pt x="6606853" y="22238"/>
                  <a:pt x="6608375" y="22065"/>
                </a:cubicBezTo>
                <a:cubicBezTo>
                  <a:pt x="6609897" y="21892"/>
                  <a:pt x="6611434" y="21805"/>
                  <a:pt x="6612987" y="21805"/>
                </a:cubicBezTo>
                <a:cubicBezTo>
                  <a:pt x="6615814" y="21805"/>
                  <a:pt x="6618361" y="22115"/>
                  <a:pt x="6620628" y="22737"/>
                </a:cubicBezTo>
                <a:cubicBezTo>
                  <a:pt x="6622896" y="23358"/>
                  <a:pt x="6624814" y="24305"/>
                  <a:pt x="6626382" y="25579"/>
                </a:cubicBezTo>
                <a:cubicBezTo>
                  <a:pt x="6627951" y="26852"/>
                  <a:pt x="6629154" y="28452"/>
                  <a:pt x="6629993" y="30378"/>
                </a:cubicBezTo>
                <a:cubicBezTo>
                  <a:pt x="6630832" y="32304"/>
                  <a:pt x="6631251" y="34571"/>
                  <a:pt x="6631251" y="37180"/>
                </a:cubicBezTo>
                <a:lnTo>
                  <a:pt x="6631251" y="69421"/>
                </a:lnTo>
                <a:lnTo>
                  <a:pt x="6623983" y="69421"/>
                </a:lnTo>
                <a:moveTo>
                  <a:pt x="6623098" y="48083"/>
                </a:moveTo>
                <a:lnTo>
                  <a:pt x="6612801" y="48083"/>
                </a:lnTo>
                <a:cubicBezTo>
                  <a:pt x="6610782" y="48083"/>
                  <a:pt x="6609042" y="48285"/>
                  <a:pt x="6607583" y="48691"/>
                </a:cubicBezTo>
                <a:cubicBezTo>
                  <a:pt x="6606123" y="49096"/>
                  <a:pt x="6604927" y="49672"/>
                  <a:pt x="6603995" y="50419"/>
                </a:cubicBezTo>
                <a:cubicBezTo>
                  <a:pt x="6603063" y="51167"/>
                  <a:pt x="6602372" y="52063"/>
                  <a:pt x="6601922" y="53107"/>
                </a:cubicBezTo>
                <a:cubicBezTo>
                  <a:pt x="6601471" y="54151"/>
                  <a:pt x="6601246" y="55327"/>
                  <a:pt x="6601246" y="56635"/>
                </a:cubicBezTo>
                <a:cubicBezTo>
                  <a:pt x="6601246" y="57539"/>
                  <a:pt x="6601386" y="58404"/>
                  <a:pt x="6601665" y="59230"/>
                </a:cubicBezTo>
                <a:cubicBezTo>
                  <a:pt x="6601945" y="60055"/>
                  <a:pt x="6602395" y="60787"/>
                  <a:pt x="6603017" y="61425"/>
                </a:cubicBezTo>
                <a:cubicBezTo>
                  <a:pt x="6603638" y="62064"/>
                  <a:pt x="6604445" y="62570"/>
                  <a:pt x="6605439" y="62944"/>
                </a:cubicBezTo>
                <a:cubicBezTo>
                  <a:pt x="6606433" y="63318"/>
                  <a:pt x="6607645" y="63504"/>
                  <a:pt x="6609074" y="63504"/>
                </a:cubicBezTo>
                <a:cubicBezTo>
                  <a:pt x="6610937" y="63504"/>
                  <a:pt x="6613073" y="62936"/>
                  <a:pt x="6615480" y="61799"/>
                </a:cubicBezTo>
                <a:cubicBezTo>
                  <a:pt x="6617887" y="60662"/>
                  <a:pt x="6620426" y="58862"/>
                  <a:pt x="6623098" y="56401"/>
                </a:cubicBezTo>
                <a:lnTo>
                  <a:pt x="6623098" y="48083"/>
                </a:lnTo>
                <a:close/>
                <a:moveTo>
                  <a:pt x="6731008" y="69421"/>
                </a:moveTo>
                <a:lnTo>
                  <a:pt x="6731008" y="35829"/>
                </a:lnTo>
                <a:cubicBezTo>
                  <a:pt x="6731008" y="34369"/>
                  <a:pt x="6730953" y="33173"/>
                  <a:pt x="6730845" y="32241"/>
                </a:cubicBezTo>
                <a:cubicBezTo>
                  <a:pt x="6730736" y="31310"/>
                  <a:pt x="6730565" y="30572"/>
                  <a:pt x="6730332" y="30028"/>
                </a:cubicBezTo>
                <a:cubicBezTo>
                  <a:pt x="6730099" y="29485"/>
                  <a:pt x="6729804" y="29104"/>
                  <a:pt x="6729447" y="28887"/>
                </a:cubicBezTo>
                <a:cubicBezTo>
                  <a:pt x="6729090" y="28669"/>
                  <a:pt x="6728647" y="28561"/>
                  <a:pt x="6728119" y="28561"/>
                </a:cubicBezTo>
                <a:cubicBezTo>
                  <a:pt x="6727498" y="28561"/>
                  <a:pt x="6726923" y="28747"/>
                  <a:pt x="6726395" y="29120"/>
                </a:cubicBezTo>
                <a:cubicBezTo>
                  <a:pt x="6725867" y="29492"/>
                  <a:pt x="6725300" y="30098"/>
                  <a:pt x="6724695" y="30937"/>
                </a:cubicBezTo>
                <a:cubicBezTo>
                  <a:pt x="6724089" y="31775"/>
                  <a:pt x="6723421" y="32886"/>
                  <a:pt x="6722691" y="34268"/>
                </a:cubicBezTo>
                <a:cubicBezTo>
                  <a:pt x="6721961" y="35650"/>
                  <a:pt x="6721099" y="37351"/>
                  <a:pt x="6720105" y="39370"/>
                </a:cubicBezTo>
                <a:lnTo>
                  <a:pt x="6720105" y="69421"/>
                </a:lnTo>
                <a:lnTo>
                  <a:pt x="6712697" y="69421"/>
                </a:lnTo>
                <a:lnTo>
                  <a:pt x="6712697" y="36714"/>
                </a:lnTo>
                <a:cubicBezTo>
                  <a:pt x="6712697" y="35006"/>
                  <a:pt x="6712643" y="33624"/>
                  <a:pt x="6712534" y="32568"/>
                </a:cubicBezTo>
                <a:cubicBezTo>
                  <a:pt x="6712426" y="31511"/>
                  <a:pt x="6712255" y="30688"/>
                  <a:pt x="6712022" y="30098"/>
                </a:cubicBezTo>
                <a:cubicBezTo>
                  <a:pt x="6711789" y="29508"/>
                  <a:pt x="6711486" y="29104"/>
                  <a:pt x="6711113" y="28887"/>
                </a:cubicBezTo>
                <a:cubicBezTo>
                  <a:pt x="6710740" y="28669"/>
                  <a:pt x="6710290" y="28561"/>
                  <a:pt x="6709762" y="28561"/>
                </a:cubicBezTo>
                <a:cubicBezTo>
                  <a:pt x="6709203" y="28561"/>
                  <a:pt x="6708675" y="28716"/>
                  <a:pt x="6708178" y="29027"/>
                </a:cubicBezTo>
                <a:cubicBezTo>
                  <a:pt x="6707681" y="29337"/>
                  <a:pt x="6707130" y="29896"/>
                  <a:pt x="6706524" y="30704"/>
                </a:cubicBezTo>
                <a:cubicBezTo>
                  <a:pt x="6705918" y="31511"/>
                  <a:pt x="6705243" y="32614"/>
                  <a:pt x="6704497" y="34012"/>
                </a:cubicBezTo>
                <a:cubicBezTo>
                  <a:pt x="6703752" y="35410"/>
                  <a:pt x="6702866" y="37196"/>
                  <a:pt x="6701841" y="39370"/>
                </a:cubicBezTo>
                <a:lnTo>
                  <a:pt x="6701841" y="69421"/>
                </a:lnTo>
                <a:lnTo>
                  <a:pt x="6694387" y="69421"/>
                </a:lnTo>
                <a:lnTo>
                  <a:pt x="6694387" y="22644"/>
                </a:lnTo>
                <a:lnTo>
                  <a:pt x="6700583" y="22644"/>
                </a:lnTo>
                <a:lnTo>
                  <a:pt x="6700956" y="31543"/>
                </a:lnTo>
                <a:cubicBezTo>
                  <a:pt x="6701764" y="29772"/>
                  <a:pt x="6702548" y="28266"/>
                  <a:pt x="6703309" y="27023"/>
                </a:cubicBezTo>
                <a:cubicBezTo>
                  <a:pt x="6704070" y="25781"/>
                  <a:pt x="6704854" y="24779"/>
                  <a:pt x="6705662" y="24018"/>
                </a:cubicBezTo>
                <a:cubicBezTo>
                  <a:pt x="6706470" y="23257"/>
                  <a:pt x="6707331" y="22698"/>
                  <a:pt x="6708248" y="22341"/>
                </a:cubicBezTo>
                <a:cubicBezTo>
                  <a:pt x="6709164" y="21983"/>
                  <a:pt x="6710181" y="21805"/>
                  <a:pt x="6711300" y="21805"/>
                </a:cubicBezTo>
                <a:cubicBezTo>
                  <a:pt x="6713815" y="21805"/>
                  <a:pt x="6715726" y="22628"/>
                  <a:pt x="6717030" y="24274"/>
                </a:cubicBezTo>
                <a:cubicBezTo>
                  <a:pt x="6718335" y="25920"/>
                  <a:pt x="6718987" y="28467"/>
                  <a:pt x="6718987" y="31915"/>
                </a:cubicBezTo>
                <a:cubicBezTo>
                  <a:pt x="6719733" y="30300"/>
                  <a:pt x="6720463" y="28864"/>
                  <a:pt x="6721177" y="27606"/>
                </a:cubicBezTo>
                <a:cubicBezTo>
                  <a:pt x="6721891" y="26348"/>
                  <a:pt x="6722660" y="25291"/>
                  <a:pt x="6723483" y="24437"/>
                </a:cubicBezTo>
                <a:cubicBezTo>
                  <a:pt x="6724306" y="23583"/>
                  <a:pt x="6725215" y="22931"/>
                  <a:pt x="6726209" y="22480"/>
                </a:cubicBezTo>
                <a:cubicBezTo>
                  <a:pt x="6727203" y="22030"/>
                  <a:pt x="6728352" y="21805"/>
                  <a:pt x="6729657" y="21805"/>
                </a:cubicBezTo>
                <a:cubicBezTo>
                  <a:pt x="6735527" y="21805"/>
                  <a:pt x="6738462" y="26324"/>
                  <a:pt x="6738462" y="35363"/>
                </a:cubicBezTo>
                <a:lnTo>
                  <a:pt x="6738462" y="69421"/>
                </a:lnTo>
                <a:lnTo>
                  <a:pt x="6731008" y="69421"/>
                </a:lnTo>
                <a:close/>
                <a:moveTo>
                  <a:pt x="6789016" y="43563"/>
                </a:moveTo>
                <a:cubicBezTo>
                  <a:pt x="6789016" y="44712"/>
                  <a:pt x="6789001" y="45675"/>
                  <a:pt x="6788970" y="46452"/>
                </a:cubicBezTo>
                <a:cubicBezTo>
                  <a:pt x="6788939" y="47228"/>
                  <a:pt x="6788892" y="47958"/>
                  <a:pt x="6788830" y="48642"/>
                </a:cubicBezTo>
                <a:lnTo>
                  <a:pt x="6755983" y="48642"/>
                </a:lnTo>
                <a:cubicBezTo>
                  <a:pt x="6755983" y="53425"/>
                  <a:pt x="6757319" y="57098"/>
                  <a:pt x="6759990" y="59661"/>
                </a:cubicBezTo>
                <a:cubicBezTo>
                  <a:pt x="6762661" y="62223"/>
                  <a:pt x="6766513" y="63504"/>
                  <a:pt x="6771545" y="63504"/>
                </a:cubicBezTo>
                <a:cubicBezTo>
                  <a:pt x="6772911" y="63504"/>
                  <a:pt x="6774278" y="63449"/>
                  <a:pt x="6775645" y="63338"/>
                </a:cubicBezTo>
                <a:cubicBezTo>
                  <a:pt x="6777011" y="63227"/>
                  <a:pt x="6778331" y="63076"/>
                  <a:pt x="6779605" y="62886"/>
                </a:cubicBezTo>
                <a:cubicBezTo>
                  <a:pt x="6780878" y="62694"/>
                  <a:pt x="6782098" y="62480"/>
                  <a:pt x="6783262" y="62242"/>
                </a:cubicBezTo>
                <a:cubicBezTo>
                  <a:pt x="6784427" y="62003"/>
                  <a:pt x="6785506" y="61741"/>
                  <a:pt x="6786500" y="61454"/>
                </a:cubicBezTo>
                <a:lnTo>
                  <a:pt x="6786500" y="68117"/>
                </a:lnTo>
                <a:cubicBezTo>
                  <a:pt x="6784295" y="68752"/>
                  <a:pt x="6781802" y="69268"/>
                  <a:pt x="6779022" y="69665"/>
                </a:cubicBezTo>
                <a:cubicBezTo>
                  <a:pt x="6776242" y="70062"/>
                  <a:pt x="6773362" y="70260"/>
                  <a:pt x="6770380" y="70260"/>
                </a:cubicBezTo>
                <a:cubicBezTo>
                  <a:pt x="6766373" y="70260"/>
                  <a:pt x="6762925" y="69717"/>
                  <a:pt x="6760036" y="68629"/>
                </a:cubicBezTo>
                <a:cubicBezTo>
                  <a:pt x="6757148" y="67542"/>
                  <a:pt x="6754779" y="65966"/>
                  <a:pt x="6752931" y="63900"/>
                </a:cubicBezTo>
                <a:cubicBezTo>
                  <a:pt x="6751083" y="61835"/>
                  <a:pt x="6749716" y="59303"/>
                  <a:pt x="6748831" y="56306"/>
                </a:cubicBezTo>
                <a:cubicBezTo>
                  <a:pt x="6747946" y="53309"/>
                  <a:pt x="6747503" y="49915"/>
                  <a:pt x="6747503" y="46126"/>
                </a:cubicBezTo>
                <a:cubicBezTo>
                  <a:pt x="6747503" y="42833"/>
                  <a:pt x="6747977" y="39719"/>
                  <a:pt x="6748924" y="36784"/>
                </a:cubicBezTo>
                <a:cubicBezTo>
                  <a:pt x="6749872" y="33849"/>
                  <a:pt x="6751254" y="31271"/>
                  <a:pt x="6753071" y="29050"/>
                </a:cubicBezTo>
                <a:cubicBezTo>
                  <a:pt x="6754888" y="26829"/>
                  <a:pt x="6757117" y="25066"/>
                  <a:pt x="6759757" y="23762"/>
                </a:cubicBezTo>
                <a:cubicBezTo>
                  <a:pt x="6762397" y="22457"/>
                  <a:pt x="6765394" y="21805"/>
                  <a:pt x="6768749" y="21805"/>
                </a:cubicBezTo>
                <a:cubicBezTo>
                  <a:pt x="6772010" y="21805"/>
                  <a:pt x="6774899" y="22317"/>
                  <a:pt x="6777415" y="23342"/>
                </a:cubicBezTo>
                <a:cubicBezTo>
                  <a:pt x="6779931" y="24367"/>
                  <a:pt x="6782051" y="25820"/>
                  <a:pt x="6783775" y="27699"/>
                </a:cubicBezTo>
                <a:cubicBezTo>
                  <a:pt x="6785499" y="29578"/>
                  <a:pt x="6786803" y="31861"/>
                  <a:pt x="6787688" y="34548"/>
                </a:cubicBezTo>
                <a:cubicBezTo>
                  <a:pt x="6788574" y="37234"/>
                  <a:pt x="6789016" y="40240"/>
                  <a:pt x="6789016" y="43563"/>
                </a:cubicBezTo>
                <a:moveTo>
                  <a:pt x="6780583" y="42398"/>
                </a:moveTo>
                <a:cubicBezTo>
                  <a:pt x="6780676" y="40317"/>
                  <a:pt x="6780475" y="38415"/>
                  <a:pt x="6779978" y="36691"/>
                </a:cubicBezTo>
                <a:cubicBezTo>
                  <a:pt x="6779481" y="34967"/>
                  <a:pt x="6778712" y="33484"/>
                  <a:pt x="6777671" y="32241"/>
                </a:cubicBezTo>
                <a:cubicBezTo>
                  <a:pt x="6776631" y="30999"/>
                  <a:pt x="6775334" y="30028"/>
                  <a:pt x="6773781" y="29329"/>
                </a:cubicBezTo>
                <a:cubicBezTo>
                  <a:pt x="6772228" y="28631"/>
                  <a:pt x="6770426" y="28281"/>
                  <a:pt x="6768376" y="28281"/>
                </a:cubicBezTo>
                <a:cubicBezTo>
                  <a:pt x="6766606" y="28281"/>
                  <a:pt x="6764991" y="28623"/>
                  <a:pt x="6763531" y="29306"/>
                </a:cubicBezTo>
                <a:cubicBezTo>
                  <a:pt x="6762071" y="29989"/>
                  <a:pt x="6760813" y="30952"/>
                  <a:pt x="6759757" y="32195"/>
                </a:cubicBezTo>
                <a:cubicBezTo>
                  <a:pt x="6758701" y="33437"/>
                  <a:pt x="6757847" y="34928"/>
                  <a:pt x="6757194" y="36668"/>
                </a:cubicBezTo>
                <a:cubicBezTo>
                  <a:pt x="6756542" y="38407"/>
                  <a:pt x="6756138" y="40317"/>
                  <a:pt x="6755983" y="42398"/>
                </a:cubicBezTo>
                <a:lnTo>
                  <a:pt x="6780583" y="42398"/>
                </a:lnTo>
                <a:close/>
                <a:moveTo>
                  <a:pt x="6839058" y="68723"/>
                </a:moveTo>
                <a:cubicBezTo>
                  <a:pt x="6837225" y="69205"/>
                  <a:pt x="6835330" y="69551"/>
                  <a:pt x="6833374" y="69759"/>
                </a:cubicBezTo>
                <a:cubicBezTo>
                  <a:pt x="6831417" y="69969"/>
                  <a:pt x="6829429" y="70074"/>
                  <a:pt x="6827410" y="70074"/>
                </a:cubicBezTo>
                <a:cubicBezTo>
                  <a:pt x="6821539" y="70074"/>
                  <a:pt x="6817160" y="68746"/>
                  <a:pt x="6814271" y="66090"/>
                </a:cubicBezTo>
                <a:cubicBezTo>
                  <a:pt x="6811382" y="63434"/>
                  <a:pt x="6809938" y="59358"/>
                  <a:pt x="6809938" y="53860"/>
                </a:cubicBezTo>
                <a:lnTo>
                  <a:pt x="6809938" y="29446"/>
                </a:lnTo>
                <a:lnTo>
                  <a:pt x="6796846" y="29446"/>
                </a:lnTo>
                <a:lnTo>
                  <a:pt x="6796846" y="22644"/>
                </a:lnTo>
                <a:lnTo>
                  <a:pt x="6809938" y="22644"/>
                </a:lnTo>
                <a:lnTo>
                  <a:pt x="6809938" y="9743"/>
                </a:lnTo>
                <a:lnTo>
                  <a:pt x="6818045" y="7641"/>
                </a:lnTo>
                <a:lnTo>
                  <a:pt x="6818045" y="22644"/>
                </a:lnTo>
                <a:lnTo>
                  <a:pt x="6839058" y="22644"/>
                </a:lnTo>
                <a:lnTo>
                  <a:pt x="6839058" y="29446"/>
                </a:lnTo>
                <a:lnTo>
                  <a:pt x="6818045" y="29446"/>
                </a:lnTo>
                <a:lnTo>
                  <a:pt x="6818045" y="53208"/>
                </a:lnTo>
                <a:cubicBezTo>
                  <a:pt x="6818045" y="56562"/>
                  <a:pt x="6818938" y="59070"/>
                  <a:pt x="6820724" y="60732"/>
                </a:cubicBezTo>
                <a:cubicBezTo>
                  <a:pt x="6822510" y="62394"/>
                  <a:pt x="6825142" y="63225"/>
                  <a:pt x="6828621" y="63225"/>
                </a:cubicBezTo>
                <a:cubicBezTo>
                  <a:pt x="6830112" y="63225"/>
                  <a:pt x="6831743" y="63105"/>
                  <a:pt x="6833513" y="62865"/>
                </a:cubicBezTo>
                <a:cubicBezTo>
                  <a:pt x="6835284" y="62624"/>
                  <a:pt x="6837132" y="62247"/>
                  <a:pt x="6839058" y="61734"/>
                </a:cubicBezTo>
                <a:lnTo>
                  <a:pt x="6839058" y="68723"/>
                </a:lnTo>
                <a:close/>
                <a:moveTo>
                  <a:pt x="6890823" y="69421"/>
                </a:moveTo>
                <a:lnTo>
                  <a:pt x="6882716" y="69421"/>
                </a:lnTo>
                <a:lnTo>
                  <a:pt x="6882716" y="39556"/>
                </a:lnTo>
                <a:cubicBezTo>
                  <a:pt x="6882716" y="35953"/>
                  <a:pt x="6882040" y="33259"/>
                  <a:pt x="6880689" y="31473"/>
                </a:cubicBezTo>
                <a:cubicBezTo>
                  <a:pt x="6879338" y="29687"/>
                  <a:pt x="6877404" y="28794"/>
                  <a:pt x="6874888" y="28794"/>
                </a:cubicBezTo>
                <a:cubicBezTo>
                  <a:pt x="6873801" y="28794"/>
                  <a:pt x="6872784" y="28941"/>
                  <a:pt x="6871837" y="29236"/>
                </a:cubicBezTo>
                <a:cubicBezTo>
                  <a:pt x="6870889" y="29531"/>
                  <a:pt x="6869903" y="30044"/>
                  <a:pt x="6868878" y="30774"/>
                </a:cubicBezTo>
                <a:cubicBezTo>
                  <a:pt x="6867853" y="31504"/>
                  <a:pt x="6866735" y="32490"/>
                  <a:pt x="6865524" y="33732"/>
                </a:cubicBezTo>
                <a:cubicBezTo>
                  <a:pt x="6864312" y="34975"/>
                  <a:pt x="6862914" y="36528"/>
                  <a:pt x="6861330" y="38391"/>
                </a:cubicBezTo>
                <a:lnTo>
                  <a:pt x="6861330" y="69421"/>
                </a:lnTo>
                <a:lnTo>
                  <a:pt x="6853223" y="69421"/>
                </a:lnTo>
                <a:lnTo>
                  <a:pt x="6853223" y="3541"/>
                </a:lnTo>
                <a:lnTo>
                  <a:pt x="6861330" y="3541"/>
                </a:lnTo>
                <a:lnTo>
                  <a:pt x="6861330" y="22630"/>
                </a:lnTo>
                <a:lnTo>
                  <a:pt x="6861051" y="30005"/>
                </a:lnTo>
                <a:cubicBezTo>
                  <a:pt x="6862324" y="28483"/>
                  <a:pt x="6863574" y="27202"/>
                  <a:pt x="6864801" y="26161"/>
                </a:cubicBezTo>
                <a:cubicBezTo>
                  <a:pt x="6866028" y="25121"/>
                  <a:pt x="6867255" y="24274"/>
                  <a:pt x="6868482" y="23622"/>
                </a:cubicBezTo>
                <a:cubicBezTo>
                  <a:pt x="6869709" y="22970"/>
                  <a:pt x="6870959" y="22504"/>
                  <a:pt x="6872233" y="22224"/>
                </a:cubicBezTo>
                <a:cubicBezTo>
                  <a:pt x="6873506" y="21945"/>
                  <a:pt x="6874826" y="21805"/>
                  <a:pt x="6876193" y="21805"/>
                </a:cubicBezTo>
                <a:cubicBezTo>
                  <a:pt x="6880852" y="21805"/>
                  <a:pt x="6884455" y="23226"/>
                  <a:pt x="6887002" y="26068"/>
                </a:cubicBezTo>
                <a:cubicBezTo>
                  <a:pt x="6889549" y="28910"/>
                  <a:pt x="6890823" y="33189"/>
                  <a:pt x="6890823" y="38904"/>
                </a:cubicBezTo>
                <a:lnTo>
                  <a:pt x="6890823" y="69421"/>
                </a:lnTo>
                <a:close/>
                <a:moveTo>
                  <a:pt x="6945803" y="45660"/>
                </a:moveTo>
                <a:cubicBezTo>
                  <a:pt x="6945803" y="49294"/>
                  <a:pt x="6945291" y="52625"/>
                  <a:pt x="6944266" y="55654"/>
                </a:cubicBezTo>
                <a:cubicBezTo>
                  <a:pt x="6943241" y="58682"/>
                  <a:pt x="6941765" y="61276"/>
                  <a:pt x="6939839" y="63434"/>
                </a:cubicBezTo>
                <a:cubicBezTo>
                  <a:pt x="6937914" y="65593"/>
                  <a:pt x="6935569" y="67271"/>
                  <a:pt x="6932804" y="68466"/>
                </a:cubicBezTo>
                <a:cubicBezTo>
                  <a:pt x="6930040" y="69662"/>
                  <a:pt x="6926903" y="70260"/>
                  <a:pt x="6923393" y="70260"/>
                </a:cubicBezTo>
                <a:cubicBezTo>
                  <a:pt x="6920038" y="70260"/>
                  <a:pt x="6917033" y="69740"/>
                  <a:pt x="6914377" y="68699"/>
                </a:cubicBezTo>
                <a:cubicBezTo>
                  <a:pt x="6911721" y="67659"/>
                  <a:pt x="6909470" y="66129"/>
                  <a:pt x="6907621" y="64110"/>
                </a:cubicBezTo>
                <a:cubicBezTo>
                  <a:pt x="6905773" y="62091"/>
                  <a:pt x="6904360" y="59591"/>
                  <a:pt x="6903382" y="56609"/>
                </a:cubicBezTo>
                <a:cubicBezTo>
                  <a:pt x="6902403" y="53627"/>
                  <a:pt x="6901914" y="50195"/>
                  <a:pt x="6901914" y="46312"/>
                </a:cubicBezTo>
                <a:cubicBezTo>
                  <a:pt x="6901914" y="42678"/>
                  <a:pt x="6902426" y="39362"/>
                  <a:pt x="6903451" y="36365"/>
                </a:cubicBezTo>
                <a:cubicBezTo>
                  <a:pt x="6904476" y="33367"/>
                  <a:pt x="6905952" y="30789"/>
                  <a:pt x="6907878" y="28631"/>
                </a:cubicBezTo>
                <a:cubicBezTo>
                  <a:pt x="6909803" y="26472"/>
                  <a:pt x="6912149" y="24795"/>
                  <a:pt x="6914913" y="23599"/>
                </a:cubicBezTo>
                <a:cubicBezTo>
                  <a:pt x="6917677" y="22403"/>
                  <a:pt x="6920815" y="21805"/>
                  <a:pt x="6924324" y="21805"/>
                </a:cubicBezTo>
                <a:cubicBezTo>
                  <a:pt x="6927679" y="21805"/>
                  <a:pt x="6930684" y="22325"/>
                  <a:pt x="6933340" y="23366"/>
                </a:cubicBezTo>
                <a:cubicBezTo>
                  <a:pt x="6935996" y="24406"/>
                  <a:pt x="6938248" y="25928"/>
                  <a:pt x="6940096" y="27932"/>
                </a:cubicBezTo>
                <a:cubicBezTo>
                  <a:pt x="6941944" y="29935"/>
                  <a:pt x="6943357" y="32428"/>
                  <a:pt x="6944336" y="35410"/>
                </a:cubicBezTo>
                <a:cubicBezTo>
                  <a:pt x="6945314" y="38391"/>
                  <a:pt x="6945803" y="41808"/>
                  <a:pt x="6945803" y="45660"/>
                </a:cubicBezTo>
                <a:moveTo>
                  <a:pt x="6937510" y="46033"/>
                </a:moveTo>
                <a:cubicBezTo>
                  <a:pt x="6937510" y="43144"/>
                  <a:pt x="6937192" y="40620"/>
                  <a:pt x="6936555" y="38461"/>
                </a:cubicBezTo>
                <a:cubicBezTo>
                  <a:pt x="6935918" y="36303"/>
                  <a:pt x="6935009" y="34501"/>
                  <a:pt x="6933829" y="33057"/>
                </a:cubicBezTo>
                <a:cubicBezTo>
                  <a:pt x="6932649" y="31612"/>
                  <a:pt x="6931212" y="30525"/>
                  <a:pt x="6929519" y="29795"/>
                </a:cubicBezTo>
                <a:cubicBezTo>
                  <a:pt x="6927827" y="29065"/>
                  <a:pt x="6925940" y="28700"/>
                  <a:pt x="6923859" y="28700"/>
                </a:cubicBezTo>
                <a:cubicBezTo>
                  <a:pt x="6921436" y="28700"/>
                  <a:pt x="6919362" y="29174"/>
                  <a:pt x="6917639" y="30121"/>
                </a:cubicBezTo>
                <a:cubicBezTo>
                  <a:pt x="6915915" y="31069"/>
                  <a:pt x="6914501" y="32335"/>
                  <a:pt x="6913399" y="33919"/>
                </a:cubicBezTo>
                <a:cubicBezTo>
                  <a:pt x="6912296" y="35503"/>
                  <a:pt x="6911488" y="37343"/>
                  <a:pt x="6910976" y="39440"/>
                </a:cubicBezTo>
                <a:cubicBezTo>
                  <a:pt x="6910463" y="41536"/>
                  <a:pt x="6910207" y="43734"/>
                  <a:pt x="6910207" y="46033"/>
                </a:cubicBezTo>
                <a:cubicBezTo>
                  <a:pt x="6910207" y="48921"/>
                  <a:pt x="6910526" y="51453"/>
                  <a:pt x="6911162" y="53627"/>
                </a:cubicBezTo>
                <a:cubicBezTo>
                  <a:pt x="6911799" y="55801"/>
                  <a:pt x="6912708" y="57611"/>
                  <a:pt x="6913888" y="59055"/>
                </a:cubicBezTo>
                <a:cubicBezTo>
                  <a:pt x="6915068" y="60499"/>
                  <a:pt x="6916497" y="61586"/>
                  <a:pt x="6918174" y="62316"/>
                </a:cubicBezTo>
                <a:cubicBezTo>
                  <a:pt x="6919852" y="63046"/>
                  <a:pt x="6921746" y="63411"/>
                  <a:pt x="6923859" y="63411"/>
                </a:cubicBezTo>
                <a:cubicBezTo>
                  <a:pt x="6926281" y="63411"/>
                  <a:pt x="6928355" y="62937"/>
                  <a:pt x="6930079" y="61990"/>
                </a:cubicBezTo>
                <a:cubicBezTo>
                  <a:pt x="6931802" y="61043"/>
                  <a:pt x="6933216" y="59777"/>
                  <a:pt x="6934318" y="58193"/>
                </a:cubicBezTo>
                <a:cubicBezTo>
                  <a:pt x="6935421" y="56609"/>
                  <a:pt x="6936229" y="54768"/>
                  <a:pt x="6936741" y="52672"/>
                </a:cubicBezTo>
                <a:cubicBezTo>
                  <a:pt x="6937254" y="50575"/>
                  <a:pt x="6937510" y="48362"/>
                  <a:pt x="6937510" y="46033"/>
                </a:cubicBezTo>
                <a:close/>
                <a:moveTo>
                  <a:pt x="6954564" y="47011"/>
                </a:moveTo>
                <a:cubicBezTo>
                  <a:pt x="6954564" y="43035"/>
                  <a:pt x="6955108" y="39502"/>
                  <a:pt x="6956195" y="36411"/>
                </a:cubicBezTo>
                <a:cubicBezTo>
                  <a:pt x="6957282" y="33321"/>
                  <a:pt x="6958828" y="30712"/>
                  <a:pt x="6960831" y="28584"/>
                </a:cubicBezTo>
                <a:cubicBezTo>
                  <a:pt x="6962834" y="26456"/>
                  <a:pt x="6965242" y="24841"/>
                  <a:pt x="6968053" y="23738"/>
                </a:cubicBezTo>
                <a:cubicBezTo>
                  <a:pt x="6970864" y="22636"/>
                  <a:pt x="6973993" y="22084"/>
                  <a:pt x="6977441" y="22084"/>
                </a:cubicBezTo>
                <a:cubicBezTo>
                  <a:pt x="6978932" y="22084"/>
                  <a:pt x="6980399" y="22178"/>
                  <a:pt x="6981844" y="22364"/>
                </a:cubicBezTo>
                <a:cubicBezTo>
                  <a:pt x="6983288" y="22550"/>
                  <a:pt x="6984709" y="22845"/>
                  <a:pt x="6986107" y="23249"/>
                </a:cubicBezTo>
                <a:lnTo>
                  <a:pt x="6986107" y="3541"/>
                </a:lnTo>
                <a:lnTo>
                  <a:pt x="6994260" y="3541"/>
                </a:lnTo>
                <a:lnTo>
                  <a:pt x="6994260" y="69421"/>
                </a:lnTo>
                <a:lnTo>
                  <a:pt x="6986992" y="69421"/>
                </a:lnTo>
                <a:lnTo>
                  <a:pt x="6986713" y="60569"/>
                </a:lnTo>
                <a:cubicBezTo>
                  <a:pt x="6984445" y="63862"/>
                  <a:pt x="6981991" y="66300"/>
                  <a:pt x="6979351" y="67884"/>
                </a:cubicBezTo>
                <a:cubicBezTo>
                  <a:pt x="6976711" y="69468"/>
                  <a:pt x="6973853" y="70260"/>
                  <a:pt x="6970778" y="70260"/>
                </a:cubicBezTo>
                <a:cubicBezTo>
                  <a:pt x="6968107" y="70260"/>
                  <a:pt x="6965754" y="69701"/>
                  <a:pt x="6963720" y="68583"/>
                </a:cubicBezTo>
                <a:cubicBezTo>
                  <a:pt x="6961685" y="67465"/>
                  <a:pt x="6959992" y="65888"/>
                  <a:pt x="6958641" y="63854"/>
                </a:cubicBezTo>
                <a:cubicBezTo>
                  <a:pt x="6957290" y="61819"/>
                  <a:pt x="6956273" y="59373"/>
                  <a:pt x="6955589" y="56516"/>
                </a:cubicBezTo>
                <a:cubicBezTo>
                  <a:pt x="6954906" y="53658"/>
                  <a:pt x="6954564" y="50490"/>
                  <a:pt x="6954564" y="47011"/>
                </a:cubicBezTo>
                <a:moveTo>
                  <a:pt x="6962858" y="46498"/>
                </a:moveTo>
                <a:cubicBezTo>
                  <a:pt x="6962858" y="52152"/>
                  <a:pt x="6963689" y="56368"/>
                  <a:pt x="6965350" y="59148"/>
                </a:cubicBezTo>
                <a:cubicBezTo>
                  <a:pt x="6967012" y="61928"/>
                  <a:pt x="6969365" y="63318"/>
                  <a:pt x="6972409" y="63318"/>
                </a:cubicBezTo>
                <a:cubicBezTo>
                  <a:pt x="6974459" y="63318"/>
                  <a:pt x="6976626" y="62402"/>
                  <a:pt x="6978909" y="60569"/>
                </a:cubicBezTo>
                <a:cubicBezTo>
                  <a:pt x="6981192" y="58736"/>
                  <a:pt x="6983591" y="56019"/>
                  <a:pt x="6986107" y="52416"/>
                </a:cubicBezTo>
                <a:lnTo>
                  <a:pt x="6986107" y="30704"/>
                </a:lnTo>
                <a:cubicBezTo>
                  <a:pt x="6984771" y="30083"/>
                  <a:pt x="6983296" y="29609"/>
                  <a:pt x="6981681" y="29283"/>
                </a:cubicBezTo>
                <a:cubicBezTo>
                  <a:pt x="6980066" y="28957"/>
                  <a:pt x="6978466" y="28794"/>
                  <a:pt x="6976882" y="28794"/>
                </a:cubicBezTo>
                <a:cubicBezTo>
                  <a:pt x="6972471" y="28794"/>
                  <a:pt x="6969031" y="30222"/>
                  <a:pt x="6966562" y="33080"/>
                </a:cubicBezTo>
                <a:cubicBezTo>
                  <a:pt x="6964092" y="35938"/>
                  <a:pt x="6962858" y="40410"/>
                  <a:pt x="6962858" y="46498"/>
                </a:cubicBez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orpropertyonanullobject.Thislikelyhappenswithinthefunctionalityhandlingthe`v2`popupversion.&quot;">
            <a:extLst xmlns:a="http://schemas.openxmlformats.org/drawingml/2006/main">
              <a:ext uri="{FF2B5EF4-FFF2-40B4-BE49-F238E27FC236}">
                <a16:creationId xmlns:a16="http://schemas.microsoft.com/office/drawing/2014/main" id="{F01590C7-25B6-4312-8175-237B61BF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21" y="7457535"/>
            <a:ext cx="5585013" cy="86008"/>
          </a:xfrm>
          <a:custGeom xmlns:a="http://schemas.openxmlformats.org/drawingml/2006/main">
            <a:pathLst>
              <a:path w="5585013" h="86008">
                <a:moveTo>
                  <a:pt x="43889" y="42678"/>
                </a:moveTo>
                <a:cubicBezTo>
                  <a:pt x="43889" y="46312"/>
                  <a:pt x="43377" y="49643"/>
                  <a:pt x="42352" y="52672"/>
                </a:cubicBezTo>
                <a:cubicBezTo>
                  <a:pt x="41327" y="55700"/>
                  <a:pt x="39851" y="58294"/>
                  <a:pt x="37926" y="60453"/>
                </a:cubicBezTo>
                <a:cubicBezTo>
                  <a:pt x="36000" y="62611"/>
                  <a:pt x="33655" y="64289"/>
                  <a:pt x="30890" y="65485"/>
                </a:cubicBezTo>
                <a:cubicBezTo>
                  <a:pt x="28126" y="66680"/>
                  <a:pt x="24989" y="67278"/>
                  <a:pt x="21479" y="67278"/>
                </a:cubicBezTo>
                <a:cubicBezTo>
                  <a:pt x="18124" y="67278"/>
                  <a:pt x="15119" y="66758"/>
                  <a:pt x="12463" y="65717"/>
                </a:cubicBezTo>
                <a:cubicBezTo>
                  <a:pt x="9808" y="64677"/>
                  <a:pt x="7556" y="63147"/>
                  <a:pt x="5707" y="61128"/>
                </a:cubicBezTo>
                <a:cubicBezTo>
                  <a:pt x="3859" y="59109"/>
                  <a:pt x="2446" y="56609"/>
                  <a:pt x="1468" y="53627"/>
                </a:cubicBezTo>
                <a:cubicBezTo>
                  <a:pt x="489" y="50645"/>
                  <a:pt x="0" y="47213"/>
                  <a:pt x="0" y="43330"/>
                </a:cubicBezTo>
                <a:cubicBezTo>
                  <a:pt x="0" y="39696"/>
                  <a:pt x="513" y="36380"/>
                  <a:pt x="1538" y="33383"/>
                </a:cubicBezTo>
                <a:cubicBezTo>
                  <a:pt x="2563" y="30385"/>
                  <a:pt x="4038" y="27807"/>
                  <a:pt x="5964" y="25649"/>
                </a:cubicBezTo>
                <a:cubicBezTo>
                  <a:pt x="7890" y="23490"/>
                  <a:pt x="10235" y="21813"/>
                  <a:pt x="12999" y="20617"/>
                </a:cubicBezTo>
                <a:cubicBezTo>
                  <a:pt x="15763" y="19421"/>
                  <a:pt x="18901" y="18823"/>
                  <a:pt x="22411" y="18823"/>
                </a:cubicBezTo>
                <a:cubicBezTo>
                  <a:pt x="25765" y="18823"/>
                  <a:pt x="28770" y="19343"/>
                  <a:pt x="31426" y="20384"/>
                </a:cubicBezTo>
                <a:cubicBezTo>
                  <a:pt x="34082" y="21424"/>
                  <a:pt x="36334" y="22946"/>
                  <a:pt x="38182" y="24950"/>
                </a:cubicBezTo>
                <a:cubicBezTo>
                  <a:pt x="40030" y="26953"/>
                  <a:pt x="41443" y="29446"/>
                  <a:pt x="42422" y="32428"/>
                </a:cubicBezTo>
                <a:cubicBezTo>
                  <a:pt x="43400" y="35410"/>
                  <a:pt x="43889" y="38826"/>
                  <a:pt x="43889" y="42678"/>
                </a:cubicBezTo>
                <a:moveTo>
                  <a:pt x="35596" y="43051"/>
                </a:moveTo>
                <a:cubicBezTo>
                  <a:pt x="35596" y="40162"/>
                  <a:pt x="35278" y="37638"/>
                  <a:pt x="34641" y="35480"/>
                </a:cubicBezTo>
                <a:cubicBezTo>
                  <a:pt x="34004" y="33321"/>
                  <a:pt x="33096" y="31519"/>
                  <a:pt x="31915" y="30075"/>
                </a:cubicBezTo>
                <a:cubicBezTo>
                  <a:pt x="30735" y="28631"/>
                  <a:pt x="29298" y="27543"/>
                  <a:pt x="27606" y="26813"/>
                </a:cubicBezTo>
                <a:cubicBezTo>
                  <a:pt x="25913" y="26084"/>
                  <a:pt x="24026" y="25719"/>
                  <a:pt x="21945" y="25719"/>
                </a:cubicBezTo>
                <a:cubicBezTo>
                  <a:pt x="19522" y="25719"/>
                  <a:pt x="17449" y="26192"/>
                  <a:pt x="15725" y="27140"/>
                </a:cubicBezTo>
                <a:cubicBezTo>
                  <a:pt x="14001" y="28087"/>
                  <a:pt x="12587" y="29353"/>
                  <a:pt x="11485" y="30937"/>
                </a:cubicBezTo>
                <a:cubicBezTo>
                  <a:pt x="10382" y="32521"/>
                  <a:pt x="9575" y="34361"/>
                  <a:pt x="9062" y="36458"/>
                </a:cubicBezTo>
                <a:cubicBezTo>
                  <a:pt x="8550" y="38555"/>
                  <a:pt x="8293" y="40752"/>
                  <a:pt x="8293" y="43051"/>
                </a:cubicBezTo>
                <a:cubicBezTo>
                  <a:pt x="8293" y="45939"/>
                  <a:pt x="8612" y="48471"/>
                  <a:pt x="9248" y="50645"/>
                </a:cubicBezTo>
                <a:cubicBezTo>
                  <a:pt x="9885" y="52819"/>
                  <a:pt x="10794" y="54629"/>
                  <a:pt x="11974" y="56073"/>
                </a:cubicBezTo>
                <a:cubicBezTo>
                  <a:pt x="13154" y="57517"/>
                  <a:pt x="14583" y="58604"/>
                  <a:pt x="16260" y="59334"/>
                </a:cubicBezTo>
                <a:cubicBezTo>
                  <a:pt x="17938" y="60064"/>
                  <a:pt x="19832" y="60429"/>
                  <a:pt x="21945" y="60429"/>
                </a:cubicBezTo>
                <a:cubicBezTo>
                  <a:pt x="24367" y="60429"/>
                  <a:pt x="26441" y="59956"/>
                  <a:pt x="28165" y="59008"/>
                </a:cubicBezTo>
                <a:cubicBezTo>
                  <a:pt x="29889" y="58061"/>
                  <a:pt x="31302" y="56795"/>
                  <a:pt x="32404" y="55211"/>
                </a:cubicBezTo>
                <a:cubicBezTo>
                  <a:pt x="33507" y="53627"/>
                  <a:pt x="34315" y="51787"/>
                  <a:pt x="34827" y="49690"/>
                </a:cubicBezTo>
                <a:cubicBezTo>
                  <a:pt x="35340" y="47593"/>
                  <a:pt x="35596" y="45380"/>
                  <a:pt x="35596" y="43051"/>
                </a:cubicBezTo>
                <a:close/>
                <a:moveTo>
                  <a:pt x="56937" y="19662"/>
                </a:moveTo>
                <a:lnTo>
                  <a:pt x="64345" y="19662"/>
                </a:lnTo>
                <a:lnTo>
                  <a:pt x="64578" y="28259"/>
                </a:lnTo>
                <a:cubicBezTo>
                  <a:pt x="67342" y="24943"/>
                  <a:pt x="70068" y="22542"/>
                  <a:pt x="72755" y="21055"/>
                </a:cubicBezTo>
                <a:cubicBezTo>
                  <a:pt x="75442" y="19567"/>
                  <a:pt x="78152" y="18823"/>
                  <a:pt x="80885" y="18823"/>
                </a:cubicBezTo>
                <a:cubicBezTo>
                  <a:pt x="85731" y="18823"/>
                  <a:pt x="89404" y="20388"/>
                  <a:pt x="91904" y="23517"/>
                </a:cubicBezTo>
                <a:cubicBezTo>
                  <a:pt x="94404" y="26647"/>
                  <a:pt x="95561" y="31294"/>
                  <a:pt x="95375" y="37460"/>
                </a:cubicBezTo>
                <a:lnTo>
                  <a:pt x="87175" y="37460"/>
                </a:lnTo>
                <a:cubicBezTo>
                  <a:pt x="87268" y="33376"/>
                  <a:pt x="86670" y="30414"/>
                  <a:pt x="85381" y="28574"/>
                </a:cubicBezTo>
                <a:cubicBezTo>
                  <a:pt x="84092" y="26732"/>
                  <a:pt x="82205" y="25812"/>
                  <a:pt x="79720" y="25812"/>
                </a:cubicBezTo>
                <a:cubicBezTo>
                  <a:pt x="78633" y="25812"/>
                  <a:pt x="77538" y="26005"/>
                  <a:pt x="76436" y="26393"/>
                </a:cubicBezTo>
                <a:cubicBezTo>
                  <a:pt x="75333" y="26779"/>
                  <a:pt x="74199" y="27397"/>
                  <a:pt x="73034" y="28248"/>
                </a:cubicBezTo>
                <a:cubicBezTo>
                  <a:pt x="71870" y="29098"/>
                  <a:pt x="70635" y="30188"/>
                  <a:pt x="69330" y="31519"/>
                </a:cubicBezTo>
                <a:cubicBezTo>
                  <a:pt x="68026" y="32849"/>
                  <a:pt x="66628" y="34457"/>
                  <a:pt x="65137" y="36344"/>
                </a:cubicBezTo>
                <a:lnTo>
                  <a:pt x="65137" y="66440"/>
                </a:lnTo>
                <a:lnTo>
                  <a:pt x="56937" y="66440"/>
                </a:lnTo>
                <a:lnTo>
                  <a:pt x="56937" y="19662"/>
                </a:lnTo>
                <a:close/>
                <a:moveTo>
                  <a:pt x="198719" y="42212"/>
                </a:moveTo>
                <a:cubicBezTo>
                  <a:pt x="198719" y="46374"/>
                  <a:pt x="198137" y="50008"/>
                  <a:pt x="196972" y="53114"/>
                </a:cubicBezTo>
                <a:cubicBezTo>
                  <a:pt x="195807" y="56221"/>
                  <a:pt x="194200" y="58799"/>
                  <a:pt x="192150" y="60849"/>
                </a:cubicBezTo>
                <a:cubicBezTo>
                  <a:pt x="190100" y="62899"/>
                  <a:pt x="187677" y="64436"/>
                  <a:pt x="184882" y="65461"/>
                </a:cubicBezTo>
                <a:cubicBezTo>
                  <a:pt x="182086" y="66486"/>
                  <a:pt x="179058" y="66999"/>
                  <a:pt x="175796" y="66999"/>
                </a:cubicBezTo>
                <a:cubicBezTo>
                  <a:pt x="174305" y="66999"/>
                  <a:pt x="172822" y="66921"/>
                  <a:pt x="171347" y="66766"/>
                </a:cubicBezTo>
                <a:cubicBezTo>
                  <a:pt x="169871" y="66610"/>
                  <a:pt x="168373" y="66346"/>
                  <a:pt x="166851" y="65974"/>
                </a:cubicBezTo>
                <a:lnTo>
                  <a:pt x="166851" y="85542"/>
                </a:lnTo>
                <a:lnTo>
                  <a:pt x="158744" y="85542"/>
                </a:lnTo>
                <a:lnTo>
                  <a:pt x="158744" y="19662"/>
                </a:lnTo>
                <a:lnTo>
                  <a:pt x="165965" y="19662"/>
                </a:lnTo>
                <a:lnTo>
                  <a:pt x="166478" y="27489"/>
                </a:lnTo>
                <a:cubicBezTo>
                  <a:pt x="168807" y="24290"/>
                  <a:pt x="171292" y="22046"/>
                  <a:pt x="173933" y="20757"/>
                </a:cubicBezTo>
                <a:cubicBezTo>
                  <a:pt x="176573" y="19468"/>
                  <a:pt x="179430" y="18823"/>
                  <a:pt x="182505" y="18823"/>
                </a:cubicBezTo>
                <a:cubicBezTo>
                  <a:pt x="185177" y="18823"/>
                  <a:pt x="187522" y="19382"/>
                  <a:pt x="189541" y="20500"/>
                </a:cubicBezTo>
                <a:cubicBezTo>
                  <a:pt x="191560" y="21619"/>
                  <a:pt x="193253" y="23195"/>
                  <a:pt x="194619" y="25229"/>
                </a:cubicBezTo>
                <a:cubicBezTo>
                  <a:pt x="195986" y="27264"/>
                  <a:pt x="197011" y="29718"/>
                  <a:pt x="197694" y="32591"/>
                </a:cubicBezTo>
                <a:cubicBezTo>
                  <a:pt x="198378" y="35464"/>
                  <a:pt x="198719" y="38671"/>
                  <a:pt x="198719" y="42212"/>
                </a:cubicBezTo>
                <a:moveTo>
                  <a:pt x="190426" y="42585"/>
                </a:moveTo>
                <a:cubicBezTo>
                  <a:pt x="190426" y="40131"/>
                  <a:pt x="190247" y="37879"/>
                  <a:pt x="189890" y="35829"/>
                </a:cubicBezTo>
                <a:cubicBezTo>
                  <a:pt x="189533" y="33779"/>
                  <a:pt x="188966" y="32024"/>
                  <a:pt x="188190" y="30564"/>
                </a:cubicBezTo>
                <a:cubicBezTo>
                  <a:pt x="187413" y="29104"/>
                  <a:pt x="186419" y="27963"/>
                  <a:pt x="185208" y="27140"/>
                </a:cubicBezTo>
                <a:cubicBezTo>
                  <a:pt x="183996" y="26316"/>
                  <a:pt x="182552" y="25905"/>
                  <a:pt x="180875" y="25905"/>
                </a:cubicBezTo>
                <a:cubicBezTo>
                  <a:pt x="179850" y="25905"/>
                  <a:pt x="178809" y="26068"/>
                  <a:pt x="177753" y="26394"/>
                </a:cubicBezTo>
                <a:cubicBezTo>
                  <a:pt x="176697" y="26720"/>
                  <a:pt x="175602" y="27264"/>
                  <a:pt x="174468" y="28025"/>
                </a:cubicBezTo>
                <a:cubicBezTo>
                  <a:pt x="173335" y="28786"/>
                  <a:pt x="172139" y="29795"/>
                  <a:pt x="170881" y="31053"/>
                </a:cubicBezTo>
                <a:cubicBezTo>
                  <a:pt x="169623" y="32311"/>
                  <a:pt x="168279" y="33872"/>
                  <a:pt x="166851" y="35736"/>
                </a:cubicBezTo>
                <a:lnTo>
                  <a:pt x="166851" y="58426"/>
                </a:lnTo>
                <a:cubicBezTo>
                  <a:pt x="168342" y="59047"/>
                  <a:pt x="169910" y="59536"/>
                  <a:pt x="171556" y="59894"/>
                </a:cubicBezTo>
                <a:cubicBezTo>
                  <a:pt x="173203" y="60251"/>
                  <a:pt x="174818" y="60429"/>
                  <a:pt x="176402" y="60429"/>
                </a:cubicBezTo>
                <a:cubicBezTo>
                  <a:pt x="180782" y="60429"/>
                  <a:pt x="184214" y="58946"/>
                  <a:pt x="186699" y="55980"/>
                </a:cubicBezTo>
                <a:cubicBezTo>
                  <a:pt x="189184" y="53013"/>
                  <a:pt x="190426" y="48548"/>
                  <a:pt x="190426" y="42585"/>
                </a:cubicBezTo>
                <a:close/>
                <a:moveTo>
                  <a:pt x="212512" y="19662"/>
                </a:moveTo>
                <a:lnTo>
                  <a:pt x="219920" y="19662"/>
                </a:lnTo>
                <a:lnTo>
                  <a:pt x="220153" y="28259"/>
                </a:lnTo>
                <a:cubicBezTo>
                  <a:pt x="222918" y="24943"/>
                  <a:pt x="225643" y="22542"/>
                  <a:pt x="228330" y="21055"/>
                </a:cubicBezTo>
                <a:cubicBezTo>
                  <a:pt x="231017" y="19567"/>
                  <a:pt x="233727" y="18823"/>
                  <a:pt x="236460" y="18823"/>
                </a:cubicBezTo>
                <a:cubicBezTo>
                  <a:pt x="241306" y="18823"/>
                  <a:pt x="244979" y="20388"/>
                  <a:pt x="247479" y="23517"/>
                </a:cubicBezTo>
                <a:cubicBezTo>
                  <a:pt x="249980" y="26647"/>
                  <a:pt x="251137" y="31294"/>
                  <a:pt x="250950" y="37460"/>
                </a:cubicBezTo>
                <a:lnTo>
                  <a:pt x="242750" y="37460"/>
                </a:lnTo>
                <a:cubicBezTo>
                  <a:pt x="242844" y="33376"/>
                  <a:pt x="242246" y="30414"/>
                  <a:pt x="240957" y="28574"/>
                </a:cubicBezTo>
                <a:cubicBezTo>
                  <a:pt x="239668" y="26732"/>
                  <a:pt x="237781" y="25812"/>
                  <a:pt x="235296" y="25812"/>
                </a:cubicBezTo>
                <a:cubicBezTo>
                  <a:pt x="234209" y="25812"/>
                  <a:pt x="233114" y="26005"/>
                  <a:pt x="232011" y="26393"/>
                </a:cubicBezTo>
                <a:cubicBezTo>
                  <a:pt x="230908" y="26779"/>
                  <a:pt x="229775" y="27397"/>
                  <a:pt x="228610" y="28248"/>
                </a:cubicBezTo>
                <a:cubicBezTo>
                  <a:pt x="227445" y="29098"/>
                  <a:pt x="226210" y="30188"/>
                  <a:pt x="224906" y="31519"/>
                </a:cubicBezTo>
                <a:cubicBezTo>
                  <a:pt x="223601" y="32849"/>
                  <a:pt x="222203" y="34457"/>
                  <a:pt x="220713" y="36344"/>
                </a:cubicBezTo>
                <a:lnTo>
                  <a:pt x="220713" y="66440"/>
                </a:lnTo>
                <a:lnTo>
                  <a:pt x="212512" y="66440"/>
                </a:lnTo>
                <a:lnTo>
                  <a:pt x="212512" y="19662"/>
                </a:lnTo>
                <a:close/>
                <a:moveTo>
                  <a:pt x="303182" y="42678"/>
                </a:moveTo>
                <a:cubicBezTo>
                  <a:pt x="303182" y="46312"/>
                  <a:pt x="302669" y="49643"/>
                  <a:pt x="301644" y="52672"/>
                </a:cubicBezTo>
                <a:cubicBezTo>
                  <a:pt x="300619" y="55700"/>
                  <a:pt x="299144" y="58294"/>
                  <a:pt x="297218" y="60453"/>
                </a:cubicBezTo>
                <a:cubicBezTo>
                  <a:pt x="295292" y="62611"/>
                  <a:pt x="292947" y="64289"/>
                  <a:pt x="290183" y="65485"/>
                </a:cubicBezTo>
                <a:cubicBezTo>
                  <a:pt x="287418" y="66680"/>
                  <a:pt x="284281" y="67278"/>
                  <a:pt x="280771" y="67278"/>
                </a:cubicBezTo>
                <a:cubicBezTo>
                  <a:pt x="277417" y="67278"/>
                  <a:pt x="274411" y="66758"/>
                  <a:pt x="271756" y="65717"/>
                </a:cubicBezTo>
                <a:cubicBezTo>
                  <a:pt x="269100" y="64677"/>
                  <a:pt x="266848" y="63147"/>
                  <a:pt x="265000" y="61128"/>
                </a:cubicBezTo>
                <a:cubicBezTo>
                  <a:pt x="263152" y="59109"/>
                  <a:pt x="261738" y="56609"/>
                  <a:pt x="260760" y="53627"/>
                </a:cubicBezTo>
                <a:cubicBezTo>
                  <a:pt x="259782" y="50645"/>
                  <a:pt x="259292" y="47213"/>
                  <a:pt x="259292" y="43330"/>
                </a:cubicBezTo>
                <a:cubicBezTo>
                  <a:pt x="259292" y="39696"/>
                  <a:pt x="259805" y="36380"/>
                  <a:pt x="260830" y="33383"/>
                </a:cubicBezTo>
                <a:cubicBezTo>
                  <a:pt x="261855" y="30385"/>
                  <a:pt x="263330" y="27807"/>
                  <a:pt x="265256" y="25649"/>
                </a:cubicBezTo>
                <a:cubicBezTo>
                  <a:pt x="267182" y="23490"/>
                  <a:pt x="269527" y="21813"/>
                  <a:pt x="272291" y="20617"/>
                </a:cubicBezTo>
                <a:cubicBezTo>
                  <a:pt x="275056" y="19421"/>
                  <a:pt x="278193" y="18823"/>
                  <a:pt x="281703" y="18823"/>
                </a:cubicBezTo>
                <a:cubicBezTo>
                  <a:pt x="285058" y="18823"/>
                  <a:pt x="288063" y="19343"/>
                  <a:pt x="290718" y="20384"/>
                </a:cubicBezTo>
                <a:cubicBezTo>
                  <a:pt x="293374" y="21424"/>
                  <a:pt x="295626" y="22946"/>
                  <a:pt x="297474" y="24950"/>
                </a:cubicBezTo>
                <a:cubicBezTo>
                  <a:pt x="299322" y="26953"/>
                  <a:pt x="300736" y="29446"/>
                  <a:pt x="301714" y="32428"/>
                </a:cubicBezTo>
                <a:cubicBezTo>
                  <a:pt x="302692" y="35410"/>
                  <a:pt x="303182" y="38826"/>
                  <a:pt x="303182" y="42678"/>
                </a:cubicBezTo>
                <a:moveTo>
                  <a:pt x="294888" y="43051"/>
                </a:moveTo>
                <a:cubicBezTo>
                  <a:pt x="294888" y="40162"/>
                  <a:pt x="294570" y="37638"/>
                  <a:pt x="293933" y="35480"/>
                </a:cubicBezTo>
                <a:cubicBezTo>
                  <a:pt x="293297" y="33321"/>
                  <a:pt x="292388" y="31519"/>
                  <a:pt x="291208" y="30075"/>
                </a:cubicBezTo>
                <a:cubicBezTo>
                  <a:pt x="290027" y="28631"/>
                  <a:pt x="288591" y="27543"/>
                  <a:pt x="286898" y="26813"/>
                </a:cubicBezTo>
                <a:cubicBezTo>
                  <a:pt x="285205" y="26084"/>
                  <a:pt x="283318" y="25719"/>
                  <a:pt x="281237" y="25719"/>
                </a:cubicBezTo>
                <a:cubicBezTo>
                  <a:pt x="278814" y="25719"/>
                  <a:pt x="276741" y="26192"/>
                  <a:pt x="275017" y="27140"/>
                </a:cubicBezTo>
                <a:cubicBezTo>
                  <a:pt x="273293" y="28087"/>
                  <a:pt x="271880" y="29353"/>
                  <a:pt x="270777" y="30937"/>
                </a:cubicBezTo>
                <a:cubicBezTo>
                  <a:pt x="269675" y="32521"/>
                  <a:pt x="268867" y="34361"/>
                  <a:pt x="268354" y="36458"/>
                </a:cubicBezTo>
                <a:cubicBezTo>
                  <a:pt x="267842" y="38555"/>
                  <a:pt x="267586" y="40752"/>
                  <a:pt x="267586" y="43051"/>
                </a:cubicBezTo>
                <a:cubicBezTo>
                  <a:pt x="267586" y="45939"/>
                  <a:pt x="267904" y="48471"/>
                  <a:pt x="268541" y="50645"/>
                </a:cubicBezTo>
                <a:cubicBezTo>
                  <a:pt x="269178" y="52819"/>
                  <a:pt x="270086" y="54629"/>
                  <a:pt x="271266" y="56073"/>
                </a:cubicBezTo>
                <a:cubicBezTo>
                  <a:pt x="272447" y="57517"/>
                  <a:pt x="273876" y="58604"/>
                  <a:pt x="275553" y="59334"/>
                </a:cubicBezTo>
                <a:cubicBezTo>
                  <a:pt x="277230" y="60064"/>
                  <a:pt x="279125" y="60429"/>
                  <a:pt x="281237" y="60429"/>
                </a:cubicBezTo>
                <a:cubicBezTo>
                  <a:pt x="283660" y="60429"/>
                  <a:pt x="285733" y="59956"/>
                  <a:pt x="287457" y="59008"/>
                </a:cubicBezTo>
                <a:cubicBezTo>
                  <a:pt x="289181" y="58061"/>
                  <a:pt x="290594" y="56795"/>
                  <a:pt x="291697" y="55211"/>
                </a:cubicBezTo>
                <a:cubicBezTo>
                  <a:pt x="292800" y="53627"/>
                  <a:pt x="293607" y="51787"/>
                  <a:pt x="294120" y="49690"/>
                </a:cubicBezTo>
                <a:cubicBezTo>
                  <a:pt x="294632" y="47593"/>
                  <a:pt x="294888" y="45380"/>
                  <a:pt x="294888" y="43051"/>
                </a:cubicBezTo>
                <a:close/>
                <a:moveTo>
                  <a:pt x="354295" y="42212"/>
                </a:moveTo>
                <a:cubicBezTo>
                  <a:pt x="354295" y="46374"/>
                  <a:pt x="353712" y="50008"/>
                  <a:pt x="352548" y="53114"/>
                </a:cubicBezTo>
                <a:cubicBezTo>
                  <a:pt x="351383" y="56221"/>
                  <a:pt x="349775" y="58799"/>
                  <a:pt x="347725" y="60849"/>
                </a:cubicBezTo>
                <a:cubicBezTo>
                  <a:pt x="345675" y="62899"/>
                  <a:pt x="343253" y="64436"/>
                  <a:pt x="340457" y="65461"/>
                </a:cubicBezTo>
                <a:cubicBezTo>
                  <a:pt x="337662" y="66486"/>
                  <a:pt x="334633" y="66999"/>
                  <a:pt x="331372" y="66999"/>
                </a:cubicBezTo>
                <a:cubicBezTo>
                  <a:pt x="329881" y="66999"/>
                  <a:pt x="328398" y="66921"/>
                  <a:pt x="326922" y="66766"/>
                </a:cubicBezTo>
                <a:cubicBezTo>
                  <a:pt x="325447" y="66610"/>
                  <a:pt x="323948" y="66346"/>
                  <a:pt x="322426" y="65974"/>
                </a:cubicBezTo>
                <a:lnTo>
                  <a:pt x="322426" y="85542"/>
                </a:lnTo>
                <a:lnTo>
                  <a:pt x="314319" y="85542"/>
                </a:lnTo>
                <a:lnTo>
                  <a:pt x="314319" y="19662"/>
                </a:lnTo>
                <a:lnTo>
                  <a:pt x="321541" y="19662"/>
                </a:lnTo>
                <a:lnTo>
                  <a:pt x="322053" y="27489"/>
                </a:lnTo>
                <a:cubicBezTo>
                  <a:pt x="324383" y="24290"/>
                  <a:pt x="326868" y="22046"/>
                  <a:pt x="329508" y="20757"/>
                </a:cubicBezTo>
                <a:cubicBezTo>
                  <a:pt x="332148" y="19468"/>
                  <a:pt x="335006" y="18823"/>
                  <a:pt x="338081" y="18823"/>
                </a:cubicBezTo>
                <a:cubicBezTo>
                  <a:pt x="340752" y="18823"/>
                  <a:pt x="343097" y="19382"/>
                  <a:pt x="345116" y="20500"/>
                </a:cubicBezTo>
                <a:cubicBezTo>
                  <a:pt x="347135" y="21619"/>
                  <a:pt x="348828" y="23195"/>
                  <a:pt x="350195" y="25229"/>
                </a:cubicBezTo>
                <a:cubicBezTo>
                  <a:pt x="351561" y="27264"/>
                  <a:pt x="352586" y="29718"/>
                  <a:pt x="353270" y="32591"/>
                </a:cubicBezTo>
                <a:cubicBezTo>
                  <a:pt x="353953" y="35464"/>
                  <a:pt x="354295" y="38671"/>
                  <a:pt x="354295" y="42212"/>
                </a:cubicBezTo>
                <a:moveTo>
                  <a:pt x="346001" y="42585"/>
                </a:moveTo>
                <a:cubicBezTo>
                  <a:pt x="346001" y="40131"/>
                  <a:pt x="345823" y="37879"/>
                  <a:pt x="345466" y="35829"/>
                </a:cubicBezTo>
                <a:cubicBezTo>
                  <a:pt x="345108" y="33779"/>
                  <a:pt x="344542" y="32024"/>
                  <a:pt x="343765" y="30564"/>
                </a:cubicBezTo>
                <a:cubicBezTo>
                  <a:pt x="342988" y="29104"/>
                  <a:pt x="341995" y="27963"/>
                  <a:pt x="340783" y="27140"/>
                </a:cubicBezTo>
                <a:cubicBezTo>
                  <a:pt x="339572" y="26316"/>
                  <a:pt x="338127" y="25905"/>
                  <a:pt x="336450" y="25905"/>
                </a:cubicBezTo>
                <a:cubicBezTo>
                  <a:pt x="335425" y="25905"/>
                  <a:pt x="334385" y="26068"/>
                  <a:pt x="333328" y="26394"/>
                </a:cubicBezTo>
                <a:cubicBezTo>
                  <a:pt x="332272" y="26720"/>
                  <a:pt x="331178" y="27264"/>
                  <a:pt x="330044" y="28025"/>
                </a:cubicBezTo>
                <a:cubicBezTo>
                  <a:pt x="328910" y="28786"/>
                  <a:pt x="327714" y="29795"/>
                  <a:pt x="326456" y="31053"/>
                </a:cubicBezTo>
                <a:cubicBezTo>
                  <a:pt x="325198" y="32311"/>
                  <a:pt x="323855" y="33872"/>
                  <a:pt x="322426" y="35736"/>
                </a:cubicBezTo>
                <a:lnTo>
                  <a:pt x="322426" y="58426"/>
                </a:lnTo>
                <a:cubicBezTo>
                  <a:pt x="323917" y="59047"/>
                  <a:pt x="325486" y="59536"/>
                  <a:pt x="327132" y="59894"/>
                </a:cubicBezTo>
                <a:cubicBezTo>
                  <a:pt x="328778" y="60251"/>
                  <a:pt x="330393" y="60429"/>
                  <a:pt x="331977" y="60429"/>
                </a:cubicBezTo>
                <a:cubicBezTo>
                  <a:pt x="336357" y="60429"/>
                  <a:pt x="339789" y="58946"/>
                  <a:pt x="342274" y="55980"/>
                </a:cubicBezTo>
                <a:cubicBezTo>
                  <a:pt x="344759" y="53013"/>
                  <a:pt x="346001" y="48548"/>
                  <a:pt x="346001" y="42585"/>
                </a:cubicBezTo>
                <a:close/>
                <a:moveTo>
                  <a:pt x="405687" y="40581"/>
                </a:moveTo>
                <a:cubicBezTo>
                  <a:pt x="405687" y="41731"/>
                  <a:pt x="405672" y="42693"/>
                  <a:pt x="405641" y="43470"/>
                </a:cubicBezTo>
                <a:cubicBezTo>
                  <a:pt x="405610" y="44246"/>
                  <a:pt x="405563" y="44976"/>
                  <a:pt x="405501" y="45660"/>
                </a:cubicBezTo>
                <a:lnTo>
                  <a:pt x="372654" y="45660"/>
                </a:lnTo>
                <a:cubicBezTo>
                  <a:pt x="372654" y="50443"/>
                  <a:pt x="373989" y="54116"/>
                  <a:pt x="376661" y="56679"/>
                </a:cubicBezTo>
                <a:cubicBezTo>
                  <a:pt x="379332" y="59241"/>
                  <a:pt x="383184" y="60522"/>
                  <a:pt x="388215" y="60522"/>
                </a:cubicBezTo>
                <a:cubicBezTo>
                  <a:pt x="389582" y="60522"/>
                  <a:pt x="390949" y="60467"/>
                  <a:pt x="392315" y="60357"/>
                </a:cubicBezTo>
                <a:cubicBezTo>
                  <a:pt x="393682" y="60245"/>
                  <a:pt x="395002" y="60094"/>
                  <a:pt x="396276" y="59904"/>
                </a:cubicBezTo>
                <a:cubicBezTo>
                  <a:pt x="397549" y="59712"/>
                  <a:pt x="398768" y="59498"/>
                  <a:pt x="399933" y="59260"/>
                </a:cubicBezTo>
                <a:cubicBezTo>
                  <a:pt x="401098" y="59021"/>
                  <a:pt x="402177" y="58759"/>
                  <a:pt x="403171" y="58472"/>
                </a:cubicBezTo>
                <a:lnTo>
                  <a:pt x="403171" y="65135"/>
                </a:lnTo>
                <a:cubicBezTo>
                  <a:pt x="400966" y="65770"/>
                  <a:pt x="398473" y="66286"/>
                  <a:pt x="395693" y="66683"/>
                </a:cubicBezTo>
                <a:cubicBezTo>
                  <a:pt x="392913" y="67080"/>
                  <a:pt x="390032" y="67278"/>
                  <a:pt x="387051" y="67278"/>
                </a:cubicBezTo>
                <a:cubicBezTo>
                  <a:pt x="383044" y="67278"/>
                  <a:pt x="379596" y="66735"/>
                  <a:pt x="376707" y="65648"/>
                </a:cubicBezTo>
                <a:cubicBezTo>
                  <a:pt x="373819" y="64560"/>
                  <a:pt x="371450" y="62984"/>
                  <a:pt x="369602" y="60919"/>
                </a:cubicBezTo>
                <a:cubicBezTo>
                  <a:pt x="367754" y="58853"/>
                  <a:pt x="366387" y="56321"/>
                  <a:pt x="365502" y="53324"/>
                </a:cubicBezTo>
                <a:cubicBezTo>
                  <a:pt x="364617" y="50327"/>
                  <a:pt x="364174" y="46933"/>
                  <a:pt x="364174" y="43144"/>
                </a:cubicBezTo>
                <a:cubicBezTo>
                  <a:pt x="364174" y="39851"/>
                  <a:pt x="364648" y="36737"/>
                  <a:pt x="365595" y="33802"/>
                </a:cubicBezTo>
                <a:cubicBezTo>
                  <a:pt x="366543" y="30867"/>
                  <a:pt x="367925" y="28289"/>
                  <a:pt x="369742" y="26068"/>
                </a:cubicBezTo>
                <a:cubicBezTo>
                  <a:pt x="371559" y="23847"/>
                  <a:pt x="373788" y="22084"/>
                  <a:pt x="376428" y="20780"/>
                </a:cubicBezTo>
                <a:cubicBezTo>
                  <a:pt x="379068" y="19475"/>
                  <a:pt x="382065" y="18823"/>
                  <a:pt x="385420" y="18823"/>
                </a:cubicBezTo>
                <a:cubicBezTo>
                  <a:pt x="388681" y="18823"/>
                  <a:pt x="391570" y="19336"/>
                  <a:pt x="394086" y="20361"/>
                </a:cubicBezTo>
                <a:cubicBezTo>
                  <a:pt x="396602" y="21386"/>
                  <a:pt x="398722" y="22838"/>
                  <a:pt x="400446" y="24717"/>
                </a:cubicBezTo>
                <a:cubicBezTo>
                  <a:pt x="402170" y="26596"/>
                  <a:pt x="403474" y="28879"/>
                  <a:pt x="404359" y="31566"/>
                </a:cubicBezTo>
                <a:cubicBezTo>
                  <a:pt x="405245" y="34253"/>
                  <a:pt x="405687" y="37258"/>
                  <a:pt x="405687" y="40581"/>
                </a:cubicBezTo>
                <a:moveTo>
                  <a:pt x="397254" y="39416"/>
                </a:moveTo>
                <a:cubicBezTo>
                  <a:pt x="397347" y="37335"/>
                  <a:pt x="397145" y="35433"/>
                  <a:pt x="396648" y="33709"/>
                </a:cubicBezTo>
                <a:cubicBezTo>
                  <a:pt x="396152" y="31985"/>
                  <a:pt x="395383" y="30502"/>
                  <a:pt x="394342" y="29260"/>
                </a:cubicBezTo>
                <a:cubicBezTo>
                  <a:pt x="393302" y="28017"/>
                  <a:pt x="392005" y="27046"/>
                  <a:pt x="390452" y="26348"/>
                </a:cubicBezTo>
                <a:cubicBezTo>
                  <a:pt x="388899" y="25649"/>
                  <a:pt x="387097" y="25299"/>
                  <a:pt x="385047" y="25299"/>
                </a:cubicBezTo>
                <a:cubicBezTo>
                  <a:pt x="383277" y="25299"/>
                  <a:pt x="381662" y="25641"/>
                  <a:pt x="380202" y="26324"/>
                </a:cubicBezTo>
                <a:cubicBezTo>
                  <a:pt x="378742" y="27008"/>
                  <a:pt x="377484" y="27970"/>
                  <a:pt x="376428" y="29213"/>
                </a:cubicBezTo>
                <a:cubicBezTo>
                  <a:pt x="375372" y="30455"/>
                  <a:pt x="374517" y="31946"/>
                  <a:pt x="373865" y="33686"/>
                </a:cubicBezTo>
                <a:cubicBezTo>
                  <a:pt x="373213" y="35425"/>
                  <a:pt x="372809" y="37335"/>
                  <a:pt x="372654" y="39416"/>
                </a:cubicBezTo>
                <a:lnTo>
                  <a:pt x="397254" y="39416"/>
                </a:lnTo>
                <a:close/>
                <a:moveTo>
                  <a:pt x="419946" y="19662"/>
                </a:moveTo>
                <a:lnTo>
                  <a:pt x="427354" y="19662"/>
                </a:lnTo>
                <a:lnTo>
                  <a:pt x="427587" y="28259"/>
                </a:lnTo>
                <a:cubicBezTo>
                  <a:pt x="430352" y="24943"/>
                  <a:pt x="433077" y="22542"/>
                  <a:pt x="435764" y="21055"/>
                </a:cubicBezTo>
                <a:cubicBezTo>
                  <a:pt x="438451" y="19567"/>
                  <a:pt x="441161" y="18823"/>
                  <a:pt x="443894" y="18823"/>
                </a:cubicBezTo>
                <a:cubicBezTo>
                  <a:pt x="448740" y="18823"/>
                  <a:pt x="452413" y="20388"/>
                  <a:pt x="454913" y="23517"/>
                </a:cubicBezTo>
                <a:cubicBezTo>
                  <a:pt x="457414" y="26647"/>
                  <a:pt x="458571" y="31294"/>
                  <a:pt x="458384" y="37460"/>
                </a:cubicBezTo>
                <a:lnTo>
                  <a:pt x="450184" y="37460"/>
                </a:lnTo>
                <a:cubicBezTo>
                  <a:pt x="450277" y="33376"/>
                  <a:pt x="449679" y="30414"/>
                  <a:pt x="448390" y="28574"/>
                </a:cubicBezTo>
                <a:cubicBezTo>
                  <a:pt x="447101" y="26732"/>
                  <a:pt x="445214" y="25812"/>
                  <a:pt x="442730" y="25812"/>
                </a:cubicBezTo>
                <a:cubicBezTo>
                  <a:pt x="441642" y="25812"/>
                  <a:pt x="440548" y="26005"/>
                  <a:pt x="439445" y="26393"/>
                </a:cubicBezTo>
                <a:cubicBezTo>
                  <a:pt x="438342" y="26779"/>
                  <a:pt x="437208" y="27397"/>
                  <a:pt x="436044" y="28248"/>
                </a:cubicBezTo>
                <a:cubicBezTo>
                  <a:pt x="434879" y="29098"/>
                  <a:pt x="433644" y="30188"/>
                  <a:pt x="432340" y="31519"/>
                </a:cubicBezTo>
                <a:cubicBezTo>
                  <a:pt x="431035" y="32849"/>
                  <a:pt x="429637" y="34457"/>
                  <a:pt x="428146" y="36344"/>
                </a:cubicBezTo>
                <a:lnTo>
                  <a:pt x="428146" y="66440"/>
                </a:lnTo>
                <a:lnTo>
                  <a:pt x="419946" y="66440"/>
                </a:lnTo>
                <a:lnTo>
                  <a:pt x="419946" y="19662"/>
                </a:lnTo>
                <a:close/>
                <a:moveTo>
                  <a:pt x="507587" y="65741"/>
                </a:moveTo>
                <a:cubicBezTo>
                  <a:pt x="505755" y="66223"/>
                  <a:pt x="503860" y="66569"/>
                  <a:pt x="501903" y="66777"/>
                </a:cubicBezTo>
                <a:cubicBezTo>
                  <a:pt x="499946" y="66987"/>
                  <a:pt x="497958" y="67092"/>
                  <a:pt x="495939" y="67092"/>
                </a:cubicBezTo>
                <a:cubicBezTo>
                  <a:pt x="490069" y="67092"/>
                  <a:pt x="485689" y="65764"/>
                  <a:pt x="482800" y="63108"/>
                </a:cubicBezTo>
                <a:cubicBezTo>
                  <a:pt x="479912" y="60453"/>
                  <a:pt x="478467" y="56376"/>
                  <a:pt x="478467" y="50878"/>
                </a:cubicBezTo>
                <a:lnTo>
                  <a:pt x="478467" y="26464"/>
                </a:lnTo>
                <a:lnTo>
                  <a:pt x="465375" y="26464"/>
                </a:lnTo>
                <a:lnTo>
                  <a:pt x="465375" y="19662"/>
                </a:lnTo>
                <a:lnTo>
                  <a:pt x="478467" y="19662"/>
                </a:lnTo>
                <a:lnTo>
                  <a:pt x="478467" y="6762"/>
                </a:lnTo>
                <a:lnTo>
                  <a:pt x="486574" y="4659"/>
                </a:lnTo>
                <a:lnTo>
                  <a:pt x="486574" y="19662"/>
                </a:lnTo>
                <a:lnTo>
                  <a:pt x="507587" y="19662"/>
                </a:lnTo>
                <a:lnTo>
                  <a:pt x="507587" y="26464"/>
                </a:lnTo>
                <a:lnTo>
                  <a:pt x="486574" y="26464"/>
                </a:lnTo>
                <a:lnTo>
                  <a:pt x="486574" y="50226"/>
                </a:lnTo>
                <a:cubicBezTo>
                  <a:pt x="486574" y="53580"/>
                  <a:pt x="487467" y="56089"/>
                  <a:pt x="489253" y="57750"/>
                </a:cubicBezTo>
                <a:cubicBezTo>
                  <a:pt x="491039" y="59412"/>
                  <a:pt x="493672" y="60243"/>
                  <a:pt x="497151" y="60243"/>
                </a:cubicBezTo>
                <a:cubicBezTo>
                  <a:pt x="498642" y="60243"/>
                  <a:pt x="500272" y="60123"/>
                  <a:pt x="502043" y="59883"/>
                </a:cubicBezTo>
                <a:cubicBezTo>
                  <a:pt x="503813" y="59643"/>
                  <a:pt x="505661" y="59265"/>
                  <a:pt x="507587" y="58752"/>
                </a:cubicBezTo>
                <a:lnTo>
                  <a:pt x="507587" y="65741"/>
                </a:lnTo>
                <a:close/>
                <a:moveTo>
                  <a:pt x="563359" y="19662"/>
                </a:moveTo>
                <a:lnTo>
                  <a:pt x="547425" y="61501"/>
                </a:lnTo>
                <a:cubicBezTo>
                  <a:pt x="545779" y="65756"/>
                  <a:pt x="544078" y="69421"/>
                  <a:pt x="542323" y="72497"/>
                </a:cubicBezTo>
                <a:cubicBezTo>
                  <a:pt x="540568" y="75572"/>
                  <a:pt x="538650" y="78095"/>
                  <a:pt x="536569" y="80068"/>
                </a:cubicBezTo>
                <a:cubicBezTo>
                  <a:pt x="534488" y="82040"/>
                  <a:pt x="532205" y="83492"/>
                  <a:pt x="529720" y="84424"/>
                </a:cubicBezTo>
                <a:cubicBezTo>
                  <a:pt x="527235" y="85356"/>
                  <a:pt x="524455" y="85822"/>
                  <a:pt x="521380" y="85822"/>
                </a:cubicBezTo>
                <a:cubicBezTo>
                  <a:pt x="520573" y="85822"/>
                  <a:pt x="519843" y="85806"/>
                  <a:pt x="519191" y="85775"/>
                </a:cubicBezTo>
                <a:cubicBezTo>
                  <a:pt x="518538" y="85744"/>
                  <a:pt x="517824" y="85697"/>
                  <a:pt x="517047" y="85635"/>
                </a:cubicBezTo>
                <a:lnTo>
                  <a:pt x="517047" y="78274"/>
                </a:lnTo>
                <a:cubicBezTo>
                  <a:pt x="517731" y="78367"/>
                  <a:pt x="518476" y="78453"/>
                  <a:pt x="519284" y="78530"/>
                </a:cubicBezTo>
                <a:cubicBezTo>
                  <a:pt x="520091" y="78608"/>
                  <a:pt x="520945" y="78647"/>
                  <a:pt x="521846" y="78647"/>
                </a:cubicBezTo>
                <a:cubicBezTo>
                  <a:pt x="523337" y="78647"/>
                  <a:pt x="524727" y="78429"/>
                  <a:pt x="526016" y="77994"/>
                </a:cubicBezTo>
                <a:cubicBezTo>
                  <a:pt x="527305" y="77559"/>
                  <a:pt x="528524" y="76853"/>
                  <a:pt x="529674" y="75874"/>
                </a:cubicBezTo>
                <a:cubicBezTo>
                  <a:pt x="530823" y="74896"/>
                  <a:pt x="531926" y="73630"/>
                  <a:pt x="532982" y="72077"/>
                </a:cubicBezTo>
                <a:cubicBezTo>
                  <a:pt x="534038" y="70524"/>
                  <a:pt x="535063" y="68645"/>
                  <a:pt x="536057" y="66440"/>
                </a:cubicBezTo>
                <a:lnTo>
                  <a:pt x="517373" y="19662"/>
                </a:lnTo>
                <a:lnTo>
                  <a:pt x="526599" y="19662"/>
                </a:lnTo>
                <a:lnTo>
                  <a:pt x="538433" y="50598"/>
                </a:lnTo>
                <a:lnTo>
                  <a:pt x="540809" y="57867"/>
                </a:lnTo>
                <a:lnTo>
                  <a:pt x="543511" y="50412"/>
                </a:lnTo>
                <a:lnTo>
                  <a:pt x="554460" y="19662"/>
                </a:lnTo>
                <a:lnTo>
                  <a:pt x="563359" y="19662"/>
                </a:lnTo>
                <a:close/>
                <a:moveTo>
                  <a:pt x="666191" y="42678"/>
                </a:moveTo>
                <a:cubicBezTo>
                  <a:pt x="666191" y="46312"/>
                  <a:pt x="665679" y="49643"/>
                  <a:pt x="664654" y="52672"/>
                </a:cubicBezTo>
                <a:cubicBezTo>
                  <a:pt x="663629" y="55700"/>
                  <a:pt x="662153" y="58294"/>
                  <a:pt x="660227" y="60453"/>
                </a:cubicBezTo>
                <a:cubicBezTo>
                  <a:pt x="658302" y="62611"/>
                  <a:pt x="655956" y="64289"/>
                  <a:pt x="653192" y="65485"/>
                </a:cubicBezTo>
                <a:cubicBezTo>
                  <a:pt x="650428" y="66680"/>
                  <a:pt x="647290" y="67278"/>
                  <a:pt x="643781" y="67278"/>
                </a:cubicBezTo>
                <a:cubicBezTo>
                  <a:pt x="640426" y="67278"/>
                  <a:pt x="637421" y="66758"/>
                  <a:pt x="634765" y="65717"/>
                </a:cubicBezTo>
                <a:cubicBezTo>
                  <a:pt x="632109" y="64677"/>
                  <a:pt x="629857" y="63147"/>
                  <a:pt x="628009" y="61128"/>
                </a:cubicBezTo>
                <a:cubicBezTo>
                  <a:pt x="626161" y="59109"/>
                  <a:pt x="624748" y="56609"/>
                  <a:pt x="623769" y="53627"/>
                </a:cubicBezTo>
                <a:cubicBezTo>
                  <a:pt x="622791" y="50645"/>
                  <a:pt x="622302" y="47213"/>
                  <a:pt x="622302" y="43330"/>
                </a:cubicBezTo>
                <a:cubicBezTo>
                  <a:pt x="622302" y="39696"/>
                  <a:pt x="622814" y="36380"/>
                  <a:pt x="623839" y="33383"/>
                </a:cubicBezTo>
                <a:cubicBezTo>
                  <a:pt x="624864" y="30385"/>
                  <a:pt x="626340" y="27807"/>
                  <a:pt x="628266" y="25649"/>
                </a:cubicBezTo>
                <a:cubicBezTo>
                  <a:pt x="630191" y="23490"/>
                  <a:pt x="632536" y="21813"/>
                  <a:pt x="635301" y="20617"/>
                </a:cubicBezTo>
                <a:cubicBezTo>
                  <a:pt x="638065" y="19421"/>
                  <a:pt x="641202" y="18823"/>
                  <a:pt x="644712" y="18823"/>
                </a:cubicBezTo>
                <a:cubicBezTo>
                  <a:pt x="648067" y="18823"/>
                  <a:pt x="651072" y="19343"/>
                  <a:pt x="653728" y="20384"/>
                </a:cubicBezTo>
                <a:cubicBezTo>
                  <a:pt x="656384" y="21424"/>
                  <a:pt x="658635" y="22946"/>
                  <a:pt x="660484" y="24950"/>
                </a:cubicBezTo>
                <a:cubicBezTo>
                  <a:pt x="662332" y="26953"/>
                  <a:pt x="663745" y="29446"/>
                  <a:pt x="664723" y="32428"/>
                </a:cubicBezTo>
                <a:cubicBezTo>
                  <a:pt x="665702" y="35410"/>
                  <a:pt x="666191" y="38826"/>
                  <a:pt x="666191" y="42678"/>
                </a:cubicBezTo>
                <a:moveTo>
                  <a:pt x="657898" y="43051"/>
                </a:moveTo>
                <a:cubicBezTo>
                  <a:pt x="657898" y="40162"/>
                  <a:pt x="657579" y="37638"/>
                  <a:pt x="656943" y="35480"/>
                </a:cubicBezTo>
                <a:cubicBezTo>
                  <a:pt x="656306" y="33321"/>
                  <a:pt x="655397" y="31519"/>
                  <a:pt x="654217" y="30075"/>
                </a:cubicBezTo>
                <a:cubicBezTo>
                  <a:pt x="653037" y="28631"/>
                  <a:pt x="651600" y="27543"/>
                  <a:pt x="649907" y="26813"/>
                </a:cubicBezTo>
                <a:cubicBezTo>
                  <a:pt x="648214" y="26084"/>
                  <a:pt x="646328" y="25719"/>
                  <a:pt x="644246" y="25719"/>
                </a:cubicBezTo>
                <a:cubicBezTo>
                  <a:pt x="641824" y="25719"/>
                  <a:pt x="639750" y="26192"/>
                  <a:pt x="638026" y="27140"/>
                </a:cubicBezTo>
                <a:cubicBezTo>
                  <a:pt x="636303" y="28087"/>
                  <a:pt x="634889" y="29353"/>
                  <a:pt x="633787" y="30937"/>
                </a:cubicBezTo>
                <a:cubicBezTo>
                  <a:pt x="632684" y="32521"/>
                  <a:pt x="631876" y="34361"/>
                  <a:pt x="631364" y="36458"/>
                </a:cubicBezTo>
                <a:cubicBezTo>
                  <a:pt x="630851" y="38555"/>
                  <a:pt x="630595" y="40752"/>
                  <a:pt x="630595" y="43051"/>
                </a:cubicBezTo>
                <a:cubicBezTo>
                  <a:pt x="630595" y="45939"/>
                  <a:pt x="630913" y="48471"/>
                  <a:pt x="631550" y="50645"/>
                </a:cubicBezTo>
                <a:cubicBezTo>
                  <a:pt x="632187" y="52819"/>
                  <a:pt x="633095" y="54629"/>
                  <a:pt x="634276" y="56073"/>
                </a:cubicBezTo>
                <a:cubicBezTo>
                  <a:pt x="635456" y="57517"/>
                  <a:pt x="636885" y="58604"/>
                  <a:pt x="638562" y="59334"/>
                </a:cubicBezTo>
                <a:cubicBezTo>
                  <a:pt x="640240" y="60064"/>
                  <a:pt x="642134" y="60429"/>
                  <a:pt x="644246" y="60429"/>
                </a:cubicBezTo>
                <a:cubicBezTo>
                  <a:pt x="646669" y="60429"/>
                  <a:pt x="648743" y="59956"/>
                  <a:pt x="650466" y="59008"/>
                </a:cubicBezTo>
                <a:cubicBezTo>
                  <a:pt x="652190" y="58061"/>
                  <a:pt x="653604" y="56795"/>
                  <a:pt x="654706" y="55211"/>
                </a:cubicBezTo>
                <a:cubicBezTo>
                  <a:pt x="655809" y="53627"/>
                  <a:pt x="656616" y="51787"/>
                  <a:pt x="657129" y="49690"/>
                </a:cubicBezTo>
                <a:cubicBezTo>
                  <a:pt x="657642" y="47593"/>
                  <a:pt x="657898" y="45380"/>
                  <a:pt x="657898" y="43051"/>
                </a:cubicBezTo>
                <a:close/>
                <a:moveTo>
                  <a:pt x="677328" y="19662"/>
                </a:moveTo>
                <a:lnTo>
                  <a:pt x="684550" y="19662"/>
                </a:lnTo>
                <a:lnTo>
                  <a:pt x="684876" y="27210"/>
                </a:lnTo>
                <a:cubicBezTo>
                  <a:pt x="686243" y="25594"/>
                  <a:pt x="687563" y="24251"/>
                  <a:pt x="688837" y="23179"/>
                </a:cubicBezTo>
                <a:cubicBezTo>
                  <a:pt x="690110" y="22108"/>
                  <a:pt x="691360" y="21246"/>
                  <a:pt x="692587" y="20593"/>
                </a:cubicBezTo>
                <a:cubicBezTo>
                  <a:pt x="693814" y="19941"/>
                  <a:pt x="695064" y="19483"/>
                  <a:pt x="696338" y="19219"/>
                </a:cubicBezTo>
                <a:cubicBezTo>
                  <a:pt x="697611" y="18955"/>
                  <a:pt x="698931" y="18823"/>
                  <a:pt x="700298" y="18823"/>
                </a:cubicBezTo>
                <a:cubicBezTo>
                  <a:pt x="705113" y="18823"/>
                  <a:pt x="708754" y="20244"/>
                  <a:pt x="711224" y="23086"/>
                </a:cubicBezTo>
                <a:cubicBezTo>
                  <a:pt x="713693" y="25928"/>
                  <a:pt x="714928" y="30207"/>
                  <a:pt x="714928" y="35922"/>
                </a:cubicBezTo>
                <a:lnTo>
                  <a:pt x="714928" y="66440"/>
                </a:lnTo>
                <a:lnTo>
                  <a:pt x="706821" y="66440"/>
                </a:lnTo>
                <a:lnTo>
                  <a:pt x="706821" y="36574"/>
                </a:lnTo>
                <a:cubicBezTo>
                  <a:pt x="706821" y="32909"/>
                  <a:pt x="706138" y="30199"/>
                  <a:pt x="704771" y="28444"/>
                </a:cubicBezTo>
                <a:cubicBezTo>
                  <a:pt x="703404" y="26689"/>
                  <a:pt x="701370" y="25812"/>
                  <a:pt x="698667" y="25812"/>
                </a:cubicBezTo>
                <a:cubicBezTo>
                  <a:pt x="697673" y="25812"/>
                  <a:pt x="696703" y="25959"/>
                  <a:pt x="695755" y="26254"/>
                </a:cubicBezTo>
                <a:cubicBezTo>
                  <a:pt x="694808" y="26549"/>
                  <a:pt x="693822" y="27062"/>
                  <a:pt x="692797" y="27792"/>
                </a:cubicBezTo>
                <a:cubicBezTo>
                  <a:pt x="691772" y="28522"/>
                  <a:pt x="690661" y="29508"/>
                  <a:pt x="689466" y="30750"/>
                </a:cubicBezTo>
                <a:cubicBezTo>
                  <a:pt x="688270" y="31993"/>
                  <a:pt x="686926" y="33546"/>
                  <a:pt x="685435" y="35410"/>
                </a:cubicBezTo>
                <a:lnTo>
                  <a:pt x="685435" y="66440"/>
                </a:lnTo>
                <a:lnTo>
                  <a:pt x="677328" y="66440"/>
                </a:lnTo>
                <a:lnTo>
                  <a:pt x="677328" y="19662"/>
                </a:lnTo>
                <a:close/>
                <a:moveTo>
                  <a:pt x="811097" y="66440"/>
                </a:moveTo>
                <a:lnTo>
                  <a:pt x="810911" y="60137"/>
                </a:lnTo>
                <a:cubicBezTo>
                  <a:pt x="808364" y="62657"/>
                  <a:pt x="805778" y="64478"/>
                  <a:pt x="803153" y="65598"/>
                </a:cubicBezTo>
                <a:cubicBezTo>
                  <a:pt x="800529" y="66718"/>
                  <a:pt x="797772" y="67278"/>
                  <a:pt x="794883" y="67278"/>
                </a:cubicBezTo>
                <a:cubicBezTo>
                  <a:pt x="792212" y="67278"/>
                  <a:pt x="789929" y="66936"/>
                  <a:pt x="788034" y="66252"/>
                </a:cubicBezTo>
                <a:cubicBezTo>
                  <a:pt x="786140" y="65567"/>
                  <a:pt x="784579" y="64626"/>
                  <a:pt x="783352" y="63429"/>
                </a:cubicBezTo>
                <a:cubicBezTo>
                  <a:pt x="782125" y="62231"/>
                  <a:pt x="781224" y="60823"/>
                  <a:pt x="780650" y="59205"/>
                </a:cubicBezTo>
                <a:cubicBezTo>
                  <a:pt x="780075" y="57587"/>
                  <a:pt x="779788" y="55829"/>
                  <a:pt x="779788" y="53931"/>
                </a:cubicBezTo>
                <a:cubicBezTo>
                  <a:pt x="779788" y="49233"/>
                  <a:pt x="781535" y="45554"/>
                  <a:pt x="785029" y="42895"/>
                </a:cubicBezTo>
                <a:cubicBezTo>
                  <a:pt x="788523" y="40234"/>
                  <a:pt x="793687" y="38904"/>
                  <a:pt x="800521" y="38904"/>
                </a:cubicBezTo>
                <a:lnTo>
                  <a:pt x="810212" y="38904"/>
                </a:lnTo>
                <a:lnTo>
                  <a:pt x="810212" y="34818"/>
                </a:lnTo>
                <a:cubicBezTo>
                  <a:pt x="810212" y="32064"/>
                  <a:pt x="809327" y="29858"/>
                  <a:pt x="807556" y="28202"/>
                </a:cubicBezTo>
                <a:cubicBezTo>
                  <a:pt x="805786" y="26547"/>
                  <a:pt x="803083" y="25719"/>
                  <a:pt x="799449" y="25719"/>
                </a:cubicBezTo>
                <a:cubicBezTo>
                  <a:pt x="796809" y="25719"/>
                  <a:pt x="794208" y="26018"/>
                  <a:pt x="791645" y="26617"/>
                </a:cubicBezTo>
                <a:cubicBezTo>
                  <a:pt x="789083" y="27215"/>
                  <a:pt x="786435" y="28065"/>
                  <a:pt x="783701" y="29166"/>
                </a:cubicBezTo>
                <a:lnTo>
                  <a:pt x="783701" y="21851"/>
                </a:lnTo>
                <a:cubicBezTo>
                  <a:pt x="784726" y="21473"/>
                  <a:pt x="785868" y="21102"/>
                  <a:pt x="787126" y="20739"/>
                </a:cubicBezTo>
                <a:cubicBezTo>
                  <a:pt x="788384" y="20376"/>
                  <a:pt x="789712" y="20053"/>
                  <a:pt x="791109" y="19769"/>
                </a:cubicBezTo>
                <a:cubicBezTo>
                  <a:pt x="792507" y="19485"/>
                  <a:pt x="793967" y="19256"/>
                  <a:pt x="795489" y="19084"/>
                </a:cubicBezTo>
                <a:cubicBezTo>
                  <a:pt x="797011" y="18910"/>
                  <a:pt x="798548" y="18823"/>
                  <a:pt x="800102" y="18823"/>
                </a:cubicBezTo>
                <a:cubicBezTo>
                  <a:pt x="802928" y="18823"/>
                  <a:pt x="805475" y="19134"/>
                  <a:pt x="807743" y="19755"/>
                </a:cubicBezTo>
                <a:cubicBezTo>
                  <a:pt x="810010" y="20376"/>
                  <a:pt x="811928" y="21323"/>
                  <a:pt x="813497" y="22597"/>
                </a:cubicBezTo>
                <a:cubicBezTo>
                  <a:pt x="815065" y="23870"/>
                  <a:pt x="816269" y="25470"/>
                  <a:pt x="817107" y="27396"/>
                </a:cubicBezTo>
                <a:cubicBezTo>
                  <a:pt x="817946" y="29322"/>
                  <a:pt x="818365" y="31589"/>
                  <a:pt x="818365" y="34198"/>
                </a:cubicBezTo>
                <a:lnTo>
                  <a:pt x="818365" y="66440"/>
                </a:lnTo>
                <a:lnTo>
                  <a:pt x="811097" y="66440"/>
                </a:lnTo>
                <a:moveTo>
                  <a:pt x="810212" y="45101"/>
                </a:moveTo>
                <a:lnTo>
                  <a:pt x="799915" y="45101"/>
                </a:lnTo>
                <a:cubicBezTo>
                  <a:pt x="797896" y="45101"/>
                  <a:pt x="796157" y="45304"/>
                  <a:pt x="794697" y="45709"/>
                </a:cubicBezTo>
                <a:cubicBezTo>
                  <a:pt x="793237" y="46114"/>
                  <a:pt x="792041" y="46690"/>
                  <a:pt x="791109" y="47438"/>
                </a:cubicBezTo>
                <a:cubicBezTo>
                  <a:pt x="790177" y="48185"/>
                  <a:pt x="789486" y="49081"/>
                  <a:pt x="789036" y="50125"/>
                </a:cubicBezTo>
                <a:cubicBezTo>
                  <a:pt x="788586" y="51169"/>
                  <a:pt x="788360" y="52345"/>
                  <a:pt x="788360" y="53653"/>
                </a:cubicBezTo>
                <a:cubicBezTo>
                  <a:pt x="788360" y="54557"/>
                  <a:pt x="788500" y="55422"/>
                  <a:pt x="788780" y="56248"/>
                </a:cubicBezTo>
                <a:cubicBezTo>
                  <a:pt x="789059" y="57073"/>
                  <a:pt x="789510" y="57805"/>
                  <a:pt x="790131" y="58443"/>
                </a:cubicBezTo>
                <a:cubicBezTo>
                  <a:pt x="790752" y="59082"/>
                  <a:pt x="791560" y="59588"/>
                  <a:pt x="792554" y="59962"/>
                </a:cubicBezTo>
                <a:cubicBezTo>
                  <a:pt x="793548" y="60336"/>
                  <a:pt x="794759" y="60522"/>
                  <a:pt x="796188" y="60522"/>
                </a:cubicBezTo>
                <a:cubicBezTo>
                  <a:pt x="798051" y="60522"/>
                  <a:pt x="800187" y="59954"/>
                  <a:pt x="802594" y="58818"/>
                </a:cubicBezTo>
                <a:cubicBezTo>
                  <a:pt x="805001" y="57680"/>
                  <a:pt x="807541" y="55880"/>
                  <a:pt x="810212" y="53419"/>
                </a:cubicBezTo>
                <a:lnTo>
                  <a:pt x="810212" y="45101"/>
                </a:lnTo>
                <a:close/>
                <a:moveTo>
                  <a:pt x="884762" y="19662"/>
                </a:moveTo>
                <a:lnTo>
                  <a:pt x="891984" y="19662"/>
                </a:lnTo>
                <a:lnTo>
                  <a:pt x="892310" y="27210"/>
                </a:lnTo>
                <a:cubicBezTo>
                  <a:pt x="893677" y="25594"/>
                  <a:pt x="894997" y="24251"/>
                  <a:pt x="896271" y="23179"/>
                </a:cubicBezTo>
                <a:cubicBezTo>
                  <a:pt x="897544" y="22108"/>
                  <a:pt x="898794" y="21246"/>
                  <a:pt x="900021" y="20593"/>
                </a:cubicBezTo>
                <a:cubicBezTo>
                  <a:pt x="901248" y="19941"/>
                  <a:pt x="902498" y="19483"/>
                  <a:pt x="903772" y="19219"/>
                </a:cubicBezTo>
                <a:cubicBezTo>
                  <a:pt x="905045" y="18955"/>
                  <a:pt x="906365" y="18823"/>
                  <a:pt x="907732" y="18823"/>
                </a:cubicBezTo>
                <a:cubicBezTo>
                  <a:pt x="912547" y="18823"/>
                  <a:pt x="916188" y="20244"/>
                  <a:pt x="918658" y="23086"/>
                </a:cubicBezTo>
                <a:cubicBezTo>
                  <a:pt x="921127" y="25928"/>
                  <a:pt x="922362" y="30207"/>
                  <a:pt x="922362" y="35922"/>
                </a:cubicBezTo>
                <a:lnTo>
                  <a:pt x="922362" y="66440"/>
                </a:lnTo>
                <a:lnTo>
                  <a:pt x="914255" y="66440"/>
                </a:lnTo>
                <a:lnTo>
                  <a:pt x="914255" y="36574"/>
                </a:lnTo>
                <a:cubicBezTo>
                  <a:pt x="914255" y="32909"/>
                  <a:pt x="913572" y="30199"/>
                  <a:pt x="912205" y="28444"/>
                </a:cubicBezTo>
                <a:cubicBezTo>
                  <a:pt x="910838" y="26689"/>
                  <a:pt x="908804" y="25812"/>
                  <a:pt x="906101" y="25812"/>
                </a:cubicBezTo>
                <a:cubicBezTo>
                  <a:pt x="905107" y="25812"/>
                  <a:pt x="904137" y="25959"/>
                  <a:pt x="903189" y="26254"/>
                </a:cubicBezTo>
                <a:cubicBezTo>
                  <a:pt x="902242" y="26549"/>
                  <a:pt x="901256" y="27062"/>
                  <a:pt x="900231" y="27792"/>
                </a:cubicBezTo>
                <a:cubicBezTo>
                  <a:pt x="899206" y="28522"/>
                  <a:pt x="898095" y="29508"/>
                  <a:pt x="896900" y="30750"/>
                </a:cubicBezTo>
                <a:cubicBezTo>
                  <a:pt x="895704" y="31993"/>
                  <a:pt x="894360" y="33546"/>
                  <a:pt x="892869" y="35410"/>
                </a:cubicBezTo>
                <a:lnTo>
                  <a:pt x="892869" y="66440"/>
                </a:lnTo>
                <a:lnTo>
                  <a:pt x="884762" y="66440"/>
                </a:lnTo>
                <a:lnTo>
                  <a:pt x="884762" y="19662"/>
                </a:lnTo>
                <a:close/>
                <a:moveTo>
                  <a:pt x="974220" y="66440"/>
                </a:moveTo>
                <a:lnTo>
                  <a:pt x="966952" y="66440"/>
                </a:lnTo>
                <a:lnTo>
                  <a:pt x="966672" y="58892"/>
                </a:lnTo>
                <a:cubicBezTo>
                  <a:pt x="965275" y="60507"/>
                  <a:pt x="963947" y="61850"/>
                  <a:pt x="962689" y="62922"/>
                </a:cubicBezTo>
                <a:cubicBezTo>
                  <a:pt x="961431" y="63994"/>
                  <a:pt x="960181" y="64856"/>
                  <a:pt x="958938" y="65508"/>
                </a:cubicBezTo>
                <a:cubicBezTo>
                  <a:pt x="957696" y="66160"/>
                  <a:pt x="956446" y="66618"/>
                  <a:pt x="955188" y="66882"/>
                </a:cubicBezTo>
                <a:cubicBezTo>
                  <a:pt x="953930" y="67146"/>
                  <a:pt x="952602" y="67278"/>
                  <a:pt x="951204" y="67278"/>
                </a:cubicBezTo>
                <a:cubicBezTo>
                  <a:pt x="946390" y="67278"/>
                  <a:pt x="942755" y="65865"/>
                  <a:pt x="940302" y="63038"/>
                </a:cubicBezTo>
                <a:cubicBezTo>
                  <a:pt x="937848" y="60212"/>
                  <a:pt x="936621" y="55941"/>
                  <a:pt x="936621" y="50226"/>
                </a:cubicBezTo>
                <a:lnTo>
                  <a:pt x="936621" y="19662"/>
                </a:lnTo>
                <a:lnTo>
                  <a:pt x="944728" y="19662"/>
                </a:lnTo>
                <a:lnTo>
                  <a:pt x="944728" y="49573"/>
                </a:lnTo>
                <a:cubicBezTo>
                  <a:pt x="944728" y="56749"/>
                  <a:pt x="947430" y="60336"/>
                  <a:pt x="952835" y="60336"/>
                </a:cubicBezTo>
                <a:cubicBezTo>
                  <a:pt x="953829" y="60336"/>
                  <a:pt x="954799" y="60189"/>
                  <a:pt x="955747" y="59894"/>
                </a:cubicBezTo>
                <a:cubicBezTo>
                  <a:pt x="956694" y="59598"/>
                  <a:pt x="957688" y="59086"/>
                  <a:pt x="958729" y="58356"/>
                </a:cubicBezTo>
                <a:cubicBezTo>
                  <a:pt x="959769" y="57626"/>
                  <a:pt x="960887" y="56640"/>
                  <a:pt x="962083" y="55397"/>
                </a:cubicBezTo>
                <a:cubicBezTo>
                  <a:pt x="963279" y="54155"/>
                  <a:pt x="964622" y="52586"/>
                  <a:pt x="966113" y="50692"/>
                </a:cubicBezTo>
                <a:lnTo>
                  <a:pt x="966113" y="19662"/>
                </a:lnTo>
                <a:lnTo>
                  <a:pt x="974220" y="19662"/>
                </a:lnTo>
                <a:lnTo>
                  <a:pt x="974220" y="66440"/>
                </a:lnTo>
                <a:close/>
                <a:moveTo>
                  <a:pt x="1004414" y="7222"/>
                </a:moveTo>
                <a:lnTo>
                  <a:pt x="990576" y="7222"/>
                </a:lnTo>
                <a:lnTo>
                  <a:pt x="990576" y="559"/>
                </a:lnTo>
                <a:lnTo>
                  <a:pt x="1012614" y="559"/>
                </a:lnTo>
                <a:lnTo>
                  <a:pt x="1012614" y="59684"/>
                </a:lnTo>
                <a:lnTo>
                  <a:pt x="1026545" y="59684"/>
                </a:lnTo>
                <a:lnTo>
                  <a:pt x="1026545" y="66440"/>
                </a:lnTo>
                <a:lnTo>
                  <a:pt x="989038" y="66440"/>
                </a:lnTo>
                <a:lnTo>
                  <a:pt x="989038" y="59684"/>
                </a:lnTo>
                <a:lnTo>
                  <a:pt x="1004414" y="59684"/>
                </a:lnTo>
                <a:lnTo>
                  <a:pt x="1004414" y="7222"/>
                </a:lnTo>
                <a:close/>
                <a:moveTo>
                  <a:pt x="1056272" y="7222"/>
                </a:moveTo>
                <a:lnTo>
                  <a:pt x="1042434" y="7222"/>
                </a:lnTo>
                <a:lnTo>
                  <a:pt x="1042434" y="559"/>
                </a:lnTo>
                <a:lnTo>
                  <a:pt x="1064472" y="559"/>
                </a:lnTo>
                <a:lnTo>
                  <a:pt x="1064472" y="59684"/>
                </a:lnTo>
                <a:lnTo>
                  <a:pt x="1078403" y="59684"/>
                </a:lnTo>
                <a:lnTo>
                  <a:pt x="1078403" y="66440"/>
                </a:lnTo>
                <a:lnTo>
                  <a:pt x="1040897" y="66440"/>
                </a:lnTo>
                <a:lnTo>
                  <a:pt x="1040897" y="59684"/>
                </a:lnTo>
                <a:lnTo>
                  <a:pt x="1056272" y="59684"/>
                </a:lnTo>
                <a:lnTo>
                  <a:pt x="1056272" y="7222"/>
                </a:lnTo>
                <a:close/>
                <a:moveTo>
                  <a:pt x="1184776" y="42678"/>
                </a:moveTo>
                <a:cubicBezTo>
                  <a:pt x="1184776" y="46312"/>
                  <a:pt x="1184263" y="49643"/>
                  <a:pt x="1183238" y="52672"/>
                </a:cubicBezTo>
                <a:cubicBezTo>
                  <a:pt x="1182213" y="55700"/>
                  <a:pt x="1180738" y="58294"/>
                  <a:pt x="1178812" y="60453"/>
                </a:cubicBezTo>
                <a:cubicBezTo>
                  <a:pt x="1176886" y="62611"/>
                  <a:pt x="1174541" y="64289"/>
                  <a:pt x="1171777" y="65485"/>
                </a:cubicBezTo>
                <a:cubicBezTo>
                  <a:pt x="1169012" y="66680"/>
                  <a:pt x="1165875" y="67278"/>
                  <a:pt x="1162365" y="67278"/>
                </a:cubicBezTo>
                <a:cubicBezTo>
                  <a:pt x="1159011" y="67278"/>
                  <a:pt x="1156006" y="66758"/>
                  <a:pt x="1153350" y="65717"/>
                </a:cubicBezTo>
                <a:cubicBezTo>
                  <a:pt x="1150694" y="64677"/>
                  <a:pt x="1148442" y="63147"/>
                  <a:pt x="1146594" y="61128"/>
                </a:cubicBezTo>
                <a:cubicBezTo>
                  <a:pt x="1144746" y="59109"/>
                  <a:pt x="1143333" y="56609"/>
                  <a:pt x="1142354" y="53627"/>
                </a:cubicBezTo>
                <a:cubicBezTo>
                  <a:pt x="1141376" y="50645"/>
                  <a:pt x="1140887" y="47213"/>
                  <a:pt x="1140887" y="43330"/>
                </a:cubicBezTo>
                <a:cubicBezTo>
                  <a:pt x="1140887" y="39696"/>
                  <a:pt x="1141399" y="36380"/>
                  <a:pt x="1142424" y="33383"/>
                </a:cubicBezTo>
                <a:cubicBezTo>
                  <a:pt x="1143449" y="30385"/>
                  <a:pt x="1144925" y="27807"/>
                  <a:pt x="1146850" y="25649"/>
                </a:cubicBezTo>
                <a:cubicBezTo>
                  <a:pt x="1148776" y="23490"/>
                  <a:pt x="1151121" y="21813"/>
                  <a:pt x="1153886" y="20617"/>
                </a:cubicBezTo>
                <a:cubicBezTo>
                  <a:pt x="1156650" y="19421"/>
                  <a:pt x="1159787" y="18823"/>
                  <a:pt x="1163297" y="18823"/>
                </a:cubicBezTo>
                <a:cubicBezTo>
                  <a:pt x="1166652" y="18823"/>
                  <a:pt x="1169657" y="19343"/>
                  <a:pt x="1172313" y="20384"/>
                </a:cubicBezTo>
                <a:cubicBezTo>
                  <a:pt x="1174968" y="21424"/>
                  <a:pt x="1177220" y="22946"/>
                  <a:pt x="1179068" y="24950"/>
                </a:cubicBezTo>
                <a:cubicBezTo>
                  <a:pt x="1180917" y="26953"/>
                  <a:pt x="1182330" y="29446"/>
                  <a:pt x="1183308" y="32428"/>
                </a:cubicBezTo>
                <a:cubicBezTo>
                  <a:pt x="1184287" y="35410"/>
                  <a:pt x="1184776" y="38826"/>
                  <a:pt x="1184776" y="42678"/>
                </a:cubicBezTo>
                <a:moveTo>
                  <a:pt x="1176483" y="43051"/>
                </a:moveTo>
                <a:cubicBezTo>
                  <a:pt x="1176483" y="40162"/>
                  <a:pt x="1176164" y="37638"/>
                  <a:pt x="1175528" y="35480"/>
                </a:cubicBezTo>
                <a:cubicBezTo>
                  <a:pt x="1174891" y="33321"/>
                  <a:pt x="1173982" y="31519"/>
                  <a:pt x="1172802" y="30075"/>
                </a:cubicBezTo>
                <a:cubicBezTo>
                  <a:pt x="1171622" y="28631"/>
                  <a:pt x="1170185" y="27543"/>
                  <a:pt x="1168492" y="26813"/>
                </a:cubicBezTo>
                <a:cubicBezTo>
                  <a:pt x="1166799" y="26084"/>
                  <a:pt x="1164912" y="25719"/>
                  <a:pt x="1162831" y="25719"/>
                </a:cubicBezTo>
                <a:cubicBezTo>
                  <a:pt x="1160409" y="25719"/>
                  <a:pt x="1158335" y="26192"/>
                  <a:pt x="1156611" y="27140"/>
                </a:cubicBezTo>
                <a:cubicBezTo>
                  <a:pt x="1154887" y="28087"/>
                  <a:pt x="1153474" y="29353"/>
                  <a:pt x="1152371" y="30937"/>
                </a:cubicBezTo>
                <a:cubicBezTo>
                  <a:pt x="1151269" y="32521"/>
                  <a:pt x="1150461" y="34361"/>
                  <a:pt x="1149949" y="36458"/>
                </a:cubicBezTo>
                <a:cubicBezTo>
                  <a:pt x="1149436" y="38555"/>
                  <a:pt x="1149180" y="40752"/>
                  <a:pt x="1149180" y="43051"/>
                </a:cubicBezTo>
                <a:cubicBezTo>
                  <a:pt x="1149180" y="45939"/>
                  <a:pt x="1149498" y="48471"/>
                  <a:pt x="1150135" y="50645"/>
                </a:cubicBezTo>
                <a:cubicBezTo>
                  <a:pt x="1150772" y="52819"/>
                  <a:pt x="1151680" y="54629"/>
                  <a:pt x="1152861" y="56073"/>
                </a:cubicBezTo>
                <a:cubicBezTo>
                  <a:pt x="1154041" y="57517"/>
                  <a:pt x="1155470" y="58604"/>
                  <a:pt x="1157147" y="59334"/>
                </a:cubicBezTo>
                <a:cubicBezTo>
                  <a:pt x="1158824" y="60064"/>
                  <a:pt x="1160719" y="60429"/>
                  <a:pt x="1162831" y="60429"/>
                </a:cubicBezTo>
                <a:cubicBezTo>
                  <a:pt x="1165254" y="60429"/>
                  <a:pt x="1167327" y="59956"/>
                  <a:pt x="1169051" y="59008"/>
                </a:cubicBezTo>
                <a:cubicBezTo>
                  <a:pt x="1170775" y="58061"/>
                  <a:pt x="1172188" y="56795"/>
                  <a:pt x="1173291" y="55211"/>
                </a:cubicBezTo>
                <a:cubicBezTo>
                  <a:pt x="1174394" y="53627"/>
                  <a:pt x="1175201" y="51787"/>
                  <a:pt x="1175714" y="49690"/>
                </a:cubicBezTo>
                <a:cubicBezTo>
                  <a:pt x="1176226" y="47593"/>
                  <a:pt x="1176483" y="45380"/>
                  <a:pt x="1176483" y="43051"/>
                </a:cubicBezTo>
                <a:close/>
                <a:moveTo>
                  <a:pt x="1235889" y="42212"/>
                </a:moveTo>
                <a:cubicBezTo>
                  <a:pt x="1235889" y="46095"/>
                  <a:pt x="1235353" y="49566"/>
                  <a:pt x="1234281" y="52625"/>
                </a:cubicBezTo>
                <a:cubicBezTo>
                  <a:pt x="1233210" y="55685"/>
                  <a:pt x="1231688" y="58278"/>
                  <a:pt x="1229715" y="60406"/>
                </a:cubicBezTo>
                <a:cubicBezTo>
                  <a:pt x="1227743" y="62534"/>
                  <a:pt x="1225344" y="64164"/>
                  <a:pt x="1222517" y="65298"/>
                </a:cubicBezTo>
                <a:cubicBezTo>
                  <a:pt x="1219690" y="66432"/>
                  <a:pt x="1216507" y="66999"/>
                  <a:pt x="1212966" y="66999"/>
                </a:cubicBezTo>
                <a:cubicBezTo>
                  <a:pt x="1210201" y="66999"/>
                  <a:pt x="1207375" y="66735"/>
                  <a:pt x="1204486" y="66207"/>
                </a:cubicBezTo>
                <a:cubicBezTo>
                  <a:pt x="1201597" y="65679"/>
                  <a:pt x="1198740" y="64840"/>
                  <a:pt x="1195913" y="63691"/>
                </a:cubicBezTo>
                <a:lnTo>
                  <a:pt x="1195913" y="559"/>
                </a:lnTo>
                <a:lnTo>
                  <a:pt x="1204020" y="559"/>
                </a:lnTo>
                <a:lnTo>
                  <a:pt x="1204020" y="18715"/>
                </a:lnTo>
                <a:lnTo>
                  <a:pt x="1203647" y="27396"/>
                </a:lnTo>
                <a:cubicBezTo>
                  <a:pt x="1205977" y="24259"/>
                  <a:pt x="1208470" y="22046"/>
                  <a:pt x="1211125" y="20757"/>
                </a:cubicBezTo>
                <a:cubicBezTo>
                  <a:pt x="1213781" y="19468"/>
                  <a:pt x="1216631" y="18823"/>
                  <a:pt x="1219675" y="18823"/>
                </a:cubicBezTo>
                <a:cubicBezTo>
                  <a:pt x="1222346" y="18823"/>
                  <a:pt x="1224691" y="19382"/>
                  <a:pt x="1226710" y="20500"/>
                </a:cubicBezTo>
                <a:cubicBezTo>
                  <a:pt x="1228729" y="21619"/>
                  <a:pt x="1230422" y="23195"/>
                  <a:pt x="1231789" y="25229"/>
                </a:cubicBezTo>
                <a:cubicBezTo>
                  <a:pt x="1233155" y="27264"/>
                  <a:pt x="1234180" y="29718"/>
                  <a:pt x="1234864" y="32591"/>
                </a:cubicBezTo>
                <a:cubicBezTo>
                  <a:pt x="1235547" y="35464"/>
                  <a:pt x="1235889" y="38671"/>
                  <a:pt x="1235889" y="42212"/>
                </a:cubicBezTo>
                <a:moveTo>
                  <a:pt x="1227596" y="42585"/>
                </a:moveTo>
                <a:cubicBezTo>
                  <a:pt x="1227596" y="40131"/>
                  <a:pt x="1227417" y="37879"/>
                  <a:pt x="1227060" y="35829"/>
                </a:cubicBezTo>
                <a:cubicBezTo>
                  <a:pt x="1226703" y="33779"/>
                  <a:pt x="1226136" y="32024"/>
                  <a:pt x="1225359" y="30564"/>
                </a:cubicBezTo>
                <a:cubicBezTo>
                  <a:pt x="1224583" y="29104"/>
                  <a:pt x="1223589" y="27963"/>
                  <a:pt x="1222377" y="27140"/>
                </a:cubicBezTo>
                <a:cubicBezTo>
                  <a:pt x="1221166" y="26316"/>
                  <a:pt x="1219722" y="25905"/>
                  <a:pt x="1218044" y="25905"/>
                </a:cubicBezTo>
                <a:cubicBezTo>
                  <a:pt x="1217019" y="25905"/>
                  <a:pt x="1215979" y="26068"/>
                  <a:pt x="1214923" y="26394"/>
                </a:cubicBezTo>
                <a:cubicBezTo>
                  <a:pt x="1213867" y="26720"/>
                  <a:pt x="1212772" y="27264"/>
                  <a:pt x="1211638" y="28025"/>
                </a:cubicBezTo>
                <a:cubicBezTo>
                  <a:pt x="1210504" y="28786"/>
                  <a:pt x="1209308" y="29795"/>
                  <a:pt x="1208050" y="31053"/>
                </a:cubicBezTo>
                <a:cubicBezTo>
                  <a:pt x="1206792" y="32311"/>
                  <a:pt x="1205449" y="33872"/>
                  <a:pt x="1204020" y="35736"/>
                </a:cubicBezTo>
                <a:lnTo>
                  <a:pt x="1204020" y="58426"/>
                </a:lnTo>
                <a:cubicBezTo>
                  <a:pt x="1205604" y="59047"/>
                  <a:pt x="1207219" y="59536"/>
                  <a:pt x="1208866" y="59894"/>
                </a:cubicBezTo>
                <a:cubicBezTo>
                  <a:pt x="1210512" y="60251"/>
                  <a:pt x="1212081" y="60429"/>
                  <a:pt x="1213571" y="60429"/>
                </a:cubicBezTo>
                <a:cubicBezTo>
                  <a:pt x="1215435" y="60429"/>
                  <a:pt x="1217213" y="60134"/>
                  <a:pt x="1218906" y="59544"/>
                </a:cubicBezTo>
                <a:cubicBezTo>
                  <a:pt x="1220599" y="58954"/>
                  <a:pt x="1222090" y="57968"/>
                  <a:pt x="1223379" y="56586"/>
                </a:cubicBezTo>
                <a:cubicBezTo>
                  <a:pt x="1224668" y="55203"/>
                  <a:pt x="1225693" y="53371"/>
                  <a:pt x="1226454" y="51088"/>
                </a:cubicBezTo>
                <a:cubicBezTo>
                  <a:pt x="1227215" y="48805"/>
                  <a:pt x="1227596" y="45970"/>
                  <a:pt x="1227596" y="42585"/>
                </a:cubicBezTo>
                <a:close/>
                <a:moveTo>
                  <a:pt x="1279454" y="19662"/>
                </a:moveTo>
                <a:lnTo>
                  <a:pt x="1279454" y="65601"/>
                </a:lnTo>
                <a:cubicBezTo>
                  <a:pt x="1279454" y="68862"/>
                  <a:pt x="1278988" y="71759"/>
                  <a:pt x="1278056" y="74290"/>
                </a:cubicBezTo>
                <a:cubicBezTo>
                  <a:pt x="1277125" y="76822"/>
                  <a:pt x="1275789" y="78957"/>
                  <a:pt x="1274050" y="80697"/>
                </a:cubicBezTo>
                <a:cubicBezTo>
                  <a:pt x="1272310" y="82436"/>
                  <a:pt x="1270175" y="83756"/>
                  <a:pt x="1267643" y="84657"/>
                </a:cubicBezTo>
                <a:cubicBezTo>
                  <a:pt x="1265112" y="85558"/>
                  <a:pt x="1262262" y="86008"/>
                  <a:pt x="1259094" y="86008"/>
                </a:cubicBezTo>
                <a:cubicBezTo>
                  <a:pt x="1256795" y="86008"/>
                  <a:pt x="1254551" y="85794"/>
                  <a:pt x="1252361" y="85366"/>
                </a:cubicBezTo>
                <a:cubicBezTo>
                  <a:pt x="1250171" y="84939"/>
                  <a:pt x="1248191" y="84345"/>
                  <a:pt x="1246421" y="83585"/>
                </a:cubicBezTo>
                <a:lnTo>
                  <a:pt x="1246421" y="75851"/>
                </a:lnTo>
                <a:cubicBezTo>
                  <a:pt x="1247384" y="76355"/>
                  <a:pt x="1248416" y="76812"/>
                  <a:pt x="1249519" y="77221"/>
                </a:cubicBezTo>
                <a:cubicBezTo>
                  <a:pt x="1250622" y="77631"/>
                  <a:pt x="1251755" y="77977"/>
                  <a:pt x="1252920" y="78261"/>
                </a:cubicBezTo>
                <a:cubicBezTo>
                  <a:pt x="1254085" y="78545"/>
                  <a:pt x="1255258" y="78758"/>
                  <a:pt x="1256438" y="78900"/>
                </a:cubicBezTo>
                <a:cubicBezTo>
                  <a:pt x="1257618" y="79042"/>
                  <a:pt x="1258768" y="79113"/>
                  <a:pt x="1259886" y="79113"/>
                </a:cubicBezTo>
                <a:cubicBezTo>
                  <a:pt x="1263427" y="79113"/>
                  <a:pt x="1266207" y="77994"/>
                  <a:pt x="1268226" y="75758"/>
                </a:cubicBezTo>
                <a:cubicBezTo>
                  <a:pt x="1270245" y="73522"/>
                  <a:pt x="1271254" y="70229"/>
                  <a:pt x="1271254" y="65881"/>
                </a:cubicBezTo>
                <a:lnTo>
                  <a:pt x="1271254" y="26371"/>
                </a:lnTo>
                <a:lnTo>
                  <a:pt x="1248331" y="26371"/>
                </a:lnTo>
                <a:lnTo>
                  <a:pt x="1248331" y="19662"/>
                </a:lnTo>
                <a:lnTo>
                  <a:pt x="1279454" y="19662"/>
                </a:lnTo>
                <a:moveTo>
                  <a:pt x="1274562" y="0"/>
                </a:moveTo>
                <a:cubicBezTo>
                  <a:pt x="1275463" y="0"/>
                  <a:pt x="1276301" y="163"/>
                  <a:pt x="1277078" y="489"/>
                </a:cubicBezTo>
                <a:cubicBezTo>
                  <a:pt x="1277855" y="815"/>
                  <a:pt x="1278530" y="1274"/>
                  <a:pt x="1279105" y="1864"/>
                </a:cubicBezTo>
                <a:cubicBezTo>
                  <a:pt x="1279679" y="2454"/>
                  <a:pt x="1280130" y="3137"/>
                  <a:pt x="1280456" y="3914"/>
                </a:cubicBezTo>
                <a:cubicBezTo>
                  <a:pt x="1280782" y="4690"/>
                  <a:pt x="1280945" y="5513"/>
                  <a:pt x="1280945" y="6383"/>
                </a:cubicBezTo>
                <a:cubicBezTo>
                  <a:pt x="1280945" y="7284"/>
                  <a:pt x="1280782" y="8115"/>
                  <a:pt x="1280456" y="8876"/>
                </a:cubicBezTo>
                <a:cubicBezTo>
                  <a:pt x="1280130" y="9637"/>
                  <a:pt x="1279679" y="10312"/>
                  <a:pt x="1279105" y="10902"/>
                </a:cubicBezTo>
                <a:cubicBezTo>
                  <a:pt x="1278530" y="11493"/>
                  <a:pt x="1277855" y="11951"/>
                  <a:pt x="1277078" y="12277"/>
                </a:cubicBezTo>
                <a:cubicBezTo>
                  <a:pt x="1276301" y="12603"/>
                  <a:pt x="1275463" y="12766"/>
                  <a:pt x="1274562" y="12766"/>
                </a:cubicBezTo>
                <a:cubicBezTo>
                  <a:pt x="1273661" y="12766"/>
                  <a:pt x="1272823" y="12603"/>
                  <a:pt x="1272046" y="12277"/>
                </a:cubicBezTo>
                <a:cubicBezTo>
                  <a:pt x="1271270" y="11951"/>
                  <a:pt x="1270594" y="11493"/>
                  <a:pt x="1270019" y="10902"/>
                </a:cubicBezTo>
                <a:cubicBezTo>
                  <a:pt x="1269445" y="10312"/>
                  <a:pt x="1268994" y="9637"/>
                  <a:pt x="1268668" y="8876"/>
                </a:cubicBezTo>
                <a:cubicBezTo>
                  <a:pt x="1268342" y="8115"/>
                  <a:pt x="1268179" y="7284"/>
                  <a:pt x="1268179" y="6383"/>
                </a:cubicBezTo>
                <a:cubicBezTo>
                  <a:pt x="1268179" y="5513"/>
                  <a:pt x="1268342" y="4690"/>
                  <a:pt x="1268668" y="3914"/>
                </a:cubicBezTo>
                <a:cubicBezTo>
                  <a:pt x="1268994" y="3137"/>
                  <a:pt x="1269445" y="2454"/>
                  <a:pt x="1270019" y="1864"/>
                </a:cubicBezTo>
                <a:cubicBezTo>
                  <a:pt x="1270594" y="1274"/>
                  <a:pt x="1271270" y="815"/>
                  <a:pt x="1272046" y="489"/>
                </a:cubicBezTo>
                <a:cubicBezTo>
                  <a:pt x="1272823" y="163"/>
                  <a:pt x="1273661" y="0"/>
                  <a:pt x="1274562" y="0"/>
                </a:cubicBezTo>
                <a:close/>
                <a:moveTo>
                  <a:pt x="1339140" y="40581"/>
                </a:moveTo>
                <a:cubicBezTo>
                  <a:pt x="1339140" y="41731"/>
                  <a:pt x="1339125" y="42693"/>
                  <a:pt x="1339093" y="43470"/>
                </a:cubicBezTo>
                <a:cubicBezTo>
                  <a:pt x="1339062" y="44246"/>
                  <a:pt x="1339016" y="44976"/>
                  <a:pt x="1338954" y="45660"/>
                </a:cubicBezTo>
                <a:lnTo>
                  <a:pt x="1306107" y="45660"/>
                </a:lnTo>
                <a:cubicBezTo>
                  <a:pt x="1306107" y="50443"/>
                  <a:pt x="1307442" y="54116"/>
                  <a:pt x="1310113" y="56679"/>
                </a:cubicBezTo>
                <a:cubicBezTo>
                  <a:pt x="1312785" y="59241"/>
                  <a:pt x="1316636" y="60522"/>
                  <a:pt x="1321668" y="60522"/>
                </a:cubicBezTo>
                <a:cubicBezTo>
                  <a:pt x="1323035" y="60522"/>
                  <a:pt x="1324402" y="60467"/>
                  <a:pt x="1325768" y="60357"/>
                </a:cubicBezTo>
                <a:cubicBezTo>
                  <a:pt x="1327135" y="60245"/>
                  <a:pt x="1328455" y="60094"/>
                  <a:pt x="1329729" y="59904"/>
                </a:cubicBezTo>
                <a:cubicBezTo>
                  <a:pt x="1331002" y="59712"/>
                  <a:pt x="1332221" y="59498"/>
                  <a:pt x="1333386" y="59260"/>
                </a:cubicBezTo>
                <a:cubicBezTo>
                  <a:pt x="1334551" y="59021"/>
                  <a:pt x="1335630" y="58759"/>
                  <a:pt x="1336624" y="58472"/>
                </a:cubicBezTo>
                <a:lnTo>
                  <a:pt x="1336624" y="65135"/>
                </a:lnTo>
                <a:cubicBezTo>
                  <a:pt x="1334419" y="65770"/>
                  <a:pt x="1331926" y="66286"/>
                  <a:pt x="1329146" y="66683"/>
                </a:cubicBezTo>
                <a:cubicBezTo>
                  <a:pt x="1326366" y="67080"/>
                  <a:pt x="1323485" y="67278"/>
                  <a:pt x="1320503" y="67278"/>
                </a:cubicBezTo>
                <a:cubicBezTo>
                  <a:pt x="1316497" y="67278"/>
                  <a:pt x="1313049" y="66735"/>
                  <a:pt x="1310160" y="65648"/>
                </a:cubicBezTo>
                <a:cubicBezTo>
                  <a:pt x="1307271" y="64560"/>
                  <a:pt x="1304903" y="62984"/>
                  <a:pt x="1303055" y="60919"/>
                </a:cubicBezTo>
                <a:cubicBezTo>
                  <a:pt x="1301207" y="58853"/>
                  <a:pt x="1299840" y="56321"/>
                  <a:pt x="1298955" y="53324"/>
                </a:cubicBezTo>
                <a:cubicBezTo>
                  <a:pt x="1298070" y="50327"/>
                  <a:pt x="1297627" y="46933"/>
                  <a:pt x="1297627" y="43144"/>
                </a:cubicBezTo>
                <a:cubicBezTo>
                  <a:pt x="1297627" y="39851"/>
                  <a:pt x="1298101" y="36737"/>
                  <a:pt x="1299048" y="33802"/>
                </a:cubicBezTo>
                <a:cubicBezTo>
                  <a:pt x="1299995" y="30867"/>
                  <a:pt x="1301378" y="28289"/>
                  <a:pt x="1303195" y="26068"/>
                </a:cubicBezTo>
                <a:cubicBezTo>
                  <a:pt x="1305012" y="23847"/>
                  <a:pt x="1307240" y="22084"/>
                  <a:pt x="1309881" y="20780"/>
                </a:cubicBezTo>
                <a:cubicBezTo>
                  <a:pt x="1312521" y="19475"/>
                  <a:pt x="1315518" y="18823"/>
                  <a:pt x="1318873" y="18823"/>
                </a:cubicBezTo>
                <a:cubicBezTo>
                  <a:pt x="1322134" y="18823"/>
                  <a:pt x="1325023" y="19336"/>
                  <a:pt x="1327539" y="20361"/>
                </a:cubicBezTo>
                <a:cubicBezTo>
                  <a:pt x="1330055" y="21386"/>
                  <a:pt x="1332175" y="22838"/>
                  <a:pt x="1333899" y="24717"/>
                </a:cubicBezTo>
                <a:cubicBezTo>
                  <a:pt x="1335622" y="26596"/>
                  <a:pt x="1336927" y="28879"/>
                  <a:pt x="1337812" y="31566"/>
                </a:cubicBezTo>
                <a:cubicBezTo>
                  <a:pt x="1338697" y="34253"/>
                  <a:pt x="1339140" y="37258"/>
                  <a:pt x="1339140" y="40581"/>
                </a:cubicBezTo>
                <a:moveTo>
                  <a:pt x="1330707" y="39416"/>
                </a:moveTo>
                <a:cubicBezTo>
                  <a:pt x="1330800" y="37335"/>
                  <a:pt x="1330598" y="35433"/>
                  <a:pt x="1330101" y="33709"/>
                </a:cubicBezTo>
                <a:cubicBezTo>
                  <a:pt x="1329604" y="31985"/>
                  <a:pt x="1328836" y="30502"/>
                  <a:pt x="1327795" y="29260"/>
                </a:cubicBezTo>
                <a:cubicBezTo>
                  <a:pt x="1326754" y="28017"/>
                  <a:pt x="1325458" y="27046"/>
                  <a:pt x="1323905" y="26348"/>
                </a:cubicBezTo>
                <a:cubicBezTo>
                  <a:pt x="1322352" y="25649"/>
                  <a:pt x="1320550" y="25299"/>
                  <a:pt x="1318500" y="25299"/>
                </a:cubicBezTo>
                <a:cubicBezTo>
                  <a:pt x="1316730" y="25299"/>
                  <a:pt x="1315114" y="25641"/>
                  <a:pt x="1313654" y="26324"/>
                </a:cubicBezTo>
                <a:cubicBezTo>
                  <a:pt x="1312195" y="27008"/>
                  <a:pt x="1310937" y="27970"/>
                  <a:pt x="1309881" y="29213"/>
                </a:cubicBezTo>
                <a:cubicBezTo>
                  <a:pt x="1308824" y="30455"/>
                  <a:pt x="1307970" y="31946"/>
                  <a:pt x="1307318" y="33686"/>
                </a:cubicBezTo>
                <a:cubicBezTo>
                  <a:pt x="1306666" y="35425"/>
                  <a:pt x="1306262" y="37335"/>
                  <a:pt x="1306107" y="39416"/>
                </a:cubicBezTo>
                <a:lnTo>
                  <a:pt x="1330707" y="39416"/>
                </a:lnTo>
                <a:close/>
                <a:moveTo>
                  <a:pt x="1387830" y="64716"/>
                </a:moveTo>
                <a:cubicBezTo>
                  <a:pt x="1385718" y="65523"/>
                  <a:pt x="1383552" y="66121"/>
                  <a:pt x="1381331" y="66510"/>
                </a:cubicBezTo>
                <a:cubicBezTo>
                  <a:pt x="1379110" y="66898"/>
                  <a:pt x="1376819" y="67092"/>
                  <a:pt x="1374458" y="67092"/>
                </a:cubicBezTo>
                <a:cubicBezTo>
                  <a:pt x="1367066" y="67092"/>
                  <a:pt x="1361374" y="65088"/>
                  <a:pt x="1357383" y="61082"/>
                </a:cubicBezTo>
                <a:cubicBezTo>
                  <a:pt x="1353391" y="57075"/>
                  <a:pt x="1351396" y="51220"/>
                  <a:pt x="1351396" y="43517"/>
                </a:cubicBezTo>
                <a:cubicBezTo>
                  <a:pt x="1351396" y="39820"/>
                  <a:pt x="1351970" y="36466"/>
                  <a:pt x="1353120" y="33453"/>
                </a:cubicBezTo>
                <a:cubicBezTo>
                  <a:pt x="1354269" y="30440"/>
                  <a:pt x="1355884" y="27862"/>
                  <a:pt x="1357965" y="25719"/>
                </a:cubicBezTo>
                <a:cubicBezTo>
                  <a:pt x="1360046" y="23575"/>
                  <a:pt x="1362531" y="21921"/>
                  <a:pt x="1365420" y="20757"/>
                </a:cubicBezTo>
                <a:cubicBezTo>
                  <a:pt x="1368308" y="19592"/>
                  <a:pt x="1371492" y="19009"/>
                  <a:pt x="1374971" y="19009"/>
                </a:cubicBezTo>
                <a:cubicBezTo>
                  <a:pt x="1377394" y="19009"/>
                  <a:pt x="1379661" y="19184"/>
                  <a:pt x="1381773" y="19534"/>
                </a:cubicBezTo>
                <a:cubicBezTo>
                  <a:pt x="1383886" y="19882"/>
                  <a:pt x="1385905" y="20453"/>
                  <a:pt x="1387830" y="21246"/>
                </a:cubicBezTo>
                <a:lnTo>
                  <a:pt x="1387830" y="28980"/>
                </a:lnTo>
                <a:cubicBezTo>
                  <a:pt x="1385811" y="27907"/>
                  <a:pt x="1383754" y="27127"/>
                  <a:pt x="1381657" y="26639"/>
                </a:cubicBezTo>
                <a:cubicBezTo>
                  <a:pt x="1379560" y="26150"/>
                  <a:pt x="1377394" y="25905"/>
                  <a:pt x="1375157" y="25905"/>
                </a:cubicBezTo>
                <a:cubicBezTo>
                  <a:pt x="1373076" y="25905"/>
                  <a:pt x="1371112" y="26301"/>
                  <a:pt x="1369264" y="27093"/>
                </a:cubicBezTo>
                <a:cubicBezTo>
                  <a:pt x="1367415" y="27885"/>
                  <a:pt x="1365792" y="29027"/>
                  <a:pt x="1364395" y="30518"/>
                </a:cubicBezTo>
                <a:cubicBezTo>
                  <a:pt x="1362997" y="32008"/>
                  <a:pt x="1361894" y="33826"/>
                  <a:pt x="1361087" y="35969"/>
                </a:cubicBezTo>
                <a:cubicBezTo>
                  <a:pt x="1360279" y="38112"/>
                  <a:pt x="1359875" y="40535"/>
                  <a:pt x="1359875" y="43237"/>
                </a:cubicBezTo>
                <a:cubicBezTo>
                  <a:pt x="1359875" y="48890"/>
                  <a:pt x="1361250" y="53122"/>
                  <a:pt x="1363999" y="55933"/>
                </a:cubicBezTo>
                <a:cubicBezTo>
                  <a:pt x="1366748" y="58744"/>
                  <a:pt x="1370560" y="60150"/>
                  <a:pt x="1375437" y="60150"/>
                </a:cubicBezTo>
                <a:cubicBezTo>
                  <a:pt x="1377642" y="60150"/>
                  <a:pt x="1379778" y="59901"/>
                  <a:pt x="1381843" y="59404"/>
                </a:cubicBezTo>
                <a:cubicBezTo>
                  <a:pt x="1383909" y="58907"/>
                  <a:pt x="1385905" y="58162"/>
                  <a:pt x="1387830" y="57168"/>
                </a:cubicBezTo>
                <a:lnTo>
                  <a:pt x="1387830" y="64716"/>
                </a:lnTo>
                <a:close/>
                <a:moveTo>
                  <a:pt x="1441040" y="65741"/>
                </a:moveTo>
                <a:cubicBezTo>
                  <a:pt x="1439207" y="66223"/>
                  <a:pt x="1437313" y="66569"/>
                  <a:pt x="1435356" y="66777"/>
                </a:cubicBezTo>
                <a:cubicBezTo>
                  <a:pt x="1433399" y="66987"/>
                  <a:pt x="1431411" y="67092"/>
                  <a:pt x="1429392" y="67092"/>
                </a:cubicBezTo>
                <a:cubicBezTo>
                  <a:pt x="1423521" y="67092"/>
                  <a:pt x="1419142" y="65764"/>
                  <a:pt x="1416253" y="63108"/>
                </a:cubicBezTo>
                <a:cubicBezTo>
                  <a:pt x="1413364" y="60453"/>
                  <a:pt x="1411920" y="56376"/>
                  <a:pt x="1411920" y="50878"/>
                </a:cubicBezTo>
                <a:lnTo>
                  <a:pt x="1411920" y="26464"/>
                </a:lnTo>
                <a:lnTo>
                  <a:pt x="1398828" y="26464"/>
                </a:lnTo>
                <a:lnTo>
                  <a:pt x="1398828" y="19662"/>
                </a:lnTo>
                <a:lnTo>
                  <a:pt x="1411920" y="19662"/>
                </a:lnTo>
                <a:lnTo>
                  <a:pt x="1411920" y="6762"/>
                </a:lnTo>
                <a:lnTo>
                  <a:pt x="1420027" y="4659"/>
                </a:lnTo>
                <a:lnTo>
                  <a:pt x="1420027" y="19662"/>
                </a:lnTo>
                <a:lnTo>
                  <a:pt x="1441040" y="19662"/>
                </a:lnTo>
                <a:lnTo>
                  <a:pt x="1441040" y="26464"/>
                </a:lnTo>
                <a:lnTo>
                  <a:pt x="1420027" y="26464"/>
                </a:lnTo>
                <a:lnTo>
                  <a:pt x="1420027" y="50226"/>
                </a:lnTo>
                <a:cubicBezTo>
                  <a:pt x="1420027" y="53580"/>
                  <a:pt x="1420920" y="56089"/>
                  <a:pt x="1422706" y="57750"/>
                </a:cubicBezTo>
                <a:cubicBezTo>
                  <a:pt x="1424492" y="59412"/>
                  <a:pt x="1427125" y="60243"/>
                  <a:pt x="1430603" y="60243"/>
                </a:cubicBezTo>
                <a:cubicBezTo>
                  <a:pt x="1432094" y="60243"/>
                  <a:pt x="1433725" y="60123"/>
                  <a:pt x="1435495" y="59883"/>
                </a:cubicBezTo>
                <a:cubicBezTo>
                  <a:pt x="1437266" y="59643"/>
                  <a:pt x="1439114" y="59265"/>
                  <a:pt x="1441040" y="58752"/>
                </a:cubicBezTo>
                <a:lnTo>
                  <a:pt x="1441040" y="65741"/>
                </a:lnTo>
                <a:close/>
                <a:moveTo>
                  <a:pt x="1473609" y="51763"/>
                </a:moveTo>
                <a:cubicBezTo>
                  <a:pt x="1474666" y="51763"/>
                  <a:pt x="1475667" y="51965"/>
                  <a:pt x="1476615" y="52369"/>
                </a:cubicBezTo>
                <a:cubicBezTo>
                  <a:pt x="1477562" y="52773"/>
                  <a:pt x="1478385" y="53332"/>
                  <a:pt x="1479084" y="54046"/>
                </a:cubicBezTo>
                <a:cubicBezTo>
                  <a:pt x="1479783" y="54761"/>
                  <a:pt x="1480334" y="55592"/>
                  <a:pt x="1480738" y="56539"/>
                </a:cubicBezTo>
                <a:cubicBezTo>
                  <a:pt x="1481142" y="57486"/>
                  <a:pt x="1481344" y="58504"/>
                  <a:pt x="1481344" y="59591"/>
                </a:cubicBezTo>
                <a:cubicBezTo>
                  <a:pt x="1481344" y="60647"/>
                  <a:pt x="1481142" y="61641"/>
                  <a:pt x="1480738" y="62573"/>
                </a:cubicBezTo>
                <a:cubicBezTo>
                  <a:pt x="1480334" y="63504"/>
                  <a:pt x="1479783" y="64320"/>
                  <a:pt x="1479084" y="65019"/>
                </a:cubicBezTo>
                <a:cubicBezTo>
                  <a:pt x="1478385" y="65717"/>
                  <a:pt x="1477562" y="66269"/>
                  <a:pt x="1476615" y="66673"/>
                </a:cubicBezTo>
                <a:cubicBezTo>
                  <a:pt x="1475667" y="67076"/>
                  <a:pt x="1474666" y="67278"/>
                  <a:pt x="1473609" y="67278"/>
                </a:cubicBezTo>
                <a:cubicBezTo>
                  <a:pt x="1472522" y="67278"/>
                  <a:pt x="1471513" y="67076"/>
                  <a:pt x="1470581" y="66673"/>
                </a:cubicBezTo>
                <a:cubicBezTo>
                  <a:pt x="1469649" y="66269"/>
                  <a:pt x="1468834" y="65717"/>
                  <a:pt x="1468135" y="65019"/>
                </a:cubicBezTo>
                <a:cubicBezTo>
                  <a:pt x="1467436" y="64320"/>
                  <a:pt x="1466885" y="63504"/>
                  <a:pt x="1466481" y="62573"/>
                </a:cubicBezTo>
                <a:cubicBezTo>
                  <a:pt x="1466077" y="61641"/>
                  <a:pt x="1465875" y="60647"/>
                  <a:pt x="1465875" y="59591"/>
                </a:cubicBezTo>
                <a:cubicBezTo>
                  <a:pt x="1465875" y="58504"/>
                  <a:pt x="1466077" y="57486"/>
                  <a:pt x="1466481" y="56539"/>
                </a:cubicBezTo>
                <a:cubicBezTo>
                  <a:pt x="1466885" y="55592"/>
                  <a:pt x="1467436" y="54761"/>
                  <a:pt x="1468135" y="54046"/>
                </a:cubicBezTo>
                <a:cubicBezTo>
                  <a:pt x="1468834" y="53332"/>
                  <a:pt x="1469649" y="52773"/>
                  <a:pt x="1470581" y="52369"/>
                </a:cubicBezTo>
                <a:cubicBezTo>
                  <a:pt x="1471513" y="51965"/>
                  <a:pt x="1472522" y="51763"/>
                  <a:pt x="1473609" y="51763"/>
                </a:cubicBezTo>
                <a:close/>
                <a:moveTo>
                  <a:pt x="1599923" y="12580"/>
                </a:moveTo>
                <a:lnTo>
                  <a:pt x="1581892" y="12580"/>
                </a:lnTo>
                <a:lnTo>
                  <a:pt x="1581892" y="66440"/>
                </a:lnTo>
                <a:lnTo>
                  <a:pt x="1573506" y="66440"/>
                </a:lnTo>
                <a:lnTo>
                  <a:pt x="1573506" y="12580"/>
                </a:lnTo>
                <a:lnTo>
                  <a:pt x="1555475" y="12580"/>
                </a:lnTo>
                <a:lnTo>
                  <a:pt x="1555475" y="5498"/>
                </a:lnTo>
                <a:lnTo>
                  <a:pt x="1599923" y="5498"/>
                </a:lnTo>
                <a:lnTo>
                  <a:pt x="1599923" y="12580"/>
                </a:lnTo>
                <a:close/>
                <a:moveTo>
                  <a:pt x="1648381" y="66440"/>
                </a:moveTo>
                <a:lnTo>
                  <a:pt x="1640274" y="66440"/>
                </a:lnTo>
                <a:lnTo>
                  <a:pt x="1640274" y="36574"/>
                </a:lnTo>
                <a:cubicBezTo>
                  <a:pt x="1640274" y="32971"/>
                  <a:pt x="1639598" y="30277"/>
                  <a:pt x="1638247" y="28491"/>
                </a:cubicBezTo>
                <a:cubicBezTo>
                  <a:pt x="1636896" y="26705"/>
                  <a:pt x="1634962" y="25812"/>
                  <a:pt x="1632446" y="25812"/>
                </a:cubicBezTo>
                <a:cubicBezTo>
                  <a:pt x="1631359" y="25812"/>
                  <a:pt x="1630342" y="25959"/>
                  <a:pt x="1629394" y="26254"/>
                </a:cubicBezTo>
                <a:cubicBezTo>
                  <a:pt x="1628447" y="26549"/>
                  <a:pt x="1627461" y="27062"/>
                  <a:pt x="1626436" y="27792"/>
                </a:cubicBezTo>
                <a:cubicBezTo>
                  <a:pt x="1625411" y="28522"/>
                  <a:pt x="1624293" y="29508"/>
                  <a:pt x="1623081" y="30750"/>
                </a:cubicBezTo>
                <a:cubicBezTo>
                  <a:pt x="1621870" y="31993"/>
                  <a:pt x="1620472" y="33546"/>
                  <a:pt x="1618888" y="35410"/>
                </a:cubicBezTo>
                <a:lnTo>
                  <a:pt x="1618888" y="66440"/>
                </a:lnTo>
                <a:lnTo>
                  <a:pt x="1610781" y="66440"/>
                </a:lnTo>
                <a:lnTo>
                  <a:pt x="1610781" y="559"/>
                </a:lnTo>
                <a:lnTo>
                  <a:pt x="1618888" y="559"/>
                </a:lnTo>
                <a:lnTo>
                  <a:pt x="1618888" y="19649"/>
                </a:lnTo>
                <a:lnTo>
                  <a:pt x="1618608" y="27023"/>
                </a:lnTo>
                <a:cubicBezTo>
                  <a:pt x="1619882" y="25501"/>
                  <a:pt x="1621132" y="24220"/>
                  <a:pt x="1622359" y="23179"/>
                </a:cubicBezTo>
                <a:cubicBezTo>
                  <a:pt x="1623586" y="22139"/>
                  <a:pt x="1624813" y="21292"/>
                  <a:pt x="1626040" y="20640"/>
                </a:cubicBezTo>
                <a:cubicBezTo>
                  <a:pt x="1627267" y="19988"/>
                  <a:pt x="1628517" y="19522"/>
                  <a:pt x="1629790" y="19242"/>
                </a:cubicBezTo>
                <a:cubicBezTo>
                  <a:pt x="1631064" y="18963"/>
                  <a:pt x="1632384" y="18823"/>
                  <a:pt x="1633751" y="18823"/>
                </a:cubicBezTo>
                <a:cubicBezTo>
                  <a:pt x="1638410" y="18823"/>
                  <a:pt x="1642013" y="20244"/>
                  <a:pt x="1644560" y="23086"/>
                </a:cubicBezTo>
                <a:cubicBezTo>
                  <a:pt x="1647107" y="25928"/>
                  <a:pt x="1648381" y="30207"/>
                  <a:pt x="1648381" y="35922"/>
                </a:cubicBezTo>
                <a:lnTo>
                  <a:pt x="1648381" y="66440"/>
                </a:lnTo>
                <a:close/>
                <a:moveTo>
                  <a:pt x="1678574" y="26371"/>
                </a:moveTo>
                <a:lnTo>
                  <a:pt x="1664736" y="26371"/>
                </a:lnTo>
                <a:lnTo>
                  <a:pt x="1664736" y="19662"/>
                </a:lnTo>
                <a:lnTo>
                  <a:pt x="1686774" y="19662"/>
                </a:lnTo>
                <a:lnTo>
                  <a:pt x="1686774" y="59684"/>
                </a:lnTo>
                <a:lnTo>
                  <a:pt x="1700705" y="59684"/>
                </a:lnTo>
                <a:lnTo>
                  <a:pt x="1700705" y="66440"/>
                </a:lnTo>
                <a:lnTo>
                  <a:pt x="1663199" y="66440"/>
                </a:lnTo>
                <a:lnTo>
                  <a:pt x="1663199" y="59684"/>
                </a:lnTo>
                <a:lnTo>
                  <a:pt x="1678574" y="59684"/>
                </a:lnTo>
                <a:lnTo>
                  <a:pt x="1678574" y="26371"/>
                </a:lnTo>
                <a:moveTo>
                  <a:pt x="1681416" y="0"/>
                </a:moveTo>
                <a:cubicBezTo>
                  <a:pt x="1682317" y="0"/>
                  <a:pt x="1683155" y="163"/>
                  <a:pt x="1683932" y="489"/>
                </a:cubicBezTo>
                <a:cubicBezTo>
                  <a:pt x="1684708" y="815"/>
                  <a:pt x="1685384" y="1274"/>
                  <a:pt x="1685959" y="1864"/>
                </a:cubicBezTo>
                <a:cubicBezTo>
                  <a:pt x="1686533" y="2454"/>
                  <a:pt x="1686984" y="3129"/>
                  <a:pt x="1687310" y="3890"/>
                </a:cubicBezTo>
                <a:cubicBezTo>
                  <a:pt x="1687636" y="4651"/>
                  <a:pt x="1687799" y="5482"/>
                  <a:pt x="1687799" y="6383"/>
                </a:cubicBezTo>
                <a:cubicBezTo>
                  <a:pt x="1687799" y="7253"/>
                  <a:pt x="1687636" y="8076"/>
                  <a:pt x="1687310" y="8852"/>
                </a:cubicBezTo>
                <a:cubicBezTo>
                  <a:pt x="1686984" y="9629"/>
                  <a:pt x="1686533" y="10312"/>
                  <a:pt x="1685959" y="10902"/>
                </a:cubicBezTo>
                <a:cubicBezTo>
                  <a:pt x="1685384" y="11493"/>
                  <a:pt x="1684708" y="11951"/>
                  <a:pt x="1683932" y="12277"/>
                </a:cubicBezTo>
                <a:cubicBezTo>
                  <a:pt x="1683155" y="12603"/>
                  <a:pt x="1682317" y="12766"/>
                  <a:pt x="1681416" y="12766"/>
                </a:cubicBezTo>
                <a:cubicBezTo>
                  <a:pt x="1680515" y="12766"/>
                  <a:pt x="1679677" y="12603"/>
                  <a:pt x="1678900" y="12277"/>
                </a:cubicBezTo>
                <a:cubicBezTo>
                  <a:pt x="1678124" y="11951"/>
                  <a:pt x="1677448" y="11493"/>
                  <a:pt x="1676873" y="10902"/>
                </a:cubicBezTo>
                <a:cubicBezTo>
                  <a:pt x="1676299" y="10312"/>
                  <a:pt x="1675848" y="9629"/>
                  <a:pt x="1675522" y="8852"/>
                </a:cubicBezTo>
                <a:cubicBezTo>
                  <a:pt x="1675196" y="8076"/>
                  <a:pt x="1675033" y="7253"/>
                  <a:pt x="1675033" y="6383"/>
                </a:cubicBezTo>
                <a:cubicBezTo>
                  <a:pt x="1675033" y="5482"/>
                  <a:pt x="1675196" y="4651"/>
                  <a:pt x="1675522" y="3890"/>
                </a:cubicBezTo>
                <a:cubicBezTo>
                  <a:pt x="1675848" y="3129"/>
                  <a:pt x="1676299" y="2454"/>
                  <a:pt x="1676873" y="1864"/>
                </a:cubicBezTo>
                <a:cubicBezTo>
                  <a:pt x="1677448" y="1274"/>
                  <a:pt x="1678124" y="815"/>
                  <a:pt x="1678900" y="489"/>
                </a:cubicBezTo>
                <a:cubicBezTo>
                  <a:pt x="1679677" y="163"/>
                  <a:pt x="1680515" y="0"/>
                  <a:pt x="1681416" y="0"/>
                </a:cubicBezTo>
                <a:close/>
                <a:moveTo>
                  <a:pt x="1751538" y="53674"/>
                </a:moveTo>
                <a:cubicBezTo>
                  <a:pt x="1751538" y="55320"/>
                  <a:pt x="1751259" y="56795"/>
                  <a:pt x="1750700" y="58100"/>
                </a:cubicBezTo>
                <a:cubicBezTo>
                  <a:pt x="1750141" y="59404"/>
                  <a:pt x="1749380" y="60561"/>
                  <a:pt x="1748417" y="61571"/>
                </a:cubicBezTo>
                <a:cubicBezTo>
                  <a:pt x="1747454" y="62580"/>
                  <a:pt x="1746336" y="63442"/>
                  <a:pt x="1745062" y="64157"/>
                </a:cubicBezTo>
                <a:cubicBezTo>
                  <a:pt x="1743789" y="64871"/>
                  <a:pt x="1742430" y="65461"/>
                  <a:pt x="1740985" y="65927"/>
                </a:cubicBezTo>
                <a:cubicBezTo>
                  <a:pt x="1739541" y="66393"/>
                  <a:pt x="1738058" y="66735"/>
                  <a:pt x="1736536" y="66952"/>
                </a:cubicBezTo>
                <a:cubicBezTo>
                  <a:pt x="1735014" y="67170"/>
                  <a:pt x="1733523" y="67278"/>
                  <a:pt x="1732063" y="67278"/>
                </a:cubicBezTo>
                <a:cubicBezTo>
                  <a:pt x="1728895" y="67278"/>
                  <a:pt x="1725983" y="67139"/>
                  <a:pt x="1723327" y="66859"/>
                </a:cubicBezTo>
                <a:cubicBezTo>
                  <a:pt x="1720671" y="66579"/>
                  <a:pt x="1718070" y="66129"/>
                  <a:pt x="1715523" y="65508"/>
                </a:cubicBezTo>
                <a:lnTo>
                  <a:pt x="1715523" y="58053"/>
                </a:lnTo>
                <a:cubicBezTo>
                  <a:pt x="1718256" y="58830"/>
                  <a:pt x="1720974" y="59420"/>
                  <a:pt x="1723677" y="59824"/>
                </a:cubicBezTo>
                <a:cubicBezTo>
                  <a:pt x="1726379" y="60227"/>
                  <a:pt x="1729066" y="60429"/>
                  <a:pt x="1731737" y="60429"/>
                </a:cubicBezTo>
                <a:cubicBezTo>
                  <a:pt x="1735620" y="60429"/>
                  <a:pt x="1738493" y="59901"/>
                  <a:pt x="1740356" y="58845"/>
                </a:cubicBezTo>
                <a:cubicBezTo>
                  <a:pt x="1742220" y="57789"/>
                  <a:pt x="1743152" y="56283"/>
                  <a:pt x="1743152" y="54326"/>
                </a:cubicBezTo>
                <a:cubicBezTo>
                  <a:pt x="1743152" y="53487"/>
                  <a:pt x="1743004" y="52734"/>
                  <a:pt x="1742709" y="52066"/>
                </a:cubicBezTo>
                <a:cubicBezTo>
                  <a:pt x="1742414" y="51398"/>
                  <a:pt x="1741878" y="50762"/>
                  <a:pt x="1741102" y="50156"/>
                </a:cubicBezTo>
                <a:cubicBezTo>
                  <a:pt x="1740325" y="49550"/>
                  <a:pt x="1739122" y="48921"/>
                  <a:pt x="1737491" y="48269"/>
                </a:cubicBezTo>
                <a:cubicBezTo>
                  <a:pt x="1735860" y="47617"/>
                  <a:pt x="1733632" y="46871"/>
                  <a:pt x="1730805" y="46033"/>
                </a:cubicBezTo>
                <a:cubicBezTo>
                  <a:pt x="1728693" y="45411"/>
                  <a:pt x="1726744" y="44705"/>
                  <a:pt x="1724958" y="43913"/>
                </a:cubicBezTo>
                <a:cubicBezTo>
                  <a:pt x="1723172" y="43121"/>
                  <a:pt x="1721627" y="42181"/>
                  <a:pt x="1720322" y="41094"/>
                </a:cubicBezTo>
                <a:cubicBezTo>
                  <a:pt x="1719017" y="40007"/>
                  <a:pt x="1717992" y="38733"/>
                  <a:pt x="1717247" y="37273"/>
                </a:cubicBezTo>
                <a:cubicBezTo>
                  <a:pt x="1716502" y="35813"/>
                  <a:pt x="1716129" y="34090"/>
                  <a:pt x="1716129" y="32102"/>
                </a:cubicBezTo>
                <a:cubicBezTo>
                  <a:pt x="1716129" y="30797"/>
                  <a:pt x="1716432" y="29368"/>
                  <a:pt x="1717037" y="27815"/>
                </a:cubicBezTo>
                <a:cubicBezTo>
                  <a:pt x="1717643" y="26262"/>
                  <a:pt x="1718676" y="24818"/>
                  <a:pt x="1720136" y="23482"/>
                </a:cubicBezTo>
                <a:cubicBezTo>
                  <a:pt x="1721596" y="22147"/>
                  <a:pt x="1723568" y="21036"/>
                  <a:pt x="1726053" y="20151"/>
                </a:cubicBezTo>
                <a:cubicBezTo>
                  <a:pt x="1728538" y="19266"/>
                  <a:pt x="1731644" y="18823"/>
                  <a:pt x="1735371" y="18823"/>
                </a:cubicBezTo>
                <a:cubicBezTo>
                  <a:pt x="1737204" y="18823"/>
                  <a:pt x="1739238" y="18924"/>
                  <a:pt x="1741475" y="19126"/>
                </a:cubicBezTo>
                <a:cubicBezTo>
                  <a:pt x="1743711" y="19328"/>
                  <a:pt x="1746041" y="19677"/>
                  <a:pt x="1748463" y="20174"/>
                </a:cubicBezTo>
                <a:lnTo>
                  <a:pt x="1748463" y="27396"/>
                </a:lnTo>
                <a:cubicBezTo>
                  <a:pt x="1745916" y="26775"/>
                  <a:pt x="1743501" y="26316"/>
                  <a:pt x="1741218" y="26021"/>
                </a:cubicBezTo>
                <a:cubicBezTo>
                  <a:pt x="1738935" y="25726"/>
                  <a:pt x="1736955" y="25579"/>
                  <a:pt x="1735278" y="25579"/>
                </a:cubicBezTo>
                <a:cubicBezTo>
                  <a:pt x="1733259" y="25579"/>
                  <a:pt x="1731558" y="25734"/>
                  <a:pt x="1730176" y="26045"/>
                </a:cubicBezTo>
                <a:cubicBezTo>
                  <a:pt x="1728794" y="26355"/>
                  <a:pt x="1727676" y="26782"/>
                  <a:pt x="1726822" y="27326"/>
                </a:cubicBezTo>
                <a:cubicBezTo>
                  <a:pt x="1725967" y="27870"/>
                  <a:pt x="1725354" y="28506"/>
                  <a:pt x="1724981" y="29236"/>
                </a:cubicBezTo>
                <a:cubicBezTo>
                  <a:pt x="1724608" y="29966"/>
                  <a:pt x="1724422" y="30750"/>
                  <a:pt x="1724422" y="31589"/>
                </a:cubicBezTo>
                <a:cubicBezTo>
                  <a:pt x="1724422" y="32428"/>
                  <a:pt x="1724585" y="33189"/>
                  <a:pt x="1724911" y="33872"/>
                </a:cubicBezTo>
                <a:cubicBezTo>
                  <a:pt x="1725237" y="34555"/>
                  <a:pt x="1725843" y="35215"/>
                  <a:pt x="1726728" y="35852"/>
                </a:cubicBezTo>
                <a:cubicBezTo>
                  <a:pt x="1727614" y="36489"/>
                  <a:pt x="1728848" y="37126"/>
                  <a:pt x="1730432" y="37762"/>
                </a:cubicBezTo>
                <a:cubicBezTo>
                  <a:pt x="1732017" y="38399"/>
                  <a:pt x="1734082" y="39090"/>
                  <a:pt x="1736629" y="39836"/>
                </a:cubicBezTo>
                <a:cubicBezTo>
                  <a:pt x="1739394" y="40643"/>
                  <a:pt x="1741723" y="41490"/>
                  <a:pt x="1743618" y="42375"/>
                </a:cubicBezTo>
                <a:cubicBezTo>
                  <a:pt x="1745513" y="43260"/>
                  <a:pt x="1747050" y="44246"/>
                  <a:pt x="1748230" y="45334"/>
                </a:cubicBezTo>
                <a:cubicBezTo>
                  <a:pt x="1749411" y="46421"/>
                  <a:pt x="1750257" y="47648"/>
                  <a:pt x="1750770" y="49014"/>
                </a:cubicBezTo>
                <a:cubicBezTo>
                  <a:pt x="1751282" y="50381"/>
                  <a:pt x="1751538" y="51934"/>
                  <a:pt x="1751538" y="53674"/>
                </a:cubicBezTo>
                <a:close/>
                <a:moveTo>
                  <a:pt x="1834150" y="7222"/>
                </a:moveTo>
                <a:lnTo>
                  <a:pt x="1820312" y="7222"/>
                </a:lnTo>
                <a:lnTo>
                  <a:pt x="1820312" y="559"/>
                </a:lnTo>
                <a:lnTo>
                  <a:pt x="1842350" y="559"/>
                </a:lnTo>
                <a:lnTo>
                  <a:pt x="1842350" y="59684"/>
                </a:lnTo>
                <a:lnTo>
                  <a:pt x="1856281" y="59684"/>
                </a:lnTo>
                <a:lnTo>
                  <a:pt x="1856281" y="66440"/>
                </a:lnTo>
                <a:lnTo>
                  <a:pt x="1818774" y="66440"/>
                </a:lnTo>
                <a:lnTo>
                  <a:pt x="1818774" y="59684"/>
                </a:lnTo>
                <a:lnTo>
                  <a:pt x="1834150" y="59684"/>
                </a:lnTo>
                <a:lnTo>
                  <a:pt x="1834150" y="7222"/>
                </a:lnTo>
                <a:close/>
                <a:moveTo>
                  <a:pt x="1886008" y="26371"/>
                </a:moveTo>
                <a:lnTo>
                  <a:pt x="1872170" y="26371"/>
                </a:lnTo>
                <a:lnTo>
                  <a:pt x="1872170" y="19662"/>
                </a:lnTo>
                <a:lnTo>
                  <a:pt x="1894208" y="19662"/>
                </a:lnTo>
                <a:lnTo>
                  <a:pt x="1894208" y="59684"/>
                </a:lnTo>
                <a:lnTo>
                  <a:pt x="1908139" y="59684"/>
                </a:lnTo>
                <a:lnTo>
                  <a:pt x="1908139" y="66440"/>
                </a:lnTo>
                <a:lnTo>
                  <a:pt x="1870633" y="66440"/>
                </a:lnTo>
                <a:lnTo>
                  <a:pt x="1870633" y="59684"/>
                </a:lnTo>
                <a:lnTo>
                  <a:pt x="1886008" y="59684"/>
                </a:lnTo>
                <a:lnTo>
                  <a:pt x="1886008" y="26371"/>
                </a:lnTo>
                <a:moveTo>
                  <a:pt x="1888850" y="0"/>
                </a:moveTo>
                <a:cubicBezTo>
                  <a:pt x="1889751" y="0"/>
                  <a:pt x="1890590" y="163"/>
                  <a:pt x="1891366" y="489"/>
                </a:cubicBezTo>
                <a:cubicBezTo>
                  <a:pt x="1892143" y="815"/>
                  <a:pt x="1892818" y="1274"/>
                  <a:pt x="1893393" y="1864"/>
                </a:cubicBezTo>
                <a:cubicBezTo>
                  <a:pt x="1893967" y="2454"/>
                  <a:pt x="1894418" y="3129"/>
                  <a:pt x="1894744" y="3890"/>
                </a:cubicBezTo>
                <a:cubicBezTo>
                  <a:pt x="1895070" y="4651"/>
                  <a:pt x="1895233" y="5482"/>
                  <a:pt x="1895233" y="6383"/>
                </a:cubicBezTo>
                <a:cubicBezTo>
                  <a:pt x="1895233" y="7253"/>
                  <a:pt x="1895070" y="8076"/>
                  <a:pt x="1894744" y="8852"/>
                </a:cubicBezTo>
                <a:cubicBezTo>
                  <a:pt x="1894418" y="9629"/>
                  <a:pt x="1893967" y="10312"/>
                  <a:pt x="1893393" y="10902"/>
                </a:cubicBezTo>
                <a:cubicBezTo>
                  <a:pt x="1892818" y="11493"/>
                  <a:pt x="1892143" y="11951"/>
                  <a:pt x="1891366" y="12277"/>
                </a:cubicBezTo>
                <a:cubicBezTo>
                  <a:pt x="1890590" y="12603"/>
                  <a:pt x="1889751" y="12766"/>
                  <a:pt x="1888850" y="12766"/>
                </a:cubicBezTo>
                <a:cubicBezTo>
                  <a:pt x="1887949" y="12766"/>
                  <a:pt x="1887111" y="12603"/>
                  <a:pt x="1886334" y="12277"/>
                </a:cubicBezTo>
                <a:cubicBezTo>
                  <a:pt x="1885558" y="11951"/>
                  <a:pt x="1884882" y="11493"/>
                  <a:pt x="1884307" y="10902"/>
                </a:cubicBezTo>
                <a:cubicBezTo>
                  <a:pt x="1883733" y="10312"/>
                  <a:pt x="1883282" y="9629"/>
                  <a:pt x="1882956" y="8852"/>
                </a:cubicBezTo>
                <a:cubicBezTo>
                  <a:pt x="1882630" y="8076"/>
                  <a:pt x="1882467" y="7253"/>
                  <a:pt x="1882467" y="6383"/>
                </a:cubicBezTo>
                <a:cubicBezTo>
                  <a:pt x="1882467" y="5482"/>
                  <a:pt x="1882630" y="4651"/>
                  <a:pt x="1882956" y="3890"/>
                </a:cubicBezTo>
                <a:cubicBezTo>
                  <a:pt x="1883282" y="3129"/>
                  <a:pt x="1883733" y="2454"/>
                  <a:pt x="1884307" y="1864"/>
                </a:cubicBezTo>
                <a:cubicBezTo>
                  <a:pt x="1884882" y="1274"/>
                  <a:pt x="1885558" y="815"/>
                  <a:pt x="1886334" y="489"/>
                </a:cubicBezTo>
                <a:cubicBezTo>
                  <a:pt x="1887111" y="163"/>
                  <a:pt x="1887949" y="0"/>
                  <a:pt x="1888850" y="0"/>
                </a:cubicBezTo>
                <a:close/>
                <a:moveTo>
                  <a:pt x="1964004" y="66440"/>
                </a:moveTo>
                <a:lnTo>
                  <a:pt x="1952869" y="66440"/>
                </a:lnTo>
                <a:lnTo>
                  <a:pt x="1931064" y="41356"/>
                </a:lnTo>
                <a:lnTo>
                  <a:pt x="1931064" y="66440"/>
                </a:lnTo>
                <a:lnTo>
                  <a:pt x="1922957" y="66440"/>
                </a:lnTo>
                <a:lnTo>
                  <a:pt x="1922957" y="559"/>
                </a:lnTo>
                <a:lnTo>
                  <a:pt x="1931064" y="559"/>
                </a:lnTo>
                <a:lnTo>
                  <a:pt x="1931064" y="41030"/>
                </a:lnTo>
                <a:lnTo>
                  <a:pt x="1952077" y="19662"/>
                </a:lnTo>
                <a:lnTo>
                  <a:pt x="1962793" y="19662"/>
                </a:lnTo>
                <a:lnTo>
                  <a:pt x="1940848" y="41216"/>
                </a:lnTo>
                <a:lnTo>
                  <a:pt x="1964004" y="66440"/>
                </a:lnTo>
                <a:close/>
                <a:moveTo>
                  <a:pt x="2013300" y="40581"/>
                </a:moveTo>
                <a:cubicBezTo>
                  <a:pt x="2013300" y="41731"/>
                  <a:pt x="2013285" y="42693"/>
                  <a:pt x="2013254" y="43470"/>
                </a:cubicBezTo>
                <a:cubicBezTo>
                  <a:pt x="2013222" y="44246"/>
                  <a:pt x="2013176" y="44976"/>
                  <a:pt x="2013114" y="45660"/>
                </a:cubicBezTo>
                <a:lnTo>
                  <a:pt x="1980267" y="45660"/>
                </a:lnTo>
                <a:cubicBezTo>
                  <a:pt x="1980267" y="50443"/>
                  <a:pt x="1981602" y="54116"/>
                  <a:pt x="1984274" y="56679"/>
                </a:cubicBezTo>
                <a:cubicBezTo>
                  <a:pt x="1986945" y="59241"/>
                  <a:pt x="1990796" y="60522"/>
                  <a:pt x="1995828" y="60522"/>
                </a:cubicBezTo>
                <a:cubicBezTo>
                  <a:pt x="1997195" y="60522"/>
                  <a:pt x="1998562" y="60467"/>
                  <a:pt x="1999928" y="60357"/>
                </a:cubicBezTo>
                <a:cubicBezTo>
                  <a:pt x="2001295" y="60245"/>
                  <a:pt x="2002615" y="60094"/>
                  <a:pt x="2003889" y="59904"/>
                </a:cubicBezTo>
                <a:cubicBezTo>
                  <a:pt x="2005162" y="59712"/>
                  <a:pt x="2006381" y="59498"/>
                  <a:pt x="2007546" y="59260"/>
                </a:cubicBezTo>
                <a:cubicBezTo>
                  <a:pt x="2008711" y="59021"/>
                  <a:pt x="2009790" y="58759"/>
                  <a:pt x="2010784" y="58472"/>
                </a:cubicBezTo>
                <a:lnTo>
                  <a:pt x="2010784" y="65135"/>
                </a:lnTo>
                <a:cubicBezTo>
                  <a:pt x="2008579" y="65770"/>
                  <a:pt x="2006086" y="66286"/>
                  <a:pt x="2003306" y="66683"/>
                </a:cubicBezTo>
                <a:cubicBezTo>
                  <a:pt x="2000526" y="67080"/>
                  <a:pt x="1997645" y="67278"/>
                  <a:pt x="1994664" y="67278"/>
                </a:cubicBezTo>
                <a:cubicBezTo>
                  <a:pt x="1990657" y="67278"/>
                  <a:pt x="1987209" y="66735"/>
                  <a:pt x="1984320" y="65648"/>
                </a:cubicBezTo>
                <a:cubicBezTo>
                  <a:pt x="1981431" y="64560"/>
                  <a:pt x="1979063" y="62984"/>
                  <a:pt x="1977215" y="60919"/>
                </a:cubicBezTo>
                <a:cubicBezTo>
                  <a:pt x="1975367" y="58853"/>
                  <a:pt x="1974000" y="56321"/>
                  <a:pt x="1973115" y="53324"/>
                </a:cubicBezTo>
                <a:cubicBezTo>
                  <a:pt x="1972230" y="50327"/>
                  <a:pt x="1971787" y="46933"/>
                  <a:pt x="1971787" y="43144"/>
                </a:cubicBezTo>
                <a:cubicBezTo>
                  <a:pt x="1971787" y="39851"/>
                  <a:pt x="1972261" y="36737"/>
                  <a:pt x="1973208" y="33802"/>
                </a:cubicBezTo>
                <a:cubicBezTo>
                  <a:pt x="1974155" y="30867"/>
                  <a:pt x="1975538" y="28289"/>
                  <a:pt x="1977355" y="26068"/>
                </a:cubicBezTo>
                <a:cubicBezTo>
                  <a:pt x="1979172" y="23847"/>
                  <a:pt x="1981400" y="22084"/>
                  <a:pt x="1984041" y="20780"/>
                </a:cubicBezTo>
                <a:cubicBezTo>
                  <a:pt x="1986681" y="19475"/>
                  <a:pt x="1989678" y="18823"/>
                  <a:pt x="1993033" y="18823"/>
                </a:cubicBezTo>
                <a:cubicBezTo>
                  <a:pt x="1996294" y="18823"/>
                  <a:pt x="1999183" y="19336"/>
                  <a:pt x="2001699" y="20361"/>
                </a:cubicBezTo>
                <a:cubicBezTo>
                  <a:pt x="2004215" y="21386"/>
                  <a:pt x="2006335" y="22838"/>
                  <a:pt x="2008059" y="24717"/>
                </a:cubicBezTo>
                <a:cubicBezTo>
                  <a:pt x="2009782" y="26596"/>
                  <a:pt x="2011087" y="28879"/>
                  <a:pt x="2011972" y="31566"/>
                </a:cubicBezTo>
                <a:cubicBezTo>
                  <a:pt x="2012858" y="34253"/>
                  <a:pt x="2013300" y="37258"/>
                  <a:pt x="2013300" y="40581"/>
                </a:cubicBezTo>
                <a:moveTo>
                  <a:pt x="2004867" y="39416"/>
                </a:moveTo>
                <a:cubicBezTo>
                  <a:pt x="2004960" y="37335"/>
                  <a:pt x="2004758" y="35433"/>
                  <a:pt x="2004261" y="33709"/>
                </a:cubicBezTo>
                <a:cubicBezTo>
                  <a:pt x="2003764" y="31985"/>
                  <a:pt x="2002996" y="30502"/>
                  <a:pt x="2001955" y="29260"/>
                </a:cubicBezTo>
                <a:cubicBezTo>
                  <a:pt x="2000915" y="28017"/>
                  <a:pt x="1999618" y="27046"/>
                  <a:pt x="1998065" y="26348"/>
                </a:cubicBezTo>
                <a:cubicBezTo>
                  <a:pt x="1996512" y="25649"/>
                  <a:pt x="1994710" y="25299"/>
                  <a:pt x="1992660" y="25299"/>
                </a:cubicBezTo>
                <a:cubicBezTo>
                  <a:pt x="1990890" y="25299"/>
                  <a:pt x="1989274" y="25641"/>
                  <a:pt x="1987815" y="26324"/>
                </a:cubicBezTo>
                <a:cubicBezTo>
                  <a:pt x="1986355" y="27008"/>
                  <a:pt x="1985097" y="27970"/>
                  <a:pt x="1984041" y="29213"/>
                </a:cubicBezTo>
                <a:cubicBezTo>
                  <a:pt x="1982985" y="30455"/>
                  <a:pt x="1982130" y="31946"/>
                  <a:pt x="1981478" y="33686"/>
                </a:cubicBezTo>
                <a:cubicBezTo>
                  <a:pt x="1980826" y="35425"/>
                  <a:pt x="1980422" y="37335"/>
                  <a:pt x="1980267" y="39416"/>
                </a:cubicBezTo>
                <a:lnTo>
                  <a:pt x="2004867" y="39416"/>
                </a:lnTo>
                <a:close/>
                <a:moveTo>
                  <a:pt x="2041583" y="7222"/>
                </a:moveTo>
                <a:lnTo>
                  <a:pt x="2027746" y="7222"/>
                </a:lnTo>
                <a:lnTo>
                  <a:pt x="2027746" y="559"/>
                </a:lnTo>
                <a:lnTo>
                  <a:pt x="2049783" y="559"/>
                </a:lnTo>
                <a:lnTo>
                  <a:pt x="2049783" y="59684"/>
                </a:lnTo>
                <a:lnTo>
                  <a:pt x="2063714" y="59684"/>
                </a:lnTo>
                <a:lnTo>
                  <a:pt x="2063714" y="66440"/>
                </a:lnTo>
                <a:lnTo>
                  <a:pt x="2026208" y="66440"/>
                </a:lnTo>
                <a:lnTo>
                  <a:pt x="2026208" y="59684"/>
                </a:lnTo>
                <a:lnTo>
                  <a:pt x="2041583" y="59684"/>
                </a:lnTo>
                <a:lnTo>
                  <a:pt x="2041583" y="7222"/>
                </a:lnTo>
                <a:close/>
                <a:moveTo>
                  <a:pt x="2119114" y="19662"/>
                </a:moveTo>
                <a:lnTo>
                  <a:pt x="2103179" y="61501"/>
                </a:lnTo>
                <a:cubicBezTo>
                  <a:pt x="2101533" y="65756"/>
                  <a:pt x="2099833" y="69421"/>
                  <a:pt x="2098078" y="72497"/>
                </a:cubicBezTo>
                <a:cubicBezTo>
                  <a:pt x="2096323" y="75572"/>
                  <a:pt x="2094405" y="78095"/>
                  <a:pt x="2092324" y="80068"/>
                </a:cubicBezTo>
                <a:cubicBezTo>
                  <a:pt x="2090242" y="82040"/>
                  <a:pt x="2087959" y="83492"/>
                  <a:pt x="2085475" y="84424"/>
                </a:cubicBezTo>
                <a:cubicBezTo>
                  <a:pt x="2082990" y="85356"/>
                  <a:pt x="2080210" y="85822"/>
                  <a:pt x="2077135" y="85822"/>
                </a:cubicBezTo>
                <a:cubicBezTo>
                  <a:pt x="2076327" y="85822"/>
                  <a:pt x="2075597" y="85806"/>
                  <a:pt x="2074945" y="85775"/>
                </a:cubicBezTo>
                <a:cubicBezTo>
                  <a:pt x="2074293" y="85744"/>
                  <a:pt x="2073578" y="85697"/>
                  <a:pt x="2072802" y="85635"/>
                </a:cubicBezTo>
                <a:lnTo>
                  <a:pt x="2072802" y="78274"/>
                </a:lnTo>
                <a:cubicBezTo>
                  <a:pt x="2073485" y="78367"/>
                  <a:pt x="2074230" y="78453"/>
                  <a:pt x="2075038" y="78530"/>
                </a:cubicBezTo>
                <a:cubicBezTo>
                  <a:pt x="2075846" y="78608"/>
                  <a:pt x="2076700" y="78647"/>
                  <a:pt x="2077601" y="78647"/>
                </a:cubicBezTo>
                <a:cubicBezTo>
                  <a:pt x="2079092" y="78647"/>
                  <a:pt x="2080482" y="78429"/>
                  <a:pt x="2081771" y="77994"/>
                </a:cubicBezTo>
                <a:cubicBezTo>
                  <a:pt x="2083060" y="77559"/>
                  <a:pt x="2084279" y="76853"/>
                  <a:pt x="2085428" y="75874"/>
                </a:cubicBezTo>
                <a:cubicBezTo>
                  <a:pt x="2086577" y="74896"/>
                  <a:pt x="2087680" y="73630"/>
                  <a:pt x="2088736" y="72077"/>
                </a:cubicBezTo>
                <a:cubicBezTo>
                  <a:pt x="2089792" y="70524"/>
                  <a:pt x="2090817" y="68645"/>
                  <a:pt x="2091811" y="66440"/>
                </a:cubicBezTo>
                <a:lnTo>
                  <a:pt x="2073128" y="19662"/>
                </a:lnTo>
                <a:lnTo>
                  <a:pt x="2082353" y="19662"/>
                </a:lnTo>
                <a:lnTo>
                  <a:pt x="2094187" y="50598"/>
                </a:lnTo>
                <a:lnTo>
                  <a:pt x="2096563" y="57867"/>
                </a:lnTo>
                <a:lnTo>
                  <a:pt x="2099266" y="50412"/>
                </a:lnTo>
                <a:lnTo>
                  <a:pt x="2110215" y="19662"/>
                </a:lnTo>
                <a:lnTo>
                  <a:pt x="2119114" y="19662"/>
                </a:lnTo>
                <a:close/>
                <a:moveTo>
                  <a:pt x="2218824" y="66440"/>
                </a:moveTo>
                <a:lnTo>
                  <a:pt x="2210717" y="66440"/>
                </a:lnTo>
                <a:lnTo>
                  <a:pt x="2210717" y="36574"/>
                </a:lnTo>
                <a:cubicBezTo>
                  <a:pt x="2210717" y="32971"/>
                  <a:pt x="2210041" y="30277"/>
                  <a:pt x="2208690" y="28491"/>
                </a:cubicBezTo>
                <a:cubicBezTo>
                  <a:pt x="2207339" y="26705"/>
                  <a:pt x="2205405" y="25812"/>
                  <a:pt x="2202889" y="25812"/>
                </a:cubicBezTo>
                <a:cubicBezTo>
                  <a:pt x="2201802" y="25812"/>
                  <a:pt x="2200785" y="25959"/>
                  <a:pt x="2199838" y="26254"/>
                </a:cubicBezTo>
                <a:cubicBezTo>
                  <a:pt x="2198890" y="26549"/>
                  <a:pt x="2197904" y="27062"/>
                  <a:pt x="2196879" y="27792"/>
                </a:cubicBezTo>
                <a:cubicBezTo>
                  <a:pt x="2195854" y="28522"/>
                  <a:pt x="2194736" y="29508"/>
                  <a:pt x="2193525" y="30750"/>
                </a:cubicBezTo>
                <a:cubicBezTo>
                  <a:pt x="2192313" y="31993"/>
                  <a:pt x="2190915" y="33546"/>
                  <a:pt x="2189331" y="35410"/>
                </a:cubicBezTo>
                <a:lnTo>
                  <a:pt x="2189331" y="66440"/>
                </a:lnTo>
                <a:lnTo>
                  <a:pt x="2181224" y="66440"/>
                </a:lnTo>
                <a:lnTo>
                  <a:pt x="2181224" y="559"/>
                </a:lnTo>
                <a:lnTo>
                  <a:pt x="2189331" y="559"/>
                </a:lnTo>
                <a:lnTo>
                  <a:pt x="2189331" y="19649"/>
                </a:lnTo>
                <a:lnTo>
                  <a:pt x="2189052" y="27023"/>
                </a:lnTo>
                <a:cubicBezTo>
                  <a:pt x="2190325" y="25501"/>
                  <a:pt x="2191575" y="24220"/>
                  <a:pt x="2192802" y="23179"/>
                </a:cubicBezTo>
                <a:cubicBezTo>
                  <a:pt x="2194029" y="22139"/>
                  <a:pt x="2195256" y="21292"/>
                  <a:pt x="2196483" y="20640"/>
                </a:cubicBezTo>
                <a:cubicBezTo>
                  <a:pt x="2197710" y="19988"/>
                  <a:pt x="2198960" y="19522"/>
                  <a:pt x="2200234" y="19242"/>
                </a:cubicBezTo>
                <a:cubicBezTo>
                  <a:pt x="2201507" y="18963"/>
                  <a:pt x="2202827" y="18823"/>
                  <a:pt x="2204194" y="18823"/>
                </a:cubicBezTo>
                <a:cubicBezTo>
                  <a:pt x="2208853" y="18823"/>
                  <a:pt x="2212456" y="20244"/>
                  <a:pt x="2215003" y="23086"/>
                </a:cubicBezTo>
                <a:cubicBezTo>
                  <a:pt x="2217550" y="25928"/>
                  <a:pt x="2218824" y="30207"/>
                  <a:pt x="2218824" y="35922"/>
                </a:cubicBezTo>
                <a:lnTo>
                  <a:pt x="2218824" y="66440"/>
                </a:lnTo>
                <a:close/>
                <a:moveTo>
                  <a:pt x="2263134" y="66440"/>
                </a:moveTo>
                <a:lnTo>
                  <a:pt x="2262948" y="60137"/>
                </a:lnTo>
                <a:cubicBezTo>
                  <a:pt x="2260401" y="62657"/>
                  <a:pt x="2257815" y="64478"/>
                  <a:pt x="2255191" y="65598"/>
                </a:cubicBezTo>
                <a:cubicBezTo>
                  <a:pt x="2252566" y="66718"/>
                  <a:pt x="2249809" y="67278"/>
                  <a:pt x="2246921" y="67278"/>
                </a:cubicBezTo>
                <a:cubicBezTo>
                  <a:pt x="2244249" y="67278"/>
                  <a:pt x="2241966" y="66936"/>
                  <a:pt x="2240072" y="66252"/>
                </a:cubicBezTo>
                <a:cubicBezTo>
                  <a:pt x="2238177" y="65567"/>
                  <a:pt x="2236616" y="64626"/>
                  <a:pt x="2235389" y="63429"/>
                </a:cubicBezTo>
                <a:cubicBezTo>
                  <a:pt x="2234162" y="62231"/>
                  <a:pt x="2233261" y="60823"/>
                  <a:pt x="2232687" y="59205"/>
                </a:cubicBezTo>
                <a:cubicBezTo>
                  <a:pt x="2232112" y="57587"/>
                  <a:pt x="2231825" y="55829"/>
                  <a:pt x="2231825" y="53931"/>
                </a:cubicBezTo>
                <a:cubicBezTo>
                  <a:pt x="2231825" y="49233"/>
                  <a:pt x="2233572" y="45554"/>
                  <a:pt x="2237066" y="42895"/>
                </a:cubicBezTo>
                <a:cubicBezTo>
                  <a:pt x="2240561" y="40234"/>
                  <a:pt x="2245725" y="38904"/>
                  <a:pt x="2252558" y="38904"/>
                </a:cubicBezTo>
                <a:lnTo>
                  <a:pt x="2262249" y="38904"/>
                </a:lnTo>
                <a:lnTo>
                  <a:pt x="2262249" y="34818"/>
                </a:lnTo>
                <a:cubicBezTo>
                  <a:pt x="2262249" y="32064"/>
                  <a:pt x="2261364" y="29858"/>
                  <a:pt x="2259594" y="28202"/>
                </a:cubicBezTo>
                <a:cubicBezTo>
                  <a:pt x="2257823" y="26547"/>
                  <a:pt x="2255121" y="25719"/>
                  <a:pt x="2251487" y="25719"/>
                </a:cubicBezTo>
                <a:cubicBezTo>
                  <a:pt x="2248846" y="25719"/>
                  <a:pt x="2246245" y="26018"/>
                  <a:pt x="2243682" y="26617"/>
                </a:cubicBezTo>
                <a:cubicBezTo>
                  <a:pt x="2241120" y="27215"/>
                  <a:pt x="2238472" y="28065"/>
                  <a:pt x="2235739" y="29166"/>
                </a:cubicBezTo>
                <a:lnTo>
                  <a:pt x="2235739" y="21851"/>
                </a:lnTo>
                <a:cubicBezTo>
                  <a:pt x="2236764" y="21473"/>
                  <a:pt x="2237905" y="21102"/>
                  <a:pt x="2239163" y="20739"/>
                </a:cubicBezTo>
                <a:cubicBezTo>
                  <a:pt x="2240421" y="20376"/>
                  <a:pt x="2241749" y="20053"/>
                  <a:pt x="2243147" y="19769"/>
                </a:cubicBezTo>
                <a:cubicBezTo>
                  <a:pt x="2244544" y="19485"/>
                  <a:pt x="2246004" y="19256"/>
                  <a:pt x="2247526" y="19084"/>
                </a:cubicBezTo>
                <a:cubicBezTo>
                  <a:pt x="2249048" y="18910"/>
                  <a:pt x="2250586" y="18823"/>
                  <a:pt x="2252139" y="18823"/>
                </a:cubicBezTo>
                <a:cubicBezTo>
                  <a:pt x="2254965" y="18823"/>
                  <a:pt x="2257512" y="19134"/>
                  <a:pt x="2259780" y="19755"/>
                </a:cubicBezTo>
                <a:cubicBezTo>
                  <a:pt x="2262047" y="20376"/>
                  <a:pt x="2263965" y="21323"/>
                  <a:pt x="2265534" y="22597"/>
                </a:cubicBezTo>
                <a:cubicBezTo>
                  <a:pt x="2267103" y="23870"/>
                  <a:pt x="2268306" y="25470"/>
                  <a:pt x="2269145" y="27396"/>
                </a:cubicBezTo>
                <a:cubicBezTo>
                  <a:pt x="2269983" y="29322"/>
                  <a:pt x="2270403" y="31589"/>
                  <a:pt x="2270403" y="34198"/>
                </a:cubicBezTo>
                <a:lnTo>
                  <a:pt x="2270403" y="66440"/>
                </a:lnTo>
                <a:lnTo>
                  <a:pt x="2263134" y="66440"/>
                </a:lnTo>
                <a:moveTo>
                  <a:pt x="2262249" y="45101"/>
                </a:moveTo>
                <a:lnTo>
                  <a:pt x="2251952" y="45101"/>
                </a:lnTo>
                <a:cubicBezTo>
                  <a:pt x="2249934" y="45101"/>
                  <a:pt x="2248194" y="45304"/>
                  <a:pt x="2246734" y="45709"/>
                </a:cubicBezTo>
                <a:cubicBezTo>
                  <a:pt x="2245274" y="46114"/>
                  <a:pt x="2244078" y="46690"/>
                  <a:pt x="2243147" y="47438"/>
                </a:cubicBezTo>
                <a:cubicBezTo>
                  <a:pt x="2242215" y="48185"/>
                  <a:pt x="2241524" y="49081"/>
                  <a:pt x="2241073" y="50125"/>
                </a:cubicBezTo>
                <a:cubicBezTo>
                  <a:pt x="2240623" y="51169"/>
                  <a:pt x="2240398" y="52345"/>
                  <a:pt x="2240398" y="53653"/>
                </a:cubicBezTo>
                <a:cubicBezTo>
                  <a:pt x="2240398" y="54557"/>
                  <a:pt x="2240538" y="55422"/>
                  <a:pt x="2240817" y="56248"/>
                </a:cubicBezTo>
                <a:cubicBezTo>
                  <a:pt x="2241097" y="57073"/>
                  <a:pt x="2241547" y="57805"/>
                  <a:pt x="2242168" y="58443"/>
                </a:cubicBezTo>
                <a:cubicBezTo>
                  <a:pt x="2242789" y="59082"/>
                  <a:pt x="2243597" y="59588"/>
                  <a:pt x="2244591" y="59962"/>
                </a:cubicBezTo>
                <a:cubicBezTo>
                  <a:pt x="2245585" y="60336"/>
                  <a:pt x="2246796" y="60522"/>
                  <a:pt x="2248225" y="60522"/>
                </a:cubicBezTo>
                <a:cubicBezTo>
                  <a:pt x="2250089" y="60522"/>
                  <a:pt x="2252224" y="59954"/>
                  <a:pt x="2254631" y="58818"/>
                </a:cubicBezTo>
                <a:cubicBezTo>
                  <a:pt x="2257039" y="57680"/>
                  <a:pt x="2259578" y="55880"/>
                  <a:pt x="2262249" y="53419"/>
                </a:cubicBezTo>
                <a:lnTo>
                  <a:pt x="2262249" y="45101"/>
                </a:lnTo>
                <a:close/>
                <a:moveTo>
                  <a:pt x="2324917" y="42212"/>
                </a:moveTo>
                <a:cubicBezTo>
                  <a:pt x="2324917" y="46374"/>
                  <a:pt x="2324335" y="50008"/>
                  <a:pt x="2323170" y="53114"/>
                </a:cubicBezTo>
                <a:cubicBezTo>
                  <a:pt x="2322005" y="56221"/>
                  <a:pt x="2320398" y="58799"/>
                  <a:pt x="2318348" y="60849"/>
                </a:cubicBezTo>
                <a:cubicBezTo>
                  <a:pt x="2316298" y="62899"/>
                  <a:pt x="2313875" y="64436"/>
                  <a:pt x="2311079" y="65461"/>
                </a:cubicBezTo>
                <a:cubicBezTo>
                  <a:pt x="2308284" y="66486"/>
                  <a:pt x="2305255" y="66999"/>
                  <a:pt x="2301994" y="66999"/>
                </a:cubicBezTo>
                <a:cubicBezTo>
                  <a:pt x="2300503" y="66999"/>
                  <a:pt x="2299020" y="66921"/>
                  <a:pt x="2297544" y="66766"/>
                </a:cubicBezTo>
                <a:cubicBezTo>
                  <a:pt x="2296069" y="66610"/>
                  <a:pt x="2294570" y="66346"/>
                  <a:pt x="2293048" y="65974"/>
                </a:cubicBezTo>
                <a:lnTo>
                  <a:pt x="2293048" y="85542"/>
                </a:lnTo>
                <a:lnTo>
                  <a:pt x="2284941" y="85542"/>
                </a:lnTo>
                <a:lnTo>
                  <a:pt x="2284941" y="19662"/>
                </a:lnTo>
                <a:lnTo>
                  <a:pt x="2292163" y="19662"/>
                </a:lnTo>
                <a:lnTo>
                  <a:pt x="2292676" y="27489"/>
                </a:lnTo>
                <a:cubicBezTo>
                  <a:pt x="2295005" y="24290"/>
                  <a:pt x="2297490" y="22046"/>
                  <a:pt x="2300130" y="20757"/>
                </a:cubicBezTo>
                <a:cubicBezTo>
                  <a:pt x="2302770" y="19468"/>
                  <a:pt x="2305628" y="18823"/>
                  <a:pt x="2308703" y="18823"/>
                </a:cubicBezTo>
                <a:cubicBezTo>
                  <a:pt x="2311374" y="18823"/>
                  <a:pt x="2313719" y="19382"/>
                  <a:pt x="2315738" y="20500"/>
                </a:cubicBezTo>
                <a:cubicBezTo>
                  <a:pt x="2317757" y="21619"/>
                  <a:pt x="2319450" y="23195"/>
                  <a:pt x="2320817" y="25229"/>
                </a:cubicBezTo>
                <a:cubicBezTo>
                  <a:pt x="2322184" y="27264"/>
                  <a:pt x="2323209" y="29718"/>
                  <a:pt x="2323892" y="32591"/>
                </a:cubicBezTo>
                <a:cubicBezTo>
                  <a:pt x="2324575" y="35464"/>
                  <a:pt x="2324917" y="38671"/>
                  <a:pt x="2324917" y="42212"/>
                </a:cubicBezTo>
                <a:moveTo>
                  <a:pt x="2316624" y="42585"/>
                </a:moveTo>
                <a:cubicBezTo>
                  <a:pt x="2316624" y="40131"/>
                  <a:pt x="2316445" y="37879"/>
                  <a:pt x="2316088" y="35829"/>
                </a:cubicBezTo>
                <a:cubicBezTo>
                  <a:pt x="2315731" y="33779"/>
                  <a:pt x="2315164" y="32024"/>
                  <a:pt x="2314387" y="30564"/>
                </a:cubicBezTo>
                <a:cubicBezTo>
                  <a:pt x="2313611" y="29104"/>
                  <a:pt x="2312617" y="27963"/>
                  <a:pt x="2311405" y="27140"/>
                </a:cubicBezTo>
                <a:cubicBezTo>
                  <a:pt x="2310194" y="26316"/>
                  <a:pt x="2308750" y="25905"/>
                  <a:pt x="2307072" y="25905"/>
                </a:cubicBezTo>
                <a:cubicBezTo>
                  <a:pt x="2306047" y="25905"/>
                  <a:pt x="2305007" y="26068"/>
                  <a:pt x="2303951" y="26394"/>
                </a:cubicBezTo>
                <a:cubicBezTo>
                  <a:pt x="2302895" y="26720"/>
                  <a:pt x="2301800" y="27264"/>
                  <a:pt x="2300666" y="28025"/>
                </a:cubicBezTo>
                <a:cubicBezTo>
                  <a:pt x="2299532" y="28786"/>
                  <a:pt x="2298336" y="29795"/>
                  <a:pt x="2297078" y="31053"/>
                </a:cubicBezTo>
                <a:cubicBezTo>
                  <a:pt x="2295820" y="32311"/>
                  <a:pt x="2294477" y="33872"/>
                  <a:pt x="2293048" y="35736"/>
                </a:cubicBezTo>
                <a:lnTo>
                  <a:pt x="2293048" y="58426"/>
                </a:lnTo>
                <a:cubicBezTo>
                  <a:pt x="2294539" y="59047"/>
                  <a:pt x="2296108" y="59536"/>
                  <a:pt x="2297754" y="59894"/>
                </a:cubicBezTo>
                <a:cubicBezTo>
                  <a:pt x="2299400" y="60251"/>
                  <a:pt x="2301015" y="60429"/>
                  <a:pt x="2302600" y="60429"/>
                </a:cubicBezTo>
                <a:cubicBezTo>
                  <a:pt x="2306979" y="60429"/>
                  <a:pt x="2310411" y="58946"/>
                  <a:pt x="2312896" y="55980"/>
                </a:cubicBezTo>
                <a:cubicBezTo>
                  <a:pt x="2315381" y="53013"/>
                  <a:pt x="2316624" y="48548"/>
                  <a:pt x="2316624" y="42585"/>
                </a:cubicBezTo>
                <a:close/>
                <a:moveTo>
                  <a:pt x="2376775" y="42212"/>
                </a:moveTo>
                <a:cubicBezTo>
                  <a:pt x="2376775" y="46374"/>
                  <a:pt x="2376193" y="50008"/>
                  <a:pt x="2375028" y="53114"/>
                </a:cubicBezTo>
                <a:cubicBezTo>
                  <a:pt x="2373863" y="56221"/>
                  <a:pt x="2372256" y="58799"/>
                  <a:pt x="2370206" y="60849"/>
                </a:cubicBezTo>
                <a:cubicBezTo>
                  <a:pt x="2368156" y="62899"/>
                  <a:pt x="2365733" y="64436"/>
                  <a:pt x="2362938" y="65461"/>
                </a:cubicBezTo>
                <a:cubicBezTo>
                  <a:pt x="2360142" y="66486"/>
                  <a:pt x="2357114" y="66999"/>
                  <a:pt x="2353852" y="66999"/>
                </a:cubicBezTo>
                <a:cubicBezTo>
                  <a:pt x="2352361" y="66999"/>
                  <a:pt x="2350878" y="66921"/>
                  <a:pt x="2349403" y="66766"/>
                </a:cubicBezTo>
                <a:cubicBezTo>
                  <a:pt x="2347927" y="66610"/>
                  <a:pt x="2346429" y="66346"/>
                  <a:pt x="2344907" y="65974"/>
                </a:cubicBezTo>
                <a:lnTo>
                  <a:pt x="2344907" y="85542"/>
                </a:lnTo>
                <a:lnTo>
                  <a:pt x="2336800" y="85542"/>
                </a:lnTo>
                <a:lnTo>
                  <a:pt x="2336800" y="19662"/>
                </a:lnTo>
                <a:lnTo>
                  <a:pt x="2344022" y="19662"/>
                </a:lnTo>
                <a:lnTo>
                  <a:pt x="2344534" y="27489"/>
                </a:lnTo>
                <a:cubicBezTo>
                  <a:pt x="2346864" y="24290"/>
                  <a:pt x="2349349" y="22046"/>
                  <a:pt x="2351989" y="20757"/>
                </a:cubicBezTo>
                <a:cubicBezTo>
                  <a:pt x="2354629" y="19468"/>
                  <a:pt x="2357487" y="18823"/>
                  <a:pt x="2360562" y="18823"/>
                </a:cubicBezTo>
                <a:cubicBezTo>
                  <a:pt x="2363233" y="18823"/>
                  <a:pt x="2365578" y="19382"/>
                  <a:pt x="2367597" y="20500"/>
                </a:cubicBezTo>
                <a:cubicBezTo>
                  <a:pt x="2369616" y="21619"/>
                  <a:pt x="2371309" y="23195"/>
                  <a:pt x="2372675" y="25229"/>
                </a:cubicBezTo>
                <a:cubicBezTo>
                  <a:pt x="2374042" y="27264"/>
                  <a:pt x="2375067" y="29718"/>
                  <a:pt x="2375750" y="32591"/>
                </a:cubicBezTo>
                <a:cubicBezTo>
                  <a:pt x="2376434" y="35464"/>
                  <a:pt x="2376775" y="38671"/>
                  <a:pt x="2376775" y="42212"/>
                </a:cubicBezTo>
                <a:moveTo>
                  <a:pt x="2368482" y="42585"/>
                </a:moveTo>
                <a:cubicBezTo>
                  <a:pt x="2368482" y="40131"/>
                  <a:pt x="2368304" y="37879"/>
                  <a:pt x="2367946" y="35829"/>
                </a:cubicBezTo>
                <a:cubicBezTo>
                  <a:pt x="2367589" y="33779"/>
                  <a:pt x="2367022" y="32024"/>
                  <a:pt x="2366246" y="30564"/>
                </a:cubicBezTo>
                <a:cubicBezTo>
                  <a:pt x="2365469" y="29104"/>
                  <a:pt x="2364475" y="27963"/>
                  <a:pt x="2363264" y="27140"/>
                </a:cubicBezTo>
                <a:cubicBezTo>
                  <a:pt x="2362052" y="26316"/>
                  <a:pt x="2360608" y="25905"/>
                  <a:pt x="2358931" y="25905"/>
                </a:cubicBezTo>
                <a:cubicBezTo>
                  <a:pt x="2357906" y="25905"/>
                  <a:pt x="2356865" y="26068"/>
                  <a:pt x="2355809" y="26394"/>
                </a:cubicBezTo>
                <a:cubicBezTo>
                  <a:pt x="2354753" y="26720"/>
                  <a:pt x="2353658" y="27264"/>
                  <a:pt x="2352525" y="28025"/>
                </a:cubicBezTo>
                <a:cubicBezTo>
                  <a:pt x="2351391" y="28786"/>
                  <a:pt x="2350195" y="29795"/>
                  <a:pt x="2348937" y="31053"/>
                </a:cubicBezTo>
                <a:cubicBezTo>
                  <a:pt x="2347679" y="32311"/>
                  <a:pt x="2346336" y="33872"/>
                  <a:pt x="2344907" y="35736"/>
                </a:cubicBezTo>
                <a:lnTo>
                  <a:pt x="2344907" y="58426"/>
                </a:lnTo>
                <a:cubicBezTo>
                  <a:pt x="2346398" y="59047"/>
                  <a:pt x="2347966" y="59536"/>
                  <a:pt x="2349613" y="59894"/>
                </a:cubicBezTo>
                <a:cubicBezTo>
                  <a:pt x="2351259" y="60251"/>
                  <a:pt x="2352874" y="60429"/>
                  <a:pt x="2354458" y="60429"/>
                </a:cubicBezTo>
                <a:cubicBezTo>
                  <a:pt x="2358838" y="60429"/>
                  <a:pt x="2362270" y="58946"/>
                  <a:pt x="2364755" y="55980"/>
                </a:cubicBezTo>
                <a:cubicBezTo>
                  <a:pt x="2367240" y="53013"/>
                  <a:pt x="2368482" y="48548"/>
                  <a:pt x="2368482" y="42585"/>
                </a:cubicBezTo>
                <a:close/>
                <a:moveTo>
                  <a:pt x="2428168" y="40581"/>
                </a:moveTo>
                <a:cubicBezTo>
                  <a:pt x="2428168" y="41731"/>
                  <a:pt x="2428152" y="42693"/>
                  <a:pt x="2428121" y="43470"/>
                </a:cubicBezTo>
                <a:cubicBezTo>
                  <a:pt x="2428090" y="44246"/>
                  <a:pt x="2428044" y="44976"/>
                  <a:pt x="2427982" y="45660"/>
                </a:cubicBezTo>
                <a:lnTo>
                  <a:pt x="2395135" y="45660"/>
                </a:lnTo>
                <a:cubicBezTo>
                  <a:pt x="2395135" y="50443"/>
                  <a:pt x="2396470" y="54116"/>
                  <a:pt x="2399141" y="56679"/>
                </a:cubicBezTo>
                <a:cubicBezTo>
                  <a:pt x="2401813" y="59241"/>
                  <a:pt x="2405664" y="60522"/>
                  <a:pt x="2410696" y="60522"/>
                </a:cubicBezTo>
                <a:cubicBezTo>
                  <a:pt x="2412063" y="60522"/>
                  <a:pt x="2413430" y="60467"/>
                  <a:pt x="2414796" y="60357"/>
                </a:cubicBezTo>
                <a:cubicBezTo>
                  <a:pt x="2416163" y="60245"/>
                  <a:pt x="2417483" y="60094"/>
                  <a:pt x="2418756" y="59904"/>
                </a:cubicBezTo>
                <a:cubicBezTo>
                  <a:pt x="2420030" y="59712"/>
                  <a:pt x="2421249" y="59498"/>
                  <a:pt x="2422414" y="59260"/>
                </a:cubicBezTo>
                <a:cubicBezTo>
                  <a:pt x="2423579" y="59021"/>
                  <a:pt x="2424658" y="58759"/>
                  <a:pt x="2425652" y="58472"/>
                </a:cubicBezTo>
                <a:lnTo>
                  <a:pt x="2425652" y="65135"/>
                </a:lnTo>
                <a:cubicBezTo>
                  <a:pt x="2423447" y="65770"/>
                  <a:pt x="2420954" y="66286"/>
                  <a:pt x="2418174" y="66683"/>
                </a:cubicBezTo>
                <a:cubicBezTo>
                  <a:pt x="2415394" y="67080"/>
                  <a:pt x="2412513" y="67278"/>
                  <a:pt x="2409531" y="67278"/>
                </a:cubicBezTo>
                <a:cubicBezTo>
                  <a:pt x="2405524" y="67278"/>
                  <a:pt x="2402077" y="66735"/>
                  <a:pt x="2399188" y="65648"/>
                </a:cubicBezTo>
                <a:cubicBezTo>
                  <a:pt x="2396299" y="64560"/>
                  <a:pt x="2393931" y="62984"/>
                  <a:pt x="2392083" y="60919"/>
                </a:cubicBezTo>
                <a:cubicBezTo>
                  <a:pt x="2390235" y="58853"/>
                  <a:pt x="2388868" y="56321"/>
                  <a:pt x="2387983" y="53324"/>
                </a:cubicBezTo>
                <a:cubicBezTo>
                  <a:pt x="2387098" y="50327"/>
                  <a:pt x="2386655" y="46933"/>
                  <a:pt x="2386655" y="43144"/>
                </a:cubicBezTo>
                <a:cubicBezTo>
                  <a:pt x="2386655" y="39851"/>
                  <a:pt x="2387129" y="36737"/>
                  <a:pt x="2388076" y="33802"/>
                </a:cubicBezTo>
                <a:cubicBezTo>
                  <a:pt x="2389023" y="30867"/>
                  <a:pt x="2390406" y="28289"/>
                  <a:pt x="2392223" y="26068"/>
                </a:cubicBezTo>
                <a:cubicBezTo>
                  <a:pt x="2394040" y="23847"/>
                  <a:pt x="2396268" y="22084"/>
                  <a:pt x="2398908" y="20780"/>
                </a:cubicBezTo>
                <a:cubicBezTo>
                  <a:pt x="2401549" y="19475"/>
                  <a:pt x="2404546" y="18823"/>
                  <a:pt x="2407901" y="18823"/>
                </a:cubicBezTo>
                <a:cubicBezTo>
                  <a:pt x="2411162" y="18823"/>
                  <a:pt x="2414051" y="19336"/>
                  <a:pt x="2416567" y="20361"/>
                </a:cubicBezTo>
                <a:cubicBezTo>
                  <a:pt x="2419083" y="21386"/>
                  <a:pt x="2421203" y="22838"/>
                  <a:pt x="2422926" y="24717"/>
                </a:cubicBezTo>
                <a:cubicBezTo>
                  <a:pt x="2424650" y="26596"/>
                  <a:pt x="2425955" y="28879"/>
                  <a:pt x="2426840" y="31566"/>
                </a:cubicBezTo>
                <a:cubicBezTo>
                  <a:pt x="2427725" y="34253"/>
                  <a:pt x="2428168" y="37258"/>
                  <a:pt x="2428168" y="40581"/>
                </a:cubicBezTo>
                <a:moveTo>
                  <a:pt x="2419735" y="39416"/>
                </a:moveTo>
                <a:cubicBezTo>
                  <a:pt x="2419828" y="37335"/>
                  <a:pt x="2419626" y="35433"/>
                  <a:pt x="2419129" y="33709"/>
                </a:cubicBezTo>
                <a:cubicBezTo>
                  <a:pt x="2418632" y="31985"/>
                  <a:pt x="2417863" y="30502"/>
                  <a:pt x="2416823" y="29260"/>
                </a:cubicBezTo>
                <a:cubicBezTo>
                  <a:pt x="2415782" y="28017"/>
                  <a:pt x="2414486" y="27046"/>
                  <a:pt x="2412933" y="26348"/>
                </a:cubicBezTo>
                <a:cubicBezTo>
                  <a:pt x="2411379" y="25649"/>
                  <a:pt x="2409578" y="25299"/>
                  <a:pt x="2407528" y="25299"/>
                </a:cubicBezTo>
                <a:cubicBezTo>
                  <a:pt x="2405757" y="25299"/>
                  <a:pt x="2404142" y="25641"/>
                  <a:pt x="2402682" y="26324"/>
                </a:cubicBezTo>
                <a:cubicBezTo>
                  <a:pt x="2401223" y="27008"/>
                  <a:pt x="2399965" y="27970"/>
                  <a:pt x="2398908" y="29213"/>
                </a:cubicBezTo>
                <a:cubicBezTo>
                  <a:pt x="2397852" y="30455"/>
                  <a:pt x="2396998" y="31946"/>
                  <a:pt x="2396346" y="33686"/>
                </a:cubicBezTo>
                <a:cubicBezTo>
                  <a:pt x="2395694" y="35425"/>
                  <a:pt x="2395290" y="37335"/>
                  <a:pt x="2395135" y="39416"/>
                </a:cubicBezTo>
                <a:lnTo>
                  <a:pt x="2419735" y="39416"/>
                </a:lnTo>
                <a:close/>
                <a:moveTo>
                  <a:pt x="2440517" y="19662"/>
                </a:moveTo>
                <a:lnTo>
                  <a:pt x="2447739" y="19662"/>
                </a:lnTo>
                <a:lnTo>
                  <a:pt x="2448065" y="27210"/>
                </a:lnTo>
                <a:cubicBezTo>
                  <a:pt x="2449432" y="25594"/>
                  <a:pt x="2450752" y="24251"/>
                  <a:pt x="2452025" y="23179"/>
                </a:cubicBezTo>
                <a:cubicBezTo>
                  <a:pt x="2453299" y="22108"/>
                  <a:pt x="2454549" y="21246"/>
                  <a:pt x="2455776" y="20593"/>
                </a:cubicBezTo>
                <a:cubicBezTo>
                  <a:pt x="2457003" y="19941"/>
                  <a:pt x="2458253" y="19483"/>
                  <a:pt x="2459526" y="19219"/>
                </a:cubicBezTo>
                <a:cubicBezTo>
                  <a:pt x="2460800" y="18955"/>
                  <a:pt x="2462120" y="18823"/>
                  <a:pt x="2463487" y="18823"/>
                </a:cubicBezTo>
                <a:cubicBezTo>
                  <a:pt x="2468301" y="18823"/>
                  <a:pt x="2471943" y="20244"/>
                  <a:pt x="2474412" y="23086"/>
                </a:cubicBezTo>
                <a:cubicBezTo>
                  <a:pt x="2476882" y="25928"/>
                  <a:pt x="2478116" y="30207"/>
                  <a:pt x="2478116" y="35922"/>
                </a:cubicBezTo>
                <a:lnTo>
                  <a:pt x="2478116" y="66440"/>
                </a:lnTo>
                <a:lnTo>
                  <a:pt x="2470010" y="66440"/>
                </a:lnTo>
                <a:lnTo>
                  <a:pt x="2470010" y="36574"/>
                </a:lnTo>
                <a:cubicBezTo>
                  <a:pt x="2470010" y="32909"/>
                  <a:pt x="2469326" y="30199"/>
                  <a:pt x="2467959" y="28444"/>
                </a:cubicBezTo>
                <a:cubicBezTo>
                  <a:pt x="2466593" y="26689"/>
                  <a:pt x="2464558" y="25812"/>
                  <a:pt x="2461856" y="25812"/>
                </a:cubicBezTo>
                <a:cubicBezTo>
                  <a:pt x="2460862" y="25812"/>
                  <a:pt x="2459891" y="25959"/>
                  <a:pt x="2458944" y="26254"/>
                </a:cubicBezTo>
                <a:cubicBezTo>
                  <a:pt x="2457997" y="26549"/>
                  <a:pt x="2457010" y="27062"/>
                  <a:pt x="2455985" y="27792"/>
                </a:cubicBezTo>
                <a:cubicBezTo>
                  <a:pt x="2454960" y="28522"/>
                  <a:pt x="2453850" y="29508"/>
                  <a:pt x="2452654" y="30750"/>
                </a:cubicBezTo>
                <a:cubicBezTo>
                  <a:pt x="2451458" y="31993"/>
                  <a:pt x="2450115" y="33546"/>
                  <a:pt x="2448624" y="35410"/>
                </a:cubicBezTo>
                <a:lnTo>
                  <a:pt x="2448624" y="66440"/>
                </a:lnTo>
                <a:lnTo>
                  <a:pt x="2440517" y="66440"/>
                </a:lnTo>
                <a:lnTo>
                  <a:pt x="2440517" y="19662"/>
                </a:lnTo>
                <a:close/>
                <a:moveTo>
                  <a:pt x="2529416" y="53674"/>
                </a:moveTo>
                <a:cubicBezTo>
                  <a:pt x="2529416" y="55320"/>
                  <a:pt x="2529136" y="56795"/>
                  <a:pt x="2528577" y="58100"/>
                </a:cubicBezTo>
                <a:cubicBezTo>
                  <a:pt x="2528018" y="59404"/>
                  <a:pt x="2527257" y="60561"/>
                  <a:pt x="2526294" y="61571"/>
                </a:cubicBezTo>
                <a:cubicBezTo>
                  <a:pt x="2525331" y="62580"/>
                  <a:pt x="2524213" y="63442"/>
                  <a:pt x="2522940" y="64157"/>
                </a:cubicBezTo>
                <a:cubicBezTo>
                  <a:pt x="2521666" y="64871"/>
                  <a:pt x="2520307" y="65461"/>
                  <a:pt x="2518863" y="65927"/>
                </a:cubicBezTo>
                <a:cubicBezTo>
                  <a:pt x="2517419" y="66393"/>
                  <a:pt x="2515935" y="66735"/>
                  <a:pt x="2514413" y="66952"/>
                </a:cubicBezTo>
                <a:cubicBezTo>
                  <a:pt x="2512891" y="67170"/>
                  <a:pt x="2511400" y="67278"/>
                  <a:pt x="2509941" y="67278"/>
                </a:cubicBezTo>
                <a:cubicBezTo>
                  <a:pt x="2506772" y="67278"/>
                  <a:pt x="2503860" y="67139"/>
                  <a:pt x="2501205" y="66859"/>
                </a:cubicBezTo>
                <a:cubicBezTo>
                  <a:pt x="2498549" y="66579"/>
                  <a:pt x="2495948" y="66129"/>
                  <a:pt x="2493401" y="65508"/>
                </a:cubicBezTo>
                <a:lnTo>
                  <a:pt x="2493401" y="58053"/>
                </a:lnTo>
                <a:cubicBezTo>
                  <a:pt x="2496134" y="58830"/>
                  <a:pt x="2498852" y="59420"/>
                  <a:pt x="2501554" y="59824"/>
                </a:cubicBezTo>
                <a:cubicBezTo>
                  <a:pt x="2504256" y="60227"/>
                  <a:pt x="2506943" y="60429"/>
                  <a:pt x="2509614" y="60429"/>
                </a:cubicBezTo>
                <a:cubicBezTo>
                  <a:pt x="2513497" y="60429"/>
                  <a:pt x="2516370" y="59901"/>
                  <a:pt x="2518234" y="58845"/>
                </a:cubicBezTo>
                <a:cubicBezTo>
                  <a:pt x="2520098" y="57789"/>
                  <a:pt x="2521029" y="56283"/>
                  <a:pt x="2521029" y="54326"/>
                </a:cubicBezTo>
                <a:cubicBezTo>
                  <a:pt x="2521029" y="53487"/>
                  <a:pt x="2520882" y="52734"/>
                  <a:pt x="2520587" y="52066"/>
                </a:cubicBezTo>
                <a:cubicBezTo>
                  <a:pt x="2520292" y="51398"/>
                  <a:pt x="2519756" y="50762"/>
                  <a:pt x="2518979" y="50156"/>
                </a:cubicBezTo>
                <a:cubicBezTo>
                  <a:pt x="2518203" y="49550"/>
                  <a:pt x="2516999" y="48921"/>
                  <a:pt x="2515368" y="48269"/>
                </a:cubicBezTo>
                <a:cubicBezTo>
                  <a:pt x="2513738" y="47617"/>
                  <a:pt x="2511509" y="46871"/>
                  <a:pt x="2508683" y="46033"/>
                </a:cubicBezTo>
                <a:cubicBezTo>
                  <a:pt x="2506570" y="45411"/>
                  <a:pt x="2504621" y="44705"/>
                  <a:pt x="2502835" y="43913"/>
                </a:cubicBezTo>
                <a:cubicBezTo>
                  <a:pt x="2501049" y="43121"/>
                  <a:pt x="2499504" y="42181"/>
                  <a:pt x="2498199" y="41094"/>
                </a:cubicBezTo>
                <a:cubicBezTo>
                  <a:pt x="2496895" y="40007"/>
                  <a:pt x="2495870" y="38733"/>
                  <a:pt x="2495124" y="37273"/>
                </a:cubicBezTo>
                <a:cubicBezTo>
                  <a:pt x="2494379" y="35813"/>
                  <a:pt x="2494006" y="34090"/>
                  <a:pt x="2494006" y="32102"/>
                </a:cubicBezTo>
                <a:cubicBezTo>
                  <a:pt x="2494006" y="30797"/>
                  <a:pt x="2494309" y="29368"/>
                  <a:pt x="2494915" y="27815"/>
                </a:cubicBezTo>
                <a:cubicBezTo>
                  <a:pt x="2495520" y="26262"/>
                  <a:pt x="2496553" y="24818"/>
                  <a:pt x="2498013" y="23482"/>
                </a:cubicBezTo>
                <a:cubicBezTo>
                  <a:pt x="2499473" y="22147"/>
                  <a:pt x="2501445" y="21036"/>
                  <a:pt x="2503930" y="20151"/>
                </a:cubicBezTo>
                <a:cubicBezTo>
                  <a:pt x="2506415" y="19266"/>
                  <a:pt x="2509521" y="18823"/>
                  <a:pt x="2513249" y="18823"/>
                </a:cubicBezTo>
                <a:cubicBezTo>
                  <a:pt x="2515081" y="18823"/>
                  <a:pt x="2517116" y="18924"/>
                  <a:pt x="2519352" y="19126"/>
                </a:cubicBezTo>
                <a:cubicBezTo>
                  <a:pt x="2521588" y="19328"/>
                  <a:pt x="2523918" y="19677"/>
                  <a:pt x="2526341" y="20174"/>
                </a:cubicBezTo>
                <a:lnTo>
                  <a:pt x="2526341" y="27396"/>
                </a:lnTo>
                <a:cubicBezTo>
                  <a:pt x="2523794" y="26775"/>
                  <a:pt x="2521379" y="26316"/>
                  <a:pt x="2519096" y="26021"/>
                </a:cubicBezTo>
                <a:cubicBezTo>
                  <a:pt x="2516813" y="25726"/>
                  <a:pt x="2514833" y="25579"/>
                  <a:pt x="2513155" y="25579"/>
                </a:cubicBezTo>
                <a:cubicBezTo>
                  <a:pt x="2511136" y="25579"/>
                  <a:pt x="2509436" y="25734"/>
                  <a:pt x="2508054" y="26045"/>
                </a:cubicBezTo>
                <a:cubicBezTo>
                  <a:pt x="2506671" y="26355"/>
                  <a:pt x="2505553" y="26782"/>
                  <a:pt x="2504699" y="27326"/>
                </a:cubicBezTo>
                <a:cubicBezTo>
                  <a:pt x="2503845" y="27870"/>
                  <a:pt x="2503231" y="28506"/>
                  <a:pt x="2502859" y="29236"/>
                </a:cubicBezTo>
                <a:cubicBezTo>
                  <a:pt x="2502486" y="29966"/>
                  <a:pt x="2502300" y="30750"/>
                  <a:pt x="2502300" y="31589"/>
                </a:cubicBezTo>
                <a:cubicBezTo>
                  <a:pt x="2502300" y="32428"/>
                  <a:pt x="2502463" y="33189"/>
                  <a:pt x="2502789" y="33872"/>
                </a:cubicBezTo>
                <a:cubicBezTo>
                  <a:pt x="2503115" y="34555"/>
                  <a:pt x="2503721" y="35215"/>
                  <a:pt x="2504606" y="35852"/>
                </a:cubicBezTo>
                <a:cubicBezTo>
                  <a:pt x="2505491" y="36489"/>
                  <a:pt x="2506726" y="37126"/>
                  <a:pt x="2508310" y="37762"/>
                </a:cubicBezTo>
                <a:cubicBezTo>
                  <a:pt x="2509894" y="38399"/>
                  <a:pt x="2511960" y="39090"/>
                  <a:pt x="2514507" y="39836"/>
                </a:cubicBezTo>
                <a:cubicBezTo>
                  <a:pt x="2517271" y="40643"/>
                  <a:pt x="2519601" y="41490"/>
                  <a:pt x="2521495" y="42375"/>
                </a:cubicBezTo>
                <a:cubicBezTo>
                  <a:pt x="2523390" y="43260"/>
                  <a:pt x="2524928" y="44246"/>
                  <a:pt x="2526108" y="45334"/>
                </a:cubicBezTo>
                <a:cubicBezTo>
                  <a:pt x="2527288" y="46421"/>
                  <a:pt x="2528135" y="47648"/>
                  <a:pt x="2528647" y="49014"/>
                </a:cubicBezTo>
                <a:cubicBezTo>
                  <a:pt x="2529160" y="50381"/>
                  <a:pt x="2529416" y="51934"/>
                  <a:pt x="2529416" y="53674"/>
                </a:cubicBezTo>
                <a:close/>
                <a:moveTo>
                  <a:pt x="2639422" y="19662"/>
                </a:moveTo>
                <a:lnTo>
                  <a:pt x="2632620" y="66440"/>
                </a:lnTo>
                <a:lnTo>
                  <a:pt x="2622789" y="66440"/>
                </a:lnTo>
                <a:lnTo>
                  <a:pt x="2616033" y="46871"/>
                </a:lnTo>
                <a:lnTo>
                  <a:pt x="2614682" y="42119"/>
                </a:lnTo>
                <a:lnTo>
                  <a:pt x="2613145" y="47151"/>
                </a:lnTo>
                <a:lnTo>
                  <a:pt x="2606669" y="66440"/>
                </a:lnTo>
                <a:lnTo>
                  <a:pt x="2597117" y="66440"/>
                </a:lnTo>
                <a:lnTo>
                  <a:pt x="2590361" y="19662"/>
                </a:lnTo>
                <a:lnTo>
                  <a:pt x="2598282" y="19662"/>
                </a:lnTo>
                <a:lnTo>
                  <a:pt x="2602196" y="51437"/>
                </a:lnTo>
                <a:lnTo>
                  <a:pt x="2603034" y="58519"/>
                </a:lnTo>
                <a:lnTo>
                  <a:pt x="2605038" y="52322"/>
                </a:lnTo>
                <a:lnTo>
                  <a:pt x="2611840" y="31310"/>
                </a:lnTo>
                <a:lnTo>
                  <a:pt x="2617664" y="31310"/>
                </a:lnTo>
                <a:lnTo>
                  <a:pt x="2624979" y="52043"/>
                </a:lnTo>
                <a:lnTo>
                  <a:pt x="2627076" y="58240"/>
                </a:lnTo>
                <a:lnTo>
                  <a:pt x="2627775" y="51670"/>
                </a:lnTo>
                <a:lnTo>
                  <a:pt x="2631409" y="19662"/>
                </a:lnTo>
                <a:lnTo>
                  <a:pt x="2639422" y="19662"/>
                </a:lnTo>
                <a:close/>
                <a:moveTo>
                  <a:pt x="2663885" y="26371"/>
                </a:moveTo>
                <a:lnTo>
                  <a:pt x="2650047" y="26371"/>
                </a:lnTo>
                <a:lnTo>
                  <a:pt x="2650047" y="19662"/>
                </a:lnTo>
                <a:lnTo>
                  <a:pt x="2672085" y="19662"/>
                </a:lnTo>
                <a:lnTo>
                  <a:pt x="2672085" y="59684"/>
                </a:lnTo>
                <a:lnTo>
                  <a:pt x="2686016" y="59684"/>
                </a:lnTo>
                <a:lnTo>
                  <a:pt x="2686016" y="66440"/>
                </a:lnTo>
                <a:lnTo>
                  <a:pt x="2648510" y="66440"/>
                </a:lnTo>
                <a:lnTo>
                  <a:pt x="2648510" y="59684"/>
                </a:lnTo>
                <a:lnTo>
                  <a:pt x="2663885" y="59684"/>
                </a:lnTo>
                <a:lnTo>
                  <a:pt x="2663885" y="26371"/>
                </a:lnTo>
                <a:moveTo>
                  <a:pt x="2666727" y="0"/>
                </a:moveTo>
                <a:cubicBezTo>
                  <a:pt x="2667628" y="0"/>
                  <a:pt x="2668467" y="163"/>
                  <a:pt x="2669243" y="489"/>
                </a:cubicBezTo>
                <a:cubicBezTo>
                  <a:pt x="2670020" y="815"/>
                  <a:pt x="2670695" y="1274"/>
                  <a:pt x="2671270" y="1864"/>
                </a:cubicBezTo>
                <a:cubicBezTo>
                  <a:pt x="2671844" y="2454"/>
                  <a:pt x="2672295" y="3129"/>
                  <a:pt x="2672621" y="3890"/>
                </a:cubicBezTo>
                <a:cubicBezTo>
                  <a:pt x="2672947" y="4651"/>
                  <a:pt x="2673110" y="5482"/>
                  <a:pt x="2673110" y="6383"/>
                </a:cubicBezTo>
                <a:cubicBezTo>
                  <a:pt x="2673110" y="7253"/>
                  <a:pt x="2672947" y="8076"/>
                  <a:pt x="2672621" y="8852"/>
                </a:cubicBezTo>
                <a:cubicBezTo>
                  <a:pt x="2672295" y="9629"/>
                  <a:pt x="2671844" y="10312"/>
                  <a:pt x="2671270" y="10902"/>
                </a:cubicBezTo>
                <a:cubicBezTo>
                  <a:pt x="2670695" y="11493"/>
                  <a:pt x="2670020" y="11951"/>
                  <a:pt x="2669243" y="12277"/>
                </a:cubicBezTo>
                <a:cubicBezTo>
                  <a:pt x="2668467" y="12603"/>
                  <a:pt x="2667628" y="12766"/>
                  <a:pt x="2666727" y="12766"/>
                </a:cubicBezTo>
                <a:cubicBezTo>
                  <a:pt x="2665826" y="12766"/>
                  <a:pt x="2664988" y="12603"/>
                  <a:pt x="2664211" y="12277"/>
                </a:cubicBezTo>
                <a:cubicBezTo>
                  <a:pt x="2663435" y="11951"/>
                  <a:pt x="2662759" y="11493"/>
                  <a:pt x="2662184" y="10902"/>
                </a:cubicBezTo>
                <a:cubicBezTo>
                  <a:pt x="2661610" y="10312"/>
                  <a:pt x="2661159" y="9629"/>
                  <a:pt x="2660833" y="8852"/>
                </a:cubicBezTo>
                <a:cubicBezTo>
                  <a:pt x="2660507" y="8076"/>
                  <a:pt x="2660344" y="7253"/>
                  <a:pt x="2660344" y="6383"/>
                </a:cubicBezTo>
                <a:cubicBezTo>
                  <a:pt x="2660344" y="5482"/>
                  <a:pt x="2660507" y="4651"/>
                  <a:pt x="2660833" y="3890"/>
                </a:cubicBezTo>
                <a:cubicBezTo>
                  <a:pt x="2661159" y="3129"/>
                  <a:pt x="2661610" y="2454"/>
                  <a:pt x="2662184" y="1864"/>
                </a:cubicBezTo>
                <a:cubicBezTo>
                  <a:pt x="2662759" y="1274"/>
                  <a:pt x="2663435" y="815"/>
                  <a:pt x="2664211" y="489"/>
                </a:cubicBezTo>
                <a:cubicBezTo>
                  <a:pt x="2664988" y="163"/>
                  <a:pt x="2665826" y="0"/>
                  <a:pt x="2666727" y="0"/>
                </a:cubicBezTo>
                <a:close/>
                <a:moveTo>
                  <a:pt x="2737502" y="65741"/>
                </a:moveTo>
                <a:cubicBezTo>
                  <a:pt x="2735669" y="66223"/>
                  <a:pt x="2733774" y="66569"/>
                  <a:pt x="2731818" y="66777"/>
                </a:cubicBezTo>
                <a:cubicBezTo>
                  <a:pt x="2729861" y="66987"/>
                  <a:pt x="2727873" y="67092"/>
                  <a:pt x="2725854" y="67092"/>
                </a:cubicBezTo>
                <a:cubicBezTo>
                  <a:pt x="2719983" y="67092"/>
                  <a:pt x="2715604" y="65764"/>
                  <a:pt x="2712715" y="63108"/>
                </a:cubicBezTo>
                <a:cubicBezTo>
                  <a:pt x="2709826" y="60453"/>
                  <a:pt x="2708382" y="56376"/>
                  <a:pt x="2708382" y="50878"/>
                </a:cubicBezTo>
                <a:lnTo>
                  <a:pt x="2708382" y="26464"/>
                </a:lnTo>
                <a:lnTo>
                  <a:pt x="2695290" y="26464"/>
                </a:lnTo>
                <a:lnTo>
                  <a:pt x="2695290" y="19662"/>
                </a:lnTo>
                <a:lnTo>
                  <a:pt x="2708382" y="19662"/>
                </a:lnTo>
                <a:lnTo>
                  <a:pt x="2708382" y="6762"/>
                </a:lnTo>
                <a:lnTo>
                  <a:pt x="2716489" y="4659"/>
                </a:lnTo>
                <a:lnTo>
                  <a:pt x="2716489" y="19662"/>
                </a:lnTo>
                <a:lnTo>
                  <a:pt x="2737502" y="19662"/>
                </a:lnTo>
                <a:lnTo>
                  <a:pt x="2737502" y="26464"/>
                </a:lnTo>
                <a:lnTo>
                  <a:pt x="2716489" y="26464"/>
                </a:lnTo>
                <a:lnTo>
                  <a:pt x="2716489" y="50226"/>
                </a:lnTo>
                <a:cubicBezTo>
                  <a:pt x="2716489" y="53580"/>
                  <a:pt x="2717382" y="56089"/>
                  <a:pt x="2719168" y="57750"/>
                </a:cubicBezTo>
                <a:cubicBezTo>
                  <a:pt x="2720954" y="59412"/>
                  <a:pt x="2723586" y="60243"/>
                  <a:pt x="2727065" y="60243"/>
                </a:cubicBezTo>
                <a:cubicBezTo>
                  <a:pt x="2728556" y="60243"/>
                  <a:pt x="2730187" y="60123"/>
                  <a:pt x="2731957" y="59883"/>
                </a:cubicBezTo>
                <a:cubicBezTo>
                  <a:pt x="2733728" y="59643"/>
                  <a:pt x="2735576" y="59265"/>
                  <a:pt x="2737502" y="58752"/>
                </a:cubicBezTo>
                <a:lnTo>
                  <a:pt x="2737502" y="65741"/>
                </a:lnTo>
                <a:close/>
                <a:moveTo>
                  <a:pt x="2789267" y="66440"/>
                </a:moveTo>
                <a:lnTo>
                  <a:pt x="2781160" y="66440"/>
                </a:lnTo>
                <a:lnTo>
                  <a:pt x="2781160" y="36574"/>
                </a:lnTo>
                <a:cubicBezTo>
                  <a:pt x="2781160" y="32971"/>
                  <a:pt x="2780485" y="30277"/>
                  <a:pt x="2779133" y="28491"/>
                </a:cubicBezTo>
                <a:cubicBezTo>
                  <a:pt x="2777782" y="26705"/>
                  <a:pt x="2775849" y="25812"/>
                  <a:pt x="2773333" y="25812"/>
                </a:cubicBezTo>
                <a:cubicBezTo>
                  <a:pt x="2772246" y="25812"/>
                  <a:pt x="2771228" y="25959"/>
                  <a:pt x="2770281" y="26254"/>
                </a:cubicBezTo>
                <a:cubicBezTo>
                  <a:pt x="2769334" y="26549"/>
                  <a:pt x="2768347" y="27062"/>
                  <a:pt x="2767322" y="27792"/>
                </a:cubicBezTo>
                <a:cubicBezTo>
                  <a:pt x="2766297" y="28522"/>
                  <a:pt x="2765179" y="29508"/>
                  <a:pt x="2763968" y="30750"/>
                </a:cubicBezTo>
                <a:cubicBezTo>
                  <a:pt x="2762756" y="31993"/>
                  <a:pt x="2761359" y="33546"/>
                  <a:pt x="2759775" y="35410"/>
                </a:cubicBezTo>
                <a:lnTo>
                  <a:pt x="2759775" y="66440"/>
                </a:lnTo>
                <a:lnTo>
                  <a:pt x="2751668" y="66440"/>
                </a:lnTo>
                <a:lnTo>
                  <a:pt x="2751668" y="559"/>
                </a:lnTo>
                <a:lnTo>
                  <a:pt x="2759775" y="559"/>
                </a:lnTo>
                <a:lnTo>
                  <a:pt x="2759775" y="19649"/>
                </a:lnTo>
                <a:lnTo>
                  <a:pt x="2759495" y="27023"/>
                </a:lnTo>
                <a:cubicBezTo>
                  <a:pt x="2760769" y="25501"/>
                  <a:pt x="2762019" y="24220"/>
                  <a:pt x="2763246" y="23179"/>
                </a:cubicBezTo>
                <a:cubicBezTo>
                  <a:pt x="2764473" y="22139"/>
                  <a:pt x="2765700" y="21292"/>
                  <a:pt x="2766926" y="20640"/>
                </a:cubicBezTo>
                <a:cubicBezTo>
                  <a:pt x="2768153" y="19988"/>
                  <a:pt x="2769404" y="19522"/>
                  <a:pt x="2770677" y="19242"/>
                </a:cubicBezTo>
                <a:cubicBezTo>
                  <a:pt x="2771951" y="18963"/>
                  <a:pt x="2773271" y="18823"/>
                  <a:pt x="2774637" y="18823"/>
                </a:cubicBezTo>
                <a:cubicBezTo>
                  <a:pt x="2779297" y="18823"/>
                  <a:pt x="2782900" y="20244"/>
                  <a:pt x="2785447" y="23086"/>
                </a:cubicBezTo>
                <a:cubicBezTo>
                  <a:pt x="2787994" y="25928"/>
                  <a:pt x="2789267" y="30207"/>
                  <a:pt x="2789267" y="35922"/>
                </a:cubicBezTo>
                <a:lnTo>
                  <a:pt x="2789267" y="66440"/>
                </a:lnTo>
                <a:close/>
                <a:moveTo>
                  <a:pt x="2819461" y="26371"/>
                </a:moveTo>
                <a:lnTo>
                  <a:pt x="2805623" y="26371"/>
                </a:lnTo>
                <a:lnTo>
                  <a:pt x="2805623" y="19662"/>
                </a:lnTo>
                <a:lnTo>
                  <a:pt x="2827661" y="19662"/>
                </a:lnTo>
                <a:lnTo>
                  <a:pt x="2827661" y="59684"/>
                </a:lnTo>
                <a:lnTo>
                  <a:pt x="2841592" y="59684"/>
                </a:lnTo>
                <a:lnTo>
                  <a:pt x="2841592" y="66440"/>
                </a:lnTo>
                <a:lnTo>
                  <a:pt x="2804085" y="66440"/>
                </a:lnTo>
                <a:lnTo>
                  <a:pt x="2804085" y="59684"/>
                </a:lnTo>
                <a:lnTo>
                  <a:pt x="2819461" y="59684"/>
                </a:lnTo>
                <a:lnTo>
                  <a:pt x="2819461" y="26371"/>
                </a:lnTo>
                <a:moveTo>
                  <a:pt x="2822303" y="0"/>
                </a:moveTo>
                <a:cubicBezTo>
                  <a:pt x="2823203" y="0"/>
                  <a:pt x="2824042" y="163"/>
                  <a:pt x="2824819" y="489"/>
                </a:cubicBezTo>
                <a:cubicBezTo>
                  <a:pt x="2825595" y="815"/>
                  <a:pt x="2826271" y="1274"/>
                  <a:pt x="2826845" y="1864"/>
                </a:cubicBezTo>
                <a:cubicBezTo>
                  <a:pt x="2827420" y="2454"/>
                  <a:pt x="2827870" y="3129"/>
                  <a:pt x="2828196" y="3890"/>
                </a:cubicBezTo>
                <a:cubicBezTo>
                  <a:pt x="2828523" y="4651"/>
                  <a:pt x="2828686" y="5482"/>
                  <a:pt x="2828686" y="6383"/>
                </a:cubicBezTo>
                <a:cubicBezTo>
                  <a:pt x="2828686" y="7253"/>
                  <a:pt x="2828523" y="8076"/>
                  <a:pt x="2828196" y="8852"/>
                </a:cubicBezTo>
                <a:cubicBezTo>
                  <a:pt x="2827870" y="9629"/>
                  <a:pt x="2827420" y="10312"/>
                  <a:pt x="2826845" y="10902"/>
                </a:cubicBezTo>
                <a:cubicBezTo>
                  <a:pt x="2826271" y="11493"/>
                  <a:pt x="2825595" y="11951"/>
                  <a:pt x="2824819" y="12277"/>
                </a:cubicBezTo>
                <a:cubicBezTo>
                  <a:pt x="2824042" y="12603"/>
                  <a:pt x="2823203" y="12766"/>
                  <a:pt x="2822303" y="12766"/>
                </a:cubicBezTo>
                <a:cubicBezTo>
                  <a:pt x="2821402" y="12766"/>
                  <a:pt x="2820563" y="12603"/>
                  <a:pt x="2819787" y="12277"/>
                </a:cubicBezTo>
                <a:cubicBezTo>
                  <a:pt x="2819010" y="11951"/>
                  <a:pt x="2818335" y="11493"/>
                  <a:pt x="2817760" y="10902"/>
                </a:cubicBezTo>
                <a:cubicBezTo>
                  <a:pt x="2817185" y="10312"/>
                  <a:pt x="2816735" y="9629"/>
                  <a:pt x="2816409" y="8852"/>
                </a:cubicBezTo>
                <a:cubicBezTo>
                  <a:pt x="2816083" y="8076"/>
                  <a:pt x="2815920" y="7253"/>
                  <a:pt x="2815920" y="6383"/>
                </a:cubicBezTo>
                <a:cubicBezTo>
                  <a:pt x="2815920" y="5482"/>
                  <a:pt x="2816083" y="4651"/>
                  <a:pt x="2816409" y="3890"/>
                </a:cubicBezTo>
                <a:cubicBezTo>
                  <a:pt x="2816735" y="3129"/>
                  <a:pt x="2817185" y="2454"/>
                  <a:pt x="2817760" y="1864"/>
                </a:cubicBezTo>
                <a:cubicBezTo>
                  <a:pt x="2818335" y="1274"/>
                  <a:pt x="2819010" y="815"/>
                  <a:pt x="2819787" y="489"/>
                </a:cubicBezTo>
                <a:cubicBezTo>
                  <a:pt x="2820563" y="163"/>
                  <a:pt x="2821402" y="0"/>
                  <a:pt x="2822303" y="0"/>
                </a:cubicBezTo>
                <a:close/>
                <a:moveTo>
                  <a:pt x="2855385" y="19662"/>
                </a:moveTo>
                <a:lnTo>
                  <a:pt x="2862606" y="19662"/>
                </a:lnTo>
                <a:lnTo>
                  <a:pt x="2862932" y="27210"/>
                </a:lnTo>
                <a:cubicBezTo>
                  <a:pt x="2864299" y="25594"/>
                  <a:pt x="2865619" y="24251"/>
                  <a:pt x="2866893" y="23179"/>
                </a:cubicBezTo>
                <a:cubicBezTo>
                  <a:pt x="2868166" y="22108"/>
                  <a:pt x="2869416" y="21246"/>
                  <a:pt x="2870643" y="20593"/>
                </a:cubicBezTo>
                <a:cubicBezTo>
                  <a:pt x="2871870" y="19941"/>
                  <a:pt x="2873121" y="19483"/>
                  <a:pt x="2874394" y="19219"/>
                </a:cubicBezTo>
                <a:cubicBezTo>
                  <a:pt x="2875668" y="18955"/>
                  <a:pt x="2876988" y="18823"/>
                  <a:pt x="2878354" y="18823"/>
                </a:cubicBezTo>
                <a:cubicBezTo>
                  <a:pt x="2883169" y="18823"/>
                  <a:pt x="2886811" y="20244"/>
                  <a:pt x="2889280" y="23086"/>
                </a:cubicBezTo>
                <a:cubicBezTo>
                  <a:pt x="2891749" y="25928"/>
                  <a:pt x="2892984" y="30207"/>
                  <a:pt x="2892984" y="35922"/>
                </a:cubicBezTo>
                <a:lnTo>
                  <a:pt x="2892984" y="66440"/>
                </a:lnTo>
                <a:lnTo>
                  <a:pt x="2884877" y="66440"/>
                </a:lnTo>
                <a:lnTo>
                  <a:pt x="2884877" y="36574"/>
                </a:lnTo>
                <a:cubicBezTo>
                  <a:pt x="2884877" y="32909"/>
                  <a:pt x="2884194" y="30199"/>
                  <a:pt x="2882827" y="28444"/>
                </a:cubicBezTo>
                <a:cubicBezTo>
                  <a:pt x="2881460" y="26689"/>
                  <a:pt x="2879426" y="25812"/>
                  <a:pt x="2876724" y="25812"/>
                </a:cubicBezTo>
                <a:cubicBezTo>
                  <a:pt x="2875730" y="25812"/>
                  <a:pt x="2874759" y="25959"/>
                  <a:pt x="2873812" y="26254"/>
                </a:cubicBezTo>
                <a:cubicBezTo>
                  <a:pt x="2872864" y="26549"/>
                  <a:pt x="2871878" y="27062"/>
                  <a:pt x="2870853" y="27792"/>
                </a:cubicBezTo>
                <a:cubicBezTo>
                  <a:pt x="2869828" y="28522"/>
                  <a:pt x="2868718" y="29508"/>
                  <a:pt x="2867522" y="30750"/>
                </a:cubicBezTo>
                <a:cubicBezTo>
                  <a:pt x="2866326" y="31993"/>
                  <a:pt x="2864983" y="33546"/>
                  <a:pt x="2863492" y="35410"/>
                </a:cubicBezTo>
                <a:lnTo>
                  <a:pt x="2863492" y="66440"/>
                </a:lnTo>
                <a:lnTo>
                  <a:pt x="2855385" y="66440"/>
                </a:lnTo>
                <a:lnTo>
                  <a:pt x="2855385" y="19662"/>
                </a:lnTo>
                <a:close/>
                <a:moveTo>
                  <a:pt x="2996794" y="65741"/>
                </a:moveTo>
                <a:cubicBezTo>
                  <a:pt x="2994962" y="66223"/>
                  <a:pt x="2993067" y="66569"/>
                  <a:pt x="2991110" y="66777"/>
                </a:cubicBezTo>
                <a:cubicBezTo>
                  <a:pt x="2989153" y="66987"/>
                  <a:pt x="2987165" y="67092"/>
                  <a:pt x="2985146" y="67092"/>
                </a:cubicBezTo>
                <a:cubicBezTo>
                  <a:pt x="2979276" y="67092"/>
                  <a:pt x="2974896" y="65764"/>
                  <a:pt x="2972007" y="63108"/>
                </a:cubicBezTo>
                <a:cubicBezTo>
                  <a:pt x="2969119" y="60453"/>
                  <a:pt x="2967674" y="56376"/>
                  <a:pt x="2967674" y="50878"/>
                </a:cubicBezTo>
                <a:lnTo>
                  <a:pt x="2967674" y="26464"/>
                </a:lnTo>
                <a:lnTo>
                  <a:pt x="2954582" y="26464"/>
                </a:lnTo>
                <a:lnTo>
                  <a:pt x="2954582" y="19662"/>
                </a:lnTo>
                <a:lnTo>
                  <a:pt x="2967674" y="19662"/>
                </a:lnTo>
                <a:lnTo>
                  <a:pt x="2967674" y="6762"/>
                </a:lnTo>
                <a:lnTo>
                  <a:pt x="2975781" y="4659"/>
                </a:lnTo>
                <a:lnTo>
                  <a:pt x="2975781" y="19662"/>
                </a:lnTo>
                <a:lnTo>
                  <a:pt x="2996794" y="19662"/>
                </a:lnTo>
                <a:lnTo>
                  <a:pt x="2996794" y="26464"/>
                </a:lnTo>
                <a:lnTo>
                  <a:pt x="2975781" y="26464"/>
                </a:lnTo>
                <a:lnTo>
                  <a:pt x="2975781" y="50226"/>
                </a:lnTo>
                <a:cubicBezTo>
                  <a:pt x="2975781" y="53580"/>
                  <a:pt x="2976674" y="56089"/>
                  <a:pt x="2978460" y="57750"/>
                </a:cubicBezTo>
                <a:cubicBezTo>
                  <a:pt x="2980246" y="59412"/>
                  <a:pt x="2982879" y="60243"/>
                  <a:pt x="2986358" y="60243"/>
                </a:cubicBezTo>
                <a:cubicBezTo>
                  <a:pt x="2987849" y="60243"/>
                  <a:pt x="2989479" y="60123"/>
                  <a:pt x="2991250" y="59883"/>
                </a:cubicBezTo>
                <a:cubicBezTo>
                  <a:pt x="2993020" y="59643"/>
                  <a:pt x="2994868" y="59265"/>
                  <a:pt x="2996794" y="58752"/>
                </a:cubicBezTo>
                <a:lnTo>
                  <a:pt x="2996794" y="65741"/>
                </a:lnTo>
                <a:close/>
                <a:moveTo>
                  <a:pt x="3048560" y="66440"/>
                </a:moveTo>
                <a:lnTo>
                  <a:pt x="3040453" y="66440"/>
                </a:lnTo>
                <a:lnTo>
                  <a:pt x="3040453" y="36574"/>
                </a:lnTo>
                <a:cubicBezTo>
                  <a:pt x="3040453" y="32971"/>
                  <a:pt x="3039777" y="30277"/>
                  <a:pt x="3038426" y="28491"/>
                </a:cubicBezTo>
                <a:cubicBezTo>
                  <a:pt x="3037075" y="26705"/>
                  <a:pt x="3035141" y="25812"/>
                  <a:pt x="3032625" y="25812"/>
                </a:cubicBezTo>
                <a:cubicBezTo>
                  <a:pt x="3031538" y="25812"/>
                  <a:pt x="3030521" y="25959"/>
                  <a:pt x="3029574" y="26254"/>
                </a:cubicBezTo>
                <a:cubicBezTo>
                  <a:pt x="3028626" y="26549"/>
                  <a:pt x="3027640" y="27062"/>
                  <a:pt x="3026615" y="27792"/>
                </a:cubicBezTo>
                <a:cubicBezTo>
                  <a:pt x="3025590" y="28522"/>
                  <a:pt x="3024472" y="29508"/>
                  <a:pt x="3023261" y="30750"/>
                </a:cubicBezTo>
                <a:cubicBezTo>
                  <a:pt x="3022049" y="31993"/>
                  <a:pt x="3020651" y="33546"/>
                  <a:pt x="3019067" y="35410"/>
                </a:cubicBezTo>
                <a:lnTo>
                  <a:pt x="3019067" y="66440"/>
                </a:lnTo>
                <a:lnTo>
                  <a:pt x="3010960" y="66440"/>
                </a:lnTo>
                <a:lnTo>
                  <a:pt x="3010960" y="559"/>
                </a:lnTo>
                <a:lnTo>
                  <a:pt x="3019067" y="559"/>
                </a:lnTo>
                <a:lnTo>
                  <a:pt x="3019067" y="19649"/>
                </a:lnTo>
                <a:lnTo>
                  <a:pt x="3018788" y="27023"/>
                </a:lnTo>
                <a:cubicBezTo>
                  <a:pt x="3020061" y="25501"/>
                  <a:pt x="3021311" y="24220"/>
                  <a:pt x="3022538" y="23179"/>
                </a:cubicBezTo>
                <a:cubicBezTo>
                  <a:pt x="3023765" y="22139"/>
                  <a:pt x="3024992" y="21292"/>
                  <a:pt x="3026219" y="20640"/>
                </a:cubicBezTo>
                <a:cubicBezTo>
                  <a:pt x="3027446" y="19988"/>
                  <a:pt x="3028696" y="19522"/>
                  <a:pt x="3029970" y="19242"/>
                </a:cubicBezTo>
                <a:cubicBezTo>
                  <a:pt x="3031243" y="18963"/>
                  <a:pt x="3032563" y="18823"/>
                  <a:pt x="3033930" y="18823"/>
                </a:cubicBezTo>
                <a:cubicBezTo>
                  <a:pt x="3038589" y="18823"/>
                  <a:pt x="3042192" y="20244"/>
                  <a:pt x="3044739" y="23086"/>
                </a:cubicBezTo>
                <a:cubicBezTo>
                  <a:pt x="3047286" y="25928"/>
                  <a:pt x="3048560" y="30207"/>
                  <a:pt x="3048560" y="35922"/>
                </a:cubicBezTo>
                <a:lnTo>
                  <a:pt x="3048560" y="66440"/>
                </a:lnTo>
                <a:close/>
                <a:moveTo>
                  <a:pt x="3102328" y="40581"/>
                </a:moveTo>
                <a:cubicBezTo>
                  <a:pt x="3102328" y="41731"/>
                  <a:pt x="3102313" y="42693"/>
                  <a:pt x="3102282" y="43470"/>
                </a:cubicBezTo>
                <a:cubicBezTo>
                  <a:pt x="3102251" y="44246"/>
                  <a:pt x="3102204" y="44976"/>
                  <a:pt x="3102142" y="45660"/>
                </a:cubicBezTo>
                <a:lnTo>
                  <a:pt x="3069295" y="45660"/>
                </a:lnTo>
                <a:cubicBezTo>
                  <a:pt x="3069295" y="50443"/>
                  <a:pt x="3070630" y="54116"/>
                  <a:pt x="3073302" y="56679"/>
                </a:cubicBezTo>
                <a:cubicBezTo>
                  <a:pt x="3075973" y="59241"/>
                  <a:pt x="3079825" y="60522"/>
                  <a:pt x="3084856" y="60522"/>
                </a:cubicBezTo>
                <a:cubicBezTo>
                  <a:pt x="3086223" y="60522"/>
                  <a:pt x="3087590" y="60467"/>
                  <a:pt x="3088956" y="60357"/>
                </a:cubicBezTo>
                <a:cubicBezTo>
                  <a:pt x="3090323" y="60245"/>
                  <a:pt x="3091643" y="60094"/>
                  <a:pt x="3092917" y="59904"/>
                </a:cubicBezTo>
                <a:cubicBezTo>
                  <a:pt x="3094190" y="59712"/>
                  <a:pt x="3095409" y="59498"/>
                  <a:pt x="3096574" y="59260"/>
                </a:cubicBezTo>
                <a:cubicBezTo>
                  <a:pt x="3097739" y="59021"/>
                  <a:pt x="3098818" y="58759"/>
                  <a:pt x="3099812" y="58472"/>
                </a:cubicBezTo>
                <a:lnTo>
                  <a:pt x="3099812" y="65135"/>
                </a:lnTo>
                <a:cubicBezTo>
                  <a:pt x="3097607" y="65770"/>
                  <a:pt x="3095114" y="66286"/>
                  <a:pt x="3092334" y="66683"/>
                </a:cubicBezTo>
                <a:cubicBezTo>
                  <a:pt x="3089554" y="67080"/>
                  <a:pt x="3086673" y="67278"/>
                  <a:pt x="3083692" y="67278"/>
                </a:cubicBezTo>
                <a:cubicBezTo>
                  <a:pt x="3079685" y="67278"/>
                  <a:pt x="3076237" y="66735"/>
                  <a:pt x="3073348" y="65648"/>
                </a:cubicBezTo>
                <a:cubicBezTo>
                  <a:pt x="3070460" y="64560"/>
                  <a:pt x="3068091" y="62984"/>
                  <a:pt x="3066243" y="60919"/>
                </a:cubicBezTo>
                <a:cubicBezTo>
                  <a:pt x="3064395" y="58853"/>
                  <a:pt x="3063028" y="56321"/>
                  <a:pt x="3062143" y="53324"/>
                </a:cubicBezTo>
                <a:cubicBezTo>
                  <a:pt x="3061258" y="50327"/>
                  <a:pt x="3060815" y="46933"/>
                  <a:pt x="3060815" y="43144"/>
                </a:cubicBezTo>
                <a:cubicBezTo>
                  <a:pt x="3060815" y="39851"/>
                  <a:pt x="3061289" y="36737"/>
                  <a:pt x="3062236" y="33802"/>
                </a:cubicBezTo>
                <a:cubicBezTo>
                  <a:pt x="3063184" y="30867"/>
                  <a:pt x="3064566" y="28289"/>
                  <a:pt x="3066383" y="26068"/>
                </a:cubicBezTo>
                <a:cubicBezTo>
                  <a:pt x="3068200" y="23847"/>
                  <a:pt x="3070429" y="22084"/>
                  <a:pt x="3073069" y="20780"/>
                </a:cubicBezTo>
                <a:cubicBezTo>
                  <a:pt x="3075709" y="19475"/>
                  <a:pt x="3078706" y="18823"/>
                  <a:pt x="3082061" y="18823"/>
                </a:cubicBezTo>
                <a:cubicBezTo>
                  <a:pt x="3085322" y="18823"/>
                  <a:pt x="3088211" y="19336"/>
                  <a:pt x="3090727" y="20361"/>
                </a:cubicBezTo>
                <a:cubicBezTo>
                  <a:pt x="3093243" y="21386"/>
                  <a:pt x="3095363" y="22838"/>
                  <a:pt x="3097087" y="24717"/>
                </a:cubicBezTo>
                <a:cubicBezTo>
                  <a:pt x="3098811" y="26596"/>
                  <a:pt x="3100115" y="28879"/>
                  <a:pt x="3101000" y="31566"/>
                </a:cubicBezTo>
                <a:cubicBezTo>
                  <a:pt x="3101886" y="34253"/>
                  <a:pt x="3102328" y="37258"/>
                  <a:pt x="3102328" y="40581"/>
                </a:cubicBezTo>
                <a:moveTo>
                  <a:pt x="3093895" y="39416"/>
                </a:moveTo>
                <a:cubicBezTo>
                  <a:pt x="3093988" y="37335"/>
                  <a:pt x="3093786" y="35433"/>
                  <a:pt x="3093289" y="33709"/>
                </a:cubicBezTo>
                <a:cubicBezTo>
                  <a:pt x="3092793" y="31985"/>
                  <a:pt x="3092024" y="30502"/>
                  <a:pt x="3090983" y="29260"/>
                </a:cubicBezTo>
                <a:cubicBezTo>
                  <a:pt x="3089943" y="28017"/>
                  <a:pt x="3088646" y="27046"/>
                  <a:pt x="3087093" y="26348"/>
                </a:cubicBezTo>
                <a:cubicBezTo>
                  <a:pt x="3085540" y="25649"/>
                  <a:pt x="3083738" y="25299"/>
                  <a:pt x="3081688" y="25299"/>
                </a:cubicBezTo>
                <a:cubicBezTo>
                  <a:pt x="3079918" y="25299"/>
                  <a:pt x="3078303" y="25641"/>
                  <a:pt x="3076843" y="26324"/>
                </a:cubicBezTo>
                <a:cubicBezTo>
                  <a:pt x="3075383" y="27008"/>
                  <a:pt x="3074125" y="27970"/>
                  <a:pt x="3073069" y="29213"/>
                </a:cubicBezTo>
                <a:cubicBezTo>
                  <a:pt x="3072013" y="30455"/>
                  <a:pt x="3071158" y="31946"/>
                  <a:pt x="3070506" y="33686"/>
                </a:cubicBezTo>
                <a:cubicBezTo>
                  <a:pt x="3069854" y="35425"/>
                  <a:pt x="3069450" y="37335"/>
                  <a:pt x="3069295" y="39416"/>
                </a:cubicBezTo>
                <a:lnTo>
                  <a:pt x="3093895" y="39416"/>
                </a:lnTo>
                <a:close/>
                <a:moveTo>
                  <a:pt x="3208049" y="8107"/>
                </a:moveTo>
                <a:cubicBezTo>
                  <a:pt x="3203793" y="7206"/>
                  <a:pt x="3200128" y="6756"/>
                  <a:pt x="3197053" y="6756"/>
                </a:cubicBezTo>
                <a:cubicBezTo>
                  <a:pt x="3189754" y="6756"/>
                  <a:pt x="3186104" y="10576"/>
                  <a:pt x="3186104" y="18217"/>
                </a:cubicBezTo>
                <a:lnTo>
                  <a:pt x="3186104" y="26417"/>
                </a:lnTo>
                <a:lnTo>
                  <a:pt x="3206604" y="26417"/>
                </a:lnTo>
                <a:lnTo>
                  <a:pt x="3206604" y="33173"/>
                </a:lnTo>
                <a:lnTo>
                  <a:pt x="3186104" y="33173"/>
                </a:lnTo>
                <a:lnTo>
                  <a:pt x="3186104" y="66440"/>
                </a:lnTo>
                <a:lnTo>
                  <a:pt x="3177857" y="66440"/>
                </a:lnTo>
                <a:lnTo>
                  <a:pt x="3177857" y="33173"/>
                </a:lnTo>
                <a:lnTo>
                  <a:pt x="3162808" y="33173"/>
                </a:lnTo>
                <a:lnTo>
                  <a:pt x="3162808" y="26417"/>
                </a:lnTo>
                <a:lnTo>
                  <a:pt x="3177857" y="26417"/>
                </a:lnTo>
                <a:lnTo>
                  <a:pt x="3177857" y="18683"/>
                </a:lnTo>
                <a:cubicBezTo>
                  <a:pt x="3177857" y="6228"/>
                  <a:pt x="3184349" y="0"/>
                  <a:pt x="3197333" y="0"/>
                </a:cubicBezTo>
                <a:cubicBezTo>
                  <a:pt x="3200563" y="0"/>
                  <a:pt x="3204135" y="373"/>
                  <a:pt x="3208049" y="1118"/>
                </a:cubicBezTo>
                <a:lnTo>
                  <a:pt x="3208049" y="8107"/>
                </a:lnTo>
                <a:moveTo>
                  <a:pt x="3159081" y="19662"/>
                </a:moveTo>
                <a:lnTo>
                  <a:pt x="3159081" y="19662"/>
                </a:lnTo>
                <a:close/>
                <a:moveTo>
                  <a:pt x="3255993" y="66440"/>
                </a:moveTo>
                <a:lnTo>
                  <a:pt x="3248725" y="66440"/>
                </a:lnTo>
                <a:lnTo>
                  <a:pt x="3248446" y="58892"/>
                </a:lnTo>
                <a:cubicBezTo>
                  <a:pt x="3247048" y="60507"/>
                  <a:pt x="3245720" y="61850"/>
                  <a:pt x="3244462" y="62922"/>
                </a:cubicBezTo>
                <a:cubicBezTo>
                  <a:pt x="3243204" y="63994"/>
                  <a:pt x="3241954" y="64856"/>
                  <a:pt x="3240711" y="65508"/>
                </a:cubicBezTo>
                <a:cubicBezTo>
                  <a:pt x="3239469" y="66160"/>
                  <a:pt x="3238219" y="66618"/>
                  <a:pt x="3236961" y="66882"/>
                </a:cubicBezTo>
                <a:cubicBezTo>
                  <a:pt x="3235703" y="67146"/>
                  <a:pt x="3234375" y="67278"/>
                  <a:pt x="3232977" y="67278"/>
                </a:cubicBezTo>
                <a:cubicBezTo>
                  <a:pt x="3228163" y="67278"/>
                  <a:pt x="3224529" y="65865"/>
                  <a:pt x="3222075" y="63038"/>
                </a:cubicBezTo>
                <a:cubicBezTo>
                  <a:pt x="3219621" y="60212"/>
                  <a:pt x="3218394" y="55941"/>
                  <a:pt x="3218394" y="50226"/>
                </a:cubicBezTo>
                <a:lnTo>
                  <a:pt x="3218394" y="19662"/>
                </a:lnTo>
                <a:lnTo>
                  <a:pt x="3226501" y="19662"/>
                </a:lnTo>
                <a:lnTo>
                  <a:pt x="3226501" y="49573"/>
                </a:lnTo>
                <a:cubicBezTo>
                  <a:pt x="3226501" y="56749"/>
                  <a:pt x="3229203" y="60336"/>
                  <a:pt x="3234608" y="60336"/>
                </a:cubicBezTo>
                <a:cubicBezTo>
                  <a:pt x="3235602" y="60336"/>
                  <a:pt x="3236572" y="60189"/>
                  <a:pt x="3237520" y="59894"/>
                </a:cubicBezTo>
                <a:cubicBezTo>
                  <a:pt x="3238467" y="59598"/>
                  <a:pt x="3239461" y="59086"/>
                  <a:pt x="3240502" y="58356"/>
                </a:cubicBezTo>
                <a:cubicBezTo>
                  <a:pt x="3241542" y="57626"/>
                  <a:pt x="3242660" y="56640"/>
                  <a:pt x="3243856" y="55397"/>
                </a:cubicBezTo>
                <a:cubicBezTo>
                  <a:pt x="3245052" y="54155"/>
                  <a:pt x="3246396" y="52586"/>
                  <a:pt x="3247886" y="50692"/>
                </a:cubicBezTo>
                <a:lnTo>
                  <a:pt x="3247886" y="19662"/>
                </a:lnTo>
                <a:lnTo>
                  <a:pt x="3255993" y="19662"/>
                </a:lnTo>
                <a:lnTo>
                  <a:pt x="3255993" y="66440"/>
                </a:lnTo>
                <a:close/>
                <a:moveTo>
                  <a:pt x="3270252" y="19662"/>
                </a:moveTo>
                <a:lnTo>
                  <a:pt x="3277474" y="19662"/>
                </a:lnTo>
                <a:lnTo>
                  <a:pt x="3277800" y="27210"/>
                </a:lnTo>
                <a:cubicBezTo>
                  <a:pt x="3279167" y="25594"/>
                  <a:pt x="3280487" y="24251"/>
                  <a:pt x="3281761" y="23179"/>
                </a:cubicBezTo>
                <a:cubicBezTo>
                  <a:pt x="3283034" y="22108"/>
                  <a:pt x="3284284" y="21246"/>
                  <a:pt x="3285511" y="20593"/>
                </a:cubicBezTo>
                <a:cubicBezTo>
                  <a:pt x="3286738" y="19941"/>
                  <a:pt x="3287988" y="19483"/>
                  <a:pt x="3289262" y="19219"/>
                </a:cubicBezTo>
                <a:cubicBezTo>
                  <a:pt x="3290535" y="18955"/>
                  <a:pt x="3291855" y="18823"/>
                  <a:pt x="3293222" y="18823"/>
                </a:cubicBezTo>
                <a:cubicBezTo>
                  <a:pt x="3298037" y="18823"/>
                  <a:pt x="3301678" y="20244"/>
                  <a:pt x="3304148" y="23086"/>
                </a:cubicBezTo>
                <a:cubicBezTo>
                  <a:pt x="3306617" y="25928"/>
                  <a:pt x="3307852" y="30207"/>
                  <a:pt x="3307852" y="35922"/>
                </a:cubicBezTo>
                <a:lnTo>
                  <a:pt x="3307852" y="66440"/>
                </a:lnTo>
                <a:lnTo>
                  <a:pt x="3299745" y="66440"/>
                </a:lnTo>
                <a:lnTo>
                  <a:pt x="3299745" y="36574"/>
                </a:lnTo>
                <a:cubicBezTo>
                  <a:pt x="3299745" y="32909"/>
                  <a:pt x="3299062" y="30199"/>
                  <a:pt x="3297695" y="28444"/>
                </a:cubicBezTo>
                <a:cubicBezTo>
                  <a:pt x="3296328" y="26689"/>
                  <a:pt x="3294294" y="25812"/>
                  <a:pt x="3291591" y="25812"/>
                </a:cubicBezTo>
                <a:cubicBezTo>
                  <a:pt x="3290597" y="25812"/>
                  <a:pt x="3289627" y="25959"/>
                  <a:pt x="3288679" y="26254"/>
                </a:cubicBezTo>
                <a:cubicBezTo>
                  <a:pt x="3287732" y="26549"/>
                  <a:pt x="3286746" y="27062"/>
                  <a:pt x="3285721" y="27792"/>
                </a:cubicBezTo>
                <a:cubicBezTo>
                  <a:pt x="3284696" y="28522"/>
                  <a:pt x="3283585" y="29508"/>
                  <a:pt x="3282390" y="30750"/>
                </a:cubicBezTo>
                <a:cubicBezTo>
                  <a:pt x="3281194" y="31993"/>
                  <a:pt x="3279850" y="33546"/>
                  <a:pt x="3278359" y="35410"/>
                </a:cubicBezTo>
                <a:lnTo>
                  <a:pt x="3278359" y="66440"/>
                </a:lnTo>
                <a:lnTo>
                  <a:pt x="3270252" y="66440"/>
                </a:lnTo>
                <a:lnTo>
                  <a:pt x="3270252" y="19662"/>
                </a:lnTo>
                <a:close/>
                <a:moveTo>
                  <a:pt x="3358453" y="64716"/>
                </a:moveTo>
                <a:cubicBezTo>
                  <a:pt x="3356341" y="65523"/>
                  <a:pt x="3354174" y="66121"/>
                  <a:pt x="3351953" y="66510"/>
                </a:cubicBezTo>
                <a:cubicBezTo>
                  <a:pt x="3349732" y="66898"/>
                  <a:pt x="3347442" y="67092"/>
                  <a:pt x="3345081" y="67092"/>
                </a:cubicBezTo>
                <a:cubicBezTo>
                  <a:pt x="3337688" y="67092"/>
                  <a:pt x="3331996" y="65088"/>
                  <a:pt x="3328005" y="61082"/>
                </a:cubicBezTo>
                <a:cubicBezTo>
                  <a:pt x="3324014" y="57075"/>
                  <a:pt x="3322018" y="51220"/>
                  <a:pt x="3322018" y="43517"/>
                </a:cubicBezTo>
                <a:cubicBezTo>
                  <a:pt x="3322018" y="39820"/>
                  <a:pt x="3322593" y="36466"/>
                  <a:pt x="3323742" y="33453"/>
                </a:cubicBezTo>
                <a:cubicBezTo>
                  <a:pt x="3324891" y="30440"/>
                  <a:pt x="3326506" y="27862"/>
                  <a:pt x="3328588" y="25719"/>
                </a:cubicBezTo>
                <a:cubicBezTo>
                  <a:pt x="3330669" y="23575"/>
                  <a:pt x="3333153" y="21921"/>
                  <a:pt x="3336042" y="20757"/>
                </a:cubicBezTo>
                <a:cubicBezTo>
                  <a:pt x="3338931" y="19592"/>
                  <a:pt x="3342115" y="19009"/>
                  <a:pt x="3345593" y="19009"/>
                </a:cubicBezTo>
                <a:cubicBezTo>
                  <a:pt x="3348016" y="19009"/>
                  <a:pt x="3350284" y="19184"/>
                  <a:pt x="3352396" y="19534"/>
                </a:cubicBezTo>
                <a:cubicBezTo>
                  <a:pt x="3354508" y="19882"/>
                  <a:pt x="3356527" y="20453"/>
                  <a:pt x="3358453" y="21246"/>
                </a:cubicBezTo>
                <a:lnTo>
                  <a:pt x="3358453" y="28980"/>
                </a:lnTo>
                <a:cubicBezTo>
                  <a:pt x="3356434" y="27907"/>
                  <a:pt x="3354376" y="27127"/>
                  <a:pt x="3352279" y="26639"/>
                </a:cubicBezTo>
                <a:cubicBezTo>
                  <a:pt x="3350183" y="26150"/>
                  <a:pt x="3348016" y="25905"/>
                  <a:pt x="3345780" y="25905"/>
                </a:cubicBezTo>
                <a:cubicBezTo>
                  <a:pt x="3343699" y="25905"/>
                  <a:pt x="3341734" y="26301"/>
                  <a:pt x="3339886" y="27093"/>
                </a:cubicBezTo>
                <a:cubicBezTo>
                  <a:pt x="3338038" y="27885"/>
                  <a:pt x="3336415" y="29027"/>
                  <a:pt x="3335017" y="30518"/>
                </a:cubicBezTo>
                <a:cubicBezTo>
                  <a:pt x="3333619" y="32008"/>
                  <a:pt x="3332517" y="33826"/>
                  <a:pt x="3331709" y="35969"/>
                </a:cubicBezTo>
                <a:cubicBezTo>
                  <a:pt x="3330902" y="38112"/>
                  <a:pt x="3330498" y="40535"/>
                  <a:pt x="3330498" y="43237"/>
                </a:cubicBezTo>
                <a:cubicBezTo>
                  <a:pt x="3330498" y="48890"/>
                  <a:pt x="3331872" y="53122"/>
                  <a:pt x="3334621" y="55933"/>
                </a:cubicBezTo>
                <a:cubicBezTo>
                  <a:pt x="3337370" y="58744"/>
                  <a:pt x="3341183" y="60150"/>
                  <a:pt x="3346059" y="60150"/>
                </a:cubicBezTo>
                <a:cubicBezTo>
                  <a:pt x="3348265" y="60150"/>
                  <a:pt x="3350400" y="59901"/>
                  <a:pt x="3352466" y="59404"/>
                </a:cubicBezTo>
                <a:cubicBezTo>
                  <a:pt x="3354531" y="58907"/>
                  <a:pt x="3356527" y="58162"/>
                  <a:pt x="3358453" y="57168"/>
                </a:cubicBezTo>
                <a:lnTo>
                  <a:pt x="3358453" y="64716"/>
                </a:lnTo>
                <a:close/>
                <a:moveTo>
                  <a:pt x="3411662" y="65741"/>
                </a:moveTo>
                <a:cubicBezTo>
                  <a:pt x="3409830" y="66223"/>
                  <a:pt x="3407935" y="66569"/>
                  <a:pt x="3405978" y="66777"/>
                </a:cubicBezTo>
                <a:cubicBezTo>
                  <a:pt x="3404021" y="66987"/>
                  <a:pt x="3402033" y="67092"/>
                  <a:pt x="3400014" y="67092"/>
                </a:cubicBezTo>
                <a:cubicBezTo>
                  <a:pt x="3394144" y="67092"/>
                  <a:pt x="3389764" y="65764"/>
                  <a:pt x="3386876" y="63108"/>
                </a:cubicBezTo>
                <a:cubicBezTo>
                  <a:pt x="3383987" y="60453"/>
                  <a:pt x="3382543" y="56376"/>
                  <a:pt x="3382543" y="50878"/>
                </a:cubicBezTo>
                <a:lnTo>
                  <a:pt x="3382543" y="26464"/>
                </a:lnTo>
                <a:lnTo>
                  <a:pt x="3369450" y="26464"/>
                </a:lnTo>
                <a:lnTo>
                  <a:pt x="3369450" y="19662"/>
                </a:lnTo>
                <a:lnTo>
                  <a:pt x="3382543" y="19662"/>
                </a:lnTo>
                <a:lnTo>
                  <a:pt x="3382543" y="6762"/>
                </a:lnTo>
                <a:lnTo>
                  <a:pt x="3390650" y="4659"/>
                </a:lnTo>
                <a:lnTo>
                  <a:pt x="3390650" y="19662"/>
                </a:lnTo>
                <a:lnTo>
                  <a:pt x="3411662" y="19662"/>
                </a:lnTo>
                <a:lnTo>
                  <a:pt x="3411662" y="26464"/>
                </a:lnTo>
                <a:lnTo>
                  <a:pt x="3390650" y="26464"/>
                </a:lnTo>
                <a:lnTo>
                  <a:pt x="3390650" y="50226"/>
                </a:lnTo>
                <a:cubicBezTo>
                  <a:pt x="3390650" y="53580"/>
                  <a:pt x="3391543" y="56089"/>
                  <a:pt x="3393329" y="57750"/>
                </a:cubicBezTo>
                <a:cubicBezTo>
                  <a:pt x="3395115" y="59412"/>
                  <a:pt x="3397747" y="60243"/>
                  <a:pt x="3401226" y="60243"/>
                </a:cubicBezTo>
                <a:cubicBezTo>
                  <a:pt x="3402717" y="60243"/>
                  <a:pt x="3404347" y="60123"/>
                  <a:pt x="3406118" y="59883"/>
                </a:cubicBezTo>
                <a:cubicBezTo>
                  <a:pt x="3407888" y="59643"/>
                  <a:pt x="3409737" y="59265"/>
                  <a:pt x="3411662" y="58752"/>
                </a:cubicBezTo>
                <a:lnTo>
                  <a:pt x="3411662" y="65741"/>
                </a:lnTo>
                <a:close/>
                <a:moveTo>
                  <a:pt x="3441763" y="26371"/>
                </a:moveTo>
                <a:lnTo>
                  <a:pt x="3427925" y="26371"/>
                </a:lnTo>
                <a:lnTo>
                  <a:pt x="3427925" y="19662"/>
                </a:lnTo>
                <a:lnTo>
                  <a:pt x="3449963" y="19662"/>
                </a:lnTo>
                <a:lnTo>
                  <a:pt x="3449963" y="59684"/>
                </a:lnTo>
                <a:lnTo>
                  <a:pt x="3463894" y="59684"/>
                </a:lnTo>
                <a:lnTo>
                  <a:pt x="3463894" y="66440"/>
                </a:lnTo>
                <a:lnTo>
                  <a:pt x="3426387" y="66440"/>
                </a:lnTo>
                <a:lnTo>
                  <a:pt x="3426387" y="59684"/>
                </a:lnTo>
                <a:lnTo>
                  <a:pt x="3441763" y="59684"/>
                </a:lnTo>
                <a:lnTo>
                  <a:pt x="3441763" y="26371"/>
                </a:lnTo>
                <a:moveTo>
                  <a:pt x="3444605" y="0"/>
                </a:moveTo>
                <a:cubicBezTo>
                  <a:pt x="3445505" y="0"/>
                  <a:pt x="3446344" y="163"/>
                  <a:pt x="3447121" y="489"/>
                </a:cubicBezTo>
                <a:cubicBezTo>
                  <a:pt x="3447897" y="815"/>
                  <a:pt x="3448573" y="1274"/>
                  <a:pt x="3449147" y="1864"/>
                </a:cubicBezTo>
                <a:cubicBezTo>
                  <a:pt x="3449722" y="2454"/>
                  <a:pt x="3450172" y="3129"/>
                  <a:pt x="3450498" y="3890"/>
                </a:cubicBezTo>
                <a:cubicBezTo>
                  <a:pt x="3450825" y="4651"/>
                  <a:pt x="3450988" y="5482"/>
                  <a:pt x="3450988" y="6383"/>
                </a:cubicBezTo>
                <a:cubicBezTo>
                  <a:pt x="3450988" y="7253"/>
                  <a:pt x="3450825" y="8076"/>
                  <a:pt x="3450498" y="8852"/>
                </a:cubicBezTo>
                <a:cubicBezTo>
                  <a:pt x="3450172" y="9629"/>
                  <a:pt x="3449722" y="10312"/>
                  <a:pt x="3449147" y="10902"/>
                </a:cubicBezTo>
                <a:cubicBezTo>
                  <a:pt x="3448573" y="11493"/>
                  <a:pt x="3447897" y="11951"/>
                  <a:pt x="3447121" y="12277"/>
                </a:cubicBezTo>
                <a:cubicBezTo>
                  <a:pt x="3446344" y="12603"/>
                  <a:pt x="3445505" y="12766"/>
                  <a:pt x="3444605" y="12766"/>
                </a:cubicBezTo>
                <a:cubicBezTo>
                  <a:pt x="3443704" y="12766"/>
                  <a:pt x="3442865" y="12603"/>
                  <a:pt x="3442089" y="12277"/>
                </a:cubicBezTo>
                <a:cubicBezTo>
                  <a:pt x="3441312" y="11951"/>
                  <a:pt x="3440637" y="11493"/>
                  <a:pt x="3440062" y="10902"/>
                </a:cubicBezTo>
                <a:cubicBezTo>
                  <a:pt x="3439487" y="10312"/>
                  <a:pt x="3439037" y="9629"/>
                  <a:pt x="3438711" y="8852"/>
                </a:cubicBezTo>
                <a:cubicBezTo>
                  <a:pt x="3438385" y="8076"/>
                  <a:pt x="3438222" y="7253"/>
                  <a:pt x="3438222" y="6383"/>
                </a:cubicBezTo>
                <a:cubicBezTo>
                  <a:pt x="3438222" y="5482"/>
                  <a:pt x="3438385" y="4651"/>
                  <a:pt x="3438711" y="3890"/>
                </a:cubicBezTo>
                <a:cubicBezTo>
                  <a:pt x="3439037" y="3129"/>
                  <a:pt x="3439487" y="2454"/>
                  <a:pt x="3440062" y="1864"/>
                </a:cubicBezTo>
                <a:cubicBezTo>
                  <a:pt x="3440637" y="1274"/>
                  <a:pt x="3441312" y="815"/>
                  <a:pt x="3442089" y="489"/>
                </a:cubicBezTo>
                <a:cubicBezTo>
                  <a:pt x="3442865" y="163"/>
                  <a:pt x="3443704" y="0"/>
                  <a:pt x="3444605" y="0"/>
                </a:cubicBezTo>
                <a:close/>
                <a:moveTo>
                  <a:pt x="3518408" y="42678"/>
                </a:moveTo>
                <a:cubicBezTo>
                  <a:pt x="3518408" y="46312"/>
                  <a:pt x="3517895" y="49643"/>
                  <a:pt x="3516870" y="52672"/>
                </a:cubicBezTo>
                <a:cubicBezTo>
                  <a:pt x="3515845" y="55700"/>
                  <a:pt x="3514370" y="58294"/>
                  <a:pt x="3512444" y="60453"/>
                </a:cubicBezTo>
                <a:cubicBezTo>
                  <a:pt x="3510518" y="62611"/>
                  <a:pt x="3508173" y="64289"/>
                  <a:pt x="3505409" y="65485"/>
                </a:cubicBezTo>
                <a:cubicBezTo>
                  <a:pt x="3502644" y="66680"/>
                  <a:pt x="3499507" y="67278"/>
                  <a:pt x="3495997" y="67278"/>
                </a:cubicBezTo>
                <a:cubicBezTo>
                  <a:pt x="3492643" y="67278"/>
                  <a:pt x="3489637" y="66758"/>
                  <a:pt x="3486982" y="65717"/>
                </a:cubicBezTo>
                <a:cubicBezTo>
                  <a:pt x="3484326" y="64677"/>
                  <a:pt x="3482074" y="63147"/>
                  <a:pt x="3480226" y="61128"/>
                </a:cubicBezTo>
                <a:cubicBezTo>
                  <a:pt x="3478378" y="59109"/>
                  <a:pt x="3476965" y="56609"/>
                  <a:pt x="3475986" y="53627"/>
                </a:cubicBezTo>
                <a:cubicBezTo>
                  <a:pt x="3475008" y="50645"/>
                  <a:pt x="3474518" y="47213"/>
                  <a:pt x="3474518" y="43330"/>
                </a:cubicBezTo>
                <a:cubicBezTo>
                  <a:pt x="3474518" y="39696"/>
                  <a:pt x="3475031" y="36380"/>
                  <a:pt x="3476056" y="33383"/>
                </a:cubicBezTo>
                <a:cubicBezTo>
                  <a:pt x="3477081" y="30385"/>
                  <a:pt x="3478556" y="27807"/>
                  <a:pt x="3480482" y="25649"/>
                </a:cubicBezTo>
                <a:cubicBezTo>
                  <a:pt x="3482408" y="23490"/>
                  <a:pt x="3484753" y="21813"/>
                  <a:pt x="3487518" y="20617"/>
                </a:cubicBezTo>
                <a:cubicBezTo>
                  <a:pt x="3490282" y="19421"/>
                  <a:pt x="3493419" y="18823"/>
                  <a:pt x="3496929" y="18823"/>
                </a:cubicBezTo>
                <a:cubicBezTo>
                  <a:pt x="3500284" y="18823"/>
                  <a:pt x="3503289" y="19343"/>
                  <a:pt x="3505945" y="20384"/>
                </a:cubicBezTo>
                <a:cubicBezTo>
                  <a:pt x="3508600" y="21424"/>
                  <a:pt x="3510852" y="22946"/>
                  <a:pt x="3512700" y="24950"/>
                </a:cubicBezTo>
                <a:cubicBezTo>
                  <a:pt x="3514548" y="26953"/>
                  <a:pt x="3515962" y="29446"/>
                  <a:pt x="3516940" y="32428"/>
                </a:cubicBezTo>
                <a:cubicBezTo>
                  <a:pt x="3517919" y="35410"/>
                  <a:pt x="3518408" y="38826"/>
                  <a:pt x="3518408" y="42678"/>
                </a:cubicBezTo>
                <a:moveTo>
                  <a:pt x="3510114" y="43051"/>
                </a:moveTo>
                <a:cubicBezTo>
                  <a:pt x="3510114" y="40162"/>
                  <a:pt x="3509796" y="37638"/>
                  <a:pt x="3509159" y="35480"/>
                </a:cubicBezTo>
                <a:cubicBezTo>
                  <a:pt x="3508523" y="33321"/>
                  <a:pt x="3507614" y="31519"/>
                  <a:pt x="3506434" y="30075"/>
                </a:cubicBezTo>
                <a:cubicBezTo>
                  <a:pt x="3505253" y="28631"/>
                  <a:pt x="3503817" y="27543"/>
                  <a:pt x="3502124" y="26813"/>
                </a:cubicBezTo>
                <a:cubicBezTo>
                  <a:pt x="3500431" y="26084"/>
                  <a:pt x="3498544" y="25719"/>
                  <a:pt x="3496463" y="25719"/>
                </a:cubicBezTo>
                <a:cubicBezTo>
                  <a:pt x="3494040" y="25719"/>
                  <a:pt x="3491967" y="26192"/>
                  <a:pt x="3490243" y="27140"/>
                </a:cubicBezTo>
                <a:cubicBezTo>
                  <a:pt x="3488519" y="28087"/>
                  <a:pt x="3487106" y="29353"/>
                  <a:pt x="3486003" y="30937"/>
                </a:cubicBezTo>
                <a:cubicBezTo>
                  <a:pt x="3484901" y="32521"/>
                  <a:pt x="3484093" y="34361"/>
                  <a:pt x="3483581" y="36458"/>
                </a:cubicBezTo>
                <a:cubicBezTo>
                  <a:pt x="3483068" y="38555"/>
                  <a:pt x="3482812" y="40752"/>
                  <a:pt x="3482812" y="43051"/>
                </a:cubicBezTo>
                <a:cubicBezTo>
                  <a:pt x="3482812" y="45939"/>
                  <a:pt x="3483130" y="48471"/>
                  <a:pt x="3483767" y="50645"/>
                </a:cubicBezTo>
                <a:cubicBezTo>
                  <a:pt x="3484404" y="52819"/>
                  <a:pt x="3485312" y="54629"/>
                  <a:pt x="3486493" y="56073"/>
                </a:cubicBezTo>
                <a:cubicBezTo>
                  <a:pt x="3487673" y="57517"/>
                  <a:pt x="3489102" y="58604"/>
                  <a:pt x="3490779" y="59334"/>
                </a:cubicBezTo>
                <a:cubicBezTo>
                  <a:pt x="3492456" y="60064"/>
                  <a:pt x="3494351" y="60429"/>
                  <a:pt x="3496463" y="60429"/>
                </a:cubicBezTo>
                <a:cubicBezTo>
                  <a:pt x="3498886" y="60429"/>
                  <a:pt x="3500959" y="59956"/>
                  <a:pt x="3502683" y="59008"/>
                </a:cubicBezTo>
                <a:cubicBezTo>
                  <a:pt x="3504407" y="58061"/>
                  <a:pt x="3505820" y="56795"/>
                  <a:pt x="3506923" y="55211"/>
                </a:cubicBezTo>
                <a:cubicBezTo>
                  <a:pt x="3508026" y="53627"/>
                  <a:pt x="3508833" y="51787"/>
                  <a:pt x="3509346" y="49690"/>
                </a:cubicBezTo>
                <a:cubicBezTo>
                  <a:pt x="3509858" y="47593"/>
                  <a:pt x="3510114" y="45380"/>
                  <a:pt x="3510114" y="43051"/>
                </a:cubicBezTo>
                <a:close/>
                <a:moveTo>
                  <a:pt x="3529545" y="19662"/>
                </a:moveTo>
                <a:lnTo>
                  <a:pt x="3536767" y="19662"/>
                </a:lnTo>
                <a:lnTo>
                  <a:pt x="3537093" y="27210"/>
                </a:lnTo>
                <a:cubicBezTo>
                  <a:pt x="3538459" y="25594"/>
                  <a:pt x="3539780" y="24251"/>
                  <a:pt x="3541053" y="23179"/>
                </a:cubicBezTo>
                <a:cubicBezTo>
                  <a:pt x="3542327" y="22108"/>
                  <a:pt x="3543577" y="21246"/>
                  <a:pt x="3544804" y="20593"/>
                </a:cubicBezTo>
                <a:cubicBezTo>
                  <a:pt x="3546031" y="19941"/>
                  <a:pt x="3547281" y="19483"/>
                  <a:pt x="3548554" y="19219"/>
                </a:cubicBezTo>
                <a:cubicBezTo>
                  <a:pt x="3549828" y="18955"/>
                  <a:pt x="3551148" y="18823"/>
                  <a:pt x="3552515" y="18823"/>
                </a:cubicBezTo>
                <a:cubicBezTo>
                  <a:pt x="3557329" y="18823"/>
                  <a:pt x="3560971" y="20244"/>
                  <a:pt x="3563440" y="23086"/>
                </a:cubicBezTo>
                <a:cubicBezTo>
                  <a:pt x="3565910" y="25928"/>
                  <a:pt x="3567144" y="30207"/>
                  <a:pt x="3567144" y="35922"/>
                </a:cubicBezTo>
                <a:lnTo>
                  <a:pt x="3567144" y="66440"/>
                </a:lnTo>
                <a:lnTo>
                  <a:pt x="3559037" y="66440"/>
                </a:lnTo>
                <a:lnTo>
                  <a:pt x="3559037" y="36574"/>
                </a:lnTo>
                <a:cubicBezTo>
                  <a:pt x="3559037" y="32909"/>
                  <a:pt x="3558354" y="30199"/>
                  <a:pt x="3556987" y="28444"/>
                </a:cubicBezTo>
                <a:cubicBezTo>
                  <a:pt x="3555621" y="26689"/>
                  <a:pt x="3553586" y="25812"/>
                  <a:pt x="3550884" y="25812"/>
                </a:cubicBezTo>
                <a:cubicBezTo>
                  <a:pt x="3549890" y="25812"/>
                  <a:pt x="3548919" y="25959"/>
                  <a:pt x="3547972" y="26254"/>
                </a:cubicBezTo>
                <a:cubicBezTo>
                  <a:pt x="3547025" y="26549"/>
                  <a:pt x="3546038" y="27062"/>
                  <a:pt x="3545013" y="27792"/>
                </a:cubicBezTo>
                <a:cubicBezTo>
                  <a:pt x="3543988" y="28522"/>
                  <a:pt x="3542878" y="29508"/>
                  <a:pt x="3541682" y="30750"/>
                </a:cubicBezTo>
                <a:cubicBezTo>
                  <a:pt x="3540486" y="31993"/>
                  <a:pt x="3539143" y="33546"/>
                  <a:pt x="3537652" y="35410"/>
                </a:cubicBezTo>
                <a:lnTo>
                  <a:pt x="3537652" y="66440"/>
                </a:lnTo>
                <a:lnTo>
                  <a:pt x="3529545" y="66440"/>
                </a:lnTo>
                <a:lnTo>
                  <a:pt x="3529545" y="19662"/>
                </a:lnTo>
                <a:close/>
                <a:moveTo>
                  <a:pt x="3611455" y="66440"/>
                </a:moveTo>
                <a:lnTo>
                  <a:pt x="3611269" y="60137"/>
                </a:lnTo>
                <a:cubicBezTo>
                  <a:pt x="3608722" y="62657"/>
                  <a:pt x="3606136" y="64478"/>
                  <a:pt x="3603511" y="65598"/>
                </a:cubicBezTo>
                <a:cubicBezTo>
                  <a:pt x="3600887" y="66718"/>
                  <a:pt x="3598130" y="67278"/>
                  <a:pt x="3595241" y="67278"/>
                </a:cubicBezTo>
                <a:cubicBezTo>
                  <a:pt x="3592570" y="67278"/>
                  <a:pt x="3590287" y="66936"/>
                  <a:pt x="3588392" y="66252"/>
                </a:cubicBezTo>
                <a:cubicBezTo>
                  <a:pt x="3586498" y="65567"/>
                  <a:pt x="3584937" y="64626"/>
                  <a:pt x="3583710" y="63429"/>
                </a:cubicBezTo>
                <a:cubicBezTo>
                  <a:pt x="3582483" y="62231"/>
                  <a:pt x="3581582" y="60823"/>
                  <a:pt x="3581008" y="59205"/>
                </a:cubicBezTo>
                <a:cubicBezTo>
                  <a:pt x="3580433" y="57587"/>
                  <a:pt x="3580146" y="55829"/>
                  <a:pt x="3580146" y="53931"/>
                </a:cubicBezTo>
                <a:cubicBezTo>
                  <a:pt x="3580146" y="49233"/>
                  <a:pt x="3581893" y="45554"/>
                  <a:pt x="3585387" y="42895"/>
                </a:cubicBezTo>
                <a:cubicBezTo>
                  <a:pt x="3588882" y="40234"/>
                  <a:pt x="3594046" y="38904"/>
                  <a:pt x="3600879" y="38904"/>
                </a:cubicBezTo>
                <a:lnTo>
                  <a:pt x="3610570" y="38904"/>
                </a:lnTo>
                <a:lnTo>
                  <a:pt x="3610570" y="34818"/>
                </a:lnTo>
                <a:cubicBezTo>
                  <a:pt x="3610570" y="32064"/>
                  <a:pt x="3609685" y="29858"/>
                  <a:pt x="3607914" y="28202"/>
                </a:cubicBezTo>
                <a:cubicBezTo>
                  <a:pt x="3606144" y="26547"/>
                  <a:pt x="3603442" y="25719"/>
                  <a:pt x="3599807" y="25719"/>
                </a:cubicBezTo>
                <a:cubicBezTo>
                  <a:pt x="3597167" y="25719"/>
                  <a:pt x="3594566" y="26018"/>
                  <a:pt x="3592003" y="26617"/>
                </a:cubicBezTo>
                <a:cubicBezTo>
                  <a:pt x="3589441" y="27215"/>
                  <a:pt x="3586793" y="28065"/>
                  <a:pt x="3584059" y="29166"/>
                </a:cubicBezTo>
                <a:lnTo>
                  <a:pt x="3584059" y="21851"/>
                </a:lnTo>
                <a:cubicBezTo>
                  <a:pt x="3585084" y="21473"/>
                  <a:pt x="3586226" y="21102"/>
                  <a:pt x="3587484" y="20739"/>
                </a:cubicBezTo>
                <a:cubicBezTo>
                  <a:pt x="3588742" y="20376"/>
                  <a:pt x="3590070" y="20053"/>
                  <a:pt x="3591467" y="19769"/>
                </a:cubicBezTo>
                <a:cubicBezTo>
                  <a:pt x="3592865" y="19485"/>
                  <a:pt x="3594325" y="19256"/>
                  <a:pt x="3595847" y="19084"/>
                </a:cubicBezTo>
                <a:cubicBezTo>
                  <a:pt x="3597369" y="18910"/>
                  <a:pt x="3598907" y="18823"/>
                  <a:pt x="3600460" y="18823"/>
                </a:cubicBezTo>
                <a:cubicBezTo>
                  <a:pt x="3603286" y="18823"/>
                  <a:pt x="3605833" y="19134"/>
                  <a:pt x="3608101" y="19755"/>
                </a:cubicBezTo>
                <a:cubicBezTo>
                  <a:pt x="3610368" y="20376"/>
                  <a:pt x="3612286" y="21323"/>
                  <a:pt x="3613855" y="22597"/>
                </a:cubicBezTo>
                <a:cubicBezTo>
                  <a:pt x="3615423" y="23870"/>
                  <a:pt x="3616627" y="25470"/>
                  <a:pt x="3617466" y="27396"/>
                </a:cubicBezTo>
                <a:cubicBezTo>
                  <a:pt x="3618304" y="29322"/>
                  <a:pt x="3618724" y="31589"/>
                  <a:pt x="3618724" y="34198"/>
                </a:cubicBezTo>
                <a:lnTo>
                  <a:pt x="3618724" y="66440"/>
                </a:lnTo>
                <a:lnTo>
                  <a:pt x="3611455" y="66440"/>
                </a:lnTo>
                <a:moveTo>
                  <a:pt x="3610570" y="45101"/>
                </a:moveTo>
                <a:lnTo>
                  <a:pt x="3600273" y="45101"/>
                </a:lnTo>
                <a:cubicBezTo>
                  <a:pt x="3598254" y="45101"/>
                  <a:pt x="3596515" y="45304"/>
                  <a:pt x="3595055" y="45709"/>
                </a:cubicBezTo>
                <a:cubicBezTo>
                  <a:pt x="3593595" y="46114"/>
                  <a:pt x="3592399" y="46690"/>
                  <a:pt x="3591467" y="47438"/>
                </a:cubicBezTo>
                <a:cubicBezTo>
                  <a:pt x="3590536" y="48185"/>
                  <a:pt x="3589845" y="49081"/>
                  <a:pt x="3589394" y="50125"/>
                </a:cubicBezTo>
                <a:cubicBezTo>
                  <a:pt x="3588944" y="51169"/>
                  <a:pt x="3588719" y="52345"/>
                  <a:pt x="3588719" y="53653"/>
                </a:cubicBezTo>
                <a:cubicBezTo>
                  <a:pt x="3588719" y="54557"/>
                  <a:pt x="3588858" y="55422"/>
                  <a:pt x="3589138" y="56248"/>
                </a:cubicBezTo>
                <a:cubicBezTo>
                  <a:pt x="3589417" y="57073"/>
                  <a:pt x="3589868" y="57805"/>
                  <a:pt x="3590489" y="58443"/>
                </a:cubicBezTo>
                <a:cubicBezTo>
                  <a:pt x="3591110" y="59082"/>
                  <a:pt x="3591918" y="59588"/>
                  <a:pt x="3592912" y="59962"/>
                </a:cubicBezTo>
                <a:cubicBezTo>
                  <a:pt x="3593906" y="60336"/>
                  <a:pt x="3595117" y="60522"/>
                  <a:pt x="3596546" y="60522"/>
                </a:cubicBezTo>
                <a:cubicBezTo>
                  <a:pt x="3598410" y="60522"/>
                  <a:pt x="3600545" y="59954"/>
                  <a:pt x="3602952" y="58818"/>
                </a:cubicBezTo>
                <a:cubicBezTo>
                  <a:pt x="3605360" y="57680"/>
                  <a:pt x="3607899" y="55880"/>
                  <a:pt x="3610570" y="53419"/>
                </a:cubicBezTo>
                <a:lnTo>
                  <a:pt x="3610570" y="45101"/>
                </a:lnTo>
                <a:close/>
                <a:moveTo>
                  <a:pt x="3649196" y="7222"/>
                </a:moveTo>
                <a:lnTo>
                  <a:pt x="3635359" y="7222"/>
                </a:lnTo>
                <a:lnTo>
                  <a:pt x="3635359" y="559"/>
                </a:lnTo>
                <a:lnTo>
                  <a:pt x="3657397" y="559"/>
                </a:lnTo>
                <a:lnTo>
                  <a:pt x="3657397" y="59684"/>
                </a:lnTo>
                <a:lnTo>
                  <a:pt x="3671328" y="59684"/>
                </a:lnTo>
                <a:lnTo>
                  <a:pt x="3671328" y="66440"/>
                </a:lnTo>
                <a:lnTo>
                  <a:pt x="3633821" y="66440"/>
                </a:lnTo>
                <a:lnTo>
                  <a:pt x="3633821" y="59684"/>
                </a:lnTo>
                <a:lnTo>
                  <a:pt x="3649196" y="59684"/>
                </a:lnTo>
                <a:lnTo>
                  <a:pt x="3649196" y="7222"/>
                </a:lnTo>
                <a:close/>
                <a:moveTo>
                  <a:pt x="3701055" y="26371"/>
                </a:moveTo>
                <a:lnTo>
                  <a:pt x="3687217" y="26371"/>
                </a:lnTo>
                <a:lnTo>
                  <a:pt x="3687217" y="19662"/>
                </a:lnTo>
                <a:lnTo>
                  <a:pt x="3709255" y="19662"/>
                </a:lnTo>
                <a:lnTo>
                  <a:pt x="3709255" y="59684"/>
                </a:lnTo>
                <a:lnTo>
                  <a:pt x="3723186" y="59684"/>
                </a:lnTo>
                <a:lnTo>
                  <a:pt x="3723186" y="66440"/>
                </a:lnTo>
                <a:lnTo>
                  <a:pt x="3685680" y="66440"/>
                </a:lnTo>
                <a:lnTo>
                  <a:pt x="3685680" y="59684"/>
                </a:lnTo>
                <a:lnTo>
                  <a:pt x="3701055" y="59684"/>
                </a:lnTo>
                <a:lnTo>
                  <a:pt x="3701055" y="26371"/>
                </a:lnTo>
                <a:moveTo>
                  <a:pt x="3703897" y="0"/>
                </a:moveTo>
                <a:cubicBezTo>
                  <a:pt x="3704798" y="0"/>
                  <a:pt x="3705636" y="163"/>
                  <a:pt x="3706413" y="489"/>
                </a:cubicBezTo>
                <a:cubicBezTo>
                  <a:pt x="3707190" y="815"/>
                  <a:pt x="3707865" y="1274"/>
                  <a:pt x="3708440" y="1864"/>
                </a:cubicBezTo>
                <a:cubicBezTo>
                  <a:pt x="3709014" y="2454"/>
                  <a:pt x="3709465" y="3129"/>
                  <a:pt x="3709791" y="3890"/>
                </a:cubicBezTo>
                <a:cubicBezTo>
                  <a:pt x="3710117" y="4651"/>
                  <a:pt x="3710280" y="5482"/>
                  <a:pt x="3710280" y="6383"/>
                </a:cubicBezTo>
                <a:cubicBezTo>
                  <a:pt x="3710280" y="7253"/>
                  <a:pt x="3710117" y="8076"/>
                  <a:pt x="3709791" y="8852"/>
                </a:cubicBezTo>
                <a:cubicBezTo>
                  <a:pt x="3709465" y="9629"/>
                  <a:pt x="3709014" y="10312"/>
                  <a:pt x="3708440" y="10902"/>
                </a:cubicBezTo>
                <a:cubicBezTo>
                  <a:pt x="3707865" y="11493"/>
                  <a:pt x="3707190" y="11951"/>
                  <a:pt x="3706413" y="12277"/>
                </a:cubicBezTo>
                <a:cubicBezTo>
                  <a:pt x="3705636" y="12603"/>
                  <a:pt x="3704798" y="12766"/>
                  <a:pt x="3703897" y="12766"/>
                </a:cubicBezTo>
                <a:cubicBezTo>
                  <a:pt x="3702996" y="12766"/>
                  <a:pt x="3702158" y="12603"/>
                  <a:pt x="3701381" y="12277"/>
                </a:cubicBezTo>
                <a:cubicBezTo>
                  <a:pt x="3700605" y="11951"/>
                  <a:pt x="3699929" y="11493"/>
                  <a:pt x="3699354" y="10902"/>
                </a:cubicBezTo>
                <a:cubicBezTo>
                  <a:pt x="3698780" y="10312"/>
                  <a:pt x="3698329" y="9629"/>
                  <a:pt x="3698003" y="8852"/>
                </a:cubicBezTo>
                <a:cubicBezTo>
                  <a:pt x="3697677" y="8076"/>
                  <a:pt x="3697514" y="7253"/>
                  <a:pt x="3697514" y="6383"/>
                </a:cubicBezTo>
                <a:cubicBezTo>
                  <a:pt x="3697514" y="5482"/>
                  <a:pt x="3697677" y="4651"/>
                  <a:pt x="3698003" y="3890"/>
                </a:cubicBezTo>
                <a:cubicBezTo>
                  <a:pt x="3698329" y="3129"/>
                  <a:pt x="3698780" y="2454"/>
                  <a:pt x="3699354" y="1864"/>
                </a:cubicBezTo>
                <a:cubicBezTo>
                  <a:pt x="3699929" y="1274"/>
                  <a:pt x="3700605" y="815"/>
                  <a:pt x="3701381" y="489"/>
                </a:cubicBezTo>
                <a:cubicBezTo>
                  <a:pt x="3702158" y="163"/>
                  <a:pt x="3702996" y="0"/>
                  <a:pt x="3703897" y="0"/>
                </a:cubicBezTo>
                <a:close/>
                <a:moveTo>
                  <a:pt x="3774672" y="65741"/>
                </a:moveTo>
                <a:cubicBezTo>
                  <a:pt x="3772839" y="66223"/>
                  <a:pt x="3770944" y="66569"/>
                  <a:pt x="3768988" y="66777"/>
                </a:cubicBezTo>
                <a:cubicBezTo>
                  <a:pt x="3767031" y="66987"/>
                  <a:pt x="3765043" y="67092"/>
                  <a:pt x="3763024" y="67092"/>
                </a:cubicBezTo>
                <a:cubicBezTo>
                  <a:pt x="3757153" y="67092"/>
                  <a:pt x="3752774" y="65764"/>
                  <a:pt x="3749885" y="63108"/>
                </a:cubicBezTo>
                <a:cubicBezTo>
                  <a:pt x="3746996" y="60453"/>
                  <a:pt x="3745552" y="56376"/>
                  <a:pt x="3745552" y="50878"/>
                </a:cubicBezTo>
                <a:lnTo>
                  <a:pt x="3745552" y="26464"/>
                </a:lnTo>
                <a:lnTo>
                  <a:pt x="3732460" y="26464"/>
                </a:lnTo>
                <a:lnTo>
                  <a:pt x="3732460" y="19662"/>
                </a:lnTo>
                <a:lnTo>
                  <a:pt x="3745552" y="19662"/>
                </a:lnTo>
                <a:lnTo>
                  <a:pt x="3745552" y="6762"/>
                </a:lnTo>
                <a:lnTo>
                  <a:pt x="3753659" y="4659"/>
                </a:lnTo>
                <a:lnTo>
                  <a:pt x="3753659" y="19662"/>
                </a:lnTo>
                <a:lnTo>
                  <a:pt x="3774672" y="19662"/>
                </a:lnTo>
                <a:lnTo>
                  <a:pt x="3774672" y="26464"/>
                </a:lnTo>
                <a:lnTo>
                  <a:pt x="3753659" y="26464"/>
                </a:lnTo>
                <a:lnTo>
                  <a:pt x="3753659" y="50226"/>
                </a:lnTo>
                <a:cubicBezTo>
                  <a:pt x="3753659" y="53580"/>
                  <a:pt x="3754552" y="56089"/>
                  <a:pt x="3756338" y="57750"/>
                </a:cubicBezTo>
                <a:cubicBezTo>
                  <a:pt x="3758124" y="59412"/>
                  <a:pt x="3760756" y="60243"/>
                  <a:pt x="3764235" y="60243"/>
                </a:cubicBezTo>
                <a:cubicBezTo>
                  <a:pt x="3765726" y="60243"/>
                  <a:pt x="3767357" y="60123"/>
                  <a:pt x="3769127" y="59883"/>
                </a:cubicBezTo>
                <a:cubicBezTo>
                  <a:pt x="3770898" y="59643"/>
                  <a:pt x="3772746" y="59265"/>
                  <a:pt x="3774672" y="58752"/>
                </a:cubicBezTo>
                <a:lnTo>
                  <a:pt x="3774672" y="65741"/>
                </a:lnTo>
                <a:close/>
                <a:moveTo>
                  <a:pt x="3830444" y="19662"/>
                </a:moveTo>
                <a:lnTo>
                  <a:pt x="3814509" y="61501"/>
                </a:lnTo>
                <a:cubicBezTo>
                  <a:pt x="3812863" y="65756"/>
                  <a:pt x="3811162" y="69421"/>
                  <a:pt x="3809408" y="72497"/>
                </a:cubicBezTo>
                <a:cubicBezTo>
                  <a:pt x="3807653" y="75572"/>
                  <a:pt x="3805735" y="78095"/>
                  <a:pt x="3803653" y="80068"/>
                </a:cubicBezTo>
                <a:cubicBezTo>
                  <a:pt x="3801572" y="82040"/>
                  <a:pt x="3799289" y="83492"/>
                  <a:pt x="3796804" y="84424"/>
                </a:cubicBezTo>
                <a:cubicBezTo>
                  <a:pt x="3794320" y="85356"/>
                  <a:pt x="3791540" y="85822"/>
                  <a:pt x="3788465" y="85822"/>
                </a:cubicBezTo>
                <a:cubicBezTo>
                  <a:pt x="3787657" y="85822"/>
                  <a:pt x="3786927" y="85806"/>
                  <a:pt x="3786275" y="85775"/>
                </a:cubicBezTo>
                <a:cubicBezTo>
                  <a:pt x="3785623" y="85744"/>
                  <a:pt x="3784908" y="85697"/>
                  <a:pt x="3784132" y="85635"/>
                </a:cubicBezTo>
                <a:lnTo>
                  <a:pt x="3784132" y="78274"/>
                </a:lnTo>
                <a:cubicBezTo>
                  <a:pt x="3784815" y="78367"/>
                  <a:pt x="3785560" y="78453"/>
                  <a:pt x="3786368" y="78530"/>
                </a:cubicBezTo>
                <a:cubicBezTo>
                  <a:pt x="3787176" y="78608"/>
                  <a:pt x="3788030" y="78647"/>
                  <a:pt x="3788931" y="78647"/>
                </a:cubicBezTo>
                <a:cubicBezTo>
                  <a:pt x="3790421" y="78647"/>
                  <a:pt x="3791811" y="78429"/>
                  <a:pt x="3793100" y="77994"/>
                </a:cubicBezTo>
                <a:cubicBezTo>
                  <a:pt x="3794389" y="77559"/>
                  <a:pt x="3795609" y="76853"/>
                  <a:pt x="3796758" y="75874"/>
                </a:cubicBezTo>
                <a:cubicBezTo>
                  <a:pt x="3797907" y="74896"/>
                  <a:pt x="3799010" y="73630"/>
                  <a:pt x="3800066" y="72077"/>
                </a:cubicBezTo>
                <a:cubicBezTo>
                  <a:pt x="3801122" y="70524"/>
                  <a:pt x="3802147" y="68645"/>
                  <a:pt x="3803141" y="66440"/>
                </a:cubicBezTo>
                <a:lnTo>
                  <a:pt x="3784458" y="19662"/>
                </a:lnTo>
                <a:lnTo>
                  <a:pt x="3793683" y="19662"/>
                </a:lnTo>
                <a:lnTo>
                  <a:pt x="3805517" y="50598"/>
                </a:lnTo>
                <a:lnTo>
                  <a:pt x="3807893" y="57867"/>
                </a:lnTo>
                <a:lnTo>
                  <a:pt x="3810596" y="50412"/>
                </a:lnTo>
                <a:lnTo>
                  <a:pt x="3821545" y="19662"/>
                </a:lnTo>
                <a:lnTo>
                  <a:pt x="3830444" y="19662"/>
                </a:lnTo>
                <a:close/>
                <a:moveTo>
                  <a:pt x="3930154" y="66440"/>
                </a:moveTo>
                <a:lnTo>
                  <a:pt x="3922047" y="66440"/>
                </a:lnTo>
                <a:lnTo>
                  <a:pt x="3922047" y="36574"/>
                </a:lnTo>
                <a:cubicBezTo>
                  <a:pt x="3922047" y="32971"/>
                  <a:pt x="3921371" y="30277"/>
                  <a:pt x="3920020" y="28491"/>
                </a:cubicBezTo>
                <a:cubicBezTo>
                  <a:pt x="3918669" y="26705"/>
                  <a:pt x="3916735" y="25812"/>
                  <a:pt x="3914219" y="25812"/>
                </a:cubicBezTo>
                <a:cubicBezTo>
                  <a:pt x="3913132" y="25812"/>
                  <a:pt x="3912115" y="25959"/>
                  <a:pt x="3911168" y="26254"/>
                </a:cubicBezTo>
                <a:cubicBezTo>
                  <a:pt x="3910220" y="26549"/>
                  <a:pt x="3909234" y="27062"/>
                  <a:pt x="3908209" y="27792"/>
                </a:cubicBezTo>
                <a:cubicBezTo>
                  <a:pt x="3907184" y="28522"/>
                  <a:pt x="3906066" y="29508"/>
                  <a:pt x="3904854" y="30750"/>
                </a:cubicBezTo>
                <a:cubicBezTo>
                  <a:pt x="3903643" y="31993"/>
                  <a:pt x="3902245" y="33546"/>
                  <a:pt x="3900661" y="35410"/>
                </a:cubicBezTo>
                <a:lnTo>
                  <a:pt x="3900661" y="66440"/>
                </a:lnTo>
                <a:lnTo>
                  <a:pt x="3892554" y="66440"/>
                </a:lnTo>
                <a:lnTo>
                  <a:pt x="3892554" y="559"/>
                </a:lnTo>
                <a:lnTo>
                  <a:pt x="3900661" y="559"/>
                </a:lnTo>
                <a:lnTo>
                  <a:pt x="3900661" y="19649"/>
                </a:lnTo>
                <a:lnTo>
                  <a:pt x="3900382" y="27023"/>
                </a:lnTo>
                <a:cubicBezTo>
                  <a:pt x="3901655" y="25501"/>
                  <a:pt x="3902905" y="24220"/>
                  <a:pt x="3904132" y="23179"/>
                </a:cubicBezTo>
                <a:cubicBezTo>
                  <a:pt x="3905359" y="22139"/>
                  <a:pt x="3906586" y="21292"/>
                  <a:pt x="3907813" y="20640"/>
                </a:cubicBezTo>
                <a:cubicBezTo>
                  <a:pt x="3909040" y="19988"/>
                  <a:pt x="3910290" y="19522"/>
                  <a:pt x="3911564" y="19242"/>
                </a:cubicBezTo>
                <a:cubicBezTo>
                  <a:pt x="3912837" y="18963"/>
                  <a:pt x="3914157" y="18823"/>
                  <a:pt x="3915524" y="18823"/>
                </a:cubicBezTo>
                <a:cubicBezTo>
                  <a:pt x="3920183" y="18823"/>
                  <a:pt x="3923786" y="20244"/>
                  <a:pt x="3926333" y="23086"/>
                </a:cubicBezTo>
                <a:cubicBezTo>
                  <a:pt x="3928880" y="25928"/>
                  <a:pt x="3930154" y="30207"/>
                  <a:pt x="3930154" y="35922"/>
                </a:cubicBezTo>
                <a:lnTo>
                  <a:pt x="3930154" y="66440"/>
                </a:lnTo>
                <a:close/>
                <a:moveTo>
                  <a:pt x="3974464" y="66440"/>
                </a:moveTo>
                <a:lnTo>
                  <a:pt x="3974278" y="60137"/>
                </a:lnTo>
                <a:cubicBezTo>
                  <a:pt x="3971731" y="62657"/>
                  <a:pt x="3969145" y="64478"/>
                  <a:pt x="3966520" y="65598"/>
                </a:cubicBezTo>
                <a:cubicBezTo>
                  <a:pt x="3963896" y="66718"/>
                  <a:pt x="3961139" y="67278"/>
                  <a:pt x="3958250" y="67278"/>
                </a:cubicBezTo>
                <a:cubicBezTo>
                  <a:pt x="3955579" y="67278"/>
                  <a:pt x="3953296" y="66936"/>
                  <a:pt x="3951402" y="66252"/>
                </a:cubicBezTo>
                <a:cubicBezTo>
                  <a:pt x="3949507" y="65567"/>
                  <a:pt x="3947946" y="64626"/>
                  <a:pt x="3946719" y="63429"/>
                </a:cubicBezTo>
                <a:cubicBezTo>
                  <a:pt x="3945492" y="62231"/>
                  <a:pt x="3944591" y="60823"/>
                  <a:pt x="3944017" y="59205"/>
                </a:cubicBezTo>
                <a:cubicBezTo>
                  <a:pt x="3943442" y="57587"/>
                  <a:pt x="3943155" y="55829"/>
                  <a:pt x="3943155" y="53931"/>
                </a:cubicBezTo>
                <a:cubicBezTo>
                  <a:pt x="3943155" y="49233"/>
                  <a:pt x="3944902" y="45554"/>
                  <a:pt x="3948396" y="42895"/>
                </a:cubicBezTo>
                <a:cubicBezTo>
                  <a:pt x="3951891" y="40234"/>
                  <a:pt x="3957055" y="38904"/>
                  <a:pt x="3963888" y="38904"/>
                </a:cubicBezTo>
                <a:lnTo>
                  <a:pt x="3973579" y="38904"/>
                </a:lnTo>
                <a:lnTo>
                  <a:pt x="3973579" y="34818"/>
                </a:lnTo>
                <a:cubicBezTo>
                  <a:pt x="3973579" y="32064"/>
                  <a:pt x="3972694" y="29858"/>
                  <a:pt x="3970923" y="28202"/>
                </a:cubicBezTo>
                <a:cubicBezTo>
                  <a:pt x="3969153" y="26547"/>
                  <a:pt x="3966451" y="25719"/>
                  <a:pt x="3962816" y="25719"/>
                </a:cubicBezTo>
                <a:cubicBezTo>
                  <a:pt x="3960176" y="25719"/>
                  <a:pt x="3957575" y="26018"/>
                  <a:pt x="3955012" y="26617"/>
                </a:cubicBezTo>
                <a:cubicBezTo>
                  <a:pt x="3952450" y="27215"/>
                  <a:pt x="3949802" y="28065"/>
                  <a:pt x="3947068" y="29166"/>
                </a:cubicBezTo>
                <a:lnTo>
                  <a:pt x="3947068" y="21851"/>
                </a:lnTo>
                <a:cubicBezTo>
                  <a:pt x="3948094" y="21473"/>
                  <a:pt x="3949235" y="21102"/>
                  <a:pt x="3950493" y="20739"/>
                </a:cubicBezTo>
                <a:cubicBezTo>
                  <a:pt x="3951751" y="20376"/>
                  <a:pt x="3953079" y="20053"/>
                  <a:pt x="3954477" y="19769"/>
                </a:cubicBezTo>
                <a:cubicBezTo>
                  <a:pt x="3955874" y="19485"/>
                  <a:pt x="3957334" y="19256"/>
                  <a:pt x="3958856" y="19084"/>
                </a:cubicBezTo>
                <a:cubicBezTo>
                  <a:pt x="3960378" y="18910"/>
                  <a:pt x="3961916" y="18823"/>
                  <a:pt x="3963469" y="18823"/>
                </a:cubicBezTo>
                <a:cubicBezTo>
                  <a:pt x="3966295" y="18823"/>
                  <a:pt x="3968842" y="19134"/>
                  <a:pt x="3971110" y="19755"/>
                </a:cubicBezTo>
                <a:cubicBezTo>
                  <a:pt x="3973377" y="20376"/>
                  <a:pt x="3975295" y="21323"/>
                  <a:pt x="3976864" y="22597"/>
                </a:cubicBezTo>
                <a:cubicBezTo>
                  <a:pt x="3978432" y="23870"/>
                  <a:pt x="3979636" y="25470"/>
                  <a:pt x="3980475" y="27396"/>
                </a:cubicBezTo>
                <a:cubicBezTo>
                  <a:pt x="3981313" y="29322"/>
                  <a:pt x="3981733" y="31589"/>
                  <a:pt x="3981733" y="34198"/>
                </a:cubicBezTo>
                <a:lnTo>
                  <a:pt x="3981733" y="66440"/>
                </a:lnTo>
                <a:lnTo>
                  <a:pt x="3974464" y="66440"/>
                </a:lnTo>
                <a:moveTo>
                  <a:pt x="3973579" y="45101"/>
                </a:moveTo>
                <a:lnTo>
                  <a:pt x="3963282" y="45101"/>
                </a:lnTo>
                <a:cubicBezTo>
                  <a:pt x="3961263" y="45101"/>
                  <a:pt x="3959524" y="45304"/>
                  <a:pt x="3958064" y="45709"/>
                </a:cubicBezTo>
                <a:cubicBezTo>
                  <a:pt x="3956604" y="46114"/>
                  <a:pt x="3955408" y="46690"/>
                  <a:pt x="3954477" y="47438"/>
                </a:cubicBezTo>
                <a:cubicBezTo>
                  <a:pt x="3953545" y="48185"/>
                  <a:pt x="3952854" y="49081"/>
                  <a:pt x="3952403" y="50125"/>
                </a:cubicBezTo>
                <a:cubicBezTo>
                  <a:pt x="3951953" y="51169"/>
                  <a:pt x="3951728" y="52345"/>
                  <a:pt x="3951728" y="53653"/>
                </a:cubicBezTo>
                <a:cubicBezTo>
                  <a:pt x="3951728" y="54557"/>
                  <a:pt x="3951867" y="55422"/>
                  <a:pt x="3952147" y="56248"/>
                </a:cubicBezTo>
                <a:cubicBezTo>
                  <a:pt x="3952427" y="57073"/>
                  <a:pt x="3952877" y="57805"/>
                  <a:pt x="3953498" y="58443"/>
                </a:cubicBezTo>
                <a:cubicBezTo>
                  <a:pt x="3954119" y="59082"/>
                  <a:pt x="3954927" y="59588"/>
                  <a:pt x="3955921" y="59962"/>
                </a:cubicBezTo>
                <a:cubicBezTo>
                  <a:pt x="3956915" y="60336"/>
                  <a:pt x="3958126" y="60522"/>
                  <a:pt x="3959555" y="60522"/>
                </a:cubicBezTo>
                <a:cubicBezTo>
                  <a:pt x="3961419" y="60522"/>
                  <a:pt x="3963554" y="59954"/>
                  <a:pt x="3965961" y="58818"/>
                </a:cubicBezTo>
                <a:cubicBezTo>
                  <a:pt x="3968369" y="57680"/>
                  <a:pt x="3970908" y="55880"/>
                  <a:pt x="3973579" y="53419"/>
                </a:cubicBezTo>
                <a:lnTo>
                  <a:pt x="3973579" y="45101"/>
                </a:lnTo>
                <a:close/>
                <a:moveTo>
                  <a:pt x="3996271" y="19662"/>
                </a:moveTo>
                <a:lnTo>
                  <a:pt x="4003493" y="19662"/>
                </a:lnTo>
                <a:lnTo>
                  <a:pt x="4003819" y="27210"/>
                </a:lnTo>
                <a:cubicBezTo>
                  <a:pt x="4005186" y="25594"/>
                  <a:pt x="4006506" y="24251"/>
                  <a:pt x="4007779" y="23179"/>
                </a:cubicBezTo>
                <a:cubicBezTo>
                  <a:pt x="4009053" y="22108"/>
                  <a:pt x="4010303" y="21246"/>
                  <a:pt x="4011530" y="20593"/>
                </a:cubicBezTo>
                <a:cubicBezTo>
                  <a:pt x="4012757" y="19941"/>
                  <a:pt x="4014007" y="19483"/>
                  <a:pt x="4015281" y="19219"/>
                </a:cubicBezTo>
                <a:cubicBezTo>
                  <a:pt x="4016554" y="18955"/>
                  <a:pt x="4017874" y="18823"/>
                  <a:pt x="4019241" y="18823"/>
                </a:cubicBezTo>
                <a:cubicBezTo>
                  <a:pt x="4024055" y="18823"/>
                  <a:pt x="4027697" y="20244"/>
                  <a:pt x="4030167" y="23086"/>
                </a:cubicBezTo>
                <a:cubicBezTo>
                  <a:pt x="4032636" y="25928"/>
                  <a:pt x="4033871" y="30207"/>
                  <a:pt x="4033871" y="35922"/>
                </a:cubicBezTo>
                <a:lnTo>
                  <a:pt x="4033871" y="66440"/>
                </a:lnTo>
                <a:lnTo>
                  <a:pt x="4025764" y="66440"/>
                </a:lnTo>
                <a:lnTo>
                  <a:pt x="4025764" y="36574"/>
                </a:lnTo>
                <a:cubicBezTo>
                  <a:pt x="4025764" y="32909"/>
                  <a:pt x="4025080" y="30199"/>
                  <a:pt x="4023714" y="28444"/>
                </a:cubicBezTo>
                <a:cubicBezTo>
                  <a:pt x="4022347" y="26689"/>
                  <a:pt x="4020313" y="25812"/>
                  <a:pt x="4017610" y="25812"/>
                </a:cubicBezTo>
                <a:cubicBezTo>
                  <a:pt x="4016616" y="25812"/>
                  <a:pt x="4015646" y="25959"/>
                  <a:pt x="4014698" y="26254"/>
                </a:cubicBezTo>
                <a:cubicBezTo>
                  <a:pt x="4013751" y="26549"/>
                  <a:pt x="4012765" y="27062"/>
                  <a:pt x="4011740" y="27792"/>
                </a:cubicBezTo>
                <a:cubicBezTo>
                  <a:pt x="4010715" y="28522"/>
                  <a:pt x="4009604" y="29508"/>
                  <a:pt x="4008408" y="30750"/>
                </a:cubicBezTo>
                <a:cubicBezTo>
                  <a:pt x="4007213" y="31993"/>
                  <a:pt x="4005869" y="33546"/>
                  <a:pt x="4004378" y="35410"/>
                </a:cubicBezTo>
                <a:lnTo>
                  <a:pt x="4004378" y="66440"/>
                </a:lnTo>
                <a:lnTo>
                  <a:pt x="3996271" y="66440"/>
                </a:lnTo>
                <a:lnTo>
                  <a:pt x="3996271" y="19662"/>
                </a:lnTo>
                <a:close/>
                <a:moveTo>
                  <a:pt x="4045754" y="44029"/>
                </a:moveTo>
                <a:cubicBezTo>
                  <a:pt x="4045754" y="40053"/>
                  <a:pt x="4046297" y="36520"/>
                  <a:pt x="4047384" y="33429"/>
                </a:cubicBezTo>
                <a:cubicBezTo>
                  <a:pt x="4048471" y="30339"/>
                  <a:pt x="4050017" y="27730"/>
                  <a:pt x="4052020" y="25602"/>
                </a:cubicBezTo>
                <a:cubicBezTo>
                  <a:pt x="4054024" y="23474"/>
                  <a:pt x="4056431" y="21859"/>
                  <a:pt x="4059242" y="20757"/>
                </a:cubicBezTo>
                <a:cubicBezTo>
                  <a:pt x="4062053" y="19654"/>
                  <a:pt x="4065182" y="19103"/>
                  <a:pt x="4068630" y="19103"/>
                </a:cubicBezTo>
                <a:cubicBezTo>
                  <a:pt x="4070121" y="19103"/>
                  <a:pt x="4071589" y="19196"/>
                  <a:pt x="4073033" y="19382"/>
                </a:cubicBezTo>
                <a:cubicBezTo>
                  <a:pt x="4074477" y="19568"/>
                  <a:pt x="4075898" y="19864"/>
                  <a:pt x="4077296" y="20267"/>
                </a:cubicBezTo>
                <a:lnTo>
                  <a:pt x="4077296" y="559"/>
                </a:lnTo>
                <a:lnTo>
                  <a:pt x="4085450" y="559"/>
                </a:lnTo>
                <a:lnTo>
                  <a:pt x="4085450" y="66440"/>
                </a:lnTo>
                <a:lnTo>
                  <a:pt x="4078181" y="66440"/>
                </a:lnTo>
                <a:lnTo>
                  <a:pt x="4077902" y="57587"/>
                </a:lnTo>
                <a:cubicBezTo>
                  <a:pt x="4075634" y="60880"/>
                  <a:pt x="4073180" y="63318"/>
                  <a:pt x="4070540" y="64902"/>
                </a:cubicBezTo>
                <a:cubicBezTo>
                  <a:pt x="4067900" y="66486"/>
                  <a:pt x="4065042" y="67278"/>
                  <a:pt x="4061967" y="67278"/>
                </a:cubicBezTo>
                <a:cubicBezTo>
                  <a:pt x="4059296" y="67278"/>
                  <a:pt x="4056943" y="66719"/>
                  <a:pt x="4054909" y="65601"/>
                </a:cubicBezTo>
                <a:cubicBezTo>
                  <a:pt x="4052874" y="64483"/>
                  <a:pt x="4051181" y="62906"/>
                  <a:pt x="4049830" y="60872"/>
                </a:cubicBezTo>
                <a:cubicBezTo>
                  <a:pt x="4048479" y="58837"/>
                  <a:pt x="4047462" y="56391"/>
                  <a:pt x="4046779" y="53534"/>
                </a:cubicBezTo>
                <a:cubicBezTo>
                  <a:pt x="4046095" y="50676"/>
                  <a:pt x="4045754" y="47508"/>
                  <a:pt x="4045754" y="44029"/>
                </a:cubicBezTo>
                <a:moveTo>
                  <a:pt x="4054047" y="43517"/>
                </a:moveTo>
                <a:cubicBezTo>
                  <a:pt x="4054047" y="49170"/>
                  <a:pt x="4054878" y="53386"/>
                  <a:pt x="4056540" y="56166"/>
                </a:cubicBezTo>
                <a:cubicBezTo>
                  <a:pt x="4058201" y="58946"/>
                  <a:pt x="4060554" y="60336"/>
                  <a:pt x="4063598" y="60336"/>
                </a:cubicBezTo>
                <a:cubicBezTo>
                  <a:pt x="4065648" y="60336"/>
                  <a:pt x="4067815" y="59420"/>
                  <a:pt x="4070098" y="57587"/>
                </a:cubicBezTo>
                <a:cubicBezTo>
                  <a:pt x="4072381" y="55755"/>
                  <a:pt x="4074780" y="53037"/>
                  <a:pt x="4077296" y="49434"/>
                </a:cubicBezTo>
                <a:lnTo>
                  <a:pt x="4077296" y="27722"/>
                </a:lnTo>
                <a:cubicBezTo>
                  <a:pt x="4075960" y="27101"/>
                  <a:pt x="4074485" y="26627"/>
                  <a:pt x="4072870" y="26301"/>
                </a:cubicBezTo>
                <a:cubicBezTo>
                  <a:pt x="4071255" y="25975"/>
                  <a:pt x="4069655" y="25812"/>
                  <a:pt x="4068071" y="25812"/>
                </a:cubicBezTo>
                <a:cubicBezTo>
                  <a:pt x="4063660" y="25812"/>
                  <a:pt x="4060220" y="27241"/>
                  <a:pt x="4057751" y="30098"/>
                </a:cubicBezTo>
                <a:cubicBezTo>
                  <a:pt x="4055282" y="32956"/>
                  <a:pt x="4054047" y="37429"/>
                  <a:pt x="4054047" y="43517"/>
                </a:cubicBezTo>
                <a:close/>
                <a:moveTo>
                  <a:pt x="4115923" y="7222"/>
                </a:moveTo>
                <a:lnTo>
                  <a:pt x="4102085" y="7222"/>
                </a:lnTo>
                <a:lnTo>
                  <a:pt x="4102085" y="559"/>
                </a:lnTo>
                <a:lnTo>
                  <a:pt x="4124123" y="559"/>
                </a:lnTo>
                <a:lnTo>
                  <a:pt x="4124123" y="59684"/>
                </a:lnTo>
                <a:lnTo>
                  <a:pt x="4138054" y="59684"/>
                </a:lnTo>
                <a:lnTo>
                  <a:pt x="4138054" y="66440"/>
                </a:lnTo>
                <a:lnTo>
                  <a:pt x="4100547" y="66440"/>
                </a:lnTo>
                <a:lnTo>
                  <a:pt x="4100547" y="59684"/>
                </a:lnTo>
                <a:lnTo>
                  <a:pt x="4115923" y="59684"/>
                </a:lnTo>
                <a:lnTo>
                  <a:pt x="4115923" y="7222"/>
                </a:lnTo>
                <a:close/>
                <a:moveTo>
                  <a:pt x="4167781" y="26371"/>
                </a:moveTo>
                <a:lnTo>
                  <a:pt x="4153943" y="26371"/>
                </a:lnTo>
                <a:lnTo>
                  <a:pt x="4153943" y="19662"/>
                </a:lnTo>
                <a:lnTo>
                  <a:pt x="4175981" y="19662"/>
                </a:lnTo>
                <a:lnTo>
                  <a:pt x="4175981" y="59684"/>
                </a:lnTo>
                <a:lnTo>
                  <a:pt x="4189912" y="59684"/>
                </a:lnTo>
                <a:lnTo>
                  <a:pt x="4189912" y="66440"/>
                </a:lnTo>
                <a:lnTo>
                  <a:pt x="4152406" y="66440"/>
                </a:lnTo>
                <a:lnTo>
                  <a:pt x="4152406" y="59684"/>
                </a:lnTo>
                <a:lnTo>
                  <a:pt x="4167781" y="59684"/>
                </a:lnTo>
                <a:lnTo>
                  <a:pt x="4167781" y="26371"/>
                </a:lnTo>
                <a:moveTo>
                  <a:pt x="4170623" y="0"/>
                </a:moveTo>
                <a:cubicBezTo>
                  <a:pt x="4171524" y="0"/>
                  <a:pt x="4172363" y="163"/>
                  <a:pt x="4173139" y="489"/>
                </a:cubicBezTo>
                <a:cubicBezTo>
                  <a:pt x="4173916" y="815"/>
                  <a:pt x="4174591" y="1274"/>
                  <a:pt x="4175166" y="1864"/>
                </a:cubicBezTo>
                <a:cubicBezTo>
                  <a:pt x="4175740" y="2454"/>
                  <a:pt x="4176191" y="3129"/>
                  <a:pt x="4176517" y="3890"/>
                </a:cubicBezTo>
                <a:cubicBezTo>
                  <a:pt x="4176843" y="4651"/>
                  <a:pt x="4177006" y="5482"/>
                  <a:pt x="4177006" y="6383"/>
                </a:cubicBezTo>
                <a:cubicBezTo>
                  <a:pt x="4177006" y="7253"/>
                  <a:pt x="4176843" y="8076"/>
                  <a:pt x="4176517" y="8852"/>
                </a:cubicBezTo>
                <a:cubicBezTo>
                  <a:pt x="4176191" y="9629"/>
                  <a:pt x="4175740" y="10312"/>
                  <a:pt x="4175166" y="10902"/>
                </a:cubicBezTo>
                <a:cubicBezTo>
                  <a:pt x="4174591" y="11493"/>
                  <a:pt x="4173916" y="11951"/>
                  <a:pt x="4173139" y="12277"/>
                </a:cubicBezTo>
                <a:cubicBezTo>
                  <a:pt x="4172363" y="12603"/>
                  <a:pt x="4171524" y="12766"/>
                  <a:pt x="4170623" y="12766"/>
                </a:cubicBezTo>
                <a:cubicBezTo>
                  <a:pt x="4169722" y="12766"/>
                  <a:pt x="4168884" y="12603"/>
                  <a:pt x="4168107" y="12277"/>
                </a:cubicBezTo>
                <a:cubicBezTo>
                  <a:pt x="4167331" y="11951"/>
                  <a:pt x="4166655" y="11493"/>
                  <a:pt x="4166080" y="10902"/>
                </a:cubicBezTo>
                <a:cubicBezTo>
                  <a:pt x="4165506" y="10312"/>
                  <a:pt x="4165055" y="9629"/>
                  <a:pt x="4164729" y="8852"/>
                </a:cubicBezTo>
                <a:cubicBezTo>
                  <a:pt x="4164403" y="8076"/>
                  <a:pt x="4164240" y="7253"/>
                  <a:pt x="4164240" y="6383"/>
                </a:cubicBezTo>
                <a:cubicBezTo>
                  <a:pt x="4164240" y="5482"/>
                  <a:pt x="4164403" y="4651"/>
                  <a:pt x="4164729" y="3890"/>
                </a:cubicBezTo>
                <a:cubicBezTo>
                  <a:pt x="4165055" y="3129"/>
                  <a:pt x="4165506" y="2454"/>
                  <a:pt x="4166080" y="1864"/>
                </a:cubicBezTo>
                <a:cubicBezTo>
                  <a:pt x="4166655" y="1274"/>
                  <a:pt x="4167331" y="815"/>
                  <a:pt x="4168107" y="489"/>
                </a:cubicBezTo>
                <a:cubicBezTo>
                  <a:pt x="4168884" y="163"/>
                  <a:pt x="4169722" y="0"/>
                  <a:pt x="4170623" y="0"/>
                </a:cubicBezTo>
                <a:close/>
                <a:moveTo>
                  <a:pt x="4203705" y="19662"/>
                </a:moveTo>
                <a:lnTo>
                  <a:pt x="4210927" y="19662"/>
                </a:lnTo>
                <a:lnTo>
                  <a:pt x="4211253" y="27210"/>
                </a:lnTo>
                <a:cubicBezTo>
                  <a:pt x="4212620" y="25594"/>
                  <a:pt x="4213940" y="24251"/>
                  <a:pt x="4215213" y="23179"/>
                </a:cubicBezTo>
                <a:cubicBezTo>
                  <a:pt x="4216487" y="22108"/>
                  <a:pt x="4217737" y="21246"/>
                  <a:pt x="4218964" y="20593"/>
                </a:cubicBezTo>
                <a:cubicBezTo>
                  <a:pt x="4220191" y="19941"/>
                  <a:pt x="4221441" y="19483"/>
                  <a:pt x="4222715" y="19219"/>
                </a:cubicBezTo>
                <a:cubicBezTo>
                  <a:pt x="4223988" y="18955"/>
                  <a:pt x="4225308" y="18823"/>
                  <a:pt x="4226675" y="18823"/>
                </a:cubicBezTo>
                <a:cubicBezTo>
                  <a:pt x="4231489" y="18823"/>
                  <a:pt x="4235131" y="20244"/>
                  <a:pt x="4237601" y="23086"/>
                </a:cubicBezTo>
                <a:cubicBezTo>
                  <a:pt x="4240070" y="25928"/>
                  <a:pt x="4241305" y="30207"/>
                  <a:pt x="4241305" y="35922"/>
                </a:cubicBezTo>
                <a:lnTo>
                  <a:pt x="4241305" y="66440"/>
                </a:lnTo>
                <a:lnTo>
                  <a:pt x="4233198" y="66440"/>
                </a:lnTo>
                <a:lnTo>
                  <a:pt x="4233198" y="36574"/>
                </a:lnTo>
                <a:cubicBezTo>
                  <a:pt x="4233198" y="32909"/>
                  <a:pt x="4232514" y="30199"/>
                  <a:pt x="4231148" y="28444"/>
                </a:cubicBezTo>
                <a:cubicBezTo>
                  <a:pt x="4229781" y="26689"/>
                  <a:pt x="4227746" y="25812"/>
                  <a:pt x="4225044" y="25812"/>
                </a:cubicBezTo>
                <a:cubicBezTo>
                  <a:pt x="4224050" y="25812"/>
                  <a:pt x="4223080" y="25959"/>
                  <a:pt x="4222132" y="26254"/>
                </a:cubicBezTo>
                <a:cubicBezTo>
                  <a:pt x="4221185" y="26549"/>
                  <a:pt x="4220199" y="27062"/>
                  <a:pt x="4219174" y="27792"/>
                </a:cubicBezTo>
                <a:cubicBezTo>
                  <a:pt x="4218149" y="28522"/>
                  <a:pt x="4217038" y="29508"/>
                  <a:pt x="4215842" y="30750"/>
                </a:cubicBezTo>
                <a:cubicBezTo>
                  <a:pt x="4214646" y="31993"/>
                  <a:pt x="4213303" y="33546"/>
                  <a:pt x="4211812" y="35410"/>
                </a:cubicBezTo>
                <a:lnTo>
                  <a:pt x="4211812" y="66440"/>
                </a:lnTo>
                <a:lnTo>
                  <a:pt x="4203705" y="66440"/>
                </a:lnTo>
                <a:lnTo>
                  <a:pt x="4203705" y="19662"/>
                </a:lnTo>
                <a:close/>
                <a:moveTo>
                  <a:pt x="4289249" y="26278"/>
                </a:moveTo>
                <a:cubicBezTo>
                  <a:pt x="4290119" y="27365"/>
                  <a:pt x="4290795" y="28631"/>
                  <a:pt x="4291276" y="30075"/>
                </a:cubicBezTo>
                <a:cubicBezTo>
                  <a:pt x="4291758" y="31519"/>
                  <a:pt x="4291998" y="33080"/>
                  <a:pt x="4291998" y="34757"/>
                </a:cubicBezTo>
                <a:cubicBezTo>
                  <a:pt x="4291998" y="37180"/>
                  <a:pt x="4291556" y="39393"/>
                  <a:pt x="4290670" y="41397"/>
                </a:cubicBezTo>
                <a:cubicBezTo>
                  <a:pt x="4289785" y="43400"/>
                  <a:pt x="4288535" y="45116"/>
                  <a:pt x="4286920" y="46545"/>
                </a:cubicBezTo>
                <a:cubicBezTo>
                  <a:pt x="4285305" y="47974"/>
                  <a:pt x="4283371" y="49084"/>
                  <a:pt x="4281119" y="49876"/>
                </a:cubicBezTo>
                <a:cubicBezTo>
                  <a:pt x="4278867" y="50668"/>
                  <a:pt x="4276390" y="51064"/>
                  <a:pt x="4273688" y="51064"/>
                </a:cubicBezTo>
                <a:cubicBezTo>
                  <a:pt x="4271731" y="51064"/>
                  <a:pt x="4269898" y="50855"/>
                  <a:pt x="4268190" y="50435"/>
                </a:cubicBezTo>
                <a:cubicBezTo>
                  <a:pt x="4266482" y="50016"/>
                  <a:pt x="4265130" y="49496"/>
                  <a:pt x="4264137" y="48875"/>
                </a:cubicBezTo>
                <a:cubicBezTo>
                  <a:pt x="4263546" y="49744"/>
                  <a:pt x="4263049" y="50566"/>
                  <a:pt x="4262646" y="51340"/>
                </a:cubicBezTo>
                <a:cubicBezTo>
                  <a:pt x="4262242" y="52112"/>
                  <a:pt x="4262040" y="52977"/>
                  <a:pt x="4262040" y="53934"/>
                </a:cubicBezTo>
                <a:cubicBezTo>
                  <a:pt x="4262040" y="55107"/>
                  <a:pt x="4262607" y="56079"/>
                  <a:pt x="4263740" y="56850"/>
                </a:cubicBezTo>
                <a:cubicBezTo>
                  <a:pt x="4264874" y="57621"/>
                  <a:pt x="4266373" y="58038"/>
                  <a:pt x="4268237" y="58100"/>
                </a:cubicBezTo>
                <a:lnTo>
                  <a:pt x="4280537" y="58566"/>
                </a:lnTo>
                <a:cubicBezTo>
                  <a:pt x="4282866" y="58628"/>
                  <a:pt x="4285017" y="58923"/>
                  <a:pt x="4286990" y="59452"/>
                </a:cubicBezTo>
                <a:cubicBezTo>
                  <a:pt x="4288962" y="59981"/>
                  <a:pt x="4290655" y="60744"/>
                  <a:pt x="4292068" y="61740"/>
                </a:cubicBezTo>
                <a:cubicBezTo>
                  <a:pt x="4293481" y="62735"/>
                  <a:pt x="4294584" y="63963"/>
                  <a:pt x="4295376" y="65426"/>
                </a:cubicBezTo>
                <a:cubicBezTo>
                  <a:pt x="4296168" y="66888"/>
                  <a:pt x="4296564" y="68584"/>
                  <a:pt x="4296564" y="70513"/>
                </a:cubicBezTo>
                <a:cubicBezTo>
                  <a:pt x="4296564" y="72598"/>
                  <a:pt x="4296114" y="74574"/>
                  <a:pt x="4295213" y="76441"/>
                </a:cubicBezTo>
                <a:cubicBezTo>
                  <a:pt x="4294312" y="78307"/>
                  <a:pt x="4292922" y="79948"/>
                  <a:pt x="4291043" y="81364"/>
                </a:cubicBezTo>
                <a:cubicBezTo>
                  <a:pt x="4289164" y="82780"/>
                  <a:pt x="4286780" y="83908"/>
                  <a:pt x="4283891" y="84747"/>
                </a:cubicBezTo>
                <a:cubicBezTo>
                  <a:pt x="4281003" y="85588"/>
                  <a:pt x="4277570" y="86008"/>
                  <a:pt x="4273595" y="86008"/>
                </a:cubicBezTo>
                <a:cubicBezTo>
                  <a:pt x="4269805" y="86008"/>
                  <a:pt x="4266583" y="85705"/>
                  <a:pt x="4263927" y="85098"/>
                </a:cubicBezTo>
                <a:cubicBezTo>
                  <a:pt x="4261271" y="84491"/>
                  <a:pt x="4259089" y="83651"/>
                  <a:pt x="4257381" y="82578"/>
                </a:cubicBezTo>
                <a:cubicBezTo>
                  <a:pt x="4255672" y="81504"/>
                  <a:pt x="4254430" y="80228"/>
                  <a:pt x="4253653" y="78750"/>
                </a:cubicBezTo>
                <a:cubicBezTo>
                  <a:pt x="4252877" y="77273"/>
                  <a:pt x="4252489" y="75647"/>
                  <a:pt x="4252489" y="73874"/>
                </a:cubicBezTo>
                <a:cubicBezTo>
                  <a:pt x="4252489" y="71603"/>
                  <a:pt x="4253017" y="69611"/>
                  <a:pt x="4254073" y="67900"/>
                </a:cubicBezTo>
                <a:cubicBezTo>
                  <a:pt x="4255129" y="66190"/>
                  <a:pt x="4256760" y="64541"/>
                  <a:pt x="4258965" y="62954"/>
                </a:cubicBezTo>
                <a:cubicBezTo>
                  <a:pt x="4258157" y="62582"/>
                  <a:pt x="4257458" y="62117"/>
                  <a:pt x="4256868" y="61559"/>
                </a:cubicBezTo>
                <a:cubicBezTo>
                  <a:pt x="4256278" y="61001"/>
                  <a:pt x="4255797" y="60389"/>
                  <a:pt x="4255424" y="59723"/>
                </a:cubicBezTo>
                <a:cubicBezTo>
                  <a:pt x="4255051" y="59056"/>
                  <a:pt x="4254772" y="58351"/>
                  <a:pt x="4254585" y="57608"/>
                </a:cubicBezTo>
                <a:cubicBezTo>
                  <a:pt x="4254399" y="56863"/>
                  <a:pt x="4254306" y="56135"/>
                  <a:pt x="4254306" y="55422"/>
                </a:cubicBezTo>
                <a:cubicBezTo>
                  <a:pt x="4254306" y="53407"/>
                  <a:pt x="4254779" y="51563"/>
                  <a:pt x="4255727" y="49889"/>
                </a:cubicBezTo>
                <a:cubicBezTo>
                  <a:pt x="4256674" y="48216"/>
                  <a:pt x="4257800" y="46635"/>
                  <a:pt x="4259105" y="45147"/>
                </a:cubicBezTo>
                <a:cubicBezTo>
                  <a:pt x="4258514" y="44433"/>
                  <a:pt x="4257994" y="43734"/>
                  <a:pt x="4257544" y="43051"/>
                </a:cubicBezTo>
                <a:cubicBezTo>
                  <a:pt x="4257093" y="42367"/>
                  <a:pt x="4256705" y="41630"/>
                  <a:pt x="4256379" y="40838"/>
                </a:cubicBezTo>
                <a:cubicBezTo>
                  <a:pt x="4256053" y="40045"/>
                  <a:pt x="4255804" y="39191"/>
                  <a:pt x="4255634" y="38275"/>
                </a:cubicBezTo>
                <a:cubicBezTo>
                  <a:pt x="4255463" y="37359"/>
                  <a:pt x="4255377" y="36310"/>
                  <a:pt x="4255377" y="35130"/>
                </a:cubicBezTo>
                <a:cubicBezTo>
                  <a:pt x="4255377" y="32707"/>
                  <a:pt x="4255820" y="30494"/>
                  <a:pt x="4256705" y="28491"/>
                </a:cubicBezTo>
                <a:cubicBezTo>
                  <a:pt x="4257590" y="26487"/>
                  <a:pt x="4258833" y="24771"/>
                  <a:pt x="4260432" y="23342"/>
                </a:cubicBezTo>
                <a:cubicBezTo>
                  <a:pt x="4262032" y="21914"/>
                  <a:pt x="4263958" y="20803"/>
                  <a:pt x="4266210" y="20011"/>
                </a:cubicBezTo>
                <a:cubicBezTo>
                  <a:pt x="4268462" y="19219"/>
                  <a:pt x="4270954" y="18823"/>
                  <a:pt x="4273688" y="18823"/>
                </a:cubicBezTo>
                <a:cubicBezTo>
                  <a:pt x="4274837" y="18823"/>
                  <a:pt x="4275940" y="18901"/>
                  <a:pt x="4276996" y="19056"/>
                </a:cubicBezTo>
                <a:cubicBezTo>
                  <a:pt x="4278052" y="19211"/>
                  <a:pt x="4278984" y="19413"/>
                  <a:pt x="4279791" y="19662"/>
                </a:cubicBezTo>
                <a:lnTo>
                  <a:pt x="4296751" y="19662"/>
                </a:lnTo>
                <a:lnTo>
                  <a:pt x="4296751" y="26278"/>
                </a:lnTo>
                <a:lnTo>
                  <a:pt x="4289249" y="26278"/>
                </a:lnTo>
                <a:moveTo>
                  <a:pt x="4261108" y="73175"/>
                </a:moveTo>
                <a:cubicBezTo>
                  <a:pt x="4261108" y="75387"/>
                  <a:pt x="4262257" y="76999"/>
                  <a:pt x="4264556" y="78012"/>
                </a:cubicBezTo>
                <a:cubicBezTo>
                  <a:pt x="4266854" y="79025"/>
                  <a:pt x="4270054" y="79532"/>
                  <a:pt x="4274154" y="79532"/>
                </a:cubicBezTo>
                <a:cubicBezTo>
                  <a:pt x="4276732" y="79532"/>
                  <a:pt x="4278898" y="79298"/>
                  <a:pt x="4280653" y="78830"/>
                </a:cubicBezTo>
                <a:cubicBezTo>
                  <a:pt x="4282408" y="78363"/>
                  <a:pt x="4283821" y="77748"/>
                  <a:pt x="4284893" y="76984"/>
                </a:cubicBezTo>
                <a:cubicBezTo>
                  <a:pt x="4285965" y="76220"/>
                  <a:pt x="4286733" y="75347"/>
                  <a:pt x="4287199" y="74366"/>
                </a:cubicBezTo>
                <a:cubicBezTo>
                  <a:pt x="4287665" y="73385"/>
                  <a:pt x="4287898" y="72380"/>
                  <a:pt x="4287898" y="71351"/>
                </a:cubicBezTo>
                <a:cubicBezTo>
                  <a:pt x="4287898" y="69449"/>
                  <a:pt x="4287122" y="68047"/>
                  <a:pt x="4285569" y="67143"/>
                </a:cubicBezTo>
                <a:cubicBezTo>
                  <a:pt x="4284016" y="66239"/>
                  <a:pt x="4281639" y="65710"/>
                  <a:pt x="4278440" y="65554"/>
                </a:cubicBezTo>
                <a:lnTo>
                  <a:pt x="4266233" y="65135"/>
                </a:lnTo>
                <a:cubicBezTo>
                  <a:pt x="4265208" y="65820"/>
                  <a:pt x="4264362" y="66490"/>
                  <a:pt x="4263694" y="67144"/>
                </a:cubicBezTo>
                <a:cubicBezTo>
                  <a:pt x="4263026" y="67800"/>
                  <a:pt x="4262506" y="68462"/>
                  <a:pt x="4262133" y="69132"/>
                </a:cubicBezTo>
                <a:cubicBezTo>
                  <a:pt x="4261760" y="69802"/>
                  <a:pt x="4261496" y="70471"/>
                  <a:pt x="4261341" y="71141"/>
                </a:cubicBezTo>
                <a:cubicBezTo>
                  <a:pt x="4261186" y="71812"/>
                  <a:pt x="4261108" y="72490"/>
                  <a:pt x="4261108" y="73175"/>
                </a:cubicBezTo>
                <a:moveTo>
                  <a:pt x="4263577" y="34944"/>
                </a:moveTo>
                <a:cubicBezTo>
                  <a:pt x="4263577" y="36435"/>
                  <a:pt x="4263826" y="37801"/>
                  <a:pt x="4264323" y="39044"/>
                </a:cubicBezTo>
                <a:cubicBezTo>
                  <a:pt x="4264820" y="40286"/>
                  <a:pt x="4265519" y="41342"/>
                  <a:pt x="4266419" y="42212"/>
                </a:cubicBezTo>
                <a:cubicBezTo>
                  <a:pt x="4267320" y="43082"/>
                  <a:pt x="4268384" y="43757"/>
                  <a:pt x="4269611" y="44239"/>
                </a:cubicBezTo>
                <a:cubicBezTo>
                  <a:pt x="4270838" y="44720"/>
                  <a:pt x="4272197" y="44961"/>
                  <a:pt x="4273688" y="44961"/>
                </a:cubicBezTo>
                <a:cubicBezTo>
                  <a:pt x="4275303" y="44961"/>
                  <a:pt x="4276740" y="44689"/>
                  <a:pt x="4277998" y="44146"/>
                </a:cubicBezTo>
                <a:cubicBezTo>
                  <a:pt x="4279255" y="43602"/>
                  <a:pt x="4280312" y="42864"/>
                  <a:pt x="4281166" y="41932"/>
                </a:cubicBezTo>
                <a:cubicBezTo>
                  <a:pt x="4282020" y="41001"/>
                  <a:pt x="4282672" y="39929"/>
                  <a:pt x="4283123" y="38718"/>
                </a:cubicBezTo>
                <a:cubicBezTo>
                  <a:pt x="4283573" y="37506"/>
                  <a:pt x="4283798" y="36248"/>
                  <a:pt x="4283798" y="34944"/>
                </a:cubicBezTo>
                <a:cubicBezTo>
                  <a:pt x="4283798" y="33453"/>
                  <a:pt x="4283550" y="32086"/>
                  <a:pt x="4283053" y="30844"/>
                </a:cubicBezTo>
                <a:cubicBezTo>
                  <a:pt x="4282556" y="29601"/>
                  <a:pt x="4281857" y="28545"/>
                  <a:pt x="4280956" y="27675"/>
                </a:cubicBezTo>
                <a:cubicBezTo>
                  <a:pt x="4280055" y="26806"/>
                  <a:pt x="4278991" y="26130"/>
                  <a:pt x="4277765" y="25649"/>
                </a:cubicBezTo>
                <a:cubicBezTo>
                  <a:pt x="4276538" y="25167"/>
                  <a:pt x="4275179" y="24927"/>
                  <a:pt x="4273688" y="24927"/>
                </a:cubicBezTo>
                <a:cubicBezTo>
                  <a:pt x="4272073" y="24927"/>
                  <a:pt x="4270636" y="25206"/>
                  <a:pt x="4269378" y="25765"/>
                </a:cubicBezTo>
                <a:cubicBezTo>
                  <a:pt x="4268120" y="26324"/>
                  <a:pt x="4267064" y="27062"/>
                  <a:pt x="4266210" y="27978"/>
                </a:cubicBezTo>
                <a:cubicBezTo>
                  <a:pt x="4265356" y="28895"/>
                  <a:pt x="4264703" y="29958"/>
                  <a:pt x="4264253" y="31170"/>
                </a:cubicBezTo>
                <a:cubicBezTo>
                  <a:pt x="4263803" y="32381"/>
                  <a:pt x="4263577" y="33639"/>
                  <a:pt x="4263577" y="34944"/>
                </a:cubicBezTo>
                <a:close/>
                <a:moveTo>
                  <a:pt x="4396973" y="65741"/>
                </a:moveTo>
                <a:cubicBezTo>
                  <a:pt x="4395141" y="66223"/>
                  <a:pt x="4393246" y="66569"/>
                  <a:pt x="4391289" y="66777"/>
                </a:cubicBezTo>
                <a:cubicBezTo>
                  <a:pt x="4389332" y="66987"/>
                  <a:pt x="4387344" y="67092"/>
                  <a:pt x="4385325" y="67092"/>
                </a:cubicBezTo>
                <a:cubicBezTo>
                  <a:pt x="4379455" y="67092"/>
                  <a:pt x="4375075" y="65764"/>
                  <a:pt x="4372186" y="63108"/>
                </a:cubicBezTo>
                <a:cubicBezTo>
                  <a:pt x="4369298" y="60453"/>
                  <a:pt x="4367853" y="56376"/>
                  <a:pt x="4367853" y="50878"/>
                </a:cubicBezTo>
                <a:lnTo>
                  <a:pt x="4367853" y="26464"/>
                </a:lnTo>
                <a:lnTo>
                  <a:pt x="4354761" y="26464"/>
                </a:lnTo>
                <a:lnTo>
                  <a:pt x="4354761" y="19662"/>
                </a:lnTo>
                <a:lnTo>
                  <a:pt x="4367853" y="19662"/>
                </a:lnTo>
                <a:lnTo>
                  <a:pt x="4367853" y="6762"/>
                </a:lnTo>
                <a:lnTo>
                  <a:pt x="4375960" y="4659"/>
                </a:lnTo>
                <a:lnTo>
                  <a:pt x="4375960" y="19662"/>
                </a:lnTo>
                <a:lnTo>
                  <a:pt x="4396973" y="19662"/>
                </a:lnTo>
                <a:lnTo>
                  <a:pt x="4396973" y="26464"/>
                </a:lnTo>
                <a:lnTo>
                  <a:pt x="4375960" y="26464"/>
                </a:lnTo>
                <a:lnTo>
                  <a:pt x="4375960" y="50226"/>
                </a:lnTo>
                <a:cubicBezTo>
                  <a:pt x="4375960" y="53580"/>
                  <a:pt x="4376853" y="56089"/>
                  <a:pt x="4378639" y="57750"/>
                </a:cubicBezTo>
                <a:cubicBezTo>
                  <a:pt x="4380425" y="59412"/>
                  <a:pt x="4383058" y="60243"/>
                  <a:pt x="4386537" y="60243"/>
                </a:cubicBezTo>
                <a:cubicBezTo>
                  <a:pt x="4388028" y="60243"/>
                  <a:pt x="4389658" y="60123"/>
                  <a:pt x="4391429" y="59883"/>
                </a:cubicBezTo>
                <a:cubicBezTo>
                  <a:pt x="4393199" y="59643"/>
                  <a:pt x="4395047" y="59265"/>
                  <a:pt x="4396973" y="58752"/>
                </a:cubicBezTo>
                <a:lnTo>
                  <a:pt x="4396973" y="65741"/>
                </a:lnTo>
                <a:close/>
                <a:moveTo>
                  <a:pt x="4448739" y="66440"/>
                </a:moveTo>
                <a:lnTo>
                  <a:pt x="4440632" y="66440"/>
                </a:lnTo>
                <a:lnTo>
                  <a:pt x="4440632" y="36574"/>
                </a:lnTo>
                <a:cubicBezTo>
                  <a:pt x="4440632" y="32971"/>
                  <a:pt x="4439956" y="30277"/>
                  <a:pt x="4438605" y="28491"/>
                </a:cubicBezTo>
                <a:cubicBezTo>
                  <a:pt x="4437254" y="26705"/>
                  <a:pt x="4435320" y="25812"/>
                  <a:pt x="4432804" y="25812"/>
                </a:cubicBezTo>
                <a:cubicBezTo>
                  <a:pt x="4431717" y="25812"/>
                  <a:pt x="4430700" y="25959"/>
                  <a:pt x="4429752" y="26254"/>
                </a:cubicBezTo>
                <a:cubicBezTo>
                  <a:pt x="4428805" y="26549"/>
                  <a:pt x="4427819" y="27062"/>
                  <a:pt x="4426794" y="27792"/>
                </a:cubicBezTo>
                <a:cubicBezTo>
                  <a:pt x="4425769" y="28522"/>
                  <a:pt x="4424651" y="29508"/>
                  <a:pt x="4423439" y="30750"/>
                </a:cubicBezTo>
                <a:cubicBezTo>
                  <a:pt x="4422228" y="31993"/>
                  <a:pt x="4420830" y="33546"/>
                  <a:pt x="4419246" y="35410"/>
                </a:cubicBezTo>
                <a:lnTo>
                  <a:pt x="4419246" y="66440"/>
                </a:lnTo>
                <a:lnTo>
                  <a:pt x="4411139" y="66440"/>
                </a:lnTo>
                <a:lnTo>
                  <a:pt x="4411139" y="559"/>
                </a:lnTo>
                <a:lnTo>
                  <a:pt x="4419246" y="559"/>
                </a:lnTo>
                <a:lnTo>
                  <a:pt x="4419246" y="19649"/>
                </a:lnTo>
                <a:lnTo>
                  <a:pt x="4418966" y="27023"/>
                </a:lnTo>
                <a:cubicBezTo>
                  <a:pt x="4420240" y="25501"/>
                  <a:pt x="4421490" y="24220"/>
                  <a:pt x="4422717" y="23179"/>
                </a:cubicBezTo>
                <a:cubicBezTo>
                  <a:pt x="4423944" y="22139"/>
                  <a:pt x="4425171" y="21292"/>
                  <a:pt x="4426398" y="20640"/>
                </a:cubicBezTo>
                <a:cubicBezTo>
                  <a:pt x="4427625" y="19988"/>
                  <a:pt x="4428875" y="19522"/>
                  <a:pt x="4430148" y="19242"/>
                </a:cubicBezTo>
                <a:cubicBezTo>
                  <a:pt x="4431422" y="18963"/>
                  <a:pt x="4432742" y="18823"/>
                  <a:pt x="4434109" y="18823"/>
                </a:cubicBezTo>
                <a:cubicBezTo>
                  <a:pt x="4438768" y="18823"/>
                  <a:pt x="4442371" y="20244"/>
                  <a:pt x="4444918" y="23086"/>
                </a:cubicBezTo>
                <a:cubicBezTo>
                  <a:pt x="4447465" y="25928"/>
                  <a:pt x="4448739" y="30207"/>
                  <a:pt x="4448739" y="35922"/>
                </a:cubicBezTo>
                <a:lnTo>
                  <a:pt x="4448739" y="66440"/>
                </a:lnTo>
                <a:close/>
                <a:moveTo>
                  <a:pt x="4502507" y="40581"/>
                </a:moveTo>
                <a:cubicBezTo>
                  <a:pt x="4502507" y="41731"/>
                  <a:pt x="4502492" y="42693"/>
                  <a:pt x="4502461" y="43470"/>
                </a:cubicBezTo>
                <a:cubicBezTo>
                  <a:pt x="4502430" y="44246"/>
                  <a:pt x="4502383" y="44976"/>
                  <a:pt x="4502321" y="45660"/>
                </a:cubicBezTo>
                <a:lnTo>
                  <a:pt x="4469474" y="45660"/>
                </a:lnTo>
                <a:cubicBezTo>
                  <a:pt x="4469474" y="50443"/>
                  <a:pt x="4470809" y="54116"/>
                  <a:pt x="4473481" y="56679"/>
                </a:cubicBezTo>
                <a:cubicBezTo>
                  <a:pt x="4476152" y="59241"/>
                  <a:pt x="4480004" y="60522"/>
                  <a:pt x="4485035" y="60522"/>
                </a:cubicBezTo>
                <a:cubicBezTo>
                  <a:pt x="4486402" y="60522"/>
                  <a:pt x="4487769" y="60467"/>
                  <a:pt x="4489135" y="60357"/>
                </a:cubicBezTo>
                <a:cubicBezTo>
                  <a:pt x="4490502" y="60245"/>
                  <a:pt x="4491822" y="60094"/>
                  <a:pt x="4493096" y="59904"/>
                </a:cubicBezTo>
                <a:cubicBezTo>
                  <a:pt x="4494369" y="59712"/>
                  <a:pt x="4495588" y="59498"/>
                  <a:pt x="4496753" y="59260"/>
                </a:cubicBezTo>
                <a:cubicBezTo>
                  <a:pt x="4497918" y="59021"/>
                  <a:pt x="4498997" y="58759"/>
                  <a:pt x="4499991" y="58472"/>
                </a:cubicBezTo>
                <a:lnTo>
                  <a:pt x="4499991" y="65135"/>
                </a:lnTo>
                <a:cubicBezTo>
                  <a:pt x="4497786" y="65770"/>
                  <a:pt x="4495293" y="66286"/>
                  <a:pt x="4492513" y="66683"/>
                </a:cubicBezTo>
                <a:cubicBezTo>
                  <a:pt x="4489733" y="67080"/>
                  <a:pt x="4486852" y="67278"/>
                  <a:pt x="4483871" y="67278"/>
                </a:cubicBezTo>
                <a:cubicBezTo>
                  <a:pt x="4479864" y="67278"/>
                  <a:pt x="4476416" y="66735"/>
                  <a:pt x="4473527" y="65648"/>
                </a:cubicBezTo>
                <a:cubicBezTo>
                  <a:pt x="4470639" y="64560"/>
                  <a:pt x="4468270" y="62984"/>
                  <a:pt x="4466422" y="60919"/>
                </a:cubicBezTo>
                <a:cubicBezTo>
                  <a:pt x="4464574" y="58853"/>
                  <a:pt x="4463207" y="56321"/>
                  <a:pt x="4462322" y="53324"/>
                </a:cubicBezTo>
                <a:cubicBezTo>
                  <a:pt x="4461437" y="50327"/>
                  <a:pt x="4460994" y="46933"/>
                  <a:pt x="4460994" y="43144"/>
                </a:cubicBezTo>
                <a:cubicBezTo>
                  <a:pt x="4460994" y="39851"/>
                  <a:pt x="4461468" y="36737"/>
                  <a:pt x="4462415" y="33802"/>
                </a:cubicBezTo>
                <a:cubicBezTo>
                  <a:pt x="4463363" y="30867"/>
                  <a:pt x="4464745" y="28289"/>
                  <a:pt x="4466562" y="26068"/>
                </a:cubicBezTo>
                <a:cubicBezTo>
                  <a:pt x="4468379" y="23847"/>
                  <a:pt x="4470608" y="22084"/>
                  <a:pt x="4473248" y="20780"/>
                </a:cubicBezTo>
                <a:cubicBezTo>
                  <a:pt x="4475888" y="19475"/>
                  <a:pt x="4478885" y="18823"/>
                  <a:pt x="4482240" y="18823"/>
                </a:cubicBezTo>
                <a:cubicBezTo>
                  <a:pt x="4485501" y="18823"/>
                  <a:pt x="4488390" y="19336"/>
                  <a:pt x="4490906" y="20361"/>
                </a:cubicBezTo>
                <a:cubicBezTo>
                  <a:pt x="4493422" y="21386"/>
                  <a:pt x="4495542" y="22838"/>
                  <a:pt x="4497266" y="24717"/>
                </a:cubicBezTo>
                <a:cubicBezTo>
                  <a:pt x="4498990" y="26596"/>
                  <a:pt x="4500294" y="28879"/>
                  <a:pt x="4501179" y="31566"/>
                </a:cubicBezTo>
                <a:cubicBezTo>
                  <a:pt x="4502065" y="34253"/>
                  <a:pt x="4502507" y="37258"/>
                  <a:pt x="4502507" y="40581"/>
                </a:cubicBezTo>
                <a:moveTo>
                  <a:pt x="4494074" y="39416"/>
                </a:moveTo>
                <a:cubicBezTo>
                  <a:pt x="4494167" y="37335"/>
                  <a:pt x="4493965" y="35433"/>
                  <a:pt x="4493468" y="33709"/>
                </a:cubicBezTo>
                <a:cubicBezTo>
                  <a:pt x="4492972" y="31985"/>
                  <a:pt x="4492203" y="30502"/>
                  <a:pt x="4491162" y="29260"/>
                </a:cubicBezTo>
                <a:cubicBezTo>
                  <a:pt x="4490122" y="28017"/>
                  <a:pt x="4488825" y="27046"/>
                  <a:pt x="4487272" y="26348"/>
                </a:cubicBezTo>
                <a:cubicBezTo>
                  <a:pt x="4485719" y="25649"/>
                  <a:pt x="4483917" y="25299"/>
                  <a:pt x="4481867" y="25299"/>
                </a:cubicBezTo>
                <a:cubicBezTo>
                  <a:pt x="4480097" y="25299"/>
                  <a:pt x="4478482" y="25641"/>
                  <a:pt x="4477022" y="26324"/>
                </a:cubicBezTo>
                <a:cubicBezTo>
                  <a:pt x="4475562" y="27008"/>
                  <a:pt x="4474304" y="27970"/>
                  <a:pt x="4473248" y="29213"/>
                </a:cubicBezTo>
                <a:cubicBezTo>
                  <a:pt x="4472192" y="30455"/>
                  <a:pt x="4471337" y="31946"/>
                  <a:pt x="4470685" y="33686"/>
                </a:cubicBezTo>
                <a:cubicBezTo>
                  <a:pt x="4470033" y="35425"/>
                  <a:pt x="4469629" y="37335"/>
                  <a:pt x="4469474" y="39416"/>
                </a:cubicBezTo>
                <a:lnTo>
                  <a:pt x="4494074" y="39416"/>
                </a:lnTo>
                <a:close/>
                <a:moveTo>
                  <a:pt x="4590383" y="11834"/>
                </a:moveTo>
                <a:lnTo>
                  <a:pt x="4582276" y="11834"/>
                </a:lnTo>
                <a:lnTo>
                  <a:pt x="4567367" y="559"/>
                </a:lnTo>
                <a:lnTo>
                  <a:pt x="4579108" y="559"/>
                </a:lnTo>
                <a:lnTo>
                  <a:pt x="4590383" y="11834"/>
                </a:lnTo>
                <a:moveTo>
                  <a:pt x="4559260" y="19662"/>
                </a:moveTo>
                <a:lnTo>
                  <a:pt x="4559260" y="19662"/>
                </a:lnTo>
                <a:close/>
                <a:moveTo>
                  <a:pt x="4614194" y="19662"/>
                </a:moveTo>
                <a:lnTo>
                  <a:pt x="4623419" y="19662"/>
                </a:lnTo>
                <a:lnTo>
                  <a:pt x="4634880" y="50598"/>
                </a:lnTo>
                <a:lnTo>
                  <a:pt x="4637350" y="58146"/>
                </a:lnTo>
                <a:lnTo>
                  <a:pt x="4639912" y="50412"/>
                </a:lnTo>
                <a:lnTo>
                  <a:pt x="4651281" y="19662"/>
                </a:lnTo>
                <a:lnTo>
                  <a:pt x="4660180" y="19662"/>
                </a:lnTo>
                <a:lnTo>
                  <a:pt x="4641823" y="66440"/>
                </a:lnTo>
                <a:lnTo>
                  <a:pt x="4632504" y="66440"/>
                </a:lnTo>
                <a:lnTo>
                  <a:pt x="4614194" y="19662"/>
                </a:lnTo>
                <a:close/>
                <a:moveTo>
                  <a:pt x="4709941" y="66440"/>
                </a:moveTo>
                <a:lnTo>
                  <a:pt x="4669826" y="66440"/>
                </a:lnTo>
                <a:lnTo>
                  <a:pt x="4669826" y="59171"/>
                </a:lnTo>
                <a:lnTo>
                  <a:pt x="4685574" y="43501"/>
                </a:lnTo>
                <a:cubicBezTo>
                  <a:pt x="4688152" y="40951"/>
                  <a:pt x="4690249" y="38743"/>
                  <a:pt x="4691864" y="36879"/>
                </a:cubicBezTo>
                <a:cubicBezTo>
                  <a:pt x="4693479" y="35013"/>
                  <a:pt x="4694737" y="33311"/>
                  <a:pt x="4695638" y="31773"/>
                </a:cubicBezTo>
                <a:cubicBezTo>
                  <a:pt x="4696539" y="30233"/>
                  <a:pt x="4697144" y="28780"/>
                  <a:pt x="4697455" y="27412"/>
                </a:cubicBezTo>
                <a:cubicBezTo>
                  <a:pt x="4697766" y="26044"/>
                  <a:pt x="4697921" y="24568"/>
                  <a:pt x="4697921" y="22983"/>
                </a:cubicBezTo>
                <a:cubicBezTo>
                  <a:pt x="4697921" y="21490"/>
                  <a:pt x="4697719" y="20067"/>
                  <a:pt x="4697315" y="18715"/>
                </a:cubicBezTo>
                <a:cubicBezTo>
                  <a:pt x="4696911" y="17362"/>
                  <a:pt x="4696290" y="16173"/>
                  <a:pt x="4695451" y="15147"/>
                </a:cubicBezTo>
                <a:cubicBezTo>
                  <a:pt x="4694613" y="14120"/>
                  <a:pt x="4693526" y="13311"/>
                  <a:pt x="4692190" y="12721"/>
                </a:cubicBezTo>
                <a:cubicBezTo>
                  <a:pt x="4690854" y="12130"/>
                  <a:pt x="4689255" y="11834"/>
                  <a:pt x="4687391" y="11834"/>
                </a:cubicBezTo>
                <a:cubicBezTo>
                  <a:pt x="4684813" y="11834"/>
                  <a:pt x="4682468" y="12413"/>
                  <a:pt x="4680356" y="13571"/>
                </a:cubicBezTo>
                <a:cubicBezTo>
                  <a:pt x="4678244" y="14729"/>
                  <a:pt x="4676302" y="16231"/>
                  <a:pt x="4674532" y="18078"/>
                </a:cubicBezTo>
                <a:lnTo>
                  <a:pt x="4670059" y="12701"/>
                </a:lnTo>
                <a:cubicBezTo>
                  <a:pt x="4672358" y="10269"/>
                  <a:pt x="4675006" y="8321"/>
                  <a:pt x="4678003" y="6856"/>
                </a:cubicBezTo>
                <a:cubicBezTo>
                  <a:pt x="4681000" y="5392"/>
                  <a:pt x="4684487" y="4659"/>
                  <a:pt x="4688463" y="4659"/>
                </a:cubicBezTo>
                <a:cubicBezTo>
                  <a:pt x="4691165" y="4659"/>
                  <a:pt x="4693627" y="5063"/>
                  <a:pt x="4695848" y="5872"/>
                </a:cubicBezTo>
                <a:cubicBezTo>
                  <a:pt x="4698068" y="6680"/>
                  <a:pt x="4699986" y="7845"/>
                  <a:pt x="4701602" y="9369"/>
                </a:cubicBezTo>
                <a:cubicBezTo>
                  <a:pt x="4703217" y="10892"/>
                  <a:pt x="4704467" y="12757"/>
                  <a:pt x="4705352" y="14965"/>
                </a:cubicBezTo>
                <a:cubicBezTo>
                  <a:pt x="4706237" y="17172"/>
                  <a:pt x="4706680" y="19659"/>
                  <a:pt x="4706680" y="22427"/>
                </a:cubicBezTo>
                <a:cubicBezTo>
                  <a:pt x="4706680" y="24758"/>
                  <a:pt x="4706369" y="26919"/>
                  <a:pt x="4705748" y="28909"/>
                </a:cubicBezTo>
                <a:cubicBezTo>
                  <a:pt x="4705127" y="30898"/>
                  <a:pt x="4704187" y="32879"/>
                  <a:pt x="4702929" y="34853"/>
                </a:cubicBezTo>
                <a:cubicBezTo>
                  <a:pt x="4701671" y="36828"/>
                  <a:pt x="4700087" y="38872"/>
                  <a:pt x="4698177" y="40986"/>
                </a:cubicBezTo>
                <a:cubicBezTo>
                  <a:pt x="4696267" y="43099"/>
                  <a:pt x="4694007" y="45415"/>
                  <a:pt x="4691398" y="47934"/>
                </a:cubicBezTo>
                <a:lnTo>
                  <a:pt x="4680356" y="58705"/>
                </a:lnTo>
                <a:lnTo>
                  <a:pt x="4709941" y="58705"/>
                </a:lnTo>
                <a:lnTo>
                  <a:pt x="4709941" y="66440"/>
                </a:lnTo>
                <a:close/>
                <a:moveTo>
                  <a:pt x="4745959" y="11834"/>
                </a:moveTo>
                <a:lnTo>
                  <a:pt x="4737852" y="11834"/>
                </a:lnTo>
                <a:lnTo>
                  <a:pt x="4722943" y="559"/>
                </a:lnTo>
                <a:lnTo>
                  <a:pt x="4734684" y="559"/>
                </a:lnTo>
                <a:lnTo>
                  <a:pt x="4745959" y="11834"/>
                </a:lnTo>
                <a:moveTo>
                  <a:pt x="4714836" y="19662"/>
                </a:moveTo>
                <a:lnTo>
                  <a:pt x="4714836" y="19662"/>
                </a:lnTo>
                <a:close/>
                <a:moveTo>
                  <a:pt x="4865983" y="42212"/>
                </a:moveTo>
                <a:cubicBezTo>
                  <a:pt x="4865983" y="46374"/>
                  <a:pt x="4865400" y="50008"/>
                  <a:pt x="4864235" y="53114"/>
                </a:cubicBezTo>
                <a:cubicBezTo>
                  <a:pt x="4863071" y="56221"/>
                  <a:pt x="4861463" y="58799"/>
                  <a:pt x="4859413" y="60849"/>
                </a:cubicBezTo>
                <a:cubicBezTo>
                  <a:pt x="4857363" y="62899"/>
                  <a:pt x="4854940" y="64436"/>
                  <a:pt x="4852145" y="65461"/>
                </a:cubicBezTo>
                <a:cubicBezTo>
                  <a:pt x="4849349" y="66486"/>
                  <a:pt x="4846321" y="66999"/>
                  <a:pt x="4843059" y="66999"/>
                </a:cubicBezTo>
                <a:cubicBezTo>
                  <a:pt x="4841569" y="66999"/>
                  <a:pt x="4840085" y="66921"/>
                  <a:pt x="4838610" y="66766"/>
                </a:cubicBezTo>
                <a:cubicBezTo>
                  <a:pt x="4837135" y="66610"/>
                  <a:pt x="4835636" y="66346"/>
                  <a:pt x="4834114" y="65974"/>
                </a:cubicBezTo>
                <a:lnTo>
                  <a:pt x="4834114" y="85542"/>
                </a:lnTo>
                <a:lnTo>
                  <a:pt x="4826007" y="85542"/>
                </a:lnTo>
                <a:lnTo>
                  <a:pt x="4826007" y="19662"/>
                </a:lnTo>
                <a:lnTo>
                  <a:pt x="4833229" y="19662"/>
                </a:lnTo>
                <a:lnTo>
                  <a:pt x="4833741" y="27489"/>
                </a:lnTo>
                <a:cubicBezTo>
                  <a:pt x="4836071" y="24290"/>
                  <a:pt x="4838556" y="22046"/>
                  <a:pt x="4841196" y="20757"/>
                </a:cubicBezTo>
                <a:cubicBezTo>
                  <a:pt x="4843836" y="19468"/>
                  <a:pt x="4846694" y="18823"/>
                  <a:pt x="4849769" y="18823"/>
                </a:cubicBezTo>
                <a:cubicBezTo>
                  <a:pt x="4852440" y="18823"/>
                  <a:pt x="4854785" y="19382"/>
                  <a:pt x="4856804" y="20500"/>
                </a:cubicBezTo>
                <a:cubicBezTo>
                  <a:pt x="4858823" y="21619"/>
                  <a:pt x="4860516" y="23195"/>
                  <a:pt x="4861882" y="25229"/>
                </a:cubicBezTo>
                <a:cubicBezTo>
                  <a:pt x="4863249" y="27264"/>
                  <a:pt x="4864274" y="29718"/>
                  <a:pt x="4864958" y="32591"/>
                </a:cubicBezTo>
                <a:cubicBezTo>
                  <a:pt x="4865641" y="35464"/>
                  <a:pt x="4865983" y="38671"/>
                  <a:pt x="4865983" y="42212"/>
                </a:cubicBezTo>
                <a:moveTo>
                  <a:pt x="4857689" y="42585"/>
                </a:moveTo>
                <a:cubicBezTo>
                  <a:pt x="4857689" y="40131"/>
                  <a:pt x="4857511" y="37879"/>
                  <a:pt x="4857153" y="35829"/>
                </a:cubicBezTo>
                <a:cubicBezTo>
                  <a:pt x="4856796" y="33779"/>
                  <a:pt x="4856229" y="32024"/>
                  <a:pt x="4855453" y="30564"/>
                </a:cubicBezTo>
                <a:cubicBezTo>
                  <a:pt x="4854676" y="29104"/>
                  <a:pt x="4853682" y="27963"/>
                  <a:pt x="4852471" y="27140"/>
                </a:cubicBezTo>
                <a:cubicBezTo>
                  <a:pt x="4851260" y="26316"/>
                  <a:pt x="4849815" y="25905"/>
                  <a:pt x="4848138" y="25905"/>
                </a:cubicBezTo>
                <a:cubicBezTo>
                  <a:pt x="4847113" y="25905"/>
                  <a:pt x="4846072" y="26068"/>
                  <a:pt x="4845016" y="26394"/>
                </a:cubicBezTo>
                <a:cubicBezTo>
                  <a:pt x="4843960" y="26720"/>
                  <a:pt x="4842865" y="27264"/>
                  <a:pt x="4841732" y="28025"/>
                </a:cubicBezTo>
                <a:cubicBezTo>
                  <a:pt x="4840598" y="28786"/>
                  <a:pt x="4839402" y="29795"/>
                  <a:pt x="4838144" y="31053"/>
                </a:cubicBezTo>
                <a:cubicBezTo>
                  <a:pt x="4836886" y="32311"/>
                  <a:pt x="4835543" y="33872"/>
                  <a:pt x="4834114" y="35736"/>
                </a:cubicBezTo>
                <a:lnTo>
                  <a:pt x="4834114" y="58426"/>
                </a:lnTo>
                <a:cubicBezTo>
                  <a:pt x="4835605" y="59047"/>
                  <a:pt x="4837173" y="59536"/>
                  <a:pt x="4838820" y="59894"/>
                </a:cubicBezTo>
                <a:cubicBezTo>
                  <a:pt x="4840466" y="60251"/>
                  <a:pt x="4842081" y="60429"/>
                  <a:pt x="4843665" y="60429"/>
                </a:cubicBezTo>
                <a:cubicBezTo>
                  <a:pt x="4848045" y="60429"/>
                  <a:pt x="4851477" y="58946"/>
                  <a:pt x="4853962" y="55980"/>
                </a:cubicBezTo>
                <a:cubicBezTo>
                  <a:pt x="4856447" y="53013"/>
                  <a:pt x="4857689" y="48548"/>
                  <a:pt x="4857689" y="42585"/>
                </a:cubicBezTo>
                <a:close/>
                <a:moveTo>
                  <a:pt x="4918587" y="42678"/>
                </a:moveTo>
                <a:cubicBezTo>
                  <a:pt x="4918587" y="46312"/>
                  <a:pt x="4918074" y="49643"/>
                  <a:pt x="4917049" y="52672"/>
                </a:cubicBezTo>
                <a:cubicBezTo>
                  <a:pt x="4916024" y="55700"/>
                  <a:pt x="4914549" y="58294"/>
                  <a:pt x="4912623" y="60453"/>
                </a:cubicBezTo>
                <a:cubicBezTo>
                  <a:pt x="4910697" y="62611"/>
                  <a:pt x="4908352" y="64289"/>
                  <a:pt x="4905588" y="65485"/>
                </a:cubicBezTo>
                <a:cubicBezTo>
                  <a:pt x="4902823" y="66680"/>
                  <a:pt x="4899686" y="67278"/>
                  <a:pt x="4896176" y="67278"/>
                </a:cubicBezTo>
                <a:cubicBezTo>
                  <a:pt x="4892822" y="67278"/>
                  <a:pt x="4889816" y="66758"/>
                  <a:pt x="4887161" y="65717"/>
                </a:cubicBezTo>
                <a:cubicBezTo>
                  <a:pt x="4884505" y="64677"/>
                  <a:pt x="4882253" y="63147"/>
                  <a:pt x="4880405" y="61128"/>
                </a:cubicBezTo>
                <a:cubicBezTo>
                  <a:pt x="4878557" y="59109"/>
                  <a:pt x="4877144" y="56609"/>
                  <a:pt x="4876165" y="53627"/>
                </a:cubicBezTo>
                <a:cubicBezTo>
                  <a:pt x="4875187" y="50645"/>
                  <a:pt x="4874697" y="47213"/>
                  <a:pt x="4874697" y="43330"/>
                </a:cubicBezTo>
                <a:cubicBezTo>
                  <a:pt x="4874697" y="39696"/>
                  <a:pt x="4875210" y="36380"/>
                  <a:pt x="4876235" y="33383"/>
                </a:cubicBezTo>
                <a:cubicBezTo>
                  <a:pt x="4877260" y="30385"/>
                  <a:pt x="4878735" y="27807"/>
                  <a:pt x="4880661" y="25649"/>
                </a:cubicBezTo>
                <a:cubicBezTo>
                  <a:pt x="4882587" y="23490"/>
                  <a:pt x="4884932" y="21813"/>
                  <a:pt x="4887697" y="20617"/>
                </a:cubicBezTo>
                <a:cubicBezTo>
                  <a:pt x="4890461" y="19421"/>
                  <a:pt x="4893598" y="18823"/>
                  <a:pt x="4897108" y="18823"/>
                </a:cubicBezTo>
                <a:cubicBezTo>
                  <a:pt x="4900463" y="18823"/>
                  <a:pt x="4903468" y="19343"/>
                  <a:pt x="4906124" y="20384"/>
                </a:cubicBezTo>
                <a:cubicBezTo>
                  <a:pt x="4908779" y="21424"/>
                  <a:pt x="4911031" y="22946"/>
                  <a:pt x="4912879" y="24950"/>
                </a:cubicBezTo>
                <a:cubicBezTo>
                  <a:pt x="4914727" y="26953"/>
                  <a:pt x="4916141" y="29446"/>
                  <a:pt x="4917119" y="32428"/>
                </a:cubicBezTo>
                <a:cubicBezTo>
                  <a:pt x="4918098" y="35410"/>
                  <a:pt x="4918587" y="38826"/>
                  <a:pt x="4918587" y="42678"/>
                </a:cubicBezTo>
                <a:moveTo>
                  <a:pt x="4910293" y="43051"/>
                </a:moveTo>
                <a:cubicBezTo>
                  <a:pt x="4910293" y="40162"/>
                  <a:pt x="4909975" y="37638"/>
                  <a:pt x="4909338" y="35480"/>
                </a:cubicBezTo>
                <a:cubicBezTo>
                  <a:pt x="4908702" y="33321"/>
                  <a:pt x="4907793" y="31519"/>
                  <a:pt x="4906613" y="30075"/>
                </a:cubicBezTo>
                <a:cubicBezTo>
                  <a:pt x="4905432" y="28631"/>
                  <a:pt x="4903996" y="27543"/>
                  <a:pt x="4902303" y="26813"/>
                </a:cubicBezTo>
                <a:cubicBezTo>
                  <a:pt x="4900610" y="26084"/>
                  <a:pt x="4898723" y="25719"/>
                  <a:pt x="4896642" y="25719"/>
                </a:cubicBezTo>
                <a:cubicBezTo>
                  <a:pt x="4894219" y="25719"/>
                  <a:pt x="4892146" y="26192"/>
                  <a:pt x="4890422" y="27140"/>
                </a:cubicBezTo>
                <a:cubicBezTo>
                  <a:pt x="4888698" y="28087"/>
                  <a:pt x="4887285" y="29353"/>
                  <a:pt x="4886182" y="30937"/>
                </a:cubicBezTo>
                <a:cubicBezTo>
                  <a:pt x="4885080" y="32521"/>
                  <a:pt x="4884272" y="34361"/>
                  <a:pt x="4883760" y="36458"/>
                </a:cubicBezTo>
                <a:cubicBezTo>
                  <a:pt x="4883247" y="38555"/>
                  <a:pt x="4882991" y="40752"/>
                  <a:pt x="4882991" y="43051"/>
                </a:cubicBezTo>
                <a:cubicBezTo>
                  <a:pt x="4882991" y="45939"/>
                  <a:pt x="4883309" y="48471"/>
                  <a:pt x="4883946" y="50645"/>
                </a:cubicBezTo>
                <a:cubicBezTo>
                  <a:pt x="4884583" y="52819"/>
                  <a:pt x="4885491" y="54629"/>
                  <a:pt x="4886672" y="56073"/>
                </a:cubicBezTo>
                <a:cubicBezTo>
                  <a:pt x="4887852" y="57517"/>
                  <a:pt x="4889281" y="58604"/>
                  <a:pt x="4890958" y="59334"/>
                </a:cubicBezTo>
                <a:cubicBezTo>
                  <a:pt x="4892635" y="60064"/>
                  <a:pt x="4894530" y="60429"/>
                  <a:pt x="4896642" y="60429"/>
                </a:cubicBezTo>
                <a:cubicBezTo>
                  <a:pt x="4899065" y="60429"/>
                  <a:pt x="4901138" y="59956"/>
                  <a:pt x="4902862" y="59008"/>
                </a:cubicBezTo>
                <a:cubicBezTo>
                  <a:pt x="4904586" y="58061"/>
                  <a:pt x="4905999" y="56795"/>
                  <a:pt x="4907102" y="55211"/>
                </a:cubicBezTo>
                <a:cubicBezTo>
                  <a:pt x="4908205" y="53627"/>
                  <a:pt x="4909012" y="51787"/>
                  <a:pt x="4909525" y="49690"/>
                </a:cubicBezTo>
                <a:cubicBezTo>
                  <a:pt x="4910037" y="47593"/>
                  <a:pt x="4910293" y="45380"/>
                  <a:pt x="4910293" y="43051"/>
                </a:cubicBezTo>
                <a:close/>
                <a:moveTo>
                  <a:pt x="4969700" y="42212"/>
                </a:moveTo>
                <a:cubicBezTo>
                  <a:pt x="4969700" y="46374"/>
                  <a:pt x="4969117" y="50008"/>
                  <a:pt x="4967953" y="53114"/>
                </a:cubicBezTo>
                <a:cubicBezTo>
                  <a:pt x="4966788" y="56221"/>
                  <a:pt x="4965180" y="58799"/>
                  <a:pt x="4963130" y="60849"/>
                </a:cubicBezTo>
                <a:cubicBezTo>
                  <a:pt x="4961080" y="62899"/>
                  <a:pt x="4958658" y="64436"/>
                  <a:pt x="4955862" y="65461"/>
                </a:cubicBezTo>
                <a:cubicBezTo>
                  <a:pt x="4953067" y="66486"/>
                  <a:pt x="4950038" y="66999"/>
                  <a:pt x="4946777" y="66999"/>
                </a:cubicBezTo>
                <a:cubicBezTo>
                  <a:pt x="4945286" y="66999"/>
                  <a:pt x="4943803" y="66921"/>
                  <a:pt x="4942327" y="66766"/>
                </a:cubicBezTo>
                <a:cubicBezTo>
                  <a:pt x="4940852" y="66610"/>
                  <a:pt x="4939353" y="66346"/>
                  <a:pt x="4937831" y="65974"/>
                </a:cubicBezTo>
                <a:lnTo>
                  <a:pt x="4937831" y="85542"/>
                </a:lnTo>
                <a:lnTo>
                  <a:pt x="4929724" y="85542"/>
                </a:lnTo>
                <a:lnTo>
                  <a:pt x="4929724" y="19662"/>
                </a:lnTo>
                <a:lnTo>
                  <a:pt x="4936946" y="19662"/>
                </a:lnTo>
                <a:lnTo>
                  <a:pt x="4937458" y="27489"/>
                </a:lnTo>
                <a:cubicBezTo>
                  <a:pt x="4939788" y="24290"/>
                  <a:pt x="4942273" y="22046"/>
                  <a:pt x="4944913" y="20757"/>
                </a:cubicBezTo>
                <a:cubicBezTo>
                  <a:pt x="4947553" y="19468"/>
                  <a:pt x="4950411" y="18823"/>
                  <a:pt x="4953486" y="18823"/>
                </a:cubicBezTo>
                <a:cubicBezTo>
                  <a:pt x="4956157" y="18823"/>
                  <a:pt x="4958502" y="19382"/>
                  <a:pt x="4960521" y="20500"/>
                </a:cubicBezTo>
                <a:cubicBezTo>
                  <a:pt x="4962540" y="21619"/>
                  <a:pt x="4964233" y="23195"/>
                  <a:pt x="4965600" y="25229"/>
                </a:cubicBezTo>
                <a:cubicBezTo>
                  <a:pt x="4966966" y="27264"/>
                  <a:pt x="4967991" y="29718"/>
                  <a:pt x="4968675" y="32591"/>
                </a:cubicBezTo>
                <a:cubicBezTo>
                  <a:pt x="4969358" y="35464"/>
                  <a:pt x="4969700" y="38671"/>
                  <a:pt x="4969700" y="42212"/>
                </a:cubicBezTo>
                <a:moveTo>
                  <a:pt x="4961406" y="42585"/>
                </a:moveTo>
                <a:cubicBezTo>
                  <a:pt x="4961406" y="40131"/>
                  <a:pt x="4961228" y="37879"/>
                  <a:pt x="4960871" y="35829"/>
                </a:cubicBezTo>
                <a:cubicBezTo>
                  <a:pt x="4960513" y="33779"/>
                  <a:pt x="4959947" y="32024"/>
                  <a:pt x="4959170" y="30564"/>
                </a:cubicBezTo>
                <a:cubicBezTo>
                  <a:pt x="4958394" y="29104"/>
                  <a:pt x="4957400" y="27963"/>
                  <a:pt x="4956188" y="27140"/>
                </a:cubicBezTo>
                <a:cubicBezTo>
                  <a:pt x="4954977" y="26316"/>
                  <a:pt x="4953533" y="25905"/>
                  <a:pt x="4951855" y="25905"/>
                </a:cubicBezTo>
                <a:cubicBezTo>
                  <a:pt x="4950830" y="25905"/>
                  <a:pt x="4949790" y="26068"/>
                  <a:pt x="4948734" y="26394"/>
                </a:cubicBezTo>
                <a:cubicBezTo>
                  <a:pt x="4947677" y="26720"/>
                  <a:pt x="4946583" y="27264"/>
                  <a:pt x="4945449" y="28025"/>
                </a:cubicBezTo>
                <a:cubicBezTo>
                  <a:pt x="4944315" y="28786"/>
                  <a:pt x="4943119" y="29795"/>
                  <a:pt x="4941861" y="31053"/>
                </a:cubicBezTo>
                <a:cubicBezTo>
                  <a:pt x="4940603" y="32311"/>
                  <a:pt x="4939260" y="33872"/>
                  <a:pt x="4937831" y="35736"/>
                </a:cubicBezTo>
                <a:lnTo>
                  <a:pt x="4937831" y="58426"/>
                </a:lnTo>
                <a:cubicBezTo>
                  <a:pt x="4939322" y="59047"/>
                  <a:pt x="4940891" y="59536"/>
                  <a:pt x="4942537" y="59894"/>
                </a:cubicBezTo>
                <a:cubicBezTo>
                  <a:pt x="4944183" y="60251"/>
                  <a:pt x="4945798" y="60429"/>
                  <a:pt x="4947382" y="60429"/>
                </a:cubicBezTo>
                <a:cubicBezTo>
                  <a:pt x="4951762" y="60429"/>
                  <a:pt x="4955194" y="58946"/>
                  <a:pt x="4957679" y="55980"/>
                </a:cubicBezTo>
                <a:cubicBezTo>
                  <a:pt x="4960164" y="53013"/>
                  <a:pt x="4961406" y="48548"/>
                  <a:pt x="4961406" y="42585"/>
                </a:cubicBezTo>
                <a:close/>
                <a:moveTo>
                  <a:pt x="5019182" y="66440"/>
                </a:moveTo>
                <a:lnTo>
                  <a:pt x="5011914" y="66440"/>
                </a:lnTo>
                <a:lnTo>
                  <a:pt x="5011634" y="58892"/>
                </a:lnTo>
                <a:cubicBezTo>
                  <a:pt x="5010237" y="60507"/>
                  <a:pt x="5008909" y="61850"/>
                  <a:pt x="5007651" y="62922"/>
                </a:cubicBezTo>
                <a:cubicBezTo>
                  <a:pt x="5006393" y="63994"/>
                  <a:pt x="5005143" y="64856"/>
                  <a:pt x="5003900" y="65508"/>
                </a:cubicBezTo>
                <a:cubicBezTo>
                  <a:pt x="5002658" y="66160"/>
                  <a:pt x="5001407" y="66618"/>
                  <a:pt x="5000149" y="66882"/>
                </a:cubicBezTo>
                <a:cubicBezTo>
                  <a:pt x="4998891" y="67146"/>
                  <a:pt x="4997564" y="67278"/>
                  <a:pt x="4996166" y="67278"/>
                </a:cubicBezTo>
                <a:cubicBezTo>
                  <a:pt x="4991351" y="67278"/>
                  <a:pt x="4987717" y="65865"/>
                  <a:pt x="4985263" y="63038"/>
                </a:cubicBezTo>
                <a:cubicBezTo>
                  <a:pt x="4982810" y="60212"/>
                  <a:pt x="4981583" y="55941"/>
                  <a:pt x="4981583" y="50226"/>
                </a:cubicBezTo>
                <a:lnTo>
                  <a:pt x="4981583" y="19662"/>
                </a:lnTo>
                <a:lnTo>
                  <a:pt x="4989690" y="19662"/>
                </a:lnTo>
                <a:lnTo>
                  <a:pt x="4989690" y="49573"/>
                </a:lnTo>
                <a:cubicBezTo>
                  <a:pt x="4989690" y="56749"/>
                  <a:pt x="4992392" y="60336"/>
                  <a:pt x="4997797" y="60336"/>
                </a:cubicBezTo>
                <a:cubicBezTo>
                  <a:pt x="4998791" y="60336"/>
                  <a:pt x="4999761" y="60189"/>
                  <a:pt x="5000709" y="59894"/>
                </a:cubicBezTo>
                <a:cubicBezTo>
                  <a:pt x="5001656" y="59598"/>
                  <a:pt x="5002650" y="59086"/>
                  <a:pt x="5003690" y="58356"/>
                </a:cubicBezTo>
                <a:cubicBezTo>
                  <a:pt x="5004731" y="57626"/>
                  <a:pt x="5005849" y="56640"/>
                  <a:pt x="5007045" y="55397"/>
                </a:cubicBezTo>
                <a:cubicBezTo>
                  <a:pt x="5008241" y="54155"/>
                  <a:pt x="5009584" y="52586"/>
                  <a:pt x="5011075" y="50692"/>
                </a:cubicBezTo>
                <a:lnTo>
                  <a:pt x="5011075" y="19662"/>
                </a:lnTo>
                <a:lnTo>
                  <a:pt x="5019182" y="19662"/>
                </a:lnTo>
                <a:lnTo>
                  <a:pt x="5019182" y="66440"/>
                </a:lnTo>
                <a:close/>
                <a:moveTo>
                  <a:pt x="5073416" y="42212"/>
                </a:moveTo>
                <a:cubicBezTo>
                  <a:pt x="5073416" y="46374"/>
                  <a:pt x="5072834" y="50008"/>
                  <a:pt x="5071669" y="53114"/>
                </a:cubicBezTo>
                <a:cubicBezTo>
                  <a:pt x="5070504" y="56221"/>
                  <a:pt x="5068897" y="58799"/>
                  <a:pt x="5066847" y="60849"/>
                </a:cubicBezTo>
                <a:cubicBezTo>
                  <a:pt x="5064797" y="62899"/>
                  <a:pt x="5062374" y="64436"/>
                  <a:pt x="5059579" y="65461"/>
                </a:cubicBezTo>
                <a:cubicBezTo>
                  <a:pt x="5056783" y="66486"/>
                  <a:pt x="5053755" y="66999"/>
                  <a:pt x="5050493" y="66999"/>
                </a:cubicBezTo>
                <a:cubicBezTo>
                  <a:pt x="5049002" y="66999"/>
                  <a:pt x="5047519" y="66921"/>
                  <a:pt x="5046044" y="66766"/>
                </a:cubicBezTo>
                <a:cubicBezTo>
                  <a:pt x="5044569" y="66610"/>
                  <a:pt x="5043070" y="66346"/>
                  <a:pt x="5041548" y="65974"/>
                </a:cubicBezTo>
                <a:lnTo>
                  <a:pt x="5041548" y="85542"/>
                </a:lnTo>
                <a:lnTo>
                  <a:pt x="5033441" y="85542"/>
                </a:lnTo>
                <a:lnTo>
                  <a:pt x="5033441" y="19662"/>
                </a:lnTo>
                <a:lnTo>
                  <a:pt x="5040663" y="19662"/>
                </a:lnTo>
                <a:lnTo>
                  <a:pt x="5041175" y="27489"/>
                </a:lnTo>
                <a:cubicBezTo>
                  <a:pt x="5043505" y="24290"/>
                  <a:pt x="5045990" y="22046"/>
                  <a:pt x="5048630" y="20757"/>
                </a:cubicBezTo>
                <a:cubicBezTo>
                  <a:pt x="5051270" y="19468"/>
                  <a:pt x="5054128" y="18823"/>
                  <a:pt x="5057203" y="18823"/>
                </a:cubicBezTo>
                <a:cubicBezTo>
                  <a:pt x="5059874" y="18823"/>
                  <a:pt x="5062219" y="19382"/>
                  <a:pt x="5064238" y="20500"/>
                </a:cubicBezTo>
                <a:cubicBezTo>
                  <a:pt x="5066257" y="21619"/>
                  <a:pt x="5067950" y="23195"/>
                  <a:pt x="5069316" y="25229"/>
                </a:cubicBezTo>
                <a:cubicBezTo>
                  <a:pt x="5070683" y="27264"/>
                  <a:pt x="5071708" y="29718"/>
                  <a:pt x="5072391" y="32591"/>
                </a:cubicBezTo>
                <a:cubicBezTo>
                  <a:pt x="5073075" y="35464"/>
                  <a:pt x="5073416" y="38671"/>
                  <a:pt x="5073416" y="42212"/>
                </a:cubicBezTo>
                <a:moveTo>
                  <a:pt x="5065123" y="42585"/>
                </a:moveTo>
                <a:cubicBezTo>
                  <a:pt x="5065123" y="40131"/>
                  <a:pt x="5064945" y="37879"/>
                  <a:pt x="5064587" y="35829"/>
                </a:cubicBezTo>
                <a:cubicBezTo>
                  <a:pt x="5064230" y="33779"/>
                  <a:pt x="5063663" y="32024"/>
                  <a:pt x="5062887" y="30564"/>
                </a:cubicBezTo>
                <a:cubicBezTo>
                  <a:pt x="5062110" y="29104"/>
                  <a:pt x="5061116" y="27963"/>
                  <a:pt x="5059905" y="27140"/>
                </a:cubicBezTo>
                <a:cubicBezTo>
                  <a:pt x="5058694" y="26316"/>
                  <a:pt x="5057249" y="25905"/>
                  <a:pt x="5055572" y="25905"/>
                </a:cubicBezTo>
                <a:cubicBezTo>
                  <a:pt x="5054547" y="25905"/>
                  <a:pt x="5053506" y="26068"/>
                  <a:pt x="5052450" y="26394"/>
                </a:cubicBezTo>
                <a:cubicBezTo>
                  <a:pt x="5051394" y="26720"/>
                  <a:pt x="5050299" y="27264"/>
                  <a:pt x="5049166" y="28025"/>
                </a:cubicBezTo>
                <a:cubicBezTo>
                  <a:pt x="5048032" y="28786"/>
                  <a:pt x="5046836" y="29795"/>
                  <a:pt x="5045578" y="31053"/>
                </a:cubicBezTo>
                <a:cubicBezTo>
                  <a:pt x="5044320" y="32311"/>
                  <a:pt x="5042977" y="33872"/>
                  <a:pt x="5041548" y="35736"/>
                </a:cubicBezTo>
                <a:lnTo>
                  <a:pt x="5041548" y="58426"/>
                </a:lnTo>
                <a:cubicBezTo>
                  <a:pt x="5043039" y="59047"/>
                  <a:pt x="5044607" y="59536"/>
                  <a:pt x="5046254" y="59894"/>
                </a:cubicBezTo>
                <a:cubicBezTo>
                  <a:pt x="5047900" y="60251"/>
                  <a:pt x="5049515" y="60429"/>
                  <a:pt x="5051099" y="60429"/>
                </a:cubicBezTo>
                <a:cubicBezTo>
                  <a:pt x="5055479" y="60429"/>
                  <a:pt x="5058911" y="58946"/>
                  <a:pt x="5061396" y="55980"/>
                </a:cubicBezTo>
                <a:cubicBezTo>
                  <a:pt x="5063881" y="53013"/>
                  <a:pt x="5065123" y="48548"/>
                  <a:pt x="5065123" y="42585"/>
                </a:cubicBezTo>
                <a:close/>
                <a:moveTo>
                  <a:pt x="5132778" y="19662"/>
                </a:moveTo>
                <a:lnTo>
                  <a:pt x="5142003" y="19662"/>
                </a:lnTo>
                <a:lnTo>
                  <a:pt x="5153465" y="50598"/>
                </a:lnTo>
                <a:lnTo>
                  <a:pt x="5155934" y="58146"/>
                </a:lnTo>
                <a:lnTo>
                  <a:pt x="5158497" y="50412"/>
                </a:lnTo>
                <a:lnTo>
                  <a:pt x="5169865" y="19662"/>
                </a:lnTo>
                <a:lnTo>
                  <a:pt x="5178764" y="19662"/>
                </a:lnTo>
                <a:lnTo>
                  <a:pt x="5160407" y="66440"/>
                </a:lnTo>
                <a:lnTo>
                  <a:pt x="5151089" y="66440"/>
                </a:lnTo>
                <a:lnTo>
                  <a:pt x="5132778" y="19662"/>
                </a:lnTo>
                <a:close/>
                <a:moveTo>
                  <a:pt x="5228526" y="40581"/>
                </a:moveTo>
                <a:cubicBezTo>
                  <a:pt x="5228526" y="41731"/>
                  <a:pt x="5228510" y="42693"/>
                  <a:pt x="5228479" y="43470"/>
                </a:cubicBezTo>
                <a:cubicBezTo>
                  <a:pt x="5228448" y="44246"/>
                  <a:pt x="5228402" y="44976"/>
                  <a:pt x="5228340" y="45660"/>
                </a:cubicBezTo>
                <a:lnTo>
                  <a:pt x="5195493" y="45660"/>
                </a:lnTo>
                <a:cubicBezTo>
                  <a:pt x="5195493" y="50443"/>
                  <a:pt x="5196828" y="54116"/>
                  <a:pt x="5199499" y="56679"/>
                </a:cubicBezTo>
                <a:cubicBezTo>
                  <a:pt x="5202171" y="59241"/>
                  <a:pt x="5206022" y="60522"/>
                  <a:pt x="5211054" y="60522"/>
                </a:cubicBezTo>
                <a:cubicBezTo>
                  <a:pt x="5212421" y="60522"/>
                  <a:pt x="5213788" y="60467"/>
                  <a:pt x="5215154" y="60357"/>
                </a:cubicBezTo>
                <a:cubicBezTo>
                  <a:pt x="5216521" y="60245"/>
                  <a:pt x="5217841" y="60094"/>
                  <a:pt x="5219114" y="59904"/>
                </a:cubicBezTo>
                <a:cubicBezTo>
                  <a:pt x="5220388" y="59712"/>
                  <a:pt x="5221607" y="59498"/>
                  <a:pt x="5222772" y="59260"/>
                </a:cubicBezTo>
                <a:cubicBezTo>
                  <a:pt x="5223937" y="59021"/>
                  <a:pt x="5225016" y="58759"/>
                  <a:pt x="5226010" y="58472"/>
                </a:cubicBezTo>
                <a:lnTo>
                  <a:pt x="5226010" y="65135"/>
                </a:lnTo>
                <a:cubicBezTo>
                  <a:pt x="5223805" y="65770"/>
                  <a:pt x="5221312" y="66286"/>
                  <a:pt x="5218532" y="66683"/>
                </a:cubicBezTo>
                <a:cubicBezTo>
                  <a:pt x="5215752" y="67080"/>
                  <a:pt x="5212871" y="67278"/>
                  <a:pt x="5209889" y="67278"/>
                </a:cubicBezTo>
                <a:cubicBezTo>
                  <a:pt x="5205882" y="67278"/>
                  <a:pt x="5202435" y="66735"/>
                  <a:pt x="5199546" y="65648"/>
                </a:cubicBezTo>
                <a:cubicBezTo>
                  <a:pt x="5196657" y="64560"/>
                  <a:pt x="5194289" y="62984"/>
                  <a:pt x="5192441" y="60919"/>
                </a:cubicBezTo>
                <a:cubicBezTo>
                  <a:pt x="5190593" y="58853"/>
                  <a:pt x="5189226" y="56321"/>
                  <a:pt x="5188341" y="53324"/>
                </a:cubicBezTo>
                <a:cubicBezTo>
                  <a:pt x="5187456" y="50327"/>
                  <a:pt x="5187013" y="46933"/>
                  <a:pt x="5187013" y="43144"/>
                </a:cubicBezTo>
                <a:cubicBezTo>
                  <a:pt x="5187013" y="39851"/>
                  <a:pt x="5187487" y="36737"/>
                  <a:pt x="5188434" y="33802"/>
                </a:cubicBezTo>
                <a:cubicBezTo>
                  <a:pt x="5189381" y="30867"/>
                  <a:pt x="5190764" y="28289"/>
                  <a:pt x="5192581" y="26068"/>
                </a:cubicBezTo>
                <a:cubicBezTo>
                  <a:pt x="5194398" y="23847"/>
                  <a:pt x="5196626" y="22084"/>
                  <a:pt x="5199266" y="20780"/>
                </a:cubicBezTo>
                <a:cubicBezTo>
                  <a:pt x="5201907" y="19475"/>
                  <a:pt x="5204904" y="18823"/>
                  <a:pt x="5208259" y="18823"/>
                </a:cubicBezTo>
                <a:cubicBezTo>
                  <a:pt x="5211520" y="18823"/>
                  <a:pt x="5214409" y="19336"/>
                  <a:pt x="5216925" y="20361"/>
                </a:cubicBezTo>
                <a:cubicBezTo>
                  <a:pt x="5219441" y="21386"/>
                  <a:pt x="5221561" y="22838"/>
                  <a:pt x="5223284" y="24717"/>
                </a:cubicBezTo>
                <a:cubicBezTo>
                  <a:pt x="5225008" y="26596"/>
                  <a:pt x="5226313" y="28879"/>
                  <a:pt x="5227198" y="31566"/>
                </a:cubicBezTo>
                <a:cubicBezTo>
                  <a:pt x="5228083" y="34253"/>
                  <a:pt x="5228526" y="37258"/>
                  <a:pt x="5228526" y="40581"/>
                </a:cubicBezTo>
                <a:moveTo>
                  <a:pt x="5220093" y="39416"/>
                </a:moveTo>
                <a:cubicBezTo>
                  <a:pt x="5220186" y="37335"/>
                  <a:pt x="5219984" y="35433"/>
                  <a:pt x="5219487" y="33709"/>
                </a:cubicBezTo>
                <a:cubicBezTo>
                  <a:pt x="5218990" y="31985"/>
                  <a:pt x="5218221" y="30502"/>
                  <a:pt x="5217181" y="29260"/>
                </a:cubicBezTo>
                <a:cubicBezTo>
                  <a:pt x="5216140" y="28017"/>
                  <a:pt x="5214844" y="27046"/>
                  <a:pt x="5213291" y="26348"/>
                </a:cubicBezTo>
                <a:cubicBezTo>
                  <a:pt x="5211737" y="25649"/>
                  <a:pt x="5209936" y="25299"/>
                  <a:pt x="5207886" y="25299"/>
                </a:cubicBezTo>
                <a:cubicBezTo>
                  <a:pt x="5206115" y="25299"/>
                  <a:pt x="5204500" y="25641"/>
                  <a:pt x="5203040" y="26324"/>
                </a:cubicBezTo>
                <a:cubicBezTo>
                  <a:pt x="5201581" y="27008"/>
                  <a:pt x="5200323" y="27970"/>
                  <a:pt x="5199266" y="29213"/>
                </a:cubicBezTo>
                <a:cubicBezTo>
                  <a:pt x="5198210" y="30455"/>
                  <a:pt x="5197356" y="31946"/>
                  <a:pt x="5196704" y="33686"/>
                </a:cubicBezTo>
                <a:cubicBezTo>
                  <a:pt x="5196052" y="35425"/>
                  <a:pt x="5195648" y="37335"/>
                  <a:pt x="5195493" y="39416"/>
                </a:cubicBezTo>
                <a:lnTo>
                  <a:pt x="5220093" y="39416"/>
                </a:lnTo>
                <a:close/>
                <a:moveTo>
                  <a:pt x="5242785" y="19662"/>
                </a:moveTo>
                <a:lnTo>
                  <a:pt x="5250193" y="19662"/>
                </a:lnTo>
                <a:lnTo>
                  <a:pt x="5250426" y="28259"/>
                </a:lnTo>
                <a:cubicBezTo>
                  <a:pt x="5253191" y="24943"/>
                  <a:pt x="5255916" y="22542"/>
                  <a:pt x="5258603" y="21055"/>
                </a:cubicBezTo>
                <a:cubicBezTo>
                  <a:pt x="5261290" y="19567"/>
                  <a:pt x="5264000" y="18823"/>
                  <a:pt x="5266733" y="18823"/>
                </a:cubicBezTo>
                <a:cubicBezTo>
                  <a:pt x="5271579" y="18823"/>
                  <a:pt x="5275252" y="20388"/>
                  <a:pt x="5277752" y="23517"/>
                </a:cubicBezTo>
                <a:cubicBezTo>
                  <a:pt x="5280252" y="26647"/>
                  <a:pt x="5281410" y="31294"/>
                  <a:pt x="5281223" y="37460"/>
                </a:cubicBezTo>
                <a:lnTo>
                  <a:pt x="5273023" y="37460"/>
                </a:lnTo>
                <a:cubicBezTo>
                  <a:pt x="5273116" y="33376"/>
                  <a:pt x="5272518" y="30414"/>
                  <a:pt x="5271229" y="28574"/>
                </a:cubicBezTo>
                <a:cubicBezTo>
                  <a:pt x="5269940" y="26732"/>
                  <a:pt x="5268053" y="25812"/>
                  <a:pt x="5265568" y="25812"/>
                </a:cubicBezTo>
                <a:cubicBezTo>
                  <a:pt x="5264481" y="25812"/>
                  <a:pt x="5263386" y="26005"/>
                  <a:pt x="5262284" y="26393"/>
                </a:cubicBezTo>
                <a:cubicBezTo>
                  <a:pt x="5261181" y="26779"/>
                  <a:pt x="5260047" y="27397"/>
                  <a:pt x="5258882" y="28248"/>
                </a:cubicBezTo>
                <a:cubicBezTo>
                  <a:pt x="5257718" y="29098"/>
                  <a:pt x="5256483" y="30188"/>
                  <a:pt x="5255178" y="31519"/>
                </a:cubicBezTo>
                <a:cubicBezTo>
                  <a:pt x="5253874" y="32849"/>
                  <a:pt x="5252476" y="34457"/>
                  <a:pt x="5250985" y="36344"/>
                </a:cubicBezTo>
                <a:lnTo>
                  <a:pt x="5250985" y="66440"/>
                </a:lnTo>
                <a:lnTo>
                  <a:pt x="5242785" y="66440"/>
                </a:lnTo>
                <a:lnTo>
                  <a:pt x="5242785" y="19662"/>
                </a:lnTo>
                <a:close/>
                <a:moveTo>
                  <a:pt x="5329774" y="53674"/>
                </a:moveTo>
                <a:cubicBezTo>
                  <a:pt x="5329774" y="55320"/>
                  <a:pt x="5329494" y="56795"/>
                  <a:pt x="5328935" y="58100"/>
                </a:cubicBezTo>
                <a:cubicBezTo>
                  <a:pt x="5328376" y="59404"/>
                  <a:pt x="5327615" y="60561"/>
                  <a:pt x="5326652" y="61571"/>
                </a:cubicBezTo>
                <a:cubicBezTo>
                  <a:pt x="5325689" y="62580"/>
                  <a:pt x="5324571" y="63442"/>
                  <a:pt x="5323297" y="64157"/>
                </a:cubicBezTo>
                <a:cubicBezTo>
                  <a:pt x="5322024" y="64871"/>
                  <a:pt x="5320665" y="65461"/>
                  <a:pt x="5319221" y="65927"/>
                </a:cubicBezTo>
                <a:cubicBezTo>
                  <a:pt x="5317776" y="66393"/>
                  <a:pt x="5316293" y="66735"/>
                  <a:pt x="5314771" y="66952"/>
                </a:cubicBezTo>
                <a:cubicBezTo>
                  <a:pt x="5313249" y="67170"/>
                  <a:pt x="5311758" y="67278"/>
                  <a:pt x="5310298" y="67278"/>
                </a:cubicBezTo>
                <a:cubicBezTo>
                  <a:pt x="5307130" y="67278"/>
                  <a:pt x="5304218" y="67139"/>
                  <a:pt x="5301562" y="66859"/>
                </a:cubicBezTo>
                <a:cubicBezTo>
                  <a:pt x="5298907" y="66579"/>
                  <a:pt x="5296305" y="66129"/>
                  <a:pt x="5293758" y="65508"/>
                </a:cubicBezTo>
                <a:lnTo>
                  <a:pt x="5293758" y="58053"/>
                </a:lnTo>
                <a:cubicBezTo>
                  <a:pt x="5296492" y="58830"/>
                  <a:pt x="5299210" y="59420"/>
                  <a:pt x="5301912" y="59824"/>
                </a:cubicBezTo>
                <a:cubicBezTo>
                  <a:pt x="5304614" y="60227"/>
                  <a:pt x="5307301" y="60429"/>
                  <a:pt x="5309972" y="60429"/>
                </a:cubicBezTo>
                <a:cubicBezTo>
                  <a:pt x="5313855" y="60429"/>
                  <a:pt x="5316728" y="59901"/>
                  <a:pt x="5318592" y="58845"/>
                </a:cubicBezTo>
                <a:cubicBezTo>
                  <a:pt x="5320455" y="57789"/>
                  <a:pt x="5321387" y="56283"/>
                  <a:pt x="5321387" y="54326"/>
                </a:cubicBezTo>
                <a:cubicBezTo>
                  <a:pt x="5321387" y="53487"/>
                  <a:pt x="5321240" y="52734"/>
                  <a:pt x="5320945" y="52066"/>
                </a:cubicBezTo>
                <a:cubicBezTo>
                  <a:pt x="5320649" y="51398"/>
                  <a:pt x="5320114" y="50762"/>
                  <a:pt x="5319337" y="50156"/>
                </a:cubicBezTo>
                <a:cubicBezTo>
                  <a:pt x="5318561" y="49550"/>
                  <a:pt x="5317357" y="48921"/>
                  <a:pt x="5315726" y="48269"/>
                </a:cubicBezTo>
                <a:cubicBezTo>
                  <a:pt x="5314096" y="47617"/>
                  <a:pt x="5311867" y="46871"/>
                  <a:pt x="5309040" y="46033"/>
                </a:cubicBezTo>
                <a:cubicBezTo>
                  <a:pt x="5306928" y="45411"/>
                  <a:pt x="5304979" y="44705"/>
                  <a:pt x="5303193" y="43913"/>
                </a:cubicBezTo>
                <a:cubicBezTo>
                  <a:pt x="5301407" y="43121"/>
                  <a:pt x="5299862" y="42181"/>
                  <a:pt x="5298557" y="41094"/>
                </a:cubicBezTo>
                <a:cubicBezTo>
                  <a:pt x="5297253" y="40007"/>
                  <a:pt x="5296228" y="38733"/>
                  <a:pt x="5295482" y="37273"/>
                </a:cubicBezTo>
                <a:cubicBezTo>
                  <a:pt x="5294737" y="35813"/>
                  <a:pt x="5294364" y="34090"/>
                  <a:pt x="5294364" y="32102"/>
                </a:cubicBezTo>
                <a:cubicBezTo>
                  <a:pt x="5294364" y="30797"/>
                  <a:pt x="5294667" y="29368"/>
                  <a:pt x="5295273" y="27815"/>
                </a:cubicBezTo>
                <a:cubicBezTo>
                  <a:pt x="5295878" y="26262"/>
                  <a:pt x="5296911" y="24818"/>
                  <a:pt x="5298371" y="23482"/>
                </a:cubicBezTo>
                <a:cubicBezTo>
                  <a:pt x="5299831" y="22147"/>
                  <a:pt x="5301803" y="21036"/>
                  <a:pt x="5304288" y="20151"/>
                </a:cubicBezTo>
                <a:cubicBezTo>
                  <a:pt x="5306773" y="19266"/>
                  <a:pt x="5309879" y="18823"/>
                  <a:pt x="5313606" y="18823"/>
                </a:cubicBezTo>
                <a:cubicBezTo>
                  <a:pt x="5315439" y="18823"/>
                  <a:pt x="5317473" y="18924"/>
                  <a:pt x="5319710" y="19126"/>
                </a:cubicBezTo>
                <a:cubicBezTo>
                  <a:pt x="5321946" y="19328"/>
                  <a:pt x="5324276" y="19677"/>
                  <a:pt x="5326699" y="20174"/>
                </a:cubicBezTo>
                <a:lnTo>
                  <a:pt x="5326699" y="27396"/>
                </a:lnTo>
                <a:cubicBezTo>
                  <a:pt x="5324152" y="26775"/>
                  <a:pt x="5321737" y="26316"/>
                  <a:pt x="5319454" y="26021"/>
                </a:cubicBezTo>
                <a:cubicBezTo>
                  <a:pt x="5317171" y="25726"/>
                  <a:pt x="5315190" y="25579"/>
                  <a:pt x="5313513" y="25579"/>
                </a:cubicBezTo>
                <a:cubicBezTo>
                  <a:pt x="5311494" y="25579"/>
                  <a:pt x="5309794" y="25734"/>
                  <a:pt x="5308411" y="26045"/>
                </a:cubicBezTo>
                <a:cubicBezTo>
                  <a:pt x="5307029" y="26355"/>
                  <a:pt x="5305911" y="26782"/>
                  <a:pt x="5305057" y="27326"/>
                </a:cubicBezTo>
                <a:cubicBezTo>
                  <a:pt x="5304203" y="27870"/>
                  <a:pt x="5303589" y="28506"/>
                  <a:pt x="5303216" y="29236"/>
                </a:cubicBezTo>
                <a:cubicBezTo>
                  <a:pt x="5302844" y="29966"/>
                  <a:pt x="5302657" y="30750"/>
                  <a:pt x="5302657" y="31589"/>
                </a:cubicBezTo>
                <a:cubicBezTo>
                  <a:pt x="5302657" y="32428"/>
                  <a:pt x="5302820" y="33189"/>
                  <a:pt x="5303147" y="33872"/>
                </a:cubicBezTo>
                <a:cubicBezTo>
                  <a:pt x="5303473" y="34555"/>
                  <a:pt x="5304078" y="35215"/>
                  <a:pt x="5304964" y="35852"/>
                </a:cubicBezTo>
                <a:cubicBezTo>
                  <a:pt x="5305849" y="36489"/>
                  <a:pt x="5307083" y="37126"/>
                  <a:pt x="5308668" y="37762"/>
                </a:cubicBezTo>
                <a:cubicBezTo>
                  <a:pt x="5310252" y="38399"/>
                  <a:pt x="5312317" y="39090"/>
                  <a:pt x="5314864" y="39836"/>
                </a:cubicBezTo>
                <a:cubicBezTo>
                  <a:pt x="5317629" y="40643"/>
                  <a:pt x="5319958" y="41490"/>
                  <a:pt x="5321853" y="42375"/>
                </a:cubicBezTo>
                <a:cubicBezTo>
                  <a:pt x="5323748" y="43260"/>
                  <a:pt x="5325285" y="44246"/>
                  <a:pt x="5326466" y="45334"/>
                </a:cubicBezTo>
                <a:cubicBezTo>
                  <a:pt x="5327646" y="46421"/>
                  <a:pt x="5328492" y="47648"/>
                  <a:pt x="5329005" y="49014"/>
                </a:cubicBezTo>
                <a:cubicBezTo>
                  <a:pt x="5329517" y="50381"/>
                  <a:pt x="5329774" y="51934"/>
                  <a:pt x="5329774" y="53674"/>
                </a:cubicBezTo>
                <a:close/>
                <a:moveTo>
                  <a:pt x="5360526" y="26371"/>
                </a:moveTo>
                <a:lnTo>
                  <a:pt x="5346688" y="26371"/>
                </a:lnTo>
                <a:lnTo>
                  <a:pt x="5346688" y="19662"/>
                </a:lnTo>
                <a:lnTo>
                  <a:pt x="5368726" y="19662"/>
                </a:lnTo>
                <a:lnTo>
                  <a:pt x="5368726" y="59684"/>
                </a:lnTo>
                <a:lnTo>
                  <a:pt x="5382657" y="59684"/>
                </a:lnTo>
                <a:lnTo>
                  <a:pt x="5382657" y="66440"/>
                </a:lnTo>
                <a:lnTo>
                  <a:pt x="5345151" y="66440"/>
                </a:lnTo>
                <a:lnTo>
                  <a:pt x="5345151" y="59684"/>
                </a:lnTo>
                <a:lnTo>
                  <a:pt x="5360526" y="59684"/>
                </a:lnTo>
                <a:lnTo>
                  <a:pt x="5360526" y="26371"/>
                </a:lnTo>
                <a:moveTo>
                  <a:pt x="5363368" y="0"/>
                </a:moveTo>
                <a:cubicBezTo>
                  <a:pt x="5364269" y="0"/>
                  <a:pt x="5365108" y="163"/>
                  <a:pt x="5365884" y="489"/>
                </a:cubicBezTo>
                <a:cubicBezTo>
                  <a:pt x="5366661" y="815"/>
                  <a:pt x="5367336" y="1274"/>
                  <a:pt x="5367911" y="1864"/>
                </a:cubicBezTo>
                <a:cubicBezTo>
                  <a:pt x="5368485" y="2454"/>
                  <a:pt x="5368936" y="3129"/>
                  <a:pt x="5369262" y="3890"/>
                </a:cubicBezTo>
                <a:cubicBezTo>
                  <a:pt x="5369588" y="4651"/>
                  <a:pt x="5369751" y="5482"/>
                  <a:pt x="5369751" y="6383"/>
                </a:cubicBezTo>
                <a:cubicBezTo>
                  <a:pt x="5369751" y="7253"/>
                  <a:pt x="5369588" y="8076"/>
                  <a:pt x="5369262" y="8852"/>
                </a:cubicBezTo>
                <a:cubicBezTo>
                  <a:pt x="5368936" y="9629"/>
                  <a:pt x="5368485" y="10312"/>
                  <a:pt x="5367911" y="10902"/>
                </a:cubicBezTo>
                <a:cubicBezTo>
                  <a:pt x="5367336" y="11493"/>
                  <a:pt x="5366661" y="11951"/>
                  <a:pt x="5365884" y="12277"/>
                </a:cubicBezTo>
                <a:cubicBezTo>
                  <a:pt x="5365108" y="12603"/>
                  <a:pt x="5364269" y="12766"/>
                  <a:pt x="5363368" y="12766"/>
                </a:cubicBezTo>
                <a:cubicBezTo>
                  <a:pt x="5362467" y="12766"/>
                  <a:pt x="5361629" y="12603"/>
                  <a:pt x="5360852" y="12277"/>
                </a:cubicBezTo>
                <a:cubicBezTo>
                  <a:pt x="5360076" y="11951"/>
                  <a:pt x="5359400" y="11493"/>
                  <a:pt x="5358826" y="10902"/>
                </a:cubicBezTo>
                <a:cubicBezTo>
                  <a:pt x="5358251" y="10312"/>
                  <a:pt x="5357800" y="9629"/>
                  <a:pt x="5357474" y="8852"/>
                </a:cubicBezTo>
                <a:cubicBezTo>
                  <a:pt x="5357148" y="8076"/>
                  <a:pt x="5356985" y="7253"/>
                  <a:pt x="5356985" y="6383"/>
                </a:cubicBezTo>
                <a:cubicBezTo>
                  <a:pt x="5356985" y="5482"/>
                  <a:pt x="5357148" y="4651"/>
                  <a:pt x="5357474" y="3890"/>
                </a:cubicBezTo>
                <a:cubicBezTo>
                  <a:pt x="5357800" y="3129"/>
                  <a:pt x="5358251" y="2454"/>
                  <a:pt x="5358826" y="1864"/>
                </a:cubicBezTo>
                <a:cubicBezTo>
                  <a:pt x="5359400" y="1274"/>
                  <a:pt x="5360076" y="815"/>
                  <a:pt x="5360852" y="489"/>
                </a:cubicBezTo>
                <a:cubicBezTo>
                  <a:pt x="5361629" y="163"/>
                  <a:pt x="5362467" y="0"/>
                  <a:pt x="5363368" y="0"/>
                </a:cubicBezTo>
                <a:close/>
                <a:moveTo>
                  <a:pt x="5437171" y="42678"/>
                </a:moveTo>
                <a:cubicBezTo>
                  <a:pt x="5437171" y="46312"/>
                  <a:pt x="5436659" y="49643"/>
                  <a:pt x="5435634" y="52672"/>
                </a:cubicBezTo>
                <a:cubicBezTo>
                  <a:pt x="5434609" y="55700"/>
                  <a:pt x="5433133" y="58294"/>
                  <a:pt x="5431208" y="60453"/>
                </a:cubicBezTo>
                <a:cubicBezTo>
                  <a:pt x="5429282" y="62611"/>
                  <a:pt x="5426937" y="64289"/>
                  <a:pt x="5424172" y="65485"/>
                </a:cubicBezTo>
                <a:cubicBezTo>
                  <a:pt x="5421408" y="66680"/>
                  <a:pt x="5418271" y="67278"/>
                  <a:pt x="5414761" y="67278"/>
                </a:cubicBezTo>
                <a:cubicBezTo>
                  <a:pt x="5411406" y="67278"/>
                  <a:pt x="5408401" y="66758"/>
                  <a:pt x="5405745" y="65717"/>
                </a:cubicBezTo>
                <a:cubicBezTo>
                  <a:pt x="5403090" y="64677"/>
                  <a:pt x="5400838" y="63147"/>
                  <a:pt x="5398989" y="61128"/>
                </a:cubicBezTo>
                <a:cubicBezTo>
                  <a:pt x="5397141" y="59109"/>
                  <a:pt x="5395728" y="56609"/>
                  <a:pt x="5394750" y="53627"/>
                </a:cubicBezTo>
                <a:cubicBezTo>
                  <a:pt x="5393771" y="50645"/>
                  <a:pt x="5393282" y="47213"/>
                  <a:pt x="5393282" y="43330"/>
                </a:cubicBezTo>
                <a:cubicBezTo>
                  <a:pt x="5393282" y="39696"/>
                  <a:pt x="5393795" y="36380"/>
                  <a:pt x="5394820" y="33383"/>
                </a:cubicBezTo>
                <a:cubicBezTo>
                  <a:pt x="5395845" y="30385"/>
                  <a:pt x="5397320" y="27807"/>
                  <a:pt x="5399246" y="25649"/>
                </a:cubicBezTo>
                <a:cubicBezTo>
                  <a:pt x="5401172" y="23490"/>
                  <a:pt x="5403517" y="21813"/>
                  <a:pt x="5406281" y="20617"/>
                </a:cubicBezTo>
                <a:cubicBezTo>
                  <a:pt x="5409046" y="19421"/>
                  <a:pt x="5412183" y="18823"/>
                  <a:pt x="5415693" y="18823"/>
                </a:cubicBezTo>
                <a:cubicBezTo>
                  <a:pt x="5419047" y="18823"/>
                  <a:pt x="5422052" y="19343"/>
                  <a:pt x="5424708" y="20384"/>
                </a:cubicBezTo>
                <a:cubicBezTo>
                  <a:pt x="5427364" y="21424"/>
                  <a:pt x="5429616" y="22946"/>
                  <a:pt x="5431464" y="24950"/>
                </a:cubicBezTo>
                <a:cubicBezTo>
                  <a:pt x="5433312" y="26953"/>
                  <a:pt x="5434725" y="29446"/>
                  <a:pt x="5435704" y="32428"/>
                </a:cubicBezTo>
                <a:cubicBezTo>
                  <a:pt x="5436682" y="35410"/>
                  <a:pt x="5437171" y="38826"/>
                  <a:pt x="5437171" y="42678"/>
                </a:cubicBezTo>
                <a:moveTo>
                  <a:pt x="5428878" y="43051"/>
                </a:moveTo>
                <a:cubicBezTo>
                  <a:pt x="5428878" y="40162"/>
                  <a:pt x="5428560" y="37638"/>
                  <a:pt x="5427923" y="35480"/>
                </a:cubicBezTo>
                <a:cubicBezTo>
                  <a:pt x="5427286" y="33321"/>
                  <a:pt x="5426378" y="31519"/>
                  <a:pt x="5425197" y="30075"/>
                </a:cubicBezTo>
                <a:cubicBezTo>
                  <a:pt x="5424017" y="28631"/>
                  <a:pt x="5422580" y="27543"/>
                  <a:pt x="5420888" y="26813"/>
                </a:cubicBezTo>
                <a:cubicBezTo>
                  <a:pt x="5419195" y="26084"/>
                  <a:pt x="5417308" y="25719"/>
                  <a:pt x="5415227" y="25719"/>
                </a:cubicBezTo>
                <a:cubicBezTo>
                  <a:pt x="5412804" y="25719"/>
                  <a:pt x="5410731" y="26192"/>
                  <a:pt x="5409007" y="27140"/>
                </a:cubicBezTo>
                <a:cubicBezTo>
                  <a:pt x="5407283" y="28087"/>
                  <a:pt x="5405870" y="29353"/>
                  <a:pt x="5404767" y="30937"/>
                </a:cubicBezTo>
                <a:cubicBezTo>
                  <a:pt x="5403664" y="32521"/>
                  <a:pt x="5402857" y="34361"/>
                  <a:pt x="5402344" y="36458"/>
                </a:cubicBezTo>
                <a:cubicBezTo>
                  <a:pt x="5401832" y="38555"/>
                  <a:pt x="5401575" y="40752"/>
                  <a:pt x="5401575" y="43051"/>
                </a:cubicBezTo>
                <a:cubicBezTo>
                  <a:pt x="5401575" y="45939"/>
                  <a:pt x="5401894" y="48471"/>
                  <a:pt x="5402530" y="50645"/>
                </a:cubicBezTo>
                <a:cubicBezTo>
                  <a:pt x="5403167" y="52819"/>
                  <a:pt x="5404076" y="54629"/>
                  <a:pt x="5405256" y="56073"/>
                </a:cubicBezTo>
                <a:cubicBezTo>
                  <a:pt x="5406436" y="57517"/>
                  <a:pt x="5407865" y="58604"/>
                  <a:pt x="5409542" y="59334"/>
                </a:cubicBezTo>
                <a:cubicBezTo>
                  <a:pt x="5411220" y="60064"/>
                  <a:pt x="5413115" y="60429"/>
                  <a:pt x="5415227" y="60429"/>
                </a:cubicBezTo>
                <a:cubicBezTo>
                  <a:pt x="5417649" y="60429"/>
                  <a:pt x="5419723" y="59956"/>
                  <a:pt x="5421447" y="59008"/>
                </a:cubicBezTo>
                <a:cubicBezTo>
                  <a:pt x="5423171" y="58061"/>
                  <a:pt x="5424584" y="56795"/>
                  <a:pt x="5425686" y="55211"/>
                </a:cubicBezTo>
                <a:cubicBezTo>
                  <a:pt x="5426789" y="53627"/>
                  <a:pt x="5427597" y="51787"/>
                  <a:pt x="5428109" y="49690"/>
                </a:cubicBezTo>
                <a:cubicBezTo>
                  <a:pt x="5428622" y="47593"/>
                  <a:pt x="5428878" y="45380"/>
                  <a:pt x="5428878" y="43051"/>
                </a:cubicBezTo>
                <a:close/>
                <a:moveTo>
                  <a:pt x="5448309" y="19662"/>
                </a:moveTo>
                <a:lnTo>
                  <a:pt x="5455530" y="19662"/>
                </a:lnTo>
                <a:lnTo>
                  <a:pt x="5455857" y="27210"/>
                </a:lnTo>
                <a:cubicBezTo>
                  <a:pt x="5457223" y="25594"/>
                  <a:pt x="5458543" y="24251"/>
                  <a:pt x="5459817" y="23179"/>
                </a:cubicBezTo>
                <a:cubicBezTo>
                  <a:pt x="5461090" y="22108"/>
                  <a:pt x="5462341" y="21246"/>
                  <a:pt x="5463567" y="20593"/>
                </a:cubicBezTo>
                <a:cubicBezTo>
                  <a:pt x="5464794" y="19941"/>
                  <a:pt x="5466045" y="19483"/>
                  <a:pt x="5467318" y="19219"/>
                </a:cubicBezTo>
                <a:cubicBezTo>
                  <a:pt x="5468592" y="18955"/>
                  <a:pt x="5469912" y="18823"/>
                  <a:pt x="5471278" y="18823"/>
                </a:cubicBezTo>
                <a:cubicBezTo>
                  <a:pt x="5476093" y="18823"/>
                  <a:pt x="5479735" y="20244"/>
                  <a:pt x="5482204" y="23086"/>
                </a:cubicBezTo>
                <a:cubicBezTo>
                  <a:pt x="5484673" y="25928"/>
                  <a:pt x="5485908" y="30207"/>
                  <a:pt x="5485908" y="35922"/>
                </a:cubicBezTo>
                <a:lnTo>
                  <a:pt x="5485908" y="66440"/>
                </a:lnTo>
                <a:lnTo>
                  <a:pt x="5477801" y="66440"/>
                </a:lnTo>
                <a:lnTo>
                  <a:pt x="5477801" y="36574"/>
                </a:lnTo>
                <a:cubicBezTo>
                  <a:pt x="5477801" y="32909"/>
                  <a:pt x="5477118" y="30199"/>
                  <a:pt x="5475751" y="28444"/>
                </a:cubicBezTo>
                <a:cubicBezTo>
                  <a:pt x="5474384" y="26689"/>
                  <a:pt x="5472350" y="25812"/>
                  <a:pt x="5469648" y="25812"/>
                </a:cubicBezTo>
                <a:cubicBezTo>
                  <a:pt x="5468654" y="25812"/>
                  <a:pt x="5467683" y="25959"/>
                  <a:pt x="5466736" y="26254"/>
                </a:cubicBezTo>
                <a:cubicBezTo>
                  <a:pt x="5465788" y="26549"/>
                  <a:pt x="5464802" y="27062"/>
                  <a:pt x="5463777" y="27792"/>
                </a:cubicBezTo>
                <a:cubicBezTo>
                  <a:pt x="5462752" y="28522"/>
                  <a:pt x="5461642" y="29508"/>
                  <a:pt x="5460446" y="30750"/>
                </a:cubicBezTo>
                <a:cubicBezTo>
                  <a:pt x="5459250" y="31993"/>
                  <a:pt x="5457907" y="33546"/>
                  <a:pt x="5456416" y="35410"/>
                </a:cubicBezTo>
                <a:lnTo>
                  <a:pt x="5456416" y="66440"/>
                </a:lnTo>
                <a:lnTo>
                  <a:pt x="5448309" y="66440"/>
                </a:lnTo>
                <a:lnTo>
                  <a:pt x="5448309" y="19662"/>
                </a:lnTo>
                <a:close/>
                <a:moveTo>
                  <a:pt x="5518571" y="51763"/>
                </a:moveTo>
                <a:cubicBezTo>
                  <a:pt x="5519627" y="51763"/>
                  <a:pt x="5520629" y="51965"/>
                  <a:pt x="5521576" y="52369"/>
                </a:cubicBezTo>
                <a:cubicBezTo>
                  <a:pt x="5522523" y="52773"/>
                  <a:pt x="5523347" y="53332"/>
                  <a:pt x="5524045" y="54046"/>
                </a:cubicBezTo>
                <a:cubicBezTo>
                  <a:pt x="5524744" y="54761"/>
                  <a:pt x="5525296" y="55592"/>
                  <a:pt x="5525699" y="56539"/>
                </a:cubicBezTo>
                <a:cubicBezTo>
                  <a:pt x="5526103" y="57486"/>
                  <a:pt x="5526305" y="58504"/>
                  <a:pt x="5526305" y="59591"/>
                </a:cubicBezTo>
                <a:cubicBezTo>
                  <a:pt x="5526305" y="60647"/>
                  <a:pt x="5526103" y="61641"/>
                  <a:pt x="5525699" y="62573"/>
                </a:cubicBezTo>
                <a:cubicBezTo>
                  <a:pt x="5525296" y="63504"/>
                  <a:pt x="5524744" y="64320"/>
                  <a:pt x="5524045" y="65019"/>
                </a:cubicBezTo>
                <a:cubicBezTo>
                  <a:pt x="5523347" y="65717"/>
                  <a:pt x="5522523" y="66269"/>
                  <a:pt x="5521576" y="66673"/>
                </a:cubicBezTo>
                <a:cubicBezTo>
                  <a:pt x="5520629" y="67076"/>
                  <a:pt x="5519627" y="67278"/>
                  <a:pt x="5518571" y="67278"/>
                </a:cubicBezTo>
                <a:cubicBezTo>
                  <a:pt x="5517484" y="67278"/>
                  <a:pt x="5516474" y="67076"/>
                  <a:pt x="5515542" y="66673"/>
                </a:cubicBezTo>
                <a:cubicBezTo>
                  <a:pt x="5514611" y="66269"/>
                  <a:pt x="5513795" y="65717"/>
                  <a:pt x="5513096" y="65019"/>
                </a:cubicBezTo>
                <a:cubicBezTo>
                  <a:pt x="5512398" y="64320"/>
                  <a:pt x="5511846" y="63504"/>
                  <a:pt x="5511442" y="62573"/>
                </a:cubicBezTo>
                <a:cubicBezTo>
                  <a:pt x="5511039" y="61641"/>
                  <a:pt x="5510837" y="60647"/>
                  <a:pt x="5510837" y="59591"/>
                </a:cubicBezTo>
                <a:cubicBezTo>
                  <a:pt x="5510837" y="58504"/>
                  <a:pt x="5511039" y="57486"/>
                  <a:pt x="5511442" y="56539"/>
                </a:cubicBezTo>
                <a:cubicBezTo>
                  <a:pt x="5511846" y="55592"/>
                  <a:pt x="5512398" y="54761"/>
                  <a:pt x="5513096" y="54046"/>
                </a:cubicBezTo>
                <a:cubicBezTo>
                  <a:pt x="5513795" y="53332"/>
                  <a:pt x="5514611" y="52773"/>
                  <a:pt x="5515542" y="52369"/>
                </a:cubicBezTo>
                <a:cubicBezTo>
                  <a:pt x="5516474" y="51965"/>
                  <a:pt x="5517484" y="51763"/>
                  <a:pt x="5518571" y="51763"/>
                </a:cubicBezTo>
                <a:close/>
                <a:moveTo>
                  <a:pt x="5566888" y="559"/>
                </a:moveTo>
                <a:lnTo>
                  <a:pt x="5565584" y="22457"/>
                </a:lnTo>
                <a:lnTo>
                  <a:pt x="5557943" y="22457"/>
                </a:lnTo>
                <a:lnTo>
                  <a:pt x="5556592" y="559"/>
                </a:lnTo>
                <a:lnTo>
                  <a:pt x="5566888" y="559"/>
                </a:lnTo>
                <a:moveTo>
                  <a:pt x="5585013" y="559"/>
                </a:moveTo>
                <a:lnTo>
                  <a:pt x="5583708" y="22457"/>
                </a:lnTo>
                <a:lnTo>
                  <a:pt x="5576067" y="22457"/>
                </a:lnTo>
                <a:lnTo>
                  <a:pt x="5574716" y="559"/>
                </a:lnTo>
                <a:lnTo>
                  <a:pt x="5585013" y="559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6B181-AD56-4978-87EA-6F68B3D2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07" y="6432700"/>
            <a:ext cx="177356" cy="177356"/>
          </a:xfrm>
          <a:custGeom xmlns:a="http://schemas.openxmlformats.org/drawingml/2006/main">
            <a:pathLst>
              <a:path w="177356" h="177356">
                <a:moveTo>
                  <a:pt x="0" y="88678"/>
                </a:moveTo>
                <a:cubicBezTo>
                  <a:pt x="0" y="39672"/>
                  <a:pt x="39672" y="0"/>
                  <a:pt x="88678" y="0"/>
                </a:cubicBezTo>
                <a:cubicBezTo>
                  <a:pt x="137598" y="0"/>
                  <a:pt x="177356" y="39672"/>
                  <a:pt x="177356" y="88678"/>
                </a:cubicBezTo>
                <a:cubicBezTo>
                  <a:pt x="177356" y="137684"/>
                  <a:pt x="137598" y="177356"/>
                  <a:pt x="88678" y="177356"/>
                </a:cubicBezTo>
                <a:cubicBezTo>
                  <a:pt x="39672" y="177356"/>
                  <a:pt x="0" y="137684"/>
                  <a:pt x="0" y="88678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3">
            <a:extLst xmlns:a="http://schemas.openxmlformats.org/drawingml/2006/main">
              <a:ext uri="{FF2B5EF4-FFF2-40B4-BE49-F238E27FC236}">
                <a16:creationId xmlns:a16="http://schemas.microsoft.com/office/drawing/2014/main" id="{2F3F57DE-1C1D-4B29-8161-1837677E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76" y="6481741"/>
            <a:ext cx="54582" cy="91378"/>
          </a:xfrm>
          <a:custGeom xmlns:a="http://schemas.openxmlformats.org/drawingml/2006/main">
            <a:pathLst>
              <a:path w="54582" h="91378">
                <a:moveTo>
                  <a:pt x="22653" y="85625"/>
                </a:moveTo>
                <a:cubicBezTo>
                  <a:pt x="24331" y="85625"/>
                  <a:pt x="26128" y="85326"/>
                  <a:pt x="28046" y="84728"/>
                </a:cubicBezTo>
                <a:cubicBezTo>
                  <a:pt x="29964" y="84129"/>
                  <a:pt x="32025" y="83147"/>
                  <a:pt x="34231" y="81784"/>
                </a:cubicBezTo>
                <a:cubicBezTo>
                  <a:pt x="36436" y="80421"/>
                  <a:pt x="38270" y="78244"/>
                  <a:pt x="39732" y="75253"/>
                </a:cubicBezTo>
                <a:cubicBezTo>
                  <a:pt x="41194" y="72261"/>
                  <a:pt x="41925" y="68708"/>
                  <a:pt x="41925" y="64592"/>
                </a:cubicBezTo>
                <a:cubicBezTo>
                  <a:pt x="41925" y="58418"/>
                  <a:pt x="40008" y="53704"/>
                  <a:pt x="36172" y="50450"/>
                </a:cubicBezTo>
                <a:cubicBezTo>
                  <a:pt x="32337" y="47292"/>
                  <a:pt x="27543" y="45737"/>
                  <a:pt x="21790" y="45785"/>
                </a:cubicBezTo>
                <a:cubicBezTo>
                  <a:pt x="18865" y="45785"/>
                  <a:pt x="16804" y="45881"/>
                  <a:pt x="15605" y="46072"/>
                </a:cubicBezTo>
                <a:lnTo>
                  <a:pt x="15605" y="39600"/>
                </a:lnTo>
                <a:cubicBezTo>
                  <a:pt x="17667" y="39888"/>
                  <a:pt x="19488" y="40032"/>
                  <a:pt x="21071" y="40032"/>
                </a:cubicBezTo>
                <a:cubicBezTo>
                  <a:pt x="26392" y="40032"/>
                  <a:pt x="30443" y="38638"/>
                  <a:pt x="33224" y="35852"/>
                </a:cubicBezTo>
                <a:cubicBezTo>
                  <a:pt x="36963" y="32296"/>
                  <a:pt x="38833" y="27493"/>
                  <a:pt x="38833" y="21440"/>
                </a:cubicBezTo>
                <a:cubicBezTo>
                  <a:pt x="38833" y="16923"/>
                  <a:pt x="37563" y="13187"/>
                  <a:pt x="35022" y="10233"/>
                </a:cubicBezTo>
                <a:cubicBezTo>
                  <a:pt x="32481" y="7278"/>
                  <a:pt x="29676" y="5801"/>
                  <a:pt x="26608" y="5801"/>
                </a:cubicBezTo>
                <a:cubicBezTo>
                  <a:pt x="22293" y="5801"/>
                  <a:pt x="18841" y="6810"/>
                  <a:pt x="16252" y="8828"/>
                </a:cubicBezTo>
                <a:cubicBezTo>
                  <a:pt x="13663" y="10846"/>
                  <a:pt x="11434" y="14017"/>
                  <a:pt x="9564" y="18341"/>
                </a:cubicBezTo>
                <a:lnTo>
                  <a:pt x="7335" y="18197"/>
                </a:lnTo>
                <a:lnTo>
                  <a:pt x="4243" y="8756"/>
                </a:lnTo>
                <a:lnTo>
                  <a:pt x="4674" y="8253"/>
                </a:lnTo>
                <a:cubicBezTo>
                  <a:pt x="10955" y="2735"/>
                  <a:pt x="18721" y="0"/>
                  <a:pt x="27974" y="48"/>
                </a:cubicBezTo>
                <a:cubicBezTo>
                  <a:pt x="35166" y="48"/>
                  <a:pt x="40907" y="1885"/>
                  <a:pt x="45197" y="5558"/>
                </a:cubicBezTo>
                <a:cubicBezTo>
                  <a:pt x="49488" y="9230"/>
                  <a:pt x="51634" y="13780"/>
                  <a:pt x="51634" y="19206"/>
                </a:cubicBezTo>
                <a:cubicBezTo>
                  <a:pt x="51634" y="24922"/>
                  <a:pt x="49824" y="29869"/>
                  <a:pt x="46204" y="34049"/>
                </a:cubicBezTo>
                <a:cubicBezTo>
                  <a:pt x="42585" y="38228"/>
                  <a:pt x="38617" y="40797"/>
                  <a:pt x="34303" y="41758"/>
                </a:cubicBezTo>
                <a:lnTo>
                  <a:pt x="34303" y="42549"/>
                </a:lnTo>
                <a:cubicBezTo>
                  <a:pt x="40104" y="43028"/>
                  <a:pt x="44934" y="45206"/>
                  <a:pt x="48793" y="49084"/>
                </a:cubicBezTo>
                <a:cubicBezTo>
                  <a:pt x="52652" y="52961"/>
                  <a:pt x="54582" y="57724"/>
                  <a:pt x="54582" y="63372"/>
                </a:cubicBezTo>
                <a:cubicBezTo>
                  <a:pt x="54582" y="69468"/>
                  <a:pt x="52724" y="74736"/>
                  <a:pt x="49009" y="79175"/>
                </a:cubicBezTo>
                <a:cubicBezTo>
                  <a:pt x="45293" y="83614"/>
                  <a:pt x="41074" y="86758"/>
                  <a:pt x="36352" y="88607"/>
                </a:cubicBezTo>
                <a:cubicBezTo>
                  <a:pt x="31630" y="90454"/>
                  <a:pt x="26967" y="91378"/>
                  <a:pt x="22365" y="91378"/>
                </a:cubicBezTo>
                <a:cubicBezTo>
                  <a:pt x="13352" y="91378"/>
                  <a:pt x="6041" y="89007"/>
                  <a:pt x="431" y="84265"/>
                </a:cubicBezTo>
                <a:lnTo>
                  <a:pt x="0" y="83829"/>
                </a:lnTo>
                <a:lnTo>
                  <a:pt x="3236" y="72775"/>
                </a:lnTo>
                <a:lnTo>
                  <a:pt x="5393" y="72631"/>
                </a:lnTo>
                <a:cubicBezTo>
                  <a:pt x="6784" y="75455"/>
                  <a:pt x="7755" y="77394"/>
                  <a:pt x="8306" y="78447"/>
                </a:cubicBezTo>
                <a:cubicBezTo>
                  <a:pt x="8857" y="79498"/>
                  <a:pt x="9792" y="80731"/>
                  <a:pt x="11111" y="82144"/>
                </a:cubicBezTo>
                <a:cubicBezTo>
                  <a:pt x="12429" y="83555"/>
                  <a:pt x="13975" y="84488"/>
                  <a:pt x="15749" y="84944"/>
                </a:cubicBezTo>
                <a:cubicBezTo>
                  <a:pt x="17523" y="85398"/>
                  <a:pt x="19824" y="85625"/>
                  <a:pt x="22653" y="8562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F59E76-514F-4EB0-B12D-551E18F4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908" y="7612491"/>
            <a:ext cx="248731" cy="12810"/>
          </a:xfrm>
          <a:custGeom xmlns:a="http://schemas.openxmlformats.org/drawingml/2006/main">
            <a:pathLst>
              <a:path w="248731" h="12810">
                <a:moveTo>
                  <a:pt x="52809" y="2564"/>
                </a:moveTo>
                <a:cubicBezTo>
                  <a:pt x="52809" y="2564"/>
                  <a:pt x="93630" y="524"/>
                  <a:pt x="120757" y="276"/>
                </a:cubicBezTo>
                <a:cubicBezTo>
                  <a:pt x="150901" y="0"/>
                  <a:pt x="198920" y="2564"/>
                  <a:pt x="198920" y="2564"/>
                </a:cubicBezTo>
                <a:lnTo>
                  <a:pt x="248731" y="8198"/>
                </a:lnTo>
                <a:cubicBezTo>
                  <a:pt x="248731" y="8198"/>
                  <a:pt x="170906" y="12810"/>
                  <a:pt x="120757" y="12775"/>
                </a:cubicBezTo>
                <a:cubicBezTo>
                  <a:pt x="71573" y="12741"/>
                  <a:pt x="0" y="8198"/>
                  <a:pt x="0" y="8198"/>
                </a:cubicBezTo>
                <a:lnTo>
                  <a:pt x="52809" y="25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E4EB7-6523-4F4F-A89D-DB602596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729" y="7374783"/>
            <a:ext cx="245664" cy="243421"/>
          </a:xfrm>
          <a:custGeom xmlns:a="http://schemas.openxmlformats.org/drawingml/2006/main">
            <a:pathLst>
              <a:path w="245664" h="243421">
                <a:moveTo>
                  <a:pt x="33840" y="43617"/>
                </a:moveTo>
                <a:cubicBezTo>
                  <a:pt x="26800" y="65196"/>
                  <a:pt x="21537" y="91320"/>
                  <a:pt x="22988" y="110234"/>
                </a:cubicBezTo>
                <a:lnTo>
                  <a:pt x="23037" y="110878"/>
                </a:lnTo>
                <a:lnTo>
                  <a:pt x="22871" y="111501"/>
                </a:lnTo>
                <a:lnTo>
                  <a:pt x="22758" y="111927"/>
                </a:lnTo>
                <a:lnTo>
                  <a:pt x="22793" y="112320"/>
                </a:lnTo>
                <a:cubicBezTo>
                  <a:pt x="23960" y="125333"/>
                  <a:pt x="25666" y="144356"/>
                  <a:pt x="17301" y="149376"/>
                </a:cubicBezTo>
                <a:cubicBezTo>
                  <a:pt x="17306" y="153051"/>
                  <a:pt x="17519" y="156517"/>
                  <a:pt x="17945" y="159742"/>
                </a:cubicBezTo>
                <a:lnTo>
                  <a:pt x="18082" y="159609"/>
                </a:lnTo>
                <a:lnTo>
                  <a:pt x="24557" y="178274"/>
                </a:lnTo>
                <a:cubicBezTo>
                  <a:pt x="24220" y="178691"/>
                  <a:pt x="23892" y="179117"/>
                  <a:pt x="23574" y="179550"/>
                </a:cubicBezTo>
                <a:cubicBezTo>
                  <a:pt x="33331" y="203998"/>
                  <a:pt x="49077" y="218624"/>
                  <a:pt x="62875" y="224246"/>
                </a:cubicBezTo>
                <a:cubicBezTo>
                  <a:pt x="76633" y="229851"/>
                  <a:pt x="102449" y="235774"/>
                  <a:pt x="130059" y="234919"/>
                </a:cubicBezTo>
                <a:cubicBezTo>
                  <a:pt x="157679" y="234065"/>
                  <a:pt x="186490" y="226459"/>
                  <a:pt x="206965" y="205692"/>
                </a:cubicBezTo>
                <a:cubicBezTo>
                  <a:pt x="213914" y="198648"/>
                  <a:pt x="218688" y="190810"/>
                  <a:pt x="221704" y="182459"/>
                </a:cubicBezTo>
                <a:cubicBezTo>
                  <a:pt x="221507" y="182203"/>
                  <a:pt x="221310" y="181951"/>
                  <a:pt x="221103" y="181702"/>
                </a:cubicBezTo>
                <a:lnTo>
                  <a:pt x="224621" y="171566"/>
                </a:lnTo>
                <a:cubicBezTo>
                  <a:pt x="225888" y="164662"/>
                  <a:pt x="226161" y="157516"/>
                  <a:pt x="225648" y="150265"/>
                </a:cubicBezTo>
                <a:cubicBezTo>
                  <a:pt x="222195" y="145503"/>
                  <a:pt x="221649" y="136937"/>
                  <a:pt x="221966" y="128382"/>
                </a:cubicBezTo>
                <a:cubicBezTo>
                  <a:pt x="220535" y="122821"/>
                  <a:pt x="218776" y="117292"/>
                  <a:pt x="216765" y="111840"/>
                </a:cubicBezTo>
                <a:lnTo>
                  <a:pt x="216492" y="111086"/>
                </a:lnTo>
                <a:lnTo>
                  <a:pt x="216536" y="110299"/>
                </a:lnTo>
                <a:cubicBezTo>
                  <a:pt x="218808" y="72331"/>
                  <a:pt x="214602" y="48086"/>
                  <a:pt x="209336" y="33358"/>
                </a:cubicBezTo>
                <a:cubicBezTo>
                  <a:pt x="206702" y="25994"/>
                  <a:pt x="203818" y="21066"/>
                  <a:pt x="201403" y="17985"/>
                </a:cubicBezTo>
                <a:cubicBezTo>
                  <a:pt x="200191" y="16444"/>
                  <a:pt x="199120" y="15406"/>
                  <a:pt x="198290" y="14761"/>
                </a:cubicBezTo>
                <a:cubicBezTo>
                  <a:pt x="197809" y="14390"/>
                  <a:pt x="197481" y="14193"/>
                  <a:pt x="197295" y="14106"/>
                </a:cubicBezTo>
                <a:cubicBezTo>
                  <a:pt x="197263" y="14106"/>
                  <a:pt x="197230" y="14117"/>
                  <a:pt x="197197" y="14128"/>
                </a:cubicBezTo>
                <a:cubicBezTo>
                  <a:pt x="196782" y="14215"/>
                  <a:pt x="196181" y="14401"/>
                  <a:pt x="195372" y="14696"/>
                </a:cubicBezTo>
                <a:cubicBezTo>
                  <a:pt x="193755" y="15286"/>
                  <a:pt x="191625" y="16247"/>
                  <a:pt x="189101" y="17515"/>
                </a:cubicBezTo>
                <a:cubicBezTo>
                  <a:pt x="184053" y="20061"/>
                  <a:pt x="177695" y="23721"/>
                  <a:pt x="171194" y="27895"/>
                </a:cubicBezTo>
                <a:cubicBezTo>
                  <a:pt x="164704" y="32068"/>
                  <a:pt x="158148" y="36712"/>
                  <a:pt x="152696" y="41192"/>
                </a:cubicBezTo>
                <a:cubicBezTo>
                  <a:pt x="147157" y="45748"/>
                  <a:pt x="143104" y="49867"/>
                  <a:pt x="141246" y="52970"/>
                </a:cubicBezTo>
                <a:lnTo>
                  <a:pt x="139739" y="55505"/>
                </a:lnTo>
                <a:lnTo>
                  <a:pt x="136909" y="54674"/>
                </a:lnTo>
                <a:cubicBezTo>
                  <a:pt x="131053" y="52970"/>
                  <a:pt x="123481" y="52183"/>
                  <a:pt x="116161" y="52063"/>
                </a:cubicBezTo>
                <a:cubicBezTo>
                  <a:pt x="108851" y="51932"/>
                  <a:pt x="102121" y="52478"/>
                  <a:pt x="98028" y="53265"/>
                </a:cubicBezTo>
                <a:lnTo>
                  <a:pt x="95227" y="53800"/>
                </a:lnTo>
                <a:lnTo>
                  <a:pt x="93923" y="51265"/>
                </a:lnTo>
                <a:cubicBezTo>
                  <a:pt x="84813" y="33554"/>
                  <a:pt x="74858" y="22552"/>
                  <a:pt x="66734" y="16018"/>
                </a:cubicBezTo>
                <a:cubicBezTo>
                  <a:pt x="62665" y="12751"/>
                  <a:pt x="59066" y="10609"/>
                  <a:pt x="56270" y="9298"/>
                </a:cubicBezTo>
                <a:cubicBezTo>
                  <a:pt x="53689" y="8096"/>
                  <a:pt x="52051" y="7714"/>
                  <a:pt x="51422" y="7637"/>
                </a:cubicBezTo>
                <a:cubicBezTo>
                  <a:pt x="51369" y="7670"/>
                  <a:pt x="51315" y="7703"/>
                  <a:pt x="51264" y="7736"/>
                </a:cubicBezTo>
                <a:cubicBezTo>
                  <a:pt x="50895" y="7987"/>
                  <a:pt x="50351" y="8468"/>
                  <a:pt x="49652" y="9276"/>
                </a:cubicBezTo>
                <a:cubicBezTo>
                  <a:pt x="48256" y="10893"/>
                  <a:pt x="46608" y="13406"/>
                  <a:pt x="44809" y="16761"/>
                </a:cubicBezTo>
                <a:cubicBezTo>
                  <a:pt x="41229" y="23437"/>
                  <a:pt x="37346" y="32866"/>
                  <a:pt x="33840" y="43617"/>
                </a:cubicBezTo>
                <a:close/>
                <a:moveTo>
                  <a:pt x="224195" y="109928"/>
                </a:moveTo>
                <a:cubicBezTo>
                  <a:pt x="226391" y="71741"/>
                  <a:pt x="222184" y="46644"/>
                  <a:pt x="216514" y="30790"/>
                </a:cubicBezTo>
                <a:cubicBezTo>
                  <a:pt x="213662" y="22814"/>
                  <a:pt x="210417" y="17111"/>
                  <a:pt x="207380" y="13265"/>
                </a:cubicBezTo>
                <a:cubicBezTo>
                  <a:pt x="205872" y="11353"/>
                  <a:pt x="204375" y="9845"/>
                  <a:pt x="202977" y="8752"/>
                </a:cubicBezTo>
                <a:cubicBezTo>
                  <a:pt x="201644" y="7714"/>
                  <a:pt x="200136" y="6840"/>
                  <a:pt x="198585" y="6545"/>
                </a:cubicBezTo>
                <a:cubicBezTo>
                  <a:pt x="197448" y="6326"/>
                  <a:pt x="196312" y="6523"/>
                  <a:pt x="195547" y="6687"/>
                </a:cubicBezTo>
                <a:cubicBezTo>
                  <a:pt x="194673" y="6884"/>
                  <a:pt x="193712" y="7190"/>
                  <a:pt x="192728" y="7550"/>
                </a:cubicBezTo>
                <a:cubicBezTo>
                  <a:pt x="190740" y="8282"/>
                  <a:pt x="188336" y="9375"/>
                  <a:pt x="185670" y="10719"/>
                </a:cubicBezTo>
                <a:cubicBezTo>
                  <a:pt x="180350" y="13396"/>
                  <a:pt x="173750" y="17198"/>
                  <a:pt x="167075" y="21492"/>
                </a:cubicBezTo>
                <a:cubicBezTo>
                  <a:pt x="160410" y="25775"/>
                  <a:pt x="153592" y="30593"/>
                  <a:pt x="147856" y="35302"/>
                </a:cubicBezTo>
                <a:cubicBezTo>
                  <a:pt x="144546" y="38034"/>
                  <a:pt x="141476" y="40820"/>
                  <a:pt x="138974" y="43530"/>
                </a:cubicBezTo>
                <a:cubicBezTo>
                  <a:pt x="139411" y="40449"/>
                  <a:pt x="139323" y="37870"/>
                  <a:pt x="137685" y="38602"/>
                </a:cubicBezTo>
                <a:cubicBezTo>
                  <a:pt x="135150" y="39728"/>
                  <a:pt x="133937" y="43759"/>
                  <a:pt x="133566" y="46065"/>
                </a:cubicBezTo>
                <a:cubicBezTo>
                  <a:pt x="128048" y="45016"/>
                  <a:pt x="121973" y="44535"/>
                  <a:pt x="116292" y="44448"/>
                </a:cubicBezTo>
                <a:cubicBezTo>
                  <a:pt x="111233" y="44360"/>
                  <a:pt x="106328" y="44568"/>
                  <a:pt x="102220" y="44994"/>
                </a:cubicBezTo>
                <a:cubicBezTo>
                  <a:pt x="101881" y="42721"/>
                  <a:pt x="100679" y="38493"/>
                  <a:pt x="98072" y="37335"/>
                </a:cubicBezTo>
                <a:cubicBezTo>
                  <a:pt x="96808" y="36766"/>
                  <a:pt x="96466" y="38187"/>
                  <a:pt x="96576" y="40274"/>
                </a:cubicBezTo>
                <a:cubicBezTo>
                  <a:pt x="88160" y="25917"/>
                  <a:pt x="79245" y="16302"/>
                  <a:pt x="71507" y="10085"/>
                </a:cubicBezTo>
                <a:cubicBezTo>
                  <a:pt x="67006" y="6468"/>
                  <a:pt x="62892" y="3988"/>
                  <a:pt x="59500" y="2404"/>
                </a:cubicBezTo>
                <a:cubicBezTo>
                  <a:pt x="56250" y="874"/>
                  <a:pt x="53305" y="0"/>
                  <a:pt x="51220" y="0"/>
                </a:cubicBezTo>
                <a:cubicBezTo>
                  <a:pt x="49543" y="0"/>
                  <a:pt x="48101" y="677"/>
                  <a:pt x="47001" y="1420"/>
                </a:cubicBezTo>
                <a:cubicBezTo>
                  <a:pt x="45880" y="2174"/>
                  <a:pt x="44840" y="3190"/>
                  <a:pt x="43882" y="4294"/>
                </a:cubicBezTo>
                <a:cubicBezTo>
                  <a:pt x="41968" y="6523"/>
                  <a:pt x="40017" y="9582"/>
                  <a:pt x="38096" y="13155"/>
                </a:cubicBezTo>
                <a:cubicBezTo>
                  <a:pt x="34236" y="20355"/>
                  <a:pt x="30190" y="30233"/>
                  <a:pt x="26597" y="41257"/>
                </a:cubicBezTo>
                <a:cubicBezTo>
                  <a:pt x="19515" y="62967"/>
                  <a:pt x="13948" y="89856"/>
                  <a:pt x="15345" y="110168"/>
                </a:cubicBezTo>
                <a:cubicBezTo>
                  <a:pt x="14980" y="111556"/>
                  <a:pt x="14629" y="112943"/>
                  <a:pt x="14298" y="114320"/>
                </a:cubicBezTo>
                <a:cubicBezTo>
                  <a:pt x="10284" y="120133"/>
                  <a:pt x="6513" y="128469"/>
                  <a:pt x="3988" y="140182"/>
                </a:cubicBezTo>
                <a:cubicBezTo>
                  <a:pt x="0" y="158670"/>
                  <a:pt x="3636" y="156888"/>
                  <a:pt x="9321" y="153471"/>
                </a:cubicBezTo>
                <a:cubicBezTo>
                  <a:pt x="8895" y="157383"/>
                  <a:pt x="8265" y="161976"/>
                  <a:pt x="5512" y="164179"/>
                </a:cubicBezTo>
                <a:cubicBezTo>
                  <a:pt x="536" y="168161"/>
                  <a:pt x="3831" y="170908"/>
                  <a:pt x="11805" y="168187"/>
                </a:cubicBezTo>
                <a:cubicBezTo>
                  <a:pt x="11865" y="168422"/>
                  <a:pt x="11926" y="168654"/>
                  <a:pt x="11988" y="168887"/>
                </a:cubicBezTo>
                <a:cubicBezTo>
                  <a:pt x="9504" y="174747"/>
                  <a:pt x="8112" y="182807"/>
                  <a:pt x="11226" y="192367"/>
                </a:cubicBezTo>
                <a:cubicBezTo>
                  <a:pt x="12857" y="197381"/>
                  <a:pt x="15311" y="193156"/>
                  <a:pt x="18643" y="187400"/>
                </a:cubicBezTo>
                <a:cubicBezTo>
                  <a:pt x="29149" y="210541"/>
                  <a:pt x="45028" y="225202"/>
                  <a:pt x="60001" y="231302"/>
                </a:cubicBezTo>
                <a:cubicBezTo>
                  <a:pt x="74757" y="237314"/>
                  <a:pt x="101630" y="243421"/>
                  <a:pt x="130299" y="242534"/>
                </a:cubicBezTo>
                <a:cubicBezTo>
                  <a:pt x="158957" y="241648"/>
                  <a:pt x="190008" y="233742"/>
                  <a:pt x="212395" y="211040"/>
                </a:cubicBezTo>
                <a:cubicBezTo>
                  <a:pt x="218710" y="204625"/>
                  <a:pt x="223408" y="197660"/>
                  <a:pt x="226730" y="190339"/>
                </a:cubicBezTo>
                <a:lnTo>
                  <a:pt x="227003" y="190803"/>
                </a:lnTo>
                <a:cubicBezTo>
                  <a:pt x="230346" y="196572"/>
                  <a:pt x="232804" y="200817"/>
                  <a:pt x="234432" y="195796"/>
                </a:cubicBezTo>
                <a:cubicBezTo>
                  <a:pt x="237710" y="185732"/>
                  <a:pt x="235995" y="177333"/>
                  <a:pt x="233274" y="171410"/>
                </a:cubicBezTo>
                <a:lnTo>
                  <a:pt x="233296" y="171417"/>
                </a:lnTo>
                <a:cubicBezTo>
                  <a:pt x="241676" y="174464"/>
                  <a:pt x="245238" y="171681"/>
                  <a:pt x="240146" y="167608"/>
                </a:cubicBezTo>
                <a:cubicBezTo>
                  <a:pt x="237393" y="165404"/>
                  <a:pt x="236770" y="160811"/>
                  <a:pt x="236344" y="156899"/>
                </a:cubicBezTo>
                <a:cubicBezTo>
                  <a:pt x="242026" y="160317"/>
                  <a:pt x="245664" y="162098"/>
                  <a:pt x="241676" y="143613"/>
                </a:cubicBezTo>
                <a:cubicBezTo>
                  <a:pt x="237655" y="124984"/>
                  <a:pt x="230488" y="114878"/>
                  <a:pt x="224195" y="109928"/>
                </a:cubicBezTo>
                <a:close/>
                <a:moveTo>
                  <a:pt x="51536" y="7583"/>
                </a:moveTo>
                <a:lnTo>
                  <a:pt x="51531" y="7583"/>
                </a:lnTo>
                <a:lnTo>
                  <a:pt x="51535" y="7583"/>
                </a:lnTo>
                <a:lnTo>
                  <a:pt x="51536" y="75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2CC4E-AA4D-4870-BE11-CB0514A8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698" y="7381973"/>
            <a:ext cx="217912" cy="241173"/>
          </a:xfrm>
          <a:custGeom xmlns:a="http://schemas.openxmlformats.org/drawingml/2006/main">
            <a:pathLst>
              <a:path w="217912" h="241173">
                <a:moveTo>
                  <a:pt x="38297" y="0"/>
                </a:moveTo>
                <a:cubicBezTo>
                  <a:pt x="28318" y="0"/>
                  <a:pt x="4297" y="65557"/>
                  <a:pt x="7221" y="103765"/>
                </a:cubicBezTo>
                <a:cubicBezTo>
                  <a:pt x="1339" y="125934"/>
                  <a:pt x="0" y="145913"/>
                  <a:pt x="3927" y="160014"/>
                </a:cubicBezTo>
                <a:cubicBezTo>
                  <a:pt x="12797" y="191868"/>
                  <a:pt x="31473" y="210944"/>
                  <a:pt x="48211" y="217778"/>
                </a:cubicBezTo>
                <a:cubicBezTo>
                  <a:pt x="75878" y="229074"/>
                  <a:pt x="150467" y="241173"/>
                  <a:pt x="192040" y="198906"/>
                </a:cubicBezTo>
                <a:cubicBezTo>
                  <a:pt x="217912" y="172608"/>
                  <a:pt x="214219" y="135932"/>
                  <a:pt x="202397" y="103766"/>
                </a:cubicBezTo>
                <a:cubicBezTo>
                  <a:pt x="206822" y="29260"/>
                  <a:pt x="187691" y="7037"/>
                  <a:pt x="182250" y="5988"/>
                </a:cubicBezTo>
                <a:cubicBezTo>
                  <a:pt x="176798" y="4950"/>
                  <a:pt x="131063" y="31478"/>
                  <a:pt x="122475" y="45901"/>
                </a:cubicBezTo>
                <a:cubicBezTo>
                  <a:pt x="110206" y="42317"/>
                  <a:pt x="91610" y="42798"/>
                  <a:pt x="83017" y="44448"/>
                </a:cubicBezTo>
                <a:cubicBezTo>
                  <a:pt x="64902" y="9145"/>
                  <a:pt x="43103" y="0"/>
                  <a:pt x="38298" y="0"/>
                </a:cubicBezTo>
                <a:lnTo>
                  <a:pt x="3829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8FC0DB-3008-4930-AC4B-DC8DB5E7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476" y="7422269"/>
            <a:ext cx="190073" cy="187927"/>
          </a:xfrm>
          <a:custGeom xmlns:a="http://schemas.openxmlformats.org/drawingml/2006/main">
            <a:pathLst>
              <a:path w="190073" h="187927">
                <a:moveTo>
                  <a:pt x="41138" y="101077"/>
                </a:moveTo>
                <a:cubicBezTo>
                  <a:pt x="51813" y="104042"/>
                  <a:pt x="55685" y="103688"/>
                  <a:pt x="61707" y="99176"/>
                </a:cubicBezTo>
                <a:cubicBezTo>
                  <a:pt x="69461" y="93353"/>
                  <a:pt x="74347" y="74035"/>
                  <a:pt x="78084" y="37848"/>
                </a:cubicBezTo>
                <a:cubicBezTo>
                  <a:pt x="79340" y="25655"/>
                  <a:pt x="73091" y="7583"/>
                  <a:pt x="73899" y="3944"/>
                </a:cubicBezTo>
                <a:cubicBezTo>
                  <a:pt x="74468" y="0"/>
                  <a:pt x="108173" y="1661"/>
                  <a:pt x="108938" y="5463"/>
                </a:cubicBezTo>
                <a:cubicBezTo>
                  <a:pt x="109725" y="9386"/>
                  <a:pt x="104371" y="21470"/>
                  <a:pt x="103607" y="37848"/>
                </a:cubicBezTo>
                <a:cubicBezTo>
                  <a:pt x="104754" y="77084"/>
                  <a:pt x="111080" y="87715"/>
                  <a:pt x="119220" y="96882"/>
                </a:cubicBezTo>
                <a:cubicBezTo>
                  <a:pt x="122268" y="100313"/>
                  <a:pt x="126463" y="101602"/>
                  <a:pt x="132931" y="101078"/>
                </a:cubicBezTo>
                <a:cubicBezTo>
                  <a:pt x="147026" y="99930"/>
                  <a:pt x="173510" y="84077"/>
                  <a:pt x="184359" y="99177"/>
                </a:cubicBezTo>
                <a:cubicBezTo>
                  <a:pt x="189385" y="106161"/>
                  <a:pt x="190073" y="131551"/>
                  <a:pt x="176361" y="152882"/>
                </a:cubicBezTo>
                <a:cubicBezTo>
                  <a:pt x="157733" y="181862"/>
                  <a:pt x="111987" y="187927"/>
                  <a:pt x="94080" y="187927"/>
                </a:cubicBezTo>
                <a:cubicBezTo>
                  <a:pt x="58642" y="187927"/>
                  <a:pt x="40758" y="178023"/>
                  <a:pt x="27045" y="166976"/>
                </a:cubicBezTo>
                <a:cubicBezTo>
                  <a:pt x="13333" y="155929"/>
                  <a:pt x="0" y="139931"/>
                  <a:pt x="2666" y="114408"/>
                </a:cubicBezTo>
                <a:cubicBezTo>
                  <a:pt x="5336" y="88851"/>
                  <a:pt x="34282" y="99176"/>
                  <a:pt x="41138" y="10107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44C6E3-1956-4DB7-AD2D-2AA468D8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660" y="7537821"/>
            <a:ext cx="82659" cy="33468"/>
          </a:xfrm>
          <a:custGeom xmlns:a="http://schemas.openxmlformats.org/drawingml/2006/main">
            <a:pathLst>
              <a:path w="82659" h="33468">
                <a:moveTo>
                  <a:pt x="39994" y="32759"/>
                </a:moveTo>
                <a:cubicBezTo>
                  <a:pt x="19421" y="32211"/>
                  <a:pt x="2286" y="18284"/>
                  <a:pt x="0" y="380"/>
                </a:cubicBezTo>
                <a:cubicBezTo>
                  <a:pt x="17902" y="16379"/>
                  <a:pt x="27287" y="5713"/>
                  <a:pt x="41895" y="5713"/>
                </a:cubicBezTo>
                <a:cubicBezTo>
                  <a:pt x="55989" y="5713"/>
                  <a:pt x="61332" y="18664"/>
                  <a:pt x="82659" y="0"/>
                </a:cubicBezTo>
                <a:cubicBezTo>
                  <a:pt x="82659" y="14475"/>
                  <a:pt x="66653" y="33468"/>
                  <a:pt x="39994" y="327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6ED9FE-8DA0-4C81-BBAA-35259619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0184" y="7545301"/>
            <a:ext cx="36820" cy="45703"/>
          </a:xfrm>
          <a:custGeom xmlns:a="http://schemas.openxmlformats.org/drawingml/2006/main">
            <a:pathLst>
              <a:path w="36820" h="45703">
                <a:moveTo>
                  <a:pt x="1464" y="29707"/>
                </a:moveTo>
                <a:cubicBezTo>
                  <a:pt x="0" y="18919"/>
                  <a:pt x="1333" y="7744"/>
                  <a:pt x="4130" y="763"/>
                </a:cubicBezTo>
                <a:lnTo>
                  <a:pt x="36820" y="0"/>
                </a:lnTo>
                <a:cubicBezTo>
                  <a:pt x="36186" y="6856"/>
                  <a:pt x="34471" y="18890"/>
                  <a:pt x="35684" y="28945"/>
                </a:cubicBezTo>
                <a:cubicBezTo>
                  <a:pt x="36743" y="37705"/>
                  <a:pt x="32646" y="45703"/>
                  <a:pt x="18956" y="45703"/>
                </a:cubicBezTo>
                <a:cubicBezTo>
                  <a:pt x="7550" y="45703"/>
                  <a:pt x="2600" y="38085"/>
                  <a:pt x="1464" y="29707"/>
                </a:cubicBezTo>
                <a:close/>
              </a:path>
            </a:pathLst>
          </a:custGeom>
          <a:solidFill xmlns:a="http://schemas.openxmlformats.org/drawingml/2006/main">
            <a:srgbClr val="FF8F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5D7AF-AD7B-42E2-8B29-C4C5FBBB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900" y="7543154"/>
            <a:ext cx="40982" cy="49348"/>
          </a:xfrm>
          <a:custGeom xmlns:a="http://schemas.openxmlformats.org/drawingml/2006/main">
            <a:pathLst>
              <a:path w="40982" h="49348">
                <a:moveTo>
                  <a:pt x="40982" y="1773"/>
                </a:moveTo>
                <a:lnTo>
                  <a:pt x="40447" y="904"/>
                </a:lnTo>
                <a:cubicBezTo>
                  <a:pt x="40338" y="2107"/>
                  <a:pt x="40196" y="3449"/>
                  <a:pt x="40043" y="4898"/>
                </a:cubicBezTo>
                <a:cubicBezTo>
                  <a:pt x="39300" y="12099"/>
                  <a:pt x="38273" y="21920"/>
                  <a:pt x="39289" y="30352"/>
                </a:cubicBezTo>
                <a:cubicBezTo>
                  <a:pt x="39857" y="35128"/>
                  <a:pt x="39060" y="39927"/>
                  <a:pt x="36055" y="43550"/>
                </a:cubicBezTo>
                <a:cubicBezTo>
                  <a:pt x="33029" y="47197"/>
                  <a:pt x="28025" y="49348"/>
                  <a:pt x="20792" y="49348"/>
                </a:cubicBezTo>
                <a:cubicBezTo>
                  <a:pt x="14630" y="49348"/>
                  <a:pt x="10063" y="47246"/>
                  <a:pt x="6894" y="43865"/>
                </a:cubicBezTo>
                <a:cubicBezTo>
                  <a:pt x="3769" y="40521"/>
                  <a:pt x="2131" y="36063"/>
                  <a:pt x="1519" y="31535"/>
                </a:cubicBezTo>
                <a:cubicBezTo>
                  <a:pt x="0" y="20218"/>
                  <a:pt x="1377" y="8439"/>
                  <a:pt x="4316" y="960"/>
                </a:cubicBezTo>
                <a:lnTo>
                  <a:pt x="4698" y="0"/>
                </a:lnTo>
                <a:lnTo>
                  <a:pt x="40982" y="1773"/>
                </a:lnTo>
                <a:close/>
                <a:moveTo>
                  <a:pt x="6829" y="3084"/>
                </a:moveTo>
                <a:cubicBezTo>
                  <a:pt x="4359" y="10026"/>
                  <a:pt x="3190" y="20721"/>
                  <a:pt x="4578" y="31111"/>
                </a:cubicBezTo>
                <a:cubicBezTo>
                  <a:pt x="5124" y="35204"/>
                  <a:pt x="6577" y="38975"/>
                  <a:pt x="9134" y="41704"/>
                </a:cubicBezTo>
                <a:cubicBezTo>
                  <a:pt x="11658" y="44397"/>
                  <a:pt x="15384" y="46213"/>
                  <a:pt x="20792" y="46213"/>
                </a:cubicBezTo>
                <a:cubicBezTo>
                  <a:pt x="27435" y="46213"/>
                  <a:pt x="31444" y="44252"/>
                  <a:pt x="33695" y="41529"/>
                </a:cubicBezTo>
                <a:cubicBezTo>
                  <a:pt x="35979" y="38786"/>
                  <a:pt x="36732" y="34964"/>
                  <a:pt x="36219" y="30728"/>
                </a:cubicBezTo>
                <a:cubicBezTo>
                  <a:pt x="35170" y="21900"/>
                  <a:pt x="36241" y="11627"/>
                  <a:pt x="36984" y="4450"/>
                </a:cubicBezTo>
                <a:cubicBezTo>
                  <a:pt x="37060" y="3723"/>
                  <a:pt x="37137" y="3027"/>
                  <a:pt x="37202" y="2367"/>
                </a:cubicBezTo>
                <a:lnTo>
                  <a:pt x="6829" y="3084"/>
                </a:lnTo>
                <a:close/>
              </a:path>
            </a:pathLst>
          </a:custGeom>
          <a:solidFill xmlns:a="http://schemas.openxmlformats.org/drawingml/2006/main">
            <a:srgbClr val="DF413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48ACEC-E6DA-4370-8463-D1CE4DFB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940" y="7543534"/>
            <a:ext cx="11046" cy="30052"/>
          </a:xfrm>
          <a:custGeom xmlns:a="http://schemas.openxmlformats.org/drawingml/2006/main">
            <a:pathLst>
              <a:path w="11046" h="30052">
                <a:moveTo>
                  <a:pt x="11046" y="3047"/>
                </a:moveTo>
                <a:cubicBezTo>
                  <a:pt x="8380" y="6095"/>
                  <a:pt x="6097" y="11198"/>
                  <a:pt x="6097" y="23997"/>
                </a:cubicBezTo>
                <a:lnTo>
                  <a:pt x="6097" y="24681"/>
                </a:lnTo>
                <a:cubicBezTo>
                  <a:pt x="6239" y="28636"/>
                  <a:pt x="6108" y="30052"/>
                  <a:pt x="6097" y="24681"/>
                </a:cubicBezTo>
                <a:cubicBezTo>
                  <a:pt x="5867" y="18118"/>
                  <a:pt x="4928" y="4559"/>
                  <a:pt x="1530" y="3429"/>
                </a:cubicBezTo>
                <a:cubicBezTo>
                  <a:pt x="382" y="3047"/>
                  <a:pt x="0" y="0"/>
                  <a:pt x="11046" y="3047"/>
                </a:cubicBezTo>
                <a:close/>
              </a:path>
            </a:pathLst>
          </a:custGeom>
          <a:solidFill xmlns:a="http://schemas.openxmlformats.org/drawingml/2006/main">
            <a:srgbClr val="D74D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FB213-6DA1-491A-A83E-96BA9739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058" y="7511546"/>
            <a:ext cx="83621" cy="40133"/>
          </a:xfrm>
          <a:custGeom xmlns:a="http://schemas.openxmlformats.org/drawingml/2006/main">
            <a:pathLst>
              <a:path w="83621" h="40133">
                <a:moveTo>
                  <a:pt x="39612" y="20131"/>
                </a:moveTo>
                <a:cubicBezTo>
                  <a:pt x="48364" y="20131"/>
                  <a:pt x="55455" y="13564"/>
                  <a:pt x="55455" y="7921"/>
                </a:cubicBezTo>
                <a:cubicBezTo>
                  <a:pt x="55455" y="2284"/>
                  <a:pt x="48364" y="0"/>
                  <a:pt x="39612" y="0"/>
                </a:cubicBezTo>
                <a:cubicBezTo>
                  <a:pt x="30861" y="0"/>
                  <a:pt x="23770" y="2284"/>
                  <a:pt x="23770" y="7921"/>
                </a:cubicBezTo>
                <a:cubicBezTo>
                  <a:pt x="23770" y="13564"/>
                  <a:pt x="30861" y="20131"/>
                  <a:pt x="39612" y="20131"/>
                </a:cubicBezTo>
                <a:close/>
                <a:moveTo>
                  <a:pt x="6263" y="24496"/>
                </a:moveTo>
                <a:cubicBezTo>
                  <a:pt x="5597" y="22950"/>
                  <a:pt x="3805" y="22237"/>
                  <a:pt x="2259" y="22902"/>
                </a:cubicBezTo>
                <a:cubicBezTo>
                  <a:pt x="713" y="23568"/>
                  <a:pt x="0" y="25361"/>
                  <a:pt x="665" y="26907"/>
                </a:cubicBezTo>
                <a:cubicBezTo>
                  <a:pt x="1785" y="29506"/>
                  <a:pt x="4468" y="33402"/>
                  <a:pt x="8745" y="36057"/>
                </a:cubicBezTo>
                <a:cubicBezTo>
                  <a:pt x="13166" y="38800"/>
                  <a:pt x="19170" y="40133"/>
                  <a:pt x="26480" y="37553"/>
                </a:cubicBezTo>
                <a:cubicBezTo>
                  <a:pt x="37689" y="33599"/>
                  <a:pt x="46485" y="34510"/>
                  <a:pt x="55662" y="37570"/>
                </a:cubicBezTo>
                <a:cubicBezTo>
                  <a:pt x="60568" y="39206"/>
                  <a:pt x="66577" y="39078"/>
                  <a:pt x="71690" y="37373"/>
                </a:cubicBezTo>
                <a:cubicBezTo>
                  <a:pt x="76782" y="35676"/>
                  <a:pt x="81655" y="32165"/>
                  <a:pt x="83162" y="26483"/>
                </a:cubicBezTo>
                <a:cubicBezTo>
                  <a:pt x="83621" y="24864"/>
                  <a:pt x="82671" y="23180"/>
                  <a:pt x="81054" y="22722"/>
                </a:cubicBezTo>
                <a:cubicBezTo>
                  <a:pt x="79437" y="22265"/>
                  <a:pt x="77754" y="23208"/>
                  <a:pt x="77295" y="24828"/>
                </a:cubicBezTo>
                <a:cubicBezTo>
                  <a:pt x="77284" y="24858"/>
                  <a:pt x="77273" y="24889"/>
                  <a:pt x="77273" y="24920"/>
                </a:cubicBezTo>
                <a:cubicBezTo>
                  <a:pt x="76487" y="27863"/>
                  <a:pt x="73788" y="30250"/>
                  <a:pt x="69768" y="31591"/>
                </a:cubicBezTo>
                <a:cubicBezTo>
                  <a:pt x="65780" y="32920"/>
                  <a:pt x="61125" y="32969"/>
                  <a:pt x="57585" y="31789"/>
                </a:cubicBezTo>
                <a:cubicBezTo>
                  <a:pt x="47402" y="28395"/>
                  <a:pt x="37187" y="27310"/>
                  <a:pt x="24458" y="31806"/>
                </a:cubicBezTo>
                <a:cubicBezTo>
                  <a:pt x="18974" y="33740"/>
                  <a:pt x="14889" y="32696"/>
                  <a:pt x="11959" y="30878"/>
                </a:cubicBezTo>
                <a:cubicBezTo>
                  <a:pt x="8887" y="28972"/>
                  <a:pt x="6963" y="26122"/>
                  <a:pt x="6263" y="244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AF13E3-E236-4E3F-BAB2-732B152B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581" y="7516189"/>
            <a:ext cx="6107" cy="3376"/>
          </a:xfrm>
          <a:custGeom xmlns:a="http://schemas.openxmlformats.org/drawingml/2006/main">
            <a:pathLst>
              <a:path w="6107" h="3376">
                <a:moveTo>
                  <a:pt x="5889" y="754"/>
                </a:moveTo>
                <a:cubicBezTo>
                  <a:pt x="6107" y="1399"/>
                  <a:pt x="5004" y="2338"/>
                  <a:pt x="3431" y="2863"/>
                </a:cubicBezTo>
                <a:cubicBezTo>
                  <a:pt x="1868" y="3376"/>
                  <a:pt x="415" y="3267"/>
                  <a:pt x="208" y="2622"/>
                </a:cubicBezTo>
                <a:cubicBezTo>
                  <a:pt x="0" y="1978"/>
                  <a:pt x="1093" y="1038"/>
                  <a:pt x="2666" y="514"/>
                </a:cubicBezTo>
                <a:cubicBezTo>
                  <a:pt x="4239" y="0"/>
                  <a:pt x="5681" y="109"/>
                  <a:pt x="5889" y="754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5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8D99A4-ABB6-4B02-98D2-41564E53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1" y="7499986"/>
            <a:ext cx="34099" cy="9528"/>
          </a:xfrm>
          <a:custGeom xmlns:a="http://schemas.openxmlformats.org/drawingml/2006/main">
            <a:pathLst>
              <a:path w="34099" h="9528">
                <a:moveTo>
                  <a:pt x="17241" y="4698"/>
                </a:moveTo>
                <a:cubicBezTo>
                  <a:pt x="12029" y="4589"/>
                  <a:pt x="7003" y="5802"/>
                  <a:pt x="3922" y="8009"/>
                </a:cubicBezTo>
                <a:cubicBezTo>
                  <a:pt x="2895" y="8741"/>
                  <a:pt x="1475" y="8501"/>
                  <a:pt x="743" y="7473"/>
                </a:cubicBezTo>
                <a:cubicBezTo>
                  <a:pt x="0" y="6446"/>
                  <a:pt x="240" y="5015"/>
                  <a:pt x="1267" y="4283"/>
                </a:cubicBezTo>
                <a:cubicBezTo>
                  <a:pt x="5430" y="1311"/>
                  <a:pt x="11549" y="0"/>
                  <a:pt x="17339" y="131"/>
                </a:cubicBezTo>
                <a:cubicBezTo>
                  <a:pt x="23119" y="262"/>
                  <a:pt x="29161" y="1825"/>
                  <a:pt x="33061" y="5266"/>
                </a:cubicBezTo>
                <a:cubicBezTo>
                  <a:pt x="34001" y="6097"/>
                  <a:pt x="34099" y="7550"/>
                  <a:pt x="33258" y="8490"/>
                </a:cubicBezTo>
                <a:cubicBezTo>
                  <a:pt x="32428" y="9440"/>
                  <a:pt x="30985" y="9528"/>
                  <a:pt x="30035" y="8697"/>
                </a:cubicBezTo>
                <a:cubicBezTo>
                  <a:pt x="27271" y="6250"/>
                  <a:pt x="22463" y="4818"/>
                  <a:pt x="17241" y="4698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9C243A-2DA6-4BBD-BC11-85B048E8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424" y="7490207"/>
            <a:ext cx="108176" cy="28943"/>
          </a:xfrm>
          <a:custGeom xmlns:a="http://schemas.openxmlformats.org/drawingml/2006/main">
            <a:pathLst>
              <a:path w="108176" h="28943">
                <a:moveTo>
                  <a:pt x="94464" y="27425"/>
                </a:moveTo>
                <a:cubicBezTo>
                  <a:pt x="102036" y="27425"/>
                  <a:pt x="108176" y="21284"/>
                  <a:pt x="108176" y="13712"/>
                </a:cubicBezTo>
                <a:cubicBezTo>
                  <a:pt x="108176" y="6141"/>
                  <a:pt x="102036" y="0"/>
                  <a:pt x="94464" y="0"/>
                </a:cubicBezTo>
                <a:cubicBezTo>
                  <a:pt x="86893" y="0"/>
                  <a:pt x="80752" y="6140"/>
                  <a:pt x="80752" y="13712"/>
                </a:cubicBezTo>
                <a:cubicBezTo>
                  <a:pt x="80752" y="21284"/>
                  <a:pt x="86893" y="27425"/>
                  <a:pt x="94464" y="27425"/>
                </a:cubicBezTo>
                <a:close/>
                <a:moveTo>
                  <a:pt x="13712" y="28943"/>
                </a:moveTo>
                <a:cubicBezTo>
                  <a:pt x="21286" y="28943"/>
                  <a:pt x="27425" y="22803"/>
                  <a:pt x="27425" y="15231"/>
                </a:cubicBezTo>
                <a:cubicBezTo>
                  <a:pt x="27425" y="7659"/>
                  <a:pt x="21286" y="1519"/>
                  <a:pt x="13712" y="1519"/>
                </a:cubicBezTo>
                <a:cubicBezTo>
                  <a:pt x="6138" y="1519"/>
                  <a:pt x="0" y="7659"/>
                  <a:pt x="0" y="15231"/>
                </a:cubicBezTo>
                <a:cubicBezTo>
                  <a:pt x="0" y="22803"/>
                  <a:pt x="6138" y="28943"/>
                  <a:pt x="13712" y="289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7E02C-6EBB-4370-A447-6508078B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233" y="7494010"/>
            <a:ext cx="95222" cy="16007"/>
          </a:xfrm>
          <a:custGeom xmlns:a="http://schemas.openxmlformats.org/drawingml/2006/main">
            <a:pathLst>
              <a:path w="95222" h="16007">
                <a:moveTo>
                  <a:pt x="87989" y="14477"/>
                </a:moveTo>
                <a:cubicBezTo>
                  <a:pt x="91988" y="14477"/>
                  <a:pt x="95222" y="11243"/>
                  <a:pt x="95222" y="7244"/>
                </a:cubicBezTo>
                <a:cubicBezTo>
                  <a:pt x="95222" y="3245"/>
                  <a:pt x="91988" y="0"/>
                  <a:pt x="87989" y="0"/>
                </a:cubicBezTo>
                <a:cubicBezTo>
                  <a:pt x="83991" y="0"/>
                  <a:pt x="80757" y="3245"/>
                  <a:pt x="80757" y="7244"/>
                </a:cubicBezTo>
                <a:cubicBezTo>
                  <a:pt x="80757" y="11243"/>
                  <a:pt x="83991" y="14477"/>
                  <a:pt x="87989" y="14477"/>
                </a:cubicBezTo>
                <a:close/>
                <a:moveTo>
                  <a:pt x="7237" y="16007"/>
                </a:moveTo>
                <a:cubicBezTo>
                  <a:pt x="11234" y="16007"/>
                  <a:pt x="14474" y="12762"/>
                  <a:pt x="14474" y="8763"/>
                </a:cubicBezTo>
                <a:cubicBezTo>
                  <a:pt x="14474" y="4775"/>
                  <a:pt x="11234" y="1530"/>
                  <a:pt x="7237" y="1530"/>
                </a:cubicBezTo>
                <a:cubicBezTo>
                  <a:pt x="3241" y="1530"/>
                  <a:pt x="0" y="4775"/>
                  <a:pt x="0" y="8763"/>
                </a:cubicBezTo>
                <a:cubicBezTo>
                  <a:pt x="0" y="12762"/>
                  <a:pt x="3241" y="16007"/>
                  <a:pt x="7237" y="160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4BA76-FADF-4481-AE22-1FA07F76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309" y="7497058"/>
            <a:ext cx="85296" cy="6129"/>
          </a:xfrm>
          <a:custGeom xmlns:a="http://schemas.openxmlformats.org/drawingml/2006/main">
            <a:pathLst>
              <a:path w="85296" h="6129">
                <a:moveTo>
                  <a:pt x="82630" y="5332"/>
                </a:moveTo>
                <a:cubicBezTo>
                  <a:pt x="84105" y="5332"/>
                  <a:pt x="85296" y="4141"/>
                  <a:pt x="85296" y="2666"/>
                </a:cubicBezTo>
                <a:cubicBezTo>
                  <a:pt x="85296" y="1202"/>
                  <a:pt x="84105" y="0"/>
                  <a:pt x="82630" y="0"/>
                </a:cubicBezTo>
                <a:cubicBezTo>
                  <a:pt x="81155" y="0"/>
                  <a:pt x="79965" y="1202"/>
                  <a:pt x="79965" y="2666"/>
                </a:cubicBezTo>
                <a:cubicBezTo>
                  <a:pt x="79965" y="4141"/>
                  <a:pt x="81155" y="5332"/>
                  <a:pt x="82630" y="5332"/>
                </a:cubicBezTo>
                <a:close/>
                <a:moveTo>
                  <a:pt x="2639" y="6097"/>
                </a:moveTo>
                <a:cubicBezTo>
                  <a:pt x="4111" y="6129"/>
                  <a:pt x="5333" y="4971"/>
                  <a:pt x="5368" y="3496"/>
                </a:cubicBezTo>
                <a:cubicBezTo>
                  <a:pt x="5403" y="2021"/>
                  <a:pt x="4237" y="797"/>
                  <a:pt x="2765" y="765"/>
                </a:cubicBezTo>
                <a:cubicBezTo>
                  <a:pt x="2723" y="765"/>
                  <a:pt x="2680" y="765"/>
                  <a:pt x="2639" y="765"/>
                </a:cubicBezTo>
                <a:cubicBezTo>
                  <a:pt x="1166" y="797"/>
                  <a:pt x="0" y="2021"/>
                  <a:pt x="35" y="3496"/>
                </a:cubicBezTo>
                <a:cubicBezTo>
                  <a:pt x="69" y="4917"/>
                  <a:pt x="1215" y="6064"/>
                  <a:pt x="2639" y="609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6BE6D6-D15C-4377-8107-5AC45CE1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569" y="7509251"/>
            <a:ext cx="154653" cy="14475"/>
          </a:xfrm>
          <a:custGeom xmlns:a="http://schemas.openxmlformats.org/drawingml/2006/main">
            <a:pathLst>
              <a:path w="154653" h="14475">
                <a:moveTo>
                  <a:pt x="141695" y="12194"/>
                </a:moveTo>
                <a:cubicBezTo>
                  <a:pt x="148851" y="12194"/>
                  <a:pt x="154653" y="9462"/>
                  <a:pt x="154653" y="6097"/>
                </a:cubicBezTo>
                <a:cubicBezTo>
                  <a:pt x="154653" y="2732"/>
                  <a:pt x="148851" y="0"/>
                  <a:pt x="141695" y="0"/>
                </a:cubicBezTo>
                <a:cubicBezTo>
                  <a:pt x="134550" y="0"/>
                  <a:pt x="128748" y="2732"/>
                  <a:pt x="128748" y="6097"/>
                </a:cubicBezTo>
                <a:cubicBezTo>
                  <a:pt x="128748" y="9462"/>
                  <a:pt x="134550" y="12194"/>
                  <a:pt x="141695" y="12194"/>
                </a:cubicBezTo>
                <a:close/>
                <a:moveTo>
                  <a:pt x="12951" y="14475"/>
                </a:moveTo>
                <a:cubicBezTo>
                  <a:pt x="20104" y="14475"/>
                  <a:pt x="25903" y="11745"/>
                  <a:pt x="25903" y="8380"/>
                </a:cubicBezTo>
                <a:cubicBezTo>
                  <a:pt x="25903" y="5015"/>
                  <a:pt x="20103" y="2283"/>
                  <a:pt x="12951" y="2283"/>
                </a:cubicBezTo>
                <a:cubicBezTo>
                  <a:pt x="5799" y="2283"/>
                  <a:pt x="0" y="5015"/>
                  <a:pt x="0" y="8380"/>
                </a:cubicBezTo>
                <a:cubicBezTo>
                  <a:pt x="0" y="11745"/>
                  <a:pt x="5799" y="14475"/>
                  <a:pt x="12951" y="14475"/>
                </a:cubicBezTo>
                <a:close/>
              </a:path>
            </a:pathLst>
          </a:custGeom>
          <a:solidFill xmlns:a="http://schemas.openxmlformats.org/drawingml/2006/main">
            <a:srgbClr val="FF8F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4A7548-EE87-475E-9675-A4BA266B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388" y="7401028"/>
            <a:ext cx="173841" cy="65273"/>
          </a:xfrm>
          <a:custGeom xmlns:a="http://schemas.openxmlformats.org/drawingml/2006/main">
            <a:pathLst>
              <a:path w="173841" h="65273">
                <a:moveTo>
                  <a:pt x="5711" y="61263"/>
                </a:moveTo>
                <a:cubicBezTo>
                  <a:pt x="0" y="61459"/>
                  <a:pt x="1333" y="0"/>
                  <a:pt x="19962" y="164"/>
                </a:cubicBezTo>
                <a:cubicBezTo>
                  <a:pt x="23026" y="393"/>
                  <a:pt x="46608" y="20956"/>
                  <a:pt x="45871" y="26835"/>
                </a:cubicBezTo>
                <a:cubicBezTo>
                  <a:pt x="45450" y="30189"/>
                  <a:pt x="36271" y="37061"/>
                  <a:pt x="26278" y="44557"/>
                </a:cubicBezTo>
                <a:cubicBezTo>
                  <a:pt x="18756" y="50195"/>
                  <a:pt x="10771" y="56171"/>
                  <a:pt x="5711" y="61263"/>
                </a:cubicBezTo>
                <a:close/>
                <a:moveTo>
                  <a:pt x="168127" y="65076"/>
                </a:moveTo>
                <a:cubicBezTo>
                  <a:pt x="173841" y="65273"/>
                  <a:pt x="172508" y="3814"/>
                  <a:pt x="153879" y="3966"/>
                </a:cubicBezTo>
                <a:cubicBezTo>
                  <a:pt x="150809" y="4207"/>
                  <a:pt x="127231" y="24770"/>
                  <a:pt x="127974" y="30637"/>
                </a:cubicBezTo>
                <a:cubicBezTo>
                  <a:pt x="128390" y="33991"/>
                  <a:pt x="137567" y="40875"/>
                  <a:pt x="147564" y="48359"/>
                </a:cubicBezTo>
                <a:cubicBezTo>
                  <a:pt x="155081" y="53997"/>
                  <a:pt x="163068" y="59985"/>
                  <a:pt x="168127" y="65076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91B894-527D-466D-9168-4F9364CF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9221" y="7569076"/>
            <a:ext cx="201857" cy="61865"/>
          </a:xfrm>
          <a:custGeom xmlns:a="http://schemas.openxmlformats.org/drawingml/2006/main">
            <a:pathLst>
              <a:path w="201857" h="61865">
                <a:moveTo>
                  <a:pt x="16897" y="47843"/>
                </a:moveTo>
                <a:cubicBezTo>
                  <a:pt x="11376" y="50446"/>
                  <a:pt x="298" y="52794"/>
                  <a:pt x="166" y="41365"/>
                </a:cubicBezTo>
                <a:cubicBezTo>
                  <a:pt x="0" y="27078"/>
                  <a:pt x="6791" y="0"/>
                  <a:pt x="35783" y="7476"/>
                </a:cubicBezTo>
                <a:cubicBezTo>
                  <a:pt x="64772" y="14950"/>
                  <a:pt x="67919" y="37212"/>
                  <a:pt x="66594" y="41365"/>
                </a:cubicBezTo>
                <a:cubicBezTo>
                  <a:pt x="65268" y="45518"/>
                  <a:pt x="62453" y="51332"/>
                  <a:pt x="53176" y="47843"/>
                </a:cubicBezTo>
                <a:cubicBezTo>
                  <a:pt x="50912" y="53381"/>
                  <a:pt x="43965" y="61865"/>
                  <a:pt x="34292" y="51499"/>
                </a:cubicBezTo>
                <a:cubicBezTo>
                  <a:pt x="30592" y="54765"/>
                  <a:pt x="21934" y="58610"/>
                  <a:pt x="16897" y="47843"/>
                </a:cubicBezTo>
                <a:close/>
                <a:moveTo>
                  <a:pt x="185337" y="47971"/>
                </a:moveTo>
                <a:cubicBezTo>
                  <a:pt x="190734" y="50536"/>
                  <a:pt x="201562" y="52848"/>
                  <a:pt x="201693" y="41588"/>
                </a:cubicBezTo>
                <a:cubicBezTo>
                  <a:pt x="201857" y="27516"/>
                  <a:pt x="195214" y="842"/>
                  <a:pt x="166872" y="8205"/>
                </a:cubicBezTo>
                <a:cubicBezTo>
                  <a:pt x="138542" y="15569"/>
                  <a:pt x="135461" y="37499"/>
                  <a:pt x="136761" y="41588"/>
                </a:cubicBezTo>
                <a:cubicBezTo>
                  <a:pt x="138050" y="45680"/>
                  <a:pt x="140804" y="51409"/>
                  <a:pt x="149872" y="47971"/>
                </a:cubicBezTo>
                <a:cubicBezTo>
                  <a:pt x="152090" y="53427"/>
                  <a:pt x="158875" y="61783"/>
                  <a:pt x="168336" y="51572"/>
                </a:cubicBezTo>
                <a:cubicBezTo>
                  <a:pt x="171953" y="54790"/>
                  <a:pt x="180420" y="58577"/>
                  <a:pt x="185337" y="4797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AC79C-A157-45C7-9259-AAD49EEE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578" y="7569546"/>
            <a:ext cx="214252" cy="61866"/>
          </a:xfrm>
          <a:custGeom xmlns:a="http://schemas.openxmlformats.org/drawingml/2006/main">
            <a:pathLst>
              <a:path w="214252" h="61866">
                <a:moveTo>
                  <a:pt x="7711" y="41686"/>
                </a:moveTo>
                <a:cubicBezTo>
                  <a:pt x="7629" y="34549"/>
                  <a:pt x="9324" y="24485"/>
                  <a:pt x="14332" y="17306"/>
                </a:cubicBezTo>
                <a:cubicBezTo>
                  <a:pt x="16784" y="13790"/>
                  <a:pt x="19973" y="11040"/>
                  <a:pt x="24112" y="9541"/>
                </a:cubicBezTo>
                <a:cubicBezTo>
                  <a:pt x="28254" y="8041"/>
                  <a:pt x="33679" y="7677"/>
                  <a:pt x="40800" y="9508"/>
                </a:cubicBezTo>
                <a:cubicBezTo>
                  <a:pt x="55269" y="13228"/>
                  <a:pt x="62964" y="20508"/>
                  <a:pt x="66943" y="27071"/>
                </a:cubicBezTo>
                <a:cubicBezTo>
                  <a:pt x="68958" y="30392"/>
                  <a:pt x="70054" y="33585"/>
                  <a:pt x="70567" y="36132"/>
                </a:cubicBezTo>
                <a:cubicBezTo>
                  <a:pt x="70825" y="37406"/>
                  <a:pt x="70930" y="38485"/>
                  <a:pt x="70943" y="39308"/>
                </a:cubicBezTo>
                <a:cubicBezTo>
                  <a:pt x="70956" y="40135"/>
                  <a:pt x="70873" y="40525"/>
                  <a:pt x="70864" y="40565"/>
                </a:cubicBezTo>
                <a:lnTo>
                  <a:pt x="70863" y="40570"/>
                </a:lnTo>
                <a:cubicBezTo>
                  <a:pt x="70189" y="42673"/>
                  <a:pt x="69379" y="44297"/>
                  <a:pt x="68235" y="45160"/>
                </a:cubicBezTo>
                <a:cubicBezTo>
                  <a:pt x="67420" y="45776"/>
                  <a:pt x="65677" y="46569"/>
                  <a:pt x="61570" y="45029"/>
                </a:cubicBezTo>
                <a:lnTo>
                  <a:pt x="58110" y="43732"/>
                </a:lnTo>
                <a:lnTo>
                  <a:pt x="56708" y="47151"/>
                </a:lnTo>
                <a:cubicBezTo>
                  <a:pt x="55663" y="49699"/>
                  <a:pt x="53714" y="52382"/>
                  <a:pt x="51536" y="53403"/>
                </a:cubicBezTo>
                <a:cubicBezTo>
                  <a:pt x="50582" y="53850"/>
                  <a:pt x="49557" y="54000"/>
                  <a:pt x="48328" y="53656"/>
                </a:cubicBezTo>
                <a:cubicBezTo>
                  <a:pt x="47021" y="53289"/>
                  <a:pt x="45204" y="52279"/>
                  <a:pt x="42946" y="49866"/>
                </a:cubicBezTo>
                <a:lnTo>
                  <a:pt x="40421" y="47168"/>
                </a:lnTo>
                <a:lnTo>
                  <a:pt x="37648" y="49610"/>
                </a:lnTo>
                <a:cubicBezTo>
                  <a:pt x="36074" y="50995"/>
                  <a:pt x="33642" y="52283"/>
                  <a:pt x="31429" y="52300"/>
                </a:cubicBezTo>
                <a:cubicBezTo>
                  <a:pt x="30363" y="52318"/>
                  <a:pt x="29319" y="51994"/>
                  <a:pt x="28452" y="51375"/>
                </a:cubicBezTo>
                <a:cubicBezTo>
                  <a:pt x="27448" y="50675"/>
                  <a:pt x="26256" y="49377"/>
                  <a:pt x="25130" y="46978"/>
                </a:cubicBezTo>
                <a:lnTo>
                  <a:pt x="23511" y="43527"/>
                </a:lnTo>
                <a:lnTo>
                  <a:pt x="20061" y="45148"/>
                </a:lnTo>
                <a:cubicBezTo>
                  <a:pt x="17409" y="46396"/>
                  <a:pt x="13815" y="47358"/>
                  <a:pt x="11202" y="46971"/>
                </a:cubicBezTo>
                <a:cubicBezTo>
                  <a:pt x="10010" y="46794"/>
                  <a:pt x="9283" y="46380"/>
                  <a:pt x="8815" y="45831"/>
                </a:cubicBezTo>
                <a:cubicBezTo>
                  <a:pt x="8337" y="45270"/>
                  <a:pt x="7739" y="44109"/>
                  <a:pt x="7711" y="41686"/>
                </a:cubicBezTo>
                <a:close/>
                <a:moveTo>
                  <a:pt x="42698" y="2130"/>
                </a:moveTo>
                <a:cubicBezTo>
                  <a:pt x="34416" y="0"/>
                  <a:pt x="27388" y="252"/>
                  <a:pt x="21518" y="2378"/>
                </a:cubicBezTo>
                <a:cubicBezTo>
                  <a:pt x="15643" y="4505"/>
                  <a:pt x="11264" y="8388"/>
                  <a:pt x="8084" y="12947"/>
                </a:cubicBezTo>
                <a:cubicBezTo>
                  <a:pt x="1826" y="21919"/>
                  <a:pt x="0" y="33773"/>
                  <a:pt x="94" y="41774"/>
                </a:cubicBezTo>
                <a:cubicBezTo>
                  <a:pt x="136" y="45408"/>
                  <a:pt x="1062" y="48477"/>
                  <a:pt x="3014" y="50770"/>
                </a:cubicBezTo>
                <a:cubicBezTo>
                  <a:pt x="4978" y="53075"/>
                  <a:pt x="7585" y="54137"/>
                  <a:pt x="10087" y="54507"/>
                </a:cubicBezTo>
                <a:cubicBezTo>
                  <a:pt x="13454" y="55006"/>
                  <a:pt x="17044" y="54328"/>
                  <a:pt x="19996" y="53354"/>
                </a:cubicBezTo>
                <a:cubicBezTo>
                  <a:pt x="21194" y="55134"/>
                  <a:pt x="22564" y="56557"/>
                  <a:pt x="24097" y="57625"/>
                </a:cubicBezTo>
                <a:cubicBezTo>
                  <a:pt x="26258" y="59146"/>
                  <a:pt x="28842" y="59948"/>
                  <a:pt x="31484" y="59917"/>
                </a:cubicBezTo>
                <a:cubicBezTo>
                  <a:pt x="34645" y="59894"/>
                  <a:pt x="37547" y="58770"/>
                  <a:pt x="39827" y="57402"/>
                </a:cubicBezTo>
                <a:cubicBezTo>
                  <a:pt x="41932" y="59175"/>
                  <a:pt x="44080" y="60376"/>
                  <a:pt x="46271" y="60990"/>
                </a:cubicBezTo>
                <a:cubicBezTo>
                  <a:pt x="49392" y="61866"/>
                  <a:pt x="52291" y="61461"/>
                  <a:pt x="54768" y="60301"/>
                </a:cubicBezTo>
                <a:cubicBezTo>
                  <a:pt x="58113" y="58734"/>
                  <a:pt x="60570" y="55866"/>
                  <a:pt x="62198" y="53145"/>
                </a:cubicBezTo>
                <a:cubicBezTo>
                  <a:pt x="66461" y="54058"/>
                  <a:pt x="70024" y="53355"/>
                  <a:pt x="72826" y="51240"/>
                </a:cubicBezTo>
                <a:cubicBezTo>
                  <a:pt x="75994" y="48847"/>
                  <a:pt x="77384" y="45188"/>
                  <a:pt x="78119" y="42892"/>
                </a:cubicBezTo>
                <a:cubicBezTo>
                  <a:pt x="78766" y="40867"/>
                  <a:pt x="78677" y="37800"/>
                  <a:pt x="78035" y="34623"/>
                </a:cubicBezTo>
                <a:cubicBezTo>
                  <a:pt x="77355" y="31261"/>
                  <a:pt x="75953" y="27236"/>
                  <a:pt x="73457" y="23120"/>
                </a:cubicBezTo>
                <a:cubicBezTo>
                  <a:pt x="68415" y="14806"/>
                  <a:pt x="59036" y="6332"/>
                  <a:pt x="42698" y="2130"/>
                </a:cubicBezTo>
                <a:close/>
                <a:moveTo>
                  <a:pt x="206549" y="41687"/>
                </a:moveTo>
                <a:cubicBezTo>
                  <a:pt x="206626" y="34550"/>
                  <a:pt x="204932" y="24486"/>
                  <a:pt x="199928" y="17306"/>
                </a:cubicBezTo>
                <a:cubicBezTo>
                  <a:pt x="197470" y="13790"/>
                  <a:pt x="194280" y="11040"/>
                  <a:pt x="190150" y="9541"/>
                </a:cubicBezTo>
                <a:cubicBezTo>
                  <a:pt x="185998" y="8041"/>
                  <a:pt x="180579" y="7677"/>
                  <a:pt x="173455" y="9508"/>
                </a:cubicBezTo>
                <a:cubicBezTo>
                  <a:pt x="158989" y="13228"/>
                  <a:pt x="151287" y="20509"/>
                  <a:pt x="147310" y="27071"/>
                </a:cubicBezTo>
                <a:cubicBezTo>
                  <a:pt x="145299" y="30392"/>
                  <a:pt x="144207" y="33585"/>
                  <a:pt x="143693" y="36132"/>
                </a:cubicBezTo>
                <a:cubicBezTo>
                  <a:pt x="143431" y="37406"/>
                  <a:pt x="143322" y="38485"/>
                  <a:pt x="143311" y="39308"/>
                </a:cubicBezTo>
                <a:cubicBezTo>
                  <a:pt x="143300" y="40135"/>
                  <a:pt x="143387" y="40524"/>
                  <a:pt x="143387" y="40566"/>
                </a:cubicBezTo>
                <a:lnTo>
                  <a:pt x="143387" y="40570"/>
                </a:lnTo>
                <a:cubicBezTo>
                  <a:pt x="144065" y="42673"/>
                  <a:pt x="144873" y="44297"/>
                  <a:pt x="146021" y="45160"/>
                </a:cubicBezTo>
                <a:cubicBezTo>
                  <a:pt x="146840" y="45776"/>
                  <a:pt x="148577" y="46570"/>
                  <a:pt x="152685" y="45029"/>
                </a:cubicBezTo>
                <a:lnTo>
                  <a:pt x="156149" y="43732"/>
                </a:lnTo>
                <a:lnTo>
                  <a:pt x="157547" y="47151"/>
                </a:lnTo>
                <a:cubicBezTo>
                  <a:pt x="158596" y="49699"/>
                  <a:pt x="160541" y="52382"/>
                  <a:pt x="162726" y="53403"/>
                </a:cubicBezTo>
                <a:cubicBezTo>
                  <a:pt x="163677" y="53850"/>
                  <a:pt x="164704" y="54000"/>
                  <a:pt x="165927" y="53656"/>
                </a:cubicBezTo>
                <a:cubicBezTo>
                  <a:pt x="167238" y="53289"/>
                  <a:pt x="169052" y="52279"/>
                  <a:pt x="171314" y="49866"/>
                </a:cubicBezTo>
                <a:lnTo>
                  <a:pt x="173838" y="47168"/>
                </a:lnTo>
                <a:lnTo>
                  <a:pt x="176613" y="49610"/>
                </a:lnTo>
                <a:cubicBezTo>
                  <a:pt x="178186" y="50996"/>
                  <a:pt x="180611" y="52283"/>
                  <a:pt x="182829" y="52300"/>
                </a:cubicBezTo>
                <a:cubicBezTo>
                  <a:pt x="183889" y="52318"/>
                  <a:pt x="184938" y="51994"/>
                  <a:pt x="185801" y="51375"/>
                </a:cubicBezTo>
                <a:cubicBezTo>
                  <a:pt x="186806" y="50676"/>
                  <a:pt x="187997" y="49378"/>
                  <a:pt x="189123" y="46978"/>
                </a:cubicBezTo>
                <a:lnTo>
                  <a:pt x="190740" y="43528"/>
                </a:lnTo>
                <a:lnTo>
                  <a:pt x="194192" y="45148"/>
                </a:lnTo>
                <a:cubicBezTo>
                  <a:pt x="196847" y="46396"/>
                  <a:pt x="200442" y="47358"/>
                  <a:pt x="203053" y="46972"/>
                </a:cubicBezTo>
                <a:cubicBezTo>
                  <a:pt x="204244" y="46795"/>
                  <a:pt x="204976" y="46381"/>
                  <a:pt x="205446" y="45831"/>
                </a:cubicBezTo>
                <a:cubicBezTo>
                  <a:pt x="205916" y="45271"/>
                  <a:pt x="206516" y="44109"/>
                  <a:pt x="206549" y="41687"/>
                </a:cubicBezTo>
                <a:close/>
                <a:moveTo>
                  <a:pt x="171554" y="2130"/>
                </a:moveTo>
                <a:cubicBezTo>
                  <a:pt x="179836" y="0"/>
                  <a:pt x="186872" y="253"/>
                  <a:pt x="192739" y="2378"/>
                </a:cubicBezTo>
                <a:cubicBezTo>
                  <a:pt x="198617" y="4505"/>
                  <a:pt x="202987" y="8388"/>
                  <a:pt x="206178" y="12948"/>
                </a:cubicBezTo>
                <a:cubicBezTo>
                  <a:pt x="212427" y="21919"/>
                  <a:pt x="214252" y="33773"/>
                  <a:pt x="214164" y="41774"/>
                </a:cubicBezTo>
                <a:cubicBezTo>
                  <a:pt x="214121" y="45408"/>
                  <a:pt x="213192" y="48477"/>
                  <a:pt x="211236" y="50771"/>
                </a:cubicBezTo>
                <a:cubicBezTo>
                  <a:pt x="209281" y="53075"/>
                  <a:pt x="206669" y="54137"/>
                  <a:pt x="204167" y="54508"/>
                </a:cubicBezTo>
                <a:cubicBezTo>
                  <a:pt x="200802" y="55007"/>
                  <a:pt x="197208" y="54328"/>
                  <a:pt x="194258" y="53355"/>
                </a:cubicBezTo>
                <a:cubicBezTo>
                  <a:pt x="193067" y="55134"/>
                  <a:pt x="191690" y="56558"/>
                  <a:pt x="190161" y="57626"/>
                </a:cubicBezTo>
                <a:cubicBezTo>
                  <a:pt x="187997" y="59147"/>
                  <a:pt x="185419" y="59948"/>
                  <a:pt x="182775" y="59917"/>
                </a:cubicBezTo>
                <a:cubicBezTo>
                  <a:pt x="179606" y="59894"/>
                  <a:pt x="176711" y="58770"/>
                  <a:pt x="174428" y="57403"/>
                </a:cubicBezTo>
                <a:cubicBezTo>
                  <a:pt x="172319" y="59175"/>
                  <a:pt x="170177" y="60376"/>
                  <a:pt x="167981" y="60990"/>
                </a:cubicBezTo>
                <a:cubicBezTo>
                  <a:pt x="164867" y="61866"/>
                  <a:pt x="161961" y="61462"/>
                  <a:pt x="159492" y="60302"/>
                </a:cubicBezTo>
                <a:cubicBezTo>
                  <a:pt x="156149" y="58734"/>
                  <a:pt x="153690" y="55866"/>
                  <a:pt x="152062" y="53145"/>
                </a:cubicBezTo>
                <a:cubicBezTo>
                  <a:pt x="147791" y="54058"/>
                  <a:pt x="144229" y="53355"/>
                  <a:pt x="141432" y="51240"/>
                </a:cubicBezTo>
                <a:cubicBezTo>
                  <a:pt x="138263" y="48848"/>
                  <a:pt x="136876" y="45188"/>
                  <a:pt x="136133" y="42892"/>
                </a:cubicBezTo>
                <a:cubicBezTo>
                  <a:pt x="135488" y="40867"/>
                  <a:pt x="135576" y="37800"/>
                  <a:pt x="136220" y="34623"/>
                </a:cubicBezTo>
                <a:cubicBezTo>
                  <a:pt x="136898" y="31261"/>
                  <a:pt x="138307" y="27236"/>
                  <a:pt x="140798" y="23120"/>
                </a:cubicBezTo>
                <a:cubicBezTo>
                  <a:pt x="145846" y="14806"/>
                  <a:pt x="155220" y="6332"/>
                  <a:pt x="171554" y="21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FEBDF7-AA9D-4A39-A90D-FE944FD7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7" y="3697511"/>
            <a:ext cx="7136851" cy="1029045"/>
          </a:xfrm>
          <a:custGeom xmlns:a="http://schemas.openxmlformats.org/drawingml/2006/main">
            <a:pathLst>
              <a:path w="7136851" h="1029045">
                <a:moveTo>
                  <a:pt x="0" y="1029045"/>
                </a:moveTo>
                <a:lnTo>
                  <a:pt x="0" y="0"/>
                </a:lnTo>
                <a:lnTo>
                  <a:pt x="7136851" y="0"/>
                </a:lnTo>
                <a:lnTo>
                  <a:pt x="7136851" y="1029045"/>
                </a:lnTo>
                <a:lnTo>
                  <a:pt x="0" y="1029045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800C46-A416-4D31-9771-530B1521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7" y="3697511"/>
            <a:ext cx="7136851" cy="1029045"/>
          </a:xfrm>
          <a:custGeom xmlns:a="http://schemas.openxmlformats.org/drawingml/2006/main">
            <a:pathLst>
              <a:path w="7136851" h="1029045" fill="none">
                <a:moveTo>
                  <a:pt x="0" y="1029045"/>
                </a:moveTo>
                <a:lnTo>
                  <a:pt x="7136851" y="1029045"/>
                </a:lnTo>
                <a:lnTo>
                  <a:pt x="7136851" y="0"/>
                </a:lnTo>
                <a:lnTo>
                  <a:pt x="0" y="0"/>
                </a:lnTo>
                <a:lnTo>
                  <a:pt x="0" y="10290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643" cap="flat">
            <a:solidFill>
              <a:srgbClr val="7F7F7F"/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E7C3D-3F04-4F9E-9847-B4B62F85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7" y="3522921"/>
            <a:ext cx="7136877" cy="245118"/>
          </a:xfrm>
          <a:custGeom xmlns:a="http://schemas.openxmlformats.org/drawingml/2006/main">
            <a:pathLst>
              <a:path w="7136877" h="245118">
                <a:moveTo>
                  <a:pt x="0" y="1296"/>
                </a:moveTo>
                <a:cubicBezTo>
                  <a:pt x="0" y="605"/>
                  <a:pt x="553" y="0"/>
                  <a:pt x="1227" y="0"/>
                </a:cubicBezTo>
                <a:lnTo>
                  <a:pt x="7135667" y="0"/>
                </a:lnTo>
                <a:cubicBezTo>
                  <a:pt x="7136358" y="0"/>
                  <a:pt x="7136877" y="605"/>
                  <a:pt x="7136877" y="1296"/>
                </a:cubicBezTo>
                <a:lnTo>
                  <a:pt x="7136877" y="243908"/>
                </a:lnTo>
                <a:cubicBezTo>
                  <a:pt x="7136877" y="244599"/>
                  <a:pt x="7136358" y="245118"/>
                  <a:pt x="7135667" y="245118"/>
                </a:cubicBezTo>
                <a:lnTo>
                  <a:pt x="1227" y="245118"/>
                </a:lnTo>
                <a:cubicBezTo>
                  <a:pt x="553" y="245118"/>
                  <a:pt x="0" y="244599"/>
                  <a:pt x="0" y="243908"/>
                </a:cubicBezTo>
                <a:lnTo>
                  <a:pt x="0" y="1296"/>
                </a:lnTo>
                <a:close/>
              </a:path>
            </a:pathLst>
          </a:custGeom>
          <a:solidFill xmlns:a="http://schemas.openxmlformats.org/drawingml/2006/main">
            <a:srgbClr val="F7F8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58F4E6-1C78-4E37-8425-ED89926F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7" y="3522921"/>
            <a:ext cx="7136877" cy="245118"/>
          </a:xfrm>
          <a:custGeom xmlns:a="http://schemas.openxmlformats.org/drawingml/2006/main">
            <a:pathLst>
              <a:path w="7136877" h="245118" fill="none">
                <a:moveTo>
                  <a:pt x="0" y="1296"/>
                </a:moveTo>
                <a:cubicBezTo>
                  <a:pt x="0" y="605"/>
                  <a:pt x="553" y="0"/>
                  <a:pt x="1227" y="0"/>
                </a:cubicBezTo>
                <a:lnTo>
                  <a:pt x="7135667" y="0"/>
                </a:lnTo>
                <a:cubicBezTo>
                  <a:pt x="7136358" y="0"/>
                  <a:pt x="7136877" y="605"/>
                  <a:pt x="7136877" y="1296"/>
                </a:cubicBezTo>
                <a:lnTo>
                  <a:pt x="7136877" y="243908"/>
                </a:lnTo>
                <a:cubicBezTo>
                  <a:pt x="7136877" y="244599"/>
                  <a:pt x="7136358" y="245118"/>
                  <a:pt x="7135667" y="245118"/>
                </a:cubicBezTo>
                <a:lnTo>
                  <a:pt x="1227" y="245118"/>
                </a:lnTo>
                <a:cubicBezTo>
                  <a:pt x="553" y="245118"/>
                  <a:pt x="0" y="244599"/>
                  <a:pt x="0" y="243908"/>
                </a:cubicBezTo>
                <a:lnTo>
                  <a:pt x="0" y="12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643" cap="flat">
            <a:solidFill>
              <a:srgbClr val="7F7F7F"/>
            </a:solidFill>
            <a:miter/>
          </a:ln>
        </p:spPr>
      </p:sp>
      <p:sp>
        <p:nvSpPr>
          <p:cNvPr id="88" name="Text KnowledgeMining">
            <a:extLst xmlns:a="http://schemas.openxmlformats.org/drawingml/2006/main">
              <a:ext uri="{FF2B5EF4-FFF2-40B4-BE49-F238E27FC236}">
                <a16:creationId xmlns:a16="http://schemas.microsoft.com/office/drawing/2014/main" id="{4612B655-8218-408F-8A48-4BBD1C2B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9414" y="3611106"/>
            <a:ext cx="1039784" cy="113804"/>
          </a:xfrm>
          <a:custGeom xmlns:a="http://schemas.openxmlformats.org/drawingml/2006/main">
            <a:pathLst>
              <a:path w="1039784" h="113804">
                <a:moveTo>
                  <a:pt x="1422" y="30830"/>
                </a:moveTo>
                <a:cubicBezTo>
                  <a:pt x="1422" y="21500"/>
                  <a:pt x="948" y="13396"/>
                  <a:pt x="0" y="6518"/>
                </a:cubicBezTo>
                <a:lnTo>
                  <a:pt x="237" y="6162"/>
                </a:lnTo>
                <a:cubicBezTo>
                  <a:pt x="4108" y="6399"/>
                  <a:pt x="7426" y="6518"/>
                  <a:pt x="10191" y="6518"/>
                </a:cubicBezTo>
                <a:lnTo>
                  <a:pt x="20264" y="6162"/>
                </a:lnTo>
                <a:lnTo>
                  <a:pt x="20383" y="6518"/>
                </a:lnTo>
                <a:cubicBezTo>
                  <a:pt x="19395" y="12922"/>
                  <a:pt x="18902" y="21026"/>
                  <a:pt x="18902" y="30830"/>
                </a:cubicBezTo>
                <a:lnTo>
                  <a:pt x="18902" y="41858"/>
                </a:lnTo>
                <a:cubicBezTo>
                  <a:pt x="19968" y="41740"/>
                  <a:pt x="20857" y="41384"/>
                  <a:pt x="21568" y="40792"/>
                </a:cubicBezTo>
                <a:cubicBezTo>
                  <a:pt x="23582" y="39013"/>
                  <a:pt x="25627" y="37125"/>
                  <a:pt x="27700" y="35129"/>
                </a:cubicBezTo>
                <a:cubicBezTo>
                  <a:pt x="29774" y="33132"/>
                  <a:pt x="32105" y="30701"/>
                  <a:pt x="34692" y="27836"/>
                </a:cubicBezTo>
                <a:cubicBezTo>
                  <a:pt x="37280" y="24969"/>
                  <a:pt x="39215" y="22805"/>
                  <a:pt x="40499" y="21342"/>
                </a:cubicBezTo>
                <a:cubicBezTo>
                  <a:pt x="41783" y="19879"/>
                  <a:pt x="44123" y="17201"/>
                  <a:pt x="47520" y="13308"/>
                </a:cubicBezTo>
                <a:cubicBezTo>
                  <a:pt x="50918" y="9414"/>
                  <a:pt x="52991" y="7033"/>
                  <a:pt x="53742" y="6162"/>
                </a:cubicBezTo>
                <a:cubicBezTo>
                  <a:pt x="54808" y="6399"/>
                  <a:pt x="58008" y="6518"/>
                  <a:pt x="63341" y="6518"/>
                </a:cubicBezTo>
                <a:cubicBezTo>
                  <a:pt x="69424" y="6518"/>
                  <a:pt x="73098" y="6399"/>
                  <a:pt x="74362" y="6162"/>
                </a:cubicBezTo>
                <a:cubicBezTo>
                  <a:pt x="54374" y="23636"/>
                  <a:pt x="41674" y="35534"/>
                  <a:pt x="36262" y="41858"/>
                </a:cubicBezTo>
                <a:lnTo>
                  <a:pt x="36262" y="42097"/>
                </a:lnTo>
                <a:lnTo>
                  <a:pt x="75547" y="85205"/>
                </a:lnTo>
                <a:cubicBezTo>
                  <a:pt x="74006" y="84968"/>
                  <a:pt x="69898" y="84849"/>
                  <a:pt x="63222" y="84849"/>
                </a:cubicBezTo>
                <a:cubicBezTo>
                  <a:pt x="57139" y="84849"/>
                  <a:pt x="53406" y="84968"/>
                  <a:pt x="52024" y="85205"/>
                </a:cubicBezTo>
                <a:cubicBezTo>
                  <a:pt x="49416" y="81963"/>
                  <a:pt x="45674" y="77249"/>
                  <a:pt x="40795" y="71062"/>
                </a:cubicBezTo>
                <a:cubicBezTo>
                  <a:pt x="35917" y="64875"/>
                  <a:pt x="31799" y="59677"/>
                  <a:pt x="28441" y="55468"/>
                </a:cubicBezTo>
                <a:cubicBezTo>
                  <a:pt x="25084" y="51257"/>
                  <a:pt x="22674" y="48420"/>
                  <a:pt x="21212" y="46958"/>
                </a:cubicBezTo>
                <a:cubicBezTo>
                  <a:pt x="20699" y="46562"/>
                  <a:pt x="19929" y="46286"/>
                  <a:pt x="18902" y="46128"/>
                </a:cubicBezTo>
                <a:lnTo>
                  <a:pt x="18902" y="60537"/>
                </a:lnTo>
                <a:cubicBezTo>
                  <a:pt x="18902" y="69749"/>
                  <a:pt x="19395" y="77853"/>
                  <a:pt x="20383" y="84849"/>
                </a:cubicBezTo>
                <a:lnTo>
                  <a:pt x="20087" y="85205"/>
                </a:lnTo>
                <a:cubicBezTo>
                  <a:pt x="16215" y="84968"/>
                  <a:pt x="12917" y="84849"/>
                  <a:pt x="10191" y="84849"/>
                </a:cubicBezTo>
                <a:lnTo>
                  <a:pt x="119" y="85205"/>
                </a:lnTo>
                <a:lnTo>
                  <a:pt x="0" y="84849"/>
                </a:lnTo>
                <a:cubicBezTo>
                  <a:pt x="988" y="78287"/>
                  <a:pt x="1462" y="70183"/>
                  <a:pt x="1422" y="60537"/>
                </a:cubicBezTo>
                <a:lnTo>
                  <a:pt x="1422" y="30830"/>
                </a:lnTo>
                <a:close/>
                <a:moveTo>
                  <a:pt x="142824" y="62956"/>
                </a:moveTo>
                <a:cubicBezTo>
                  <a:pt x="142824" y="71856"/>
                  <a:pt x="143259" y="79154"/>
                  <a:pt x="144128" y="84849"/>
                </a:cubicBezTo>
                <a:lnTo>
                  <a:pt x="143891" y="85205"/>
                </a:lnTo>
                <a:cubicBezTo>
                  <a:pt x="140336" y="84968"/>
                  <a:pt x="137175" y="84849"/>
                  <a:pt x="134410" y="84849"/>
                </a:cubicBezTo>
                <a:lnTo>
                  <a:pt x="126293" y="85205"/>
                </a:lnTo>
                <a:lnTo>
                  <a:pt x="126056" y="84849"/>
                </a:lnTo>
                <a:cubicBezTo>
                  <a:pt x="126530" y="80538"/>
                  <a:pt x="126767" y="73240"/>
                  <a:pt x="126767" y="62956"/>
                </a:cubicBezTo>
                <a:lnTo>
                  <a:pt x="126767" y="52157"/>
                </a:lnTo>
                <a:cubicBezTo>
                  <a:pt x="126767" y="44642"/>
                  <a:pt x="124673" y="40884"/>
                  <a:pt x="120486" y="40884"/>
                </a:cubicBezTo>
                <a:cubicBezTo>
                  <a:pt x="116022" y="40884"/>
                  <a:pt x="111322" y="44108"/>
                  <a:pt x="106384" y="50555"/>
                </a:cubicBezTo>
                <a:lnTo>
                  <a:pt x="106384" y="62956"/>
                </a:lnTo>
                <a:cubicBezTo>
                  <a:pt x="106384" y="72014"/>
                  <a:pt x="106621" y="79312"/>
                  <a:pt x="107095" y="84849"/>
                </a:cubicBezTo>
                <a:lnTo>
                  <a:pt x="106739" y="85205"/>
                </a:lnTo>
                <a:cubicBezTo>
                  <a:pt x="104488" y="84968"/>
                  <a:pt x="101979" y="84849"/>
                  <a:pt x="99214" y="84849"/>
                </a:cubicBezTo>
                <a:lnTo>
                  <a:pt x="89260" y="85205"/>
                </a:lnTo>
                <a:lnTo>
                  <a:pt x="89023" y="84849"/>
                </a:lnTo>
                <a:cubicBezTo>
                  <a:pt x="89931" y="79274"/>
                  <a:pt x="90386" y="71977"/>
                  <a:pt x="90386" y="62959"/>
                </a:cubicBezTo>
                <a:lnTo>
                  <a:pt x="90386" y="56316"/>
                </a:lnTo>
                <a:cubicBezTo>
                  <a:pt x="90386" y="45560"/>
                  <a:pt x="89931" y="37691"/>
                  <a:pt x="89023" y="32707"/>
                </a:cubicBezTo>
                <a:lnTo>
                  <a:pt x="89260" y="32352"/>
                </a:lnTo>
                <a:cubicBezTo>
                  <a:pt x="96212" y="32668"/>
                  <a:pt x="101486" y="32549"/>
                  <a:pt x="105080" y="31996"/>
                </a:cubicBezTo>
                <a:cubicBezTo>
                  <a:pt x="105633" y="31996"/>
                  <a:pt x="105989" y="32401"/>
                  <a:pt x="106147" y="33211"/>
                </a:cubicBezTo>
                <a:cubicBezTo>
                  <a:pt x="106305" y="34021"/>
                  <a:pt x="106384" y="36974"/>
                  <a:pt x="106384" y="42071"/>
                </a:cubicBezTo>
                <a:lnTo>
                  <a:pt x="106858" y="42427"/>
                </a:lnTo>
                <a:cubicBezTo>
                  <a:pt x="109623" y="38950"/>
                  <a:pt x="112704" y="36264"/>
                  <a:pt x="116101" y="34368"/>
                </a:cubicBezTo>
                <a:cubicBezTo>
                  <a:pt x="119498" y="32471"/>
                  <a:pt x="122777" y="31522"/>
                  <a:pt x="125937" y="31522"/>
                </a:cubicBezTo>
                <a:cubicBezTo>
                  <a:pt x="131507" y="31522"/>
                  <a:pt x="135714" y="32955"/>
                  <a:pt x="138558" y="35822"/>
                </a:cubicBezTo>
                <a:cubicBezTo>
                  <a:pt x="141402" y="38687"/>
                  <a:pt x="142824" y="43242"/>
                  <a:pt x="142824" y="49487"/>
                </a:cubicBezTo>
                <a:lnTo>
                  <a:pt x="142824" y="62956"/>
                </a:lnTo>
                <a:close/>
                <a:moveTo>
                  <a:pt x="158455" y="59936"/>
                </a:moveTo>
                <a:cubicBezTo>
                  <a:pt x="158455" y="50801"/>
                  <a:pt x="161141" y="43762"/>
                  <a:pt x="166513" y="38820"/>
                </a:cubicBezTo>
                <a:cubicBezTo>
                  <a:pt x="171885" y="33876"/>
                  <a:pt x="179075" y="31443"/>
                  <a:pt x="188081" y="31522"/>
                </a:cubicBezTo>
                <a:cubicBezTo>
                  <a:pt x="197877" y="31522"/>
                  <a:pt x="205175" y="34034"/>
                  <a:pt x="209975" y="39057"/>
                </a:cubicBezTo>
                <a:cubicBezTo>
                  <a:pt x="214774" y="44078"/>
                  <a:pt x="217174" y="50682"/>
                  <a:pt x="217174" y="58867"/>
                </a:cubicBezTo>
                <a:cubicBezTo>
                  <a:pt x="217174" y="67290"/>
                  <a:pt x="214587" y="73924"/>
                  <a:pt x="209412" y="78769"/>
                </a:cubicBezTo>
                <a:cubicBezTo>
                  <a:pt x="204237" y="83613"/>
                  <a:pt x="197048" y="86034"/>
                  <a:pt x="187844" y="86034"/>
                </a:cubicBezTo>
                <a:cubicBezTo>
                  <a:pt x="178798" y="86034"/>
                  <a:pt x="171639" y="83711"/>
                  <a:pt x="166365" y="79065"/>
                </a:cubicBezTo>
                <a:cubicBezTo>
                  <a:pt x="161092" y="74419"/>
                  <a:pt x="158455" y="68042"/>
                  <a:pt x="158455" y="59936"/>
                </a:cubicBezTo>
                <a:moveTo>
                  <a:pt x="187192" y="37566"/>
                </a:moveTo>
                <a:cubicBezTo>
                  <a:pt x="183874" y="37566"/>
                  <a:pt x="181326" y="38545"/>
                  <a:pt x="179549" y="40503"/>
                </a:cubicBezTo>
                <a:cubicBezTo>
                  <a:pt x="177771" y="42460"/>
                  <a:pt x="176685" y="44695"/>
                  <a:pt x="176290" y="47207"/>
                </a:cubicBezTo>
                <a:cubicBezTo>
                  <a:pt x="175895" y="49720"/>
                  <a:pt x="175697" y="53033"/>
                  <a:pt x="175697" y="57147"/>
                </a:cubicBezTo>
                <a:cubicBezTo>
                  <a:pt x="175697" y="72376"/>
                  <a:pt x="180299" y="79991"/>
                  <a:pt x="189503" y="79991"/>
                </a:cubicBezTo>
                <a:cubicBezTo>
                  <a:pt x="196455" y="79991"/>
                  <a:pt x="199932" y="74038"/>
                  <a:pt x="199932" y="62132"/>
                </a:cubicBezTo>
                <a:cubicBezTo>
                  <a:pt x="199932" y="53310"/>
                  <a:pt x="199043" y="47011"/>
                  <a:pt x="197265" y="43234"/>
                </a:cubicBezTo>
                <a:cubicBezTo>
                  <a:pt x="195488" y="39455"/>
                  <a:pt x="192130" y="37566"/>
                  <a:pt x="187192" y="37566"/>
                </a:cubicBezTo>
                <a:close/>
                <a:moveTo>
                  <a:pt x="245329" y="85323"/>
                </a:moveTo>
                <a:cubicBezTo>
                  <a:pt x="243472" y="79985"/>
                  <a:pt x="241517" y="74646"/>
                  <a:pt x="239463" y="69307"/>
                </a:cubicBezTo>
                <a:cubicBezTo>
                  <a:pt x="237409" y="63968"/>
                  <a:pt x="234614" y="57067"/>
                  <a:pt x="231079" y="48605"/>
                </a:cubicBezTo>
                <a:cubicBezTo>
                  <a:pt x="227543" y="40142"/>
                  <a:pt x="225302" y="34764"/>
                  <a:pt x="224354" y="32470"/>
                </a:cubicBezTo>
                <a:cubicBezTo>
                  <a:pt x="225499" y="32707"/>
                  <a:pt x="229054" y="32826"/>
                  <a:pt x="235019" y="32826"/>
                </a:cubicBezTo>
                <a:cubicBezTo>
                  <a:pt x="239206" y="32826"/>
                  <a:pt x="241793" y="32707"/>
                  <a:pt x="242781" y="32470"/>
                </a:cubicBezTo>
                <a:cubicBezTo>
                  <a:pt x="243255" y="34171"/>
                  <a:pt x="244203" y="37514"/>
                  <a:pt x="245625" y="42497"/>
                </a:cubicBezTo>
                <a:cubicBezTo>
                  <a:pt x="247047" y="47479"/>
                  <a:pt x="248104" y="51186"/>
                  <a:pt x="248795" y="53618"/>
                </a:cubicBezTo>
                <a:cubicBezTo>
                  <a:pt x="249486" y="56050"/>
                  <a:pt x="250474" y="59253"/>
                  <a:pt x="251758" y="63228"/>
                </a:cubicBezTo>
                <a:cubicBezTo>
                  <a:pt x="253042" y="67201"/>
                  <a:pt x="254335" y="70810"/>
                  <a:pt x="255639" y="74053"/>
                </a:cubicBezTo>
                <a:lnTo>
                  <a:pt x="256883" y="74053"/>
                </a:lnTo>
                <a:cubicBezTo>
                  <a:pt x="259846" y="66974"/>
                  <a:pt x="263144" y="57978"/>
                  <a:pt x="266778" y="47063"/>
                </a:cubicBezTo>
                <a:cubicBezTo>
                  <a:pt x="266383" y="46074"/>
                  <a:pt x="265761" y="44552"/>
                  <a:pt x="264912" y="42495"/>
                </a:cubicBezTo>
                <a:cubicBezTo>
                  <a:pt x="264063" y="40439"/>
                  <a:pt x="263302" y="38610"/>
                  <a:pt x="262631" y="37009"/>
                </a:cubicBezTo>
                <a:cubicBezTo>
                  <a:pt x="261959" y="35406"/>
                  <a:pt x="261327" y="33854"/>
                  <a:pt x="260734" y="32352"/>
                </a:cubicBezTo>
                <a:cubicBezTo>
                  <a:pt x="261880" y="32589"/>
                  <a:pt x="265238" y="32707"/>
                  <a:pt x="270807" y="32707"/>
                </a:cubicBezTo>
                <a:cubicBezTo>
                  <a:pt x="275429" y="32707"/>
                  <a:pt x="278234" y="32589"/>
                  <a:pt x="279221" y="32352"/>
                </a:cubicBezTo>
                <a:cubicBezTo>
                  <a:pt x="279932" y="34764"/>
                  <a:pt x="281058" y="38808"/>
                  <a:pt x="282599" y="44484"/>
                </a:cubicBezTo>
                <a:cubicBezTo>
                  <a:pt x="284139" y="50158"/>
                  <a:pt x="285532" y="55102"/>
                  <a:pt x="286776" y="59313"/>
                </a:cubicBezTo>
                <a:cubicBezTo>
                  <a:pt x="288020" y="63524"/>
                  <a:pt x="289373" y="67587"/>
                  <a:pt x="290835" y="71503"/>
                </a:cubicBezTo>
                <a:lnTo>
                  <a:pt x="291723" y="71503"/>
                </a:lnTo>
                <a:cubicBezTo>
                  <a:pt x="293185" y="68023"/>
                  <a:pt x="294617" y="64177"/>
                  <a:pt x="296019" y="59965"/>
                </a:cubicBezTo>
                <a:cubicBezTo>
                  <a:pt x="297422" y="55753"/>
                  <a:pt x="299031" y="50652"/>
                  <a:pt x="300848" y="44661"/>
                </a:cubicBezTo>
                <a:cubicBezTo>
                  <a:pt x="302665" y="38670"/>
                  <a:pt x="303949" y="34566"/>
                  <a:pt x="304700" y="32352"/>
                </a:cubicBezTo>
                <a:cubicBezTo>
                  <a:pt x="305332" y="32589"/>
                  <a:pt x="306991" y="32707"/>
                  <a:pt x="309677" y="32707"/>
                </a:cubicBezTo>
                <a:cubicBezTo>
                  <a:pt x="313232" y="32707"/>
                  <a:pt x="315326" y="32589"/>
                  <a:pt x="315958" y="32352"/>
                </a:cubicBezTo>
                <a:cubicBezTo>
                  <a:pt x="306003" y="56159"/>
                  <a:pt x="298933" y="73777"/>
                  <a:pt x="294745" y="85205"/>
                </a:cubicBezTo>
                <a:cubicBezTo>
                  <a:pt x="294113" y="84968"/>
                  <a:pt x="292198" y="84849"/>
                  <a:pt x="288998" y="84849"/>
                </a:cubicBezTo>
                <a:cubicBezTo>
                  <a:pt x="284692" y="84849"/>
                  <a:pt x="282184" y="84968"/>
                  <a:pt x="281473" y="85205"/>
                </a:cubicBezTo>
                <a:cubicBezTo>
                  <a:pt x="278747" y="77256"/>
                  <a:pt x="275212" y="67864"/>
                  <a:pt x="270867" y="57029"/>
                </a:cubicBezTo>
                <a:cubicBezTo>
                  <a:pt x="266600" y="66994"/>
                  <a:pt x="263026" y="76426"/>
                  <a:pt x="260142" y="85323"/>
                </a:cubicBezTo>
                <a:cubicBezTo>
                  <a:pt x="259510" y="85086"/>
                  <a:pt x="257002" y="84968"/>
                  <a:pt x="252617" y="84968"/>
                </a:cubicBezTo>
                <a:cubicBezTo>
                  <a:pt x="248469" y="84968"/>
                  <a:pt x="246040" y="85086"/>
                  <a:pt x="245329" y="85323"/>
                </a:cubicBezTo>
                <a:close/>
                <a:moveTo>
                  <a:pt x="327728" y="60521"/>
                </a:moveTo>
                <a:lnTo>
                  <a:pt x="327728" y="27234"/>
                </a:lnTo>
                <a:cubicBezTo>
                  <a:pt x="327728" y="17424"/>
                  <a:pt x="327253" y="9809"/>
                  <a:pt x="326305" y="4390"/>
                </a:cubicBezTo>
                <a:lnTo>
                  <a:pt x="326542" y="4035"/>
                </a:lnTo>
                <a:cubicBezTo>
                  <a:pt x="328794" y="3877"/>
                  <a:pt x="331826" y="3333"/>
                  <a:pt x="335638" y="2403"/>
                </a:cubicBezTo>
                <a:cubicBezTo>
                  <a:pt x="339450" y="1474"/>
                  <a:pt x="342205" y="673"/>
                  <a:pt x="343903" y="0"/>
                </a:cubicBezTo>
                <a:cubicBezTo>
                  <a:pt x="344812" y="0"/>
                  <a:pt x="345246" y="415"/>
                  <a:pt x="345207" y="1246"/>
                </a:cubicBezTo>
                <a:cubicBezTo>
                  <a:pt x="344219" y="9039"/>
                  <a:pt x="343726" y="16654"/>
                  <a:pt x="343726" y="24090"/>
                </a:cubicBezTo>
                <a:lnTo>
                  <a:pt x="343726" y="60521"/>
                </a:lnTo>
                <a:cubicBezTo>
                  <a:pt x="343726" y="70252"/>
                  <a:pt x="344219" y="78361"/>
                  <a:pt x="345207" y="84849"/>
                </a:cubicBezTo>
                <a:lnTo>
                  <a:pt x="344970" y="85205"/>
                </a:lnTo>
                <a:cubicBezTo>
                  <a:pt x="341573" y="84968"/>
                  <a:pt x="338492" y="84849"/>
                  <a:pt x="335727" y="84849"/>
                </a:cubicBezTo>
                <a:lnTo>
                  <a:pt x="326424" y="85205"/>
                </a:lnTo>
                <a:lnTo>
                  <a:pt x="326305" y="84849"/>
                </a:lnTo>
                <a:cubicBezTo>
                  <a:pt x="327253" y="78679"/>
                  <a:pt x="327728" y="70569"/>
                  <a:pt x="327728" y="60521"/>
                </a:cubicBezTo>
                <a:close/>
                <a:moveTo>
                  <a:pt x="375410" y="50839"/>
                </a:moveTo>
                <a:lnTo>
                  <a:pt x="393896" y="50839"/>
                </a:lnTo>
                <a:cubicBezTo>
                  <a:pt x="394054" y="50687"/>
                  <a:pt x="394133" y="49872"/>
                  <a:pt x="394133" y="48394"/>
                </a:cubicBezTo>
                <a:cubicBezTo>
                  <a:pt x="394133" y="44190"/>
                  <a:pt x="393264" y="41235"/>
                  <a:pt x="391526" y="39531"/>
                </a:cubicBezTo>
                <a:cubicBezTo>
                  <a:pt x="389788" y="37826"/>
                  <a:pt x="387853" y="36973"/>
                  <a:pt x="385720" y="36973"/>
                </a:cubicBezTo>
                <a:cubicBezTo>
                  <a:pt x="382876" y="36973"/>
                  <a:pt x="380703" y="38091"/>
                  <a:pt x="379202" y="40327"/>
                </a:cubicBezTo>
                <a:cubicBezTo>
                  <a:pt x="376753" y="43773"/>
                  <a:pt x="375489" y="47277"/>
                  <a:pt x="375410" y="50839"/>
                </a:cubicBezTo>
                <a:moveTo>
                  <a:pt x="408176" y="69148"/>
                </a:moveTo>
                <a:cubicBezTo>
                  <a:pt x="409401" y="69148"/>
                  <a:pt x="410013" y="70392"/>
                  <a:pt x="410013" y="72880"/>
                </a:cubicBezTo>
                <a:cubicBezTo>
                  <a:pt x="404009" y="81650"/>
                  <a:pt x="396444" y="86034"/>
                  <a:pt x="387319" y="86034"/>
                </a:cubicBezTo>
                <a:cubicBezTo>
                  <a:pt x="378590" y="86034"/>
                  <a:pt x="371993" y="84015"/>
                  <a:pt x="367529" y="79976"/>
                </a:cubicBezTo>
                <a:cubicBezTo>
                  <a:pt x="365041" y="77719"/>
                  <a:pt x="363065" y="74780"/>
                  <a:pt x="361604" y="71158"/>
                </a:cubicBezTo>
                <a:cubicBezTo>
                  <a:pt x="360142" y="67535"/>
                  <a:pt x="359412" y="63902"/>
                  <a:pt x="359412" y="60260"/>
                </a:cubicBezTo>
                <a:cubicBezTo>
                  <a:pt x="359412" y="51372"/>
                  <a:pt x="362098" y="44262"/>
                  <a:pt x="367470" y="38929"/>
                </a:cubicBezTo>
                <a:cubicBezTo>
                  <a:pt x="372842" y="33596"/>
                  <a:pt x="379182" y="30930"/>
                  <a:pt x="386490" y="30930"/>
                </a:cubicBezTo>
                <a:cubicBezTo>
                  <a:pt x="394667" y="30930"/>
                  <a:pt x="400552" y="32987"/>
                  <a:pt x="404147" y="37101"/>
                </a:cubicBezTo>
                <a:cubicBezTo>
                  <a:pt x="407742" y="41216"/>
                  <a:pt x="409539" y="46189"/>
                  <a:pt x="409539" y="52022"/>
                </a:cubicBezTo>
                <a:cubicBezTo>
                  <a:pt x="409539" y="55262"/>
                  <a:pt x="408354" y="56882"/>
                  <a:pt x="405984" y="56882"/>
                </a:cubicBezTo>
                <a:lnTo>
                  <a:pt x="374936" y="56882"/>
                </a:lnTo>
                <a:lnTo>
                  <a:pt x="374936" y="58838"/>
                </a:lnTo>
                <a:cubicBezTo>
                  <a:pt x="374936" y="65711"/>
                  <a:pt x="376437" y="70421"/>
                  <a:pt x="379439" y="72969"/>
                </a:cubicBezTo>
                <a:cubicBezTo>
                  <a:pt x="382441" y="75517"/>
                  <a:pt x="386648" y="76791"/>
                  <a:pt x="392060" y="76791"/>
                </a:cubicBezTo>
                <a:cubicBezTo>
                  <a:pt x="394469" y="76791"/>
                  <a:pt x="397175" y="76120"/>
                  <a:pt x="400177" y="74776"/>
                </a:cubicBezTo>
                <a:cubicBezTo>
                  <a:pt x="403179" y="73433"/>
                  <a:pt x="405846" y="71557"/>
                  <a:pt x="408176" y="69148"/>
                </a:cubicBezTo>
                <a:close/>
                <a:moveTo>
                  <a:pt x="460739" y="68718"/>
                </a:moveTo>
                <a:lnTo>
                  <a:pt x="460739" y="48009"/>
                </a:lnTo>
                <a:cubicBezTo>
                  <a:pt x="460107" y="44844"/>
                  <a:pt x="458734" y="42312"/>
                  <a:pt x="456621" y="40414"/>
                </a:cubicBezTo>
                <a:cubicBezTo>
                  <a:pt x="454507" y="38515"/>
                  <a:pt x="452029" y="37566"/>
                  <a:pt x="449185" y="37566"/>
                </a:cubicBezTo>
                <a:cubicBezTo>
                  <a:pt x="441758" y="37566"/>
                  <a:pt x="438045" y="44370"/>
                  <a:pt x="438045" y="57978"/>
                </a:cubicBezTo>
                <a:cubicBezTo>
                  <a:pt x="438045" y="71982"/>
                  <a:pt x="441679" y="79003"/>
                  <a:pt x="448948" y="79043"/>
                </a:cubicBezTo>
                <a:cubicBezTo>
                  <a:pt x="454122" y="79043"/>
                  <a:pt x="458053" y="75601"/>
                  <a:pt x="460739" y="68718"/>
                </a:cubicBezTo>
                <a:moveTo>
                  <a:pt x="460739" y="78271"/>
                </a:moveTo>
                <a:cubicBezTo>
                  <a:pt x="457737" y="83446"/>
                  <a:pt x="451950" y="86034"/>
                  <a:pt x="443378" y="86034"/>
                </a:cubicBezTo>
                <a:cubicBezTo>
                  <a:pt x="436663" y="86034"/>
                  <a:pt x="431221" y="83613"/>
                  <a:pt x="427054" y="78769"/>
                </a:cubicBezTo>
                <a:cubicBezTo>
                  <a:pt x="422886" y="73925"/>
                  <a:pt x="420803" y="67726"/>
                  <a:pt x="420803" y="60173"/>
                </a:cubicBezTo>
                <a:cubicBezTo>
                  <a:pt x="420803" y="49891"/>
                  <a:pt x="424279" y="42219"/>
                  <a:pt x="431231" y="37157"/>
                </a:cubicBezTo>
                <a:cubicBezTo>
                  <a:pt x="434075" y="35061"/>
                  <a:pt x="436811" y="33598"/>
                  <a:pt x="439438" y="32768"/>
                </a:cubicBezTo>
                <a:cubicBezTo>
                  <a:pt x="442064" y="31938"/>
                  <a:pt x="445353" y="31522"/>
                  <a:pt x="449303" y="31522"/>
                </a:cubicBezTo>
                <a:cubicBezTo>
                  <a:pt x="451160" y="31522"/>
                  <a:pt x="453243" y="32046"/>
                  <a:pt x="455554" y="33092"/>
                </a:cubicBezTo>
                <a:cubicBezTo>
                  <a:pt x="457865" y="34139"/>
                  <a:pt x="459593" y="35433"/>
                  <a:pt x="460739" y="36973"/>
                </a:cubicBezTo>
                <a:lnTo>
                  <a:pt x="460739" y="27241"/>
                </a:lnTo>
                <a:cubicBezTo>
                  <a:pt x="460739" y="17429"/>
                  <a:pt x="460245" y="9812"/>
                  <a:pt x="459257" y="4392"/>
                </a:cubicBezTo>
                <a:lnTo>
                  <a:pt x="459494" y="4037"/>
                </a:lnTo>
                <a:cubicBezTo>
                  <a:pt x="461746" y="3877"/>
                  <a:pt x="464778" y="3333"/>
                  <a:pt x="468590" y="2403"/>
                </a:cubicBezTo>
                <a:cubicBezTo>
                  <a:pt x="472402" y="1474"/>
                  <a:pt x="475157" y="673"/>
                  <a:pt x="476855" y="0"/>
                </a:cubicBezTo>
                <a:cubicBezTo>
                  <a:pt x="477764" y="0"/>
                  <a:pt x="478218" y="415"/>
                  <a:pt x="478218" y="1246"/>
                </a:cubicBezTo>
                <a:cubicBezTo>
                  <a:pt x="477231" y="9039"/>
                  <a:pt x="476737" y="16654"/>
                  <a:pt x="476737" y="24090"/>
                </a:cubicBezTo>
                <a:lnTo>
                  <a:pt x="476737" y="61530"/>
                </a:lnTo>
                <a:cubicBezTo>
                  <a:pt x="476737" y="68808"/>
                  <a:pt x="477507" y="76581"/>
                  <a:pt x="479048" y="84849"/>
                </a:cubicBezTo>
                <a:lnTo>
                  <a:pt x="478811" y="85205"/>
                </a:lnTo>
                <a:cubicBezTo>
                  <a:pt x="477191" y="84968"/>
                  <a:pt x="474387" y="84849"/>
                  <a:pt x="470397" y="84849"/>
                </a:cubicBezTo>
                <a:cubicBezTo>
                  <a:pt x="467118" y="84849"/>
                  <a:pt x="464551" y="84968"/>
                  <a:pt x="462694" y="85205"/>
                </a:cubicBezTo>
                <a:cubicBezTo>
                  <a:pt x="461983" y="85205"/>
                  <a:pt x="461608" y="85086"/>
                  <a:pt x="461568" y="84849"/>
                </a:cubicBezTo>
                <a:lnTo>
                  <a:pt x="460976" y="78271"/>
                </a:lnTo>
                <a:lnTo>
                  <a:pt x="460739" y="78271"/>
                </a:lnTo>
                <a:close/>
                <a:moveTo>
                  <a:pt x="541792" y="49618"/>
                </a:moveTo>
                <a:cubicBezTo>
                  <a:pt x="541792" y="55137"/>
                  <a:pt x="539531" y="59525"/>
                  <a:pt x="535008" y="62782"/>
                </a:cubicBezTo>
                <a:cubicBezTo>
                  <a:pt x="530485" y="66038"/>
                  <a:pt x="524609" y="67666"/>
                  <a:pt x="517380" y="67666"/>
                </a:cubicBezTo>
                <a:cubicBezTo>
                  <a:pt x="513391" y="67666"/>
                  <a:pt x="510349" y="67232"/>
                  <a:pt x="508255" y="66363"/>
                </a:cubicBezTo>
                <a:cubicBezTo>
                  <a:pt x="507307" y="67798"/>
                  <a:pt x="506833" y="69633"/>
                  <a:pt x="506833" y="71868"/>
                </a:cubicBezTo>
                <a:cubicBezTo>
                  <a:pt x="506833" y="75782"/>
                  <a:pt x="509184" y="77739"/>
                  <a:pt x="513884" y="77739"/>
                </a:cubicBezTo>
                <a:cubicBezTo>
                  <a:pt x="514042" y="77739"/>
                  <a:pt x="514309" y="77719"/>
                  <a:pt x="514684" y="77680"/>
                </a:cubicBezTo>
                <a:cubicBezTo>
                  <a:pt x="515060" y="77640"/>
                  <a:pt x="515563" y="77581"/>
                  <a:pt x="516195" y="77502"/>
                </a:cubicBezTo>
                <a:cubicBezTo>
                  <a:pt x="519276" y="77107"/>
                  <a:pt x="521824" y="76910"/>
                  <a:pt x="523839" y="76910"/>
                </a:cubicBezTo>
                <a:cubicBezTo>
                  <a:pt x="527078" y="76910"/>
                  <a:pt x="530070" y="77125"/>
                  <a:pt x="532816" y="77556"/>
                </a:cubicBezTo>
                <a:cubicBezTo>
                  <a:pt x="535561" y="77985"/>
                  <a:pt x="538346" y="78728"/>
                  <a:pt x="541170" y="79783"/>
                </a:cubicBezTo>
                <a:cubicBezTo>
                  <a:pt x="543994" y="80838"/>
                  <a:pt x="546236" y="82498"/>
                  <a:pt x="547895" y="84766"/>
                </a:cubicBezTo>
                <a:cubicBezTo>
                  <a:pt x="549554" y="87034"/>
                  <a:pt x="550384" y="89770"/>
                  <a:pt x="550384" y="92974"/>
                </a:cubicBezTo>
                <a:cubicBezTo>
                  <a:pt x="550384" y="96160"/>
                  <a:pt x="549219" y="99197"/>
                  <a:pt x="546888" y="102084"/>
                </a:cubicBezTo>
                <a:cubicBezTo>
                  <a:pt x="544557" y="104972"/>
                  <a:pt x="541536" y="107352"/>
                  <a:pt x="537822" y="109224"/>
                </a:cubicBezTo>
                <a:cubicBezTo>
                  <a:pt x="531660" y="112291"/>
                  <a:pt x="523523" y="113804"/>
                  <a:pt x="513410" y="113765"/>
                </a:cubicBezTo>
                <a:cubicBezTo>
                  <a:pt x="509460" y="113765"/>
                  <a:pt x="505826" y="113379"/>
                  <a:pt x="502508" y="112609"/>
                </a:cubicBezTo>
                <a:cubicBezTo>
                  <a:pt x="499190" y="111839"/>
                  <a:pt x="496277" y="110329"/>
                  <a:pt x="493768" y="108078"/>
                </a:cubicBezTo>
                <a:cubicBezTo>
                  <a:pt x="491260" y="105829"/>
                  <a:pt x="490006" y="103002"/>
                  <a:pt x="490006" y="99598"/>
                </a:cubicBezTo>
                <a:cubicBezTo>
                  <a:pt x="490006" y="95681"/>
                  <a:pt x="490894" y="92609"/>
                  <a:pt x="492672" y="90382"/>
                </a:cubicBezTo>
                <a:cubicBezTo>
                  <a:pt x="493581" y="89841"/>
                  <a:pt x="495279" y="89021"/>
                  <a:pt x="497768" y="87921"/>
                </a:cubicBezTo>
                <a:cubicBezTo>
                  <a:pt x="500256" y="86821"/>
                  <a:pt x="501955" y="85975"/>
                  <a:pt x="502863" y="85383"/>
                </a:cubicBezTo>
                <a:cubicBezTo>
                  <a:pt x="496464" y="84394"/>
                  <a:pt x="493265" y="81229"/>
                  <a:pt x="493265" y="75889"/>
                </a:cubicBezTo>
                <a:cubicBezTo>
                  <a:pt x="493265" y="73934"/>
                  <a:pt x="494331" y="71939"/>
                  <a:pt x="496464" y="69905"/>
                </a:cubicBezTo>
                <a:cubicBezTo>
                  <a:pt x="498597" y="67869"/>
                  <a:pt x="501046" y="66353"/>
                  <a:pt x="503812" y="65355"/>
                </a:cubicBezTo>
                <a:lnTo>
                  <a:pt x="504049" y="64763"/>
                </a:lnTo>
                <a:cubicBezTo>
                  <a:pt x="502034" y="64131"/>
                  <a:pt x="500434" y="63400"/>
                  <a:pt x="499249" y="62571"/>
                </a:cubicBezTo>
                <a:cubicBezTo>
                  <a:pt x="494825" y="59489"/>
                  <a:pt x="492633" y="55361"/>
                  <a:pt x="492672" y="50187"/>
                </a:cubicBezTo>
                <a:cubicBezTo>
                  <a:pt x="492672" y="44538"/>
                  <a:pt x="494953" y="40015"/>
                  <a:pt x="499516" y="36618"/>
                </a:cubicBezTo>
                <a:cubicBezTo>
                  <a:pt x="504078" y="33221"/>
                  <a:pt x="509756" y="31522"/>
                  <a:pt x="516551" y="31522"/>
                </a:cubicBezTo>
                <a:cubicBezTo>
                  <a:pt x="520185" y="31522"/>
                  <a:pt x="523108" y="31858"/>
                  <a:pt x="525320" y="32530"/>
                </a:cubicBezTo>
                <a:cubicBezTo>
                  <a:pt x="527572" y="32411"/>
                  <a:pt x="531344" y="32253"/>
                  <a:pt x="536637" y="32056"/>
                </a:cubicBezTo>
                <a:cubicBezTo>
                  <a:pt x="541931" y="31858"/>
                  <a:pt x="545663" y="31680"/>
                  <a:pt x="547836" y="31522"/>
                </a:cubicBezTo>
                <a:lnTo>
                  <a:pt x="548251" y="31869"/>
                </a:lnTo>
                <a:cubicBezTo>
                  <a:pt x="548014" y="32910"/>
                  <a:pt x="547876" y="34048"/>
                  <a:pt x="547836" y="35281"/>
                </a:cubicBezTo>
                <a:cubicBezTo>
                  <a:pt x="547836" y="36361"/>
                  <a:pt x="547974" y="37441"/>
                  <a:pt x="548251" y="38520"/>
                </a:cubicBezTo>
                <a:lnTo>
                  <a:pt x="547836" y="38877"/>
                </a:lnTo>
                <a:cubicBezTo>
                  <a:pt x="546809" y="38798"/>
                  <a:pt x="544854" y="38609"/>
                  <a:pt x="541970" y="38310"/>
                </a:cubicBezTo>
                <a:cubicBezTo>
                  <a:pt x="539086" y="38012"/>
                  <a:pt x="536953" y="37843"/>
                  <a:pt x="535571" y="37803"/>
                </a:cubicBezTo>
                <a:cubicBezTo>
                  <a:pt x="536479" y="38440"/>
                  <a:pt x="537329" y="39226"/>
                  <a:pt x="538119" y="40160"/>
                </a:cubicBezTo>
                <a:cubicBezTo>
                  <a:pt x="538909" y="41095"/>
                  <a:pt x="539570" y="42079"/>
                  <a:pt x="540104" y="43114"/>
                </a:cubicBezTo>
                <a:cubicBezTo>
                  <a:pt x="540637" y="44148"/>
                  <a:pt x="541052" y="45232"/>
                  <a:pt x="541348" y="46367"/>
                </a:cubicBezTo>
                <a:cubicBezTo>
                  <a:pt x="541644" y="47500"/>
                  <a:pt x="541792" y="48584"/>
                  <a:pt x="541792" y="49618"/>
                </a:cubicBezTo>
                <a:moveTo>
                  <a:pt x="525676" y="49739"/>
                </a:moveTo>
                <a:cubicBezTo>
                  <a:pt x="525676" y="44913"/>
                  <a:pt x="525103" y="41481"/>
                  <a:pt x="523957" y="39442"/>
                </a:cubicBezTo>
                <a:cubicBezTo>
                  <a:pt x="522812" y="37401"/>
                  <a:pt x="520501" y="36381"/>
                  <a:pt x="517025" y="36381"/>
                </a:cubicBezTo>
                <a:cubicBezTo>
                  <a:pt x="511534" y="36381"/>
                  <a:pt x="508789" y="40754"/>
                  <a:pt x="508789" y="49500"/>
                </a:cubicBezTo>
                <a:cubicBezTo>
                  <a:pt x="508789" y="54314"/>
                  <a:pt x="509352" y="57736"/>
                  <a:pt x="510477" y="59765"/>
                </a:cubicBezTo>
                <a:cubicBezTo>
                  <a:pt x="511603" y="61793"/>
                  <a:pt x="513904" y="62808"/>
                  <a:pt x="517380" y="62808"/>
                </a:cubicBezTo>
                <a:cubicBezTo>
                  <a:pt x="522911" y="62808"/>
                  <a:pt x="525676" y="58451"/>
                  <a:pt x="525676" y="49739"/>
                </a:cubicBezTo>
                <a:moveTo>
                  <a:pt x="508315" y="86864"/>
                </a:moveTo>
                <a:cubicBezTo>
                  <a:pt x="505708" y="89477"/>
                  <a:pt x="504404" y="92935"/>
                  <a:pt x="504404" y="97237"/>
                </a:cubicBezTo>
                <a:cubicBezTo>
                  <a:pt x="504404" y="100770"/>
                  <a:pt x="505787" y="103400"/>
                  <a:pt x="508552" y="105129"/>
                </a:cubicBezTo>
                <a:cubicBezTo>
                  <a:pt x="511317" y="106857"/>
                  <a:pt x="514062" y="107721"/>
                  <a:pt x="516788" y="107721"/>
                </a:cubicBezTo>
                <a:cubicBezTo>
                  <a:pt x="522041" y="107721"/>
                  <a:pt x="526327" y="106626"/>
                  <a:pt x="529646" y="104436"/>
                </a:cubicBezTo>
                <a:cubicBezTo>
                  <a:pt x="532964" y="102247"/>
                  <a:pt x="534623" y="99329"/>
                  <a:pt x="534623" y="95681"/>
                </a:cubicBezTo>
                <a:cubicBezTo>
                  <a:pt x="534623" y="93722"/>
                  <a:pt x="534198" y="92138"/>
                  <a:pt x="533349" y="90928"/>
                </a:cubicBezTo>
                <a:cubicBezTo>
                  <a:pt x="532500" y="89719"/>
                  <a:pt x="531245" y="88835"/>
                  <a:pt x="529586" y="88279"/>
                </a:cubicBezTo>
                <a:cubicBezTo>
                  <a:pt x="527927" y="87722"/>
                  <a:pt x="526367" y="87366"/>
                  <a:pt x="524905" y="87212"/>
                </a:cubicBezTo>
                <a:cubicBezTo>
                  <a:pt x="523444" y="87059"/>
                  <a:pt x="521666" y="86982"/>
                  <a:pt x="519573" y="86982"/>
                </a:cubicBezTo>
                <a:cubicBezTo>
                  <a:pt x="519178" y="86982"/>
                  <a:pt x="518012" y="87002"/>
                  <a:pt x="516077" y="87040"/>
                </a:cubicBezTo>
                <a:cubicBezTo>
                  <a:pt x="514141" y="87078"/>
                  <a:pt x="512482" y="87097"/>
                  <a:pt x="511100" y="87097"/>
                </a:cubicBezTo>
                <a:cubicBezTo>
                  <a:pt x="510547" y="87097"/>
                  <a:pt x="509618" y="87020"/>
                  <a:pt x="508315" y="86864"/>
                </a:cubicBezTo>
                <a:close/>
                <a:moveTo>
                  <a:pt x="575271" y="50839"/>
                </a:moveTo>
                <a:lnTo>
                  <a:pt x="593758" y="50839"/>
                </a:lnTo>
                <a:cubicBezTo>
                  <a:pt x="593916" y="50687"/>
                  <a:pt x="593995" y="49872"/>
                  <a:pt x="593995" y="48394"/>
                </a:cubicBezTo>
                <a:cubicBezTo>
                  <a:pt x="593995" y="44190"/>
                  <a:pt x="593126" y="41235"/>
                  <a:pt x="591388" y="39531"/>
                </a:cubicBezTo>
                <a:cubicBezTo>
                  <a:pt x="589650" y="37826"/>
                  <a:pt x="587714" y="36973"/>
                  <a:pt x="585581" y="36973"/>
                </a:cubicBezTo>
                <a:cubicBezTo>
                  <a:pt x="582737" y="36973"/>
                  <a:pt x="580564" y="38091"/>
                  <a:pt x="579063" y="40327"/>
                </a:cubicBezTo>
                <a:cubicBezTo>
                  <a:pt x="576614" y="43773"/>
                  <a:pt x="575350" y="47277"/>
                  <a:pt x="575271" y="50839"/>
                </a:cubicBezTo>
                <a:moveTo>
                  <a:pt x="608038" y="69148"/>
                </a:moveTo>
                <a:cubicBezTo>
                  <a:pt x="609262" y="69148"/>
                  <a:pt x="609874" y="70392"/>
                  <a:pt x="609874" y="72880"/>
                </a:cubicBezTo>
                <a:cubicBezTo>
                  <a:pt x="603870" y="81650"/>
                  <a:pt x="596306" y="86034"/>
                  <a:pt x="587181" y="86034"/>
                </a:cubicBezTo>
                <a:cubicBezTo>
                  <a:pt x="578451" y="86034"/>
                  <a:pt x="571854" y="84015"/>
                  <a:pt x="567390" y="79976"/>
                </a:cubicBezTo>
                <a:cubicBezTo>
                  <a:pt x="564902" y="77719"/>
                  <a:pt x="562927" y="74780"/>
                  <a:pt x="561465" y="71158"/>
                </a:cubicBezTo>
                <a:cubicBezTo>
                  <a:pt x="560004" y="67535"/>
                  <a:pt x="559273" y="63902"/>
                  <a:pt x="559273" y="60260"/>
                </a:cubicBezTo>
                <a:cubicBezTo>
                  <a:pt x="559273" y="51372"/>
                  <a:pt x="561959" y="44262"/>
                  <a:pt x="567331" y="38929"/>
                </a:cubicBezTo>
                <a:cubicBezTo>
                  <a:pt x="572703" y="33596"/>
                  <a:pt x="579043" y="30930"/>
                  <a:pt x="586351" y="30930"/>
                </a:cubicBezTo>
                <a:cubicBezTo>
                  <a:pt x="594528" y="30930"/>
                  <a:pt x="600414" y="32987"/>
                  <a:pt x="604008" y="37101"/>
                </a:cubicBezTo>
                <a:cubicBezTo>
                  <a:pt x="607603" y="41216"/>
                  <a:pt x="609400" y="46189"/>
                  <a:pt x="609400" y="52022"/>
                </a:cubicBezTo>
                <a:cubicBezTo>
                  <a:pt x="609400" y="55262"/>
                  <a:pt x="608215" y="56882"/>
                  <a:pt x="605845" y="56882"/>
                </a:cubicBezTo>
                <a:lnTo>
                  <a:pt x="574797" y="56882"/>
                </a:lnTo>
                <a:lnTo>
                  <a:pt x="574797" y="58838"/>
                </a:lnTo>
                <a:cubicBezTo>
                  <a:pt x="574797" y="65711"/>
                  <a:pt x="576298" y="70421"/>
                  <a:pt x="579300" y="72969"/>
                </a:cubicBezTo>
                <a:cubicBezTo>
                  <a:pt x="582302" y="75517"/>
                  <a:pt x="586509" y="76791"/>
                  <a:pt x="591921" y="76791"/>
                </a:cubicBezTo>
                <a:cubicBezTo>
                  <a:pt x="594331" y="76791"/>
                  <a:pt x="597036" y="76120"/>
                  <a:pt x="600038" y="74776"/>
                </a:cubicBezTo>
                <a:cubicBezTo>
                  <a:pt x="603041" y="73433"/>
                  <a:pt x="605707" y="71557"/>
                  <a:pt x="608038" y="69148"/>
                </a:cubicBezTo>
                <a:close/>
                <a:moveTo>
                  <a:pt x="661059" y="4503"/>
                </a:moveTo>
                <a:lnTo>
                  <a:pt x="670895" y="4503"/>
                </a:lnTo>
                <a:cubicBezTo>
                  <a:pt x="684563" y="32747"/>
                  <a:pt x="694260" y="52221"/>
                  <a:pt x="699988" y="62926"/>
                </a:cubicBezTo>
                <a:lnTo>
                  <a:pt x="731451" y="4503"/>
                </a:lnTo>
                <a:lnTo>
                  <a:pt x="741050" y="4503"/>
                </a:lnTo>
                <a:cubicBezTo>
                  <a:pt x="741761" y="10586"/>
                  <a:pt x="742748" y="19415"/>
                  <a:pt x="744012" y="30989"/>
                </a:cubicBezTo>
                <a:cubicBezTo>
                  <a:pt x="745277" y="42563"/>
                  <a:pt x="746392" y="52527"/>
                  <a:pt x="747360" y="60882"/>
                </a:cubicBezTo>
                <a:cubicBezTo>
                  <a:pt x="748328" y="69236"/>
                  <a:pt x="749385" y="77344"/>
                  <a:pt x="750530" y="85205"/>
                </a:cubicBezTo>
                <a:cubicBezTo>
                  <a:pt x="749306" y="84968"/>
                  <a:pt x="746027" y="84849"/>
                  <a:pt x="740694" y="84849"/>
                </a:cubicBezTo>
                <a:cubicBezTo>
                  <a:pt x="737139" y="84849"/>
                  <a:pt x="734749" y="84968"/>
                  <a:pt x="733525" y="85205"/>
                </a:cubicBezTo>
                <a:cubicBezTo>
                  <a:pt x="731392" y="59489"/>
                  <a:pt x="729555" y="40252"/>
                  <a:pt x="728014" y="27493"/>
                </a:cubicBezTo>
                <a:cubicBezTo>
                  <a:pt x="727461" y="28520"/>
                  <a:pt x="726049" y="31117"/>
                  <a:pt x="723778" y="35285"/>
                </a:cubicBezTo>
                <a:cubicBezTo>
                  <a:pt x="721506" y="39452"/>
                  <a:pt x="719976" y="42267"/>
                  <a:pt x="719186" y="43728"/>
                </a:cubicBezTo>
                <a:cubicBezTo>
                  <a:pt x="718396" y="45190"/>
                  <a:pt x="717033" y="47728"/>
                  <a:pt x="715097" y="51342"/>
                </a:cubicBezTo>
                <a:cubicBezTo>
                  <a:pt x="713162" y="54957"/>
                  <a:pt x="711671" y="57811"/>
                  <a:pt x="710624" y="59904"/>
                </a:cubicBezTo>
                <a:cubicBezTo>
                  <a:pt x="709577" y="61998"/>
                  <a:pt x="708273" y="64595"/>
                  <a:pt x="706713" y="67696"/>
                </a:cubicBezTo>
                <a:cubicBezTo>
                  <a:pt x="705153" y="70797"/>
                  <a:pt x="703731" y="73730"/>
                  <a:pt x="702447" y="76495"/>
                </a:cubicBezTo>
                <a:cubicBezTo>
                  <a:pt x="701163" y="79260"/>
                  <a:pt x="699909" y="82045"/>
                  <a:pt x="698684" y="84849"/>
                </a:cubicBezTo>
                <a:lnTo>
                  <a:pt x="692048" y="84849"/>
                </a:lnTo>
                <a:cubicBezTo>
                  <a:pt x="688967" y="78292"/>
                  <a:pt x="680040" y="60556"/>
                  <a:pt x="665266" y="31641"/>
                </a:cubicBezTo>
                <a:cubicBezTo>
                  <a:pt x="664911" y="34445"/>
                  <a:pt x="664121" y="40450"/>
                  <a:pt x="662896" y="49653"/>
                </a:cubicBezTo>
                <a:cubicBezTo>
                  <a:pt x="661671" y="58857"/>
                  <a:pt x="660763" y="66205"/>
                  <a:pt x="660170" y="71695"/>
                </a:cubicBezTo>
                <a:cubicBezTo>
                  <a:pt x="659578" y="77186"/>
                  <a:pt x="659282" y="81689"/>
                  <a:pt x="659282" y="85205"/>
                </a:cubicBezTo>
                <a:cubicBezTo>
                  <a:pt x="658373" y="84968"/>
                  <a:pt x="656418" y="84849"/>
                  <a:pt x="653416" y="84849"/>
                </a:cubicBezTo>
                <a:cubicBezTo>
                  <a:pt x="650334" y="84849"/>
                  <a:pt x="648359" y="84968"/>
                  <a:pt x="647490" y="85205"/>
                </a:cubicBezTo>
                <a:cubicBezTo>
                  <a:pt x="652152" y="59647"/>
                  <a:pt x="656674" y="32747"/>
                  <a:pt x="661059" y="4503"/>
                </a:cubicBezTo>
                <a:close/>
                <a:moveTo>
                  <a:pt x="767932" y="17294"/>
                </a:moveTo>
                <a:cubicBezTo>
                  <a:pt x="766194" y="15629"/>
                  <a:pt x="765325" y="13577"/>
                  <a:pt x="765325" y="11139"/>
                </a:cubicBezTo>
                <a:cubicBezTo>
                  <a:pt x="765325" y="8701"/>
                  <a:pt x="766194" y="6650"/>
                  <a:pt x="767932" y="4986"/>
                </a:cubicBezTo>
                <a:cubicBezTo>
                  <a:pt x="769670" y="3321"/>
                  <a:pt x="771833" y="2489"/>
                  <a:pt x="774420" y="2489"/>
                </a:cubicBezTo>
                <a:cubicBezTo>
                  <a:pt x="777007" y="2489"/>
                  <a:pt x="779170" y="3321"/>
                  <a:pt x="780908" y="4986"/>
                </a:cubicBezTo>
                <a:cubicBezTo>
                  <a:pt x="782646" y="6650"/>
                  <a:pt x="783515" y="8701"/>
                  <a:pt x="783515" y="11139"/>
                </a:cubicBezTo>
                <a:cubicBezTo>
                  <a:pt x="783515" y="13577"/>
                  <a:pt x="782646" y="15629"/>
                  <a:pt x="780908" y="17294"/>
                </a:cubicBezTo>
                <a:cubicBezTo>
                  <a:pt x="779170" y="18958"/>
                  <a:pt x="777007" y="19790"/>
                  <a:pt x="774420" y="19790"/>
                </a:cubicBezTo>
                <a:cubicBezTo>
                  <a:pt x="771833" y="19790"/>
                  <a:pt x="769670" y="18958"/>
                  <a:pt x="767932" y="17294"/>
                </a:cubicBezTo>
                <a:moveTo>
                  <a:pt x="766391" y="56316"/>
                </a:moveTo>
                <a:cubicBezTo>
                  <a:pt x="766391" y="45045"/>
                  <a:pt x="765996" y="37215"/>
                  <a:pt x="765206" y="32826"/>
                </a:cubicBezTo>
                <a:lnTo>
                  <a:pt x="765562" y="32352"/>
                </a:lnTo>
                <a:cubicBezTo>
                  <a:pt x="765957" y="32352"/>
                  <a:pt x="767191" y="32411"/>
                  <a:pt x="769265" y="32530"/>
                </a:cubicBezTo>
                <a:cubicBezTo>
                  <a:pt x="771339" y="32648"/>
                  <a:pt x="772968" y="32707"/>
                  <a:pt x="774154" y="32707"/>
                </a:cubicBezTo>
                <a:cubicBezTo>
                  <a:pt x="776168" y="32707"/>
                  <a:pt x="778973" y="32510"/>
                  <a:pt x="782567" y="32115"/>
                </a:cubicBezTo>
                <a:cubicBezTo>
                  <a:pt x="783278" y="32115"/>
                  <a:pt x="783634" y="32530"/>
                  <a:pt x="783634" y="33359"/>
                </a:cubicBezTo>
                <a:cubicBezTo>
                  <a:pt x="782844" y="43246"/>
                  <a:pt x="782449" y="50443"/>
                  <a:pt x="782449" y="54951"/>
                </a:cubicBezTo>
                <a:lnTo>
                  <a:pt x="782449" y="62959"/>
                </a:lnTo>
                <a:cubicBezTo>
                  <a:pt x="782449" y="71778"/>
                  <a:pt x="782844" y="79075"/>
                  <a:pt x="783634" y="84849"/>
                </a:cubicBezTo>
                <a:lnTo>
                  <a:pt x="783397" y="85205"/>
                </a:lnTo>
                <a:cubicBezTo>
                  <a:pt x="779763" y="84968"/>
                  <a:pt x="776770" y="84849"/>
                  <a:pt x="774420" y="84849"/>
                </a:cubicBezTo>
                <a:cubicBezTo>
                  <a:pt x="772070" y="84849"/>
                  <a:pt x="769078" y="84968"/>
                  <a:pt x="765443" y="85205"/>
                </a:cubicBezTo>
                <a:lnTo>
                  <a:pt x="765206" y="84849"/>
                </a:lnTo>
                <a:cubicBezTo>
                  <a:pt x="765996" y="79353"/>
                  <a:pt x="766391" y="72056"/>
                  <a:pt x="766391" y="62959"/>
                </a:cubicBezTo>
                <a:lnTo>
                  <a:pt x="766391" y="56316"/>
                </a:lnTo>
                <a:close/>
                <a:moveTo>
                  <a:pt x="855263" y="62956"/>
                </a:moveTo>
                <a:cubicBezTo>
                  <a:pt x="855263" y="71856"/>
                  <a:pt x="855697" y="79154"/>
                  <a:pt x="856566" y="84849"/>
                </a:cubicBezTo>
                <a:lnTo>
                  <a:pt x="856329" y="85205"/>
                </a:lnTo>
                <a:cubicBezTo>
                  <a:pt x="852774" y="84968"/>
                  <a:pt x="849614" y="84849"/>
                  <a:pt x="846849" y="84849"/>
                </a:cubicBezTo>
                <a:lnTo>
                  <a:pt x="838731" y="85205"/>
                </a:lnTo>
                <a:lnTo>
                  <a:pt x="838494" y="84849"/>
                </a:lnTo>
                <a:cubicBezTo>
                  <a:pt x="838968" y="80538"/>
                  <a:pt x="839205" y="73240"/>
                  <a:pt x="839205" y="62956"/>
                </a:cubicBezTo>
                <a:lnTo>
                  <a:pt x="839205" y="52157"/>
                </a:lnTo>
                <a:cubicBezTo>
                  <a:pt x="839205" y="44642"/>
                  <a:pt x="837112" y="40884"/>
                  <a:pt x="832925" y="40884"/>
                </a:cubicBezTo>
                <a:cubicBezTo>
                  <a:pt x="828461" y="40884"/>
                  <a:pt x="823760" y="44108"/>
                  <a:pt x="818823" y="50555"/>
                </a:cubicBezTo>
                <a:lnTo>
                  <a:pt x="818823" y="62956"/>
                </a:lnTo>
                <a:cubicBezTo>
                  <a:pt x="818823" y="72014"/>
                  <a:pt x="819060" y="79312"/>
                  <a:pt x="819534" y="84849"/>
                </a:cubicBezTo>
                <a:lnTo>
                  <a:pt x="819178" y="85205"/>
                </a:lnTo>
                <a:cubicBezTo>
                  <a:pt x="816927" y="84968"/>
                  <a:pt x="814418" y="84849"/>
                  <a:pt x="811653" y="84849"/>
                </a:cubicBezTo>
                <a:lnTo>
                  <a:pt x="801699" y="85205"/>
                </a:lnTo>
                <a:lnTo>
                  <a:pt x="801462" y="84849"/>
                </a:lnTo>
                <a:cubicBezTo>
                  <a:pt x="802370" y="79274"/>
                  <a:pt x="802825" y="71977"/>
                  <a:pt x="802825" y="62959"/>
                </a:cubicBezTo>
                <a:lnTo>
                  <a:pt x="802825" y="56316"/>
                </a:lnTo>
                <a:cubicBezTo>
                  <a:pt x="802825" y="45560"/>
                  <a:pt x="802370" y="37691"/>
                  <a:pt x="801462" y="32707"/>
                </a:cubicBezTo>
                <a:lnTo>
                  <a:pt x="801699" y="32352"/>
                </a:lnTo>
                <a:cubicBezTo>
                  <a:pt x="808651" y="32668"/>
                  <a:pt x="813924" y="32549"/>
                  <a:pt x="817519" y="31996"/>
                </a:cubicBezTo>
                <a:cubicBezTo>
                  <a:pt x="818072" y="31996"/>
                  <a:pt x="818428" y="32401"/>
                  <a:pt x="818586" y="33211"/>
                </a:cubicBezTo>
                <a:cubicBezTo>
                  <a:pt x="818744" y="34021"/>
                  <a:pt x="818823" y="36974"/>
                  <a:pt x="818823" y="42071"/>
                </a:cubicBezTo>
                <a:lnTo>
                  <a:pt x="819297" y="42427"/>
                </a:lnTo>
                <a:cubicBezTo>
                  <a:pt x="822062" y="38950"/>
                  <a:pt x="825143" y="36264"/>
                  <a:pt x="828540" y="34368"/>
                </a:cubicBezTo>
                <a:cubicBezTo>
                  <a:pt x="831937" y="32471"/>
                  <a:pt x="835216" y="31522"/>
                  <a:pt x="838376" y="31522"/>
                </a:cubicBezTo>
                <a:cubicBezTo>
                  <a:pt x="843946" y="31522"/>
                  <a:pt x="848153" y="32955"/>
                  <a:pt x="850997" y="35822"/>
                </a:cubicBezTo>
                <a:cubicBezTo>
                  <a:pt x="853841" y="38687"/>
                  <a:pt x="855263" y="43242"/>
                  <a:pt x="855263" y="49487"/>
                </a:cubicBezTo>
                <a:lnTo>
                  <a:pt x="855263" y="62956"/>
                </a:lnTo>
                <a:close/>
                <a:moveTo>
                  <a:pt x="877996" y="17294"/>
                </a:moveTo>
                <a:cubicBezTo>
                  <a:pt x="876258" y="15629"/>
                  <a:pt x="875389" y="13577"/>
                  <a:pt x="875389" y="11139"/>
                </a:cubicBezTo>
                <a:cubicBezTo>
                  <a:pt x="875389" y="8701"/>
                  <a:pt x="876258" y="6650"/>
                  <a:pt x="877996" y="4986"/>
                </a:cubicBezTo>
                <a:cubicBezTo>
                  <a:pt x="879734" y="3321"/>
                  <a:pt x="881897" y="2489"/>
                  <a:pt x="884484" y="2489"/>
                </a:cubicBezTo>
                <a:cubicBezTo>
                  <a:pt x="887071" y="2489"/>
                  <a:pt x="889234" y="3321"/>
                  <a:pt x="890972" y="4986"/>
                </a:cubicBezTo>
                <a:cubicBezTo>
                  <a:pt x="892710" y="6650"/>
                  <a:pt x="893579" y="8701"/>
                  <a:pt x="893579" y="11139"/>
                </a:cubicBezTo>
                <a:cubicBezTo>
                  <a:pt x="893579" y="13577"/>
                  <a:pt x="892710" y="15629"/>
                  <a:pt x="890972" y="17294"/>
                </a:cubicBezTo>
                <a:cubicBezTo>
                  <a:pt x="889234" y="18958"/>
                  <a:pt x="887071" y="19790"/>
                  <a:pt x="884484" y="19790"/>
                </a:cubicBezTo>
                <a:cubicBezTo>
                  <a:pt x="881897" y="19790"/>
                  <a:pt x="879734" y="18958"/>
                  <a:pt x="877996" y="17294"/>
                </a:cubicBezTo>
                <a:moveTo>
                  <a:pt x="876455" y="56316"/>
                </a:moveTo>
                <a:cubicBezTo>
                  <a:pt x="876455" y="45045"/>
                  <a:pt x="876060" y="37215"/>
                  <a:pt x="875270" y="32826"/>
                </a:cubicBezTo>
                <a:lnTo>
                  <a:pt x="875626" y="32352"/>
                </a:lnTo>
                <a:cubicBezTo>
                  <a:pt x="876021" y="32352"/>
                  <a:pt x="877255" y="32411"/>
                  <a:pt x="879329" y="32530"/>
                </a:cubicBezTo>
                <a:cubicBezTo>
                  <a:pt x="881403" y="32648"/>
                  <a:pt x="883032" y="32707"/>
                  <a:pt x="884217" y="32707"/>
                </a:cubicBezTo>
                <a:cubicBezTo>
                  <a:pt x="886232" y="32707"/>
                  <a:pt x="889036" y="32510"/>
                  <a:pt x="892631" y="32115"/>
                </a:cubicBezTo>
                <a:cubicBezTo>
                  <a:pt x="893342" y="32115"/>
                  <a:pt x="893698" y="32530"/>
                  <a:pt x="893698" y="33359"/>
                </a:cubicBezTo>
                <a:cubicBezTo>
                  <a:pt x="892908" y="43246"/>
                  <a:pt x="892513" y="50443"/>
                  <a:pt x="892513" y="54951"/>
                </a:cubicBezTo>
                <a:lnTo>
                  <a:pt x="892513" y="62959"/>
                </a:lnTo>
                <a:cubicBezTo>
                  <a:pt x="892513" y="71778"/>
                  <a:pt x="892908" y="79075"/>
                  <a:pt x="893698" y="84849"/>
                </a:cubicBezTo>
                <a:lnTo>
                  <a:pt x="893461" y="85205"/>
                </a:lnTo>
                <a:cubicBezTo>
                  <a:pt x="889826" y="84968"/>
                  <a:pt x="886834" y="84849"/>
                  <a:pt x="884484" y="84849"/>
                </a:cubicBezTo>
                <a:cubicBezTo>
                  <a:pt x="882134" y="84849"/>
                  <a:pt x="879141" y="84968"/>
                  <a:pt x="875507" y="85205"/>
                </a:cubicBezTo>
                <a:lnTo>
                  <a:pt x="875270" y="84849"/>
                </a:lnTo>
                <a:cubicBezTo>
                  <a:pt x="876060" y="79353"/>
                  <a:pt x="876455" y="72056"/>
                  <a:pt x="876455" y="62959"/>
                </a:cubicBezTo>
                <a:lnTo>
                  <a:pt x="876455" y="56316"/>
                </a:lnTo>
                <a:close/>
                <a:moveTo>
                  <a:pt x="965327" y="62956"/>
                </a:moveTo>
                <a:cubicBezTo>
                  <a:pt x="965327" y="71856"/>
                  <a:pt x="965761" y="79154"/>
                  <a:pt x="966630" y="84849"/>
                </a:cubicBezTo>
                <a:lnTo>
                  <a:pt x="966393" y="85205"/>
                </a:lnTo>
                <a:cubicBezTo>
                  <a:pt x="962838" y="84968"/>
                  <a:pt x="959678" y="84849"/>
                  <a:pt x="956913" y="84849"/>
                </a:cubicBezTo>
                <a:lnTo>
                  <a:pt x="948796" y="85205"/>
                </a:lnTo>
                <a:lnTo>
                  <a:pt x="948558" y="84849"/>
                </a:lnTo>
                <a:cubicBezTo>
                  <a:pt x="949033" y="80538"/>
                  <a:pt x="949270" y="73240"/>
                  <a:pt x="949270" y="62956"/>
                </a:cubicBezTo>
                <a:lnTo>
                  <a:pt x="949270" y="52157"/>
                </a:lnTo>
                <a:cubicBezTo>
                  <a:pt x="949270" y="44642"/>
                  <a:pt x="947176" y="40884"/>
                  <a:pt x="942989" y="40884"/>
                </a:cubicBezTo>
                <a:cubicBezTo>
                  <a:pt x="938525" y="40884"/>
                  <a:pt x="933824" y="44108"/>
                  <a:pt x="928887" y="50555"/>
                </a:cubicBezTo>
                <a:lnTo>
                  <a:pt x="928887" y="62956"/>
                </a:lnTo>
                <a:cubicBezTo>
                  <a:pt x="928887" y="72014"/>
                  <a:pt x="929124" y="79312"/>
                  <a:pt x="929598" y="84849"/>
                </a:cubicBezTo>
                <a:lnTo>
                  <a:pt x="929242" y="85205"/>
                </a:lnTo>
                <a:cubicBezTo>
                  <a:pt x="926991" y="84968"/>
                  <a:pt x="924482" y="84849"/>
                  <a:pt x="921717" y="84849"/>
                </a:cubicBezTo>
                <a:lnTo>
                  <a:pt x="911763" y="85205"/>
                </a:lnTo>
                <a:lnTo>
                  <a:pt x="911526" y="84849"/>
                </a:lnTo>
                <a:cubicBezTo>
                  <a:pt x="912434" y="79274"/>
                  <a:pt x="912889" y="71977"/>
                  <a:pt x="912889" y="62959"/>
                </a:cubicBezTo>
                <a:lnTo>
                  <a:pt x="912889" y="56316"/>
                </a:lnTo>
                <a:cubicBezTo>
                  <a:pt x="912889" y="45560"/>
                  <a:pt x="912434" y="37691"/>
                  <a:pt x="911526" y="32707"/>
                </a:cubicBezTo>
                <a:lnTo>
                  <a:pt x="911763" y="32352"/>
                </a:lnTo>
                <a:cubicBezTo>
                  <a:pt x="918715" y="32668"/>
                  <a:pt x="923989" y="32549"/>
                  <a:pt x="927583" y="31996"/>
                </a:cubicBezTo>
                <a:cubicBezTo>
                  <a:pt x="928136" y="31996"/>
                  <a:pt x="928492" y="32401"/>
                  <a:pt x="928650" y="33211"/>
                </a:cubicBezTo>
                <a:cubicBezTo>
                  <a:pt x="928808" y="34021"/>
                  <a:pt x="928887" y="36974"/>
                  <a:pt x="928887" y="42071"/>
                </a:cubicBezTo>
                <a:lnTo>
                  <a:pt x="929361" y="42427"/>
                </a:lnTo>
                <a:cubicBezTo>
                  <a:pt x="932126" y="38950"/>
                  <a:pt x="935207" y="36264"/>
                  <a:pt x="938604" y="34368"/>
                </a:cubicBezTo>
                <a:cubicBezTo>
                  <a:pt x="942001" y="32471"/>
                  <a:pt x="945280" y="31522"/>
                  <a:pt x="948440" y="31522"/>
                </a:cubicBezTo>
                <a:cubicBezTo>
                  <a:pt x="954010" y="31522"/>
                  <a:pt x="958217" y="32955"/>
                  <a:pt x="961061" y="35822"/>
                </a:cubicBezTo>
                <a:cubicBezTo>
                  <a:pt x="963905" y="38687"/>
                  <a:pt x="965327" y="43242"/>
                  <a:pt x="965327" y="49487"/>
                </a:cubicBezTo>
                <a:lnTo>
                  <a:pt x="965327" y="62956"/>
                </a:lnTo>
                <a:close/>
                <a:moveTo>
                  <a:pt x="1031192" y="49618"/>
                </a:moveTo>
                <a:cubicBezTo>
                  <a:pt x="1031192" y="55137"/>
                  <a:pt x="1028931" y="59525"/>
                  <a:pt x="1024408" y="62782"/>
                </a:cubicBezTo>
                <a:cubicBezTo>
                  <a:pt x="1019885" y="66038"/>
                  <a:pt x="1014009" y="67666"/>
                  <a:pt x="1006780" y="67666"/>
                </a:cubicBezTo>
                <a:cubicBezTo>
                  <a:pt x="1002791" y="67666"/>
                  <a:pt x="999749" y="67232"/>
                  <a:pt x="997655" y="66363"/>
                </a:cubicBezTo>
                <a:cubicBezTo>
                  <a:pt x="996707" y="67798"/>
                  <a:pt x="996233" y="69633"/>
                  <a:pt x="996233" y="71868"/>
                </a:cubicBezTo>
                <a:cubicBezTo>
                  <a:pt x="996233" y="75782"/>
                  <a:pt x="998584" y="77739"/>
                  <a:pt x="1003284" y="77739"/>
                </a:cubicBezTo>
                <a:cubicBezTo>
                  <a:pt x="1003442" y="77739"/>
                  <a:pt x="1003709" y="77719"/>
                  <a:pt x="1004084" y="77680"/>
                </a:cubicBezTo>
                <a:cubicBezTo>
                  <a:pt x="1004460" y="77640"/>
                  <a:pt x="1004963" y="77581"/>
                  <a:pt x="1005595" y="77502"/>
                </a:cubicBezTo>
                <a:cubicBezTo>
                  <a:pt x="1008676" y="77107"/>
                  <a:pt x="1011224" y="76910"/>
                  <a:pt x="1013239" y="76910"/>
                </a:cubicBezTo>
                <a:cubicBezTo>
                  <a:pt x="1016478" y="76910"/>
                  <a:pt x="1019470" y="77125"/>
                  <a:pt x="1022216" y="77556"/>
                </a:cubicBezTo>
                <a:cubicBezTo>
                  <a:pt x="1024961" y="77985"/>
                  <a:pt x="1027746" y="78728"/>
                  <a:pt x="1030570" y="79783"/>
                </a:cubicBezTo>
                <a:cubicBezTo>
                  <a:pt x="1033395" y="80838"/>
                  <a:pt x="1035636" y="82498"/>
                  <a:pt x="1037295" y="84766"/>
                </a:cubicBezTo>
                <a:cubicBezTo>
                  <a:pt x="1038954" y="87034"/>
                  <a:pt x="1039784" y="89770"/>
                  <a:pt x="1039784" y="92974"/>
                </a:cubicBezTo>
                <a:cubicBezTo>
                  <a:pt x="1039784" y="96160"/>
                  <a:pt x="1038619" y="99197"/>
                  <a:pt x="1036288" y="102084"/>
                </a:cubicBezTo>
                <a:cubicBezTo>
                  <a:pt x="1033957" y="104972"/>
                  <a:pt x="1030936" y="107352"/>
                  <a:pt x="1027222" y="109224"/>
                </a:cubicBezTo>
                <a:cubicBezTo>
                  <a:pt x="1021060" y="112291"/>
                  <a:pt x="1012923" y="113804"/>
                  <a:pt x="1002810" y="113765"/>
                </a:cubicBezTo>
                <a:cubicBezTo>
                  <a:pt x="998860" y="113765"/>
                  <a:pt x="995226" y="113379"/>
                  <a:pt x="991908" y="112609"/>
                </a:cubicBezTo>
                <a:cubicBezTo>
                  <a:pt x="988590" y="111839"/>
                  <a:pt x="985677" y="110329"/>
                  <a:pt x="983168" y="108078"/>
                </a:cubicBezTo>
                <a:cubicBezTo>
                  <a:pt x="980660" y="105829"/>
                  <a:pt x="979406" y="103002"/>
                  <a:pt x="979406" y="99598"/>
                </a:cubicBezTo>
                <a:cubicBezTo>
                  <a:pt x="979406" y="95681"/>
                  <a:pt x="980295" y="92609"/>
                  <a:pt x="982072" y="90382"/>
                </a:cubicBezTo>
                <a:cubicBezTo>
                  <a:pt x="982981" y="89841"/>
                  <a:pt x="984679" y="89021"/>
                  <a:pt x="987168" y="87921"/>
                </a:cubicBezTo>
                <a:cubicBezTo>
                  <a:pt x="989656" y="86821"/>
                  <a:pt x="991355" y="85975"/>
                  <a:pt x="992263" y="85383"/>
                </a:cubicBezTo>
                <a:cubicBezTo>
                  <a:pt x="985864" y="84394"/>
                  <a:pt x="982665" y="81229"/>
                  <a:pt x="982665" y="75889"/>
                </a:cubicBezTo>
                <a:cubicBezTo>
                  <a:pt x="982665" y="73934"/>
                  <a:pt x="983731" y="71939"/>
                  <a:pt x="985864" y="69905"/>
                </a:cubicBezTo>
                <a:cubicBezTo>
                  <a:pt x="987997" y="67869"/>
                  <a:pt x="990446" y="66353"/>
                  <a:pt x="993212" y="65355"/>
                </a:cubicBezTo>
                <a:lnTo>
                  <a:pt x="993449" y="64763"/>
                </a:lnTo>
                <a:cubicBezTo>
                  <a:pt x="991434" y="64131"/>
                  <a:pt x="989834" y="63400"/>
                  <a:pt x="988649" y="62571"/>
                </a:cubicBezTo>
                <a:cubicBezTo>
                  <a:pt x="984225" y="59489"/>
                  <a:pt x="982033" y="55361"/>
                  <a:pt x="982072" y="50187"/>
                </a:cubicBezTo>
                <a:cubicBezTo>
                  <a:pt x="982072" y="44538"/>
                  <a:pt x="984353" y="40015"/>
                  <a:pt x="988916" y="36618"/>
                </a:cubicBezTo>
                <a:cubicBezTo>
                  <a:pt x="993478" y="33221"/>
                  <a:pt x="999157" y="31522"/>
                  <a:pt x="1005951" y="31522"/>
                </a:cubicBezTo>
                <a:cubicBezTo>
                  <a:pt x="1009585" y="31522"/>
                  <a:pt x="1012508" y="31858"/>
                  <a:pt x="1014720" y="32530"/>
                </a:cubicBezTo>
                <a:cubicBezTo>
                  <a:pt x="1016972" y="32411"/>
                  <a:pt x="1020744" y="32253"/>
                  <a:pt x="1026037" y="32056"/>
                </a:cubicBezTo>
                <a:cubicBezTo>
                  <a:pt x="1031331" y="31858"/>
                  <a:pt x="1035063" y="31680"/>
                  <a:pt x="1037236" y="31522"/>
                </a:cubicBezTo>
                <a:lnTo>
                  <a:pt x="1037651" y="31869"/>
                </a:lnTo>
                <a:cubicBezTo>
                  <a:pt x="1037414" y="32910"/>
                  <a:pt x="1037276" y="34048"/>
                  <a:pt x="1037236" y="35281"/>
                </a:cubicBezTo>
                <a:cubicBezTo>
                  <a:pt x="1037236" y="36361"/>
                  <a:pt x="1037374" y="37441"/>
                  <a:pt x="1037651" y="38520"/>
                </a:cubicBezTo>
                <a:lnTo>
                  <a:pt x="1037236" y="38877"/>
                </a:lnTo>
                <a:cubicBezTo>
                  <a:pt x="1036209" y="38798"/>
                  <a:pt x="1034254" y="38609"/>
                  <a:pt x="1031370" y="38310"/>
                </a:cubicBezTo>
                <a:cubicBezTo>
                  <a:pt x="1028486" y="38012"/>
                  <a:pt x="1026353" y="37843"/>
                  <a:pt x="1024971" y="37803"/>
                </a:cubicBezTo>
                <a:cubicBezTo>
                  <a:pt x="1025879" y="38440"/>
                  <a:pt x="1026729" y="39226"/>
                  <a:pt x="1027519" y="40160"/>
                </a:cubicBezTo>
                <a:cubicBezTo>
                  <a:pt x="1028309" y="41095"/>
                  <a:pt x="1028970" y="42079"/>
                  <a:pt x="1029504" y="43114"/>
                </a:cubicBezTo>
                <a:cubicBezTo>
                  <a:pt x="1030037" y="44148"/>
                  <a:pt x="1030452" y="45232"/>
                  <a:pt x="1030748" y="46367"/>
                </a:cubicBezTo>
                <a:cubicBezTo>
                  <a:pt x="1031044" y="47500"/>
                  <a:pt x="1031192" y="48584"/>
                  <a:pt x="1031192" y="49618"/>
                </a:cubicBezTo>
                <a:moveTo>
                  <a:pt x="1015076" y="49739"/>
                </a:moveTo>
                <a:cubicBezTo>
                  <a:pt x="1015076" y="44913"/>
                  <a:pt x="1014503" y="41481"/>
                  <a:pt x="1013357" y="39442"/>
                </a:cubicBezTo>
                <a:cubicBezTo>
                  <a:pt x="1012212" y="37401"/>
                  <a:pt x="1009901" y="36381"/>
                  <a:pt x="1006425" y="36381"/>
                </a:cubicBezTo>
                <a:cubicBezTo>
                  <a:pt x="1000934" y="36381"/>
                  <a:pt x="998189" y="40754"/>
                  <a:pt x="998189" y="49500"/>
                </a:cubicBezTo>
                <a:cubicBezTo>
                  <a:pt x="998189" y="54314"/>
                  <a:pt x="998752" y="57736"/>
                  <a:pt x="999877" y="59765"/>
                </a:cubicBezTo>
                <a:cubicBezTo>
                  <a:pt x="1001003" y="61793"/>
                  <a:pt x="1003304" y="62808"/>
                  <a:pt x="1006780" y="62808"/>
                </a:cubicBezTo>
                <a:cubicBezTo>
                  <a:pt x="1012311" y="62808"/>
                  <a:pt x="1015076" y="58451"/>
                  <a:pt x="1015076" y="49739"/>
                </a:cubicBezTo>
                <a:moveTo>
                  <a:pt x="997715" y="86864"/>
                </a:moveTo>
                <a:cubicBezTo>
                  <a:pt x="995108" y="89477"/>
                  <a:pt x="993804" y="92935"/>
                  <a:pt x="993804" y="97237"/>
                </a:cubicBezTo>
                <a:cubicBezTo>
                  <a:pt x="993804" y="100770"/>
                  <a:pt x="995187" y="103400"/>
                  <a:pt x="997952" y="105129"/>
                </a:cubicBezTo>
                <a:cubicBezTo>
                  <a:pt x="1000717" y="106857"/>
                  <a:pt x="1003462" y="107721"/>
                  <a:pt x="1006188" y="107721"/>
                </a:cubicBezTo>
                <a:cubicBezTo>
                  <a:pt x="1011442" y="107721"/>
                  <a:pt x="1015727" y="106626"/>
                  <a:pt x="1019046" y="104436"/>
                </a:cubicBezTo>
                <a:cubicBezTo>
                  <a:pt x="1022364" y="102247"/>
                  <a:pt x="1024023" y="99329"/>
                  <a:pt x="1024023" y="95681"/>
                </a:cubicBezTo>
                <a:cubicBezTo>
                  <a:pt x="1024023" y="93722"/>
                  <a:pt x="1023598" y="92138"/>
                  <a:pt x="1022749" y="90928"/>
                </a:cubicBezTo>
                <a:cubicBezTo>
                  <a:pt x="1021900" y="89719"/>
                  <a:pt x="1020645" y="88835"/>
                  <a:pt x="1018986" y="88279"/>
                </a:cubicBezTo>
                <a:cubicBezTo>
                  <a:pt x="1017327" y="87722"/>
                  <a:pt x="1015767" y="87366"/>
                  <a:pt x="1014305" y="87212"/>
                </a:cubicBezTo>
                <a:cubicBezTo>
                  <a:pt x="1012844" y="87059"/>
                  <a:pt x="1011066" y="86982"/>
                  <a:pt x="1008973" y="86982"/>
                </a:cubicBezTo>
                <a:cubicBezTo>
                  <a:pt x="1008578" y="86982"/>
                  <a:pt x="1007412" y="87002"/>
                  <a:pt x="1005477" y="87040"/>
                </a:cubicBezTo>
                <a:cubicBezTo>
                  <a:pt x="1003541" y="87078"/>
                  <a:pt x="1001882" y="87097"/>
                  <a:pt x="1000500" y="87097"/>
                </a:cubicBezTo>
                <a:cubicBezTo>
                  <a:pt x="999947" y="87097"/>
                  <a:pt x="999018" y="87020"/>
                  <a:pt x="997715" y="868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&quot;documents&quot;">
            <a:extLst xmlns:a="http://schemas.openxmlformats.org/drawingml/2006/main">
              <a:ext uri="{FF2B5EF4-FFF2-40B4-BE49-F238E27FC236}">
                <a16:creationId xmlns:a16="http://schemas.microsoft.com/office/drawing/2014/main" id="{C8325851-15FA-4951-9E06-6A8701BE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56" y="3855572"/>
            <a:ext cx="547006" cy="66719"/>
          </a:xfrm>
          <a:custGeom xmlns:a="http://schemas.openxmlformats.org/drawingml/2006/main">
            <a:pathLst>
              <a:path w="547006" h="66719">
                <a:moveTo>
                  <a:pt x="10297" y="0"/>
                </a:moveTo>
                <a:lnTo>
                  <a:pt x="8992" y="21898"/>
                </a:lnTo>
                <a:lnTo>
                  <a:pt x="1351" y="21898"/>
                </a:lnTo>
                <a:lnTo>
                  <a:pt x="0" y="0"/>
                </a:lnTo>
                <a:lnTo>
                  <a:pt x="10297" y="0"/>
                </a:lnTo>
                <a:moveTo>
                  <a:pt x="28421" y="0"/>
                </a:moveTo>
                <a:lnTo>
                  <a:pt x="27116" y="21898"/>
                </a:lnTo>
                <a:lnTo>
                  <a:pt x="19475" y="21898"/>
                </a:lnTo>
                <a:lnTo>
                  <a:pt x="18124" y="0"/>
                </a:lnTo>
                <a:lnTo>
                  <a:pt x="28421" y="0"/>
                </a:lnTo>
                <a:close/>
                <a:moveTo>
                  <a:pt x="44916" y="43470"/>
                </a:moveTo>
                <a:cubicBezTo>
                  <a:pt x="44916" y="39494"/>
                  <a:pt x="45460" y="35961"/>
                  <a:pt x="46547" y="32870"/>
                </a:cubicBezTo>
                <a:cubicBezTo>
                  <a:pt x="47634" y="29780"/>
                  <a:pt x="49179" y="27171"/>
                  <a:pt x="51183" y="25043"/>
                </a:cubicBezTo>
                <a:cubicBezTo>
                  <a:pt x="53186" y="22915"/>
                  <a:pt x="55594" y="21300"/>
                  <a:pt x="58405" y="20197"/>
                </a:cubicBezTo>
                <a:cubicBezTo>
                  <a:pt x="61216" y="19095"/>
                  <a:pt x="64345" y="18543"/>
                  <a:pt x="67793" y="18543"/>
                </a:cubicBezTo>
                <a:cubicBezTo>
                  <a:pt x="69284" y="18543"/>
                  <a:pt x="70751" y="18637"/>
                  <a:pt x="72196" y="18823"/>
                </a:cubicBezTo>
                <a:cubicBezTo>
                  <a:pt x="73640" y="19009"/>
                  <a:pt x="75061" y="19304"/>
                  <a:pt x="76459" y="19708"/>
                </a:cubicBezTo>
                <a:lnTo>
                  <a:pt x="76459" y="0"/>
                </a:lnTo>
                <a:lnTo>
                  <a:pt x="84612" y="0"/>
                </a:lnTo>
                <a:lnTo>
                  <a:pt x="84612" y="65881"/>
                </a:lnTo>
                <a:lnTo>
                  <a:pt x="77344" y="65881"/>
                </a:lnTo>
                <a:lnTo>
                  <a:pt x="77065" y="57028"/>
                </a:lnTo>
                <a:cubicBezTo>
                  <a:pt x="74797" y="60321"/>
                  <a:pt x="72343" y="62759"/>
                  <a:pt x="69703" y="64343"/>
                </a:cubicBezTo>
                <a:cubicBezTo>
                  <a:pt x="67063" y="65927"/>
                  <a:pt x="64205" y="66719"/>
                  <a:pt x="61130" y="66719"/>
                </a:cubicBezTo>
                <a:cubicBezTo>
                  <a:pt x="58459" y="66719"/>
                  <a:pt x="56106" y="66160"/>
                  <a:pt x="54072" y="65042"/>
                </a:cubicBezTo>
                <a:cubicBezTo>
                  <a:pt x="52037" y="63924"/>
                  <a:pt x="50344" y="62347"/>
                  <a:pt x="48993" y="60313"/>
                </a:cubicBezTo>
                <a:cubicBezTo>
                  <a:pt x="47642" y="58278"/>
                  <a:pt x="46625" y="55832"/>
                  <a:pt x="45941" y="52975"/>
                </a:cubicBezTo>
                <a:cubicBezTo>
                  <a:pt x="45258" y="50117"/>
                  <a:pt x="44916" y="46949"/>
                  <a:pt x="44916" y="43470"/>
                </a:cubicBezTo>
                <a:moveTo>
                  <a:pt x="53210" y="42957"/>
                </a:moveTo>
                <a:cubicBezTo>
                  <a:pt x="53210" y="48611"/>
                  <a:pt x="54040" y="52827"/>
                  <a:pt x="55702" y="55607"/>
                </a:cubicBezTo>
                <a:cubicBezTo>
                  <a:pt x="57364" y="58387"/>
                  <a:pt x="59717" y="59777"/>
                  <a:pt x="62761" y="59777"/>
                </a:cubicBezTo>
                <a:cubicBezTo>
                  <a:pt x="64811" y="59777"/>
                  <a:pt x="66977" y="58861"/>
                  <a:pt x="69260" y="57028"/>
                </a:cubicBezTo>
                <a:cubicBezTo>
                  <a:pt x="71543" y="55196"/>
                  <a:pt x="73943" y="52478"/>
                  <a:pt x="76459" y="48875"/>
                </a:cubicBezTo>
                <a:lnTo>
                  <a:pt x="76459" y="27163"/>
                </a:lnTo>
                <a:cubicBezTo>
                  <a:pt x="75123" y="26542"/>
                  <a:pt x="73648" y="26068"/>
                  <a:pt x="72033" y="25742"/>
                </a:cubicBezTo>
                <a:cubicBezTo>
                  <a:pt x="70417" y="25416"/>
                  <a:pt x="68818" y="25253"/>
                  <a:pt x="67234" y="25253"/>
                </a:cubicBezTo>
                <a:cubicBezTo>
                  <a:pt x="62823" y="25253"/>
                  <a:pt x="59383" y="26681"/>
                  <a:pt x="56914" y="29539"/>
                </a:cubicBezTo>
                <a:cubicBezTo>
                  <a:pt x="54444" y="32397"/>
                  <a:pt x="53210" y="36869"/>
                  <a:pt x="53210" y="42957"/>
                </a:cubicBezTo>
                <a:close/>
                <a:moveTo>
                  <a:pt x="139872" y="42119"/>
                </a:moveTo>
                <a:cubicBezTo>
                  <a:pt x="139872" y="45753"/>
                  <a:pt x="139360" y="49084"/>
                  <a:pt x="138335" y="52113"/>
                </a:cubicBezTo>
                <a:cubicBezTo>
                  <a:pt x="137310" y="55141"/>
                  <a:pt x="135834" y="57735"/>
                  <a:pt x="133908" y="59894"/>
                </a:cubicBezTo>
                <a:cubicBezTo>
                  <a:pt x="131983" y="62052"/>
                  <a:pt x="129637" y="63730"/>
                  <a:pt x="126873" y="64925"/>
                </a:cubicBezTo>
                <a:cubicBezTo>
                  <a:pt x="124109" y="66121"/>
                  <a:pt x="120971" y="66719"/>
                  <a:pt x="117461" y="66719"/>
                </a:cubicBezTo>
                <a:cubicBezTo>
                  <a:pt x="114107" y="66719"/>
                  <a:pt x="111102" y="66199"/>
                  <a:pt x="108446" y="65158"/>
                </a:cubicBezTo>
                <a:cubicBezTo>
                  <a:pt x="105790" y="64118"/>
                  <a:pt x="103538" y="62588"/>
                  <a:pt x="101690" y="60569"/>
                </a:cubicBezTo>
                <a:cubicBezTo>
                  <a:pt x="99842" y="58550"/>
                  <a:pt x="98429" y="56050"/>
                  <a:pt x="97450" y="53068"/>
                </a:cubicBezTo>
                <a:cubicBezTo>
                  <a:pt x="96472" y="50086"/>
                  <a:pt x="95983" y="46654"/>
                  <a:pt x="95983" y="42771"/>
                </a:cubicBezTo>
                <a:cubicBezTo>
                  <a:pt x="95983" y="39137"/>
                  <a:pt x="96495" y="35821"/>
                  <a:pt x="97520" y="32824"/>
                </a:cubicBezTo>
                <a:cubicBezTo>
                  <a:pt x="98545" y="29826"/>
                  <a:pt x="100021" y="27248"/>
                  <a:pt x="101946" y="25090"/>
                </a:cubicBezTo>
                <a:cubicBezTo>
                  <a:pt x="103872" y="22931"/>
                  <a:pt x="106217" y="21254"/>
                  <a:pt x="108982" y="20058"/>
                </a:cubicBezTo>
                <a:cubicBezTo>
                  <a:pt x="111746" y="18862"/>
                  <a:pt x="114883" y="18264"/>
                  <a:pt x="118393" y="18264"/>
                </a:cubicBezTo>
                <a:cubicBezTo>
                  <a:pt x="121748" y="18264"/>
                  <a:pt x="124753" y="18784"/>
                  <a:pt x="127409" y="19825"/>
                </a:cubicBezTo>
                <a:cubicBezTo>
                  <a:pt x="130065" y="20865"/>
                  <a:pt x="132316" y="22387"/>
                  <a:pt x="134165" y="24391"/>
                </a:cubicBezTo>
                <a:cubicBezTo>
                  <a:pt x="136013" y="26394"/>
                  <a:pt x="137426" y="28887"/>
                  <a:pt x="138404" y="31869"/>
                </a:cubicBezTo>
                <a:cubicBezTo>
                  <a:pt x="139383" y="34851"/>
                  <a:pt x="139872" y="38267"/>
                  <a:pt x="139872" y="42119"/>
                </a:cubicBezTo>
                <a:moveTo>
                  <a:pt x="131579" y="42492"/>
                </a:moveTo>
                <a:cubicBezTo>
                  <a:pt x="131579" y="39603"/>
                  <a:pt x="131260" y="37079"/>
                  <a:pt x="130624" y="34920"/>
                </a:cubicBezTo>
                <a:cubicBezTo>
                  <a:pt x="129987" y="32762"/>
                  <a:pt x="129078" y="30960"/>
                  <a:pt x="127898" y="29516"/>
                </a:cubicBezTo>
                <a:cubicBezTo>
                  <a:pt x="126718" y="28071"/>
                  <a:pt x="125281" y="26984"/>
                  <a:pt x="123588" y="26254"/>
                </a:cubicBezTo>
                <a:cubicBezTo>
                  <a:pt x="121895" y="25524"/>
                  <a:pt x="120008" y="25159"/>
                  <a:pt x="117927" y="25159"/>
                </a:cubicBezTo>
                <a:cubicBezTo>
                  <a:pt x="115505" y="25159"/>
                  <a:pt x="113431" y="25633"/>
                  <a:pt x="111707" y="26581"/>
                </a:cubicBezTo>
                <a:cubicBezTo>
                  <a:pt x="109984" y="27528"/>
                  <a:pt x="108570" y="28794"/>
                  <a:pt x="107468" y="30378"/>
                </a:cubicBezTo>
                <a:cubicBezTo>
                  <a:pt x="106365" y="31962"/>
                  <a:pt x="105557" y="33802"/>
                  <a:pt x="105045" y="35899"/>
                </a:cubicBezTo>
                <a:cubicBezTo>
                  <a:pt x="104532" y="37995"/>
                  <a:pt x="104276" y="40193"/>
                  <a:pt x="104276" y="42492"/>
                </a:cubicBezTo>
                <a:cubicBezTo>
                  <a:pt x="104276" y="45380"/>
                  <a:pt x="104594" y="47912"/>
                  <a:pt x="105231" y="50086"/>
                </a:cubicBezTo>
                <a:cubicBezTo>
                  <a:pt x="105868" y="52260"/>
                  <a:pt x="106776" y="54070"/>
                  <a:pt x="107957" y="55514"/>
                </a:cubicBezTo>
                <a:cubicBezTo>
                  <a:pt x="109137" y="56958"/>
                  <a:pt x="110566" y="58045"/>
                  <a:pt x="112243" y="58775"/>
                </a:cubicBezTo>
                <a:cubicBezTo>
                  <a:pt x="113921" y="59505"/>
                  <a:pt x="115815" y="59870"/>
                  <a:pt x="117927" y="59870"/>
                </a:cubicBezTo>
                <a:cubicBezTo>
                  <a:pt x="120350" y="59870"/>
                  <a:pt x="122423" y="59397"/>
                  <a:pt x="124147" y="58449"/>
                </a:cubicBezTo>
                <a:cubicBezTo>
                  <a:pt x="125871" y="57502"/>
                  <a:pt x="127285" y="56236"/>
                  <a:pt x="128387" y="54652"/>
                </a:cubicBezTo>
                <a:cubicBezTo>
                  <a:pt x="129490" y="53068"/>
                  <a:pt x="130297" y="51227"/>
                  <a:pt x="130810" y="49131"/>
                </a:cubicBezTo>
                <a:cubicBezTo>
                  <a:pt x="131322" y="47034"/>
                  <a:pt x="131579" y="44821"/>
                  <a:pt x="131579" y="42492"/>
                </a:cubicBezTo>
                <a:close/>
                <a:moveTo>
                  <a:pt x="187351" y="64157"/>
                </a:moveTo>
                <a:cubicBezTo>
                  <a:pt x="185239" y="64964"/>
                  <a:pt x="183072" y="65562"/>
                  <a:pt x="180851" y="65950"/>
                </a:cubicBezTo>
                <a:cubicBezTo>
                  <a:pt x="178631" y="66339"/>
                  <a:pt x="176340" y="66533"/>
                  <a:pt x="173979" y="66533"/>
                </a:cubicBezTo>
                <a:cubicBezTo>
                  <a:pt x="166587" y="66533"/>
                  <a:pt x="160895" y="64529"/>
                  <a:pt x="156903" y="60522"/>
                </a:cubicBezTo>
                <a:cubicBezTo>
                  <a:pt x="152912" y="56516"/>
                  <a:pt x="150916" y="50661"/>
                  <a:pt x="150916" y="42957"/>
                </a:cubicBezTo>
                <a:cubicBezTo>
                  <a:pt x="150916" y="39261"/>
                  <a:pt x="151491" y="35907"/>
                  <a:pt x="152640" y="32894"/>
                </a:cubicBezTo>
                <a:cubicBezTo>
                  <a:pt x="153789" y="29881"/>
                  <a:pt x="155405" y="27303"/>
                  <a:pt x="157486" y="25159"/>
                </a:cubicBezTo>
                <a:cubicBezTo>
                  <a:pt x="159567" y="23016"/>
                  <a:pt x="162052" y="21362"/>
                  <a:pt x="164940" y="20197"/>
                </a:cubicBezTo>
                <a:cubicBezTo>
                  <a:pt x="167829" y="19033"/>
                  <a:pt x="171013" y="18450"/>
                  <a:pt x="174492" y="18450"/>
                </a:cubicBezTo>
                <a:cubicBezTo>
                  <a:pt x="176914" y="18450"/>
                  <a:pt x="179182" y="18625"/>
                  <a:pt x="181294" y="18974"/>
                </a:cubicBezTo>
                <a:cubicBezTo>
                  <a:pt x="183406" y="19323"/>
                  <a:pt x="185425" y="19894"/>
                  <a:pt x="187351" y="20687"/>
                </a:cubicBezTo>
                <a:lnTo>
                  <a:pt x="187351" y="28421"/>
                </a:lnTo>
                <a:cubicBezTo>
                  <a:pt x="185332" y="27348"/>
                  <a:pt x="183274" y="26568"/>
                  <a:pt x="181178" y="26080"/>
                </a:cubicBezTo>
                <a:cubicBezTo>
                  <a:pt x="179081" y="25590"/>
                  <a:pt x="176914" y="25346"/>
                  <a:pt x="174678" y="25346"/>
                </a:cubicBezTo>
                <a:cubicBezTo>
                  <a:pt x="172597" y="25346"/>
                  <a:pt x="170632" y="25742"/>
                  <a:pt x="168784" y="26534"/>
                </a:cubicBezTo>
                <a:cubicBezTo>
                  <a:pt x="166936" y="27326"/>
                  <a:pt x="165313" y="28467"/>
                  <a:pt x="163915" y="29958"/>
                </a:cubicBezTo>
                <a:cubicBezTo>
                  <a:pt x="162518" y="31449"/>
                  <a:pt x="161415" y="33266"/>
                  <a:pt x="160607" y="35410"/>
                </a:cubicBezTo>
                <a:cubicBezTo>
                  <a:pt x="159800" y="37553"/>
                  <a:pt x="159396" y="39976"/>
                  <a:pt x="159396" y="42678"/>
                </a:cubicBezTo>
                <a:cubicBezTo>
                  <a:pt x="159396" y="48331"/>
                  <a:pt x="160770" y="52563"/>
                  <a:pt x="163519" y="55374"/>
                </a:cubicBezTo>
                <a:cubicBezTo>
                  <a:pt x="166268" y="58185"/>
                  <a:pt x="170081" y="59591"/>
                  <a:pt x="174958" y="59591"/>
                </a:cubicBezTo>
                <a:cubicBezTo>
                  <a:pt x="177163" y="59591"/>
                  <a:pt x="179298" y="59342"/>
                  <a:pt x="181364" y="58845"/>
                </a:cubicBezTo>
                <a:cubicBezTo>
                  <a:pt x="183429" y="58348"/>
                  <a:pt x="185425" y="57603"/>
                  <a:pt x="187351" y="56609"/>
                </a:cubicBezTo>
                <a:lnTo>
                  <a:pt x="187351" y="64157"/>
                </a:lnTo>
                <a:close/>
                <a:moveTo>
                  <a:pt x="240467" y="65881"/>
                </a:moveTo>
                <a:lnTo>
                  <a:pt x="233199" y="65881"/>
                </a:lnTo>
                <a:lnTo>
                  <a:pt x="232920" y="58333"/>
                </a:lnTo>
                <a:cubicBezTo>
                  <a:pt x="231522" y="59948"/>
                  <a:pt x="230194" y="61291"/>
                  <a:pt x="228936" y="62363"/>
                </a:cubicBezTo>
                <a:cubicBezTo>
                  <a:pt x="227678" y="63434"/>
                  <a:pt x="226428" y="64296"/>
                  <a:pt x="225185" y="64949"/>
                </a:cubicBezTo>
                <a:cubicBezTo>
                  <a:pt x="223943" y="65601"/>
                  <a:pt x="222693" y="66059"/>
                  <a:pt x="221435" y="66323"/>
                </a:cubicBezTo>
                <a:cubicBezTo>
                  <a:pt x="220177" y="66587"/>
                  <a:pt x="218849" y="66719"/>
                  <a:pt x="217451" y="66719"/>
                </a:cubicBezTo>
                <a:cubicBezTo>
                  <a:pt x="212637" y="66719"/>
                  <a:pt x="209002" y="65306"/>
                  <a:pt x="206549" y="62479"/>
                </a:cubicBezTo>
                <a:cubicBezTo>
                  <a:pt x="204095" y="59653"/>
                  <a:pt x="202868" y="55382"/>
                  <a:pt x="202868" y="49667"/>
                </a:cubicBezTo>
                <a:lnTo>
                  <a:pt x="202868" y="19103"/>
                </a:lnTo>
                <a:lnTo>
                  <a:pt x="210975" y="19103"/>
                </a:lnTo>
                <a:lnTo>
                  <a:pt x="210975" y="49014"/>
                </a:lnTo>
                <a:cubicBezTo>
                  <a:pt x="210975" y="56189"/>
                  <a:pt x="213677" y="59777"/>
                  <a:pt x="219082" y="59777"/>
                </a:cubicBezTo>
                <a:cubicBezTo>
                  <a:pt x="220076" y="59777"/>
                  <a:pt x="221046" y="59629"/>
                  <a:pt x="221994" y="59334"/>
                </a:cubicBezTo>
                <a:cubicBezTo>
                  <a:pt x="222941" y="59039"/>
                  <a:pt x="223935" y="58527"/>
                  <a:pt x="224976" y="57797"/>
                </a:cubicBezTo>
                <a:cubicBezTo>
                  <a:pt x="226016" y="57067"/>
                  <a:pt x="227134" y="56081"/>
                  <a:pt x="228330" y="54838"/>
                </a:cubicBezTo>
                <a:cubicBezTo>
                  <a:pt x="229526" y="53596"/>
                  <a:pt x="230869" y="52027"/>
                  <a:pt x="232360" y="50133"/>
                </a:cubicBezTo>
                <a:lnTo>
                  <a:pt x="232360" y="19103"/>
                </a:lnTo>
                <a:lnTo>
                  <a:pt x="240467" y="19103"/>
                </a:lnTo>
                <a:lnTo>
                  <a:pt x="240467" y="65881"/>
                </a:lnTo>
                <a:close/>
                <a:moveTo>
                  <a:pt x="288086" y="65881"/>
                </a:moveTo>
                <a:lnTo>
                  <a:pt x="288086" y="32288"/>
                </a:lnTo>
                <a:cubicBezTo>
                  <a:pt x="288086" y="30828"/>
                  <a:pt x="288032" y="29632"/>
                  <a:pt x="287923" y="28700"/>
                </a:cubicBezTo>
                <a:cubicBezTo>
                  <a:pt x="287814" y="27769"/>
                  <a:pt x="287643" y="27031"/>
                  <a:pt x="287410" y="26487"/>
                </a:cubicBezTo>
                <a:cubicBezTo>
                  <a:pt x="287177" y="25944"/>
                  <a:pt x="286882" y="25563"/>
                  <a:pt x="286525" y="25346"/>
                </a:cubicBezTo>
                <a:cubicBezTo>
                  <a:pt x="286168" y="25128"/>
                  <a:pt x="285725" y="25020"/>
                  <a:pt x="285197" y="25020"/>
                </a:cubicBezTo>
                <a:cubicBezTo>
                  <a:pt x="284576" y="25020"/>
                  <a:pt x="284001" y="25206"/>
                  <a:pt x="283473" y="25579"/>
                </a:cubicBezTo>
                <a:cubicBezTo>
                  <a:pt x="282945" y="25952"/>
                  <a:pt x="282379" y="26557"/>
                  <a:pt x="281773" y="27396"/>
                </a:cubicBezTo>
                <a:cubicBezTo>
                  <a:pt x="281167" y="28235"/>
                  <a:pt x="280499" y="29345"/>
                  <a:pt x="279769" y="30727"/>
                </a:cubicBezTo>
                <a:cubicBezTo>
                  <a:pt x="279039" y="32109"/>
                  <a:pt x="278178" y="33810"/>
                  <a:pt x="277184" y="35829"/>
                </a:cubicBezTo>
                <a:lnTo>
                  <a:pt x="277184" y="65881"/>
                </a:lnTo>
                <a:lnTo>
                  <a:pt x="269776" y="65881"/>
                </a:lnTo>
                <a:lnTo>
                  <a:pt x="269776" y="33173"/>
                </a:lnTo>
                <a:cubicBezTo>
                  <a:pt x="269776" y="31465"/>
                  <a:pt x="269721" y="30083"/>
                  <a:pt x="269612" y="29027"/>
                </a:cubicBezTo>
                <a:cubicBezTo>
                  <a:pt x="269504" y="27970"/>
                  <a:pt x="269333" y="27147"/>
                  <a:pt x="269100" y="26557"/>
                </a:cubicBezTo>
                <a:cubicBezTo>
                  <a:pt x="268867" y="25967"/>
                  <a:pt x="268564" y="25563"/>
                  <a:pt x="268191" y="25346"/>
                </a:cubicBezTo>
                <a:cubicBezTo>
                  <a:pt x="267819" y="25128"/>
                  <a:pt x="267368" y="25020"/>
                  <a:pt x="266840" y="25020"/>
                </a:cubicBezTo>
                <a:cubicBezTo>
                  <a:pt x="266281" y="25020"/>
                  <a:pt x="265753" y="25175"/>
                  <a:pt x="265256" y="25486"/>
                </a:cubicBezTo>
                <a:cubicBezTo>
                  <a:pt x="264759" y="25796"/>
                  <a:pt x="264208" y="26355"/>
                  <a:pt x="263602" y="27163"/>
                </a:cubicBezTo>
                <a:cubicBezTo>
                  <a:pt x="262996" y="27970"/>
                  <a:pt x="262321" y="29073"/>
                  <a:pt x="261575" y="30471"/>
                </a:cubicBezTo>
                <a:cubicBezTo>
                  <a:pt x="260830" y="31869"/>
                  <a:pt x="259945" y="33655"/>
                  <a:pt x="258920" y="35829"/>
                </a:cubicBezTo>
                <a:lnTo>
                  <a:pt x="258920" y="65881"/>
                </a:lnTo>
                <a:lnTo>
                  <a:pt x="251465" y="65881"/>
                </a:lnTo>
                <a:lnTo>
                  <a:pt x="251465" y="19103"/>
                </a:lnTo>
                <a:lnTo>
                  <a:pt x="257662" y="19103"/>
                </a:lnTo>
                <a:lnTo>
                  <a:pt x="258034" y="28002"/>
                </a:lnTo>
                <a:cubicBezTo>
                  <a:pt x="258842" y="26231"/>
                  <a:pt x="259626" y="24725"/>
                  <a:pt x="260387" y="23482"/>
                </a:cubicBezTo>
                <a:cubicBezTo>
                  <a:pt x="261148" y="22240"/>
                  <a:pt x="261933" y="21238"/>
                  <a:pt x="262740" y="20477"/>
                </a:cubicBezTo>
                <a:cubicBezTo>
                  <a:pt x="263548" y="19716"/>
                  <a:pt x="264410" y="19157"/>
                  <a:pt x="265326" y="18800"/>
                </a:cubicBezTo>
                <a:cubicBezTo>
                  <a:pt x="266242" y="18443"/>
                  <a:pt x="267260" y="18264"/>
                  <a:pt x="268378" y="18264"/>
                </a:cubicBezTo>
                <a:cubicBezTo>
                  <a:pt x="270894" y="18264"/>
                  <a:pt x="272804" y="19087"/>
                  <a:pt x="274109" y="20733"/>
                </a:cubicBezTo>
                <a:cubicBezTo>
                  <a:pt x="275413" y="22379"/>
                  <a:pt x="276065" y="24927"/>
                  <a:pt x="276065" y="28374"/>
                </a:cubicBezTo>
                <a:cubicBezTo>
                  <a:pt x="276811" y="26759"/>
                  <a:pt x="277541" y="25323"/>
                  <a:pt x="278255" y="24065"/>
                </a:cubicBezTo>
                <a:cubicBezTo>
                  <a:pt x="278970" y="22807"/>
                  <a:pt x="279738" y="21751"/>
                  <a:pt x="280561" y="20896"/>
                </a:cubicBezTo>
                <a:cubicBezTo>
                  <a:pt x="281385" y="20042"/>
                  <a:pt x="282293" y="19390"/>
                  <a:pt x="283287" y="18939"/>
                </a:cubicBezTo>
                <a:cubicBezTo>
                  <a:pt x="284281" y="18489"/>
                  <a:pt x="285430" y="18264"/>
                  <a:pt x="286735" y="18264"/>
                </a:cubicBezTo>
                <a:cubicBezTo>
                  <a:pt x="292605" y="18264"/>
                  <a:pt x="295541" y="22783"/>
                  <a:pt x="295541" y="31822"/>
                </a:cubicBezTo>
                <a:lnTo>
                  <a:pt x="295541" y="65881"/>
                </a:lnTo>
                <a:lnTo>
                  <a:pt x="288086" y="65881"/>
                </a:lnTo>
                <a:close/>
                <a:moveTo>
                  <a:pt x="346095" y="40022"/>
                </a:moveTo>
                <a:cubicBezTo>
                  <a:pt x="346095" y="41171"/>
                  <a:pt x="346079" y="42134"/>
                  <a:pt x="346048" y="42911"/>
                </a:cubicBezTo>
                <a:cubicBezTo>
                  <a:pt x="346017" y="43687"/>
                  <a:pt x="345970" y="44417"/>
                  <a:pt x="345908" y="45101"/>
                </a:cubicBezTo>
                <a:lnTo>
                  <a:pt x="313061" y="45101"/>
                </a:lnTo>
                <a:cubicBezTo>
                  <a:pt x="313061" y="49884"/>
                  <a:pt x="314397" y="53557"/>
                  <a:pt x="317068" y="56120"/>
                </a:cubicBezTo>
                <a:cubicBezTo>
                  <a:pt x="319739" y="58682"/>
                  <a:pt x="323591" y="59963"/>
                  <a:pt x="328623" y="59963"/>
                </a:cubicBezTo>
                <a:cubicBezTo>
                  <a:pt x="329989" y="59963"/>
                  <a:pt x="331356" y="59908"/>
                  <a:pt x="332723" y="59797"/>
                </a:cubicBezTo>
                <a:cubicBezTo>
                  <a:pt x="334089" y="59686"/>
                  <a:pt x="335410" y="59535"/>
                  <a:pt x="336683" y="59345"/>
                </a:cubicBezTo>
                <a:cubicBezTo>
                  <a:pt x="337957" y="59153"/>
                  <a:pt x="339176" y="58939"/>
                  <a:pt x="340341" y="58701"/>
                </a:cubicBezTo>
                <a:cubicBezTo>
                  <a:pt x="341505" y="58462"/>
                  <a:pt x="342585" y="58200"/>
                  <a:pt x="343579" y="57913"/>
                </a:cubicBezTo>
                <a:lnTo>
                  <a:pt x="343579" y="64576"/>
                </a:lnTo>
                <a:cubicBezTo>
                  <a:pt x="341373" y="65211"/>
                  <a:pt x="338881" y="65727"/>
                  <a:pt x="336101" y="66124"/>
                </a:cubicBezTo>
                <a:cubicBezTo>
                  <a:pt x="333321" y="66521"/>
                  <a:pt x="330440" y="66719"/>
                  <a:pt x="327458" y="66719"/>
                </a:cubicBezTo>
                <a:cubicBezTo>
                  <a:pt x="323451" y="66719"/>
                  <a:pt x="320003" y="66176"/>
                  <a:pt x="317115" y="65088"/>
                </a:cubicBezTo>
                <a:cubicBezTo>
                  <a:pt x="314226" y="64001"/>
                  <a:pt x="311858" y="62425"/>
                  <a:pt x="310009" y="60359"/>
                </a:cubicBezTo>
                <a:cubicBezTo>
                  <a:pt x="308161" y="58294"/>
                  <a:pt x="306795" y="55762"/>
                  <a:pt x="305909" y="52765"/>
                </a:cubicBezTo>
                <a:cubicBezTo>
                  <a:pt x="305024" y="49768"/>
                  <a:pt x="304581" y="46374"/>
                  <a:pt x="304581" y="42585"/>
                </a:cubicBezTo>
                <a:cubicBezTo>
                  <a:pt x="304581" y="39292"/>
                  <a:pt x="305055" y="36178"/>
                  <a:pt x="306003" y="33243"/>
                </a:cubicBezTo>
                <a:cubicBezTo>
                  <a:pt x="306950" y="30308"/>
                  <a:pt x="308332" y="27730"/>
                  <a:pt x="310149" y="25509"/>
                </a:cubicBezTo>
                <a:cubicBezTo>
                  <a:pt x="311966" y="23288"/>
                  <a:pt x="314195" y="21525"/>
                  <a:pt x="316835" y="20221"/>
                </a:cubicBezTo>
                <a:cubicBezTo>
                  <a:pt x="319475" y="18916"/>
                  <a:pt x="322473" y="18264"/>
                  <a:pt x="325827" y="18264"/>
                </a:cubicBezTo>
                <a:cubicBezTo>
                  <a:pt x="329089" y="18264"/>
                  <a:pt x="331977" y="18776"/>
                  <a:pt x="334493" y="19801"/>
                </a:cubicBezTo>
                <a:cubicBezTo>
                  <a:pt x="337009" y="20826"/>
                  <a:pt x="339129" y="22279"/>
                  <a:pt x="340853" y="24158"/>
                </a:cubicBezTo>
                <a:cubicBezTo>
                  <a:pt x="342577" y="26037"/>
                  <a:pt x="343881" y="28320"/>
                  <a:pt x="344767" y="31007"/>
                </a:cubicBezTo>
                <a:cubicBezTo>
                  <a:pt x="345652" y="33693"/>
                  <a:pt x="346095" y="36699"/>
                  <a:pt x="346095" y="40022"/>
                </a:cubicBezTo>
                <a:moveTo>
                  <a:pt x="337662" y="38857"/>
                </a:moveTo>
                <a:cubicBezTo>
                  <a:pt x="337755" y="36776"/>
                  <a:pt x="337553" y="34874"/>
                  <a:pt x="337056" y="33150"/>
                </a:cubicBezTo>
                <a:cubicBezTo>
                  <a:pt x="336559" y="31426"/>
                  <a:pt x="335790" y="29943"/>
                  <a:pt x="334750" y="28700"/>
                </a:cubicBezTo>
                <a:cubicBezTo>
                  <a:pt x="333709" y="27458"/>
                  <a:pt x="332412" y="26487"/>
                  <a:pt x="330859" y="25788"/>
                </a:cubicBezTo>
                <a:cubicBezTo>
                  <a:pt x="329306" y="25090"/>
                  <a:pt x="327505" y="24740"/>
                  <a:pt x="325455" y="24740"/>
                </a:cubicBezTo>
                <a:cubicBezTo>
                  <a:pt x="323684" y="24740"/>
                  <a:pt x="322069" y="25082"/>
                  <a:pt x="320609" y="25765"/>
                </a:cubicBezTo>
                <a:cubicBezTo>
                  <a:pt x="319149" y="26449"/>
                  <a:pt x="317891" y="27411"/>
                  <a:pt x="316835" y="28654"/>
                </a:cubicBezTo>
                <a:cubicBezTo>
                  <a:pt x="315779" y="29896"/>
                  <a:pt x="314925" y="31387"/>
                  <a:pt x="314273" y="33127"/>
                </a:cubicBezTo>
                <a:cubicBezTo>
                  <a:pt x="313620" y="34866"/>
                  <a:pt x="313216" y="36776"/>
                  <a:pt x="313061" y="38857"/>
                </a:cubicBezTo>
                <a:lnTo>
                  <a:pt x="337662" y="38857"/>
                </a:lnTo>
                <a:close/>
                <a:moveTo>
                  <a:pt x="358443" y="19103"/>
                </a:moveTo>
                <a:lnTo>
                  <a:pt x="365665" y="19103"/>
                </a:lnTo>
                <a:lnTo>
                  <a:pt x="365991" y="26650"/>
                </a:lnTo>
                <a:cubicBezTo>
                  <a:pt x="367358" y="25035"/>
                  <a:pt x="368678" y="23692"/>
                  <a:pt x="369951" y="22620"/>
                </a:cubicBezTo>
                <a:cubicBezTo>
                  <a:pt x="371225" y="21549"/>
                  <a:pt x="372475" y="20687"/>
                  <a:pt x="373702" y="20034"/>
                </a:cubicBezTo>
                <a:cubicBezTo>
                  <a:pt x="374929" y="19382"/>
                  <a:pt x="376179" y="18924"/>
                  <a:pt x="377453" y="18660"/>
                </a:cubicBezTo>
                <a:cubicBezTo>
                  <a:pt x="378726" y="18396"/>
                  <a:pt x="380046" y="18264"/>
                  <a:pt x="381413" y="18264"/>
                </a:cubicBezTo>
                <a:cubicBezTo>
                  <a:pt x="386227" y="18264"/>
                  <a:pt x="389869" y="19685"/>
                  <a:pt x="392339" y="22527"/>
                </a:cubicBezTo>
                <a:cubicBezTo>
                  <a:pt x="394808" y="25369"/>
                  <a:pt x="396043" y="29648"/>
                  <a:pt x="396043" y="35363"/>
                </a:cubicBezTo>
                <a:lnTo>
                  <a:pt x="396043" y="65881"/>
                </a:lnTo>
                <a:lnTo>
                  <a:pt x="387936" y="65881"/>
                </a:lnTo>
                <a:lnTo>
                  <a:pt x="387936" y="36015"/>
                </a:lnTo>
                <a:cubicBezTo>
                  <a:pt x="387936" y="32350"/>
                  <a:pt x="387253" y="29640"/>
                  <a:pt x="385886" y="27885"/>
                </a:cubicBezTo>
                <a:cubicBezTo>
                  <a:pt x="384519" y="26130"/>
                  <a:pt x="382485" y="25253"/>
                  <a:pt x="379782" y="25253"/>
                </a:cubicBezTo>
                <a:cubicBezTo>
                  <a:pt x="378788" y="25253"/>
                  <a:pt x="377818" y="25400"/>
                  <a:pt x="376870" y="25695"/>
                </a:cubicBezTo>
                <a:cubicBezTo>
                  <a:pt x="375923" y="25990"/>
                  <a:pt x="374937" y="26503"/>
                  <a:pt x="373912" y="27233"/>
                </a:cubicBezTo>
                <a:cubicBezTo>
                  <a:pt x="372887" y="27963"/>
                  <a:pt x="371776" y="28949"/>
                  <a:pt x="370580" y="30191"/>
                </a:cubicBezTo>
                <a:cubicBezTo>
                  <a:pt x="369385" y="31434"/>
                  <a:pt x="368041" y="32987"/>
                  <a:pt x="366550" y="34851"/>
                </a:cubicBezTo>
                <a:lnTo>
                  <a:pt x="366550" y="65881"/>
                </a:lnTo>
                <a:lnTo>
                  <a:pt x="358443" y="65881"/>
                </a:lnTo>
                <a:lnTo>
                  <a:pt x="358443" y="19103"/>
                </a:lnTo>
                <a:close/>
                <a:moveTo>
                  <a:pt x="447994" y="65182"/>
                </a:moveTo>
                <a:cubicBezTo>
                  <a:pt x="446162" y="65664"/>
                  <a:pt x="444267" y="66010"/>
                  <a:pt x="442310" y="66218"/>
                </a:cubicBezTo>
                <a:cubicBezTo>
                  <a:pt x="440353" y="66428"/>
                  <a:pt x="438365" y="66533"/>
                  <a:pt x="436347" y="66533"/>
                </a:cubicBezTo>
                <a:cubicBezTo>
                  <a:pt x="430476" y="66533"/>
                  <a:pt x="426096" y="65205"/>
                  <a:pt x="423208" y="62549"/>
                </a:cubicBezTo>
                <a:cubicBezTo>
                  <a:pt x="420319" y="59894"/>
                  <a:pt x="418875" y="55817"/>
                  <a:pt x="418875" y="50319"/>
                </a:cubicBezTo>
                <a:lnTo>
                  <a:pt x="418875" y="25905"/>
                </a:lnTo>
                <a:lnTo>
                  <a:pt x="405782" y="25905"/>
                </a:lnTo>
                <a:lnTo>
                  <a:pt x="405782" y="19103"/>
                </a:lnTo>
                <a:lnTo>
                  <a:pt x="418875" y="19103"/>
                </a:lnTo>
                <a:lnTo>
                  <a:pt x="418875" y="6203"/>
                </a:lnTo>
                <a:lnTo>
                  <a:pt x="426982" y="4100"/>
                </a:lnTo>
                <a:lnTo>
                  <a:pt x="426982" y="19103"/>
                </a:lnTo>
                <a:lnTo>
                  <a:pt x="447994" y="19103"/>
                </a:lnTo>
                <a:lnTo>
                  <a:pt x="447994" y="25905"/>
                </a:lnTo>
                <a:lnTo>
                  <a:pt x="426982" y="25905"/>
                </a:lnTo>
                <a:lnTo>
                  <a:pt x="426982" y="49667"/>
                </a:lnTo>
                <a:cubicBezTo>
                  <a:pt x="426982" y="53021"/>
                  <a:pt x="427875" y="55529"/>
                  <a:pt x="429661" y="57191"/>
                </a:cubicBezTo>
                <a:cubicBezTo>
                  <a:pt x="431447" y="58853"/>
                  <a:pt x="434079" y="59684"/>
                  <a:pt x="437558" y="59684"/>
                </a:cubicBezTo>
                <a:cubicBezTo>
                  <a:pt x="439049" y="59684"/>
                  <a:pt x="440680" y="59564"/>
                  <a:pt x="442450" y="59324"/>
                </a:cubicBezTo>
                <a:cubicBezTo>
                  <a:pt x="444221" y="59083"/>
                  <a:pt x="446069" y="58706"/>
                  <a:pt x="447994" y="58193"/>
                </a:cubicBezTo>
                <a:lnTo>
                  <a:pt x="447994" y="65182"/>
                </a:lnTo>
                <a:close/>
                <a:moveTo>
                  <a:pt x="499201" y="53114"/>
                </a:moveTo>
                <a:cubicBezTo>
                  <a:pt x="499201" y="54761"/>
                  <a:pt x="498921" y="56236"/>
                  <a:pt x="498362" y="57541"/>
                </a:cubicBezTo>
                <a:cubicBezTo>
                  <a:pt x="497803" y="58845"/>
                  <a:pt x="497042" y="60002"/>
                  <a:pt x="496079" y="61012"/>
                </a:cubicBezTo>
                <a:cubicBezTo>
                  <a:pt x="495116" y="62021"/>
                  <a:pt x="493998" y="62883"/>
                  <a:pt x="492725" y="63598"/>
                </a:cubicBezTo>
                <a:cubicBezTo>
                  <a:pt x="491451" y="64312"/>
                  <a:pt x="490092" y="64902"/>
                  <a:pt x="488648" y="65368"/>
                </a:cubicBezTo>
                <a:cubicBezTo>
                  <a:pt x="487203" y="65834"/>
                  <a:pt x="485720" y="66176"/>
                  <a:pt x="484198" y="66393"/>
                </a:cubicBezTo>
                <a:cubicBezTo>
                  <a:pt x="482676" y="66610"/>
                  <a:pt x="481185" y="66719"/>
                  <a:pt x="479725" y="66719"/>
                </a:cubicBezTo>
                <a:cubicBezTo>
                  <a:pt x="476557" y="66719"/>
                  <a:pt x="473645" y="66579"/>
                  <a:pt x="470990" y="66300"/>
                </a:cubicBezTo>
                <a:cubicBezTo>
                  <a:pt x="468334" y="66020"/>
                  <a:pt x="465732" y="65570"/>
                  <a:pt x="463185" y="64949"/>
                </a:cubicBezTo>
                <a:lnTo>
                  <a:pt x="463185" y="57494"/>
                </a:lnTo>
                <a:cubicBezTo>
                  <a:pt x="465919" y="58271"/>
                  <a:pt x="468637" y="58861"/>
                  <a:pt x="471339" y="59265"/>
                </a:cubicBezTo>
                <a:cubicBezTo>
                  <a:pt x="474041" y="59668"/>
                  <a:pt x="476728" y="59870"/>
                  <a:pt x="479399" y="59870"/>
                </a:cubicBezTo>
                <a:cubicBezTo>
                  <a:pt x="483282" y="59870"/>
                  <a:pt x="486155" y="59342"/>
                  <a:pt x="488019" y="58286"/>
                </a:cubicBezTo>
                <a:cubicBezTo>
                  <a:pt x="489882" y="57230"/>
                  <a:pt x="490814" y="55724"/>
                  <a:pt x="490814" y="53767"/>
                </a:cubicBezTo>
                <a:cubicBezTo>
                  <a:pt x="490814" y="52928"/>
                  <a:pt x="490667" y="52175"/>
                  <a:pt x="490372" y="51507"/>
                </a:cubicBezTo>
                <a:cubicBezTo>
                  <a:pt x="490077" y="50839"/>
                  <a:pt x="489541" y="50202"/>
                  <a:pt x="488764" y="49597"/>
                </a:cubicBezTo>
                <a:cubicBezTo>
                  <a:pt x="487988" y="48991"/>
                  <a:pt x="486784" y="48362"/>
                  <a:pt x="485153" y="47710"/>
                </a:cubicBezTo>
                <a:cubicBezTo>
                  <a:pt x="483523" y="47058"/>
                  <a:pt x="481294" y="46312"/>
                  <a:pt x="478467" y="45473"/>
                </a:cubicBezTo>
                <a:cubicBezTo>
                  <a:pt x="476355" y="44852"/>
                  <a:pt x="474406" y="44146"/>
                  <a:pt x="472620" y="43353"/>
                </a:cubicBezTo>
                <a:cubicBezTo>
                  <a:pt x="470834" y="42561"/>
                  <a:pt x="469289" y="41622"/>
                  <a:pt x="467984" y="40535"/>
                </a:cubicBezTo>
                <a:cubicBezTo>
                  <a:pt x="466680" y="39448"/>
                  <a:pt x="465655" y="38174"/>
                  <a:pt x="464909" y="36714"/>
                </a:cubicBezTo>
                <a:cubicBezTo>
                  <a:pt x="464164" y="35254"/>
                  <a:pt x="463791" y="33530"/>
                  <a:pt x="463791" y="31543"/>
                </a:cubicBezTo>
                <a:cubicBezTo>
                  <a:pt x="463791" y="30238"/>
                  <a:pt x="464094" y="28809"/>
                  <a:pt x="464700" y="27256"/>
                </a:cubicBezTo>
                <a:cubicBezTo>
                  <a:pt x="465305" y="25703"/>
                  <a:pt x="466338" y="24259"/>
                  <a:pt x="467798" y="22923"/>
                </a:cubicBezTo>
                <a:cubicBezTo>
                  <a:pt x="469258" y="21587"/>
                  <a:pt x="471230" y="20477"/>
                  <a:pt x="473715" y="19592"/>
                </a:cubicBezTo>
                <a:cubicBezTo>
                  <a:pt x="476200" y="18707"/>
                  <a:pt x="479306" y="18264"/>
                  <a:pt x="483033" y="18264"/>
                </a:cubicBezTo>
                <a:cubicBezTo>
                  <a:pt x="484866" y="18264"/>
                  <a:pt x="486901" y="18365"/>
                  <a:pt x="489137" y="18567"/>
                </a:cubicBezTo>
                <a:cubicBezTo>
                  <a:pt x="491373" y="18769"/>
                  <a:pt x="493703" y="19118"/>
                  <a:pt x="496126" y="19615"/>
                </a:cubicBezTo>
                <a:lnTo>
                  <a:pt x="496126" y="26837"/>
                </a:lnTo>
                <a:cubicBezTo>
                  <a:pt x="493579" y="26216"/>
                  <a:pt x="491164" y="25757"/>
                  <a:pt x="488881" y="25462"/>
                </a:cubicBezTo>
                <a:cubicBezTo>
                  <a:pt x="486598" y="25167"/>
                  <a:pt x="484618" y="25020"/>
                  <a:pt x="482940" y="25020"/>
                </a:cubicBezTo>
                <a:cubicBezTo>
                  <a:pt x="480921" y="25020"/>
                  <a:pt x="479221" y="25175"/>
                  <a:pt x="477838" y="25486"/>
                </a:cubicBezTo>
                <a:cubicBezTo>
                  <a:pt x="476456" y="25796"/>
                  <a:pt x="475338" y="26223"/>
                  <a:pt x="474484" y="26767"/>
                </a:cubicBezTo>
                <a:cubicBezTo>
                  <a:pt x="473630" y="27310"/>
                  <a:pt x="473016" y="27947"/>
                  <a:pt x="472644" y="28677"/>
                </a:cubicBezTo>
                <a:cubicBezTo>
                  <a:pt x="472271" y="29407"/>
                  <a:pt x="472084" y="30191"/>
                  <a:pt x="472084" y="31030"/>
                </a:cubicBezTo>
                <a:cubicBezTo>
                  <a:pt x="472084" y="31869"/>
                  <a:pt x="472247" y="32630"/>
                  <a:pt x="472574" y="33313"/>
                </a:cubicBezTo>
                <a:cubicBezTo>
                  <a:pt x="472900" y="33996"/>
                  <a:pt x="473505" y="34656"/>
                  <a:pt x="474391" y="35293"/>
                </a:cubicBezTo>
                <a:cubicBezTo>
                  <a:pt x="475276" y="35930"/>
                  <a:pt x="476511" y="36567"/>
                  <a:pt x="478095" y="37203"/>
                </a:cubicBezTo>
                <a:cubicBezTo>
                  <a:pt x="479679" y="37840"/>
                  <a:pt x="481744" y="38531"/>
                  <a:pt x="484291" y="39277"/>
                </a:cubicBezTo>
                <a:cubicBezTo>
                  <a:pt x="487056" y="40084"/>
                  <a:pt x="489385" y="40931"/>
                  <a:pt x="491280" y="41816"/>
                </a:cubicBezTo>
                <a:cubicBezTo>
                  <a:pt x="493175" y="42701"/>
                  <a:pt x="494712" y="43687"/>
                  <a:pt x="495893" y="44775"/>
                </a:cubicBezTo>
                <a:cubicBezTo>
                  <a:pt x="497073" y="45862"/>
                  <a:pt x="497919" y="47089"/>
                  <a:pt x="498432" y="48455"/>
                </a:cubicBezTo>
                <a:cubicBezTo>
                  <a:pt x="498944" y="49822"/>
                  <a:pt x="499201" y="51375"/>
                  <a:pt x="499201" y="53114"/>
                </a:cubicBezTo>
                <a:close/>
                <a:moveTo>
                  <a:pt x="528882" y="0"/>
                </a:moveTo>
                <a:lnTo>
                  <a:pt x="527577" y="21898"/>
                </a:lnTo>
                <a:lnTo>
                  <a:pt x="519936" y="21898"/>
                </a:lnTo>
                <a:lnTo>
                  <a:pt x="518585" y="0"/>
                </a:lnTo>
                <a:lnTo>
                  <a:pt x="528882" y="0"/>
                </a:lnTo>
                <a:moveTo>
                  <a:pt x="547006" y="0"/>
                </a:moveTo>
                <a:lnTo>
                  <a:pt x="545701" y="21898"/>
                </a:lnTo>
                <a:lnTo>
                  <a:pt x="538060" y="21898"/>
                </a:lnTo>
                <a:lnTo>
                  <a:pt x="536709" y="0"/>
                </a:lnTo>
                <a:lnTo>
                  <a:pt x="547006" y="0"/>
                </a:lnTo>
                <a:close/>
              </a:path>
            </a:pathLst>
          </a:custGeom>
          <a:solidFill xmlns:a="http://schemas.openxmlformats.org/drawingml/2006/main">
            <a:srgbClr val="9CDCF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:[">
            <a:extLst xmlns:a="http://schemas.openxmlformats.org/drawingml/2006/main">
              <a:ext uri="{FF2B5EF4-FFF2-40B4-BE49-F238E27FC236}">
                <a16:creationId xmlns:a16="http://schemas.microsoft.com/office/drawing/2014/main" id="{238E594D-5016-4FA0-BAE2-3F16A80A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98" y="3853988"/>
            <a:ext cx="123658" cy="86567"/>
          </a:xfrm>
          <a:custGeom xmlns:a="http://schemas.openxmlformats.org/drawingml/2006/main">
            <a:pathLst>
              <a:path w="123658" h="86567">
                <a:moveTo>
                  <a:pt x="7129" y="19848"/>
                </a:moveTo>
                <a:cubicBezTo>
                  <a:pt x="8091" y="19848"/>
                  <a:pt x="9008" y="20042"/>
                  <a:pt x="9877" y="20430"/>
                </a:cubicBezTo>
                <a:cubicBezTo>
                  <a:pt x="10747" y="20819"/>
                  <a:pt x="11508" y="21339"/>
                  <a:pt x="12160" y="21991"/>
                </a:cubicBezTo>
                <a:cubicBezTo>
                  <a:pt x="12813" y="22644"/>
                  <a:pt x="13333" y="23405"/>
                  <a:pt x="13721" y="24274"/>
                </a:cubicBezTo>
                <a:cubicBezTo>
                  <a:pt x="14109" y="25144"/>
                  <a:pt x="14304" y="26060"/>
                  <a:pt x="14304" y="27023"/>
                </a:cubicBezTo>
                <a:cubicBezTo>
                  <a:pt x="14304" y="28017"/>
                  <a:pt x="14109" y="28941"/>
                  <a:pt x="13721" y="29795"/>
                </a:cubicBezTo>
                <a:cubicBezTo>
                  <a:pt x="13333" y="30650"/>
                  <a:pt x="12813" y="31403"/>
                  <a:pt x="12160" y="32055"/>
                </a:cubicBezTo>
                <a:cubicBezTo>
                  <a:pt x="11508" y="32707"/>
                  <a:pt x="10747" y="33220"/>
                  <a:pt x="9877" y="33593"/>
                </a:cubicBezTo>
                <a:cubicBezTo>
                  <a:pt x="9008" y="33965"/>
                  <a:pt x="8091" y="34152"/>
                  <a:pt x="7129" y="34152"/>
                </a:cubicBezTo>
                <a:cubicBezTo>
                  <a:pt x="6135" y="34152"/>
                  <a:pt x="5210" y="33965"/>
                  <a:pt x="4356" y="33593"/>
                </a:cubicBezTo>
                <a:cubicBezTo>
                  <a:pt x="3502" y="33220"/>
                  <a:pt x="2749" y="32707"/>
                  <a:pt x="2097" y="32055"/>
                </a:cubicBezTo>
                <a:cubicBezTo>
                  <a:pt x="1444" y="31403"/>
                  <a:pt x="932" y="30650"/>
                  <a:pt x="559" y="29795"/>
                </a:cubicBezTo>
                <a:cubicBezTo>
                  <a:pt x="186" y="28941"/>
                  <a:pt x="0" y="28017"/>
                  <a:pt x="0" y="27023"/>
                </a:cubicBezTo>
                <a:cubicBezTo>
                  <a:pt x="0" y="26060"/>
                  <a:pt x="186" y="25144"/>
                  <a:pt x="559" y="24274"/>
                </a:cubicBezTo>
                <a:cubicBezTo>
                  <a:pt x="932" y="23405"/>
                  <a:pt x="1444" y="22644"/>
                  <a:pt x="2097" y="21991"/>
                </a:cubicBezTo>
                <a:cubicBezTo>
                  <a:pt x="2749" y="21339"/>
                  <a:pt x="3502" y="20819"/>
                  <a:pt x="4356" y="20430"/>
                </a:cubicBezTo>
                <a:cubicBezTo>
                  <a:pt x="5210" y="20042"/>
                  <a:pt x="6135" y="19848"/>
                  <a:pt x="7129" y="19848"/>
                </a:cubicBezTo>
                <a:moveTo>
                  <a:pt x="7129" y="54000"/>
                </a:moveTo>
                <a:cubicBezTo>
                  <a:pt x="8091" y="54000"/>
                  <a:pt x="9008" y="54194"/>
                  <a:pt x="9877" y="54582"/>
                </a:cubicBezTo>
                <a:cubicBezTo>
                  <a:pt x="10747" y="54970"/>
                  <a:pt x="11508" y="55491"/>
                  <a:pt x="12160" y="56143"/>
                </a:cubicBezTo>
                <a:cubicBezTo>
                  <a:pt x="12813" y="56795"/>
                  <a:pt x="13333" y="57556"/>
                  <a:pt x="13721" y="58426"/>
                </a:cubicBezTo>
                <a:cubicBezTo>
                  <a:pt x="14109" y="59296"/>
                  <a:pt x="14304" y="60212"/>
                  <a:pt x="14304" y="61175"/>
                </a:cubicBezTo>
                <a:cubicBezTo>
                  <a:pt x="14304" y="62169"/>
                  <a:pt x="14109" y="63093"/>
                  <a:pt x="13721" y="63947"/>
                </a:cubicBezTo>
                <a:cubicBezTo>
                  <a:pt x="13333" y="64801"/>
                  <a:pt x="12813" y="65554"/>
                  <a:pt x="12160" y="66207"/>
                </a:cubicBezTo>
                <a:cubicBezTo>
                  <a:pt x="11508" y="66859"/>
                  <a:pt x="10747" y="67371"/>
                  <a:pt x="9877" y="67744"/>
                </a:cubicBezTo>
                <a:cubicBezTo>
                  <a:pt x="9008" y="68117"/>
                  <a:pt x="8091" y="68303"/>
                  <a:pt x="7129" y="68303"/>
                </a:cubicBezTo>
                <a:cubicBezTo>
                  <a:pt x="6135" y="68303"/>
                  <a:pt x="5210" y="68117"/>
                  <a:pt x="4356" y="67744"/>
                </a:cubicBezTo>
                <a:cubicBezTo>
                  <a:pt x="3502" y="67371"/>
                  <a:pt x="2749" y="66859"/>
                  <a:pt x="2097" y="66207"/>
                </a:cubicBezTo>
                <a:cubicBezTo>
                  <a:pt x="1444" y="65554"/>
                  <a:pt x="932" y="64801"/>
                  <a:pt x="559" y="63947"/>
                </a:cubicBezTo>
                <a:cubicBezTo>
                  <a:pt x="186" y="63093"/>
                  <a:pt x="0" y="62169"/>
                  <a:pt x="0" y="61175"/>
                </a:cubicBezTo>
                <a:cubicBezTo>
                  <a:pt x="0" y="60212"/>
                  <a:pt x="186" y="59296"/>
                  <a:pt x="559" y="58426"/>
                </a:cubicBezTo>
                <a:cubicBezTo>
                  <a:pt x="932" y="57556"/>
                  <a:pt x="1444" y="56795"/>
                  <a:pt x="2097" y="56143"/>
                </a:cubicBezTo>
                <a:cubicBezTo>
                  <a:pt x="2749" y="55491"/>
                  <a:pt x="3502" y="54970"/>
                  <a:pt x="4356" y="54582"/>
                </a:cubicBezTo>
                <a:cubicBezTo>
                  <a:pt x="5210" y="54194"/>
                  <a:pt x="6135" y="54000"/>
                  <a:pt x="7129" y="54000"/>
                </a:cubicBezTo>
                <a:close/>
                <a:moveTo>
                  <a:pt x="123658" y="86567"/>
                </a:moveTo>
                <a:lnTo>
                  <a:pt x="100689" y="86567"/>
                </a:lnTo>
                <a:lnTo>
                  <a:pt x="100689" y="0"/>
                </a:lnTo>
                <a:lnTo>
                  <a:pt x="123658" y="0"/>
                </a:lnTo>
                <a:lnTo>
                  <a:pt x="123658" y="6523"/>
                </a:lnTo>
                <a:lnTo>
                  <a:pt x="108423" y="6523"/>
                </a:lnTo>
                <a:lnTo>
                  <a:pt x="108423" y="80044"/>
                </a:lnTo>
                <a:lnTo>
                  <a:pt x="123658" y="80044"/>
                </a:lnTo>
                <a:lnTo>
                  <a:pt x="123658" y="86567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&quot;cascader-select/index.en-us.md&quot;">
            <a:extLst xmlns:a="http://schemas.openxmlformats.org/drawingml/2006/main">
              <a:ext uri="{FF2B5EF4-FFF2-40B4-BE49-F238E27FC236}">
                <a16:creationId xmlns:a16="http://schemas.microsoft.com/office/drawing/2014/main" id="{D24C48C0-25CE-4B0E-B404-E9C40B0A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92" y="3855013"/>
            <a:ext cx="1636207" cy="76503"/>
          </a:xfrm>
          <a:custGeom xmlns:a="http://schemas.openxmlformats.org/drawingml/2006/main">
            <a:pathLst>
              <a:path w="1636207" h="76503">
                <a:moveTo>
                  <a:pt x="10297" y="559"/>
                </a:moveTo>
                <a:lnTo>
                  <a:pt x="8992" y="22457"/>
                </a:lnTo>
                <a:lnTo>
                  <a:pt x="1351" y="22457"/>
                </a:lnTo>
                <a:lnTo>
                  <a:pt x="0" y="559"/>
                </a:lnTo>
                <a:lnTo>
                  <a:pt x="10297" y="559"/>
                </a:lnTo>
                <a:moveTo>
                  <a:pt x="28421" y="559"/>
                </a:moveTo>
                <a:lnTo>
                  <a:pt x="27116" y="22457"/>
                </a:lnTo>
                <a:lnTo>
                  <a:pt x="19475" y="22457"/>
                </a:lnTo>
                <a:lnTo>
                  <a:pt x="18124" y="559"/>
                </a:lnTo>
                <a:lnTo>
                  <a:pt x="28421" y="559"/>
                </a:lnTo>
                <a:close/>
                <a:moveTo>
                  <a:pt x="83634" y="64716"/>
                </a:moveTo>
                <a:cubicBezTo>
                  <a:pt x="81522" y="65523"/>
                  <a:pt x="79355" y="66121"/>
                  <a:pt x="77134" y="66510"/>
                </a:cubicBezTo>
                <a:cubicBezTo>
                  <a:pt x="74914" y="66898"/>
                  <a:pt x="72623" y="67092"/>
                  <a:pt x="70262" y="67092"/>
                </a:cubicBezTo>
                <a:cubicBezTo>
                  <a:pt x="62870" y="67092"/>
                  <a:pt x="57178" y="65088"/>
                  <a:pt x="53186" y="61082"/>
                </a:cubicBezTo>
                <a:cubicBezTo>
                  <a:pt x="49195" y="57075"/>
                  <a:pt x="47199" y="51220"/>
                  <a:pt x="47199" y="43517"/>
                </a:cubicBezTo>
                <a:cubicBezTo>
                  <a:pt x="47199" y="39820"/>
                  <a:pt x="47774" y="36466"/>
                  <a:pt x="48923" y="33453"/>
                </a:cubicBezTo>
                <a:cubicBezTo>
                  <a:pt x="50072" y="30440"/>
                  <a:pt x="51688" y="27862"/>
                  <a:pt x="53769" y="25719"/>
                </a:cubicBezTo>
                <a:cubicBezTo>
                  <a:pt x="55850" y="23575"/>
                  <a:pt x="58335" y="21921"/>
                  <a:pt x="61223" y="20757"/>
                </a:cubicBezTo>
                <a:cubicBezTo>
                  <a:pt x="64112" y="19592"/>
                  <a:pt x="67296" y="19009"/>
                  <a:pt x="70775" y="19009"/>
                </a:cubicBezTo>
                <a:cubicBezTo>
                  <a:pt x="73197" y="19009"/>
                  <a:pt x="75465" y="19184"/>
                  <a:pt x="77577" y="19534"/>
                </a:cubicBezTo>
                <a:cubicBezTo>
                  <a:pt x="79689" y="19882"/>
                  <a:pt x="81708" y="20453"/>
                  <a:pt x="83634" y="21246"/>
                </a:cubicBezTo>
                <a:lnTo>
                  <a:pt x="83634" y="28980"/>
                </a:lnTo>
                <a:cubicBezTo>
                  <a:pt x="81615" y="27907"/>
                  <a:pt x="79557" y="27127"/>
                  <a:pt x="77461" y="26639"/>
                </a:cubicBezTo>
                <a:cubicBezTo>
                  <a:pt x="75364" y="26150"/>
                  <a:pt x="73197" y="25905"/>
                  <a:pt x="70961" y="25905"/>
                </a:cubicBezTo>
                <a:cubicBezTo>
                  <a:pt x="68880" y="25905"/>
                  <a:pt x="66915" y="26301"/>
                  <a:pt x="65067" y="27093"/>
                </a:cubicBezTo>
                <a:cubicBezTo>
                  <a:pt x="63219" y="27885"/>
                  <a:pt x="61596" y="29027"/>
                  <a:pt x="60198" y="30518"/>
                </a:cubicBezTo>
                <a:cubicBezTo>
                  <a:pt x="58801" y="32008"/>
                  <a:pt x="57698" y="33826"/>
                  <a:pt x="56890" y="35969"/>
                </a:cubicBezTo>
                <a:cubicBezTo>
                  <a:pt x="56083" y="38112"/>
                  <a:pt x="55679" y="40535"/>
                  <a:pt x="55679" y="43237"/>
                </a:cubicBezTo>
                <a:cubicBezTo>
                  <a:pt x="55679" y="48890"/>
                  <a:pt x="57053" y="53122"/>
                  <a:pt x="59802" y="55933"/>
                </a:cubicBezTo>
                <a:cubicBezTo>
                  <a:pt x="62551" y="58744"/>
                  <a:pt x="66364" y="60150"/>
                  <a:pt x="71241" y="60150"/>
                </a:cubicBezTo>
                <a:cubicBezTo>
                  <a:pt x="73446" y="60150"/>
                  <a:pt x="75581" y="59901"/>
                  <a:pt x="77647" y="59404"/>
                </a:cubicBezTo>
                <a:cubicBezTo>
                  <a:pt x="79712" y="58907"/>
                  <a:pt x="81708" y="58162"/>
                  <a:pt x="83634" y="57168"/>
                </a:cubicBezTo>
                <a:lnTo>
                  <a:pt x="83634" y="64716"/>
                </a:lnTo>
                <a:close/>
                <a:moveTo>
                  <a:pt x="129203" y="66440"/>
                </a:moveTo>
                <a:lnTo>
                  <a:pt x="129016" y="60137"/>
                </a:lnTo>
                <a:cubicBezTo>
                  <a:pt x="126469" y="62657"/>
                  <a:pt x="123883" y="64478"/>
                  <a:pt x="121259" y="65598"/>
                </a:cubicBezTo>
                <a:cubicBezTo>
                  <a:pt x="118634" y="66718"/>
                  <a:pt x="115877" y="67278"/>
                  <a:pt x="112989" y="67278"/>
                </a:cubicBezTo>
                <a:cubicBezTo>
                  <a:pt x="110317" y="67278"/>
                  <a:pt x="108034" y="66936"/>
                  <a:pt x="106140" y="66252"/>
                </a:cubicBezTo>
                <a:cubicBezTo>
                  <a:pt x="104245" y="65567"/>
                  <a:pt x="102684" y="64626"/>
                  <a:pt x="101457" y="63429"/>
                </a:cubicBezTo>
                <a:cubicBezTo>
                  <a:pt x="100230" y="62231"/>
                  <a:pt x="99330" y="60823"/>
                  <a:pt x="98755" y="59205"/>
                </a:cubicBezTo>
                <a:cubicBezTo>
                  <a:pt x="98180" y="57587"/>
                  <a:pt x="97893" y="55829"/>
                  <a:pt x="97893" y="53931"/>
                </a:cubicBezTo>
                <a:cubicBezTo>
                  <a:pt x="97893" y="49233"/>
                  <a:pt x="99640" y="45554"/>
                  <a:pt x="103135" y="42895"/>
                </a:cubicBezTo>
                <a:cubicBezTo>
                  <a:pt x="106629" y="40234"/>
                  <a:pt x="111793" y="38904"/>
                  <a:pt x="118626" y="38904"/>
                </a:cubicBezTo>
                <a:lnTo>
                  <a:pt x="128317" y="38904"/>
                </a:lnTo>
                <a:lnTo>
                  <a:pt x="128317" y="34818"/>
                </a:lnTo>
                <a:cubicBezTo>
                  <a:pt x="128317" y="32064"/>
                  <a:pt x="127432" y="29858"/>
                  <a:pt x="125662" y="28202"/>
                </a:cubicBezTo>
                <a:cubicBezTo>
                  <a:pt x="123891" y="26547"/>
                  <a:pt x="121189" y="25719"/>
                  <a:pt x="117555" y="25719"/>
                </a:cubicBezTo>
                <a:cubicBezTo>
                  <a:pt x="114914" y="25719"/>
                  <a:pt x="112313" y="26018"/>
                  <a:pt x="109751" y="26617"/>
                </a:cubicBezTo>
                <a:cubicBezTo>
                  <a:pt x="107188" y="27215"/>
                  <a:pt x="104540" y="28065"/>
                  <a:pt x="101807" y="29166"/>
                </a:cubicBezTo>
                <a:lnTo>
                  <a:pt x="101807" y="21851"/>
                </a:lnTo>
                <a:cubicBezTo>
                  <a:pt x="102832" y="21473"/>
                  <a:pt x="103973" y="21102"/>
                  <a:pt x="105231" y="20739"/>
                </a:cubicBezTo>
                <a:cubicBezTo>
                  <a:pt x="106489" y="20376"/>
                  <a:pt x="107817" y="20053"/>
                  <a:pt x="109215" y="19769"/>
                </a:cubicBezTo>
                <a:cubicBezTo>
                  <a:pt x="110613" y="19485"/>
                  <a:pt x="112072" y="19256"/>
                  <a:pt x="113594" y="19084"/>
                </a:cubicBezTo>
                <a:cubicBezTo>
                  <a:pt x="115116" y="18910"/>
                  <a:pt x="116654" y="18823"/>
                  <a:pt x="118207" y="18823"/>
                </a:cubicBezTo>
                <a:cubicBezTo>
                  <a:pt x="121034" y="18823"/>
                  <a:pt x="123581" y="19134"/>
                  <a:pt x="125848" y="19755"/>
                </a:cubicBezTo>
                <a:cubicBezTo>
                  <a:pt x="128115" y="20376"/>
                  <a:pt x="130033" y="21323"/>
                  <a:pt x="131602" y="22597"/>
                </a:cubicBezTo>
                <a:cubicBezTo>
                  <a:pt x="133171" y="23870"/>
                  <a:pt x="134374" y="25470"/>
                  <a:pt x="135213" y="27396"/>
                </a:cubicBezTo>
                <a:cubicBezTo>
                  <a:pt x="136052" y="29322"/>
                  <a:pt x="136471" y="31589"/>
                  <a:pt x="136471" y="34198"/>
                </a:cubicBezTo>
                <a:lnTo>
                  <a:pt x="136471" y="66440"/>
                </a:lnTo>
                <a:lnTo>
                  <a:pt x="129203" y="66440"/>
                </a:lnTo>
                <a:moveTo>
                  <a:pt x="128317" y="45101"/>
                </a:moveTo>
                <a:lnTo>
                  <a:pt x="118021" y="45101"/>
                </a:lnTo>
                <a:cubicBezTo>
                  <a:pt x="116002" y="45101"/>
                  <a:pt x="114262" y="45304"/>
                  <a:pt x="112802" y="45709"/>
                </a:cubicBezTo>
                <a:cubicBezTo>
                  <a:pt x="111342" y="46114"/>
                  <a:pt x="110147" y="46690"/>
                  <a:pt x="109215" y="47438"/>
                </a:cubicBezTo>
                <a:cubicBezTo>
                  <a:pt x="108283" y="48185"/>
                  <a:pt x="107592" y="49081"/>
                  <a:pt x="107141" y="50125"/>
                </a:cubicBezTo>
                <a:cubicBezTo>
                  <a:pt x="106691" y="51169"/>
                  <a:pt x="106466" y="52345"/>
                  <a:pt x="106466" y="53653"/>
                </a:cubicBezTo>
                <a:cubicBezTo>
                  <a:pt x="106466" y="54557"/>
                  <a:pt x="106606" y="55422"/>
                  <a:pt x="106885" y="56248"/>
                </a:cubicBezTo>
                <a:cubicBezTo>
                  <a:pt x="107165" y="57073"/>
                  <a:pt x="107615" y="57805"/>
                  <a:pt x="108236" y="58443"/>
                </a:cubicBezTo>
                <a:cubicBezTo>
                  <a:pt x="108858" y="59082"/>
                  <a:pt x="109665" y="59588"/>
                  <a:pt x="110659" y="59962"/>
                </a:cubicBezTo>
                <a:cubicBezTo>
                  <a:pt x="111653" y="60336"/>
                  <a:pt x="112864" y="60522"/>
                  <a:pt x="114293" y="60522"/>
                </a:cubicBezTo>
                <a:cubicBezTo>
                  <a:pt x="116157" y="60522"/>
                  <a:pt x="118292" y="59954"/>
                  <a:pt x="120700" y="58818"/>
                </a:cubicBezTo>
                <a:cubicBezTo>
                  <a:pt x="123107" y="57680"/>
                  <a:pt x="125646" y="55880"/>
                  <a:pt x="128317" y="53419"/>
                </a:cubicBezTo>
                <a:lnTo>
                  <a:pt x="128317" y="45101"/>
                </a:lnTo>
                <a:close/>
                <a:moveTo>
                  <a:pt x="188050" y="53674"/>
                </a:moveTo>
                <a:cubicBezTo>
                  <a:pt x="188050" y="55320"/>
                  <a:pt x="187770" y="56795"/>
                  <a:pt x="187211" y="58100"/>
                </a:cubicBezTo>
                <a:cubicBezTo>
                  <a:pt x="186652" y="59404"/>
                  <a:pt x="185891" y="60561"/>
                  <a:pt x="184928" y="61571"/>
                </a:cubicBezTo>
                <a:cubicBezTo>
                  <a:pt x="183965" y="62580"/>
                  <a:pt x="182847" y="63442"/>
                  <a:pt x="181574" y="64157"/>
                </a:cubicBezTo>
                <a:cubicBezTo>
                  <a:pt x="180300" y="64871"/>
                  <a:pt x="178941" y="65461"/>
                  <a:pt x="177497" y="65927"/>
                </a:cubicBezTo>
                <a:cubicBezTo>
                  <a:pt x="176052" y="66393"/>
                  <a:pt x="174569" y="66735"/>
                  <a:pt x="173047" y="66952"/>
                </a:cubicBezTo>
                <a:cubicBezTo>
                  <a:pt x="171525" y="67170"/>
                  <a:pt x="170034" y="67278"/>
                  <a:pt x="168574" y="67278"/>
                </a:cubicBezTo>
                <a:cubicBezTo>
                  <a:pt x="165406" y="67278"/>
                  <a:pt x="162494" y="67139"/>
                  <a:pt x="159839" y="66859"/>
                </a:cubicBezTo>
                <a:cubicBezTo>
                  <a:pt x="157183" y="66579"/>
                  <a:pt x="154581" y="66129"/>
                  <a:pt x="152034" y="65508"/>
                </a:cubicBezTo>
                <a:lnTo>
                  <a:pt x="152034" y="58053"/>
                </a:lnTo>
                <a:cubicBezTo>
                  <a:pt x="154768" y="58830"/>
                  <a:pt x="157486" y="59420"/>
                  <a:pt x="160188" y="59824"/>
                </a:cubicBezTo>
                <a:cubicBezTo>
                  <a:pt x="162890" y="60227"/>
                  <a:pt x="165577" y="60429"/>
                  <a:pt x="168248" y="60429"/>
                </a:cubicBezTo>
                <a:cubicBezTo>
                  <a:pt x="172131" y="60429"/>
                  <a:pt x="175004" y="59901"/>
                  <a:pt x="176868" y="58845"/>
                </a:cubicBezTo>
                <a:cubicBezTo>
                  <a:pt x="178731" y="57789"/>
                  <a:pt x="179663" y="56283"/>
                  <a:pt x="179663" y="54326"/>
                </a:cubicBezTo>
                <a:cubicBezTo>
                  <a:pt x="179663" y="53487"/>
                  <a:pt x="179516" y="52734"/>
                  <a:pt x="179221" y="52066"/>
                </a:cubicBezTo>
                <a:cubicBezTo>
                  <a:pt x="178926" y="51398"/>
                  <a:pt x="178390" y="50762"/>
                  <a:pt x="177613" y="50156"/>
                </a:cubicBezTo>
                <a:cubicBezTo>
                  <a:pt x="176837" y="49550"/>
                  <a:pt x="175633" y="48921"/>
                  <a:pt x="174002" y="48269"/>
                </a:cubicBezTo>
                <a:cubicBezTo>
                  <a:pt x="172372" y="47617"/>
                  <a:pt x="170143" y="46871"/>
                  <a:pt x="167317" y="46033"/>
                </a:cubicBezTo>
                <a:cubicBezTo>
                  <a:pt x="165204" y="45411"/>
                  <a:pt x="163255" y="44705"/>
                  <a:pt x="161469" y="43913"/>
                </a:cubicBezTo>
                <a:cubicBezTo>
                  <a:pt x="159683" y="43121"/>
                  <a:pt x="158138" y="42181"/>
                  <a:pt x="156833" y="41094"/>
                </a:cubicBezTo>
                <a:cubicBezTo>
                  <a:pt x="155529" y="40007"/>
                  <a:pt x="154504" y="38733"/>
                  <a:pt x="153758" y="37273"/>
                </a:cubicBezTo>
                <a:cubicBezTo>
                  <a:pt x="153013" y="35813"/>
                  <a:pt x="152640" y="34090"/>
                  <a:pt x="152640" y="32102"/>
                </a:cubicBezTo>
                <a:cubicBezTo>
                  <a:pt x="152640" y="30797"/>
                  <a:pt x="152943" y="29368"/>
                  <a:pt x="153549" y="27815"/>
                </a:cubicBezTo>
                <a:cubicBezTo>
                  <a:pt x="154154" y="26262"/>
                  <a:pt x="155187" y="24818"/>
                  <a:pt x="156647" y="23482"/>
                </a:cubicBezTo>
                <a:cubicBezTo>
                  <a:pt x="158107" y="22147"/>
                  <a:pt x="160079" y="21036"/>
                  <a:pt x="162564" y="20151"/>
                </a:cubicBezTo>
                <a:cubicBezTo>
                  <a:pt x="165049" y="19266"/>
                  <a:pt x="168155" y="18823"/>
                  <a:pt x="171882" y="18823"/>
                </a:cubicBezTo>
                <a:cubicBezTo>
                  <a:pt x="173715" y="18823"/>
                  <a:pt x="175750" y="18924"/>
                  <a:pt x="177986" y="19126"/>
                </a:cubicBezTo>
                <a:cubicBezTo>
                  <a:pt x="180222" y="19328"/>
                  <a:pt x="182552" y="19677"/>
                  <a:pt x="184975" y="20174"/>
                </a:cubicBezTo>
                <a:lnTo>
                  <a:pt x="184975" y="27396"/>
                </a:lnTo>
                <a:cubicBezTo>
                  <a:pt x="182428" y="26775"/>
                  <a:pt x="180013" y="26316"/>
                  <a:pt x="177730" y="26021"/>
                </a:cubicBezTo>
                <a:cubicBezTo>
                  <a:pt x="175447" y="25726"/>
                  <a:pt x="173467" y="25579"/>
                  <a:pt x="171789" y="25579"/>
                </a:cubicBezTo>
                <a:cubicBezTo>
                  <a:pt x="169770" y="25579"/>
                  <a:pt x="168070" y="25734"/>
                  <a:pt x="166688" y="26045"/>
                </a:cubicBezTo>
                <a:cubicBezTo>
                  <a:pt x="165305" y="26355"/>
                  <a:pt x="164187" y="26782"/>
                  <a:pt x="163333" y="27326"/>
                </a:cubicBezTo>
                <a:cubicBezTo>
                  <a:pt x="162479" y="27870"/>
                  <a:pt x="161865" y="28506"/>
                  <a:pt x="161493" y="29236"/>
                </a:cubicBezTo>
                <a:cubicBezTo>
                  <a:pt x="161120" y="29966"/>
                  <a:pt x="160933" y="30750"/>
                  <a:pt x="160933" y="31589"/>
                </a:cubicBezTo>
                <a:cubicBezTo>
                  <a:pt x="160933" y="32428"/>
                  <a:pt x="161097" y="33189"/>
                  <a:pt x="161423" y="33872"/>
                </a:cubicBezTo>
                <a:cubicBezTo>
                  <a:pt x="161749" y="34555"/>
                  <a:pt x="162354" y="35215"/>
                  <a:pt x="163240" y="35852"/>
                </a:cubicBezTo>
                <a:cubicBezTo>
                  <a:pt x="164125" y="36489"/>
                  <a:pt x="165360" y="37126"/>
                  <a:pt x="166944" y="37762"/>
                </a:cubicBezTo>
                <a:cubicBezTo>
                  <a:pt x="168528" y="38399"/>
                  <a:pt x="170593" y="39090"/>
                  <a:pt x="173140" y="39836"/>
                </a:cubicBezTo>
                <a:cubicBezTo>
                  <a:pt x="175905" y="40643"/>
                  <a:pt x="178234" y="41490"/>
                  <a:pt x="180129" y="42375"/>
                </a:cubicBezTo>
                <a:cubicBezTo>
                  <a:pt x="182024" y="43260"/>
                  <a:pt x="183561" y="44246"/>
                  <a:pt x="184742" y="45334"/>
                </a:cubicBezTo>
                <a:cubicBezTo>
                  <a:pt x="185922" y="46421"/>
                  <a:pt x="186768" y="47648"/>
                  <a:pt x="187281" y="49014"/>
                </a:cubicBezTo>
                <a:cubicBezTo>
                  <a:pt x="187794" y="50381"/>
                  <a:pt x="188050" y="51934"/>
                  <a:pt x="188050" y="53674"/>
                </a:cubicBezTo>
                <a:close/>
                <a:moveTo>
                  <a:pt x="239209" y="64716"/>
                </a:moveTo>
                <a:cubicBezTo>
                  <a:pt x="237097" y="65523"/>
                  <a:pt x="234931" y="66121"/>
                  <a:pt x="232710" y="66510"/>
                </a:cubicBezTo>
                <a:cubicBezTo>
                  <a:pt x="230489" y="66898"/>
                  <a:pt x="228198" y="67092"/>
                  <a:pt x="225838" y="67092"/>
                </a:cubicBezTo>
                <a:cubicBezTo>
                  <a:pt x="218445" y="67092"/>
                  <a:pt x="212753" y="65088"/>
                  <a:pt x="208762" y="61082"/>
                </a:cubicBezTo>
                <a:cubicBezTo>
                  <a:pt x="204770" y="57075"/>
                  <a:pt x="202775" y="51220"/>
                  <a:pt x="202775" y="43517"/>
                </a:cubicBezTo>
                <a:cubicBezTo>
                  <a:pt x="202775" y="39820"/>
                  <a:pt x="203349" y="36466"/>
                  <a:pt x="204499" y="33453"/>
                </a:cubicBezTo>
                <a:cubicBezTo>
                  <a:pt x="205648" y="30440"/>
                  <a:pt x="207263" y="27862"/>
                  <a:pt x="209344" y="25719"/>
                </a:cubicBezTo>
                <a:cubicBezTo>
                  <a:pt x="211425" y="23575"/>
                  <a:pt x="213910" y="21921"/>
                  <a:pt x="216799" y="20757"/>
                </a:cubicBezTo>
                <a:cubicBezTo>
                  <a:pt x="219688" y="19592"/>
                  <a:pt x="222871" y="19009"/>
                  <a:pt x="226350" y="19009"/>
                </a:cubicBezTo>
                <a:cubicBezTo>
                  <a:pt x="228773" y="19009"/>
                  <a:pt x="231040" y="19184"/>
                  <a:pt x="233153" y="19534"/>
                </a:cubicBezTo>
                <a:cubicBezTo>
                  <a:pt x="235265" y="19882"/>
                  <a:pt x="237284" y="20453"/>
                  <a:pt x="239209" y="21246"/>
                </a:cubicBezTo>
                <a:lnTo>
                  <a:pt x="239209" y="28980"/>
                </a:lnTo>
                <a:cubicBezTo>
                  <a:pt x="237190" y="27907"/>
                  <a:pt x="235133" y="27127"/>
                  <a:pt x="233036" y="26639"/>
                </a:cubicBezTo>
                <a:cubicBezTo>
                  <a:pt x="230939" y="26150"/>
                  <a:pt x="228773" y="25905"/>
                  <a:pt x="226537" y="25905"/>
                </a:cubicBezTo>
                <a:cubicBezTo>
                  <a:pt x="224455" y="25905"/>
                  <a:pt x="222491" y="26301"/>
                  <a:pt x="220643" y="27093"/>
                </a:cubicBezTo>
                <a:cubicBezTo>
                  <a:pt x="218795" y="27885"/>
                  <a:pt x="217172" y="29027"/>
                  <a:pt x="215774" y="30518"/>
                </a:cubicBezTo>
                <a:cubicBezTo>
                  <a:pt x="214376" y="32008"/>
                  <a:pt x="213273" y="33826"/>
                  <a:pt x="212466" y="35969"/>
                </a:cubicBezTo>
                <a:cubicBezTo>
                  <a:pt x="211658" y="38112"/>
                  <a:pt x="211254" y="40535"/>
                  <a:pt x="211254" y="43237"/>
                </a:cubicBezTo>
                <a:cubicBezTo>
                  <a:pt x="211254" y="48890"/>
                  <a:pt x="212629" y="53122"/>
                  <a:pt x="215378" y="55933"/>
                </a:cubicBezTo>
                <a:cubicBezTo>
                  <a:pt x="218127" y="58744"/>
                  <a:pt x="221940" y="60150"/>
                  <a:pt x="226816" y="60150"/>
                </a:cubicBezTo>
                <a:cubicBezTo>
                  <a:pt x="229021" y="60150"/>
                  <a:pt x="231157" y="59901"/>
                  <a:pt x="233222" y="59404"/>
                </a:cubicBezTo>
                <a:cubicBezTo>
                  <a:pt x="235288" y="58907"/>
                  <a:pt x="237284" y="58162"/>
                  <a:pt x="239209" y="57168"/>
                </a:cubicBezTo>
                <a:lnTo>
                  <a:pt x="239209" y="64716"/>
                </a:lnTo>
                <a:close/>
                <a:moveTo>
                  <a:pt x="284778" y="66440"/>
                </a:moveTo>
                <a:lnTo>
                  <a:pt x="284592" y="60137"/>
                </a:lnTo>
                <a:cubicBezTo>
                  <a:pt x="282045" y="62657"/>
                  <a:pt x="279459" y="64478"/>
                  <a:pt x="276834" y="65598"/>
                </a:cubicBezTo>
                <a:cubicBezTo>
                  <a:pt x="274210" y="66718"/>
                  <a:pt x="271453" y="67278"/>
                  <a:pt x="268564" y="67278"/>
                </a:cubicBezTo>
                <a:cubicBezTo>
                  <a:pt x="265893" y="67278"/>
                  <a:pt x="263610" y="66936"/>
                  <a:pt x="261715" y="66252"/>
                </a:cubicBezTo>
                <a:cubicBezTo>
                  <a:pt x="259821" y="65567"/>
                  <a:pt x="258260" y="64626"/>
                  <a:pt x="257033" y="63429"/>
                </a:cubicBezTo>
                <a:cubicBezTo>
                  <a:pt x="255806" y="62231"/>
                  <a:pt x="254905" y="60823"/>
                  <a:pt x="254330" y="59205"/>
                </a:cubicBezTo>
                <a:cubicBezTo>
                  <a:pt x="253756" y="57587"/>
                  <a:pt x="253469" y="55829"/>
                  <a:pt x="253469" y="53931"/>
                </a:cubicBezTo>
                <a:cubicBezTo>
                  <a:pt x="253469" y="49233"/>
                  <a:pt x="255216" y="45554"/>
                  <a:pt x="258710" y="42895"/>
                </a:cubicBezTo>
                <a:cubicBezTo>
                  <a:pt x="262204" y="40234"/>
                  <a:pt x="267368" y="38904"/>
                  <a:pt x="274202" y="38904"/>
                </a:cubicBezTo>
                <a:lnTo>
                  <a:pt x="283893" y="38904"/>
                </a:lnTo>
                <a:lnTo>
                  <a:pt x="283893" y="34818"/>
                </a:lnTo>
                <a:cubicBezTo>
                  <a:pt x="283893" y="32064"/>
                  <a:pt x="283008" y="29858"/>
                  <a:pt x="281237" y="28202"/>
                </a:cubicBezTo>
                <a:cubicBezTo>
                  <a:pt x="279467" y="26547"/>
                  <a:pt x="276764" y="25719"/>
                  <a:pt x="273130" y="25719"/>
                </a:cubicBezTo>
                <a:cubicBezTo>
                  <a:pt x="270490" y="25719"/>
                  <a:pt x="267889" y="26018"/>
                  <a:pt x="265326" y="26617"/>
                </a:cubicBezTo>
                <a:cubicBezTo>
                  <a:pt x="262764" y="27215"/>
                  <a:pt x="260116" y="28065"/>
                  <a:pt x="257382" y="29166"/>
                </a:cubicBezTo>
                <a:lnTo>
                  <a:pt x="257382" y="21851"/>
                </a:lnTo>
                <a:cubicBezTo>
                  <a:pt x="258407" y="21473"/>
                  <a:pt x="259549" y="21102"/>
                  <a:pt x="260807" y="20739"/>
                </a:cubicBezTo>
                <a:cubicBezTo>
                  <a:pt x="262065" y="20376"/>
                  <a:pt x="263393" y="20053"/>
                  <a:pt x="264790" y="19769"/>
                </a:cubicBezTo>
                <a:cubicBezTo>
                  <a:pt x="266188" y="19485"/>
                  <a:pt x="267648" y="19256"/>
                  <a:pt x="269170" y="19084"/>
                </a:cubicBezTo>
                <a:cubicBezTo>
                  <a:pt x="270692" y="18910"/>
                  <a:pt x="272229" y="18823"/>
                  <a:pt x="273782" y="18823"/>
                </a:cubicBezTo>
                <a:cubicBezTo>
                  <a:pt x="276609" y="18823"/>
                  <a:pt x="279156" y="19134"/>
                  <a:pt x="281423" y="19755"/>
                </a:cubicBezTo>
                <a:cubicBezTo>
                  <a:pt x="283691" y="20376"/>
                  <a:pt x="285609" y="21323"/>
                  <a:pt x="287178" y="22597"/>
                </a:cubicBezTo>
                <a:cubicBezTo>
                  <a:pt x="288746" y="23870"/>
                  <a:pt x="289950" y="25470"/>
                  <a:pt x="290788" y="27396"/>
                </a:cubicBezTo>
                <a:cubicBezTo>
                  <a:pt x="291627" y="29322"/>
                  <a:pt x="292046" y="31589"/>
                  <a:pt x="292046" y="34198"/>
                </a:cubicBezTo>
                <a:lnTo>
                  <a:pt x="292046" y="66440"/>
                </a:lnTo>
                <a:lnTo>
                  <a:pt x="284778" y="66440"/>
                </a:lnTo>
                <a:moveTo>
                  <a:pt x="283893" y="45101"/>
                </a:moveTo>
                <a:lnTo>
                  <a:pt x="273596" y="45101"/>
                </a:lnTo>
                <a:cubicBezTo>
                  <a:pt x="271577" y="45101"/>
                  <a:pt x="269838" y="45304"/>
                  <a:pt x="268378" y="45709"/>
                </a:cubicBezTo>
                <a:cubicBezTo>
                  <a:pt x="266918" y="46114"/>
                  <a:pt x="265722" y="46690"/>
                  <a:pt x="264790" y="47438"/>
                </a:cubicBezTo>
                <a:cubicBezTo>
                  <a:pt x="263858" y="48185"/>
                  <a:pt x="263167" y="49081"/>
                  <a:pt x="262717" y="50125"/>
                </a:cubicBezTo>
                <a:cubicBezTo>
                  <a:pt x="262267" y="51169"/>
                  <a:pt x="262041" y="52345"/>
                  <a:pt x="262041" y="53653"/>
                </a:cubicBezTo>
                <a:cubicBezTo>
                  <a:pt x="262041" y="54557"/>
                  <a:pt x="262181" y="55422"/>
                  <a:pt x="262461" y="56248"/>
                </a:cubicBezTo>
                <a:cubicBezTo>
                  <a:pt x="262740" y="57073"/>
                  <a:pt x="263191" y="57805"/>
                  <a:pt x="263812" y="58443"/>
                </a:cubicBezTo>
                <a:cubicBezTo>
                  <a:pt x="264433" y="59082"/>
                  <a:pt x="265241" y="59588"/>
                  <a:pt x="266235" y="59962"/>
                </a:cubicBezTo>
                <a:cubicBezTo>
                  <a:pt x="267229" y="60336"/>
                  <a:pt x="268440" y="60522"/>
                  <a:pt x="269869" y="60522"/>
                </a:cubicBezTo>
                <a:cubicBezTo>
                  <a:pt x="271732" y="60522"/>
                  <a:pt x="273868" y="59954"/>
                  <a:pt x="276275" y="58818"/>
                </a:cubicBezTo>
                <a:cubicBezTo>
                  <a:pt x="278682" y="57680"/>
                  <a:pt x="281222" y="55880"/>
                  <a:pt x="283893" y="53419"/>
                </a:cubicBezTo>
                <a:lnTo>
                  <a:pt x="283893" y="45101"/>
                </a:lnTo>
                <a:close/>
                <a:moveTo>
                  <a:pt x="304209" y="44029"/>
                </a:moveTo>
                <a:cubicBezTo>
                  <a:pt x="304209" y="40053"/>
                  <a:pt x="304752" y="36520"/>
                  <a:pt x="305839" y="33429"/>
                </a:cubicBezTo>
                <a:cubicBezTo>
                  <a:pt x="306927" y="30339"/>
                  <a:pt x="308472" y="27730"/>
                  <a:pt x="310475" y="25602"/>
                </a:cubicBezTo>
                <a:cubicBezTo>
                  <a:pt x="312479" y="23474"/>
                  <a:pt x="314886" y="21859"/>
                  <a:pt x="317697" y="20757"/>
                </a:cubicBezTo>
                <a:cubicBezTo>
                  <a:pt x="320508" y="19654"/>
                  <a:pt x="323637" y="19103"/>
                  <a:pt x="327085" y="19103"/>
                </a:cubicBezTo>
                <a:cubicBezTo>
                  <a:pt x="328576" y="19103"/>
                  <a:pt x="330044" y="19196"/>
                  <a:pt x="331488" y="19382"/>
                </a:cubicBezTo>
                <a:cubicBezTo>
                  <a:pt x="332932" y="19568"/>
                  <a:pt x="334354" y="19864"/>
                  <a:pt x="335751" y="20267"/>
                </a:cubicBezTo>
                <a:lnTo>
                  <a:pt x="335751" y="559"/>
                </a:lnTo>
                <a:lnTo>
                  <a:pt x="343905" y="559"/>
                </a:lnTo>
                <a:lnTo>
                  <a:pt x="343905" y="66440"/>
                </a:lnTo>
                <a:lnTo>
                  <a:pt x="336637" y="66440"/>
                </a:lnTo>
                <a:lnTo>
                  <a:pt x="336357" y="57587"/>
                </a:lnTo>
                <a:cubicBezTo>
                  <a:pt x="334090" y="60880"/>
                  <a:pt x="331636" y="63318"/>
                  <a:pt x="328996" y="64902"/>
                </a:cubicBezTo>
                <a:cubicBezTo>
                  <a:pt x="326355" y="66486"/>
                  <a:pt x="323498" y="67278"/>
                  <a:pt x="320423" y="67278"/>
                </a:cubicBezTo>
                <a:cubicBezTo>
                  <a:pt x="317751" y="67278"/>
                  <a:pt x="315399" y="66719"/>
                  <a:pt x="313364" y="65601"/>
                </a:cubicBezTo>
                <a:cubicBezTo>
                  <a:pt x="311330" y="64483"/>
                  <a:pt x="309637" y="62906"/>
                  <a:pt x="308286" y="60872"/>
                </a:cubicBezTo>
                <a:cubicBezTo>
                  <a:pt x="306934" y="58837"/>
                  <a:pt x="305917" y="56391"/>
                  <a:pt x="305234" y="53534"/>
                </a:cubicBezTo>
                <a:cubicBezTo>
                  <a:pt x="304550" y="50676"/>
                  <a:pt x="304209" y="47508"/>
                  <a:pt x="304209" y="44029"/>
                </a:cubicBezTo>
                <a:moveTo>
                  <a:pt x="312502" y="43517"/>
                </a:moveTo>
                <a:cubicBezTo>
                  <a:pt x="312502" y="49170"/>
                  <a:pt x="313333" y="53386"/>
                  <a:pt x="314995" y="56166"/>
                </a:cubicBezTo>
                <a:cubicBezTo>
                  <a:pt x="316656" y="58946"/>
                  <a:pt x="319009" y="60336"/>
                  <a:pt x="322053" y="60336"/>
                </a:cubicBezTo>
                <a:cubicBezTo>
                  <a:pt x="324103" y="60336"/>
                  <a:pt x="326270" y="59420"/>
                  <a:pt x="328553" y="57587"/>
                </a:cubicBezTo>
                <a:cubicBezTo>
                  <a:pt x="330836" y="55755"/>
                  <a:pt x="333235" y="53037"/>
                  <a:pt x="335751" y="49434"/>
                </a:cubicBezTo>
                <a:lnTo>
                  <a:pt x="335751" y="27722"/>
                </a:lnTo>
                <a:cubicBezTo>
                  <a:pt x="334416" y="27101"/>
                  <a:pt x="332940" y="26627"/>
                  <a:pt x="331325" y="26301"/>
                </a:cubicBezTo>
                <a:cubicBezTo>
                  <a:pt x="329710" y="25975"/>
                  <a:pt x="328110" y="25812"/>
                  <a:pt x="326526" y="25812"/>
                </a:cubicBezTo>
                <a:cubicBezTo>
                  <a:pt x="322115" y="25812"/>
                  <a:pt x="318675" y="27241"/>
                  <a:pt x="316206" y="30098"/>
                </a:cubicBezTo>
                <a:cubicBezTo>
                  <a:pt x="313737" y="32956"/>
                  <a:pt x="312502" y="37429"/>
                  <a:pt x="312502" y="43517"/>
                </a:cubicBezTo>
                <a:close/>
                <a:moveTo>
                  <a:pt x="397953" y="40581"/>
                </a:moveTo>
                <a:cubicBezTo>
                  <a:pt x="397953" y="41731"/>
                  <a:pt x="397938" y="42693"/>
                  <a:pt x="397906" y="43470"/>
                </a:cubicBezTo>
                <a:cubicBezTo>
                  <a:pt x="397875" y="44246"/>
                  <a:pt x="397829" y="44976"/>
                  <a:pt x="397767" y="45660"/>
                </a:cubicBezTo>
                <a:lnTo>
                  <a:pt x="364920" y="45660"/>
                </a:lnTo>
                <a:cubicBezTo>
                  <a:pt x="364920" y="50443"/>
                  <a:pt x="366255" y="54116"/>
                  <a:pt x="368927" y="56679"/>
                </a:cubicBezTo>
                <a:cubicBezTo>
                  <a:pt x="371598" y="59241"/>
                  <a:pt x="375449" y="60522"/>
                  <a:pt x="380481" y="60522"/>
                </a:cubicBezTo>
                <a:cubicBezTo>
                  <a:pt x="381848" y="60522"/>
                  <a:pt x="383215" y="60467"/>
                  <a:pt x="384581" y="60357"/>
                </a:cubicBezTo>
                <a:cubicBezTo>
                  <a:pt x="385948" y="60245"/>
                  <a:pt x="387268" y="60094"/>
                  <a:pt x="388542" y="59904"/>
                </a:cubicBezTo>
                <a:cubicBezTo>
                  <a:pt x="389815" y="59712"/>
                  <a:pt x="391034" y="59498"/>
                  <a:pt x="392199" y="59260"/>
                </a:cubicBezTo>
                <a:cubicBezTo>
                  <a:pt x="393364" y="59021"/>
                  <a:pt x="394443" y="58759"/>
                  <a:pt x="395437" y="58472"/>
                </a:cubicBezTo>
                <a:lnTo>
                  <a:pt x="395437" y="65135"/>
                </a:lnTo>
                <a:cubicBezTo>
                  <a:pt x="393232" y="65770"/>
                  <a:pt x="390739" y="66286"/>
                  <a:pt x="387959" y="66683"/>
                </a:cubicBezTo>
                <a:cubicBezTo>
                  <a:pt x="385179" y="67080"/>
                  <a:pt x="382298" y="67278"/>
                  <a:pt x="379316" y="67278"/>
                </a:cubicBezTo>
                <a:cubicBezTo>
                  <a:pt x="375310" y="67278"/>
                  <a:pt x="371862" y="66735"/>
                  <a:pt x="368973" y="65648"/>
                </a:cubicBezTo>
                <a:cubicBezTo>
                  <a:pt x="366084" y="64560"/>
                  <a:pt x="363716" y="62984"/>
                  <a:pt x="361868" y="60919"/>
                </a:cubicBezTo>
                <a:cubicBezTo>
                  <a:pt x="360020" y="58853"/>
                  <a:pt x="358653" y="56321"/>
                  <a:pt x="357768" y="53324"/>
                </a:cubicBezTo>
                <a:cubicBezTo>
                  <a:pt x="356883" y="50327"/>
                  <a:pt x="356440" y="46933"/>
                  <a:pt x="356440" y="43144"/>
                </a:cubicBezTo>
                <a:cubicBezTo>
                  <a:pt x="356440" y="39851"/>
                  <a:pt x="356914" y="36737"/>
                  <a:pt x="357861" y="33802"/>
                </a:cubicBezTo>
                <a:cubicBezTo>
                  <a:pt x="358808" y="30867"/>
                  <a:pt x="360191" y="28289"/>
                  <a:pt x="362008" y="26068"/>
                </a:cubicBezTo>
                <a:cubicBezTo>
                  <a:pt x="363825" y="23847"/>
                  <a:pt x="366053" y="22084"/>
                  <a:pt x="368694" y="20780"/>
                </a:cubicBezTo>
                <a:cubicBezTo>
                  <a:pt x="371334" y="19475"/>
                  <a:pt x="374331" y="18823"/>
                  <a:pt x="377686" y="18823"/>
                </a:cubicBezTo>
                <a:cubicBezTo>
                  <a:pt x="380947" y="18823"/>
                  <a:pt x="383836" y="19336"/>
                  <a:pt x="386352" y="20361"/>
                </a:cubicBezTo>
                <a:cubicBezTo>
                  <a:pt x="388868" y="21386"/>
                  <a:pt x="390988" y="22838"/>
                  <a:pt x="392712" y="24717"/>
                </a:cubicBezTo>
                <a:cubicBezTo>
                  <a:pt x="394435" y="26596"/>
                  <a:pt x="395740" y="28879"/>
                  <a:pt x="396625" y="31566"/>
                </a:cubicBezTo>
                <a:cubicBezTo>
                  <a:pt x="397510" y="34253"/>
                  <a:pt x="397953" y="37258"/>
                  <a:pt x="397953" y="40581"/>
                </a:cubicBezTo>
                <a:moveTo>
                  <a:pt x="389520" y="39416"/>
                </a:moveTo>
                <a:cubicBezTo>
                  <a:pt x="389613" y="37335"/>
                  <a:pt x="389411" y="35433"/>
                  <a:pt x="388914" y="33709"/>
                </a:cubicBezTo>
                <a:cubicBezTo>
                  <a:pt x="388417" y="31985"/>
                  <a:pt x="387649" y="30502"/>
                  <a:pt x="386608" y="29260"/>
                </a:cubicBezTo>
                <a:cubicBezTo>
                  <a:pt x="385567" y="28017"/>
                  <a:pt x="384271" y="27046"/>
                  <a:pt x="382718" y="26348"/>
                </a:cubicBezTo>
                <a:cubicBezTo>
                  <a:pt x="381165" y="25649"/>
                  <a:pt x="379363" y="25299"/>
                  <a:pt x="377313" y="25299"/>
                </a:cubicBezTo>
                <a:cubicBezTo>
                  <a:pt x="375543" y="25299"/>
                  <a:pt x="373927" y="25641"/>
                  <a:pt x="372467" y="26324"/>
                </a:cubicBezTo>
                <a:cubicBezTo>
                  <a:pt x="371008" y="27008"/>
                  <a:pt x="369750" y="27970"/>
                  <a:pt x="368694" y="29213"/>
                </a:cubicBezTo>
                <a:cubicBezTo>
                  <a:pt x="367637" y="30455"/>
                  <a:pt x="366783" y="31946"/>
                  <a:pt x="366131" y="33686"/>
                </a:cubicBezTo>
                <a:cubicBezTo>
                  <a:pt x="365479" y="35425"/>
                  <a:pt x="365075" y="37335"/>
                  <a:pt x="364920" y="39416"/>
                </a:cubicBezTo>
                <a:lnTo>
                  <a:pt x="389520" y="39416"/>
                </a:lnTo>
                <a:close/>
                <a:moveTo>
                  <a:pt x="412212" y="19662"/>
                </a:moveTo>
                <a:lnTo>
                  <a:pt x="419620" y="19662"/>
                </a:lnTo>
                <a:lnTo>
                  <a:pt x="419853" y="28259"/>
                </a:lnTo>
                <a:cubicBezTo>
                  <a:pt x="422618" y="24943"/>
                  <a:pt x="425343" y="22542"/>
                  <a:pt x="428030" y="21055"/>
                </a:cubicBezTo>
                <a:cubicBezTo>
                  <a:pt x="430717" y="19567"/>
                  <a:pt x="433427" y="18823"/>
                  <a:pt x="436160" y="18823"/>
                </a:cubicBezTo>
                <a:cubicBezTo>
                  <a:pt x="441006" y="18823"/>
                  <a:pt x="444679" y="20388"/>
                  <a:pt x="447179" y="23517"/>
                </a:cubicBezTo>
                <a:cubicBezTo>
                  <a:pt x="449680" y="26647"/>
                  <a:pt x="450837" y="31294"/>
                  <a:pt x="450650" y="37460"/>
                </a:cubicBezTo>
                <a:lnTo>
                  <a:pt x="442450" y="37460"/>
                </a:lnTo>
                <a:cubicBezTo>
                  <a:pt x="442543" y="33376"/>
                  <a:pt x="441945" y="30414"/>
                  <a:pt x="440656" y="28574"/>
                </a:cubicBezTo>
                <a:cubicBezTo>
                  <a:pt x="439367" y="26732"/>
                  <a:pt x="437480" y="25812"/>
                  <a:pt x="434995" y="25812"/>
                </a:cubicBezTo>
                <a:cubicBezTo>
                  <a:pt x="433908" y="25812"/>
                  <a:pt x="432813" y="26005"/>
                  <a:pt x="431711" y="26393"/>
                </a:cubicBezTo>
                <a:cubicBezTo>
                  <a:pt x="430608" y="26779"/>
                  <a:pt x="429474" y="27397"/>
                  <a:pt x="428310" y="28248"/>
                </a:cubicBezTo>
                <a:cubicBezTo>
                  <a:pt x="427145" y="29098"/>
                  <a:pt x="425910" y="30188"/>
                  <a:pt x="424605" y="31519"/>
                </a:cubicBezTo>
                <a:cubicBezTo>
                  <a:pt x="423301" y="32849"/>
                  <a:pt x="421903" y="34457"/>
                  <a:pt x="420412" y="36344"/>
                </a:cubicBezTo>
                <a:lnTo>
                  <a:pt x="420412" y="66440"/>
                </a:lnTo>
                <a:lnTo>
                  <a:pt x="412212" y="66440"/>
                </a:lnTo>
                <a:lnTo>
                  <a:pt x="412212" y="19662"/>
                </a:lnTo>
                <a:close/>
                <a:moveTo>
                  <a:pt x="495041" y="44821"/>
                </a:moveTo>
                <a:lnTo>
                  <a:pt x="467179" y="44821"/>
                </a:lnTo>
                <a:lnTo>
                  <a:pt x="467179" y="37180"/>
                </a:lnTo>
                <a:lnTo>
                  <a:pt x="495041" y="37180"/>
                </a:lnTo>
                <a:lnTo>
                  <a:pt x="495041" y="44821"/>
                </a:lnTo>
                <a:close/>
                <a:moveTo>
                  <a:pt x="551232" y="53674"/>
                </a:moveTo>
                <a:cubicBezTo>
                  <a:pt x="551232" y="55320"/>
                  <a:pt x="550953" y="56795"/>
                  <a:pt x="550393" y="58100"/>
                </a:cubicBezTo>
                <a:cubicBezTo>
                  <a:pt x="549834" y="59404"/>
                  <a:pt x="549073" y="60561"/>
                  <a:pt x="548110" y="61571"/>
                </a:cubicBezTo>
                <a:cubicBezTo>
                  <a:pt x="547148" y="62580"/>
                  <a:pt x="546029" y="63442"/>
                  <a:pt x="544756" y="64157"/>
                </a:cubicBezTo>
                <a:cubicBezTo>
                  <a:pt x="543482" y="64871"/>
                  <a:pt x="542123" y="65461"/>
                  <a:pt x="540679" y="65927"/>
                </a:cubicBezTo>
                <a:cubicBezTo>
                  <a:pt x="539235" y="66393"/>
                  <a:pt x="537752" y="66735"/>
                  <a:pt x="536230" y="66952"/>
                </a:cubicBezTo>
                <a:cubicBezTo>
                  <a:pt x="534708" y="67170"/>
                  <a:pt x="533217" y="67278"/>
                  <a:pt x="531757" y="67278"/>
                </a:cubicBezTo>
                <a:cubicBezTo>
                  <a:pt x="528589" y="67278"/>
                  <a:pt x="525677" y="67139"/>
                  <a:pt x="523021" y="66859"/>
                </a:cubicBezTo>
                <a:cubicBezTo>
                  <a:pt x="520365" y="66579"/>
                  <a:pt x="517764" y="66129"/>
                  <a:pt x="515217" y="65508"/>
                </a:cubicBezTo>
                <a:lnTo>
                  <a:pt x="515217" y="58053"/>
                </a:lnTo>
                <a:cubicBezTo>
                  <a:pt x="517950" y="58830"/>
                  <a:pt x="520668" y="59420"/>
                  <a:pt x="523370" y="59824"/>
                </a:cubicBezTo>
                <a:cubicBezTo>
                  <a:pt x="526073" y="60227"/>
                  <a:pt x="528759" y="60429"/>
                  <a:pt x="531431" y="60429"/>
                </a:cubicBezTo>
                <a:cubicBezTo>
                  <a:pt x="535313" y="60429"/>
                  <a:pt x="538186" y="59901"/>
                  <a:pt x="540050" y="58845"/>
                </a:cubicBezTo>
                <a:cubicBezTo>
                  <a:pt x="541914" y="57789"/>
                  <a:pt x="542846" y="56283"/>
                  <a:pt x="542846" y="54326"/>
                </a:cubicBezTo>
                <a:cubicBezTo>
                  <a:pt x="542846" y="53487"/>
                  <a:pt x="542698" y="52734"/>
                  <a:pt x="542403" y="52066"/>
                </a:cubicBezTo>
                <a:cubicBezTo>
                  <a:pt x="542108" y="51398"/>
                  <a:pt x="541572" y="50762"/>
                  <a:pt x="540796" y="50156"/>
                </a:cubicBezTo>
                <a:cubicBezTo>
                  <a:pt x="540019" y="49550"/>
                  <a:pt x="538815" y="48921"/>
                  <a:pt x="537185" y="48269"/>
                </a:cubicBezTo>
                <a:cubicBezTo>
                  <a:pt x="535554" y="47617"/>
                  <a:pt x="533325" y="46871"/>
                  <a:pt x="530499" y="46033"/>
                </a:cubicBezTo>
                <a:cubicBezTo>
                  <a:pt x="528387" y="45411"/>
                  <a:pt x="526438" y="44705"/>
                  <a:pt x="524652" y="43913"/>
                </a:cubicBezTo>
                <a:cubicBezTo>
                  <a:pt x="522866" y="43121"/>
                  <a:pt x="521320" y="42181"/>
                  <a:pt x="520016" y="41094"/>
                </a:cubicBezTo>
                <a:cubicBezTo>
                  <a:pt x="518711" y="40007"/>
                  <a:pt x="517686" y="38733"/>
                  <a:pt x="516941" y="37273"/>
                </a:cubicBezTo>
                <a:cubicBezTo>
                  <a:pt x="516195" y="35813"/>
                  <a:pt x="515822" y="34090"/>
                  <a:pt x="515822" y="32102"/>
                </a:cubicBezTo>
                <a:cubicBezTo>
                  <a:pt x="515822" y="30797"/>
                  <a:pt x="516125" y="29368"/>
                  <a:pt x="516731" y="27815"/>
                </a:cubicBezTo>
                <a:cubicBezTo>
                  <a:pt x="517337" y="26262"/>
                  <a:pt x="518369" y="24818"/>
                  <a:pt x="519829" y="23482"/>
                </a:cubicBezTo>
                <a:cubicBezTo>
                  <a:pt x="521289" y="22147"/>
                  <a:pt x="523262" y="21036"/>
                  <a:pt x="525746" y="20151"/>
                </a:cubicBezTo>
                <a:cubicBezTo>
                  <a:pt x="528231" y="19266"/>
                  <a:pt x="531337" y="18823"/>
                  <a:pt x="535065" y="18823"/>
                </a:cubicBezTo>
                <a:cubicBezTo>
                  <a:pt x="536897" y="18823"/>
                  <a:pt x="538932" y="18924"/>
                  <a:pt x="541168" y="19126"/>
                </a:cubicBezTo>
                <a:cubicBezTo>
                  <a:pt x="543405" y="19328"/>
                  <a:pt x="545734" y="19677"/>
                  <a:pt x="548157" y="20174"/>
                </a:cubicBezTo>
                <a:lnTo>
                  <a:pt x="548157" y="27396"/>
                </a:lnTo>
                <a:cubicBezTo>
                  <a:pt x="545610" y="26775"/>
                  <a:pt x="543195" y="26316"/>
                  <a:pt x="540912" y="26021"/>
                </a:cubicBezTo>
                <a:cubicBezTo>
                  <a:pt x="538629" y="25726"/>
                  <a:pt x="536649" y="25579"/>
                  <a:pt x="534972" y="25579"/>
                </a:cubicBezTo>
                <a:cubicBezTo>
                  <a:pt x="532953" y="25579"/>
                  <a:pt x="531252" y="25734"/>
                  <a:pt x="529870" y="26045"/>
                </a:cubicBezTo>
                <a:cubicBezTo>
                  <a:pt x="528488" y="26355"/>
                  <a:pt x="527369" y="26782"/>
                  <a:pt x="526515" y="27326"/>
                </a:cubicBezTo>
                <a:cubicBezTo>
                  <a:pt x="525661" y="27870"/>
                  <a:pt x="525048" y="28506"/>
                  <a:pt x="524675" y="29236"/>
                </a:cubicBezTo>
                <a:cubicBezTo>
                  <a:pt x="524302" y="29966"/>
                  <a:pt x="524116" y="30750"/>
                  <a:pt x="524116" y="31589"/>
                </a:cubicBezTo>
                <a:cubicBezTo>
                  <a:pt x="524116" y="32428"/>
                  <a:pt x="524279" y="33189"/>
                  <a:pt x="524605" y="33872"/>
                </a:cubicBezTo>
                <a:cubicBezTo>
                  <a:pt x="524931" y="34555"/>
                  <a:pt x="525537" y="35215"/>
                  <a:pt x="526422" y="35852"/>
                </a:cubicBezTo>
                <a:cubicBezTo>
                  <a:pt x="527307" y="36489"/>
                  <a:pt x="528542" y="37126"/>
                  <a:pt x="530126" y="37762"/>
                </a:cubicBezTo>
                <a:cubicBezTo>
                  <a:pt x="531710" y="38399"/>
                  <a:pt x="533776" y="39090"/>
                  <a:pt x="536323" y="39836"/>
                </a:cubicBezTo>
                <a:cubicBezTo>
                  <a:pt x="539087" y="40643"/>
                  <a:pt x="541417" y="41490"/>
                  <a:pt x="543312" y="42375"/>
                </a:cubicBezTo>
                <a:cubicBezTo>
                  <a:pt x="545206" y="43260"/>
                  <a:pt x="546744" y="44246"/>
                  <a:pt x="547924" y="45334"/>
                </a:cubicBezTo>
                <a:cubicBezTo>
                  <a:pt x="549104" y="46421"/>
                  <a:pt x="549951" y="47648"/>
                  <a:pt x="550463" y="49014"/>
                </a:cubicBezTo>
                <a:cubicBezTo>
                  <a:pt x="550976" y="50381"/>
                  <a:pt x="551232" y="51934"/>
                  <a:pt x="551232" y="53674"/>
                </a:cubicBezTo>
                <a:close/>
                <a:moveTo>
                  <a:pt x="605560" y="40581"/>
                </a:moveTo>
                <a:cubicBezTo>
                  <a:pt x="605560" y="41731"/>
                  <a:pt x="605544" y="42693"/>
                  <a:pt x="605513" y="43470"/>
                </a:cubicBezTo>
                <a:cubicBezTo>
                  <a:pt x="605482" y="44246"/>
                  <a:pt x="605436" y="44976"/>
                  <a:pt x="605374" y="45660"/>
                </a:cubicBezTo>
                <a:lnTo>
                  <a:pt x="572526" y="45660"/>
                </a:lnTo>
                <a:cubicBezTo>
                  <a:pt x="572526" y="50443"/>
                  <a:pt x="573862" y="54116"/>
                  <a:pt x="576533" y="56679"/>
                </a:cubicBezTo>
                <a:cubicBezTo>
                  <a:pt x="579205" y="59241"/>
                  <a:pt x="583056" y="60522"/>
                  <a:pt x="588088" y="60522"/>
                </a:cubicBezTo>
                <a:cubicBezTo>
                  <a:pt x="589455" y="60522"/>
                  <a:pt x="590821" y="60467"/>
                  <a:pt x="592188" y="60357"/>
                </a:cubicBezTo>
                <a:cubicBezTo>
                  <a:pt x="593555" y="60245"/>
                  <a:pt x="594875" y="60094"/>
                  <a:pt x="596148" y="59904"/>
                </a:cubicBezTo>
                <a:cubicBezTo>
                  <a:pt x="597422" y="59712"/>
                  <a:pt x="598641" y="59498"/>
                  <a:pt x="599806" y="59260"/>
                </a:cubicBezTo>
                <a:cubicBezTo>
                  <a:pt x="600971" y="59021"/>
                  <a:pt x="602050" y="58759"/>
                  <a:pt x="603044" y="58472"/>
                </a:cubicBezTo>
                <a:lnTo>
                  <a:pt x="603044" y="65135"/>
                </a:lnTo>
                <a:cubicBezTo>
                  <a:pt x="600839" y="65770"/>
                  <a:pt x="598346" y="66286"/>
                  <a:pt x="595566" y="66683"/>
                </a:cubicBezTo>
                <a:cubicBezTo>
                  <a:pt x="592786" y="67080"/>
                  <a:pt x="589905" y="67278"/>
                  <a:pt x="586923" y="67278"/>
                </a:cubicBezTo>
                <a:cubicBezTo>
                  <a:pt x="582916" y="67278"/>
                  <a:pt x="579469" y="66735"/>
                  <a:pt x="576580" y="65648"/>
                </a:cubicBezTo>
                <a:cubicBezTo>
                  <a:pt x="573691" y="64560"/>
                  <a:pt x="571323" y="62984"/>
                  <a:pt x="569475" y="60919"/>
                </a:cubicBezTo>
                <a:cubicBezTo>
                  <a:pt x="567627" y="58853"/>
                  <a:pt x="566260" y="56321"/>
                  <a:pt x="565375" y="53324"/>
                </a:cubicBezTo>
                <a:cubicBezTo>
                  <a:pt x="564489" y="50327"/>
                  <a:pt x="564047" y="46933"/>
                  <a:pt x="564047" y="43144"/>
                </a:cubicBezTo>
                <a:cubicBezTo>
                  <a:pt x="564047" y="39851"/>
                  <a:pt x="564520" y="36737"/>
                  <a:pt x="565468" y="33802"/>
                </a:cubicBezTo>
                <a:cubicBezTo>
                  <a:pt x="566415" y="30867"/>
                  <a:pt x="567797" y="28289"/>
                  <a:pt x="569615" y="26068"/>
                </a:cubicBezTo>
                <a:cubicBezTo>
                  <a:pt x="571432" y="23847"/>
                  <a:pt x="573660" y="22084"/>
                  <a:pt x="576300" y="20780"/>
                </a:cubicBezTo>
                <a:cubicBezTo>
                  <a:pt x="578941" y="19475"/>
                  <a:pt x="581938" y="18823"/>
                  <a:pt x="585293" y="18823"/>
                </a:cubicBezTo>
                <a:cubicBezTo>
                  <a:pt x="588554" y="18823"/>
                  <a:pt x="591443" y="19336"/>
                  <a:pt x="593959" y="20361"/>
                </a:cubicBezTo>
                <a:cubicBezTo>
                  <a:pt x="596475" y="21386"/>
                  <a:pt x="598594" y="22838"/>
                  <a:pt x="600318" y="24717"/>
                </a:cubicBezTo>
                <a:cubicBezTo>
                  <a:pt x="602042" y="26596"/>
                  <a:pt x="603347" y="28879"/>
                  <a:pt x="604232" y="31566"/>
                </a:cubicBezTo>
                <a:cubicBezTo>
                  <a:pt x="605117" y="34253"/>
                  <a:pt x="605560" y="37258"/>
                  <a:pt x="605560" y="40581"/>
                </a:cubicBezTo>
                <a:moveTo>
                  <a:pt x="597127" y="39416"/>
                </a:moveTo>
                <a:cubicBezTo>
                  <a:pt x="597220" y="37335"/>
                  <a:pt x="597018" y="35433"/>
                  <a:pt x="596521" y="33709"/>
                </a:cubicBezTo>
                <a:cubicBezTo>
                  <a:pt x="596024" y="31985"/>
                  <a:pt x="595255" y="30502"/>
                  <a:pt x="594215" y="29260"/>
                </a:cubicBezTo>
                <a:cubicBezTo>
                  <a:pt x="593174" y="28017"/>
                  <a:pt x="591878" y="27046"/>
                  <a:pt x="590324" y="26348"/>
                </a:cubicBezTo>
                <a:cubicBezTo>
                  <a:pt x="588771" y="25649"/>
                  <a:pt x="586970" y="25299"/>
                  <a:pt x="584920" y="25299"/>
                </a:cubicBezTo>
                <a:cubicBezTo>
                  <a:pt x="583149" y="25299"/>
                  <a:pt x="581534" y="25641"/>
                  <a:pt x="580074" y="26324"/>
                </a:cubicBezTo>
                <a:cubicBezTo>
                  <a:pt x="578614" y="27008"/>
                  <a:pt x="577356" y="27970"/>
                  <a:pt x="576300" y="29213"/>
                </a:cubicBezTo>
                <a:cubicBezTo>
                  <a:pt x="575244" y="30455"/>
                  <a:pt x="574390" y="31946"/>
                  <a:pt x="573738" y="33686"/>
                </a:cubicBezTo>
                <a:cubicBezTo>
                  <a:pt x="573086" y="35425"/>
                  <a:pt x="572682" y="37335"/>
                  <a:pt x="572526" y="39416"/>
                </a:cubicBezTo>
                <a:lnTo>
                  <a:pt x="597127" y="39416"/>
                </a:lnTo>
                <a:close/>
                <a:moveTo>
                  <a:pt x="633843" y="7222"/>
                </a:moveTo>
                <a:lnTo>
                  <a:pt x="620005" y="7222"/>
                </a:lnTo>
                <a:lnTo>
                  <a:pt x="620005" y="559"/>
                </a:lnTo>
                <a:lnTo>
                  <a:pt x="642043" y="559"/>
                </a:lnTo>
                <a:lnTo>
                  <a:pt x="642043" y="59684"/>
                </a:lnTo>
                <a:lnTo>
                  <a:pt x="655974" y="59684"/>
                </a:lnTo>
                <a:lnTo>
                  <a:pt x="655974" y="66440"/>
                </a:lnTo>
                <a:lnTo>
                  <a:pt x="618468" y="66440"/>
                </a:lnTo>
                <a:lnTo>
                  <a:pt x="618468" y="59684"/>
                </a:lnTo>
                <a:lnTo>
                  <a:pt x="633843" y="59684"/>
                </a:lnTo>
                <a:lnTo>
                  <a:pt x="633843" y="7222"/>
                </a:lnTo>
                <a:close/>
                <a:moveTo>
                  <a:pt x="709277" y="40581"/>
                </a:moveTo>
                <a:cubicBezTo>
                  <a:pt x="709277" y="41731"/>
                  <a:pt x="709261" y="42693"/>
                  <a:pt x="709230" y="43470"/>
                </a:cubicBezTo>
                <a:cubicBezTo>
                  <a:pt x="709199" y="44246"/>
                  <a:pt x="709153" y="44976"/>
                  <a:pt x="709090" y="45660"/>
                </a:cubicBezTo>
                <a:lnTo>
                  <a:pt x="676243" y="45660"/>
                </a:lnTo>
                <a:cubicBezTo>
                  <a:pt x="676243" y="50443"/>
                  <a:pt x="677579" y="54116"/>
                  <a:pt x="680250" y="56679"/>
                </a:cubicBezTo>
                <a:cubicBezTo>
                  <a:pt x="682922" y="59241"/>
                  <a:pt x="686773" y="60522"/>
                  <a:pt x="691805" y="60522"/>
                </a:cubicBezTo>
                <a:cubicBezTo>
                  <a:pt x="693172" y="60522"/>
                  <a:pt x="694538" y="60467"/>
                  <a:pt x="695905" y="60357"/>
                </a:cubicBezTo>
                <a:cubicBezTo>
                  <a:pt x="697272" y="60245"/>
                  <a:pt x="698592" y="60094"/>
                  <a:pt x="699865" y="59904"/>
                </a:cubicBezTo>
                <a:cubicBezTo>
                  <a:pt x="701139" y="59712"/>
                  <a:pt x="702358" y="59498"/>
                  <a:pt x="703523" y="59260"/>
                </a:cubicBezTo>
                <a:cubicBezTo>
                  <a:pt x="704688" y="59021"/>
                  <a:pt x="705767" y="58759"/>
                  <a:pt x="706761" y="58472"/>
                </a:cubicBezTo>
                <a:lnTo>
                  <a:pt x="706761" y="65135"/>
                </a:lnTo>
                <a:cubicBezTo>
                  <a:pt x="704556" y="65770"/>
                  <a:pt x="702063" y="66286"/>
                  <a:pt x="699283" y="66683"/>
                </a:cubicBezTo>
                <a:cubicBezTo>
                  <a:pt x="696503" y="67080"/>
                  <a:pt x="693622" y="67278"/>
                  <a:pt x="690640" y="67278"/>
                </a:cubicBezTo>
                <a:cubicBezTo>
                  <a:pt x="686633" y="67278"/>
                  <a:pt x="683186" y="66735"/>
                  <a:pt x="680297" y="65648"/>
                </a:cubicBezTo>
                <a:cubicBezTo>
                  <a:pt x="677408" y="64560"/>
                  <a:pt x="675040" y="62984"/>
                  <a:pt x="673192" y="60919"/>
                </a:cubicBezTo>
                <a:cubicBezTo>
                  <a:pt x="671344" y="58853"/>
                  <a:pt x="669977" y="56321"/>
                  <a:pt x="669092" y="53324"/>
                </a:cubicBezTo>
                <a:cubicBezTo>
                  <a:pt x="668206" y="50327"/>
                  <a:pt x="667764" y="46933"/>
                  <a:pt x="667764" y="43144"/>
                </a:cubicBezTo>
                <a:cubicBezTo>
                  <a:pt x="667764" y="39851"/>
                  <a:pt x="668237" y="36737"/>
                  <a:pt x="669185" y="33802"/>
                </a:cubicBezTo>
                <a:cubicBezTo>
                  <a:pt x="670132" y="30867"/>
                  <a:pt x="671514" y="28289"/>
                  <a:pt x="673331" y="26068"/>
                </a:cubicBezTo>
                <a:cubicBezTo>
                  <a:pt x="675148" y="23847"/>
                  <a:pt x="677377" y="22084"/>
                  <a:pt x="680017" y="20780"/>
                </a:cubicBezTo>
                <a:cubicBezTo>
                  <a:pt x="682658" y="19475"/>
                  <a:pt x="685655" y="18823"/>
                  <a:pt x="689009" y="18823"/>
                </a:cubicBezTo>
                <a:cubicBezTo>
                  <a:pt x="692271" y="18823"/>
                  <a:pt x="695160" y="19336"/>
                  <a:pt x="697676" y="20361"/>
                </a:cubicBezTo>
                <a:cubicBezTo>
                  <a:pt x="700191" y="21386"/>
                  <a:pt x="702311" y="22838"/>
                  <a:pt x="704035" y="24717"/>
                </a:cubicBezTo>
                <a:cubicBezTo>
                  <a:pt x="705759" y="26596"/>
                  <a:pt x="707064" y="28879"/>
                  <a:pt x="707949" y="31566"/>
                </a:cubicBezTo>
                <a:cubicBezTo>
                  <a:pt x="708834" y="34253"/>
                  <a:pt x="709277" y="37258"/>
                  <a:pt x="709277" y="40581"/>
                </a:cubicBezTo>
                <a:moveTo>
                  <a:pt x="700844" y="39416"/>
                </a:moveTo>
                <a:cubicBezTo>
                  <a:pt x="700937" y="37335"/>
                  <a:pt x="700735" y="35433"/>
                  <a:pt x="700238" y="33709"/>
                </a:cubicBezTo>
                <a:cubicBezTo>
                  <a:pt x="699741" y="31985"/>
                  <a:pt x="698972" y="30502"/>
                  <a:pt x="697932" y="29260"/>
                </a:cubicBezTo>
                <a:cubicBezTo>
                  <a:pt x="696891" y="28017"/>
                  <a:pt x="695594" y="27046"/>
                  <a:pt x="694041" y="26348"/>
                </a:cubicBezTo>
                <a:cubicBezTo>
                  <a:pt x="692488" y="25649"/>
                  <a:pt x="690687" y="25299"/>
                  <a:pt x="688637" y="25299"/>
                </a:cubicBezTo>
                <a:cubicBezTo>
                  <a:pt x="686866" y="25299"/>
                  <a:pt x="685251" y="25641"/>
                  <a:pt x="683791" y="26324"/>
                </a:cubicBezTo>
                <a:cubicBezTo>
                  <a:pt x="682331" y="27008"/>
                  <a:pt x="681073" y="27970"/>
                  <a:pt x="680017" y="29213"/>
                </a:cubicBezTo>
                <a:cubicBezTo>
                  <a:pt x="678961" y="30455"/>
                  <a:pt x="678107" y="31946"/>
                  <a:pt x="677455" y="33686"/>
                </a:cubicBezTo>
                <a:cubicBezTo>
                  <a:pt x="676802" y="35425"/>
                  <a:pt x="676399" y="37335"/>
                  <a:pt x="676243" y="39416"/>
                </a:cubicBezTo>
                <a:lnTo>
                  <a:pt x="700844" y="39416"/>
                </a:lnTo>
                <a:close/>
                <a:moveTo>
                  <a:pt x="757967" y="64716"/>
                </a:moveTo>
                <a:cubicBezTo>
                  <a:pt x="755855" y="65523"/>
                  <a:pt x="753688" y="66121"/>
                  <a:pt x="751468" y="66510"/>
                </a:cubicBezTo>
                <a:cubicBezTo>
                  <a:pt x="749247" y="66898"/>
                  <a:pt x="746956" y="67092"/>
                  <a:pt x="744595" y="67092"/>
                </a:cubicBezTo>
                <a:cubicBezTo>
                  <a:pt x="737203" y="67092"/>
                  <a:pt x="731511" y="65088"/>
                  <a:pt x="727519" y="61082"/>
                </a:cubicBezTo>
                <a:cubicBezTo>
                  <a:pt x="723528" y="57075"/>
                  <a:pt x="721532" y="51220"/>
                  <a:pt x="721532" y="43517"/>
                </a:cubicBezTo>
                <a:cubicBezTo>
                  <a:pt x="721532" y="39820"/>
                  <a:pt x="722107" y="36466"/>
                  <a:pt x="723256" y="33453"/>
                </a:cubicBezTo>
                <a:cubicBezTo>
                  <a:pt x="724406" y="30440"/>
                  <a:pt x="726021" y="27862"/>
                  <a:pt x="728102" y="25719"/>
                </a:cubicBezTo>
                <a:cubicBezTo>
                  <a:pt x="730183" y="23575"/>
                  <a:pt x="732668" y="21921"/>
                  <a:pt x="735557" y="20757"/>
                </a:cubicBezTo>
                <a:cubicBezTo>
                  <a:pt x="738445" y="19592"/>
                  <a:pt x="741629" y="19009"/>
                  <a:pt x="745108" y="19009"/>
                </a:cubicBezTo>
                <a:cubicBezTo>
                  <a:pt x="747531" y="19009"/>
                  <a:pt x="749798" y="19184"/>
                  <a:pt x="751910" y="19534"/>
                </a:cubicBezTo>
                <a:cubicBezTo>
                  <a:pt x="754022" y="19882"/>
                  <a:pt x="756041" y="20453"/>
                  <a:pt x="757967" y="21246"/>
                </a:cubicBezTo>
                <a:lnTo>
                  <a:pt x="757967" y="28980"/>
                </a:lnTo>
                <a:cubicBezTo>
                  <a:pt x="755948" y="27907"/>
                  <a:pt x="753890" y="27127"/>
                  <a:pt x="751794" y="26639"/>
                </a:cubicBezTo>
                <a:cubicBezTo>
                  <a:pt x="749697" y="26150"/>
                  <a:pt x="747531" y="25905"/>
                  <a:pt x="745294" y="25905"/>
                </a:cubicBezTo>
                <a:cubicBezTo>
                  <a:pt x="743213" y="25905"/>
                  <a:pt x="741248" y="26301"/>
                  <a:pt x="739400" y="27093"/>
                </a:cubicBezTo>
                <a:cubicBezTo>
                  <a:pt x="737552" y="27885"/>
                  <a:pt x="735929" y="29027"/>
                  <a:pt x="734532" y="30518"/>
                </a:cubicBezTo>
                <a:cubicBezTo>
                  <a:pt x="733134" y="32008"/>
                  <a:pt x="732031" y="33826"/>
                  <a:pt x="731224" y="35969"/>
                </a:cubicBezTo>
                <a:cubicBezTo>
                  <a:pt x="730416" y="38112"/>
                  <a:pt x="730012" y="40535"/>
                  <a:pt x="730012" y="43237"/>
                </a:cubicBezTo>
                <a:cubicBezTo>
                  <a:pt x="730012" y="48890"/>
                  <a:pt x="731387" y="53122"/>
                  <a:pt x="734135" y="55933"/>
                </a:cubicBezTo>
                <a:cubicBezTo>
                  <a:pt x="736884" y="58744"/>
                  <a:pt x="740697" y="60150"/>
                  <a:pt x="745574" y="60150"/>
                </a:cubicBezTo>
                <a:cubicBezTo>
                  <a:pt x="747779" y="60150"/>
                  <a:pt x="749915" y="59901"/>
                  <a:pt x="751980" y="59404"/>
                </a:cubicBezTo>
                <a:cubicBezTo>
                  <a:pt x="754046" y="58907"/>
                  <a:pt x="756041" y="58162"/>
                  <a:pt x="757967" y="57168"/>
                </a:cubicBezTo>
                <a:lnTo>
                  <a:pt x="757967" y="64716"/>
                </a:lnTo>
                <a:close/>
                <a:moveTo>
                  <a:pt x="811177" y="65741"/>
                </a:moveTo>
                <a:cubicBezTo>
                  <a:pt x="809344" y="66223"/>
                  <a:pt x="807449" y="66569"/>
                  <a:pt x="805493" y="66777"/>
                </a:cubicBezTo>
                <a:cubicBezTo>
                  <a:pt x="803536" y="66987"/>
                  <a:pt x="801548" y="67092"/>
                  <a:pt x="799529" y="67092"/>
                </a:cubicBezTo>
                <a:cubicBezTo>
                  <a:pt x="793658" y="67092"/>
                  <a:pt x="789279" y="65764"/>
                  <a:pt x="786390" y="63108"/>
                </a:cubicBezTo>
                <a:cubicBezTo>
                  <a:pt x="783501" y="60453"/>
                  <a:pt x="782057" y="56376"/>
                  <a:pt x="782057" y="50878"/>
                </a:cubicBezTo>
                <a:lnTo>
                  <a:pt x="782057" y="26464"/>
                </a:lnTo>
                <a:lnTo>
                  <a:pt x="768965" y="26464"/>
                </a:lnTo>
                <a:lnTo>
                  <a:pt x="768965" y="19662"/>
                </a:lnTo>
                <a:lnTo>
                  <a:pt x="782057" y="19662"/>
                </a:lnTo>
                <a:lnTo>
                  <a:pt x="782057" y="6762"/>
                </a:lnTo>
                <a:lnTo>
                  <a:pt x="790164" y="4659"/>
                </a:lnTo>
                <a:lnTo>
                  <a:pt x="790164" y="19662"/>
                </a:lnTo>
                <a:lnTo>
                  <a:pt x="811177" y="19662"/>
                </a:lnTo>
                <a:lnTo>
                  <a:pt x="811177" y="26464"/>
                </a:lnTo>
                <a:lnTo>
                  <a:pt x="790164" y="26464"/>
                </a:lnTo>
                <a:lnTo>
                  <a:pt x="790164" y="50226"/>
                </a:lnTo>
                <a:cubicBezTo>
                  <a:pt x="790164" y="53580"/>
                  <a:pt x="791057" y="56089"/>
                  <a:pt x="792843" y="57750"/>
                </a:cubicBezTo>
                <a:cubicBezTo>
                  <a:pt x="794629" y="59412"/>
                  <a:pt x="797261" y="60243"/>
                  <a:pt x="800740" y="60243"/>
                </a:cubicBezTo>
                <a:cubicBezTo>
                  <a:pt x="802231" y="60243"/>
                  <a:pt x="803862" y="60123"/>
                  <a:pt x="805632" y="59883"/>
                </a:cubicBezTo>
                <a:cubicBezTo>
                  <a:pt x="807403" y="59643"/>
                  <a:pt x="809251" y="59265"/>
                  <a:pt x="811177" y="58752"/>
                </a:cubicBezTo>
                <a:lnTo>
                  <a:pt x="811177" y="65741"/>
                </a:lnTo>
                <a:close/>
                <a:moveTo>
                  <a:pt x="862942" y="559"/>
                </a:moveTo>
                <a:lnTo>
                  <a:pt x="830980" y="76503"/>
                </a:lnTo>
                <a:lnTo>
                  <a:pt x="823246" y="76503"/>
                </a:lnTo>
                <a:lnTo>
                  <a:pt x="855208" y="559"/>
                </a:lnTo>
                <a:lnTo>
                  <a:pt x="862942" y="559"/>
                </a:lnTo>
                <a:close/>
                <a:moveTo>
                  <a:pt x="893136" y="26371"/>
                </a:moveTo>
                <a:lnTo>
                  <a:pt x="879298" y="26371"/>
                </a:lnTo>
                <a:lnTo>
                  <a:pt x="879298" y="19662"/>
                </a:lnTo>
                <a:lnTo>
                  <a:pt x="901336" y="19662"/>
                </a:lnTo>
                <a:lnTo>
                  <a:pt x="901336" y="59684"/>
                </a:lnTo>
                <a:lnTo>
                  <a:pt x="915267" y="59684"/>
                </a:lnTo>
                <a:lnTo>
                  <a:pt x="915267" y="66440"/>
                </a:lnTo>
                <a:lnTo>
                  <a:pt x="877760" y="66440"/>
                </a:lnTo>
                <a:lnTo>
                  <a:pt x="877760" y="59684"/>
                </a:lnTo>
                <a:lnTo>
                  <a:pt x="893136" y="59684"/>
                </a:lnTo>
                <a:lnTo>
                  <a:pt x="893136" y="26371"/>
                </a:lnTo>
                <a:moveTo>
                  <a:pt x="895978" y="0"/>
                </a:moveTo>
                <a:cubicBezTo>
                  <a:pt x="896878" y="0"/>
                  <a:pt x="897717" y="163"/>
                  <a:pt x="898494" y="489"/>
                </a:cubicBezTo>
                <a:cubicBezTo>
                  <a:pt x="899270" y="815"/>
                  <a:pt x="899946" y="1274"/>
                  <a:pt x="900520" y="1864"/>
                </a:cubicBezTo>
                <a:cubicBezTo>
                  <a:pt x="901095" y="2454"/>
                  <a:pt x="901545" y="3129"/>
                  <a:pt x="901871" y="3890"/>
                </a:cubicBezTo>
                <a:cubicBezTo>
                  <a:pt x="902198" y="4651"/>
                  <a:pt x="902361" y="5482"/>
                  <a:pt x="902361" y="6383"/>
                </a:cubicBezTo>
                <a:cubicBezTo>
                  <a:pt x="902361" y="7253"/>
                  <a:pt x="902198" y="8076"/>
                  <a:pt x="901871" y="8852"/>
                </a:cubicBezTo>
                <a:cubicBezTo>
                  <a:pt x="901545" y="9629"/>
                  <a:pt x="901095" y="10312"/>
                  <a:pt x="900520" y="10902"/>
                </a:cubicBezTo>
                <a:cubicBezTo>
                  <a:pt x="899946" y="11493"/>
                  <a:pt x="899270" y="11951"/>
                  <a:pt x="898494" y="12277"/>
                </a:cubicBezTo>
                <a:cubicBezTo>
                  <a:pt x="897717" y="12603"/>
                  <a:pt x="896878" y="12766"/>
                  <a:pt x="895978" y="12766"/>
                </a:cubicBezTo>
                <a:cubicBezTo>
                  <a:pt x="895077" y="12766"/>
                  <a:pt x="894238" y="12603"/>
                  <a:pt x="893462" y="12277"/>
                </a:cubicBezTo>
                <a:cubicBezTo>
                  <a:pt x="892685" y="11951"/>
                  <a:pt x="892010" y="11493"/>
                  <a:pt x="891435" y="10902"/>
                </a:cubicBezTo>
                <a:cubicBezTo>
                  <a:pt x="890860" y="10312"/>
                  <a:pt x="890410" y="9629"/>
                  <a:pt x="890084" y="8852"/>
                </a:cubicBezTo>
                <a:cubicBezTo>
                  <a:pt x="889758" y="8076"/>
                  <a:pt x="889595" y="7253"/>
                  <a:pt x="889595" y="6383"/>
                </a:cubicBezTo>
                <a:cubicBezTo>
                  <a:pt x="889595" y="5482"/>
                  <a:pt x="889758" y="4651"/>
                  <a:pt x="890084" y="3890"/>
                </a:cubicBezTo>
                <a:cubicBezTo>
                  <a:pt x="890410" y="3129"/>
                  <a:pt x="890860" y="2454"/>
                  <a:pt x="891435" y="1864"/>
                </a:cubicBezTo>
                <a:cubicBezTo>
                  <a:pt x="892010" y="1274"/>
                  <a:pt x="892685" y="815"/>
                  <a:pt x="893462" y="489"/>
                </a:cubicBezTo>
                <a:cubicBezTo>
                  <a:pt x="894238" y="163"/>
                  <a:pt x="895077" y="0"/>
                  <a:pt x="895978" y="0"/>
                </a:cubicBezTo>
                <a:close/>
                <a:moveTo>
                  <a:pt x="929060" y="19662"/>
                </a:moveTo>
                <a:lnTo>
                  <a:pt x="936281" y="19662"/>
                </a:lnTo>
                <a:lnTo>
                  <a:pt x="936607" y="27210"/>
                </a:lnTo>
                <a:cubicBezTo>
                  <a:pt x="937974" y="25594"/>
                  <a:pt x="939294" y="24251"/>
                  <a:pt x="940568" y="23179"/>
                </a:cubicBezTo>
                <a:cubicBezTo>
                  <a:pt x="941841" y="22108"/>
                  <a:pt x="943091" y="21246"/>
                  <a:pt x="944318" y="20593"/>
                </a:cubicBezTo>
                <a:cubicBezTo>
                  <a:pt x="945545" y="19941"/>
                  <a:pt x="946796" y="19483"/>
                  <a:pt x="948069" y="19219"/>
                </a:cubicBezTo>
                <a:cubicBezTo>
                  <a:pt x="949343" y="18955"/>
                  <a:pt x="950663" y="18823"/>
                  <a:pt x="952029" y="18823"/>
                </a:cubicBezTo>
                <a:cubicBezTo>
                  <a:pt x="956844" y="18823"/>
                  <a:pt x="960486" y="20244"/>
                  <a:pt x="962955" y="23086"/>
                </a:cubicBezTo>
                <a:cubicBezTo>
                  <a:pt x="965424" y="25928"/>
                  <a:pt x="966659" y="30207"/>
                  <a:pt x="966659" y="35922"/>
                </a:cubicBezTo>
                <a:lnTo>
                  <a:pt x="966659" y="66440"/>
                </a:lnTo>
                <a:lnTo>
                  <a:pt x="958552" y="66440"/>
                </a:lnTo>
                <a:lnTo>
                  <a:pt x="958552" y="36574"/>
                </a:lnTo>
                <a:cubicBezTo>
                  <a:pt x="958552" y="32909"/>
                  <a:pt x="957869" y="30199"/>
                  <a:pt x="956502" y="28444"/>
                </a:cubicBezTo>
                <a:cubicBezTo>
                  <a:pt x="955135" y="26689"/>
                  <a:pt x="953101" y="25812"/>
                  <a:pt x="950399" y="25812"/>
                </a:cubicBezTo>
                <a:cubicBezTo>
                  <a:pt x="949405" y="25812"/>
                  <a:pt x="948434" y="25959"/>
                  <a:pt x="947487" y="26254"/>
                </a:cubicBezTo>
                <a:cubicBezTo>
                  <a:pt x="946539" y="26549"/>
                  <a:pt x="945553" y="27062"/>
                  <a:pt x="944528" y="27792"/>
                </a:cubicBezTo>
                <a:cubicBezTo>
                  <a:pt x="943503" y="28522"/>
                  <a:pt x="942393" y="29508"/>
                  <a:pt x="941197" y="30750"/>
                </a:cubicBezTo>
                <a:cubicBezTo>
                  <a:pt x="940001" y="31993"/>
                  <a:pt x="938658" y="33546"/>
                  <a:pt x="937167" y="35410"/>
                </a:cubicBezTo>
                <a:lnTo>
                  <a:pt x="937167" y="66440"/>
                </a:lnTo>
                <a:lnTo>
                  <a:pt x="929060" y="66440"/>
                </a:lnTo>
                <a:lnTo>
                  <a:pt x="929060" y="19662"/>
                </a:lnTo>
                <a:close/>
                <a:moveTo>
                  <a:pt x="978542" y="44029"/>
                </a:moveTo>
                <a:cubicBezTo>
                  <a:pt x="978542" y="40053"/>
                  <a:pt x="979086" y="36520"/>
                  <a:pt x="980173" y="33429"/>
                </a:cubicBezTo>
                <a:cubicBezTo>
                  <a:pt x="981260" y="30339"/>
                  <a:pt x="982805" y="27730"/>
                  <a:pt x="984809" y="25602"/>
                </a:cubicBezTo>
                <a:cubicBezTo>
                  <a:pt x="986812" y="23474"/>
                  <a:pt x="989219" y="21859"/>
                  <a:pt x="992030" y="20757"/>
                </a:cubicBezTo>
                <a:cubicBezTo>
                  <a:pt x="994841" y="19654"/>
                  <a:pt x="997971" y="19103"/>
                  <a:pt x="1001418" y="19103"/>
                </a:cubicBezTo>
                <a:cubicBezTo>
                  <a:pt x="1002909" y="19103"/>
                  <a:pt x="1004377" y="19196"/>
                  <a:pt x="1005821" y="19382"/>
                </a:cubicBezTo>
                <a:cubicBezTo>
                  <a:pt x="1007266" y="19568"/>
                  <a:pt x="1008687" y="19864"/>
                  <a:pt x="1010084" y="20267"/>
                </a:cubicBezTo>
                <a:lnTo>
                  <a:pt x="1010084" y="559"/>
                </a:lnTo>
                <a:lnTo>
                  <a:pt x="1018238" y="559"/>
                </a:lnTo>
                <a:lnTo>
                  <a:pt x="1018238" y="66440"/>
                </a:lnTo>
                <a:lnTo>
                  <a:pt x="1010970" y="66440"/>
                </a:lnTo>
                <a:lnTo>
                  <a:pt x="1010690" y="57587"/>
                </a:lnTo>
                <a:cubicBezTo>
                  <a:pt x="1008423" y="60880"/>
                  <a:pt x="1005969" y="63318"/>
                  <a:pt x="1003329" y="64902"/>
                </a:cubicBezTo>
                <a:cubicBezTo>
                  <a:pt x="1000689" y="66486"/>
                  <a:pt x="997831" y="67278"/>
                  <a:pt x="994756" y="67278"/>
                </a:cubicBezTo>
                <a:cubicBezTo>
                  <a:pt x="992085" y="67278"/>
                  <a:pt x="989732" y="66719"/>
                  <a:pt x="987697" y="65601"/>
                </a:cubicBezTo>
                <a:cubicBezTo>
                  <a:pt x="985663" y="64483"/>
                  <a:pt x="983970" y="62906"/>
                  <a:pt x="982619" y="60872"/>
                </a:cubicBezTo>
                <a:cubicBezTo>
                  <a:pt x="981268" y="58837"/>
                  <a:pt x="980250" y="56391"/>
                  <a:pt x="979567" y="53534"/>
                </a:cubicBezTo>
                <a:cubicBezTo>
                  <a:pt x="978884" y="50676"/>
                  <a:pt x="978542" y="47508"/>
                  <a:pt x="978542" y="44029"/>
                </a:cubicBezTo>
                <a:moveTo>
                  <a:pt x="986835" y="43517"/>
                </a:moveTo>
                <a:cubicBezTo>
                  <a:pt x="986835" y="49170"/>
                  <a:pt x="987666" y="53386"/>
                  <a:pt x="989328" y="56166"/>
                </a:cubicBezTo>
                <a:cubicBezTo>
                  <a:pt x="990990" y="58946"/>
                  <a:pt x="993343" y="60336"/>
                  <a:pt x="996387" y="60336"/>
                </a:cubicBezTo>
                <a:cubicBezTo>
                  <a:pt x="998437" y="60336"/>
                  <a:pt x="1000603" y="59420"/>
                  <a:pt x="1002886" y="57587"/>
                </a:cubicBezTo>
                <a:cubicBezTo>
                  <a:pt x="1005169" y="55755"/>
                  <a:pt x="1007569" y="53037"/>
                  <a:pt x="1010084" y="49434"/>
                </a:cubicBezTo>
                <a:lnTo>
                  <a:pt x="1010084" y="27722"/>
                </a:lnTo>
                <a:cubicBezTo>
                  <a:pt x="1008749" y="27101"/>
                  <a:pt x="1007273" y="26627"/>
                  <a:pt x="1005658" y="26301"/>
                </a:cubicBezTo>
                <a:cubicBezTo>
                  <a:pt x="1004043" y="25975"/>
                  <a:pt x="1002443" y="25812"/>
                  <a:pt x="1000859" y="25812"/>
                </a:cubicBezTo>
                <a:cubicBezTo>
                  <a:pt x="996449" y="25812"/>
                  <a:pt x="993009" y="27241"/>
                  <a:pt x="990539" y="30098"/>
                </a:cubicBezTo>
                <a:cubicBezTo>
                  <a:pt x="988070" y="32956"/>
                  <a:pt x="986835" y="37429"/>
                  <a:pt x="986835" y="43517"/>
                </a:cubicBezTo>
                <a:close/>
                <a:moveTo>
                  <a:pt x="1072286" y="40581"/>
                </a:moveTo>
                <a:cubicBezTo>
                  <a:pt x="1072286" y="41731"/>
                  <a:pt x="1072271" y="42693"/>
                  <a:pt x="1072240" y="43470"/>
                </a:cubicBezTo>
                <a:cubicBezTo>
                  <a:pt x="1072209" y="44246"/>
                  <a:pt x="1072162" y="44976"/>
                  <a:pt x="1072100" y="45660"/>
                </a:cubicBezTo>
                <a:lnTo>
                  <a:pt x="1039253" y="45660"/>
                </a:lnTo>
                <a:cubicBezTo>
                  <a:pt x="1039253" y="50443"/>
                  <a:pt x="1040588" y="54116"/>
                  <a:pt x="1043260" y="56679"/>
                </a:cubicBezTo>
                <a:cubicBezTo>
                  <a:pt x="1045931" y="59241"/>
                  <a:pt x="1049783" y="60522"/>
                  <a:pt x="1054814" y="60522"/>
                </a:cubicBezTo>
                <a:cubicBezTo>
                  <a:pt x="1056181" y="60522"/>
                  <a:pt x="1057548" y="60467"/>
                  <a:pt x="1058915" y="60357"/>
                </a:cubicBezTo>
                <a:cubicBezTo>
                  <a:pt x="1060281" y="60245"/>
                  <a:pt x="1061601" y="60094"/>
                  <a:pt x="1062875" y="59904"/>
                </a:cubicBezTo>
                <a:cubicBezTo>
                  <a:pt x="1064148" y="59712"/>
                  <a:pt x="1065367" y="59498"/>
                  <a:pt x="1066532" y="59260"/>
                </a:cubicBezTo>
                <a:cubicBezTo>
                  <a:pt x="1067697" y="59021"/>
                  <a:pt x="1068776" y="58759"/>
                  <a:pt x="1069770" y="58472"/>
                </a:cubicBezTo>
                <a:lnTo>
                  <a:pt x="1069770" y="65135"/>
                </a:lnTo>
                <a:cubicBezTo>
                  <a:pt x="1067565" y="65770"/>
                  <a:pt x="1065072" y="66286"/>
                  <a:pt x="1062292" y="66683"/>
                </a:cubicBezTo>
                <a:cubicBezTo>
                  <a:pt x="1059512" y="67080"/>
                  <a:pt x="1056632" y="67278"/>
                  <a:pt x="1053650" y="67278"/>
                </a:cubicBezTo>
                <a:cubicBezTo>
                  <a:pt x="1049643" y="67278"/>
                  <a:pt x="1046195" y="66735"/>
                  <a:pt x="1043306" y="65648"/>
                </a:cubicBezTo>
                <a:cubicBezTo>
                  <a:pt x="1040418" y="64560"/>
                  <a:pt x="1038049" y="62984"/>
                  <a:pt x="1036201" y="60919"/>
                </a:cubicBezTo>
                <a:cubicBezTo>
                  <a:pt x="1034353" y="58853"/>
                  <a:pt x="1032986" y="56321"/>
                  <a:pt x="1032101" y="53324"/>
                </a:cubicBezTo>
                <a:cubicBezTo>
                  <a:pt x="1031216" y="50327"/>
                  <a:pt x="1030773" y="46933"/>
                  <a:pt x="1030773" y="43144"/>
                </a:cubicBezTo>
                <a:cubicBezTo>
                  <a:pt x="1030773" y="39851"/>
                  <a:pt x="1031247" y="36737"/>
                  <a:pt x="1032194" y="33802"/>
                </a:cubicBezTo>
                <a:cubicBezTo>
                  <a:pt x="1033142" y="30867"/>
                  <a:pt x="1034524" y="28289"/>
                  <a:pt x="1036341" y="26068"/>
                </a:cubicBezTo>
                <a:cubicBezTo>
                  <a:pt x="1038158" y="23847"/>
                  <a:pt x="1040387" y="22084"/>
                  <a:pt x="1043027" y="20780"/>
                </a:cubicBezTo>
                <a:cubicBezTo>
                  <a:pt x="1045667" y="19475"/>
                  <a:pt x="1048664" y="18823"/>
                  <a:pt x="1052019" y="18823"/>
                </a:cubicBezTo>
                <a:cubicBezTo>
                  <a:pt x="1055280" y="18823"/>
                  <a:pt x="1058169" y="19336"/>
                  <a:pt x="1060685" y="20361"/>
                </a:cubicBezTo>
                <a:cubicBezTo>
                  <a:pt x="1063201" y="21386"/>
                  <a:pt x="1065321" y="22838"/>
                  <a:pt x="1067045" y="24717"/>
                </a:cubicBezTo>
                <a:cubicBezTo>
                  <a:pt x="1068769" y="26596"/>
                  <a:pt x="1070073" y="28879"/>
                  <a:pt x="1070958" y="31566"/>
                </a:cubicBezTo>
                <a:cubicBezTo>
                  <a:pt x="1071844" y="34253"/>
                  <a:pt x="1072286" y="37258"/>
                  <a:pt x="1072286" y="40581"/>
                </a:cubicBezTo>
                <a:moveTo>
                  <a:pt x="1063853" y="39416"/>
                </a:moveTo>
                <a:cubicBezTo>
                  <a:pt x="1063946" y="37335"/>
                  <a:pt x="1063745" y="35433"/>
                  <a:pt x="1063248" y="33709"/>
                </a:cubicBezTo>
                <a:cubicBezTo>
                  <a:pt x="1062751" y="31985"/>
                  <a:pt x="1061982" y="30502"/>
                  <a:pt x="1060941" y="29260"/>
                </a:cubicBezTo>
                <a:cubicBezTo>
                  <a:pt x="1059901" y="28017"/>
                  <a:pt x="1058604" y="27046"/>
                  <a:pt x="1057051" y="26348"/>
                </a:cubicBezTo>
                <a:cubicBezTo>
                  <a:pt x="1055498" y="25649"/>
                  <a:pt x="1053696" y="25299"/>
                  <a:pt x="1051646" y="25299"/>
                </a:cubicBezTo>
                <a:cubicBezTo>
                  <a:pt x="1049876" y="25299"/>
                  <a:pt x="1048261" y="25641"/>
                  <a:pt x="1046801" y="26324"/>
                </a:cubicBezTo>
                <a:cubicBezTo>
                  <a:pt x="1045341" y="27008"/>
                  <a:pt x="1044083" y="27970"/>
                  <a:pt x="1043027" y="29213"/>
                </a:cubicBezTo>
                <a:cubicBezTo>
                  <a:pt x="1041971" y="30455"/>
                  <a:pt x="1041117" y="31946"/>
                  <a:pt x="1040464" y="33686"/>
                </a:cubicBezTo>
                <a:cubicBezTo>
                  <a:pt x="1039812" y="35425"/>
                  <a:pt x="1039408" y="37335"/>
                  <a:pt x="1039253" y="39416"/>
                </a:cubicBezTo>
                <a:lnTo>
                  <a:pt x="1063853" y="39416"/>
                </a:lnTo>
                <a:close/>
                <a:moveTo>
                  <a:pt x="1126801" y="66440"/>
                </a:moveTo>
                <a:lnTo>
                  <a:pt x="1116038" y="66440"/>
                </a:lnTo>
                <a:lnTo>
                  <a:pt x="1103412" y="48595"/>
                </a:lnTo>
                <a:lnTo>
                  <a:pt x="1090925" y="66440"/>
                </a:lnTo>
                <a:lnTo>
                  <a:pt x="1080442" y="66440"/>
                </a:lnTo>
                <a:lnTo>
                  <a:pt x="1098566" y="42957"/>
                </a:lnTo>
                <a:lnTo>
                  <a:pt x="1081281" y="19662"/>
                </a:lnTo>
                <a:lnTo>
                  <a:pt x="1091670" y="19662"/>
                </a:lnTo>
                <a:lnTo>
                  <a:pt x="1103971" y="37646"/>
                </a:lnTo>
                <a:lnTo>
                  <a:pt x="1116038" y="19662"/>
                </a:lnTo>
                <a:lnTo>
                  <a:pt x="1126055" y="19662"/>
                </a:lnTo>
                <a:lnTo>
                  <a:pt x="1108490" y="43144"/>
                </a:lnTo>
                <a:lnTo>
                  <a:pt x="1126801" y="66440"/>
                </a:lnTo>
                <a:close/>
                <a:moveTo>
                  <a:pt x="1154897" y="51763"/>
                </a:moveTo>
                <a:cubicBezTo>
                  <a:pt x="1155953" y="51763"/>
                  <a:pt x="1156955" y="51965"/>
                  <a:pt x="1157902" y="52369"/>
                </a:cubicBezTo>
                <a:cubicBezTo>
                  <a:pt x="1158850" y="52773"/>
                  <a:pt x="1159673" y="53332"/>
                  <a:pt x="1160372" y="54046"/>
                </a:cubicBezTo>
                <a:cubicBezTo>
                  <a:pt x="1161071" y="54761"/>
                  <a:pt x="1161622" y="55592"/>
                  <a:pt x="1162026" y="56539"/>
                </a:cubicBezTo>
                <a:cubicBezTo>
                  <a:pt x="1162430" y="57486"/>
                  <a:pt x="1162631" y="58504"/>
                  <a:pt x="1162631" y="59591"/>
                </a:cubicBezTo>
                <a:cubicBezTo>
                  <a:pt x="1162631" y="60647"/>
                  <a:pt x="1162430" y="61641"/>
                  <a:pt x="1162026" y="62573"/>
                </a:cubicBezTo>
                <a:cubicBezTo>
                  <a:pt x="1161622" y="63504"/>
                  <a:pt x="1161071" y="64320"/>
                  <a:pt x="1160372" y="65019"/>
                </a:cubicBezTo>
                <a:cubicBezTo>
                  <a:pt x="1159673" y="65717"/>
                  <a:pt x="1158850" y="66269"/>
                  <a:pt x="1157902" y="66673"/>
                </a:cubicBezTo>
                <a:cubicBezTo>
                  <a:pt x="1156955" y="67076"/>
                  <a:pt x="1155953" y="67278"/>
                  <a:pt x="1154897" y="67278"/>
                </a:cubicBezTo>
                <a:cubicBezTo>
                  <a:pt x="1153810" y="67278"/>
                  <a:pt x="1152801" y="67076"/>
                  <a:pt x="1151869" y="66673"/>
                </a:cubicBezTo>
                <a:cubicBezTo>
                  <a:pt x="1150937" y="66269"/>
                  <a:pt x="1150122" y="65717"/>
                  <a:pt x="1149423" y="65019"/>
                </a:cubicBezTo>
                <a:cubicBezTo>
                  <a:pt x="1148724" y="64320"/>
                  <a:pt x="1148173" y="63504"/>
                  <a:pt x="1147769" y="62573"/>
                </a:cubicBezTo>
                <a:cubicBezTo>
                  <a:pt x="1147365" y="61641"/>
                  <a:pt x="1147163" y="60647"/>
                  <a:pt x="1147163" y="59591"/>
                </a:cubicBezTo>
                <a:cubicBezTo>
                  <a:pt x="1147163" y="58504"/>
                  <a:pt x="1147365" y="57486"/>
                  <a:pt x="1147769" y="56539"/>
                </a:cubicBezTo>
                <a:cubicBezTo>
                  <a:pt x="1148173" y="55592"/>
                  <a:pt x="1148724" y="54761"/>
                  <a:pt x="1149423" y="54046"/>
                </a:cubicBezTo>
                <a:cubicBezTo>
                  <a:pt x="1150122" y="53332"/>
                  <a:pt x="1150937" y="52773"/>
                  <a:pt x="1151869" y="52369"/>
                </a:cubicBezTo>
                <a:cubicBezTo>
                  <a:pt x="1152801" y="51965"/>
                  <a:pt x="1153810" y="51763"/>
                  <a:pt x="1154897" y="51763"/>
                </a:cubicBezTo>
                <a:close/>
                <a:moveTo>
                  <a:pt x="1227862" y="40581"/>
                </a:moveTo>
                <a:cubicBezTo>
                  <a:pt x="1227862" y="41731"/>
                  <a:pt x="1227846" y="42693"/>
                  <a:pt x="1227815" y="43470"/>
                </a:cubicBezTo>
                <a:cubicBezTo>
                  <a:pt x="1227784" y="44246"/>
                  <a:pt x="1227737" y="44976"/>
                  <a:pt x="1227675" y="45660"/>
                </a:cubicBezTo>
                <a:lnTo>
                  <a:pt x="1194828" y="45660"/>
                </a:lnTo>
                <a:cubicBezTo>
                  <a:pt x="1194828" y="50443"/>
                  <a:pt x="1196164" y="54116"/>
                  <a:pt x="1198835" y="56679"/>
                </a:cubicBezTo>
                <a:cubicBezTo>
                  <a:pt x="1201506" y="59241"/>
                  <a:pt x="1205358" y="60522"/>
                  <a:pt x="1210390" y="60522"/>
                </a:cubicBezTo>
                <a:cubicBezTo>
                  <a:pt x="1211757" y="60522"/>
                  <a:pt x="1213123" y="60467"/>
                  <a:pt x="1214490" y="60357"/>
                </a:cubicBezTo>
                <a:cubicBezTo>
                  <a:pt x="1215857" y="60245"/>
                  <a:pt x="1217177" y="60094"/>
                  <a:pt x="1218450" y="59904"/>
                </a:cubicBezTo>
                <a:cubicBezTo>
                  <a:pt x="1219724" y="59712"/>
                  <a:pt x="1220943" y="59498"/>
                  <a:pt x="1222108" y="59260"/>
                </a:cubicBezTo>
                <a:cubicBezTo>
                  <a:pt x="1223272" y="59021"/>
                  <a:pt x="1224352" y="58759"/>
                  <a:pt x="1225346" y="58472"/>
                </a:cubicBezTo>
                <a:lnTo>
                  <a:pt x="1225346" y="65135"/>
                </a:lnTo>
                <a:cubicBezTo>
                  <a:pt x="1223140" y="65770"/>
                  <a:pt x="1220648" y="66286"/>
                  <a:pt x="1217868" y="66683"/>
                </a:cubicBezTo>
                <a:cubicBezTo>
                  <a:pt x="1215088" y="67080"/>
                  <a:pt x="1212207" y="67278"/>
                  <a:pt x="1209225" y="67278"/>
                </a:cubicBezTo>
                <a:cubicBezTo>
                  <a:pt x="1205218" y="67278"/>
                  <a:pt x="1201770" y="66735"/>
                  <a:pt x="1198882" y="65648"/>
                </a:cubicBezTo>
                <a:cubicBezTo>
                  <a:pt x="1195993" y="64560"/>
                  <a:pt x="1193625" y="62984"/>
                  <a:pt x="1191777" y="60919"/>
                </a:cubicBezTo>
                <a:cubicBezTo>
                  <a:pt x="1189928" y="58853"/>
                  <a:pt x="1188562" y="56321"/>
                  <a:pt x="1187676" y="53324"/>
                </a:cubicBezTo>
                <a:cubicBezTo>
                  <a:pt x="1186791" y="50327"/>
                  <a:pt x="1186349" y="46933"/>
                  <a:pt x="1186349" y="43144"/>
                </a:cubicBezTo>
                <a:cubicBezTo>
                  <a:pt x="1186349" y="39851"/>
                  <a:pt x="1186822" y="36737"/>
                  <a:pt x="1187770" y="33802"/>
                </a:cubicBezTo>
                <a:cubicBezTo>
                  <a:pt x="1188717" y="30867"/>
                  <a:pt x="1190099" y="28289"/>
                  <a:pt x="1191916" y="26068"/>
                </a:cubicBezTo>
                <a:cubicBezTo>
                  <a:pt x="1193733" y="23847"/>
                  <a:pt x="1195962" y="22084"/>
                  <a:pt x="1198602" y="20780"/>
                </a:cubicBezTo>
                <a:cubicBezTo>
                  <a:pt x="1201242" y="19475"/>
                  <a:pt x="1204240" y="18823"/>
                  <a:pt x="1207594" y="18823"/>
                </a:cubicBezTo>
                <a:cubicBezTo>
                  <a:pt x="1210856" y="18823"/>
                  <a:pt x="1213744" y="19336"/>
                  <a:pt x="1216260" y="20361"/>
                </a:cubicBezTo>
                <a:cubicBezTo>
                  <a:pt x="1218776" y="21386"/>
                  <a:pt x="1220896" y="22838"/>
                  <a:pt x="1222620" y="24717"/>
                </a:cubicBezTo>
                <a:cubicBezTo>
                  <a:pt x="1224344" y="26596"/>
                  <a:pt x="1225649" y="28879"/>
                  <a:pt x="1226534" y="31566"/>
                </a:cubicBezTo>
                <a:cubicBezTo>
                  <a:pt x="1227419" y="34253"/>
                  <a:pt x="1227862" y="37258"/>
                  <a:pt x="1227862" y="40581"/>
                </a:cubicBezTo>
                <a:moveTo>
                  <a:pt x="1219429" y="39416"/>
                </a:moveTo>
                <a:cubicBezTo>
                  <a:pt x="1219522" y="37335"/>
                  <a:pt x="1219320" y="35433"/>
                  <a:pt x="1218823" y="33709"/>
                </a:cubicBezTo>
                <a:cubicBezTo>
                  <a:pt x="1218326" y="31985"/>
                  <a:pt x="1217557" y="30502"/>
                  <a:pt x="1216517" y="29260"/>
                </a:cubicBezTo>
                <a:cubicBezTo>
                  <a:pt x="1215476" y="28017"/>
                  <a:pt x="1214179" y="27046"/>
                  <a:pt x="1212626" y="26348"/>
                </a:cubicBezTo>
                <a:cubicBezTo>
                  <a:pt x="1211073" y="25649"/>
                  <a:pt x="1209272" y="25299"/>
                  <a:pt x="1207222" y="25299"/>
                </a:cubicBezTo>
                <a:cubicBezTo>
                  <a:pt x="1205451" y="25299"/>
                  <a:pt x="1203836" y="25641"/>
                  <a:pt x="1202376" y="26324"/>
                </a:cubicBezTo>
                <a:cubicBezTo>
                  <a:pt x="1200916" y="27008"/>
                  <a:pt x="1199658" y="27970"/>
                  <a:pt x="1198602" y="29213"/>
                </a:cubicBezTo>
                <a:cubicBezTo>
                  <a:pt x="1197546" y="30455"/>
                  <a:pt x="1196692" y="31946"/>
                  <a:pt x="1196040" y="33686"/>
                </a:cubicBezTo>
                <a:cubicBezTo>
                  <a:pt x="1195387" y="35425"/>
                  <a:pt x="1194984" y="37335"/>
                  <a:pt x="1194828" y="39416"/>
                </a:cubicBezTo>
                <a:lnTo>
                  <a:pt x="1219429" y="39416"/>
                </a:lnTo>
                <a:close/>
                <a:moveTo>
                  <a:pt x="1240211" y="19662"/>
                </a:moveTo>
                <a:lnTo>
                  <a:pt x="1247432" y="19662"/>
                </a:lnTo>
                <a:lnTo>
                  <a:pt x="1247758" y="27210"/>
                </a:lnTo>
                <a:cubicBezTo>
                  <a:pt x="1249125" y="25594"/>
                  <a:pt x="1250445" y="24251"/>
                  <a:pt x="1251719" y="23179"/>
                </a:cubicBezTo>
                <a:cubicBezTo>
                  <a:pt x="1252992" y="22108"/>
                  <a:pt x="1254242" y="21246"/>
                  <a:pt x="1255469" y="20593"/>
                </a:cubicBezTo>
                <a:cubicBezTo>
                  <a:pt x="1256696" y="19941"/>
                  <a:pt x="1257946" y="19483"/>
                  <a:pt x="1259220" y="19219"/>
                </a:cubicBezTo>
                <a:cubicBezTo>
                  <a:pt x="1260493" y="18955"/>
                  <a:pt x="1261813" y="18823"/>
                  <a:pt x="1263180" y="18823"/>
                </a:cubicBezTo>
                <a:cubicBezTo>
                  <a:pt x="1267995" y="18823"/>
                  <a:pt x="1271637" y="20244"/>
                  <a:pt x="1274106" y="23086"/>
                </a:cubicBezTo>
                <a:cubicBezTo>
                  <a:pt x="1276575" y="25928"/>
                  <a:pt x="1277810" y="30207"/>
                  <a:pt x="1277810" y="35922"/>
                </a:cubicBezTo>
                <a:lnTo>
                  <a:pt x="1277810" y="66440"/>
                </a:lnTo>
                <a:lnTo>
                  <a:pt x="1269703" y="66440"/>
                </a:lnTo>
                <a:lnTo>
                  <a:pt x="1269703" y="36574"/>
                </a:lnTo>
                <a:cubicBezTo>
                  <a:pt x="1269703" y="32909"/>
                  <a:pt x="1269020" y="30199"/>
                  <a:pt x="1267653" y="28444"/>
                </a:cubicBezTo>
                <a:cubicBezTo>
                  <a:pt x="1266286" y="26689"/>
                  <a:pt x="1264252" y="25812"/>
                  <a:pt x="1261549" y="25812"/>
                </a:cubicBezTo>
                <a:cubicBezTo>
                  <a:pt x="1260556" y="25812"/>
                  <a:pt x="1259585" y="25959"/>
                  <a:pt x="1258637" y="26254"/>
                </a:cubicBezTo>
                <a:cubicBezTo>
                  <a:pt x="1257690" y="26549"/>
                  <a:pt x="1256704" y="27062"/>
                  <a:pt x="1255679" y="27792"/>
                </a:cubicBezTo>
                <a:cubicBezTo>
                  <a:pt x="1254654" y="28522"/>
                  <a:pt x="1253543" y="29508"/>
                  <a:pt x="1252348" y="30750"/>
                </a:cubicBezTo>
                <a:cubicBezTo>
                  <a:pt x="1251152" y="31993"/>
                  <a:pt x="1249808" y="33546"/>
                  <a:pt x="1248317" y="35410"/>
                </a:cubicBezTo>
                <a:lnTo>
                  <a:pt x="1248317" y="66440"/>
                </a:lnTo>
                <a:lnTo>
                  <a:pt x="1240211" y="66440"/>
                </a:lnTo>
                <a:lnTo>
                  <a:pt x="1240211" y="19662"/>
                </a:lnTo>
                <a:close/>
                <a:moveTo>
                  <a:pt x="1324776" y="44821"/>
                </a:moveTo>
                <a:lnTo>
                  <a:pt x="1296915" y="44821"/>
                </a:lnTo>
                <a:lnTo>
                  <a:pt x="1296915" y="37180"/>
                </a:lnTo>
                <a:lnTo>
                  <a:pt x="1324776" y="37180"/>
                </a:lnTo>
                <a:lnTo>
                  <a:pt x="1324776" y="44821"/>
                </a:lnTo>
                <a:close/>
                <a:moveTo>
                  <a:pt x="1381527" y="66440"/>
                </a:moveTo>
                <a:lnTo>
                  <a:pt x="1374259" y="66440"/>
                </a:lnTo>
                <a:lnTo>
                  <a:pt x="1373979" y="58892"/>
                </a:lnTo>
                <a:cubicBezTo>
                  <a:pt x="1372581" y="60507"/>
                  <a:pt x="1371253" y="61850"/>
                  <a:pt x="1369995" y="62922"/>
                </a:cubicBezTo>
                <a:cubicBezTo>
                  <a:pt x="1368737" y="63994"/>
                  <a:pt x="1367487" y="64856"/>
                  <a:pt x="1366245" y="65508"/>
                </a:cubicBezTo>
                <a:cubicBezTo>
                  <a:pt x="1365002" y="66160"/>
                  <a:pt x="1363752" y="66618"/>
                  <a:pt x="1362494" y="66882"/>
                </a:cubicBezTo>
                <a:cubicBezTo>
                  <a:pt x="1361236" y="67146"/>
                  <a:pt x="1359908" y="67278"/>
                  <a:pt x="1358511" y="67278"/>
                </a:cubicBezTo>
                <a:cubicBezTo>
                  <a:pt x="1353696" y="67278"/>
                  <a:pt x="1350062" y="65865"/>
                  <a:pt x="1347608" y="63038"/>
                </a:cubicBezTo>
                <a:cubicBezTo>
                  <a:pt x="1345154" y="60212"/>
                  <a:pt x="1343927" y="55941"/>
                  <a:pt x="1343927" y="50226"/>
                </a:cubicBezTo>
                <a:lnTo>
                  <a:pt x="1343927" y="19662"/>
                </a:lnTo>
                <a:lnTo>
                  <a:pt x="1352034" y="19662"/>
                </a:lnTo>
                <a:lnTo>
                  <a:pt x="1352034" y="49573"/>
                </a:lnTo>
                <a:cubicBezTo>
                  <a:pt x="1352034" y="56749"/>
                  <a:pt x="1354737" y="60336"/>
                  <a:pt x="1360141" y="60336"/>
                </a:cubicBezTo>
                <a:cubicBezTo>
                  <a:pt x="1361135" y="60336"/>
                  <a:pt x="1362106" y="60189"/>
                  <a:pt x="1363053" y="59894"/>
                </a:cubicBezTo>
                <a:cubicBezTo>
                  <a:pt x="1364001" y="59598"/>
                  <a:pt x="1364995" y="59086"/>
                  <a:pt x="1366035" y="58356"/>
                </a:cubicBezTo>
                <a:cubicBezTo>
                  <a:pt x="1367076" y="57626"/>
                  <a:pt x="1368194" y="56640"/>
                  <a:pt x="1369390" y="55397"/>
                </a:cubicBezTo>
                <a:cubicBezTo>
                  <a:pt x="1370586" y="54155"/>
                  <a:pt x="1371929" y="52586"/>
                  <a:pt x="1373420" y="50692"/>
                </a:cubicBezTo>
                <a:lnTo>
                  <a:pt x="1373420" y="19662"/>
                </a:lnTo>
                <a:lnTo>
                  <a:pt x="1381527" y="19662"/>
                </a:lnTo>
                <a:lnTo>
                  <a:pt x="1381527" y="66440"/>
                </a:lnTo>
                <a:close/>
                <a:moveTo>
                  <a:pt x="1432826" y="53674"/>
                </a:moveTo>
                <a:cubicBezTo>
                  <a:pt x="1432826" y="55320"/>
                  <a:pt x="1432547" y="56795"/>
                  <a:pt x="1431988" y="58100"/>
                </a:cubicBezTo>
                <a:cubicBezTo>
                  <a:pt x="1431428" y="59404"/>
                  <a:pt x="1430667" y="60561"/>
                  <a:pt x="1429705" y="61571"/>
                </a:cubicBezTo>
                <a:cubicBezTo>
                  <a:pt x="1428742" y="62580"/>
                  <a:pt x="1427623" y="63442"/>
                  <a:pt x="1426350" y="64157"/>
                </a:cubicBezTo>
                <a:cubicBezTo>
                  <a:pt x="1425076" y="64871"/>
                  <a:pt x="1423718" y="65461"/>
                  <a:pt x="1422273" y="65927"/>
                </a:cubicBezTo>
                <a:cubicBezTo>
                  <a:pt x="1420829" y="66393"/>
                  <a:pt x="1419346" y="66735"/>
                  <a:pt x="1417824" y="66952"/>
                </a:cubicBezTo>
                <a:cubicBezTo>
                  <a:pt x="1416302" y="67170"/>
                  <a:pt x="1414811" y="67278"/>
                  <a:pt x="1413351" y="67278"/>
                </a:cubicBezTo>
                <a:cubicBezTo>
                  <a:pt x="1410183" y="67278"/>
                  <a:pt x="1407271" y="67139"/>
                  <a:pt x="1404615" y="66859"/>
                </a:cubicBezTo>
                <a:cubicBezTo>
                  <a:pt x="1401959" y="66579"/>
                  <a:pt x="1399358" y="66129"/>
                  <a:pt x="1396811" y="65508"/>
                </a:cubicBezTo>
                <a:lnTo>
                  <a:pt x="1396811" y="58053"/>
                </a:lnTo>
                <a:cubicBezTo>
                  <a:pt x="1399544" y="58830"/>
                  <a:pt x="1402262" y="59420"/>
                  <a:pt x="1404964" y="59824"/>
                </a:cubicBezTo>
                <a:cubicBezTo>
                  <a:pt x="1407667" y="60227"/>
                  <a:pt x="1410354" y="60429"/>
                  <a:pt x="1413025" y="60429"/>
                </a:cubicBezTo>
                <a:cubicBezTo>
                  <a:pt x="1416907" y="60429"/>
                  <a:pt x="1419781" y="59901"/>
                  <a:pt x="1421644" y="58845"/>
                </a:cubicBezTo>
                <a:cubicBezTo>
                  <a:pt x="1423508" y="57789"/>
                  <a:pt x="1424440" y="56283"/>
                  <a:pt x="1424440" y="54326"/>
                </a:cubicBezTo>
                <a:cubicBezTo>
                  <a:pt x="1424440" y="53487"/>
                  <a:pt x="1424292" y="52734"/>
                  <a:pt x="1423997" y="52066"/>
                </a:cubicBezTo>
                <a:cubicBezTo>
                  <a:pt x="1423702" y="51398"/>
                  <a:pt x="1423166" y="50762"/>
                  <a:pt x="1422390" y="50156"/>
                </a:cubicBezTo>
                <a:cubicBezTo>
                  <a:pt x="1421613" y="49550"/>
                  <a:pt x="1420410" y="48921"/>
                  <a:pt x="1418779" y="48269"/>
                </a:cubicBezTo>
                <a:cubicBezTo>
                  <a:pt x="1417148" y="47617"/>
                  <a:pt x="1414920" y="46871"/>
                  <a:pt x="1412093" y="46033"/>
                </a:cubicBezTo>
                <a:cubicBezTo>
                  <a:pt x="1409981" y="45411"/>
                  <a:pt x="1408032" y="44705"/>
                  <a:pt x="1406246" y="43913"/>
                </a:cubicBezTo>
                <a:cubicBezTo>
                  <a:pt x="1404460" y="43121"/>
                  <a:pt x="1402914" y="42181"/>
                  <a:pt x="1401610" y="41094"/>
                </a:cubicBezTo>
                <a:cubicBezTo>
                  <a:pt x="1400305" y="40007"/>
                  <a:pt x="1399280" y="38733"/>
                  <a:pt x="1398535" y="37273"/>
                </a:cubicBezTo>
                <a:cubicBezTo>
                  <a:pt x="1397789" y="35813"/>
                  <a:pt x="1397417" y="34090"/>
                  <a:pt x="1397417" y="32102"/>
                </a:cubicBezTo>
                <a:cubicBezTo>
                  <a:pt x="1397417" y="30797"/>
                  <a:pt x="1397719" y="29368"/>
                  <a:pt x="1398325" y="27815"/>
                </a:cubicBezTo>
                <a:cubicBezTo>
                  <a:pt x="1398931" y="26262"/>
                  <a:pt x="1399964" y="24818"/>
                  <a:pt x="1401423" y="23482"/>
                </a:cubicBezTo>
                <a:cubicBezTo>
                  <a:pt x="1402883" y="22147"/>
                  <a:pt x="1404856" y="21036"/>
                  <a:pt x="1407341" y="20151"/>
                </a:cubicBezTo>
                <a:cubicBezTo>
                  <a:pt x="1409826" y="19266"/>
                  <a:pt x="1412932" y="18823"/>
                  <a:pt x="1416659" y="18823"/>
                </a:cubicBezTo>
                <a:cubicBezTo>
                  <a:pt x="1418492" y="18823"/>
                  <a:pt x="1420526" y="18924"/>
                  <a:pt x="1422762" y="19126"/>
                </a:cubicBezTo>
                <a:cubicBezTo>
                  <a:pt x="1424999" y="19328"/>
                  <a:pt x="1427328" y="19677"/>
                  <a:pt x="1429751" y="20174"/>
                </a:cubicBezTo>
                <a:lnTo>
                  <a:pt x="1429751" y="27396"/>
                </a:lnTo>
                <a:cubicBezTo>
                  <a:pt x="1427204" y="26775"/>
                  <a:pt x="1424789" y="26316"/>
                  <a:pt x="1422506" y="26021"/>
                </a:cubicBezTo>
                <a:cubicBezTo>
                  <a:pt x="1420223" y="25726"/>
                  <a:pt x="1418243" y="25579"/>
                  <a:pt x="1416566" y="25579"/>
                </a:cubicBezTo>
                <a:cubicBezTo>
                  <a:pt x="1414547" y="25579"/>
                  <a:pt x="1412846" y="25734"/>
                  <a:pt x="1411464" y="26045"/>
                </a:cubicBezTo>
                <a:cubicBezTo>
                  <a:pt x="1410082" y="26355"/>
                  <a:pt x="1408964" y="26782"/>
                  <a:pt x="1408109" y="27326"/>
                </a:cubicBezTo>
                <a:cubicBezTo>
                  <a:pt x="1407255" y="27870"/>
                  <a:pt x="1406642" y="28506"/>
                  <a:pt x="1406269" y="29236"/>
                </a:cubicBezTo>
                <a:cubicBezTo>
                  <a:pt x="1405896" y="29966"/>
                  <a:pt x="1405710" y="30750"/>
                  <a:pt x="1405710" y="31589"/>
                </a:cubicBezTo>
                <a:cubicBezTo>
                  <a:pt x="1405710" y="32428"/>
                  <a:pt x="1405873" y="33189"/>
                  <a:pt x="1406199" y="33872"/>
                </a:cubicBezTo>
                <a:cubicBezTo>
                  <a:pt x="1406525" y="34555"/>
                  <a:pt x="1407131" y="35215"/>
                  <a:pt x="1408016" y="35852"/>
                </a:cubicBezTo>
                <a:cubicBezTo>
                  <a:pt x="1408901" y="36489"/>
                  <a:pt x="1410136" y="37126"/>
                  <a:pt x="1411720" y="37762"/>
                </a:cubicBezTo>
                <a:cubicBezTo>
                  <a:pt x="1413304" y="38399"/>
                  <a:pt x="1415370" y="39090"/>
                  <a:pt x="1417917" y="39836"/>
                </a:cubicBezTo>
                <a:cubicBezTo>
                  <a:pt x="1420681" y="40643"/>
                  <a:pt x="1423011" y="41490"/>
                  <a:pt x="1424906" y="42375"/>
                </a:cubicBezTo>
                <a:cubicBezTo>
                  <a:pt x="1426800" y="43260"/>
                  <a:pt x="1428338" y="44246"/>
                  <a:pt x="1429518" y="45334"/>
                </a:cubicBezTo>
                <a:cubicBezTo>
                  <a:pt x="1430699" y="46421"/>
                  <a:pt x="1431545" y="47648"/>
                  <a:pt x="1432057" y="49014"/>
                </a:cubicBezTo>
                <a:cubicBezTo>
                  <a:pt x="1432570" y="50381"/>
                  <a:pt x="1432826" y="51934"/>
                  <a:pt x="1432826" y="53674"/>
                </a:cubicBezTo>
                <a:close/>
                <a:moveTo>
                  <a:pt x="1466048" y="51763"/>
                </a:moveTo>
                <a:cubicBezTo>
                  <a:pt x="1467104" y="51763"/>
                  <a:pt x="1468106" y="51965"/>
                  <a:pt x="1469053" y="52369"/>
                </a:cubicBezTo>
                <a:cubicBezTo>
                  <a:pt x="1470000" y="52773"/>
                  <a:pt x="1470824" y="53332"/>
                  <a:pt x="1471522" y="54046"/>
                </a:cubicBezTo>
                <a:cubicBezTo>
                  <a:pt x="1472221" y="54761"/>
                  <a:pt x="1472773" y="55592"/>
                  <a:pt x="1473176" y="56539"/>
                </a:cubicBezTo>
                <a:cubicBezTo>
                  <a:pt x="1473580" y="57486"/>
                  <a:pt x="1473782" y="58504"/>
                  <a:pt x="1473782" y="59591"/>
                </a:cubicBezTo>
                <a:cubicBezTo>
                  <a:pt x="1473782" y="60647"/>
                  <a:pt x="1473580" y="61641"/>
                  <a:pt x="1473176" y="62573"/>
                </a:cubicBezTo>
                <a:cubicBezTo>
                  <a:pt x="1472773" y="63504"/>
                  <a:pt x="1472221" y="64320"/>
                  <a:pt x="1471522" y="65019"/>
                </a:cubicBezTo>
                <a:cubicBezTo>
                  <a:pt x="1470824" y="65717"/>
                  <a:pt x="1470000" y="66269"/>
                  <a:pt x="1469053" y="66673"/>
                </a:cubicBezTo>
                <a:cubicBezTo>
                  <a:pt x="1468106" y="67076"/>
                  <a:pt x="1467104" y="67278"/>
                  <a:pt x="1466048" y="67278"/>
                </a:cubicBezTo>
                <a:cubicBezTo>
                  <a:pt x="1464961" y="67278"/>
                  <a:pt x="1463951" y="67076"/>
                  <a:pt x="1463019" y="66673"/>
                </a:cubicBezTo>
                <a:cubicBezTo>
                  <a:pt x="1462088" y="66269"/>
                  <a:pt x="1461272" y="65717"/>
                  <a:pt x="1460573" y="65019"/>
                </a:cubicBezTo>
                <a:cubicBezTo>
                  <a:pt x="1459874" y="64320"/>
                  <a:pt x="1459323" y="63504"/>
                  <a:pt x="1458919" y="62573"/>
                </a:cubicBezTo>
                <a:cubicBezTo>
                  <a:pt x="1458516" y="61641"/>
                  <a:pt x="1458314" y="60647"/>
                  <a:pt x="1458314" y="59591"/>
                </a:cubicBezTo>
                <a:cubicBezTo>
                  <a:pt x="1458314" y="58504"/>
                  <a:pt x="1458516" y="57486"/>
                  <a:pt x="1458919" y="56539"/>
                </a:cubicBezTo>
                <a:cubicBezTo>
                  <a:pt x="1459323" y="55592"/>
                  <a:pt x="1459874" y="54761"/>
                  <a:pt x="1460573" y="54046"/>
                </a:cubicBezTo>
                <a:cubicBezTo>
                  <a:pt x="1461272" y="53332"/>
                  <a:pt x="1462088" y="52773"/>
                  <a:pt x="1463019" y="52369"/>
                </a:cubicBezTo>
                <a:cubicBezTo>
                  <a:pt x="1463951" y="51965"/>
                  <a:pt x="1464961" y="51763"/>
                  <a:pt x="1466048" y="51763"/>
                </a:cubicBezTo>
                <a:close/>
                <a:moveTo>
                  <a:pt x="1532863" y="66440"/>
                </a:moveTo>
                <a:lnTo>
                  <a:pt x="1532863" y="32847"/>
                </a:lnTo>
                <a:cubicBezTo>
                  <a:pt x="1532863" y="31387"/>
                  <a:pt x="1532808" y="30191"/>
                  <a:pt x="1532699" y="29260"/>
                </a:cubicBezTo>
                <a:cubicBezTo>
                  <a:pt x="1532591" y="28328"/>
                  <a:pt x="1532420" y="27590"/>
                  <a:pt x="1532187" y="27046"/>
                </a:cubicBezTo>
                <a:cubicBezTo>
                  <a:pt x="1531954" y="26503"/>
                  <a:pt x="1531659" y="26122"/>
                  <a:pt x="1531302" y="25905"/>
                </a:cubicBezTo>
                <a:cubicBezTo>
                  <a:pt x="1530945" y="25688"/>
                  <a:pt x="1530502" y="25579"/>
                  <a:pt x="1529974" y="25579"/>
                </a:cubicBezTo>
                <a:cubicBezTo>
                  <a:pt x="1529353" y="25579"/>
                  <a:pt x="1528778" y="25765"/>
                  <a:pt x="1528250" y="26138"/>
                </a:cubicBezTo>
                <a:cubicBezTo>
                  <a:pt x="1527722" y="26511"/>
                  <a:pt x="1527155" y="27116"/>
                  <a:pt x="1526549" y="27955"/>
                </a:cubicBezTo>
                <a:cubicBezTo>
                  <a:pt x="1525944" y="28794"/>
                  <a:pt x="1525276" y="29904"/>
                  <a:pt x="1524546" y="31286"/>
                </a:cubicBezTo>
                <a:cubicBezTo>
                  <a:pt x="1523816" y="32668"/>
                  <a:pt x="1522954" y="34369"/>
                  <a:pt x="1521960" y="36388"/>
                </a:cubicBezTo>
                <a:lnTo>
                  <a:pt x="1521960" y="66440"/>
                </a:lnTo>
                <a:lnTo>
                  <a:pt x="1514552" y="66440"/>
                </a:lnTo>
                <a:lnTo>
                  <a:pt x="1514552" y="33732"/>
                </a:lnTo>
                <a:cubicBezTo>
                  <a:pt x="1514552" y="32024"/>
                  <a:pt x="1514498" y="30642"/>
                  <a:pt x="1514389" y="29586"/>
                </a:cubicBezTo>
                <a:cubicBezTo>
                  <a:pt x="1514280" y="28530"/>
                  <a:pt x="1514109" y="27706"/>
                  <a:pt x="1513876" y="27116"/>
                </a:cubicBezTo>
                <a:cubicBezTo>
                  <a:pt x="1513644" y="26526"/>
                  <a:pt x="1513341" y="26122"/>
                  <a:pt x="1512968" y="25905"/>
                </a:cubicBezTo>
                <a:cubicBezTo>
                  <a:pt x="1512595" y="25688"/>
                  <a:pt x="1512145" y="25579"/>
                  <a:pt x="1511617" y="25579"/>
                </a:cubicBezTo>
                <a:cubicBezTo>
                  <a:pt x="1511058" y="25579"/>
                  <a:pt x="1510530" y="25734"/>
                  <a:pt x="1510033" y="26045"/>
                </a:cubicBezTo>
                <a:cubicBezTo>
                  <a:pt x="1509536" y="26355"/>
                  <a:pt x="1508984" y="26914"/>
                  <a:pt x="1508379" y="27722"/>
                </a:cubicBezTo>
                <a:cubicBezTo>
                  <a:pt x="1507773" y="28530"/>
                  <a:pt x="1507097" y="29632"/>
                  <a:pt x="1506352" y="31030"/>
                </a:cubicBezTo>
                <a:cubicBezTo>
                  <a:pt x="1505606" y="32428"/>
                  <a:pt x="1504721" y="34214"/>
                  <a:pt x="1503696" y="36388"/>
                </a:cubicBezTo>
                <a:lnTo>
                  <a:pt x="1503696" y="66440"/>
                </a:lnTo>
                <a:lnTo>
                  <a:pt x="1496242" y="66440"/>
                </a:lnTo>
                <a:lnTo>
                  <a:pt x="1496242" y="19662"/>
                </a:lnTo>
                <a:lnTo>
                  <a:pt x="1502438" y="19662"/>
                </a:lnTo>
                <a:lnTo>
                  <a:pt x="1502811" y="28561"/>
                </a:lnTo>
                <a:cubicBezTo>
                  <a:pt x="1503619" y="26790"/>
                  <a:pt x="1504403" y="25284"/>
                  <a:pt x="1505164" y="24041"/>
                </a:cubicBezTo>
                <a:cubicBezTo>
                  <a:pt x="1505925" y="22799"/>
                  <a:pt x="1506709" y="21797"/>
                  <a:pt x="1507517" y="21036"/>
                </a:cubicBezTo>
                <a:cubicBezTo>
                  <a:pt x="1508324" y="20275"/>
                  <a:pt x="1509186" y="19716"/>
                  <a:pt x="1510103" y="19359"/>
                </a:cubicBezTo>
                <a:cubicBezTo>
                  <a:pt x="1511019" y="19002"/>
                  <a:pt x="1512036" y="18823"/>
                  <a:pt x="1513154" y="18823"/>
                </a:cubicBezTo>
                <a:cubicBezTo>
                  <a:pt x="1515670" y="18823"/>
                  <a:pt x="1517580" y="19646"/>
                  <a:pt x="1518885" y="21292"/>
                </a:cubicBezTo>
                <a:cubicBezTo>
                  <a:pt x="1520190" y="22939"/>
                  <a:pt x="1520842" y="25486"/>
                  <a:pt x="1520842" y="28933"/>
                </a:cubicBezTo>
                <a:cubicBezTo>
                  <a:pt x="1521587" y="27318"/>
                  <a:pt x="1522317" y="25882"/>
                  <a:pt x="1523032" y="24624"/>
                </a:cubicBezTo>
                <a:cubicBezTo>
                  <a:pt x="1523746" y="23366"/>
                  <a:pt x="1524515" y="22310"/>
                  <a:pt x="1525338" y="21455"/>
                </a:cubicBezTo>
                <a:cubicBezTo>
                  <a:pt x="1526161" y="20601"/>
                  <a:pt x="1527070" y="19949"/>
                  <a:pt x="1528064" y="19499"/>
                </a:cubicBezTo>
                <a:cubicBezTo>
                  <a:pt x="1529058" y="19048"/>
                  <a:pt x="1530207" y="18823"/>
                  <a:pt x="1531511" y="18823"/>
                </a:cubicBezTo>
                <a:cubicBezTo>
                  <a:pt x="1537382" y="18823"/>
                  <a:pt x="1540317" y="23342"/>
                  <a:pt x="1540317" y="32381"/>
                </a:cubicBezTo>
                <a:lnTo>
                  <a:pt x="1540317" y="66440"/>
                </a:lnTo>
                <a:lnTo>
                  <a:pt x="1532863" y="66440"/>
                </a:lnTo>
                <a:close/>
                <a:moveTo>
                  <a:pt x="1548985" y="44029"/>
                </a:moveTo>
                <a:cubicBezTo>
                  <a:pt x="1548985" y="40053"/>
                  <a:pt x="1549529" y="36520"/>
                  <a:pt x="1550616" y="33429"/>
                </a:cubicBezTo>
                <a:cubicBezTo>
                  <a:pt x="1551703" y="30339"/>
                  <a:pt x="1553248" y="27730"/>
                  <a:pt x="1555252" y="25602"/>
                </a:cubicBezTo>
                <a:cubicBezTo>
                  <a:pt x="1557255" y="23474"/>
                  <a:pt x="1559663" y="21859"/>
                  <a:pt x="1562474" y="20757"/>
                </a:cubicBezTo>
                <a:cubicBezTo>
                  <a:pt x="1565285" y="19654"/>
                  <a:pt x="1568414" y="19103"/>
                  <a:pt x="1571862" y="19103"/>
                </a:cubicBezTo>
                <a:cubicBezTo>
                  <a:pt x="1573353" y="19103"/>
                  <a:pt x="1574820" y="19196"/>
                  <a:pt x="1576265" y="19382"/>
                </a:cubicBezTo>
                <a:cubicBezTo>
                  <a:pt x="1577709" y="19568"/>
                  <a:pt x="1579130" y="19864"/>
                  <a:pt x="1580528" y="20267"/>
                </a:cubicBezTo>
                <a:lnTo>
                  <a:pt x="1580528" y="559"/>
                </a:lnTo>
                <a:lnTo>
                  <a:pt x="1588681" y="559"/>
                </a:lnTo>
                <a:lnTo>
                  <a:pt x="1588681" y="66440"/>
                </a:lnTo>
                <a:lnTo>
                  <a:pt x="1581413" y="66440"/>
                </a:lnTo>
                <a:lnTo>
                  <a:pt x="1581133" y="57587"/>
                </a:lnTo>
                <a:cubicBezTo>
                  <a:pt x="1578866" y="60880"/>
                  <a:pt x="1576412" y="63318"/>
                  <a:pt x="1573772" y="64902"/>
                </a:cubicBezTo>
                <a:cubicBezTo>
                  <a:pt x="1571132" y="66486"/>
                  <a:pt x="1568274" y="67278"/>
                  <a:pt x="1565199" y="67278"/>
                </a:cubicBezTo>
                <a:cubicBezTo>
                  <a:pt x="1562528" y="67278"/>
                  <a:pt x="1560175" y="66719"/>
                  <a:pt x="1558141" y="65601"/>
                </a:cubicBezTo>
                <a:cubicBezTo>
                  <a:pt x="1556106" y="64483"/>
                  <a:pt x="1554413" y="62906"/>
                  <a:pt x="1553062" y="60872"/>
                </a:cubicBezTo>
                <a:cubicBezTo>
                  <a:pt x="1551711" y="58837"/>
                  <a:pt x="1550694" y="56391"/>
                  <a:pt x="1550010" y="53534"/>
                </a:cubicBezTo>
                <a:cubicBezTo>
                  <a:pt x="1549327" y="50676"/>
                  <a:pt x="1548985" y="47508"/>
                  <a:pt x="1548985" y="44029"/>
                </a:cubicBezTo>
                <a:moveTo>
                  <a:pt x="1557279" y="43517"/>
                </a:moveTo>
                <a:cubicBezTo>
                  <a:pt x="1557279" y="49170"/>
                  <a:pt x="1558109" y="53386"/>
                  <a:pt x="1559771" y="56166"/>
                </a:cubicBezTo>
                <a:cubicBezTo>
                  <a:pt x="1561433" y="58946"/>
                  <a:pt x="1563786" y="60336"/>
                  <a:pt x="1566830" y="60336"/>
                </a:cubicBezTo>
                <a:cubicBezTo>
                  <a:pt x="1568880" y="60336"/>
                  <a:pt x="1571046" y="59420"/>
                  <a:pt x="1573329" y="57587"/>
                </a:cubicBezTo>
                <a:cubicBezTo>
                  <a:pt x="1575612" y="55755"/>
                  <a:pt x="1578012" y="53037"/>
                  <a:pt x="1580528" y="49434"/>
                </a:cubicBezTo>
                <a:lnTo>
                  <a:pt x="1580528" y="27722"/>
                </a:lnTo>
                <a:cubicBezTo>
                  <a:pt x="1579192" y="27101"/>
                  <a:pt x="1577717" y="26627"/>
                  <a:pt x="1576102" y="26301"/>
                </a:cubicBezTo>
                <a:cubicBezTo>
                  <a:pt x="1574486" y="25975"/>
                  <a:pt x="1572887" y="25812"/>
                  <a:pt x="1571303" y="25812"/>
                </a:cubicBezTo>
                <a:cubicBezTo>
                  <a:pt x="1566892" y="25812"/>
                  <a:pt x="1563452" y="27241"/>
                  <a:pt x="1560983" y="30098"/>
                </a:cubicBezTo>
                <a:cubicBezTo>
                  <a:pt x="1558513" y="32956"/>
                  <a:pt x="1557279" y="37429"/>
                  <a:pt x="1557279" y="43517"/>
                </a:cubicBezTo>
                <a:close/>
                <a:moveTo>
                  <a:pt x="1618083" y="559"/>
                </a:moveTo>
                <a:lnTo>
                  <a:pt x="1616778" y="22457"/>
                </a:lnTo>
                <a:lnTo>
                  <a:pt x="1609137" y="22457"/>
                </a:lnTo>
                <a:lnTo>
                  <a:pt x="1607786" y="559"/>
                </a:lnTo>
                <a:lnTo>
                  <a:pt x="1618083" y="559"/>
                </a:lnTo>
                <a:moveTo>
                  <a:pt x="1636207" y="559"/>
                </a:moveTo>
                <a:lnTo>
                  <a:pt x="1634902" y="22457"/>
                </a:lnTo>
                <a:lnTo>
                  <a:pt x="1627261" y="22457"/>
                </a:lnTo>
                <a:lnTo>
                  <a:pt x="1625910" y="559"/>
                </a:lnTo>
                <a:lnTo>
                  <a:pt x="1636207" y="559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,">
            <a:extLst xmlns:a="http://schemas.openxmlformats.org/drawingml/2006/main">
              <a:ext uri="{FF2B5EF4-FFF2-40B4-BE49-F238E27FC236}">
                <a16:creationId xmlns:a16="http://schemas.microsoft.com/office/drawing/2014/main" id="{2DBFBC71-943D-4CB3-AFEC-5CF36DD1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004" y="3906404"/>
            <a:ext cx="22504" cy="30983"/>
          </a:xfrm>
          <a:custGeom xmlns:a="http://schemas.openxmlformats.org/drawingml/2006/main">
            <a:pathLst>
              <a:path w="22504" h="30983">
                <a:moveTo>
                  <a:pt x="0" y="24600"/>
                </a:moveTo>
                <a:cubicBezTo>
                  <a:pt x="1584" y="24662"/>
                  <a:pt x="3122" y="24522"/>
                  <a:pt x="4613" y="24178"/>
                </a:cubicBezTo>
                <a:cubicBezTo>
                  <a:pt x="6103" y="23835"/>
                  <a:pt x="7416" y="23328"/>
                  <a:pt x="8550" y="22657"/>
                </a:cubicBezTo>
                <a:cubicBezTo>
                  <a:pt x="9683" y="21986"/>
                  <a:pt x="10592" y="21151"/>
                  <a:pt x="11275" y="20152"/>
                </a:cubicBezTo>
                <a:cubicBezTo>
                  <a:pt x="11959" y="19154"/>
                  <a:pt x="12300" y="18015"/>
                  <a:pt x="12300" y="16735"/>
                </a:cubicBezTo>
                <a:cubicBezTo>
                  <a:pt x="12300" y="15425"/>
                  <a:pt x="12075" y="14366"/>
                  <a:pt x="11625" y="13558"/>
                </a:cubicBezTo>
                <a:cubicBezTo>
                  <a:pt x="11174" y="12751"/>
                  <a:pt x="10669" y="12005"/>
                  <a:pt x="10110" y="11322"/>
                </a:cubicBezTo>
                <a:cubicBezTo>
                  <a:pt x="9551" y="10638"/>
                  <a:pt x="9047" y="9908"/>
                  <a:pt x="8596" y="9132"/>
                </a:cubicBezTo>
                <a:cubicBezTo>
                  <a:pt x="8146" y="8355"/>
                  <a:pt x="7921" y="7315"/>
                  <a:pt x="7921" y="6010"/>
                </a:cubicBezTo>
                <a:cubicBezTo>
                  <a:pt x="7921" y="5358"/>
                  <a:pt x="8045" y="4675"/>
                  <a:pt x="8293" y="3960"/>
                </a:cubicBezTo>
                <a:cubicBezTo>
                  <a:pt x="8542" y="3246"/>
                  <a:pt x="8922" y="2594"/>
                  <a:pt x="9435" y="2003"/>
                </a:cubicBezTo>
                <a:cubicBezTo>
                  <a:pt x="9947" y="1413"/>
                  <a:pt x="10600" y="932"/>
                  <a:pt x="11392" y="559"/>
                </a:cubicBezTo>
                <a:cubicBezTo>
                  <a:pt x="12184" y="186"/>
                  <a:pt x="13123" y="0"/>
                  <a:pt x="14210" y="0"/>
                </a:cubicBezTo>
                <a:cubicBezTo>
                  <a:pt x="15298" y="0"/>
                  <a:pt x="16346" y="226"/>
                  <a:pt x="17355" y="677"/>
                </a:cubicBezTo>
                <a:cubicBezTo>
                  <a:pt x="18365" y="1127"/>
                  <a:pt x="19250" y="1820"/>
                  <a:pt x="20011" y="2753"/>
                </a:cubicBezTo>
                <a:cubicBezTo>
                  <a:pt x="20772" y="3686"/>
                  <a:pt x="21378" y="4853"/>
                  <a:pt x="21828" y="6253"/>
                </a:cubicBezTo>
                <a:cubicBezTo>
                  <a:pt x="22279" y="7653"/>
                  <a:pt x="22504" y="9302"/>
                  <a:pt x="22504" y="11199"/>
                </a:cubicBezTo>
                <a:cubicBezTo>
                  <a:pt x="22504" y="13781"/>
                  <a:pt x="22030" y="16262"/>
                  <a:pt x="21083" y="18641"/>
                </a:cubicBezTo>
                <a:cubicBezTo>
                  <a:pt x="20135" y="21021"/>
                  <a:pt x="18722" y="23129"/>
                  <a:pt x="16843" y="24964"/>
                </a:cubicBezTo>
                <a:cubicBezTo>
                  <a:pt x="14964" y="26800"/>
                  <a:pt x="12619" y="28262"/>
                  <a:pt x="9808" y="29350"/>
                </a:cubicBezTo>
                <a:cubicBezTo>
                  <a:pt x="6997" y="30439"/>
                  <a:pt x="3727" y="30983"/>
                  <a:pt x="0" y="30983"/>
                </a:cubicBezTo>
                <a:lnTo>
                  <a:pt x="0" y="2460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&quot;cascader-select/index.md&quot;">
            <a:extLst xmlns:a="http://schemas.openxmlformats.org/drawingml/2006/main">
              <a:ext uri="{FF2B5EF4-FFF2-40B4-BE49-F238E27FC236}">
                <a16:creationId xmlns:a16="http://schemas.microsoft.com/office/drawing/2014/main" id="{19739E8D-C3B2-4E29-8C0A-D47E6BE7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912" y="3855013"/>
            <a:ext cx="1324883" cy="76503"/>
          </a:xfrm>
          <a:custGeom xmlns:a="http://schemas.openxmlformats.org/drawingml/2006/main">
            <a:pathLst>
              <a:path w="1324883" h="76503">
                <a:moveTo>
                  <a:pt x="10297" y="559"/>
                </a:moveTo>
                <a:lnTo>
                  <a:pt x="8992" y="22457"/>
                </a:lnTo>
                <a:lnTo>
                  <a:pt x="1351" y="22457"/>
                </a:lnTo>
                <a:lnTo>
                  <a:pt x="0" y="559"/>
                </a:lnTo>
                <a:lnTo>
                  <a:pt x="10297" y="559"/>
                </a:lnTo>
                <a:moveTo>
                  <a:pt x="28421" y="559"/>
                </a:moveTo>
                <a:lnTo>
                  <a:pt x="27116" y="22457"/>
                </a:lnTo>
                <a:lnTo>
                  <a:pt x="19475" y="22457"/>
                </a:lnTo>
                <a:lnTo>
                  <a:pt x="18124" y="559"/>
                </a:lnTo>
                <a:lnTo>
                  <a:pt x="28421" y="559"/>
                </a:lnTo>
                <a:close/>
                <a:moveTo>
                  <a:pt x="83634" y="64716"/>
                </a:moveTo>
                <a:cubicBezTo>
                  <a:pt x="81522" y="65523"/>
                  <a:pt x="79355" y="66121"/>
                  <a:pt x="77134" y="66510"/>
                </a:cubicBezTo>
                <a:cubicBezTo>
                  <a:pt x="74914" y="66898"/>
                  <a:pt x="72623" y="67092"/>
                  <a:pt x="70262" y="67092"/>
                </a:cubicBezTo>
                <a:cubicBezTo>
                  <a:pt x="62870" y="67092"/>
                  <a:pt x="57178" y="65088"/>
                  <a:pt x="53186" y="61082"/>
                </a:cubicBezTo>
                <a:cubicBezTo>
                  <a:pt x="49195" y="57075"/>
                  <a:pt x="47199" y="51220"/>
                  <a:pt x="47199" y="43517"/>
                </a:cubicBezTo>
                <a:cubicBezTo>
                  <a:pt x="47199" y="39820"/>
                  <a:pt x="47774" y="36466"/>
                  <a:pt x="48923" y="33453"/>
                </a:cubicBezTo>
                <a:cubicBezTo>
                  <a:pt x="50072" y="30440"/>
                  <a:pt x="51688" y="27862"/>
                  <a:pt x="53769" y="25719"/>
                </a:cubicBezTo>
                <a:cubicBezTo>
                  <a:pt x="55850" y="23575"/>
                  <a:pt x="58335" y="21921"/>
                  <a:pt x="61223" y="20757"/>
                </a:cubicBezTo>
                <a:cubicBezTo>
                  <a:pt x="64112" y="19592"/>
                  <a:pt x="67296" y="19009"/>
                  <a:pt x="70775" y="19009"/>
                </a:cubicBezTo>
                <a:cubicBezTo>
                  <a:pt x="73197" y="19009"/>
                  <a:pt x="75465" y="19184"/>
                  <a:pt x="77577" y="19534"/>
                </a:cubicBezTo>
                <a:cubicBezTo>
                  <a:pt x="79689" y="19882"/>
                  <a:pt x="81708" y="20453"/>
                  <a:pt x="83634" y="21246"/>
                </a:cubicBezTo>
                <a:lnTo>
                  <a:pt x="83634" y="28980"/>
                </a:lnTo>
                <a:cubicBezTo>
                  <a:pt x="81615" y="27907"/>
                  <a:pt x="79557" y="27127"/>
                  <a:pt x="77461" y="26639"/>
                </a:cubicBezTo>
                <a:cubicBezTo>
                  <a:pt x="75364" y="26150"/>
                  <a:pt x="73197" y="25905"/>
                  <a:pt x="70961" y="25905"/>
                </a:cubicBezTo>
                <a:cubicBezTo>
                  <a:pt x="68880" y="25905"/>
                  <a:pt x="66915" y="26301"/>
                  <a:pt x="65067" y="27093"/>
                </a:cubicBezTo>
                <a:cubicBezTo>
                  <a:pt x="63219" y="27885"/>
                  <a:pt x="61596" y="29027"/>
                  <a:pt x="60198" y="30518"/>
                </a:cubicBezTo>
                <a:cubicBezTo>
                  <a:pt x="58801" y="32008"/>
                  <a:pt x="57698" y="33826"/>
                  <a:pt x="56890" y="35969"/>
                </a:cubicBezTo>
                <a:cubicBezTo>
                  <a:pt x="56083" y="38112"/>
                  <a:pt x="55679" y="40535"/>
                  <a:pt x="55679" y="43237"/>
                </a:cubicBezTo>
                <a:cubicBezTo>
                  <a:pt x="55679" y="48890"/>
                  <a:pt x="57053" y="53122"/>
                  <a:pt x="59802" y="55933"/>
                </a:cubicBezTo>
                <a:cubicBezTo>
                  <a:pt x="62551" y="58744"/>
                  <a:pt x="66364" y="60150"/>
                  <a:pt x="71241" y="60150"/>
                </a:cubicBezTo>
                <a:cubicBezTo>
                  <a:pt x="73446" y="60150"/>
                  <a:pt x="75581" y="59901"/>
                  <a:pt x="77647" y="59404"/>
                </a:cubicBezTo>
                <a:cubicBezTo>
                  <a:pt x="79712" y="58907"/>
                  <a:pt x="81708" y="58162"/>
                  <a:pt x="83634" y="57168"/>
                </a:cubicBezTo>
                <a:lnTo>
                  <a:pt x="83634" y="64716"/>
                </a:lnTo>
                <a:close/>
                <a:moveTo>
                  <a:pt x="129203" y="66440"/>
                </a:moveTo>
                <a:lnTo>
                  <a:pt x="129016" y="60137"/>
                </a:lnTo>
                <a:cubicBezTo>
                  <a:pt x="126469" y="62657"/>
                  <a:pt x="123883" y="64478"/>
                  <a:pt x="121259" y="65598"/>
                </a:cubicBezTo>
                <a:cubicBezTo>
                  <a:pt x="118634" y="66718"/>
                  <a:pt x="115877" y="67278"/>
                  <a:pt x="112989" y="67278"/>
                </a:cubicBezTo>
                <a:cubicBezTo>
                  <a:pt x="110317" y="67278"/>
                  <a:pt x="108034" y="66936"/>
                  <a:pt x="106140" y="66252"/>
                </a:cubicBezTo>
                <a:cubicBezTo>
                  <a:pt x="104245" y="65567"/>
                  <a:pt x="102684" y="64626"/>
                  <a:pt x="101457" y="63429"/>
                </a:cubicBezTo>
                <a:cubicBezTo>
                  <a:pt x="100230" y="62231"/>
                  <a:pt x="99330" y="60823"/>
                  <a:pt x="98755" y="59205"/>
                </a:cubicBezTo>
                <a:cubicBezTo>
                  <a:pt x="98180" y="57587"/>
                  <a:pt x="97893" y="55829"/>
                  <a:pt x="97893" y="53931"/>
                </a:cubicBezTo>
                <a:cubicBezTo>
                  <a:pt x="97893" y="49233"/>
                  <a:pt x="99640" y="45554"/>
                  <a:pt x="103135" y="42895"/>
                </a:cubicBezTo>
                <a:cubicBezTo>
                  <a:pt x="106629" y="40234"/>
                  <a:pt x="111793" y="38904"/>
                  <a:pt x="118626" y="38904"/>
                </a:cubicBezTo>
                <a:lnTo>
                  <a:pt x="128317" y="38904"/>
                </a:lnTo>
                <a:lnTo>
                  <a:pt x="128317" y="34818"/>
                </a:lnTo>
                <a:cubicBezTo>
                  <a:pt x="128317" y="32064"/>
                  <a:pt x="127432" y="29858"/>
                  <a:pt x="125662" y="28202"/>
                </a:cubicBezTo>
                <a:cubicBezTo>
                  <a:pt x="123891" y="26547"/>
                  <a:pt x="121189" y="25719"/>
                  <a:pt x="117555" y="25719"/>
                </a:cubicBezTo>
                <a:cubicBezTo>
                  <a:pt x="114914" y="25719"/>
                  <a:pt x="112313" y="26018"/>
                  <a:pt x="109751" y="26617"/>
                </a:cubicBezTo>
                <a:cubicBezTo>
                  <a:pt x="107188" y="27215"/>
                  <a:pt x="104540" y="28065"/>
                  <a:pt x="101807" y="29166"/>
                </a:cubicBezTo>
                <a:lnTo>
                  <a:pt x="101807" y="21851"/>
                </a:lnTo>
                <a:cubicBezTo>
                  <a:pt x="102832" y="21473"/>
                  <a:pt x="103973" y="21102"/>
                  <a:pt x="105231" y="20739"/>
                </a:cubicBezTo>
                <a:cubicBezTo>
                  <a:pt x="106489" y="20376"/>
                  <a:pt x="107817" y="20053"/>
                  <a:pt x="109215" y="19769"/>
                </a:cubicBezTo>
                <a:cubicBezTo>
                  <a:pt x="110613" y="19485"/>
                  <a:pt x="112072" y="19256"/>
                  <a:pt x="113594" y="19084"/>
                </a:cubicBezTo>
                <a:cubicBezTo>
                  <a:pt x="115116" y="18910"/>
                  <a:pt x="116654" y="18823"/>
                  <a:pt x="118207" y="18823"/>
                </a:cubicBezTo>
                <a:cubicBezTo>
                  <a:pt x="121034" y="18823"/>
                  <a:pt x="123581" y="19134"/>
                  <a:pt x="125848" y="19755"/>
                </a:cubicBezTo>
                <a:cubicBezTo>
                  <a:pt x="128115" y="20376"/>
                  <a:pt x="130033" y="21323"/>
                  <a:pt x="131602" y="22597"/>
                </a:cubicBezTo>
                <a:cubicBezTo>
                  <a:pt x="133171" y="23870"/>
                  <a:pt x="134374" y="25470"/>
                  <a:pt x="135213" y="27396"/>
                </a:cubicBezTo>
                <a:cubicBezTo>
                  <a:pt x="136052" y="29322"/>
                  <a:pt x="136471" y="31589"/>
                  <a:pt x="136471" y="34198"/>
                </a:cubicBezTo>
                <a:lnTo>
                  <a:pt x="136471" y="66440"/>
                </a:lnTo>
                <a:lnTo>
                  <a:pt x="129203" y="66440"/>
                </a:lnTo>
                <a:moveTo>
                  <a:pt x="128317" y="45101"/>
                </a:moveTo>
                <a:lnTo>
                  <a:pt x="118021" y="45101"/>
                </a:lnTo>
                <a:cubicBezTo>
                  <a:pt x="116002" y="45101"/>
                  <a:pt x="114262" y="45304"/>
                  <a:pt x="112802" y="45709"/>
                </a:cubicBezTo>
                <a:cubicBezTo>
                  <a:pt x="111342" y="46114"/>
                  <a:pt x="110147" y="46690"/>
                  <a:pt x="109215" y="47438"/>
                </a:cubicBezTo>
                <a:cubicBezTo>
                  <a:pt x="108283" y="48185"/>
                  <a:pt x="107592" y="49081"/>
                  <a:pt x="107141" y="50125"/>
                </a:cubicBezTo>
                <a:cubicBezTo>
                  <a:pt x="106691" y="51169"/>
                  <a:pt x="106466" y="52345"/>
                  <a:pt x="106466" y="53653"/>
                </a:cubicBezTo>
                <a:cubicBezTo>
                  <a:pt x="106466" y="54557"/>
                  <a:pt x="106606" y="55422"/>
                  <a:pt x="106885" y="56248"/>
                </a:cubicBezTo>
                <a:cubicBezTo>
                  <a:pt x="107165" y="57073"/>
                  <a:pt x="107615" y="57805"/>
                  <a:pt x="108236" y="58443"/>
                </a:cubicBezTo>
                <a:cubicBezTo>
                  <a:pt x="108858" y="59082"/>
                  <a:pt x="109665" y="59588"/>
                  <a:pt x="110659" y="59962"/>
                </a:cubicBezTo>
                <a:cubicBezTo>
                  <a:pt x="111653" y="60336"/>
                  <a:pt x="112864" y="60522"/>
                  <a:pt x="114293" y="60522"/>
                </a:cubicBezTo>
                <a:cubicBezTo>
                  <a:pt x="116157" y="60522"/>
                  <a:pt x="118292" y="59954"/>
                  <a:pt x="120700" y="58818"/>
                </a:cubicBezTo>
                <a:cubicBezTo>
                  <a:pt x="123107" y="57680"/>
                  <a:pt x="125646" y="55880"/>
                  <a:pt x="128317" y="53419"/>
                </a:cubicBezTo>
                <a:lnTo>
                  <a:pt x="128317" y="45101"/>
                </a:lnTo>
                <a:close/>
                <a:moveTo>
                  <a:pt x="188050" y="53674"/>
                </a:moveTo>
                <a:cubicBezTo>
                  <a:pt x="188050" y="55320"/>
                  <a:pt x="187770" y="56795"/>
                  <a:pt x="187211" y="58100"/>
                </a:cubicBezTo>
                <a:cubicBezTo>
                  <a:pt x="186652" y="59404"/>
                  <a:pt x="185891" y="60561"/>
                  <a:pt x="184928" y="61571"/>
                </a:cubicBezTo>
                <a:cubicBezTo>
                  <a:pt x="183965" y="62580"/>
                  <a:pt x="182847" y="63442"/>
                  <a:pt x="181574" y="64157"/>
                </a:cubicBezTo>
                <a:cubicBezTo>
                  <a:pt x="180300" y="64871"/>
                  <a:pt x="178941" y="65461"/>
                  <a:pt x="177497" y="65927"/>
                </a:cubicBezTo>
                <a:cubicBezTo>
                  <a:pt x="176053" y="66393"/>
                  <a:pt x="174569" y="66735"/>
                  <a:pt x="173047" y="66952"/>
                </a:cubicBezTo>
                <a:cubicBezTo>
                  <a:pt x="171526" y="67170"/>
                  <a:pt x="170035" y="67278"/>
                  <a:pt x="168575" y="67278"/>
                </a:cubicBezTo>
                <a:cubicBezTo>
                  <a:pt x="165406" y="67278"/>
                  <a:pt x="162494" y="67139"/>
                  <a:pt x="159839" y="66859"/>
                </a:cubicBezTo>
                <a:cubicBezTo>
                  <a:pt x="157183" y="66579"/>
                  <a:pt x="154582" y="66129"/>
                  <a:pt x="152035" y="65508"/>
                </a:cubicBezTo>
                <a:lnTo>
                  <a:pt x="152035" y="58053"/>
                </a:lnTo>
                <a:cubicBezTo>
                  <a:pt x="154768" y="58830"/>
                  <a:pt x="157486" y="59420"/>
                  <a:pt x="160188" y="59824"/>
                </a:cubicBezTo>
                <a:cubicBezTo>
                  <a:pt x="162891" y="60227"/>
                  <a:pt x="165577" y="60429"/>
                  <a:pt x="168249" y="60429"/>
                </a:cubicBezTo>
                <a:cubicBezTo>
                  <a:pt x="172131" y="60429"/>
                  <a:pt x="175004" y="59901"/>
                  <a:pt x="176868" y="58845"/>
                </a:cubicBezTo>
                <a:cubicBezTo>
                  <a:pt x="178732" y="57789"/>
                  <a:pt x="179664" y="56283"/>
                  <a:pt x="179664" y="54326"/>
                </a:cubicBezTo>
                <a:cubicBezTo>
                  <a:pt x="179664" y="53487"/>
                  <a:pt x="179516" y="52734"/>
                  <a:pt x="179221" y="52066"/>
                </a:cubicBezTo>
                <a:cubicBezTo>
                  <a:pt x="178926" y="51398"/>
                  <a:pt x="178390" y="50762"/>
                  <a:pt x="177613" y="50156"/>
                </a:cubicBezTo>
                <a:cubicBezTo>
                  <a:pt x="176837" y="49550"/>
                  <a:pt x="175633" y="48921"/>
                  <a:pt x="174003" y="48269"/>
                </a:cubicBezTo>
                <a:cubicBezTo>
                  <a:pt x="172372" y="47617"/>
                  <a:pt x="170143" y="46871"/>
                  <a:pt x="167317" y="46033"/>
                </a:cubicBezTo>
                <a:cubicBezTo>
                  <a:pt x="165205" y="45411"/>
                  <a:pt x="163255" y="44705"/>
                  <a:pt x="161469" y="43913"/>
                </a:cubicBezTo>
                <a:cubicBezTo>
                  <a:pt x="159683" y="43121"/>
                  <a:pt x="158138" y="42181"/>
                  <a:pt x="156834" y="41094"/>
                </a:cubicBezTo>
                <a:cubicBezTo>
                  <a:pt x="155529" y="40007"/>
                  <a:pt x="154504" y="38733"/>
                  <a:pt x="153759" y="37273"/>
                </a:cubicBezTo>
                <a:cubicBezTo>
                  <a:pt x="153013" y="35813"/>
                  <a:pt x="152640" y="34090"/>
                  <a:pt x="152640" y="32102"/>
                </a:cubicBezTo>
                <a:cubicBezTo>
                  <a:pt x="152640" y="30797"/>
                  <a:pt x="152943" y="29368"/>
                  <a:pt x="153549" y="27815"/>
                </a:cubicBezTo>
                <a:cubicBezTo>
                  <a:pt x="154155" y="26262"/>
                  <a:pt x="155187" y="24818"/>
                  <a:pt x="156647" y="23482"/>
                </a:cubicBezTo>
                <a:cubicBezTo>
                  <a:pt x="158107" y="22147"/>
                  <a:pt x="160079" y="21036"/>
                  <a:pt x="162564" y="20151"/>
                </a:cubicBezTo>
                <a:cubicBezTo>
                  <a:pt x="165049" y="19266"/>
                  <a:pt x="168155" y="18823"/>
                  <a:pt x="171883" y="18823"/>
                </a:cubicBezTo>
                <a:cubicBezTo>
                  <a:pt x="173715" y="18823"/>
                  <a:pt x="175750" y="18924"/>
                  <a:pt x="177986" y="19126"/>
                </a:cubicBezTo>
                <a:cubicBezTo>
                  <a:pt x="180223" y="19328"/>
                  <a:pt x="182552" y="19677"/>
                  <a:pt x="184975" y="20174"/>
                </a:cubicBezTo>
                <a:lnTo>
                  <a:pt x="184975" y="27396"/>
                </a:lnTo>
                <a:cubicBezTo>
                  <a:pt x="182428" y="26775"/>
                  <a:pt x="180013" y="26316"/>
                  <a:pt x="177730" y="26021"/>
                </a:cubicBezTo>
                <a:cubicBezTo>
                  <a:pt x="175447" y="25726"/>
                  <a:pt x="173467" y="25579"/>
                  <a:pt x="171790" y="25579"/>
                </a:cubicBezTo>
                <a:cubicBezTo>
                  <a:pt x="169771" y="25579"/>
                  <a:pt x="168070" y="25734"/>
                  <a:pt x="166688" y="26045"/>
                </a:cubicBezTo>
                <a:cubicBezTo>
                  <a:pt x="165306" y="26355"/>
                  <a:pt x="164187" y="26782"/>
                  <a:pt x="163333" y="27326"/>
                </a:cubicBezTo>
                <a:cubicBezTo>
                  <a:pt x="162479" y="27870"/>
                  <a:pt x="161866" y="28506"/>
                  <a:pt x="161493" y="29236"/>
                </a:cubicBezTo>
                <a:cubicBezTo>
                  <a:pt x="161120" y="29966"/>
                  <a:pt x="160934" y="30750"/>
                  <a:pt x="160934" y="31589"/>
                </a:cubicBezTo>
                <a:cubicBezTo>
                  <a:pt x="160934" y="32428"/>
                  <a:pt x="161097" y="33189"/>
                  <a:pt x="161423" y="33872"/>
                </a:cubicBezTo>
                <a:cubicBezTo>
                  <a:pt x="161749" y="34555"/>
                  <a:pt x="162355" y="35215"/>
                  <a:pt x="163240" y="35852"/>
                </a:cubicBezTo>
                <a:cubicBezTo>
                  <a:pt x="164125" y="36489"/>
                  <a:pt x="165360" y="37126"/>
                  <a:pt x="166944" y="37762"/>
                </a:cubicBezTo>
                <a:cubicBezTo>
                  <a:pt x="168528" y="38399"/>
                  <a:pt x="170594" y="39090"/>
                  <a:pt x="173141" y="39836"/>
                </a:cubicBezTo>
                <a:cubicBezTo>
                  <a:pt x="175905" y="40643"/>
                  <a:pt x="178235" y="41490"/>
                  <a:pt x="180129" y="42375"/>
                </a:cubicBezTo>
                <a:cubicBezTo>
                  <a:pt x="182024" y="43260"/>
                  <a:pt x="183562" y="44246"/>
                  <a:pt x="184742" y="45334"/>
                </a:cubicBezTo>
                <a:cubicBezTo>
                  <a:pt x="185922" y="46421"/>
                  <a:pt x="186769" y="47648"/>
                  <a:pt x="187281" y="49014"/>
                </a:cubicBezTo>
                <a:cubicBezTo>
                  <a:pt x="187794" y="50381"/>
                  <a:pt x="188050" y="51934"/>
                  <a:pt x="188050" y="53674"/>
                </a:cubicBezTo>
                <a:close/>
                <a:moveTo>
                  <a:pt x="239209" y="64716"/>
                </a:moveTo>
                <a:cubicBezTo>
                  <a:pt x="237097" y="65523"/>
                  <a:pt x="234931" y="66121"/>
                  <a:pt x="232710" y="66510"/>
                </a:cubicBezTo>
                <a:cubicBezTo>
                  <a:pt x="230489" y="66898"/>
                  <a:pt x="228198" y="67092"/>
                  <a:pt x="225838" y="67092"/>
                </a:cubicBezTo>
                <a:cubicBezTo>
                  <a:pt x="218445" y="67092"/>
                  <a:pt x="212753" y="65088"/>
                  <a:pt x="208762" y="61082"/>
                </a:cubicBezTo>
                <a:cubicBezTo>
                  <a:pt x="204770" y="57075"/>
                  <a:pt x="202775" y="51220"/>
                  <a:pt x="202775" y="43517"/>
                </a:cubicBezTo>
                <a:cubicBezTo>
                  <a:pt x="202775" y="39820"/>
                  <a:pt x="203349" y="36466"/>
                  <a:pt x="204499" y="33453"/>
                </a:cubicBezTo>
                <a:cubicBezTo>
                  <a:pt x="205648" y="30440"/>
                  <a:pt x="207263" y="27862"/>
                  <a:pt x="209344" y="25719"/>
                </a:cubicBezTo>
                <a:cubicBezTo>
                  <a:pt x="211425" y="23575"/>
                  <a:pt x="213910" y="21921"/>
                  <a:pt x="216799" y="20757"/>
                </a:cubicBezTo>
                <a:cubicBezTo>
                  <a:pt x="219688" y="19592"/>
                  <a:pt x="222871" y="19009"/>
                  <a:pt x="226350" y="19009"/>
                </a:cubicBezTo>
                <a:cubicBezTo>
                  <a:pt x="228773" y="19009"/>
                  <a:pt x="231040" y="19184"/>
                  <a:pt x="233152" y="19534"/>
                </a:cubicBezTo>
                <a:cubicBezTo>
                  <a:pt x="235265" y="19882"/>
                  <a:pt x="237284" y="20453"/>
                  <a:pt x="239209" y="21246"/>
                </a:cubicBezTo>
                <a:lnTo>
                  <a:pt x="239209" y="28980"/>
                </a:lnTo>
                <a:cubicBezTo>
                  <a:pt x="237190" y="27907"/>
                  <a:pt x="235133" y="27127"/>
                  <a:pt x="233036" y="26639"/>
                </a:cubicBezTo>
                <a:cubicBezTo>
                  <a:pt x="230939" y="26150"/>
                  <a:pt x="228773" y="25905"/>
                  <a:pt x="226536" y="25905"/>
                </a:cubicBezTo>
                <a:cubicBezTo>
                  <a:pt x="224455" y="25905"/>
                  <a:pt x="222491" y="26301"/>
                  <a:pt x="220643" y="27093"/>
                </a:cubicBezTo>
                <a:cubicBezTo>
                  <a:pt x="218795" y="27885"/>
                  <a:pt x="217172" y="29027"/>
                  <a:pt x="215774" y="30518"/>
                </a:cubicBezTo>
                <a:cubicBezTo>
                  <a:pt x="214376" y="32008"/>
                  <a:pt x="213273" y="33826"/>
                  <a:pt x="212466" y="35969"/>
                </a:cubicBezTo>
                <a:cubicBezTo>
                  <a:pt x="211658" y="38112"/>
                  <a:pt x="211254" y="40535"/>
                  <a:pt x="211254" y="43237"/>
                </a:cubicBezTo>
                <a:cubicBezTo>
                  <a:pt x="211254" y="48890"/>
                  <a:pt x="212629" y="53122"/>
                  <a:pt x="215378" y="55933"/>
                </a:cubicBezTo>
                <a:cubicBezTo>
                  <a:pt x="218127" y="58744"/>
                  <a:pt x="221939" y="60150"/>
                  <a:pt x="226816" y="60150"/>
                </a:cubicBezTo>
                <a:cubicBezTo>
                  <a:pt x="229021" y="60150"/>
                  <a:pt x="231157" y="59901"/>
                  <a:pt x="233222" y="59404"/>
                </a:cubicBezTo>
                <a:cubicBezTo>
                  <a:pt x="235288" y="58907"/>
                  <a:pt x="237284" y="58162"/>
                  <a:pt x="239209" y="57168"/>
                </a:cubicBezTo>
                <a:lnTo>
                  <a:pt x="239209" y="64716"/>
                </a:lnTo>
                <a:close/>
                <a:moveTo>
                  <a:pt x="284778" y="66440"/>
                </a:moveTo>
                <a:lnTo>
                  <a:pt x="284592" y="60137"/>
                </a:lnTo>
                <a:cubicBezTo>
                  <a:pt x="282045" y="62657"/>
                  <a:pt x="279459" y="64478"/>
                  <a:pt x="276834" y="65598"/>
                </a:cubicBezTo>
                <a:cubicBezTo>
                  <a:pt x="274209" y="66718"/>
                  <a:pt x="271453" y="67278"/>
                  <a:pt x="268564" y="67278"/>
                </a:cubicBezTo>
                <a:cubicBezTo>
                  <a:pt x="265893" y="67278"/>
                  <a:pt x="263610" y="66936"/>
                  <a:pt x="261715" y="66252"/>
                </a:cubicBezTo>
                <a:cubicBezTo>
                  <a:pt x="259820" y="65567"/>
                  <a:pt x="258260" y="64626"/>
                  <a:pt x="257033" y="63429"/>
                </a:cubicBezTo>
                <a:cubicBezTo>
                  <a:pt x="255806" y="62231"/>
                  <a:pt x="254905" y="60823"/>
                  <a:pt x="254330" y="59205"/>
                </a:cubicBezTo>
                <a:cubicBezTo>
                  <a:pt x="253756" y="57587"/>
                  <a:pt x="253468" y="55829"/>
                  <a:pt x="253468" y="53931"/>
                </a:cubicBezTo>
                <a:cubicBezTo>
                  <a:pt x="253468" y="49233"/>
                  <a:pt x="255216" y="45554"/>
                  <a:pt x="258710" y="42895"/>
                </a:cubicBezTo>
                <a:cubicBezTo>
                  <a:pt x="262204" y="40234"/>
                  <a:pt x="267368" y="38904"/>
                  <a:pt x="274202" y="38904"/>
                </a:cubicBezTo>
                <a:lnTo>
                  <a:pt x="283893" y="38904"/>
                </a:lnTo>
                <a:lnTo>
                  <a:pt x="283893" y="34818"/>
                </a:lnTo>
                <a:cubicBezTo>
                  <a:pt x="283893" y="32064"/>
                  <a:pt x="283008" y="29858"/>
                  <a:pt x="281237" y="28202"/>
                </a:cubicBezTo>
                <a:cubicBezTo>
                  <a:pt x="279467" y="26547"/>
                  <a:pt x="276764" y="25719"/>
                  <a:pt x="273130" y="25719"/>
                </a:cubicBezTo>
                <a:cubicBezTo>
                  <a:pt x="270490" y="25719"/>
                  <a:pt x="267889" y="26018"/>
                  <a:pt x="265326" y="26617"/>
                </a:cubicBezTo>
                <a:cubicBezTo>
                  <a:pt x="262763" y="27215"/>
                  <a:pt x="260116" y="28065"/>
                  <a:pt x="257382" y="29166"/>
                </a:cubicBezTo>
                <a:lnTo>
                  <a:pt x="257382" y="21851"/>
                </a:lnTo>
                <a:cubicBezTo>
                  <a:pt x="258407" y="21473"/>
                  <a:pt x="259549" y="21102"/>
                  <a:pt x="260807" y="20739"/>
                </a:cubicBezTo>
                <a:cubicBezTo>
                  <a:pt x="262065" y="20376"/>
                  <a:pt x="263392" y="20053"/>
                  <a:pt x="264790" y="19769"/>
                </a:cubicBezTo>
                <a:cubicBezTo>
                  <a:pt x="266188" y="19485"/>
                  <a:pt x="267648" y="19256"/>
                  <a:pt x="269170" y="19084"/>
                </a:cubicBezTo>
                <a:cubicBezTo>
                  <a:pt x="270692" y="18910"/>
                  <a:pt x="272229" y="18823"/>
                  <a:pt x="273782" y="18823"/>
                </a:cubicBezTo>
                <a:cubicBezTo>
                  <a:pt x="276609" y="18823"/>
                  <a:pt x="279156" y="19134"/>
                  <a:pt x="281423" y="19755"/>
                </a:cubicBezTo>
                <a:cubicBezTo>
                  <a:pt x="283691" y="20376"/>
                  <a:pt x="285609" y="21323"/>
                  <a:pt x="287177" y="22597"/>
                </a:cubicBezTo>
                <a:cubicBezTo>
                  <a:pt x="288746" y="23870"/>
                  <a:pt x="289950" y="25470"/>
                  <a:pt x="290788" y="27396"/>
                </a:cubicBezTo>
                <a:cubicBezTo>
                  <a:pt x="291627" y="29322"/>
                  <a:pt x="292046" y="31589"/>
                  <a:pt x="292046" y="34198"/>
                </a:cubicBezTo>
                <a:lnTo>
                  <a:pt x="292046" y="66440"/>
                </a:lnTo>
                <a:lnTo>
                  <a:pt x="284778" y="66440"/>
                </a:lnTo>
                <a:moveTo>
                  <a:pt x="283893" y="45101"/>
                </a:moveTo>
                <a:lnTo>
                  <a:pt x="273596" y="45101"/>
                </a:lnTo>
                <a:cubicBezTo>
                  <a:pt x="271577" y="45101"/>
                  <a:pt x="269838" y="45304"/>
                  <a:pt x="268378" y="45709"/>
                </a:cubicBezTo>
                <a:cubicBezTo>
                  <a:pt x="266918" y="46114"/>
                  <a:pt x="265722" y="46690"/>
                  <a:pt x="264790" y="47438"/>
                </a:cubicBezTo>
                <a:cubicBezTo>
                  <a:pt x="263858" y="48185"/>
                  <a:pt x="263167" y="49081"/>
                  <a:pt x="262717" y="50125"/>
                </a:cubicBezTo>
                <a:cubicBezTo>
                  <a:pt x="262267" y="51169"/>
                  <a:pt x="262041" y="52345"/>
                  <a:pt x="262041" y="53653"/>
                </a:cubicBezTo>
                <a:cubicBezTo>
                  <a:pt x="262041" y="54557"/>
                  <a:pt x="262181" y="55422"/>
                  <a:pt x="262461" y="56248"/>
                </a:cubicBezTo>
                <a:cubicBezTo>
                  <a:pt x="262740" y="57073"/>
                  <a:pt x="263191" y="57805"/>
                  <a:pt x="263812" y="58443"/>
                </a:cubicBezTo>
                <a:cubicBezTo>
                  <a:pt x="264433" y="59082"/>
                  <a:pt x="265241" y="59588"/>
                  <a:pt x="266235" y="59962"/>
                </a:cubicBezTo>
                <a:cubicBezTo>
                  <a:pt x="267229" y="60336"/>
                  <a:pt x="268440" y="60522"/>
                  <a:pt x="269869" y="60522"/>
                </a:cubicBezTo>
                <a:cubicBezTo>
                  <a:pt x="271732" y="60522"/>
                  <a:pt x="273868" y="59954"/>
                  <a:pt x="276275" y="58818"/>
                </a:cubicBezTo>
                <a:cubicBezTo>
                  <a:pt x="278682" y="57680"/>
                  <a:pt x="281222" y="55880"/>
                  <a:pt x="283893" y="53419"/>
                </a:cubicBezTo>
                <a:lnTo>
                  <a:pt x="283893" y="45101"/>
                </a:lnTo>
                <a:close/>
                <a:moveTo>
                  <a:pt x="304209" y="44029"/>
                </a:moveTo>
                <a:cubicBezTo>
                  <a:pt x="304209" y="40053"/>
                  <a:pt x="304752" y="36520"/>
                  <a:pt x="305839" y="33429"/>
                </a:cubicBezTo>
                <a:cubicBezTo>
                  <a:pt x="306927" y="30339"/>
                  <a:pt x="308472" y="27730"/>
                  <a:pt x="310475" y="25602"/>
                </a:cubicBezTo>
                <a:cubicBezTo>
                  <a:pt x="312479" y="23474"/>
                  <a:pt x="314886" y="21859"/>
                  <a:pt x="317697" y="20757"/>
                </a:cubicBezTo>
                <a:cubicBezTo>
                  <a:pt x="320508" y="19654"/>
                  <a:pt x="323637" y="19103"/>
                  <a:pt x="327085" y="19103"/>
                </a:cubicBezTo>
                <a:cubicBezTo>
                  <a:pt x="328576" y="19103"/>
                  <a:pt x="330044" y="19196"/>
                  <a:pt x="331488" y="19382"/>
                </a:cubicBezTo>
                <a:cubicBezTo>
                  <a:pt x="332932" y="19568"/>
                  <a:pt x="334354" y="19864"/>
                  <a:pt x="335751" y="20267"/>
                </a:cubicBezTo>
                <a:lnTo>
                  <a:pt x="335751" y="559"/>
                </a:lnTo>
                <a:lnTo>
                  <a:pt x="343905" y="559"/>
                </a:lnTo>
                <a:lnTo>
                  <a:pt x="343905" y="66440"/>
                </a:lnTo>
                <a:lnTo>
                  <a:pt x="336636" y="66440"/>
                </a:lnTo>
                <a:lnTo>
                  <a:pt x="336357" y="57587"/>
                </a:lnTo>
                <a:cubicBezTo>
                  <a:pt x="334089" y="60880"/>
                  <a:pt x="331636" y="63318"/>
                  <a:pt x="328995" y="64902"/>
                </a:cubicBezTo>
                <a:cubicBezTo>
                  <a:pt x="326355" y="66486"/>
                  <a:pt x="323498" y="67278"/>
                  <a:pt x="320423" y="67278"/>
                </a:cubicBezTo>
                <a:cubicBezTo>
                  <a:pt x="317751" y="67278"/>
                  <a:pt x="315398" y="66719"/>
                  <a:pt x="313364" y="65601"/>
                </a:cubicBezTo>
                <a:cubicBezTo>
                  <a:pt x="311329" y="64483"/>
                  <a:pt x="309637" y="62906"/>
                  <a:pt x="308286" y="60872"/>
                </a:cubicBezTo>
                <a:cubicBezTo>
                  <a:pt x="306934" y="58837"/>
                  <a:pt x="305917" y="56391"/>
                  <a:pt x="305234" y="53534"/>
                </a:cubicBezTo>
                <a:cubicBezTo>
                  <a:pt x="304550" y="50676"/>
                  <a:pt x="304209" y="47508"/>
                  <a:pt x="304209" y="44029"/>
                </a:cubicBezTo>
                <a:moveTo>
                  <a:pt x="312502" y="43517"/>
                </a:moveTo>
                <a:cubicBezTo>
                  <a:pt x="312502" y="49170"/>
                  <a:pt x="313333" y="53386"/>
                  <a:pt x="314995" y="56166"/>
                </a:cubicBezTo>
                <a:cubicBezTo>
                  <a:pt x="316656" y="58946"/>
                  <a:pt x="319009" y="60336"/>
                  <a:pt x="322053" y="60336"/>
                </a:cubicBezTo>
                <a:cubicBezTo>
                  <a:pt x="324103" y="60336"/>
                  <a:pt x="326270" y="59420"/>
                  <a:pt x="328553" y="57587"/>
                </a:cubicBezTo>
                <a:cubicBezTo>
                  <a:pt x="330836" y="55755"/>
                  <a:pt x="333235" y="53037"/>
                  <a:pt x="335751" y="49434"/>
                </a:cubicBezTo>
                <a:lnTo>
                  <a:pt x="335751" y="27722"/>
                </a:lnTo>
                <a:cubicBezTo>
                  <a:pt x="334416" y="27101"/>
                  <a:pt x="332940" y="26627"/>
                  <a:pt x="331325" y="26301"/>
                </a:cubicBezTo>
                <a:cubicBezTo>
                  <a:pt x="329710" y="25975"/>
                  <a:pt x="328110" y="25812"/>
                  <a:pt x="326526" y="25812"/>
                </a:cubicBezTo>
                <a:cubicBezTo>
                  <a:pt x="322115" y="25812"/>
                  <a:pt x="318675" y="27241"/>
                  <a:pt x="316206" y="30098"/>
                </a:cubicBezTo>
                <a:cubicBezTo>
                  <a:pt x="313737" y="32956"/>
                  <a:pt x="312502" y="37429"/>
                  <a:pt x="312502" y="43517"/>
                </a:cubicBezTo>
                <a:close/>
                <a:moveTo>
                  <a:pt x="397953" y="40581"/>
                </a:moveTo>
                <a:cubicBezTo>
                  <a:pt x="397953" y="41731"/>
                  <a:pt x="397938" y="42693"/>
                  <a:pt x="397906" y="43470"/>
                </a:cubicBezTo>
                <a:cubicBezTo>
                  <a:pt x="397875" y="44246"/>
                  <a:pt x="397829" y="44976"/>
                  <a:pt x="397767" y="45660"/>
                </a:cubicBezTo>
                <a:lnTo>
                  <a:pt x="364920" y="45660"/>
                </a:lnTo>
                <a:cubicBezTo>
                  <a:pt x="364920" y="50443"/>
                  <a:pt x="366255" y="54116"/>
                  <a:pt x="368927" y="56679"/>
                </a:cubicBezTo>
                <a:cubicBezTo>
                  <a:pt x="371598" y="59241"/>
                  <a:pt x="375449" y="60522"/>
                  <a:pt x="380481" y="60522"/>
                </a:cubicBezTo>
                <a:cubicBezTo>
                  <a:pt x="381848" y="60522"/>
                  <a:pt x="383215" y="60467"/>
                  <a:pt x="384581" y="60357"/>
                </a:cubicBezTo>
                <a:cubicBezTo>
                  <a:pt x="385948" y="60245"/>
                  <a:pt x="387268" y="60094"/>
                  <a:pt x="388542" y="59904"/>
                </a:cubicBezTo>
                <a:cubicBezTo>
                  <a:pt x="389815" y="59712"/>
                  <a:pt x="391034" y="59498"/>
                  <a:pt x="392199" y="59260"/>
                </a:cubicBezTo>
                <a:cubicBezTo>
                  <a:pt x="393364" y="59021"/>
                  <a:pt x="394443" y="58759"/>
                  <a:pt x="395437" y="58472"/>
                </a:cubicBezTo>
                <a:lnTo>
                  <a:pt x="395437" y="65135"/>
                </a:lnTo>
                <a:cubicBezTo>
                  <a:pt x="393232" y="65770"/>
                  <a:pt x="390739" y="66286"/>
                  <a:pt x="387959" y="66683"/>
                </a:cubicBezTo>
                <a:cubicBezTo>
                  <a:pt x="385179" y="67080"/>
                  <a:pt x="382298" y="67278"/>
                  <a:pt x="379316" y="67278"/>
                </a:cubicBezTo>
                <a:cubicBezTo>
                  <a:pt x="375310" y="67278"/>
                  <a:pt x="371862" y="66735"/>
                  <a:pt x="368973" y="65648"/>
                </a:cubicBezTo>
                <a:cubicBezTo>
                  <a:pt x="366084" y="64560"/>
                  <a:pt x="363716" y="62984"/>
                  <a:pt x="361868" y="60919"/>
                </a:cubicBezTo>
                <a:cubicBezTo>
                  <a:pt x="360020" y="58853"/>
                  <a:pt x="358653" y="56321"/>
                  <a:pt x="357768" y="53324"/>
                </a:cubicBezTo>
                <a:cubicBezTo>
                  <a:pt x="356883" y="50327"/>
                  <a:pt x="356440" y="46933"/>
                  <a:pt x="356440" y="43144"/>
                </a:cubicBezTo>
                <a:cubicBezTo>
                  <a:pt x="356440" y="39851"/>
                  <a:pt x="356914" y="36737"/>
                  <a:pt x="357861" y="33802"/>
                </a:cubicBezTo>
                <a:cubicBezTo>
                  <a:pt x="358808" y="30867"/>
                  <a:pt x="360191" y="28289"/>
                  <a:pt x="362008" y="26068"/>
                </a:cubicBezTo>
                <a:cubicBezTo>
                  <a:pt x="363825" y="23847"/>
                  <a:pt x="366053" y="22084"/>
                  <a:pt x="368694" y="20780"/>
                </a:cubicBezTo>
                <a:cubicBezTo>
                  <a:pt x="371334" y="19475"/>
                  <a:pt x="374331" y="18823"/>
                  <a:pt x="377686" y="18823"/>
                </a:cubicBezTo>
                <a:cubicBezTo>
                  <a:pt x="380947" y="18823"/>
                  <a:pt x="383836" y="19336"/>
                  <a:pt x="386352" y="20361"/>
                </a:cubicBezTo>
                <a:cubicBezTo>
                  <a:pt x="388868" y="21386"/>
                  <a:pt x="390988" y="22838"/>
                  <a:pt x="392712" y="24717"/>
                </a:cubicBezTo>
                <a:cubicBezTo>
                  <a:pt x="394435" y="26596"/>
                  <a:pt x="395740" y="28879"/>
                  <a:pt x="396625" y="31566"/>
                </a:cubicBezTo>
                <a:cubicBezTo>
                  <a:pt x="397510" y="34253"/>
                  <a:pt x="397953" y="37258"/>
                  <a:pt x="397953" y="40581"/>
                </a:cubicBezTo>
                <a:moveTo>
                  <a:pt x="389520" y="39416"/>
                </a:moveTo>
                <a:cubicBezTo>
                  <a:pt x="389613" y="37335"/>
                  <a:pt x="389411" y="35433"/>
                  <a:pt x="388914" y="33709"/>
                </a:cubicBezTo>
                <a:cubicBezTo>
                  <a:pt x="388417" y="31985"/>
                  <a:pt x="387649" y="30502"/>
                  <a:pt x="386608" y="29260"/>
                </a:cubicBezTo>
                <a:cubicBezTo>
                  <a:pt x="385567" y="28017"/>
                  <a:pt x="384271" y="27046"/>
                  <a:pt x="382718" y="26348"/>
                </a:cubicBezTo>
                <a:cubicBezTo>
                  <a:pt x="381165" y="25649"/>
                  <a:pt x="379363" y="25299"/>
                  <a:pt x="377313" y="25299"/>
                </a:cubicBezTo>
                <a:cubicBezTo>
                  <a:pt x="375543" y="25299"/>
                  <a:pt x="373927" y="25641"/>
                  <a:pt x="372467" y="26324"/>
                </a:cubicBezTo>
                <a:cubicBezTo>
                  <a:pt x="371008" y="27008"/>
                  <a:pt x="369750" y="27970"/>
                  <a:pt x="368694" y="29213"/>
                </a:cubicBezTo>
                <a:cubicBezTo>
                  <a:pt x="367637" y="30455"/>
                  <a:pt x="366783" y="31946"/>
                  <a:pt x="366131" y="33686"/>
                </a:cubicBezTo>
                <a:cubicBezTo>
                  <a:pt x="365479" y="35425"/>
                  <a:pt x="365075" y="37335"/>
                  <a:pt x="364920" y="39416"/>
                </a:cubicBezTo>
                <a:lnTo>
                  <a:pt x="389520" y="39416"/>
                </a:lnTo>
                <a:close/>
                <a:moveTo>
                  <a:pt x="412212" y="19662"/>
                </a:moveTo>
                <a:lnTo>
                  <a:pt x="419620" y="19662"/>
                </a:lnTo>
                <a:lnTo>
                  <a:pt x="419853" y="28259"/>
                </a:lnTo>
                <a:cubicBezTo>
                  <a:pt x="422618" y="24943"/>
                  <a:pt x="425343" y="22542"/>
                  <a:pt x="428030" y="21055"/>
                </a:cubicBezTo>
                <a:cubicBezTo>
                  <a:pt x="430717" y="19567"/>
                  <a:pt x="433427" y="18823"/>
                  <a:pt x="436160" y="18823"/>
                </a:cubicBezTo>
                <a:cubicBezTo>
                  <a:pt x="441006" y="18823"/>
                  <a:pt x="444679" y="20388"/>
                  <a:pt x="447179" y="23517"/>
                </a:cubicBezTo>
                <a:cubicBezTo>
                  <a:pt x="449680" y="26647"/>
                  <a:pt x="450837" y="31294"/>
                  <a:pt x="450650" y="37460"/>
                </a:cubicBezTo>
                <a:lnTo>
                  <a:pt x="442450" y="37460"/>
                </a:lnTo>
                <a:cubicBezTo>
                  <a:pt x="442543" y="33376"/>
                  <a:pt x="441945" y="30414"/>
                  <a:pt x="440656" y="28574"/>
                </a:cubicBezTo>
                <a:cubicBezTo>
                  <a:pt x="439367" y="26732"/>
                  <a:pt x="437480" y="25812"/>
                  <a:pt x="434995" y="25812"/>
                </a:cubicBezTo>
                <a:cubicBezTo>
                  <a:pt x="433908" y="25812"/>
                  <a:pt x="432813" y="26005"/>
                  <a:pt x="431711" y="26393"/>
                </a:cubicBezTo>
                <a:cubicBezTo>
                  <a:pt x="430608" y="26779"/>
                  <a:pt x="429474" y="27397"/>
                  <a:pt x="428310" y="28248"/>
                </a:cubicBezTo>
                <a:cubicBezTo>
                  <a:pt x="427145" y="29098"/>
                  <a:pt x="425910" y="30188"/>
                  <a:pt x="424605" y="31519"/>
                </a:cubicBezTo>
                <a:cubicBezTo>
                  <a:pt x="423301" y="32849"/>
                  <a:pt x="421903" y="34457"/>
                  <a:pt x="420412" y="36344"/>
                </a:cubicBezTo>
                <a:lnTo>
                  <a:pt x="420412" y="66440"/>
                </a:lnTo>
                <a:lnTo>
                  <a:pt x="412212" y="66440"/>
                </a:lnTo>
                <a:lnTo>
                  <a:pt x="412212" y="19662"/>
                </a:lnTo>
                <a:close/>
                <a:moveTo>
                  <a:pt x="494868" y="44821"/>
                </a:moveTo>
                <a:lnTo>
                  <a:pt x="467006" y="44821"/>
                </a:lnTo>
                <a:lnTo>
                  <a:pt x="467006" y="37180"/>
                </a:lnTo>
                <a:lnTo>
                  <a:pt x="494868" y="37180"/>
                </a:lnTo>
                <a:lnTo>
                  <a:pt x="494868" y="44821"/>
                </a:lnTo>
                <a:close/>
                <a:moveTo>
                  <a:pt x="551059" y="53674"/>
                </a:moveTo>
                <a:cubicBezTo>
                  <a:pt x="551059" y="55320"/>
                  <a:pt x="550780" y="56795"/>
                  <a:pt x="550221" y="58100"/>
                </a:cubicBezTo>
                <a:cubicBezTo>
                  <a:pt x="549661" y="59404"/>
                  <a:pt x="548900" y="60561"/>
                  <a:pt x="547938" y="61571"/>
                </a:cubicBezTo>
                <a:cubicBezTo>
                  <a:pt x="546975" y="62580"/>
                  <a:pt x="545856" y="63442"/>
                  <a:pt x="544583" y="64157"/>
                </a:cubicBezTo>
                <a:cubicBezTo>
                  <a:pt x="543309" y="64871"/>
                  <a:pt x="541951" y="65461"/>
                  <a:pt x="540506" y="65927"/>
                </a:cubicBezTo>
                <a:cubicBezTo>
                  <a:pt x="539062" y="66393"/>
                  <a:pt x="537579" y="66735"/>
                  <a:pt x="536057" y="66952"/>
                </a:cubicBezTo>
                <a:cubicBezTo>
                  <a:pt x="534535" y="67170"/>
                  <a:pt x="533044" y="67278"/>
                  <a:pt x="531584" y="67278"/>
                </a:cubicBezTo>
                <a:cubicBezTo>
                  <a:pt x="528416" y="67278"/>
                  <a:pt x="525504" y="67139"/>
                  <a:pt x="522848" y="66859"/>
                </a:cubicBezTo>
                <a:cubicBezTo>
                  <a:pt x="520192" y="66579"/>
                  <a:pt x="517591" y="66129"/>
                  <a:pt x="515044" y="65508"/>
                </a:cubicBezTo>
                <a:lnTo>
                  <a:pt x="515044" y="58053"/>
                </a:lnTo>
                <a:cubicBezTo>
                  <a:pt x="517777" y="58830"/>
                  <a:pt x="520495" y="59420"/>
                  <a:pt x="523197" y="59824"/>
                </a:cubicBezTo>
                <a:cubicBezTo>
                  <a:pt x="525900" y="60227"/>
                  <a:pt x="528586" y="60429"/>
                  <a:pt x="531258" y="60429"/>
                </a:cubicBezTo>
                <a:cubicBezTo>
                  <a:pt x="535140" y="60429"/>
                  <a:pt x="538014" y="59901"/>
                  <a:pt x="539877" y="58845"/>
                </a:cubicBezTo>
                <a:cubicBezTo>
                  <a:pt x="541741" y="57789"/>
                  <a:pt x="542673" y="56283"/>
                  <a:pt x="542673" y="54326"/>
                </a:cubicBezTo>
                <a:cubicBezTo>
                  <a:pt x="542673" y="53487"/>
                  <a:pt x="542525" y="52734"/>
                  <a:pt x="542230" y="52066"/>
                </a:cubicBezTo>
                <a:cubicBezTo>
                  <a:pt x="541935" y="51398"/>
                  <a:pt x="541399" y="50762"/>
                  <a:pt x="540623" y="50156"/>
                </a:cubicBezTo>
                <a:cubicBezTo>
                  <a:pt x="539846" y="49550"/>
                  <a:pt x="538643" y="48921"/>
                  <a:pt x="537012" y="48269"/>
                </a:cubicBezTo>
                <a:cubicBezTo>
                  <a:pt x="535381" y="47617"/>
                  <a:pt x="533152" y="46871"/>
                  <a:pt x="530326" y="46033"/>
                </a:cubicBezTo>
                <a:cubicBezTo>
                  <a:pt x="528214" y="45411"/>
                  <a:pt x="526265" y="44705"/>
                  <a:pt x="524479" y="43913"/>
                </a:cubicBezTo>
                <a:cubicBezTo>
                  <a:pt x="522693" y="43121"/>
                  <a:pt x="521147" y="42181"/>
                  <a:pt x="519843" y="41094"/>
                </a:cubicBezTo>
                <a:cubicBezTo>
                  <a:pt x="518538" y="40007"/>
                  <a:pt x="517513" y="38733"/>
                  <a:pt x="516768" y="37273"/>
                </a:cubicBezTo>
                <a:cubicBezTo>
                  <a:pt x="516022" y="35813"/>
                  <a:pt x="515650" y="34090"/>
                  <a:pt x="515650" y="32102"/>
                </a:cubicBezTo>
                <a:cubicBezTo>
                  <a:pt x="515650" y="30797"/>
                  <a:pt x="515952" y="29368"/>
                  <a:pt x="516558" y="27815"/>
                </a:cubicBezTo>
                <a:cubicBezTo>
                  <a:pt x="517164" y="26262"/>
                  <a:pt x="518197" y="24818"/>
                  <a:pt x="519656" y="23482"/>
                </a:cubicBezTo>
                <a:cubicBezTo>
                  <a:pt x="521116" y="22147"/>
                  <a:pt x="523089" y="21036"/>
                  <a:pt x="525574" y="20151"/>
                </a:cubicBezTo>
                <a:cubicBezTo>
                  <a:pt x="528058" y="19266"/>
                  <a:pt x="531165" y="18823"/>
                  <a:pt x="534892" y="18823"/>
                </a:cubicBezTo>
                <a:cubicBezTo>
                  <a:pt x="536724" y="18823"/>
                  <a:pt x="538759" y="18924"/>
                  <a:pt x="540995" y="19126"/>
                </a:cubicBezTo>
                <a:cubicBezTo>
                  <a:pt x="543232" y="19328"/>
                  <a:pt x="545561" y="19677"/>
                  <a:pt x="547984" y="20174"/>
                </a:cubicBezTo>
                <a:lnTo>
                  <a:pt x="547984" y="27396"/>
                </a:lnTo>
                <a:cubicBezTo>
                  <a:pt x="545437" y="26775"/>
                  <a:pt x="543022" y="26316"/>
                  <a:pt x="540739" y="26021"/>
                </a:cubicBezTo>
                <a:cubicBezTo>
                  <a:pt x="538456" y="25726"/>
                  <a:pt x="536476" y="25579"/>
                  <a:pt x="534799" y="25579"/>
                </a:cubicBezTo>
                <a:cubicBezTo>
                  <a:pt x="532780" y="25579"/>
                  <a:pt x="531079" y="25734"/>
                  <a:pt x="529697" y="26045"/>
                </a:cubicBezTo>
                <a:cubicBezTo>
                  <a:pt x="528315" y="26355"/>
                  <a:pt x="527196" y="26782"/>
                  <a:pt x="526342" y="27326"/>
                </a:cubicBezTo>
                <a:cubicBezTo>
                  <a:pt x="525488" y="27870"/>
                  <a:pt x="524875" y="28506"/>
                  <a:pt x="524502" y="29236"/>
                </a:cubicBezTo>
                <a:cubicBezTo>
                  <a:pt x="524129" y="29966"/>
                  <a:pt x="523943" y="30750"/>
                  <a:pt x="523943" y="31589"/>
                </a:cubicBezTo>
                <a:cubicBezTo>
                  <a:pt x="523943" y="32428"/>
                  <a:pt x="524106" y="33189"/>
                  <a:pt x="524432" y="33872"/>
                </a:cubicBezTo>
                <a:cubicBezTo>
                  <a:pt x="524758" y="34555"/>
                  <a:pt x="525364" y="35215"/>
                  <a:pt x="526249" y="35852"/>
                </a:cubicBezTo>
                <a:cubicBezTo>
                  <a:pt x="527134" y="36489"/>
                  <a:pt x="528369" y="37126"/>
                  <a:pt x="529953" y="37762"/>
                </a:cubicBezTo>
                <a:cubicBezTo>
                  <a:pt x="531537" y="38399"/>
                  <a:pt x="533603" y="39090"/>
                  <a:pt x="536150" y="39836"/>
                </a:cubicBezTo>
                <a:cubicBezTo>
                  <a:pt x="538914" y="40643"/>
                  <a:pt x="541244" y="41490"/>
                  <a:pt x="543139" y="42375"/>
                </a:cubicBezTo>
                <a:cubicBezTo>
                  <a:pt x="545033" y="43260"/>
                  <a:pt x="546571" y="44246"/>
                  <a:pt x="547751" y="45334"/>
                </a:cubicBezTo>
                <a:cubicBezTo>
                  <a:pt x="548931" y="46421"/>
                  <a:pt x="549778" y="47648"/>
                  <a:pt x="550290" y="49014"/>
                </a:cubicBezTo>
                <a:cubicBezTo>
                  <a:pt x="550803" y="50381"/>
                  <a:pt x="551059" y="51934"/>
                  <a:pt x="551059" y="53674"/>
                </a:cubicBezTo>
                <a:close/>
                <a:moveTo>
                  <a:pt x="605387" y="40581"/>
                </a:moveTo>
                <a:cubicBezTo>
                  <a:pt x="605387" y="41731"/>
                  <a:pt x="605371" y="42693"/>
                  <a:pt x="605340" y="43470"/>
                </a:cubicBezTo>
                <a:cubicBezTo>
                  <a:pt x="605309" y="44246"/>
                  <a:pt x="605263" y="44976"/>
                  <a:pt x="605201" y="45660"/>
                </a:cubicBezTo>
                <a:lnTo>
                  <a:pt x="572354" y="45660"/>
                </a:lnTo>
                <a:cubicBezTo>
                  <a:pt x="572354" y="50443"/>
                  <a:pt x="573689" y="54116"/>
                  <a:pt x="576360" y="56679"/>
                </a:cubicBezTo>
                <a:cubicBezTo>
                  <a:pt x="579032" y="59241"/>
                  <a:pt x="582883" y="60522"/>
                  <a:pt x="587915" y="60522"/>
                </a:cubicBezTo>
                <a:cubicBezTo>
                  <a:pt x="589282" y="60522"/>
                  <a:pt x="590649" y="60467"/>
                  <a:pt x="592015" y="60357"/>
                </a:cubicBezTo>
                <a:cubicBezTo>
                  <a:pt x="593382" y="60245"/>
                  <a:pt x="594702" y="60094"/>
                  <a:pt x="595975" y="59904"/>
                </a:cubicBezTo>
                <a:cubicBezTo>
                  <a:pt x="597249" y="59712"/>
                  <a:pt x="598468" y="59498"/>
                  <a:pt x="599633" y="59260"/>
                </a:cubicBezTo>
                <a:cubicBezTo>
                  <a:pt x="600798" y="59021"/>
                  <a:pt x="601877" y="58759"/>
                  <a:pt x="602871" y="58472"/>
                </a:cubicBezTo>
                <a:lnTo>
                  <a:pt x="602871" y="65135"/>
                </a:lnTo>
                <a:cubicBezTo>
                  <a:pt x="600666" y="65770"/>
                  <a:pt x="598173" y="66286"/>
                  <a:pt x="595393" y="66683"/>
                </a:cubicBezTo>
                <a:cubicBezTo>
                  <a:pt x="592613" y="67080"/>
                  <a:pt x="589732" y="67278"/>
                  <a:pt x="586750" y="67278"/>
                </a:cubicBezTo>
                <a:cubicBezTo>
                  <a:pt x="582743" y="67278"/>
                  <a:pt x="579296" y="66735"/>
                  <a:pt x="576407" y="65648"/>
                </a:cubicBezTo>
                <a:cubicBezTo>
                  <a:pt x="573518" y="64560"/>
                  <a:pt x="571150" y="62984"/>
                  <a:pt x="569302" y="60919"/>
                </a:cubicBezTo>
                <a:cubicBezTo>
                  <a:pt x="567454" y="58853"/>
                  <a:pt x="566087" y="56321"/>
                  <a:pt x="565202" y="53324"/>
                </a:cubicBezTo>
                <a:cubicBezTo>
                  <a:pt x="564317" y="50327"/>
                  <a:pt x="563874" y="46933"/>
                  <a:pt x="563874" y="43144"/>
                </a:cubicBezTo>
                <a:cubicBezTo>
                  <a:pt x="563874" y="39851"/>
                  <a:pt x="564348" y="36737"/>
                  <a:pt x="565295" y="33802"/>
                </a:cubicBezTo>
                <a:cubicBezTo>
                  <a:pt x="566242" y="30867"/>
                  <a:pt x="567625" y="28289"/>
                  <a:pt x="569442" y="26068"/>
                </a:cubicBezTo>
                <a:cubicBezTo>
                  <a:pt x="571259" y="23847"/>
                  <a:pt x="573487" y="22084"/>
                  <a:pt x="576127" y="20780"/>
                </a:cubicBezTo>
                <a:cubicBezTo>
                  <a:pt x="578768" y="19475"/>
                  <a:pt x="581765" y="18823"/>
                  <a:pt x="585120" y="18823"/>
                </a:cubicBezTo>
                <a:cubicBezTo>
                  <a:pt x="588381" y="18823"/>
                  <a:pt x="591270" y="19336"/>
                  <a:pt x="593786" y="20361"/>
                </a:cubicBezTo>
                <a:cubicBezTo>
                  <a:pt x="596302" y="21386"/>
                  <a:pt x="598422" y="22838"/>
                  <a:pt x="600145" y="24717"/>
                </a:cubicBezTo>
                <a:cubicBezTo>
                  <a:pt x="601869" y="26596"/>
                  <a:pt x="603174" y="28879"/>
                  <a:pt x="604059" y="31566"/>
                </a:cubicBezTo>
                <a:cubicBezTo>
                  <a:pt x="604944" y="34253"/>
                  <a:pt x="605387" y="37258"/>
                  <a:pt x="605387" y="40581"/>
                </a:cubicBezTo>
                <a:moveTo>
                  <a:pt x="596954" y="39416"/>
                </a:moveTo>
                <a:cubicBezTo>
                  <a:pt x="597047" y="37335"/>
                  <a:pt x="596845" y="35433"/>
                  <a:pt x="596348" y="33709"/>
                </a:cubicBezTo>
                <a:cubicBezTo>
                  <a:pt x="595851" y="31985"/>
                  <a:pt x="595082" y="30502"/>
                  <a:pt x="594042" y="29260"/>
                </a:cubicBezTo>
                <a:cubicBezTo>
                  <a:pt x="593001" y="28017"/>
                  <a:pt x="591705" y="27046"/>
                  <a:pt x="590152" y="26348"/>
                </a:cubicBezTo>
                <a:cubicBezTo>
                  <a:pt x="588598" y="25649"/>
                  <a:pt x="586797" y="25299"/>
                  <a:pt x="584747" y="25299"/>
                </a:cubicBezTo>
                <a:cubicBezTo>
                  <a:pt x="582976" y="25299"/>
                  <a:pt x="581361" y="25641"/>
                  <a:pt x="579901" y="26324"/>
                </a:cubicBezTo>
                <a:cubicBezTo>
                  <a:pt x="578442" y="27008"/>
                  <a:pt x="577184" y="27970"/>
                  <a:pt x="576127" y="29213"/>
                </a:cubicBezTo>
                <a:cubicBezTo>
                  <a:pt x="575071" y="30455"/>
                  <a:pt x="574217" y="31946"/>
                  <a:pt x="573565" y="33686"/>
                </a:cubicBezTo>
                <a:cubicBezTo>
                  <a:pt x="572913" y="35425"/>
                  <a:pt x="572509" y="37335"/>
                  <a:pt x="572354" y="39416"/>
                </a:cubicBezTo>
                <a:lnTo>
                  <a:pt x="596954" y="39416"/>
                </a:lnTo>
                <a:close/>
                <a:moveTo>
                  <a:pt x="633670" y="7222"/>
                </a:moveTo>
                <a:lnTo>
                  <a:pt x="619832" y="7222"/>
                </a:lnTo>
                <a:lnTo>
                  <a:pt x="619832" y="559"/>
                </a:lnTo>
                <a:lnTo>
                  <a:pt x="641870" y="559"/>
                </a:lnTo>
                <a:lnTo>
                  <a:pt x="641870" y="59684"/>
                </a:lnTo>
                <a:lnTo>
                  <a:pt x="655801" y="59684"/>
                </a:lnTo>
                <a:lnTo>
                  <a:pt x="655801" y="66440"/>
                </a:lnTo>
                <a:lnTo>
                  <a:pt x="618295" y="66440"/>
                </a:lnTo>
                <a:lnTo>
                  <a:pt x="618295" y="59684"/>
                </a:lnTo>
                <a:lnTo>
                  <a:pt x="633670" y="59684"/>
                </a:lnTo>
                <a:lnTo>
                  <a:pt x="633670" y="7222"/>
                </a:lnTo>
                <a:close/>
                <a:moveTo>
                  <a:pt x="709104" y="40581"/>
                </a:moveTo>
                <a:cubicBezTo>
                  <a:pt x="709104" y="41731"/>
                  <a:pt x="709088" y="42693"/>
                  <a:pt x="709057" y="43470"/>
                </a:cubicBezTo>
                <a:cubicBezTo>
                  <a:pt x="709026" y="44246"/>
                  <a:pt x="708980" y="44976"/>
                  <a:pt x="708918" y="45660"/>
                </a:cubicBezTo>
                <a:lnTo>
                  <a:pt x="676071" y="45660"/>
                </a:lnTo>
                <a:cubicBezTo>
                  <a:pt x="676071" y="50443"/>
                  <a:pt x="677406" y="54116"/>
                  <a:pt x="680077" y="56679"/>
                </a:cubicBezTo>
                <a:cubicBezTo>
                  <a:pt x="682749" y="59241"/>
                  <a:pt x="686600" y="60522"/>
                  <a:pt x="691632" y="60522"/>
                </a:cubicBezTo>
                <a:cubicBezTo>
                  <a:pt x="692999" y="60522"/>
                  <a:pt x="694365" y="60467"/>
                  <a:pt x="695732" y="60357"/>
                </a:cubicBezTo>
                <a:cubicBezTo>
                  <a:pt x="697099" y="60245"/>
                  <a:pt x="698419" y="60094"/>
                  <a:pt x="699692" y="59904"/>
                </a:cubicBezTo>
                <a:cubicBezTo>
                  <a:pt x="700966" y="59712"/>
                  <a:pt x="702185" y="59498"/>
                  <a:pt x="703350" y="59260"/>
                </a:cubicBezTo>
                <a:cubicBezTo>
                  <a:pt x="704515" y="59021"/>
                  <a:pt x="705594" y="58759"/>
                  <a:pt x="706588" y="58472"/>
                </a:cubicBezTo>
                <a:lnTo>
                  <a:pt x="706588" y="65135"/>
                </a:lnTo>
                <a:cubicBezTo>
                  <a:pt x="704383" y="65770"/>
                  <a:pt x="701890" y="66286"/>
                  <a:pt x="699110" y="66683"/>
                </a:cubicBezTo>
                <a:cubicBezTo>
                  <a:pt x="696330" y="67080"/>
                  <a:pt x="693449" y="67278"/>
                  <a:pt x="690467" y="67278"/>
                </a:cubicBezTo>
                <a:cubicBezTo>
                  <a:pt x="686460" y="67278"/>
                  <a:pt x="683013" y="66735"/>
                  <a:pt x="680124" y="65648"/>
                </a:cubicBezTo>
                <a:cubicBezTo>
                  <a:pt x="677235" y="64560"/>
                  <a:pt x="674867" y="62984"/>
                  <a:pt x="673019" y="60919"/>
                </a:cubicBezTo>
                <a:cubicBezTo>
                  <a:pt x="671171" y="58853"/>
                  <a:pt x="669804" y="56321"/>
                  <a:pt x="668919" y="53324"/>
                </a:cubicBezTo>
                <a:cubicBezTo>
                  <a:pt x="668033" y="50327"/>
                  <a:pt x="667591" y="46933"/>
                  <a:pt x="667591" y="43144"/>
                </a:cubicBezTo>
                <a:cubicBezTo>
                  <a:pt x="667591" y="39851"/>
                  <a:pt x="668065" y="36737"/>
                  <a:pt x="669012" y="33802"/>
                </a:cubicBezTo>
                <a:cubicBezTo>
                  <a:pt x="669959" y="30867"/>
                  <a:pt x="671341" y="28289"/>
                  <a:pt x="673159" y="26068"/>
                </a:cubicBezTo>
                <a:cubicBezTo>
                  <a:pt x="674976" y="23847"/>
                  <a:pt x="677204" y="22084"/>
                  <a:pt x="679844" y="20780"/>
                </a:cubicBezTo>
                <a:cubicBezTo>
                  <a:pt x="682485" y="19475"/>
                  <a:pt x="685482" y="18823"/>
                  <a:pt x="688837" y="18823"/>
                </a:cubicBezTo>
                <a:cubicBezTo>
                  <a:pt x="692098" y="18823"/>
                  <a:pt x="694987" y="19336"/>
                  <a:pt x="697503" y="20361"/>
                </a:cubicBezTo>
                <a:cubicBezTo>
                  <a:pt x="700019" y="21386"/>
                  <a:pt x="702139" y="22838"/>
                  <a:pt x="703862" y="24717"/>
                </a:cubicBezTo>
                <a:cubicBezTo>
                  <a:pt x="705586" y="26596"/>
                  <a:pt x="706891" y="28879"/>
                  <a:pt x="707776" y="31566"/>
                </a:cubicBezTo>
                <a:cubicBezTo>
                  <a:pt x="708661" y="34253"/>
                  <a:pt x="709104" y="37258"/>
                  <a:pt x="709104" y="40581"/>
                </a:cubicBezTo>
                <a:moveTo>
                  <a:pt x="700671" y="39416"/>
                </a:moveTo>
                <a:cubicBezTo>
                  <a:pt x="700764" y="37335"/>
                  <a:pt x="700562" y="35433"/>
                  <a:pt x="700065" y="33709"/>
                </a:cubicBezTo>
                <a:cubicBezTo>
                  <a:pt x="699568" y="31985"/>
                  <a:pt x="698799" y="30502"/>
                  <a:pt x="697759" y="29260"/>
                </a:cubicBezTo>
                <a:cubicBezTo>
                  <a:pt x="696718" y="28017"/>
                  <a:pt x="695422" y="27046"/>
                  <a:pt x="693869" y="26348"/>
                </a:cubicBezTo>
                <a:cubicBezTo>
                  <a:pt x="692315" y="25649"/>
                  <a:pt x="690514" y="25299"/>
                  <a:pt x="688464" y="25299"/>
                </a:cubicBezTo>
                <a:cubicBezTo>
                  <a:pt x="686693" y="25299"/>
                  <a:pt x="685078" y="25641"/>
                  <a:pt x="683618" y="26324"/>
                </a:cubicBezTo>
                <a:cubicBezTo>
                  <a:pt x="682158" y="27008"/>
                  <a:pt x="680901" y="27970"/>
                  <a:pt x="679844" y="29213"/>
                </a:cubicBezTo>
                <a:cubicBezTo>
                  <a:pt x="678788" y="30455"/>
                  <a:pt x="677934" y="31946"/>
                  <a:pt x="677282" y="33686"/>
                </a:cubicBezTo>
                <a:cubicBezTo>
                  <a:pt x="676630" y="35425"/>
                  <a:pt x="676226" y="37335"/>
                  <a:pt x="676071" y="39416"/>
                </a:cubicBezTo>
                <a:lnTo>
                  <a:pt x="700671" y="39416"/>
                </a:lnTo>
                <a:close/>
                <a:moveTo>
                  <a:pt x="757794" y="64716"/>
                </a:moveTo>
                <a:cubicBezTo>
                  <a:pt x="755682" y="65523"/>
                  <a:pt x="753516" y="66121"/>
                  <a:pt x="751295" y="66510"/>
                </a:cubicBezTo>
                <a:cubicBezTo>
                  <a:pt x="749074" y="66898"/>
                  <a:pt x="746783" y="67092"/>
                  <a:pt x="744422" y="67092"/>
                </a:cubicBezTo>
                <a:cubicBezTo>
                  <a:pt x="737030" y="67092"/>
                  <a:pt x="731338" y="65088"/>
                  <a:pt x="727347" y="61082"/>
                </a:cubicBezTo>
                <a:cubicBezTo>
                  <a:pt x="723355" y="57075"/>
                  <a:pt x="721360" y="51220"/>
                  <a:pt x="721360" y="43517"/>
                </a:cubicBezTo>
                <a:cubicBezTo>
                  <a:pt x="721360" y="39820"/>
                  <a:pt x="721934" y="36466"/>
                  <a:pt x="723083" y="33453"/>
                </a:cubicBezTo>
                <a:cubicBezTo>
                  <a:pt x="724233" y="30440"/>
                  <a:pt x="725848" y="27862"/>
                  <a:pt x="727929" y="25719"/>
                </a:cubicBezTo>
                <a:cubicBezTo>
                  <a:pt x="730010" y="23575"/>
                  <a:pt x="732495" y="21921"/>
                  <a:pt x="735384" y="20757"/>
                </a:cubicBezTo>
                <a:cubicBezTo>
                  <a:pt x="738272" y="19592"/>
                  <a:pt x="741456" y="19009"/>
                  <a:pt x="744935" y="19009"/>
                </a:cubicBezTo>
                <a:cubicBezTo>
                  <a:pt x="747358" y="19009"/>
                  <a:pt x="749625" y="19184"/>
                  <a:pt x="751737" y="19534"/>
                </a:cubicBezTo>
                <a:cubicBezTo>
                  <a:pt x="753849" y="19882"/>
                  <a:pt x="755868" y="20453"/>
                  <a:pt x="757794" y="21246"/>
                </a:cubicBezTo>
                <a:lnTo>
                  <a:pt x="757794" y="28980"/>
                </a:lnTo>
                <a:cubicBezTo>
                  <a:pt x="755775" y="27907"/>
                  <a:pt x="753717" y="27127"/>
                  <a:pt x="751621" y="26639"/>
                </a:cubicBezTo>
                <a:cubicBezTo>
                  <a:pt x="749524" y="26150"/>
                  <a:pt x="747358" y="25905"/>
                  <a:pt x="745121" y="25905"/>
                </a:cubicBezTo>
                <a:cubicBezTo>
                  <a:pt x="743040" y="25905"/>
                  <a:pt x="741076" y="26301"/>
                  <a:pt x="739227" y="27093"/>
                </a:cubicBezTo>
                <a:cubicBezTo>
                  <a:pt x="737379" y="27885"/>
                  <a:pt x="735756" y="29027"/>
                  <a:pt x="734359" y="30518"/>
                </a:cubicBezTo>
                <a:cubicBezTo>
                  <a:pt x="732961" y="32008"/>
                  <a:pt x="731858" y="33826"/>
                  <a:pt x="731051" y="35969"/>
                </a:cubicBezTo>
                <a:cubicBezTo>
                  <a:pt x="730243" y="38112"/>
                  <a:pt x="729839" y="40535"/>
                  <a:pt x="729839" y="43237"/>
                </a:cubicBezTo>
                <a:cubicBezTo>
                  <a:pt x="729839" y="48890"/>
                  <a:pt x="731214" y="53122"/>
                  <a:pt x="733963" y="55933"/>
                </a:cubicBezTo>
                <a:cubicBezTo>
                  <a:pt x="736712" y="58744"/>
                  <a:pt x="740524" y="60150"/>
                  <a:pt x="745401" y="60150"/>
                </a:cubicBezTo>
                <a:cubicBezTo>
                  <a:pt x="747606" y="60150"/>
                  <a:pt x="749742" y="59901"/>
                  <a:pt x="751807" y="59404"/>
                </a:cubicBezTo>
                <a:cubicBezTo>
                  <a:pt x="753873" y="58907"/>
                  <a:pt x="755868" y="58162"/>
                  <a:pt x="757794" y="57168"/>
                </a:cubicBezTo>
                <a:lnTo>
                  <a:pt x="757794" y="64716"/>
                </a:lnTo>
                <a:close/>
                <a:moveTo>
                  <a:pt x="811004" y="65741"/>
                </a:moveTo>
                <a:cubicBezTo>
                  <a:pt x="809171" y="66223"/>
                  <a:pt x="807276" y="66569"/>
                  <a:pt x="805320" y="66777"/>
                </a:cubicBezTo>
                <a:cubicBezTo>
                  <a:pt x="803363" y="66987"/>
                  <a:pt x="801375" y="67092"/>
                  <a:pt x="799356" y="67092"/>
                </a:cubicBezTo>
                <a:cubicBezTo>
                  <a:pt x="793485" y="67092"/>
                  <a:pt x="789106" y="65764"/>
                  <a:pt x="786217" y="63108"/>
                </a:cubicBezTo>
                <a:cubicBezTo>
                  <a:pt x="783328" y="60453"/>
                  <a:pt x="781884" y="56376"/>
                  <a:pt x="781884" y="50878"/>
                </a:cubicBezTo>
                <a:lnTo>
                  <a:pt x="781884" y="26464"/>
                </a:lnTo>
                <a:lnTo>
                  <a:pt x="768792" y="26464"/>
                </a:lnTo>
                <a:lnTo>
                  <a:pt x="768792" y="19662"/>
                </a:lnTo>
                <a:lnTo>
                  <a:pt x="781884" y="19662"/>
                </a:lnTo>
                <a:lnTo>
                  <a:pt x="781884" y="6762"/>
                </a:lnTo>
                <a:lnTo>
                  <a:pt x="789991" y="4659"/>
                </a:lnTo>
                <a:lnTo>
                  <a:pt x="789991" y="19662"/>
                </a:lnTo>
                <a:lnTo>
                  <a:pt x="811004" y="19662"/>
                </a:lnTo>
                <a:lnTo>
                  <a:pt x="811004" y="26464"/>
                </a:lnTo>
                <a:lnTo>
                  <a:pt x="789991" y="26464"/>
                </a:lnTo>
                <a:lnTo>
                  <a:pt x="789991" y="50226"/>
                </a:lnTo>
                <a:cubicBezTo>
                  <a:pt x="789991" y="53580"/>
                  <a:pt x="790884" y="56089"/>
                  <a:pt x="792670" y="57750"/>
                </a:cubicBezTo>
                <a:cubicBezTo>
                  <a:pt x="794456" y="59412"/>
                  <a:pt x="797088" y="60243"/>
                  <a:pt x="800567" y="60243"/>
                </a:cubicBezTo>
                <a:cubicBezTo>
                  <a:pt x="802058" y="60243"/>
                  <a:pt x="803689" y="60123"/>
                  <a:pt x="805459" y="59883"/>
                </a:cubicBezTo>
                <a:cubicBezTo>
                  <a:pt x="807230" y="59643"/>
                  <a:pt x="809078" y="59265"/>
                  <a:pt x="811004" y="58752"/>
                </a:cubicBezTo>
                <a:lnTo>
                  <a:pt x="811004" y="65741"/>
                </a:lnTo>
                <a:close/>
                <a:moveTo>
                  <a:pt x="862769" y="559"/>
                </a:moveTo>
                <a:lnTo>
                  <a:pt x="830807" y="76503"/>
                </a:lnTo>
                <a:lnTo>
                  <a:pt x="823073" y="76503"/>
                </a:lnTo>
                <a:lnTo>
                  <a:pt x="855035" y="559"/>
                </a:lnTo>
                <a:lnTo>
                  <a:pt x="862769" y="559"/>
                </a:lnTo>
                <a:close/>
                <a:moveTo>
                  <a:pt x="892962" y="26371"/>
                </a:moveTo>
                <a:lnTo>
                  <a:pt x="879125" y="26371"/>
                </a:lnTo>
                <a:lnTo>
                  <a:pt x="879125" y="19662"/>
                </a:lnTo>
                <a:lnTo>
                  <a:pt x="901163" y="19662"/>
                </a:lnTo>
                <a:lnTo>
                  <a:pt x="901163" y="59684"/>
                </a:lnTo>
                <a:lnTo>
                  <a:pt x="915093" y="59684"/>
                </a:lnTo>
                <a:lnTo>
                  <a:pt x="915093" y="66440"/>
                </a:lnTo>
                <a:lnTo>
                  <a:pt x="877587" y="66440"/>
                </a:lnTo>
                <a:lnTo>
                  <a:pt x="877587" y="59684"/>
                </a:lnTo>
                <a:lnTo>
                  <a:pt x="892962" y="59684"/>
                </a:lnTo>
                <a:lnTo>
                  <a:pt x="892962" y="26371"/>
                </a:lnTo>
                <a:moveTo>
                  <a:pt x="895805" y="0"/>
                </a:moveTo>
                <a:cubicBezTo>
                  <a:pt x="896705" y="0"/>
                  <a:pt x="897544" y="163"/>
                  <a:pt x="898321" y="489"/>
                </a:cubicBezTo>
                <a:cubicBezTo>
                  <a:pt x="899097" y="815"/>
                  <a:pt x="899773" y="1274"/>
                  <a:pt x="900347" y="1864"/>
                </a:cubicBezTo>
                <a:cubicBezTo>
                  <a:pt x="900922" y="2454"/>
                  <a:pt x="901372" y="3129"/>
                  <a:pt x="901698" y="3890"/>
                </a:cubicBezTo>
                <a:cubicBezTo>
                  <a:pt x="902025" y="4651"/>
                  <a:pt x="902188" y="5482"/>
                  <a:pt x="902188" y="6383"/>
                </a:cubicBezTo>
                <a:cubicBezTo>
                  <a:pt x="902188" y="7253"/>
                  <a:pt x="902025" y="8076"/>
                  <a:pt x="901698" y="8852"/>
                </a:cubicBezTo>
                <a:cubicBezTo>
                  <a:pt x="901372" y="9629"/>
                  <a:pt x="900922" y="10312"/>
                  <a:pt x="900347" y="10902"/>
                </a:cubicBezTo>
                <a:cubicBezTo>
                  <a:pt x="899773" y="11493"/>
                  <a:pt x="899097" y="11951"/>
                  <a:pt x="898321" y="12277"/>
                </a:cubicBezTo>
                <a:cubicBezTo>
                  <a:pt x="897544" y="12603"/>
                  <a:pt x="896705" y="12766"/>
                  <a:pt x="895805" y="12766"/>
                </a:cubicBezTo>
                <a:cubicBezTo>
                  <a:pt x="894904" y="12766"/>
                  <a:pt x="894065" y="12603"/>
                  <a:pt x="893289" y="12277"/>
                </a:cubicBezTo>
                <a:cubicBezTo>
                  <a:pt x="892512" y="11951"/>
                  <a:pt x="891837" y="11493"/>
                  <a:pt x="891262" y="10902"/>
                </a:cubicBezTo>
                <a:cubicBezTo>
                  <a:pt x="890687" y="10312"/>
                  <a:pt x="890237" y="9629"/>
                  <a:pt x="889911" y="8852"/>
                </a:cubicBezTo>
                <a:cubicBezTo>
                  <a:pt x="889585" y="8076"/>
                  <a:pt x="889422" y="7253"/>
                  <a:pt x="889422" y="6383"/>
                </a:cubicBezTo>
                <a:cubicBezTo>
                  <a:pt x="889422" y="5482"/>
                  <a:pt x="889585" y="4651"/>
                  <a:pt x="889911" y="3890"/>
                </a:cubicBezTo>
                <a:cubicBezTo>
                  <a:pt x="890237" y="3129"/>
                  <a:pt x="890687" y="2454"/>
                  <a:pt x="891262" y="1864"/>
                </a:cubicBezTo>
                <a:cubicBezTo>
                  <a:pt x="891837" y="1274"/>
                  <a:pt x="892512" y="815"/>
                  <a:pt x="893289" y="489"/>
                </a:cubicBezTo>
                <a:cubicBezTo>
                  <a:pt x="894065" y="163"/>
                  <a:pt x="894904" y="0"/>
                  <a:pt x="895805" y="0"/>
                </a:cubicBezTo>
                <a:close/>
                <a:moveTo>
                  <a:pt x="928887" y="19662"/>
                </a:moveTo>
                <a:lnTo>
                  <a:pt x="936108" y="19662"/>
                </a:lnTo>
                <a:lnTo>
                  <a:pt x="936434" y="27210"/>
                </a:lnTo>
                <a:cubicBezTo>
                  <a:pt x="937801" y="25594"/>
                  <a:pt x="939121" y="24251"/>
                  <a:pt x="940395" y="23179"/>
                </a:cubicBezTo>
                <a:cubicBezTo>
                  <a:pt x="941668" y="22108"/>
                  <a:pt x="942918" y="21246"/>
                  <a:pt x="944145" y="20593"/>
                </a:cubicBezTo>
                <a:cubicBezTo>
                  <a:pt x="945372" y="19941"/>
                  <a:pt x="946622" y="19483"/>
                  <a:pt x="947896" y="19219"/>
                </a:cubicBezTo>
                <a:cubicBezTo>
                  <a:pt x="949169" y="18955"/>
                  <a:pt x="950490" y="18823"/>
                  <a:pt x="951856" y="18823"/>
                </a:cubicBezTo>
                <a:cubicBezTo>
                  <a:pt x="956671" y="18823"/>
                  <a:pt x="960313" y="20244"/>
                  <a:pt x="962782" y="23086"/>
                </a:cubicBezTo>
                <a:cubicBezTo>
                  <a:pt x="965251" y="25928"/>
                  <a:pt x="966486" y="30207"/>
                  <a:pt x="966486" y="35922"/>
                </a:cubicBezTo>
                <a:lnTo>
                  <a:pt x="966486" y="66440"/>
                </a:lnTo>
                <a:lnTo>
                  <a:pt x="958379" y="66440"/>
                </a:lnTo>
                <a:lnTo>
                  <a:pt x="958379" y="36574"/>
                </a:lnTo>
                <a:cubicBezTo>
                  <a:pt x="958379" y="32909"/>
                  <a:pt x="957696" y="30199"/>
                  <a:pt x="956329" y="28444"/>
                </a:cubicBezTo>
                <a:cubicBezTo>
                  <a:pt x="954962" y="26689"/>
                  <a:pt x="952928" y="25812"/>
                  <a:pt x="950226" y="25812"/>
                </a:cubicBezTo>
                <a:cubicBezTo>
                  <a:pt x="949232" y="25812"/>
                  <a:pt x="948261" y="25959"/>
                  <a:pt x="947314" y="26254"/>
                </a:cubicBezTo>
                <a:cubicBezTo>
                  <a:pt x="946366" y="26549"/>
                  <a:pt x="945380" y="27062"/>
                  <a:pt x="944355" y="27792"/>
                </a:cubicBezTo>
                <a:cubicBezTo>
                  <a:pt x="943330" y="28522"/>
                  <a:pt x="942220" y="29508"/>
                  <a:pt x="941024" y="30750"/>
                </a:cubicBezTo>
                <a:cubicBezTo>
                  <a:pt x="939828" y="31993"/>
                  <a:pt x="938484" y="33546"/>
                  <a:pt x="936994" y="35410"/>
                </a:cubicBezTo>
                <a:lnTo>
                  <a:pt x="936994" y="66440"/>
                </a:lnTo>
                <a:lnTo>
                  <a:pt x="928887" y="66440"/>
                </a:lnTo>
                <a:lnTo>
                  <a:pt x="928887" y="19662"/>
                </a:lnTo>
                <a:close/>
                <a:moveTo>
                  <a:pt x="978369" y="44029"/>
                </a:moveTo>
                <a:cubicBezTo>
                  <a:pt x="978369" y="40053"/>
                  <a:pt x="978912" y="36520"/>
                  <a:pt x="979999" y="33429"/>
                </a:cubicBezTo>
                <a:cubicBezTo>
                  <a:pt x="981087" y="30339"/>
                  <a:pt x="982632" y="27730"/>
                  <a:pt x="984635" y="25602"/>
                </a:cubicBezTo>
                <a:cubicBezTo>
                  <a:pt x="986639" y="23474"/>
                  <a:pt x="989046" y="21859"/>
                  <a:pt x="991857" y="20757"/>
                </a:cubicBezTo>
                <a:cubicBezTo>
                  <a:pt x="994668" y="19654"/>
                  <a:pt x="997797" y="19103"/>
                  <a:pt x="1001245" y="19103"/>
                </a:cubicBezTo>
                <a:cubicBezTo>
                  <a:pt x="1002736" y="19103"/>
                  <a:pt x="1004204" y="19196"/>
                  <a:pt x="1005648" y="19382"/>
                </a:cubicBezTo>
                <a:cubicBezTo>
                  <a:pt x="1007092" y="19568"/>
                  <a:pt x="1008513" y="19864"/>
                  <a:pt x="1009911" y="20267"/>
                </a:cubicBezTo>
                <a:lnTo>
                  <a:pt x="1009911" y="559"/>
                </a:lnTo>
                <a:lnTo>
                  <a:pt x="1018065" y="559"/>
                </a:lnTo>
                <a:lnTo>
                  <a:pt x="1018065" y="66440"/>
                </a:lnTo>
                <a:lnTo>
                  <a:pt x="1010796" y="66440"/>
                </a:lnTo>
                <a:lnTo>
                  <a:pt x="1010517" y="57587"/>
                </a:lnTo>
                <a:cubicBezTo>
                  <a:pt x="1008249" y="60880"/>
                  <a:pt x="1005796" y="63318"/>
                  <a:pt x="1003155" y="64902"/>
                </a:cubicBezTo>
                <a:cubicBezTo>
                  <a:pt x="1000515" y="66486"/>
                  <a:pt x="997658" y="67278"/>
                  <a:pt x="994583" y="67278"/>
                </a:cubicBezTo>
                <a:cubicBezTo>
                  <a:pt x="991911" y="67278"/>
                  <a:pt x="989558" y="66719"/>
                  <a:pt x="987524" y="65601"/>
                </a:cubicBezTo>
                <a:cubicBezTo>
                  <a:pt x="985489" y="64483"/>
                  <a:pt x="983797" y="62906"/>
                  <a:pt x="982445" y="60872"/>
                </a:cubicBezTo>
                <a:cubicBezTo>
                  <a:pt x="981094" y="58837"/>
                  <a:pt x="980077" y="56391"/>
                  <a:pt x="979394" y="53534"/>
                </a:cubicBezTo>
                <a:cubicBezTo>
                  <a:pt x="978710" y="50676"/>
                  <a:pt x="978369" y="47508"/>
                  <a:pt x="978369" y="44029"/>
                </a:cubicBezTo>
                <a:moveTo>
                  <a:pt x="986662" y="43517"/>
                </a:moveTo>
                <a:cubicBezTo>
                  <a:pt x="986662" y="49170"/>
                  <a:pt x="987493" y="53386"/>
                  <a:pt x="989155" y="56166"/>
                </a:cubicBezTo>
                <a:cubicBezTo>
                  <a:pt x="990816" y="58946"/>
                  <a:pt x="993169" y="60336"/>
                  <a:pt x="996213" y="60336"/>
                </a:cubicBezTo>
                <a:cubicBezTo>
                  <a:pt x="998263" y="60336"/>
                  <a:pt x="1000430" y="59420"/>
                  <a:pt x="1002713" y="57587"/>
                </a:cubicBezTo>
                <a:cubicBezTo>
                  <a:pt x="1004996" y="55755"/>
                  <a:pt x="1007395" y="53037"/>
                  <a:pt x="1009911" y="49434"/>
                </a:cubicBezTo>
                <a:lnTo>
                  <a:pt x="1009911" y="27722"/>
                </a:lnTo>
                <a:cubicBezTo>
                  <a:pt x="1008576" y="27101"/>
                  <a:pt x="1007100" y="26627"/>
                  <a:pt x="1005485" y="26301"/>
                </a:cubicBezTo>
                <a:cubicBezTo>
                  <a:pt x="1003870" y="25975"/>
                  <a:pt x="1002270" y="25812"/>
                  <a:pt x="1000686" y="25812"/>
                </a:cubicBezTo>
                <a:cubicBezTo>
                  <a:pt x="996275" y="25812"/>
                  <a:pt x="992835" y="27241"/>
                  <a:pt x="990366" y="30098"/>
                </a:cubicBezTo>
                <a:cubicBezTo>
                  <a:pt x="987897" y="32956"/>
                  <a:pt x="986662" y="37429"/>
                  <a:pt x="986662" y="43517"/>
                </a:cubicBezTo>
                <a:close/>
                <a:moveTo>
                  <a:pt x="1072113" y="40581"/>
                </a:moveTo>
                <a:cubicBezTo>
                  <a:pt x="1072113" y="41731"/>
                  <a:pt x="1072098" y="42693"/>
                  <a:pt x="1072067" y="43470"/>
                </a:cubicBezTo>
                <a:cubicBezTo>
                  <a:pt x="1072036" y="44246"/>
                  <a:pt x="1071989" y="44976"/>
                  <a:pt x="1071927" y="45660"/>
                </a:cubicBezTo>
                <a:lnTo>
                  <a:pt x="1039080" y="45660"/>
                </a:lnTo>
                <a:cubicBezTo>
                  <a:pt x="1039080" y="50443"/>
                  <a:pt x="1040416" y="54116"/>
                  <a:pt x="1043087" y="56679"/>
                </a:cubicBezTo>
                <a:cubicBezTo>
                  <a:pt x="1045758" y="59241"/>
                  <a:pt x="1049610" y="60522"/>
                  <a:pt x="1054641" y="60522"/>
                </a:cubicBezTo>
                <a:cubicBezTo>
                  <a:pt x="1056008" y="60522"/>
                  <a:pt x="1057375" y="60467"/>
                  <a:pt x="1058742" y="60357"/>
                </a:cubicBezTo>
                <a:cubicBezTo>
                  <a:pt x="1060108" y="60245"/>
                  <a:pt x="1061428" y="60094"/>
                  <a:pt x="1062702" y="59904"/>
                </a:cubicBezTo>
                <a:cubicBezTo>
                  <a:pt x="1063975" y="59712"/>
                  <a:pt x="1065194" y="59498"/>
                  <a:pt x="1066359" y="59260"/>
                </a:cubicBezTo>
                <a:cubicBezTo>
                  <a:pt x="1067524" y="59021"/>
                  <a:pt x="1068603" y="58759"/>
                  <a:pt x="1069597" y="58472"/>
                </a:cubicBezTo>
                <a:lnTo>
                  <a:pt x="1069597" y="65135"/>
                </a:lnTo>
                <a:cubicBezTo>
                  <a:pt x="1067392" y="65770"/>
                  <a:pt x="1064899" y="66286"/>
                  <a:pt x="1062119" y="66683"/>
                </a:cubicBezTo>
                <a:cubicBezTo>
                  <a:pt x="1059339" y="67080"/>
                  <a:pt x="1056459" y="67278"/>
                  <a:pt x="1053477" y="67278"/>
                </a:cubicBezTo>
                <a:cubicBezTo>
                  <a:pt x="1049470" y="67278"/>
                  <a:pt x="1046022" y="66735"/>
                  <a:pt x="1043133" y="65648"/>
                </a:cubicBezTo>
                <a:cubicBezTo>
                  <a:pt x="1040245" y="64560"/>
                  <a:pt x="1037876" y="62984"/>
                  <a:pt x="1036028" y="60919"/>
                </a:cubicBezTo>
                <a:cubicBezTo>
                  <a:pt x="1034180" y="58853"/>
                  <a:pt x="1032813" y="56321"/>
                  <a:pt x="1031928" y="53324"/>
                </a:cubicBezTo>
                <a:cubicBezTo>
                  <a:pt x="1031043" y="50327"/>
                  <a:pt x="1030600" y="46933"/>
                  <a:pt x="1030600" y="43144"/>
                </a:cubicBezTo>
                <a:cubicBezTo>
                  <a:pt x="1030600" y="39851"/>
                  <a:pt x="1031074" y="36737"/>
                  <a:pt x="1032021" y="33802"/>
                </a:cubicBezTo>
                <a:cubicBezTo>
                  <a:pt x="1032969" y="30867"/>
                  <a:pt x="1034351" y="28289"/>
                  <a:pt x="1036168" y="26068"/>
                </a:cubicBezTo>
                <a:cubicBezTo>
                  <a:pt x="1037985" y="23847"/>
                  <a:pt x="1040214" y="22084"/>
                  <a:pt x="1042854" y="20780"/>
                </a:cubicBezTo>
                <a:cubicBezTo>
                  <a:pt x="1045494" y="19475"/>
                  <a:pt x="1048491" y="18823"/>
                  <a:pt x="1051846" y="18823"/>
                </a:cubicBezTo>
                <a:cubicBezTo>
                  <a:pt x="1055107" y="18823"/>
                  <a:pt x="1057996" y="19336"/>
                  <a:pt x="1060512" y="20361"/>
                </a:cubicBezTo>
                <a:cubicBezTo>
                  <a:pt x="1063028" y="21386"/>
                  <a:pt x="1065148" y="22838"/>
                  <a:pt x="1066872" y="24717"/>
                </a:cubicBezTo>
                <a:cubicBezTo>
                  <a:pt x="1068596" y="26596"/>
                  <a:pt x="1069900" y="28879"/>
                  <a:pt x="1070785" y="31566"/>
                </a:cubicBezTo>
                <a:cubicBezTo>
                  <a:pt x="1071671" y="34253"/>
                  <a:pt x="1072113" y="37258"/>
                  <a:pt x="1072113" y="40581"/>
                </a:cubicBezTo>
                <a:moveTo>
                  <a:pt x="1063680" y="39416"/>
                </a:moveTo>
                <a:cubicBezTo>
                  <a:pt x="1063773" y="37335"/>
                  <a:pt x="1063572" y="35433"/>
                  <a:pt x="1063075" y="33709"/>
                </a:cubicBezTo>
                <a:cubicBezTo>
                  <a:pt x="1062578" y="31985"/>
                  <a:pt x="1061809" y="30502"/>
                  <a:pt x="1060768" y="29260"/>
                </a:cubicBezTo>
                <a:cubicBezTo>
                  <a:pt x="1059728" y="28017"/>
                  <a:pt x="1058431" y="27046"/>
                  <a:pt x="1056878" y="26348"/>
                </a:cubicBezTo>
                <a:cubicBezTo>
                  <a:pt x="1055325" y="25649"/>
                  <a:pt x="1053523" y="25299"/>
                  <a:pt x="1051473" y="25299"/>
                </a:cubicBezTo>
                <a:cubicBezTo>
                  <a:pt x="1049703" y="25299"/>
                  <a:pt x="1048088" y="25641"/>
                  <a:pt x="1046628" y="26324"/>
                </a:cubicBezTo>
                <a:cubicBezTo>
                  <a:pt x="1045168" y="27008"/>
                  <a:pt x="1043910" y="27970"/>
                  <a:pt x="1042854" y="29213"/>
                </a:cubicBezTo>
                <a:cubicBezTo>
                  <a:pt x="1041798" y="30455"/>
                  <a:pt x="1040944" y="31946"/>
                  <a:pt x="1040291" y="33686"/>
                </a:cubicBezTo>
                <a:cubicBezTo>
                  <a:pt x="1039639" y="35425"/>
                  <a:pt x="1039235" y="37335"/>
                  <a:pt x="1039080" y="39416"/>
                </a:cubicBezTo>
                <a:lnTo>
                  <a:pt x="1063680" y="39416"/>
                </a:lnTo>
                <a:close/>
                <a:moveTo>
                  <a:pt x="1126628" y="66440"/>
                </a:moveTo>
                <a:lnTo>
                  <a:pt x="1115865" y="66440"/>
                </a:lnTo>
                <a:lnTo>
                  <a:pt x="1103239" y="48595"/>
                </a:lnTo>
                <a:lnTo>
                  <a:pt x="1090752" y="66440"/>
                </a:lnTo>
                <a:lnTo>
                  <a:pt x="1080269" y="66440"/>
                </a:lnTo>
                <a:lnTo>
                  <a:pt x="1098393" y="42957"/>
                </a:lnTo>
                <a:lnTo>
                  <a:pt x="1081108" y="19662"/>
                </a:lnTo>
                <a:lnTo>
                  <a:pt x="1091498" y="19662"/>
                </a:lnTo>
                <a:lnTo>
                  <a:pt x="1103798" y="37646"/>
                </a:lnTo>
                <a:lnTo>
                  <a:pt x="1115865" y="19662"/>
                </a:lnTo>
                <a:lnTo>
                  <a:pt x="1125882" y="19662"/>
                </a:lnTo>
                <a:lnTo>
                  <a:pt x="1108317" y="43144"/>
                </a:lnTo>
                <a:lnTo>
                  <a:pt x="1126628" y="66440"/>
                </a:lnTo>
                <a:close/>
                <a:moveTo>
                  <a:pt x="1154725" y="51763"/>
                </a:moveTo>
                <a:cubicBezTo>
                  <a:pt x="1155781" y="51763"/>
                  <a:pt x="1156782" y="51965"/>
                  <a:pt x="1157730" y="52369"/>
                </a:cubicBezTo>
                <a:cubicBezTo>
                  <a:pt x="1158677" y="52773"/>
                  <a:pt x="1159500" y="53332"/>
                  <a:pt x="1160199" y="54046"/>
                </a:cubicBezTo>
                <a:cubicBezTo>
                  <a:pt x="1160898" y="54761"/>
                  <a:pt x="1161449" y="55592"/>
                  <a:pt x="1161853" y="56539"/>
                </a:cubicBezTo>
                <a:cubicBezTo>
                  <a:pt x="1162257" y="57486"/>
                  <a:pt x="1162459" y="58504"/>
                  <a:pt x="1162459" y="59591"/>
                </a:cubicBezTo>
                <a:cubicBezTo>
                  <a:pt x="1162459" y="60647"/>
                  <a:pt x="1162257" y="61641"/>
                  <a:pt x="1161853" y="62573"/>
                </a:cubicBezTo>
                <a:cubicBezTo>
                  <a:pt x="1161449" y="63504"/>
                  <a:pt x="1160898" y="64320"/>
                  <a:pt x="1160199" y="65019"/>
                </a:cubicBezTo>
                <a:cubicBezTo>
                  <a:pt x="1159500" y="65717"/>
                  <a:pt x="1158677" y="66269"/>
                  <a:pt x="1157730" y="66673"/>
                </a:cubicBezTo>
                <a:cubicBezTo>
                  <a:pt x="1156782" y="67076"/>
                  <a:pt x="1155781" y="67278"/>
                  <a:pt x="1154725" y="67278"/>
                </a:cubicBezTo>
                <a:cubicBezTo>
                  <a:pt x="1153637" y="67278"/>
                  <a:pt x="1152628" y="67076"/>
                  <a:pt x="1151696" y="66673"/>
                </a:cubicBezTo>
                <a:cubicBezTo>
                  <a:pt x="1150764" y="66269"/>
                  <a:pt x="1149949" y="65717"/>
                  <a:pt x="1149250" y="65019"/>
                </a:cubicBezTo>
                <a:cubicBezTo>
                  <a:pt x="1148551" y="64320"/>
                  <a:pt x="1148000" y="63504"/>
                  <a:pt x="1147596" y="62573"/>
                </a:cubicBezTo>
                <a:cubicBezTo>
                  <a:pt x="1147192" y="61641"/>
                  <a:pt x="1146990" y="60647"/>
                  <a:pt x="1146990" y="59591"/>
                </a:cubicBezTo>
                <a:cubicBezTo>
                  <a:pt x="1146990" y="58504"/>
                  <a:pt x="1147192" y="57486"/>
                  <a:pt x="1147596" y="56539"/>
                </a:cubicBezTo>
                <a:cubicBezTo>
                  <a:pt x="1148000" y="55592"/>
                  <a:pt x="1148551" y="54761"/>
                  <a:pt x="1149250" y="54046"/>
                </a:cubicBezTo>
                <a:cubicBezTo>
                  <a:pt x="1149949" y="53332"/>
                  <a:pt x="1150764" y="52773"/>
                  <a:pt x="1151696" y="52369"/>
                </a:cubicBezTo>
                <a:cubicBezTo>
                  <a:pt x="1152628" y="51965"/>
                  <a:pt x="1153637" y="51763"/>
                  <a:pt x="1154725" y="51763"/>
                </a:cubicBezTo>
                <a:close/>
                <a:moveTo>
                  <a:pt x="1221539" y="66440"/>
                </a:moveTo>
                <a:lnTo>
                  <a:pt x="1221539" y="32847"/>
                </a:lnTo>
                <a:cubicBezTo>
                  <a:pt x="1221539" y="31387"/>
                  <a:pt x="1221485" y="30191"/>
                  <a:pt x="1221376" y="29260"/>
                </a:cubicBezTo>
                <a:cubicBezTo>
                  <a:pt x="1221267" y="28328"/>
                  <a:pt x="1221096" y="27590"/>
                  <a:pt x="1220863" y="27046"/>
                </a:cubicBezTo>
                <a:cubicBezTo>
                  <a:pt x="1220630" y="26503"/>
                  <a:pt x="1220335" y="26122"/>
                  <a:pt x="1219978" y="25905"/>
                </a:cubicBezTo>
                <a:cubicBezTo>
                  <a:pt x="1219621" y="25688"/>
                  <a:pt x="1219178" y="25579"/>
                  <a:pt x="1218650" y="25579"/>
                </a:cubicBezTo>
                <a:cubicBezTo>
                  <a:pt x="1218029" y="25579"/>
                  <a:pt x="1217454" y="25765"/>
                  <a:pt x="1216926" y="26138"/>
                </a:cubicBezTo>
                <a:cubicBezTo>
                  <a:pt x="1216398" y="26511"/>
                  <a:pt x="1215832" y="27116"/>
                  <a:pt x="1215226" y="27955"/>
                </a:cubicBezTo>
                <a:cubicBezTo>
                  <a:pt x="1214620" y="28794"/>
                  <a:pt x="1213952" y="29904"/>
                  <a:pt x="1213222" y="31286"/>
                </a:cubicBezTo>
                <a:cubicBezTo>
                  <a:pt x="1212492" y="32668"/>
                  <a:pt x="1211630" y="34369"/>
                  <a:pt x="1210637" y="36388"/>
                </a:cubicBezTo>
                <a:lnTo>
                  <a:pt x="1210637" y="66440"/>
                </a:lnTo>
                <a:lnTo>
                  <a:pt x="1203228" y="66440"/>
                </a:lnTo>
                <a:lnTo>
                  <a:pt x="1203228" y="33732"/>
                </a:lnTo>
                <a:cubicBezTo>
                  <a:pt x="1203228" y="32024"/>
                  <a:pt x="1203174" y="30642"/>
                  <a:pt x="1203065" y="29586"/>
                </a:cubicBezTo>
                <a:cubicBezTo>
                  <a:pt x="1202957" y="28530"/>
                  <a:pt x="1202786" y="27706"/>
                  <a:pt x="1202553" y="27116"/>
                </a:cubicBezTo>
                <a:cubicBezTo>
                  <a:pt x="1202320" y="26526"/>
                  <a:pt x="1202017" y="26122"/>
                  <a:pt x="1201644" y="25905"/>
                </a:cubicBezTo>
                <a:cubicBezTo>
                  <a:pt x="1201272" y="25688"/>
                  <a:pt x="1200821" y="25579"/>
                  <a:pt x="1200293" y="25579"/>
                </a:cubicBezTo>
                <a:cubicBezTo>
                  <a:pt x="1199734" y="25579"/>
                  <a:pt x="1199206" y="25734"/>
                  <a:pt x="1198709" y="26045"/>
                </a:cubicBezTo>
                <a:cubicBezTo>
                  <a:pt x="1198212" y="26355"/>
                  <a:pt x="1197661" y="26914"/>
                  <a:pt x="1197055" y="27722"/>
                </a:cubicBezTo>
                <a:cubicBezTo>
                  <a:pt x="1196449" y="28530"/>
                  <a:pt x="1195774" y="29632"/>
                  <a:pt x="1195028" y="31030"/>
                </a:cubicBezTo>
                <a:cubicBezTo>
                  <a:pt x="1194283" y="32428"/>
                  <a:pt x="1193398" y="34214"/>
                  <a:pt x="1192373" y="36388"/>
                </a:cubicBezTo>
                <a:lnTo>
                  <a:pt x="1192373" y="66440"/>
                </a:lnTo>
                <a:lnTo>
                  <a:pt x="1184918" y="66440"/>
                </a:lnTo>
                <a:lnTo>
                  <a:pt x="1184918" y="19662"/>
                </a:lnTo>
                <a:lnTo>
                  <a:pt x="1191115" y="19662"/>
                </a:lnTo>
                <a:lnTo>
                  <a:pt x="1191487" y="28561"/>
                </a:lnTo>
                <a:cubicBezTo>
                  <a:pt x="1192295" y="26790"/>
                  <a:pt x="1193079" y="25284"/>
                  <a:pt x="1193840" y="24041"/>
                </a:cubicBezTo>
                <a:cubicBezTo>
                  <a:pt x="1194601" y="22799"/>
                  <a:pt x="1195386" y="21797"/>
                  <a:pt x="1196193" y="21036"/>
                </a:cubicBezTo>
                <a:cubicBezTo>
                  <a:pt x="1197001" y="20275"/>
                  <a:pt x="1197863" y="19716"/>
                  <a:pt x="1198779" y="19359"/>
                </a:cubicBezTo>
                <a:cubicBezTo>
                  <a:pt x="1199695" y="19002"/>
                  <a:pt x="1200713" y="18823"/>
                  <a:pt x="1201831" y="18823"/>
                </a:cubicBezTo>
                <a:cubicBezTo>
                  <a:pt x="1204347" y="18823"/>
                  <a:pt x="1206257" y="19646"/>
                  <a:pt x="1207561" y="21292"/>
                </a:cubicBezTo>
                <a:cubicBezTo>
                  <a:pt x="1208866" y="22939"/>
                  <a:pt x="1209518" y="25486"/>
                  <a:pt x="1209518" y="28933"/>
                </a:cubicBezTo>
                <a:cubicBezTo>
                  <a:pt x="1210264" y="27318"/>
                  <a:pt x="1210994" y="25882"/>
                  <a:pt x="1211708" y="24624"/>
                </a:cubicBezTo>
                <a:cubicBezTo>
                  <a:pt x="1212423" y="23366"/>
                  <a:pt x="1213191" y="22310"/>
                  <a:pt x="1214014" y="21455"/>
                </a:cubicBezTo>
                <a:cubicBezTo>
                  <a:pt x="1214838" y="20601"/>
                  <a:pt x="1215746" y="19949"/>
                  <a:pt x="1216740" y="19499"/>
                </a:cubicBezTo>
                <a:cubicBezTo>
                  <a:pt x="1217734" y="19048"/>
                  <a:pt x="1218883" y="18823"/>
                  <a:pt x="1220188" y="18823"/>
                </a:cubicBezTo>
                <a:cubicBezTo>
                  <a:pt x="1226058" y="18823"/>
                  <a:pt x="1228994" y="23342"/>
                  <a:pt x="1228994" y="32381"/>
                </a:cubicBezTo>
                <a:lnTo>
                  <a:pt x="1228994" y="66440"/>
                </a:lnTo>
                <a:lnTo>
                  <a:pt x="1221539" y="66440"/>
                </a:lnTo>
                <a:close/>
                <a:moveTo>
                  <a:pt x="1237662" y="44029"/>
                </a:moveTo>
                <a:cubicBezTo>
                  <a:pt x="1237662" y="40053"/>
                  <a:pt x="1238205" y="36520"/>
                  <a:pt x="1239292" y="33429"/>
                </a:cubicBezTo>
                <a:cubicBezTo>
                  <a:pt x="1240380" y="30339"/>
                  <a:pt x="1241925" y="27730"/>
                  <a:pt x="1243928" y="25602"/>
                </a:cubicBezTo>
                <a:cubicBezTo>
                  <a:pt x="1245932" y="23474"/>
                  <a:pt x="1248339" y="21859"/>
                  <a:pt x="1251150" y="20757"/>
                </a:cubicBezTo>
                <a:cubicBezTo>
                  <a:pt x="1253961" y="19654"/>
                  <a:pt x="1257090" y="19103"/>
                  <a:pt x="1260538" y="19103"/>
                </a:cubicBezTo>
                <a:cubicBezTo>
                  <a:pt x="1262029" y="19103"/>
                  <a:pt x="1263497" y="19196"/>
                  <a:pt x="1264941" y="19382"/>
                </a:cubicBezTo>
                <a:cubicBezTo>
                  <a:pt x="1266385" y="19568"/>
                  <a:pt x="1267806" y="19864"/>
                  <a:pt x="1269204" y="20267"/>
                </a:cubicBezTo>
                <a:lnTo>
                  <a:pt x="1269204" y="559"/>
                </a:lnTo>
                <a:lnTo>
                  <a:pt x="1277358" y="559"/>
                </a:lnTo>
                <a:lnTo>
                  <a:pt x="1277358" y="66440"/>
                </a:lnTo>
                <a:lnTo>
                  <a:pt x="1270089" y="66440"/>
                </a:lnTo>
                <a:lnTo>
                  <a:pt x="1269810" y="57587"/>
                </a:lnTo>
                <a:cubicBezTo>
                  <a:pt x="1267542" y="60880"/>
                  <a:pt x="1265089" y="63318"/>
                  <a:pt x="1262448" y="64902"/>
                </a:cubicBezTo>
                <a:cubicBezTo>
                  <a:pt x="1259808" y="66486"/>
                  <a:pt x="1256951" y="67278"/>
                  <a:pt x="1253876" y="67278"/>
                </a:cubicBezTo>
                <a:cubicBezTo>
                  <a:pt x="1251204" y="67278"/>
                  <a:pt x="1248851" y="66719"/>
                  <a:pt x="1246817" y="65601"/>
                </a:cubicBezTo>
                <a:cubicBezTo>
                  <a:pt x="1244782" y="64483"/>
                  <a:pt x="1243090" y="62906"/>
                  <a:pt x="1241738" y="60872"/>
                </a:cubicBezTo>
                <a:cubicBezTo>
                  <a:pt x="1240387" y="58837"/>
                  <a:pt x="1239370" y="56391"/>
                  <a:pt x="1238687" y="53534"/>
                </a:cubicBezTo>
                <a:cubicBezTo>
                  <a:pt x="1238003" y="50676"/>
                  <a:pt x="1237662" y="47508"/>
                  <a:pt x="1237662" y="44029"/>
                </a:cubicBezTo>
                <a:moveTo>
                  <a:pt x="1245955" y="43517"/>
                </a:moveTo>
                <a:cubicBezTo>
                  <a:pt x="1245955" y="49170"/>
                  <a:pt x="1246786" y="53386"/>
                  <a:pt x="1248448" y="56166"/>
                </a:cubicBezTo>
                <a:cubicBezTo>
                  <a:pt x="1250109" y="58946"/>
                  <a:pt x="1252462" y="60336"/>
                  <a:pt x="1255506" y="60336"/>
                </a:cubicBezTo>
                <a:cubicBezTo>
                  <a:pt x="1257556" y="60336"/>
                  <a:pt x="1259723" y="59420"/>
                  <a:pt x="1262006" y="57587"/>
                </a:cubicBezTo>
                <a:cubicBezTo>
                  <a:pt x="1264289" y="55755"/>
                  <a:pt x="1266688" y="53037"/>
                  <a:pt x="1269204" y="49434"/>
                </a:cubicBezTo>
                <a:lnTo>
                  <a:pt x="1269204" y="27722"/>
                </a:lnTo>
                <a:cubicBezTo>
                  <a:pt x="1267869" y="27101"/>
                  <a:pt x="1266393" y="26627"/>
                  <a:pt x="1264778" y="26301"/>
                </a:cubicBezTo>
                <a:cubicBezTo>
                  <a:pt x="1263163" y="25975"/>
                  <a:pt x="1261563" y="25812"/>
                  <a:pt x="1259979" y="25812"/>
                </a:cubicBezTo>
                <a:cubicBezTo>
                  <a:pt x="1255568" y="25812"/>
                  <a:pt x="1252128" y="27241"/>
                  <a:pt x="1249659" y="30098"/>
                </a:cubicBezTo>
                <a:cubicBezTo>
                  <a:pt x="1247190" y="32956"/>
                  <a:pt x="1245955" y="37429"/>
                  <a:pt x="1245955" y="43517"/>
                </a:cubicBezTo>
                <a:close/>
                <a:moveTo>
                  <a:pt x="1306759" y="559"/>
                </a:moveTo>
                <a:lnTo>
                  <a:pt x="1305455" y="22457"/>
                </a:lnTo>
                <a:lnTo>
                  <a:pt x="1297813" y="22457"/>
                </a:lnTo>
                <a:lnTo>
                  <a:pt x="1296462" y="559"/>
                </a:lnTo>
                <a:lnTo>
                  <a:pt x="1306759" y="559"/>
                </a:lnTo>
                <a:moveTo>
                  <a:pt x="1324883" y="559"/>
                </a:moveTo>
                <a:lnTo>
                  <a:pt x="1323579" y="22457"/>
                </a:lnTo>
                <a:lnTo>
                  <a:pt x="1315938" y="22457"/>
                </a:lnTo>
                <a:lnTo>
                  <a:pt x="1314586" y="559"/>
                </a:lnTo>
                <a:lnTo>
                  <a:pt x="1324883" y="559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,">
            <a:extLst xmlns:a="http://schemas.openxmlformats.org/drawingml/2006/main">
              <a:ext uri="{FF2B5EF4-FFF2-40B4-BE49-F238E27FC236}">
                <a16:creationId xmlns:a16="http://schemas.microsoft.com/office/drawing/2014/main" id="{B7C0279E-7CDD-4ABA-AD50-67575F7D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301" y="3906404"/>
            <a:ext cx="22504" cy="30983"/>
          </a:xfrm>
          <a:custGeom xmlns:a="http://schemas.openxmlformats.org/drawingml/2006/main">
            <a:pathLst>
              <a:path w="22504" h="30983">
                <a:moveTo>
                  <a:pt x="0" y="24600"/>
                </a:moveTo>
                <a:cubicBezTo>
                  <a:pt x="1584" y="24662"/>
                  <a:pt x="3122" y="24522"/>
                  <a:pt x="4613" y="24178"/>
                </a:cubicBezTo>
                <a:cubicBezTo>
                  <a:pt x="6103" y="23835"/>
                  <a:pt x="7416" y="23328"/>
                  <a:pt x="8550" y="22657"/>
                </a:cubicBezTo>
                <a:cubicBezTo>
                  <a:pt x="9683" y="21986"/>
                  <a:pt x="10592" y="21151"/>
                  <a:pt x="11275" y="20152"/>
                </a:cubicBezTo>
                <a:cubicBezTo>
                  <a:pt x="11959" y="19154"/>
                  <a:pt x="12300" y="18015"/>
                  <a:pt x="12300" y="16735"/>
                </a:cubicBezTo>
                <a:cubicBezTo>
                  <a:pt x="12300" y="15425"/>
                  <a:pt x="12075" y="14366"/>
                  <a:pt x="11625" y="13558"/>
                </a:cubicBezTo>
                <a:cubicBezTo>
                  <a:pt x="11174" y="12751"/>
                  <a:pt x="10669" y="12005"/>
                  <a:pt x="10110" y="11322"/>
                </a:cubicBezTo>
                <a:cubicBezTo>
                  <a:pt x="9551" y="10638"/>
                  <a:pt x="9047" y="9908"/>
                  <a:pt x="8596" y="9132"/>
                </a:cubicBezTo>
                <a:cubicBezTo>
                  <a:pt x="8146" y="8355"/>
                  <a:pt x="7921" y="7315"/>
                  <a:pt x="7921" y="6010"/>
                </a:cubicBezTo>
                <a:cubicBezTo>
                  <a:pt x="7921" y="5358"/>
                  <a:pt x="8045" y="4675"/>
                  <a:pt x="8293" y="3960"/>
                </a:cubicBezTo>
                <a:cubicBezTo>
                  <a:pt x="8542" y="3246"/>
                  <a:pt x="8922" y="2594"/>
                  <a:pt x="9435" y="2003"/>
                </a:cubicBezTo>
                <a:cubicBezTo>
                  <a:pt x="9947" y="1413"/>
                  <a:pt x="10600" y="932"/>
                  <a:pt x="11392" y="559"/>
                </a:cubicBezTo>
                <a:cubicBezTo>
                  <a:pt x="12184" y="186"/>
                  <a:pt x="13123" y="0"/>
                  <a:pt x="14210" y="0"/>
                </a:cubicBezTo>
                <a:cubicBezTo>
                  <a:pt x="15298" y="0"/>
                  <a:pt x="16346" y="226"/>
                  <a:pt x="17355" y="677"/>
                </a:cubicBezTo>
                <a:cubicBezTo>
                  <a:pt x="18365" y="1127"/>
                  <a:pt x="19250" y="1820"/>
                  <a:pt x="20011" y="2753"/>
                </a:cubicBezTo>
                <a:cubicBezTo>
                  <a:pt x="20772" y="3686"/>
                  <a:pt x="21378" y="4853"/>
                  <a:pt x="21828" y="6253"/>
                </a:cubicBezTo>
                <a:cubicBezTo>
                  <a:pt x="22279" y="7653"/>
                  <a:pt x="22504" y="9302"/>
                  <a:pt x="22504" y="11199"/>
                </a:cubicBezTo>
                <a:cubicBezTo>
                  <a:pt x="22504" y="13781"/>
                  <a:pt x="22030" y="16262"/>
                  <a:pt x="21083" y="18641"/>
                </a:cubicBezTo>
                <a:cubicBezTo>
                  <a:pt x="20135" y="21021"/>
                  <a:pt x="18722" y="23129"/>
                  <a:pt x="16843" y="24964"/>
                </a:cubicBezTo>
                <a:cubicBezTo>
                  <a:pt x="14964" y="26800"/>
                  <a:pt x="12619" y="28262"/>
                  <a:pt x="9808" y="29350"/>
                </a:cubicBezTo>
                <a:cubicBezTo>
                  <a:pt x="6997" y="30439"/>
                  <a:pt x="3727" y="30983"/>
                  <a:pt x="0" y="30983"/>
                </a:cubicBezTo>
                <a:lnTo>
                  <a:pt x="0" y="2460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&quot;cascader-select/adaptor/index.jsx&quot;">
            <a:extLst xmlns:a="http://schemas.openxmlformats.org/drawingml/2006/main">
              <a:ext uri="{FF2B5EF4-FFF2-40B4-BE49-F238E27FC236}">
                <a16:creationId xmlns:a16="http://schemas.microsoft.com/office/drawing/2014/main" id="{C4DD35D3-529D-4104-A5AC-08C341DF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950" y="3855013"/>
            <a:ext cx="1791782" cy="86008"/>
          </a:xfrm>
          <a:custGeom xmlns:a="http://schemas.openxmlformats.org/drawingml/2006/main">
            <a:pathLst>
              <a:path w="1791782" h="86008">
                <a:moveTo>
                  <a:pt x="10297" y="559"/>
                </a:moveTo>
                <a:lnTo>
                  <a:pt x="8992" y="22457"/>
                </a:lnTo>
                <a:lnTo>
                  <a:pt x="1351" y="22457"/>
                </a:lnTo>
                <a:lnTo>
                  <a:pt x="0" y="559"/>
                </a:lnTo>
                <a:lnTo>
                  <a:pt x="10297" y="559"/>
                </a:lnTo>
                <a:moveTo>
                  <a:pt x="28421" y="559"/>
                </a:moveTo>
                <a:lnTo>
                  <a:pt x="27116" y="22457"/>
                </a:lnTo>
                <a:lnTo>
                  <a:pt x="19475" y="22457"/>
                </a:lnTo>
                <a:lnTo>
                  <a:pt x="18124" y="559"/>
                </a:lnTo>
                <a:lnTo>
                  <a:pt x="28421" y="559"/>
                </a:lnTo>
                <a:close/>
                <a:moveTo>
                  <a:pt x="83634" y="64716"/>
                </a:moveTo>
                <a:cubicBezTo>
                  <a:pt x="81522" y="65523"/>
                  <a:pt x="79355" y="66121"/>
                  <a:pt x="77134" y="66510"/>
                </a:cubicBezTo>
                <a:cubicBezTo>
                  <a:pt x="74913" y="66898"/>
                  <a:pt x="72623" y="67092"/>
                  <a:pt x="70262" y="67092"/>
                </a:cubicBezTo>
                <a:cubicBezTo>
                  <a:pt x="62869" y="67092"/>
                  <a:pt x="57177" y="65088"/>
                  <a:pt x="53186" y="61082"/>
                </a:cubicBezTo>
                <a:cubicBezTo>
                  <a:pt x="49195" y="57075"/>
                  <a:pt x="47199" y="51220"/>
                  <a:pt x="47199" y="43517"/>
                </a:cubicBezTo>
                <a:cubicBezTo>
                  <a:pt x="47199" y="39820"/>
                  <a:pt x="47774" y="36466"/>
                  <a:pt x="48923" y="33453"/>
                </a:cubicBezTo>
                <a:cubicBezTo>
                  <a:pt x="50072" y="30440"/>
                  <a:pt x="51687" y="27862"/>
                  <a:pt x="53768" y="25719"/>
                </a:cubicBezTo>
                <a:cubicBezTo>
                  <a:pt x="55850" y="23575"/>
                  <a:pt x="58334" y="21921"/>
                  <a:pt x="61223" y="20757"/>
                </a:cubicBezTo>
                <a:cubicBezTo>
                  <a:pt x="64112" y="19592"/>
                  <a:pt x="67296" y="19009"/>
                  <a:pt x="70774" y="19009"/>
                </a:cubicBezTo>
                <a:cubicBezTo>
                  <a:pt x="73197" y="19009"/>
                  <a:pt x="75465" y="19184"/>
                  <a:pt x="77577" y="19534"/>
                </a:cubicBezTo>
                <a:cubicBezTo>
                  <a:pt x="79689" y="19882"/>
                  <a:pt x="81708" y="20453"/>
                  <a:pt x="83634" y="21246"/>
                </a:cubicBezTo>
                <a:lnTo>
                  <a:pt x="83634" y="28980"/>
                </a:lnTo>
                <a:cubicBezTo>
                  <a:pt x="81615" y="27907"/>
                  <a:pt x="79557" y="27127"/>
                  <a:pt x="77460" y="26639"/>
                </a:cubicBezTo>
                <a:cubicBezTo>
                  <a:pt x="75364" y="26150"/>
                  <a:pt x="73197" y="25905"/>
                  <a:pt x="70961" y="25905"/>
                </a:cubicBezTo>
                <a:cubicBezTo>
                  <a:pt x="68880" y="25905"/>
                  <a:pt x="66915" y="26301"/>
                  <a:pt x="65067" y="27093"/>
                </a:cubicBezTo>
                <a:cubicBezTo>
                  <a:pt x="63219" y="27885"/>
                  <a:pt x="61596" y="29027"/>
                  <a:pt x="60198" y="30518"/>
                </a:cubicBezTo>
                <a:cubicBezTo>
                  <a:pt x="58800" y="32008"/>
                  <a:pt x="57698" y="33826"/>
                  <a:pt x="56890" y="35969"/>
                </a:cubicBezTo>
                <a:cubicBezTo>
                  <a:pt x="56083" y="38112"/>
                  <a:pt x="55679" y="40535"/>
                  <a:pt x="55679" y="43237"/>
                </a:cubicBezTo>
                <a:cubicBezTo>
                  <a:pt x="55679" y="48890"/>
                  <a:pt x="57053" y="53122"/>
                  <a:pt x="59802" y="55933"/>
                </a:cubicBezTo>
                <a:cubicBezTo>
                  <a:pt x="62551" y="58744"/>
                  <a:pt x="66364" y="60150"/>
                  <a:pt x="71240" y="60150"/>
                </a:cubicBezTo>
                <a:cubicBezTo>
                  <a:pt x="73446" y="60150"/>
                  <a:pt x="75581" y="59901"/>
                  <a:pt x="77647" y="59404"/>
                </a:cubicBezTo>
                <a:cubicBezTo>
                  <a:pt x="79712" y="58907"/>
                  <a:pt x="81708" y="58162"/>
                  <a:pt x="83634" y="57168"/>
                </a:cubicBezTo>
                <a:lnTo>
                  <a:pt x="83634" y="64716"/>
                </a:lnTo>
                <a:close/>
                <a:moveTo>
                  <a:pt x="129202" y="66440"/>
                </a:moveTo>
                <a:lnTo>
                  <a:pt x="129016" y="60137"/>
                </a:lnTo>
                <a:cubicBezTo>
                  <a:pt x="126469" y="62657"/>
                  <a:pt x="123883" y="64478"/>
                  <a:pt x="121258" y="65598"/>
                </a:cubicBezTo>
                <a:cubicBezTo>
                  <a:pt x="118634" y="66718"/>
                  <a:pt x="115877" y="67278"/>
                  <a:pt x="112988" y="67278"/>
                </a:cubicBezTo>
                <a:cubicBezTo>
                  <a:pt x="110317" y="67278"/>
                  <a:pt x="108034" y="66936"/>
                  <a:pt x="106139" y="66252"/>
                </a:cubicBezTo>
                <a:cubicBezTo>
                  <a:pt x="104245" y="65567"/>
                  <a:pt x="102684" y="64626"/>
                  <a:pt x="101457" y="63429"/>
                </a:cubicBezTo>
                <a:cubicBezTo>
                  <a:pt x="100230" y="62231"/>
                  <a:pt x="99329" y="60823"/>
                  <a:pt x="98755" y="59205"/>
                </a:cubicBezTo>
                <a:cubicBezTo>
                  <a:pt x="98180" y="57587"/>
                  <a:pt x="97893" y="55829"/>
                  <a:pt x="97893" y="53931"/>
                </a:cubicBezTo>
                <a:cubicBezTo>
                  <a:pt x="97893" y="49233"/>
                  <a:pt x="99640" y="45554"/>
                  <a:pt x="103134" y="42895"/>
                </a:cubicBezTo>
                <a:cubicBezTo>
                  <a:pt x="106629" y="40234"/>
                  <a:pt x="111793" y="38904"/>
                  <a:pt x="118626" y="38904"/>
                </a:cubicBezTo>
                <a:lnTo>
                  <a:pt x="128317" y="38904"/>
                </a:lnTo>
                <a:lnTo>
                  <a:pt x="128317" y="34818"/>
                </a:lnTo>
                <a:cubicBezTo>
                  <a:pt x="128317" y="32064"/>
                  <a:pt x="127432" y="29858"/>
                  <a:pt x="125661" y="28202"/>
                </a:cubicBezTo>
                <a:cubicBezTo>
                  <a:pt x="123891" y="26547"/>
                  <a:pt x="121189" y="25719"/>
                  <a:pt x="117554" y="25719"/>
                </a:cubicBezTo>
                <a:cubicBezTo>
                  <a:pt x="114914" y="25719"/>
                  <a:pt x="112313" y="26018"/>
                  <a:pt x="109750" y="26617"/>
                </a:cubicBezTo>
                <a:cubicBezTo>
                  <a:pt x="107188" y="27215"/>
                  <a:pt x="104540" y="28065"/>
                  <a:pt x="101806" y="29166"/>
                </a:cubicBezTo>
                <a:lnTo>
                  <a:pt x="101806" y="21851"/>
                </a:lnTo>
                <a:cubicBezTo>
                  <a:pt x="102831" y="21473"/>
                  <a:pt x="103973" y="21102"/>
                  <a:pt x="105231" y="20739"/>
                </a:cubicBezTo>
                <a:cubicBezTo>
                  <a:pt x="106489" y="20376"/>
                  <a:pt x="107817" y="20053"/>
                  <a:pt x="109214" y="19769"/>
                </a:cubicBezTo>
                <a:cubicBezTo>
                  <a:pt x="110612" y="19485"/>
                  <a:pt x="112072" y="19256"/>
                  <a:pt x="113594" y="19084"/>
                </a:cubicBezTo>
                <a:cubicBezTo>
                  <a:pt x="115116" y="18910"/>
                  <a:pt x="116654" y="18823"/>
                  <a:pt x="118207" y="18823"/>
                </a:cubicBezTo>
                <a:cubicBezTo>
                  <a:pt x="121033" y="18823"/>
                  <a:pt x="123580" y="19134"/>
                  <a:pt x="125848" y="19755"/>
                </a:cubicBezTo>
                <a:cubicBezTo>
                  <a:pt x="128115" y="20376"/>
                  <a:pt x="130033" y="21323"/>
                  <a:pt x="131602" y="22597"/>
                </a:cubicBezTo>
                <a:cubicBezTo>
                  <a:pt x="133170" y="23870"/>
                  <a:pt x="134374" y="25470"/>
                  <a:pt x="135213" y="27396"/>
                </a:cubicBezTo>
                <a:cubicBezTo>
                  <a:pt x="136051" y="29322"/>
                  <a:pt x="136471" y="31589"/>
                  <a:pt x="136471" y="34198"/>
                </a:cubicBezTo>
                <a:lnTo>
                  <a:pt x="136471" y="66440"/>
                </a:lnTo>
                <a:lnTo>
                  <a:pt x="129202" y="66440"/>
                </a:lnTo>
                <a:moveTo>
                  <a:pt x="128317" y="45101"/>
                </a:moveTo>
                <a:lnTo>
                  <a:pt x="118020" y="45101"/>
                </a:lnTo>
                <a:cubicBezTo>
                  <a:pt x="116001" y="45101"/>
                  <a:pt x="114262" y="45304"/>
                  <a:pt x="112802" y="45709"/>
                </a:cubicBezTo>
                <a:cubicBezTo>
                  <a:pt x="111342" y="46114"/>
                  <a:pt x="110146" y="46690"/>
                  <a:pt x="109214" y="47438"/>
                </a:cubicBezTo>
                <a:cubicBezTo>
                  <a:pt x="108283" y="48185"/>
                  <a:pt x="107592" y="49081"/>
                  <a:pt x="107141" y="50125"/>
                </a:cubicBezTo>
                <a:cubicBezTo>
                  <a:pt x="106691" y="51169"/>
                  <a:pt x="106466" y="52345"/>
                  <a:pt x="106466" y="53653"/>
                </a:cubicBezTo>
                <a:cubicBezTo>
                  <a:pt x="106466" y="54557"/>
                  <a:pt x="106605" y="55422"/>
                  <a:pt x="106885" y="56248"/>
                </a:cubicBezTo>
                <a:cubicBezTo>
                  <a:pt x="107164" y="57073"/>
                  <a:pt x="107615" y="57805"/>
                  <a:pt x="108236" y="58443"/>
                </a:cubicBezTo>
                <a:cubicBezTo>
                  <a:pt x="108857" y="59082"/>
                  <a:pt x="109665" y="59588"/>
                  <a:pt x="110659" y="59962"/>
                </a:cubicBezTo>
                <a:cubicBezTo>
                  <a:pt x="111653" y="60336"/>
                  <a:pt x="112864" y="60522"/>
                  <a:pt x="114293" y="60522"/>
                </a:cubicBezTo>
                <a:cubicBezTo>
                  <a:pt x="116157" y="60522"/>
                  <a:pt x="118292" y="59954"/>
                  <a:pt x="120699" y="58818"/>
                </a:cubicBezTo>
                <a:cubicBezTo>
                  <a:pt x="123107" y="57680"/>
                  <a:pt x="125646" y="55880"/>
                  <a:pt x="128317" y="53419"/>
                </a:cubicBezTo>
                <a:lnTo>
                  <a:pt x="128317" y="45101"/>
                </a:lnTo>
                <a:close/>
                <a:moveTo>
                  <a:pt x="188050" y="53674"/>
                </a:moveTo>
                <a:cubicBezTo>
                  <a:pt x="188050" y="55320"/>
                  <a:pt x="187770" y="56795"/>
                  <a:pt x="187211" y="58100"/>
                </a:cubicBezTo>
                <a:cubicBezTo>
                  <a:pt x="186652" y="59404"/>
                  <a:pt x="185891" y="60561"/>
                  <a:pt x="184928" y="61571"/>
                </a:cubicBezTo>
                <a:cubicBezTo>
                  <a:pt x="183965" y="62580"/>
                  <a:pt x="182847" y="63442"/>
                  <a:pt x="181573" y="64157"/>
                </a:cubicBezTo>
                <a:cubicBezTo>
                  <a:pt x="180300" y="64871"/>
                  <a:pt x="178941" y="65461"/>
                  <a:pt x="177497" y="65927"/>
                </a:cubicBezTo>
                <a:cubicBezTo>
                  <a:pt x="176052" y="66393"/>
                  <a:pt x="174569" y="66735"/>
                  <a:pt x="173047" y="66952"/>
                </a:cubicBezTo>
                <a:cubicBezTo>
                  <a:pt x="171525" y="67170"/>
                  <a:pt x="170034" y="67278"/>
                  <a:pt x="168574" y="67278"/>
                </a:cubicBezTo>
                <a:cubicBezTo>
                  <a:pt x="165406" y="67278"/>
                  <a:pt x="162494" y="67139"/>
                  <a:pt x="159838" y="66859"/>
                </a:cubicBezTo>
                <a:cubicBezTo>
                  <a:pt x="157183" y="66579"/>
                  <a:pt x="154581" y="66129"/>
                  <a:pt x="152034" y="65508"/>
                </a:cubicBezTo>
                <a:lnTo>
                  <a:pt x="152034" y="58053"/>
                </a:lnTo>
                <a:cubicBezTo>
                  <a:pt x="154768" y="58830"/>
                  <a:pt x="157485" y="59420"/>
                  <a:pt x="160188" y="59824"/>
                </a:cubicBezTo>
                <a:cubicBezTo>
                  <a:pt x="162890" y="60227"/>
                  <a:pt x="165577" y="60429"/>
                  <a:pt x="168248" y="60429"/>
                </a:cubicBezTo>
                <a:cubicBezTo>
                  <a:pt x="172131" y="60429"/>
                  <a:pt x="175004" y="59901"/>
                  <a:pt x="176868" y="58845"/>
                </a:cubicBezTo>
                <a:cubicBezTo>
                  <a:pt x="178731" y="57789"/>
                  <a:pt x="179663" y="56283"/>
                  <a:pt x="179663" y="54326"/>
                </a:cubicBezTo>
                <a:cubicBezTo>
                  <a:pt x="179663" y="53487"/>
                  <a:pt x="179515" y="52734"/>
                  <a:pt x="179220" y="52066"/>
                </a:cubicBezTo>
                <a:cubicBezTo>
                  <a:pt x="178925" y="51398"/>
                  <a:pt x="178390" y="50762"/>
                  <a:pt x="177613" y="50156"/>
                </a:cubicBezTo>
                <a:cubicBezTo>
                  <a:pt x="176836" y="49550"/>
                  <a:pt x="175633" y="48921"/>
                  <a:pt x="174002" y="48269"/>
                </a:cubicBezTo>
                <a:cubicBezTo>
                  <a:pt x="172371" y="47617"/>
                  <a:pt x="170143" y="46871"/>
                  <a:pt x="167316" y="46033"/>
                </a:cubicBezTo>
                <a:cubicBezTo>
                  <a:pt x="165204" y="45411"/>
                  <a:pt x="163255" y="44705"/>
                  <a:pt x="161469" y="43913"/>
                </a:cubicBezTo>
                <a:cubicBezTo>
                  <a:pt x="159683" y="43121"/>
                  <a:pt x="158138" y="42181"/>
                  <a:pt x="156833" y="41094"/>
                </a:cubicBezTo>
                <a:cubicBezTo>
                  <a:pt x="155529" y="40007"/>
                  <a:pt x="154504" y="38733"/>
                  <a:pt x="153758" y="37273"/>
                </a:cubicBezTo>
                <a:cubicBezTo>
                  <a:pt x="153013" y="35813"/>
                  <a:pt x="152640" y="34090"/>
                  <a:pt x="152640" y="32102"/>
                </a:cubicBezTo>
                <a:cubicBezTo>
                  <a:pt x="152640" y="30797"/>
                  <a:pt x="152943" y="29368"/>
                  <a:pt x="153548" y="27815"/>
                </a:cubicBezTo>
                <a:cubicBezTo>
                  <a:pt x="154154" y="26262"/>
                  <a:pt x="155187" y="24818"/>
                  <a:pt x="156647" y="23482"/>
                </a:cubicBezTo>
                <a:cubicBezTo>
                  <a:pt x="158107" y="22147"/>
                  <a:pt x="160079" y="21036"/>
                  <a:pt x="162564" y="20151"/>
                </a:cubicBezTo>
                <a:cubicBezTo>
                  <a:pt x="165049" y="19266"/>
                  <a:pt x="168155" y="18823"/>
                  <a:pt x="171882" y="18823"/>
                </a:cubicBezTo>
                <a:cubicBezTo>
                  <a:pt x="173715" y="18823"/>
                  <a:pt x="175749" y="18924"/>
                  <a:pt x="177986" y="19126"/>
                </a:cubicBezTo>
                <a:cubicBezTo>
                  <a:pt x="180222" y="19328"/>
                  <a:pt x="182552" y="19677"/>
                  <a:pt x="184974" y="20174"/>
                </a:cubicBezTo>
                <a:lnTo>
                  <a:pt x="184974" y="27396"/>
                </a:lnTo>
                <a:cubicBezTo>
                  <a:pt x="182427" y="26775"/>
                  <a:pt x="180012" y="26316"/>
                  <a:pt x="177729" y="26021"/>
                </a:cubicBezTo>
                <a:cubicBezTo>
                  <a:pt x="175446" y="25726"/>
                  <a:pt x="173466" y="25579"/>
                  <a:pt x="171789" y="25579"/>
                </a:cubicBezTo>
                <a:cubicBezTo>
                  <a:pt x="169770" y="25579"/>
                  <a:pt x="168069" y="25734"/>
                  <a:pt x="166687" y="26045"/>
                </a:cubicBezTo>
                <a:cubicBezTo>
                  <a:pt x="165305" y="26355"/>
                  <a:pt x="164187" y="26782"/>
                  <a:pt x="163333" y="27326"/>
                </a:cubicBezTo>
                <a:cubicBezTo>
                  <a:pt x="162478" y="27870"/>
                  <a:pt x="161865" y="28506"/>
                  <a:pt x="161492" y="29236"/>
                </a:cubicBezTo>
                <a:cubicBezTo>
                  <a:pt x="161120" y="29966"/>
                  <a:pt x="160933" y="30750"/>
                  <a:pt x="160933" y="31589"/>
                </a:cubicBezTo>
                <a:cubicBezTo>
                  <a:pt x="160933" y="32428"/>
                  <a:pt x="161096" y="33189"/>
                  <a:pt x="161422" y="33872"/>
                </a:cubicBezTo>
                <a:cubicBezTo>
                  <a:pt x="161749" y="34555"/>
                  <a:pt x="162354" y="35215"/>
                  <a:pt x="163239" y="35852"/>
                </a:cubicBezTo>
                <a:cubicBezTo>
                  <a:pt x="164125" y="36489"/>
                  <a:pt x="165359" y="37126"/>
                  <a:pt x="166944" y="37762"/>
                </a:cubicBezTo>
                <a:cubicBezTo>
                  <a:pt x="168528" y="38399"/>
                  <a:pt x="170593" y="39090"/>
                  <a:pt x="173140" y="39836"/>
                </a:cubicBezTo>
                <a:cubicBezTo>
                  <a:pt x="175905" y="40643"/>
                  <a:pt x="178234" y="41490"/>
                  <a:pt x="180129" y="42375"/>
                </a:cubicBezTo>
                <a:cubicBezTo>
                  <a:pt x="182024" y="43260"/>
                  <a:pt x="183561" y="44246"/>
                  <a:pt x="184742" y="45334"/>
                </a:cubicBezTo>
                <a:cubicBezTo>
                  <a:pt x="185922" y="46421"/>
                  <a:pt x="186768" y="47648"/>
                  <a:pt x="187281" y="49014"/>
                </a:cubicBezTo>
                <a:cubicBezTo>
                  <a:pt x="187793" y="50381"/>
                  <a:pt x="188050" y="51934"/>
                  <a:pt x="188050" y="53674"/>
                </a:cubicBezTo>
                <a:close/>
                <a:moveTo>
                  <a:pt x="239209" y="64716"/>
                </a:moveTo>
                <a:cubicBezTo>
                  <a:pt x="237097" y="65523"/>
                  <a:pt x="234930" y="66121"/>
                  <a:pt x="232710" y="66510"/>
                </a:cubicBezTo>
                <a:cubicBezTo>
                  <a:pt x="230489" y="66898"/>
                  <a:pt x="228198" y="67092"/>
                  <a:pt x="225837" y="67092"/>
                </a:cubicBezTo>
                <a:cubicBezTo>
                  <a:pt x="218445" y="67092"/>
                  <a:pt x="212753" y="65088"/>
                  <a:pt x="208762" y="61082"/>
                </a:cubicBezTo>
                <a:cubicBezTo>
                  <a:pt x="204770" y="57075"/>
                  <a:pt x="202774" y="51220"/>
                  <a:pt x="202774" y="43517"/>
                </a:cubicBezTo>
                <a:cubicBezTo>
                  <a:pt x="202774" y="39820"/>
                  <a:pt x="203349" y="36466"/>
                  <a:pt x="204498" y="33453"/>
                </a:cubicBezTo>
                <a:cubicBezTo>
                  <a:pt x="205648" y="30440"/>
                  <a:pt x="207263" y="27862"/>
                  <a:pt x="209344" y="25719"/>
                </a:cubicBezTo>
                <a:cubicBezTo>
                  <a:pt x="211425" y="23575"/>
                  <a:pt x="213910" y="21921"/>
                  <a:pt x="216799" y="20757"/>
                </a:cubicBezTo>
                <a:cubicBezTo>
                  <a:pt x="219687" y="19592"/>
                  <a:pt x="222871" y="19009"/>
                  <a:pt x="226350" y="19009"/>
                </a:cubicBezTo>
                <a:cubicBezTo>
                  <a:pt x="228773" y="19009"/>
                  <a:pt x="231040" y="19184"/>
                  <a:pt x="233152" y="19534"/>
                </a:cubicBezTo>
                <a:cubicBezTo>
                  <a:pt x="235264" y="19882"/>
                  <a:pt x="237283" y="20453"/>
                  <a:pt x="239209" y="21246"/>
                </a:cubicBezTo>
                <a:lnTo>
                  <a:pt x="239209" y="28980"/>
                </a:lnTo>
                <a:cubicBezTo>
                  <a:pt x="237190" y="27907"/>
                  <a:pt x="235132" y="27127"/>
                  <a:pt x="233036" y="26639"/>
                </a:cubicBezTo>
                <a:cubicBezTo>
                  <a:pt x="230939" y="26150"/>
                  <a:pt x="228773" y="25905"/>
                  <a:pt x="226536" y="25905"/>
                </a:cubicBezTo>
                <a:cubicBezTo>
                  <a:pt x="224455" y="25905"/>
                  <a:pt x="222490" y="26301"/>
                  <a:pt x="220642" y="27093"/>
                </a:cubicBezTo>
                <a:cubicBezTo>
                  <a:pt x="218794" y="27885"/>
                  <a:pt x="217171" y="29027"/>
                  <a:pt x="215774" y="30518"/>
                </a:cubicBezTo>
                <a:cubicBezTo>
                  <a:pt x="214376" y="32008"/>
                  <a:pt x="213273" y="33826"/>
                  <a:pt x="212466" y="35969"/>
                </a:cubicBezTo>
                <a:cubicBezTo>
                  <a:pt x="211658" y="38112"/>
                  <a:pt x="211254" y="40535"/>
                  <a:pt x="211254" y="43237"/>
                </a:cubicBezTo>
                <a:cubicBezTo>
                  <a:pt x="211254" y="48890"/>
                  <a:pt x="212629" y="53122"/>
                  <a:pt x="215378" y="55933"/>
                </a:cubicBezTo>
                <a:cubicBezTo>
                  <a:pt x="218126" y="58744"/>
                  <a:pt x="221939" y="60150"/>
                  <a:pt x="226816" y="60150"/>
                </a:cubicBezTo>
                <a:cubicBezTo>
                  <a:pt x="229021" y="60150"/>
                  <a:pt x="231157" y="59901"/>
                  <a:pt x="233222" y="59404"/>
                </a:cubicBezTo>
                <a:cubicBezTo>
                  <a:pt x="235288" y="58907"/>
                  <a:pt x="237283" y="58162"/>
                  <a:pt x="239209" y="57168"/>
                </a:cubicBezTo>
                <a:lnTo>
                  <a:pt x="239209" y="64716"/>
                </a:lnTo>
                <a:close/>
                <a:moveTo>
                  <a:pt x="284778" y="66440"/>
                </a:moveTo>
                <a:lnTo>
                  <a:pt x="284591" y="60137"/>
                </a:lnTo>
                <a:cubicBezTo>
                  <a:pt x="282044" y="62657"/>
                  <a:pt x="279459" y="64478"/>
                  <a:pt x="276834" y="65598"/>
                </a:cubicBezTo>
                <a:cubicBezTo>
                  <a:pt x="274209" y="66718"/>
                  <a:pt x="271453" y="67278"/>
                  <a:pt x="268564" y="67278"/>
                </a:cubicBezTo>
                <a:cubicBezTo>
                  <a:pt x="265893" y="67278"/>
                  <a:pt x="263610" y="66936"/>
                  <a:pt x="261715" y="66252"/>
                </a:cubicBezTo>
                <a:cubicBezTo>
                  <a:pt x="259820" y="65567"/>
                  <a:pt x="258259" y="64626"/>
                  <a:pt x="257032" y="63429"/>
                </a:cubicBezTo>
                <a:cubicBezTo>
                  <a:pt x="255806" y="62231"/>
                  <a:pt x="254905" y="60823"/>
                  <a:pt x="254330" y="59205"/>
                </a:cubicBezTo>
                <a:cubicBezTo>
                  <a:pt x="253755" y="57587"/>
                  <a:pt x="253468" y="55829"/>
                  <a:pt x="253468" y="53931"/>
                </a:cubicBezTo>
                <a:cubicBezTo>
                  <a:pt x="253468" y="49233"/>
                  <a:pt x="255215" y="45554"/>
                  <a:pt x="258710" y="42895"/>
                </a:cubicBezTo>
                <a:cubicBezTo>
                  <a:pt x="262204" y="40234"/>
                  <a:pt x="267368" y="38904"/>
                  <a:pt x="274201" y="38904"/>
                </a:cubicBezTo>
                <a:lnTo>
                  <a:pt x="283892" y="38904"/>
                </a:lnTo>
                <a:lnTo>
                  <a:pt x="283892" y="34818"/>
                </a:lnTo>
                <a:cubicBezTo>
                  <a:pt x="283892" y="32064"/>
                  <a:pt x="283007" y="29858"/>
                  <a:pt x="281237" y="28202"/>
                </a:cubicBezTo>
                <a:cubicBezTo>
                  <a:pt x="279466" y="26547"/>
                  <a:pt x="276764" y="25719"/>
                  <a:pt x="273130" y="25719"/>
                </a:cubicBezTo>
                <a:cubicBezTo>
                  <a:pt x="270490" y="25719"/>
                  <a:pt x="267888" y="26018"/>
                  <a:pt x="265326" y="26617"/>
                </a:cubicBezTo>
                <a:cubicBezTo>
                  <a:pt x="262763" y="27215"/>
                  <a:pt x="260115" y="28065"/>
                  <a:pt x="257382" y="29166"/>
                </a:cubicBezTo>
                <a:lnTo>
                  <a:pt x="257382" y="21851"/>
                </a:lnTo>
                <a:cubicBezTo>
                  <a:pt x="258407" y="21473"/>
                  <a:pt x="259548" y="21102"/>
                  <a:pt x="260806" y="20739"/>
                </a:cubicBezTo>
                <a:cubicBezTo>
                  <a:pt x="262064" y="20376"/>
                  <a:pt x="263392" y="20053"/>
                  <a:pt x="264790" y="19769"/>
                </a:cubicBezTo>
                <a:cubicBezTo>
                  <a:pt x="266188" y="19485"/>
                  <a:pt x="267648" y="19256"/>
                  <a:pt x="269170" y="19084"/>
                </a:cubicBezTo>
                <a:cubicBezTo>
                  <a:pt x="270692" y="18910"/>
                  <a:pt x="272229" y="18823"/>
                  <a:pt x="273782" y="18823"/>
                </a:cubicBezTo>
                <a:cubicBezTo>
                  <a:pt x="276609" y="18823"/>
                  <a:pt x="279156" y="19134"/>
                  <a:pt x="281423" y="19755"/>
                </a:cubicBezTo>
                <a:cubicBezTo>
                  <a:pt x="283691" y="20376"/>
                  <a:pt x="285609" y="21323"/>
                  <a:pt x="287177" y="22597"/>
                </a:cubicBezTo>
                <a:cubicBezTo>
                  <a:pt x="288746" y="23870"/>
                  <a:pt x="289949" y="25470"/>
                  <a:pt x="290788" y="27396"/>
                </a:cubicBezTo>
                <a:cubicBezTo>
                  <a:pt x="291627" y="29322"/>
                  <a:pt x="292046" y="31589"/>
                  <a:pt x="292046" y="34198"/>
                </a:cubicBezTo>
                <a:lnTo>
                  <a:pt x="292046" y="66440"/>
                </a:lnTo>
                <a:lnTo>
                  <a:pt x="284778" y="66440"/>
                </a:lnTo>
                <a:moveTo>
                  <a:pt x="283892" y="45101"/>
                </a:moveTo>
                <a:lnTo>
                  <a:pt x="273596" y="45101"/>
                </a:lnTo>
                <a:cubicBezTo>
                  <a:pt x="271577" y="45101"/>
                  <a:pt x="269837" y="45304"/>
                  <a:pt x="268377" y="45709"/>
                </a:cubicBezTo>
                <a:cubicBezTo>
                  <a:pt x="266918" y="46114"/>
                  <a:pt x="265722" y="46690"/>
                  <a:pt x="264790" y="47438"/>
                </a:cubicBezTo>
                <a:cubicBezTo>
                  <a:pt x="263858" y="48185"/>
                  <a:pt x="263167" y="49081"/>
                  <a:pt x="262717" y="50125"/>
                </a:cubicBezTo>
                <a:cubicBezTo>
                  <a:pt x="262266" y="51169"/>
                  <a:pt x="262041" y="52345"/>
                  <a:pt x="262041" y="53653"/>
                </a:cubicBezTo>
                <a:cubicBezTo>
                  <a:pt x="262041" y="54557"/>
                  <a:pt x="262181" y="55422"/>
                  <a:pt x="262460" y="56248"/>
                </a:cubicBezTo>
                <a:cubicBezTo>
                  <a:pt x="262740" y="57073"/>
                  <a:pt x="263190" y="57805"/>
                  <a:pt x="263812" y="58443"/>
                </a:cubicBezTo>
                <a:cubicBezTo>
                  <a:pt x="264433" y="59082"/>
                  <a:pt x="265240" y="59588"/>
                  <a:pt x="266234" y="59962"/>
                </a:cubicBezTo>
                <a:cubicBezTo>
                  <a:pt x="267228" y="60336"/>
                  <a:pt x="268440" y="60522"/>
                  <a:pt x="269868" y="60522"/>
                </a:cubicBezTo>
                <a:cubicBezTo>
                  <a:pt x="271732" y="60522"/>
                  <a:pt x="273868" y="59954"/>
                  <a:pt x="276275" y="58818"/>
                </a:cubicBezTo>
                <a:cubicBezTo>
                  <a:pt x="278682" y="57680"/>
                  <a:pt x="281221" y="55880"/>
                  <a:pt x="283892" y="53419"/>
                </a:cubicBezTo>
                <a:lnTo>
                  <a:pt x="283892" y="45101"/>
                </a:lnTo>
                <a:close/>
                <a:moveTo>
                  <a:pt x="304208" y="44029"/>
                </a:moveTo>
                <a:cubicBezTo>
                  <a:pt x="304208" y="40053"/>
                  <a:pt x="304752" y="36520"/>
                  <a:pt x="305839" y="33429"/>
                </a:cubicBezTo>
                <a:cubicBezTo>
                  <a:pt x="306926" y="30339"/>
                  <a:pt x="308472" y="27730"/>
                  <a:pt x="310475" y="25602"/>
                </a:cubicBezTo>
                <a:cubicBezTo>
                  <a:pt x="312478" y="23474"/>
                  <a:pt x="314886" y="21859"/>
                  <a:pt x="317697" y="20757"/>
                </a:cubicBezTo>
                <a:cubicBezTo>
                  <a:pt x="320508" y="19654"/>
                  <a:pt x="323637" y="19103"/>
                  <a:pt x="327085" y="19103"/>
                </a:cubicBezTo>
                <a:cubicBezTo>
                  <a:pt x="328576" y="19103"/>
                  <a:pt x="330043" y="19196"/>
                  <a:pt x="331488" y="19382"/>
                </a:cubicBezTo>
                <a:cubicBezTo>
                  <a:pt x="332932" y="19568"/>
                  <a:pt x="334353" y="19864"/>
                  <a:pt x="335751" y="20267"/>
                </a:cubicBezTo>
                <a:lnTo>
                  <a:pt x="335751" y="559"/>
                </a:lnTo>
                <a:lnTo>
                  <a:pt x="343905" y="559"/>
                </a:lnTo>
                <a:lnTo>
                  <a:pt x="343905" y="66440"/>
                </a:lnTo>
                <a:lnTo>
                  <a:pt x="336636" y="66440"/>
                </a:lnTo>
                <a:lnTo>
                  <a:pt x="336357" y="57587"/>
                </a:lnTo>
                <a:cubicBezTo>
                  <a:pt x="334089" y="60880"/>
                  <a:pt x="331635" y="63318"/>
                  <a:pt x="328995" y="64902"/>
                </a:cubicBezTo>
                <a:cubicBezTo>
                  <a:pt x="326355" y="66486"/>
                  <a:pt x="323497" y="67278"/>
                  <a:pt x="320422" y="67278"/>
                </a:cubicBezTo>
                <a:cubicBezTo>
                  <a:pt x="317751" y="67278"/>
                  <a:pt x="315398" y="66719"/>
                  <a:pt x="313364" y="65601"/>
                </a:cubicBezTo>
                <a:cubicBezTo>
                  <a:pt x="311329" y="64483"/>
                  <a:pt x="309636" y="62906"/>
                  <a:pt x="308285" y="60872"/>
                </a:cubicBezTo>
                <a:cubicBezTo>
                  <a:pt x="306934" y="58837"/>
                  <a:pt x="305917" y="56391"/>
                  <a:pt x="305233" y="53534"/>
                </a:cubicBezTo>
                <a:cubicBezTo>
                  <a:pt x="304550" y="50676"/>
                  <a:pt x="304208" y="47508"/>
                  <a:pt x="304208" y="44029"/>
                </a:cubicBezTo>
                <a:moveTo>
                  <a:pt x="312502" y="43517"/>
                </a:moveTo>
                <a:cubicBezTo>
                  <a:pt x="312502" y="49170"/>
                  <a:pt x="313333" y="53386"/>
                  <a:pt x="314994" y="56166"/>
                </a:cubicBezTo>
                <a:cubicBezTo>
                  <a:pt x="316656" y="58946"/>
                  <a:pt x="319009" y="60336"/>
                  <a:pt x="322053" y="60336"/>
                </a:cubicBezTo>
                <a:cubicBezTo>
                  <a:pt x="324103" y="60336"/>
                  <a:pt x="326270" y="59420"/>
                  <a:pt x="328553" y="57587"/>
                </a:cubicBezTo>
                <a:cubicBezTo>
                  <a:pt x="330836" y="55755"/>
                  <a:pt x="333235" y="53037"/>
                  <a:pt x="335751" y="49434"/>
                </a:cubicBezTo>
                <a:lnTo>
                  <a:pt x="335751" y="27722"/>
                </a:lnTo>
                <a:cubicBezTo>
                  <a:pt x="334415" y="27101"/>
                  <a:pt x="332940" y="26627"/>
                  <a:pt x="331325" y="26301"/>
                </a:cubicBezTo>
                <a:cubicBezTo>
                  <a:pt x="329710" y="25975"/>
                  <a:pt x="328110" y="25812"/>
                  <a:pt x="326526" y="25812"/>
                </a:cubicBezTo>
                <a:cubicBezTo>
                  <a:pt x="322115" y="25812"/>
                  <a:pt x="318675" y="27241"/>
                  <a:pt x="316206" y="30098"/>
                </a:cubicBezTo>
                <a:cubicBezTo>
                  <a:pt x="313736" y="32956"/>
                  <a:pt x="312502" y="37429"/>
                  <a:pt x="312502" y="43517"/>
                </a:cubicBezTo>
                <a:close/>
                <a:moveTo>
                  <a:pt x="397953" y="40581"/>
                </a:moveTo>
                <a:cubicBezTo>
                  <a:pt x="397953" y="41731"/>
                  <a:pt x="397937" y="42693"/>
                  <a:pt x="397906" y="43470"/>
                </a:cubicBezTo>
                <a:cubicBezTo>
                  <a:pt x="397875" y="44246"/>
                  <a:pt x="397829" y="44976"/>
                  <a:pt x="397766" y="45660"/>
                </a:cubicBezTo>
                <a:lnTo>
                  <a:pt x="364919" y="45660"/>
                </a:lnTo>
                <a:cubicBezTo>
                  <a:pt x="364919" y="50443"/>
                  <a:pt x="366255" y="54116"/>
                  <a:pt x="368926" y="56679"/>
                </a:cubicBezTo>
                <a:cubicBezTo>
                  <a:pt x="371597" y="59241"/>
                  <a:pt x="375449" y="60522"/>
                  <a:pt x="380481" y="60522"/>
                </a:cubicBezTo>
                <a:cubicBezTo>
                  <a:pt x="381848" y="60522"/>
                  <a:pt x="383214" y="60467"/>
                  <a:pt x="384581" y="60357"/>
                </a:cubicBezTo>
                <a:cubicBezTo>
                  <a:pt x="385948" y="60245"/>
                  <a:pt x="387268" y="60094"/>
                  <a:pt x="388541" y="59904"/>
                </a:cubicBezTo>
                <a:cubicBezTo>
                  <a:pt x="389815" y="59712"/>
                  <a:pt x="391034" y="59498"/>
                  <a:pt x="392199" y="59260"/>
                </a:cubicBezTo>
                <a:cubicBezTo>
                  <a:pt x="393364" y="59021"/>
                  <a:pt x="394443" y="58759"/>
                  <a:pt x="395437" y="58472"/>
                </a:cubicBezTo>
                <a:lnTo>
                  <a:pt x="395437" y="65135"/>
                </a:lnTo>
                <a:cubicBezTo>
                  <a:pt x="393232" y="65770"/>
                  <a:pt x="390739" y="66286"/>
                  <a:pt x="387959" y="66683"/>
                </a:cubicBezTo>
                <a:cubicBezTo>
                  <a:pt x="385179" y="67080"/>
                  <a:pt x="382298" y="67278"/>
                  <a:pt x="379316" y="67278"/>
                </a:cubicBezTo>
                <a:cubicBezTo>
                  <a:pt x="375309" y="67278"/>
                  <a:pt x="371861" y="66735"/>
                  <a:pt x="368973" y="65648"/>
                </a:cubicBezTo>
                <a:cubicBezTo>
                  <a:pt x="366084" y="64560"/>
                  <a:pt x="363716" y="62984"/>
                  <a:pt x="361868" y="60919"/>
                </a:cubicBezTo>
                <a:cubicBezTo>
                  <a:pt x="360019" y="58853"/>
                  <a:pt x="358653" y="56321"/>
                  <a:pt x="357768" y="53324"/>
                </a:cubicBezTo>
                <a:cubicBezTo>
                  <a:pt x="356882" y="50327"/>
                  <a:pt x="356440" y="46933"/>
                  <a:pt x="356440" y="43144"/>
                </a:cubicBezTo>
                <a:cubicBezTo>
                  <a:pt x="356440" y="39851"/>
                  <a:pt x="356913" y="36737"/>
                  <a:pt x="357861" y="33802"/>
                </a:cubicBezTo>
                <a:cubicBezTo>
                  <a:pt x="358808" y="30867"/>
                  <a:pt x="360190" y="28289"/>
                  <a:pt x="362007" y="26068"/>
                </a:cubicBezTo>
                <a:cubicBezTo>
                  <a:pt x="363824" y="23847"/>
                  <a:pt x="366053" y="22084"/>
                  <a:pt x="368693" y="20780"/>
                </a:cubicBezTo>
                <a:cubicBezTo>
                  <a:pt x="371333" y="19475"/>
                  <a:pt x="374331" y="18823"/>
                  <a:pt x="377685" y="18823"/>
                </a:cubicBezTo>
                <a:cubicBezTo>
                  <a:pt x="380947" y="18823"/>
                  <a:pt x="383836" y="19336"/>
                  <a:pt x="386351" y="20361"/>
                </a:cubicBezTo>
                <a:cubicBezTo>
                  <a:pt x="388867" y="21386"/>
                  <a:pt x="390987" y="22838"/>
                  <a:pt x="392711" y="24717"/>
                </a:cubicBezTo>
                <a:cubicBezTo>
                  <a:pt x="394435" y="26596"/>
                  <a:pt x="395740" y="28879"/>
                  <a:pt x="396625" y="31566"/>
                </a:cubicBezTo>
                <a:cubicBezTo>
                  <a:pt x="397510" y="34253"/>
                  <a:pt x="397953" y="37258"/>
                  <a:pt x="397953" y="40581"/>
                </a:cubicBezTo>
                <a:moveTo>
                  <a:pt x="389520" y="39416"/>
                </a:moveTo>
                <a:cubicBezTo>
                  <a:pt x="389613" y="37335"/>
                  <a:pt x="389411" y="35433"/>
                  <a:pt x="388914" y="33709"/>
                </a:cubicBezTo>
                <a:cubicBezTo>
                  <a:pt x="388417" y="31985"/>
                  <a:pt x="387648" y="30502"/>
                  <a:pt x="386608" y="29260"/>
                </a:cubicBezTo>
                <a:cubicBezTo>
                  <a:pt x="385567" y="28017"/>
                  <a:pt x="384270" y="27046"/>
                  <a:pt x="382717" y="26348"/>
                </a:cubicBezTo>
                <a:cubicBezTo>
                  <a:pt x="381164" y="25649"/>
                  <a:pt x="379363" y="25299"/>
                  <a:pt x="377313" y="25299"/>
                </a:cubicBezTo>
                <a:cubicBezTo>
                  <a:pt x="375542" y="25299"/>
                  <a:pt x="373927" y="25641"/>
                  <a:pt x="372467" y="26324"/>
                </a:cubicBezTo>
                <a:cubicBezTo>
                  <a:pt x="371007" y="27008"/>
                  <a:pt x="369749" y="27970"/>
                  <a:pt x="368693" y="29213"/>
                </a:cubicBezTo>
                <a:cubicBezTo>
                  <a:pt x="367637" y="30455"/>
                  <a:pt x="366783" y="31946"/>
                  <a:pt x="366131" y="33686"/>
                </a:cubicBezTo>
                <a:cubicBezTo>
                  <a:pt x="365478" y="35425"/>
                  <a:pt x="365075" y="37335"/>
                  <a:pt x="364919" y="39416"/>
                </a:cubicBezTo>
                <a:lnTo>
                  <a:pt x="389520" y="39416"/>
                </a:lnTo>
                <a:close/>
                <a:moveTo>
                  <a:pt x="412212" y="19662"/>
                </a:moveTo>
                <a:lnTo>
                  <a:pt x="419620" y="19662"/>
                </a:lnTo>
                <a:lnTo>
                  <a:pt x="419853" y="28259"/>
                </a:lnTo>
                <a:cubicBezTo>
                  <a:pt x="422617" y="24943"/>
                  <a:pt x="425343" y="22542"/>
                  <a:pt x="428030" y="21055"/>
                </a:cubicBezTo>
                <a:cubicBezTo>
                  <a:pt x="430716" y="19567"/>
                  <a:pt x="433427" y="18823"/>
                  <a:pt x="436160" y="18823"/>
                </a:cubicBezTo>
                <a:cubicBezTo>
                  <a:pt x="441005" y="18823"/>
                  <a:pt x="444678" y="20388"/>
                  <a:pt x="447179" y="23517"/>
                </a:cubicBezTo>
                <a:cubicBezTo>
                  <a:pt x="449679" y="26647"/>
                  <a:pt x="450836" y="31294"/>
                  <a:pt x="450650" y="37460"/>
                </a:cubicBezTo>
                <a:lnTo>
                  <a:pt x="442450" y="37460"/>
                </a:lnTo>
                <a:cubicBezTo>
                  <a:pt x="442543" y="33376"/>
                  <a:pt x="441945" y="30414"/>
                  <a:pt x="440656" y="28574"/>
                </a:cubicBezTo>
                <a:cubicBezTo>
                  <a:pt x="439367" y="26732"/>
                  <a:pt x="437480" y="25812"/>
                  <a:pt x="434995" y="25812"/>
                </a:cubicBezTo>
                <a:cubicBezTo>
                  <a:pt x="433908" y="25812"/>
                  <a:pt x="432813" y="26005"/>
                  <a:pt x="431710" y="26393"/>
                </a:cubicBezTo>
                <a:cubicBezTo>
                  <a:pt x="430608" y="26779"/>
                  <a:pt x="429474" y="27397"/>
                  <a:pt x="428309" y="28248"/>
                </a:cubicBezTo>
                <a:cubicBezTo>
                  <a:pt x="427144" y="29098"/>
                  <a:pt x="425910" y="30188"/>
                  <a:pt x="424605" y="31519"/>
                </a:cubicBezTo>
                <a:cubicBezTo>
                  <a:pt x="423301" y="32849"/>
                  <a:pt x="421903" y="34457"/>
                  <a:pt x="420412" y="36344"/>
                </a:cubicBezTo>
                <a:lnTo>
                  <a:pt x="420412" y="66440"/>
                </a:lnTo>
                <a:lnTo>
                  <a:pt x="412212" y="66440"/>
                </a:lnTo>
                <a:lnTo>
                  <a:pt x="412212" y="19662"/>
                </a:lnTo>
                <a:close/>
                <a:moveTo>
                  <a:pt x="495041" y="44821"/>
                </a:moveTo>
                <a:lnTo>
                  <a:pt x="467179" y="44821"/>
                </a:lnTo>
                <a:lnTo>
                  <a:pt x="467179" y="37180"/>
                </a:lnTo>
                <a:lnTo>
                  <a:pt x="495041" y="37180"/>
                </a:lnTo>
                <a:lnTo>
                  <a:pt x="495041" y="44821"/>
                </a:lnTo>
                <a:close/>
                <a:moveTo>
                  <a:pt x="551232" y="53674"/>
                </a:moveTo>
                <a:cubicBezTo>
                  <a:pt x="551232" y="55320"/>
                  <a:pt x="550952" y="56795"/>
                  <a:pt x="550393" y="58100"/>
                </a:cubicBezTo>
                <a:cubicBezTo>
                  <a:pt x="549834" y="59404"/>
                  <a:pt x="549073" y="60561"/>
                  <a:pt x="548110" y="61571"/>
                </a:cubicBezTo>
                <a:cubicBezTo>
                  <a:pt x="547148" y="62580"/>
                  <a:pt x="546029" y="63442"/>
                  <a:pt x="544756" y="64157"/>
                </a:cubicBezTo>
                <a:cubicBezTo>
                  <a:pt x="543482" y="64871"/>
                  <a:pt x="542123" y="65461"/>
                  <a:pt x="540679" y="65927"/>
                </a:cubicBezTo>
                <a:cubicBezTo>
                  <a:pt x="539235" y="66393"/>
                  <a:pt x="537752" y="66735"/>
                  <a:pt x="536230" y="66952"/>
                </a:cubicBezTo>
                <a:cubicBezTo>
                  <a:pt x="534708" y="67170"/>
                  <a:pt x="533217" y="67278"/>
                  <a:pt x="531757" y="67278"/>
                </a:cubicBezTo>
                <a:cubicBezTo>
                  <a:pt x="528589" y="67278"/>
                  <a:pt x="525677" y="67139"/>
                  <a:pt x="523021" y="66859"/>
                </a:cubicBezTo>
                <a:cubicBezTo>
                  <a:pt x="520365" y="66579"/>
                  <a:pt x="517764" y="66129"/>
                  <a:pt x="515217" y="65508"/>
                </a:cubicBezTo>
                <a:lnTo>
                  <a:pt x="515217" y="58053"/>
                </a:lnTo>
                <a:cubicBezTo>
                  <a:pt x="517950" y="58830"/>
                  <a:pt x="520668" y="59420"/>
                  <a:pt x="523370" y="59824"/>
                </a:cubicBezTo>
                <a:cubicBezTo>
                  <a:pt x="526073" y="60227"/>
                  <a:pt x="528759" y="60429"/>
                  <a:pt x="531431" y="60429"/>
                </a:cubicBezTo>
                <a:cubicBezTo>
                  <a:pt x="535313" y="60429"/>
                  <a:pt x="538186" y="59901"/>
                  <a:pt x="540050" y="58845"/>
                </a:cubicBezTo>
                <a:cubicBezTo>
                  <a:pt x="541914" y="57789"/>
                  <a:pt x="542846" y="56283"/>
                  <a:pt x="542846" y="54326"/>
                </a:cubicBezTo>
                <a:cubicBezTo>
                  <a:pt x="542846" y="53487"/>
                  <a:pt x="542698" y="52734"/>
                  <a:pt x="542403" y="52066"/>
                </a:cubicBezTo>
                <a:cubicBezTo>
                  <a:pt x="542108" y="51398"/>
                  <a:pt x="541572" y="50762"/>
                  <a:pt x="540796" y="50156"/>
                </a:cubicBezTo>
                <a:cubicBezTo>
                  <a:pt x="540019" y="49550"/>
                  <a:pt x="538815" y="48921"/>
                  <a:pt x="537185" y="48269"/>
                </a:cubicBezTo>
                <a:cubicBezTo>
                  <a:pt x="535554" y="47617"/>
                  <a:pt x="533325" y="46871"/>
                  <a:pt x="530499" y="46033"/>
                </a:cubicBezTo>
                <a:cubicBezTo>
                  <a:pt x="528387" y="45411"/>
                  <a:pt x="526438" y="44705"/>
                  <a:pt x="524652" y="43913"/>
                </a:cubicBezTo>
                <a:cubicBezTo>
                  <a:pt x="522866" y="43121"/>
                  <a:pt x="521320" y="42181"/>
                  <a:pt x="520016" y="41094"/>
                </a:cubicBezTo>
                <a:cubicBezTo>
                  <a:pt x="518711" y="40007"/>
                  <a:pt x="517686" y="38733"/>
                  <a:pt x="516941" y="37273"/>
                </a:cubicBezTo>
                <a:cubicBezTo>
                  <a:pt x="516195" y="35813"/>
                  <a:pt x="515822" y="34090"/>
                  <a:pt x="515822" y="32102"/>
                </a:cubicBezTo>
                <a:cubicBezTo>
                  <a:pt x="515822" y="30797"/>
                  <a:pt x="516125" y="29368"/>
                  <a:pt x="516731" y="27815"/>
                </a:cubicBezTo>
                <a:cubicBezTo>
                  <a:pt x="517337" y="26262"/>
                  <a:pt x="518369" y="24818"/>
                  <a:pt x="519829" y="23482"/>
                </a:cubicBezTo>
                <a:cubicBezTo>
                  <a:pt x="521289" y="22147"/>
                  <a:pt x="523262" y="21036"/>
                  <a:pt x="525746" y="20151"/>
                </a:cubicBezTo>
                <a:cubicBezTo>
                  <a:pt x="528231" y="19266"/>
                  <a:pt x="531337" y="18823"/>
                  <a:pt x="535065" y="18823"/>
                </a:cubicBezTo>
                <a:cubicBezTo>
                  <a:pt x="536897" y="18823"/>
                  <a:pt x="538932" y="18924"/>
                  <a:pt x="541168" y="19126"/>
                </a:cubicBezTo>
                <a:cubicBezTo>
                  <a:pt x="543405" y="19328"/>
                  <a:pt x="545734" y="19677"/>
                  <a:pt x="548157" y="20174"/>
                </a:cubicBezTo>
                <a:lnTo>
                  <a:pt x="548157" y="27396"/>
                </a:lnTo>
                <a:cubicBezTo>
                  <a:pt x="545610" y="26775"/>
                  <a:pt x="543195" y="26316"/>
                  <a:pt x="540912" y="26021"/>
                </a:cubicBezTo>
                <a:cubicBezTo>
                  <a:pt x="538629" y="25726"/>
                  <a:pt x="536649" y="25579"/>
                  <a:pt x="534972" y="25579"/>
                </a:cubicBezTo>
                <a:cubicBezTo>
                  <a:pt x="532953" y="25579"/>
                  <a:pt x="531252" y="25734"/>
                  <a:pt x="529870" y="26045"/>
                </a:cubicBezTo>
                <a:cubicBezTo>
                  <a:pt x="528488" y="26355"/>
                  <a:pt x="527369" y="26782"/>
                  <a:pt x="526515" y="27326"/>
                </a:cubicBezTo>
                <a:cubicBezTo>
                  <a:pt x="525661" y="27870"/>
                  <a:pt x="525048" y="28506"/>
                  <a:pt x="524675" y="29236"/>
                </a:cubicBezTo>
                <a:cubicBezTo>
                  <a:pt x="524302" y="29966"/>
                  <a:pt x="524116" y="30750"/>
                  <a:pt x="524116" y="31589"/>
                </a:cubicBezTo>
                <a:cubicBezTo>
                  <a:pt x="524116" y="32428"/>
                  <a:pt x="524279" y="33189"/>
                  <a:pt x="524605" y="33872"/>
                </a:cubicBezTo>
                <a:cubicBezTo>
                  <a:pt x="524931" y="34555"/>
                  <a:pt x="525537" y="35215"/>
                  <a:pt x="526422" y="35852"/>
                </a:cubicBezTo>
                <a:cubicBezTo>
                  <a:pt x="527307" y="36489"/>
                  <a:pt x="528542" y="37126"/>
                  <a:pt x="530126" y="37762"/>
                </a:cubicBezTo>
                <a:cubicBezTo>
                  <a:pt x="531710" y="38399"/>
                  <a:pt x="533776" y="39090"/>
                  <a:pt x="536323" y="39836"/>
                </a:cubicBezTo>
                <a:cubicBezTo>
                  <a:pt x="539087" y="40643"/>
                  <a:pt x="541417" y="41490"/>
                  <a:pt x="543311" y="42375"/>
                </a:cubicBezTo>
                <a:cubicBezTo>
                  <a:pt x="545206" y="43260"/>
                  <a:pt x="546744" y="44246"/>
                  <a:pt x="547924" y="45334"/>
                </a:cubicBezTo>
                <a:cubicBezTo>
                  <a:pt x="549104" y="46421"/>
                  <a:pt x="549951" y="47648"/>
                  <a:pt x="550463" y="49014"/>
                </a:cubicBezTo>
                <a:cubicBezTo>
                  <a:pt x="550976" y="50381"/>
                  <a:pt x="551232" y="51934"/>
                  <a:pt x="551232" y="53674"/>
                </a:cubicBezTo>
                <a:close/>
                <a:moveTo>
                  <a:pt x="605560" y="40581"/>
                </a:moveTo>
                <a:cubicBezTo>
                  <a:pt x="605560" y="41731"/>
                  <a:pt x="605544" y="42693"/>
                  <a:pt x="605513" y="43470"/>
                </a:cubicBezTo>
                <a:cubicBezTo>
                  <a:pt x="605482" y="44246"/>
                  <a:pt x="605436" y="44976"/>
                  <a:pt x="605374" y="45660"/>
                </a:cubicBezTo>
                <a:lnTo>
                  <a:pt x="572526" y="45660"/>
                </a:lnTo>
                <a:cubicBezTo>
                  <a:pt x="572526" y="50443"/>
                  <a:pt x="573862" y="54116"/>
                  <a:pt x="576533" y="56679"/>
                </a:cubicBezTo>
                <a:cubicBezTo>
                  <a:pt x="579205" y="59241"/>
                  <a:pt x="583056" y="60522"/>
                  <a:pt x="588088" y="60522"/>
                </a:cubicBezTo>
                <a:cubicBezTo>
                  <a:pt x="589455" y="60522"/>
                  <a:pt x="590821" y="60467"/>
                  <a:pt x="592188" y="60357"/>
                </a:cubicBezTo>
                <a:cubicBezTo>
                  <a:pt x="593555" y="60245"/>
                  <a:pt x="594875" y="60094"/>
                  <a:pt x="596148" y="59904"/>
                </a:cubicBezTo>
                <a:cubicBezTo>
                  <a:pt x="597422" y="59712"/>
                  <a:pt x="598641" y="59498"/>
                  <a:pt x="599806" y="59260"/>
                </a:cubicBezTo>
                <a:cubicBezTo>
                  <a:pt x="600971" y="59021"/>
                  <a:pt x="602050" y="58759"/>
                  <a:pt x="603044" y="58472"/>
                </a:cubicBezTo>
                <a:lnTo>
                  <a:pt x="603044" y="65135"/>
                </a:lnTo>
                <a:cubicBezTo>
                  <a:pt x="600839" y="65770"/>
                  <a:pt x="598346" y="66286"/>
                  <a:pt x="595566" y="66683"/>
                </a:cubicBezTo>
                <a:cubicBezTo>
                  <a:pt x="592786" y="67080"/>
                  <a:pt x="589905" y="67278"/>
                  <a:pt x="586923" y="67278"/>
                </a:cubicBezTo>
                <a:cubicBezTo>
                  <a:pt x="582916" y="67278"/>
                  <a:pt x="579469" y="66735"/>
                  <a:pt x="576580" y="65648"/>
                </a:cubicBezTo>
                <a:cubicBezTo>
                  <a:pt x="573691" y="64560"/>
                  <a:pt x="571323" y="62984"/>
                  <a:pt x="569475" y="60919"/>
                </a:cubicBezTo>
                <a:cubicBezTo>
                  <a:pt x="567627" y="58853"/>
                  <a:pt x="566260" y="56321"/>
                  <a:pt x="565375" y="53324"/>
                </a:cubicBezTo>
                <a:cubicBezTo>
                  <a:pt x="564489" y="50327"/>
                  <a:pt x="564047" y="46933"/>
                  <a:pt x="564047" y="43144"/>
                </a:cubicBezTo>
                <a:cubicBezTo>
                  <a:pt x="564047" y="39851"/>
                  <a:pt x="564520" y="36737"/>
                  <a:pt x="565468" y="33802"/>
                </a:cubicBezTo>
                <a:cubicBezTo>
                  <a:pt x="566415" y="30867"/>
                  <a:pt x="567797" y="28289"/>
                  <a:pt x="569614" y="26068"/>
                </a:cubicBezTo>
                <a:cubicBezTo>
                  <a:pt x="571432" y="23847"/>
                  <a:pt x="573660" y="22084"/>
                  <a:pt x="576300" y="20780"/>
                </a:cubicBezTo>
                <a:cubicBezTo>
                  <a:pt x="578941" y="19475"/>
                  <a:pt x="581938" y="18823"/>
                  <a:pt x="585293" y="18823"/>
                </a:cubicBezTo>
                <a:cubicBezTo>
                  <a:pt x="588554" y="18823"/>
                  <a:pt x="591443" y="19336"/>
                  <a:pt x="593959" y="20361"/>
                </a:cubicBezTo>
                <a:cubicBezTo>
                  <a:pt x="596475" y="21386"/>
                  <a:pt x="598594" y="22838"/>
                  <a:pt x="600318" y="24717"/>
                </a:cubicBezTo>
                <a:cubicBezTo>
                  <a:pt x="602042" y="26596"/>
                  <a:pt x="603347" y="28879"/>
                  <a:pt x="604232" y="31566"/>
                </a:cubicBezTo>
                <a:cubicBezTo>
                  <a:pt x="605117" y="34253"/>
                  <a:pt x="605560" y="37258"/>
                  <a:pt x="605560" y="40581"/>
                </a:cubicBezTo>
                <a:moveTo>
                  <a:pt x="597127" y="39416"/>
                </a:moveTo>
                <a:cubicBezTo>
                  <a:pt x="597220" y="37335"/>
                  <a:pt x="597018" y="35433"/>
                  <a:pt x="596521" y="33709"/>
                </a:cubicBezTo>
                <a:cubicBezTo>
                  <a:pt x="596024" y="31985"/>
                  <a:pt x="595255" y="30502"/>
                  <a:pt x="594215" y="29260"/>
                </a:cubicBezTo>
                <a:cubicBezTo>
                  <a:pt x="593174" y="28017"/>
                  <a:pt x="591877" y="27046"/>
                  <a:pt x="590324" y="26348"/>
                </a:cubicBezTo>
                <a:cubicBezTo>
                  <a:pt x="588771" y="25649"/>
                  <a:pt x="586970" y="25299"/>
                  <a:pt x="584920" y="25299"/>
                </a:cubicBezTo>
                <a:cubicBezTo>
                  <a:pt x="583149" y="25299"/>
                  <a:pt x="581534" y="25641"/>
                  <a:pt x="580074" y="26324"/>
                </a:cubicBezTo>
                <a:cubicBezTo>
                  <a:pt x="578614" y="27008"/>
                  <a:pt x="577356" y="27970"/>
                  <a:pt x="576300" y="29213"/>
                </a:cubicBezTo>
                <a:cubicBezTo>
                  <a:pt x="575244" y="30455"/>
                  <a:pt x="574390" y="31946"/>
                  <a:pt x="573738" y="33686"/>
                </a:cubicBezTo>
                <a:cubicBezTo>
                  <a:pt x="573086" y="35425"/>
                  <a:pt x="572682" y="37335"/>
                  <a:pt x="572526" y="39416"/>
                </a:cubicBezTo>
                <a:lnTo>
                  <a:pt x="597127" y="39416"/>
                </a:lnTo>
                <a:close/>
                <a:moveTo>
                  <a:pt x="633843" y="7222"/>
                </a:moveTo>
                <a:lnTo>
                  <a:pt x="620005" y="7222"/>
                </a:lnTo>
                <a:lnTo>
                  <a:pt x="620005" y="559"/>
                </a:lnTo>
                <a:lnTo>
                  <a:pt x="642043" y="559"/>
                </a:lnTo>
                <a:lnTo>
                  <a:pt x="642043" y="59684"/>
                </a:lnTo>
                <a:lnTo>
                  <a:pt x="655974" y="59684"/>
                </a:lnTo>
                <a:lnTo>
                  <a:pt x="655974" y="66440"/>
                </a:lnTo>
                <a:lnTo>
                  <a:pt x="618468" y="66440"/>
                </a:lnTo>
                <a:lnTo>
                  <a:pt x="618468" y="59684"/>
                </a:lnTo>
                <a:lnTo>
                  <a:pt x="633843" y="59684"/>
                </a:lnTo>
                <a:lnTo>
                  <a:pt x="633843" y="7222"/>
                </a:lnTo>
                <a:close/>
                <a:moveTo>
                  <a:pt x="709277" y="40581"/>
                </a:moveTo>
                <a:cubicBezTo>
                  <a:pt x="709277" y="41731"/>
                  <a:pt x="709261" y="42693"/>
                  <a:pt x="709230" y="43470"/>
                </a:cubicBezTo>
                <a:cubicBezTo>
                  <a:pt x="709199" y="44246"/>
                  <a:pt x="709152" y="44976"/>
                  <a:pt x="709090" y="45660"/>
                </a:cubicBezTo>
                <a:lnTo>
                  <a:pt x="676243" y="45660"/>
                </a:lnTo>
                <a:cubicBezTo>
                  <a:pt x="676243" y="50443"/>
                  <a:pt x="677579" y="54116"/>
                  <a:pt x="680250" y="56679"/>
                </a:cubicBezTo>
                <a:cubicBezTo>
                  <a:pt x="682921" y="59241"/>
                  <a:pt x="686773" y="60522"/>
                  <a:pt x="691805" y="60522"/>
                </a:cubicBezTo>
                <a:cubicBezTo>
                  <a:pt x="693171" y="60522"/>
                  <a:pt x="694538" y="60467"/>
                  <a:pt x="695905" y="60357"/>
                </a:cubicBezTo>
                <a:cubicBezTo>
                  <a:pt x="697271" y="60245"/>
                  <a:pt x="698592" y="60094"/>
                  <a:pt x="699865" y="59904"/>
                </a:cubicBezTo>
                <a:cubicBezTo>
                  <a:pt x="701139" y="59712"/>
                  <a:pt x="702358" y="59498"/>
                  <a:pt x="703522" y="59260"/>
                </a:cubicBezTo>
                <a:cubicBezTo>
                  <a:pt x="704687" y="59021"/>
                  <a:pt x="705767" y="58759"/>
                  <a:pt x="706761" y="58472"/>
                </a:cubicBezTo>
                <a:lnTo>
                  <a:pt x="706761" y="65135"/>
                </a:lnTo>
                <a:cubicBezTo>
                  <a:pt x="704555" y="65770"/>
                  <a:pt x="702063" y="66286"/>
                  <a:pt x="699283" y="66683"/>
                </a:cubicBezTo>
                <a:cubicBezTo>
                  <a:pt x="696503" y="67080"/>
                  <a:pt x="693622" y="67278"/>
                  <a:pt x="690640" y="67278"/>
                </a:cubicBezTo>
                <a:cubicBezTo>
                  <a:pt x="686633" y="67278"/>
                  <a:pt x="683185" y="66735"/>
                  <a:pt x="680297" y="65648"/>
                </a:cubicBezTo>
                <a:cubicBezTo>
                  <a:pt x="677408" y="64560"/>
                  <a:pt x="675039" y="62984"/>
                  <a:pt x="673191" y="60919"/>
                </a:cubicBezTo>
                <a:cubicBezTo>
                  <a:pt x="671343" y="58853"/>
                  <a:pt x="669977" y="56321"/>
                  <a:pt x="669091" y="53324"/>
                </a:cubicBezTo>
                <a:cubicBezTo>
                  <a:pt x="668206" y="50327"/>
                  <a:pt x="667763" y="46933"/>
                  <a:pt x="667763" y="43144"/>
                </a:cubicBezTo>
                <a:cubicBezTo>
                  <a:pt x="667763" y="39851"/>
                  <a:pt x="668237" y="36737"/>
                  <a:pt x="669184" y="33802"/>
                </a:cubicBezTo>
                <a:cubicBezTo>
                  <a:pt x="670132" y="30867"/>
                  <a:pt x="671514" y="28289"/>
                  <a:pt x="673331" y="26068"/>
                </a:cubicBezTo>
                <a:cubicBezTo>
                  <a:pt x="675148" y="23847"/>
                  <a:pt x="677377" y="22084"/>
                  <a:pt x="680017" y="20780"/>
                </a:cubicBezTo>
                <a:cubicBezTo>
                  <a:pt x="682657" y="19475"/>
                  <a:pt x="685655" y="18823"/>
                  <a:pt x="689009" y="18823"/>
                </a:cubicBezTo>
                <a:cubicBezTo>
                  <a:pt x="692271" y="18823"/>
                  <a:pt x="695159" y="19336"/>
                  <a:pt x="697675" y="20361"/>
                </a:cubicBezTo>
                <a:cubicBezTo>
                  <a:pt x="700191" y="21386"/>
                  <a:pt x="702311" y="22838"/>
                  <a:pt x="704035" y="24717"/>
                </a:cubicBezTo>
                <a:cubicBezTo>
                  <a:pt x="705759" y="26596"/>
                  <a:pt x="707063" y="28879"/>
                  <a:pt x="707949" y="31566"/>
                </a:cubicBezTo>
                <a:cubicBezTo>
                  <a:pt x="708834" y="34253"/>
                  <a:pt x="709277" y="37258"/>
                  <a:pt x="709277" y="40581"/>
                </a:cubicBezTo>
                <a:moveTo>
                  <a:pt x="700843" y="39416"/>
                </a:moveTo>
                <a:cubicBezTo>
                  <a:pt x="700937" y="37335"/>
                  <a:pt x="700735" y="35433"/>
                  <a:pt x="700238" y="33709"/>
                </a:cubicBezTo>
                <a:cubicBezTo>
                  <a:pt x="699741" y="31985"/>
                  <a:pt x="698972" y="30502"/>
                  <a:pt x="697932" y="29260"/>
                </a:cubicBezTo>
                <a:cubicBezTo>
                  <a:pt x="696891" y="28017"/>
                  <a:pt x="695594" y="27046"/>
                  <a:pt x="694041" y="26348"/>
                </a:cubicBezTo>
                <a:cubicBezTo>
                  <a:pt x="692488" y="25649"/>
                  <a:pt x="690687" y="25299"/>
                  <a:pt x="688636" y="25299"/>
                </a:cubicBezTo>
                <a:cubicBezTo>
                  <a:pt x="686866" y="25299"/>
                  <a:pt x="685251" y="25641"/>
                  <a:pt x="683791" y="26324"/>
                </a:cubicBezTo>
                <a:cubicBezTo>
                  <a:pt x="682331" y="27008"/>
                  <a:pt x="681073" y="27970"/>
                  <a:pt x="680017" y="29213"/>
                </a:cubicBezTo>
                <a:cubicBezTo>
                  <a:pt x="678961" y="30455"/>
                  <a:pt x="678107" y="31946"/>
                  <a:pt x="677454" y="33686"/>
                </a:cubicBezTo>
                <a:cubicBezTo>
                  <a:pt x="676802" y="35425"/>
                  <a:pt x="676398" y="37335"/>
                  <a:pt x="676243" y="39416"/>
                </a:cubicBezTo>
                <a:lnTo>
                  <a:pt x="700843" y="39416"/>
                </a:lnTo>
                <a:close/>
                <a:moveTo>
                  <a:pt x="757967" y="64716"/>
                </a:moveTo>
                <a:cubicBezTo>
                  <a:pt x="755855" y="65523"/>
                  <a:pt x="753688" y="66121"/>
                  <a:pt x="751467" y="66510"/>
                </a:cubicBezTo>
                <a:cubicBezTo>
                  <a:pt x="749246" y="66898"/>
                  <a:pt x="746956" y="67092"/>
                  <a:pt x="744595" y="67092"/>
                </a:cubicBezTo>
                <a:cubicBezTo>
                  <a:pt x="737202" y="67092"/>
                  <a:pt x="731511" y="65088"/>
                  <a:pt x="727519" y="61082"/>
                </a:cubicBezTo>
                <a:cubicBezTo>
                  <a:pt x="723528" y="57075"/>
                  <a:pt x="721532" y="51220"/>
                  <a:pt x="721532" y="43517"/>
                </a:cubicBezTo>
                <a:cubicBezTo>
                  <a:pt x="721532" y="39820"/>
                  <a:pt x="722107" y="36466"/>
                  <a:pt x="723256" y="33453"/>
                </a:cubicBezTo>
                <a:cubicBezTo>
                  <a:pt x="724405" y="30440"/>
                  <a:pt x="726020" y="27862"/>
                  <a:pt x="728102" y="25719"/>
                </a:cubicBezTo>
                <a:cubicBezTo>
                  <a:pt x="730183" y="23575"/>
                  <a:pt x="732668" y="21921"/>
                  <a:pt x="735556" y="20757"/>
                </a:cubicBezTo>
                <a:cubicBezTo>
                  <a:pt x="738445" y="19592"/>
                  <a:pt x="741629" y="19009"/>
                  <a:pt x="745108" y="19009"/>
                </a:cubicBezTo>
                <a:cubicBezTo>
                  <a:pt x="747530" y="19009"/>
                  <a:pt x="749798" y="19184"/>
                  <a:pt x="751910" y="19534"/>
                </a:cubicBezTo>
                <a:cubicBezTo>
                  <a:pt x="754022" y="19882"/>
                  <a:pt x="756041" y="20453"/>
                  <a:pt x="757967" y="21246"/>
                </a:cubicBezTo>
                <a:lnTo>
                  <a:pt x="757967" y="28980"/>
                </a:lnTo>
                <a:cubicBezTo>
                  <a:pt x="755948" y="27907"/>
                  <a:pt x="753890" y="27127"/>
                  <a:pt x="751793" y="26639"/>
                </a:cubicBezTo>
                <a:cubicBezTo>
                  <a:pt x="749697" y="26150"/>
                  <a:pt x="747530" y="25905"/>
                  <a:pt x="745294" y="25905"/>
                </a:cubicBezTo>
                <a:cubicBezTo>
                  <a:pt x="743213" y="25905"/>
                  <a:pt x="741248" y="26301"/>
                  <a:pt x="739400" y="27093"/>
                </a:cubicBezTo>
                <a:cubicBezTo>
                  <a:pt x="737552" y="27885"/>
                  <a:pt x="735929" y="29027"/>
                  <a:pt x="734531" y="30518"/>
                </a:cubicBezTo>
                <a:cubicBezTo>
                  <a:pt x="733133" y="32008"/>
                  <a:pt x="732031" y="33826"/>
                  <a:pt x="731223" y="35969"/>
                </a:cubicBezTo>
                <a:cubicBezTo>
                  <a:pt x="730416" y="38112"/>
                  <a:pt x="730012" y="40535"/>
                  <a:pt x="730012" y="43237"/>
                </a:cubicBezTo>
                <a:cubicBezTo>
                  <a:pt x="730012" y="48890"/>
                  <a:pt x="731386" y="53122"/>
                  <a:pt x="734135" y="55933"/>
                </a:cubicBezTo>
                <a:cubicBezTo>
                  <a:pt x="736884" y="58744"/>
                  <a:pt x="740697" y="60150"/>
                  <a:pt x="745573" y="60150"/>
                </a:cubicBezTo>
                <a:cubicBezTo>
                  <a:pt x="747779" y="60150"/>
                  <a:pt x="749914" y="59901"/>
                  <a:pt x="751980" y="59404"/>
                </a:cubicBezTo>
                <a:cubicBezTo>
                  <a:pt x="754045" y="58907"/>
                  <a:pt x="756041" y="58162"/>
                  <a:pt x="757967" y="57168"/>
                </a:cubicBezTo>
                <a:lnTo>
                  <a:pt x="757967" y="64716"/>
                </a:lnTo>
                <a:close/>
                <a:moveTo>
                  <a:pt x="811176" y="65741"/>
                </a:moveTo>
                <a:cubicBezTo>
                  <a:pt x="809344" y="66223"/>
                  <a:pt x="807449" y="66569"/>
                  <a:pt x="805492" y="66777"/>
                </a:cubicBezTo>
                <a:cubicBezTo>
                  <a:pt x="803535" y="66987"/>
                  <a:pt x="801548" y="67092"/>
                  <a:pt x="799529" y="67092"/>
                </a:cubicBezTo>
                <a:cubicBezTo>
                  <a:pt x="793658" y="67092"/>
                  <a:pt x="789278" y="65764"/>
                  <a:pt x="786390" y="63108"/>
                </a:cubicBezTo>
                <a:cubicBezTo>
                  <a:pt x="783501" y="60453"/>
                  <a:pt x="782057" y="56376"/>
                  <a:pt x="782057" y="50878"/>
                </a:cubicBezTo>
                <a:lnTo>
                  <a:pt x="782057" y="26464"/>
                </a:lnTo>
                <a:lnTo>
                  <a:pt x="768964" y="26464"/>
                </a:lnTo>
                <a:lnTo>
                  <a:pt x="768964" y="19662"/>
                </a:lnTo>
                <a:lnTo>
                  <a:pt x="782057" y="19662"/>
                </a:lnTo>
                <a:lnTo>
                  <a:pt x="782057" y="6762"/>
                </a:lnTo>
                <a:lnTo>
                  <a:pt x="790164" y="4659"/>
                </a:lnTo>
                <a:lnTo>
                  <a:pt x="790164" y="19662"/>
                </a:lnTo>
                <a:lnTo>
                  <a:pt x="811176" y="19662"/>
                </a:lnTo>
                <a:lnTo>
                  <a:pt x="811176" y="26464"/>
                </a:lnTo>
                <a:lnTo>
                  <a:pt x="790164" y="26464"/>
                </a:lnTo>
                <a:lnTo>
                  <a:pt x="790164" y="50226"/>
                </a:lnTo>
                <a:cubicBezTo>
                  <a:pt x="790164" y="53580"/>
                  <a:pt x="791057" y="56089"/>
                  <a:pt x="792843" y="57750"/>
                </a:cubicBezTo>
                <a:cubicBezTo>
                  <a:pt x="794629" y="59412"/>
                  <a:pt x="797261" y="60243"/>
                  <a:pt x="800740" y="60243"/>
                </a:cubicBezTo>
                <a:cubicBezTo>
                  <a:pt x="802231" y="60243"/>
                  <a:pt x="803862" y="60123"/>
                  <a:pt x="805632" y="59883"/>
                </a:cubicBezTo>
                <a:cubicBezTo>
                  <a:pt x="807403" y="59643"/>
                  <a:pt x="809251" y="59265"/>
                  <a:pt x="811176" y="58752"/>
                </a:cubicBezTo>
                <a:lnTo>
                  <a:pt x="811176" y="65741"/>
                </a:lnTo>
                <a:close/>
                <a:moveTo>
                  <a:pt x="862942" y="559"/>
                </a:moveTo>
                <a:lnTo>
                  <a:pt x="830980" y="76503"/>
                </a:lnTo>
                <a:lnTo>
                  <a:pt x="823246" y="76503"/>
                </a:lnTo>
                <a:lnTo>
                  <a:pt x="855208" y="559"/>
                </a:lnTo>
                <a:lnTo>
                  <a:pt x="862942" y="559"/>
                </a:lnTo>
                <a:close/>
                <a:moveTo>
                  <a:pt x="907252" y="66440"/>
                </a:moveTo>
                <a:lnTo>
                  <a:pt x="907066" y="60137"/>
                </a:lnTo>
                <a:cubicBezTo>
                  <a:pt x="904519" y="62657"/>
                  <a:pt x="901933" y="64478"/>
                  <a:pt x="899309" y="65598"/>
                </a:cubicBezTo>
                <a:cubicBezTo>
                  <a:pt x="896684" y="66718"/>
                  <a:pt x="893927" y="67278"/>
                  <a:pt x="891039" y="67278"/>
                </a:cubicBezTo>
                <a:cubicBezTo>
                  <a:pt x="888367" y="67278"/>
                  <a:pt x="886084" y="66936"/>
                  <a:pt x="884190" y="66252"/>
                </a:cubicBezTo>
                <a:cubicBezTo>
                  <a:pt x="882295" y="65567"/>
                  <a:pt x="880734" y="64626"/>
                  <a:pt x="879507" y="63429"/>
                </a:cubicBezTo>
                <a:cubicBezTo>
                  <a:pt x="878280" y="62231"/>
                  <a:pt x="877379" y="60823"/>
                  <a:pt x="876805" y="59205"/>
                </a:cubicBezTo>
                <a:cubicBezTo>
                  <a:pt x="876230" y="57587"/>
                  <a:pt x="875943" y="55829"/>
                  <a:pt x="875943" y="53931"/>
                </a:cubicBezTo>
                <a:cubicBezTo>
                  <a:pt x="875943" y="49233"/>
                  <a:pt x="877690" y="45554"/>
                  <a:pt x="881184" y="42895"/>
                </a:cubicBezTo>
                <a:cubicBezTo>
                  <a:pt x="884679" y="40234"/>
                  <a:pt x="889843" y="38904"/>
                  <a:pt x="896676" y="38904"/>
                </a:cubicBezTo>
                <a:lnTo>
                  <a:pt x="906367" y="38904"/>
                </a:lnTo>
                <a:lnTo>
                  <a:pt x="906367" y="34818"/>
                </a:lnTo>
                <a:cubicBezTo>
                  <a:pt x="906367" y="32064"/>
                  <a:pt x="905482" y="29858"/>
                  <a:pt x="903711" y="28202"/>
                </a:cubicBezTo>
                <a:cubicBezTo>
                  <a:pt x="901941" y="26547"/>
                  <a:pt x="899239" y="25719"/>
                  <a:pt x="895604" y="25719"/>
                </a:cubicBezTo>
                <a:cubicBezTo>
                  <a:pt x="892964" y="25719"/>
                  <a:pt x="890363" y="26018"/>
                  <a:pt x="887800" y="26617"/>
                </a:cubicBezTo>
                <a:cubicBezTo>
                  <a:pt x="885238" y="27215"/>
                  <a:pt x="882590" y="28065"/>
                  <a:pt x="879857" y="29166"/>
                </a:cubicBezTo>
                <a:lnTo>
                  <a:pt x="879857" y="21851"/>
                </a:lnTo>
                <a:cubicBezTo>
                  <a:pt x="880882" y="21473"/>
                  <a:pt x="882023" y="21102"/>
                  <a:pt x="883281" y="20739"/>
                </a:cubicBezTo>
                <a:cubicBezTo>
                  <a:pt x="884539" y="20376"/>
                  <a:pt x="885867" y="20053"/>
                  <a:pt x="887265" y="19769"/>
                </a:cubicBezTo>
                <a:cubicBezTo>
                  <a:pt x="888662" y="19485"/>
                  <a:pt x="890122" y="19256"/>
                  <a:pt x="891644" y="19084"/>
                </a:cubicBezTo>
                <a:cubicBezTo>
                  <a:pt x="893166" y="18910"/>
                  <a:pt x="894704" y="18823"/>
                  <a:pt x="896257" y="18823"/>
                </a:cubicBezTo>
                <a:cubicBezTo>
                  <a:pt x="899083" y="18823"/>
                  <a:pt x="901630" y="19134"/>
                  <a:pt x="903898" y="19755"/>
                </a:cubicBezTo>
                <a:cubicBezTo>
                  <a:pt x="906165" y="20376"/>
                  <a:pt x="908083" y="21323"/>
                  <a:pt x="909652" y="22597"/>
                </a:cubicBezTo>
                <a:cubicBezTo>
                  <a:pt x="911220" y="23870"/>
                  <a:pt x="912424" y="25470"/>
                  <a:pt x="913263" y="27396"/>
                </a:cubicBezTo>
                <a:cubicBezTo>
                  <a:pt x="914101" y="29322"/>
                  <a:pt x="914521" y="31589"/>
                  <a:pt x="914521" y="34198"/>
                </a:cubicBezTo>
                <a:lnTo>
                  <a:pt x="914521" y="66440"/>
                </a:lnTo>
                <a:lnTo>
                  <a:pt x="907252" y="66440"/>
                </a:lnTo>
                <a:moveTo>
                  <a:pt x="906367" y="45101"/>
                </a:moveTo>
                <a:lnTo>
                  <a:pt x="896070" y="45101"/>
                </a:lnTo>
                <a:cubicBezTo>
                  <a:pt x="894051" y="45101"/>
                  <a:pt x="892312" y="45304"/>
                  <a:pt x="890852" y="45709"/>
                </a:cubicBezTo>
                <a:cubicBezTo>
                  <a:pt x="889392" y="46114"/>
                  <a:pt x="888196" y="46690"/>
                  <a:pt x="887265" y="47438"/>
                </a:cubicBezTo>
                <a:cubicBezTo>
                  <a:pt x="886333" y="48185"/>
                  <a:pt x="885642" y="49081"/>
                  <a:pt x="885191" y="50125"/>
                </a:cubicBezTo>
                <a:cubicBezTo>
                  <a:pt x="884741" y="51169"/>
                  <a:pt x="884516" y="52345"/>
                  <a:pt x="884516" y="53653"/>
                </a:cubicBezTo>
                <a:cubicBezTo>
                  <a:pt x="884516" y="54557"/>
                  <a:pt x="884655" y="55422"/>
                  <a:pt x="884935" y="56248"/>
                </a:cubicBezTo>
                <a:cubicBezTo>
                  <a:pt x="885215" y="57073"/>
                  <a:pt x="885665" y="57805"/>
                  <a:pt x="886286" y="58443"/>
                </a:cubicBezTo>
                <a:cubicBezTo>
                  <a:pt x="886907" y="59082"/>
                  <a:pt x="887715" y="59588"/>
                  <a:pt x="888709" y="59962"/>
                </a:cubicBezTo>
                <a:cubicBezTo>
                  <a:pt x="889703" y="60336"/>
                  <a:pt x="890914" y="60522"/>
                  <a:pt x="892343" y="60522"/>
                </a:cubicBezTo>
                <a:cubicBezTo>
                  <a:pt x="894207" y="60522"/>
                  <a:pt x="896342" y="59954"/>
                  <a:pt x="898749" y="58818"/>
                </a:cubicBezTo>
                <a:cubicBezTo>
                  <a:pt x="901157" y="57680"/>
                  <a:pt x="903696" y="55880"/>
                  <a:pt x="906367" y="53419"/>
                </a:cubicBezTo>
                <a:lnTo>
                  <a:pt x="906367" y="45101"/>
                </a:lnTo>
                <a:close/>
                <a:moveTo>
                  <a:pt x="926683" y="44029"/>
                </a:moveTo>
                <a:cubicBezTo>
                  <a:pt x="926683" y="40053"/>
                  <a:pt x="927227" y="36520"/>
                  <a:pt x="928314" y="33429"/>
                </a:cubicBezTo>
                <a:cubicBezTo>
                  <a:pt x="929401" y="30339"/>
                  <a:pt x="930946" y="27730"/>
                  <a:pt x="932950" y="25602"/>
                </a:cubicBezTo>
                <a:cubicBezTo>
                  <a:pt x="934953" y="23474"/>
                  <a:pt x="937360" y="21859"/>
                  <a:pt x="940171" y="20757"/>
                </a:cubicBezTo>
                <a:cubicBezTo>
                  <a:pt x="942982" y="19654"/>
                  <a:pt x="946112" y="19103"/>
                  <a:pt x="949560" y="19103"/>
                </a:cubicBezTo>
                <a:cubicBezTo>
                  <a:pt x="951051" y="19103"/>
                  <a:pt x="952518" y="19196"/>
                  <a:pt x="953962" y="19382"/>
                </a:cubicBezTo>
                <a:cubicBezTo>
                  <a:pt x="955407" y="19568"/>
                  <a:pt x="956828" y="19864"/>
                  <a:pt x="958226" y="20267"/>
                </a:cubicBezTo>
                <a:lnTo>
                  <a:pt x="958226" y="559"/>
                </a:lnTo>
                <a:lnTo>
                  <a:pt x="966379" y="559"/>
                </a:lnTo>
                <a:lnTo>
                  <a:pt x="966379" y="66440"/>
                </a:lnTo>
                <a:lnTo>
                  <a:pt x="959111" y="66440"/>
                </a:lnTo>
                <a:lnTo>
                  <a:pt x="958831" y="57587"/>
                </a:lnTo>
                <a:cubicBezTo>
                  <a:pt x="956564" y="60880"/>
                  <a:pt x="954110" y="63318"/>
                  <a:pt x="951470" y="64902"/>
                </a:cubicBezTo>
                <a:cubicBezTo>
                  <a:pt x="948830" y="66486"/>
                  <a:pt x="945972" y="67278"/>
                  <a:pt x="942897" y="67278"/>
                </a:cubicBezTo>
                <a:cubicBezTo>
                  <a:pt x="940226" y="67278"/>
                  <a:pt x="937873" y="66719"/>
                  <a:pt x="935838" y="65601"/>
                </a:cubicBezTo>
                <a:cubicBezTo>
                  <a:pt x="933804" y="64483"/>
                  <a:pt x="932111" y="62906"/>
                  <a:pt x="930760" y="60872"/>
                </a:cubicBezTo>
                <a:cubicBezTo>
                  <a:pt x="929409" y="58837"/>
                  <a:pt x="928391" y="56391"/>
                  <a:pt x="927708" y="53534"/>
                </a:cubicBezTo>
                <a:cubicBezTo>
                  <a:pt x="927025" y="50676"/>
                  <a:pt x="926683" y="47508"/>
                  <a:pt x="926683" y="44029"/>
                </a:cubicBezTo>
                <a:moveTo>
                  <a:pt x="934976" y="43517"/>
                </a:moveTo>
                <a:cubicBezTo>
                  <a:pt x="934976" y="49170"/>
                  <a:pt x="935807" y="53386"/>
                  <a:pt x="937469" y="56166"/>
                </a:cubicBezTo>
                <a:cubicBezTo>
                  <a:pt x="939131" y="58946"/>
                  <a:pt x="941484" y="60336"/>
                  <a:pt x="944528" y="60336"/>
                </a:cubicBezTo>
                <a:cubicBezTo>
                  <a:pt x="946578" y="60336"/>
                  <a:pt x="948744" y="59420"/>
                  <a:pt x="951027" y="57587"/>
                </a:cubicBezTo>
                <a:cubicBezTo>
                  <a:pt x="953310" y="55755"/>
                  <a:pt x="955710" y="53037"/>
                  <a:pt x="958226" y="49434"/>
                </a:cubicBezTo>
                <a:lnTo>
                  <a:pt x="958226" y="27722"/>
                </a:lnTo>
                <a:cubicBezTo>
                  <a:pt x="956890" y="27101"/>
                  <a:pt x="955415" y="26627"/>
                  <a:pt x="953799" y="26301"/>
                </a:cubicBezTo>
                <a:cubicBezTo>
                  <a:pt x="952184" y="25975"/>
                  <a:pt x="950585" y="25812"/>
                  <a:pt x="949000" y="25812"/>
                </a:cubicBezTo>
                <a:cubicBezTo>
                  <a:pt x="944590" y="25812"/>
                  <a:pt x="941150" y="27241"/>
                  <a:pt x="938680" y="30098"/>
                </a:cubicBezTo>
                <a:cubicBezTo>
                  <a:pt x="936211" y="32956"/>
                  <a:pt x="934976" y="37429"/>
                  <a:pt x="934976" y="43517"/>
                </a:cubicBezTo>
                <a:close/>
                <a:moveTo>
                  <a:pt x="1010969" y="66440"/>
                </a:moveTo>
                <a:lnTo>
                  <a:pt x="1010783" y="60137"/>
                </a:lnTo>
                <a:cubicBezTo>
                  <a:pt x="1008236" y="62657"/>
                  <a:pt x="1005650" y="64478"/>
                  <a:pt x="1003025" y="65598"/>
                </a:cubicBezTo>
                <a:cubicBezTo>
                  <a:pt x="1000401" y="66718"/>
                  <a:pt x="997644" y="67278"/>
                  <a:pt x="994755" y="67278"/>
                </a:cubicBezTo>
                <a:cubicBezTo>
                  <a:pt x="992084" y="67278"/>
                  <a:pt x="989801" y="66936"/>
                  <a:pt x="987907" y="66252"/>
                </a:cubicBezTo>
                <a:cubicBezTo>
                  <a:pt x="986012" y="65567"/>
                  <a:pt x="984451" y="64626"/>
                  <a:pt x="983224" y="63429"/>
                </a:cubicBezTo>
                <a:cubicBezTo>
                  <a:pt x="981997" y="62231"/>
                  <a:pt x="981096" y="60823"/>
                  <a:pt x="980522" y="59205"/>
                </a:cubicBezTo>
                <a:cubicBezTo>
                  <a:pt x="979947" y="57587"/>
                  <a:pt x="979660" y="55829"/>
                  <a:pt x="979660" y="53931"/>
                </a:cubicBezTo>
                <a:cubicBezTo>
                  <a:pt x="979660" y="49233"/>
                  <a:pt x="981407" y="45554"/>
                  <a:pt x="984901" y="42895"/>
                </a:cubicBezTo>
                <a:cubicBezTo>
                  <a:pt x="988396" y="40234"/>
                  <a:pt x="993560" y="38904"/>
                  <a:pt x="1000393" y="38904"/>
                </a:cubicBezTo>
                <a:lnTo>
                  <a:pt x="1010084" y="38904"/>
                </a:lnTo>
                <a:lnTo>
                  <a:pt x="1010084" y="34818"/>
                </a:lnTo>
                <a:cubicBezTo>
                  <a:pt x="1010084" y="32064"/>
                  <a:pt x="1009199" y="29858"/>
                  <a:pt x="1007428" y="28202"/>
                </a:cubicBezTo>
                <a:cubicBezTo>
                  <a:pt x="1005658" y="26547"/>
                  <a:pt x="1002956" y="25719"/>
                  <a:pt x="999321" y="25719"/>
                </a:cubicBezTo>
                <a:cubicBezTo>
                  <a:pt x="996681" y="25719"/>
                  <a:pt x="994080" y="26018"/>
                  <a:pt x="991517" y="26617"/>
                </a:cubicBezTo>
                <a:cubicBezTo>
                  <a:pt x="988955" y="27215"/>
                  <a:pt x="986307" y="28065"/>
                  <a:pt x="983573" y="29166"/>
                </a:cubicBezTo>
                <a:lnTo>
                  <a:pt x="983573" y="21851"/>
                </a:lnTo>
                <a:cubicBezTo>
                  <a:pt x="984599" y="21473"/>
                  <a:pt x="985740" y="21102"/>
                  <a:pt x="986998" y="20739"/>
                </a:cubicBezTo>
                <a:cubicBezTo>
                  <a:pt x="988256" y="20376"/>
                  <a:pt x="989584" y="20053"/>
                  <a:pt x="990982" y="19769"/>
                </a:cubicBezTo>
                <a:cubicBezTo>
                  <a:pt x="992379" y="19485"/>
                  <a:pt x="993839" y="19256"/>
                  <a:pt x="995361" y="19084"/>
                </a:cubicBezTo>
                <a:cubicBezTo>
                  <a:pt x="996883" y="18910"/>
                  <a:pt x="998421" y="18823"/>
                  <a:pt x="999974" y="18823"/>
                </a:cubicBezTo>
                <a:cubicBezTo>
                  <a:pt x="1002800" y="18823"/>
                  <a:pt x="1005347" y="19134"/>
                  <a:pt x="1007615" y="19755"/>
                </a:cubicBezTo>
                <a:cubicBezTo>
                  <a:pt x="1009882" y="20376"/>
                  <a:pt x="1011800" y="21323"/>
                  <a:pt x="1013369" y="22597"/>
                </a:cubicBezTo>
                <a:cubicBezTo>
                  <a:pt x="1014937" y="23870"/>
                  <a:pt x="1016141" y="25470"/>
                  <a:pt x="1016980" y="27396"/>
                </a:cubicBezTo>
                <a:cubicBezTo>
                  <a:pt x="1017818" y="29322"/>
                  <a:pt x="1018238" y="31589"/>
                  <a:pt x="1018238" y="34198"/>
                </a:cubicBezTo>
                <a:lnTo>
                  <a:pt x="1018238" y="66440"/>
                </a:lnTo>
                <a:lnTo>
                  <a:pt x="1010969" y="66440"/>
                </a:lnTo>
                <a:moveTo>
                  <a:pt x="1010084" y="45101"/>
                </a:moveTo>
                <a:lnTo>
                  <a:pt x="999787" y="45101"/>
                </a:lnTo>
                <a:cubicBezTo>
                  <a:pt x="997768" y="45101"/>
                  <a:pt x="996029" y="45304"/>
                  <a:pt x="994569" y="45709"/>
                </a:cubicBezTo>
                <a:cubicBezTo>
                  <a:pt x="993109" y="46114"/>
                  <a:pt x="991913" y="46690"/>
                  <a:pt x="990982" y="47438"/>
                </a:cubicBezTo>
                <a:cubicBezTo>
                  <a:pt x="990050" y="48185"/>
                  <a:pt x="989359" y="49081"/>
                  <a:pt x="988908" y="50125"/>
                </a:cubicBezTo>
                <a:cubicBezTo>
                  <a:pt x="988458" y="51169"/>
                  <a:pt x="988233" y="52345"/>
                  <a:pt x="988233" y="53653"/>
                </a:cubicBezTo>
                <a:cubicBezTo>
                  <a:pt x="988233" y="54557"/>
                  <a:pt x="988372" y="55422"/>
                  <a:pt x="988652" y="56248"/>
                </a:cubicBezTo>
                <a:cubicBezTo>
                  <a:pt x="988932" y="57073"/>
                  <a:pt x="989382" y="57805"/>
                  <a:pt x="990003" y="58443"/>
                </a:cubicBezTo>
                <a:cubicBezTo>
                  <a:pt x="990624" y="59082"/>
                  <a:pt x="991432" y="59588"/>
                  <a:pt x="992426" y="59962"/>
                </a:cubicBezTo>
                <a:cubicBezTo>
                  <a:pt x="993420" y="60336"/>
                  <a:pt x="994631" y="60522"/>
                  <a:pt x="996060" y="60522"/>
                </a:cubicBezTo>
                <a:cubicBezTo>
                  <a:pt x="997924" y="60522"/>
                  <a:pt x="1000059" y="59954"/>
                  <a:pt x="1002466" y="58818"/>
                </a:cubicBezTo>
                <a:cubicBezTo>
                  <a:pt x="1004874" y="57680"/>
                  <a:pt x="1007413" y="55880"/>
                  <a:pt x="1010084" y="53419"/>
                </a:cubicBezTo>
                <a:lnTo>
                  <a:pt x="1010084" y="45101"/>
                </a:lnTo>
                <a:close/>
                <a:moveTo>
                  <a:pt x="1072752" y="42212"/>
                </a:moveTo>
                <a:cubicBezTo>
                  <a:pt x="1072752" y="46374"/>
                  <a:pt x="1072170" y="50008"/>
                  <a:pt x="1071005" y="53114"/>
                </a:cubicBezTo>
                <a:cubicBezTo>
                  <a:pt x="1069840" y="56221"/>
                  <a:pt x="1068233" y="58799"/>
                  <a:pt x="1066183" y="60849"/>
                </a:cubicBezTo>
                <a:cubicBezTo>
                  <a:pt x="1064133" y="62899"/>
                  <a:pt x="1061710" y="64436"/>
                  <a:pt x="1058915" y="65461"/>
                </a:cubicBezTo>
                <a:cubicBezTo>
                  <a:pt x="1056119" y="66486"/>
                  <a:pt x="1053091" y="66999"/>
                  <a:pt x="1049829" y="66999"/>
                </a:cubicBezTo>
                <a:cubicBezTo>
                  <a:pt x="1048338" y="66999"/>
                  <a:pt x="1046855" y="66921"/>
                  <a:pt x="1045380" y="66766"/>
                </a:cubicBezTo>
                <a:cubicBezTo>
                  <a:pt x="1043904" y="66610"/>
                  <a:pt x="1042406" y="66346"/>
                  <a:pt x="1040884" y="65974"/>
                </a:cubicBezTo>
                <a:lnTo>
                  <a:pt x="1040884" y="85542"/>
                </a:lnTo>
                <a:lnTo>
                  <a:pt x="1032777" y="85542"/>
                </a:lnTo>
                <a:lnTo>
                  <a:pt x="1032777" y="19662"/>
                </a:lnTo>
                <a:lnTo>
                  <a:pt x="1039999" y="19662"/>
                </a:lnTo>
                <a:lnTo>
                  <a:pt x="1040511" y="27489"/>
                </a:lnTo>
                <a:cubicBezTo>
                  <a:pt x="1042841" y="24290"/>
                  <a:pt x="1045325" y="22046"/>
                  <a:pt x="1047966" y="20757"/>
                </a:cubicBezTo>
                <a:cubicBezTo>
                  <a:pt x="1050606" y="19468"/>
                  <a:pt x="1053463" y="18823"/>
                  <a:pt x="1056539" y="18823"/>
                </a:cubicBezTo>
                <a:cubicBezTo>
                  <a:pt x="1059210" y="18823"/>
                  <a:pt x="1061555" y="19382"/>
                  <a:pt x="1063574" y="20500"/>
                </a:cubicBezTo>
                <a:cubicBezTo>
                  <a:pt x="1065593" y="21619"/>
                  <a:pt x="1067286" y="23195"/>
                  <a:pt x="1068652" y="25229"/>
                </a:cubicBezTo>
                <a:cubicBezTo>
                  <a:pt x="1070019" y="27264"/>
                  <a:pt x="1071044" y="29718"/>
                  <a:pt x="1071727" y="32591"/>
                </a:cubicBezTo>
                <a:cubicBezTo>
                  <a:pt x="1072411" y="35464"/>
                  <a:pt x="1072752" y="38671"/>
                  <a:pt x="1072752" y="42212"/>
                </a:cubicBezTo>
                <a:moveTo>
                  <a:pt x="1064459" y="42585"/>
                </a:moveTo>
                <a:cubicBezTo>
                  <a:pt x="1064459" y="40131"/>
                  <a:pt x="1064281" y="37879"/>
                  <a:pt x="1063923" y="35829"/>
                </a:cubicBezTo>
                <a:cubicBezTo>
                  <a:pt x="1063566" y="33779"/>
                  <a:pt x="1062999" y="32024"/>
                  <a:pt x="1062223" y="30564"/>
                </a:cubicBezTo>
                <a:cubicBezTo>
                  <a:pt x="1061446" y="29104"/>
                  <a:pt x="1060452" y="27963"/>
                  <a:pt x="1059241" y="27140"/>
                </a:cubicBezTo>
                <a:cubicBezTo>
                  <a:pt x="1058029" y="26316"/>
                  <a:pt x="1056585" y="25905"/>
                  <a:pt x="1054908" y="25905"/>
                </a:cubicBezTo>
                <a:cubicBezTo>
                  <a:pt x="1053883" y="25905"/>
                  <a:pt x="1052842" y="26068"/>
                  <a:pt x="1051786" y="26394"/>
                </a:cubicBezTo>
                <a:cubicBezTo>
                  <a:pt x="1050730" y="26720"/>
                  <a:pt x="1049635" y="27264"/>
                  <a:pt x="1048501" y="28025"/>
                </a:cubicBezTo>
                <a:cubicBezTo>
                  <a:pt x="1047368" y="28786"/>
                  <a:pt x="1046172" y="29795"/>
                  <a:pt x="1044914" y="31053"/>
                </a:cubicBezTo>
                <a:cubicBezTo>
                  <a:pt x="1043656" y="32311"/>
                  <a:pt x="1042313" y="33872"/>
                  <a:pt x="1040884" y="35736"/>
                </a:cubicBezTo>
                <a:lnTo>
                  <a:pt x="1040884" y="58426"/>
                </a:lnTo>
                <a:cubicBezTo>
                  <a:pt x="1042375" y="59047"/>
                  <a:pt x="1043943" y="59536"/>
                  <a:pt x="1045590" y="59894"/>
                </a:cubicBezTo>
                <a:cubicBezTo>
                  <a:pt x="1047236" y="60251"/>
                  <a:pt x="1048851" y="60429"/>
                  <a:pt x="1050435" y="60429"/>
                </a:cubicBezTo>
                <a:cubicBezTo>
                  <a:pt x="1054815" y="60429"/>
                  <a:pt x="1058247" y="58946"/>
                  <a:pt x="1060732" y="55980"/>
                </a:cubicBezTo>
                <a:cubicBezTo>
                  <a:pt x="1063217" y="53013"/>
                  <a:pt x="1064459" y="48548"/>
                  <a:pt x="1064459" y="42585"/>
                </a:cubicBezTo>
                <a:close/>
                <a:moveTo>
                  <a:pt x="1122328" y="65741"/>
                </a:moveTo>
                <a:cubicBezTo>
                  <a:pt x="1120495" y="66223"/>
                  <a:pt x="1118600" y="66569"/>
                  <a:pt x="1116643" y="66777"/>
                </a:cubicBezTo>
                <a:cubicBezTo>
                  <a:pt x="1114687" y="66987"/>
                  <a:pt x="1112699" y="67092"/>
                  <a:pt x="1110680" y="67092"/>
                </a:cubicBezTo>
                <a:cubicBezTo>
                  <a:pt x="1104809" y="67092"/>
                  <a:pt x="1100430" y="65764"/>
                  <a:pt x="1097541" y="63108"/>
                </a:cubicBezTo>
                <a:cubicBezTo>
                  <a:pt x="1094652" y="60453"/>
                  <a:pt x="1093208" y="56376"/>
                  <a:pt x="1093208" y="50878"/>
                </a:cubicBezTo>
                <a:lnTo>
                  <a:pt x="1093208" y="26464"/>
                </a:lnTo>
                <a:lnTo>
                  <a:pt x="1080116" y="26464"/>
                </a:lnTo>
                <a:lnTo>
                  <a:pt x="1080116" y="19662"/>
                </a:lnTo>
                <a:lnTo>
                  <a:pt x="1093208" y="19662"/>
                </a:lnTo>
                <a:lnTo>
                  <a:pt x="1093208" y="6762"/>
                </a:lnTo>
                <a:lnTo>
                  <a:pt x="1101315" y="4659"/>
                </a:lnTo>
                <a:lnTo>
                  <a:pt x="1101315" y="19662"/>
                </a:lnTo>
                <a:lnTo>
                  <a:pt x="1122328" y="19662"/>
                </a:lnTo>
                <a:lnTo>
                  <a:pt x="1122328" y="26464"/>
                </a:lnTo>
                <a:lnTo>
                  <a:pt x="1101315" y="26464"/>
                </a:lnTo>
                <a:lnTo>
                  <a:pt x="1101315" y="50226"/>
                </a:lnTo>
                <a:cubicBezTo>
                  <a:pt x="1101315" y="53580"/>
                  <a:pt x="1102208" y="56089"/>
                  <a:pt x="1103994" y="57750"/>
                </a:cubicBezTo>
                <a:cubicBezTo>
                  <a:pt x="1105780" y="59412"/>
                  <a:pt x="1108412" y="60243"/>
                  <a:pt x="1111891" y="60243"/>
                </a:cubicBezTo>
                <a:cubicBezTo>
                  <a:pt x="1113382" y="60243"/>
                  <a:pt x="1115013" y="60123"/>
                  <a:pt x="1116783" y="59883"/>
                </a:cubicBezTo>
                <a:cubicBezTo>
                  <a:pt x="1118554" y="59643"/>
                  <a:pt x="1120402" y="59265"/>
                  <a:pt x="1122328" y="58752"/>
                </a:cubicBezTo>
                <a:lnTo>
                  <a:pt x="1122328" y="65741"/>
                </a:lnTo>
                <a:close/>
                <a:moveTo>
                  <a:pt x="1177215" y="42678"/>
                </a:moveTo>
                <a:cubicBezTo>
                  <a:pt x="1177215" y="46312"/>
                  <a:pt x="1176702" y="49643"/>
                  <a:pt x="1175677" y="52672"/>
                </a:cubicBezTo>
                <a:cubicBezTo>
                  <a:pt x="1174652" y="55700"/>
                  <a:pt x="1173177" y="58294"/>
                  <a:pt x="1171251" y="60453"/>
                </a:cubicBezTo>
                <a:cubicBezTo>
                  <a:pt x="1169325" y="62611"/>
                  <a:pt x="1166980" y="64289"/>
                  <a:pt x="1164216" y="65485"/>
                </a:cubicBezTo>
                <a:cubicBezTo>
                  <a:pt x="1161451" y="66680"/>
                  <a:pt x="1158314" y="67278"/>
                  <a:pt x="1154804" y="67278"/>
                </a:cubicBezTo>
                <a:cubicBezTo>
                  <a:pt x="1151449" y="67278"/>
                  <a:pt x="1148444" y="66758"/>
                  <a:pt x="1145789" y="65717"/>
                </a:cubicBezTo>
                <a:cubicBezTo>
                  <a:pt x="1143133" y="64677"/>
                  <a:pt x="1140881" y="63147"/>
                  <a:pt x="1139033" y="61128"/>
                </a:cubicBezTo>
                <a:cubicBezTo>
                  <a:pt x="1137185" y="59109"/>
                  <a:pt x="1135771" y="56609"/>
                  <a:pt x="1134793" y="53627"/>
                </a:cubicBezTo>
                <a:cubicBezTo>
                  <a:pt x="1133814" y="50645"/>
                  <a:pt x="1133325" y="47213"/>
                  <a:pt x="1133325" y="43330"/>
                </a:cubicBezTo>
                <a:cubicBezTo>
                  <a:pt x="1133325" y="39696"/>
                  <a:pt x="1133838" y="36380"/>
                  <a:pt x="1134863" y="33383"/>
                </a:cubicBezTo>
                <a:cubicBezTo>
                  <a:pt x="1135888" y="30385"/>
                  <a:pt x="1137363" y="27807"/>
                  <a:pt x="1139289" y="25649"/>
                </a:cubicBezTo>
                <a:cubicBezTo>
                  <a:pt x="1141215" y="23490"/>
                  <a:pt x="1143560" y="21813"/>
                  <a:pt x="1146324" y="20617"/>
                </a:cubicBezTo>
                <a:cubicBezTo>
                  <a:pt x="1149089" y="19421"/>
                  <a:pt x="1152226" y="18823"/>
                  <a:pt x="1155736" y="18823"/>
                </a:cubicBezTo>
                <a:cubicBezTo>
                  <a:pt x="1159090" y="18823"/>
                  <a:pt x="1162096" y="19343"/>
                  <a:pt x="1164751" y="20384"/>
                </a:cubicBezTo>
                <a:cubicBezTo>
                  <a:pt x="1167407" y="21424"/>
                  <a:pt x="1169659" y="22946"/>
                  <a:pt x="1171507" y="24950"/>
                </a:cubicBezTo>
                <a:cubicBezTo>
                  <a:pt x="1173355" y="26953"/>
                  <a:pt x="1174768" y="29446"/>
                  <a:pt x="1175747" y="32428"/>
                </a:cubicBezTo>
                <a:cubicBezTo>
                  <a:pt x="1176725" y="35410"/>
                  <a:pt x="1177215" y="38826"/>
                  <a:pt x="1177215" y="42678"/>
                </a:cubicBezTo>
                <a:moveTo>
                  <a:pt x="1168921" y="43051"/>
                </a:moveTo>
                <a:cubicBezTo>
                  <a:pt x="1168921" y="40162"/>
                  <a:pt x="1168603" y="37638"/>
                  <a:pt x="1167966" y="35480"/>
                </a:cubicBezTo>
                <a:cubicBezTo>
                  <a:pt x="1167329" y="33321"/>
                  <a:pt x="1166421" y="31519"/>
                  <a:pt x="1165241" y="30075"/>
                </a:cubicBezTo>
                <a:cubicBezTo>
                  <a:pt x="1164060" y="28631"/>
                  <a:pt x="1162624" y="27543"/>
                  <a:pt x="1160931" y="26813"/>
                </a:cubicBezTo>
                <a:cubicBezTo>
                  <a:pt x="1159238" y="26084"/>
                  <a:pt x="1157351" y="25719"/>
                  <a:pt x="1155270" y="25719"/>
                </a:cubicBezTo>
                <a:cubicBezTo>
                  <a:pt x="1152847" y="25719"/>
                  <a:pt x="1150774" y="26192"/>
                  <a:pt x="1149050" y="27140"/>
                </a:cubicBezTo>
                <a:cubicBezTo>
                  <a:pt x="1147326" y="28087"/>
                  <a:pt x="1145913" y="29353"/>
                  <a:pt x="1144810" y="30937"/>
                </a:cubicBezTo>
                <a:cubicBezTo>
                  <a:pt x="1143707" y="32521"/>
                  <a:pt x="1142900" y="34361"/>
                  <a:pt x="1142387" y="36458"/>
                </a:cubicBezTo>
                <a:cubicBezTo>
                  <a:pt x="1141875" y="38555"/>
                  <a:pt x="1141619" y="40752"/>
                  <a:pt x="1141619" y="43051"/>
                </a:cubicBezTo>
                <a:cubicBezTo>
                  <a:pt x="1141619" y="45939"/>
                  <a:pt x="1141937" y="48471"/>
                  <a:pt x="1142574" y="50645"/>
                </a:cubicBezTo>
                <a:cubicBezTo>
                  <a:pt x="1143210" y="52819"/>
                  <a:pt x="1144119" y="54629"/>
                  <a:pt x="1145299" y="56073"/>
                </a:cubicBezTo>
                <a:cubicBezTo>
                  <a:pt x="1146480" y="57517"/>
                  <a:pt x="1147908" y="58604"/>
                  <a:pt x="1149586" y="59334"/>
                </a:cubicBezTo>
                <a:cubicBezTo>
                  <a:pt x="1151263" y="60064"/>
                  <a:pt x="1153158" y="60429"/>
                  <a:pt x="1155270" y="60429"/>
                </a:cubicBezTo>
                <a:cubicBezTo>
                  <a:pt x="1157693" y="60429"/>
                  <a:pt x="1159766" y="59956"/>
                  <a:pt x="1161490" y="59008"/>
                </a:cubicBezTo>
                <a:cubicBezTo>
                  <a:pt x="1163214" y="58061"/>
                  <a:pt x="1164627" y="56795"/>
                  <a:pt x="1165730" y="55211"/>
                </a:cubicBezTo>
                <a:cubicBezTo>
                  <a:pt x="1166832" y="53627"/>
                  <a:pt x="1167640" y="51787"/>
                  <a:pt x="1168152" y="49690"/>
                </a:cubicBezTo>
                <a:cubicBezTo>
                  <a:pt x="1168665" y="47593"/>
                  <a:pt x="1168921" y="45380"/>
                  <a:pt x="1168921" y="43051"/>
                </a:cubicBezTo>
                <a:close/>
                <a:moveTo>
                  <a:pt x="1190262" y="19662"/>
                </a:moveTo>
                <a:lnTo>
                  <a:pt x="1197670" y="19662"/>
                </a:lnTo>
                <a:lnTo>
                  <a:pt x="1197903" y="28259"/>
                </a:lnTo>
                <a:cubicBezTo>
                  <a:pt x="1200668" y="24943"/>
                  <a:pt x="1203393" y="22542"/>
                  <a:pt x="1206080" y="21055"/>
                </a:cubicBezTo>
                <a:cubicBezTo>
                  <a:pt x="1208767" y="19567"/>
                  <a:pt x="1211477" y="18823"/>
                  <a:pt x="1214210" y="18823"/>
                </a:cubicBezTo>
                <a:cubicBezTo>
                  <a:pt x="1219056" y="18823"/>
                  <a:pt x="1222729" y="20388"/>
                  <a:pt x="1225229" y="23517"/>
                </a:cubicBezTo>
                <a:cubicBezTo>
                  <a:pt x="1227730" y="26647"/>
                  <a:pt x="1228887" y="31294"/>
                  <a:pt x="1228700" y="37460"/>
                </a:cubicBezTo>
                <a:lnTo>
                  <a:pt x="1220500" y="37460"/>
                </a:lnTo>
                <a:cubicBezTo>
                  <a:pt x="1220593" y="33376"/>
                  <a:pt x="1219995" y="30414"/>
                  <a:pt x="1218706" y="28574"/>
                </a:cubicBezTo>
                <a:cubicBezTo>
                  <a:pt x="1217417" y="26732"/>
                  <a:pt x="1215530" y="25812"/>
                  <a:pt x="1213046" y="25812"/>
                </a:cubicBezTo>
                <a:cubicBezTo>
                  <a:pt x="1211958" y="25812"/>
                  <a:pt x="1210863" y="26005"/>
                  <a:pt x="1209761" y="26393"/>
                </a:cubicBezTo>
                <a:cubicBezTo>
                  <a:pt x="1208658" y="26779"/>
                  <a:pt x="1207524" y="27397"/>
                  <a:pt x="1206360" y="28248"/>
                </a:cubicBezTo>
                <a:cubicBezTo>
                  <a:pt x="1205195" y="29098"/>
                  <a:pt x="1203960" y="30188"/>
                  <a:pt x="1202656" y="31519"/>
                </a:cubicBezTo>
                <a:cubicBezTo>
                  <a:pt x="1201351" y="32849"/>
                  <a:pt x="1199953" y="34457"/>
                  <a:pt x="1198462" y="36344"/>
                </a:cubicBezTo>
                <a:lnTo>
                  <a:pt x="1198462" y="66440"/>
                </a:lnTo>
                <a:lnTo>
                  <a:pt x="1190262" y="66440"/>
                </a:lnTo>
                <a:lnTo>
                  <a:pt x="1190262" y="19662"/>
                </a:lnTo>
                <a:close/>
                <a:moveTo>
                  <a:pt x="1277810" y="559"/>
                </a:moveTo>
                <a:lnTo>
                  <a:pt x="1245848" y="76503"/>
                </a:lnTo>
                <a:lnTo>
                  <a:pt x="1238114" y="76503"/>
                </a:lnTo>
                <a:lnTo>
                  <a:pt x="1270076" y="559"/>
                </a:lnTo>
                <a:lnTo>
                  <a:pt x="1277810" y="559"/>
                </a:lnTo>
                <a:close/>
                <a:moveTo>
                  <a:pt x="1308003" y="26371"/>
                </a:moveTo>
                <a:lnTo>
                  <a:pt x="1294166" y="26371"/>
                </a:lnTo>
                <a:lnTo>
                  <a:pt x="1294166" y="19662"/>
                </a:lnTo>
                <a:lnTo>
                  <a:pt x="1316203" y="19662"/>
                </a:lnTo>
                <a:lnTo>
                  <a:pt x="1316203" y="59684"/>
                </a:lnTo>
                <a:lnTo>
                  <a:pt x="1330134" y="59684"/>
                </a:lnTo>
                <a:lnTo>
                  <a:pt x="1330134" y="66440"/>
                </a:lnTo>
                <a:lnTo>
                  <a:pt x="1292628" y="66440"/>
                </a:lnTo>
                <a:lnTo>
                  <a:pt x="1292628" y="59684"/>
                </a:lnTo>
                <a:lnTo>
                  <a:pt x="1308003" y="59684"/>
                </a:lnTo>
                <a:lnTo>
                  <a:pt x="1308003" y="26371"/>
                </a:lnTo>
                <a:moveTo>
                  <a:pt x="1310845" y="0"/>
                </a:moveTo>
                <a:cubicBezTo>
                  <a:pt x="1311746" y="0"/>
                  <a:pt x="1312585" y="163"/>
                  <a:pt x="1313361" y="489"/>
                </a:cubicBezTo>
                <a:cubicBezTo>
                  <a:pt x="1314138" y="815"/>
                  <a:pt x="1314813" y="1274"/>
                  <a:pt x="1315388" y="1864"/>
                </a:cubicBezTo>
                <a:cubicBezTo>
                  <a:pt x="1315963" y="2454"/>
                  <a:pt x="1316413" y="3129"/>
                  <a:pt x="1316739" y="3890"/>
                </a:cubicBezTo>
                <a:cubicBezTo>
                  <a:pt x="1317065" y="4651"/>
                  <a:pt x="1317228" y="5482"/>
                  <a:pt x="1317228" y="6383"/>
                </a:cubicBezTo>
                <a:cubicBezTo>
                  <a:pt x="1317228" y="7253"/>
                  <a:pt x="1317065" y="8076"/>
                  <a:pt x="1316739" y="8852"/>
                </a:cubicBezTo>
                <a:cubicBezTo>
                  <a:pt x="1316413" y="9629"/>
                  <a:pt x="1315963" y="10312"/>
                  <a:pt x="1315388" y="10902"/>
                </a:cubicBezTo>
                <a:cubicBezTo>
                  <a:pt x="1314813" y="11493"/>
                  <a:pt x="1314138" y="11951"/>
                  <a:pt x="1313361" y="12277"/>
                </a:cubicBezTo>
                <a:cubicBezTo>
                  <a:pt x="1312585" y="12603"/>
                  <a:pt x="1311746" y="12766"/>
                  <a:pt x="1310845" y="12766"/>
                </a:cubicBezTo>
                <a:cubicBezTo>
                  <a:pt x="1309945" y="12766"/>
                  <a:pt x="1309106" y="12603"/>
                  <a:pt x="1308329" y="12277"/>
                </a:cubicBezTo>
                <a:cubicBezTo>
                  <a:pt x="1307553" y="11951"/>
                  <a:pt x="1306877" y="11493"/>
                  <a:pt x="1306303" y="10902"/>
                </a:cubicBezTo>
                <a:cubicBezTo>
                  <a:pt x="1305728" y="10312"/>
                  <a:pt x="1305278" y="9629"/>
                  <a:pt x="1304952" y="8852"/>
                </a:cubicBezTo>
                <a:cubicBezTo>
                  <a:pt x="1304625" y="8076"/>
                  <a:pt x="1304462" y="7253"/>
                  <a:pt x="1304462" y="6383"/>
                </a:cubicBezTo>
                <a:cubicBezTo>
                  <a:pt x="1304462" y="5482"/>
                  <a:pt x="1304625" y="4651"/>
                  <a:pt x="1304952" y="3890"/>
                </a:cubicBezTo>
                <a:cubicBezTo>
                  <a:pt x="1305278" y="3129"/>
                  <a:pt x="1305728" y="2454"/>
                  <a:pt x="1306303" y="1864"/>
                </a:cubicBezTo>
                <a:cubicBezTo>
                  <a:pt x="1306877" y="1274"/>
                  <a:pt x="1307553" y="815"/>
                  <a:pt x="1308329" y="489"/>
                </a:cubicBezTo>
                <a:cubicBezTo>
                  <a:pt x="1309106" y="163"/>
                  <a:pt x="1309945" y="0"/>
                  <a:pt x="1310845" y="0"/>
                </a:cubicBezTo>
                <a:close/>
                <a:moveTo>
                  <a:pt x="1343927" y="19662"/>
                </a:moveTo>
                <a:lnTo>
                  <a:pt x="1351149" y="19662"/>
                </a:lnTo>
                <a:lnTo>
                  <a:pt x="1351475" y="27210"/>
                </a:lnTo>
                <a:cubicBezTo>
                  <a:pt x="1352842" y="25594"/>
                  <a:pt x="1354162" y="24251"/>
                  <a:pt x="1355436" y="23179"/>
                </a:cubicBezTo>
                <a:cubicBezTo>
                  <a:pt x="1356709" y="22108"/>
                  <a:pt x="1357959" y="21246"/>
                  <a:pt x="1359186" y="20593"/>
                </a:cubicBezTo>
                <a:cubicBezTo>
                  <a:pt x="1360413" y="19941"/>
                  <a:pt x="1361663" y="19483"/>
                  <a:pt x="1362937" y="19219"/>
                </a:cubicBezTo>
                <a:cubicBezTo>
                  <a:pt x="1364210" y="18955"/>
                  <a:pt x="1365530" y="18823"/>
                  <a:pt x="1366897" y="18823"/>
                </a:cubicBezTo>
                <a:cubicBezTo>
                  <a:pt x="1371712" y="18823"/>
                  <a:pt x="1375353" y="20244"/>
                  <a:pt x="1377823" y="23086"/>
                </a:cubicBezTo>
                <a:cubicBezTo>
                  <a:pt x="1380292" y="25928"/>
                  <a:pt x="1381527" y="30207"/>
                  <a:pt x="1381527" y="35922"/>
                </a:cubicBezTo>
                <a:lnTo>
                  <a:pt x="1381527" y="66440"/>
                </a:lnTo>
                <a:lnTo>
                  <a:pt x="1373420" y="66440"/>
                </a:lnTo>
                <a:lnTo>
                  <a:pt x="1373420" y="36574"/>
                </a:lnTo>
                <a:cubicBezTo>
                  <a:pt x="1373420" y="32909"/>
                  <a:pt x="1372737" y="30199"/>
                  <a:pt x="1371370" y="28444"/>
                </a:cubicBezTo>
                <a:cubicBezTo>
                  <a:pt x="1370003" y="26689"/>
                  <a:pt x="1367969" y="25812"/>
                  <a:pt x="1365266" y="25812"/>
                </a:cubicBezTo>
                <a:cubicBezTo>
                  <a:pt x="1364272" y="25812"/>
                  <a:pt x="1363302" y="25959"/>
                  <a:pt x="1362354" y="26254"/>
                </a:cubicBezTo>
                <a:cubicBezTo>
                  <a:pt x="1361407" y="26549"/>
                  <a:pt x="1360421" y="27062"/>
                  <a:pt x="1359396" y="27792"/>
                </a:cubicBezTo>
                <a:cubicBezTo>
                  <a:pt x="1358371" y="28522"/>
                  <a:pt x="1357260" y="29508"/>
                  <a:pt x="1356065" y="30750"/>
                </a:cubicBezTo>
                <a:cubicBezTo>
                  <a:pt x="1354869" y="31993"/>
                  <a:pt x="1353525" y="33546"/>
                  <a:pt x="1352034" y="35410"/>
                </a:cubicBezTo>
                <a:lnTo>
                  <a:pt x="1352034" y="66440"/>
                </a:lnTo>
                <a:lnTo>
                  <a:pt x="1343927" y="66440"/>
                </a:lnTo>
                <a:lnTo>
                  <a:pt x="1343927" y="19662"/>
                </a:lnTo>
                <a:close/>
                <a:moveTo>
                  <a:pt x="1393410" y="44029"/>
                </a:moveTo>
                <a:cubicBezTo>
                  <a:pt x="1393410" y="40053"/>
                  <a:pt x="1393953" y="36520"/>
                  <a:pt x="1395040" y="33429"/>
                </a:cubicBezTo>
                <a:cubicBezTo>
                  <a:pt x="1396128" y="30339"/>
                  <a:pt x="1397673" y="27730"/>
                  <a:pt x="1399676" y="25602"/>
                </a:cubicBezTo>
                <a:cubicBezTo>
                  <a:pt x="1401680" y="23474"/>
                  <a:pt x="1404087" y="21859"/>
                  <a:pt x="1406898" y="20757"/>
                </a:cubicBezTo>
                <a:cubicBezTo>
                  <a:pt x="1409709" y="19654"/>
                  <a:pt x="1412838" y="19103"/>
                  <a:pt x="1416286" y="19103"/>
                </a:cubicBezTo>
                <a:cubicBezTo>
                  <a:pt x="1417777" y="19103"/>
                  <a:pt x="1419245" y="19196"/>
                  <a:pt x="1420689" y="19382"/>
                </a:cubicBezTo>
                <a:cubicBezTo>
                  <a:pt x="1422133" y="19568"/>
                  <a:pt x="1423554" y="19864"/>
                  <a:pt x="1424952" y="20267"/>
                </a:cubicBezTo>
                <a:lnTo>
                  <a:pt x="1424952" y="559"/>
                </a:lnTo>
                <a:lnTo>
                  <a:pt x="1433106" y="559"/>
                </a:lnTo>
                <a:lnTo>
                  <a:pt x="1433106" y="66440"/>
                </a:lnTo>
                <a:lnTo>
                  <a:pt x="1425837" y="66440"/>
                </a:lnTo>
                <a:lnTo>
                  <a:pt x="1425558" y="57587"/>
                </a:lnTo>
                <a:cubicBezTo>
                  <a:pt x="1423290" y="60880"/>
                  <a:pt x="1420837" y="63318"/>
                  <a:pt x="1418196" y="64902"/>
                </a:cubicBezTo>
                <a:cubicBezTo>
                  <a:pt x="1415556" y="66486"/>
                  <a:pt x="1412699" y="67278"/>
                  <a:pt x="1409624" y="67278"/>
                </a:cubicBezTo>
                <a:cubicBezTo>
                  <a:pt x="1406952" y="67278"/>
                  <a:pt x="1404599" y="66719"/>
                  <a:pt x="1402565" y="65601"/>
                </a:cubicBezTo>
                <a:cubicBezTo>
                  <a:pt x="1400530" y="64483"/>
                  <a:pt x="1398838" y="62906"/>
                  <a:pt x="1397486" y="60872"/>
                </a:cubicBezTo>
                <a:cubicBezTo>
                  <a:pt x="1396135" y="58837"/>
                  <a:pt x="1395118" y="56391"/>
                  <a:pt x="1394435" y="53534"/>
                </a:cubicBezTo>
                <a:cubicBezTo>
                  <a:pt x="1393751" y="50676"/>
                  <a:pt x="1393410" y="47508"/>
                  <a:pt x="1393410" y="44029"/>
                </a:cubicBezTo>
                <a:moveTo>
                  <a:pt x="1401703" y="43517"/>
                </a:moveTo>
                <a:cubicBezTo>
                  <a:pt x="1401703" y="49170"/>
                  <a:pt x="1402534" y="53386"/>
                  <a:pt x="1404196" y="56166"/>
                </a:cubicBezTo>
                <a:cubicBezTo>
                  <a:pt x="1405857" y="58946"/>
                  <a:pt x="1408210" y="60336"/>
                  <a:pt x="1411254" y="60336"/>
                </a:cubicBezTo>
                <a:cubicBezTo>
                  <a:pt x="1413304" y="60336"/>
                  <a:pt x="1415471" y="59420"/>
                  <a:pt x="1417754" y="57587"/>
                </a:cubicBezTo>
                <a:cubicBezTo>
                  <a:pt x="1420037" y="55755"/>
                  <a:pt x="1422436" y="53037"/>
                  <a:pt x="1424952" y="49434"/>
                </a:cubicBezTo>
                <a:lnTo>
                  <a:pt x="1424952" y="27722"/>
                </a:lnTo>
                <a:cubicBezTo>
                  <a:pt x="1423617" y="27101"/>
                  <a:pt x="1422141" y="26627"/>
                  <a:pt x="1420526" y="26301"/>
                </a:cubicBezTo>
                <a:cubicBezTo>
                  <a:pt x="1418911" y="25975"/>
                  <a:pt x="1417311" y="25812"/>
                  <a:pt x="1415727" y="25812"/>
                </a:cubicBezTo>
                <a:cubicBezTo>
                  <a:pt x="1411316" y="25812"/>
                  <a:pt x="1407876" y="27241"/>
                  <a:pt x="1405407" y="30098"/>
                </a:cubicBezTo>
                <a:cubicBezTo>
                  <a:pt x="1402938" y="32956"/>
                  <a:pt x="1401703" y="37429"/>
                  <a:pt x="1401703" y="43517"/>
                </a:cubicBezTo>
                <a:close/>
                <a:moveTo>
                  <a:pt x="1487154" y="40581"/>
                </a:moveTo>
                <a:cubicBezTo>
                  <a:pt x="1487154" y="41731"/>
                  <a:pt x="1487138" y="42693"/>
                  <a:pt x="1487107" y="43470"/>
                </a:cubicBezTo>
                <a:cubicBezTo>
                  <a:pt x="1487076" y="44246"/>
                  <a:pt x="1487030" y="44976"/>
                  <a:pt x="1486967" y="45660"/>
                </a:cubicBezTo>
                <a:lnTo>
                  <a:pt x="1454120" y="45660"/>
                </a:lnTo>
                <a:cubicBezTo>
                  <a:pt x="1454120" y="50443"/>
                  <a:pt x="1455456" y="54116"/>
                  <a:pt x="1458127" y="56679"/>
                </a:cubicBezTo>
                <a:cubicBezTo>
                  <a:pt x="1460798" y="59241"/>
                  <a:pt x="1464650" y="60522"/>
                  <a:pt x="1469682" y="60522"/>
                </a:cubicBezTo>
                <a:cubicBezTo>
                  <a:pt x="1471049" y="60522"/>
                  <a:pt x="1472415" y="60467"/>
                  <a:pt x="1473782" y="60357"/>
                </a:cubicBezTo>
                <a:cubicBezTo>
                  <a:pt x="1475149" y="60245"/>
                  <a:pt x="1476469" y="60094"/>
                  <a:pt x="1477742" y="59904"/>
                </a:cubicBezTo>
                <a:cubicBezTo>
                  <a:pt x="1479016" y="59712"/>
                  <a:pt x="1480235" y="59498"/>
                  <a:pt x="1481400" y="59260"/>
                </a:cubicBezTo>
                <a:cubicBezTo>
                  <a:pt x="1482565" y="59021"/>
                  <a:pt x="1483644" y="58759"/>
                  <a:pt x="1484638" y="58472"/>
                </a:cubicBezTo>
                <a:lnTo>
                  <a:pt x="1484638" y="65135"/>
                </a:lnTo>
                <a:cubicBezTo>
                  <a:pt x="1482432" y="65770"/>
                  <a:pt x="1479940" y="66286"/>
                  <a:pt x="1477160" y="66683"/>
                </a:cubicBezTo>
                <a:cubicBezTo>
                  <a:pt x="1474380" y="67080"/>
                  <a:pt x="1471499" y="67278"/>
                  <a:pt x="1468517" y="67278"/>
                </a:cubicBezTo>
                <a:cubicBezTo>
                  <a:pt x="1464510" y="67278"/>
                  <a:pt x="1461062" y="66735"/>
                  <a:pt x="1458174" y="65648"/>
                </a:cubicBezTo>
                <a:cubicBezTo>
                  <a:pt x="1455285" y="64560"/>
                  <a:pt x="1452917" y="62984"/>
                  <a:pt x="1451069" y="60919"/>
                </a:cubicBezTo>
                <a:cubicBezTo>
                  <a:pt x="1449220" y="58853"/>
                  <a:pt x="1447854" y="56321"/>
                  <a:pt x="1446969" y="53324"/>
                </a:cubicBezTo>
                <a:cubicBezTo>
                  <a:pt x="1446083" y="50327"/>
                  <a:pt x="1445641" y="46933"/>
                  <a:pt x="1445641" y="43144"/>
                </a:cubicBezTo>
                <a:cubicBezTo>
                  <a:pt x="1445641" y="39851"/>
                  <a:pt x="1446114" y="36737"/>
                  <a:pt x="1447062" y="33802"/>
                </a:cubicBezTo>
                <a:cubicBezTo>
                  <a:pt x="1448009" y="30867"/>
                  <a:pt x="1449391" y="28289"/>
                  <a:pt x="1451208" y="26068"/>
                </a:cubicBezTo>
                <a:cubicBezTo>
                  <a:pt x="1453025" y="23847"/>
                  <a:pt x="1455254" y="22084"/>
                  <a:pt x="1457894" y="20780"/>
                </a:cubicBezTo>
                <a:cubicBezTo>
                  <a:pt x="1460534" y="19475"/>
                  <a:pt x="1463532" y="18823"/>
                  <a:pt x="1466886" y="18823"/>
                </a:cubicBezTo>
                <a:cubicBezTo>
                  <a:pt x="1470148" y="18823"/>
                  <a:pt x="1473037" y="19336"/>
                  <a:pt x="1475552" y="20361"/>
                </a:cubicBezTo>
                <a:cubicBezTo>
                  <a:pt x="1478068" y="21386"/>
                  <a:pt x="1480188" y="22838"/>
                  <a:pt x="1481912" y="24717"/>
                </a:cubicBezTo>
                <a:cubicBezTo>
                  <a:pt x="1483636" y="26596"/>
                  <a:pt x="1484941" y="28879"/>
                  <a:pt x="1485826" y="31566"/>
                </a:cubicBezTo>
                <a:cubicBezTo>
                  <a:pt x="1486711" y="34253"/>
                  <a:pt x="1487154" y="37258"/>
                  <a:pt x="1487154" y="40581"/>
                </a:cubicBezTo>
                <a:moveTo>
                  <a:pt x="1478721" y="39416"/>
                </a:moveTo>
                <a:cubicBezTo>
                  <a:pt x="1478814" y="37335"/>
                  <a:pt x="1478612" y="35433"/>
                  <a:pt x="1478115" y="33709"/>
                </a:cubicBezTo>
                <a:cubicBezTo>
                  <a:pt x="1477618" y="31985"/>
                  <a:pt x="1476849" y="30502"/>
                  <a:pt x="1475809" y="29260"/>
                </a:cubicBezTo>
                <a:cubicBezTo>
                  <a:pt x="1474768" y="28017"/>
                  <a:pt x="1473471" y="27046"/>
                  <a:pt x="1471918" y="26348"/>
                </a:cubicBezTo>
                <a:cubicBezTo>
                  <a:pt x="1470365" y="25649"/>
                  <a:pt x="1468564" y="25299"/>
                  <a:pt x="1466514" y="25299"/>
                </a:cubicBezTo>
                <a:cubicBezTo>
                  <a:pt x="1464743" y="25299"/>
                  <a:pt x="1463128" y="25641"/>
                  <a:pt x="1461668" y="26324"/>
                </a:cubicBezTo>
                <a:cubicBezTo>
                  <a:pt x="1460208" y="27008"/>
                  <a:pt x="1458950" y="27970"/>
                  <a:pt x="1457894" y="29213"/>
                </a:cubicBezTo>
                <a:cubicBezTo>
                  <a:pt x="1456838" y="30455"/>
                  <a:pt x="1455984" y="31946"/>
                  <a:pt x="1455332" y="33686"/>
                </a:cubicBezTo>
                <a:cubicBezTo>
                  <a:pt x="1454679" y="35425"/>
                  <a:pt x="1454276" y="37335"/>
                  <a:pt x="1454120" y="39416"/>
                </a:cubicBezTo>
                <a:lnTo>
                  <a:pt x="1478721" y="39416"/>
                </a:lnTo>
                <a:close/>
                <a:moveTo>
                  <a:pt x="1541668" y="66440"/>
                </a:moveTo>
                <a:lnTo>
                  <a:pt x="1530906" y="66440"/>
                </a:lnTo>
                <a:lnTo>
                  <a:pt x="1518279" y="48595"/>
                </a:lnTo>
                <a:lnTo>
                  <a:pt x="1505793" y="66440"/>
                </a:lnTo>
                <a:lnTo>
                  <a:pt x="1495310" y="66440"/>
                </a:lnTo>
                <a:lnTo>
                  <a:pt x="1513434" y="42957"/>
                </a:lnTo>
                <a:lnTo>
                  <a:pt x="1496148" y="19662"/>
                </a:lnTo>
                <a:lnTo>
                  <a:pt x="1506538" y="19662"/>
                </a:lnTo>
                <a:lnTo>
                  <a:pt x="1518838" y="37646"/>
                </a:lnTo>
                <a:lnTo>
                  <a:pt x="1530906" y="19662"/>
                </a:lnTo>
                <a:lnTo>
                  <a:pt x="1540923" y="19662"/>
                </a:lnTo>
                <a:lnTo>
                  <a:pt x="1523358" y="43144"/>
                </a:lnTo>
                <a:lnTo>
                  <a:pt x="1541668" y="66440"/>
                </a:lnTo>
                <a:close/>
                <a:moveTo>
                  <a:pt x="1569765" y="51763"/>
                </a:moveTo>
                <a:cubicBezTo>
                  <a:pt x="1570821" y="51763"/>
                  <a:pt x="1571823" y="51965"/>
                  <a:pt x="1572770" y="52369"/>
                </a:cubicBezTo>
                <a:cubicBezTo>
                  <a:pt x="1573718" y="52773"/>
                  <a:pt x="1574541" y="53332"/>
                  <a:pt x="1575240" y="54046"/>
                </a:cubicBezTo>
                <a:cubicBezTo>
                  <a:pt x="1575938" y="54761"/>
                  <a:pt x="1576490" y="55592"/>
                  <a:pt x="1576894" y="56539"/>
                </a:cubicBezTo>
                <a:cubicBezTo>
                  <a:pt x="1577297" y="57486"/>
                  <a:pt x="1577499" y="58504"/>
                  <a:pt x="1577499" y="59591"/>
                </a:cubicBezTo>
                <a:cubicBezTo>
                  <a:pt x="1577499" y="60647"/>
                  <a:pt x="1577297" y="61641"/>
                  <a:pt x="1576894" y="62573"/>
                </a:cubicBezTo>
                <a:cubicBezTo>
                  <a:pt x="1576490" y="63504"/>
                  <a:pt x="1575938" y="64320"/>
                  <a:pt x="1575240" y="65019"/>
                </a:cubicBezTo>
                <a:cubicBezTo>
                  <a:pt x="1574541" y="65717"/>
                  <a:pt x="1573718" y="66269"/>
                  <a:pt x="1572770" y="66673"/>
                </a:cubicBezTo>
                <a:cubicBezTo>
                  <a:pt x="1571823" y="67076"/>
                  <a:pt x="1570821" y="67278"/>
                  <a:pt x="1569765" y="67278"/>
                </a:cubicBezTo>
                <a:cubicBezTo>
                  <a:pt x="1568678" y="67278"/>
                  <a:pt x="1567668" y="67076"/>
                  <a:pt x="1566737" y="66673"/>
                </a:cubicBezTo>
                <a:cubicBezTo>
                  <a:pt x="1565805" y="66269"/>
                  <a:pt x="1564989" y="65717"/>
                  <a:pt x="1564291" y="65019"/>
                </a:cubicBezTo>
                <a:cubicBezTo>
                  <a:pt x="1563592" y="64320"/>
                  <a:pt x="1563040" y="63504"/>
                  <a:pt x="1562637" y="62573"/>
                </a:cubicBezTo>
                <a:cubicBezTo>
                  <a:pt x="1562233" y="61641"/>
                  <a:pt x="1562031" y="60647"/>
                  <a:pt x="1562031" y="59591"/>
                </a:cubicBezTo>
                <a:cubicBezTo>
                  <a:pt x="1562031" y="58504"/>
                  <a:pt x="1562233" y="57486"/>
                  <a:pt x="1562637" y="56539"/>
                </a:cubicBezTo>
                <a:cubicBezTo>
                  <a:pt x="1563040" y="55592"/>
                  <a:pt x="1563592" y="54761"/>
                  <a:pt x="1564291" y="54046"/>
                </a:cubicBezTo>
                <a:cubicBezTo>
                  <a:pt x="1564989" y="53332"/>
                  <a:pt x="1565805" y="52773"/>
                  <a:pt x="1566737" y="52369"/>
                </a:cubicBezTo>
                <a:cubicBezTo>
                  <a:pt x="1567668" y="51965"/>
                  <a:pt x="1568678" y="51763"/>
                  <a:pt x="1569765" y="51763"/>
                </a:cubicBezTo>
                <a:close/>
                <a:moveTo>
                  <a:pt x="1634902" y="19662"/>
                </a:moveTo>
                <a:lnTo>
                  <a:pt x="1634902" y="65601"/>
                </a:lnTo>
                <a:cubicBezTo>
                  <a:pt x="1634902" y="68862"/>
                  <a:pt x="1634436" y="71759"/>
                  <a:pt x="1633504" y="74290"/>
                </a:cubicBezTo>
                <a:cubicBezTo>
                  <a:pt x="1632573" y="76822"/>
                  <a:pt x="1631237" y="78957"/>
                  <a:pt x="1629497" y="80697"/>
                </a:cubicBezTo>
                <a:cubicBezTo>
                  <a:pt x="1627758" y="82436"/>
                  <a:pt x="1625623" y="83756"/>
                  <a:pt x="1623091" y="84657"/>
                </a:cubicBezTo>
                <a:cubicBezTo>
                  <a:pt x="1620560" y="85558"/>
                  <a:pt x="1617710" y="86008"/>
                  <a:pt x="1614542" y="86008"/>
                </a:cubicBezTo>
                <a:cubicBezTo>
                  <a:pt x="1612243" y="86008"/>
                  <a:pt x="1609999" y="85794"/>
                  <a:pt x="1607809" y="85366"/>
                </a:cubicBezTo>
                <a:cubicBezTo>
                  <a:pt x="1605619" y="84939"/>
                  <a:pt x="1603639" y="84345"/>
                  <a:pt x="1601869" y="83585"/>
                </a:cubicBezTo>
                <a:lnTo>
                  <a:pt x="1601869" y="75851"/>
                </a:lnTo>
                <a:cubicBezTo>
                  <a:pt x="1602832" y="76355"/>
                  <a:pt x="1603864" y="76812"/>
                  <a:pt x="1604967" y="77221"/>
                </a:cubicBezTo>
                <a:cubicBezTo>
                  <a:pt x="1606070" y="77631"/>
                  <a:pt x="1607203" y="77977"/>
                  <a:pt x="1608368" y="78261"/>
                </a:cubicBezTo>
                <a:cubicBezTo>
                  <a:pt x="1609533" y="78545"/>
                  <a:pt x="1610706" y="78758"/>
                  <a:pt x="1611886" y="78900"/>
                </a:cubicBezTo>
                <a:cubicBezTo>
                  <a:pt x="1613066" y="79042"/>
                  <a:pt x="1614215" y="79113"/>
                  <a:pt x="1615334" y="79113"/>
                </a:cubicBezTo>
                <a:cubicBezTo>
                  <a:pt x="1618875" y="79113"/>
                  <a:pt x="1621655" y="77994"/>
                  <a:pt x="1623674" y="75758"/>
                </a:cubicBezTo>
                <a:cubicBezTo>
                  <a:pt x="1625693" y="73522"/>
                  <a:pt x="1626702" y="70229"/>
                  <a:pt x="1626702" y="65881"/>
                </a:cubicBezTo>
                <a:lnTo>
                  <a:pt x="1626702" y="26371"/>
                </a:lnTo>
                <a:lnTo>
                  <a:pt x="1603779" y="26371"/>
                </a:lnTo>
                <a:lnTo>
                  <a:pt x="1603779" y="19662"/>
                </a:lnTo>
                <a:lnTo>
                  <a:pt x="1634902" y="19662"/>
                </a:lnTo>
                <a:moveTo>
                  <a:pt x="1630010" y="0"/>
                </a:moveTo>
                <a:cubicBezTo>
                  <a:pt x="1630911" y="0"/>
                  <a:pt x="1631749" y="163"/>
                  <a:pt x="1632526" y="489"/>
                </a:cubicBezTo>
                <a:cubicBezTo>
                  <a:pt x="1633302" y="815"/>
                  <a:pt x="1633978" y="1274"/>
                  <a:pt x="1634553" y="1864"/>
                </a:cubicBezTo>
                <a:cubicBezTo>
                  <a:pt x="1635127" y="2454"/>
                  <a:pt x="1635578" y="3137"/>
                  <a:pt x="1635904" y="3914"/>
                </a:cubicBezTo>
                <a:cubicBezTo>
                  <a:pt x="1636230" y="4690"/>
                  <a:pt x="1636393" y="5513"/>
                  <a:pt x="1636393" y="6383"/>
                </a:cubicBezTo>
                <a:cubicBezTo>
                  <a:pt x="1636393" y="7284"/>
                  <a:pt x="1636230" y="8115"/>
                  <a:pt x="1635904" y="8876"/>
                </a:cubicBezTo>
                <a:cubicBezTo>
                  <a:pt x="1635578" y="9637"/>
                  <a:pt x="1635127" y="10312"/>
                  <a:pt x="1634553" y="10902"/>
                </a:cubicBezTo>
                <a:cubicBezTo>
                  <a:pt x="1633978" y="11493"/>
                  <a:pt x="1633302" y="11951"/>
                  <a:pt x="1632526" y="12277"/>
                </a:cubicBezTo>
                <a:cubicBezTo>
                  <a:pt x="1631749" y="12603"/>
                  <a:pt x="1630911" y="12766"/>
                  <a:pt x="1630010" y="12766"/>
                </a:cubicBezTo>
                <a:cubicBezTo>
                  <a:pt x="1629109" y="12766"/>
                  <a:pt x="1628271" y="12603"/>
                  <a:pt x="1627494" y="12277"/>
                </a:cubicBezTo>
                <a:cubicBezTo>
                  <a:pt x="1626718" y="11951"/>
                  <a:pt x="1626042" y="11493"/>
                  <a:pt x="1625467" y="10902"/>
                </a:cubicBezTo>
                <a:cubicBezTo>
                  <a:pt x="1624893" y="10312"/>
                  <a:pt x="1624442" y="9637"/>
                  <a:pt x="1624116" y="8876"/>
                </a:cubicBezTo>
                <a:cubicBezTo>
                  <a:pt x="1623790" y="8115"/>
                  <a:pt x="1623627" y="7284"/>
                  <a:pt x="1623627" y="6383"/>
                </a:cubicBezTo>
                <a:cubicBezTo>
                  <a:pt x="1623627" y="5513"/>
                  <a:pt x="1623790" y="4690"/>
                  <a:pt x="1624116" y="3914"/>
                </a:cubicBezTo>
                <a:cubicBezTo>
                  <a:pt x="1624442" y="3137"/>
                  <a:pt x="1624893" y="2454"/>
                  <a:pt x="1625467" y="1864"/>
                </a:cubicBezTo>
                <a:cubicBezTo>
                  <a:pt x="1626042" y="1274"/>
                  <a:pt x="1626718" y="815"/>
                  <a:pt x="1627494" y="489"/>
                </a:cubicBezTo>
                <a:cubicBezTo>
                  <a:pt x="1628271" y="163"/>
                  <a:pt x="1629109" y="0"/>
                  <a:pt x="1630010" y="0"/>
                </a:cubicBezTo>
                <a:close/>
                <a:moveTo>
                  <a:pt x="1692119" y="53674"/>
                </a:moveTo>
                <a:cubicBezTo>
                  <a:pt x="1692119" y="55320"/>
                  <a:pt x="1691839" y="56795"/>
                  <a:pt x="1691280" y="58100"/>
                </a:cubicBezTo>
                <a:cubicBezTo>
                  <a:pt x="1690721" y="59404"/>
                  <a:pt x="1689960" y="60561"/>
                  <a:pt x="1688997" y="61571"/>
                </a:cubicBezTo>
                <a:cubicBezTo>
                  <a:pt x="1688034" y="62580"/>
                  <a:pt x="1686916" y="63442"/>
                  <a:pt x="1685642" y="64157"/>
                </a:cubicBezTo>
                <a:cubicBezTo>
                  <a:pt x="1684369" y="64871"/>
                  <a:pt x="1683010" y="65461"/>
                  <a:pt x="1681566" y="65927"/>
                </a:cubicBezTo>
                <a:cubicBezTo>
                  <a:pt x="1680121" y="66393"/>
                  <a:pt x="1678638" y="66735"/>
                  <a:pt x="1677116" y="66952"/>
                </a:cubicBezTo>
                <a:cubicBezTo>
                  <a:pt x="1675594" y="67170"/>
                  <a:pt x="1674103" y="67278"/>
                  <a:pt x="1672643" y="67278"/>
                </a:cubicBezTo>
                <a:cubicBezTo>
                  <a:pt x="1669475" y="67278"/>
                  <a:pt x="1666563" y="67139"/>
                  <a:pt x="1663907" y="66859"/>
                </a:cubicBezTo>
                <a:cubicBezTo>
                  <a:pt x="1661252" y="66579"/>
                  <a:pt x="1658650" y="66129"/>
                  <a:pt x="1656103" y="65508"/>
                </a:cubicBezTo>
                <a:lnTo>
                  <a:pt x="1656103" y="58053"/>
                </a:lnTo>
                <a:cubicBezTo>
                  <a:pt x="1658837" y="58830"/>
                  <a:pt x="1661555" y="59420"/>
                  <a:pt x="1664257" y="59824"/>
                </a:cubicBezTo>
                <a:cubicBezTo>
                  <a:pt x="1666959" y="60227"/>
                  <a:pt x="1669646" y="60429"/>
                  <a:pt x="1672317" y="60429"/>
                </a:cubicBezTo>
                <a:cubicBezTo>
                  <a:pt x="1676200" y="60429"/>
                  <a:pt x="1679073" y="59901"/>
                  <a:pt x="1680937" y="58845"/>
                </a:cubicBezTo>
                <a:cubicBezTo>
                  <a:pt x="1682800" y="57789"/>
                  <a:pt x="1683732" y="56283"/>
                  <a:pt x="1683732" y="54326"/>
                </a:cubicBezTo>
                <a:cubicBezTo>
                  <a:pt x="1683732" y="53487"/>
                  <a:pt x="1683585" y="52734"/>
                  <a:pt x="1683290" y="52066"/>
                </a:cubicBezTo>
                <a:cubicBezTo>
                  <a:pt x="1682994" y="51398"/>
                  <a:pt x="1682459" y="50762"/>
                  <a:pt x="1681682" y="50156"/>
                </a:cubicBezTo>
                <a:cubicBezTo>
                  <a:pt x="1680906" y="49550"/>
                  <a:pt x="1679702" y="48921"/>
                  <a:pt x="1678071" y="48269"/>
                </a:cubicBezTo>
                <a:cubicBezTo>
                  <a:pt x="1676441" y="47617"/>
                  <a:pt x="1674212" y="46871"/>
                  <a:pt x="1671385" y="46033"/>
                </a:cubicBezTo>
                <a:cubicBezTo>
                  <a:pt x="1669273" y="45411"/>
                  <a:pt x="1667324" y="44705"/>
                  <a:pt x="1665538" y="43913"/>
                </a:cubicBezTo>
                <a:cubicBezTo>
                  <a:pt x="1663752" y="43121"/>
                  <a:pt x="1662207" y="42181"/>
                  <a:pt x="1660902" y="41094"/>
                </a:cubicBezTo>
                <a:cubicBezTo>
                  <a:pt x="1659598" y="40007"/>
                  <a:pt x="1658573" y="38733"/>
                  <a:pt x="1657827" y="37273"/>
                </a:cubicBezTo>
                <a:cubicBezTo>
                  <a:pt x="1657082" y="35813"/>
                  <a:pt x="1656709" y="34090"/>
                  <a:pt x="1656709" y="32102"/>
                </a:cubicBezTo>
                <a:cubicBezTo>
                  <a:pt x="1656709" y="30797"/>
                  <a:pt x="1657012" y="29368"/>
                  <a:pt x="1657618" y="27815"/>
                </a:cubicBezTo>
                <a:cubicBezTo>
                  <a:pt x="1658223" y="26262"/>
                  <a:pt x="1659256" y="24818"/>
                  <a:pt x="1660716" y="23482"/>
                </a:cubicBezTo>
                <a:cubicBezTo>
                  <a:pt x="1662176" y="22147"/>
                  <a:pt x="1664148" y="21036"/>
                  <a:pt x="1666633" y="20151"/>
                </a:cubicBezTo>
                <a:cubicBezTo>
                  <a:pt x="1669118" y="19266"/>
                  <a:pt x="1672224" y="18823"/>
                  <a:pt x="1675951" y="18823"/>
                </a:cubicBezTo>
                <a:cubicBezTo>
                  <a:pt x="1677784" y="18823"/>
                  <a:pt x="1679818" y="18924"/>
                  <a:pt x="1682055" y="19126"/>
                </a:cubicBezTo>
                <a:cubicBezTo>
                  <a:pt x="1684291" y="19328"/>
                  <a:pt x="1686621" y="19677"/>
                  <a:pt x="1689044" y="20174"/>
                </a:cubicBezTo>
                <a:lnTo>
                  <a:pt x="1689044" y="27396"/>
                </a:lnTo>
                <a:cubicBezTo>
                  <a:pt x="1686497" y="26775"/>
                  <a:pt x="1684082" y="26316"/>
                  <a:pt x="1681799" y="26021"/>
                </a:cubicBezTo>
                <a:cubicBezTo>
                  <a:pt x="1679516" y="25726"/>
                  <a:pt x="1677535" y="25579"/>
                  <a:pt x="1675858" y="25579"/>
                </a:cubicBezTo>
                <a:cubicBezTo>
                  <a:pt x="1673839" y="25579"/>
                  <a:pt x="1672139" y="25734"/>
                  <a:pt x="1670756" y="26045"/>
                </a:cubicBezTo>
                <a:cubicBezTo>
                  <a:pt x="1669374" y="26355"/>
                  <a:pt x="1668256" y="26782"/>
                  <a:pt x="1667402" y="27326"/>
                </a:cubicBezTo>
                <a:cubicBezTo>
                  <a:pt x="1666548" y="27870"/>
                  <a:pt x="1665934" y="28506"/>
                  <a:pt x="1665561" y="29236"/>
                </a:cubicBezTo>
                <a:cubicBezTo>
                  <a:pt x="1665189" y="29966"/>
                  <a:pt x="1665002" y="30750"/>
                  <a:pt x="1665002" y="31589"/>
                </a:cubicBezTo>
                <a:cubicBezTo>
                  <a:pt x="1665002" y="32428"/>
                  <a:pt x="1665165" y="33189"/>
                  <a:pt x="1665492" y="33872"/>
                </a:cubicBezTo>
                <a:cubicBezTo>
                  <a:pt x="1665818" y="34555"/>
                  <a:pt x="1666423" y="35215"/>
                  <a:pt x="1667309" y="35852"/>
                </a:cubicBezTo>
                <a:cubicBezTo>
                  <a:pt x="1668194" y="36489"/>
                  <a:pt x="1669429" y="37126"/>
                  <a:pt x="1671013" y="37762"/>
                </a:cubicBezTo>
                <a:cubicBezTo>
                  <a:pt x="1672597" y="38399"/>
                  <a:pt x="1674662" y="39090"/>
                  <a:pt x="1677209" y="39836"/>
                </a:cubicBezTo>
                <a:cubicBezTo>
                  <a:pt x="1679974" y="40643"/>
                  <a:pt x="1682303" y="41490"/>
                  <a:pt x="1684198" y="42375"/>
                </a:cubicBezTo>
                <a:cubicBezTo>
                  <a:pt x="1686093" y="43260"/>
                  <a:pt x="1687630" y="44246"/>
                  <a:pt x="1688811" y="45334"/>
                </a:cubicBezTo>
                <a:cubicBezTo>
                  <a:pt x="1689991" y="46421"/>
                  <a:pt x="1690837" y="47648"/>
                  <a:pt x="1691350" y="49014"/>
                </a:cubicBezTo>
                <a:cubicBezTo>
                  <a:pt x="1691862" y="50381"/>
                  <a:pt x="1692119" y="51934"/>
                  <a:pt x="1692119" y="53674"/>
                </a:cubicBezTo>
                <a:close/>
                <a:moveTo>
                  <a:pt x="1749102" y="66440"/>
                </a:moveTo>
                <a:lnTo>
                  <a:pt x="1738339" y="66440"/>
                </a:lnTo>
                <a:lnTo>
                  <a:pt x="1725713" y="48595"/>
                </a:lnTo>
                <a:lnTo>
                  <a:pt x="1713226" y="66440"/>
                </a:lnTo>
                <a:lnTo>
                  <a:pt x="1702743" y="66440"/>
                </a:lnTo>
                <a:lnTo>
                  <a:pt x="1720867" y="42957"/>
                </a:lnTo>
                <a:lnTo>
                  <a:pt x="1703582" y="19662"/>
                </a:lnTo>
                <a:lnTo>
                  <a:pt x="1713972" y="19662"/>
                </a:lnTo>
                <a:lnTo>
                  <a:pt x="1726272" y="37646"/>
                </a:lnTo>
                <a:lnTo>
                  <a:pt x="1738339" y="19662"/>
                </a:lnTo>
                <a:lnTo>
                  <a:pt x="1748356" y="19662"/>
                </a:lnTo>
                <a:lnTo>
                  <a:pt x="1730791" y="43144"/>
                </a:lnTo>
                <a:lnTo>
                  <a:pt x="1749102" y="66440"/>
                </a:lnTo>
                <a:close/>
                <a:moveTo>
                  <a:pt x="1773658" y="559"/>
                </a:moveTo>
                <a:lnTo>
                  <a:pt x="1772353" y="22457"/>
                </a:lnTo>
                <a:lnTo>
                  <a:pt x="1764712" y="22457"/>
                </a:lnTo>
                <a:lnTo>
                  <a:pt x="1763361" y="559"/>
                </a:lnTo>
                <a:lnTo>
                  <a:pt x="1773658" y="559"/>
                </a:lnTo>
                <a:moveTo>
                  <a:pt x="1791782" y="559"/>
                </a:moveTo>
                <a:lnTo>
                  <a:pt x="1790478" y="22457"/>
                </a:lnTo>
                <a:lnTo>
                  <a:pt x="1782837" y="22457"/>
                </a:lnTo>
                <a:lnTo>
                  <a:pt x="1781485" y="559"/>
                </a:lnTo>
                <a:lnTo>
                  <a:pt x="1791782" y="559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,">
            <a:extLst xmlns:a="http://schemas.openxmlformats.org/drawingml/2006/main">
              <a:ext uri="{FF2B5EF4-FFF2-40B4-BE49-F238E27FC236}">
                <a16:creationId xmlns:a16="http://schemas.microsoft.com/office/drawing/2014/main" id="{A4959391-40D4-440D-9A66-F2151C92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7238" y="3906404"/>
            <a:ext cx="22504" cy="30983"/>
          </a:xfrm>
          <a:custGeom xmlns:a="http://schemas.openxmlformats.org/drawingml/2006/main">
            <a:pathLst>
              <a:path w="22504" h="30983">
                <a:moveTo>
                  <a:pt x="0" y="24600"/>
                </a:moveTo>
                <a:cubicBezTo>
                  <a:pt x="1584" y="24662"/>
                  <a:pt x="3122" y="24522"/>
                  <a:pt x="4613" y="24178"/>
                </a:cubicBezTo>
                <a:cubicBezTo>
                  <a:pt x="6103" y="23835"/>
                  <a:pt x="7416" y="23328"/>
                  <a:pt x="8550" y="22657"/>
                </a:cubicBezTo>
                <a:cubicBezTo>
                  <a:pt x="9683" y="21986"/>
                  <a:pt x="10592" y="21151"/>
                  <a:pt x="11275" y="20152"/>
                </a:cubicBezTo>
                <a:cubicBezTo>
                  <a:pt x="11959" y="19154"/>
                  <a:pt x="12300" y="18015"/>
                  <a:pt x="12300" y="16735"/>
                </a:cubicBezTo>
                <a:cubicBezTo>
                  <a:pt x="12300" y="15425"/>
                  <a:pt x="12075" y="14366"/>
                  <a:pt x="11625" y="13558"/>
                </a:cubicBezTo>
                <a:cubicBezTo>
                  <a:pt x="11174" y="12751"/>
                  <a:pt x="10669" y="12005"/>
                  <a:pt x="10110" y="11322"/>
                </a:cubicBezTo>
                <a:cubicBezTo>
                  <a:pt x="9551" y="10638"/>
                  <a:pt x="9047" y="9908"/>
                  <a:pt x="8596" y="9132"/>
                </a:cubicBezTo>
                <a:cubicBezTo>
                  <a:pt x="8146" y="8355"/>
                  <a:pt x="7921" y="7315"/>
                  <a:pt x="7921" y="6010"/>
                </a:cubicBezTo>
                <a:cubicBezTo>
                  <a:pt x="7921" y="5358"/>
                  <a:pt x="8045" y="4675"/>
                  <a:pt x="8293" y="3960"/>
                </a:cubicBezTo>
                <a:cubicBezTo>
                  <a:pt x="8542" y="3246"/>
                  <a:pt x="8922" y="2594"/>
                  <a:pt x="9435" y="2003"/>
                </a:cubicBezTo>
                <a:cubicBezTo>
                  <a:pt x="9947" y="1413"/>
                  <a:pt x="10600" y="932"/>
                  <a:pt x="11392" y="559"/>
                </a:cubicBezTo>
                <a:cubicBezTo>
                  <a:pt x="12184" y="186"/>
                  <a:pt x="13123" y="0"/>
                  <a:pt x="14210" y="0"/>
                </a:cubicBezTo>
                <a:cubicBezTo>
                  <a:pt x="15298" y="0"/>
                  <a:pt x="16346" y="226"/>
                  <a:pt x="17355" y="677"/>
                </a:cubicBezTo>
                <a:cubicBezTo>
                  <a:pt x="18365" y="1127"/>
                  <a:pt x="19250" y="1820"/>
                  <a:pt x="20011" y="2753"/>
                </a:cubicBezTo>
                <a:cubicBezTo>
                  <a:pt x="20772" y="3686"/>
                  <a:pt x="21378" y="4853"/>
                  <a:pt x="21828" y="6253"/>
                </a:cubicBezTo>
                <a:cubicBezTo>
                  <a:pt x="22279" y="7653"/>
                  <a:pt x="22504" y="9302"/>
                  <a:pt x="22504" y="11199"/>
                </a:cubicBezTo>
                <a:cubicBezTo>
                  <a:pt x="22504" y="13781"/>
                  <a:pt x="22030" y="16262"/>
                  <a:pt x="21083" y="18641"/>
                </a:cubicBezTo>
                <a:cubicBezTo>
                  <a:pt x="20135" y="21021"/>
                  <a:pt x="18722" y="23129"/>
                  <a:pt x="16843" y="24964"/>
                </a:cubicBezTo>
                <a:cubicBezTo>
                  <a:pt x="14964" y="26800"/>
                  <a:pt x="12619" y="28262"/>
                  <a:pt x="9808" y="29350"/>
                </a:cubicBezTo>
                <a:cubicBezTo>
                  <a:pt x="6997" y="30439"/>
                  <a:pt x="3727" y="30983"/>
                  <a:pt x="0" y="30983"/>
                </a:cubicBezTo>
                <a:lnTo>
                  <a:pt x="0" y="2460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&quot;cascader-">
            <a:extLst xmlns:a="http://schemas.openxmlformats.org/drawingml/2006/main">
              <a:ext uri="{FF2B5EF4-FFF2-40B4-BE49-F238E27FC236}">
                <a16:creationId xmlns:a16="http://schemas.microsoft.com/office/drawing/2014/main" id="{C41B6D40-003C-490A-A6A0-1554BE06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886" y="3855572"/>
            <a:ext cx="495040" cy="66719"/>
          </a:xfrm>
          <a:custGeom xmlns:a="http://schemas.openxmlformats.org/drawingml/2006/main">
            <a:pathLst>
              <a:path w="495040" h="66719">
                <a:moveTo>
                  <a:pt x="10297" y="0"/>
                </a:moveTo>
                <a:lnTo>
                  <a:pt x="8992" y="21898"/>
                </a:lnTo>
                <a:lnTo>
                  <a:pt x="1351" y="21898"/>
                </a:lnTo>
                <a:lnTo>
                  <a:pt x="0" y="0"/>
                </a:lnTo>
                <a:lnTo>
                  <a:pt x="10297" y="0"/>
                </a:lnTo>
                <a:moveTo>
                  <a:pt x="28421" y="0"/>
                </a:moveTo>
                <a:lnTo>
                  <a:pt x="27116" y="21898"/>
                </a:lnTo>
                <a:lnTo>
                  <a:pt x="19475" y="21898"/>
                </a:lnTo>
                <a:lnTo>
                  <a:pt x="18124" y="0"/>
                </a:lnTo>
                <a:lnTo>
                  <a:pt x="28421" y="0"/>
                </a:lnTo>
                <a:close/>
                <a:moveTo>
                  <a:pt x="83807" y="64157"/>
                </a:moveTo>
                <a:cubicBezTo>
                  <a:pt x="81695" y="64964"/>
                  <a:pt x="79528" y="65562"/>
                  <a:pt x="77307" y="65950"/>
                </a:cubicBezTo>
                <a:cubicBezTo>
                  <a:pt x="75086" y="66339"/>
                  <a:pt x="72796" y="66533"/>
                  <a:pt x="70435" y="66533"/>
                </a:cubicBezTo>
                <a:cubicBezTo>
                  <a:pt x="63043" y="66533"/>
                  <a:pt x="57351" y="64529"/>
                  <a:pt x="53359" y="60522"/>
                </a:cubicBezTo>
                <a:cubicBezTo>
                  <a:pt x="49368" y="56516"/>
                  <a:pt x="47372" y="50661"/>
                  <a:pt x="47372" y="42957"/>
                </a:cubicBezTo>
                <a:cubicBezTo>
                  <a:pt x="47372" y="39261"/>
                  <a:pt x="47947" y="35907"/>
                  <a:pt x="49096" y="32894"/>
                </a:cubicBezTo>
                <a:cubicBezTo>
                  <a:pt x="50245" y="29881"/>
                  <a:pt x="51861" y="27303"/>
                  <a:pt x="53942" y="25159"/>
                </a:cubicBezTo>
                <a:cubicBezTo>
                  <a:pt x="56023" y="23016"/>
                  <a:pt x="58508" y="21362"/>
                  <a:pt x="61396" y="20197"/>
                </a:cubicBezTo>
                <a:cubicBezTo>
                  <a:pt x="64285" y="19033"/>
                  <a:pt x="67469" y="18450"/>
                  <a:pt x="70948" y="18450"/>
                </a:cubicBezTo>
                <a:cubicBezTo>
                  <a:pt x="73370" y="18450"/>
                  <a:pt x="75638" y="18625"/>
                  <a:pt x="77750" y="18974"/>
                </a:cubicBezTo>
                <a:cubicBezTo>
                  <a:pt x="79862" y="19323"/>
                  <a:pt x="81881" y="19894"/>
                  <a:pt x="83807" y="20687"/>
                </a:cubicBezTo>
                <a:lnTo>
                  <a:pt x="83807" y="28421"/>
                </a:lnTo>
                <a:cubicBezTo>
                  <a:pt x="81788" y="27348"/>
                  <a:pt x="79730" y="26568"/>
                  <a:pt x="77633" y="26080"/>
                </a:cubicBezTo>
                <a:cubicBezTo>
                  <a:pt x="75537" y="25590"/>
                  <a:pt x="73370" y="25346"/>
                  <a:pt x="71134" y="25346"/>
                </a:cubicBezTo>
                <a:cubicBezTo>
                  <a:pt x="69053" y="25346"/>
                  <a:pt x="67088" y="25742"/>
                  <a:pt x="65240" y="26534"/>
                </a:cubicBezTo>
                <a:cubicBezTo>
                  <a:pt x="63392" y="27326"/>
                  <a:pt x="61769" y="28467"/>
                  <a:pt x="60371" y="29958"/>
                </a:cubicBezTo>
                <a:cubicBezTo>
                  <a:pt x="58974" y="31449"/>
                  <a:pt x="57871" y="33266"/>
                  <a:pt x="57063" y="35410"/>
                </a:cubicBezTo>
                <a:cubicBezTo>
                  <a:pt x="56256" y="37553"/>
                  <a:pt x="55852" y="39976"/>
                  <a:pt x="55852" y="42678"/>
                </a:cubicBezTo>
                <a:cubicBezTo>
                  <a:pt x="55852" y="48331"/>
                  <a:pt x="57226" y="52563"/>
                  <a:pt x="59975" y="55374"/>
                </a:cubicBezTo>
                <a:cubicBezTo>
                  <a:pt x="62724" y="58185"/>
                  <a:pt x="66537" y="59591"/>
                  <a:pt x="71413" y="59591"/>
                </a:cubicBezTo>
                <a:cubicBezTo>
                  <a:pt x="73619" y="59591"/>
                  <a:pt x="75754" y="59342"/>
                  <a:pt x="77820" y="58845"/>
                </a:cubicBezTo>
                <a:cubicBezTo>
                  <a:pt x="79885" y="58348"/>
                  <a:pt x="81881" y="57603"/>
                  <a:pt x="83807" y="56609"/>
                </a:cubicBezTo>
                <a:lnTo>
                  <a:pt x="83807" y="64157"/>
                </a:lnTo>
                <a:close/>
                <a:moveTo>
                  <a:pt x="129375" y="65881"/>
                </a:moveTo>
                <a:lnTo>
                  <a:pt x="129189" y="59578"/>
                </a:lnTo>
                <a:cubicBezTo>
                  <a:pt x="126642" y="62098"/>
                  <a:pt x="124056" y="63919"/>
                  <a:pt x="121432" y="65039"/>
                </a:cubicBezTo>
                <a:cubicBezTo>
                  <a:pt x="118807" y="66159"/>
                  <a:pt x="116050" y="66719"/>
                  <a:pt x="113162" y="66719"/>
                </a:cubicBezTo>
                <a:cubicBezTo>
                  <a:pt x="110490" y="66719"/>
                  <a:pt x="108207" y="66377"/>
                  <a:pt x="106313" y="65693"/>
                </a:cubicBezTo>
                <a:cubicBezTo>
                  <a:pt x="104418" y="65008"/>
                  <a:pt x="102857" y="64067"/>
                  <a:pt x="101630" y="62870"/>
                </a:cubicBezTo>
                <a:cubicBezTo>
                  <a:pt x="100403" y="61672"/>
                  <a:pt x="99502" y="60264"/>
                  <a:pt x="98928" y="58646"/>
                </a:cubicBezTo>
                <a:cubicBezTo>
                  <a:pt x="98353" y="57028"/>
                  <a:pt x="98066" y="55270"/>
                  <a:pt x="98066" y="53372"/>
                </a:cubicBezTo>
                <a:cubicBezTo>
                  <a:pt x="98066" y="48674"/>
                  <a:pt x="99813" y="44995"/>
                  <a:pt x="103307" y="42336"/>
                </a:cubicBezTo>
                <a:cubicBezTo>
                  <a:pt x="106802" y="39675"/>
                  <a:pt x="111966" y="38345"/>
                  <a:pt x="118799" y="38345"/>
                </a:cubicBezTo>
                <a:lnTo>
                  <a:pt x="128490" y="38345"/>
                </a:lnTo>
                <a:lnTo>
                  <a:pt x="128490" y="34259"/>
                </a:lnTo>
                <a:cubicBezTo>
                  <a:pt x="128490" y="31505"/>
                  <a:pt x="127605" y="29299"/>
                  <a:pt x="125834" y="27643"/>
                </a:cubicBezTo>
                <a:cubicBezTo>
                  <a:pt x="124064" y="25987"/>
                  <a:pt x="121362" y="25159"/>
                  <a:pt x="117728" y="25159"/>
                </a:cubicBezTo>
                <a:cubicBezTo>
                  <a:pt x="115087" y="25159"/>
                  <a:pt x="112486" y="25459"/>
                  <a:pt x="109923" y="26058"/>
                </a:cubicBezTo>
                <a:cubicBezTo>
                  <a:pt x="107361" y="26656"/>
                  <a:pt x="104713" y="27506"/>
                  <a:pt x="101980" y="28607"/>
                </a:cubicBezTo>
                <a:lnTo>
                  <a:pt x="101980" y="21292"/>
                </a:lnTo>
                <a:cubicBezTo>
                  <a:pt x="103005" y="20914"/>
                  <a:pt x="104146" y="20543"/>
                  <a:pt x="105404" y="20180"/>
                </a:cubicBezTo>
                <a:cubicBezTo>
                  <a:pt x="106662" y="19817"/>
                  <a:pt x="107990" y="19494"/>
                  <a:pt x="109388" y="19210"/>
                </a:cubicBezTo>
                <a:cubicBezTo>
                  <a:pt x="110785" y="18926"/>
                  <a:pt x="112245" y="18697"/>
                  <a:pt x="113767" y="18525"/>
                </a:cubicBezTo>
                <a:cubicBezTo>
                  <a:pt x="115289" y="18351"/>
                  <a:pt x="116827" y="18264"/>
                  <a:pt x="118380" y="18264"/>
                </a:cubicBezTo>
                <a:cubicBezTo>
                  <a:pt x="121206" y="18264"/>
                  <a:pt x="123753" y="18575"/>
                  <a:pt x="126021" y="19196"/>
                </a:cubicBezTo>
                <a:cubicBezTo>
                  <a:pt x="128288" y="19817"/>
                  <a:pt x="130206" y="20764"/>
                  <a:pt x="131775" y="22038"/>
                </a:cubicBezTo>
                <a:cubicBezTo>
                  <a:pt x="133344" y="23311"/>
                  <a:pt x="134547" y="24911"/>
                  <a:pt x="135386" y="26837"/>
                </a:cubicBezTo>
                <a:cubicBezTo>
                  <a:pt x="136224" y="28763"/>
                  <a:pt x="136644" y="31030"/>
                  <a:pt x="136644" y="33639"/>
                </a:cubicBezTo>
                <a:lnTo>
                  <a:pt x="136644" y="65881"/>
                </a:lnTo>
                <a:lnTo>
                  <a:pt x="129375" y="65881"/>
                </a:lnTo>
                <a:moveTo>
                  <a:pt x="128490" y="44542"/>
                </a:moveTo>
                <a:lnTo>
                  <a:pt x="118193" y="44542"/>
                </a:lnTo>
                <a:cubicBezTo>
                  <a:pt x="116174" y="44542"/>
                  <a:pt x="114435" y="44744"/>
                  <a:pt x="112975" y="45150"/>
                </a:cubicBezTo>
                <a:cubicBezTo>
                  <a:pt x="111515" y="45555"/>
                  <a:pt x="110319" y="46131"/>
                  <a:pt x="109388" y="46878"/>
                </a:cubicBezTo>
                <a:cubicBezTo>
                  <a:pt x="108456" y="47626"/>
                  <a:pt x="107765" y="48522"/>
                  <a:pt x="107314" y="49566"/>
                </a:cubicBezTo>
                <a:cubicBezTo>
                  <a:pt x="106864" y="50610"/>
                  <a:pt x="106639" y="51786"/>
                  <a:pt x="106639" y="53094"/>
                </a:cubicBezTo>
                <a:cubicBezTo>
                  <a:pt x="106639" y="53998"/>
                  <a:pt x="106779" y="54863"/>
                  <a:pt x="107058" y="55689"/>
                </a:cubicBezTo>
                <a:cubicBezTo>
                  <a:pt x="107338" y="56514"/>
                  <a:pt x="107788" y="57246"/>
                  <a:pt x="108409" y="57884"/>
                </a:cubicBezTo>
                <a:cubicBezTo>
                  <a:pt x="109030" y="58523"/>
                  <a:pt x="109838" y="59029"/>
                  <a:pt x="110832" y="59403"/>
                </a:cubicBezTo>
                <a:cubicBezTo>
                  <a:pt x="111826" y="59777"/>
                  <a:pt x="113037" y="59963"/>
                  <a:pt x="114466" y="59963"/>
                </a:cubicBezTo>
                <a:cubicBezTo>
                  <a:pt x="116330" y="59963"/>
                  <a:pt x="118465" y="59395"/>
                  <a:pt x="120872" y="58258"/>
                </a:cubicBezTo>
                <a:cubicBezTo>
                  <a:pt x="123280" y="57121"/>
                  <a:pt x="125819" y="55321"/>
                  <a:pt x="128490" y="52860"/>
                </a:cubicBezTo>
                <a:lnTo>
                  <a:pt x="128490" y="44542"/>
                </a:lnTo>
                <a:close/>
                <a:moveTo>
                  <a:pt x="188222" y="53114"/>
                </a:moveTo>
                <a:cubicBezTo>
                  <a:pt x="188222" y="54761"/>
                  <a:pt x="187943" y="56236"/>
                  <a:pt x="187384" y="57541"/>
                </a:cubicBezTo>
                <a:cubicBezTo>
                  <a:pt x="186825" y="58845"/>
                  <a:pt x="186064" y="60002"/>
                  <a:pt x="185101" y="61012"/>
                </a:cubicBezTo>
                <a:cubicBezTo>
                  <a:pt x="184138" y="62021"/>
                  <a:pt x="183020" y="62883"/>
                  <a:pt x="181746" y="63598"/>
                </a:cubicBezTo>
                <a:cubicBezTo>
                  <a:pt x="180473" y="64312"/>
                  <a:pt x="179114" y="64902"/>
                  <a:pt x="177669" y="65368"/>
                </a:cubicBezTo>
                <a:cubicBezTo>
                  <a:pt x="176225" y="65834"/>
                  <a:pt x="174742" y="66176"/>
                  <a:pt x="173220" y="66393"/>
                </a:cubicBezTo>
                <a:cubicBezTo>
                  <a:pt x="171698" y="66610"/>
                  <a:pt x="170207" y="66719"/>
                  <a:pt x="168747" y="66719"/>
                </a:cubicBezTo>
                <a:cubicBezTo>
                  <a:pt x="165579" y="66719"/>
                  <a:pt x="162667" y="66579"/>
                  <a:pt x="160011" y="66300"/>
                </a:cubicBezTo>
                <a:cubicBezTo>
                  <a:pt x="157355" y="66020"/>
                  <a:pt x="154754" y="65570"/>
                  <a:pt x="152207" y="64949"/>
                </a:cubicBezTo>
                <a:lnTo>
                  <a:pt x="152207" y="57494"/>
                </a:lnTo>
                <a:cubicBezTo>
                  <a:pt x="154940" y="58271"/>
                  <a:pt x="157658" y="58861"/>
                  <a:pt x="160361" y="59265"/>
                </a:cubicBezTo>
                <a:cubicBezTo>
                  <a:pt x="163063" y="59668"/>
                  <a:pt x="165750" y="59870"/>
                  <a:pt x="168421" y="59870"/>
                </a:cubicBezTo>
                <a:cubicBezTo>
                  <a:pt x="172304" y="59870"/>
                  <a:pt x="175177" y="59342"/>
                  <a:pt x="177040" y="58286"/>
                </a:cubicBezTo>
                <a:cubicBezTo>
                  <a:pt x="178904" y="57230"/>
                  <a:pt x="179836" y="55724"/>
                  <a:pt x="179836" y="53767"/>
                </a:cubicBezTo>
                <a:cubicBezTo>
                  <a:pt x="179836" y="52928"/>
                  <a:pt x="179688" y="52175"/>
                  <a:pt x="179393" y="51507"/>
                </a:cubicBezTo>
                <a:cubicBezTo>
                  <a:pt x="179098" y="50839"/>
                  <a:pt x="178562" y="50202"/>
                  <a:pt x="177786" y="49597"/>
                </a:cubicBezTo>
                <a:cubicBezTo>
                  <a:pt x="177009" y="48991"/>
                  <a:pt x="175806" y="48362"/>
                  <a:pt x="174175" y="47710"/>
                </a:cubicBezTo>
                <a:cubicBezTo>
                  <a:pt x="172544" y="47058"/>
                  <a:pt x="170316" y="46312"/>
                  <a:pt x="167489" y="45473"/>
                </a:cubicBezTo>
                <a:cubicBezTo>
                  <a:pt x="165377" y="44852"/>
                  <a:pt x="163428" y="44146"/>
                  <a:pt x="161642" y="43353"/>
                </a:cubicBezTo>
                <a:cubicBezTo>
                  <a:pt x="159856" y="42561"/>
                  <a:pt x="158311" y="41622"/>
                  <a:pt x="157006" y="40535"/>
                </a:cubicBezTo>
                <a:cubicBezTo>
                  <a:pt x="155701" y="39448"/>
                  <a:pt x="154676" y="38174"/>
                  <a:pt x="153931" y="36714"/>
                </a:cubicBezTo>
                <a:cubicBezTo>
                  <a:pt x="153185" y="35254"/>
                  <a:pt x="152813" y="33530"/>
                  <a:pt x="152813" y="31543"/>
                </a:cubicBezTo>
                <a:cubicBezTo>
                  <a:pt x="152813" y="30238"/>
                  <a:pt x="153116" y="28809"/>
                  <a:pt x="153721" y="27256"/>
                </a:cubicBezTo>
                <a:cubicBezTo>
                  <a:pt x="154327" y="25703"/>
                  <a:pt x="155360" y="24259"/>
                  <a:pt x="156820" y="22923"/>
                </a:cubicBezTo>
                <a:cubicBezTo>
                  <a:pt x="158280" y="21587"/>
                  <a:pt x="160252" y="20477"/>
                  <a:pt x="162737" y="19592"/>
                </a:cubicBezTo>
                <a:cubicBezTo>
                  <a:pt x="165222" y="18707"/>
                  <a:pt x="168328" y="18264"/>
                  <a:pt x="172055" y="18264"/>
                </a:cubicBezTo>
                <a:cubicBezTo>
                  <a:pt x="173888" y="18264"/>
                  <a:pt x="175922" y="18365"/>
                  <a:pt x="178159" y="18567"/>
                </a:cubicBezTo>
                <a:cubicBezTo>
                  <a:pt x="180395" y="18769"/>
                  <a:pt x="182725" y="19118"/>
                  <a:pt x="185147" y="19615"/>
                </a:cubicBezTo>
                <a:lnTo>
                  <a:pt x="185147" y="26837"/>
                </a:lnTo>
                <a:cubicBezTo>
                  <a:pt x="182600" y="26216"/>
                  <a:pt x="180185" y="25757"/>
                  <a:pt x="177902" y="25462"/>
                </a:cubicBezTo>
                <a:cubicBezTo>
                  <a:pt x="175619" y="25167"/>
                  <a:pt x="173639" y="25020"/>
                  <a:pt x="171962" y="25020"/>
                </a:cubicBezTo>
                <a:cubicBezTo>
                  <a:pt x="169943" y="25020"/>
                  <a:pt x="168242" y="25175"/>
                  <a:pt x="166860" y="25486"/>
                </a:cubicBezTo>
                <a:cubicBezTo>
                  <a:pt x="165478" y="25796"/>
                  <a:pt x="164360" y="26223"/>
                  <a:pt x="163506" y="26767"/>
                </a:cubicBezTo>
                <a:cubicBezTo>
                  <a:pt x="162651" y="27310"/>
                  <a:pt x="162038" y="27947"/>
                  <a:pt x="161665" y="28677"/>
                </a:cubicBezTo>
                <a:cubicBezTo>
                  <a:pt x="161292" y="29407"/>
                  <a:pt x="161106" y="30191"/>
                  <a:pt x="161106" y="31030"/>
                </a:cubicBezTo>
                <a:cubicBezTo>
                  <a:pt x="161106" y="31869"/>
                  <a:pt x="161269" y="32630"/>
                  <a:pt x="161595" y="33313"/>
                </a:cubicBezTo>
                <a:cubicBezTo>
                  <a:pt x="161921" y="33996"/>
                  <a:pt x="162527" y="34656"/>
                  <a:pt x="163412" y="35293"/>
                </a:cubicBezTo>
                <a:cubicBezTo>
                  <a:pt x="164298" y="35930"/>
                  <a:pt x="165532" y="36567"/>
                  <a:pt x="167116" y="37203"/>
                </a:cubicBezTo>
                <a:cubicBezTo>
                  <a:pt x="168701" y="37840"/>
                  <a:pt x="170766" y="38531"/>
                  <a:pt x="173313" y="39277"/>
                </a:cubicBezTo>
                <a:cubicBezTo>
                  <a:pt x="176078" y="40084"/>
                  <a:pt x="178407" y="40931"/>
                  <a:pt x="180302" y="41816"/>
                </a:cubicBezTo>
                <a:cubicBezTo>
                  <a:pt x="182197" y="42701"/>
                  <a:pt x="183734" y="43687"/>
                  <a:pt x="184914" y="44775"/>
                </a:cubicBezTo>
                <a:cubicBezTo>
                  <a:pt x="186095" y="45862"/>
                  <a:pt x="186941" y="47089"/>
                  <a:pt x="187454" y="48455"/>
                </a:cubicBezTo>
                <a:cubicBezTo>
                  <a:pt x="187966" y="49822"/>
                  <a:pt x="188222" y="51375"/>
                  <a:pt x="188222" y="53114"/>
                </a:cubicBezTo>
                <a:close/>
                <a:moveTo>
                  <a:pt x="239382" y="64157"/>
                </a:moveTo>
                <a:cubicBezTo>
                  <a:pt x="237270" y="64964"/>
                  <a:pt x="235103" y="65562"/>
                  <a:pt x="232882" y="65950"/>
                </a:cubicBezTo>
                <a:cubicBezTo>
                  <a:pt x="230662" y="66339"/>
                  <a:pt x="228371" y="66533"/>
                  <a:pt x="226010" y="66533"/>
                </a:cubicBezTo>
                <a:cubicBezTo>
                  <a:pt x="218618" y="66533"/>
                  <a:pt x="212926" y="64529"/>
                  <a:pt x="208934" y="60522"/>
                </a:cubicBezTo>
                <a:cubicBezTo>
                  <a:pt x="204943" y="56516"/>
                  <a:pt x="202947" y="50661"/>
                  <a:pt x="202947" y="42957"/>
                </a:cubicBezTo>
                <a:cubicBezTo>
                  <a:pt x="202947" y="39261"/>
                  <a:pt x="203522" y="35907"/>
                  <a:pt x="204671" y="32894"/>
                </a:cubicBezTo>
                <a:cubicBezTo>
                  <a:pt x="205821" y="29881"/>
                  <a:pt x="207436" y="27303"/>
                  <a:pt x="209517" y="25159"/>
                </a:cubicBezTo>
                <a:cubicBezTo>
                  <a:pt x="211598" y="23016"/>
                  <a:pt x="214083" y="21362"/>
                  <a:pt x="216971" y="20197"/>
                </a:cubicBezTo>
                <a:cubicBezTo>
                  <a:pt x="219860" y="19033"/>
                  <a:pt x="223044" y="18450"/>
                  <a:pt x="226523" y="18450"/>
                </a:cubicBezTo>
                <a:cubicBezTo>
                  <a:pt x="228945" y="18450"/>
                  <a:pt x="231213" y="18625"/>
                  <a:pt x="233325" y="18974"/>
                </a:cubicBezTo>
                <a:cubicBezTo>
                  <a:pt x="235437" y="19323"/>
                  <a:pt x="237456" y="19894"/>
                  <a:pt x="239382" y="20687"/>
                </a:cubicBezTo>
                <a:lnTo>
                  <a:pt x="239382" y="28421"/>
                </a:lnTo>
                <a:cubicBezTo>
                  <a:pt x="237363" y="27348"/>
                  <a:pt x="235305" y="26568"/>
                  <a:pt x="233209" y="26080"/>
                </a:cubicBezTo>
                <a:cubicBezTo>
                  <a:pt x="231112" y="25590"/>
                  <a:pt x="228945" y="25346"/>
                  <a:pt x="226709" y="25346"/>
                </a:cubicBezTo>
                <a:cubicBezTo>
                  <a:pt x="224628" y="25346"/>
                  <a:pt x="222663" y="25742"/>
                  <a:pt x="220815" y="26534"/>
                </a:cubicBezTo>
                <a:cubicBezTo>
                  <a:pt x="218967" y="27326"/>
                  <a:pt x="217344" y="28467"/>
                  <a:pt x="215946" y="29958"/>
                </a:cubicBezTo>
                <a:cubicBezTo>
                  <a:pt x="214549" y="31449"/>
                  <a:pt x="213446" y="33266"/>
                  <a:pt x="212638" y="35410"/>
                </a:cubicBezTo>
                <a:cubicBezTo>
                  <a:pt x="211831" y="37553"/>
                  <a:pt x="211427" y="39976"/>
                  <a:pt x="211427" y="42678"/>
                </a:cubicBezTo>
                <a:cubicBezTo>
                  <a:pt x="211427" y="48331"/>
                  <a:pt x="212801" y="52563"/>
                  <a:pt x="215550" y="55374"/>
                </a:cubicBezTo>
                <a:cubicBezTo>
                  <a:pt x="218299" y="58185"/>
                  <a:pt x="222112" y="59591"/>
                  <a:pt x="226989" y="59591"/>
                </a:cubicBezTo>
                <a:cubicBezTo>
                  <a:pt x="229194" y="59591"/>
                  <a:pt x="231329" y="59342"/>
                  <a:pt x="233395" y="58845"/>
                </a:cubicBezTo>
                <a:cubicBezTo>
                  <a:pt x="235461" y="58348"/>
                  <a:pt x="237456" y="57603"/>
                  <a:pt x="239382" y="56609"/>
                </a:cubicBezTo>
                <a:lnTo>
                  <a:pt x="239382" y="64157"/>
                </a:lnTo>
                <a:close/>
                <a:moveTo>
                  <a:pt x="284951" y="65881"/>
                </a:moveTo>
                <a:lnTo>
                  <a:pt x="284764" y="59578"/>
                </a:lnTo>
                <a:cubicBezTo>
                  <a:pt x="282217" y="62098"/>
                  <a:pt x="279631" y="63919"/>
                  <a:pt x="277007" y="65039"/>
                </a:cubicBezTo>
                <a:cubicBezTo>
                  <a:pt x="274382" y="66159"/>
                  <a:pt x="271625" y="66719"/>
                  <a:pt x="268737" y="66719"/>
                </a:cubicBezTo>
                <a:cubicBezTo>
                  <a:pt x="266065" y="66719"/>
                  <a:pt x="263782" y="66377"/>
                  <a:pt x="261888" y="65693"/>
                </a:cubicBezTo>
                <a:cubicBezTo>
                  <a:pt x="259993" y="65008"/>
                  <a:pt x="258432" y="64067"/>
                  <a:pt x="257205" y="62870"/>
                </a:cubicBezTo>
                <a:cubicBezTo>
                  <a:pt x="255978" y="61672"/>
                  <a:pt x="255078" y="60264"/>
                  <a:pt x="254503" y="58646"/>
                </a:cubicBezTo>
                <a:cubicBezTo>
                  <a:pt x="253928" y="57028"/>
                  <a:pt x="253641" y="55270"/>
                  <a:pt x="253641" y="53372"/>
                </a:cubicBezTo>
                <a:cubicBezTo>
                  <a:pt x="253641" y="48674"/>
                  <a:pt x="255388" y="44995"/>
                  <a:pt x="258883" y="42336"/>
                </a:cubicBezTo>
                <a:cubicBezTo>
                  <a:pt x="262377" y="39675"/>
                  <a:pt x="267541" y="38345"/>
                  <a:pt x="274374" y="38345"/>
                </a:cubicBezTo>
                <a:lnTo>
                  <a:pt x="284065" y="38345"/>
                </a:lnTo>
                <a:lnTo>
                  <a:pt x="284065" y="34259"/>
                </a:lnTo>
                <a:cubicBezTo>
                  <a:pt x="284065" y="31505"/>
                  <a:pt x="283180" y="29299"/>
                  <a:pt x="281410" y="27643"/>
                </a:cubicBezTo>
                <a:cubicBezTo>
                  <a:pt x="279639" y="25987"/>
                  <a:pt x="276937" y="25159"/>
                  <a:pt x="273303" y="25159"/>
                </a:cubicBezTo>
                <a:cubicBezTo>
                  <a:pt x="270663" y="25159"/>
                  <a:pt x="268061" y="25459"/>
                  <a:pt x="265499" y="26058"/>
                </a:cubicBezTo>
                <a:cubicBezTo>
                  <a:pt x="262936" y="26656"/>
                  <a:pt x="260288" y="27506"/>
                  <a:pt x="257555" y="28607"/>
                </a:cubicBezTo>
                <a:lnTo>
                  <a:pt x="257555" y="21292"/>
                </a:lnTo>
                <a:cubicBezTo>
                  <a:pt x="258580" y="20914"/>
                  <a:pt x="259721" y="20543"/>
                  <a:pt x="260979" y="20180"/>
                </a:cubicBezTo>
                <a:cubicBezTo>
                  <a:pt x="262237" y="19817"/>
                  <a:pt x="263565" y="19494"/>
                  <a:pt x="264963" y="19210"/>
                </a:cubicBezTo>
                <a:cubicBezTo>
                  <a:pt x="266361" y="18926"/>
                  <a:pt x="267820" y="18697"/>
                  <a:pt x="269342" y="18525"/>
                </a:cubicBezTo>
                <a:cubicBezTo>
                  <a:pt x="270864" y="18351"/>
                  <a:pt x="272402" y="18264"/>
                  <a:pt x="273955" y="18264"/>
                </a:cubicBezTo>
                <a:cubicBezTo>
                  <a:pt x="276782" y="18264"/>
                  <a:pt x="279329" y="18575"/>
                  <a:pt x="281596" y="19196"/>
                </a:cubicBezTo>
                <a:cubicBezTo>
                  <a:pt x="283863" y="19817"/>
                  <a:pt x="285781" y="20764"/>
                  <a:pt x="287350" y="22038"/>
                </a:cubicBezTo>
                <a:cubicBezTo>
                  <a:pt x="288919" y="23311"/>
                  <a:pt x="290122" y="24911"/>
                  <a:pt x="290961" y="26837"/>
                </a:cubicBezTo>
                <a:cubicBezTo>
                  <a:pt x="291800" y="28763"/>
                  <a:pt x="292219" y="31030"/>
                  <a:pt x="292219" y="33639"/>
                </a:cubicBezTo>
                <a:lnTo>
                  <a:pt x="292219" y="65881"/>
                </a:lnTo>
                <a:lnTo>
                  <a:pt x="284951" y="65881"/>
                </a:lnTo>
                <a:moveTo>
                  <a:pt x="284065" y="44542"/>
                </a:moveTo>
                <a:lnTo>
                  <a:pt x="273769" y="44542"/>
                </a:lnTo>
                <a:cubicBezTo>
                  <a:pt x="271750" y="44542"/>
                  <a:pt x="270010" y="44744"/>
                  <a:pt x="268550" y="45150"/>
                </a:cubicBezTo>
                <a:cubicBezTo>
                  <a:pt x="267090" y="45555"/>
                  <a:pt x="265895" y="46131"/>
                  <a:pt x="264963" y="46878"/>
                </a:cubicBezTo>
                <a:cubicBezTo>
                  <a:pt x="264031" y="47626"/>
                  <a:pt x="263340" y="48522"/>
                  <a:pt x="262889" y="49566"/>
                </a:cubicBezTo>
                <a:cubicBezTo>
                  <a:pt x="262439" y="50610"/>
                  <a:pt x="262214" y="51786"/>
                  <a:pt x="262214" y="53094"/>
                </a:cubicBezTo>
                <a:cubicBezTo>
                  <a:pt x="262214" y="53998"/>
                  <a:pt x="262354" y="54863"/>
                  <a:pt x="262633" y="55689"/>
                </a:cubicBezTo>
                <a:cubicBezTo>
                  <a:pt x="262913" y="56514"/>
                  <a:pt x="263363" y="57246"/>
                  <a:pt x="263984" y="57884"/>
                </a:cubicBezTo>
                <a:cubicBezTo>
                  <a:pt x="264606" y="58523"/>
                  <a:pt x="265413" y="59029"/>
                  <a:pt x="266407" y="59403"/>
                </a:cubicBezTo>
                <a:cubicBezTo>
                  <a:pt x="267401" y="59777"/>
                  <a:pt x="268612" y="59963"/>
                  <a:pt x="270041" y="59963"/>
                </a:cubicBezTo>
                <a:cubicBezTo>
                  <a:pt x="271905" y="59963"/>
                  <a:pt x="274040" y="59395"/>
                  <a:pt x="276448" y="58258"/>
                </a:cubicBezTo>
                <a:cubicBezTo>
                  <a:pt x="278855" y="57121"/>
                  <a:pt x="281394" y="55321"/>
                  <a:pt x="284065" y="52860"/>
                </a:cubicBezTo>
                <a:lnTo>
                  <a:pt x="284065" y="44542"/>
                </a:lnTo>
                <a:close/>
                <a:moveTo>
                  <a:pt x="304381" y="43470"/>
                </a:moveTo>
                <a:cubicBezTo>
                  <a:pt x="304381" y="39494"/>
                  <a:pt x="304925" y="35961"/>
                  <a:pt x="306012" y="32870"/>
                </a:cubicBezTo>
                <a:cubicBezTo>
                  <a:pt x="307099" y="29780"/>
                  <a:pt x="308644" y="27171"/>
                  <a:pt x="310648" y="25043"/>
                </a:cubicBezTo>
                <a:cubicBezTo>
                  <a:pt x="312651" y="22915"/>
                  <a:pt x="315059" y="21300"/>
                  <a:pt x="317870" y="20197"/>
                </a:cubicBezTo>
                <a:cubicBezTo>
                  <a:pt x="320681" y="19095"/>
                  <a:pt x="323810" y="18543"/>
                  <a:pt x="327258" y="18543"/>
                </a:cubicBezTo>
                <a:cubicBezTo>
                  <a:pt x="328749" y="18543"/>
                  <a:pt x="330216" y="18637"/>
                  <a:pt x="331661" y="18823"/>
                </a:cubicBezTo>
                <a:cubicBezTo>
                  <a:pt x="333105" y="19009"/>
                  <a:pt x="334526" y="19304"/>
                  <a:pt x="335924" y="19708"/>
                </a:cubicBezTo>
                <a:lnTo>
                  <a:pt x="335924" y="0"/>
                </a:lnTo>
                <a:lnTo>
                  <a:pt x="344077" y="0"/>
                </a:lnTo>
                <a:lnTo>
                  <a:pt x="344077" y="65881"/>
                </a:lnTo>
                <a:lnTo>
                  <a:pt x="336809" y="65881"/>
                </a:lnTo>
                <a:lnTo>
                  <a:pt x="336530" y="57028"/>
                </a:lnTo>
                <a:cubicBezTo>
                  <a:pt x="334262" y="60321"/>
                  <a:pt x="331808" y="62759"/>
                  <a:pt x="329168" y="64343"/>
                </a:cubicBezTo>
                <a:cubicBezTo>
                  <a:pt x="326528" y="65927"/>
                  <a:pt x="323670" y="66719"/>
                  <a:pt x="320595" y="66719"/>
                </a:cubicBezTo>
                <a:cubicBezTo>
                  <a:pt x="317924" y="66719"/>
                  <a:pt x="315571" y="66160"/>
                  <a:pt x="313537" y="65042"/>
                </a:cubicBezTo>
                <a:cubicBezTo>
                  <a:pt x="311502" y="63924"/>
                  <a:pt x="309809" y="62347"/>
                  <a:pt x="308458" y="60313"/>
                </a:cubicBezTo>
                <a:cubicBezTo>
                  <a:pt x="307107" y="58278"/>
                  <a:pt x="306090" y="55832"/>
                  <a:pt x="305406" y="52975"/>
                </a:cubicBezTo>
                <a:cubicBezTo>
                  <a:pt x="304723" y="50117"/>
                  <a:pt x="304381" y="46949"/>
                  <a:pt x="304381" y="43470"/>
                </a:cubicBezTo>
                <a:moveTo>
                  <a:pt x="312675" y="42957"/>
                </a:moveTo>
                <a:cubicBezTo>
                  <a:pt x="312675" y="48611"/>
                  <a:pt x="313506" y="52827"/>
                  <a:pt x="315167" y="55607"/>
                </a:cubicBezTo>
                <a:cubicBezTo>
                  <a:pt x="316829" y="58387"/>
                  <a:pt x="319182" y="59777"/>
                  <a:pt x="322226" y="59777"/>
                </a:cubicBezTo>
                <a:cubicBezTo>
                  <a:pt x="324276" y="59777"/>
                  <a:pt x="326442" y="58861"/>
                  <a:pt x="328725" y="57028"/>
                </a:cubicBezTo>
                <a:cubicBezTo>
                  <a:pt x="331008" y="55196"/>
                  <a:pt x="333408" y="52478"/>
                  <a:pt x="335924" y="48875"/>
                </a:cubicBezTo>
                <a:lnTo>
                  <a:pt x="335924" y="27163"/>
                </a:lnTo>
                <a:cubicBezTo>
                  <a:pt x="334588" y="26542"/>
                  <a:pt x="333113" y="26068"/>
                  <a:pt x="331498" y="25742"/>
                </a:cubicBezTo>
                <a:cubicBezTo>
                  <a:pt x="329882" y="25416"/>
                  <a:pt x="328283" y="25253"/>
                  <a:pt x="326699" y="25253"/>
                </a:cubicBezTo>
                <a:cubicBezTo>
                  <a:pt x="322288" y="25253"/>
                  <a:pt x="318848" y="26681"/>
                  <a:pt x="316379" y="29539"/>
                </a:cubicBezTo>
                <a:cubicBezTo>
                  <a:pt x="313909" y="32397"/>
                  <a:pt x="312675" y="36869"/>
                  <a:pt x="312675" y="42957"/>
                </a:cubicBezTo>
                <a:close/>
                <a:moveTo>
                  <a:pt x="398126" y="40022"/>
                </a:moveTo>
                <a:cubicBezTo>
                  <a:pt x="398126" y="41171"/>
                  <a:pt x="398110" y="42134"/>
                  <a:pt x="398079" y="42911"/>
                </a:cubicBezTo>
                <a:cubicBezTo>
                  <a:pt x="398048" y="43687"/>
                  <a:pt x="398001" y="44417"/>
                  <a:pt x="397939" y="45101"/>
                </a:cubicBezTo>
                <a:lnTo>
                  <a:pt x="365092" y="45101"/>
                </a:lnTo>
                <a:cubicBezTo>
                  <a:pt x="365092" y="49884"/>
                  <a:pt x="366428" y="53557"/>
                  <a:pt x="369099" y="56120"/>
                </a:cubicBezTo>
                <a:cubicBezTo>
                  <a:pt x="371770" y="58682"/>
                  <a:pt x="375622" y="59963"/>
                  <a:pt x="380654" y="59963"/>
                </a:cubicBezTo>
                <a:cubicBezTo>
                  <a:pt x="382021" y="59963"/>
                  <a:pt x="383387" y="59908"/>
                  <a:pt x="384754" y="59797"/>
                </a:cubicBezTo>
                <a:cubicBezTo>
                  <a:pt x="386121" y="59686"/>
                  <a:pt x="387441" y="59535"/>
                  <a:pt x="388714" y="59345"/>
                </a:cubicBezTo>
                <a:cubicBezTo>
                  <a:pt x="389988" y="59153"/>
                  <a:pt x="391207" y="58939"/>
                  <a:pt x="392372" y="58701"/>
                </a:cubicBezTo>
                <a:cubicBezTo>
                  <a:pt x="393536" y="58462"/>
                  <a:pt x="394616" y="58200"/>
                  <a:pt x="395610" y="57913"/>
                </a:cubicBezTo>
                <a:lnTo>
                  <a:pt x="395610" y="64576"/>
                </a:lnTo>
                <a:cubicBezTo>
                  <a:pt x="393404" y="65211"/>
                  <a:pt x="390912" y="65727"/>
                  <a:pt x="388132" y="66124"/>
                </a:cubicBezTo>
                <a:cubicBezTo>
                  <a:pt x="385352" y="66521"/>
                  <a:pt x="382471" y="66719"/>
                  <a:pt x="379489" y="66719"/>
                </a:cubicBezTo>
                <a:cubicBezTo>
                  <a:pt x="375482" y="66719"/>
                  <a:pt x="372034" y="66176"/>
                  <a:pt x="369146" y="65088"/>
                </a:cubicBezTo>
                <a:cubicBezTo>
                  <a:pt x="366257" y="64001"/>
                  <a:pt x="363889" y="62425"/>
                  <a:pt x="362040" y="60359"/>
                </a:cubicBezTo>
                <a:cubicBezTo>
                  <a:pt x="360192" y="58294"/>
                  <a:pt x="358826" y="55762"/>
                  <a:pt x="357940" y="52765"/>
                </a:cubicBezTo>
                <a:cubicBezTo>
                  <a:pt x="357055" y="49768"/>
                  <a:pt x="356613" y="46374"/>
                  <a:pt x="356613" y="42585"/>
                </a:cubicBezTo>
                <a:cubicBezTo>
                  <a:pt x="356613" y="39292"/>
                  <a:pt x="357086" y="36178"/>
                  <a:pt x="358034" y="33243"/>
                </a:cubicBezTo>
                <a:cubicBezTo>
                  <a:pt x="358981" y="30308"/>
                  <a:pt x="360363" y="27730"/>
                  <a:pt x="362180" y="25509"/>
                </a:cubicBezTo>
                <a:cubicBezTo>
                  <a:pt x="363997" y="23288"/>
                  <a:pt x="366226" y="21525"/>
                  <a:pt x="368866" y="20221"/>
                </a:cubicBezTo>
                <a:cubicBezTo>
                  <a:pt x="371506" y="18916"/>
                  <a:pt x="374504" y="18264"/>
                  <a:pt x="377858" y="18264"/>
                </a:cubicBezTo>
                <a:cubicBezTo>
                  <a:pt x="381120" y="18264"/>
                  <a:pt x="384008" y="18776"/>
                  <a:pt x="386524" y="19801"/>
                </a:cubicBezTo>
                <a:cubicBezTo>
                  <a:pt x="389040" y="20826"/>
                  <a:pt x="391160" y="22279"/>
                  <a:pt x="392884" y="24158"/>
                </a:cubicBezTo>
                <a:cubicBezTo>
                  <a:pt x="394608" y="26037"/>
                  <a:pt x="395913" y="28320"/>
                  <a:pt x="396798" y="31007"/>
                </a:cubicBezTo>
                <a:cubicBezTo>
                  <a:pt x="397683" y="33693"/>
                  <a:pt x="398126" y="36699"/>
                  <a:pt x="398126" y="40022"/>
                </a:cubicBezTo>
                <a:moveTo>
                  <a:pt x="389693" y="38857"/>
                </a:moveTo>
                <a:cubicBezTo>
                  <a:pt x="389786" y="36776"/>
                  <a:pt x="389584" y="34874"/>
                  <a:pt x="389087" y="33150"/>
                </a:cubicBezTo>
                <a:cubicBezTo>
                  <a:pt x="388590" y="31426"/>
                  <a:pt x="387821" y="29943"/>
                  <a:pt x="386781" y="28700"/>
                </a:cubicBezTo>
                <a:cubicBezTo>
                  <a:pt x="385740" y="27458"/>
                  <a:pt x="384443" y="26487"/>
                  <a:pt x="382890" y="25788"/>
                </a:cubicBezTo>
                <a:cubicBezTo>
                  <a:pt x="381337" y="25090"/>
                  <a:pt x="379536" y="24740"/>
                  <a:pt x="377486" y="24740"/>
                </a:cubicBezTo>
                <a:cubicBezTo>
                  <a:pt x="375715" y="24740"/>
                  <a:pt x="374100" y="25082"/>
                  <a:pt x="372640" y="25765"/>
                </a:cubicBezTo>
                <a:cubicBezTo>
                  <a:pt x="371180" y="26449"/>
                  <a:pt x="369922" y="27411"/>
                  <a:pt x="368866" y="28654"/>
                </a:cubicBezTo>
                <a:cubicBezTo>
                  <a:pt x="367810" y="29896"/>
                  <a:pt x="366956" y="31387"/>
                  <a:pt x="366304" y="33127"/>
                </a:cubicBezTo>
                <a:cubicBezTo>
                  <a:pt x="365651" y="34866"/>
                  <a:pt x="365248" y="36776"/>
                  <a:pt x="365092" y="38857"/>
                </a:cubicBezTo>
                <a:lnTo>
                  <a:pt x="389693" y="38857"/>
                </a:lnTo>
                <a:close/>
                <a:moveTo>
                  <a:pt x="412385" y="19103"/>
                </a:moveTo>
                <a:lnTo>
                  <a:pt x="419793" y="19103"/>
                </a:lnTo>
                <a:lnTo>
                  <a:pt x="420026" y="27700"/>
                </a:lnTo>
                <a:cubicBezTo>
                  <a:pt x="422790" y="24384"/>
                  <a:pt x="425516" y="21983"/>
                  <a:pt x="428203" y="20496"/>
                </a:cubicBezTo>
                <a:cubicBezTo>
                  <a:pt x="430889" y="19008"/>
                  <a:pt x="433599" y="18264"/>
                  <a:pt x="436333" y="18264"/>
                </a:cubicBezTo>
                <a:cubicBezTo>
                  <a:pt x="441178" y="18264"/>
                  <a:pt x="444851" y="19829"/>
                  <a:pt x="447352" y="22958"/>
                </a:cubicBezTo>
                <a:cubicBezTo>
                  <a:pt x="449852" y="26087"/>
                  <a:pt x="451009" y="30735"/>
                  <a:pt x="450823" y="36901"/>
                </a:cubicBezTo>
                <a:lnTo>
                  <a:pt x="442623" y="36901"/>
                </a:lnTo>
                <a:cubicBezTo>
                  <a:pt x="442716" y="32817"/>
                  <a:pt x="442118" y="29855"/>
                  <a:pt x="440829" y="28015"/>
                </a:cubicBezTo>
                <a:cubicBezTo>
                  <a:pt x="439540" y="26173"/>
                  <a:pt x="437653" y="25253"/>
                  <a:pt x="435168" y="25253"/>
                </a:cubicBezTo>
                <a:cubicBezTo>
                  <a:pt x="434081" y="25253"/>
                  <a:pt x="432986" y="25446"/>
                  <a:pt x="431883" y="25834"/>
                </a:cubicBezTo>
                <a:cubicBezTo>
                  <a:pt x="430781" y="26220"/>
                  <a:pt x="429647" y="26838"/>
                  <a:pt x="428482" y="27689"/>
                </a:cubicBezTo>
                <a:cubicBezTo>
                  <a:pt x="427317" y="28539"/>
                  <a:pt x="426083" y="29629"/>
                  <a:pt x="424778" y="30960"/>
                </a:cubicBezTo>
                <a:cubicBezTo>
                  <a:pt x="423474" y="32290"/>
                  <a:pt x="422076" y="33898"/>
                  <a:pt x="420585" y="35785"/>
                </a:cubicBezTo>
                <a:lnTo>
                  <a:pt x="420585" y="65881"/>
                </a:lnTo>
                <a:lnTo>
                  <a:pt x="412385" y="65881"/>
                </a:lnTo>
                <a:lnTo>
                  <a:pt x="412385" y="19103"/>
                </a:lnTo>
                <a:close/>
                <a:moveTo>
                  <a:pt x="495040" y="44262"/>
                </a:moveTo>
                <a:lnTo>
                  <a:pt x="467178" y="44262"/>
                </a:lnTo>
                <a:lnTo>
                  <a:pt x="467178" y="36621"/>
                </a:lnTo>
                <a:lnTo>
                  <a:pt x="495040" y="36621"/>
                </a:lnTo>
                <a:lnTo>
                  <a:pt x="495040" y="44262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select/demo/basic.md&quot;">
            <a:extLst xmlns:a="http://schemas.openxmlformats.org/drawingml/2006/main">
              <a:ext uri="{FF2B5EF4-FFF2-40B4-BE49-F238E27FC236}">
                <a16:creationId xmlns:a16="http://schemas.microsoft.com/office/drawing/2014/main" id="{73DAE0E7-8E59-4A88-BBC2-A1447B17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15" y="3975325"/>
            <a:ext cx="1069131" cy="76503"/>
          </a:xfrm>
          <a:custGeom xmlns:a="http://schemas.openxmlformats.org/drawingml/2006/main">
            <a:pathLst>
              <a:path w="1069131" h="76503">
                <a:moveTo>
                  <a:pt x="36015" y="53674"/>
                </a:moveTo>
                <a:cubicBezTo>
                  <a:pt x="36015" y="55320"/>
                  <a:pt x="35736" y="56795"/>
                  <a:pt x="35177" y="58100"/>
                </a:cubicBezTo>
                <a:cubicBezTo>
                  <a:pt x="34618" y="59404"/>
                  <a:pt x="33857" y="60561"/>
                  <a:pt x="32894" y="61571"/>
                </a:cubicBezTo>
                <a:cubicBezTo>
                  <a:pt x="31931" y="62580"/>
                  <a:pt x="30813" y="63442"/>
                  <a:pt x="29539" y="64157"/>
                </a:cubicBezTo>
                <a:cubicBezTo>
                  <a:pt x="28266" y="64871"/>
                  <a:pt x="26907" y="65461"/>
                  <a:pt x="25462" y="65927"/>
                </a:cubicBezTo>
                <a:cubicBezTo>
                  <a:pt x="24018" y="66393"/>
                  <a:pt x="22535" y="66735"/>
                  <a:pt x="21013" y="66952"/>
                </a:cubicBezTo>
                <a:cubicBezTo>
                  <a:pt x="19491" y="67170"/>
                  <a:pt x="18000" y="67278"/>
                  <a:pt x="16540" y="67278"/>
                </a:cubicBezTo>
                <a:cubicBezTo>
                  <a:pt x="13372" y="67278"/>
                  <a:pt x="10460" y="67139"/>
                  <a:pt x="7804" y="66859"/>
                </a:cubicBezTo>
                <a:cubicBezTo>
                  <a:pt x="5148" y="66579"/>
                  <a:pt x="2547" y="66129"/>
                  <a:pt x="0" y="65508"/>
                </a:cubicBezTo>
                <a:lnTo>
                  <a:pt x="0" y="58053"/>
                </a:lnTo>
                <a:cubicBezTo>
                  <a:pt x="2733" y="58830"/>
                  <a:pt x="5451" y="59420"/>
                  <a:pt x="8154" y="59824"/>
                </a:cubicBezTo>
                <a:cubicBezTo>
                  <a:pt x="10856" y="60227"/>
                  <a:pt x="13543" y="60429"/>
                  <a:pt x="16214" y="60429"/>
                </a:cubicBezTo>
                <a:cubicBezTo>
                  <a:pt x="20097" y="60429"/>
                  <a:pt x="22970" y="59901"/>
                  <a:pt x="24833" y="58845"/>
                </a:cubicBezTo>
                <a:cubicBezTo>
                  <a:pt x="26697" y="57789"/>
                  <a:pt x="27629" y="56283"/>
                  <a:pt x="27629" y="54326"/>
                </a:cubicBezTo>
                <a:cubicBezTo>
                  <a:pt x="27629" y="53487"/>
                  <a:pt x="27481" y="52734"/>
                  <a:pt x="27186" y="52066"/>
                </a:cubicBezTo>
                <a:cubicBezTo>
                  <a:pt x="26891" y="51398"/>
                  <a:pt x="26355" y="50762"/>
                  <a:pt x="25579" y="50156"/>
                </a:cubicBezTo>
                <a:cubicBezTo>
                  <a:pt x="24802" y="49550"/>
                  <a:pt x="23599" y="48921"/>
                  <a:pt x="21968" y="48269"/>
                </a:cubicBezTo>
                <a:cubicBezTo>
                  <a:pt x="20337" y="47617"/>
                  <a:pt x="18109" y="46871"/>
                  <a:pt x="15282" y="46033"/>
                </a:cubicBezTo>
                <a:cubicBezTo>
                  <a:pt x="13170" y="45411"/>
                  <a:pt x="11221" y="44705"/>
                  <a:pt x="9435" y="43913"/>
                </a:cubicBezTo>
                <a:cubicBezTo>
                  <a:pt x="7649" y="43121"/>
                  <a:pt x="6103" y="42181"/>
                  <a:pt x="4799" y="41094"/>
                </a:cubicBezTo>
                <a:cubicBezTo>
                  <a:pt x="3494" y="40007"/>
                  <a:pt x="2469" y="38733"/>
                  <a:pt x="1724" y="37273"/>
                </a:cubicBezTo>
                <a:cubicBezTo>
                  <a:pt x="978" y="35813"/>
                  <a:pt x="606" y="34090"/>
                  <a:pt x="606" y="32102"/>
                </a:cubicBezTo>
                <a:cubicBezTo>
                  <a:pt x="606" y="30797"/>
                  <a:pt x="909" y="29368"/>
                  <a:pt x="1514" y="27815"/>
                </a:cubicBezTo>
                <a:cubicBezTo>
                  <a:pt x="2120" y="26262"/>
                  <a:pt x="3153" y="24818"/>
                  <a:pt x="4613" y="23482"/>
                </a:cubicBezTo>
                <a:cubicBezTo>
                  <a:pt x="6072" y="22147"/>
                  <a:pt x="8045" y="21036"/>
                  <a:pt x="10530" y="20151"/>
                </a:cubicBezTo>
                <a:cubicBezTo>
                  <a:pt x="13015" y="19266"/>
                  <a:pt x="16121" y="18823"/>
                  <a:pt x="19848" y="18823"/>
                </a:cubicBezTo>
                <a:cubicBezTo>
                  <a:pt x="21681" y="18823"/>
                  <a:pt x="23715" y="18924"/>
                  <a:pt x="25952" y="19126"/>
                </a:cubicBezTo>
                <a:cubicBezTo>
                  <a:pt x="28188" y="19328"/>
                  <a:pt x="30518" y="19677"/>
                  <a:pt x="32940" y="20174"/>
                </a:cubicBezTo>
                <a:lnTo>
                  <a:pt x="32940" y="27396"/>
                </a:lnTo>
                <a:cubicBezTo>
                  <a:pt x="30393" y="26775"/>
                  <a:pt x="27978" y="26316"/>
                  <a:pt x="25695" y="26021"/>
                </a:cubicBezTo>
                <a:cubicBezTo>
                  <a:pt x="23412" y="25726"/>
                  <a:pt x="21432" y="25579"/>
                  <a:pt x="19755" y="25579"/>
                </a:cubicBezTo>
                <a:cubicBezTo>
                  <a:pt x="17736" y="25579"/>
                  <a:pt x="16035" y="25734"/>
                  <a:pt x="14653" y="26045"/>
                </a:cubicBezTo>
                <a:cubicBezTo>
                  <a:pt x="13271" y="26355"/>
                  <a:pt x="12153" y="26782"/>
                  <a:pt x="11298" y="27326"/>
                </a:cubicBezTo>
                <a:cubicBezTo>
                  <a:pt x="10444" y="27870"/>
                  <a:pt x="9831" y="28506"/>
                  <a:pt x="9458" y="29236"/>
                </a:cubicBezTo>
                <a:cubicBezTo>
                  <a:pt x="9085" y="29966"/>
                  <a:pt x="8899" y="30750"/>
                  <a:pt x="8899" y="31589"/>
                </a:cubicBezTo>
                <a:cubicBezTo>
                  <a:pt x="8899" y="32428"/>
                  <a:pt x="9062" y="33189"/>
                  <a:pt x="9388" y="33872"/>
                </a:cubicBezTo>
                <a:cubicBezTo>
                  <a:pt x="9714" y="34555"/>
                  <a:pt x="10320" y="35215"/>
                  <a:pt x="11205" y="35852"/>
                </a:cubicBezTo>
                <a:cubicBezTo>
                  <a:pt x="12091" y="36489"/>
                  <a:pt x="13325" y="37126"/>
                  <a:pt x="14909" y="37762"/>
                </a:cubicBezTo>
                <a:cubicBezTo>
                  <a:pt x="16493" y="38399"/>
                  <a:pt x="18559" y="39090"/>
                  <a:pt x="21106" y="39836"/>
                </a:cubicBezTo>
                <a:cubicBezTo>
                  <a:pt x="23870" y="40643"/>
                  <a:pt x="26200" y="41490"/>
                  <a:pt x="28095" y="42375"/>
                </a:cubicBezTo>
                <a:cubicBezTo>
                  <a:pt x="29989" y="43260"/>
                  <a:pt x="31527" y="44246"/>
                  <a:pt x="32707" y="45334"/>
                </a:cubicBezTo>
                <a:cubicBezTo>
                  <a:pt x="33888" y="46421"/>
                  <a:pt x="34734" y="47648"/>
                  <a:pt x="35247" y="49014"/>
                </a:cubicBezTo>
                <a:cubicBezTo>
                  <a:pt x="35759" y="50381"/>
                  <a:pt x="36015" y="51934"/>
                  <a:pt x="36015" y="53674"/>
                </a:cubicBezTo>
                <a:close/>
                <a:moveTo>
                  <a:pt x="90343" y="40581"/>
                </a:moveTo>
                <a:cubicBezTo>
                  <a:pt x="90343" y="41731"/>
                  <a:pt x="90328" y="42693"/>
                  <a:pt x="90297" y="43470"/>
                </a:cubicBezTo>
                <a:cubicBezTo>
                  <a:pt x="90265" y="44246"/>
                  <a:pt x="90219" y="44976"/>
                  <a:pt x="90157" y="45660"/>
                </a:cubicBezTo>
                <a:lnTo>
                  <a:pt x="57310" y="45660"/>
                </a:lnTo>
                <a:cubicBezTo>
                  <a:pt x="57310" y="50443"/>
                  <a:pt x="58645" y="54116"/>
                  <a:pt x="61317" y="56679"/>
                </a:cubicBezTo>
                <a:cubicBezTo>
                  <a:pt x="63988" y="59241"/>
                  <a:pt x="67839" y="60522"/>
                  <a:pt x="72871" y="60522"/>
                </a:cubicBezTo>
                <a:cubicBezTo>
                  <a:pt x="74238" y="60522"/>
                  <a:pt x="75605" y="60467"/>
                  <a:pt x="76971" y="60357"/>
                </a:cubicBezTo>
                <a:cubicBezTo>
                  <a:pt x="78338" y="60245"/>
                  <a:pt x="79658" y="60094"/>
                  <a:pt x="80932" y="59904"/>
                </a:cubicBezTo>
                <a:cubicBezTo>
                  <a:pt x="82205" y="59712"/>
                  <a:pt x="83424" y="59498"/>
                  <a:pt x="84589" y="59260"/>
                </a:cubicBezTo>
                <a:cubicBezTo>
                  <a:pt x="85754" y="59021"/>
                  <a:pt x="86833" y="58759"/>
                  <a:pt x="87827" y="58472"/>
                </a:cubicBezTo>
                <a:lnTo>
                  <a:pt x="87827" y="65135"/>
                </a:lnTo>
                <a:cubicBezTo>
                  <a:pt x="85622" y="65770"/>
                  <a:pt x="83129" y="66286"/>
                  <a:pt x="80349" y="66683"/>
                </a:cubicBezTo>
                <a:cubicBezTo>
                  <a:pt x="77569" y="67080"/>
                  <a:pt x="74688" y="67278"/>
                  <a:pt x="71706" y="67278"/>
                </a:cubicBezTo>
                <a:cubicBezTo>
                  <a:pt x="67700" y="67278"/>
                  <a:pt x="64252" y="66735"/>
                  <a:pt x="61363" y="65648"/>
                </a:cubicBezTo>
                <a:cubicBezTo>
                  <a:pt x="58474" y="64560"/>
                  <a:pt x="56106" y="62984"/>
                  <a:pt x="54258" y="60919"/>
                </a:cubicBezTo>
                <a:cubicBezTo>
                  <a:pt x="52410" y="58853"/>
                  <a:pt x="51043" y="56321"/>
                  <a:pt x="50158" y="53324"/>
                </a:cubicBezTo>
                <a:cubicBezTo>
                  <a:pt x="49273" y="50327"/>
                  <a:pt x="48830" y="46933"/>
                  <a:pt x="48830" y="43144"/>
                </a:cubicBezTo>
                <a:cubicBezTo>
                  <a:pt x="48830" y="39851"/>
                  <a:pt x="49304" y="36737"/>
                  <a:pt x="50251" y="33802"/>
                </a:cubicBezTo>
                <a:cubicBezTo>
                  <a:pt x="51198" y="30867"/>
                  <a:pt x="52581" y="28289"/>
                  <a:pt x="54398" y="26068"/>
                </a:cubicBezTo>
                <a:cubicBezTo>
                  <a:pt x="56215" y="23847"/>
                  <a:pt x="58443" y="22084"/>
                  <a:pt x="61084" y="20780"/>
                </a:cubicBezTo>
                <a:cubicBezTo>
                  <a:pt x="63724" y="19475"/>
                  <a:pt x="66721" y="18823"/>
                  <a:pt x="70076" y="18823"/>
                </a:cubicBezTo>
                <a:cubicBezTo>
                  <a:pt x="73337" y="18823"/>
                  <a:pt x="76226" y="19336"/>
                  <a:pt x="78742" y="20361"/>
                </a:cubicBezTo>
                <a:cubicBezTo>
                  <a:pt x="81258" y="21386"/>
                  <a:pt x="83378" y="22838"/>
                  <a:pt x="85102" y="24717"/>
                </a:cubicBezTo>
                <a:cubicBezTo>
                  <a:pt x="86825" y="26596"/>
                  <a:pt x="88130" y="28879"/>
                  <a:pt x="89015" y="31566"/>
                </a:cubicBezTo>
                <a:cubicBezTo>
                  <a:pt x="89900" y="34253"/>
                  <a:pt x="90343" y="37258"/>
                  <a:pt x="90343" y="40581"/>
                </a:cubicBezTo>
                <a:moveTo>
                  <a:pt x="81910" y="39416"/>
                </a:moveTo>
                <a:cubicBezTo>
                  <a:pt x="82003" y="37335"/>
                  <a:pt x="81801" y="35433"/>
                  <a:pt x="81304" y="33709"/>
                </a:cubicBezTo>
                <a:cubicBezTo>
                  <a:pt x="80807" y="31985"/>
                  <a:pt x="80039" y="30502"/>
                  <a:pt x="78998" y="29260"/>
                </a:cubicBezTo>
                <a:cubicBezTo>
                  <a:pt x="77958" y="28017"/>
                  <a:pt x="76661" y="27046"/>
                  <a:pt x="75108" y="26348"/>
                </a:cubicBezTo>
                <a:cubicBezTo>
                  <a:pt x="73555" y="25649"/>
                  <a:pt x="71753" y="25299"/>
                  <a:pt x="69703" y="25299"/>
                </a:cubicBezTo>
                <a:cubicBezTo>
                  <a:pt x="67933" y="25299"/>
                  <a:pt x="66317" y="25641"/>
                  <a:pt x="64858" y="26324"/>
                </a:cubicBezTo>
                <a:cubicBezTo>
                  <a:pt x="63398" y="27008"/>
                  <a:pt x="62140" y="27970"/>
                  <a:pt x="61084" y="29213"/>
                </a:cubicBezTo>
                <a:cubicBezTo>
                  <a:pt x="60028" y="30455"/>
                  <a:pt x="59173" y="31946"/>
                  <a:pt x="58521" y="33686"/>
                </a:cubicBezTo>
                <a:cubicBezTo>
                  <a:pt x="57869" y="35425"/>
                  <a:pt x="57465" y="37335"/>
                  <a:pt x="57310" y="39416"/>
                </a:cubicBezTo>
                <a:lnTo>
                  <a:pt x="81910" y="39416"/>
                </a:lnTo>
                <a:close/>
                <a:moveTo>
                  <a:pt x="118626" y="7222"/>
                </a:moveTo>
                <a:lnTo>
                  <a:pt x="104789" y="7222"/>
                </a:lnTo>
                <a:lnTo>
                  <a:pt x="104789" y="559"/>
                </a:lnTo>
                <a:lnTo>
                  <a:pt x="126826" y="559"/>
                </a:lnTo>
                <a:lnTo>
                  <a:pt x="126826" y="59684"/>
                </a:lnTo>
                <a:lnTo>
                  <a:pt x="140757" y="59684"/>
                </a:lnTo>
                <a:lnTo>
                  <a:pt x="140757" y="66440"/>
                </a:lnTo>
                <a:lnTo>
                  <a:pt x="103251" y="66440"/>
                </a:lnTo>
                <a:lnTo>
                  <a:pt x="103251" y="59684"/>
                </a:lnTo>
                <a:lnTo>
                  <a:pt x="118626" y="59684"/>
                </a:lnTo>
                <a:lnTo>
                  <a:pt x="118626" y="7222"/>
                </a:lnTo>
                <a:close/>
                <a:moveTo>
                  <a:pt x="194060" y="40581"/>
                </a:moveTo>
                <a:cubicBezTo>
                  <a:pt x="194060" y="41731"/>
                  <a:pt x="194045" y="42693"/>
                  <a:pt x="194014" y="43470"/>
                </a:cubicBezTo>
                <a:cubicBezTo>
                  <a:pt x="193982" y="44246"/>
                  <a:pt x="193936" y="44976"/>
                  <a:pt x="193874" y="45660"/>
                </a:cubicBezTo>
                <a:lnTo>
                  <a:pt x="161027" y="45660"/>
                </a:lnTo>
                <a:cubicBezTo>
                  <a:pt x="161027" y="50443"/>
                  <a:pt x="162362" y="54116"/>
                  <a:pt x="165034" y="56679"/>
                </a:cubicBezTo>
                <a:cubicBezTo>
                  <a:pt x="167705" y="59241"/>
                  <a:pt x="171556" y="60522"/>
                  <a:pt x="176588" y="60522"/>
                </a:cubicBezTo>
                <a:cubicBezTo>
                  <a:pt x="177955" y="60522"/>
                  <a:pt x="179322" y="60467"/>
                  <a:pt x="180688" y="60357"/>
                </a:cubicBezTo>
                <a:cubicBezTo>
                  <a:pt x="182055" y="60245"/>
                  <a:pt x="183375" y="60094"/>
                  <a:pt x="184649" y="59904"/>
                </a:cubicBezTo>
                <a:cubicBezTo>
                  <a:pt x="185922" y="59712"/>
                  <a:pt x="187141" y="59498"/>
                  <a:pt x="188306" y="59260"/>
                </a:cubicBezTo>
                <a:cubicBezTo>
                  <a:pt x="189471" y="59021"/>
                  <a:pt x="190550" y="58759"/>
                  <a:pt x="191544" y="58472"/>
                </a:cubicBezTo>
                <a:lnTo>
                  <a:pt x="191544" y="65135"/>
                </a:lnTo>
                <a:cubicBezTo>
                  <a:pt x="189339" y="65770"/>
                  <a:pt x="186846" y="66286"/>
                  <a:pt x="184066" y="66683"/>
                </a:cubicBezTo>
                <a:cubicBezTo>
                  <a:pt x="181286" y="67080"/>
                  <a:pt x="178405" y="67278"/>
                  <a:pt x="175423" y="67278"/>
                </a:cubicBezTo>
                <a:cubicBezTo>
                  <a:pt x="171417" y="67278"/>
                  <a:pt x="167969" y="66735"/>
                  <a:pt x="165080" y="65648"/>
                </a:cubicBezTo>
                <a:cubicBezTo>
                  <a:pt x="162191" y="64560"/>
                  <a:pt x="159823" y="62984"/>
                  <a:pt x="157975" y="60919"/>
                </a:cubicBezTo>
                <a:cubicBezTo>
                  <a:pt x="156127" y="58853"/>
                  <a:pt x="154760" y="56321"/>
                  <a:pt x="153875" y="53324"/>
                </a:cubicBezTo>
                <a:cubicBezTo>
                  <a:pt x="152990" y="50327"/>
                  <a:pt x="152547" y="46933"/>
                  <a:pt x="152547" y="43144"/>
                </a:cubicBezTo>
                <a:cubicBezTo>
                  <a:pt x="152547" y="39851"/>
                  <a:pt x="153021" y="36737"/>
                  <a:pt x="153968" y="33802"/>
                </a:cubicBezTo>
                <a:cubicBezTo>
                  <a:pt x="154915" y="30867"/>
                  <a:pt x="156298" y="28289"/>
                  <a:pt x="158115" y="26068"/>
                </a:cubicBezTo>
                <a:cubicBezTo>
                  <a:pt x="159932" y="23847"/>
                  <a:pt x="162160" y="22084"/>
                  <a:pt x="164801" y="20780"/>
                </a:cubicBezTo>
                <a:cubicBezTo>
                  <a:pt x="167441" y="19475"/>
                  <a:pt x="170438" y="18823"/>
                  <a:pt x="173793" y="18823"/>
                </a:cubicBezTo>
                <a:cubicBezTo>
                  <a:pt x="177054" y="18823"/>
                  <a:pt x="179943" y="19336"/>
                  <a:pt x="182459" y="20361"/>
                </a:cubicBezTo>
                <a:cubicBezTo>
                  <a:pt x="184975" y="21386"/>
                  <a:pt x="187095" y="22838"/>
                  <a:pt x="188819" y="24717"/>
                </a:cubicBezTo>
                <a:cubicBezTo>
                  <a:pt x="190542" y="26596"/>
                  <a:pt x="191847" y="28879"/>
                  <a:pt x="192732" y="31566"/>
                </a:cubicBezTo>
                <a:cubicBezTo>
                  <a:pt x="193617" y="34253"/>
                  <a:pt x="194060" y="37258"/>
                  <a:pt x="194060" y="40581"/>
                </a:cubicBezTo>
                <a:moveTo>
                  <a:pt x="185627" y="39416"/>
                </a:moveTo>
                <a:cubicBezTo>
                  <a:pt x="185720" y="37335"/>
                  <a:pt x="185518" y="35433"/>
                  <a:pt x="185021" y="33709"/>
                </a:cubicBezTo>
                <a:cubicBezTo>
                  <a:pt x="184524" y="31985"/>
                  <a:pt x="183756" y="30502"/>
                  <a:pt x="182715" y="29260"/>
                </a:cubicBezTo>
                <a:cubicBezTo>
                  <a:pt x="181675" y="28017"/>
                  <a:pt x="180378" y="27046"/>
                  <a:pt x="178825" y="26348"/>
                </a:cubicBezTo>
                <a:cubicBezTo>
                  <a:pt x="177272" y="25649"/>
                  <a:pt x="175470" y="25299"/>
                  <a:pt x="173420" y="25299"/>
                </a:cubicBezTo>
                <a:cubicBezTo>
                  <a:pt x="171650" y="25299"/>
                  <a:pt x="170034" y="25641"/>
                  <a:pt x="168575" y="26324"/>
                </a:cubicBezTo>
                <a:cubicBezTo>
                  <a:pt x="167115" y="27008"/>
                  <a:pt x="165857" y="27970"/>
                  <a:pt x="164801" y="29213"/>
                </a:cubicBezTo>
                <a:cubicBezTo>
                  <a:pt x="163745" y="30455"/>
                  <a:pt x="162890" y="31946"/>
                  <a:pt x="162238" y="33686"/>
                </a:cubicBezTo>
                <a:cubicBezTo>
                  <a:pt x="161586" y="35425"/>
                  <a:pt x="161182" y="37335"/>
                  <a:pt x="161027" y="39416"/>
                </a:cubicBezTo>
                <a:lnTo>
                  <a:pt x="185627" y="39416"/>
                </a:lnTo>
                <a:close/>
                <a:moveTo>
                  <a:pt x="242750" y="64716"/>
                </a:moveTo>
                <a:cubicBezTo>
                  <a:pt x="240638" y="65523"/>
                  <a:pt x="238472" y="66121"/>
                  <a:pt x="236251" y="66510"/>
                </a:cubicBezTo>
                <a:cubicBezTo>
                  <a:pt x="234030" y="66898"/>
                  <a:pt x="231739" y="67092"/>
                  <a:pt x="229379" y="67092"/>
                </a:cubicBezTo>
                <a:cubicBezTo>
                  <a:pt x="221986" y="67092"/>
                  <a:pt x="216294" y="65088"/>
                  <a:pt x="212303" y="61082"/>
                </a:cubicBezTo>
                <a:cubicBezTo>
                  <a:pt x="208311" y="57075"/>
                  <a:pt x="206316" y="51220"/>
                  <a:pt x="206316" y="43517"/>
                </a:cubicBezTo>
                <a:cubicBezTo>
                  <a:pt x="206316" y="39820"/>
                  <a:pt x="206890" y="36466"/>
                  <a:pt x="208040" y="33453"/>
                </a:cubicBezTo>
                <a:cubicBezTo>
                  <a:pt x="209189" y="30440"/>
                  <a:pt x="210804" y="27862"/>
                  <a:pt x="212885" y="25719"/>
                </a:cubicBezTo>
                <a:cubicBezTo>
                  <a:pt x="214966" y="23575"/>
                  <a:pt x="217451" y="21921"/>
                  <a:pt x="220340" y="20757"/>
                </a:cubicBezTo>
                <a:cubicBezTo>
                  <a:pt x="223228" y="19592"/>
                  <a:pt x="226412" y="19009"/>
                  <a:pt x="229891" y="19009"/>
                </a:cubicBezTo>
                <a:cubicBezTo>
                  <a:pt x="232314" y="19009"/>
                  <a:pt x="234581" y="19184"/>
                  <a:pt x="236693" y="19534"/>
                </a:cubicBezTo>
                <a:cubicBezTo>
                  <a:pt x="238806" y="19882"/>
                  <a:pt x="240825" y="20453"/>
                  <a:pt x="242750" y="21246"/>
                </a:cubicBezTo>
                <a:lnTo>
                  <a:pt x="242750" y="28980"/>
                </a:lnTo>
                <a:cubicBezTo>
                  <a:pt x="240731" y="27907"/>
                  <a:pt x="238674" y="27127"/>
                  <a:pt x="236577" y="26639"/>
                </a:cubicBezTo>
                <a:cubicBezTo>
                  <a:pt x="234480" y="26150"/>
                  <a:pt x="232314" y="25905"/>
                  <a:pt x="230077" y="25905"/>
                </a:cubicBezTo>
                <a:cubicBezTo>
                  <a:pt x="227996" y="25905"/>
                  <a:pt x="226032" y="26301"/>
                  <a:pt x="224184" y="27093"/>
                </a:cubicBezTo>
                <a:cubicBezTo>
                  <a:pt x="222335" y="27885"/>
                  <a:pt x="220713" y="29027"/>
                  <a:pt x="219315" y="30518"/>
                </a:cubicBezTo>
                <a:cubicBezTo>
                  <a:pt x="217917" y="32008"/>
                  <a:pt x="216814" y="33826"/>
                  <a:pt x="216007" y="35969"/>
                </a:cubicBezTo>
                <a:cubicBezTo>
                  <a:pt x="215199" y="38112"/>
                  <a:pt x="214795" y="40535"/>
                  <a:pt x="214795" y="43237"/>
                </a:cubicBezTo>
                <a:cubicBezTo>
                  <a:pt x="214795" y="48890"/>
                  <a:pt x="216170" y="53122"/>
                  <a:pt x="218919" y="55933"/>
                </a:cubicBezTo>
                <a:cubicBezTo>
                  <a:pt x="221668" y="58744"/>
                  <a:pt x="225480" y="60150"/>
                  <a:pt x="230357" y="60150"/>
                </a:cubicBezTo>
                <a:cubicBezTo>
                  <a:pt x="232562" y="60150"/>
                  <a:pt x="234698" y="59901"/>
                  <a:pt x="236763" y="59404"/>
                </a:cubicBezTo>
                <a:cubicBezTo>
                  <a:pt x="238829" y="58907"/>
                  <a:pt x="240825" y="58162"/>
                  <a:pt x="242750" y="57168"/>
                </a:cubicBezTo>
                <a:lnTo>
                  <a:pt x="242750" y="64716"/>
                </a:lnTo>
                <a:close/>
                <a:moveTo>
                  <a:pt x="295960" y="65741"/>
                </a:moveTo>
                <a:cubicBezTo>
                  <a:pt x="294127" y="66223"/>
                  <a:pt x="292233" y="66569"/>
                  <a:pt x="290276" y="66777"/>
                </a:cubicBezTo>
                <a:cubicBezTo>
                  <a:pt x="288319" y="66987"/>
                  <a:pt x="286331" y="67092"/>
                  <a:pt x="284312" y="67092"/>
                </a:cubicBezTo>
                <a:cubicBezTo>
                  <a:pt x="278442" y="67092"/>
                  <a:pt x="274062" y="65764"/>
                  <a:pt x="271173" y="63108"/>
                </a:cubicBezTo>
                <a:cubicBezTo>
                  <a:pt x="268285" y="60453"/>
                  <a:pt x="266840" y="56376"/>
                  <a:pt x="266840" y="50878"/>
                </a:cubicBezTo>
                <a:lnTo>
                  <a:pt x="266840" y="26464"/>
                </a:lnTo>
                <a:lnTo>
                  <a:pt x="253748" y="26464"/>
                </a:lnTo>
                <a:lnTo>
                  <a:pt x="253748" y="19662"/>
                </a:lnTo>
                <a:lnTo>
                  <a:pt x="266840" y="19662"/>
                </a:lnTo>
                <a:lnTo>
                  <a:pt x="266840" y="6762"/>
                </a:lnTo>
                <a:lnTo>
                  <a:pt x="274947" y="4659"/>
                </a:lnTo>
                <a:lnTo>
                  <a:pt x="274947" y="19662"/>
                </a:lnTo>
                <a:lnTo>
                  <a:pt x="295960" y="19662"/>
                </a:lnTo>
                <a:lnTo>
                  <a:pt x="295960" y="26464"/>
                </a:lnTo>
                <a:lnTo>
                  <a:pt x="274947" y="26464"/>
                </a:lnTo>
                <a:lnTo>
                  <a:pt x="274947" y="50226"/>
                </a:lnTo>
                <a:cubicBezTo>
                  <a:pt x="274947" y="53580"/>
                  <a:pt x="275840" y="56089"/>
                  <a:pt x="277626" y="57750"/>
                </a:cubicBezTo>
                <a:cubicBezTo>
                  <a:pt x="279412" y="59412"/>
                  <a:pt x="282045" y="60243"/>
                  <a:pt x="285523" y="60243"/>
                </a:cubicBezTo>
                <a:cubicBezTo>
                  <a:pt x="287014" y="60243"/>
                  <a:pt x="288645" y="60123"/>
                  <a:pt x="290416" y="59883"/>
                </a:cubicBezTo>
                <a:cubicBezTo>
                  <a:pt x="292186" y="59643"/>
                  <a:pt x="294034" y="59265"/>
                  <a:pt x="295960" y="58752"/>
                </a:cubicBezTo>
                <a:lnTo>
                  <a:pt x="295960" y="65741"/>
                </a:lnTo>
                <a:close/>
                <a:moveTo>
                  <a:pt x="347725" y="559"/>
                </a:moveTo>
                <a:lnTo>
                  <a:pt x="315763" y="76503"/>
                </a:lnTo>
                <a:lnTo>
                  <a:pt x="308029" y="76503"/>
                </a:lnTo>
                <a:lnTo>
                  <a:pt x="339991" y="559"/>
                </a:lnTo>
                <a:lnTo>
                  <a:pt x="347725" y="559"/>
                </a:lnTo>
                <a:close/>
                <a:moveTo>
                  <a:pt x="359608" y="44029"/>
                </a:moveTo>
                <a:cubicBezTo>
                  <a:pt x="359608" y="40053"/>
                  <a:pt x="360152" y="36520"/>
                  <a:pt x="361239" y="33429"/>
                </a:cubicBezTo>
                <a:cubicBezTo>
                  <a:pt x="362326" y="30339"/>
                  <a:pt x="363871" y="27730"/>
                  <a:pt x="365875" y="25602"/>
                </a:cubicBezTo>
                <a:cubicBezTo>
                  <a:pt x="367878" y="23474"/>
                  <a:pt x="370285" y="21859"/>
                  <a:pt x="373096" y="20757"/>
                </a:cubicBezTo>
                <a:cubicBezTo>
                  <a:pt x="375907" y="19654"/>
                  <a:pt x="379037" y="19103"/>
                  <a:pt x="382485" y="19103"/>
                </a:cubicBezTo>
                <a:cubicBezTo>
                  <a:pt x="383976" y="19103"/>
                  <a:pt x="385443" y="19196"/>
                  <a:pt x="386888" y="19382"/>
                </a:cubicBezTo>
                <a:cubicBezTo>
                  <a:pt x="388332" y="19568"/>
                  <a:pt x="389753" y="19864"/>
                  <a:pt x="391151" y="20267"/>
                </a:cubicBezTo>
                <a:lnTo>
                  <a:pt x="391151" y="559"/>
                </a:lnTo>
                <a:lnTo>
                  <a:pt x="399304" y="559"/>
                </a:lnTo>
                <a:lnTo>
                  <a:pt x="399304" y="66440"/>
                </a:lnTo>
                <a:lnTo>
                  <a:pt x="392036" y="66440"/>
                </a:lnTo>
                <a:lnTo>
                  <a:pt x="391756" y="57587"/>
                </a:lnTo>
                <a:cubicBezTo>
                  <a:pt x="389489" y="60880"/>
                  <a:pt x="387035" y="63318"/>
                  <a:pt x="384395" y="64902"/>
                </a:cubicBezTo>
                <a:cubicBezTo>
                  <a:pt x="381755" y="66486"/>
                  <a:pt x="378897" y="67278"/>
                  <a:pt x="375822" y="67278"/>
                </a:cubicBezTo>
                <a:cubicBezTo>
                  <a:pt x="373151" y="67278"/>
                  <a:pt x="370798" y="66719"/>
                  <a:pt x="368763" y="65601"/>
                </a:cubicBezTo>
                <a:cubicBezTo>
                  <a:pt x="366729" y="64483"/>
                  <a:pt x="365036" y="62906"/>
                  <a:pt x="363685" y="60872"/>
                </a:cubicBezTo>
                <a:cubicBezTo>
                  <a:pt x="362334" y="58837"/>
                  <a:pt x="361317" y="56391"/>
                  <a:pt x="360633" y="53534"/>
                </a:cubicBezTo>
                <a:cubicBezTo>
                  <a:pt x="359950" y="50676"/>
                  <a:pt x="359608" y="47508"/>
                  <a:pt x="359608" y="44029"/>
                </a:cubicBezTo>
                <a:moveTo>
                  <a:pt x="367901" y="43517"/>
                </a:moveTo>
                <a:cubicBezTo>
                  <a:pt x="367901" y="49170"/>
                  <a:pt x="368732" y="53386"/>
                  <a:pt x="370394" y="56166"/>
                </a:cubicBezTo>
                <a:cubicBezTo>
                  <a:pt x="372056" y="58946"/>
                  <a:pt x="374409" y="60336"/>
                  <a:pt x="377453" y="60336"/>
                </a:cubicBezTo>
                <a:cubicBezTo>
                  <a:pt x="379503" y="60336"/>
                  <a:pt x="381669" y="59420"/>
                  <a:pt x="383952" y="57587"/>
                </a:cubicBezTo>
                <a:cubicBezTo>
                  <a:pt x="386235" y="55755"/>
                  <a:pt x="388635" y="53037"/>
                  <a:pt x="391151" y="49434"/>
                </a:cubicBezTo>
                <a:lnTo>
                  <a:pt x="391151" y="27722"/>
                </a:lnTo>
                <a:cubicBezTo>
                  <a:pt x="389815" y="27101"/>
                  <a:pt x="388340" y="26627"/>
                  <a:pt x="386724" y="26301"/>
                </a:cubicBezTo>
                <a:cubicBezTo>
                  <a:pt x="385109" y="25975"/>
                  <a:pt x="383510" y="25812"/>
                  <a:pt x="381926" y="25812"/>
                </a:cubicBezTo>
                <a:cubicBezTo>
                  <a:pt x="377515" y="25812"/>
                  <a:pt x="374075" y="27241"/>
                  <a:pt x="371605" y="30098"/>
                </a:cubicBezTo>
                <a:cubicBezTo>
                  <a:pt x="369136" y="32956"/>
                  <a:pt x="367901" y="37429"/>
                  <a:pt x="367901" y="43517"/>
                </a:cubicBezTo>
                <a:close/>
                <a:moveTo>
                  <a:pt x="453352" y="40581"/>
                </a:moveTo>
                <a:cubicBezTo>
                  <a:pt x="453352" y="41731"/>
                  <a:pt x="453337" y="42693"/>
                  <a:pt x="453306" y="43470"/>
                </a:cubicBezTo>
                <a:cubicBezTo>
                  <a:pt x="453275" y="44246"/>
                  <a:pt x="453228" y="44976"/>
                  <a:pt x="453166" y="45660"/>
                </a:cubicBezTo>
                <a:lnTo>
                  <a:pt x="420319" y="45660"/>
                </a:lnTo>
                <a:cubicBezTo>
                  <a:pt x="420319" y="50443"/>
                  <a:pt x="421655" y="54116"/>
                  <a:pt x="424326" y="56679"/>
                </a:cubicBezTo>
                <a:cubicBezTo>
                  <a:pt x="426997" y="59241"/>
                  <a:pt x="430849" y="60522"/>
                  <a:pt x="435881" y="60522"/>
                </a:cubicBezTo>
                <a:cubicBezTo>
                  <a:pt x="437247" y="60522"/>
                  <a:pt x="438614" y="60467"/>
                  <a:pt x="439981" y="60357"/>
                </a:cubicBezTo>
                <a:cubicBezTo>
                  <a:pt x="441347" y="60245"/>
                  <a:pt x="442667" y="60094"/>
                  <a:pt x="443941" y="59904"/>
                </a:cubicBezTo>
                <a:cubicBezTo>
                  <a:pt x="445214" y="59712"/>
                  <a:pt x="446434" y="59498"/>
                  <a:pt x="447598" y="59260"/>
                </a:cubicBezTo>
                <a:cubicBezTo>
                  <a:pt x="448763" y="59021"/>
                  <a:pt x="449843" y="58759"/>
                  <a:pt x="450837" y="58472"/>
                </a:cubicBezTo>
                <a:lnTo>
                  <a:pt x="450837" y="65135"/>
                </a:lnTo>
                <a:cubicBezTo>
                  <a:pt x="448631" y="65770"/>
                  <a:pt x="446139" y="66286"/>
                  <a:pt x="443359" y="66683"/>
                </a:cubicBezTo>
                <a:cubicBezTo>
                  <a:pt x="440579" y="67080"/>
                  <a:pt x="437698" y="67278"/>
                  <a:pt x="434716" y="67278"/>
                </a:cubicBezTo>
                <a:cubicBezTo>
                  <a:pt x="430709" y="67278"/>
                  <a:pt x="427261" y="66735"/>
                  <a:pt x="424372" y="65648"/>
                </a:cubicBezTo>
                <a:cubicBezTo>
                  <a:pt x="421484" y="64560"/>
                  <a:pt x="419115" y="62984"/>
                  <a:pt x="417267" y="60919"/>
                </a:cubicBezTo>
                <a:cubicBezTo>
                  <a:pt x="415419" y="58853"/>
                  <a:pt x="414052" y="56321"/>
                  <a:pt x="413167" y="53324"/>
                </a:cubicBezTo>
                <a:cubicBezTo>
                  <a:pt x="412282" y="50327"/>
                  <a:pt x="411839" y="46933"/>
                  <a:pt x="411839" y="43144"/>
                </a:cubicBezTo>
                <a:cubicBezTo>
                  <a:pt x="411839" y="39851"/>
                  <a:pt x="412313" y="36737"/>
                  <a:pt x="413260" y="33802"/>
                </a:cubicBezTo>
                <a:cubicBezTo>
                  <a:pt x="414208" y="30867"/>
                  <a:pt x="415590" y="28289"/>
                  <a:pt x="417407" y="26068"/>
                </a:cubicBezTo>
                <a:cubicBezTo>
                  <a:pt x="419224" y="23847"/>
                  <a:pt x="421453" y="22084"/>
                  <a:pt x="424093" y="20780"/>
                </a:cubicBezTo>
                <a:cubicBezTo>
                  <a:pt x="426733" y="19475"/>
                  <a:pt x="429731" y="18823"/>
                  <a:pt x="433085" y="18823"/>
                </a:cubicBezTo>
                <a:cubicBezTo>
                  <a:pt x="436347" y="18823"/>
                  <a:pt x="439235" y="19336"/>
                  <a:pt x="441751" y="20361"/>
                </a:cubicBezTo>
                <a:cubicBezTo>
                  <a:pt x="444267" y="21386"/>
                  <a:pt x="446387" y="22838"/>
                  <a:pt x="448111" y="24717"/>
                </a:cubicBezTo>
                <a:cubicBezTo>
                  <a:pt x="449835" y="26596"/>
                  <a:pt x="451139" y="28879"/>
                  <a:pt x="452025" y="31566"/>
                </a:cubicBezTo>
                <a:cubicBezTo>
                  <a:pt x="452910" y="34253"/>
                  <a:pt x="453352" y="37258"/>
                  <a:pt x="453352" y="40581"/>
                </a:cubicBezTo>
                <a:moveTo>
                  <a:pt x="444919" y="39416"/>
                </a:moveTo>
                <a:cubicBezTo>
                  <a:pt x="445013" y="37335"/>
                  <a:pt x="444811" y="35433"/>
                  <a:pt x="444314" y="33709"/>
                </a:cubicBezTo>
                <a:cubicBezTo>
                  <a:pt x="443817" y="31985"/>
                  <a:pt x="443048" y="30502"/>
                  <a:pt x="442007" y="29260"/>
                </a:cubicBezTo>
                <a:cubicBezTo>
                  <a:pt x="440967" y="28017"/>
                  <a:pt x="439670" y="27046"/>
                  <a:pt x="438117" y="26348"/>
                </a:cubicBezTo>
                <a:cubicBezTo>
                  <a:pt x="436564" y="25649"/>
                  <a:pt x="434762" y="25299"/>
                  <a:pt x="432712" y="25299"/>
                </a:cubicBezTo>
                <a:cubicBezTo>
                  <a:pt x="430942" y="25299"/>
                  <a:pt x="429327" y="25641"/>
                  <a:pt x="427867" y="26324"/>
                </a:cubicBezTo>
                <a:cubicBezTo>
                  <a:pt x="426407" y="27008"/>
                  <a:pt x="425149" y="27970"/>
                  <a:pt x="424093" y="29213"/>
                </a:cubicBezTo>
                <a:cubicBezTo>
                  <a:pt x="423037" y="30455"/>
                  <a:pt x="422183" y="31946"/>
                  <a:pt x="421530" y="33686"/>
                </a:cubicBezTo>
                <a:cubicBezTo>
                  <a:pt x="420878" y="35425"/>
                  <a:pt x="420474" y="37335"/>
                  <a:pt x="420319" y="39416"/>
                </a:cubicBezTo>
                <a:lnTo>
                  <a:pt x="444919" y="39416"/>
                </a:lnTo>
                <a:close/>
                <a:moveTo>
                  <a:pt x="499061" y="66440"/>
                </a:moveTo>
                <a:lnTo>
                  <a:pt x="499061" y="32847"/>
                </a:lnTo>
                <a:cubicBezTo>
                  <a:pt x="499061" y="31387"/>
                  <a:pt x="499007" y="30191"/>
                  <a:pt x="498898" y="29260"/>
                </a:cubicBezTo>
                <a:cubicBezTo>
                  <a:pt x="498789" y="28328"/>
                  <a:pt x="498618" y="27590"/>
                  <a:pt x="498385" y="27046"/>
                </a:cubicBezTo>
                <a:cubicBezTo>
                  <a:pt x="498152" y="26503"/>
                  <a:pt x="497857" y="26122"/>
                  <a:pt x="497500" y="25905"/>
                </a:cubicBezTo>
                <a:cubicBezTo>
                  <a:pt x="497143" y="25688"/>
                  <a:pt x="496700" y="25579"/>
                  <a:pt x="496172" y="25579"/>
                </a:cubicBezTo>
                <a:cubicBezTo>
                  <a:pt x="495551" y="25579"/>
                  <a:pt x="494976" y="25765"/>
                  <a:pt x="494448" y="26138"/>
                </a:cubicBezTo>
                <a:cubicBezTo>
                  <a:pt x="493920" y="26511"/>
                  <a:pt x="493353" y="27116"/>
                  <a:pt x="492748" y="27955"/>
                </a:cubicBezTo>
                <a:cubicBezTo>
                  <a:pt x="492142" y="28794"/>
                  <a:pt x="491474" y="29904"/>
                  <a:pt x="490744" y="31286"/>
                </a:cubicBezTo>
                <a:cubicBezTo>
                  <a:pt x="490014" y="32668"/>
                  <a:pt x="489152" y="34369"/>
                  <a:pt x="488159" y="36388"/>
                </a:cubicBezTo>
                <a:lnTo>
                  <a:pt x="488159" y="66440"/>
                </a:lnTo>
                <a:lnTo>
                  <a:pt x="480750" y="66440"/>
                </a:lnTo>
                <a:lnTo>
                  <a:pt x="480750" y="33732"/>
                </a:lnTo>
                <a:cubicBezTo>
                  <a:pt x="480750" y="32024"/>
                  <a:pt x="480696" y="30642"/>
                  <a:pt x="480587" y="29586"/>
                </a:cubicBezTo>
                <a:cubicBezTo>
                  <a:pt x="480479" y="28530"/>
                  <a:pt x="480308" y="27706"/>
                  <a:pt x="480075" y="27116"/>
                </a:cubicBezTo>
                <a:cubicBezTo>
                  <a:pt x="479842" y="26526"/>
                  <a:pt x="479539" y="26122"/>
                  <a:pt x="479166" y="25905"/>
                </a:cubicBezTo>
                <a:cubicBezTo>
                  <a:pt x="478794" y="25688"/>
                  <a:pt x="478343" y="25579"/>
                  <a:pt x="477815" y="25579"/>
                </a:cubicBezTo>
                <a:cubicBezTo>
                  <a:pt x="477256" y="25579"/>
                  <a:pt x="476728" y="25734"/>
                  <a:pt x="476231" y="26045"/>
                </a:cubicBezTo>
                <a:cubicBezTo>
                  <a:pt x="475734" y="26355"/>
                  <a:pt x="475183" y="26914"/>
                  <a:pt x="474577" y="27722"/>
                </a:cubicBezTo>
                <a:cubicBezTo>
                  <a:pt x="473971" y="28530"/>
                  <a:pt x="473296" y="29632"/>
                  <a:pt x="472550" y="31030"/>
                </a:cubicBezTo>
                <a:cubicBezTo>
                  <a:pt x="471805" y="32428"/>
                  <a:pt x="470920" y="34214"/>
                  <a:pt x="469895" y="36388"/>
                </a:cubicBezTo>
                <a:lnTo>
                  <a:pt x="469895" y="66440"/>
                </a:lnTo>
                <a:lnTo>
                  <a:pt x="462440" y="66440"/>
                </a:lnTo>
                <a:lnTo>
                  <a:pt x="462440" y="19662"/>
                </a:lnTo>
                <a:lnTo>
                  <a:pt x="468637" y="19662"/>
                </a:lnTo>
                <a:lnTo>
                  <a:pt x="469009" y="28561"/>
                </a:lnTo>
                <a:cubicBezTo>
                  <a:pt x="469817" y="26790"/>
                  <a:pt x="470601" y="25284"/>
                  <a:pt x="471362" y="24041"/>
                </a:cubicBezTo>
                <a:cubicBezTo>
                  <a:pt x="472123" y="22799"/>
                  <a:pt x="472908" y="21797"/>
                  <a:pt x="473715" y="21036"/>
                </a:cubicBezTo>
                <a:cubicBezTo>
                  <a:pt x="474523" y="20275"/>
                  <a:pt x="475385" y="19716"/>
                  <a:pt x="476301" y="19359"/>
                </a:cubicBezTo>
                <a:cubicBezTo>
                  <a:pt x="477217" y="19002"/>
                  <a:pt x="478235" y="18823"/>
                  <a:pt x="479353" y="18823"/>
                </a:cubicBezTo>
                <a:cubicBezTo>
                  <a:pt x="481869" y="18823"/>
                  <a:pt x="483779" y="19646"/>
                  <a:pt x="485083" y="21292"/>
                </a:cubicBezTo>
                <a:cubicBezTo>
                  <a:pt x="486388" y="22939"/>
                  <a:pt x="487040" y="25486"/>
                  <a:pt x="487040" y="28933"/>
                </a:cubicBezTo>
                <a:cubicBezTo>
                  <a:pt x="487786" y="27318"/>
                  <a:pt x="488516" y="25882"/>
                  <a:pt x="489230" y="24624"/>
                </a:cubicBezTo>
                <a:cubicBezTo>
                  <a:pt x="489945" y="23366"/>
                  <a:pt x="490713" y="22310"/>
                  <a:pt x="491536" y="21455"/>
                </a:cubicBezTo>
                <a:cubicBezTo>
                  <a:pt x="492360" y="20601"/>
                  <a:pt x="493268" y="19949"/>
                  <a:pt x="494262" y="19499"/>
                </a:cubicBezTo>
                <a:cubicBezTo>
                  <a:pt x="495256" y="19048"/>
                  <a:pt x="496405" y="18823"/>
                  <a:pt x="497710" y="18823"/>
                </a:cubicBezTo>
                <a:cubicBezTo>
                  <a:pt x="503580" y="18823"/>
                  <a:pt x="506516" y="23342"/>
                  <a:pt x="506516" y="32381"/>
                </a:cubicBezTo>
                <a:lnTo>
                  <a:pt x="506516" y="66440"/>
                </a:lnTo>
                <a:lnTo>
                  <a:pt x="499061" y="66440"/>
                </a:lnTo>
                <a:close/>
                <a:moveTo>
                  <a:pt x="558281" y="42678"/>
                </a:moveTo>
                <a:cubicBezTo>
                  <a:pt x="558281" y="46312"/>
                  <a:pt x="557768" y="49643"/>
                  <a:pt x="556743" y="52672"/>
                </a:cubicBezTo>
                <a:cubicBezTo>
                  <a:pt x="555718" y="55700"/>
                  <a:pt x="554243" y="58294"/>
                  <a:pt x="552317" y="60453"/>
                </a:cubicBezTo>
                <a:cubicBezTo>
                  <a:pt x="550391" y="62611"/>
                  <a:pt x="548046" y="64289"/>
                  <a:pt x="545282" y="65485"/>
                </a:cubicBezTo>
                <a:cubicBezTo>
                  <a:pt x="542517" y="66680"/>
                  <a:pt x="539380" y="67278"/>
                  <a:pt x="535870" y="67278"/>
                </a:cubicBezTo>
                <a:cubicBezTo>
                  <a:pt x="532516" y="67278"/>
                  <a:pt x="529511" y="66758"/>
                  <a:pt x="526855" y="65717"/>
                </a:cubicBezTo>
                <a:cubicBezTo>
                  <a:pt x="524199" y="64677"/>
                  <a:pt x="521947" y="63147"/>
                  <a:pt x="520099" y="61128"/>
                </a:cubicBezTo>
                <a:cubicBezTo>
                  <a:pt x="518251" y="59109"/>
                  <a:pt x="516838" y="56609"/>
                  <a:pt x="515859" y="53627"/>
                </a:cubicBezTo>
                <a:cubicBezTo>
                  <a:pt x="514881" y="50645"/>
                  <a:pt x="514392" y="47213"/>
                  <a:pt x="514392" y="43330"/>
                </a:cubicBezTo>
                <a:cubicBezTo>
                  <a:pt x="514392" y="39696"/>
                  <a:pt x="514904" y="36380"/>
                  <a:pt x="515929" y="33383"/>
                </a:cubicBezTo>
                <a:cubicBezTo>
                  <a:pt x="516954" y="30385"/>
                  <a:pt x="518430" y="27807"/>
                  <a:pt x="520355" y="25649"/>
                </a:cubicBezTo>
                <a:cubicBezTo>
                  <a:pt x="522281" y="23490"/>
                  <a:pt x="524626" y="21813"/>
                  <a:pt x="527391" y="20617"/>
                </a:cubicBezTo>
                <a:cubicBezTo>
                  <a:pt x="530155" y="19421"/>
                  <a:pt x="533292" y="18823"/>
                  <a:pt x="536802" y="18823"/>
                </a:cubicBezTo>
                <a:cubicBezTo>
                  <a:pt x="540157" y="18823"/>
                  <a:pt x="543162" y="19343"/>
                  <a:pt x="545818" y="20384"/>
                </a:cubicBezTo>
                <a:cubicBezTo>
                  <a:pt x="548473" y="21424"/>
                  <a:pt x="550725" y="22946"/>
                  <a:pt x="552573" y="24950"/>
                </a:cubicBezTo>
                <a:cubicBezTo>
                  <a:pt x="554422" y="26953"/>
                  <a:pt x="555835" y="29446"/>
                  <a:pt x="556813" y="32428"/>
                </a:cubicBezTo>
                <a:cubicBezTo>
                  <a:pt x="557792" y="35410"/>
                  <a:pt x="558281" y="38826"/>
                  <a:pt x="558281" y="42678"/>
                </a:cubicBezTo>
                <a:moveTo>
                  <a:pt x="549988" y="43051"/>
                </a:moveTo>
                <a:cubicBezTo>
                  <a:pt x="549988" y="40162"/>
                  <a:pt x="549669" y="37638"/>
                  <a:pt x="549032" y="35480"/>
                </a:cubicBezTo>
                <a:cubicBezTo>
                  <a:pt x="548396" y="33321"/>
                  <a:pt x="547487" y="31519"/>
                  <a:pt x="546307" y="30075"/>
                </a:cubicBezTo>
                <a:cubicBezTo>
                  <a:pt x="545127" y="28631"/>
                  <a:pt x="543690" y="27543"/>
                  <a:pt x="541997" y="26813"/>
                </a:cubicBezTo>
                <a:cubicBezTo>
                  <a:pt x="540304" y="26084"/>
                  <a:pt x="538417" y="25719"/>
                  <a:pt x="536336" y="25719"/>
                </a:cubicBezTo>
                <a:cubicBezTo>
                  <a:pt x="533913" y="25719"/>
                  <a:pt x="531840" y="26192"/>
                  <a:pt x="530116" y="27140"/>
                </a:cubicBezTo>
                <a:cubicBezTo>
                  <a:pt x="528392" y="28087"/>
                  <a:pt x="526979" y="29353"/>
                  <a:pt x="525876" y="30937"/>
                </a:cubicBezTo>
                <a:cubicBezTo>
                  <a:pt x="524774" y="32521"/>
                  <a:pt x="523966" y="34361"/>
                  <a:pt x="523454" y="36458"/>
                </a:cubicBezTo>
                <a:cubicBezTo>
                  <a:pt x="522941" y="38555"/>
                  <a:pt x="522685" y="40752"/>
                  <a:pt x="522685" y="43051"/>
                </a:cubicBezTo>
                <a:cubicBezTo>
                  <a:pt x="522685" y="45939"/>
                  <a:pt x="523003" y="48471"/>
                  <a:pt x="523640" y="50645"/>
                </a:cubicBezTo>
                <a:cubicBezTo>
                  <a:pt x="524277" y="52819"/>
                  <a:pt x="525185" y="54629"/>
                  <a:pt x="526366" y="56073"/>
                </a:cubicBezTo>
                <a:cubicBezTo>
                  <a:pt x="527546" y="57517"/>
                  <a:pt x="528975" y="58604"/>
                  <a:pt x="530652" y="59334"/>
                </a:cubicBezTo>
                <a:cubicBezTo>
                  <a:pt x="532329" y="60064"/>
                  <a:pt x="534224" y="60429"/>
                  <a:pt x="536336" y="60429"/>
                </a:cubicBezTo>
                <a:cubicBezTo>
                  <a:pt x="538759" y="60429"/>
                  <a:pt x="540832" y="59956"/>
                  <a:pt x="542556" y="59008"/>
                </a:cubicBezTo>
                <a:cubicBezTo>
                  <a:pt x="544280" y="58061"/>
                  <a:pt x="545693" y="56795"/>
                  <a:pt x="546796" y="55211"/>
                </a:cubicBezTo>
                <a:cubicBezTo>
                  <a:pt x="547899" y="53627"/>
                  <a:pt x="548706" y="51787"/>
                  <a:pt x="549219" y="49690"/>
                </a:cubicBezTo>
                <a:cubicBezTo>
                  <a:pt x="549731" y="47593"/>
                  <a:pt x="549988" y="45380"/>
                  <a:pt x="549988" y="43051"/>
                </a:cubicBezTo>
                <a:close/>
                <a:moveTo>
                  <a:pt x="607018" y="559"/>
                </a:moveTo>
                <a:lnTo>
                  <a:pt x="575056" y="76503"/>
                </a:lnTo>
                <a:lnTo>
                  <a:pt x="567322" y="76503"/>
                </a:lnTo>
                <a:lnTo>
                  <a:pt x="599284" y="559"/>
                </a:lnTo>
                <a:lnTo>
                  <a:pt x="607018" y="559"/>
                </a:lnTo>
                <a:close/>
                <a:moveTo>
                  <a:pt x="661252" y="42212"/>
                </a:moveTo>
                <a:cubicBezTo>
                  <a:pt x="661252" y="46095"/>
                  <a:pt x="660717" y="49566"/>
                  <a:pt x="659645" y="52625"/>
                </a:cubicBezTo>
                <a:cubicBezTo>
                  <a:pt x="658573" y="55685"/>
                  <a:pt x="657051" y="58278"/>
                  <a:pt x="655079" y="60406"/>
                </a:cubicBezTo>
                <a:cubicBezTo>
                  <a:pt x="653107" y="62534"/>
                  <a:pt x="650707" y="64164"/>
                  <a:pt x="647881" y="65298"/>
                </a:cubicBezTo>
                <a:cubicBezTo>
                  <a:pt x="645054" y="66432"/>
                  <a:pt x="641870" y="66999"/>
                  <a:pt x="638329" y="66999"/>
                </a:cubicBezTo>
                <a:cubicBezTo>
                  <a:pt x="635565" y="66999"/>
                  <a:pt x="632738" y="66735"/>
                  <a:pt x="629850" y="66207"/>
                </a:cubicBezTo>
                <a:cubicBezTo>
                  <a:pt x="626961" y="65679"/>
                  <a:pt x="624103" y="64840"/>
                  <a:pt x="621277" y="63691"/>
                </a:cubicBezTo>
                <a:lnTo>
                  <a:pt x="621277" y="559"/>
                </a:lnTo>
                <a:lnTo>
                  <a:pt x="629384" y="559"/>
                </a:lnTo>
                <a:lnTo>
                  <a:pt x="629384" y="18715"/>
                </a:lnTo>
                <a:lnTo>
                  <a:pt x="629011" y="27396"/>
                </a:lnTo>
                <a:cubicBezTo>
                  <a:pt x="631341" y="24259"/>
                  <a:pt x="633833" y="22046"/>
                  <a:pt x="636489" y="20757"/>
                </a:cubicBezTo>
                <a:cubicBezTo>
                  <a:pt x="639145" y="19468"/>
                  <a:pt x="641994" y="18823"/>
                  <a:pt x="645038" y="18823"/>
                </a:cubicBezTo>
                <a:cubicBezTo>
                  <a:pt x="647710" y="18823"/>
                  <a:pt x="650055" y="19382"/>
                  <a:pt x="652074" y="20500"/>
                </a:cubicBezTo>
                <a:cubicBezTo>
                  <a:pt x="654093" y="21619"/>
                  <a:pt x="655786" y="23195"/>
                  <a:pt x="657152" y="25229"/>
                </a:cubicBezTo>
                <a:cubicBezTo>
                  <a:pt x="658519" y="27264"/>
                  <a:pt x="659544" y="29718"/>
                  <a:pt x="660227" y="32591"/>
                </a:cubicBezTo>
                <a:cubicBezTo>
                  <a:pt x="660911" y="35464"/>
                  <a:pt x="661252" y="38671"/>
                  <a:pt x="661252" y="42212"/>
                </a:cubicBezTo>
                <a:moveTo>
                  <a:pt x="652959" y="42585"/>
                </a:moveTo>
                <a:cubicBezTo>
                  <a:pt x="652959" y="40131"/>
                  <a:pt x="652780" y="37879"/>
                  <a:pt x="652423" y="35829"/>
                </a:cubicBezTo>
                <a:cubicBezTo>
                  <a:pt x="652066" y="33779"/>
                  <a:pt x="651499" y="32024"/>
                  <a:pt x="650723" y="30564"/>
                </a:cubicBezTo>
                <a:cubicBezTo>
                  <a:pt x="649946" y="29104"/>
                  <a:pt x="648952" y="27963"/>
                  <a:pt x="647741" y="27140"/>
                </a:cubicBezTo>
                <a:cubicBezTo>
                  <a:pt x="646529" y="26316"/>
                  <a:pt x="645085" y="25905"/>
                  <a:pt x="643408" y="25905"/>
                </a:cubicBezTo>
                <a:cubicBezTo>
                  <a:pt x="642383" y="25905"/>
                  <a:pt x="641342" y="26068"/>
                  <a:pt x="640286" y="26394"/>
                </a:cubicBezTo>
                <a:cubicBezTo>
                  <a:pt x="639230" y="26720"/>
                  <a:pt x="638135" y="27264"/>
                  <a:pt x="637001" y="28025"/>
                </a:cubicBezTo>
                <a:cubicBezTo>
                  <a:pt x="635868" y="28786"/>
                  <a:pt x="634672" y="29795"/>
                  <a:pt x="633414" y="31053"/>
                </a:cubicBezTo>
                <a:cubicBezTo>
                  <a:pt x="632156" y="32311"/>
                  <a:pt x="630813" y="33872"/>
                  <a:pt x="629384" y="35736"/>
                </a:cubicBezTo>
                <a:lnTo>
                  <a:pt x="629384" y="58426"/>
                </a:lnTo>
                <a:cubicBezTo>
                  <a:pt x="630968" y="59047"/>
                  <a:pt x="632583" y="59536"/>
                  <a:pt x="634229" y="59894"/>
                </a:cubicBezTo>
                <a:cubicBezTo>
                  <a:pt x="635875" y="60251"/>
                  <a:pt x="637444" y="60429"/>
                  <a:pt x="638935" y="60429"/>
                </a:cubicBezTo>
                <a:cubicBezTo>
                  <a:pt x="640799" y="60429"/>
                  <a:pt x="642577" y="60134"/>
                  <a:pt x="644270" y="59544"/>
                </a:cubicBezTo>
                <a:cubicBezTo>
                  <a:pt x="645963" y="58954"/>
                  <a:pt x="647453" y="57968"/>
                  <a:pt x="648743" y="56586"/>
                </a:cubicBezTo>
                <a:cubicBezTo>
                  <a:pt x="650032" y="55203"/>
                  <a:pt x="651057" y="53371"/>
                  <a:pt x="651818" y="51088"/>
                </a:cubicBezTo>
                <a:cubicBezTo>
                  <a:pt x="652579" y="48805"/>
                  <a:pt x="652959" y="45970"/>
                  <a:pt x="652959" y="42585"/>
                </a:cubicBezTo>
                <a:close/>
                <a:moveTo>
                  <a:pt x="703187" y="66440"/>
                </a:moveTo>
                <a:lnTo>
                  <a:pt x="703000" y="60137"/>
                </a:lnTo>
                <a:cubicBezTo>
                  <a:pt x="700453" y="62657"/>
                  <a:pt x="697868" y="64478"/>
                  <a:pt x="695243" y="65598"/>
                </a:cubicBezTo>
                <a:cubicBezTo>
                  <a:pt x="692618" y="66718"/>
                  <a:pt x="689862" y="67278"/>
                  <a:pt x="686973" y="67278"/>
                </a:cubicBezTo>
                <a:cubicBezTo>
                  <a:pt x="684302" y="67278"/>
                  <a:pt x="682019" y="66936"/>
                  <a:pt x="680124" y="66252"/>
                </a:cubicBezTo>
                <a:cubicBezTo>
                  <a:pt x="678229" y="65567"/>
                  <a:pt x="676668" y="64626"/>
                  <a:pt x="675441" y="63429"/>
                </a:cubicBezTo>
                <a:cubicBezTo>
                  <a:pt x="674215" y="62231"/>
                  <a:pt x="673314" y="60823"/>
                  <a:pt x="672739" y="59205"/>
                </a:cubicBezTo>
                <a:cubicBezTo>
                  <a:pt x="672165" y="57587"/>
                  <a:pt x="671877" y="55829"/>
                  <a:pt x="671877" y="53931"/>
                </a:cubicBezTo>
                <a:cubicBezTo>
                  <a:pt x="671877" y="49233"/>
                  <a:pt x="673624" y="45554"/>
                  <a:pt x="677119" y="42895"/>
                </a:cubicBezTo>
                <a:cubicBezTo>
                  <a:pt x="680613" y="40234"/>
                  <a:pt x="685777" y="38904"/>
                  <a:pt x="692610" y="38904"/>
                </a:cubicBezTo>
                <a:lnTo>
                  <a:pt x="702302" y="38904"/>
                </a:lnTo>
                <a:lnTo>
                  <a:pt x="702302" y="34818"/>
                </a:lnTo>
                <a:cubicBezTo>
                  <a:pt x="702302" y="32064"/>
                  <a:pt x="701416" y="29858"/>
                  <a:pt x="699646" y="28202"/>
                </a:cubicBezTo>
                <a:cubicBezTo>
                  <a:pt x="697875" y="26547"/>
                  <a:pt x="695173" y="25719"/>
                  <a:pt x="691539" y="25719"/>
                </a:cubicBezTo>
                <a:cubicBezTo>
                  <a:pt x="688899" y="25719"/>
                  <a:pt x="686297" y="26018"/>
                  <a:pt x="683735" y="26617"/>
                </a:cubicBezTo>
                <a:cubicBezTo>
                  <a:pt x="681172" y="27215"/>
                  <a:pt x="678524" y="28065"/>
                  <a:pt x="675791" y="29166"/>
                </a:cubicBezTo>
                <a:lnTo>
                  <a:pt x="675791" y="21851"/>
                </a:lnTo>
                <a:cubicBezTo>
                  <a:pt x="676816" y="21473"/>
                  <a:pt x="677957" y="21102"/>
                  <a:pt x="679215" y="20739"/>
                </a:cubicBezTo>
                <a:cubicBezTo>
                  <a:pt x="680473" y="20376"/>
                  <a:pt x="681801" y="20053"/>
                  <a:pt x="683199" y="19769"/>
                </a:cubicBezTo>
                <a:cubicBezTo>
                  <a:pt x="684597" y="19485"/>
                  <a:pt x="686057" y="19256"/>
                  <a:pt x="687579" y="19084"/>
                </a:cubicBezTo>
                <a:cubicBezTo>
                  <a:pt x="689101" y="18910"/>
                  <a:pt x="690638" y="18823"/>
                  <a:pt x="692191" y="18823"/>
                </a:cubicBezTo>
                <a:cubicBezTo>
                  <a:pt x="695018" y="18823"/>
                  <a:pt x="697565" y="19134"/>
                  <a:pt x="699832" y="19755"/>
                </a:cubicBezTo>
                <a:cubicBezTo>
                  <a:pt x="702100" y="20376"/>
                  <a:pt x="704018" y="21323"/>
                  <a:pt x="705586" y="22597"/>
                </a:cubicBezTo>
                <a:cubicBezTo>
                  <a:pt x="707155" y="23870"/>
                  <a:pt x="708358" y="25470"/>
                  <a:pt x="709197" y="27396"/>
                </a:cubicBezTo>
                <a:cubicBezTo>
                  <a:pt x="710036" y="29322"/>
                  <a:pt x="710455" y="31589"/>
                  <a:pt x="710455" y="34198"/>
                </a:cubicBezTo>
                <a:lnTo>
                  <a:pt x="710455" y="66440"/>
                </a:lnTo>
                <a:lnTo>
                  <a:pt x="703187" y="66440"/>
                </a:lnTo>
                <a:moveTo>
                  <a:pt x="702302" y="45101"/>
                </a:moveTo>
                <a:lnTo>
                  <a:pt x="692005" y="45101"/>
                </a:lnTo>
                <a:cubicBezTo>
                  <a:pt x="689986" y="45101"/>
                  <a:pt x="688246" y="45304"/>
                  <a:pt x="686787" y="45709"/>
                </a:cubicBezTo>
                <a:cubicBezTo>
                  <a:pt x="685327" y="46114"/>
                  <a:pt x="684131" y="46690"/>
                  <a:pt x="683199" y="47438"/>
                </a:cubicBezTo>
                <a:cubicBezTo>
                  <a:pt x="682267" y="48185"/>
                  <a:pt x="681576" y="49081"/>
                  <a:pt x="681126" y="50125"/>
                </a:cubicBezTo>
                <a:cubicBezTo>
                  <a:pt x="680675" y="51169"/>
                  <a:pt x="680450" y="52345"/>
                  <a:pt x="680450" y="53653"/>
                </a:cubicBezTo>
                <a:cubicBezTo>
                  <a:pt x="680450" y="54557"/>
                  <a:pt x="680590" y="55422"/>
                  <a:pt x="680869" y="56248"/>
                </a:cubicBezTo>
                <a:cubicBezTo>
                  <a:pt x="681149" y="57073"/>
                  <a:pt x="681599" y="57805"/>
                  <a:pt x="682221" y="58443"/>
                </a:cubicBezTo>
                <a:cubicBezTo>
                  <a:pt x="682842" y="59082"/>
                  <a:pt x="683649" y="59588"/>
                  <a:pt x="684643" y="59962"/>
                </a:cubicBezTo>
                <a:cubicBezTo>
                  <a:pt x="685637" y="60336"/>
                  <a:pt x="686849" y="60522"/>
                  <a:pt x="688277" y="60522"/>
                </a:cubicBezTo>
                <a:cubicBezTo>
                  <a:pt x="690141" y="60522"/>
                  <a:pt x="692277" y="59954"/>
                  <a:pt x="694684" y="58818"/>
                </a:cubicBezTo>
                <a:cubicBezTo>
                  <a:pt x="697091" y="57680"/>
                  <a:pt x="699630" y="55880"/>
                  <a:pt x="702302" y="53419"/>
                </a:cubicBezTo>
                <a:lnTo>
                  <a:pt x="702302" y="45101"/>
                </a:lnTo>
                <a:close/>
                <a:moveTo>
                  <a:pt x="762034" y="53674"/>
                </a:moveTo>
                <a:cubicBezTo>
                  <a:pt x="762034" y="55320"/>
                  <a:pt x="761754" y="56795"/>
                  <a:pt x="761195" y="58100"/>
                </a:cubicBezTo>
                <a:cubicBezTo>
                  <a:pt x="760636" y="59404"/>
                  <a:pt x="759875" y="60561"/>
                  <a:pt x="758912" y="61571"/>
                </a:cubicBezTo>
                <a:cubicBezTo>
                  <a:pt x="757949" y="62580"/>
                  <a:pt x="756831" y="63442"/>
                  <a:pt x="755558" y="64157"/>
                </a:cubicBezTo>
                <a:cubicBezTo>
                  <a:pt x="754284" y="64871"/>
                  <a:pt x="752925" y="65461"/>
                  <a:pt x="751481" y="65927"/>
                </a:cubicBezTo>
                <a:cubicBezTo>
                  <a:pt x="750037" y="66393"/>
                  <a:pt x="748553" y="66735"/>
                  <a:pt x="747031" y="66952"/>
                </a:cubicBezTo>
                <a:cubicBezTo>
                  <a:pt x="745510" y="67170"/>
                  <a:pt x="744019" y="67278"/>
                  <a:pt x="742559" y="67278"/>
                </a:cubicBezTo>
                <a:cubicBezTo>
                  <a:pt x="739390" y="67278"/>
                  <a:pt x="736478" y="67139"/>
                  <a:pt x="733823" y="66859"/>
                </a:cubicBezTo>
                <a:cubicBezTo>
                  <a:pt x="731167" y="66579"/>
                  <a:pt x="728566" y="66129"/>
                  <a:pt x="726019" y="65508"/>
                </a:cubicBezTo>
                <a:lnTo>
                  <a:pt x="726019" y="58053"/>
                </a:lnTo>
                <a:cubicBezTo>
                  <a:pt x="728752" y="58830"/>
                  <a:pt x="731470" y="59420"/>
                  <a:pt x="734172" y="59824"/>
                </a:cubicBezTo>
                <a:cubicBezTo>
                  <a:pt x="736875" y="60227"/>
                  <a:pt x="739561" y="60429"/>
                  <a:pt x="742233" y="60429"/>
                </a:cubicBezTo>
                <a:cubicBezTo>
                  <a:pt x="746115" y="60429"/>
                  <a:pt x="748988" y="59901"/>
                  <a:pt x="750852" y="58845"/>
                </a:cubicBezTo>
                <a:cubicBezTo>
                  <a:pt x="752716" y="57789"/>
                  <a:pt x="753648" y="56283"/>
                  <a:pt x="753648" y="54326"/>
                </a:cubicBezTo>
                <a:cubicBezTo>
                  <a:pt x="753648" y="53487"/>
                  <a:pt x="753500" y="52734"/>
                  <a:pt x="753205" y="52066"/>
                </a:cubicBezTo>
                <a:cubicBezTo>
                  <a:pt x="752910" y="51398"/>
                  <a:pt x="752374" y="50762"/>
                  <a:pt x="751597" y="50156"/>
                </a:cubicBezTo>
                <a:cubicBezTo>
                  <a:pt x="750821" y="49550"/>
                  <a:pt x="749617" y="48921"/>
                  <a:pt x="747987" y="48269"/>
                </a:cubicBezTo>
                <a:cubicBezTo>
                  <a:pt x="746356" y="47617"/>
                  <a:pt x="744127" y="46871"/>
                  <a:pt x="741301" y="46033"/>
                </a:cubicBezTo>
                <a:cubicBezTo>
                  <a:pt x="739189" y="45411"/>
                  <a:pt x="737239" y="44705"/>
                  <a:pt x="735453" y="43913"/>
                </a:cubicBezTo>
                <a:cubicBezTo>
                  <a:pt x="733667" y="43121"/>
                  <a:pt x="732122" y="42181"/>
                  <a:pt x="730818" y="41094"/>
                </a:cubicBezTo>
                <a:cubicBezTo>
                  <a:pt x="729513" y="40007"/>
                  <a:pt x="728488" y="38733"/>
                  <a:pt x="727743" y="37273"/>
                </a:cubicBezTo>
                <a:cubicBezTo>
                  <a:pt x="726997" y="35813"/>
                  <a:pt x="726624" y="34090"/>
                  <a:pt x="726624" y="32102"/>
                </a:cubicBezTo>
                <a:cubicBezTo>
                  <a:pt x="726624" y="30797"/>
                  <a:pt x="726927" y="29368"/>
                  <a:pt x="727533" y="27815"/>
                </a:cubicBezTo>
                <a:cubicBezTo>
                  <a:pt x="728139" y="26262"/>
                  <a:pt x="729171" y="24818"/>
                  <a:pt x="730631" y="23482"/>
                </a:cubicBezTo>
                <a:cubicBezTo>
                  <a:pt x="732091" y="22147"/>
                  <a:pt x="734064" y="21036"/>
                  <a:pt x="736548" y="20151"/>
                </a:cubicBezTo>
                <a:cubicBezTo>
                  <a:pt x="739033" y="19266"/>
                  <a:pt x="742139" y="18823"/>
                  <a:pt x="745867" y="18823"/>
                </a:cubicBezTo>
                <a:cubicBezTo>
                  <a:pt x="747699" y="18823"/>
                  <a:pt x="749734" y="18924"/>
                  <a:pt x="751970" y="19126"/>
                </a:cubicBezTo>
                <a:cubicBezTo>
                  <a:pt x="754207" y="19328"/>
                  <a:pt x="756536" y="19677"/>
                  <a:pt x="758959" y="20174"/>
                </a:cubicBezTo>
                <a:lnTo>
                  <a:pt x="758959" y="27396"/>
                </a:lnTo>
                <a:cubicBezTo>
                  <a:pt x="756412" y="26775"/>
                  <a:pt x="753997" y="26316"/>
                  <a:pt x="751714" y="26021"/>
                </a:cubicBezTo>
                <a:cubicBezTo>
                  <a:pt x="749431" y="25726"/>
                  <a:pt x="747451" y="25579"/>
                  <a:pt x="745774" y="25579"/>
                </a:cubicBezTo>
                <a:cubicBezTo>
                  <a:pt x="743755" y="25579"/>
                  <a:pt x="742054" y="25734"/>
                  <a:pt x="740672" y="26045"/>
                </a:cubicBezTo>
                <a:cubicBezTo>
                  <a:pt x="739290" y="26355"/>
                  <a:pt x="738171" y="26782"/>
                  <a:pt x="737317" y="27326"/>
                </a:cubicBezTo>
                <a:cubicBezTo>
                  <a:pt x="736463" y="27870"/>
                  <a:pt x="735850" y="28506"/>
                  <a:pt x="735477" y="29236"/>
                </a:cubicBezTo>
                <a:cubicBezTo>
                  <a:pt x="735104" y="29966"/>
                  <a:pt x="734918" y="30750"/>
                  <a:pt x="734918" y="31589"/>
                </a:cubicBezTo>
                <a:cubicBezTo>
                  <a:pt x="734918" y="32428"/>
                  <a:pt x="735081" y="33189"/>
                  <a:pt x="735407" y="33872"/>
                </a:cubicBezTo>
                <a:cubicBezTo>
                  <a:pt x="735733" y="34555"/>
                  <a:pt x="736339" y="35215"/>
                  <a:pt x="737224" y="35852"/>
                </a:cubicBezTo>
                <a:cubicBezTo>
                  <a:pt x="738109" y="36489"/>
                  <a:pt x="739344" y="37126"/>
                  <a:pt x="740928" y="37762"/>
                </a:cubicBezTo>
                <a:cubicBezTo>
                  <a:pt x="742512" y="38399"/>
                  <a:pt x="744578" y="39090"/>
                  <a:pt x="747125" y="39836"/>
                </a:cubicBezTo>
                <a:cubicBezTo>
                  <a:pt x="749889" y="40643"/>
                  <a:pt x="752219" y="41490"/>
                  <a:pt x="754113" y="42375"/>
                </a:cubicBezTo>
                <a:cubicBezTo>
                  <a:pt x="756008" y="43260"/>
                  <a:pt x="757546" y="44246"/>
                  <a:pt x="758726" y="45334"/>
                </a:cubicBezTo>
                <a:cubicBezTo>
                  <a:pt x="759906" y="46421"/>
                  <a:pt x="760753" y="47648"/>
                  <a:pt x="761265" y="49014"/>
                </a:cubicBezTo>
                <a:cubicBezTo>
                  <a:pt x="761778" y="50381"/>
                  <a:pt x="762034" y="51934"/>
                  <a:pt x="762034" y="53674"/>
                </a:cubicBezTo>
                <a:close/>
                <a:moveTo>
                  <a:pt x="792787" y="26371"/>
                </a:moveTo>
                <a:lnTo>
                  <a:pt x="778949" y="26371"/>
                </a:lnTo>
                <a:lnTo>
                  <a:pt x="778949" y="19662"/>
                </a:lnTo>
                <a:lnTo>
                  <a:pt x="800987" y="19662"/>
                </a:lnTo>
                <a:lnTo>
                  <a:pt x="800987" y="59684"/>
                </a:lnTo>
                <a:lnTo>
                  <a:pt x="814918" y="59684"/>
                </a:lnTo>
                <a:lnTo>
                  <a:pt x="814918" y="66440"/>
                </a:lnTo>
                <a:lnTo>
                  <a:pt x="777411" y="66440"/>
                </a:lnTo>
                <a:lnTo>
                  <a:pt x="777411" y="59684"/>
                </a:lnTo>
                <a:lnTo>
                  <a:pt x="792787" y="59684"/>
                </a:lnTo>
                <a:lnTo>
                  <a:pt x="792787" y="26371"/>
                </a:lnTo>
                <a:moveTo>
                  <a:pt x="795629" y="0"/>
                </a:moveTo>
                <a:cubicBezTo>
                  <a:pt x="796529" y="0"/>
                  <a:pt x="797368" y="163"/>
                  <a:pt x="798145" y="489"/>
                </a:cubicBezTo>
                <a:cubicBezTo>
                  <a:pt x="798921" y="815"/>
                  <a:pt x="799597" y="1274"/>
                  <a:pt x="800171" y="1864"/>
                </a:cubicBezTo>
                <a:cubicBezTo>
                  <a:pt x="800746" y="2454"/>
                  <a:pt x="801196" y="3129"/>
                  <a:pt x="801523" y="3890"/>
                </a:cubicBezTo>
                <a:cubicBezTo>
                  <a:pt x="801849" y="4651"/>
                  <a:pt x="802012" y="5482"/>
                  <a:pt x="802012" y="6383"/>
                </a:cubicBezTo>
                <a:cubicBezTo>
                  <a:pt x="802012" y="7253"/>
                  <a:pt x="801849" y="8076"/>
                  <a:pt x="801523" y="8852"/>
                </a:cubicBezTo>
                <a:cubicBezTo>
                  <a:pt x="801196" y="9629"/>
                  <a:pt x="800746" y="10312"/>
                  <a:pt x="800171" y="10902"/>
                </a:cubicBezTo>
                <a:cubicBezTo>
                  <a:pt x="799597" y="11493"/>
                  <a:pt x="798921" y="11951"/>
                  <a:pt x="798145" y="12277"/>
                </a:cubicBezTo>
                <a:cubicBezTo>
                  <a:pt x="797368" y="12603"/>
                  <a:pt x="796529" y="12766"/>
                  <a:pt x="795629" y="12766"/>
                </a:cubicBezTo>
                <a:cubicBezTo>
                  <a:pt x="794728" y="12766"/>
                  <a:pt x="793889" y="12603"/>
                  <a:pt x="793113" y="12277"/>
                </a:cubicBezTo>
                <a:cubicBezTo>
                  <a:pt x="792336" y="11951"/>
                  <a:pt x="791661" y="11493"/>
                  <a:pt x="791086" y="10902"/>
                </a:cubicBezTo>
                <a:cubicBezTo>
                  <a:pt x="790511" y="10312"/>
                  <a:pt x="790061" y="9629"/>
                  <a:pt x="789735" y="8852"/>
                </a:cubicBezTo>
                <a:cubicBezTo>
                  <a:pt x="789409" y="8076"/>
                  <a:pt x="789246" y="7253"/>
                  <a:pt x="789246" y="6383"/>
                </a:cubicBezTo>
                <a:cubicBezTo>
                  <a:pt x="789246" y="5482"/>
                  <a:pt x="789409" y="4651"/>
                  <a:pt x="789735" y="3890"/>
                </a:cubicBezTo>
                <a:cubicBezTo>
                  <a:pt x="790061" y="3129"/>
                  <a:pt x="790511" y="2454"/>
                  <a:pt x="791086" y="1864"/>
                </a:cubicBezTo>
                <a:cubicBezTo>
                  <a:pt x="791661" y="1274"/>
                  <a:pt x="792336" y="815"/>
                  <a:pt x="793113" y="489"/>
                </a:cubicBezTo>
                <a:cubicBezTo>
                  <a:pt x="793889" y="163"/>
                  <a:pt x="794728" y="0"/>
                  <a:pt x="795629" y="0"/>
                </a:cubicBezTo>
                <a:close/>
                <a:moveTo>
                  <a:pt x="865052" y="64716"/>
                </a:moveTo>
                <a:cubicBezTo>
                  <a:pt x="862940" y="65523"/>
                  <a:pt x="860774" y="66121"/>
                  <a:pt x="858553" y="66510"/>
                </a:cubicBezTo>
                <a:cubicBezTo>
                  <a:pt x="856332" y="66898"/>
                  <a:pt x="854041" y="67092"/>
                  <a:pt x="851680" y="67092"/>
                </a:cubicBezTo>
                <a:cubicBezTo>
                  <a:pt x="844288" y="67092"/>
                  <a:pt x="838596" y="65088"/>
                  <a:pt x="834605" y="61082"/>
                </a:cubicBezTo>
                <a:cubicBezTo>
                  <a:pt x="830613" y="57075"/>
                  <a:pt x="828618" y="51220"/>
                  <a:pt x="828618" y="43517"/>
                </a:cubicBezTo>
                <a:cubicBezTo>
                  <a:pt x="828618" y="39820"/>
                  <a:pt x="829192" y="36466"/>
                  <a:pt x="830341" y="33453"/>
                </a:cubicBezTo>
                <a:cubicBezTo>
                  <a:pt x="831491" y="30440"/>
                  <a:pt x="833106" y="27862"/>
                  <a:pt x="835187" y="25719"/>
                </a:cubicBezTo>
                <a:cubicBezTo>
                  <a:pt x="837268" y="23575"/>
                  <a:pt x="839753" y="21921"/>
                  <a:pt x="842642" y="20757"/>
                </a:cubicBezTo>
                <a:cubicBezTo>
                  <a:pt x="845530" y="19592"/>
                  <a:pt x="848714" y="19009"/>
                  <a:pt x="852193" y="19009"/>
                </a:cubicBezTo>
                <a:cubicBezTo>
                  <a:pt x="854616" y="19009"/>
                  <a:pt x="856883" y="19184"/>
                  <a:pt x="858995" y="19534"/>
                </a:cubicBezTo>
                <a:cubicBezTo>
                  <a:pt x="861107" y="19882"/>
                  <a:pt x="863126" y="20453"/>
                  <a:pt x="865052" y="21246"/>
                </a:cubicBezTo>
                <a:lnTo>
                  <a:pt x="865052" y="28980"/>
                </a:lnTo>
                <a:cubicBezTo>
                  <a:pt x="863033" y="27907"/>
                  <a:pt x="860975" y="27127"/>
                  <a:pt x="858879" y="26639"/>
                </a:cubicBezTo>
                <a:cubicBezTo>
                  <a:pt x="856782" y="26150"/>
                  <a:pt x="854616" y="25905"/>
                  <a:pt x="852379" y="25905"/>
                </a:cubicBezTo>
                <a:cubicBezTo>
                  <a:pt x="850298" y="25905"/>
                  <a:pt x="848334" y="26301"/>
                  <a:pt x="846485" y="27093"/>
                </a:cubicBezTo>
                <a:cubicBezTo>
                  <a:pt x="844637" y="27885"/>
                  <a:pt x="843014" y="29027"/>
                  <a:pt x="841617" y="30518"/>
                </a:cubicBezTo>
                <a:cubicBezTo>
                  <a:pt x="840219" y="32008"/>
                  <a:pt x="839116" y="33826"/>
                  <a:pt x="838309" y="35969"/>
                </a:cubicBezTo>
                <a:cubicBezTo>
                  <a:pt x="837501" y="38112"/>
                  <a:pt x="837097" y="40535"/>
                  <a:pt x="837097" y="43237"/>
                </a:cubicBezTo>
                <a:cubicBezTo>
                  <a:pt x="837097" y="48890"/>
                  <a:pt x="838472" y="53122"/>
                  <a:pt x="841221" y="55933"/>
                </a:cubicBezTo>
                <a:cubicBezTo>
                  <a:pt x="843969" y="58744"/>
                  <a:pt x="847782" y="60150"/>
                  <a:pt x="852659" y="60150"/>
                </a:cubicBezTo>
                <a:cubicBezTo>
                  <a:pt x="854864" y="60150"/>
                  <a:pt x="857000" y="59901"/>
                  <a:pt x="859065" y="59404"/>
                </a:cubicBezTo>
                <a:cubicBezTo>
                  <a:pt x="861131" y="58907"/>
                  <a:pt x="863126" y="58162"/>
                  <a:pt x="865052" y="57168"/>
                </a:cubicBezTo>
                <a:lnTo>
                  <a:pt x="865052" y="64716"/>
                </a:lnTo>
                <a:close/>
                <a:moveTo>
                  <a:pt x="898973" y="51763"/>
                </a:moveTo>
                <a:cubicBezTo>
                  <a:pt x="900029" y="51763"/>
                  <a:pt x="901031" y="51965"/>
                  <a:pt x="901978" y="52369"/>
                </a:cubicBezTo>
                <a:cubicBezTo>
                  <a:pt x="902925" y="52773"/>
                  <a:pt x="903749" y="53332"/>
                  <a:pt x="904447" y="54046"/>
                </a:cubicBezTo>
                <a:cubicBezTo>
                  <a:pt x="905146" y="54761"/>
                  <a:pt x="905698" y="55592"/>
                  <a:pt x="906101" y="56539"/>
                </a:cubicBezTo>
                <a:cubicBezTo>
                  <a:pt x="906505" y="57486"/>
                  <a:pt x="906707" y="58504"/>
                  <a:pt x="906707" y="59591"/>
                </a:cubicBezTo>
                <a:cubicBezTo>
                  <a:pt x="906707" y="60647"/>
                  <a:pt x="906505" y="61641"/>
                  <a:pt x="906101" y="62573"/>
                </a:cubicBezTo>
                <a:cubicBezTo>
                  <a:pt x="905698" y="63504"/>
                  <a:pt x="905146" y="64320"/>
                  <a:pt x="904447" y="65019"/>
                </a:cubicBezTo>
                <a:cubicBezTo>
                  <a:pt x="903749" y="65717"/>
                  <a:pt x="902925" y="66269"/>
                  <a:pt x="901978" y="66673"/>
                </a:cubicBezTo>
                <a:cubicBezTo>
                  <a:pt x="901031" y="67076"/>
                  <a:pt x="900029" y="67278"/>
                  <a:pt x="898973" y="67278"/>
                </a:cubicBezTo>
                <a:cubicBezTo>
                  <a:pt x="897886" y="67278"/>
                  <a:pt x="896876" y="67076"/>
                  <a:pt x="895944" y="66673"/>
                </a:cubicBezTo>
                <a:cubicBezTo>
                  <a:pt x="895013" y="66269"/>
                  <a:pt x="894197" y="65717"/>
                  <a:pt x="893498" y="65019"/>
                </a:cubicBezTo>
                <a:cubicBezTo>
                  <a:pt x="892799" y="64320"/>
                  <a:pt x="892248" y="63504"/>
                  <a:pt x="891844" y="62573"/>
                </a:cubicBezTo>
                <a:cubicBezTo>
                  <a:pt x="891441" y="61641"/>
                  <a:pt x="891239" y="60647"/>
                  <a:pt x="891239" y="59591"/>
                </a:cubicBezTo>
                <a:cubicBezTo>
                  <a:pt x="891239" y="58504"/>
                  <a:pt x="891441" y="57486"/>
                  <a:pt x="891844" y="56539"/>
                </a:cubicBezTo>
                <a:cubicBezTo>
                  <a:pt x="892248" y="55592"/>
                  <a:pt x="892799" y="54761"/>
                  <a:pt x="893498" y="54046"/>
                </a:cubicBezTo>
                <a:cubicBezTo>
                  <a:pt x="894197" y="53332"/>
                  <a:pt x="895013" y="52773"/>
                  <a:pt x="895944" y="52369"/>
                </a:cubicBezTo>
                <a:cubicBezTo>
                  <a:pt x="896876" y="51965"/>
                  <a:pt x="897886" y="51763"/>
                  <a:pt x="898973" y="51763"/>
                </a:cubicBezTo>
                <a:close/>
                <a:moveTo>
                  <a:pt x="965787" y="66440"/>
                </a:moveTo>
                <a:lnTo>
                  <a:pt x="965787" y="32847"/>
                </a:lnTo>
                <a:cubicBezTo>
                  <a:pt x="965787" y="31387"/>
                  <a:pt x="965733" y="30191"/>
                  <a:pt x="965624" y="29260"/>
                </a:cubicBezTo>
                <a:cubicBezTo>
                  <a:pt x="965515" y="28328"/>
                  <a:pt x="965345" y="27590"/>
                  <a:pt x="965112" y="27046"/>
                </a:cubicBezTo>
                <a:cubicBezTo>
                  <a:pt x="964879" y="26503"/>
                  <a:pt x="964584" y="26122"/>
                  <a:pt x="964226" y="25905"/>
                </a:cubicBezTo>
                <a:cubicBezTo>
                  <a:pt x="963869" y="25688"/>
                  <a:pt x="963427" y="25579"/>
                  <a:pt x="962899" y="25579"/>
                </a:cubicBezTo>
                <a:cubicBezTo>
                  <a:pt x="962277" y="25579"/>
                  <a:pt x="961703" y="25765"/>
                  <a:pt x="961175" y="26138"/>
                </a:cubicBezTo>
                <a:cubicBezTo>
                  <a:pt x="960647" y="26511"/>
                  <a:pt x="960080" y="27116"/>
                  <a:pt x="959474" y="27955"/>
                </a:cubicBezTo>
                <a:cubicBezTo>
                  <a:pt x="958868" y="28794"/>
                  <a:pt x="958201" y="29904"/>
                  <a:pt x="957471" y="31286"/>
                </a:cubicBezTo>
                <a:cubicBezTo>
                  <a:pt x="956741" y="32668"/>
                  <a:pt x="955879" y="34369"/>
                  <a:pt x="954885" y="36388"/>
                </a:cubicBezTo>
                <a:lnTo>
                  <a:pt x="954885" y="66440"/>
                </a:lnTo>
                <a:lnTo>
                  <a:pt x="947477" y="66440"/>
                </a:lnTo>
                <a:lnTo>
                  <a:pt x="947477" y="33732"/>
                </a:lnTo>
                <a:cubicBezTo>
                  <a:pt x="947477" y="32024"/>
                  <a:pt x="947422" y="30642"/>
                  <a:pt x="947314" y="29586"/>
                </a:cubicBezTo>
                <a:cubicBezTo>
                  <a:pt x="947205" y="28530"/>
                  <a:pt x="947034" y="27706"/>
                  <a:pt x="946801" y="27116"/>
                </a:cubicBezTo>
                <a:cubicBezTo>
                  <a:pt x="946568" y="26526"/>
                  <a:pt x="946265" y="26122"/>
                  <a:pt x="945893" y="25905"/>
                </a:cubicBezTo>
                <a:cubicBezTo>
                  <a:pt x="945520" y="25688"/>
                  <a:pt x="945069" y="25579"/>
                  <a:pt x="944541" y="25579"/>
                </a:cubicBezTo>
                <a:cubicBezTo>
                  <a:pt x="943982" y="25579"/>
                  <a:pt x="943454" y="25734"/>
                  <a:pt x="942957" y="26045"/>
                </a:cubicBezTo>
                <a:cubicBezTo>
                  <a:pt x="942460" y="26355"/>
                  <a:pt x="941909" y="26914"/>
                  <a:pt x="941303" y="27722"/>
                </a:cubicBezTo>
                <a:cubicBezTo>
                  <a:pt x="940698" y="28530"/>
                  <a:pt x="940022" y="29632"/>
                  <a:pt x="939277" y="31030"/>
                </a:cubicBezTo>
                <a:cubicBezTo>
                  <a:pt x="938531" y="32428"/>
                  <a:pt x="937646" y="34214"/>
                  <a:pt x="936621" y="36388"/>
                </a:cubicBezTo>
                <a:lnTo>
                  <a:pt x="936621" y="66440"/>
                </a:lnTo>
                <a:lnTo>
                  <a:pt x="929166" y="66440"/>
                </a:lnTo>
                <a:lnTo>
                  <a:pt x="929166" y="19662"/>
                </a:lnTo>
                <a:lnTo>
                  <a:pt x="935363" y="19662"/>
                </a:lnTo>
                <a:lnTo>
                  <a:pt x="935736" y="28561"/>
                </a:lnTo>
                <a:cubicBezTo>
                  <a:pt x="936543" y="26790"/>
                  <a:pt x="937327" y="25284"/>
                  <a:pt x="938088" y="24041"/>
                </a:cubicBezTo>
                <a:cubicBezTo>
                  <a:pt x="938849" y="22799"/>
                  <a:pt x="939634" y="21797"/>
                  <a:pt x="940441" y="21036"/>
                </a:cubicBezTo>
                <a:cubicBezTo>
                  <a:pt x="941249" y="20275"/>
                  <a:pt x="942111" y="19716"/>
                  <a:pt x="943027" y="19359"/>
                </a:cubicBezTo>
                <a:cubicBezTo>
                  <a:pt x="943943" y="19002"/>
                  <a:pt x="944961" y="18823"/>
                  <a:pt x="946079" y="18823"/>
                </a:cubicBezTo>
                <a:cubicBezTo>
                  <a:pt x="948595" y="18823"/>
                  <a:pt x="950505" y="19646"/>
                  <a:pt x="951810" y="21292"/>
                </a:cubicBezTo>
                <a:cubicBezTo>
                  <a:pt x="953114" y="22939"/>
                  <a:pt x="953767" y="25486"/>
                  <a:pt x="953767" y="28933"/>
                </a:cubicBezTo>
                <a:cubicBezTo>
                  <a:pt x="954512" y="27318"/>
                  <a:pt x="955242" y="25882"/>
                  <a:pt x="955956" y="24624"/>
                </a:cubicBezTo>
                <a:cubicBezTo>
                  <a:pt x="956671" y="23366"/>
                  <a:pt x="957440" y="22310"/>
                  <a:pt x="958263" y="21455"/>
                </a:cubicBezTo>
                <a:cubicBezTo>
                  <a:pt x="959086" y="20601"/>
                  <a:pt x="959994" y="19949"/>
                  <a:pt x="960988" y="19499"/>
                </a:cubicBezTo>
                <a:cubicBezTo>
                  <a:pt x="961982" y="19048"/>
                  <a:pt x="963131" y="18823"/>
                  <a:pt x="964436" y="18823"/>
                </a:cubicBezTo>
                <a:cubicBezTo>
                  <a:pt x="970307" y="18823"/>
                  <a:pt x="973242" y="23342"/>
                  <a:pt x="973242" y="32381"/>
                </a:cubicBezTo>
                <a:lnTo>
                  <a:pt x="973242" y="66440"/>
                </a:lnTo>
                <a:lnTo>
                  <a:pt x="965787" y="66440"/>
                </a:lnTo>
                <a:close/>
                <a:moveTo>
                  <a:pt x="981910" y="44029"/>
                </a:moveTo>
                <a:cubicBezTo>
                  <a:pt x="981910" y="40053"/>
                  <a:pt x="982453" y="36520"/>
                  <a:pt x="983541" y="33429"/>
                </a:cubicBezTo>
                <a:cubicBezTo>
                  <a:pt x="984628" y="30339"/>
                  <a:pt x="986173" y="27730"/>
                  <a:pt x="988176" y="25602"/>
                </a:cubicBezTo>
                <a:cubicBezTo>
                  <a:pt x="990180" y="23474"/>
                  <a:pt x="992587" y="21859"/>
                  <a:pt x="995398" y="20757"/>
                </a:cubicBezTo>
                <a:cubicBezTo>
                  <a:pt x="998209" y="19654"/>
                  <a:pt x="1001339" y="19103"/>
                  <a:pt x="1004786" y="19103"/>
                </a:cubicBezTo>
                <a:cubicBezTo>
                  <a:pt x="1006277" y="19103"/>
                  <a:pt x="1007745" y="19196"/>
                  <a:pt x="1009189" y="19382"/>
                </a:cubicBezTo>
                <a:cubicBezTo>
                  <a:pt x="1010634" y="19568"/>
                  <a:pt x="1012055" y="19864"/>
                  <a:pt x="1013452" y="20267"/>
                </a:cubicBezTo>
                <a:lnTo>
                  <a:pt x="1013452" y="559"/>
                </a:lnTo>
                <a:lnTo>
                  <a:pt x="1021606" y="559"/>
                </a:lnTo>
                <a:lnTo>
                  <a:pt x="1021606" y="66440"/>
                </a:lnTo>
                <a:lnTo>
                  <a:pt x="1014338" y="66440"/>
                </a:lnTo>
                <a:lnTo>
                  <a:pt x="1014058" y="57587"/>
                </a:lnTo>
                <a:cubicBezTo>
                  <a:pt x="1011791" y="60880"/>
                  <a:pt x="1009337" y="63318"/>
                  <a:pt x="1006697" y="64902"/>
                </a:cubicBezTo>
                <a:cubicBezTo>
                  <a:pt x="1004056" y="66486"/>
                  <a:pt x="1001199" y="67278"/>
                  <a:pt x="998124" y="67278"/>
                </a:cubicBezTo>
                <a:cubicBezTo>
                  <a:pt x="995453" y="67278"/>
                  <a:pt x="993100" y="66719"/>
                  <a:pt x="991065" y="65601"/>
                </a:cubicBezTo>
                <a:cubicBezTo>
                  <a:pt x="989031" y="64483"/>
                  <a:pt x="987338" y="62906"/>
                  <a:pt x="985987" y="60872"/>
                </a:cubicBezTo>
                <a:cubicBezTo>
                  <a:pt x="984636" y="58837"/>
                  <a:pt x="983618" y="56391"/>
                  <a:pt x="982935" y="53534"/>
                </a:cubicBezTo>
                <a:cubicBezTo>
                  <a:pt x="982252" y="50676"/>
                  <a:pt x="981910" y="47508"/>
                  <a:pt x="981910" y="44029"/>
                </a:cubicBezTo>
                <a:moveTo>
                  <a:pt x="990203" y="43517"/>
                </a:moveTo>
                <a:cubicBezTo>
                  <a:pt x="990203" y="49170"/>
                  <a:pt x="991034" y="53386"/>
                  <a:pt x="992696" y="56166"/>
                </a:cubicBezTo>
                <a:cubicBezTo>
                  <a:pt x="994358" y="58946"/>
                  <a:pt x="996711" y="60336"/>
                  <a:pt x="999754" y="60336"/>
                </a:cubicBezTo>
                <a:cubicBezTo>
                  <a:pt x="1001805" y="60336"/>
                  <a:pt x="1003971" y="59420"/>
                  <a:pt x="1006254" y="57587"/>
                </a:cubicBezTo>
                <a:cubicBezTo>
                  <a:pt x="1008537" y="55755"/>
                  <a:pt x="1010936" y="53037"/>
                  <a:pt x="1013452" y="49434"/>
                </a:cubicBezTo>
                <a:lnTo>
                  <a:pt x="1013452" y="27722"/>
                </a:lnTo>
                <a:cubicBezTo>
                  <a:pt x="1012117" y="27101"/>
                  <a:pt x="1010641" y="26627"/>
                  <a:pt x="1009026" y="26301"/>
                </a:cubicBezTo>
                <a:cubicBezTo>
                  <a:pt x="1007411" y="25975"/>
                  <a:pt x="1005811" y="25812"/>
                  <a:pt x="1004227" y="25812"/>
                </a:cubicBezTo>
                <a:cubicBezTo>
                  <a:pt x="999817" y="25812"/>
                  <a:pt x="996377" y="27241"/>
                  <a:pt x="993907" y="30098"/>
                </a:cubicBezTo>
                <a:cubicBezTo>
                  <a:pt x="991438" y="32956"/>
                  <a:pt x="990203" y="37429"/>
                  <a:pt x="990203" y="43517"/>
                </a:cubicBezTo>
                <a:close/>
                <a:moveTo>
                  <a:pt x="1051007" y="559"/>
                </a:moveTo>
                <a:lnTo>
                  <a:pt x="1049703" y="22457"/>
                </a:lnTo>
                <a:lnTo>
                  <a:pt x="1042062" y="22457"/>
                </a:lnTo>
                <a:lnTo>
                  <a:pt x="1040711" y="559"/>
                </a:lnTo>
                <a:lnTo>
                  <a:pt x="1051007" y="559"/>
                </a:lnTo>
                <a:moveTo>
                  <a:pt x="1069131" y="559"/>
                </a:moveTo>
                <a:lnTo>
                  <a:pt x="1067827" y="22457"/>
                </a:lnTo>
                <a:lnTo>
                  <a:pt x="1060186" y="22457"/>
                </a:lnTo>
                <a:lnTo>
                  <a:pt x="1058835" y="559"/>
                </a:lnTo>
                <a:lnTo>
                  <a:pt x="1069131" y="559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,">
            <a:extLst xmlns:a="http://schemas.openxmlformats.org/drawingml/2006/main">
              <a:ext uri="{FF2B5EF4-FFF2-40B4-BE49-F238E27FC236}">
                <a16:creationId xmlns:a16="http://schemas.microsoft.com/office/drawing/2014/main" id="{ADE81A17-7723-4BBF-81CC-D40879A2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542" y="4026716"/>
            <a:ext cx="22504" cy="30983"/>
          </a:xfrm>
          <a:custGeom xmlns:a="http://schemas.openxmlformats.org/drawingml/2006/main">
            <a:pathLst>
              <a:path w="22504" h="30983">
                <a:moveTo>
                  <a:pt x="0" y="24600"/>
                </a:moveTo>
                <a:cubicBezTo>
                  <a:pt x="1584" y="24662"/>
                  <a:pt x="3122" y="24522"/>
                  <a:pt x="4613" y="24178"/>
                </a:cubicBezTo>
                <a:cubicBezTo>
                  <a:pt x="6103" y="23835"/>
                  <a:pt x="7416" y="23328"/>
                  <a:pt x="8550" y="22657"/>
                </a:cubicBezTo>
                <a:cubicBezTo>
                  <a:pt x="9683" y="21986"/>
                  <a:pt x="10592" y="21151"/>
                  <a:pt x="11275" y="20152"/>
                </a:cubicBezTo>
                <a:cubicBezTo>
                  <a:pt x="11959" y="19154"/>
                  <a:pt x="12300" y="18015"/>
                  <a:pt x="12300" y="16735"/>
                </a:cubicBezTo>
                <a:cubicBezTo>
                  <a:pt x="12300" y="15425"/>
                  <a:pt x="12075" y="14366"/>
                  <a:pt x="11625" y="13558"/>
                </a:cubicBezTo>
                <a:cubicBezTo>
                  <a:pt x="11174" y="12751"/>
                  <a:pt x="10669" y="12005"/>
                  <a:pt x="10110" y="11322"/>
                </a:cubicBezTo>
                <a:cubicBezTo>
                  <a:pt x="9551" y="10638"/>
                  <a:pt x="9047" y="9908"/>
                  <a:pt x="8596" y="9132"/>
                </a:cubicBezTo>
                <a:cubicBezTo>
                  <a:pt x="8146" y="8355"/>
                  <a:pt x="7921" y="7315"/>
                  <a:pt x="7921" y="6010"/>
                </a:cubicBezTo>
                <a:cubicBezTo>
                  <a:pt x="7921" y="5358"/>
                  <a:pt x="8045" y="4675"/>
                  <a:pt x="8293" y="3960"/>
                </a:cubicBezTo>
                <a:cubicBezTo>
                  <a:pt x="8542" y="3246"/>
                  <a:pt x="8922" y="2594"/>
                  <a:pt x="9435" y="2003"/>
                </a:cubicBezTo>
                <a:cubicBezTo>
                  <a:pt x="9947" y="1413"/>
                  <a:pt x="10600" y="932"/>
                  <a:pt x="11392" y="559"/>
                </a:cubicBezTo>
                <a:cubicBezTo>
                  <a:pt x="12184" y="186"/>
                  <a:pt x="13123" y="0"/>
                  <a:pt x="14210" y="0"/>
                </a:cubicBezTo>
                <a:cubicBezTo>
                  <a:pt x="15298" y="0"/>
                  <a:pt x="16346" y="226"/>
                  <a:pt x="17355" y="677"/>
                </a:cubicBezTo>
                <a:cubicBezTo>
                  <a:pt x="18365" y="1127"/>
                  <a:pt x="19250" y="1820"/>
                  <a:pt x="20011" y="2753"/>
                </a:cubicBezTo>
                <a:cubicBezTo>
                  <a:pt x="20772" y="3686"/>
                  <a:pt x="21378" y="4853"/>
                  <a:pt x="21828" y="6253"/>
                </a:cubicBezTo>
                <a:cubicBezTo>
                  <a:pt x="22279" y="7653"/>
                  <a:pt x="22504" y="9302"/>
                  <a:pt x="22504" y="11199"/>
                </a:cubicBezTo>
                <a:cubicBezTo>
                  <a:pt x="22504" y="13781"/>
                  <a:pt x="22030" y="16262"/>
                  <a:pt x="21083" y="18641"/>
                </a:cubicBezTo>
                <a:cubicBezTo>
                  <a:pt x="20135" y="21021"/>
                  <a:pt x="18722" y="23129"/>
                  <a:pt x="16843" y="24964"/>
                </a:cubicBezTo>
                <a:cubicBezTo>
                  <a:pt x="14964" y="26800"/>
                  <a:pt x="12619" y="28262"/>
                  <a:pt x="9808" y="29350"/>
                </a:cubicBezTo>
                <a:cubicBezTo>
                  <a:pt x="6997" y="30439"/>
                  <a:pt x="3727" y="30983"/>
                  <a:pt x="0" y="30983"/>
                </a:cubicBezTo>
                <a:lnTo>
                  <a:pt x="0" y="2460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&quot;cascader-select/demo/search.md&quot;">
            <a:extLst xmlns:a="http://schemas.openxmlformats.org/drawingml/2006/main">
              <a:ext uri="{FF2B5EF4-FFF2-40B4-BE49-F238E27FC236}">
                <a16:creationId xmlns:a16="http://schemas.microsoft.com/office/drawing/2014/main" id="{E29AAD8C-D316-46F1-B7D0-3BA1C16C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191" y="3975884"/>
            <a:ext cx="1636034" cy="75944"/>
          </a:xfrm>
          <a:custGeom xmlns:a="http://schemas.openxmlformats.org/drawingml/2006/main">
            <a:pathLst>
              <a:path w="1636034" h="75944">
                <a:moveTo>
                  <a:pt x="10297" y="0"/>
                </a:moveTo>
                <a:lnTo>
                  <a:pt x="8992" y="21898"/>
                </a:lnTo>
                <a:lnTo>
                  <a:pt x="1351" y="21898"/>
                </a:lnTo>
                <a:lnTo>
                  <a:pt x="0" y="0"/>
                </a:lnTo>
                <a:lnTo>
                  <a:pt x="10297" y="0"/>
                </a:lnTo>
                <a:moveTo>
                  <a:pt x="28421" y="0"/>
                </a:moveTo>
                <a:lnTo>
                  <a:pt x="27116" y="21898"/>
                </a:lnTo>
                <a:lnTo>
                  <a:pt x="19475" y="21898"/>
                </a:lnTo>
                <a:lnTo>
                  <a:pt x="18124" y="0"/>
                </a:lnTo>
                <a:lnTo>
                  <a:pt x="28421" y="0"/>
                </a:lnTo>
                <a:close/>
                <a:moveTo>
                  <a:pt x="83634" y="64157"/>
                </a:moveTo>
                <a:cubicBezTo>
                  <a:pt x="81522" y="64964"/>
                  <a:pt x="79355" y="65562"/>
                  <a:pt x="77134" y="65950"/>
                </a:cubicBezTo>
                <a:cubicBezTo>
                  <a:pt x="74914" y="66339"/>
                  <a:pt x="72623" y="66533"/>
                  <a:pt x="70262" y="66533"/>
                </a:cubicBezTo>
                <a:cubicBezTo>
                  <a:pt x="62870" y="66533"/>
                  <a:pt x="57178" y="64529"/>
                  <a:pt x="53186" y="60522"/>
                </a:cubicBezTo>
                <a:cubicBezTo>
                  <a:pt x="49195" y="56516"/>
                  <a:pt x="47199" y="50661"/>
                  <a:pt x="47199" y="42957"/>
                </a:cubicBezTo>
                <a:cubicBezTo>
                  <a:pt x="47199" y="39261"/>
                  <a:pt x="47774" y="35907"/>
                  <a:pt x="48923" y="32894"/>
                </a:cubicBezTo>
                <a:cubicBezTo>
                  <a:pt x="50072" y="29881"/>
                  <a:pt x="51688" y="27303"/>
                  <a:pt x="53769" y="25159"/>
                </a:cubicBezTo>
                <a:cubicBezTo>
                  <a:pt x="55850" y="23016"/>
                  <a:pt x="58335" y="21362"/>
                  <a:pt x="61223" y="20197"/>
                </a:cubicBezTo>
                <a:cubicBezTo>
                  <a:pt x="64112" y="19033"/>
                  <a:pt x="67296" y="18450"/>
                  <a:pt x="70775" y="18450"/>
                </a:cubicBezTo>
                <a:cubicBezTo>
                  <a:pt x="73197" y="18450"/>
                  <a:pt x="75465" y="18625"/>
                  <a:pt x="77577" y="18974"/>
                </a:cubicBezTo>
                <a:cubicBezTo>
                  <a:pt x="79689" y="19323"/>
                  <a:pt x="81708" y="19894"/>
                  <a:pt x="83634" y="20687"/>
                </a:cubicBezTo>
                <a:lnTo>
                  <a:pt x="83634" y="28421"/>
                </a:lnTo>
                <a:cubicBezTo>
                  <a:pt x="81615" y="27348"/>
                  <a:pt x="79557" y="26568"/>
                  <a:pt x="77461" y="26080"/>
                </a:cubicBezTo>
                <a:cubicBezTo>
                  <a:pt x="75364" y="25590"/>
                  <a:pt x="73197" y="25346"/>
                  <a:pt x="70961" y="25346"/>
                </a:cubicBezTo>
                <a:cubicBezTo>
                  <a:pt x="68880" y="25346"/>
                  <a:pt x="66915" y="25742"/>
                  <a:pt x="65067" y="26534"/>
                </a:cubicBezTo>
                <a:cubicBezTo>
                  <a:pt x="63219" y="27326"/>
                  <a:pt x="61596" y="28467"/>
                  <a:pt x="60198" y="29958"/>
                </a:cubicBezTo>
                <a:cubicBezTo>
                  <a:pt x="58801" y="31449"/>
                  <a:pt x="57698" y="33266"/>
                  <a:pt x="56890" y="35410"/>
                </a:cubicBezTo>
                <a:cubicBezTo>
                  <a:pt x="56083" y="37553"/>
                  <a:pt x="55679" y="39976"/>
                  <a:pt x="55679" y="42678"/>
                </a:cubicBezTo>
                <a:cubicBezTo>
                  <a:pt x="55679" y="48331"/>
                  <a:pt x="57053" y="52563"/>
                  <a:pt x="59802" y="55374"/>
                </a:cubicBezTo>
                <a:cubicBezTo>
                  <a:pt x="62551" y="58185"/>
                  <a:pt x="66364" y="59591"/>
                  <a:pt x="71241" y="59591"/>
                </a:cubicBezTo>
                <a:cubicBezTo>
                  <a:pt x="73446" y="59591"/>
                  <a:pt x="75581" y="59342"/>
                  <a:pt x="77647" y="58845"/>
                </a:cubicBezTo>
                <a:cubicBezTo>
                  <a:pt x="79712" y="58348"/>
                  <a:pt x="81708" y="57603"/>
                  <a:pt x="83634" y="56609"/>
                </a:cubicBezTo>
                <a:lnTo>
                  <a:pt x="83634" y="64157"/>
                </a:lnTo>
                <a:close/>
                <a:moveTo>
                  <a:pt x="129203" y="65881"/>
                </a:moveTo>
                <a:lnTo>
                  <a:pt x="129016" y="59578"/>
                </a:lnTo>
                <a:cubicBezTo>
                  <a:pt x="126469" y="62098"/>
                  <a:pt x="123883" y="63919"/>
                  <a:pt x="121259" y="65039"/>
                </a:cubicBezTo>
                <a:cubicBezTo>
                  <a:pt x="118634" y="66159"/>
                  <a:pt x="115877" y="66719"/>
                  <a:pt x="112989" y="66719"/>
                </a:cubicBezTo>
                <a:cubicBezTo>
                  <a:pt x="110317" y="66719"/>
                  <a:pt x="108034" y="66377"/>
                  <a:pt x="106140" y="65693"/>
                </a:cubicBezTo>
                <a:cubicBezTo>
                  <a:pt x="104245" y="65008"/>
                  <a:pt x="102684" y="64067"/>
                  <a:pt x="101457" y="62870"/>
                </a:cubicBezTo>
                <a:cubicBezTo>
                  <a:pt x="100230" y="61672"/>
                  <a:pt x="99330" y="60264"/>
                  <a:pt x="98755" y="58646"/>
                </a:cubicBezTo>
                <a:cubicBezTo>
                  <a:pt x="98180" y="57028"/>
                  <a:pt x="97893" y="55270"/>
                  <a:pt x="97893" y="53372"/>
                </a:cubicBezTo>
                <a:cubicBezTo>
                  <a:pt x="97893" y="48674"/>
                  <a:pt x="99640" y="44995"/>
                  <a:pt x="103135" y="42336"/>
                </a:cubicBezTo>
                <a:cubicBezTo>
                  <a:pt x="106629" y="39675"/>
                  <a:pt x="111793" y="38345"/>
                  <a:pt x="118626" y="38345"/>
                </a:cubicBezTo>
                <a:lnTo>
                  <a:pt x="128317" y="38345"/>
                </a:lnTo>
                <a:lnTo>
                  <a:pt x="128317" y="34259"/>
                </a:lnTo>
                <a:cubicBezTo>
                  <a:pt x="128317" y="31505"/>
                  <a:pt x="127432" y="29299"/>
                  <a:pt x="125662" y="27643"/>
                </a:cubicBezTo>
                <a:cubicBezTo>
                  <a:pt x="123891" y="25987"/>
                  <a:pt x="121189" y="25159"/>
                  <a:pt x="117555" y="25159"/>
                </a:cubicBezTo>
                <a:cubicBezTo>
                  <a:pt x="114914" y="25159"/>
                  <a:pt x="112313" y="25459"/>
                  <a:pt x="109751" y="26058"/>
                </a:cubicBezTo>
                <a:cubicBezTo>
                  <a:pt x="107188" y="26656"/>
                  <a:pt x="104540" y="27506"/>
                  <a:pt x="101807" y="28607"/>
                </a:cubicBezTo>
                <a:lnTo>
                  <a:pt x="101807" y="21292"/>
                </a:lnTo>
                <a:cubicBezTo>
                  <a:pt x="102832" y="20914"/>
                  <a:pt x="103973" y="20543"/>
                  <a:pt x="105231" y="20180"/>
                </a:cubicBezTo>
                <a:cubicBezTo>
                  <a:pt x="106489" y="19817"/>
                  <a:pt x="107817" y="19494"/>
                  <a:pt x="109215" y="19210"/>
                </a:cubicBezTo>
                <a:cubicBezTo>
                  <a:pt x="110612" y="18926"/>
                  <a:pt x="112072" y="18697"/>
                  <a:pt x="113594" y="18525"/>
                </a:cubicBezTo>
                <a:cubicBezTo>
                  <a:pt x="115116" y="18351"/>
                  <a:pt x="116654" y="18264"/>
                  <a:pt x="118207" y="18264"/>
                </a:cubicBezTo>
                <a:cubicBezTo>
                  <a:pt x="121033" y="18264"/>
                  <a:pt x="123580" y="18575"/>
                  <a:pt x="125848" y="19196"/>
                </a:cubicBezTo>
                <a:cubicBezTo>
                  <a:pt x="128115" y="19817"/>
                  <a:pt x="130033" y="20764"/>
                  <a:pt x="131602" y="22038"/>
                </a:cubicBezTo>
                <a:cubicBezTo>
                  <a:pt x="133171" y="23311"/>
                  <a:pt x="134374" y="24911"/>
                  <a:pt x="135213" y="26837"/>
                </a:cubicBezTo>
                <a:cubicBezTo>
                  <a:pt x="136052" y="28763"/>
                  <a:pt x="136471" y="31030"/>
                  <a:pt x="136471" y="33639"/>
                </a:cubicBezTo>
                <a:lnTo>
                  <a:pt x="136471" y="65881"/>
                </a:lnTo>
                <a:lnTo>
                  <a:pt x="129203" y="65881"/>
                </a:lnTo>
                <a:moveTo>
                  <a:pt x="128317" y="44542"/>
                </a:moveTo>
                <a:lnTo>
                  <a:pt x="118021" y="44542"/>
                </a:lnTo>
                <a:cubicBezTo>
                  <a:pt x="116002" y="44542"/>
                  <a:pt x="114262" y="44744"/>
                  <a:pt x="112802" y="45150"/>
                </a:cubicBezTo>
                <a:cubicBezTo>
                  <a:pt x="111342" y="45555"/>
                  <a:pt x="110147" y="46131"/>
                  <a:pt x="109215" y="46878"/>
                </a:cubicBezTo>
                <a:cubicBezTo>
                  <a:pt x="108283" y="47626"/>
                  <a:pt x="107592" y="48522"/>
                  <a:pt x="107141" y="49566"/>
                </a:cubicBezTo>
                <a:cubicBezTo>
                  <a:pt x="106691" y="50610"/>
                  <a:pt x="106466" y="51786"/>
                  <a:pt x="106466" y="53094"/>
                </a:cubicBezTo>
                <a:cubicBezTo>
                  <a:pt x="106466" y="53998"/>
                  <a:pt x="106606" y="54863"/>
                  <a:pt x="106885" y="55689"/>
                </a:cubicBezTo>
                <a:cubicBezTo>
                  <a:pt x="107165" y="56514"/>
                  <a:pt x="107615" y="57246"/>
                  <a:pt x="108236" y="57884"/>
                </a:cubicBezTo>
                <a:cubicBezTo>
                  <a:pt x="108858" y="58523"/>
                  <a:pt x="109665" y="59029"/>
                  <a:pt x="110659" y="59403"/>
                </a:cubicBezTo>
                <a:cubicBezTo>
                  <a:pt x="111653" y="59777"/>
                  <a:pt x="112864" y="59963"/>
                  <a:pt x="114293" y="59963"/>
                </a:cubicBezTo>
                <a:cubicBezTo>
                  <a:pt x="116157" y="59963"/>
                  <a:pt x="118292" y="59395"/>
                  <a:pt x="120700" y="58258"/>
                </a:cubicBezTo>
                <a:cubicBezTo>
                  <a:pt x="123107" y="57121"/>
                  <a:pt x="125646" y="55321"/>
                  <a:pt x="128317" y="52860"/>
                </a:cubicBezTo>
                <a:lnTo>
                  <a:pt x="128317" y="44542"/>
                </a:lnTo>
                <a:close/>
                <a:moveTo>
                  <a:pt x="188050" y="53114"/>
                </a:moveTo>
                <a:cubicBezTo>
                  <a:pt x="188050" y="54761"/>
                  <a:pt x="187770" y="56236"/>
                  <a:pt x="187211" y="57541"/>
                </a:cubicBezTo>
                <a:cubicBezTo>
                  <a:pt x="186652" y="58845"/>
                  <a:pt x="185891" y="60002"/>
                  <a:pt x="184928" y="61012"/>
                </a:cubicBezTo>
                <a:cubicBezTo>
                  <a:pt x="183965" y="62021"/>
                  <a:pt x="182847" y="62883"/>
                  <a:pt x="181574" y="63598"/>
                </a:cubicBezTo>
                <a:cubicBezTo>
                  <a:pt x="180300" y="64312"/>
                  <a:pt x="178941" y="64902"/>
                  <a:pt x="177497" y="65368"/>
                </a:cubicBezTo>
                <a:cubicBezTo>
                  <a:pt x="176052" y="65834"/>
                  <a:pt x="174569" y="66176"/>
                  <a:pt x="173047" y="66393"/>
                </a:cubicBezTo>
                <a:cubicBezTo>
                  <a:pt x="171525" y="66610"/>
                  <a:pt x="170034" y="66719"/>
                  <a:pt x="168574" y="66719"/>
                </a:cubicBezTo>
                <a:cubicBezTo>
                  <a:pt x="165406" y="66719"/>
                  <a:pt x="162494" y="66579"/>
                  <a:pt x="159839" y="66300"/>
                </a:cubicBezTo>
                <a:cubicBezTo>
                  <a:pt x="157183" y="66020"/>
                  <a:pt x="154581" y="65570"/>
                  <a:pt x="152034" y="64949"/>
                </a:cubicBezTo>
                <a:lnTo>
                  <a:pt x="152034" y="57494"/>
                </a:lnTo>
                <a:cubicBezTo>
                  <a:pt x="154768" y="58271"/>
                  <a:pt x="157486" y="58861"/>
                  <a:pt x="160188" y="59265"/>
                </a:cubicBezTo>
                <a:cubicBezTo>
                  <a:pt x="162890" y="59668"/>
                  <a:pt x="165577" y="59870"/>
                  <a:pt x="168248" y="59870"/>
                </a:cubicBezTo>
                <a:cubicBezTo>
                  <a:pt x="172131" y="59870"/>
                  <a:pt x="175004" y="59342"/>
                  <a:pt x="176868" y="58286"/>
                </a:cubicBezTo>
                <a:cubicBezTo>
                  <a:pt x="178731" y="57230"/>
                  <a:pt x="179663" y="55724"/>
                  <a:pt x="179663" y="53767"/>
                </a:cubicBezTo>
                <a:cubicBezTo>
                  <a:pt x="179663" y="52928"/>
                  <a:pt x="179516" y="52175"/>
                  <a:pt x="179221" y="51507"/>
                </a:cubicBezTo>
                <a:cubicBezTo>
                  <a:pt x="178926" y="50839"/>
                  <a:pt x="178390" y="50202"/>
                  <a:pt x="177613" y="49597"/>
                </a:cubicBezTo>
                <a:cubicBezTo>
                  <a:pt x="176837" y="48991"/>
                  <a:pt x="175633" y="48362"/>
                  <a:pt x="174002" y="47710"/>
                </a:cubicBezTo>
                <a:cubicBezTo>
                  <a:pt x="172372" y="47058"/>
                  <a:pt x="170143" y="46312"/>
                  <a:pt x="167316" y="45473"/>
                </a:cubicBezTo>
                <a:cubicBezTo>
                  <a:pt x="165204" y="44852"/>
                  <a:pt x="163255" y="44146"/>
                  <a:pt x="161469" y="43353"/>
                </a:cubicBezTo>
                <a:cubicBezTo>
                  <a:pt x="159683" y="42561"/>
                  <a:pt x="158138" y="41622"/>
                  <a:pt x="156833" y="40535"/>
                </a:cubicBezTo>
                <a:cubicBezTo>
                  <a:pt x="155529" y="39448"/>
                  <a:pt x="154504" y="38174"/>
                  <a:pt x="153758" y="36714"/>
                </a:cubicBezTo>
                <a:cubicBezTo>
                  <a:pt x="153013" y="35254"/>
                  <a:pt x="152640" y="33530"/>
                  <a:pt x="152640" y="31543"/>
                </a:cubicBezTo>
                <a:cubicBezTo>
                  <a:pt x="152640" y="30238"/>
                  <a:pt x="152943" y="28809"/>
                  <a:pt x="153549" y="27256"/>
                </a:cubicBezTo>
                <a:cubicBezTo>
                  <a:pt x="154154" y="25703"/>
                  <a:pt x="155187" y="24259"/>
                  <a:pt x="156647" y="22923"/>
                </a:cubicBezTo>
                <a:cubicBezTo>
                  <a:pt x="158107" y="21587"/>
                  <a:pt x="160079" y="20477"/>
                  <a:pt x="162564" y="19592"/>
                </a:cubicBezTo>
                <a:cubicBezTo>
                  <a:pt x="165049" y="18707"/>
                  <a:pt x="168155" y="18264"/>
                  <a:pt x="171882" y="18264"/>
                </a:cubicBezTo>
                <a:cubicBezTo>
                  <a:pt x="173715" y="18264"/>
                  <a:pt x="175750" y="18365"/>
                  <a:pt x="177986" y="18567"/>
                </a:cubicBezTo>
                <a:cubicBezTo>
                  <a:pt x="180222" y="18769"/>
                  <a:pt x="182552" y="19118"/>
                  <a:pt x="184975" y="19615"/>
                </a:cubicBezTo>
                <a:lnTo>
                  <a:pt x="184975" y="26837"/>
                </a:lnTo>
                <a:cubicBezTo>
                  <a:pt x="182428" y="26216"/>
                  <a:pt x="180013" y="25757"/>
                  <a:pt x="177730" y="25462"/>
                </a:cubicBezTo>
                <a:cubicBezTo>
                  <a:pt x="175447" y="25167"/>
                  <a:pt x="173467" y="25020"/>
                  <a:pt x="171789" y="25020"/>
                </a:cubicBezTo>
                <a:cubicBezTo>
                  <a:pt x="169770" y="25020"/>
                  <a:pt x="168070" y="25175"/>
                  <a:pt x="166687" y="25486"/>
                </a:cubicBezTo>
                <a:cubicBezTo>
                  <a:pt x="165305" y="25796"/>
                  <a:pt x="164187" y="26223"/>
                  <a:pt x="163333" y="26767"/>
                </a:cubicBezTo>
                <a:cubicBezTo>
                  <a:pt x="162479" y="27310"/>
                  <a:pt x="161865" y="27947"/>
                  <a:pt x="161493" y="28677"/>
                </a:cubicBezTo>
                <a:cubicBezTo>
                  <a:pt x="161120" y="29407"/>
                  <a:pt x="160933" y="30191"/>
                  <a:pt x="160933" y="31030"/>
                </a:cubicBezTo>
                <a:cubicBezTo>
                  <a:pt x="160933" y="31869"/>
                  <a:pt x="161096" y="32630"/>
                  <a:pt x="161423" y="33313"/>
                </a:cubicBezTo>
                <a:cubicBezTo>
                  <a:pt x="161749" y="33996"/>
                  <a:pt x="162354" y="34656"/>
                  <a:pt x="163240" y="35293"/>
                </a:cubicBezTo>
                <a:cubicBezTo>
                  <a:pt x="164125" y="35930"/>
                  <a:pt x="165360" y="36567"/>
                  <a:pt x="166944" y="37203"/>
                </a:cubicBezTo>
                <a:cubicBezTo>
                  <a:pt x="168528" y="37840"/>
                  <a:pt x="170593" y="38531"/>
                  <a:pt x="173140" y="39277"/>
                </a:cubicBezTo>
                <a:cubicBezTo>
                  <a:pt x="175905" y="40084"/>
                  <a:pt x="178234" y="40931"/>
                  <a:pt x="180129" y="41816"/>
                </a:cubicBezTo>
                <a:cubicBezTo>
                  <a:pt x="182024" y="42701"/>
                  <a:pt x="183561" y="43687"/>
                  <a:pt x="184742" y="44775"/>
                </a:cubicBezTo>
                <a:cubicBezTo>
                  <a:pt x="185922" y="45862"/>
                  <a:pt x="186768" y="47089"/>
                  <a:pt x="187281" y="48455"/>
                </a:cubicBezTo>
                <a:cubicBezTo>
                  <a:pt x="187793" y="49822"/>
                  <a:pt x="188050" y="51375"/>
                  <a:pt x="188050" y="53114"/>
                </a:cubicBezTo>
                <a:close/>
                <a:moveTo>
                  <a:pt x="239209" y="64157"/>
                </a:moveTo>
                <a:cubicBezTo>
                  <a:pt x="237097" y="64964"/>
                  <a:pt x="234931" y="65562"/>
                  <a:pt x="232710" y="65950"/>
                </a:cubicBezTo>
                <a:cubicBezTo>
                  <a:pt x="230489" y="66339"/>
                  <a:pt x="228198" y="66533"/>
                  <a:pt x="225838" y="66533"/>
                </a:cubicBezTo>
                <a:cubicBezTo>
                  <a:pt x="218445" y="66533"/>
                  <a:pt x="212753" y="64529"/>
                  <a:pt x="208762" y="60522"/>
                </a:cubicBezTo>
                <a:cubicBezTo>
                  <a:pt x="204770" y="56516"/>
                  <a:pt x="202775" y="50661"/>
                  <a:pt x="202775" y="42957"/>
                </a:cubicBezTo>
                <a:cubicBezTo>
                  <a:pt x="202775" y="39261"/>
                  <a:pt x="203349" y="35907"/>
                  <a:pt x="204499" y="32894"/>
                </a:cubicBezTo>
                <a:cubicBezTo>
                  <a:pt x="205648" y="29881"/>
                  <a:pt x="207263" y="27303"/>
                  <a:pt x="209344" y="25159"/>
                </a:cubicBezTo>
                <a:cubicBezTo>
                  <a:pt x="211425" y="23016"/>
                  <a:pt x="213910" y="21362"/>
                  <a:pt x="216799" y="20197"/>
                </a:cubicBezTo>
                <a:cubicBezTo>
                  <a:pt x="219687" y="19033"/>
                  <a:pt x="222871" y="18450"/>
                  <a:pt x="226350" y="18450"/>
                </a:cubicBezTo>
                <a:cubicBezTo>
                  <a:pt x="228773" y="18450"/>
                  <a:pt x="231040" y="18625"/>
                  <a:pt x="233152" y="18974"/>
                </a:cubicBezTo>
                <a:cubicBezTo>
                  <a:pt x="235265" y="19323"/>
                  <a:pt x="237284" y="19894"/>
                  <a:pt x="239209" y="20687"/>
                </a:cubicBezTo>
                <a:lnTo>
                  <a:pt x="239209" y="28421"/>
                </a:lnTo>
                <a:cubicBezTo>
                  <a:pt x="237190" y="27348"/>
                  <a:pt x="235133" y="26568"/>
                  <a:pt x="233036" y="26080"/>
                </a:cubicBezTo>
                <a:cubicBezTo>
                  <a:pt x="230939" y="25590"/>
                  <a:pt x="228773" y="25346"/>
                  <a:pt x="226536" y="25346"/>
                </a:cubicBezTo>
                <a:cubicBezTo>
                  <a:pt x="224455" y="25346"/>
                  <a:pt x="222491" y="25742"/>
                  <a:pt x="220643" y="26534"/>
                </a:cubicBezTo>
                <a:cubicBezTo>
                  <a:pt x="218794" y="27326"/>
                  <a:pt x="217171" y="28467"/>
                  <a:pt x="215774" y="29958"/>
                </a:cubicBezTo>
                <a:cubicBezTo>
                  <a:pt x="214376" y="31449"/>
                  <a:pt x="213273" y="33266"/>
                  <a:pt x="212466" y="35410"/>
                </a:cubicBezTo>
                <a:cubicBezTo>
                  <a:pt x="211658" y="37553"/>
                  <a:pt x="211254" y="39976"/>
                  <a:pt x="211254" y="42678"/>
                </a:cubicBezTo>
                <a:cubicBezTo>
                  <a:pt x="211254" y="48331"/>
                  <a:pt x="212629" y="52563"/>
                  <a:pt x="215378" y="55374"/>
                </a:cubicBezTo>
                <a:cubicBezTo>
                  <a:pt x="218127" y="58185"/>
                  <a:pt x="221939" y="59591"/>
                  <a:pt x="226816" y="59591"/>
                </a:cubicBezTo>
                <a:cubicBezTo>
                  <a:pt x="229021" y="59591"/>
                  <a:pt x="231157" y="59342"/>
                  <a:pt x="233222" y="58845"/>
                </a:cubicBezTo>
                <a:cubicBezTo>
                  <a:pt x="235288" y="58348"/>
                  <a:pt x="237284" y="57603"/>
                  <a:pt x="239209" y="56609"/>
                </a:cubicBezTo>
                <a:lnTo>
                  <a:pt x="239209" y="64157"/>
                </a:lnTo>
                <a:close/>
                <a:moveTo>
                  <a:pt x="284778" y="65881"/>
                </a:moveTo>
                <a:lnTo>
                  <a:pt x="284592" y="59578"/>
                </a:lnTo>
                <a:cubicBezTo>
                  <a:pt x="282045" y="62098"/>
                  <a:pt x="279459" y="63919"/>
                  <a:pt x="276834" y="65039"/>
                </a:cubicBezTo>
                <a:cubicBezTo>
                  <a:pt x="274209" y="66159"/>
                  <a:pt x="271453" y="66719"/>
                  <a:pt x="268564" y="66719"/>
                </a:cubicBezTo>
                <a:cubicBezTo>
                  <a:pt x="265893" y="66719"/>
                  <a:pt x="263610" y="66377"/>
                  <a:pt x="261715" y="65693"/>
                </a:cubicBezTo>
                <a:cubicBezTo>
                  <a:pt x="259820" y="65008"/>
                  <a:pt x="258260" y="64067"/>
                  <a:pt x="257033" y="62870"/>
                </a:cubicBezTo>
                <a:cubicBezTo>
                  <a:pt x="255806" y="61672"/>
                  <a:pt x="254905" y="60264"/>
                  <a:pt x="254330" y="58646"/>
                </a:cubicBezTo>
                <a:cubicBezTo>
                  <a:pt x="253756" y="57028"/>
                  <a:pt x="253468" y="55270"/>
                  <a:pt x="253468" y="53372"/>
                </a:cubicBezTo>
                <a:cubicBezTo>
                  <a:pt x="253468" y="48674"/>
                  <a:pt x="255216" y="44995"/>
                  <a:pt x="258710" y="42336"/>
                </a:cubicBezTo>
                <a:cubicBezTo>
                  <a:pt x="262204" y="39675"/>
                  <a:pt x="267368" y="38345"/>
                  <a:pt x="274202" y="38345"/>
                </a:cubicBezTo>
                <a:lnTo>
                  <a:pt x="283893" y="38345"/>
                </a:lnTo>
                <a:lnTo>
                  <a:pt x="283893" y="34259"/>
                </a:lnTo>
                <a:cubicBezTo>
                  <a:pt x="283893" y="31505"/>
                  <a:pt x="283007" y="29299"/>
                  <a:pt x="281237" y="27643"/>
                </a:cubicBezTo>
                <a:cubicBezTo>
                  <a:pt x="279466" y="25987"/>
                  <a:pt x="276764" y="25159"/>
                  <a:pt x="273130" y="25159"/>
                </a:cubicBezTo>
                <a:cubicBezTo>
                  <a:pt x="270490" y="25159"/>
                  <a:pt x="267888" y="25459"/>
                  <a:pt x="265326" y="26058"/>
                </a:cubicBezTo>
                <a:cubicBezTo>
                  <a:pt x="262763" y="26656"/>
                  <a:pt x="260115" y="27506"/>
                  <a:pt x="257382" y="28607"/>
                </a:cubicBezTo>
                <a:lnTo>
                  <a:pt x="257382" y="21292"/>
                </a:lnTo>
                <a:cubicBezTo>
                  <a:pt x="258407" y="20914"/>
                  <a:pt x="259549" y="20543"/>
                  <a:pt x="260807" y="20180"/>
                </a:cubicBezTo>
                <a:cubicBezTo>
                  <a:pt x="262065" y="19817"/>
                  <a:pt x="263392" y="19494"/>
                  <a:pt x="264790" y="19210"/>
                </a:cubicBezTo>
                <a:cubicBezTo>
                  <a:pt x="266188" y="18926"/>
                  <a:pt x="267648" y="18697"/>
                  <a:pt x="269170" y="18525"/>
                </a:cubicBezTo>
                <a:cubicBezTo>
                  <a:pt x="270692" y="18351"/>
                  <a:pt x="272229" y="18264"/>
                  <a:pt x="273782" y="18264"/>
                </a:cubicBezTo>
                <a:cubicBezTo>
                  <a:pt x="276609" y="18264"/>
                  <a:pt x="279156" y="18575"/>
                  <a:pt x="281423" y="19196"/>
                </a:cubicBezTo>
                <a:cubicBezTo>
                  <a:pt x="283691" y="19817"/>
                  <a:pt x="285609" y="20764"/>
                  <a:pt x="287177" y="22038"/>
                </a:cubicBezTo>
                <a:cubicBezTo>
                  <a:pt x="288746" y="23311"/>
                  <a:pt x="289950" y="24911"/>
                  <a:pt x="290788" y="26837"/>
                </a:cubicBezTo>
                <a:cubicBezTo>
                  <a:pt x="291627" y="28763"/>
                  <a:pt x="292046" y="31030"/>
                  <a:pt x="292046" y="33639"/>
                </a:cubicBezTo>
                <a:lnTo>
                  <a:pt x="292046" y="65881"/>
                </a:lnTo>
                <a:lnTo>
                  <a:pt x="284778" y="65881"/>
                </a:lnTo>
                <a:moveTo>
                  <a:pt x="283893" y="44542"/>
                </a:moveTo>
                <a:lnTo>
                  <a:pt x="273596" y="44542"/>
                </a:lnTo>
                <a:cubicBezTo>
                  <a:pt x="271577" y="44542"/>
                  <a:pt x="269838" y="44744"/>
                  <a:pt x="268378" y="45150"/>
                </a:cubicBezTo>
                <a:cubicBezTo>
                  <a:pt x="266918" y="45555"/>
                  <a:pt x="265722" y="46131"/>
                  <a:pt x="264790" y="46878"/>
                </a:cubicBezTo>
                <a:cubicBezTo>
                  <a:pt x="263858" y="47626"/>
                  <a:pt x="263167" y="48522"/>
                  <a:pt x="262717" y="49566"/>
                </a:cubicBezTo>
                <a:cubicBezTo>
                  <a:pt x="262266" y="50610"/>
                  <a:pt x="262041" y="51786"/>
                  <a:pt x="262041" y="53094"/>
                </a:cubicBezTo>
                <a:cubicBezTo>
                  <a:pt x="262041" y="53998"/>
                  <a:pt x="262181" y="54863"/>
                  <a:pt x="262461" y="55689"/>
                </a:cubicBezTo>
                <a:cubicBezTo>
                  <a:pt x="262740" y="56514"/>
                  <a:pt x="263190" y="57246"/>
                  <a:pt x="263812" y="57884"/>
                </a:cubicBezTo>
                <a:cubicBezTo>
                  <a:pt x="264433" y="58523"/>
                  <a:pt x="265241" y="59029"/>
                  <a:pt x="266234" y="59403"/>
                </a:cubicBezTo>
                <a:cubicBezTo>
                  <a:pt x="267228" y="59777"/>
                  <a:pt x="268440" y="59963"/>
                  <a:pt x="269869" y="59963"/>
                </a:cubicBezTo>
                <a:cubicBezTo>
                  <a:pt x="271732" y="59963"/>
                  <a:pt x="273868" y="59395"/>
                  <a:pt x="276275" y="58258"/>
                </a:cubicBezTo>
                <a:cubicBezTo>
                  <a:pt x="278682" y="57121"/>
                  <a:pt x="281221" y="55321"/>
                  <a:pt x="283893" y="52860"/>
                </a:cubicBezTo>
                <a:lnTo>
                  <a:pt x="283893" y="44542"/>
                </a:lnTo>
                <a:close/>
                <a:moveTo>
                  <a:pt x="304209" y="43470"/>
                </a:moveTo>
                <a:cubicBezTo>
                  <a:pt x="304209" y="39494"/>
                  <a:pt x="304752" y="35961"/>
                  <a:pt x="305839" y="32870"/>
                </a:cubicBezTo>
                <a:cubicBezTo>
                  <a:pt x="306926" y="29780"/>
                  <a:pt x="308472" y="27171"/>
                  <a:pt x="310475" y="25043"/>
                </a:cubicBezTo>
                <a:cubicBezTo>
                  <a:pt x="312479" y="22915"/>
                  <a:pt x="314886" y="21300"/>
                  <a:pt x="317697" y="20197"/>
                </a:cubicBezTo>
                <a:cubicBezTo>
                  <a:pt x="320508" y="19095"/>
                  <a:pt x="323637" y="18543"/>
                  <a:pt x="327085" y="18543"/>
                </a:cubicBezTo>
                <a:cubicBezTo>
                  <a:pt x="328576" y="18543"/>
                  <a:pt x="330044" y="18637"/>
                  <a:pt x="331488" y="18823"/>
                </a:cubicBezTo>
                <a:cubicBezTo>
                  <a:pt x="332932" y="19009"/>
                  <a:pt x="334353" y="19304"/>
                  <a:pt x="335751" y="19708"/>
                </a:cubicBezTo>
                <a:lnTo>
                  <a:pt x="335751" y="0"/>
                </a:lnTo>
                <a:lnTo>
                  <a:pt x="343905" y="0"/>
                </a:lnTo>
                <a:lnTo>
                  <a:pt x="343905" y="65881"/>
                </a:lnTo>
                <a:lnTo>
                  <a:pt x="336636" y="65881"/>
                </a:lnTo>
                <a:lnTo>
                  <a:pt x="336357" y="57028"/>
                </a:lnTo>
                <a:cubicBezTo>
                  <a:pt x="334089" y="60321"/>
                  <a:pt x="331636" y="62759"/>
                  <a:pt x="328995" y="64343"/>
                </a:cubicBezTo>
                <a:cubicBezTo>
                  <a:pt x="326355" y="65927"/>
                  <a:pt x="323498" y="66719"/>
                  <a:pt x="320423" y="66719"/>
                </a:cubicBezTo>
                <a:cubicBezTo>
                  <a:pt x="317751" y="66719"/>
                  <a:pt x="315398" y="66160"/>
                  <a:pt x="313364" y="65042"/>
                </a:cubicBezTo>
                <a:cubicBezTo>
                  <a:pt x="311329" y="63924"/>
                  <a:pt x="309637" y="62347"/>
                  <a:pt x="308285" y="60313"/>
                </a:cubicBezTo>
                <a:cubicBezTo>
                  <a:pt x="306934" y="58278"/>
                  <a:pt x="305917" y="55832"/>
                  <a:pt x="305234" y="52975"/>
                </a:cubicBezTo>
                <a:cubicBezTo>
                  <a:pt x="304550" y="50117"/>
                  <a:pt x="304209" y="46949"/>
                  <a:pt x="304209" y="43470"/>
                </a:cubicBezTo>
                <a:moveTo>
                  <a:pt x="312502" y="42957"/>
                </a:moveTo>
                <a:cubicBezTo>
                  <a:pt x="312502" y="48611"/>
                  <a:pt x="313333" y="52827"/>
                  <a:pt x="314995" y="55607"/>
                </a:cubicBezTo>
                <a:cubicBezTo>
                  <a:pt x="316656" y="58387"/>
                  <a:pt x="319009" y="59777"/>
                  <a:pt x="322053" y="59777"/>
                </a:cubicBezTo>
                <a:cubicBezTo>
                  <a:pt x="324103" y="59777"/>
                  <a:pt x="326270" y="58861"/>
                  <a:pt x="328553" y="57028"/>
                </a:cubicBezTo>
                <a:cubicBezTo>
                  <a:pt x="330836" y="55196"/>
                  <a:pt x="333235" y="52478"/>
                  <a:pt x="335751" y="48875"/>
                </a:cubicBezTo>
                <a:lnTo>
                  <a:pt x="335751" y="27163"/>
                </a:lnTo>
                <a:cubicBezTo>
                  <a:pt x="334416" y="26542"/>
                  <a:pt x="332940" y="26068"/>
                  <a:pt x="331325" y="25742"/>
                </a:cubicBezTo>
                <a:cubicBezTo>
                  <a:pt x="329710" y="25416"/>
                  <a:pt x="328110" y="25253"/>
                  <a:pt x="326526" y="25253"/>
                </a:cubicBezTo>
                <a:cubicBezTo>
                  <a:pt x="322115" y="25253"/>
                  <a:pt x="318675" y="26681"/>
                  <a:pt x="316206" y="29539"/>
                </a:cubicBezTo>
                <a:cubicBezTo>
                  <a:pt x="313737" y="32397"/>
                  <a:pt x="312502" y="36869"/>
                  <a:pt x="312502" y="42957"/>
                </a:cubicBezTo>
                <a:close/>
                <a:moveTo>
                  <a:pt x="397953" y="40022"/>
                </a:moveTo>
                <a:cubicBezTo>
                  <a:pt x="397953" y="41171"/>
                  <a:pt x="397937" y="42134"/>
                  <a:pt x="397906" y="42911"/>
                </a:cubicBezTo>
                <a:cubicBezTo>
                  <a:pt x="397875" y="43687"/>
                  <a:pt x="397829" y="44417"/>
                  <a:pt x="397767" y="45101"/>
                </a:cubicBezTo>
                <a:lnTo>
                  <a:pt x="364919" y="45101"/>
                </a:lnTo>
                <a:cubicBezTo>
                  <a:pt x="364919" y="49884"/>
                  <a:pt x="366255" y="53557"/>
                  <a:pt x="368926" y="56120"/>
                </a:cubicBezTo>
                <a:cubicBezTo>
                  <a:pt x="371598" y="58682"/>
                  <a:pt x="375449" y="59963"/>
                  <a:pt x="380481" y="59963"/>
                </a:cubicBezTo>
                <a:cubicBezTo>
                  <a:pt x="381848" y="59963"/>
                  <a:pt x="383214" y="59908"/>
                  <a:pt x="384581" y="59797"/>
                </a:cubicBezTo>
                <a:cubicBezTo>
                  <a:pt x="385948" y="59686"/>
                  <a:pt x="387268" y="59535"/>
                  <a:pt x="388541" y="59345"/>
                </a:cubicBezTo>
                <a:cubicBezTo>
                  <a:pt x="389815" y="59153"/>
                  <a:pt x="391034" y="58939"/>
                  <a:pt x="392199" y="58701"/>
                </a:cubicBezTo>
                <a:cubicBezTo>
                  <a:pt x="393364" y="58462"/>
                  <a:pt x="394443" y="58200"/>
                  <a:pt x="395437" y="57913"/>
                </a:cubicBezTo>
                <a:lnTo>
                  <a:pt x="395437" y="64576"/>
                </a:lnTo>
                <a:cubicBezTo>
                  <a:pt x="393232" y="65211"/>
                  <a:pt x="390739" y="65727"/>
                  <a:pt x="387959" y="66124"/>
                </a:cubicBezTo>
                <a:cubicBezTo>
                  <a:pt x="385179" y="66521"/>
                  <a:pt x="382298" y="66719"/>
                  <a:pt x="379316" y="66719"/>
                </a:cubicBezTo>
                <a:cubicBezTo>
                  <a:pt x="375309" y="66719"/>
                  <a:pt x="371862" y="66176"/>
                  <a:pt x="368973" y="65088"/>
                </a:cubicBezTo>
                <a:cubicBezTo>
                  <a:pt x="366084" y="64001"/>
                  <a:pt x="363716" y="62425"/>
                  <a:pt x="361868" y="60359"/>
                </a:cubicBezTo>
                <a:cubicBezTo>
                  <a:pt x="360020" y="58294"/>
                  <a:pt x="358653" y="55762"/>
                  <a:pt x="357768" y="52765"/>
                </a:cubicBezTo>
                <a:cubicBezTo>
                  <a:pt x="356882" y="49768"/>
                  <a:pt x="356440" y="46374"/>
                  <a:pt x="356440" y="42585"/>
                </a:cubicBezTo>
                <a:cubicBezTo>
                  <a:pt x="356440" y="39292"/>
                  <a:pt x="356913" y="36178"/>
                  <a:pt x="357861" y="33243"/>
                </a:cubicBezTo>
                <a:cubicBezTo>
                  <a:pt x="358808" y="30308"/>
                  <a:pt x="360190" y="27730"/>
                  <a:pt x="362008" y="25509"/>
                </a:cubicBezTo>
                <a:cubicBezTo>
                  <a:pt x="363825" y="23288"/>
                  <a:pt x="366053" y="21525"/>
                  <a:pt x="368693" y="20221"/>
                </a:cubicBezTo>
                <a:cubicBezTo>
                  <a:pt x="371334" y="18916"/>
                  <a:pt x="374331" y="18264"/>
                  <a:pt x="377686" y="18264"/>
                </a:cubicBezTo>
                <a:cubicBezTo>
                  <a:pt x="380947" y="18264"/>
                  <a:pt x="383836" y="18776"/>
                  <a:pt x="386352" y="19801"/>
                </a:cubicBezTo>
                <a:cubicBezTo>
                  <a:pt x="388868" y="20826"/>
                  <a:pt x="390987" y="22279"/>
                  <a:pt x="392711" y="24158"/>
                </a:cubicBezTo>
                <a:cubicBezTo>
                  <a:pt x="394435" y="26037"/>
                  <a:pt x="395740" y="28320"/>
                  <a:pt x="396625" y="31007"/>
                </a:cubicBezTo>
                <a:cubicBezTo>
                  <a:pt x="397510" y="33693"/>
                  <a:pt x="397953" y="36699"/>
                  <a:pt x="397953" y="40022"/>
                </a:cubicBezTo>
                <a:moveTo>
                  <a:pt x="389520" y="38857"/>
                </a:moveTo>
                <a:cubicBezTo>
                  <a:pt x="389613" y="36776"/>
                  <a:pt x="389411" y="34874"/>
                  <a:pt x="388914" y="33150"/>
                </a:cubicBezTo>
                <a:cubicBezTo>
                  <a:pt x="388417" y="31426"/>
                  <a:pt x="387648" y="29943"/>
                  <a:pt x="386608" y="28700"/>
                </a:cubicBezTo>
                <a:cubicBezTo>
                  <a:pt x="385567" y="27458"/>
                  <a:pt x="384271" y="26487"/>
                  <a:pt x="382717" y="25788"/>
                </a:cubicBezTo>
                <a:cubicBezTo>
                  <a:pt x="381164" y="25090"/>
                  <a:pt x="379363" y="24740"/>
                  <a:pt x="377313" y="24740"/>
                </a:cubicBezTo>
                <a:cubicBezTo>
                  <a:pt x="375542" y="24740"/>
                  <a:pt x="373927" y="25082"/>
                  <a:pt x="372467" y="25765"/>
                </a:cubicBezTo>
                <a:cubicBezTo>
                  <a:pt x="371007" y="26449"/>
                  <a:pt x="369749" y="27411"/>
                  <a:pt x="368693" y="28654"/>
                </a:cubicBezTo>
                <a:cubicBezTo>
                  <a:pt x="367637" y="29896"/>
                  <a:pt x="366783" y="31387"/>
                  <a:pt x="366131" y="33127"/>
                </a:cubicBezTo>
                <a:cubicBezTo>
                  <a:pt x="365479" y="34866"/>
                  <a:pt x="365075" y="36776"/>
                  <a:pt x="364919" y="38857"/>
                </a:cubicBezTo>
                <a:lnTo>
                  <a:pt x="389520" y="38857"/>
                </a:lnTo>
                <a:close/>
                <a:moveTo>
                  <a:pt x="412212" y="19103"/>
                </a:moveTo>
                <a:lnTo>
                  <a:pt x="419620" y="19103"/>
                </a:lnTo>
                <a:lnTo>
                  <a:pt x="419853" y="27700"/>
                </a:lnTo>
                <a:cubicBezTo>
                  <a:pt x="422618" y="24384"/>
                  <a:pt x="425343" y="21983"/>
                  <a:pt x="428030" y="20496"/>
                </a:cubicBezTo>
                <a:cubicBezTo>
                  <a:pt x="430717" y="19008"/>
                  <a:pt x="433427" y="18264"/>
                  <a:pt x="436160" y="18264"/>
                </a:cubicBezTo>
                <a:cubicBezTo>
                  <a:pt x="441006" y="18264"/>
                  <a:pt x="444679" y="19829"/>
                  <a:pt x="447179" y="22958"/>
                </a:cubicBezTo>
                <a:cubicBezTo>
                  <a:pt x="449680" y="26087"/>
                  <a:pt x="450837" y="30735"/>
                  <a:pt x="450650" y="36901"/>
                </a:cubicBezTo>
                <a:lnTo>
                  <a:pt x="442450" y="36901"/>
                </a:lnTo>
                <a:cubicBezTo>
                  <a:pt x="442543" y="32817"/>
                  <a:pt x="441945" y="29855"/>
                  <a:pt x="440656" y="28015"/>
                </a:cubicBezTo>
                <a:cubicBezTo>
                  <a:pt x="439367" y="26173"/>
                  <a:pt x="437480" y="25253"/>
                  <a:pt x="434995" y="25253"/>
                </a:cubicBezTo>
                <a:cubicBezTo>
                  <a:pt x="433908" y="25253"/>
                  <a:pt x="432813" y="25446"/>
                  <a:pt x="431711" y="25834"/>
                </a:cubicBezTo>
                <a:cubicBezTo>
                  <a:pt x="430608" y="26220"/>
                  <a:pt x="429474" y="26838"/>
                  <a:pt x="428310" y="27689"/>
                </a:cubicBezTo>
                <a:cubicBezTo>
                  <a:pt x="427145" y="28539"/>
                  <a:pt x="425910" y="29629"/>
                  <a:pt x="424605" y="30960"/>
                </a:cubicBezTo>
                <a:cubicBezTo>
                  <a:pt x="423301" y="32290"/>
                  <a:pt x="421903" y="33898"/>
                  <a:pt x="420412" y="35785"/>
                </a:cubicBezTo>
                <a:lnTo>
                  <a:pt x="420412" y="65881"/>
                </a:lnTo>
                <a:lnTo>
                  <a:pt x="412212" y="65881"/>
                </a:lnTo>
                <a:lnTo>
                  <a:pt x="412212" y="19103"/>
                </a:lnTo>
                <a:close/>
                <a:moveTo>
                  <a:pt x="494868" y="44262"/>
                </a:moveTo>
                <a:lnTo>
                  <a:pt x="467006" y="44262"/>
                </a:lnTo>
                <a:lnTo>
                  <a:pt x="467006" y="36621"/>
                </a:lnTo>
                <a:lnTo>
                  <a:pt x="494868" y="36621"/>
                </a:lnTo>
                <a:lnTo>
                  <a:pt x="494868" y="44262"/>
                </a:lnTo>
                <a:close/>
                <a:moveTo>
                  <a:pt x="551059" y="53114"/>
                </a:moveTo>
                <a:cubicBezTo>
                  <a:pt x="551059" y="54761"/>
                  <a:pt x="550780" y="56236"/>
                  <a:pt x="550221" y="57541"/>
                </a:cubicBezTo>
                <a:cubicBezTo>
                  <a:pt x="549661" y="58845"/>
                  <a:pt x="548900" y="60002"/>
                  <a:pt x="547938" y="61012"/>
                </a:cubicBezTo>
                <a:cubicBezTo>
                  <a:pt x="546975" y="62021"/>
                  <a:pt x="545856" y="62883"/>
                  <a:pt x="544583" y="63598"/>
                </a:cubicBezTo>
                <a:cubicBezTo>
                  <a:pt x="543309" y="64312"/>
                  <a:pt x="541951" y="64902"/>
                  <a:pt x="540506" y="65368"/>
                </a:cubicBezTo>
                <a:cubicBezTo>
                  <a:pt x="539062" y="65834"/>
                  <a:pt x="537579" y="66176"/>
                  <a:pt x="536057" y="66393"/>
                </a:cubicBezTo>
                <a:cubicBezTo>
                  <a:pt x="534535" y="66610"/>
                  <a:pt x="533044" y="66719"/>
                  <a:pt x="531584" y="66719"/>
                </a:cubicBezTo>
                <a:cubicBezTo>
                  <a:pt x="528416" y="66719"/>
                  <a:pt x="525504" y="66579"/>
                  <a:pt x="522848" y="66300"/>
                </a:cubicBezTo>
                <a:cubicBezTo>
                  <a:pt x="520192" y="66020"/>
                  <a:pt x="517591" y="65570"/>
                  <a:pt x="515044" y="64949"/>
                </a:cubicBezTo>
                <a:lnTo>
                  <a:pt x="515044" y="57494"/>
                </a:lnTo>
                <a:cubicBezTo>
                  <a:pt x="517777" y="58271"/>
                  <a:pt x="520495" y="58861"/>
                  <a:pt x="523197" y="59265"/>
                </a:cubicBezTo>
                <a:cubicBezTo>
                  <a:pt x="525900" y="59668"/>
                  <a:pt x="528586" y="59870"/>
                  <a:pt x="531258" y="59870"/>
                </a:cubicBezTo>
                <a:cubicBezTo>
                  <a:pt x="535140" y="59870"/>
                  <a:pt x="538014" y="59342"/>
                  <a:pt x="539877" y="58286"/>
                </a:cubicBezTo>
                <a:cubicBezTo>
                  <a:pt x="541741" y="57230"/>
                  <a:pt x="542673" y="55724"/>
                  <a:pt x="542673" y="53767"/>
                </a:cubicBezTo>
                <a:cubicBezTo>
                  <a:pt x="542673" y="52928"/>
                  <a:pt x="542525" y="52175"/>
                  <a:pt x="542230" y="51507"/>
                </a:cubicBezTo>
                <a:cubicBezTo>
                  <a:pt x="541935" y="50839"/>
                  <a:pt x="541399" y="50202"/>
                  <a:pt x="540623" y="49597"/>
                </a:cubicBezTo>
                <a:cubicBezTo>
                  <a:pt x="539846" y="48991"/>
                  <a:pt x="538643" y="48362"/>
                  <a:pt x="537012" y="47710"/>
                </a:cubicBezTo>
                <a:cubicBezTo>
                  <a:pt x="535381" y="47058"/>
                  <a:pt x="533152" y="46312"/>
                  <a:pt x="530326" y="45473"/>
                </a:cubicBezTo>
                <a:cubicBezTo>
                  <a:pt x="528214" y="44852"/>
                  <a:pt x="526265" y="44146"/>
                  <a:pt x="524479" y="43353"/>
                </a:cubicBezTo>
                <a:cubicBezTo>
                  <a:pt x="522693" y="42561"/>
                  <a:pt x="521147" y="41622"/>
                  <a:pt x="519843" y="40535"/>
                </a:cubicBezTo>
                <a:cubicBezTo>
                  <a:pt x="518538" y="39448"/>
                  <a:pt x="517513" y="38174"/>
                  <a:pt x="516768" y="36714"/>
                </a:cubicBezTo>
                <a:cubicBezTo>
                  <a:pt x="516022" y="35254"/>
                  <a:pt x="515650" y="33530"/>
                  <a:pt x="515650" y="31543"/>
                </a:cubicBezTo>
                <a:cubicBezTo>
                  <a:pt x="515650" y="30238"/>
                  <a:pt x="515952" y="28809"/>
                  <a:pt x="516558" y="27256"/>
                </a:cubicBezTo>
                <a:cubicBezTo>
                  <a:pt x="517164" y="25703"/>
                  <a:pt x="518197" y="24259"/>
                  <a:pt x="519656" y="22923"/>
                </a:cubicBezTo>
                <a:cubicBezTo>
                  <a:pt x="521116" y="21587"/>
                  <a:pt x="523089" y="20477"/>
                  <a:pt x="525574" y="19592"/>
                </a:cubicBezTo>
                <a:cubicBezTo>
                  <a:pt x="528058" y="18707"/>
                  <a:pt x="531165" y="18264"/>
                  <a:pt x="534892" y="18264"/>
                </a:cubicBezTo>
                <a:cubicBezTo>
                  <a:pt x="536724" y="18264"/>
                  <a:pt x="538759" y="18365"/>
                  <a:pt x="540995" y="18567"/>
                </a:cubicBezTo>
                <a:cubicBezTo>
                  <a:pt x="543232" y="18769"/>
                  <a:pt x="545561" y="19118"/>
                  <a:pt x="547984" y="19615"/>
                </a:cubicBezTo>
                <a:lnTo>
                  <a:pt x="547984" y="26837"/>
                </a:lnTo>
                <a:cubicBezTo>
                  <a:pt x="545437" y="26216"/>
                  <a:pt x="543022" y="25757"/>
                  <a:pt x="540739" y="25462"/>
                </a:cubicBezTo>
                <a:cubicBezTo>
                  <a:pt x="538456" y="25167"/>
                  <a:pt x="536476" y="25020"/>
                  <a:pt x="534799" y="25020"/>
                </a:cubicBezTo>
                <a:cubicBezTo>
                  <a:pt x="532780" y="25020"/>
                  <a:pt x="531079" y="25175"/>
                  <a:pt x="529697" y="25486"/>
                </a:cubicBezTo>
                <a:cubicBezTo>
                  <a:pt x="528315" y="25796"/>
                  <a:pt x="527196" y="26223"/>
                  <a:pt x="526342" y="26767"/>
                </a:cubicBezTo>
                <a:cubicBezTo>
                  <a:pt x="525488" y="27310"/>
                  <a:pt x="524875" y="27947"/>
                  <a:pt x="524502" y="28677"/>
                </a:cubicBezTo>
                <a:cubicBezTo>
                  <a:pt x="524129" y="29407"/>
                  <a:pt x="523943" y="30191"/>
                  <a:pt x="523943" y="31030"/>
                </a:cubicBezTo>
                <a:cubicBezTo>
                  <a:pt x="523943" y="31869"/>
                  <a:pt x="524106" y="32630"/>
                  <a:pt x="524432" y="33313"/>
                </a:cubicBezTo>
                <a:cubicBezTo>
                  <a:pt x="524758" y="33996"/>
                  <a:pt x="525364" y="34656"/>
                  <a:pt x="526249" y="35293"/>
                </a:cubicBezTo>
                <a:cubicBezTo>
                  <a:pt x="527134" y="35930"/>
                  <a:pt x="528369" y="36567"/>
                  <a:pt x="529953" y="37203"/>
                </a:cubicBezTo>
                <a:cubicBezTo>
                  <a:pt x="531537" y="37840"/>
                  <a:pt x="533603" y="38531"/>
                  <a:pt x="536150" y="39277"/>
                </a:cubicBezTo>
                <a:cubicBezTo>
                  <a:pt x="538914" y="40084"/>
                  <a:pt x="541244" y="40931"/>
                  <a:pt x="543139" y="41816"/>
                </a:cubicBezTo>
                <a:cubicBezTo>
                  <a:pt x="545033" y="42701"/>
                  <a:pt x="546571" y="43687"/>
                  <a:pt x="547751" y="44775"/>
                </a:cubicBezTo>
                <a:cubicBezTo>
                  <a:pt x="548931" y="45862"/>
                  <a:pt x="549778" y="47089"/>
                  <a:pt x="550290" y="48455"/>
                </a:cubicBezTo>
                <a:cubicBezTo>
                  <a:pt x="550803" y="49822"/>
                  <a:pt x="551059" y="51375"/>
                  <a:pt x="551059" y="53114"/>
                </a:cubicBezTo>
                <a:close/>
                <a:moveTo>
                  <a:pt x="605387" y="40022"/>
                </a:moveTo>
                <a:cubicBezTo>
                  <a:pt x="605387" y="41171"/>
                  <a:pt x="605371" y="42134"/>
                  <a:pt x="605340" y="42911"/>
                </a:cubicBezTo>
                <a:cubicBezTo>
                  <a:pt x="605309" y="43687"/>
                  <a:pt x="605263" y="44417"/>
                  <a:pt x="605201" y="45101"/>
                </a:cubicBezTo>
                <a:lnTo>
                  <a:pt x="572354" y="45101"/>
                </a:lnTo>
                <a:cubicBezTo>
                  <a:pt x="572354" y="49884"/>
                  <a:pt x="573689" y="53557"/>
                  <a:pt x="576360" y="56120"/>
                </a:cubicBezTo>
                <a:cubicBezTo>
                  <a:pt x="579032" y="58682"/>
                  <a:pt x="582883" y="59963"/>
                  <a:pt x="587915" y="59963"/>
                </a:cubicBezTo>
                <a:cubicBezTo>
                  <a:pt x="589282" y="59963"/>
                  <a:pt x="590649" y="59908"/>
                  <a:pt x="592015" y="59797"/>
                </a:cubicBezTo>
                <a:cubicBezTo>
                  <a:pt x="593382" y="59686"/>
                  <a:pt x="594702" y="59535"/>
                  <a:pt x="595975" y="59345"/>
                </a:cubicBezTo>
                <a:cubicBezTo>
                  <a:pt x="597249" y="59153"/>
                  <a:pt x="598468" y="58939"/>
                  <a:pt x="599633" y="58701"/>
                </a:cubicBezTo>
                <a:cubicBezTo>
                  <a:pt x="600798" y="58462"/>
                  <a:pt x="601877" y="58200"/>
                  <a:pt x="602871" y="57913"/>
                </a:cubicBezTo>
                <a:lnTo>
                  <a:pt x="602871" y="64576"/>
                </a:lnTo>
                <a:cubicBezTo>
                  <a:pt x="600666" y="65211"/>
                  <a:pt x="598173" y="65727"/>
                  <a:pt x="595393" y="66124"/>
                </a:cubicBezTo>
                <a:cubicBezTo>
                  <a:pt x="592613" y="66521"/>
                  <a:pt x="589732" y="66719"/>
                  <a:pt x="586750" y="66719"/>
                </a:cubicBezTo>
                <a:cubicBezTo>
                  <a:pt x="582743" y="66719"/>
                  <a:pt x="579296" y="66176"/>
                  <a:pt x="576407" y="65088"/>
                </a:cubicBezTo>
                <a:cubicBezTo>
                  <a:pt x="573518" y="64001"/>
                  <a:pt x="571150" y="62425"/>
                  <a:pt x="569302" y="60359"/>
                </a:cubicBezTo>
                <a:cubicBezTo>
                  <a:pt x="567454" y="58294"/>
                  <a:pt x="566087" y="55762"/>
                  <a:pt x="565202" y="52765"/>
                </a:cubicBezTo>
                <a:cubicBezTo>
                  <a:pt x="564317" y="49768"/>
                  <a:pt x="563874" y="46374"/>
                  <a:pt x="563874" y="42585"/>
                </a:cubicBezTo>
                <a:cubicBezTo>
                  <a:pt x="563874" y="39292"/>
                  <a:pt x="564348" y="36178"/>
                  <a:pt x="565295" y="33243"/>
                </a:cubicBezTo>
                <a:cubicBezTo>
                  <a:pt x="566242" y="30308"/>
                  <a:pt x="567625" y="27730"/>
                  <a:pt x="569442" y="25509"/>
                </a:cubicBezTo>
                <a:cubicBezTo>
                  <a:pt x="571259" y="23288"/>
                  <a:pt x="573487" y="21525"/>
                  <a:pt x="576127" y="20221"/>
                </a:cubicBezTo>
                <a:cubicBezTo>
                  <a:pt x="578768" y="18916"/>
                  <a:pt x="581765" y="18264"/>
                  <a:pt x="585120" y="18264"/>
                </a:cubicBezTo>
                <a:cubicBezTo>
                  <a:pt x="588381" y="18264"/>
                  <a:pt x="591270" y="18776"/>
                  <a:pt x="593786" y="19801"/>
                </a:cubicBezTo>
                <a:cubicBezTo>
                  <a:pt x="596302" y="20826"/>
                  <a:pt x="598422" y="22279"/>
                  <a:pt x="600145" y="24158"/>
                </a:cubicBezTo>
                <a:cubicBezTo>
                  <a:pt x="601869" y="26037"/>
                  <a:pt x="603174" y="28320"/>
                  <a:pt x="604059" y="31007"/>
                </a:cubicBezTo>
                <a:cubicBezTo>
                  <a:pt x="604944" y="33693"/>
                  <a:pt x="605387" y="36699"/>
                  <a:pt x="605387" y="40022"/>
                </a:cubicBezTo>
                <a:moveTo>
                  <a:pt x="596954" y="38857"/>
                </a:moveTo>
                <a:cubicBezTo>
                  <a:pt x="597047" y="36776"/>
                  <a:pt x="596845" y="34874"/>
                  <a:pt x="596348" y="33150"/>
                </a:cubicBezTo>
                <a:cubicBezTo>
                  <a:pt x="595851" y="31426"/>
                  <a:pt x="595082" y="29943"/>
                  <a:pt x="594042" y="28700"/>
                </a:cubicBezTo>
                <a:cubicBezTo>
                  <a:pt x="593001" y="27458"/>
                  <a:pt x="591705" y="26487"/>
                  <a:pt x="590152" y="25788"/>
                </a:cubicBezTo>
                <a:cubicBezTo>
                  <a:pt x="588598" y="25090"/>
                  <a:pt x="586797" y="24740"/>
                  <a:pt x="584747" y="24740"/>
                </a:cubicBezTo>
                <a:cubicBezTo>
                  <a:pt x="582976" y="24740"/>
                  <a:pt x="581361" y="25082"/>
                  <a:pt x="579901" y="25765"/>
                </a:cubicBezTo>
                <a:cubicBezTo>
                  <a:pt x="578442" y="26449"/>
                  <a:pt x="577184" y="27411"/>
                  <a:pt x="576127" y="28654"/>
                </a:cubicBezTo>
                <a:cubicBezTo>
                  <a:pt x="575071" y="29896"/>
                  <a:pt x="574217" y="31387"/>
                  <a:pt x="573565" y="33127"/>
                </a:cubicBezTo>
                <a:cubicBezTo>
                  <a:pt x="572913" y="34866"/>
                  <a:pt x="572509" y="36776"/>
                  <a:pt x="572354" y="38857"/>
                </a:cubicBezTo>
                <a:lnTo>
                  <a:pt x="596954" y="38857"/>
                </a:lnTo>
                <a:close/>
                <a:moveTo>
                  <a:pt x="633670" y="6663"/>
                </a:moveTo>
                <a:lnTo>
                  <a:pt x="619832" y="6663"/>
                </a:lnTo>
                <a:lnTo>
                  <a:pt x="619832" y="0"/>
                </a:lnTo>
                <a:lnTo>
                  <a:pt x="641870" y="0"/>
                </a:lnTo>
                <a:lnTo>
                  <a:pt x="641870" y="59125"/>
                </a:lnTo>
                <a:lnTo>
                  <a:pt x="655801" y="59125"/>
                </a:lnTo>
                <a:lnTo>
                  <a:pt x="655801" y="65881"/>
                </a:lnTo>
                <a:lnTo>
                  <a:pt x="618295" y="65881"/>
                </a:lnTo>
                <a:lnTo>
                  <a:pt x="618295" y="59125"/>
                </a:lnTo>
                <a:lnTo>
                  <a:pt x="633670" y="59125"/>
                </a:lnTo>
                <a:lnTo>
                  <a:pt x="633670" y="6663"/>
                </a:lnTo>
                <a:close/>
                <a:moveTo>
                  <a:pt x="709104" y="40022"/>
                </a:moveTo>
                <a:cubicBezTo>
                  <a:pt x="709104" y="41171"/>
                  <a:pt x="709088" y="42134"/>
                  <a:pt x="709057" y="42911"/>
                </a:cubicBezTo>
                <a:cubicBezTo>
                  <a:pt x="709026" y="43687"/>
                  <a:pt x="708980" y="44417"/>
                  <a:pt x="708918" y="45101"/>
                </a:cubicBezTo>
                <a:lnTo>
                  <a:pt x="676071" y="45101"/>
                </a:lnTo>
                <a:cubicBezTo>
                  <a:pt x="676071" y="49884"/>
                  <a:pt x="677406" y="53557"/>
                  <a:pt x="680077" y="56120"/>
                </a:cubicBezTo>
                <a:cubicBezTo>
                  <a:pt x="682749" y="58682"/>
                  <a:pt x="686600" y="59963"/>
                  <a:pt x="691632" y="59963"/>
                </a:cubicBezTo>
                <a:cubicBezTo>
                  <a:pt x="692999" y="59963"/>
                  <a:pt x="694365" y="59908"/>
                  <a:pt x="695732" y="59797"/>
                </a:cubicBezTo>
                <a:cubicBezTo>
                  <a:pt x="697099" y="59686"/>
                  <a:pt x="698419" y="59535"/>
                  <a:pt x="699692" y="59345"/>
                </a:cubicBezTo>
                <a:cubicBezTo>
                  <a:pt x="700966" y="59153"/>
                  <a:pt x="702185" y="58939"/>
                  <a:pt x="703350" y="58701"/>
                </a:cubicBezTo>
                <a:cubicBezTo>
                  <a:pt x="704515" y="58462"/>
                  <a:pt x="705594" y="58200"/>
                  <a:pt x="706588" y="57913"/>
                </a:cubicBezTo>
                <a:lnTo>
                  <a:pt x="706588" y="64576"/>
                </a:lnTo>
                <a:cubicBezTo>
                  <a:pt x="704383" y="65211"/>
                  <a:pt x="701890" y="65727"/>
                  <a:pt x="699110" y="66124"/>
                </a:cubicBezTo>
                <a:cubicBezTo>
                  <a:pt x="696330" y="66521"/>
                  <a:pt x="693449" y="66719"/>
                  <a:pt x="690467" y="66719"/>
                </a:cubicBezTo>
                <a:cubicBezTo>
                  <a:pt x="686460" y="66719"/>
                  <a:pt x="683013" y="66176"/>
                  <a:pt x="680124" y="65088"/>
                </a:cubicBezTo>
                <a:cubicBezTo>
                  <a:pt x="677235" y="64001"/>
                  <a:pt x="674867" y="62425"/>
                  <a:pt x="673019" y="60359"/>
                </a:cubicBezTo>
                <a:cubicBezTo>
                  <a:pt x="671171" y="58294"/>
                  <a:pt x="669804" y="55762"/>
                  <a:pt x="668919" y="52765"/>
                </a:cubicBezTo>
                <a:cubicBezTo>
                  <a:pt x="668033" y="49768"/>
                  <a:pt x="667591" y="46374"/>
                  <a:pt x="667591" y="42585"/>
                </a:cubicBezTo>
                <a:cubicBezTo>
                  <a:pt x="667591" y="39292"/>
                  <a:pt x="668065" y="36178"/>
                  <a:pt x="669012" y="33243"/>
                </a:cubicBezTo>
                <a:cubicBezTo>
                  <a:pt x="669959" y="30308"/>
                  <a:pt x="671341" y="27730"/>
                  <a:pt x="673159" y="25509"/>
                </a:cubicBezTo>
                <a:cubicBezTo>
                  <a:pt x="674976" y="23288"/>
                  <a:pt x="677204" y="21525"/>
                  <a:pt x="679844" y="20221"/>
                </a:cubicBezTo>
                <a:cubicBezTo>
                  <a:pt x="682485" y="18916"/>
                  <a:pt x="685482" y="18264"/>
                  <a:pt x="688837" y="18264"/>
                </a:cubicBezTo>
                <a:cubicBezTo>
                  <a:pt x="692098" y="18264"/>
                  <a:pt x="694987" y="18776"/>
                  <a:pt x="697503" y="19801"/>
                </a:cubicBezTo>
                <a:cubicBezTo>
                  <a:pt x="700019" y="20826"/>
                  <a:pt x="702139" y="22279"/>
                  <a:pt x="703862" y="24158"/>
                </a:cubicBezTo>
                <a:cubicBezTo>
                  <a:pt x="705586" y="26037"/>
                  <a:pt x="706891" y="28320"/>
                  <a:pt x="707776" y="31007"/>
                </a:cubicBezTo>
                <a:cubicBezTo>
                  <a:pt x="708661" y="33693"/>
                  <a:pt x="709104" y="36699"/>
                  <a:pt x="709104" y="40022"/>
                </a:cubicBezTo>
                <a:moveTo>
                  <a:pt x="700671" y="38857"/>
                </a:moveTo>
                <a:cubicBezTo>
                  <a:pt x="700764" y="36776"/>
                  <a:pt x="700562" y="34874"/>
                  <a:pt x="700065" y="33150"/>
                </a:cubicBezTo>
                <a:cubicBezTo>
                  <a:pt x="699568" y="31426"/>
                  <a:pt x="698799" y="29943"/>
                  <a:pt x="697759" y="28700"/>
                </a:cubicBezTo>
                <a:cubicBezTo>
                  <a:pt x="696718" y="27458"/>
                  <a:pt x="695422" y="26487"/>
                  <a:pt x="693869" y="25788"/>
                </a:cubicBezTo>
                <a:cubicBezTo>
                  <a:pt x="692315" y="25090"/>
                  <a:pt x="690514" y="24740"/>
                  <a:pt x="688464" y="24740"/>
                </a:cubicBezTo>
                <a:cubicBezTo>
                  <a:pt x="686693" y="24740"/>
                  <a:pt x="685078" y="25082"/>
                  <a:pt x="683618" y="25765"/>
                </a:cubicBezTo>
                <a:cubicBezTo>
                  <a:pt x="682158" y="26449"/>
                  <a:pt x="680901" y="27411"/>
                  <a:pt x="679844" y="28654"/>
                </a:cubicBezTo>
                <a:cubicBezTo>
                  <a:pt x="678788" y="29896"/>
                  <a:pt x="677934" y="31387"/>
                  <a:pt x="677282" y="33127"/>
                </a:cubicBezTo>
                <a:cubicBezTo>
                  <a:pt x="676630" y="34866"/>
                  <a:pt x="676226" y="36776"/>
                  <a:pt x="676071" y="38857"/>
                </a:cubicBezTo>
                <a:lnTo>
                  <a:pt x="700671" y="38857"/>
                </a:lnTo>
                <a:close/>
                <a:moveTo>
                  <a:pt x="757794" y="64157"/>
                </a:moveTo>
                <a:cubicBezTo>
                  <a:pt x="755682" y="64964"/>
                  <a:pt x="753516" y="65562"/>
                  <a:pt x="751295" y="65950"/>
                </a:cubicBezTo>
                <a:cubicBezTo>
                  <a:pt x="749074" y="66339"/>
                  <a:pt x="746783" y="66533"/>
                  <a:pt x="744422" y="66533"/>
                </a:cubicBezTo>
                <a:cubicBezTo>
                  <a:pt x="737030" y="66533"/>
                  <a:pt x="731338" y="64529"/>
                  <a:pt x="727347" y="60522"/>
                </a:cubicBezTo>
                <a:cubicBezTo>
                  <a:pt x="723355" y="56516"/>
                  <a:pt x="721360" y="50661"/>
                  <a:pt x="721360" y="42957"/>
                </a:cubicBezTo>
                <a:cubicBezTo>
                  <a:pt x="721360" y="39261"/>
                  <a:pt x="721934" y="35907"/>
                  <a:pt x="723083" y="32894"/>
                </a:cubicBezTo>
                <a:cubicBezTo>
                  <a:pt x="724233" y="29881"/>
                  <a:pt x="725848" y="27303"/>
                  <a:pt x="727929" y="25159"/>
                </a:cubicBezTo>
                <a:cubicBezTo>
                  <a:pt x="730010" y="23016"/>
                  <a:pt x="732495" y="21362"/>
                  <a:pt x="735384" y="20197"/>
                </a:cubicBezTo>
                <a:cubicBezTo>
                  <a:pt x="738272" y="19033"/>
                  <a:pt x="741456" y="18450"/>
                  <a:pt x="744935" y="18450"/>
                </a:cubicBezTo>
                <a:cubicBezTo>
                  <a:pt x="747358" y="18450"/>
                  <a:pt x="749625" y="18625"/>
                  <a:pt x="751737" y="18974"/>
                </a:cubicBezTo>
                <a:cubicBezTo>
                  <a:pt x="753849" y="19323"/>
                  <a:pt x="755868" y="19894"/>
                  <a:pt x="757794" y="20687"/>
                </a:cubicBezTo>
                <a:lnTo>
                  <a:pt x="757794" y="28421"/>
                </a:lnTo>
                <a:cubicBezTo>
                  <a:pt x="755775" y="27348"/>
                  <a:pt x="753717" y="26568"/>
                  <a:pt x="751621" y="26080"/>
                </a:cubicBezTo>
                <a:cubicBezTo>
                  <a:pt x="749524" y="25590"/>
                  <a:pt x="747358" y="25346"/>
                  <a:pt x="745121" y="25346"/>
                </a:cubicBezTo>
                <a:cubicBezTo>
                  <a:pt x="743040" y="25346"/>
                  <a:pt x="741076" y="25742"/>
                  <a:pt x="739227" y="26534"/>
                </a:cubicBezTo>
                <a:cubicBezTo>
                  <a:pt x="737379" y="27326"/>
                  <a:pt x="735756" y="28467"/>
                  <a:pt x="734359" y="29958"/>
                </a:cubicBezTo>
                <a:cubicBezTo>
                  <a:pt x="732961" y="31449"/>
                  <a:pt x="731858" y="33266"/>
                  <a:pt x="731051" y="35410"/>
                </a:cubicBezTo>
                <a:cubicBezTo>
                  <a:pt x="730243" y="37553"/>
                  <a:pt x="729839" y="39976"/>
                  <a:pt x="729839" y="42678"/>
                </a:cubicBezTo>
                <a:cubicBezTo>
                  <a:pt x="729839" y="48331"/>
                  <a:pt x="731214" y="52563"/>
                  <a:pt x="733963" y="55374"/>
                </a:cubicBezTo>
                <a:cubicBezTo>
                  <a:pt x="736712" y="58185"/>
                  <a:pt x="740524" y="59591"/>
                  <a:pt x="745401" y="59591"/>
                </a:cubicBezTo>
                <a:cubicBezTo>
                  <a:pt x="747606" y="59591"/>
                  <a:pt x="749742" y="59342"/>
                  <a:pt x="751807" y="58845"/>
                </a:cubicBezTo>
                <a:cubicBezTo>
                  <a:pt x="753873" y="58348"/>
                  <a:pt x="755868" y="57603"/>
                  <a:pt x="757794" y="56609"/>
                </a:cubicBezTo>
                <a:lnTo>
                  <a:pt x="757794" y="64157"/>
                </a:lnTo>
                <a:close/>
                <a:moveTo>
                  <a:pt x="811004" y="65182"/>
                </a:moveTo>
                <a:cubicBezTo>
                  <a:pt x="809171" y="65664"/>
                  <a:pt x="807276" y="66010"/>
                  <a:pt x="805320" y="66218"/>
                </a:cubicBezTo>
                <a:cubicBezTo>
                  <a:pt x="803363" y="66428"/>
                  <a:pt x="801375" y="66533"/>
                  <a:pt x="799356" y="66533"/>
                </a:cubicBezTo>
                <a:cubicBezTo>
                  <a:pt x="793485" y="66533"/>
                  <a:pt x="789106" y="65205"/>
                  <a:pt x="786217" y="62549"/>
                </a:cubicBezTo>
                <a:cubicBezTo>
                  <a:pt x="783328" y="59894"/>
                  <a:pt x="781884" y="55817"/>
                  <a:pt x="781884" y="50319"/>
                </a:cubicBezTo>
                <a:lnTo>
                  <a:pt x="781884" y="25905"/>
                </a:lnTo>
                <a:lnTo>
                  <a:pt x="768792" y="25905"/>
                </a:lnTo>
                <a:lnTo>
                  <a:pt x="768792" y="19103"/>
                </a:lnTo>
                <a:lnTo>
                  <a:pt x="781884" y="19103"/>
                </a:lnTo>
                <a:lnTo>
                  <a:pt x="781884" y="6203"/>
                </a:lnTo>
                <a:lnTo>
                  <a:pt x="789991" y="4100"/>
                </a:lnTo>
                <a:lnTo>
                  <a:pt x="789991" y="19103"/>
                </a:lnTo>
                <a:lnTo>
                  <a:pt x="811004" y="19103"/>
                </a:lnTo>
                <a:lnTo>
                  <a:pt x="811004" y="25905"/>
                </a:lnTo>
                <a:lnTo>
                  <a:pt x="789991" y="25905"/>
                </a:lnTo>
                <a:lnTo>
                  <a:pt x="789991" y="49667"/>
                </a:lnTo>
                <a:cubicBezTo>
                  <a:pt x="789991" y="53021"/>
                  <a:pt x="790884" y="55529"/>
                  <a:pt x="792670" y="57191"/>
                </a:cubicBezTo>
                <a:cubicBezTo>
                  <a:pt x="794456" y="58853"/>
                  <a:pt x="797088" y="59684"/>
                  <a:pt x="800567" y="59684"/>
                </a:cubicBezTo>
                <a:cubicBezTo>
                  <a:pt x="802058" y="59684"/>
                  <a:pt x="803689" y="59564"/>
                  <a:pt x="805459" y="59324"/>
                </a:cubicBezTo>
                <a:cubicBezTo>
                  <a:pt x="807230" y="59083"/>
                  <a:pt x="809078" y="58706"/>
                  <a:pt x="811004" y="58193"/>
                </a:cubicBezTo>
                <a:lnTo>
                  <a:pt x="811004" y="65182"/>
                </a:lnTo>
                <a:close/>
                <a:moveTo>
                  <a:pt x="862769" y="0"/>
                </a:moveTo>
                <a:lnTo>
                  <a:pt x="830807" y="75944"/>
                </a:lnTo>
                <a:lnTo>
                  <a:pt x="823073" y="75944"/>
                </a:lnTo>
                <a:lnTo>
                  <a:pt x="855035" y="0"/>
                </a:lnTo>
                <a:lnTo>
                  <a:pt x="862769" y="0"/>
                </a:lnTo>
                <a:close/>
                <a:moveTo>
                  <a:pt x="874652" y="43470"/>
                </a:moveTo>
                <a:cubicBezTo>
                  <a:pt x="874652" y="39494"/>
                  <a:pt x="875196" y="35961"/>
                  <a:pt x="876283" y="32870"/>
                </a:cubicBezTo>
                <a:cubicBezTo>
                  <a:pt x="877370" y="29780"/>
                  <a:pt x="878915" y="27171"/>
                  <a:pt x="880919" y="25043"/>
                </a:cubicBezTo>
                <a:cubicBezTo>
                  <a:pt x="882922" y="22915"/>
                  <a:pt x="885329" y="21300"/>
                  <a:pt x="888140" y="20197"/>
                </a:cubicBezTo>
                <a:cubicBezTo>
                  <a:pt x="890951" y="19095"/>
                  <a:pt x="894081" y="18543"/>
                  <a:pt x="897528" y="18543"/>
                </a:cubicBezTo>
                <a:cubicBezTo>
                  <a:pt x="899019" y="18543"/>
                  <a:pt x="900487" y="18637"/>
                  <a:pt x="901931" y="18823"/>
                </a:cubicBezTo>
                <a:cubicBezTo>
                  <a:pt x="903376" y="19009"/>
                  <a:pt x="904797" y="19304"/>
                  <a:pt x="906194" y="19708"/>
                </a:cubicBezTo>
                <a:lnTo>
                  <a:pt x="906194" y="0"/>
                </a:lnTo>
                <a:lnTo>
                  <a:pt x="914348" y="0"/>
                </a:lnTo>
                <a:lnTo>
                  <a:pt x="914348" y="65881"/>
                </a:lnTo>
                <a:lnTo>
                  <a:pt x="907080" y="65881"/>
                </a:lnTo>
                <a:lnTo>
                  <a:pt x="906800" y="57028"/>
                </a:lnTo>
                <a:cubicBezTo>
                  <a:pt x="904533" y="60321"/>
                  <a:pt x="902079" y="62759"/>
                  <a:pt x="899439" y="64343"/>
                </a:cubicBezTo>
                <a:cubicBezTo>
                  <a:pt x="896799" y="65927"/>
                  <a:pt x="893941" y="66719"/>
                  <a:pt x="890866" y="66719"/>
                </a:cubicBezTo>
                <a:cubicBezTo>
                  <a:pt x="888195" y="66719"/>
                  <a:pt x="885842" y="66160"/>
                  <a:pt x="883807" y="65042"/>
                </a:cubicBezTo>
                <a:cubicBezTo>
                  <a:pt x="881773" y="63924"/>
                  <a:pt x="880080" y="62347"/>
                  <a:pt x="878729" y="60313"/>
                </a:cubicBezTo>
                <a:cubicBezTo>
                  <a:pt x="877378" y="58278"/>
                  <a:pt x="876360" y="55832"/>
                  <a:pt x="875677" y="52975"/>
                </a:cubicBezTo>
                <a:cubicBezTo>
                  <a:pt x="874994" y="50117"/>
                  <a:pt x="874652" y="46949"/>
                  <a:pt x="874652" y="43470"/>
                </a:cubicBezTo>
                <a:moveTo>
                  <a:pt x="882945" y="42957"/>
                </a:moveTo>
                <a:cubicBezTo>
                  <a:pt x="882945" y="48611"/>
                  <a:pt x="883776" y="52827"/>
                  <a:pt x="885438" y="55607"/>
                </a:cubicBezTo>
                <a:cubicBezTo>
                  <a:pt x="887100" y="58387"/>
                  <a:pt x="889453" y="59777"/>
                  <a:pt x="892497" y="59777"/>
                </a:cubicBezTo>
                <a:cubicBezTo>
                  <a:pt x="894547" y="59777"/>
                  <a:pt x="896713" y="58861"/>
                  <a:pt x="898996" y="57028"/>
                </a:cubicBezTo>
                <a:cubicBezTo>
                  <a:pt x="901279" y="55196"/>
                  <a:pt x="903679" y="52478"/>
                  <a:pt x="906194" y="48875"/>
                </a:cubicBezTo>
                <a:lnTo>
                  <a:pt x="906194" y="27163"/>
                </a:lnTo>
                <a:cubicBezTo>
                  <a:pt x="904859" y="26542"/>
                  <a:pt x="903383" y="26068"/>
                  <a:pt x="901768" y="25742"/>
                </a:cubicBezTo>
                <a:cubicBezTo>
                  <a:pt x="900153" y="25416"/>
                  <a:pt x="898553" y="25253"/>
                  <a:pt x="896969" y="25253"/>
                </a:cubicBezTo>
                <a:cubicBezTo>
                  <a:pt x="892559" y="25253"/>
                  <a:pt x="889119" y="26681"/>
                  <a:pt x="886649" y="29539"/>
                </a:cubicBezTo>
                <a:cubicBezTo>
                  <a:pt x="884180" y="32397"/>
                  <a:pt x="882945" y="36869"/>
                  <a:pt x="882945" y="42957"/>
                </a:cubicBezTo>
                <a:close/>
                <a:moveTo>
                  <a:pt x="968396" y="40022"/>
                </a:moveTo>
                <a:cubicBezTo>
                  <a:pt x="968396" y="41171"/>
                  <a:pt x="968381" y="42134"/>
                  <a:pt x="968350" y="42911"/>
                </a:cubicBezTo>
                <a:cubicBezTo>
                  <a:pt x="968319" y="43687"/>
                  <a:pt x="968272" y="44417"/>
                  <a:pt x="968210" y="45101"/>
                </a:cubicBezTo>
                <a:lnTo>
                  <a:pt x="935363" y="45101"/>
                </a:lnTo>
                <a:cubicBezTo>
                  <a:pt x="935363" y="49884"/>
                  <a:pt x="936698" y="53557"/>
                  <a:pt x="939370" y="56120"/>
                </a:cubicBezTo>
                <a:cubicBezTo>
                  <a:pt x="942041" y="58682"/>
                  <a:pt x="945893" y="59963"/>
                  <a:pt x="950924" y="59963"/>
                </a:cubicBezTo>
                <a:cubicBezTo>
                  <a:pt x="952291" y="59963"/>
                  <a:pt x="953658" y="59908"/>
                  <a:pt x="955024" y="59797"/>
                </a:cubicBezTo>
                <a:cubicBezTo>
                  <a:pt x="956391" y="59686"/>
                  <a:pt x="957711" y="59535"/>
                  <a:pt x="958985" y="59345"/>
                </a:cubicBezTo>
                <a:cubicBezTo>
                  <a:pt x="960258" y="59153"/>
                  <a:pt x="961477" y="58939"/>
                  <a:pt x="962642" y="58701"/>
                </a:cubicBezTo>
                <a:cubicBezTo>
                  <a:pt x="963807" y="58462"/>
                  <a:pt x="964886" y="58200"/>
                  <a:pt x="965880" y="57913"/>
                </a:cubicBezTo>
                <a:lnTo>
                  <a:pt x="965880" y="64576"/>
                </a:lnTo>
                <a:cubicBezTo>
                  <a:pt x="963675" y="65211"/>
                  <a:pt x="961182" y="65727"/>
                  <a:pt x="958402" y="66124"/>
                </a:cubicBezTo>
                <a:cubicBezTo>
                  <a:pt x="955622" y="66521"/>
                  <a:pt x="952742" y="66719"/>
                  <a:pt x="949760" y="66719"/>
                </a:cubicBezTo>
                <a:cubicBezTo>
                  <a:pt x="945753" y="66719"/>
                  <a:pt x="942305" y="66176"/>
                  <a:pt x="939416" y="65088"/>
                </a:cubicBezTo>
                <a:cubicBezTo>
                  <a:pt x="936528" y="64001"/>
                  <a:pt x="934159" y="62425"/>
                  <a:pt x="932311" y="60359"/>
                </a:cubicBezTo>
                <a:cubicBezTo>
                  <a:pt x="930463" y="58294"/>
                  <a:pt x="929096" y="55762"/>
                  <a:pt x="928211" y="52765"/>
                </a:cubicBezTo>
                <a:cubicBezTo>
                  <a:pt x="927326" y="49768"/>
                  <a:pt x="926883" y="46374"/>
                  <a:pt x="926883" y="42585"/>
                </a:cubicBezTo>
                <a:cubicBezTo>
                  <a:pt x="926883" y="39292"/>
                  <a:pt x="927357" y="36178"/>
                  <a:pt x="928304" y="33243"/>
                </a:cubicBezTo>
                <a:cubicBezTo>
                  <a:pt x="929252" y="30308"/>
                  <a:pt x="930634" y="27730"/>
                  <a:pt x="932451" y="25509"/>
                </a:cubicBezTo>
                <a:cubicBezTo>
                  <a:pt x="934268" y="23288"/>
                  <a:pt x="936497" y="21525"/>
                  <a:pt x="939137" y="20221"/>
                </a:cubicBezTo>
                <a:cubicBezTo>
                  <a:pt x="941777" y="18916"/>
                  <a:pt x="944774" y="18264"/>
                  <a:pt x="948129" y="18264"/>
                </a:cubicBezTo>
                <a:cubicBezTo>
                  <a:pt x="951390" y="18264"/>
                  <a:pt x="954279" y="18776"/>
                  <a:pt x="956795" y="19801"/>
                </a:cubicBezTo>
                <a:cubicBezTo>
                  <a:pt x="959311" y="20826"/>
                  <a:pt x="961431" y="22279"/>
                  <a:pt x="963155" y="24158"/>
                </a:cubicBezTo>
                <a:cubicBezTo>
                  <a:pt x="964879" y="26037"/>
                  <a:pt x="966183" y="28320"/>
                  <a:pt x="967068" y="31007"/>
                </a:cubicBezTo>
                <a:cubicBezTo>
                  <a:pt x="967954" y="33693"/>
                  <a:pt x="968396" y="36699"/>
                  <a:pt x="968396" y="40022"/>
                </a:cubicBezTo>
                <a:moveTo>
                  <a:pt x="959963" y="38857"/>
                </a:moveTo>
                <a:cubicBezTo>
                  <a:pt x="960056" y="36776"/>
                  <a:pt x="959854" y="34874"/>
                  <a:pt x="959358" y="33150"/>
                </a:cubicBezTo>
                <a:cubicBezTo>
                  <a:pt x="958861" y="31426"/>
                  <a:pt x="958092" y="29943"/>
                  <a:pt x="957051" y="28700"/>
                </a:cubicBezTo>
                <a:cubicBezTo>
                  <a:pt x="956011" y="27458"/>
                  <a:pt x="954714" y="26487"/>
                  <a:pt x="953161" y="25788"/>
                </a:cubicBezTo>
                <a:cubicBezTo>
                  <a:pt x="951608" y="25090"/>
                  <a:pt x="949806" y="24740"/>
                  <a:pt x="947756" y="24740"/>
                </a:cubicBezTo>
                <a:cubicBezTo>
                  <a:pt x="945986" y="24740"/>
                  <a:pt x="944371" y="25082"/>
                  <a:pt x="942911" y="25765"/>
                </a:cubicBezTo>
                <a:cubicBezTo>
                  <a:pt x="941451" y="26449"/>
                  <a:pt x="940193" y="27411"/>
                  <a:pt x="939137" y="28654"/>
                </a:cubicBezTo>
                <a:cubicBezTo>
                  <a:pt x="938081" y="29896"/>
                  <a:pt x="937227" y="31387"/>
                  <a:pt x="936574" y="33127"/>
                </a:cubicBezTo>
                <a:cubicBezTo>
                  <a:pt x="935922" y="34866"/>
                  <a:pt x="935518" y="36776"/>
                  <a:pt x="935363" y="38857"/>
                </a:cubicBezTo>
                <a:lnTo>
                  <a:pt x="959963" y="38857"/>
                </a:lnTo>
                <a:close/>
                <a:moveTo>
                  <a:pt x="1014104" y="65881"/>
                </a:moveTo>
                <a:lnTo>
                  <a:pt x="1014104" y="32288"/>
                </a:lnTo>
                <a:cubicBezTo>
                  <a:pt x="1014104" y="30828"/>
                  <a:pt x="1014050" y="29632"/>
                  <a:pt x="1013941" y="28700"/>
                </a:cubicBezTo>
                <a:cubicBezTo>
                  <a:pt x="1013833" y="27769"/>
                  <a:pt x="1013662" y="27031"/>
                  <a:pt x="1013429" y="26487"/>
                </a:cubicBezTo>
                <a:cubicBezTo>
                  <a:pt x="1013196" y="25944"/>
                  <a:pt x="1012901" y="25563"/>
                  <a:pt x="1012544" y="25346"/>
                </a:cubicBezTo>
                <a:cubicBezTo>
                  <a:pt x="1012186" y="25128"/>
                  <a:pt x="1011744" y="25020"/>
                  <a:pt x="1011216" y="25020"/>
                </a:cubicBezTo>
                <a:cubicBezTo>
                  <a:pt x="1010595" y="25020"/>
                  <a:pt x="1010020" y="25206"/>
                  <a:pt x="1009492" y="25579"/>
                </a:cubicBezTo>
                <a:cubicBezTo>
                  <a:pt x="1008964" y="25952"/>
                  <a:pt x="1008397" y="26557"/>
                  <a:pt x="1007791" y="27396"/>
                </a:cubicBezTo>
                <a:cubicBezTo>
                  <a:pt x="1007186" y="28235"/>
                  <a:pt x="1006518" y="29345"/>
                  <a:pt x="1005788" y="30727"/>
                </a:cubicBezTo>
                <a:cubicBezTo>
                  <a:pt x="1005058" y="32109"/>
                  <a:pt x="1004196" y="33810"/>
                  <a:pt x="1003202" y="35829"/>
                </a:cubicBezTo>
                <a:lnTo>
                  <a:pt x="1003202" y="65881"/>
                </a:lnTo>
                <a:lnTo>
                  <a:pt x="995794" y="65881"/>
                </a:lnTo>
                <a:lnTo>
                  <a:pt x="995794" y="33173"/>
                </a:lnTo>
                <a:cubicBezTo>
                  <a:pt x="995794" y="31465"/>
                  <a:pt x="995740" y="30083"/>
                  <a:pt x="995631" y="29027"/>
                </a:cubicBezTo>
                <a:cubicBezTo>
                  <a:pt x="995522" y="27970"/>
                  <a:pt x="995351" y="27147"/>
                  <a:pt x="995118" y="26557"/>
                </a:cubicBezTo>
                <a:cubicBezTo>
                  <a:pt x="994885" y="25967"/>
                  <a:pt x="994583" y="25563"/>
                  <a:pt x="994210" y="25346"/>
                </a:cubicBezTo>
                <a:cubicBezTo>
                  <a:pt x="993837" y="25128"/>
                  <a:pt x="993387" y="25020"/>
                  <a:pt x="992859" y="25020"/>
                </a:cubicBezTo>
                <a:cubicBezTo>
                  <a:pt x="992300" y="25020"/>
                  <a:pt x="991772" y="25175"/>
                  <a:pt x="991275" y="25486"/>
                </a:cubicBezTo>
                <a:cubicBezTo>
                  <a:pt x="990778" y="25796"/>
                  <a:pt x="990226" y="26355"/>
                  <a:pt x="989621" y="27163"/>
                </a:cubicBezTo>
                <a:cubicBezTo>
                  <a:pt x="989015" y="27970"/>
                  <a:pt x="988339" y="29073"/>
                  <a:pt x="987594" y="30471"/>
                </a:cubicBezTo>
                <a:cubicBezTo>
                  <a:pt x="986848" y="31869"/>
                  <a:pt x="985963" y="33655"/>
                  <a:pt x="984938" y="35829"/>
                </a:cubicBezTo>
                <a:lnTo>
                  <a:pt x="984938" y="65881"/>
                </a:lnTo>
                <a:lnTo>
                  <a:pt x="977483" y="65881"/>
                </a:lnTo>
                <a:lnTo>
                  <a:pt x="977483" y="19103"/>
                </a:lnTo>
                <a:lnTo>
                  <a:pt x="983680" y="19103"/>
                </a:lnTo>
                <a:lnTo>
                  <a:pt x="984053" y="28002"/>
                </a:lnTo>
                <a:cubicBezTo>
                  <a:pt x="984860" y="26231"/>
                  <a:pt x="985645" y="24725"/>
                  <a:pt x="986406" y="23482"/>
                </a:cubicBezTo>
                <a:cubicBezTo>
                  <a:pt x="987167" y="22240"/>
                  <a:pt x="987951" y="21238"/>
                  <a:pt x="988759" y="20477"/>
                </a:cubicBezTo>
                <a:cubicBezTo>
                  <a:pt x="989566" y="19716"/>
                  <a:pt x="990428" y="19157"/>
                  <a:pt x="991344" y="18800"/>
                </a:cubicBezTo>
                <a:cubicBezTo>
                  <a:pt x="992261" y="18443"/>
                  <a:pt x="993278" y="18264"/>
                  <a:pt x="994396" y="18264"/>
                </a:cubicBezTo>
                <a:cubicBezTo>
                  <a:pt x="996912" y="18264"/>
                  <a:pt x="998822" y="19087"/>
                  <a:pt x="1000127" y="20733"/>
                </a:cubicBezTo>
                <a:cubicBezTo>
                  <a:pt x="1001432" y="22379"/>
                  <a:pt x="1002084" y="24927"/>
                  <a:pt x="1002084" y="28374"/>
                </a:cubicBezTo>
                <a:cubicBezTo>
                  <a:pt x="1002829" y="26759"/>
                  <a:pt x="1003559" y="25323"/>
                  <a:pt x="1004274" y="24065"/>
                </a:cubicBezTo>
                <a:cubicBezTo>
                  <a:pt x="1004988" y="22807"/>
                  <a:pt x="1005757" y="21751"/>
                  <a:pt x="1006580" y="20896"/>
                </a:cubicBezTo>
                <a:cubicBezTo>
                  <a:pt x="1007403" y="20042"/>
                  <a:pt x="1008312" y="19390"/>
                  <a:pt x="1009306" y="18939"/>
                </a:cubicBezTo>
                <a:cubicBezTo>
                  <a:pt x="1010299" y="18489"/>
                  <a:pt x="1011449" y="18264"/>
                  <a:pt x="1012753" y="18264"/>
                </a:cubicBezTo>
                <a:cubicBezTo>
                  <a:pt x="1018624" y="18264"/>
                  <a:pt x="1021559" y="22783"/>
                  <a:pt x="1021559" y="31822"/>
                </a:cubicBezTo>
                <a:lnTo>
                  <a:pt x="1021559" y="65881"/>
                </a:lnTo>
                <a:lnTo>
                  <a:pt x="1014104" y="65881"/>
                </a:lnTo>
                <a:close/>
                <a:moveTo>
                  <a:pt x="1073325" y="42119"/>
                </a:moveTo>
                <a:cubicBezTo>
                  <a:pt x="1073325" y="45753"/>
                  <a:pt x="1072812" y="49084"/>
                  <a:pt x="1071787" y="52113"/>
                </a:cubicBezTo>
                <a:cubicBezTo>
                  <a:pt x="1070762" y="55141"/>
                  <a:pt x="1069287" y="57735"/>
                  <a:pt x="1067361" y="59894"/>
                </a:cubicBezTo>
                <a:cubicBezTo>
                  <a:pt x="1065435" y="62052"/>
                  <a:pt x="1063090" y="63730"/>
                  <a:pt x="1060326" y="64925"/>
                </a:cubicBezTo>
                <a:cubicBezTo>
                  <a:pt x="1057561" y="66121"/>
                  <a:pt x="1054424" y="66719"/>
                  <a:pt x="1050914" y="66719"/>
                </a:cubicBezTo>
                <a:cubicBezTo>
                  <a:pt x="1047560" y="66719"/>
                  <a:pt x="1044554" y="66199"/>
                  <a:pt x="1041899" y="65158"/>
                </a:cubicBezTo>
                <a:cubicBezTo>
                  <a:pt x="1039243" y="64118"/>
                  <a:pt x="1036991" y="62588"/>
                  <a:pt x="1035143" y="60569"/>
                </a:cubicBezTo>
                <a:cubicBezTo>
                  <a:pt x="1033295" y="58550"/>
                  <a:pt x="1031881" y="56050"/>
                  <a:pt x="1030903" y="53068"/>
                </a:cubicBezTo>
                <a:cubicBezTo>
                  <a:pt x="1029925" y="50086"/>
                  <a:pt x="1029435" y="46654"/>
                  <a:pt x="1029435" y="42771"/>
                </a:cubicBezTo>
                <a:cubicBezTo>
                  <a:pt x="1029435" y="39137"/>
                  <a:pt x="1029948" y="35821"/>
                  <a:pt x="1030973" y="32824"/>
                </a:cubicBezTo>
                <a:cubicBezTo>
                  <a:pt x="1031998" y="29826"/>
                  <a:pt x="1033473" y="27248"/>
                  <a:pt x="1035399" y="25090"/>
                </a:cubicBezTo>
                <a:cubicBezTo>
                  <a:pt x="1037325" y="22931"/>
                  <a:pt x="1039670" y="21254"/>
                  <a:pt x="1042434" y="20058"/>
                </a:cubicBezTo>
                <a:cubicBezTo>
                  <a:pt x="1045199" y="18862"/>
                  <a:pt x="1048336" y="18264"/>
                  <a:pt x="1051846" y="18264"/>
                </a:cubicBezTo>
                <a:cubicBezTo>
                  <a:pt x="1055201" y="18264"/>
                  <a:pt x="1058206" y="18784"/>
                  <a:pt x="1060861" y="19825"/>
                </a:cubicBezTo>
                <a:cubicBezTo>
                  <a:pt x="1063517" y="20865"/>
                  <a:pt x="1065769" y="22387"/>
                  <a:pt x="1067617" y="24391"/>
                </a:cubicBezTo>
                <a:cubicBezTo>
                  <a:pt x="1069465" y="26394"/>
                  <a:pt x="1070879" y="28887"/>
                  <a:pt x="1071857" y="31869"/>
                </a:cubicBezTo>
                <a:cubicBezTo>
                  <a:pt x="1072836" y="34851"/>
                  <a:pt x="1073325" y="38267"/>
                  <a:pt x="1073325" y="42119"/>
                </a:cubicBezTo>
                <a:moveTo>
                  <a:pt x="1065031" y="42492"/>
                </a:moveTo>
                <a:cubicBezTo>
                  <a:pt x="1065031" y="39603"/>
                  <a:pt x="1064713" y="37079"/>
                  <a:pt x="1064076" y="34920"/>
                </a:cubicBezTo>
                <a:cubicBezTo>
                  <a:pt x="1063440" y="32762"/>
                  <a:pt x="1062531" y="30960"/>
                  <a:pt x="1061351" y="29516"/>
                </a:cubicBezTo>
                <a:cubicBezTo>
                  <a:pt x="1060170" y="28071"/>
                  <a:pt x="1058734" y="26984"/>
                  <a:pt x="1057041" y="26254"/>
                </a:cubicBezTo>
                <a:cubicBezTo>
                  <a:pt x="1055348" y="25524"/>
                  <a:pt x="1053461" y="25159"/>
                  <a:pt x="1051380" y="25159"/>
                </a:cubicBezTo>
                <a:cubicBezTo>
                  <a:pt x="1048957" y="25159"/>
                  <a:pt x="1046884" y="25633"/>
                  <a:pt x="1045160" y="26581"/>
                </a:cubicBezTo>
                <a:cubicBezTo>
                  <a:pt x="1043436" y="27528"/>
                  <a:pt x="1042023" y="28794"/>
                  <a:pt x="1040920" y="30378"/>
                </a:cubicBezTo>
                <a:cubicBezTo>
                  <a:pt x="1039818" y="31962"/>
                  <a:pt x="1039010" y="33802"/>
                  <a:pt x="1038497" y="35899"/>
                </a:cubicBezTo>
                <a:cubicBezTo>
                  <a:pt x="1037985" y="37995"/>
                  <a:pt x="1037729" y="40193"/>
                  <a:pt x="1037729" y="42492"/>
                </a:cubicBezTo>
                <a:cubicBezTo>
                  <a:pt x="1037729" y="45380"/>
                  <a:pt x="1038047" y="47912"/>
                  <a:pt x="1038684" y="50086"/>
                </a:cubicBezTo>
                <a:cubicBezTo>
                  <a:pt x="1039321" y="52260"/>
                  <a:pt x="1040229" y="54070"/>
                  <a:pt x="1041409" y="55514"/>
                </a:cubicBezTo>
                <a:cubicBezTo>
                  <a:pt x="1042590" y="56958"/>
                  <a:pt x="1044019" y="58045"/>
                  <a:pt x="1045696" y="58775"/>
                </a:cubicBezTo>
                <a:cubicBezTo>
                  <a:pt x="1047373" y="59505"/>
                  <a:pt x="1049268" y="59870"/>
                  <a:pt x="1051380" y="59870"/>
                </a:cubicBezTo>
                <a:cubicBezTo>
                  <a:pt x="1053803" y="59870"/>
                  <a:pt x="1055876" y="59397"/>
                  <a:pt x="1057600" y="58449"/>
                </a:cubicBezTo>
                <a:cubicBezTo>
                  <a:pt x="1059324" y="57502"/>
                  <a:pt x="1060737" y="56236"/>
                  <a:pt x="1061840" y="54652"/>
                </a:cubicBezTo>
                <a:cubicBezTo>
                  <a:pt x="1062943" y="53068"/>
                  <a:pt x="1063750" y="51227"/>
                  <a:pt x="1064263" y="49131"/>
                </a:cubicBezTo>
                <a:cubicBezTo>
                  <a:pt x="1064775" y="47034"/>
                  <a:pt x="1065031" y="44821"/>
                  <a:pt x="1065031" y="42492"/>
                </a:cubicBezTo>
                <a:close/>
                <a:moveTo>
                  <a:pt x="1122062" y="0"/>
                </a:moveTo>
                <a:lnTo>
                  <a:pt x="1090100" y="75944"/>
                </a:lnTo>
                <a:lnTo>
                  <a:pt x="1082366" y="75944"/>
                </a:lnTo>
                <a:lnTo>
                  <a:pt x="1114327" y="0"/>
                </a:lnTo>
                <a:lnTo>
                  <a:pt x="1122062" y="0"/>
                </a:lnTo>
                <a:close/>
                <a:moveTo>
                  <a:pt x="1173361" y="53114"/>
                </a:moveTo>
                <a:cubicBezTo>
                  <a:pt x="1173361" y="54761"/>
                  <a:pt x="1173081" y="56236"/>
                  <a:pt x="1172522" y="57541"/>
                </a:cubicBezTo>
                <a:cubicBezTo>
                  <a:pt x="1171963" y="58845"/>
                  <a:pt x="1171202" y="60002"/>
                  <a:pt x="1170239" y="61012"/>
                </a:cubicBezTo>
                <a:cubicBezTo>
                  <a:pt x="1169276" y="62021"/>
                  <a:pt x="1168158" y="62883"/>
                  <a:pt x="1166885" y="63598"/>
                </a:cubicBezTo>
                <a:cubicBezTo>
                  <a:pt x="1165611" y="64312"/>
                  <a:pt x="1164252" y="64902"/>
                  <a:pt x="1162808" y="65368"/>
                </a:cubicBezTo>
                <a:cubicBezTo>
                  <a:pt x="1161364" y="65834"/>
                  <a:pt x="1159880" y="66176"/>
                  <a:pt x="1158358" y="66393"/>
                </a:cubicBezTo>
                <a:cubicBezTo>
                  <a:pt x="1156836" y="66610"/>
                  <a:pt x="1155346" y="66719"/>
                  <a:pt x="1153886" y="66719"/>
                </a:cubicBezTo>
                <a:cubicBezTo>
                  <a:pt x="1150717" y="66719"/>
                  <a:pt x="1147805" y="66579"/>
                  <a:pt x="1145150" y="66300"/>
                </a:cubicBezTo>
                <a:cubicBezTo>
                  <a:pt x="1142494" y="66020"/>
                  <a:pt x="1139893" y="65570"/>
                  <a:pt x="1137346" y="64949"/>
                </a:cubicBezTo>
                <a:lnTo>
                  <a:pt x="1137346" y="57494"/>
                </a:lnTo>
                <a:cubicBezTo>
                  <a:pt x="1140079" y="58271"/>
                  <a:pt x="1142797" y="58861"/>
                  <a:pt x="1145499" y="59265"/>
                </a:cubicBezTo>
                <a:cubicBezTo>
                  <a:pt x="1148201" y="59668"/>
                  <a:pt x="1150888" y="59870"/>
                  <a:pt x="1153560" y="59870"/>
                </a:cubicBezTo>
                <a:cubicBezTo>
                  <a:pt x="1157442" y="59870"/>
                  <a:pt x="1160315" y="59342"/>
                  <a:pt x="1162179" y="58286"/>
                </a:cubicBezTo>
                <a:cubicBezTo>
                  <a:pt x="1164043" y="57230"/>
                  <a:pt x="1164974" y="55724"/>
                  <a:pt x="1164974" y="53767"/>
                </a:cubicBezTo>
                <a:cubicBezTo>
                  <a:pt x="1164974" y="52928"/>
                  <a:pt x="1164827" y="52175"/>
                  <a:pt x="1164532" y="51507"/>
                </a:cubicBezTo>
                <a:cubicBezTo>
                  <a:pt x="1164237" y="50839"/>
                  <a:pt x="1163701" y="50202"/>
                  <a:pt x="1162924" y="49597"/>
                </a:cubicBezTo>
                <a:cubicBezTo>
                  <a:pt x="1162148" y="48991"/>
                  <a:pt x="1160944" y="48362"/>
                  <a:pt x="1159314" y="47710"/>
                </a:cubicBezTo>
                <a:cubicBezTo>
                  <a:pt x="1157683" y="47058"/>
                  <a:pt x="1155454" y="46312"/>
                  <a:pt x="1152628" y="45473"/>
                </a:cubicBezTo>
                <a:cubicBezTo>
                  <a:pt x="1150516" y="44852"/>
                  <a:pt x="1148566" y="44146"/>
                  <a:pt x="1146780" y="43353"/>
                </a:cubicBezTo>
                <a:cubicBezTo>
                  <a:pt x="1144994" y="42561"/>
                  <a:pt x="1143449" y="41622"/>
                  <a:pt x="1142145" y="40535"/>
                </a:cubicBezTo>
                <a:cubicBezTo>
                  <a:pt x="1140840" y="39448"/>
                  <a:pt x="1139815" y="38174"/>
                  <a:pt x="1139070" y="36714"/>
                </a:cubicBezTo>
                <a:cubicBezTo>
                  <a:pt x="1138324" y="35254"/>
                  <a:pt x="1137951" y="33530"/>
                  <a:pt x="1137951" y="31543"/>
                </a:cubicBezTo>
                <a:cubicBezTo>
                  <a:pt x="1137951" y="30238"/>
                  <a:pt x="1138254" y="28809"/>
                  <a:pt x="1138860" y="27256"/>
                </a:cubicBezTo>
                <a:cubicBezTo>
                  <a:pt x="1139466" y="25703"/>
                  <a:pt x="1140498" y="24259"/>
                  <a:pt x="1141958" y="22923"/>
                </a:cubicBezTo>
                <a:cubicBezTo>
                  <a:pt x="1143418" y="21587"/>
                  <a:pt x="1145390" y="20477"/>
                  <a:pt x="1147875" y="19592"/>
                </a:cubicBezTo>
                <a:cubicBezTo>
                  <a:pt x="1150360" y="18707"/>
                  <a:pt x="1153466" y="18264"/>
                  <a:pt x="1157194" y="18264"/>
                </a:cubicBezTo>
                <a:cubicBezTo>
                  <a:pt x="1159026" y="18264"/>
                  <a:pt x="1161061" y="18365"/>
                  <a:pt x="1163297" y="18567"/>
                </a:cubicBezTo>
                <a:cubicBezTo>
                  <a:pt x="1165534" y="18769"/>
                  <a:pt x="1167863" y="19118"/>
                  <a:pt x="1170286" y="19615"/>
                </a:cubicBezTo>
                <a:lnTo>
                  <a:pt x="1170286" y="26837"/>
                </a:lnTo>
                <a:cubicBezTo>
                  <a:pt x="1167739" y="26216"/>
                  <a:pt x="1165324" y="25757"/>
                  <a:pt x="1163041" y="25462"/>
                </a:cubicBezTo>
                <a:cubicBezTo>
                  <a:pt x="1160758" y="25167"/>
                  <a:pt x="1158778" y="25020"/>
                  <a:pt x="1157100" y="25020"/>
                </a:cubicBezTo>
                <a:cubicBezTo>
                  <a:pt x="1155082" y="25020"/>
                  <a:pt x="1153381" y="25175"/>
                  <a:pt x="1151999" y="25486"/>
                </a:cubicBezTo>
                <a:cubicBezTo>
                  <a:pt x="1150616" y="25796"/>
                  <a:pt x="1149498" y="26223"/>
                  <a:pt x="1148644" y="26767"/>
                </a:cubicBezTo>
                <a:cubicBezTo>
                  <a:pt x="1147790" y="27310"/>
                  <a:pt x="1147176" y="27947"/>
                  <a:pt x="1146804" y="28677"/>
                </a:cubicBezTo>
                <a:cubicBezTo>
                  <a:pt x="1146431" y="29407"/>
                  <a:pt x="1146245" y="30191"/>
                  <a:pt x="1146245" y="31030"/>
                </a:cubicBezTo>
                <a:cubicBezTo>
                  <a:pt x="1146245" y="31869"/>
                  <a:pt x="1146408" y="32630"/>
                  <a:pt x="1146734" y="33313"/>
                </a:cubicBezTo>
                <a:cubicBezTo>
                  <a:pt x="1147060" y="33996"/>
                  <a:pt x="1147666" y="34656"/>
                  <a:pt x="1148551" y="35293"/>
                </a:cubicBezTo>
                <a:cubicBezTo>
                  <a:pt x="1149436" y="35930"/>
                  <a:pt x="1150671" y="36567"/>
                  <a:pt x="1152255" y="37203"/>
                </a:cubicBezTo>
                <a:cubicBezTo>
                  <a:pt x="1153839" y="37840"/>
                  <a:pt x="1155905" y="38531"/>
                  <a:pt x="1158452" y="39277"/>
                </a:cubicBezTo>
                <a:cubicBezTo>
                  <a:pt x="1161216" y="40084"/>
                  <a:pt x="1163546" y="40931"/>
                  <a:pt x="1165440" y="41816"/>
                </a:cubicBezTo>
                <a:cubicBezTo>
                  <a:pt x="1167335" y="42701"/>
                  <a:pt x="1168873" y="43687"/>
                  <a:pt x="1170053" y="44775"/>
                </a:cubicBezTo>
                <a:cubicBezTo>
                  <a:pt x="1171233" y="45862"/>
                  <a:pt x="1172080" y="47089"/>
                  <a:pt x="1172592" y="48455"/>
                </a:cubicBezTo>
                <a:cubicBezTo>
                  <a:pt x="1173105" y="49822"/>
                  <a:pt x="1173361" y="51375"/>
                  <a:pt x="1173361" y="53114"/>
                </a:cubicBezTo>
                <a:close/>
                <a:moveTo>
                  <a:pt x="1227689" y="40022"/>
                </a:moveTo>
                <a:cubicBezTo>
                  <a:pt x="1227689" y="41171"/>
                  <a:pt x="1227673" y="42134"/>
                  <a:pt x="1227642" y="42911"/>
                </a:cubicBezTo>
                <a:cubicBezTo>
                  <a:pt x="1227611" y="43687"/>
                  <a:pt x="1227565" y="44417"/>
                  <a:pt x="1227502" y="45101"/>
                </a:cubicBezTo>
                <a:lnTo>
                  <a:pt x="1194655" y="45101"/>
                </a:lnTo>
                <a:cubicBezTo>
                  <a:pt x="1194655" y="49884"/>
                  <a:pt x="1195991" y="53557"/>
                  <a:pt x="1198662" y="56120"/>
                </a:cubicBezTo>
                <a:cubicBezTo>
                  <a:pt x="1201333" y="58682"/>
                  <a:pt x="1205185" y="59963"/>
                  <a:pt x="1210217" y="59963"/>
                </a:cubicBezTo>
                <a:cubicBezTo>
                  <a:pt x="1211584" y="59963"/>
                  <a:pt x="1212950" y="59908"/>
                  <a:pt x="1214317" y="59797"/>
                </a:cubicBezTo>
                <a:cubicBezTo>
                  <a:pt x="1215684" y="59686"/>
                  <a:pt x="1217004" y="59535"/>
                  <a:pt x="1218277" y="59345"/>
                </a:cubicBezTo>
                <a:cubicBezTo>
                  <a:pt x="1219551" y="59153"/>
                  <a:pt x="1220770" y="58939"/>
                  <a:pt x="1221935" y="58701"/>
                </a:cubicBezTo>
                <a:cubicBezTo>
                  <a:pt x="1223100" y="58462"/>
                  <a:pt x="1224179" y="58200"/>
                  <a:pt x="1225173" y="57913"/>
                </a:cubicBezTo>
                <a:lnTo>
                  <a:pt x="1225173" y="64576"/>
                </a:lnTo>
                <a:cubicBezTo>
                  <a:pt x="1222967" y="65211"/>
                  <a:pt x="1220475" y="65727"/>
                  <a:pt x="1217695" y="66124"/>
                </a:cubicBezTo>
                <a:cubicBezTo>
                  <a:pt x="1214915" y="66521"/>
                  <a:pt x="1212034" y="66719"/>
                  <a:pt x="1209052" y="66719"/>
                </a:cubicBezTo>
                <a:cubicBezTo>
                  <a:pt x="1205045" y="66719"/>
                  <a:pt x="1201597" y="66176"/>
                  <a:pt x="1198709" y="65088"/>
                </a:cubicBezTo>
                <a:cubicBezTo>
                  <a:pt x="1195820" y="64001"/>
                  <a:pt x="1193452" y="62425"/>
                  <a:pt x="1191604" y="60359"/>
                </a:cubicBezTo>
                <a:cubicBezTo>
                  <a:pt x="1189755" y="58294"/>
                  <a:pt x="1188389" y="55762"/>
                  <a:pt x="1187504" y="52765"/>
                </a:cubicBezTo>
                <a:cubicBezTo>
                  <a:pt x="1186618" y="49768"/>
                  <a:pt x="1186176" y="46374"/>
                  <a:pt x="1186176" y="42585"/>
                </a:cubicBezTo>
                <a:cubicBezTo>
                  <a:pt x="1186176" y="39292"/>
                  <a:pt x="1186649" y="36178"/>
                  <a:pt x="1187597" y="33243"/>
                </a:cubicBezTo>
                <a:cubicBezTo>
                  <a:pt x="1188544" y="30308"/>
                  <a:pt x="1189926" y="27730"/>
                  <a:pt x="1191743" y="25509"/>
                </a:cubicBezTo>
                <a:cubicBezTo>
                  <a:pt x="1193560" y="23288"/>
                  <a:pt x="1195789" y="21525"/>
                  <a:pt x="1198429" y="20221"/>
                </a:cubicBezTo>
                <a:cubicBezTo>
                  <a:pt x="1201069" y="18916"/>
                  <a:pt x="1204067" y="18264"/>
                  <a:pt x="1207421" y="18264"/>
                </a:cubicBezTo>
                <a:cubicBezTo>
                  <a:pt x="1210683" y="18264"/>
                  <a:pt x="1213572" y="18776"/>
                  <a:pt x="1216087" y="19801"/>
                </a:cubicBezTo>
                <a:cubicBezTo>
                  <a:pt x="1218603" y="20826"/>
                  <a:pt x="1220723" y="22279"/>
                  <a:pt x="1222447" y="24158"/>
                </a:cubicBezTo>
                <a:cubicBezTo>
                  <a:pt x="1224171" y="26037"/>
                  <a:pt x="1225476" y="28320"/>
                  <a:pt x="1226361" y="31007"/>
                </a:cubicBezTo>
                <a:cubicBezTo>
                  <a:pt x="1227246" y="33693"/>
                  <a:pt x="1227689" y="36699"/>
                  <a:pt x="1227689" y="40022"/>
                </a:cubicBezTo>
                <a:moveTo>
                  <a:pt x="1219256" y="38857"/>
                </a:moveTo>
                <a:cubicBezTo>
                  <a:pt x="1219349" y="36776"/>
                  <a:pt x="1219147" y="34874"/>
                  <a:pt x="1218650" y="33150"/>
                </a:cubicBezTo>
                <a:cubicBezTo>
                  <a:pt x="1218153" y="31426"/>
                  <a:pt x="1217384" y="29943"/>
                  <a:pt x="1216344" y="28700"/>
                </a:cubicBezTo>
                <a:cubicBezTo>
                  <a:pt x="1215303" y="27458"/>
                  <a:pt x="1214006" y="26487"/>
                  <a:pt x="1212453" y="25788"/>
                </a:cubicBezTo>
                <a:cubicBezTo>
                  <a:pt x="1210900" y="25090"/>
                  <a:pt x="1209099" y="24740"/>
                  <a:pt x="1207049" y="24740"/>
                </a:cubicBezTo>
                <a:cubicBezTo>
                  <a:pt x="1205278" y="24740"/>
                  <a:pt x="1203663" y="25082"/>
                  <a:pt x="1202203" y="25765"/>
                </a:cubicBezTo>
                <a:cubicBezTo>
                  <a:pt x="1200743" y="26449"/>
                  <a:pt x="1199485" y="27411"/>
                  <a:pt x="1198429" y="28654"/>
                </a:cubicBezTo>
                <a:cubicBezTo>
                  <a:pt x="1197373" y="29896"/>
                  <a:pt x="1196519" y="31387"/>
                  <a:pt x="1195867" y="33127"/>
                </a:cubicBezTo>
                <a:cubicBezTo>
                  <a:pt x="1195214" y="34866"/>
                  <a:pt x="1194811" y="36776"/>
                  <a:pt x="1194655" y="38857"/>
                </a:cubicBezTo>
                <a:lnTo>
                  <a:pt x="1219256" y="38857"/>
                </a:lnTo>
                <a:close/>
                <a:moveTo>
                  <a:pt x="1270089" y="65881"/>
                </a:moveTo>
                <a:lnTo>
                  <a:pt x="1269903" y="59578"/>
                </a:lnTo>
                <a:cubicBezTo>
                  <a:pt x="1267356" y="62098"/>
                  <a:pt x="1264770" y="63919"/>
                  <a:pt x="1262145" y="65039"/>
                </a:cubicBezTo>
                <a:cubicBezTo>
                  <a:pt x="1259521" y="66159"/>
                  <a:pt x="1256764" y="66719"/>
                  <a:pt x="1253875" y="66719"/>
                </a:cubicBezTo>
                <a:cubicBezTo>
                  <a:pt x="1251204" y="66719"/>
                  <a:pt x="1248921" y="66377"/>
                  <a:pt x="1247026" y="65693"/>
                </a:cubicBezTo>
                <a:cubicBezTo>
                  <a:pt x="1245132" y="65008"/>
                  <a:pt x="1243571" y="64067"/>
                  <a:pt x="1242344" y="62870"/>
                </a:cubicBezTo>
                <a:cubicBezTo>
                  <a:pt x="1241117" y="61672"/>
                  <a:pt x="1240216" y="60264"/>
                  <a:pt x="1239642" y="58646"/>
                </a:cubicBezTo>
                <a:cubicBezTo>
                  <a:pt x="1239067" y="57028"/>
                  <a:pt x="1238780" y="55270"/>
                  <a:pt x="1238780" y="53372"/>
                </a:cubicBezTo>
                <a:cubicBezTo>
                  <a:pt x="1238780" y="48674"/>
                  <a:pt x="1240527" y="44995"/>
                  <a:pt x="1244021" y="42336"/>
                </a:cubicBezTo>
                <a:cubicBezTo>
                  <a:pt x="1247516" y="39675"/>
                  <a:pt x="1252679" y="38345"/>
                  <a:pt x="1259513" y="38345"/>
                </a:cubicBezTo>
                <a:lnTo>
                  <a:pt x="1269204" y="38345"/>
                </a:lnTo>
                <a:lnTo>
                  <a:pt x="1269204" y="34259"/>
                </a:lnTo>
                <a:cubicBezTo>
                  <a:pt x="1269204" y="31505"/>
                  <a:pt x="1268319" y="29299"/>
                  <a:pt x="1266548" y="27643"/>
                </a:cubicBezTo>
                <a:cubicBezTo>
                  <a:pt x="1264778" y="25987"/>
                  <a:pt x="1262075" y="25159"/>
                  <a:pt x="1258441" y="25159"/>
                </a:cubicBezTo>
                <a:cubicBezTo>
                  <a:pt x="1255801" y="25159"/>
                  <a:pt x="1253200" y="25459"/>
                  <a:pt x="1250637" y="26058"/>
                </a:cubicBezTo>
                <a:cubicBezTo>
                  <a:pt x="1248075" y="26656"/>
                  <a:pt x="1245427" y="27506"/>
                  <a:pt x="1242693" y="28607"/>
                </a:cubicBezTo>
                <a:lnTo>
                  <a:pt x="1242693" y="21292"/>
                </a:lnTo>
                <a:cubicBezTo>
                  <a:pt x="1243718" y="20914"/>
                  <a:pt x="1244860" y="20543"/>
                  <a:pt x="1246118" y="20180"/>
                </a:cubicBezTo>
                <a:cubicBezTo>
                  <a:pt x="1247376" y="19817"/>
                  <a:pt x="1248704" y="19494"/>
                  <a:pt x="1250101" y="19210"/>
                </a:cubicBezTo>
                <a:cubicBezTo>
                  <a:pt x="1251499" y="18926"/>
                  <a:pt x="1252959" y="18697"/>
                  <a:pt x="1254481" y="18525"/>
                </a:cubicBezTo>
                <a:cubicBezTo>
                  <a:pt x="1256003" y="18351"/>
                  <a:pt x="1257540" y="18264"/>
                  <a:pt x="1259094" y="18264"/>
                </a:cubicBezTo>
                <a:cubicBezTo>
                  <a:pt x="1261920" y="18264"/>
                  <a:pt x="1264467" y="18575"/>
                  <a:pt x="1266735" y="19196"/>
                </a:cubicBezTo>
                <a:cubicBezTo>
                  <a:pt x="1269002" y="19817"/>
                  <a:pt x="1270920" y="20764"/>
                  <a:pt x="1272489" y="22038"/>
                </a:cubicBezTo>
                <a:cubicBezTo>
                  <a:pt x="1274057" y="23311"/>
                  <a:pt x="1275261" y="24911"/>
                  <a:pt x="1276099" y="26837"/>
                </a:cubicBezTo>
                <a:cubicBezTo>
                  <a:pt x="1276938" y="28763"/>
                  <a:pt x="1277357" y="31030"/>
                  <a:pt x="1277357" y="33639"/>
                </a:cubicBezTo>
                <a:lnTo>
                  <a:pt x="1277357" y="65881"/>
                </a:lnTo>
                <a:lnTo>
                  <a:pt x="1270089" y="65881"/>
                </a:lnTo>
                <a:moveTo>
                  <a:pt x="1269204" y="44542"/>
                </a:moveTo>
                <a:lnTo>
                  <a:pt x="1258907" y="44542"/>
                </a:lnTo>
                <a:cubicBezTo>
                  <a:pt x="1256888" y="44542"/>
                  <a:pt x="1255149" y="44744"/>
                  <a:pt x="1253689" y="45150"/>
                </a:cubicBezTo>
                <a:cubicBezTo>
                  <a:pt x="1252229" y="45555"/>
                  <a:pt x="1251033" y="46131"/>
                  <a:pt x="1250101" y="46878"/>
                </a:cubicBezTo>
                <a:cubicBezTo>
                  <a:pt x="1249170" y="47626"/>
                  <a:pt x="1248478" y="48522"/>
                  <a:pt x="1248028" y="49566"/>
                </a:cubicBezTo>
                <a:cubicBezTo>
                  <a:pt x="1247578" y="50610"/>
                  <a:pt x="1247352" y="51786"/>
                  <a:pt x="1247352" y="53094"/>
                </a:cubicBezTo>
                <a:cubicBezTo>
                  <a:pt x="1247352" y="53998"/>
                  <a:pt x="1247492" y="54863"/>
                  <a:pt x="1247772" y="55689"/>
                </a:cubicBezTo>
                <a:cubicBezTo>
                  <a:pt x="1248051" y="56514"/>
                  <a:pt x="1248502" y="57246"/>
                  <a:pt x="1249123" y="57884"/>
                </a:cubicBezTo>
                <a:cubicBezTo>
                  <a:pt x="1249744" y="58523"/>
                  <a:pt x="1250552" y="59029"/>
                  <a:pt x="1251546" y="59403"/>
                </a:cubicBezTo>
                <a:cubicBezTo>
                  <a:pt x="1252540" y="59777"/>
                  <a:pt x="1253751" y="59963"/>
                  <a:pt x="1255180" y="59963"/>
                </a:cubicBezTo>
                <a:cubicBezTo>
                  <a:pt x="1257044" y="59963"/>
                  <a:pt x="1259179" y="59395"/>
                  <a:pt x="1261586" y="58258"/>
                </a:cubicBezTo>
                <a:cubicBezTo>
                  <a:pt x="1263993" y="57121"/>
                  <a:pt x="1266533" y="55321"/>
                  <a:pt x="1269204" y="52860"/>
                </a:cubicBezTo>
                <a:lnTo>
                  <a:pt x="1269204" y="44542"/>
                </a:lnTo>
                <a:close/>
                <a:moveTo>
                  <a:pt x="1293806" y="19103"/>
                </a:moveTo>
                <a:lnTo>
                  <a:pt x="1301214" y="19103"/>
                </a:lnTo>
                <a:lnTo>
                  <a:pt x="1301447" y="27700"/>
                </a:lnTo>
                <a:cubicBezTo>
                  <a:pt x="1304212" y="24384"/>
                  <a:pt x="1306937" y="21983"/>
                  <a:pt x="1309624" y="20496"/>
                </a:cubicBezTo>
                <a:cubicBezTo>
                  <a:pt x="1312311" y="19008"/>
                  <a:pt x="1315021" y="18264"/>
                  <a:pt x="1317754" y="18264"/>
                </a:cubicBezTo>
                <a:cubicBezTo>
                  <a:pt x="1322600" y="18264"/>
                  <a:pt x="1326273" y="19829"/>
                  <a:pt x="1328773" y="22958"/>
                </a:cubicBezTo>
                <a:cubicBezTo>
                  <a:pt x="1331274" y="26087"/>
                  <a:pt x="1332431" y="30735"/>
                  <a:pt x="1332244" y="36901"/>
                </a:cubicBezTo>
                <a:lnTo>
                  <a:pt x="1324044" y="36901"/>
                </a:lnTo>
                <a:cubicBezTo>
                  <a:pt x="1324137" y="32817"/>
                  <a:pt x="1323540" y="29855"/>
                  <a:pt x="1322250" y="28015"/>
                </a:cubicBezTo>
                <a:cubicBezTo>
                  <a:pt x="1320961" y="26173"/>
                  <a:pt x="1319074" y="25253"/>
                  <a:pt x="1316590" y="25253"/>
                </a:cubicBezTo>
                <a:cubicBezTo>
                  <a:pt x="1315502" y="25253"/>
                  <a:pt x="1314408" y="25446"/>
                  <a:pt x="1313305" y="25834"/>
                </a:cubicBezTo>
                <a:cubicBezTo>
                  <a:pt x="1312202" y="26220"/>
                  <a:pt x="1311069" y="26838"/>
                  <a:pt x="1309904" y="27689"/>
                </a:cubicBezTo>
                <a:cubicBezTo>
                  <a:pt x="1308739" y="28539"/>
                  <a:pt x="1307504" y="29629"/>
                  <a:pt x="1306200" y="30960"/>
                </a:cubicBezTo>
                <a:cubicBezTo>
                  <a:pt x="1304895" y="32290"/>
                  <a:pt x="1303497" y="33898"/>
                  <a:pt x="1302006" y="35785"/>
                </a:cubicBezTo>
                <a:lnTo>
                  <a:pt x="1302006" y="65881"/>
                </a:lnTo>
                <a:lnTo>
                  <a:pt x="1293806" y="65881"/>
                </a:lnTo>
                <a:lnTo>
                  <a:pt x="1293806" y="19103"/>
                </a:lnTo>
                <a:close/>
                <a:moveTo>
                  <a:pt x="1380096" y="64157"/>
                </a:moveTo>
                <a:cubicBezTo>
                  <a:pt x="1377984" y="64964"/>
                  <a:pt x="1375817" y="65562"/>
                  <a:pt x="1373596" y="65950"/>
                </a:cubicBezTo>
                <a:cubicBezTo>
                  <a:pt x="1371376" y="66339"/>
                  <a:pt x="1369085" y="66533"/>
                  <a:pt x="1366724" y="66533"/>
                </a:cubicBezTo>
                <a:cubicBezTo>
                  <a:pt x="1359332" y="66533"/>
                  <a:pt x="1353640" y="64529"/>
                  <a:pt x="1349648" y="60522"/>
                </a:cubicBezTo>
                <a:cubicBezTo>
                  <a:pt x="1345657" y="56516"/>
                  <a:pt x="1343661" y="50661"/>
                  <a:pt x="1343661" y="42957"/>
                </a:cubicBezTo>
                <a:cubicBezTo>
                  <a:pt x="1343661" y="39261"/>
                  <a:pt x="1344236" y="35907"/>
                  <a:pt x="1345385" y="32894"/>
                </a:cubicBezTo>
                <a:cubicBezTo>
                  <a:pt x="1346535" y="29881"/>
                  <a:pt x="1348150" y="27303"/>
                  <a:pt x="1350231" y="25159"/>
                </a:cubicBezTo>
                <a:cubicBezTo>
                  <a:pt x="1352312" y="23016"/>
                  <a:pt x="1354797" y="21362"/>
                  <a:pt x="1357685" y="20197"/>
                </a:cubicBezTo>
                <a:cubicBezTo>
                  <a:pt x="1360574" y="19033"/>
                  <a:pt x="1363758" y="18450"/>
                  <a:pt x="1367237" y="18450"/>
                </a:cubicBezTo>
                <a:cubicBezTo>
                  <a:pt x="1369659" y="18450"/>
                  <a:pt x="1371927" y="18625"/>
                  <a:pt x="1374039" y="18974"/>
                </a:cubicBezTo>
                <a:cubicBezTo>
                  <a:pt x="1376151" y="19323"/>
                  <a:pt x="1378170" y="19894"/>
                  <a:pt x="1380096" y="20687"/>
                </a:cubicBezTo>
                <a:lnTo>
                  <a:pt x="1380096" y="28421"/>
                </a:lnTo>
                <a:cubicBezTo>
                  <a:pt x="1378077" y="27348"/>
                  <a:pt x="1376019" y="26568"/>
                  <a:pt x="1373923" y="26080"/>
                </a:cubicBezTo>
                <a:cubicBezTo>
                  <a:pt x="1371826" y="25590"/>
                  <a:pt x="1369659" y="25346"/>
                  <a:pt x="1367423" y="25346"/>
                </a:cubicBezTo>
                <a:cubicBezTo>
                  <a:pt x="1365342" y="25346"/>
                  <a:pt x="1363377" y="25742"/>
                  <a:pt x="1361529" y="26534"/>
                </a:cubicBezTo>
                <a:cubicBezTo>
                  <a:pt x="1359681" y="27326"/>
                  <a:pt x="1358058" y="28467"/>
                  <a:pt x="1356660" y="29958"/>
                </a:cubicBezTo>
                <a:cubicBezTo>
                  <a:pt x="1355263" y="31449"/>
                  <a:pt x="1354160" y="33266"/>
                  <a:pt x="1353352" y="35410"/>
                </a:cubicBezTo>
                <a:cubicBezTo>
                  <a:pt x="1352545" y="37553"/>
                  <a:pt x="1352141" y="39976"/>
                  <a:pt x="1352141" y="42678"/>
                </a:cubicBezTo>
                <a:cubicBezTo>
                  <a:pt x="1352141" y="48331"/>
                  <a:pt x="1353515" y="52563"/>
                  <a:pt x="1356264" y="55374"/>
                </a:cubicBezTo>
                <a:cubicBezTo>
                  <a:pt x="1359013" y="58185"/>
                  <a:pt x="1362826" y="59591"/>
                  <a:pt x="1367703" y="59591"/>
                </a:cubicBezTo>
                <a:cubicBezTo>
                  <a:pt x="1369908" y="59591"/>
                  <a:pt x="1372043" y="59342"/>
                  <a:pt x="1374109" y="58845"/>
                </a:cubicBezTo>
                <a:cubicBezTo>
                  <a:pt x="1376175" y="58348"/>
                  <a:pt x="1378170" y="57603"/>
                  <a:pt x="1380096" y="56609"/>
                </a:cubicBezTo>
                <a:lnTo>
                  <a:pt x="1380096" y="64157"/>
                </a:lnTo>
                <a:close/>
                <a:moveTo>
                  <a:pt x="1433212" y="65881"/>
                </a:moveTo>
                <a:lnTo>
                  <a:pt x="1425105" y="65881"/>
                </a:lnTo>
                <a:lnTo>
                  <a:pt x="1425105" y="36015"/>
                </a:lnTo>
                <a:cubicBezTo>
                  <a:pt x="1425105" y="32412"/>
                  <a:pt x="1424430" y="29718"/>
                  <a:pt x="1423079" y="27932"/>
                </a:cubicBezTo>
                <a:cubicBezTo>
                  <a:pt x="1421728" y="26146"/>
                  <a:pt x="1419794" y="25253"/>
                  <a:pt x="1417278" y="25253"/>
                </a:cubicBezTo>
                <a:cubicBezTo>
                  <a:pt x="1416191" y="25253"/>
                  <a:pt x="1415174" y="25400"/>
                  <a:pt x="1414226" y="25695"/>
                </a:cubicBezTo>
                <a:cubicBezTo>
                  <a:pt x="1413279" y="25990"/>
                  <a:pt x="1412293" y="26503"/>
                  <a:pt x="1411268" y="27233"/>
                </a:cubicBezTo>
                <a:cubicBezTo>
                  <a:pt x="1410243" y="27963"/>
                  <a:pt x="1409125" y="28949"/>
                  <a:pt x="1407913" y="30191"/>
                </a:cubicBezTo>
                <a:cubicBezTo>
                  <a:pt x="1406702" y="31434"/>
                  <a:pt x="1405304" y="32987"/>
                  <a:pt x="1403720" y="34851"/>
                </a:cubicBezTo>
                <a:lnTo>
                  <a:pt x="1403720" y="65881"/>
                </a:lnTo>
                <a:lnTo>
                  <a:pt x="1395613" y="65881"/>
                </a:lnTo>
                <a:lnTo>
                  <a:pt x="1395613" y="0"/>
                </a:lnTo>
                <a:lnTo>
                  <a:pt x="1403720" y="0"/>
                </a:lnTo>
                <a:lnTo>
                  <a:pt x="1403720" y="19089"/>
                </a:lnTo>
                <a:lnTo>
                  <a:pt x="1403440" y="26464"/>
                </a:lnTo>
                <a:cubicBezTo>
                  <a:pt x="1404714" y="24942"/>
                  <a:pt x="1405964" y="23661"/>
                  <a:pt x="1407191" y="22620"/>
                </a:cubicBezTo>
                <a:cubicBezTo>
                  <a:pt x="1408418" y="21580"/>
                  <a:pt x="1409645" y="20733"/>
                  <a:pt x="1410872" y="20081"/>
                </a:cubicBezTo>
                <a:cubicBezTo>
                  <a:pt x="1412099" y="19429"/>
                  <a:pt x="1413349" y="18963"/>
                  <a:pt x="1414622" y="18683"/>
                </a:cubicBezTo>
                <a:cubicBezTo>
                  <a:pt x="1415896" y="18404"/>
                  <a:pt x="1417216" y="18264"/>
                  <a:pt x="1418583" y="18264"/>
                </a:cubicBezTo>
                <a:cubicBezTo>
                  <a:pt x="1423242" y="18264"/>
                  <a:pt x="1426845" y="19685"/>
                  <a:pt x="1429392" y="22527"/>
                </a:cubicBezTo>
                <a:cubicBezTo>
                  <a:pt x="1431939" y="25369"/>
                  <a:pt x="1433212" y="29648"/>
                  <a:pt x="1433212" y="35363"/>
                </a:cubicBezTo>
                <a:lnTo>
                  <a:pt x="1433212" y="65881"/>
                </a:lnTo>
                <a:close/>
                <a:moveTo>
                  <a:pt x="1465875" y="51204"/>
                </a:moveTo>
                <a:cubicBezTo>
                  <a:pt x="1466931" y="51204"/>
                  <a:pt x="1467933" y="51406"/>
                  <a:pt x="1468880" y="51810"/>
                </a:cubicBezTo>
                <a:cubicBezTo>
                  <a:pt x="1469828" y="52214"/>
                  <a:pt x="1470651" y="52773"/>
                  <a:pt x="1471350" y="53487"/>
                </a:cubicBezTo>
                <a:cubicBezTo>
                  <a:pt x="1472049" y="54202"/>
                  <a:pt x="1472600" y="55032"/>
                  <a:pt x="1473004" y="55980"/>
                </a:cubicBezTo>
                <a:cubicBezTo>
                  <a:pt x="1473407" y="56927"/>
                  <a:pt x="1473609" y="57944"/>
                  <a:pt x="1473609" y="59032"/>
                </a:cubicBezTo>
                <a:cubicBezTo>
                  <a:pt x="1473609" y="60088"/>
                  <a:pt x="1473407" y="61082"/>
                  <a:pt x="1473004" y="62013"/>
                </a:cubicBezTo>
                <a:cubicBezTo>
                  <a:pt x="1472600" y="62945"/>
                  <a:pt x="1472049" y="63761"/>
                  <a:pt x="1471350" y="64459"/>
                </a:cubicBezTo>
                <a:cubicBezTo>
                  <a:pt x="1470651" y="65158"/>
                  <a:pt x="1469828" y="65710"/>
                  <a:pt x="1468880" y="66113"/>
                </a:cubicBezTo>
                <a:cubicBezTo>
                  <a:pt x="1467933" y="66517"/>
                  <a:pt x="1466931" y="66719"/>
                  <a:pt x="1465875" y="66719"/>
                </a:cubicBezTo>
                <a:cubicBezTo>
                  <a:pt x="1464788" y="66719"/>
                  <a:pt x="1463779" y="66517"/>
                  <a:pt x="1462847" y="66113"/>
                </a:cubicBezTo>
                <a:cubicBezTo>
                  <a:pt x="1461915" y="65710"/>
                  <a:pt x="1461099" y="65158"/>
                  <a:pt x="1460401" y="64459"/>
                </a:cubicBezTo>
                <a:cubicBezTo>
                  <a:pt x="1459702" y="63761"/>
                  <a:pt x="1459150" y="62945"/>
                  <a:pt x="1458747" y="62013"/>
                </a:cubicBezTo>
                <a:cubicBezTo>
                  <a:pt x="1458343" y="61082"/>
                  <a:pt x="1458141" y="60088"/>
                  <a:pt x="1458141" y="59032"/>
                </a:cubicBezTo>
                <a:cubicBezTo>
                  <a:pt x="1458141" y="57944"/>
                  <a:pt x="1458343" y="56927"/>
                  <a:pt x="1458747" y="55980"/>
                </a:cubicBezTo>
                <a:cubicBezTo>
                  <a:pt x="1459150" y="55032"/>
                  <a:pt x="1459702" y="54202"/>
                  <a:pt x="1460401" y="53487"/>
                </a:cubicBezTo>
                <a:cubicBezTo>
                  <a:pt x="1461099" y="52773"/>
                  <a:pt x="1461915" y="52214"/>
                  <a:pt x="1462847" y="51810"/>
                </a:cubicBezTo>
                <a:cubicBezTo>
                  <a:pt x="1463779" y="51406"/>
                  <a:pt x="1464788" y="51204"/>
                  <a:pt x="1465875" y="51204"/>
                </a:cubicBezTo>
                <a:close/>
                <a:moveTo>
                  <a:pt x="1532690" y="65881"/>
                </a:moveTo>
                <a:lnTo>
                  <a:pt x="1532690" y="32288"/>
                </a:lnTo>
                <a:cubicBezTo>
                  <a:pt x="1532690" y="30828"/>
                  <a:pt x="1532635" y="29632"/>
                  <a:pt x="1532526" y="28700"/>
                </a:cubicBezTo>
                <a:cubicBezTo>
                  <a:pt x="1532418" y="27769"/>
                  <a:pt x="1532247" y="27031"/>
                  <a:pt x="1532014" y="26487"/>
                </a:cubicBezTo>
                <a:cubicBezTo>
                  <a:pt x="1531781" y="25944"/>
                  <a:pt x="1531486" y="25563"/>
                  <a:pt x="1531129" y="25346"/>
                </a:cubicBezTo>
                <a:cubicBezTo>
                  <a:pt x="1530771" y="25128"/>
                  <a:pt x="1530329" y="25020"/>
                  <a:pt x="1529801" y="25020"/>
                </a:cubicBezTo>
                <a:cubicBezTo>
                  <a:pt x="1529180" y="25020"/>
                  <a:pt x="1528605" y="25206"/>
                  <a:pt x="1528077" y="25579"/>
                </a:cubicBezTo>
                <a:cubicBezTo>
                  <a:pt x="1527549" y="25952"/>
                  <a:pt x="1526982" y="26557"/>
                  <a:pt x="1526376" y="27396"/>
                </a:cubicBezTo>
                <a:cubicBezTo>
                  <a:pt x="1525771" y="28235"/>
                  <a:pt x="1525103" y="29345"/>
                  <a:pt x="1524373" y="30727"/>
                </a:cubicBezTo>
                <a:cubicBezTo>
                  <a:pt x="1523643" y="32109"/>
                  <a:pt x="1522781" y="33810"/>
                  <a:pt x="1521787" y="35829"/>
                </a:cubicBezTo>
                <a:lnTo>
                  <a:pt x="1521787" y="65881"/>
                </a:lnTo>
                <a:lnTo>
                  <a:pt x="1514379" y="65881"/>
                </a:lnTo>
                <a:lnTo>
                  <a:pt x="1514379" y="33173"/>
                </a:lnTo>
                <a:cubicBezTo>
                  <a:pt x="1514379" y="31465"/>
                  <a:pt x="1514325" y="30083"/>
                  <a:pt x="1514216" y="29027"/>
                </a:cubicBezTo>
                <a:cubicBezTo>
                  <a:pt x="1514107" y="27970"/>
                  <a:pt x="1513936" y="27147"/>
                  <a:pt x="1513703" y="26557"/>
                </a:cubicBezTo>
                <a:cubicBezTo>
                  <a:pt x="1513470" y="25967"/>
                  <a:pt x="1513168" y="25563"/>
                  <a:pt x="1512795" y="25346"/>
                </a:cubicBezTo>
                <a:cubicBezTo>
                  <a:pt x="1512422" y="25128"/>
                  <a:pt x="1511972" y="25020"/>
                  <a:pt x="1511444" y="25020"/>
                </a:cubicBezTo>
                <a:cubicBezTo>
                  <a:pt x="1510885" y="25020"/>
                  <a:pt x="1510357" y="25175"/>
                  <a:pt x="1509860" y="25486"/>
                </a:cubicBezTo>
                <a:cubicBezTo>
                  <a:pt x="1509363" y="25796"/>
                  <a:pt x="1508811" y="26355"/>
                  <a:pt x="1508206" y="27163"/>
                </a:cubicBezTo>
                <a:cubicBezTo>
                  <a:pt x="1507600" y="27970"/>
                  <a:pt x="1506924" y="29073"/>
                  <a:pt x="1506179" y="30471"/>
                </a:cubicBezTo>
                <a:cubicBezTo>
                  <a:pt x="1505433" y="31869"/>
                  <a:pt x="1504548" y="33655"/>
                  <a:pt x="1503523" y="35829"/>
                </a:cubicBezTo>
                <a:lnTo>
                  <a:pt x="1503523" y="65881"/>
                </a:lnTo>
                <a:lnTo>
                  <a:pt x="1496069" y="65881"/>
                </a:lnTo>
                <a:lnTo>
                  <a:pt x="1496069" y="19103"/>
                </a:lnTo>
                <a:lnTo>
                  <a:pt x="1502265" y="19103"/>
                </a:lnTo>
                <a:lnTo>
                  <a:pt x="1502638" y="28002"/>
                </a:lnTo>
                <a:cubicBezTo>
                  <a:pt x="1503446" y="26231"/>
                  <a:pt x="1504230" y="24725"/>
                  <a:pt x="1504991" y="23482"/>
                </a:cubicBezTo>
                <a:cubicBezTo>
                  <a:pt x="1505752" y="22240"/>
                  <a:pt x="1506536" y="21238"/>
                  <a:pt x="1507344" y="20477"/>
                </a:cubicBezTo>
                <a:cubicBezTo>
                  <a:pt x="1508151" y="19716"/>
                  <a:pt x="1509013" y="19157"/>
                  <a:pt x="1509930" y="18800"/>
                </a:cubicBezTo>
                <a:cubicBezTo>
                  <a:pt x="1510846" y="18443"/>
                  <a:pt x="1511863" y="18264"/>
                  <a:pt x="1512981" y="18264"/>
                </a:cubicBezTo>
                <a:cubicBezTo>
                  <a:pt x="1515497" y="18264"/>
                  <a:pt x="1517407" y="19087"/>
                  <a:pt x="1518712" y="20733"/>
                </a:cubicBezTo>
                <a:cubicBezTo>
                  <a:pt x="1520017" y="22379"/>
                  <a:pt x="1520669" y="24927"/>
                  <a:pt x="1520669" y="28374"/>
                </a:cubicBezTo>
                <a:cubicBezTo>
                  <a:pt x="1521414" y="26759"/>
                  <a:pt x="1522144" y="25323"/>
                  <a:pt x="1522859" y="24065"/>
                </a:cubicBezTo>
                <a:cubicBezTo>
                  <a:pt x="1523573" y="22807"/>
                  <a:pt x="1524342" y="21751"/>
                  <a:pt x="1525165" y="20896"/>
                </a:cubicBezTo>
                <a:cubicBezTo>
                  <a:pt x="1525988" y="20042"/>
                  <a:pt x="1526897" y="19390"/>
                  <a:pt x="1527891" y="18939"/>
                </a:cubicBezTo>
                <a:cubicBezTo>
                  <a:pt x="1528885" y="18489"/>
                  <a:pt x="1530034" y="18264"/>
                  <a:pt x="1531338" y="18264"/>
                </a:cubicBezTo>
                <a:cubicBezTo>
                  <a:pt x="1537209" y="18264"/>
                  <a:pt x="1540144" y="22783"/>
                  <a:pt x="1540144" y="31822"/>
                </a:cubicBezTo>
                <a:lnTo>
                  <a:pt x="1540144" y="65881"/>
                </a:lnTo>
                <a:lnTo>
                  <a:pt x="1532690" y="65881"/>
                </a:lnTo>
                <a:close/>
                <a:moveTo>
                  <a:pt x="1548812" y="43470"/>
                </a:moveTo>
                <a:cubicBezTo>
                  <a:pt x="1548812" y="39494"/>
                  <a:pt x="1549356" y="35961"/>
                  <a:pt x="1550443" y="32870"/>
                </a:cubicBezTo>
                <a:cubicBezTo>
                  <a:pt x="1551530" y="29780"/>
                  <a:pt x="1553075" y="27171"/>
                  <a:pt x="1555079" y="25043"/>
                </a:cubicBezTo>
                <a:cubicBezTo>
                  <a:pt x="1557082" y="22915"/>
                  <a:pt x="1559489" y="21300"/>
                  <a:pt x="1562300" y="20197"/>
                </a:cubicBezTo>
                <a:cubicBezTo>
                  <a:pt x="1565112" y="19095"/>
                  <a:pt x="1568241" y="18543"/>
                  <a:pt x="1571689" y="18543"/>
                </a:cubicBezTo>
                <a:cubicBezTo>
                  <a:pt x="1573180" y="18543"/>
                  <a:pt x="1574647" y="18637"/>
                  <a:pt x="1576092" y="18823"/>
                </a:cubicBezTo>
                <a:cubicBezTo>
                  <a:pt x="1577536" y="19009"/>
                  <a:pt x="1578957" y="19304"/>
                  <a:pt x="1580355" y="19708"/>
                </a:cubicBezTo>
                <a:lnTo>
                  <a:pt x="1580355" y="0"/>
                </a:lnTo>
                <a:lnTo>
                  <a:pt x="1588508" y="0"/>
                </a:lnTo>
                <a:lnTo>
                  <a:pt x="1588508" y="65881"/>
                </a:lnTo>
                <a:lnTo>
                  <a:pt x="1581240" y="65881"/>
                </a:lnTo>
                <a:lnTo>
                  <a:pt x="1580960" y="57028"/>
                </a:lnTo>
                <a:cubicBezTo>
                  <a:pt x="1578693" y="60321"/>
                  <a:pt x="1576239" y="62759"/>
                  <a:pt x="1573599" y="64343"/>
                </a:cubicBezTo>
                <a:cubicBezTo>
                  <a:pt x="1570959" y="65927"/>
                  <a:pt x="1568101" y="66719"/>
                  <a:pt x="1565026" y="66719"/>
                </a:cubicBezTo>
                <a:cubicBezTo>
                  <a:pt x="1562355" y="66719"/>
                  <a:pt x="1560002" y="66160"/>
                  <a:pt x="1557967" y="65042"/>
                </a:cubicBezTo>
                <a:cubicBezTo>
                  <a:pt x="1555933" y="63924"/>
                  <a:pt x="1554240" y="62347"/>
                  <a:pt x="1552889" y="60313"/>
                </a:cubicBezTo>
                <a:cubicBezTo>
                  <a:pt x="1551538" y="58278"/>
                  <a:pt x="1550521" y="55832"/>
                  <a:pt x="1549837" y="52975"/>
                </a:cubicBezTo>
                <a:cubicBezTo>
                  <a:pt x="1549154" y="50117"/>
                  <a:pt x="1548812" y="46949"/>
                  <a:pt x="1548812" y="43470"/>
                </a:cubicBezTo>
                <a:moveTo>
                  <a:pt x="1557106" y="42957"/>
                </a:moveTo>
                <a:cubicBezTo>
                  <a:pt x="1557106" y="48611"/>
                  <a:pt x="1557936" y="52827"/>
                  <a:pt x="1559598" y="55607"/>
                </a:cubicBezTo>
                <a:cubicBezTo>
                  <a:pt x="1561260" y="58387"/>
                  <a:pt x="1563613" y="59777"/>
                  <a:pt x="1566657" y="59777"/>
                </a:cubicBezTo>
                <a:cubicBezTo>
                  <a:pt x="1568707" y="59777"/>
                  <a:pt x="1570873" y="58861"/>
                  <a:pt x="1573156" y="57028"/>
                </a:cubicBezTo>
                <a:cubicBezTo>
                  <a:pt x="1575439" y="55196"/>
                  <a:pt x="1577839" y="52478"/>
                  <a:pt x="1580355" y="48875"/>
                </a:cubicBezTo>
                <a:lnTo>
                  <a:pt x="1580355" y="27163"/>
                </a:lnTo>
                <a:cubicBezTo>
                  <a:pt x="1579019" y="26542"/>
                  <a:pt x="1577544" y="26068"/>
                  <a:pt x="1575929" y="25742"/>
                </a:cubicBezTo>
                <a:cubicBezTo>
                  <a:pt x="1574313" y="25416"/>
                  <a:pt x="1572714" y="25253"/>
                  <a:pt x="1571130" y="25253"/>
                </a:cubicBezTo>
                <a:cubicBezTo>
                  <a:pt x="1566719" y="25253"/>
                  <a:pt x="1563279" y="26681"/>
                  <a:pt x="1560810" y="29539"/>
                </a:cubicBezTo>
                <a:cubicBezTo>
                  <a:pt x="1558340" y="32397"/>
                  <a:pt x="1557106" y="36869"/>
                  <a:pt x="1557106" y="42957"/>
                </a:cubicBezTo>
                <a:close/>
                <a:moveTo>
                  <a:pt x="1617909" y="0"/>
                </a:moveTo>
                <a:lnTo>
                  <a:pt x="1616605" y="21898"/>
                </a:lnTo>
                <a:lnTo>
                  <a:pt x="1608964" y="21898"/>
                </a:lnTo>
                <a:lnTo>
                  <a:pt x="1607613" y="0"/>
                </a:lnTo>
                <a:lnTo>
                  <a:pt x="1617909" y="0"/>
                </a:lnTo>
                <a:moveTo>
                  <a:pt x="1636034" y="0"/>
                </a:moveTo>
                <a:lnTo>
                  <a:pt x="1634729" y="21898"/>
                </a:lnTo>
                <a:lnTo>
                  <a:pt x="1627088" y="21898"/>
                </a:lnTo>
                <a:lnTo>
                  <a:pt x="1625737" y="0"/>
                </a:lnTo>
                <a:lnTo>
                  <a:pt x="1636034" y="0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,">
            <a:extLst xmlns:a="http://schemas.openxmlformats.org/drawingml/2006/main">
              <a:ext uri="{FF2B5EF4-FFF2-40B4-BE49-F238E27FC236}">
                <a16:creationId xmlns:a16="http://schemas.microsoft.com/office/drawing/2014/main" id="{4F8F9DDD-98EF-42C3-8690-2CD89E4B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990" y="4026716"/>
            <a:ext cx="22504" cy="30983"/>
          </a:xfrm>
          <a:custGeom xmlns:a="http://schemas.openxmlformats.org/drawingml/2006/main">
            <a:pathLst>
              <a:path w="22504" h="30983">
                <a:moveTo>
                  <a:pt x="0" y="24600"/>
                </a:moveTo>
                <a:cubicBezTo>
                  <a:pt x="1584" y="24662"/>
                  <a:pt x="3122" y="24522"/>
                  <a:pt x="4613" y="24178"/>
                </a:cubicBezTo>
                <a:cubicBezTo>
                  <a:pt x="6103" y="23835"/>
                  <a:pt x="7416" y="23328"/>
                  <a:pt x="8550" y="22657"/>
                </a:cubicBezTo>
                <a:cubicBezTo>
                  <a:pt x="9683" y="21986"/>
                  <a:pt x="10592" y="21151"/>
                  <a:pt x="11275" y="20152"/>
                </a:cubicBezTo>
                <a:cubicBezTo>
                  <a:pt x="11959" y="19154"/>
                  <a:pt x="12300" y="18015"/>
                  <a:pt x="12300" y="16735"/>
                </a:cubicBezTo>
                <a:cubicBezTo>
                  <a:pt x="12300" y="15425"/>
                  <a:pt x="12075" y="14366"/>
                  <a:pt x="11625" y="13558"/>
                </a:cubicBezTo>
                <a:cubicBezTo>
                  <a:pt x="11174" y="12751"/>
                  <a:pt x="10669" y="12005"/>
                  <a:pt x="10110" y="11322"/>
                </a:cubicBezTo>
                <a:cubicBezTo>
                  <a:pt x="9551" y="10638"/>
                  <a:pt x="9047" y="9908"/>
                  <a:pt x="8596" y="9132"/>
                </a:cubicBezTo>
                <a:cubicBezTo>
                  <a:pt x="8146" y="8355"/>
                  <a:pt x="7921" y="7315"/>
                  <a:pt x="7921" y="6010"/>
                </a:cubicBezTo>
                <a:cubicBezTo>
                  <a:pt x="7921" y="5358"/>
                  <a:pt x="8045" y="4675"/>
                  <a:pt x="8293" y="3960"/>
                </a:cubicBezTo>
                <a:cubicBezTo>
                  <a:pt x="8542" y="3246"/>
                  <a:pt x="8922" y="2594"/>
                  <a:pt x="9435" y="2003"/>
                </a:cubicBezTo>
                <a:cubicBezTo>
                  <a:pt x="9947" y="1413"/>
                  <a:pt x="10600" y="932"/>
                  <a:pt x="11392" y="559"/>
                </a:cubicBezTo>
                <a:cubicBezTo>
                  <a:pt x="12184" y="186"/>
                  <a:pt x="13123" y="0"/>
                  <a:pt x="14210" y="0"/>
                </a:cubicBezTo>
                <a:cubicBezTo>
                  <a:pt x="15298" y="0"/>
                  <a:pt x="16346" y="226"/>
                  <a:pt x="17355" y="677"/>
                </a:cubicBezTo>
                <a:cubicBezTo>
                  <a:pt x="18365" y="1127"/>
                  <a:pt x="19250" y="1820"/>
                  <a:pt x="20011" y="2753"/>
                </a:cubicBezTo>
                <a:cubicBezTo>
                  <a:pt x="20772" y="3686"/>
                  <a:pt x="21378" y="4853"/>
                  <a:pt x="21828" y="6253"/>
                </a:cubicBezTo>
                <a:cubicBezTo>
                  <a:pt x="22279" y="7653"/>
                  <a:pt x="22504" y="9302"/>
                  <a:pt x="22504" y="11199"/>
                </a:cubicBezTo>
                <a:cubicBezTo>
                  <a:pt x="22504" y="13781"/>
                  <a:pt x="22030" y="16262"/>
                  <a:pt x="21083" y="18641"/>
                </a:cubicBezTo>
                <a:cubicBezTo>
                  <a:pt x="20135" y="21021"/>
                  <a:pt x="18722" y="23129"/>
                  <a:pt x="16843" y="24964"/>
                </a:cubicBezTo>
                <a:cubicBezTo>
                  <a:pt x="14964" y="26800"/>
                  <a:pt x="12619" y="28262"/>
                  <a:pt x="9808" y="29350"/>
                </a:cubicBezTo>
                <a:cubicBezTo>
                  <a:pt x="6997" y="30439"/>
                  <a:pt x="3727" y="30983"/>
                  <a:pt x="0" y="30983"/>
                </a:cubicBezTo>
                <a:lnTo>
                  <a:pt x="0" y="2460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&quot;core/theme/popup.jsx&quot;">
            <a:extLst xmlns:a="http://schemas.openxmlformats.org/drawingml/2006/main">
              <a:ext uri="{FF2B5EF4-FFF2-40B4-BE49-F238E27FC236}">
                <a16:creationId xmlns:a16="http://schemas.microsoft.com/office/drawing/2014/main" id="{E74C1206-9281-4C43-9AA9-B1DA0D1E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639" y="3975325"/>
            <a:ext cx="1117449" cy="86008"/>
          </a:xfrm>
          <a:custGeom xmlns:a="http://schemas.openxmlformats.org/drawingml/2006/main">
            <a:pathLst>
              <a:path w="1117449" h="86008">
                <a:moveTo>
                  <a:pt x="10297" y="559"/>
                </a:moveTo>
                <a:lnTo>
                  <a:pt x="8992" y="22457"/>
                </a:lnTo>
                <a:lnTo>
                  <a:pt x="1351" y="22457"/>
                </a:lnTo>
                <a:lnTo>
                  <a:pt x="0" y="559"/>
                </a:lnTo>
                <a:lnTo>
                  <a:pt x="10297" y="559"/>
                </a:lnTo>
                <a:moveTo>
                  <a:pt x="28421" y="559"/>
                </a:moveTo>
                <a:lnTo>
                  <a:pt x="27116" y="22457"/>
                </a:lnTo>
                <a:lnTo>
                  <a:pt x="19475" y="22457"/>
                </a:lnTo>
                <a:lnTo>
                  <a:pt x="18124" y="559"/>
                </a:lnTo>
                <a:lnTo>
                  <a:pt x="28421" y="559"/>
                </a:lnTo>
                <a:close/>
                <a:moveTo>
                  <a:pt x="83634" y="64716"/>
                </a:moveTo>
                <a:cubicBezTo>
                  <a:pt x="81522" y="65523"/>
                  <a:pt x="79355" y="66121"/>
                  <a:pt x="77134" y="66510"/>
                </a:cubicBezTo>
                <a:cubicBezTo>
                  <a:pt x="74914" y="66898"/>
                  <a:pt x="72623" y="67092"/>
                  <a:pt x="70262" y="67092"/>
                </a:cubicBezTo>
                <a:cubicBezTo>
                  <a:pt x="62870" y="67092"/>
                  <a:pt x="57178" y="65088"/>
                  <a:pt x="53186" y="61082"/>
                </a:cubicBezTo>
                <a:cubicBezTo>
                  <a:pt x="49195" y="57075"/>
                  <a:pt x="47199" y="51220"/>
                  <a:pt x="47199" y="43517"/>
                </a:cubicBezTo>
                <a:cubicBezTo>
                  <a:pt x="47199" y="39820"/>
                  <a:pt x="47774" y="36466"/>
                  <a:pt x="48923" y="33453"/>
                </a:cubicBezTo>
                <a:cubicBezTo>
                  <a:pt x="50072" y="30440"/>
                  <a:pt x="51688" y="27862"/>
                  <a:pt x="53769" y="25719"/>
                </a:cubicBezTo>
                <a:cubicBezTo>
                  <a:pt x="55850" y="23575"/>
                  <a:pt x="58335" y="21921"/>
                  <a:pt x="61223" y="20757"/>
                </a:cubicBezTo>
                <a:cubicBezTo>
                  <a:pt x="64112" y="19592"/>
                  <a:pt x="67296" y="19009"/>
                  <a:pt x="70775" y="19009"/>
                </a:cubicBezTo>
                <a:cubicBezTo>
                  <a:pt x="73197" y="19009"/>
                  <a:pt x="75465" y="19184"/>
                  <a:pt x="77577" y="19534"/>
                </a:cubicBezTo>
                <a:cubicBezTo>
                  <a:pt x="79689" y="19882"/>
                  <a:pt x="81708" y="20453"/>
                  <a:pt x="83634" y="21246"/>
                </a:cubicBezTo>
                <a:lnTo>
                  <a:pt x="83634" y="28980"/>
                </a:lnTo>
                <a:cubicBezTo>
                  <a:pt x="81615" y="27907"/>
                  <a:pt x="79557" y="27127"/>
                  <a:pt x="77461" y="26639"/>
                </a:cubicBezTo>
                <a:cubicBezTo>
                  <a:pt x="75364" y="26150"/>
                  <a:pt x="73197" y="25905"/>
                  <a:pt x="70961" y="25905"/>
                </a:cubicBezTo>
                <a:cubicBezTo>
                  <a:pt x="68880" y="25905"/>
                  <a:pt x="66915" y="26301"/>
                  <a:pt x="65067" y="27093"/>
                </a:cubicBezTo>
                <a:cubicBezTo>
                  <a:pt x="63219" y="27885"/>
                  <a:pt x="61596" y="29027"/>
                  <a:pt x="60198" y="30518"/>
                </a:cubicBezTo>
                <a:cubicBezTo>
                  <a:pt x="58801" y="32008"/>
                  <a:pt x="57698" y="33826"/>
                  <a:pt x="56890" y="35969"/>
                </a:cubicBezTo>
                <a:cubicBezTo>
                  <a:pt x="56083" y="38112"/>
                  <a:pt x="55679" y="40535"/>
                  <a:pt x="55679" y="43237"/>
                </a:cubicBezTo>
                <a:cubicBezTo>
                  <a:pt x="55679" y="48890"/>
                  <a:pt x="57053" y="53122"/>
                  <a:pt x="59802" y="55933"/>
                </a:cubicBezTo>
                <a:cubicBezTo>
                  <a:pt x="62551" y="58744"/>
                  <a:pt x="66364" y="60150"/>
                  <a:pt x="71241" y="60150"/>
                </a:cubicBezTo>
                <a:cubicBezTo>
                  <a:pt x="73446" y="60150"/>
                  <a:pt x="75581" y="59901"/>
                  <a:pt x="77647" y="59404"/>
                </a:cubicBezTo>
                <a:cubicBezTo>
                  <a:pt x="79712" y="58907"/>
                  <a:pt x="81708" y="58162"/>
                  <a:pt x="83634" y="57168"/>
                </a:cubicBezTo>
                <a:lnTo>
                  <a:pt x="83634" y="64716"/>
                </a:lnTo>
                <a:close/>
                <a:moveTo>
                  <a:pt x="139872" y="42678"/>
                </a:moveTo>
                <a:cubicBezTo>
                  <a:pt x="139872" y="46312"/>
                  <a:pt x="139360" y="49643"/>
                  <a:pt x="138335" y="52672"/>
                </a:cubicBezTo>
                <a:cubicBezTo>
                  <a:pt x="137310" y="55700"/>
                  <a:pt x="135834" y="58294"/>
                  <a:pt x="133908" y="60453"/>
                </a:cubicBezTo>
                <a:cubicBezTo>
                  <a:pt x="131983" y="62611"/>
                  <a:pt x="129637" y="64289"/>
                  <a:pt x="126873" y="65485"/>
                </a:cubicBezTo>
                <a:cubicBezTo>
                  <a:pt x="124109" y="66680"/>
                  <a:pt x="120971" y="67278"/>
                  <a:pt x="117461" y="67278"/>
                </a:cubicBezTo>
                <a:cubicBezTo>
                  <a:pt x="114107" y="67278"/>
                  <a:pt x="111102" y="66758"/>
                  <a:pt x="108446" y="65717"/>
                </a:cubicBezTo>
                <a:cubicBezTo>
                  <a:pt x="105790" y="64677"/>
                  <a:pt x="103538" y="63147"/>
                  <a:pt x="101690" y="61128"/>
                </a:cubicBezTo>
                <a:cubicBezTo>
                  <a:pt x="99842" y="59109"/>
                  <a:pt x="98429" y="56609"/>
                  <a:pt x="97450" y="53627"/>
                </a:cubicBezTo>
                <a:cubicBezTo>
                  <a:pt x="96472" y="50645"/>
                  <a:pt x="95983" y="47213"/>
                  <a:pt x="95983" y="43330"/>
                </a:cubicBezTo>
                <a:cubicBezTo>
                  <a:pt x="95983" y="39696"/>
                  <a:pt x="96495" y="36380"/>
                  <a:pt x="97520" y="33383"/>
                </a:cubicBezTo>
                <a:cubicBezTo>
                  <a:pt x="98545" y="30385"/>
                  <a:pt x="100021" y="27807"/>
                  <a:pt x="101946" y="25649"/>
                </a:cubicBezTo>
                <a:cubicBezTo>
                  <a:pt x="103872" y="23490"/>
                  <a:pt x="106217" y="21813"/>
                  <a:pt x="108982" y="20617"/>
                </a:cubicBezTo>
                <a:cubicBezTo>
                  <a:pt x="111746" y="19421"/>
                  <a:pt x="114883" y="18823"/>
                  <a:pt x="118393" y="18823"/>
                </a:cubicBezTo>
                <a:cubicBezTo>
                  <a:pt x="121748" y="18823"/>
                  <a:pt x="124753" y="19343"/>
                  <a:pt x="127409" y="20384"/>
                </a:cubicBezTo>
                <a:cubicBezTo>
                  <a:pt x="130065" y="21424"/>
                  <a:pt x="132316" y="22946"/>
                  <a:pt x="134165" y="24950"/>
                </a:cubicBezTo>
                <a:cubicBezTo>
                  <a:pt x="136013" y="26953"/>
                  <a:pt x="137426" y="29446"/>
                  <a:pt x="138404" y="32428"/>
                </a:cubicBezTo>
                <a:cubicBezTo>
                  <a:pt x="139383" y="35410"/>
                  <a:pt x="139872" y="38826"/>
                  <a:pt x="139872" y="42678"/>
                </a:cubicBezTo>
                <a:moveTo>
                  <a:pt x="131579" y="43051"/>
                </a:moveTo>
                <a:cubicBezTo>
                  <a:pt x="131579" y="40162"/>
                  <a:pt x="131260" y="37638"/>
                  <a:pt x="130624" y="35480"/>
                </a:cubicBezTo>
                <a:cubicBezTo>
                  <a:pt x="129987" y="33321"/>
                  <a:pt x="129078" y="31519"/>
                  <a:pt x="127898" y="30075"/>
                </a:cubicBezTo>
                <a:cubicBezTo>
                  <a:pt x="126718" y="28631"/>
                  <a:pt x="125281" y="27543"/>
                  <a:pt x="123588" y="26813"/>
                </a:cubicBezTo>
                <a:cubicBezTo>
                  <a:pt x="121895" y="26084"/>
                  <a:pt x="120008" y="25719"/>
                  <a:pt x="117927" y="25719"/>
                </a:cubicBezTo>
                <a:cubicBezTo>
                  <a:pt x="115505" y="25719"/>
                  <a:pt x="113431" y="26192"/>
                  <a:pt x="111707" y="27140"/>
                </a:cubicBezTo>
                <a:cubicBezTo>
                  <a:pt x="109984" y="28087"/>
                  <a:pt x="108570" y="29353"/>
                  <a:pt x="107468" y="30937"/>
                </a:cubicBezTo>
                <a:cubicBezTo>
                  <a:pt x="106365" y="32521"/>
                  <a:pt x="105557" y="34361"/>
                  <a:pt x="105045" y="36458"/>
                </a:cubicBezTo>
                <a:cubicBezTo>
                  <a:pt x="104532" y="38555"/>
                  <a:pt x="104276" y="40752"/>
                  <a:pt x="104276" y="43051"/>
                </a:cubicBezTo>
                <a:cubicBezTo>
                  <a:pt x="104276" y="45939"/>
                  <a:pt x="104594" y="48471"/>
                  <a:pt x="105231" y="50645"/>
                </a:cubicBezTo>
                <a:cubicBezTo>
                  <a:pt x="105868" y="52819"/>
                  <a:pt x="106776" y="54629"/>
                  <a:pt x="107957" y="56073"/>
                </a:cubicBezTo>
                <a:cubicBezTo>
                  <a:pt x="109137" y="57517"/>
                  <a:pt x="110566" y="58604"/>
                  <a:pt x="112243" y="59334"/>
                </a:cubicBezTo>
                <a:cubicBezTo>
                  <a:pt x="113921" y="60064"/>
                  <a:pt x="115815" y="60429"/>
                  <a:pt x="117927" y="60429"/>
                </a:cubicBezTo>
                <a:cubicBezTo>
                  <a:pt x="120350" y="60429"/>
                  <a:pt x="122423" y="59956"/>
                  <a:pt x="124147" y="59008"/>
                </a:cubicBezTo>
                <a:cubicBezTo>
                  <a:pt x="125871" y="58061"/>
                  <a:pt x="127285" y="56795"/>
                  <a:pt x="128387" y="55211"/>
                </a:cubicBezTo>
                <a:cubicBezTo>
                  <a:pt x="129490" y="53627"/>
                  <a:pt x="130297" y="51787"/>
                  <a:pt x="130810" y="49690"/>
                </a:cubicBezTo>
                <a:cubicBezTo>
                  <a:pt x="131322" y="47593"/>
                  <a:pt x="131579" y="45380"/>
                  <a:pt x="131579" y="43051"/>
                </a:cubicBezTo>
                <a:close/>
                <a:moveTo>
                  <a:pt x="152920" y="19662"/>
                </a:moveTo>
                <a:lnTo>
                  <a:pt x="160328" y="19662"/>
                </a:lnTo>
                <a:lnTo>
                  <a:pt x="160561" y="28259"/>
                </a:lnTo>
                <a:cubicBezTo>
                  <a:pt x="163325" y="24943"/>
                  <a:pt x="166051" y="22542"/>
                  <a:pt x="168738" y="21055"/>
                </a:cubicBezTo>
                <a:cubicBezTo>
                  <a:pt x="171424" y="19567"/>
                  <a:pt x="174134" y="18823"/>
                  <a:pt x="176868" y="18823"/>
                </a:cubicBezTo>
                <a:cubicBezTo>
                  <a:pt x="181713" y="18823"/>
                  <a:pt x="185386" y="20388"/>
                  <a:pt x="187887" y="23517"/>
                </a:cubicBezTo>
                <a:cubicBezTo>
                  <a:pt x="190387" y="26647"/>
                  <a:pt x="191544" y="31294"/>
                  <a:pt x="191358" y="37460"/>
                </a:cubicBezTo>
                <a:lnTo>
                  <a:pt x="183158" y="37460"/>
                </a:lnTo>
                <a:cubicBezTo>
                  <a:pt x="183251" y="33376"/>
                  <a:pt x="182653" y="30414"/>
                  <a:pt x="181364" y="28574"/>
                </a:cubicBezTo>
                <a:cubicBezTo>
                  <a:pt x="180075" y="26732"/>
                  <a:pt x="178188" y="25812"/>
                  <a:pt x="175703" y="25812"/>
                </a:cubicBezTo>
                <a:cubicBezTo>
                  <a:pt x="174616" y="25812"/>
                  <a:pt x="173521" y="26005"/>
                  <a:pt x="172418" y="26393"/>
                </a:cubicBezTo>
                <a:cubicBezTo>
                  <a:pt x="171316" y="26779"/>
                  <a:pt x="170182" y="27397"/>
                  <a:pt x="169017" y="28248"/>
                </a:cubicBezTo>
                <a:cubicBezTo>
                  <a:pt x="167852" y="29098"/>
                  <a:pt x="166618" y="30188"/>
                  <a:pt x="165313" y="31519"/>
                </a:cubicBezTo>
                <a:cubicBezTo>
                  <a:pt x="164009" y="32849"/>
                  <a:pt x="162611" y="34457"/>
                  <a:pt x="161120" y="36344"/>
                </a:cubicBezTo>
                <a:lnTo>
                  <a:pt x="161120" y="66440"/>
                </a:lnTo>
                <a:lnTo>
                  <a:pt x="152920" y="66440"/>
                </a:lnTo>
                <a:lnTo>
                  <a:pt x="152920" y="19662"/>
                </a:lnTo>
                <a:close/>
                <a:moveTo>
                  <a:pt x="242378" y="40581"/>
                </a:moveTo>
                <a:cubicBezTo>
                  <a:pt x="242378" y="41731"/>
                  <a:pt x="242362" y="42693"/>
                  <a:pt x="242331" y="43470"/>
                </a:cubicBezTo>
                <a:cubicBezTo>
                  <a:pt x="242300" y="44246"/>
                  <a:pt x="242253" y="44976"/>
                  <a:pt x="242191" y="45660"/>
                </a:cubicBezTo>
                <a:lnTo>
                  <a:pt x="209344" y="45660"/>
                </a:lnTo>
                <a:cubicBezTo>
                  <a:pt x="209344" y="50443"/>
                  <a:pt x="210680" y="54116"/>
                  <a:pt x="213351" y="56679"/>
                </a:cubicBezTo>
                <a:cubicBezTo>
                  <a:pt x="216022" y="59241"/>
                  <a:pt x="219874" y="60522"/>
                  <a:pt x="224906" y="60522"/>
                </a:cubicBezTo>
                <a:cubicBezTo>
                  <a:pt x="226272" y="60522"/>
                  <a:pt x="227639" y="60467"/>
                  <a:pt x="229006" y="60357"/>
                </a:cubicBezTo>
                <a:cubicBezTo>
                  <a:pt x="230373" y="60245"/>
                  <a:pt x="231693" y="60094"/>
                  <a:pt x="232966" y="59904"/>
                </a:cubicBezTo>
                <a:cubicBezTo>
                  <a:pt x="234240" y="59712"/>
                  <a:pt x="235459" y="59498"/>
                  <a:pt x="236624" y="59260"/>
                </a:cubicBezTo>
                <a:cubicBezTo>
                  <a:pt x="237788" y="59021"/>
                  <a:pt x="238868" y="58759"/>
                  <a:pt x="239862" y="58472"/>
                </a:cubicBezTo>
                <a:lnTo>
                  <a:pt x="239862" y="65135"/>
                </a:lnTo>
                <a:cubicBezTo>
                  <a:pt x="237656" y="65770"/>
                  <a:pt x="235164" y="66286"/>
                  <a:pt x="232384" y="66683"/>
                </a:cubicBezTo>
                <a:cubicBezTo>
                  <a:pt x="229604" y="67080"/>
                  <a:pt x="226723" y="67278"/>
                  <a:pt x="223741" y="67278"/>
                </a:cubicBezTo>
                <a:cubicBezTo>
                  <a:pt x="219734" y="67278"/>
                  <a:pt x="216286" y="66735"/>
                  <a:pt x="213398" y="65648"/>
                </a:cubicBezTo>
                <a:cubicBezTo>
                  <a:pt x="210509" y="64560"/>
                  <a:pt x="208141" y="62984"/>
                  <a:pt x="206292" y="60919"/>
                </a:cubicBezTo>
                <a:cubicBezTo>
                  <a:pt x="204444" y="58853"/>
                  <a:pt x="203078" y="56321"/>
                  <a:pt x="202192" y="53324"/>
                </a:cubicBezTo>
                <a:cubicBezTo>
                  <a:pt x="201307" y="50327"/>
                  <a:pt x="200865" y="46933"/>
                  <a:pt x="200865" y="43144"/>
                </a:cubicBezTo>
                <a:cubicBezTo>
                  <a:pt x="200865" y="39851"/>
                  <a:pt x="201338" y="36737"/>
                  <a:pt x="202286" y="33802"/>
                </a:cubicBezTo>
                <a:cubicBezTo>
                  <a:pt x="203233" y="30867"/>
                  <a:pt x="204615" y="28289"/>
                  <a:pt x="206432" y="26068"/>
                </a:cubicBezTo>
                <a:cubicBezTo>
                  <a:pt x="208249" y="23847"/>
                  <a:pt x="210478" y="22084"/>
                  <a:pt x="213118" y="20780"/>
                </a:cubicBezTo>
                <a:cubicBezTo>
                  <a:pt x="215758" y="19475"/>
                  <a:pt x="218756" y="18823"/>
                  <a:pt x="222110" y="18823"/>
                </a:cubicBezTo>
                <a:cubicBezTo>
                  <a:pt x="225372" y="18823"/>
                  <a:pt x="228260" y="19336"/>
                  <a:pt x="230776" y="20361"/>
                </a:cubicBezTo>
                <a:cubicBezTo>
                  <a:pt x="233292" y="21386"/>
                  <a:pt x="235412" y="22838"/>
                  <a:pt x="237136" y="24717"/>
                </a:cubicBezTo>
                <a:cubicBezTo>
                  <a:pt x="238860" y="26596"/>
                  <a:pt x="240165" y="28879"/>
                  <a:pt x="241050" y="31566"/>
                </a:cubicBezTo>
                <a:cubicBezTo>
                  <a:pt x="241935" y="34253"/>
                  <a:pt x="242378" y="37258"/>
                  <a:pt x="242378" y="40581"/>
                </a:cubicBezTo>
                <a:moveTo>
                  <a:pt x="233945" y="39416"/>
                </a:moveTo>
                <a:cubicBezTo>
                  <a:pt x="234038" y="37335"/>
                  <a:pt x="233836" y="35433"/>
                  <a:pt x="233339" y="33709"/>
                </a:cubicBezTo>
                <a:cubicBezTo>
                  <a:pt x="232842" y="31985"/>
                  <a:pt x="232073" y="30502"/>
                  <a:pt x="231033" y="29260"/>
                </a:cubicBezTo>
                <a:cubicBezTo>
                  <a:pt x="229992" y="28017"/>
                  <a:pt x="228695" y="27046"/>
                  <a:pt x="227142" y="26348"/>
                </a:cubicBezTo>
                <a:cubicBezTo>
                  <a:pt x="225589" y="25649"/>
                  <a:pt x="223788" y="25299"/>
                  <a:pt x="221738" y="25299"/>
                </a:cubicBezTo>
                <a:cubicBezTo>
                  <a:pt x="219967" y="25299"/>
                  <a:pt x="218352" y="25641"/>
                  <a:pt x="216892" y="26324"/>
                </a:cubicBezTo>
                <a:cubicBezTo>
                  <a:pt x="215432" y="27008"/>
                  <a:pt x="214174" y="27970"/>
                  <a:pt x="213118" y="29213"/>
                </a:cubicBezTo>
                <a:cubicBezTo>
                  <a:pt x="212062" y="30455"/>
                  <a:pt x="211208" y="31946"/>
                  <a:pt x="210556" y="33686"/>
                </a:cubicBezTo>
                <a:cubicBezTo>
                  <a:pt x="209903" y="35425"/>
                  <a:pt x="209499" y="37335"/>
                  <a:pt x="209344" y="39416"/>
                </a:cubicBezTo>
                <a:lnTo>
                  <a:pt x="233945" y="39416"/>
                </a:lnTo>
                <a:close/>
                <a:moveTo>
                  <a:pt x="292326" y="559"/>
                </a:moveTo>
                <a:lnTo>
                  <a:pt x="260364" y="76503"/>
                </a:lnTo>
                <a:lnTo>
                  <a:pt x="252630" y="76503"/>
                </a:lnTo>
                <a:lnTo>
                  <a:pt x="284592" y="559"/>
                </a:lnTo>
                <a:lnTo>
                  <a:pt x="292326" y="559"/>
                </a:lnTo>
                <a:close/>
                <a:moveTo>
                  <a:pt x="344277" y="65741"/>
                </a:moveTo>
                <a:cubicBezTo>
                  <a:pt x="342445" y="66223"/>
                  <a:pt x="340550" y="66569"/>
                  <a:pt x="338593" y="66777"/>
                </a:cubicBezTo>
                <a:cubicBezTo>
                  <a:pt x="336636" y="66987"/>
                  <a:pt x="334649" y="67092"/>
                  <a:pt x="332630" y="67092"/>
                </a:cubicBezTo>
                <a:cubicBezTo>
                  <a:pt x="326759" y="67092"/>
                  <a:pt x="322379" y="65764"/>
                  <a:pt x="319491" y="63108"/>
                </a:cubicBezTo>
                <a:cubicBezTo>
                  <a:pt x="316602" y="60453"/>
                  <a:pt x="315158" y="56376"/>
                  <a:pt x="315158" y="50878"/>
                </a:cubicBezTo>
                <a:lnTo>
                  <a:pt x="315158" y="26464"/>
                </a:lnTo>
                <a:lnTo>
                  <a:pt x="302065" y="26464"/>
                </a:lnTo>
                <a:lnTo>
                  <a:pt x="302065" y="19662"/>
                </a:lnTo>
                <a:lnTo>
                  <a:pt x="315158" y="19662"/>
                </a:lnTo>
                <a:lnTo>
                  <a:pt x="315158" y="6762"/>
                </a:lnTo>
                <a:lnTo>
                  <a:pt x="323265" y="4659"/>
                </a:lnTo>
                <a:lnTo>
                  <a:pt x="323265" y="19662"/>
                </a:lnTo>
                <a:lnTo>
                  <a:pt x="344277" y="19662"/>
                </a:lnTo>
                <a:lnTo>
                  <a:pt x="344277" y="26464"/>
                </a:lnTo>
                <a:lnTo>
                  <a:pt x="323265" y="26464"/>
                </a:lnTo>
                <a:lnTo>
                  <a:pt x="323265" y="50226"/>
                </a:lnTo>
                <a:cubicBezTo>
                  <a:pt x="323265" y="53580"/>
                  <a:pt x="324158" y="56089"/>
                  <a:pt x="325944" y="57750"/>
                </a:cubicBezTo>
                <a:cubicBezTo>
                  <a:pt x="327730" y="59412"/>
                  <a:pt x="330362" y="60243"/>
                  <a:pt x="333841" y="60243"/>
                </a:cubicBezTo>
                <a:cubicBezTo>
                  <a:pt x="335332" y="60243"/>
                  <a:pt x="336963" y="60123"/>
                  <a:pt x="338733" y="59883"/>
                </a:cubicBezTo>
                <a:cubicBezTo>
                  <a:pt x="340504" y="59643"/>
                  <a:pt x="342352" y="59265"/>
                  <a:pt x="344277" y="58752"/>
                </a:cubicBezTo>
                <a:lnTo>
                  <a:pt x="344277" y="65741"/>
                </a:lnTo>
                <a:close/>
                <a:moveTo>
                  <a:pt x="396043" y="66440"/>
                </a:moveTo>
                <a:lnTo>
                  <a:pt x="387936" y="66440"/>
                </a:lnTo>
                <a:lnTo>
                  <a:pt x="387936" y="36574"/>
                </a:lnTo>
                <a:cubicBezTo>
                  <a:pt x="387936" y="32971"/>
                  <a:pt x="387260" y="30277"/>
                  <a:pt x="385909" y="28491"/>
                </a:cubicBezTo>
                <a:cubicBezTo>
                  <a:pt x="384558" y="26705"/>
                  <a:pt x="382624" y="25812"/>
                  <a:pt x="380108" y="25812"/>
                </a:cubicBezTo>
                <a:cubicBezTo>
                  <a:pt x="379021" y="25812"/>
                  <a:pt x="378004" y="25959"/>
                  <a:pt x="377057" y="26254"/>
                </a:cubicBezTo>
                <a:cubicBezTo>
                  <a:pt x="376109" y="26549"/>
                  <a:pt x="375123" y="27062"/>
                  <a:pt x="374098" y="27792"/>
                </a:cubicBezTo>
                <a:cubicBezTo>
                  <a:pt x="373073" y="28522"/>
                  <a:pt x="371955" y="29508"/>
                  <a:pt x="370744" y="30750"/>
                </a:cubicBezTo>
                <a:cubicBezTo>
                  <a:pt x="369532" y="31993"/>
                  <a:pt x="368134" y="33546"/>
                  <a:pt x="366550" y="35410"/>
                </a:cubicBezTo>
                <a:lnTo>
                  <a:pt x="366550" y="66440"/>
                </a:lnTo>
                <a:lnTo>
                  <a:pt x="358443" y="66440"/>
                </a:lnTo>
                <a:lnTo>
                  <a:pt x="358443" y="559"/>
                </a:lnTo>
                <a:lnTo>
                  <a:pt x="366550" y="559"/>
                </a:lnTo>
                <a:lnTo>
                  <a:pt x="366550" y="19649"/>
                </a:lnTo>
                <a:lnTo>
                  <a:pt x="366271" y="27023"/>
                </a:lnTo>
                <a:cubicBezTo>
                  <a:pt x="367544" y="25501"/>
                  <a:pt x="368794" y="24220"/>
                  <a:pt x="370021" y="23179"/>
                </a:cubicBezTo>
                <a:cubicBezTo>
                  <a:pt x="371248" y="22139"/>
                  <a:pt x="372475" y="21292"/>
                  <a:pt x="373702" y="20640"/>
                </a:cubicBezTo>
                <a:cubicBezTo>
                  <a:pt x="374929" y="19988"/>
                  <a:pt x="376179" y="19522"/>
                  <a:pt x="377453" y="19242"/>
                </a:cubicBezTo>
                <a:cubicBezTo>
                  <a:pt x="378726" y="18963"/>
                  <a:pt x="380046" y="18823"/>
                  <a:pt x="381413" y="18823"/>
                </a:cubicBezTo>
                <a:cubicBezTo>
                  <a:pt x="386072" y="18823"/>
                  <a:pt x="389675" y="20244"/>
                  <a:pt x="392222" y="23086"/>
                </a:cubicBezTo>
                <a:cubicBezTo>
                  <a:pt x="394769" y="25928"/>
                  <a:pt x="396043" y="30207"/>
                  <a:pt x="396043" y="35922"/>
                </a:cubicBezTo>
                <a:lnTo>
                  <a:pt x="396043" y="66440"/>
                </a:lnTo>
                <a:close/>
                <a:moveTo>
                  <a:pt x="449811" y="40581"/>
                </a:moveTo>
                <a:cubicBezTo>
                  <a:pt x="449811" y="41731"/>
                  <a:pt x="449796" y="42693"/>
                  <a:pt x="449765" y="43470"/>
                </a:cubicBezTo>
                <a:cubicBezTo>
                  <a:pt x="449734" y="44246"/>
                  <a:pt x="449687" y="44976"/>
                  <a:pt x="449625" y="45660"/>
                </a:cubicBezTo>
                <a:lnTo>
                  <a:pt x="416778" y="45660"/>
                </a:lnTo>
                <a:cubicBezTo>
                  <a:pt x="416778" y="50443"/>
                  <a:pt x="418114" y="54116"/>
                  <a:pt x="420785" y="56679"/>
                </a:cubicBezTo>
                <a:cubicBezTo>
                  <a:pt x="423456" y="59241"/>
                  <a:pt x="427308" y="60522"/>
                  <a:pt x="432340" y="60522"/>
                </a:cubicBezTo>
                <a:cubicBezTo>
                  <a:pt x="433706" y="60522"/>
                  <a:pt x="435073" y="60467"/>
                  <a:pt x="436440" y="60357"/>
                </a:cubicBezTo>
                <a:cubicBezTo>
                  <a:pt x="437806" y="60245"/>
                  <a:pt x="439126" y="60094"/>
                  <a:pt x="440400" y="59904"/>
                </a:cubicBezTo>
                <a:cubicBezTo>
                  <a:pt x="441673" y="59712"/>
                  <a:pt x="442893" y="59498"/>
                  <a:pt x="444057" y="59260"/>
                </a:cubicBezTo>
                <a:cubicBezTo>
                  <a:pt x="445222" y="59021"/>
                  <a:pt x="446302" y="58759"/>
                  <a:pt x="447296" y="58472"/>
                </a:cubicBezTo>
                <a:lnTo>
                  <a:pt x="447296" y="65135"/>
                </a:lnTo>
                <a:cubicBezTo>
                  <a:pt x="445090" y="65770"/>
                  <a:pt x="442598" y="66286"/>
                  <a:pt x="439818" y="66683"/>
                </a:cubicBezTo>
                <a:cubicBezTo>
                  <a:pt x="437038" y="67080"/>
                  <a:pt x="434157" y="67278"/>
                  <a:pt x="431175" y="67278"/>
                </a:cubicBezTo>
                <a:cubicBezTo>
                  <a:pt x="427168" y="67278"/>
                  <a:pt x="423720" y="66735"/>
                  <a:pt x="420832" y="65648"/>
                </a:cubicBezTo>
                <a:cubicBezTo>
                  <a:pt x="417943" y="64560"/>
                  <a:pt x="415574" y="62984"/>
                  <a:pt x="413726" y="60919"/>
                </a:cubicBezTo>
                <a:cubicBezTo>
                  <a:pt x="411878" y="58853"/>
                  <a:pt x="410511" y="56321"/>
                  <a:pt x="409626" y="53324"/>
                </a:cubicBezTo>
                <a:cubicBezTo>
                  <a:pt x="408741" y="50327"/>
                  <a:pt x="408298" y="46933"/>
                  <a:pt x="408298" y="43144"/>
                </a:cubicBezTo>
                <a:cubicBezTo>
                  <a:pt x="408298" y="39851"/>
                  <a:pt x="408772" y="36737"/>
                  <a:pt x="409719" y="33802"/>
                </a:cubicBezTo>
                <a:cubicBezTo>
                  <a:pt x="410667" y="30867"/>
                  <a:pt x="412049" y="28289"/>
                  <a:pt x="413866" y="26068"/>
                </a:cubicBezTo>
                <a:cubicBezTo>
                  <a:pt x="415683" y="23847"/>
                  <a:pt x="417912" y="22084"/>
                  <a:pt x="420552" y="20780"/>
                </a:cubicBezTo>
                <a:cubicBezTo>
                  <a:pt x="423192" y="19475"/>
                  <a:pt x="426190" y="18823"/>
                  <a:pt x="429544" y="18823"/>
                </a:cubicBezTo>
                <a:cubicBezTo>
                  <a:pt x="432806" y="18823"/>
                  <a:pt x="435694" y="19336"/>
                  <a:pt x="438210" y="20361"/>
                </a:cubicBezTo>
                <a:cubicBezTo>
                  <a:pt x="440726" y="21386"/>
                  <a:pt x="442846" y="22838"/>
                  <a:pt x="444570" y="24717"/>
                </a:cubicBezTo>
                <a:cubicBezTo>
                  <a:pt x="446294" y="26596"/>
                  <a:pt x="447598" y="28879"/>
                  <a:pt x="448484" y="31566"/>
                </a:cubicBezTo>
                <a:cubicBezTo>
                  <a:pt x="449369" y="34253"/>
                  <a:pt x="449811" y="37258"/>
                  <a:pt x="449811" y="40581"/>
                </a:cubicBezTo>
                <a:moveTo>
                  <a:pt x="441378" y="39416"/>
                </a:moveTo>
                <a:cubicBezTo>
                  <a:pt x="441472" y="37335"/>
                  <a:pt x="441270" y="35433"/>
                  <a:pt x="440773" y="33709"/>
                </a:cubicBezTo>
                <a:cubicBezTo>
                  <a:pt x="440276" y="31985"/>
                  <a:pt x="439507" y="30502"/>
                  <a:pt x="438466" y="29260"/>
                </a:cubicBezTo>
                <a:cubicBezTo>
                  <a:pt x="437426" y="28017"/>
                  <a:pt x="436129" y="27046"/>
                  <a:pt x="434576" y="26348"/>
                </a:cubicBezTo>
                <a:cubicBezTo>
                  <a:pt x="433023" y="25649"/>
                  <a:pt x="431221" y="25299"/>
                  <a:pt x="429171" y="25299"/>
                </a:cubicBezTo>
                <a:cubicBezTo>
                  <a:pt x="427401" y="25299"/>
                  <a:pt x="425786" y="25641"/>
                  <a:pt x="424326" y="26324"/>
                </a:cubicBezTo>
                <a:cubicBezTo>
                  <a:pt x="422866" y="27008"/>
                  <a:pt x="421608" y="27970"/>
                  <a:pt x="420552" y="29213"/>
                </a:cubicBezTo>
                <a:cubicBezTo>
                  <a:pt x="419496" y="30455"/>
                  <a:pt x="418642" y="31946"/>
                  <a:pt x="417989" y="33686"/>
                </a:cubicBezTo>
                <a:cubicBezTo>
                  <a:pt x="417337" y="35425"/>
                  <a:pt x="416933" y="37335"/>
                  <a:pt x="416778" y="39416"/>
                </a:cubicBezTo>
                <a:lnTo>
                  <a:pt x="441378" y="39416"/>
                </a:lnTo>
                <a:close/>
                <a:moveTo>
                  <a:pt x="495520" y="66440"/>
                </a:moveTo>
                <a:lnTo>
                  <a:pt x="495520" y="32847"/>
                </a:lnTo>
                <a:cubicBezTo>
                  <a:pt x="495520" y="31387"/>
                  <a:pt x="495466" y="30191"/>
                  <a:pt x="495357" y="29260"/>
                </a:cubicBezTo>
                <a:cubicBezTo>
                  <a:pt x="495248" y="28328"/>
                  <a:pt x="495077" y="27590"/>
                  <a:pt x="494844" y="27046"/>
                </a:cubicBezTo>
                <a:cubicBezTo>
                  <a:pt x="494611" y="26503"/>
                  <a:pt x="494316" y="26122"/>
                  <a:pt x="493959" y="25905"/>
                </a:cubicBezTo>
                <a:cubicBezTo>
                  <a:pt x="493602" y="25688"/>
                  <a:pt x="493159" y="25579"/>
                  <a:pt x="492631" y="25579"/>
                </a:cubicBezTo>
                <a:cubicBezTo>
                  <a:pt x="492010" y="25579"/>
                  <a:pt x="491435" y="25765"/>
                  <a:pt x="490907" y="26138"/>
                </a:cubicBezTo>
                <a:cubicBezTo>
                  <a:pt x="490379" y="26511"/>
                  <a:pt x="489812" y="27116"/>
                  <a:pt x="489207" y="27955"/>
                </a:cubicBezTo>
                <a:cubicBezTo>
                  <a:pt x="488601" y="28794"/>
                  <a:pt x="487933" y="29904"/>
                  <a:pt x="487203" y="31286"/>
                </a:cubicBezTo>
                <a:cubicBezTo>
                  <a:pt x="486473" y="32668"/>
                  <a:pt x="485611" y="34369"/>
                  <a:pt x="484617" y="36388"/>
                </a:cubicBezTo>
                <a:lnTo>
                  <a:pt x="484617" y="66440"/>
                </a:lnTo>
                <a:lnTo>
                  <a:pt x="477209" y="66440"/>
                </a:lnTo>
                <a:lnTo>
                  <a:pt x="477209" y="33732"/>
                </a:lnTo>
                <a:cubicBezTo>
                  <a:pt x="477209" y="32024"/>
                  <a:pt x="477155" y="30642"/>
                  <a:pt x="477046" y="29586"/>
                </a:cubicBezTo>
                <a:cubicBezTo>
                  <a:pt x="476938" y="28530"/>
                  <a:pt x="476767" y="27706"/>
                  <a:pt x="476534" y="27116"/>
                </a:cubicBezTo>
                <a:cubicBezTo>
                  <a:pt x="476301" y="26526"/>
                  <a:pt x="475998" y="26122"/>
                  <a:pt x="475625" y="25905"/>
                </a:cubicBezTo>
                <a:cubicBezTo>
                  <a:pt x="475253" y="25688"/>
                  <a:pt x="474802" y="25579"/>
                  <a:pt x="474274" y="25579"/>
                </a:cubicBezTo>
                <a:cubicBezTo>
                  <a:pt x="473715" y="25579"/>
                  <a:pt x="473187" y="25734"/>
                  <a:pt x="472690" y="26045"/>
                </a:cubicBezTo>
                <a:cubicBezTo>
                  <a:pt x="472193" y="26355"/>
                  <a:pt x="471642" y="26914"/>
                  <a:pt x="471036" y="27722"/>
                </a:cubicBezTo>
                <a:cubicBezTo>
                  <a:pt x="470430" y="28530"/>
                  <a:pt x="469755" y="29632"/>
                  <a:pt x="469009" y="31030"/>
                </a:cubicBezTo>
                <a:cubicBezTo>
                  <a:pt x="468264" y="32428"/>
                  <a:pt x="467379" y="34214"/>
                  <a:pt x="466354" y="36388"/>
                </a:cubicBezTo>
                <a:lnTo>
                  <a:pt x="466354" y="66440"/>
                </a:lnTo>
                <a:lnTo>
                  <a:pt x="458899" y="66440"/>
                </a:lnTo>
                <a:lnTo>
                  <a:pt x="458899" y="19662"/>
                </a:lnTo>
                <a:lnTo>
                  <a:pt x="465096" y="19662"/>
                </a:lnTo>
                <a:lnTo>
                  <a:pt x="465468" y="28561"/>
                </a:lnTo>
                <a:cubicBezTo>
                  <a:pt x="466276" y="26790"/>
                  <a:pt x="467060" y="25284"/>
                  <a:pt x="467821" y="24041"/>
                </a:cubicBezTo>
                <a:cubicBezTo>
                  <a:pt x="468582" y="22799"/>
                  <a:pt x="469366" y="21797"/>
                  <a:pt x="470174" y="21036"/>
                </a:cubicBezTo>
                <a:cubicBezTo>
                  <a:pt x="470982" y="20275"/>
                  <a:pt x="471844" y="19716"/>
                  <a:pt x="472760" y="19359"/>
                </a:cubicBezTo>
                <a:cubicBezTo>
                  <a:pt x="473676" y="19002"/>
                  <a:pt x="474693" y="18823"/>
                  <a:pt x="475812" y="18823"/>
                </a:cubicBezTo>
                <a:cubicBezTo>
                  <a:pt x="478328" y="18823"/>
                  <a:pt x="480238" y="19646"/>
                  <a:pt x="481542" y="21292"/>
                </a:cubicBezTo>
                <a:cubicBezTo>
                  <a:pt x="482847" y="22939"/>
                  <a:pt x="483499" y="25486"/>
                  <a:pt x="483499" y="28933"/>
                </a:cubicBezTo>
                <a:cubicBezTo>
                  <a:pt x="484245" y="27318"/>
                  <a:pt x="484975" y="25882"/>
                  <a:pt x="485689" y="24624"/>
                </a:cubicBezTo>
                <a:cubicBezTo>
                  <a:pt x="486403" y="23366"/>
                  <a:pt x="487172" y="22310"/>
                  <a:pt x="487995" y="21455"/>
                </a:cubicBezTo>
                <a:cubicBezTo>
                  <a:pt x="488818" y="20601"/>
                  <a:pt x="489727" y="19949"/>
                  <a:pt x="490721" y="19499"/>
                </a:cubicBezTo>
                <a:cubicBezTo>
                  <a:pt x="491715" y="19048"/>
                  <a:pt x="492864" y="18823"/>
                  <a:pt x="494169" y="18823"/>
                </a:cubicBezTo>
                <a:cubicBezTo>
                  <a:pt x="500039" y="18823"/>
                  <a:pt x="502975" y="23342"/>
                  <a:pt x="502975" y="32381"/>
                </a:cubicBezTo>
                <a:lnTo>
                  <a:pt x="502975" y="66440"/>
                </a:lnTo>
                <a:lnTo>
                  <a:pt x="495520" y="66440"/>
                </a:lnTo>
                <a:close/>
                <a:moveTo>
                  <a:pt x="553528" y="40581"/>
                </a:moveTo>
                <a:cubicBezTo>
                  <a:pt x="553528" y="41731"/>
                  <a:pt x="553513" y="42693"/>
                  <a:pt x="553482" y="43470"/>
                </a:cubicBezTo>
                <a:cubicBezTo>
                  <a:pt x="553451" y="44246"/>
                  <a:pt x="553404" y="44976"/>
                  <a:pt x="553342" y="45660"/>
                </a:cubicBezTo>
                <a:lnTo>
                  <a:pt x="520495" y="45660"/>
                </a:lnTo>
                <a:cubicBezTo>
                  <a:pt x="520495" y="50443"/>
                  <a:pt x="521830" y="54116"/>
                  <a:pt x="524502" y="56679"/>
                </a:cubicBezTo>
                <a:cubicBezTo>
                  <a:pt x="527173" y="59241"/>
                  <a:pt x="531024" y="60522"/>
                  <a:pt x="536056" y="60522"/>
                </a:cubicBezTo>
                <a:cubicBezTo>
                  <a:pt x="537423" y="60522"/>
                  <a:pt x="538790" y="60467"/>
                  <a:pt x="540156" y="60357"/>
                </a:cubicBezTo>
                <a:cubicBezTo>
                  <a:pt x="541523" y="60245"/>
                  <a:pt x="542843" y="60094"/>
                  <a:pt x="544117" y="59904"/>
                </a:cubicBezTo>
                <a:cubicBezTo>
                  <a:pt x="545390" y="59712"/>
                  <a:pt x="546609" y="59498"/>
                  <a:pt x="547774" y="59260"/>
                </a:cubicBezTo>
                <a:cubicBezTo>
                  <a:pt x="548939" y="59021"/>
                  <a:pt x="550018" y="58759"/>
                  <a:pt x="551012" y="58472"/>
                </a:cubicBezTo>
                <a:lnTo>
                  <a:pt x="551012" y="65135"/>
                </a:lnTo>
                <a:cubicBezTo>
                  <a:pt x="548807" y="65770"/>
                  <a:pt x="546314" y="66286"/>
                  <a:pt x="543534" y="66683"/>
                </a:cubicBezTo>
                <a:cubicBezTo>
                  <a:pt x="540754" y="67080"/>
                  <a:pt x="537873" y="67278"/>
                  <a:pt x="534892" y="67278"/>
                </a:cubicBezTo>
                <a:cubicBezTo>
                  <a:pt x="530885" y="67278"/>
                  <a:pt x="527437" y="66735"/>
                  <a:pt x="524548" y="65648"/>
                </a:cubicBezTo>
                <a:cubicBezTo>
                  <a:pt x="521660" y="64560"/>
                  <a:pt x="519291" y="62984"/>
                  <a:pt x="517443" y="60919"/>
                </a:cubicBezTo>
                <a:cubicBezTo>
                  <a:pt x="515595" y="58853"/>
                  <a:pt x="514228" y="56321"/>
                  <a:pt x="513343" y="53324"/>
                </a:cubicBezTo>
                <a:cubicBezTo>
                  <a:pt x="512458" y="50327"/>
                  <a:pt x="512015" y="46933"/>
                  <a:pt x="512015" y="43144"/>
                </a:cubicBezTo>
                <a:cubicBezTo>
                  <a:pt x="512015" y="39851"/>
                  <a:pt x="512489" y="36737"/>
                  <a:pt x="513436" y="33802"/>
                </a:cubicBezTo>
                <a:cubicBezTo>
                  <a:pt x="514384" y="30867"/>
                  <a:pt x="515766" y="28289"/>
                  <a:pt x="517583" y="26068"/>
                </a:cubicBezTo>
                <a:cubicBezTo>
                  <a:pt x="519400" y="23847"/>
                  <a:pt x="521629" y="22084"/>
                  <a:pt x="524269" y="20780"/>
                </a:cubicBezTo>
                <a:cubicBezTo>
                  <a:pt x="526909" y="19475"/>
                  <a:pt x="529906" y="18823"/>
                  <a:pt x="533261" y="18823"/>
                </a:cubicBezTo>
                <a:cubicBezTo>
                  <a:pt x="536522" y="18823"/>
                  <a:pt x="539411" y="19336"/>
                  <a:pt x="541927" y="20361"/>
                </a:cubicBezTo>
                <a:cubicBezTo>
                  <a:pt x="544443" y="21386"/>
                  <a:pt x="546563" y="22838"/>
                  <a:pt x="548287" y="24717"/>
                </a:cubicBezTo>
                <a:cubicBezTo>
                  <a:pt x="550011" y="26596"/>
                  <a:pt x="551315" y="28879"/>
                  <a:pt x="552200" y="31566"/>
                </a:cubicBezTo>
                <a:cubicBezTo>
                  <a:pt x="553086" y="34253"/>
                  <a:pt x="553528" y="37258"/>
                  <a:pt x="553528" y="40581"/>
                </a:cubicBezTo>
                <a:moveTo>
                  <a:pt x="545095" y="39416"/>
                </a:moveTo>
                <a:cubicBezTo>
                  <a:pt x="545188" y="37335"/>
                  <a:pt x="544986" y="35433"/>
                  <a:pt x="544489" y="33709"/>
                </a:cubicBezTo>
                <a:cubicBezTo>
                  <a:pt x="543992" y="31985"/>
                  <a:pt x="543224" y="30502"/>
                  <a:pt x="542183" y="29260"/>
                </a:cubicBezTo>
                <a:cubicBezTo>
                  <a:pt x="541143" y="28017"/>
                  <a:pt x="539846" y="27046"/>
                  <a:pt x="538293" y="26348"/>
                </a:cubicBezTo>
                <a:cubicBezTo>
                  <a:pt x="536740" y="25649"/>
                  <a:pt x="534938" y="25299"/>
                  <a:pt x="532888" y="25299"/>
                </a:cubicBezTo>
                <a:cubicBezTo>
                  <a:pt x="531118" y="25299"/>
                  <a:pt x="529502" y="25641"/>
                  <a:pt x="528043" y="26324"/>
                </a:cubicBezTo>
                <a:cubicBezTo>
                  <a:pt x="526583" y="27008"/>
                  <a:pt x="525325" y="27970"/>
                  <a:pt x="524269" y="29213"/>
                </a:cubicBezTo>
                <a:cubicBezTo>
                  <a:pt x="523213" y="30455"/>
                  <a:pt x="522358" y="31946"/>
                  <a:pt x="521706" y="33686"/>
                </a:cubicBezTo>
                <a:cubicBezTo>
                  <a:pt x="521054" y="35425"/>
                  <a:pt x="520650" y="37335"/>
                  <a:pt x="520495" y="39416"/>
                </a:cubicBezTo>
                <a:lnTo>
                  <a:pt x="545095" y="39416"/>
                </a:lnTo>
                <a:close/>
                <a:moveTo>
                  <a:pt x="603477" y="559"/>
                </a:moveTo>
                <a:lnTo>
                  <a:pt x="571515" y="76503"/>
                </a:lnTo>
                <a:lnTo>
                  <a:pt x="563781" y="76503"/>
                </a:lnTo>
                <a:lnTo>
                  <a:pt x="595743" y="559"/>
                </a:lnTo>
                <a:lnTo>
                  <a:pt x="603477" y="559"/>
                </a:lnTo>
                <a:close/>
                <a:moveTo>
                  <a:pt x="657712" y="42212"/>
                </a:moveTo>
                <a:cubicBezTo>
                  <a:pt x="657712" y="46374"/>
                  <a:pt x="657129" y="50008"/>
                  <a:pt x="655964" y="53114"/>
                </a:cubicBezTo>
                <a:cubicBezTo>
                  <a:pt x="654800" y="56221"/>
                  <a:pt x="653192" y="58799"/>
                  <a:pt x="651142" y="60849"/>
                </a:cubicBezTo>
                <a:cubicBezTo>
                  <a:pt x="649092" y="62899"/>
                  <a:pt x="646669" y="64436"/>
                  <a:pt x="643874" y="65461"/>
                </a:cubicBezTo>
                <a:cubicBezTo>
                  <a:pt x="641078" y="66486"/>
                  <a:pt x="638050" y="66999"/>
                  <a:pt x="634789" y="66999"/>
                </a:cubicBezTo>
                <a:cubicBezTo>
                  <a:pt x="633298" y="66999"/>
                  <a:pt x="631815" y="66921"/>
                  <a:pt x="630339" y="66766"/>
                </a:cubicBezTo>
                <a:cubicBezTo>
                  <a:pt x="628864" y="66610"/>
                  <a:pt x="627365" y="66346"/>
                  <a:pt x="625843" y="65974"/>
                </a:cubicBezTo>
                <a:lnTo>
                  <a:pt x="625843" y="85542"/>
                </a:lnTo>
                <a:lnTo>
                  <a:pt x="617736" y="85542"/>
                </a:lnTo>
                <a:lnTo>
                  <a:pt x="617736" y="19662"/>
                </a:lnTo>
                <a:lnTo>
                  <a:pt x="624958" y="19662"/>
                </a:lnTo>
                <a:lnTo>
                  <a:pt x="625470" y="27489"/>
                </a:lnTo>
                <a:cubicBezTo>
                  <a:pt x="627800" y="24290"/>
                  <a:pt x="630285" y="22046"/>
                  <a:pt x="632925" y="20757"/>
                </a:cubicBezTo>
                <a:cubicBezTo>
                  <a:pt x="635565" y="19468"/>
                  <a:pt x="638423" y="18823"/>
                  <a:pt x="641498" y="18823"/>
                </a:cubicBezTo>
                <a:cubicBezTo>
                  <a:pt x="644169" y="18823"/>
                  <a:pt x="646514" y="19382"/>
                  <a:pt x="648533" y="20500"/>
                </a:cubicBezTo>
                <a:cubicBezTo>
                  <a:pt x="650552" y="21619"/>
                  <a:pt x="652245" y="23195"/>
                  <a:pt x="653612" y="25229"/>
                </a:cubicBezTo>
                <a:cubicBezTo>
                  <a:pt x="654978" y="27264"/>
                  <a:pt x="656003" y="29718"/>
                  <a:pt x="656687" y="32591"/>
                </a:cubicBezTo>
                <a:cubicBezTo>
                  <a:pt x="657370" y="35464"/>
                  <a:pt x="657712" y="38671"/>
                  <a:pt x="657712" y="42212"/>
                </a:cubicBezTo>
                <a:moveTo>
                  <a:pt x="649418" y="42585"/>
                </a:moveTo>
                <a:cubicBezTo>
                  <a:pt x="649418" y="40131"/>
                  <a:pt x="649240" y="37879"/>
                  <a:pt x="648883" y="35829"/>
                </a:cubicBezTo>
                <a:cubicBezTo>
                  <a:pt x="648525" y="33779"/>
                  <a:pt x="647959" y="32024"/>
                  <a:pt x="647182" y="30564"/>
                </a:cubicBezTo>
                <a:cubicBezTo>
                  <a:pt x="646405" y="29104"/>
                  <a:pt x="645412" y="27963"/>
                  <a:pt x="644200" y="27140"/>
                </a:cubicBezTo>
                <a:cubicBezTo>
                  <a:pt x="642989" y="26316"/>
                  <a:pt x="641544" y="25905"/>
                  <a:pt x="639867" y="25905"/>
                </a:cubicBezTo>
                <a:cubicBezTo>
                  <a:pt x="638842" y="25905"/>
                  <a:pt x="637802" y="26068"/>
                  <a:pt x="636745" y="26394"/>
                </a:cubicBezTo>
                <a:cubicBezTo>
                  <a:pt x="635689" y="26720"/>
                  <a:pt x="634594" y="27264"/>
                  <a:pt x="633461" y="28025"/>
                </a:cubicBezTo>
                <a:cubicBezTo>
                  <a:pt x="632327" y="28786"/>
                  <a:pt x="631131" y="29795"/>
                  <a:pt x="629873" y="31053"/>
                </a:cubicBezTo>
                <a:cubicBezTo>
                  <a:pt x="628615" y="32311"/>
                  <a:pt x="627272" y="33872"/>
                  <a:pt x="625843" y="35736"/>
                </a:cubicBezTo>
                <a:lnTo>
                  <a:pt x="625843" y="58426"/>
                </a:lnTo>
                <a:cubicBezTo>
                  <a:pt x="627334" y="59047"/>
                  <a:pt x="628903" y="59536"/>
                  <a:pt x="630549" y="59894"/>
                </a:cubicBezTo>
                <a:cubicBezTo>
                  <a:pt x="632195" y="60251"/>
                  <a:pt x="633810" y="60429"/>
                  <a:pt x="635394" y="60429"/>
                </a:cubicBezTo>
                <a:cubicBezTo>
                  <a:pt x="639774" y="60429"/>
                  <a:pt x="643206" y="58946"/>
                  <a:pt x="645691" y="55980"/>
                </a:cubicBezTo>
                <a:cubicBezTo>
                  <a:pt x="648176" y="53013"/>
                  <a:pt x="649418" y="48548"/>
                  <a:pt x="649418" y="42585"/>
                </a:cubicBezTo>
                <a:close/>
                <a:moveTo>
                  <a:pt x="710316" y="42678"/>
                </a:moveTo>
                <a:cubicBezTo>
                  <a:pt x="710316" y="46312"/>
                  <a:pt x="709803" y="49643"/>
                  <a:pt x="708778" y="52672"/>
                </a:cubicBezTo>
                <a:cubicBezTo>
                  <a:pt x="707753" y="55700"/>
                  <a:pt x="706278" y="58294"/>
                  <a:pt x="704352" y="60453"/>
                </a:cubicBezTo>
                <a:cubicBezTo>
                  <a:pt x="702426" y="62611"/>
                  <a:pt x="700081" y="64289"/>
                  <a:pt x="697317" y="65485"/>
                </a:cubicBezTo>
                <a:cubicBezTo>
                  <a:pt x="694552" y="66680"/>
                  <a:pt x="691415" y="67278"/>
                  <a:pt x="687905" y="67278"/>
                </a:cubicBezTo>
                <a:cubicBezTo>
                  <a:pt x="684550" y="67278"/>
                  <a:pt x="681545" y="66758"/>
                  <a:pt x="678890" y="65717"/>
                </a:cubicBezTo>
                <a:cubicBezTo>
                  <a:pt x="676234" y="64677"/>
                  <a:pt x="673982" y="63147"/>
                  <a:pt x="672134" y="61128"/>
                </a:cubicBezTo>
                <a:cubicBezTo>
                  <a:pt x="670286" y="59109"/>
                  <a:pt x="668872" y="56609"/>
                  <a:pt x="667894" y="53627"/>
                </a:cubicBezTo>
                <a:cubicBezTo>
                  <a:pt x="666916" y="50645"/>
                  <a:pt x="666426" y="47213"/>
                  <a:pt x="666426" y="43330"/>
                </a:cubicBezTo>
                <a:cubicBezTo>
                  <a:pt x="666426" y="39696"/>
                  <a:pt x="666939" y="36380"/>
                  <a:pt x="667964" y="33383"/>
                </a:cubicBezTo>
                <a:cubicBezTo>
                  <a:pt x="668989" y="30385"/>
                  <a:pt x="670464" y="27807"/>
                  <a:pt x="672390" y="25649"/>
                </a:cubicBezTo>
                <a:cubicBezTo>
                  <a:pt x="674316" y="23490"/>
                  <a:pt x="676661" y="21813"/>
                  <a:pt x="679425" y="20617"/>
                </a:cubicBezTo>
                <a:cubicBezTo>
                  <a:pt x="682190" y="19421"/>
                  <a:pt x="685327" y="18823"/>
                  <a:pt x="688837" y="18823"/>
                </a:cubicBezTo>
                <a:cubicBezTo>
                  <a:pt x="692191" y="18823"/>
                  <a:pt x="695197" y="19343"/>
                  <a:pt x="697852" y="20384"/>
                </a:cubicBezTo>
                <a:cubicBezTo>
                  <a:pt x="700508" y="21424"/>
                  <a:pt x="702760" y="22946"/>
                  <a:pt x="704608" y="24950"/>
                </a:cubicBezTo>
                <a:cubicBezTo>
                  <a:pt x="706456" y="26953"/>
                  <a:pt x="707870" y="29446"/>
                  <a:pt x="708848" y="32428"/>
                </a:cubicBezTo>
                <a:cubicBezTo>
                  <a:pt x="709826" y="35410"/>
                  <a:pt x="710316" y="38826"/>
                  <a:pt x="710316" y="42678"/>
                </a:cubicBezTo>
                <a:moveTo>
                  <a:pt x="702022" y="43051"/>
                </a:moveTo>
                <a:cubicBezTo>
                  <a:pt x="702022" y="40162"/>
                  <a:pt x="701704" y="37638"/>
                  <a:pt x="701067" y="35480"/>
                </a:cubicBezTo>
                <a:cubicBezTo>
                  <a:pt x="700430" y="33321"/>
                  <a:pt x="699522" y="31519"/>
                  <a:pt x="698342" y="30075"/>
                </a:cubicBezTo>
                <a:cubicBezTo>
                  <a:pt x="697161" y="28631"/>
                  <a:pt x="695725" y="27543"/>
                  <a:pt x="694032" y="26813"/>
                </a:cubicBezTo>
                <a:cubicBezTo>
                  <a:pt x="692339" y="26084"/>
                  <a:pt x="690452" y="25719"/>
                  <a:pt x="688371" y="25719"/>
                </a:cubicBezTo>
                <a:cubicBezTo>
                  <a:pt x="685948" y="25719"/>
                  <a:pt x="683875" y="26192"/>
                  <a:pt x="682151" y="27140"/>
                </a:cubicBezTo>
                <a:cubicBezTo>
                  <a:pt x="680427" y="28087"/>
                  <a:pt x="679014" y="29353"/>
                  <a:pt x="677911" y="30937"/>
                </a:cubicBezTo>
                <a:cubicBezTo>
                  <a:pt x="676809" y="32521"/>
                  <a:pt x="676001" y="34361"/>
                  <a:pt x="675488" y="36458"/>
                </a:cubicBezTo>
                <a:cubicBezTo>
                  <a:pt x="674976" y="38555"/>
                  <a:pt x="674720" y="40752"/>
                  <a:pt x="674720" y="43051"/>
                </a:cubicBezTo>
                <a:cubicBezTo>
                  <a:pt x="674720" y="45939"/>
                  <a:pt x="675038" y="48471"/>
                  <a:pt x="675675" y="50645"/>
                </a:cubicBezTo>
                <a:cubicBezTo>
                  <a:pt x="676312" y="52819"/>
                  <a:pt x="677220" y="54629"/>
                  <a:pt x="678400" y="56073"/>
                </a:cubicBezTo>
                <a:cubicBezTo>
                  <a:pt x="679581" y="57517"/>
                  <a:pt x="681010" y="58604"/>
                  <a:pt x="682687" y="59334"/>
                </a:cubicBezTo>
                <a:cubicBezTo>
                  <a:pt x="684364" y="60064"/>
                  <a:pt x="686259" y="60429"/>
                  <a:pt x="688371" y="60429"/>
                </a:cubicBezTo>
                <a:cubicBezTo>
                  <a:pt x="690794" y="60429"/>
                  <a:pt x="692867" y="59956"/>
                  <a:pt x="694591" y="59008"/>
                </a:cubicBezTo>
                <a:cubicBezTo>
                  <a:pt x="696315" y="58061"/>
                  <a:pt x="697728" y="56795"/>
                  <a:pt x="698831" y="55211"/>
                </a:cubicBezTo>
                <a:cubicBezTo>
                  <a:pt x="699933" y="53627"/>
                  <a:pt x="700741" y="51787"/>
                  <a:pt x="701254" y="49690"/>
                </a:cubicBezTo>
                <a:cubicBezTo>
                  <a:pt x="701766" y="47593"/>
                  <a:pt x="702022" y="45380"/>
                  <a:pt x="702022" y="43051"/>
                </a:cubicBezTo>
                <a:close/>
                <a:moveTo>
                  <a:pt x="761429" y="42212"/>
                </a:moveTo>
                <a:cubicBezTo>
                  <a:pt x="761429" y="46374"/>
                  <a:pt x="760846" y="50008"/>
                  <a:pt x="759681" y="53114"/>
                </a:cubicBezTo>
                <a:cubicBezTo>
                  <a:pt x="758517" y="56221"/>
                  <a:pt x="756909" y="58799"/>
                  <a:pt x="754859" y="60849"/>
                </a:cubicBezTo>
                <a:cubicBezTo>
                  <a:pt x="752809" y="62899"/>
                  <a:pt x="750386" y="64436"/>
                  <a:pt x="747591" y="65461"/>
                </a:cubicBezTo>
                <a:cubicBezTo>
                  <a:pt x="744795" y="66486"/>
                  <a:pt x="741767" y="66999"/>
                  <a:pt x="738506" y="66999"/>
                </a:cubicBezTo>
                <a:cubicBezTo>
                  <a:pt x="737015" y="66999"/>
                  <a:pt x="735531" y="66921"/>
                  <a:pt x="734056" y="66766"/>
                </a:cubicBezTo>
                <a:cubicBezTo>
                  <a:pt x="732581" y="66610"/>
                  <a:pt x="731082" y="66346"/>
                  <a:pt x="729560" y="65974"/>
                </a:cubicBezTo>
                <a:lnTo>
                  <a:pt x="729560" y="85542"/>
                </a:lnTo>
                <a:lnTo>
                  <a:pt x="721453" y="85542"/>
                </a:lnTo>
                <a:lnTo>
                  <a:pt x="721453" y="19662"/>
                </a:lnTo>
                <a:lnTo>
                  <a:pt x="728675" y="19662"/>
                </a:lnTo>
                <a:lnTo>
                  <a:pt x="729187" y="27489"/>
                </a:lnTo>
                <a:cubicBezTo>
                  <a:pt x="731517" y="24290"/>
                  <a:pt x="734002" y="22046"/>
                  <a:pt x="736642" y="20757"/>
                </a:cubicBezTo>
                <a:cubicBezTo>
                  <a:pt x="739282" y="19468"/>
                  <a:pt x="742140" y="18823"/>
                  <a:pt x="745215" y="18823"/>
                </a:cubicBezTo>
                <a:cubicBezTo>
                  <a:pt x="747886" y="18823"/>
                  <a:pt x="750231" y="19382"/>
                  <a:pt x="752250" y="20500"/>
                </a:cubicBezTo>
                <a:cubicBezTo>
                  <a:pt x="754269" y="21619"/>
                  <a:pt x="755962" y="23195"/>
                  <a:pt x="757329" y="25229"/>
                </a:cubicBezTo>
                <a:cubicBezTo>
                  <a:pt x="758695" y="27264"/>
                  <a:pt x="759720" y="29718"/>
                  <a:pt x="760404" y="32591"/>
                </a:cubicBezTo>
                <a:cubicBezTo>
                  <a:pt x="761087" y="35464"/>
                  <a:pt x="761429" y="38671"/>
                  <a:pt x="761429" y="42212"/>
                </a:cubicBezTo>
                <a:moveTo>
                  <a:pt x="753135" y="42585"/>
                </a:moveTo>
                <a:cubicBezTo>
                  <a:pt x="753135" y="40131"/>
                  <a:pt x="752957" y="37879"/>
                  <a:pt x="752600" y="35829"/>
                </a:cubicBezTo>
                <a:cubicBezTo>
                  <a:pt x="752242" y="33779"/>
                  <a:pt x="751675" y="32024"/>
                  <a:pt x="750899" y="30564"/>
                </a:cubicBezTo>
                <a:cubicBezTo>
                  <a:pt x="750122" y="29104"/>
                  <a:pt x="749128" y="27963"/>
                  <a:pt x="747917" y="27140"/>
                </a:cubicBezTo>
                <a:cubicBezTo>
                  <a:pt x="746706" y="26316"/>
                  <a:pt x="745261" y="25905"/>
                  <a:pt x="743584" y="25905"/>
                </a:cubicBezTo>
                <a:cubicBezTo>
                  <a:pt x="742559" y="25905"/>
                  <a:pt x="741519" y="26068"/>
                  <a:pt x="740462" y="26394"/>
                </a:cubicBezTo>
                <a:cubicBezTo>
                  <a:pt x="739406" y="26720"/>
                  <a:pt x="738311" y="27264"/>
                  <a:pt x="737178" y="28025"/>
                </a:cubicBezTo>
                <a:cubicBezTo>
                  <a:pt x="736044" y="28786"/>
                  <a:pt x="734848" y="29795"/>
                  <a:pt x="733590" y="31053"/>
                </a:cubicBezTo>
                <a:cubicBezTo>
                  <a:pt x="732332" y="32311"/>
                  <a:pt x="730989" y="33872"/>
                  <a:pt x="729560" y="35736"/>
                </a:cubicBezTo>
                <a:lnTo>
                  <a:pt x="729560" y="58426"/>
                </a:lnTo>
                <a:cubicBezTo>
                  <a:pt x="731051" y="59047"/>
                  <a:pt x="732620" y="59536"/>
                  <a:pt x="734266" y="59894"/>
                </a:cubicBezTo>
                <a:cubicBezTo>
                  <a:pt x="735912" y="60251"/>
                  <a:pt x="737527" y="60429"/>
                  <a:pt x="739111" y="60429"/>
                </a:cubicBezTo>
                <a:cubicBezTo>
                  <a:pt x="743491" y="60429"/>
                  <a:pt x="746923" y="58946"/>
                  <a:pt x="749408" y="55980"/>
                </a:cubicBezTo>
                <a:cubicBezTo>
                  <a:pt x="751893" y="53013"/>
                  <a:pt x="753135" y="48548"/>
                  <a:pt x="753135" y="42585"/>
                </a:cubicBezTo>
                <a:close/>
                <a:moveTo>
                  <a:pt x="810911" y="66440"/>
                </a:moveTo>
                <a:lnTo>
                  <a:pt x="803643" y="66440"/>
                </a:lnTo>
                <a:lnTo>
                  <a:pt x="803363" y="58892"/>
                </a:lnTo>
                <a:cubicBezTo>
                  <a:pt x="801965" y="60507"/>
                  <a:pt x="800638" y="61850"/>
                  <a:pt x="799380" y="62922"/>
                </a:cubicBezTo>
                <a:cubicBezTo>
                  <a:pt x="798122" y="63994"/>
                  <a:pt x="796871" y="64856"/>
                  <a:pt x="795629" y="65508"/>
                </a:cubicBezTo>
                <a:cubicBezTo>
                  <a:pt x="794386" y="66160"/>
                  <a:pt x="793136" y="66618"/>
                  <a:pt x="791878" y="66882"/>
                </a:cubicBezTo>
                <a:cubicBezTo>
                  <a:pt x="790620" y="67146"/>
                  <a:pt x="789292" y="67278"/>
                  <a:pt x="787895" y="67278"/>
                </a:cubicBezTo>
                <a:cubicBezTo>
                  <a:pt x="783080" y="67278"/>
                  <a:pt x="779446" y="65865"/>
                  <a:pt x="776992" y="63038"/>
                </a:cubicBezTo>
                <a:cubicBezTo>
                  <a:pt x="774538" y="60212"/>
                  <a:pt x="773312" y="55941"/>
                  <a:pt x="773312" y="50226"/>
                </a:cubicBezTo>
                <a:lnTo>
                  <a:pt x="773312" y="19662"/>
                </a:lnTo>
                <a:lnTo>
                  <a:pt x="781418" y="19662"/>
                </a:lnTo>
                <a:lnTo>
                  <a:pt x="781418" y="49573"/>
                </a:lnTo>
                <a:cubicBezTo>
                  <a:pt x="781418" y="56749"/>
                  <a:pt x="784121" y="60336"/>
                  <a:pt x="789525" y="60336"/>
                </a:cubicBezTo>
                <a:cubicBezTo>
                  <a:pt x="790519" y="60336"/>
                  <a:pt x="791490" y="60189"/>
                  <a:pt x="792437" y="59894"/>
                </a:cubicBezTo>
                <a:cubicBezTo>
                  <a:pt x="793385" y="59598"/>
                  <a:pt x="794379" y="59086"/>
                  <a:pt x="795419" y="58356"/>
                </a:cubicBezTo>
                <a:cubicBezTo>
                  <a:pt x="796460" y="57626"/>
                  <a:pt x="797578" y="56640"/>
                  <a:pt x="798774" y="55397"/>
                </a:cubicBezTo>
                <a:cubicBezTo>
                  <a:pt x="799970" y="54155"/>
                  <a:pt x="801313" y="52586"/>
                  <a:pt x="802804" y="50692"/>
                </a:cubicBezTo>
                <a:lnTo>
                  <a:pt x="802804" y="19662"/>
                </a:lnTo>
                <a:lnTo>
                  <a:pt x="810911" y="19662"/>
                </a:lnTo>
                <a:lnTo>
                  <a:pt x="810911" y="66440"/>
                </a:lnTo>
                <a:close/>
                <a:moveTo>
                  <a:pt x="865146" y="42212"/>
                </a:moveTo>
                <a:cubicBezTo>
                  <a:pt x="865146" y="46374"/>
                  <a:pt x="864563" y="50008"/>
                  <a:pt x="863398" y="53114"/>
                </a:cubicBezTo>
                <a:cubicBezTo>
                  <a:pt x="862234" y="56221"/>
                  <a:pt x="860626" y="58799"/>
                  <a:pt x="858576" y="60849"/>
                </a:cubicBezTo>
                <a:cubicBezTo>
                  <a:pt x="856526" y="62899"/>
                  <a:pt x="854103" y="64436"/>
                  <a:pt x="851308" y="65461"/>
                </a:cubicBezTo>
                <a:cubicBezTo>
                  <a:pt x="848512" y="66486"/>
                  <a:pt x="845484" y="66999"/>
                  <a:pt x="842223" y="66999"/>
                </a:cubicBezTo>
                <a:cubicBezTo>
                  <a:pt x="840732" y="66999"/>
                  <a:pt x="839248" y="66921"/>
                  <a:pt x="837773" y="66766"/>
                </a:cubicBezTo>
                <a:cubicBezTo>
                  <a:pt x="836298" y="66610"/>
                  <a:pt x="834799" y="66346"/>
                  <a:pt x="833277" y="65974"/>
                </a:cubicBezTo>
                <a:lnTo>
                  <a:pt x="833277" y="85542"/>
                </a:lnTo>
                <a:lnTo>
                  <a:pt x="825170" y="85542"/>
                </a:lnTo>
                <a:lnTo>
                  <a:pt x="825170" y="19662"/>
                </a:lnTo>
                <a:lnTo>
                  <a:pt x="832392" y="19662"/>
                </a:lnTo>
                <a:lnTo>
                  <a:pt x="832904" y="27489"/>
                </a:lnTo>
                <a:cubicBezTo>
                  <a:pt x="835234" y="24290"/>
                  <a:pt x="837719" y="22046"/>
                  <a:pt x="840359" y="20757"/>
                </a:cubicBezTo>
                <a:cubicBezTo>
                  <a:pt x="842999" y="19468"/>
                  <a:pt x="845857" y="18823"/>
                  <a:pt x="848932" y="18823"/>
                </a:cubicBezTo>
                <a:cubicBezTo>
                  <a:pt x="851603" y="18823"/>
                  <a:pt x="853948" y="19382"/>
                  <a:pt x="855967" y="20500"/>
                </a:cubicBezTo>
                <a:cubicBezTo>
                  <a:pt x="857986" y="21619"/>
                  <a:pt x="859679" y="23195"/>
                  <a:pt x="861046" y="25229"/>
                </a:cubicBezTo>
                <a:cubicBezTo>
                  <a:pt x="862412" y="27264"/>
                  <a:pt x="863437" y="29718"/>
                  <a:pt x="864121" y="32591"/>
                </a:cubicBezTo>
                <a:cubicBezTo>
                  <a:pt x="864804" y="35464"/>
                  <a:pt x="865146" y="38671"/>
                  <a:pt x="865146" y="42212"/>
                </a:cubicBezTo>
                <a:moveTo>
                  <a:pt x="856852" y="42585"/>
                </a:moveTo>
                <a:cubicBezTo>
                  <a:pt x="856852" y="40131"/>
                  <a:pt x="856674" y="37879"/>
                  <a:pt x="856317" y="35829"/>
                </a:cubicBezTo>
                <a:cubicBezTo>
                  <a:pt x="855959" y="33779"/>
                  <a:pt x="855392" y="32024"/>
                  <a:pt x="854616" y="30564"/>
                </a:cubicBezTo>
                <a:cubicBezTo>
                  <a:pt x="853839" y="29104"/>
                  <a:pt x="852845" y="27963"/>
                  <a:pt x="851634" y="27140"/>
                </a:cubicBezTo>
                <a:cubicBezTo>
                  <a:pt x="850423" y="26316"/>
                  <a:pt x="848978" y="25905"/>
                  <a:pt x="847301" y="25905"/>
                </a:cubicBezTo>
                <a:cubicBezTo>
                  <a:pt x="846276" y="25905"/>
                  <a:pt x="845235" y="26068"/>
                  <a:pt x="844179" y="26394"/>
                </a:cubicBezTo>
                <a:cubicBezTo>
                  <a:pt x="843123" y="26720"/>
                  <a:pt x="842028" y="27264"/>
                  <a:pt x="840895" y="28025"/>
                </a:cubicBezTo>
                <a:cubicBezTo>
                  <a:pt x="839761" y="28786"/>
                  <a:pt x="838565" y="29795"/>
                  <a:pt x="837307" y="31053"/>
                </a:cubicBezTo>
                <a:cubicBezTo>
                  <a:pt x="836049" y="32311"/>
                  <a:pt x="834706" y="33872"/>
                  <a:pt x="833277" y="35736"/>
                </a:cubicBezTo>
                <a:lnTo>
                  <a:pt x="833277" y="58426"/>
                </a:lnTo>
                <a:cubicBezTo>
                  <a:pt x="834768" y="59047"/>
                  <a:pt x="836336" y="59536"/>
                  <a:pt x="837983" y="59894"/>
                </a:cubicBezTo>
                <a:cubicBezTo>
                  <a:pt x="839629" y="60251"/>
                  <a:pt x="841244" y="60429"/>
                  <a:pt x="842828" y="60429"/>
                </a:cubicBezTo>
                <a:cubicBezTo>
                  <a:pt x="847208" y="60429"/>
                  <a:pt x="850640" y="58946"/>
                  <a:pt x="853125" y="55980"/>
                </a:cubicBezTo>
                <a:cubicBezTo>
                  <a:pt x="855610" y="53013"/>
                  <a:pt x="856852" y="48548"/>
                  <a:pt x="856852" y="42585"/>
                </a:cubicBezTo>
                <a:close/>
                <a:moveTo>
                  <a:pt x="895432" y="51763"/>
                </a:moveTo>
                <a:cubicBezTo>
                  <a:pt x="896488" y="51763"/>
                  <a:pt x="897490" y="51965"/>
                  <a:pt x="898437" y="52369"/>
                </a:cubicBezTo>
                <a:cubicBezTo>
                  <a:pt x="899385" y="52773"/>
                  <a:pt x="900208" y="53332"/>
                  <a:pt x="900907" y="54046"/>
                </a:cubicBezTo>
                <a:cubicBezTo>
                  <a:pt x="901606" y="54761"/>
                  <a:pt x="902157" y="55592"/>
                  <a:pt x="902561" y="56539"/>
                </a:cubicBezTo>
                <a:cubicBezTo>
                  <a:pt x="902964" y="57486"/>
                  <a:pt x="903166" y="58504"/>
                  <a:pt x="903166" y="59591"/>
                </a:cubicBezTo>
                <a:cubicBezTo>
                  <a:pt x="903166" y="60647"/>
                  <a:pt x="902964" y="61641"/>
                  <a:pt x="902561" y="62573"/>
                </a:cubicBezTo>
                <a:cubicBezTo>
                  <a:pt x="902157" y="63504"/>
                  <a:pt x="901606" y="64320"/>
                  <a:pt x="900907" y="65019"/>
                </a:cubicBezTo>
                <a:cubicBezTo>
                  <a:pt x="900208" y="65717"/>
                  <a:pt x="899385" y="66269"/>
                  <a:pt x="898437" y="66673"/>
                </a:cubicBezTo>
                <a:cubicBezTo>
                  <a:pt x="897490" y="67076"/>
                  <a:pt x="896488" y="67278"/>
                  <a:pt x="895432" y="67278"/>
                </a:cubicBezTo>
                <a:cubicBezTo>
                  <a:pt x="894345" y="67278"/>
                  <a:pt x="893336" y="67076"/>
                  <a:pt x="892404" y="66673"/>
                </a:cubicBezTo>
                <a:cubicBezTo>
                  <a:pt x="891472" y="66269"/>
                  <a:pt x="890657" y="65717"/>
                  <a:pt x="889958" y="65019"/>
                </a:cubicBezTo>
                <a:cubicBezTo>
                  <a:pt x="889259" y="64320"/>
                  <a:pt x="888707" y="63504"/>
                  <a:pt x="888304" y="62573"/>
                </a:cubicBezTo>
                <a:cubicBezTo>
                  <a:pt x="887900" y="61641"/>
                  <a:pt x="887698" y="60647"/>
                  <a:pt x="887698" y="59591"/>
                </a:cubicBezTo>
                <a:cubicBezTo>
                  <a:pt x="887698" y="58504"/>
                  <a:pt x="887900" y="57486"/>
                  <a:pt x="888304" y="56539"/>
                </a:cubicBezTo>
                <a:cubicBezTo>
                  <a:pt x="888707" y="55592"/>
                  <a:pt x="889259" y="54761"/>
                  <a:pt x="889958" y="54046"/>
                </a:cubicBezTo>
                <a:cubicBezTo>
                  <a:pt x="890657" y="53332"/>
                  <a:pt x="891472" y="52773"/>
                  <a:pt x="892404" y="52369"/>
                </a:cubicBezTo>
                <a:cubicBezTo>
                  <a:pt x="893336" y="51965"/>
                  <a:pt x="894345" y="51763"/>
                  <a:pt x="895432" y="51763"/>
                </a:cubicBezTo>
                <a:close/>
                <a:moveTo>
                  <a:pt x="960569" y="19662"/>
                </a:moveTo>
                <a:lnTo>
                  <a:pt x="960569" y="65601"/>
                </a:lnTo>
                <a:cubicBezTo>
                  <a:pt x="960569" y="68862"/>
                  <a:pt x="960103" y="71759"/>
                  <a:pt x="959172" y="74290"/>
                </a:cubicBezTo>
                <a:cubicBezTo>
                  <a:pt x="958240" y="76822"/>
                  <a:pt x="956904" y="78957"/>
                  <a:pt x="955165" y="80697"/>
                </a:cubicBezTo>
                <a:cubicBezTo>
                  <a:pt x="953425" y="82436"/>
                  <a:pt x="951290" y="83756"/>
                  <a:pt x="948758" y="84657"/>
                </a:cubicBezTo>
                <a:cubicBezTo>
                  <a:pt x="946227" y="85558"/>
                  <a:pt x="943377" y="86008"/>
                  <a:pt x="940209" y="86008"/>
                </a:cubicBezTo>
                <a:cubicBezTo>
                  <a:pt x="937910" y="86008"/>
                  <a:pt x="935666" y="85794"/>
                  <a:pt x="933476" y="85366"/>
                </a:cubicBezTo>
                <a:cubicBezTo>
                  <a:pt x="931286" y="84939"/>
                  <a:pt x="929306" y="84345"/>
                  <a:pt x="927536" y="83585"/>
                </a:cubicBezTo>
                <a:lnTo>
                  <a:pt x="927536" y="75851"/>
                </a:lnTo>
                <a:cubicBezTo>
                  <a:pt x="928499" y="76355"/>
                  <a:pt x="929531" y="76812"/>
                  <a:pt x="930634" y="77221"/>
                </a:cubicBezTo>
                <a:cubicBezTo>
                  <a:pt x="931737" y="77631"/>
                  <a:pt x="932871" y="77977"/>
                  <a:pt x="934035" y="78261"/>
                </a:cubicBezTo>
                <a:cubicBezTo>
                  <a:pt x="935200" y="78545"/>
                  <a:pt x="936373" y="78758"/>
                  <a:pt x="937553" y="78900"/>
                </a:cubicBezTo>
                <a:cubicBezTo>
                  <a:pt x="938733" y="79042"/>
                  <a:pt x="939883" y="79113"/>
                  <a:pt x="941001" y="79113"/>
                </a:cubicBezTo>
                <a:cubicBezTo>
                  <a:pt x="944542" y="79113"/>
                  <a:pt x="947322" y="77994"/>
                  <a:pt x="949341" y="75758"/>
                </a:cubicBezTo>
                <a:cubicBezTo>
                  <a:pt x="951360" y="73522"/>
                  <a:pt x="952369" y="70229"/>
                  <a:pt x="952369" y="65881"/>
                </a:cubicBezTo>
                <a:lnTo>
                  <a:pt x="952369" y="26371"/>
                </a:lnTo>
                <a:lnTo>
                  <a:pt x="929446" y="26371"/>
                </a:lnTo>
                <a:lnTo>
                  <a:pt x="929446" y="19662"/>
                </a:lnTo>
                <a:lnTo>
                  <a:pt x="960569" y="19662"/>
                </a:lnTo>
                <a:moveTo>
                  <a:pt x="955677" y="0"/>
                </a:moveTo>
                <a:cubicBezTo>
                  <a:pt x="956578" y="0"/>
                  <a:pt x="957417" y="163"/>
                  <a:pt x="958193" y="489"/>
                </a:cubicBezTo>
                <a:cubicBezTo>
                  <a:pt x="958970" y="815"/>
                  <a:pt x="959645" y="1274"/>
                  <a:pt x="960220" y="1864"/>
                </a:cubicBezTo>
                <a:cubicBezTo>
                  <a:pt x="960794" y="2454"/>
                  <a:pt x="961245" y="3137"/>
                  <a:pt x="961571" y="3914"/>
                </a:cubicBezTo>
                <a:cubicBezTo>
                  <a:pt x="961897" y="4690"/>
                  <a:pt x="962060" y="5513"/>
                  <a:pt x="962060" y="6383"/>
                </a:cubicBezTo>
                <a:cubicBezTo>
                  <a:pt x="962060" y="7284"/>
                  <a:pt x="961897" y="8115"/>
                  <a:pt x="961571" y="8876"/>
                </a:cubicBezTo>
                <a:cubicBezTo>
                  <a:pt x="961245" y="9637"/>
                  <a:pt x="960794" y="10312"/>
                  <a:pt x="960220" y="10902"/>
                </a:cubicBezTo>
                <a:cubicBezTo>
                  <a:pt x="959645" y="11493"/>
                  <a:pt x="958970" y="11951"/>
                  <a:pt x="958193" y="12277"/>
                </a:cubicBezTo>
                <a:cubicBezTo>
                  <a:pt x="957417" y="12603"/>
                  <a:pt x="956578" y="12766"/>
                  <a:pt x="955677" y="12766"/>
                </a:cubicBezTo>
                <a:cubicBezTo>
                  <a:pt x="954776" y="12766"/>
                  <a:pt x="953938" y="12603"/>
                  <a:pt x="953161" y="12277"/>
                </a:cubicBezTo>
                <a:cubicBezTo>
                  <a:pt x="952385" y="11951"/>
                  <a:pt x="951709" y="11493"/>
                  <a:pt x="951134" y="10902"/>
                </a:cubicBezTo>
                <a:cubicBezTo>
                  <a:pt x="950560" y="10312"/>
                  <a:pt x="950109" y="9637"/>
                  <a:pt x="949783" y="8876"/>
                </a:cubicBezTo>
                <a:cubicBezTo>
                  <a:pt x="949457" y="8115"/>
                  <a:pt x="949294" y="7284"/>
                  <a:pt x="949294" y="6383"/>
                </a:cubicBezTo>
                <a:cubicBezTo>
                  <a:pt x="949294" y="5513"/>
                  <a:pt x="949457" y="4690"/>
                  <a:pt x="949783" y="3914"/>
                </a:cubicBezTo>
                <a:cubicBezTo>
                  <a:pt x="950109" y="3137"/>
                  <a:pt x="950560" y="2454"/>
                  <a:pt x="951134" y="1864"/>
                </a:cubicBezTo>
                <a:cubicBezTo>
                  <a:pt x="951709" y="1274"/>
                  <a:pt x="952385" y="815"/>
                  <a:pt x="953161" y="489"/>
                </a:cubicBezTo>
                <a:cubicBezTo>
                  <a:pt x="953938" y="163"/>
                  <a:pt x="954776" y="0"/>
                  <a:pt x="955677" y="0"/>
                </a:cubicBezTo>
                <a:close/>
                <a:moveTo>
                  <a:pt x="1017786" y="53674"/>
                </a:moveTo>
                <a:cubicBezTo>
                  <a:pt x="1017786" y="55320"/>
                  <a:pt x="1017506" y="56795"/>
                  <a:pt x="1016947" y="58100"/>
                </a:cubicBezTo>
                <a:cubicBezTo>
                  <a:pt x="1016388" y="59404"/>
                  <a:pt x="1015627" y="60561"/>
                  <a:pt x="1014664" y="61571"/>
                </a:cubicBezTo>
                <a:cubicBezTo>
                  <a:pt x="1013701" y="62580"/>
                  <a:pt x="1012583" y="63442"/>
                  <a:pt x="1011310" y="64157"/>
                </a:cubicBezTo>
                <a:cubicBezTo>
                  <a:pt x="1010036" y="64871"/>
                  <a:pt x="1008677" y="65461"/>
                  <a:pt x="1007233" y="65927"/>
                </a:cubicBezTo>
                <a:cubicBezTo>
                  <a:pt x="1005788" y="66393"/>
                  <a:pt x="1004305" y="66735"/>
                  <a:pt x="1002783" y="66952"/>
                </a:cubicBezTo>
                <a:cubicBezTo>
                  <a:pt x="1001261" y="67170"/>
                  <a:pt x="999770" y="67278"/>
                  <a:pt x="998310" y="67278"/>
                </a:cubicBezTo>
                <a:cubicBezTo>
                  <a:pt x="995142" y="67278"/>
                  <a:pt x="992230" y="67139"/>
                  <a:pt x="989575" y="66859"/>
                </a:cubicBezTo>
                <a:cubicBezTo>
                  <a:pt x="986919" y="66579"/>
                  <a:pt x="984317" y="66129"/>
                  <a:pt x="981770" y="65508"/>
                </a:cubicBezTo>
                <a:lnTo>
                  <a:pt x="981770" y="58053"/>
                </a:lnTo>
                <a:cubicBezTo>
                  <a:pt x="984504" y="58830"/>
                  <a:pt x="987222" y="59420"/>
                  <a:pt x="989924" y="59824"/>
                </a:cubicBezTo>
                <a:cubicBezTo>
                  <a:pt x="992626" y="60227"/>
                  <a:pt x="995313" y="60429"/>
                  <a:pt x="997984" y="60429"/>
                </a:cubicBezTo>
                <a:cubicBezTo>
                  <a:pt x="1001867" y="60429"/>
                  <a:pt x="1004740" y="59901"/>
                  <a:pt x="1006604" y="58845"/>
                </a:cubicBezTo>
                <a:cubicBezTo>
                  <a:pt x="1008467" y="57789"/>
                  <a:pt x="1009399" y="56283"/>
                  <a:pt x="1009399" y="54326"/>
                </a:cubicBezTo>
                <a:cubicBezTo>
                  <a:pt x="1009399" y="53487"/>
                  <a:pt x="1009252" y="52734"/>
                  <a:pt x="1008957" y="52066"/>
                </a:cubicBezTo>
                <a:cubicBezTo>
                  <a:pt x="1008662" y="51398"/>
                  <a:pt x="1008126" y="50762"/>
                  <a:pt x="1007349" y="50156"/>
                </a:cubicBezTo>
                <a:cubicBezTo>
                  <a:pt x="1006573" y="49550"/>
                  <a:pt x="1005369" y="48921"/>
                  <a:pt x="1003738" y="48269"/>
                </a:cubicBezTo>
                <a:cubicBezTo>
                  <a:pt x="1002108" y="47617"/>
                  <a:pt x="999879" y="46871"/>
                  <a:pt x="997053" y="46033"/>
                </a:cubicBezTo>
                <a:cubicBezTo>
                  <a:pt x="994940" y="45411"/>
                  <a:pt x="992991" y="44705"/>
                  <a:pt x="991205" y="43913"/>
                </a:cubicBezTo>
                <a:cubicBezTo>
                  <a:pt x="989419" y="43121"/>
                  <a:pt x="987874" y="42181"/>
                  <a:pt x="986569" y="41094"/>
                </a:cubicBezTo>
                <a:cubicBezTo>
                  <a:pt x="985265" y="40007"/>
                  <a:pt x="984240" y="38733"/>
                  <a:pt x="983494" y="37273"/>
                </a:cubicBezTo>
                <a:cubicBezTo>
                  <a:pt x="982749" y="35813"/>
                  <a:pt x="982376" y="34090"/>
                  <a:pt x="982376" y="32102"/>
                </a:cubicBezTo>
                <a:cubicBezTo>
                  <a:pt x="982376" y="30797"/>
                  <a:pt x="982679" y="29368"/>
                  <a:pt x="983285" y="27815"/>
                </a:cubicBezTo>
                <a:cubicBezTo>
                  <a:pt x="983890" y="26262"/>
                  <a:pt x="984923" y="24818"/>
                  <a:pt x="986383" y="23482"/>
                </a:cubicBezTo>
                <a:cubicBezTo>
                  <a:pt x="987843" y="22147"/>
                  <a:pt x="989815" y="21036"/>
                  <a:pt x="992300" y="20151"/>
                </a:cubicBezTo>
                <a:cubicBezTo>
                  <a:pt x="994785" y="19266"/>
                  <a:pt x="997891" y="18823"/>
                  <a:pt x="1001618" y="18823"/>
                </a:cubicBezTo>
                <a:cubicBezTo>
                  <a:pt x="1003451" y="18823"/>
                  <a:pt x="1005486" y="18924"/>
                  <a:pt x="1007722" y="19126"/>
                </a:cubicBezTo>
                <a:cubicBezTo>
                  <a:pt x="1009958" y="19328"/>
                  <a:pt x="1012288" y="19677"/>
                  <a:pt x="1014711" y="20174"/>
                </a:cubicBezTo>
                <a:lnTo>
                  <a:pt x="1014711" y="27396"/>
                </a:lnTo>
                <a:cubicBezTo>
                  <a:pt x="1012164" y="26775"/>
                  <a:pt x="1009749" y="26316"/>
                  <a:pt x="1007466" y="26021"/>
                </a:cubicBezTo>
                <a:cubicBezTo>
                  <a:pt x="1005183" y="25726"/>
                  <a:pt x="1003203" y="25579"/>
                  <a:pt x="1001525" y="25579"/>
                </a:cubicBezTo>
                <a:cubicBezTo>
                  <a:pt x="999506" y="25579"/>
                  <a:pt x="997806" y="25734"/>
                  <a:pt x="996424" y="26045"/>
                </a:cubicBezTo>
                <a:cubicBezTo>
                  <a:pt x="995041" y="26355"/>
                  <a:pt x="993923" y="26782"/>
                  <a:pt x="993069" y="27326"/>
                </a:cubicBezTo>
                <a:cubicBezTo>
                  <a:pt x="992215" y="27870"/>
                  <a:pt x="991601" y="28506"/>
                  <a:pt x="991229" y="29236"/>
                </a:cubicBezTo>
                <a:cubicBezTo>
                  <a:pt x="990856" y="29966"/>
                  <a:pt x="990669" y="30750"/>
                  <a:pt x="990669" y="31589"/>
                </a:cubicBezTo>
                <a:cubicBezTo>
                  <a:pt x="990669" y="32428"/>
                  <a:pt x="990833" y="33189"/>
                  <a:pt x="991159" y="33872"/>
                </a:cubicBezTo>
                <a:cubicBezTo>
                  <a:pt x="991485" y="34555"/>
                  <a:pt x="992091" y="35215"/>
                  <a:pt x="992976" y="35852"/>
                </a:cubicBezTo>
                <a:cubicBezTo>
                  <a:pt x="993861" y="36489"/>
                  <a:pt x="995096" y="37126"/>
                  <a:pt x="996680" y="37762"/>
                </a:cubicBezTo>
                <a:cubicBezTo>
                  <a:pt x="998264" y="38399"/>
                  <a:pt x="1000329" y="39090"/>
                  <a:pt x="1002876" y="39836"/>
                </a:cubicBezTo>
                <a:cubicBezTo>
                  <a:pt x="1005641" y="40643"/>
                  <a:pt x="1007970" y="41490"/>
                  <a:pt x="1009865" y="42375"/>
                </a:cubicBezTo>
                <a:cubicBezTo>
                  <a:pt x="1011760" y="43260"/>
                  <a:pt x="1013297" y="44246"/>
                  <a:pt x="1014478" y="45334"/>
                </a:cubicBezTo>
                <a:cubicBezTo>
                  <a:pt x="1015658" y="46421"/>
                  <a:pt x="1016505" y="47648"/>
                  <a:pt x="1017017" y="49014"/>
                </a:cubicBezTo>
                <a:cubicBezTo>
                  <a:pt x="1017530" y="50381"/>
                  <a:pt x="1017786" y="51934"/>
                  <a:pt x="1017786" y="53674"/>
                </a:cubicBezTo>
                <a:close/>
                <a:moveTo>
                  <a:pt x="1074769" y="66440"/>
                </a:moveTo>
                <a:lnTo>
                  <a:pt x="1064006" y="66440"/>
                </a:lnTo>
                <a:lnTo>
                  <a:pt x="1051380" y="48595"/>
                </a:lnTo>
                <a:lnTo>
                  <a:pt x="1038894" y="66440"/>
                </a:lnTo>
                <a:lnTo>
                  <a:pt x="1028410" y="66440"/>
                </a:lnTo>
                <a:lnTo>
                  <a:pt x="1046535" y="42957"/>
                </a:lnTo>
                <a:lnTo>
                  <a:pt x="1029249" y="19662"/>
                </a:lnTo>
                <a:lnTo>
                  <a:pt x="1039639" y="19662"/>
                </a:lnTo>
                <a:lnTo>
                  <a:pt x="1051939" y="37646"/>
                </a:lnTo>
                <a:lnTo>
                  <a:pt x="1064006" y="19662"/>
                </a:lnTo>
                <a:lnTo>
                  <a:pt x="1074024" y="19662"/>
                </a:lnTo>
                <a:lnTo>
                  <a:pt x="1056459" y="43144"/>
                </a:lnTo>
                <a:lnTo>
                  <a:pt x="1074769" y="66440"/>
                </a:lnTo>
                <a:close/>
                <a:moveTo>
                  <a:pt x="1099325" y="559"/>
                </a:moveTo>
                <a:lnTo>
                  <a:pt x="1098020" y="22457"/>
                </a:lnTo>
                <a:lnTo>
                  <a:pt x="1090379" y="22457"/>
                </a:lnTo>
                <a:lnTo>
                  <a:pt x="1089028" y="559"/>
                </a:lnTo>
                <a:lnTo>
                  <a:pt x="1099325" y="559"/>
                </a:lnTo>
                <a:moveTo>
                  <a:pt x="1117449" y="559"/>
                </a:moveTo>
                <a:lnTo>
                  <a:pt x="1116144" y="22457"/>
                </a:lnTo>
                <a:lnTo>
                  <a:pt x="1108503" y="22457"/>
                </a:lnTo>
                <a:lnTo>
                  <a:pt x="1107152" y="559"/>
                </a:lnTo>
                <a:lnTo>
                  <a:pt x="1117449" y="559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]">
            <a:extLst xmlns:a="http://schemas.openxmlformats.org/drawingml/2006/main">
              <a:ext uri="{FF2B5EF4-FFF2-40B4-BE49-F238E27FC236}">
                <a16:creationId xmlns:a16="http://schemas.microsoft.com/office/drawing/2014/main" id="{63259A54-FA2A-4714-A8EF-43C3EACC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9923" y="3974300"/>
            <a:ext cx="22970" cy="86567"/>
          </a:xfrm>
          <a:custGeom xmlns:a="http://schemas.openxmlformats.org/drawingml/2006/main">
            <a:pathLst>
              <a:path w="22970" h="86567">
                <a:moveTo>
                  <a:pt x="22970" y="86567"/>
                </a:moveTo>
                <a:lnTo>
                  <a:pt x="0" y="86567"/>
                </a:lnTo>
                <a:lnTo>
                  <a:pt x="0" y="80044"/>
                </a:lnTo>
                <a:lnTo>
                  <a:pt x="15142" y="80044"/>
                </a:lnTo>
                <a:lnTo>
                  <a:pt x="15142" y="6523"/>
                </a:lnTo>
                <a:lnTo>
                  <a:pt x="0" y="6523"/>
                </a:lnTo>
                <a:lnTo>
                  <a:pt x="0" y="0"/>
                </a:lnTo>
                <a:lnTo>
                  <a:pt x="22970" y="0"/>
                </a:lnTo>
                <a:lnTo>
                  <a:pt x="22970" y="86567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&quot;explanation&quot;">
            <a:extLst xmlns:a="http://schemas.openxmlformats.org/drawingml/2006/main">
              <a:ext uri="{FF2B5EF4-FFF2-40B4-BE49-F238E27FC236}">
                <a16:creationId xmlns:a16="http://schemas.microsoft.com/office/drawing/2014/main" id="{1E1C8E3A-7AC2-4089-884F-18FA4494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56" y="4096674"/>
            <a:ext cx="650723" cy="85542"/>
          </a:xfrm>
          <a:custGeom xmlns:a="http://schemas.openxmlformats.org/drawingml/2006/main">
            <a:pathLst>
              <a:path w="650723" h="85542">
                <a:moveTo>
                  <a:pt x="10297" y="559"/>
                </a:moveTo>
                <a:lnTo>
                  <a:pt x="8992" y="22457"/>
                </a:lnTo>
                <a:lnTo>
                  <a:pt x="1351" y="22457"/>
                </a:lnTo>
                <a:lnTo>
                  <a:pt x="0" y="559"/>
                </a:lnTo>
                <a:lnTo>
                  <a:pt x="10297" y="559"/>
                </a:lnTo>
                <a:moveTo>
                  <a:pt x="28421" y="559"/>
                </a:moveTo>
                <a:lnTo>
                  <a:pt x="27116" y="22457"/>
                </a:lnTo>
                <a:lnTo>
                  <a:pt x="19475" y="22457"/>
                </a:lnTo>
                <a:lnTo>
                  <a:pt x="18124" y="559"/>
                </a:lnTo>
                <a:lnTo>
                  <a:pt x="28421" y="559"/>
                </a:lnTo>
                <a:close/>
                <a:moveTo>
                  <a:pt x="86802" y="40581"/>
                </a:moveTo>
                <a:cubicBezTo>
                  <a:pt x="86802" y="41731"/>
                  <a:pt x="86787" y="42693"/>
                  <a:pt x="86756" y="43470"/>
                </a:cubicBezTo>
                <a:cubicBezTo>
                  <a:pt x="86725" y="44246"/>
                  <a:pt x="86678" y="44976"/>
                  <a:pt x="86616" y="45660"/>
                </a:cubicBezTo>
                <a:lnTo>
                  <a:pt x="53769" y="45660"/>
                </a:lnTo>
                <a:cubicBezTo>
                  <a:pt x="53769" y="50443"/>
                  <a:pt x="55104" y="54116"/>
                  <a:pt x="57776" y="56679"/>
                </a:cubicBezTo>
                <a:cubicBezTo>
                  <a:pt x="60447" y="59241"/>
                  <a:pt x="64298" y="60522"/>
                  <a:pt x="69330" y="60522"/>
                </a:cubicBezTo>
                <a:cubicBezTo>
                  <a:pt x="70697" y="60522"/>
                  <a:pt x="72064" y="60467"/>
                  <a:pt x="73430" y="60357"/>
                </a:cubicBezTo>
                <a:cubicBezTo>
                  <a:pt x="74797" y="60245"/>
                  <a:pt x="76117" y="60094"/>
                  <a:pt x="77391" y="59904"/>
                </a:cubicBezTo>
                <a:cubicBezTo>
                  <a:pt x="78664" y="59712"/>
                  <a:pt x="79883" y="59498"/>
                  <a:pt x="81048" y="59260"/>
                </a:cubicBezTo>
                <a:cubicBezTo>
                  <a:pt x="82213" y="59021"/>
                  <a:pt x="83292" y="58759"/>
                  <a:pt x="84286" y="58472"/>
                </a:cubicBezTo>
                <a:lnTo>
                  <a:pt x="84286" y="65135"/>
                </a:lnTo>
                <a:cubicBezTo>
                  <a:pt x="82081" y="65770"/>
                  <a:pt x="79588" y="66286"/>
                  <a:pt x="76808" y="66683"/>
                </a:cubicBezTo>
                <a:cubicBezTo>
                  <a:pt x="74028" y="67080"/>
                  <a:pt x="71147" y="67278"/>
                  <a:pt x="68166" y="67278"/>
                </a:cubicBezTo>
                <a:cubicBezTo>
                  <a:pt x="64159" y="67278"/>
                  <a:pt x="60711" y="66735"/>
                  <a:pt x="57822" y="65648"/>
                </a:cubicBezTo>
                <a:cubicBezTo>
                  <a:pt x="54933" y="64560"/>
                  <a:pt x="52565" y="62984"/>
                  <a:pt x="50717" y="60919"/>
                </a:cubicBezTo>
                <a:cubicBezTo>
                  <a:pt x="48869" y="58853"/>
                  <a:pt x="47502" y="56321"/>
                  <a:pt x="46617" y="53324"/>
                </a:cubicBezTo>
                <a:cubicBezTo>
                  <a:pt x="45732" y="50327"/>
                  <a:pt x="45289" y="46933"/>
                  <a:pt x="45289" y="43144"/>
                </a:cubicBezTo>
                <a:cubicBezTo>
                  <a:pt x="45289" y="39851"/>
                  <a:pt x="45763" y="36737"/>
                  <a:pt x="46710" y="33802"/>
                </a:cubicBezTo>
                <a:cubicBezTo>
                  <a:pt x="47657" y="30867"/>
                  <a:pt x="49040" y="28289"/>
                  <a:pt x="50857" y="26068"/>
                </a:cubicBezTo>
                <a:cubicBezTo>
                  <a:pt x="52674" y="23847"/>
                  <a:pt x="54902" y="22084"/>
                  <a:pt x="57543" y="20780"/>
                </a:cubicBezTo>
                <a:cubicBezTo>
                  <a:pt x="60183" y="19475"/>
                  <a:pt x="63180" y="18823"/>
                  <a:pt x="66535" y="18823"/>
                </a:cubicBezTo>
                <a:cubicBezTo>
                  <a:pt x="69796" y="18823"/>
                  <a:pt x="72685" y="19336"/>
                  <a:pt x="75201" y="20361"/>
                </a:cubicBezTo>
                <a:cubicBezTo>
                  <a:pt x="77717" y="21386"/>
                  <a:pt x="79837" y="22838"/>
                  <a:pt x="81561" y="24717"/>
                </a:cubicBezTo>
                <a:cubicBezTo>
                  <a:pt x="83284" y="26596"/>
                  <a:pt x="84589" y="28879"/>
                  <a:pt x="85474" y="31566"/>
                </a:cubicBezTo>
                <a:cubicBezTo>
                  <a:pt x="86360" y="34253"/>
                  <a:pt x="86802" y="37258"/>
                  <a:pt x="86802" y="40581"/>
                </a:cubicBezTo>
                <a:moveTo>
                  <a:pt x="78369" y="39416"/>
                </a:moveTo>
                <a:cubicBezTo>
                  <a:pt x="78462" y="37335"/>
                  <a:pt x="78260" y="35433"/>
                  <a:pt x="77763" y="33709"/>
                </a:cubicBezTo>
                <a:cubicBezTo>
                  <a:pt x="77266" y="31985"/>
                  <a:pt x="76498" y="30502"/>
                  <a:pt x="75457" y="29260"/>
                </a:cubicBezTo>
                <a:cubicBezTo>
                  <a:pt x="74417" y="28017"/>
                  <a:pt x="73120" y="27046"/>
                  <a:pt x="71567" y="26348"/>
                </a:cubicBezTo>
                <a:cubicBezTo>
                  <a:pt x="70014" y="25649"/>
                  <a:pt x="68212" y="25299"/>
                  <a:pt x="66162" y="25299"/>
                </a:cubicBezTo>
                <a:cubicBezTo>
                  <a:pt x="64392" y="25299"/>
                  <a:pt x="62776" y="25641"/>
                  <a:pt x="61317" y="26324"/>
                </a:cubicBezTo>
                <a:cubicBezTo>
                  <a:pt x="59857" y="27008"/>
                  <a:pt x="58599" y="27970"/>
                  <a:pt x="57543" y="29213"/>
                </a:cubicBezTo>
                <a:cubicBezTo>
                  <a:pt x="56487" y="30455"/>
                  <a:pt x="55632" y="31946"/>
                  <a:pt x="54980" y="33686"/>
                </a:cubicBezTo>
                <a:cubicBezTo>
                  <a:pt x="54328" y="35425"/>
                  <a:pt x="53924" y="37335"/>
                  <a:pt x="53769" y="39416"/>
                </a:cubicBezTo>
                <a:lnTo>
                  <a:pt x="78369" y="39416"/>
                </a:lnTo>
                <a:close/>
                <a:moveTo>
                  <a:pt x="141316" y="66440"/>
                </a:moveTo>
                <a:lnTo>
                  <a:pt x="130554" y="66440"/>
                </a:lnTo>
                <a:lnTo>
                  <a:pt x="117927" y="48595"/>
                </a:lnTo>
                <a:lnTo>
                  <a:pt x="105441" y="66440"/>
                </a:lnTo>
                <a:lnTo>
                  <a:pt x="94958" y="66440"/>
                </a:lnTo>
                <a:lnTo>
                  <a:pt x="113082" y="42957"/>
                </a:lnTo>
                <a:lnTo>
                  <a:pt x="95796" y="19662"/>
                </a:lnTo>
                <a:lnTo>
                  <a:pt x="106186" y="19662"/>
                </a:lnTo>
                <a:lnTo>
                  <a:pt x="118487" y="37646"/>
                </a:lnTo>
                <a:lnTo>
                  <a:pt x="130554" y="19662"/>
                </a:lnTo>
                <a:lnTo>
                  <a:pt x="140571" y="19662"/>
                </a:lnTo>
                <a:lnTo>
                  <a:pt x="123006" y="43144"/>
                </a:lnTo>
                <a:lnTo>
                  <a:pt x="141316" y="66440"/>
                </a:lnTo>
                <a:close/>
                <a:moveTo>
                  <a:pt x="190985" y="42212"/>
                </a:moveTo>
                <a:cubicBezTo>
                  <a:pt x="190985" y="46374"/>
                  <a:pt x="190403" y="50008"/>
                  <a:pt x="189238" y="53114"/>
                </a:cubicBezTo>
                <a:cubicBezTo>
                  <a:pt x="188073" y="56221"/>
                  <a:pt x="186466" y="58799"/>
                  <a:pt x="184416" y="60849"/>
                </a:cubicBezTo>
                <a:cubicBezTo>
                  <a:pt x="182366" y="62899"/>
                  <a:pt x="179943" y="64436"/>
                  <a:pt x="177147" y="65461"/>
                </a:cubicBezTo>
                <a:cubicBezTo>
                  <a:pt x="174352" y="66486"/>
                  <a:pt x="171323" y="66999"/>
                  <a:pt x="168062" y="66999"/>
                </a:cubicBezTo>
                <a:cubicBezTo>
                  <a:pt x="166571" y="66999"/>
                  <a:pt x="165088" y="66921"/>
                  <a:pt x="163612" y="66766"/>
                </a:cubicBezTo>
                <a:cubicBezTo>
                  <a:pt x="162137" y="66610"/>
                  <a:pt x="160638" y="66346"/>
                  <a:pt x="159116" y="65974"/>
                </a:cubicBezTo>
                <a:lnTo>
                  <a:pt x="159116" y="85542"/>
                </a:lnTo>
                <a:lnTo>
                  <a:pt x="151009" y="85542"/>
                </a:lnTo>
                <a:lnTo>
                  <a:pt x="151009" y="19662"/>
                </a:lnTo>
                <a:lnTo>
                  <a:pt x="158231" y="19662"/>
                </a:lnTo>
                <a:lnTo>
                  <a:pt x="158744" y="27489"/>
                </a:lnTo>
                <a:cubicBezTo>
                  <a:pt x="161073" y="24290"/>
                  <a:pt x="163558" y="22046"/>
                  <a:pt x="166198" y="20757"/>
                </a:cubicBezTo>
                <a:cubicBezTo>
                  <a:pt x="168839" y="19468"/>
                  <a:pt x="171696" y="18823"/>
                  <a:pt x="174771" y="18823"/>
                </a:cubicBezTo>
                <a:cubicBezTo>
                  <a:pt x="177442" y="18823"/>
                  <a:pt x="179788" y="19382"/>
                  <a:pt x="181807" y="20500"/>
                </a:cubicBezTo>
                <a:cubicBezTo>
                  <a:pt x="183825" y="21619"/>
                  <a:pt x="185518" y="23195"/>
                  <a:pt x="186885" y="25229"/>
                </a:cubicBezTo>
                <a:cubicBezTo>
                  <a:pt x="188252" y="27264"/>
                  <a:pt x="189277" y="29718"/>
                  <a:pt x="189960" y="32591"/>
                </a:cubicBezTo>
                <a:cubicBezTo>
                  <a:pt x="190643" y="35464"/>
                  <a:pt x="190985" y="38671"/>
                  <a:pt x="190985" y="42212"/>
                </a:cubicBezTo>
                <a:moveTo>
                  <a:pt x="182692" y="42585"/>
                </a:moveTo>
                <a:cubicBezTo>
                  <a:pt x="182692" y="40131"/>
                  <a:pt x="182513" y="37879"/>
                  <a:pt x="182156" y="35829"/>
                </a:cubicBezTo>
                <a:cubicBezTo>
                  <a:pt x="181799" y="33779"/>
                  <a:pt x="181232" y="32024"/>
                  <a:pt x="180455" y="30564"/>
                </a:cubicBezTo>
                <a:cubicBezTo>
                  <a:pt x="179679" y="29104"/>
                  <a:pt x="178685" y="27963"/>
                  <a:pt x="177473" y="27140"/>
                </a:cubicBezTo>
                <a:cubicBezTo>
                  <a:pt x="176262" y="26316"/>
                  <a:pt x="174818" y="25905"/>
                  <a:pt x="173140" y="25905"/>
                </a:cubicBezTo>
                <a:cubicBezTo>
                  <a:pt x="172115" y="25905"/>
                  <a:pt x="171075" y="26068"/>
                  <a:pt x="170019" y="26394"/>
                </a:cubicBezTo>
                <a:cubicBezTo>
                  <a:pt x="168963" y="26720"/>
                  <a:pt x="167868" y="27264"/>
                  <a:pt x="166734" y="28025"/>
                </a:cubicBezTo>
                <a:cubicBezTo>
                  <a:pt x="165600" y="28786"/>
                  <a:pt x="164405" y="29795"/>
                  <a:pt x="163147" y="31053"/>
                </a:cubicBezTo>
                <a:cubicBezTo>
                  <a:pt x="161889" y="32311"/>
                  <a:pt x="160545" y="33872"/>
                  <a:pt x="159116" y="35736"/>
                </a:cubicBezTo>
                <a:lnTo>
                  <a:pt x="159116" y="58426"/>
                </a:lnTo>
                <a:cubicBezTo>
                  <a:pt x="160607" y="59047"/>
                  <a:pt x="162176" y="59536"/>
                  <a:pt x="163822" y="59894"/>
                </a:cubicBezTo>
                <a:cubicBezTo>
                  <a:pt x="165468" y="60251"/>
                  <a:pt x="167084" y="60429"/>
                  <a:pt x="168668" y="60429"/>
                </a:cubicBezTo>
                <a:cubicBezTo>
                  <a:pt x="173047" y="60429"/>
                  <a:pt x="176480" y="58946"/>
                  <a:pt x="178964" y="55980"/>
                </a:cubicBezTo>
                <a:cubicBezTo>
                  <a:pt x="181449" y="53013"/>
                  <a:pt x="182692" y="48548"/>
                  <a:pt x="182692" y="42585"/>
                </a:cubicBezTo>
                <a:close/>
                <a:moveTo>
                  <a:pt x="218802" y="7222"/>
                </a:moveTo>
                <a:lnTo>
                  <a:pt x="204965" y="7222"/>
                </a:lnTo>
                <a:lnTo>
                  <a:pt x="204965" y="559"/>
                </a:lnTo>
                <a:lnTo>
                  <a:pt x="227002" y="559"/>
                </a:lnTo>
                <a:lnTo>
                  <a:pt x="227002" y="59684"/>
                </a:lnTo>
                <a:lnTo>
                  <a:pt x="240933" y="59684"/>
                </a:lnTo>
                <a:lnTo>
                  <a:pt x="240933" y="66440"/>
                </a:lnTo>
                <a:lnTo>
                  <a:pt x="203427" y="66440"/>
                </a:lnTo>
                <a:lnTo>
                  <a:pt x="203427" y="59684"/>
                </a:lnTo>
                <a:lnTo>
                  <a:pt x="218802" y="59684"/>
                </a:lnTo>
                <a:lnTo>
                  <a:pt x="218802" y="7222"/>
                </a:lnTo>
                <a:close/>
                <a:moveTo>
                  <a:pt x="284778" y="66440"/>
                </a:moveTo>
                <a:lnTo>
                  <a:pt x="284592" y="60137"/>
                </a:lnTo>
                <a:cubicBezTo>
                  <a:pt x="282045" y="62657"/>
                  <a:pt x="279459" y="64478"/>
                  <a:pt x="276834" y="65598"/>
                </a:cubicBezTo>
                <a:cubicBezTo>
                  <a:pt x="274209" y="66718"/>
                  <a:pt x="271453" y="67278"/>
                  <a:pt x="268564" y="67278"/>
                </a:cubicBezTo>
                <a:cubicBezTo>
                  <a:pt x="265893" y="67278"/>
                  <a:pt x="263610" y="66936"/>
                  <a:pt x="261715" y="66252"/>
                </a:cubicBezTo>
                <a:cubicBezTo>
                  <a:pt x="259820" y="65567"/>
                  <a:pt x="258260" y="64626"/>
                  <a:pt x="257033" y="63429"/>
                </a:cubicBezTo>
                <a:cubicBezTo>
                  <a:pt x="255806" y="62231"/>
                  <a:pt x="254905" y="60823"/>
                  <a:pt x="254330" y="59205"/>
                </a:cubicBezTo>
                <a:cubicBezTo>
                  <a:pt x="253756" y="57587"/>
                  <a:pt x="253468" y="55829"/>
                  <a:pt x="253468" y="53931"/>
                </a:cubicBezTo>
                <a:cubicBezTo>
                  <a:pt x="253468" y="49233"/>
                  <a:pt x="255216" y="45554"/>
                  <a:pt x="258710" y="42895"/>
                </a:cubicBezTo>
                <a:cubicBezTo>
                  <a:pt x="262204" y="40234"/>
                  <a:pt x="267368" y="38904"/>
                  <a:pt x="274202" y="38904"/>
                </a:cubicBezTo>
                <a:lnTo>
                  <a:pt x="283893" y="38904"/>
                </a:lnTo>
                <a:lnTo>
                  <a:pt x="283893" y="34818"/>
                </a:lnTo>
                <a:cubicBezTo>
                  <a:pt x="283893" y="32064"/>
                  <a:pt x="283008" y="29858"/>
                  <a:pt x="281237" y="28202"/>
                </a:cubicBezTo>
                <a:cubicBezTo>
                  <a:pt x="279467" y="26547"/>
                  <a:pt x="276764" y="25719"/>
                  <a:pt x="273130" y="25719"/>
                </a:cubicBezTo>
                <a:cubicBezTo>
                  <a:pt x="270490" y="25719"/>
                  <a:pt x="267889" y="26018"/>
                  <a:pt x="265326" y="26617"/>
                </a:cubicBezTo>
                <a:cubicBezTo>
                  <a:pt x="262763" y="27215"/>
                  <a:pt x="260116" y="28065"/>
                  <a:pt x="257382" y="29166"/>
                </a:cubicBezTo>
                <a:lnTo>
                  <a:pt x="257382" y="21851"/>
                </a:lnTo>
                <a:cubicBezTo>
                  <a:pt x="258407" y="21473"/>
                  <a:pt x="259549" y="21102"/>
                  <a:pt x="260807" y="20739"/>
                </a:cubicBezTo>
                <a:cubicBezTo>
                  <a:pt x="262065" y="20376"/>
                  <a:pt x="263392" y="20053"/>
                  <a:pt x="264790" y="19769"/>
                </a:cubicBezTo>
                <a:cubicBezTo>
                  <a:pt x="266188" y="19485"/>
                  <a:pt x="267648" y="19256"/>
                  <a:pt x="269170" y="19084"/>
                </a:cubicBezTo>
                <a:cubicBezTo>
                  <a:pt x="270692" y="18910"/>
                  <a:pt x="272229" y="18823"/>
                  <a:pt x="273782" y="18823"/>
                </a:cubicBezTo>
                <a:cubicBezTo>
                  <a:pt x="276609" y="18823"/>
                  <a:pt x="279156" y="19134"/>
                  <a:pt x="281423" y="19755"/>
                </a:cubicBezTo>
                <a:cubicBezTo>
                  <a:pt x="283691" y="20376"/>
                  <a:pt x="285609" y="21323"/>
                  <a:pt x="287177" y="22597"/>
                </a:cubicBezTo>
                <a:cubicBezTo>
                  <a:pt x="288746" y="23870"/>
                  <a:pt x="289950" y="25470"/>
                  <a:pt x="290788" y="27396"/>
                </a:cubicBezTo>
                <a:cubicBezTo>
                  <a:pt x="291627" y="29322"/>
                  <a:pt x="292046" y="31589"/>
                  <a:pt x="292046" y="34198"/>
                </a:cubicBezTo>
                <a:lnTo>
                  <a:pt x="292046" y="66440"/>
                </a:lnTo>
                <a:lnTo>
                  <a:pt x="284778" y="66440"/>
                </a:lnTo>
                <a:moveTo>
                  <a:pt x="283893" y="45101"/>
                </a:moveTo>
                <a:lnTo>
                  <a:pt x="273596" y="45101"/>
                </a:lnTo>
                <a:cubicBezTo>
                  <a:pt x="271577" y="45101"/>
                  <a:pt x="269838" y="45304"/>
                  <a:pt x="268378" y="45709"/>
                </a:cubicBezTo>
                <a:cubicBezTo>
                  <a:pt x="266918" y="46114"/>
                  <a:pt x="265722" y="46690"/>
                  <a:pt x="264790" y="47438"/>
                </a:cubicBezTo>
                <a:cubicBezTo>
                  <a:pt x="263858" y="48185"/>
                  <a:pt x="263167" y="49081"/>
                  <a:pt x="262717" y="50125"/>
                </a:cubicBezTo>
                <a:cubicBezTo>
                  <a:pt x="262267" y="51169"/>
                  <a:pt x="262041" y="52345"/>
                  <a:pt x="262041" y="53653"/>
                </a:cubicBezTo>
                <a:cubicBezTo>
                  <a:pt x="262041" y="54557"/>
                  <a:pt x="262181" y="55422"/>
                  <a:pt x="262461" y="56248"/>
                </a:cubicBezTo>
                <a:cubicBezTo>
                  <a:pt x="262740" y="57073"/>
                  <a:pt x="263191" y="57805"/>
                  <a:pt x="263812" y="58443"/>
                </a:cubicBezTo>
                <a:cubicBezTo>
                  <a:pt x="264433" y="59082"/>
                  <a:pt x="265241" y="59588"/>
                  <a:pt x="266235" y="59962"/>
                </a:cubicBezTo>
                <a:cubicBezTo>
                  <a:pt x="267229" y="60336"/>
                  <a:pt x="268440" y="60522"/>
                  <a:pt x="269869" y="60522"/>
                </a:cubicBezTo>
                <a:cubicBezTo>
                  <a:pt x="271732" y="60522"/>
                  <a:pt x="273868" y="59954"/>
                  <a:pt x="276275" y="58818"/>
                </a:cubicBezTo>
                <a:cubicBezTo>
                  <a:pt x="278682" y="57680"/>
                  <a:pt x="281222" y="55880"/>
                  <a:pt x="283893" y="53419"/>
                </a:cubicBezTo>
                <a:lnTo>
                  <a:pt x="283893" y="45101"/>
                </a:lnTo>
                <a:close/>
                <a:moveTo>
                  <a:pt x="306585" y="19662"/>
                </a:moveTo>
                <a:lnTo>
                  <a:pt x="313807" y="19662"/>
                </a:lnTo>
                <a:lnTo>
                  <a:pt x="314133" y="27210"/>
                </a:lnTo>
                <a:cubicBezTo>
                  <a:pt x="315499" y="25594"/>
                  <a:pt x="316820" y="24251"/>
                  <a:pt x="318093" y="23179"/>
                </a:cubicBezTo>
                <a:cubicBezTo>
                  <a:pt x="319367" y="22108"/>
                  <a:pt x="320617" y="21246"/>
                  <a:pt x="321844" y="20593"/>
                </a:cubicBezTo>
                <a:cubicBezTo>
                  <a:pt x="323071" y="19941"/>
                  <a:pt x="324321" y="19483"/>
                  <a:pt x="325594" y="19219"/>
                </a:cubicBezTo>
                <a:cubicBezTo>
                  <a:pt x="326868" y="18955"/>
                  <a:pt x="328188" y="18823"/>
                  <a:pt x="329555" y="18823"/>
                </a:cubicBezTo>
                <a:cubicBezTo>
                  <a:pt x="334369" y="18823"/>
                  <a:pt x="338011" y="20244"/>
                  <a:pt x="340480" y="23086"/>
                </a:cubicBezTo>
                <a:cubicBezTo>
                  <a:pt x="342950" y="25928"/>
                  <a:pt x="344184" y="30207"/>
                  <a:pt x="344184" y="35922"/>
                </a:cubicBezTo>
                <a:lnTo>
                  <a:pt x="344184" y="66440"/>
                </a:lnTo>
                <a:lnTo>
                  <a:pt x="336077" y="66440"/>
                </a:lnTo>
                <a:lnTo>
                  <a:pt x="336077" y="36574"/>
                </a:lnTo>
                <a:cubicBezTo>
                  <a:pt x="336077" y="32909"/>
                  <a:pt x="335394" y="30199"/>
                  <a:pt x="334027" y="28444"/>
                </a:cubicBezTo>
                <a:cubicBezTo>
                  <a:pt x="332661" y="26689"/>
                  <a:pt x="330626" y="25812"/>
                  <a:pt x="327924" y="25812"/>
                </a:cubicBezTo>
                <a:cubicBezTo>
                  <a:pt x="326930" y="25812"/>
                  <a:pt x="325959" y="25959"/>
                  <a:pt x="325012" y="26254"/>
                </a:cubicBezTo>
                <a:cubicBezTo>
                  <a:pt x="324065" y="26549"/>
                  <a:pt x="323078" y="27062"/>
                  <a:pt x="322053" y="27792"/>
                </a:cubicBezTo>
                <a:cubicBezTo>
                  <a:pt x="321028" y="28522"/>
                  <a:pt x="319918" y="29508"/>
                  <a:pt x="318722" y="30750"/>
                </a:cubicBezTo>
                <a:cubicBezTo>
                  <a:pt x="317526" y="31993"/>
                  <a:pt x="316183" y="33546"/>
                  <a:pt x="314692" y="35410"/>
                </a:cubicBezTo>
                <a:lnTo>
                  <a:pt x="314692" y="66440"/>
                </a:lnTo>
                <a:lnTo>
                  <a:pt x="306585" y="66440"/>
                </a:lnTo>
                <a:lnTo>
                  <a:pt x="306585" y="19662"/>
                </a:lnTo>
                <a:close/>
                <a:moveTo>
                  <a:pt x="388495" y="66440"/>
                </a:moveTo>
                <a:lnTo>
                  <a:pt x="388309" y="60137"/>
                </a:lnTo>
                <a:cubicBezTo>
                  <a:pt x="385762" y="62657"/>
                  <a:pt x="383176" y="64478"/>
                  <a:pt x="380551" y="65598"/>
                </a:cubicBezTo>
                <a:cubicBezTo>
                  <a:pt x="377926" y="66718"/>
                  <a:pt x="375170" y="67278"/>
                  <a:pt x="372281" y="67278"/>
                </a:cubicBezTo>
                <a:cubicBezTo>
                  <a:pt x="369610" y="67278"/>
                  <a:pt x="367327" y="66936"/>
                  <a:pt x="365432" y="66252"/>
                </a:cubicBezTo>
                <a:cubicBezTo>
                  <a:pt x="363537" y="65567"/>
                  <a:pt x="361977" y="64626"/>
                  <a:pt x="360750" y="63429"/>
                </a:cubicBezTo>
                <a:cubicBezTo>
                  <a:pt x="359523" y="62231"/>
                  <a:pt x="358622" y="60823"/>
                  <a:pt x="358047" y="59205"/>
                </a:cubicBezTo>
                <a:cubicBezTo>
                  <a:pt x="357473" y="57587"/>
                  <a:pt x="357185" y="55829"/>
                  <a:pt x="357185" y="53931"/>
                </a:cubicBezTo>
                <a:cubicBezTo>
                  <a:pt x="357185" y="49233"/>
                  <a:pt x="358933" y="45554"/>
                  <a:pt x="362427" y="42895"/>
                </a:cubicBezTo>
                <a:cubicBezTo>
                  <a:pt x="365921" y="40234"/>
                  <a:pt x="371085" y="38904"/>
                  <a:pt x="377919" y="38904"/>
                </a:cubicBezTo>
                <a:lnTo>
                  <a:pt x="387610" y="38904"/>
                </a:lnTo>
                <a:lnTo>
                  <a:pt x="387610" y="34818"/>
                </a:lnTo>
                <a:cubicBezTo>
                  <a:pt x="387610" y="32064"/>
                  <a:pt x="386724" y="29858"/>
                  <a:pt x="384954" y="28202"/>
                </a:cubicBezTo>
                <a:cubicBezTo>
                  <a:pt x="383184" y="26547"/>
                  <a:pt x="380481" y="25719"/>
                  <a:pt x="376847" y="25719"/>
                </a:cubicBezTo>
                <a:cubicBezTo>
                  <a:pt x="374207" y="25719"/>
                  <a:pt x="371605" y="26018"/>
                  <a:pt x="369043" y="26617"/>
                </a:cubicBezTo>
                <a:cubicBezTo>
                  <a:pt x="366480" y="27215"/>
                  <a:pt x="363832" y="28065"/>
                  <a:pt x="361099" y="29166"/>
                </a:cubicBezTo>
                <a:lnTo>
                  <a:pt x="361099" y="21851"/>
                </a:lnTo>
                <a:cubicBezTo>
                  <a:pt x="362124" y="21473"/>
                  <a:pt x="363266" y="21102"/>
                  <a:pt x="364524" y="20739"/>
                </a:cubicBezTo>
                <a:cubicBezTo>
                  <a:pt x="365782" y="20376"/>
                  <a:pt x="367109" y="20053"/>
                  <a:pt x="368507" y="19769"/>
                </a:cubicBezTo>
                <a:cubicBezTo>
                  <a:pt x="369905" y="19485"/>
                  <a:pt x="371365" y="19256"/>
                  <a:pt x="372887" y="19084"/>
                </a:cubicBezTo>
                <a:cubicBezTo>
                  <a:pt x="374409" y="18910"/>
                  <a:pt x="375946" y="18823"/>
                  <a:pt x="377499" y="18823"/>
                </a:cubicBezTo>
                <a:cubicBezTo>
                  <a:pt x="380326" y="18823"/>
                  <a:pt x="382873" y="19134"/>
                  <a:pt x="385140" y="19755"/>
                </a:cubicBezTo>
                <a:cubicBezTo>
                  <a:pt x="387408" y="20376"/>
                  <a:pt x="389326" y="21323"/>
                  <a:pt x="390894" y="22597"/>
                </a:cubicBezTo>
                <a:cubicBezTo>
                  <a:pt x="392463" y="23870"/>
                  <a:pt x="393667" y="25470"/>
                  <a:pt x="394505" y="27396"/>
                </a:cubicBezTo>
                <a:cubicBezTo>
                  <a:pt x="395344" y="29322"/>
                  <a:pt x="395763" y="31589"/>
                  <a:pt x="395763" y="34198"/>
                </a:cubicBezTo>
                <a:lnTo>
                  <a:pt x="395763" y="66440"/>
                </a:lnTo>
                <a:lnTo>
                  <a:pt x="388495" y="66440"/>
                </a:lnTo>
                <a:moveTo>
                  <a:pt x="387610" y="45101"/>
                </a:moveTo>
                <a:lnTo>
                  <a:pt x="377313" y="45101"/>
                </a:lnTo>
                <a:cubicBezTo>
                  <a:pt x="375294" y="45101"/>
                  <a:pt x="373555" y="45304"/>
                  <a:pt x="372095" y="45709"/>
                </a:cubicBezTo>
                <a:cubicBezTo>
                  <a:pt x="370635" y="46114"/>
                  <a:pt x="369439" y="46690"/>
                  <a:pt x="368507" y="47438"/>
                </a:cubicBezTo>
                <a:cubicBezTo>
                  <a:pt x="367575" y="48185"/>
                  <a:pt x="366884" y="49081"/>
                  <a:pt x="366434" y="50125"/>
                </a:cubicBezTo>
                <a:cubicBezTo>
                  <a:pt x="365983" y="51169"/>
                  <a:pt x="365758" y="52345"/>
                  <a:pt x="365758" y="53653"/>
                </a:cubicBezTo>
                <a:cubicBezTo>
                  <a:pt x="365758" y="54557"/>
                  <a:pt x="365898" y="55422"/>
                  <a:pt x="366178" y="56248"/>
                </a:cubicBezTo>
                <a:cubicBezTo>
                  <a:pt x="366457" y="57073"/>
                  <a:pt x="366908" y="57805"/>
                  <a:pt x="367529" y="58443"/>
                </a:cubicBezTo>
                <a:cubicBezTo>
                  <a:pt x="368150" y="59082"/>
                  <a:pt x="368958" y="59588"/>
                  <a:pt x="369951" y="59962"/>
                </a:cubicBezTo>
                <a:cubicBezTo>
                  <a:pt x="370945" y="60336"/>
                  <a:pt x="372157" y="60522"/>
                  <a:pt x="373586" y="60522"/>
                </a:cubicBezTo>
                <a:cubicBezTo>
                  <a:pt x="375449" y="60522"/>
                  <a:pt x="377585" y="59954"/>
                  <a:pt x="379992" y="58818"/>
                </a:cubicBezTo>
                <a:cubicBezTo>
                  <a:pt x="382399" y="57680"/>
                  <a:pt x="384938" y="55880"/>
                  <a:pt x="387610" y="53419"/>
                </a:cubicBezTo>
                <a:lnTo>
                  <a:pt x="387610" y="45101"/>
                </a:lnTo>
                <a:close/>
                <a:moveTo>
                  <a:pt x="447994" y="65741"/>
                </a:moveTo>
                <a:cubicBezTo>
                  <a:pt x="446162" y="66223"/>
                  <a:pt x="444267" y="66569"/>
                  <a:pt x="442310" y="66777"/>
                </a:cubicBezTo>
                <a:cubicBezTo>
                  <a:pt x="440353" y="66987"/>
                  <a:pt x="438365" y="67092"/>
                  <a:pt x="436347" y="67092"/>
                </a:cubicBezTo>
                <a:cubicBezTo>
                  <a:pt x="430476" y="67092"/>
                  <a:pt x="426096" y="65764"/>
                  <a:pt x="423208" y="63108"/>
                </a:cubicBezTo>
                <a:cubicBezTo>
                  <a:pt x="420319" y="60453"/>
                  <a:pt x="418875" y="56376"/>
                  <a:pt x="418875" y="50878"/>
                </a:cubicBezTo>
                <a:lnTo>
                  <a:pt x="418875" y="26464"/>
                </a:lnTo>
                <a:lnTo>
                  <a:pt x="405782" y="26464"/>
                </a:lnTo>
                <a:lnTo>
                  <a:pt x="405782" y="19662"/>
                </a:lnTo>
                <a:lnTo>
                  <a:pt x="418875" y="19662"/>
                </a:lnTo>
                <a:lnTo>
                  <a:pt x="418875" y="6762"/>
                </a:lnTo>
                <a:lnTo>
                  <a:pt x="426982" y="4659"/>
                </a:lnTo>
                <a:lnTo>
                  <a:pt x="426982" y="19662"/>
                </a:lnTo>
                <a:lnTo>
                  <a:pt x="447994" y="19662"/>
                </a:lnTo>
                <a:lnTo>
                  <a:pt x="447994" y="26464"/>
                </a:lnTo>
                <a:lnTo>
                  <a:pt x="426982" y="26464"/>
                </a:lnTo>
                <a:lnTo>
                  <a:pt x="426982" y="50226"/>
                </a:lnTo>
                <a:cubicBezTo>
                  <a:pt x="426982" y="53580"/>
                  <a:pt x="427875" y="56089"/>
                  <a:pt x="429661" y="57750"/>
                </a:cubicBezTo>
                <a:cubicBezTo>
                  <a:pt x="431447" y="59412"/>
                  <a:pt x="434079" y="60243"/>
                  <a:pt x="437558" y="60243"/>
                </a:cubicBezTo>
                <a:cubicBezTo>
                  <a:pt x="439049" y="60243"/>
                  <a:pt x="440680" y="60123"/>
                  <a:pt x="442450" y="59883"/>
                </a:cubicBezTo>
                <a:cubicBezTo>
                  <a:pt x="444221" y="59643"/>
                  <a:pt x="446069" y="59265"/>
                  <a:pt x="447994" y="58752"/>
                </a:cubicBezTo>
                <a:lnTo>
                  <a:pt x="447994" y="65741"/>
                </a:lnTo>
                <a:close/>
                <a:moveTo>
                  <a:pt x="478095" y="26371"/>
                </a:moveTo>
                <a:lnTo>
                  <a:pt x="464257" y="26371"/>
                </a:lnTo>
                <a:lnTo>
                  <a:pt x="464257" y="19662"/>
                </a:lnTo>
                <a:lnTo>
                  <a:pt x="486295" y="19662"/>
                </a:lnTo>
                <a:lnTo>
                  <a:pt x="486295" y="59684"/>
                </a:lnTo>
                <a:lnTo>
                  <a:pt x="500226" y="59684"/>
                </a:lnTo>
                <a:lnTo>
                  <a:pt x="500226" y="66440"/>
                </a:lnTo>
                <a:lnTo>
                  <a:pt x="462720" y="66440"/>
                </a:lnTo>
                <a:lnTo>
                  <a:pt x="462720" y="59684"/>
                </a:lnTo>
                <a:lnTo>
                  <a:pt x="478095" y="59684"/>
                </a:lnTo>
                <a:lnTo>
                  <a:pt x="478095" y="26371"/>
                </a:lnTo>
                <a:moveTo>
                  <a:pt x="480937" y="0"/>
                </a:moveTo>
                <a:cubicBezTo>
                  <a:pt x="481838" y="0"/>
                  <a:pt x="482676" y="163"/>
                  <a:pt x="483453" y="489"/>
                </a:cubicBezTo>
                <a:cubicBezTo>
                  <a:pt x="484229" y="815"/>
                  <a:pt x="484905" y="1274"/>
                  <a:pt x="485480" y="1864"/>
                </a:cubicBezTo>
                <a:cubicBezTo>
                  <a:pt x="486054" y="2454"/>
                  <a:pt x="486505" y="3129"/>
                  <a:pt x="486831" y="3890"/>
                </a:cubicBezTo>
                <a:cubicBezTo>
                  <a:pt x="487157" y="4651"/>
                  <a:pt x="487320" y="5482"/>
                  <a:pt x="487320" y="6383"/>
                </a:cubicBezTo>
                <a:cubicBezTo>
                  <a:pt x="487320" y="7253"/>
                  <a:pt x="487157" y="8076"/>
                  <a:pt x="486831" y="8852"/>
                </a:cubicBezTo>
                <a:cubicBezTo>
                  <a:pt x="486505" y="9629"/>
                  <a:pt x="486054" y="10312"/>
                  <a:pt x="485480" y="10902"/>
                </a:cubicBezTo>
                <a:cubicBezTo>
                  <a:pt x="484905" y="11493"/>
                  <a:pt x="484229" y="11951"/>
                  <a:pt x="483453" y="12277"/>
                </a:cubicBezTo>
                <a:cubicBezTo>
                  <a:pt x="482676" y="12603"/>
                  <a:pt x="481838" y="12766"/>
                  <a:pt x="480937" y="12766"/>
                </a:cubicBezTo>
                <a:cubicBezTo>
                  <a:pt x="480036" y="12766"/>
                  <a:pt x="479197" y="12603"/>
                  <a:pt x="478421" y="12277"/>
                </a:cubicBezTo>
                <a:cubicBezTo>
                  <a:pt x="477644" y="11951"/>
                  <a:pt x="476969" y="11493"/>
                  <a:pt x="476394" y="10902"/>
                </a:cubicBezTo>
                <a:cubicBezTo>
                  <a:pt x="475820" y="10312"/>
                  <a:pt x="475369" y="9629"/>
                  <a:pt x="475043" y="8852"/>
                </a:cubicBezTo>
                <a:cubicBezTo>
                  <a:pt x="474717" y="8076"/>
                  <a:pt x="474554" y="7253"/>
                  <a:pt x="474554" y="6383"/>
                </a:cubicBezTo>
                <a:cubicBezTo>
                  <a:pt x="474554" y="5482"/>
                  <a:pt x="474717" y="4651"/>
                  <a:pt x="475043" y="3890"/>
                </a:cubicBezTo>
                <a:cubicBezTo>
                  <a:pt x="475369" y="3129"/>
                  <a:pt x="475820" y="2454"/>
                  <a:pt x="476394" y="1864"/>
                </a:cubicBezTo>
                <a:cubicBezTo>
                  <a:pt x="476969" y="1274"/>
                  <a:pt x="477644" y="815"/>
                  <a:pt x="478421" y="489"/>
                </a:cubicBezTo>
                <a:cubicBezTo>
                  <a:pt x="479197" y="163"/>
                  <a:pt x="480036" y="0"/>
                  <a:pt x="480937" y="0"/>
                </a:cubicBezTo>
                <a:close/>
                <a:moveTo>
                  <a:pt x="554740" y="42678"/>
                </a:moveTo>
                <a:cubicBezTo>
                  <a:pt x="554740" y="46312"/>
                  <a:pt x="554227" y="49643"/>
                  <a:pt x="553202" y="52672"/>
                </a:cubicBezTo>
                <a:cubicBezTo>
                  <a:pt x="552177" y="55700"/>
                  <a:pt x="550702" y="58294"/>
                  <a:pt x="548776" y="60453"/>
                </a:cubicBezTo>
                <a:cubicBezTo>
                  <a:pt x="546850" y="62611"/>
                  <a:pt x="544505" y="64289"/>
                  <a:pt x="541741" y="65485"/>
                </a:cubicBezTo>
                <a:cubicBezTo>
                  <a:pt x="538976" y="66680"/>
                  <a:pt x="535839" y="67278"/>
                  <a:pt x="532329" y="67278"/>
                </a:cubicBezTo>
                <a:cubicBezTo>
                  <a:pt x="528975" y="67278"/>
                  <a:pt x="525970" y="66758"/>
                  <a:pt x="523314" y="65717"/>
                </a:cubicBezTo>
                <a:cubicBezTo>
                  <a:pt x="520658" y="64677"/>
                  <a:pt x="518406" y="63147"/>
                  <a:pt x="516558" y="61128"/>
                </a:cubicBezTo>
                <a:cubicBezTo>
                  <a:pt x="514710" y="59109"/>
                  <a:pt x="513297" y="56609"/>
                  <a:pt x="512318" y="53627"/>
                </a:cubicBezTo>
                <a:cubicBezTo>
                  <a:pt x="511340" y="50645"/>
                  <a:pt x="510851" y="47213"/>
                  <a:pt x="510851" y="43330"/>
                </a:cubicBezTo>
                <a:cubicBezTo>
                  <a:pt x="510851" y="39696"/>
                  <a:pt x="511363" y="36380"/>
                  <a:pt x="512388" y="33383"/>
                </a:cubicBezTo>
                <a:cubicBezTo>
                  <a:pt x="513413" y="30385"/>
                  <a:pt x="514889" y="27807"/>
                  <a:pt x="516814" y="25649"/>
                </a:cubicBezTo>
                <a:cubicBezTo>
                  <a:pt x="518740" y="23490"/>
                  <a:pt x="521085" y="21813"/>
                  <a:pt x="523850" y="20617"/>
                </a:cubicBezTo>
                <a:cubicBezTo>
                  <a:pt x="526614" y="19421"/>
                  <a:pt x="529751" y="18823"/>
                  <a:pt x="533261" y="18823"/>
                </a:cubicBezTo>
                <a:cubicBezTo>
                  <a:pt x="536616" y="18823"/>
                  <a:pt x="539621" y="19343"/>
                  <a:pt x="542277" y="20384"/>
                </a:cubicBezTo>
                <a:cubicBezTo>
                  <a:pt x="544932" y="21424"/>
                  <a:pt x="547184" y="22946"/>
                  <a:pt x="549032" y="24950"/>
                </a:cubicBezTo>
                <a:cubicBezTo>
                  <a:pt x="550881" y="26953"/>
                  <a:pt x="552294" y="29446"/>
                  <a:pt x="553272" y="32428"/>
                </a:cubicBezTo>
                <a:cubicBezTo>
                  <a:pt x="554251" y="35410"/>
                  <a:pt x="554740" y="38826"/>
                  <a:pt x="554740" y="42678"/>
                </a:cubicBezTo>
                <a:moveTo>
                  <a:pt x="546447" y="43051"/>
                </a:moveTo>
                <a:cubicBezTo>
                  <a:pt x="546447" y="40162"/>
                  <a:pt x="546128" y="37638"/>
                  <a:pt x="545491" y="35480"/>
                </a:cubicBezTo>
                <a:cubicBezTo>
                  <a:pt x="544855" y="33321"/>
                  <a:pt x="543946" y="31519"/>
                  <a:pt x="542766" y="30075"/>
                </a:cubicBezTo>
                <a:cubicBezTo>
                  <a:pt x="541586" y="28631"/>
                  <a:pt x="540149" y="27543"/>
                  <a:pt x="538456" y="26813"/>
                </a:cubicBezTo>
                <a:cubicBezTo>
                  <a:pt x="536763" y="26084"/>
                  <a:pt x="534876" y="25719"/>
                  <a:pt x="532795" y="25719"/>
                </a:cubicBezTo>
                <a:cubicBezTo>
                  <a:pt x="530373" y="25719"/>
                  <a:pt x="528299" y="26192"/>
                  <a:pt x="526575" y="27140"/>
                </a:cubicBezTo>
                <a:cubicBezTo>
                  <a:pt x="524851" y="28087"/>
                  <a:pt x="523438" y="29353"/>
                  <a:pt x="522335" y="30937"/>
                </a:cubicBezTo>
                <a:cubicBezTo>
                  <a:pt x="521233" y="32521"/>
                  <a:pt x="520425" y="34361"/>
                  <a:pt x="519913" y="36458"/>
                </a:cubicBezTo>
                <a:cubicBezTo>
                  <a:pt x="519400" y="38555"/>
                  <a:pt x="519144" y="40752"/>
                  <a:pt x="519144" y="43051"/>
                </a:cubicBezTo>
                <a:cubicBezTo>
                  <a:pt x="519144" y="45939"/>
                  <a:pt x="519462" y="48471"/>
                  <a:pt x="520099" y="50645"/>
                </a:cubicBezTo>
                <a:cubicBezTo>
                  <a:pt x="520736" y="52819"/>
                  <a:pt x="521644" y="54629"/>
                  <a:pt x="522825" y="56073"/>
                </a:cubicBezTo>
                <a:cubicBezTo>
                  <a:pt x="524005" y="57517"/>
                  <a:pt x="525434" y="58604"/>
                  <a:pt x="527111" y="59334"/>
                </a:cubicBezTo>
                <a:cubicBezTo>
                  <a:pt x="528788" y="60064"/>
                  <a:pt x="530683" y="60429"/>
                  <a:pt x="532795" y="60429"/>
                </a:cubicBezTo>
                <a:cubicBezTo>
                  <a:pt x="535218" y="60429"/>
                  <a:pt x="537291" y="59956"/>
                  <a:pt x="539015" y="59008"/>
                </a:cubicBezTo>
                <a:cubicBezTo>
                  <a:pt x="540739" y="58061"/>
                  <a:pt x="542152" y="56795"/>
                  <a:pt x="543255" y="55211"/>
                </a:cubicBezTo>
                <a:cubicBezTo>
                  <a:pt x="544358" y="53627"/>
                  <a:pt x="545165" y="51787"/>
                  <a:pt x="545678" y="49690"/>
                </a:cubicBezTo>
                <a:cubicBezTo>
                  <a:pt x="546190" y="47593"/>
                  <a:pt x="546447" y="45380"/>
                  <a:pt x="546447" y="43051"/>
                </a:cubicBezTo>
                <a:close/>
                <a:moveTo>
                  <a:pt x="565877" y="19662"/>
                </a:moveTo>
                <a:lnTo>
                  <a:pt x="573099" y="19662"/>
                </a:lnTo>
                <a:lnTo>
                  <a:pt x="573425" y="27210"/>
                </a:lnTo>
                <a:cubicBezTo>
                  <a:pt x="574792" y="25594"/>
                  <a:pt x="576112" y="24251"/>
                  <a:pt x="577385" y="23179"/>
                </a:cubicBezTo>
                <a:cubicBezTo>
                  <a:pt x="578659" y="22108"/>
                  <a:pt x="579909" y="21246"/>
                  <a:pt x="581136" y="20593"/>
                </a:cubicBezTo>
                <a:cubicBezTo>
                  <a:pt x="582363" y="19941"/>
                  <a:pt x="583613" y="19483"/>
                  <a:pt x="584887" y="19219"/>
                </a:cubicBezTo>
                <a:cubicBezTo>
                  <a:pt x="586160" y="18955"/>
                  <a:pt x="587480" y="18823"/>
                  <a:pt x="588847" y="18823"/>
                </a:cubicBezTo>
                <a:cubicBezTo>
                  <a:pt x="593661" y="18823"/>
                  <a:pt x="597303" y="20244"/>
                  <a:pt x="599773" y="23086"/>
                </a:cubicBezTo>
                <a:cubicBezTo>
                  <a:pt x="602242" y="25928"/>
                  <a:pt x="603477" y="30207"/>
                  <a:pt x="603477" y="35922"/>
                </a:cubicBezTo>
                <a:lnTo>
                  <a:pt x="603477" y="66440"/>
                </a:lnTo>
                <a:lnTo>
                  <a:pt x="595370" y="66440"/>
                </a:lnTo>
                <a:lnTo>
                  <a:pt x="595370" y="36574"/>
                </a:lnTo>
                <a:cubicBezTo>
                  <a:pt x="595370" y="32909"/>
                  <a:pt x="594686" y="30199"/>
                  <a:pt x="593320" y="28444"/>
                </a:cubicBezTo>
                <a:cubicBezTo>
                  <a:pt x="591953" y="26689"/>
                  <a:pt x="589919" y="25812"/>
                  <a:pt x="587216" y="25812"/>
                </a:cubicBezTo>
                <a:cubicBezTo>
                  <a:pt x="586222" y="25812"/>
                  <a:pt x="585252" y="25959"/>
                  <a:pt x="584304" y="26254"/>
                </a:cubicBezTo>
                <a:cubicBezTo>
                  <a:pt x="583357" y="26549"/>
                  <a:pt x="582371" y="27062"/>
                  <a:pt x="581346" y="27792"/>
                </a:cubicBezTo>
                <a:cubicBezTo>
                  <a:pt x="580321" y="28522"/>
                  <a:pt x="579210" y="29508"/>
                  <a:pt x="578014" y="30750"/>
                </a:cubicBezTo>
                <a:cubicBezTo>
                  <a:pt x="576819" y="31993"/>
                  <a:pt x="575475" y="33546"/>
                  <a:pt x="573984" y="35410"/>
                </a:cubicBezTo>
                <a:lnTo>
                  <a:pt x="573984" y="66440"/>
                </a:lnTo>
                <a:lnTo>
                  <a:pt x="565877" y="66440"/>
                </a:lnTo>
                <a:lnTo>
                  <a:pt x="565877" y="19662"/>
                </a:lnTo>
                <a:close/>
                <a:moveTo>
                  <a:pt x="632599" y="559"/>
                </a:moveTo>
                <a:lnTo>
                  <a:pt x="631294" y="22457"/>
                </a:lnTo>
                <a:lnTo>
                  <a:pt x="623653" y="22457"/>
                </a:lnTo>
                <a:lnTo>
                  <a:pt x="622302" y="559"/>
                </a:lnTo>
                <a:lnTo>
                  <a:pt x="632599" y="559"/>
                </a:lnTo>
                <a:moveTo>
                  <a:pt x="650723" y="559"/>
                </a:moveTo>
                <a:lnTo>
                  <a:pt x="649418" y="22457"/>
                </a:lnTo>
                <a:lnTo>
                  <a:pt x="641777" y="22457"/>
                </a:lnTo>
                <a:lnTo>
                  <a:pt x="640426" y="559"/>
                </a:lnTo>
                <a:lnTo>
                  <a:pt x="650723" y="559"/>
                </a:lnTo>
                <a:close/>
              </a:path>
            </a:pathLst>
          </a:custGeom>
          <a:solidFill xmlns:a="http://schemas.openxmlformats.org/drawingml/2006/main">
            <a:srgbClr val="9CDCF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:">
            <a:extLst xmlns:a="http://schemas.openxmlformats.org/drawingml/2006/main">
              <a:ext uri="{FF2B5EF4-FFF2-40B4-BE49-F238E27FC236}">
                <a16:creationId xmlns:a16="http://schemas.microsoft.com/office/drawing/2014/main" id="{2796C3A4-754A-46FE-A243-D4863393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515" y="4115497"/>
            <a:ext cx="14304" cy="48455"/>
          </a:xfrm>
          <a:custGeom xmlns:a="http://schemas.openxmlformats.org/drawingml/2006/main">
            <a:pathLst>
              <a:path w="14304" h="48455">
                <a:moveTo>
                  <a:pt x="7129" y="0"/>
                </a:moveTo>
                <a:cubicBezTo>
                  <a:pt x="8091" y="0"/>
                  <a:pt x="9008" y="194"/>
                  <a:pt x="9877" y="582"/>
                </a:cubicBezTo>
                <a:cubicBezTo>
                  <a:pt x="10747" y="971"/>
                  <a:pt x="11508" y="1491"/>
                  <a:pt x="12160" y="2143"/>
                </a:cubicBezTo>
                <a:cubicBezTo>
                  <a:pt x="12813" y="2795"/>
                  <a:pt x="13333" y="3556"/>
                  <a:pt x="13721" y="4426"/>
                </a:cubicBezTo>
                <a:cubicBezTo>
                  <a:pt x="14109" y="5296"/>
                  <a:pt x="14304" y="6212"/>
                  <a:pt x="14304" y="7175"/>
                </a:cubicBezTo>
                <a:cubicBezTo>
                  <a:pt x="14304" y="8169"/>
                  <a:pt x="14109" y="9093"/>
                  <a:pt x="13721" y="9947"/>
                </a:cubicBezTo>
                <a:cubicBezTo>
                  <a:pt x="13333" y="10801"/>
                  <a:pt x="12813" y="11555"/>
                  <a:pt x="12160" y="12207"/>
                </a:cubicBezTo>
                <a:cubicBezTo>
                  <a:pt x="11508" y="12859"/>
                  <a:pt x="10747" y="13372"/>
                  <a:pt x="9877" y="13745"/>
                </a:cubicBezTo>
                <a:cubicBezTo>
                  <a:pt x="9008" y="14117"/>
                  <a:pt x="8091" y="14304"/>
                  <a:pt x="7129" y="14304"/>
                </a:cubicBezTo>
                <a:cubicBezTo>
                  <a:pt x="6135" y="14304"/>
                  <a:pt x="5210" y="14117"/>
                  <a:pt x="4356" y="13745"/>
                </a:cubicBezTo>
                <a:cubicBezTo>
                  <a:pt x="3502" y="13372"/>
                  <a:pt x="2749" y="12859"/>
                  <a:pt x="2097" y="12207"/>
                </a:cubicBezTo>
                <a:cubicBezTo>
                  <a:pt x="1444" y="11555"/>
                  <a:pt x="932" y="10801"/>
                  <a:pt x="559" y="9947"/>
                </a:cubicBezTo>
                <a:cubicBezTo>
                  <a:pt x="186" y="9093"/>
                  <a:pt x="0" y="8169"/>
                  <a:pt x="0" y="7175"/>
                </a:cubicBezTo>
                <a:cubicBezTo>
                  <a:pt x="0" y="6212"/>
                  <a:pt x="186" y="5296"/>
                  <a:pt x="559" y="4426"/>
                </a:cubicBezTo>
                <a:cubicBezTo>
                  <a:pt x="932" y="3556"/>
                  <a:pt x="1444" y="2795"/>
                  <a:pt x="2097" y="2143"/>
                </a:cubicBezTo>
                <a:cubicBezTo>
                  <a:pt x="2749" y="1491"/>
                  <a:pt x="3502" y="971"/>
                  <a:pt x="4356" y="582"/>
                </a:cubicBezTo>
                <a:cubicBezTo>
                  <a:pt x="5210" y="194"/>
                  <a:pt x="6135" y="0"/>
                  <a:pt x="7129" y="0"/>
                </a:cubicBezTo>
                <a:moveTo>
                  <a:pt x="7129" y="34152"/>
                </a:moveTo>
                <a:cubicBezTo>
                  <a:pt x="8091" y="34152"/>
                  <a:pt x="9008" y="34346"/>
                  <a:pt x="9877" y="34734"/>
                </a:cubicBezTo>
                <a:cubicBezTo>
                  <a:pt x="10747" y="35122"/>
                  <a:pt x="11508" y="35643"/>
                  <a:pt x="12160" y="36295"/>
                </a:cubicBezTo>
                <a:cubicBezTo>
                  <a:pt x="12813" y="36947"/>
                  <a:pt x="13333" y="37708"/>
                  <a:pt x="13721" y="38578"/>
                </a:cubicBezTo>
                <a:cubicBezTo>
                  <a:pt x="14109" y="39448"/>
                  <a:pt x="14304" y="40364"/>
                  <a:pt x="14304" y="41327"/>
                </a:cubicBezTo>
                <a:cubicBezTo>
                  <a:pt x="14304" y="42321"/>
                  <a:pt x="14109" y="43245"/>
                  <a:pt x="13721" y="44099"/>
                </a:cubicBezTo>
                <a:cubicBezTo>
                  <a:pt x="13333" y="44953"/>
                  <a:pt x="12813" y="45706"/>
                  <a:pt x="12160" y="46359"/>
                </a:cubicBezTo>
                <a:cubicBezTo>
                  <a:pt x="11508" y="47011"/>
                  <a:pt x="10747" y="47523"/>
                  <a:pt x="9877" y="47896"/>
                </a:cubicBezTo>
                <a:cubicBezTo>
                  <a:pt x="9008" y="48269"/>
                  <a:pt x="8091" y="48455"/>
                  <a:pt x="7129" y="48455"/>
                </a:cubicBezTo>
                <a:cubicBezTo>
                  <a:pt x="6135" y="48455"/>
                  <a:pt x="5210" y="48269"/>
                  <a:pt x="4356" y="47896"/>
                </a:cubicBezTo>
                <a:cubicBezTo>
                  <a:pt x="3502" y="47523"/>
                  <a:pt x="2749" y="47011"/>
                  <a:pt x="2097" y="46359"/>
                </a:cubicBezTo>
                <a:cubicBezTo>
                  <a:pt x="1444" y="45706"/>
                  <a:pt x="932" y="44953"/>
                  <a:pt x="559" y="44099"/>
                </a:cubicBezTo>
                <a:cubicBezTo>
                  <a:pt x="186" y="43245"/>
                  <a:pt x="0" y="42321"/>
                  <a:pt x="0" y="41327"/>
                </a:cubicBezTo>
                <a:cubicBezTo>
                  <a:pt x="0" y="40364"/>
                  <a:pt x="186" y="39448"/>
                  <a:pt x="559" y="38578"/>
                </a:cubicBezTo>
                <a:cubicBezTo>
                  <a:pt x="932" y="37708"/>
                  <a:pt x="1444" y="36947"/>
                  <a:pt x="2097" y="36295"/>
                </a:cubicBezTo>
                <a:cubicBezTo>
                  <a:pt x="2749" y="35643"/>
                  <a:pt x="3502" y="35122"/>
                  <a:pt x="4356" y="34734"/>
                </a:cubicBezTo>
                <a:cubicBezTo>
                  <a:pt x="5210" y="34346"/>
                  <a:pt x="6135" y="34152"/>
                  <a:pt x="7129" y="34152"/>
                </a:cubicBez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&quot;">
            <a:extLst xmlns:a="http://schemas.openxmlformats.org/drawingml/2006/main">
              <a:ext uri="{FF2B5EF4-FFF2-40B4-BE49-F238E27FC236}">
                <a16:creationId xmlns:a16="http://schemas.microsoft.com/office/drawing/2014/main" id="{B3BEB04C-6742-476E-92AB-73EA36D5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72" y="4097233"/>
            <a:ext cx="28421" cy="21898"/>
          </a:xfrm>
          <a:custGeom xmlns:a="http://schemas.openxmlformats.org/drawingml/2006/main">
            <a:pathLst>
              <a:path w="28421" h="21898">
                <a:moveTo>
                  <a:pt x="10297" y="0"/>
                </a:moveTo>
                <a:lnTo>
                  <a:pt x="8992" y="21898"/>
                </a:lnTo>
                <a:lnTo>
                  <a:pt x="1351" y="21898"/>
                </a:lnTo>
                <a:lnTo>
                  <a:pt x="0" y="0"/>
                </a:lnTo>
                <a:lnTo>
                  <a:pt x="10297" y="0"/>
                </a:lnTo>
                <a:moveTo>
                  <a:pt x="28421" y="0"/>
                </a:moveTo>
                <a:lnTo>
                  <a:pt x="27116" y="21898"/>
                </a:lnTo>
                <a:lnTo>
                  <a:pt x="19475" y="21898"/>
                </a:lnTo>
                <a:lnTo>
                  <a:pt x="18124" y="0"/>
                </a:lnTo>
                <a:lnTo>
                  <a:pt x="28421" y="0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ThedocumentsrelatedtotheCascaderSelectcomponentarenecessarytounderstandhowthecomponentisimplementedand">
            <a:extLst xmlns:a="http://schemas.openxmlformats.org/drawingml/2006/main">
              <a:ext uri="{FF2B5EF4-FFF2-40B4-BE49-F238E27FC236}">
                <a16:creationId xmlns:a16="http://schemas.microsoft.com/office/drawing/2014/main" id="{D4BD3039-7361-4B9B-BA0B-5A22A9DC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16" y="4096674"/>
            <a:ext cx="6167933" cy="85822"/>
          </a:xfrm>
          <a:custGeom xmlns:a="http://schemas.openxmlformats.org/drawingml/2006/main">
            <a:pathLst>
              <a:path w="6167933" h="85822">
                <a:moveTo>
                  <a:pt x="44448" y="12580"/>
                </a:moveTo>
                <a:lnTo>
                  <a:pt x="26417" y="12580"/>
                </a:lnTo>
                <a:lnTo>
                  <a:pt x="26417" y="66440"/>
                </a:lnTo>
                <a:lnTo>
                  <a:pt x="18031" y="66440"/>
                </a:lnTo>
                <a:lnTo>
                  <a:pt x="18031" y="12580"/>
                </a:lnTo>
                <a:lnTo>
                  <a:pt x="0" y="12580"/>
                </a:lnTo>
                <a:lnTo>
                  <a:pt x="0" y="5498"/>
                </a:lnTo>
                <a:lnTo>
                  <a:pt x="44448" y="5498"/>
                </a:lnTo>
                <a:lnTo>
                  <a:pt x="44448" y="12580"/>
                </a:lnTo>
                <a:close/>
                <a:moveTo>
                  <a:pt x="92906" y="66440"/>
                </a:moveTo>
                <a:lnTo>
                  <a:pt x="84799" y="66440"/>
                </a:lnTo>
                <a:lnTo>
                  <a:pt x="84799" y="36574"/>
                </a:lnTo>
                <a:cubicBezTo>
                  <a:pt x="84799" y="32971"/>
                  <a:pt x="84123" y="30277"/>
                  <a:pt x="82772" y="28491"/>
                </a:cubicBezTo>
                <a:cubicBezTo>
                  <a:pt x="81421" y="26705"/>
                  <a:pt x="79487" y="25812"/>
                  <a:pt x="76971" y="25812"/>
                </a:cubicBezTo>
                <a:cubicBezTo>
                  <a:pt x="75884" y="25812"/>
                  <a:pt x="74867" y="25959"/>
                  <a:pt x="73920" y="26254"/>
                </a:cubicBezTo>
                <a:cubicBezTo>
                  <a:pt x="72972" y="26549"/>
                  <a:pt x="71986" y="27062"/>
                  <a:pt x="70961" y="27792"/>
                </a:cubicBezTo>
                <a:cubicBezTo>
                  <a:pt x="69936" y="28522"/>
                  <a:pt x="68818" y="29508"/>
                  <a:pt x="67606" y="30750"/>
                </a:cubicBezTo>
                <a:cubicBezTo>
                  <a:pt x="66395" y="31993"/>
                  <a:pt x="64997" y="33546"/>
                  <a:pt x="63413" y="35410"/>
                </a:cubicBezTo>
                <a:lnTo>
                  <a:pt x="63413" y="66440"/>
                </a:lnTo>
                <a:lnTo>
                  <a:pt x="55306" y="66440"/>
                </a:lnTo>
                <a:lnTo>
                  <a:pt x="55306" y="559"/>
                </a:lnTo>
                <a:lnTo>
                  <a:pt x="63413" y="559"/>
                </a:lnTo>
                <a:lnTo>
                  <a:pt x="63413" y="19649"/>
                </a:lnTo>
                <a:lnTo>
                  <a:pt x="63134" y="27023"/>
                </a:lnTo>
                <a:cubicBezTo>
                  <a:pt x="64407" y="25501"/>
                  <a:pt x="65657" y="24220"/>
                  <a:pt x="66884" y="23179"/>
                </a:cubicBezTo>
                <a:cubicBezTo>
                  <a:pt x="68111" y="22139"/>
                  <a:pt x="69338" y="21292"/>
                  <a:pt x="70565" y="20640"/>
                </a:cubicBezTo>
                <a:cubicBezTo>
                  <a:pt x="71792" y="19988"/>
                  <a:pt x="73042" y="19522"/>
                  <a:pt x="74316" y="19242"/>
                </a:cubicBezTo>
                <a:cubicBezTo>
                  <a:pt x="75589" y="18963"/>
                  <a:pt x="76909" y="18823"/>
                  <a:pt x="78276" y="18823"/>
                </a:cubicBezTo>
                <a:cubicBezTo>
                  <a:pt x="82935" y="18823"/>
                  <a:pt x="86538" y="20244"/>
                  <a:pt x="89085" y="23086"/>
                </a:cubicBezTo>
                <a:cubicBezTo>
                  <a:pt x="91632" y="25928"/>
                  <a:pt x="92906" y="30207"/>
                  <a:pt x="92906" y="35922"/>
                </a:cubicBezTo>
                <a:lnTo>
                  <a:pt x="92906" y="66440"/>
                </a:lnTo>
                <a:close/>
                <a:moveTo>
                  <a:pt x="146674" y="40581"/>
                </a:moveTo>
                <a:cubicBezTo>
                  <a:pt x="146674" y="41731"/>
                  <a:pt x="146659" y="42693"/>
                  <a:pt x="146628" y="43470"/>
                </a:cubicBezTo>
                <a:cubicBezTo>
                  <a:pt x="146597" y="44246"/>
                  <a:pt x="146550" y="44976"/>
                  <a:pt x="146488" y="45660"/>
                </a:cubicBezTo>
                <a:lnTo>
                  <a:pt x="113641" y="45660"/>
                </a:lnTo>
                <a:cubicBezTo>
                  <a:pt x="113641" y="50443"/>
                  <a:pt x="114976" y="54116"/>
                  <a:pt x="117648" y="56679"/>
                </a:cubicBezTo>
                <a:cubicBezTo>
                  <a:pt x="120319" y="59241"/>
                  <a:pt x="124171" y="60522"/>
                  <a:pt x="129202" y="60522"/>
                </a:cubicBezTo>
                <a:cubicBezTo>
                  <a:pt x="130569" y="60522"/>
                  <a:pt x="131936" y="60467"/>
                  <a:pt x="133303" y="60357"/>
                </a:cubicBezTo>
                <a:cubicBezTo>
                  <a:pt x="134669" y="60245"/>
                  <a:pt x="135989" y="60094"/>
                  <a:pt x="137263" y="59904"/>
                </a:cubicBezTo>
                <a:cubicBezTo>
                  <a:pt x="138536" y="59712"/>
                  <a:pt x="139755" y="59498"/>
                  <a:pt x="140920" y="59260"/>
                </a:cubicBezTo>
                <a:cubicBezTo>
                  <a:pt x="142085" y="59021"/>
                  <a:pt x="143164" y="58759"/>
                  <a:pt x="144158" y="58472"/>
                </a:cubicBezTo>
                <a:lnTo>
                  <a:pt x="144158" y="65135"/>
                </a:lnTo>
                <a:cubicBezTo>
                  <a:pt x="141953" y="65770"/>
                  <a:pt x="139460" y="66286"/>
                  <a:pt x="136680" y="66683"/>
                </a:cubicBezTo>
                <a:cubicBezTo>
                  <a:pt x="133900" y="67080"/>
                  <a:pt x="131020" y="67278"/>
                  <a:pt x="128038" y="67278"/>
                </a:cubicBezTo>
                <a:cubicBezTo>
                  <a:pt x="124031" y="67278"/>
                  <a:pt x="120583" y="66735"/>
                  <a:pt x="117694" y="65648"/>
                </a:cubicBezTo>
                <a:cubicBezTo>
                  <a:pt x="114806" y="64560"/>
                  <a:pt x="112437" y="62984"/>
                  <a:pt x="110589" y="60919"/>
                </a:cubicBezTo>
                <a:cubicBezTo>
                  <a:pt x="108741" y="58853"/>
                  <a:pt x="107374" y="56321"/>
                  <a:pt x="106489" y="53324"/>
                </a:cubicBezTo>
                <a:cubicBezTo>
                  <a:pt x="105604" y="50327"/>
                  <a:pt x="105161" y="46933"/>
                  <a:pt x="105161" y="43144"/>
                </a:cubicBezTo>
                <a:cubicBezTo>
                  <a:pt x="105161" y="39851"/>
                  <a:pt x="105635" y="36737"/>
                  <a:pt x="106582" y="33802"/>
                </a:cubicBezTo>
                <a:cubicBezTo>
                  <a:pt x="107530" y="30867"/>
                  <a:pt x="108912" y="28289"/>
                  <a:pt x="110729" y="26068"/>
                </a:cubicBezTo>
                <a:cubicBezTo>
                  <a:pt x="112546" y="23847"/>
                  <a:pt x="114775" y="22084"/>
                  <a:pt x="117415" y="20780"/>
                </a:cubicBezTo>
                <a:cubicBezTo>
                  <a:pt x="120055" y="19475"/>
                  <a:pt x="123052" y="18823"/>
                  <a:pt x="126407" y="18823"/>
                </a:cubicBezTo>
                <a:cubicBezTo>
                  <a:pt x="129668" y="18823"/>
                  <a:pt x="132557" y="19336"/>
                  <a:pt x="135073" y="20361"/>
                </a:cubicBezTo>
                <a:cubicBezTo>
                  <a:pt x="137589" y="21386"/>
                  <a:pt x="139709" y="22838"/>
                  <a:pt x="141433" y="24717"/>
                </a:cubicBezTo>
                <a:cubicBezTo>
                  <a:pt x="143157" y="26596"/>
                  <a:pt x="144461" y="28879"/>
                  <a:pt x="145346" y="31566"/>
                </a:cubicBezTo>
                <a:cubicBezTo>
                  <a:pt x="146232" y="34253"/>
                  <a:pt x="146674" y="37258"/>
                  <a:pt x="146674" y="40581"/>
                </a:cubicBezTo>
                <a:moveTo>
                  <a:pt x="138241" y="39416"/>
                </a:moveTo>
                <a:cubicBezTo>
                  <a:pt x="138334" y="37335"/>
                  <a:pt x="138133" y="35433"/>
                  <a:pt x="137636" y="33709"/>
                </a:cubicBezTo>
                <a:cubicBezTo>
                  <a:pt x="137139" y="31985"/>
                  <a:pt x="136370" y="30502"/>
                  <a:pt x="135329" y="29260"/>
                </a:cubicBezTo>
                <a:cubicBezTo>
                  <a:pt x="134289" y="28017"/>
                  <a:pt x="132992" y="27046"/>
                  <a:pt x="131439" y="26348"/>
                </a:cubicBezTo>
                <a:cubicBezTo>
                  <a:pt x="129886" y="25649"/>
                  <a:pt x="128084" y="25299"/>
                  <a:pt x="126034" y="25299"/>
                </a:cubicBezTo>
                <a:cubicBezTo>
                  <a:pt x="124264" y="25299"/>
                  <a:pt x="122649" y="25641"/>
                  <a:pt x="121189" y="26324"/>
                </a:cubicBezTo>
                <a:cubicBezTo>
                  <a:pt x="119729" y="27008"/>
                  <a:pt x="118471" y="27970"/>
                  <a:pt x="117415" y="29213"/>
                </a:cubicBezTo>
                <a:cubicBezTo>
                  <a:pt x="116359" y="30455"/>
                  <a:pt x="115505" y="31946"/>
                  <a:pt x="114852" y="33686"/>
                </a:cubicBezTo>
                <a:cubicBezTo>
                  <a:pt x="114200" y="35425"/>
                  <a:pt x="113796" y="37335"/>
                  <a:pt x="113641" y="39416"/>
                </a:cubicBezTo>
                <a:lnTo>
                  <a:pt x="138241" y="39416"/>
                </a:lnTo>
                <a:close/>
                <a:moveTo>
                  <a:pt x="211617" y="44029"/>
                </a:moveTo>
                <a:cubicBezTo>
                  <a:pt x="211617" y="40053"/>
                  <a:pt x="212161" y="36520"/>
                  <a:pt x="213248" y="33429"/>
                </a:cubicBezTo>
                <a:cubicBezTo>
                  <a:pt x="214335" y="30339"/>
                  <a:pt x="215880" y="27730"/>
                  <a:pt x="217884" y="25602"/>
                </a:cubicBezTo>
                <a:cubicBezTo>
                  <a:pt x="219887" y="23474"/>
                  <a:pt x="222294" y="21859"/>
                  <a:pt x="225105" y="20757"/>
                </a:cubicBezTo>
                <a:cubicBezTo>
                  <a:pt x="227916" y="19654"/>
                  <a:pt x="231046" y="19103"/>
                  <a:pt x="234493" y="19103"/>
                </a:cubicBezTo>
                <a:cubicBezTo>
                  <a:pt x="235984" y="19103"/>
                  <a:pt x="237452" y="19196"/>
                  <a:pt x="238896" y="19382"/>
                </a:cubicBezTo>
                <a:cubicBezTo>
                  <a:pt x="240341" y="19568"/>
                  <a:pt x="241762" y="19864"/>
                  <a:pt x="243159" y="20267"/>
                </a:cubicBezTo>
                <a:lnTo>
                  <a:pt x="243159" y="559"/>
                </a:lnTo>
                <a:lnTo>
                  <a:pt x="251313" y="559"/>
                </a:lnTo>
                <a:lnTo>
                  <a:pt x="251313" y="66440"/>
                </a:lnTo>
                <a:lnTo>
                  <a:pt x="244045" y="66440"/>
                </a:lnTo>
                <a:lnTo>
                  <a:pt x="243765" y="57587"/>
                </a:lnTo>
                <a:cubicBezTo>
                  <a:pt x="241498" y="60880"/>
                  <a:pt x="239044" y="63318"/>
                  <a:pt x="236404" y="64902"/>
                </a:cubicBezTo>
                <a:cubicBezTo>
                  <a:pt x="233763" y="66486"/>
                  <a:pt x="230906" y="67278"/>
                  <a:pt x="227831" y="67278"/>
                </a:cubicBezTo>
                <a:cubicBezTo>
                  <a:pt x="225160" y="67278"/>
                  <a:pt x="222807" y="66719"/>
                  <a:pt x="220772" y="65601"/>
                </a:cubicBezTo>
                <a:cubicBezTo>
                  <a:pt x="218738" y="64483"/>
                  <a:pt x="217045" y="62906"/>
                  <a:pt x="215694" y="60872"/>
                </a:cubicBezTo>
                <a:cubicBezTo>
                  <a:pt x="214343" y="58837"/>
                  <a:pt x="213325" y="56391"/>
                  <a:pt x="212642" y="53534"/>
                </a:cubicBezTo>
                <a:cubicBezTo>
                  <a:pt x="211959" y="50676"/>
                  <a:pt x="211617" y="47508"/>
                  <a:pt x="211617" y="44029"/>
                </a:cubicBezTo>
                <a:moveTo>
                  <a:pt x="219910" y="43517"/>
                </a:moveTo>
                <a:cubicBezTo>
                  <a:pt x="219910" y="49170"/>
                  <a:pt x="220741" y="53386"/>
                  <a:pt x="222403" y="56166"/>
                </a:cubicBezTo>
                <a:cubicBezTo>
                  <a:pt x="224065" y="58946"/>
                  <a:pt x="226418" y="60336"/>
                  <a:pt x="229462" y="60336"/>
                </a:cubicBezTo>
                <a:cubicBezTo>
                  <a:pt x="231512" y="60336"/>
                  <a:pt x="233678" y="59420"/>
                  <a:pt x="235961" y="57587"/>
                </a:cubicBezTo>
                <a:cubicBezTo>
                  <a:pt x="238244" y="55755"/>
                  <a:pt x="240644" y="53037"/>
                  <a:pt x="243159" y="49434"/>
                </a:cubicBezTo>
                <a:lnTo>
                  <a:pt x="243159" y="27722"/>
                </a:lnTo>
                <a:cubicBezTo>
                  <a:pt x="241824" y="27101"/>
                  <a:pt x="240348" y="26627"/>
                  <a:pt x="238733" y="26301"/>
                </a:cubicBezTo>
                <a:cubicBezTo>
                  <a:pt x="237118" y="25975"/>
                  <a:pt x="235518" y="25812"/>
                  <a:pt x="233934" y="25812"/>
                </a:cubicBezTo>
                <a:cubicBezTo>
                  <a:pt x="229524" y="25812"/>
                  <a:pt x="226084" y="27241"/>
                  <a:pt x="223614" y="30098"/>
                </a:cubicBezTo>
                <a:cubicBezTo>
                  <a:pt x="221145" y="32956"/>
                  <a:pt x="219910" y="37429"/>
                  <a:pt x="219910" y="43517"/>
                </a:cubicBezTo>
                <a:close/>
                <a:moveTo>
                  <a:pt x="306573" y="42678"/>
                </a:moveTo>
                <a:cubicBezTo>
                  <a:pt x="306573" y="46312"/>
                  <a:pt x="306060" y="49643"/>
                  <a:pt x="305035" y="52672"/>
                </a:cubicBezTo>
                <a:cubicBezTo>
                  <a:pt x="304010" y="55700"/>
                  <a:pt x="302535" y="58294"/>
                  <a:pt x="300609" y="60453"/>
                </a:cubicBezTo>
                <a:cubicBezTo>
                  <a:pt x="298683" y="62611"/>
                  <a:pt x="296338" y="64289"/>
                  <a:pt x="293574" y="65485"/>
                </a:cubicBezTo>
                <a:cubicBezTo>
                  <a:pt x="290809" y="66680"/>
                  <a:pt x="287672" y="67278"/>
                  <a:pt x="284162" y="67278"/>
                </a:cubicBezTo>
                <a:cubicBezTo>
                  <a:pt x="280808" y="67278"/>
                  <a:pt x="277802" y="66758"/>
                  <a:pt x="275147" y="65717"/>
                </a:cubicBezTo>
                <a:cubicBezTo>
                  <a:pt x="272491" y="64677"/>
                  <a:pt x="270239" y="63147"/>
                  <a:pt x="268391" y="61128"/>
                </a:cubicBezTo>
                <a:cubicBezTo>
                  <a:pt x="266543" y="59109"/>
                  <a:pt x="265129" y="56609"/>
                  <a:pt x="264151" y="53627"/>
                </a:cubicBezTo>
                <a:cubicBezTo>
                  <a:pt x="263173" y="50645"/>
                  <a:pt x="262683" y="47213"/>
                  <a:pt x="262683" y="43330"/>
                </a:cubicBezTo>
                <a:cubicBezTo>
                  <a:pt x="262683" y="39696"/>
                  <a:pt x="263196" y="36380"/>
                  <a:pt x="264221" y="33383"/>
                </a:cubicBezTo>
                <a:cubicBezTo>
                  <a:pt x="265246" y="30385"/>
                  <a:pt x="266721" y="27807"/>
                  <a:pt x="268647" y="25649"/>
                </a:cubicBezTo>
                <a:cubicBezTo>
                  <a:pt x="270573" y="23490"/>
                  <a:pt x="272918" y="21813"/>
                  <a:pt x="275682" y="20617"/>
                </a:cubicBezTo>
                <a:cubicBezTo>
                  <a:pt x="278447" y="19421"/>
                  <a:pt x="281584" y="18823"/>
                  <a:pt x="285094" y="18823"/>
                </a:cubicBezTo>
                <a:cubicBezTo>
                  <a:pt x="288449" y="18823"/>
                  <a:pt x="291454" y="19343"/>
                  <a:pt x="294109" y="20384"/>
                </a:cubicBezTo>
                <a:cubicBezTo>
                  <a:pt x="296765" y="21424"/>
                  <a:pt x="299017" y="22946"/>
                  <a:pt x="300865" y="24950"/>
                </a:cubicBezTo>
                <a:cubicBezTo>
                  <a:pt x="302713" y="26953"/>
                  <a:pt x="304127" y="29446"/>
                  <a:pt x="305105" y="32428"/>
                </a:cubicBezTo>
                <a:cubicBezTo>
                  <a:pt x="306083" y="35410"/>
                  <a:pt x="306573" y="38826"/>
                  <a:pt x="306573" y="42678"/>
                </a:cubicBezTo>
                <a:moveTo>
                  <a:pt x="298279" y="43051"/>
                </a:moveTo>
                <a:cubicBezTo>
                  <a:pt x="298279" y="40162"/>
                  <a:pt x="297961" y="37638"/>
                  <a:pt x="297324" y="35480"/>
                </a:cubicBezTo>
                <a:cubicBezTo>
                  <a:pt x="296687" y="33321"/>
                  <a:pt x="295779" y="31519"/>
                  <a:pt x="294599" y="30075"/>
                </a:cubicBezTo>
                <a:cubicBezTo>
                  <a:pt x="293418" y="28631"/>
                  <a:pt x="291982" y="27543"/>
                  <a:pt x="290289" y="26813"/>
                </a:cubicBezTo>
                <a:cubicBezTo>
                  <a:pt x="288596" y="26084"/>
                  <a:pt x="286709" y="25719"/>
                  <a:pt x="284628" y="25719"/>
                </a:cubicBezTo>
                <a:cubicBezTo>
                  <a:pt x="282205" y="25719"/>
                  <a:pt x="280132" y="26192"/>
                  <a:pt x="278408" y="27140"/>
                </a:cubicBezTo>
                <a:cubicBezTo>
                  <a:pt x="276684" y="28087"/>
                  <a:pt x="275271" y="29353"/>
                  <a:pt x="274168" y="30937"/>
                </a:cubicBezTo>
                <a:cubicBezTo>
                  <a:pt x="273066" y="32521"/>
                  <a:pt x="272258" y="34361"/>
                  <a:pt x="271745" y="36458"/>
                </a:cubicBezTo>
                <a:cubicBezTo>
                  <a:pt x="271233" y="38555"/>
                  <a:pt x="270977" y="40752"/>
                  <a:pt x="270977" y="43051"/>
                </a:cubicBezTo>
                <a:cubicBezTo>
                  <a:pt x="270977" y="45939"/>
                  <a:pt x="271295" y="48471"/>
                  <a:pt x="271932" y="50645"/>
                </a:cubicBezTo>
                <a:cubicBezTo>
                  <a:pt x="272569" y="52819"/>
                  <a:pt x="273477" y="54629"/>
                  <a:pt x="274657" y="56073"/>
                </a:cubicBezTo>
                <a:cubicBezTo>
                  <a:pt x="275838" y="57517"/>
                  <a:pt x="277267" y="58604"/>
                  <a:pt x="278944" y="59334"/>
                </a:cubicBezTo>
                <a:cubicBezTo>
                  <a:pt x="280621" y="60064"/>
                  <a:pt x="282516" y="60429"/>
                  <a:pt x="284628" y="60429"/>
                </a:cubicBezTo>
                <a:cubicBezTo>
                  <a:pt x="287051" y="60429"/>
                  <a:pt x="289124" y="59956"/>
                  <a:pt x="290848" y="59008"/>
                </a:cubicBezTo>
                <a:cubicBezTo>
                  <a:pt x="292572" y="58061"/>
                  <a:pt x="293985" y="56795"/>
                  <a:pt x="295088" y="55211"/>
                </a:cubicBezTo>
                <a:cubicBezTo>
                  <a:pt x="296191" y="53627"/>
                  <a:pt x="296998" y="51787"/>
                  <a:pt x="297511" y="49690"/>
                </a:cubicBezTo>
                <a:cubicBezTo>
                  <a:pt x="298023" y="47593"/>
                  <a:pt x="298279" y="45380"/>
                  <a:pt x="298279" y="43051"/>
                </a:cubicBezTo>
                <a:close/>
                <a:moveTo>
                  <a:pt x="354052" y="64716"/>
                </a:moveTo>
                <a:cubicBezTo>
                  <a:pt x="351939" y="65523"/>
                  <a:pt x="349773" y="66121"/>
                  <a:pt x="347552" y="66510"/>
                </a:cubicBezTo>
                <a:cubicBezTo>
                  <a:pt x="345331" y="66898"/>
                  <a:pt x="343040" y="67092"/>
                  <a:pt x="340680" y="67092"/>
                </a:cubicBezTo>
                <a:cubicBezTo>
                  <a:pt x="333287" y="67092"/>
                  <a:pt x="327595" y="65088"/>
                  <a:pt x="323604" y="61082"/>
                </a:cubicBezTo>
                <a:cubicBezTo>
                  <a:pt x="319613" y="57075"/>
                  <a:pt x="317617" y="51220"/>
                  <a:pt x="317617" y="43517"/>
                </a:cubicBezTo>
                <a:cubicBezTo>
                  <a:pt x="317617" y="39820"/>
                  <a:pt x="318192" y="36466"/>
                  <a:pt x="319341" y="33453"/>
                </a:cubicBezTo>
                <a:cubicBezTo>
                  <a:pt x="320490" y="30440"/>
                  <a:pt x="322105" y="27862"/>
                  <a:pt x="324186" y="25719"/>
                </a:cubicBezTo>
                <a:cubicBezTo>
                  <a:pt x="326267" y="23575"/>
                  <a:pt x="328752" y="21921"/>
                  <a:pt x="331641" y="20757"/>
                </a:cubicBezTo>
                <a:cubicBezTo>
                  <a:pt x="334530" y="19592"/>
                  <a:pt x="337713" y="19009"/>
                  <a:pt x="341192" y="19009"/>
                </a:cubicBezTo>
                <a:cubicBezTo>
                  <a:pt x="343615" y="19009"/>
                  <a:pt x="345882" y="19184"/>
                  <a:pt x="347995" y="19534"/>
                </a:cubicBezTo>
                <a:cubicBezTo>
                  <a:pt x="350107" y="19882"/>
                  <a:pt x="352126" y="20453"/>
                  <a:pt x="354052" y="21246"/>
                </a:cubicBezTo>
                <a:lnTo>
                  <a:pt x="354052" y="28980"/>
                </a:lnTo>
                <a:cubicBezTo>
                  <a:pt x="352033" y="27907"/>
                  <a:pt x="349975" y="27127"/>
                  <a:pt x="347878" y="26639"/>
                </a:cubicBezTo>
                <a:cubicBezTo>
                  <a:pt x="345782" y="26150"/>
                  <a:pt x="343615" y="25905"/>
                  <a:pt x="341379" y="25905"/>
                </a:cubicBezTo>
                <a:cubicBezTo>
                  <a:pt x="339298" y="25905"/>
                  <a:pt x="337333" y="26301"/>
                  <a:pt x="335485" y="27093"/>
                </a:cubicBezTo>
                <a:cubicBezTo>
                  <a:pt x="333637" y="27885"/>
                  <a:pt x="332014" y="29027"/>
                  <a:pt x="330616" y="30518"/>
                </a:cubicBezTo>
                <a:cubicBezTo>
                  <a:pt x="329218" y="32008"/>
                  <a:pt x="328116" y="33826"/>
                  <a:pt x="327308" y="35969"/>
                </a:cubicBezTo>
                <a:cubicBezTo>
                  <a:pt x="326500" y="38112"/>
                  <a:pt x="326097" y="40535"/>
                  <a:pt x="326097" y="43237"/>
                </a:cubicBezTo>
                <a:cubicBezTo>
                  <a:pt x="326097" y="48890"/>
                  <a:pt x="327471" y="53122"/>
                  <a:pt x="330220" y="55933"/>
                </a:cubicBezTo>
                <a:cubicBezTo>
                  <a:pt x="332969" y="58744"/>
                  <a:pt x="336782" y="60150"/>
                  <a:pt x="341658" y="60150"/>
                </a:cubicBezTo>
                <a:cubicBezTo>
                  <a:pt x="343864" y="60150"/>
                  <a:pt x="345999" y="59901"/>
                  <a:pt x="348065" y="59404"/>
                </a:cubicBezTo>
                <a:cubicBezTo>
                  <a:pt x="350130" y="58907"/>
                  <a:pt x="352126" y="58162"/>
                  <a:pt x="354052" y="57168"/>
                </a:cubicBezTo>
                <a:lnTo>
                  <a:pt x="354052" y="64716"/>
                </a:lnTo>
                <a:close/>
                <a:moveTo>
                  <a:pt x="407168" y="66440"/>
                </a:moveTo>
                <a:lnTo>
                  <a:pt x="399900" y="66440"/>
                </a:lnTo>
                <a:lnTo>
                  <a:pt x="399620" y="58892"/>
                </a:lnTo>
                <a:cubicBezTo>
                  <a:pt x="398223" y="60507"/>
                  <a:pt x="396895" y="61850"/>
                  <a:pt x="395637" y="62922"/>
                </a:cubicBezTo>
                <a:cubicBezTo>
                  <a:pt x="394379" y="63994"/>
                  <a:pt x="393129" y="64856"/>
                  <a:pt x="391886" y="65508"/>
                </a:cubicBezTo>
                <a:cubicBezTo>
                  <a:pt x="390644" y="66160"/>
                  <a:pt x="389393" y="66618"/>
                  <a:pt x="388135" y="66882"/>
                </a:cubicBezTo>
                <a:cubicBezTo>
                  <a:pt x="386877" y="67146"/>
                  <a:pt x="385550" y="67278"/>
                  <a:pt x="384152" y="67278"/>
                </a:cubicBezTo>
                <a:cubicBezTo>
                  <a:pt x="379337" y="67278"/>
                  <a:pt x="375703" y="65865"/>
                  <a:pt x="373249" y="63038"/>
                </a:cubicBezTo>
                <a:cubicBezTo>
                  <a:pt x="370796" y="60212"/>
                  <a:pt x="369569" y="55941"/>
                  <a:pt x="369569" y="50226"/>
                </a:cubicBezTo>
                <a:lnTo>
                  <a:pt x="369569" y="19662"/>
                </a:lnTo>
                <a:lnTo>
                  <a:pt x="377676" y="19662"/>
                </a:lnTo>
                <a:lnTo>
                  <a:pt x="377676" y="49573"/>
                </a:lnTo>
                <a:cubicBezTo>
                  <a:pt x="377676" y="56749"/>
                  <a:pt x="380378" y="60336"/>
                  <a:pt x="385783" y="60336"/>
                </a:cubicBezTo>
                <a:cubicBezTo>
                  <a:pt x="386777" y="60336"/>
                  <a:pt x="387747" y="60189"/>
                  <a:pt x="388695" y="59894"/>
                </a:cubicBezTo>
                <a:cubicBezTo>
                  <a:pt x="389642" y="59598"/>
                  <a:pt x="390636" y="59086"/>
                  <a:pt x="391676" y="58356"/>
                </a:cubicBezTo>
                <a:cubicBezTo>
                  <a:pt x="392717" y="57626"/>
                  <a:pt x="393835" y="56640"/>
                  <a:pt x="395031" y="55397"/>
                </a:cubicBezTo>
                <a:cubicBezTo>
                  <a:pt x="396227" y="54155"/>
                  <a:pt x="397570" y="52586"/>
                  <a:pt x="399061" y="50692"/>
                </a:cubicBezTo>
                <a:lnTo>
                  <a:pt x="399061" y="19662"/>
                </a:lnTo>
                <a:lnTo>
                  <a:pt x="407168" y="19662"/>
                </a:lnTo>
                <a:lnTo>
                  <a:pt x="407168" y="66440"/>
                </a:lnTo>
                <a:close/>
                <a:moveTo>
                  <a:pt x="454787" y="66440"/>
                </a:moveTo>
                <a:lnTo>
                  <a:pt x="454787" y="32847"/>
                </a:lnTo>
                <a:cubicBezTo>
                  <a:pt x="454787" y="31387"/>
                  <a:pt x="454732" y="30191"/>
                  <a:pt x="454624" y="29260"/>
                </a:cubicBezTo>
                <a:cubicBezTo>
                  <a:pt x="454515" y="28328"/>
                  <a:pt x="454344" y="27590"/>
                  <a:pt x="454111" y="27046"/>
                </a:cubicBezTo>
                <a:cubicBezTo>
                  <a:pt x="453878" y="26503"/>
                  <a:pt x="453583" y="26122"/>
                  <a:pt x="453226" y="25905"/>
                </a:cubicBezTo>
                <a:cubicBezTo>
                  <a:pt x="452869" y="25688"/>
                  <a:pt x="452426" y="25579"/>
                  <a:pt x="451898" y="25579"/>
                </a:cubicBezTo>
                <a:cubicBezTo>
                  <a:pt x="451277" y="25579"/>
                  <a:pt x="450702" y="25765"/>
                  <a:pt x="450174" y="26138"/>
                </a:cubicBezTo>
                <a:cubicBezTo>
                  <a:pt x="449646" y="26511"/>
                  <a:pt x="449079" y="27116"/>
                  <a:pt x="448474" y="27955"/>
                </a:cubicBezTo>
                <a:cubicBezTo>
                  <a:pt x="447868" y="28794"/>
                  <a:pt x="447200" y="29904"/>
                  <a:pt x="446470" y="31286"/>
                </a:cubicBezTo>
                <a:cubicBezTo>
                  <a:pt x="445740" y="32668"/>
                  <a:pt x="444878" y="34369"/>
                  <a:pt x="443884" y="36388"/>
                </a:cubicBezTo>
                <a:lnTo>
                  <a:pt x="443884" y="66440"/>
                </a:lnTo>
                <a:lnTo>
                  <a:pt x="436476" y="66440"/>
                </a:lnTo>
                <a:lnTo>
                  <a:pt x="436476" y="33732"/>
                </a:lnTo>
                <a:cubicBezTo>
                  <a:pt x="436476" y="32024"/>
                  <a:pt x="436422" y="30642"/>
                  <a:pt x="436313" y="29586"/>
                </a:cubicBezTo>
                <a:cubicBezTo>
                  <a:pt x="436204" y="28530"/>
                  <a:pt x="436034" y="27706"/>
                  <a:pt x="435801" y="27116"/>
                </a:cubicBezTo>
                <a:cubicBezTo>
                  <a:pt x="435568" y="26526"/>
                  <a:pt x="435265" y="26122"/>
                  <a:pt x="434892" y="25905"/>
                </a:cubicBezTo>
                <a:cubicBezTo>
                  <a:pt x="434519" y="25688"/>
                  <a:pt x="434069" y="25579"/>
                  <a:pt x="433541" y="25579"/>
                </a:cubicBezTo>
                <a:cubicBezTo>
                  <a:pt x="432982" y="25579"/>
                  <a:pt x="432454" y="25734"/>
                  <a:pt x="431957" y="26045"/>
                </a:cubicBezTo>
                <a:cubicBezTo>
                  <a:pt x="431460" y="26355"/>
                  <a:pt x="430909" y="26914"/>
                  <a:pt x="430303" y="27722"/>
                </a:cubicBezTo>
                <a:cubicBezTo>
                  <a:pt x="429697" y="28530"/>
                  <a:pt x="429022" y="29632"/>
                  <a:pt x="428276" y="31030"/>
                </a:cubicBezTo>
                <a:cubicBezTo>
                  <a:pt x="427531" y="32428"/>
                  <a:pt x="426645" y="34214"/>
                  <a:pt x="425620" y="36388"/>
                </a:cubicBezTo>
                <a:lnTo>
                  <a:pt x="425620" y="66440"/>
                </a:lnTo>
                <a:lnTo>
                  <a:pt x="418166" y="66440"/>
                </a:lnTo>
                <a:lnTo>
                  <a:pt x="418166" y="19662"/>
                </a:lnTo>
                <a:lnTo>
                  <a:pt x="424362" y="19662"/>
                </a:lnTo>
                <a:lnTo>
                  <a:pt x="424735" y="28561"/>
                </a:lnTo>
                <a:cubicBezTo>
                  <a:pt x="425543" y="26790"/>
                  <a:pt x="426327" y="25284"/>
                  <a:pt x="427088" y="24041"/>
                </a:cubicBezTo>
                <a:cubicBezTo>
                  <a:pt x="427849" y="22799"/>
                  <a:pt x="428633" y="21797"/>
                  <a:pt x="429441" y="21036"/>
                </a:cubicBezTo>
                <a:cubicBezTo>
                  <a:pt x="430248" y="20275"/>
                  <a:pt x="431110" y="19716"/>
                  <a:pt x="432027" y="19359"/>
                </a:cubicBezTo>
                <a:cubicBezTo>
                  <a:pt x="432943" y="19002"/>
                  <a:pt x="433960" y="18823"/>
                  <a:pt x="435078" y="18823"/>
                </a:cubicBezTo>
                <a:cubicBezTo>
                  <a:pt x="437594" y="18823"/>
                  <a:pt x="439505" y="19646"/>
                  <a:pt x="440809" y="21292"/>
                </a:cubicBezTo>
                <a:cubicBezTo>
                  <a:pt x="442114" y="22939"/>
                  <a:pt x="442766" y="25486"/>
                  <a:pt x="442766" y="28933"/>
                </a:cubicBezTo>
                <a:cubicBezTo>
                  <a:pt x="443512" y="27318"/>
                  <a:pt x="444241" y="25882"/>
                  <a:pt x="444956" y="24624"/>
                </a:cubicBezTo>
                <a:cubicBezTo>
                  <a:pt x="445670" y="23366"/>
                  <a:pt x="446439" y="22310"/>
                  <a:pt x="447262" y="21455"/>
                </a:cubicBezTo>
                <a:cubicBezTo>
                  <a:pt x="448085" y="20601"/>
                  <a:pt x="448994" y="19949"/>
                  <a:pt x="449988" y="19499"/>
                </a:cubicBezTo>
                <a:cubicBezTo>
                  <a:pt x="450982" y="19048"/>
                  <a:pt x="452131" y="18823"/>
                  <a:pt x="453436" y="18823"/>
                </a:cubicBezTo>
                <a:cubicBezTo>
                  <a:pt x="459306" y="18823"/>
                  <a:pt x="462241" y="23342"/>
                  <a:pt x="462241" y="32381"/>
                </a:cubicBezTo>
                <a:lnTo>
                  <a:pt x="462241" y="66440"/>
                </a:lnTo>
                <a:lnTo>
                  <a:pt x="454787" y="66440"/>
                </a:lnTo>
                <a:close/>
                <a:moveTo>
                  <a:pt x="512795" y="40581"/>
                </a:moveTo>
                <a:cubicBezTo>
                  <a:pt x="512795" y="41731"/>
                  <a:pt x="512780" y="42693"/>
                  <a:pt x="512749" y="43470"/>
                </a:cubicBezTo>
                <a:cubicBezTo>
                  <a:pt x="512718" y="44246"/>
                  <a:pt x="512671" y="44976"/>
                  <a:pt x="512609" y="45660"/>
                </a:cubicBezTo>
                <a:lnTo>
                  <a:pt x="479762" y="45660"/>
                </a:lnTo>
                <a:cubicBezTo>
                  <a:pt x="479762" y="50443"/>
                  <a:pt x="481097" y="54116"/>
                  <a:pt x="483769" y="56679"/>
                </a:cubicBezTo>
                <a:cubicBezTo>
                  <a:pt x="486440" y="59241"/>
                  <a:pt x="490291" y="60522"/>
                  <a:pt x="495323" y="60522"/>
                </a:cubicBezTo>
                <a:cubicBezTo>
                  <a:pt x="496690" y="60522"/>
                  <a:pt x="498057" y="60467"/>
                  <a:pt x="499423" y="60357"/>
                </a:cubicBezTo>
                <a:cubicBezTo>
                  <a:pt x="500790" y="60245"/>
                  <a:pt x="502110" y="60094"/>
                  <a:pt x="503384" y="59904"/>
                </a:cubicBezTo>
                <a:cubicBezTo>
                  <a:pt x="504657" y="59712"/>
                  <a:pt x="505876" y="59498"/>
                  <a:pt x="507041" y="59260"/>
                </a:cubicBezTo>
                <a:cubicBezTo>
                  <a:pt x="508206" y="59021"/>
                  <a:pt x="509285" y="58759"/>
                  <a:pt x="510279" y="58472"/>
                </a:cubicBezTo>
                <a:lnTo>
                  <a:pt x="510279" y="65135"/>
                </a:lnTo>
                <a:cubicBezTo>
                  <a:pt x="508074" y="65770"/>
                  <a:pt x="505581" y="66286"/>
                  <a:pt x="502801" y="66683"/>
                </a:cubicBezTo>
                <a:cubicBezTo>
                  <a:pt x="500021" y="67080"/>
                  <a:pt x="497140" y="67278"/>
                  <a:pt x="494159" y="67278"/>
                </a:cubicBezTo>
                <a:cubicBezTo>
                  <a:pt x="490152" y="67278"/>
                  <a:pt x="486704" y="66735"/>
                  <a:pt x="483815" y="65648"/>
                </a:cubicBezTo>
                <a:cubicBezTo>
                  <a:pt x="480927" y="64560"/>
                  <a:pt x="478558" y="62984"/>
                  <a:pt x="476710" y="60919"/>
                </a:cubicBezTo>
                <a:cubicBezTo>
                  <a:pt x="474862" y="58853"/>
                  <a:pt x="473495" y="56321"/>
                  <a:pt x="472610" y="53324"/>
                </a:cubicBezTo>
                <a:cubicBezTo>
                  <a:pt x="471725" y="50327"/>
                  <a:pt x="471282" y="46933"/>
                  <a:pt x="471282" y="43144"/>
                </a:cubicBezTo>
                <a:cubicBezTo>
                  <a:pt x="471282" y="39851"/>
                  <a:pt x="471756" y="36737"/>
                  <a:pt x="472703" y="33802"/>
                </a:cubicBezTo>
                <a:cubicBezTo>
                  <a:pt x="473650" y="30867"/>
                  <a:pt x="475033" y="28289"/>
                  <a:pt x="476850" y="26068"/>
                </a:cubicBezTo>
                <a:cubicBezTo>
                  <a:pt x="478667" y="23847"/>
                  <a:pt x="480895" y="22084"/>
                  <a:pt x="483536" y="20780"/>
                </a:cubicBezTo>
                <a:cubicBezTo>
                  <a:pt x="486176" y="19475"/>
                  <a:pt x="489173" y="18823"/>
                  <a:pt x="492528" y="18823"/>
                </a:cubicBezTo>
                <a:cubicBezTo>
                  <a:pt x="495789" y="18823"/>
                  <a:pt x="498678" y="19336"/>
                  <a:pt x="501194" y="20361"/>
                </a:cubicBezTo>
                <a:cubicBezTo>
                  <a:pt x="503710" y="21386"/>
                  <a:pt x="505830" y="22838"/>
                  <a:pt x="507554" y="24717"/>
                </a:cubicBezTo>
                <a:cubicBezTo>
                  <a:pt x="509278" y="26596"/>
                  <a:pt x="510582" y="28879"/>
                  <a:pt x="511467" y="31566"/>
                </a:cubicBezTo>
                <a:cubicBezTo>
                  <a:pt x="512353" y="34253"/>
                  <a:pt x="512795" y="37258"/>
                  <a:pt x="512795" y="40581"/>
                </a:cubicBezTo>
                <a:moveTo>
                  <a:pt x="504362" y="39416"/>
                </a:moveTo>
                <a:cubicBezTo>
                  <a:pt x="504455" y="37335"/>
                  <a:pt x="504253" y="35433"/>
                  <a:pt x="503756" y="33709"/>
                </a:cubicBezTo>
                <a:cubicBezTo>
                  <a:pt x="503259" y="31985"/>
                  <a:pt x="502491" y="30502"/>
                  <a:pt x="501450" y="29260"/>
                </a:cubicBezTo>
                <a:cubicBezTo>
                  <a:pt x="500410" y="28017"/>
                  <a:pt x="499113" y="27046"/>
                  <a:pt x="497560" y="26348"/>
                </a:cubicBezTo>
                <a:cubicBezTo>
                  <a:pt x="496007" y="25649"/>
                  <a:pt x="494205" y="25299"/>
                  <a:pt x="492155" y="25299"/>
                </a:cubicBezTo>
                <a:cubicBezTo>
                  <a:pt x="490385" y="25299"/>
                  <a:pt x="488769" y="25641"/>
                  <a:pt x="487310" y="26324"/>
                </a:cubicBezTo>
                <a:cubicBezTo>
                  <a:pt x="485850" y="27008"/>
                  <a:pt x="484592" y="27970"/>
                  <a:pt x="483536" y="29213"/>
                </a:cubicBezTo>
                <a:cubicBezTo>
                  <a:pt x="482480" y="30455"/>
                  <a:pt x="481625" y="31946"/>
                  <a:pt x="480973" y="33686"/>
                </a:cubicBezTo>
                <a:cubicBezTo>
                  <a:pt x="480321" y="35425"/>
                  <a:pt x="479917" y="37335"/>
                  <a:pt x="479762" y="39416"/>
                </a:cubicBezTo>
                <a:lnTo>
                  <a:pt x="504362" y="39416"/>
                </a:lnTo>
                <a:close/>
                <a:moveTo>
                  <a:pt x="525144" y="19662"/>
                </a:moveTo>
                <a:lnTo>
                  <a:pt x="532366" y="19662"/>
                </a:lnTo>
                <a:lnTo>
                  <a:pt x="532692" y="27210"/>
                </a:lnTo>
                <a:cubicBezTo>
                  <a:pt x="534059" y="25594"/>
                  <a:pt x="535379" y="24251"/>
                  <a:pt x="536652" y="23179"/>
                </a:cubicBezTo>
                <a:cubicBezTo>
                  <a:pt x="537926" y="22108"/>
                  <a:pt x="539176" y="21246"/>
                  <a:pt x="540403" y="20593"/>
                </a:cubicBezTo>
                <a:cubicBezTo>
                  <a:pt x="541630" y="19941"/>
                  <a:pt x="542880" y="19483"/>
                  <a:pt x="544153" y="19219"/>
                </a:cubicBezTo>
                <a:cubicBezTo>
                  <a:pt x="545427" y="18955"/>
                  <a:pt x="546747" y="18823"/>
                  <a:pt x="548114" y="18823"/>
                </a:cubicBezTo>
                <a:cubicBezTo>
                  <a:pt x="552928" y="18823"/>
                  <a:pt x="556570" y="20244"/>
                  <a:pt x="559039" y="23086"/>
                </a:cubicBezTo>
                <a:cubicBezTo>
                  <a:pt x="561509" y="25928"/>
                  <a:pt x="562743" y="30207"/>
                  <a:pt x="562743" y="35922"/>
                </a:cubicBezTo>
                <a:lnTo>
                  <a:pt x="562743" y="66440"/>
                </a:lnTo>
                <a:lnTo>
                  <a:pt x="554636" y="66440"/>
                </a:lnTo>
                <a:lnTo>
                  <a:pt x="554636" y="36574"/>
                </a:lnTo>
                <a:cubicBezTo>
                  <a:pt x="554636" y="32909"/>
                  <a:pt x="553953" y="30199"/>
                  <a:pt x="552586" y="28444"/>
                </a:cubicBezTo>
                <a:cubicBezTo>
                  <a:pt x="551220" y="26689"/>
                  <a:pt x="549185" y="25812"/>
                  <a:pt x="546483" y="25812"/>
                </a:cubicBezTo>
                <a:cubicBezTo>
                  <a:pt x="545489" y="25812"/>
                  <a:pt x="544518" y="25959"/>
                  <a:pt x="543571" y="26254"/>
                </a:cubicBezTo>
                <a:cubicBezTo>
                  <a:pt x="542624" y="26549"/>
                  <a:pt x="541637" y="27062"/>
                  <a:pt x="540612" y="27792"/>
                </a:cubicBezTo>
                <a:cubicBezTo>
                  <a:pt x="539587" y="28522"/>
                  <a:pt x="538477" y="29508"/>
                  <a:pt x="537281" y="30750"/>
                </a:cubicBezTo>
                <a:cubicBezTo>
                  <a:pt x="536085" y="31993"/>
                  <a:pt x="534742" y="33546"/>
                  <a:pt x="533251" y="35410"/>
                </a:cubicBezTo>
                <a:lnTo>
                  <a:pt x="533251" y="66440"/>
                </a:lnTo>
                <a:lnTo>
                  <a:pt x="525144" y="66440"/>
                </a:lnTo>
                <a:lnTo>
                  <a:pt x="525144" y="19662"/>
                </a:lnTo>
                <a:close/>
                <a:moveTo>
                  <a:pt x="614695" y="65741"/>
                </a:moveTo>
                <a:cubicBezTo>
                  <a:pt x="612862" y="66223"/>
                  <a:pt x="610968" y="66569"/>
                  <a:pt x="609011" y="66777"/>
                </a:cubicBezTo>
                <a:cubicBezTo>
                  <a:pt x="607054" y="66987"/>
                  <a:pt x="605066" y="67092"/>
                  <a:pt x="603047" y="67092"/>
                </a:cubicBezTo>
                <a:cubicBezTo>
                  <a:pt x="597177" y="67092"/>
                  <a:pt x="592797" y="65764"/>
                  <a:pt x="589908" y="63108"/>
                </a:cubicBezTo>
                <a:cubicBezTo>
                  <a:pt x="587020" y="60453"/>
                  <a:pt x="585575" y="56376"/>
                  <a:pt x="585575" y="50878"/>
                </a:cubicBezTo>
                <a:lnTo>
                  <a:pt x="585575" y="26464"/>
                </a:lnTo>
                <a:lnTo>
                  <a:pt x="572483" y="26464"/>
                </a:lnTo>
                <a:lnTo>
                  <a:pt x="572483" y="19662"/>
                </a:lnTo>
                <a:lnTo>
                  <a:pt x="585575" y="19662"/>
                </a:lnTo>
                <a:lnTo>
                  <a:pt x="585575" y="6762"/>
                </a:lnTo>
                <a:lnTo>
                  <a:pt x="593682" y="4659"/>
                </a:lnTo>
                <a:lnTo>
                  <a:pt x="593682" y="19662"/>
                </a:lnTo>
                <a:lnTo>
                  <a:pt x="614695" y="19662"/>
                </a:lnTo>
                <a:lnTo>
                  <a:pt x="614695" y="26464"/>
                </a:lnTo>
                <a:lnTo>
                  <a:pt x="593682" y="26464"/>
                </a:lnTo>
                <a:lnTo>
                  <a:pt x="593682" y="50226"/>
                </a:lnTo>
                <a:cubicBezTo>
                  <a:pt x="593682" y="53580"/>
                  <a:pt x="594575" y="56089"/>
                  <a:pt x="596361" y="57750"/>
                </a:cubicBezTo>
                <a:cubicBezTo>
                  <a:pt x="598147" y="59412"/>
                  <a:pt x="600780" y="60243"/>
                  <a:pt x="604259" y="60243"/>
                </a:cubicBezTo>
                <a:cubicBezTo>
                  <a:pt x="605750" y="60243"/>
                  <a:pt x="607380" y="60123"/>
                  <a:pt x="609151" y="59883"/>
                </a:cubicBezTo>
                <a:cubicBezTo>
                  <a:pt x="610921" y="59643"/>
                  <a:pt x="612769" y="59265"/>
                  <a:pt x="614695" y="58752"/>
                </a:cubicBezTo>
                <a:lnTo>
                  <a:pt x="614695" y="65741"/>
                </a:lnTo>
                <a:close/>
                <a:moveTo>
                  <a:pt x="665901" y="53674"/>
                </a:moveTo>
                <a:cubicBezTo>
                  <a:pt x="665901" y="55320"/>
                  <a:pt x="665622" y="56795"/>
                  <a:pt x="665063" y="58100"/>
                </a:cubicBezTo>
                <a:cubicBezTo>
                  <a:pt x="664504" y="59404"/>
                  <a:pt x="663743" y="60561"/>
                  <a:pt x="662780" y="61571"/>
                </a:cubicBezTo>
                <a:cubicBezTo>
                  <a:pt x="661817" y="62580"/>
                  <a:pt x="660699" y="63442"/>
                  <a:pt x="659425" y="64157"/>
                </a:cubicBezTo>
                <a:cubicBezTo>
                  <a:pt x="658152" y="64871"/>
                  <a:pt x="656793" y="65461"/>
                  <a:pt x="655348" y="65927"/>
                </a:cubicBezTo>
                <a:cubicBezTo>
                  <a:pt x="653904" y="66393"/>
                  <a:pt x="652421" y="66735"/>
                  <a:pt x="650899" y="66952"/>
                </a:cubicBezTo>
                <a:cubicBezTo>
                  <a:pt x="649377" y="67170"/>
                  <a:pt x="647886" y="67278"/>
                  <a:pt x="646426" y="67278"/>
                </a:cubicBezTo>
                <a:cubicBezTo>
                  <a:pt x="643258" y="67278"/>
                  <a:pt x="640346" y="67139"/>
                  <a:pt x="637690" y="66859"/>
                </a:cubicBezTo>
                <a:cubicBezTo>
                  <a:pt x="635034" y="66579"/>
                  <a:pt x="632433" y="66129"/>
                  <a:pt x="629886" y="65508"/>
                </a:cubicBezTo>
                <a:lnTo>
                  <a:pt x="629886" y="58053"/>
                </a:lnTo>
                <a:cubicBezTo>
                  <a:pt x="632619" y="58830"/>
                  <a:pt x="635337" y="59420"/>
                  <a:pt x="638040" y="59824"/>
                </a:cubicBezTo>
                <a:cubicBezTo>
                  <a:pt x="640742" y="60227"/>
                  <a:pt x="643429" y="60429"/>
                  <a:pt x="646100" y="60429"/>
                </a:cubicBezTo>
                <a:cubicBezTo>
                  <a:pt x="649983" y="60429"/>
                  <a:pt x="652856" y="59901"/>
                  <a:pt x="654719" y="58845"/>
                </a:cubicBezTo>
                <a:cubicBezTo>
                  <a:pt x="656583" y="57789"/>
                  <a:pt x="657515" y="56283"/>
                  <a:pt x="657515" y="54326"/>
                </a:cubicBezTo>
                <a:cubicBezTo>
                  <a:pt x="657515" y="53487"/>
                  <a:pt x="657367" y="52734"/>
                  <a:pt x="657072" y="52066"/>
                </a:cubicBezTo>
                <a:cubicBezTo>
                  <a:pt x="656777" y="51398"/>
                  <a:pt x="656241" y="50762"/>
                  <a:pt x="655465" y="50156"/>
                </a:cubicBezTo>
                <a:cubicBezTo>
                  <a:pt x="654688" y="49550"/>
                  <a:pt x="653485" y="48921"/>
                  <a:pt x="651854" y="48269"/>
                </a:cubicBezTo>
                <a:cubicBezTo>
                  <a:pt x="650223" y="47617"/>
                  <a:pt x="647995" y="46871"/>
                  <a:pt x="645168" y="46033"/>
                </a:cubicBezTo>
                <a:cubicBezTo>
                  <a:pt x="643056" y="45411"/>
                  <a:pt x="641107" y="44705"/>
                  <a:pt x="639321" y="43913"/>
                </a:cubicBezTo>
                <a:cubicBezTo>
                  <a:pt x="637535" y="43121"/>
                  <a:pt x="635989" y="42181"/>
                  <a:pt x="634685" y="41094"/>
                </a:cubicBezTo>
                <a:cubicBezTo>
                  <a:pt x="633380" y="40007"/>
                  <a:pt x="632355" y="38733"/>
                  <a:pt x="631610" y="37273"/>
                </a:cubicBezTo>
                <a:cubicBezTo>
                  <a:pt x="630864" y="35813"/>
                  <a:pt x="630492" y="34090"/>
                  <a:pt x="630492" y="32102"/>
                </a:cubicBezTo>
                <a:cubicBezTo>
                  <a:pt x="630492" y="30797"/>
                  <a:pt x="630795" y="29368"/>
                  <a:pt x="631400" y="27815"/>
                </a:cubicBezTo>
                <a:cubicBezTo>
                  <a:pt x="632006" y="26262"/>
                  <a:pt x="633039" y="24818"/>
                  <a:pt x="634499" y="23482"/>
                </a:cubicBezTo>
                <a:cubicBezTo>
                  <a:pt x="635958" y="22147"/>
                  <a:pt x="637931" y="21036"/>
                  <a:pt x="640416" y="20151"/>
                </a:cubicBezTo>
                <a:cubicBezTo>
                  <a:pt x="642901" y="19266"/>
                  <a:pt x="646007" y="18823"/>
                  <a:pt x="649734" y="18823"/>
                </a:cubicBezTo>
                <a:cubicBezTo>
                  <a:pt x="651567" y="18823"/>
                  <a:pt x="653601" y="18924"/>
                  <a:pt x="655838" y="19126"/>
                </a:cubicBezTo>
                <a:cubicBezTo>
                  <a:pt x="658074" y="19328"/>
                  <a:pt x="660403" y="19677"/>
                  <a:pt x="662826" y="20174"/>
                </a:cubicBezTo>
                <a:lnTo>
                  <a:pt x="662826" y="27396"/>
                </a:lnTo>
                <a:cubicBezTo>
                  <a:pt x="660279" y="26775"/>
                  <a:pt x="657864" y="26316"/>
                  <a:pt x="655581" y="26021"/>
                </a:cubicBezTo>
                <a:cubicBezTo>
                  <a:pt x="653298" y="25726"/>
                  <a:pt x="651318" y="25579"/>
                  <a:pt x="649641" y="25579"/>
                </a:cubicBezTo>
                <a:cubicBezTo>
                  <a:pt x="647622" y="25579"/>
                  <a:pt x="645921" y="25734"/>
                  <a:pt x="644539" y="26045"/>
                </a:cubicBezTo>
                <a:cubicBezTo>
                  <a:pt x="643157" y="26355"/>
                  <a:pt x="642039" y="26782"/>
                  <a:pt x="641184" y="27326"/>
                </a:cubicBezTo>
                <a:cubicBezTo>
                  <a:pt x="640330" y="27870"/>
                  <a:pt x="639717" y="28506"/>
                  <a:pt x="639344" y="29236"/>
                </a:cubicBezTo>
                <a:cubicBezTo>
                  <a:pt x="638971" y="29966"/>
                  <a:pt x="638785" y="30750"/>
                  <a:pt x="638785" y="31589"/>
                </a:cubicBezTo>
                <a:cubicBezTo>
                  <a:pt x="638785" y="32428"/>
                  <a:pt x="638948" y="33189"/>
                  <a:pt x="639274" y="33872"/>
                </a:cubicBezTo>
                <a:cubicBezTo>
                  <a:pt x="639600" y="34555"/>
                  <a:pt x="640206" y="35215"/>
                  <a:pt x="641091" y="35852"/>
                </a:cubicBezTo>
                <a:cubicBezTo>
                  <a:pt x="641977" y="36489"/>
                  <a:pt x="643211" y="37126"/>
                  <a:pt x="644795" y="37762"/>
                </a:cubicBezTo>
                <a:cubicBezTo>
                  <a:pt x="646379" y="38399"/>
                  <a:pt x="648445" y="39090"/>
                  <a:pt x="650992" y="39836"/>
                </a:cubicBezTo>
                <a:cubicBezTo>
                  <a:pt x="653756" y="40643"/>
                  <a:pt x="656086" y="41490"/>
                  <a:pt x="657981" y="42375"/>
                </a:cubicBezTo>
                <a:cubicBezTo>
                  <a:pt x="659875" y="43260"/>
                  <a:pt x="661413" y="44246"/>
                  <a:pt x="662593" y="45334"/>
                </a:cubicBezTo>
                <a:cubicBezTo>
                  <a:pt x="663774" y="46421"/>
                  <a:pt x="664620" y="47648"/>
                  <a:pt x="665133" y="49014"/>
                </a:cubicBezTo>
                <a:cubicBezTo>
                  <a:pt x="665645" y="50381"/>
                  <a:pt x="665901" y="51934"/>
                  <a:pt x="665901" y="53674"/>
                </a:cubicBezTo>
                <a:close/>
                <a:moveTo>
                  <a:pt x="738637" y="19662"/>
                </a:moveTo>
                <a:lnTo>
                  <a:pt x="746045" y="19662"/>
                </a:lnTo>
                <a:lnTo>
                  <a:pt x="746278" y="28259"/>
                </a:lnTo>
                <a:cubicBezTo>
                  <a:pt x="749042" y="24943"/>
                  <a:pt x="751768" y="22542"/>
                  <a:pt x="754455" y="21055"/>
                </a:cubicBezTo>
                <a:cubicBezTo>
                  <a:pt x="757142" y="19567"/>
                  <a:pt x="759852" y="18823"/>
                  <a:pt x="762585" y="18823"/>
                </a:cubicBezTo>
                <a:cubicBezTo>
                  <a:pt x="767431" y="18823"/>
                  <a:pt x="771103" y="20388"/>
                  <a:pt x="773604" y="23517"/>
                </a:cubicBezTo>
                <a:cubicBezTo>
                  <a:pt x="776104" y="26647"/>
                  <a:pt x="777261" y="31294"/>
                  <a:pt x="777075" y="37460"/>
                </a:cubicBezTo>
                <a:lnTo>
                  <a:pt x="768875" y="37460"/>
                </a:lnTo>
                <a:cubicBezTo>
                  <a:pt x="768968" y="33376"/>
                  <a:pt x="768370" y="30414"/>
                  <a:pt x="767081" y="28574"/>
                </a:cubicBezTo>
                <a:cubicBezTo>
                  <a:pt x="765792" y="26732"/>
                  <a:pt x="763905" y="25812"/>
                  <a:pt x="761420" y="25812"/>
                </a:cubicBezTo>
                <a:cubicBezTo>
                  <a:pt x="760333" y="25812"/>
                  <a:pt x="759238" y="26005"/>
                  <a:pt x="758135" y="26393"/>
                </a:cubicBezTo>
                <a:cubicBezTo>
                  <a:pt x="757033" y="26779"/>
                  <a:pt x="755899" y="27397"/>
                  <a:pt x="754734" y="28248"/>
                </a:cubicBezTo>
                <a:cubicBezTo>
                  <a:pt x="753570" y="29098"/>
                  <a:pt x="752335" y="30188"/>
                  <a:pt x="751030" y="31519"/>
                </a:cubicBezTo>
                <a:cubicBezTo>
                  <a:pt x="749726" y="32849"/>
                  <a:pt x="748328" y="34457"/>
                  <a:pt x="746837" y="36344"/>
                </a:cubicBezTo>
                <a:lnTo>
                  <a:pt x="746837" y="66440"/>
                </a:lnTo>
                <a:lnTo>
                  <a:pt x="738637" y="66440"/>
                </a:lnTo>
                <a:lnTo>
                  <a:pt x="738637" y="19662"/>
                </a:lnTo>
                <a:close/>
                <a:moveTo>
                  <a:pt x="828095" y="40581"/>
                </a:moveTo>
                <a:cubicBezTo>
                  <a:pt x="828095" y="41731"/>
                  <a:pt x="828079" y="42693"/>
                  <a:pt x="828048" y="43470"/>
                </a:cubicBezTo>
                <a:cubicBezTo>
                  <a:pt x="828017" y="44246"/>
                  <a:pt x="827970" y="44976"/>
                  <a:pt x="827908" y="45660"/>
                </a:cubicBezTo>
                <a:lnTo>
                  <a:pt x="795061" y="45660"/>
                </a:lnTo>
                <a:cubicBezTo>
                  <a:pt x="795061" y="50443"/>
                  <a:pt x="796397" y="54116"/>
                  <a:pt x="799068" y="56679"/>
                </a:cubicBezTo>
                <a:cubicBezTo>
                  <a:pt x="801739" y="59241"/>
                  <a:pt x="805591" y="60522"/>
                  <a:pt x="810623" y="60522"/>
                </a:cubicBezTo>
                <a:cubicBezTo>
                  <a:pt x="811989" y="60522"/>
                  <a:pt x="813356" y="60467"/>
                  <a:pt x="814723" y="60357"/>
                </a:cubicBezTo>
                <a:cubicBezTo>
                  <a:pt x="816089" y="60245"/>
                  <a:pt x="817410" y="60094"/>
                  <a:pt x="818683" y="59904"/>
                </a:cubicBezTo>
                <a:cubicBezTo>
                  <a:pt x="819957" y="59712"/>
                  <a:pt x="821176" y="59498"/>
                  <a:pt x="822340" y="59260"/>
                </a:cubicBezTo>
                <a:cubicBezTo>
                  <a:pt x="823505" y="59021"/>
                  <a:pt x="824585" y="58759"/>
                  <a:pt x="825579" y="58472"/>
                </a:cubicBezTo>
                <a:lnTo>
                  <a:pt x="825579" y="65135"/>
                </a:lnTo>
                <a:cubicBezTo>
                  <a:pt x="823373" y="65770"/>
                  <a:pt x="820881" y="66286"/>
                  <a:pt x="818101" y="66683"/>
                </a:cubicBezTo>
                <a:cubicBezTo>
                  <a:pt x="815321" y="67080"/>
                  <a:pt x="812440" y="67278"/>
                  <a:pt x="809458" y="67278"/>
                </a:cubicBezTo>
                <a:cubicBezTo>
                  <a:pt x="805451" y="67278"/>
                  <a:pt x="802003" y="66735"/>
                  <a:pt x="799115" y="65648"/>
                </a:cubicBezTo>
                <a:cubicBezTo>
                  <a:pt x="796226" y="64560"/>
                  <a:pt x="793857" y="62984"/>
                  <a:pt x="792009" y="60919"/>
                </a:cubicBezTo>
                <a:cubicBezTo>
                  <a:pt x="790161" y="58853"/>
                  <a:pt x="788795" y="56321"/>
                  <a:pt x="787909" y="53324"/>
                </a:cubicBezTo>
                <a:cubicBezTo>
                  <a:pt x="787024" y="50327"/>
                  <a:pt x="786581" y="46933"/>
                  <a:pt x="786581" y="43144"/>
                </a:cubicBezTo>
                <a:cubicBezTo>
                  <a:pt x="786581" y="39851"/>
                  <a:pt x="787055" y="36737"/>
                  <a:pt x="788002" y="33802"/>
                </a:cubicBezTo>
                <a:cubicBezTo>
                  <a:pt x="788950" y="30867"/>
                  <a:pt x="790332" y="28289"/>
                  <a:pt x="792149" y="26068"/>
                </a:cubicBezTo>
                <a:cubicBezTo>
                  <a:pt x="793966" y="23847"/>
                  <a:pt x="796195" y="22084"/>
                  <a:pt x="798835" y="20780"/>
                </a:cubicBezTo>
                <a:cubicBezTo>
                  <a:pt x="801475" y="19475"/>
                  <a:pt x="804473" y="18823"/>
                  <a:pt x="807827" y="18823"/>
                </a:cubicBezTo>
                <a:cubicBezTo>
                  <a:pt x="811089" y="18823"/>
                  <a:pt x="813977" y="19336"/>
                  <a:pt x="816493" y="20361"/>
                </a:cubicBezTo>
                <a:cubicBezTo>
                  <a:pt x="819009" y="21386"/>
                  <a:pt x="821129" y="22838"/>
                  <a:pt x="822853" y="24717"/>
                </a:cubicBezTo>
                <a:cubicBezTo>
                  <a:pt x="824577" y="26596"/>
                  <a:pt x="825881" y="28879"/>
                  <a:pt x="826767" y="31566"/>
                </a:cubicBezTo>
                <a:cubicBezTo>
                  <a:pt x="827652" y="34253"/>
                  <a:pt x="828095" y="37258"/>
                  <a:pt x="828095" y="40581"/>
                </a:cubicBezTo>
                <a:moveTo>
                  <a:pt x="819661" y="39416"/>
                </a:moveTo>
                <a:cubicBezTo>
                  <a:pt x="819755" y="37335"/>
                  <a:pt x="819553" y="35433"/>
                  <a:pt x="819056" y="33709"/>
                </a:cubicBezTo>
                <a:cubicBezTo>
                  <a:pt x="818559" y="31985"/>
                  <a:pt x="817790" y="30502"/>
                  <a:pt x="816750" y="29260"/>
                </a:cubicBezTo>
                <a:cubicBezTo>
                  <a:pt x="815709" y="28017"/>
                  <a:pt x="814412" y="27046"/>
                  <a:pt x="812859" y="26348"/>
                </a:cubicBezTo>
                <a:cubicBezTo>
                  <a:pt x="811306" y="25649"/>
                  <a:pt x="809505" y="25299"/>
                  <a:pt x="807454" y="25299"/>
                </a:cubicBezTo>
                <a:cubicBezTo>
                  <a:pt x="805684" y="25299"/>
                  <a:pt x="804069" y="25641"/>
                  <a:pt x="802609" y="26324"/>
                </a:cubicBezTo>
                <a:cubicBezTo>
                  <a:pt x="801149" y="27008"/>
                  <a:pt x="799891" y="27970"/>
                  <a:pt x="798835" y="29213"/>
                </a:cubicBezTo>
                <a:cubicBezTo>
                  <a:pt x="797779" y="30455"/>
                  <a:pt x="796925" y="31946"/>
                  <a:pt x="796272" y="33686"/>
                </a:cubicBezTo>
                <a:cubicBezTo>
                  <a:pt x="795620" y="35425"/>
                  <a:pt x="795216" y="37335"/>
                  <a:pt x="795061" y="39416"/>
                </a:cubicBezTo>
                <a:lnTo>
                  <a:pt x="819661" y="39416"/>
                </a:lnTo>
                <a:close/>
                <a:moveTo>
                  <a:pt x="856378" y="7222"/>
                </a:moveTo>
                <a:lnTo>
                  <a:pt x="842540" y="7222"/>
                </a:lnTo>
                <a:lnTo>
                  <a:pt x="842540" y="559"/>
                </a:lnTo>
                <a:lnTo>
                  <a:pt x="864578" y="559"/>
                </a:lnTo>
                <a:lnTo>
                  <a:pt x="864578" y="59684"/>
                </a:lnTo>
                <a:lnTo>
                  <a:pt x="878509" y="59684"/>
                </a:lnTo>
                <a:lnTo>
                  <a:pt x="878509" y="66440"/>
                </a:lnTo>
                <a:lnTo>
                  <a:pt x="841003" y="66440"/>
                </a:lnTo>
                <a:lnTo>
                  <a:pt x="841003" y="59684"/>
                </a:lnTo>
                <a:lnTo>
                  <a:pt x="856378" y="59684"/>
                </a:lnTo>
                <a:lnTo>
                  <a:pt x="856378" y="7222"/>
                </a:lnTo>
                <a:close/>
                <a:moveTo>
                  <a:pt x="922353" y="66440"/>
                </a:moveTo>
                <a:lnTo>
                  <a:pt x="922167" y="60137"/>
                </a:lnTo>
                <a:cubicBezTo>
                  <a:pt x="919620" y="62657"/>
                  <a:pt x="917034" y="64478"/>
                  <a:pt x="914410" y="65598"/>
                </a:cubicBezTo>
                <a:cubicBezTo>
                  <a:pt x="911785" y="66718"/>
                  <a:pt x="909028" y="67278"/>
                  <a:pt x="906140" y="67278"/>
                </a:cubicBezTo>
                <a:cubicBezTo>
                  <a:pt x="903468" y="67278"/>
                  <a:pt x="901185" y="66936"/>
                  <a:pt x="899291" y="66252"/>
                </a:cubicBezTo>
                <a:cubicBezTo>
                  <a:pt x="897396" y="65567"/>
                  <a:pt x="895835" y="64626"/>
                  <a:pt x="894608" y="63429"/>
                </a:cubicBezTo>
                <a:cubicBezTo>
                  <a:pt x="893381" y="62231"/>
                  <a:pt x="892481" y="60823"/>
                  <a:pt x="891906" y="59205"/>
                </a:cubicBezTo>
                <a:cubicBezTo>
                  <a:pt x="891331" y="57587"/>
                  <a:pt x="891044" y="55829"/>
                  <a:pt x="891044" y="53931"/>
                </a:cubicBezTo>
                <a:cubicBezTo>
                  <a:pt x="891044" y="49233"/>
                  <a:pt x="892791" y="45554"/>
                  <a:pt x="896285" y="42895"/>
                </a:cubicBezTo>
                <a:cubicBezTo>
                  <a:pt x="899780" y="40234"/>
                  <a:pt x="904944" y="38904"/>
                  <a:pt x="911777" y="38904"/>
                </a:cubicBezTo>
                <a:lnTo>
                  <a:pt x="921468" y="38904"/>
                </a:lnTo>
                <a:lnTo>
                  <a:pt x="921468" y="34818"/>
                </a:lnTo>
                <a:cubicBezTo>
                  <a:pt x="921468" y="32064"/>
                  <a:pt x="920583" y="29858"/>
                  <a:pt x="918813" y="28202"/>
                </a:cubicBezTo>
                <a:cubicBezTo>
                  <a:pt x="917042" y="26547"/>
                  <a:pt x="914340" y="25719"/>
                  <a:pt x="910706" y="25719"/>
                </a:cubicBezTo>
                <a:cubicBezTo>
                  <a:pt x="908065" y="25719"/>
                  <a:pt x="905464" y="26018"/>
                  <a:pt x="902901" y="26617"/>
                </a:cubicBezTo>
                <a:cubicBezTo>
                  <a:pt x="900339" y="27215"/>
                  <a:pt x="897691" y="28065"/>
                  <a:pt x="894958" y="29166"/>
                </a:cubicBezTo>
                <a:lnTo>
                  <a:pt x="894958" y="21851"/>
                </a:lnTo>
                <a:cubicBezTo>
                  <a:pt x="895983" y="21473"/>
                  <a:pt x="897124" y="21102"/>
                  <a:pt x="898382" y="20739"/>
                </a:cubicBezTo>
                <a:cubicBezTo>
                  <a:pt x="899640" y="20376"/>
                  <a:pt x="900968" y="20053"/>
                  <a:pt x="902366" y="19769"/>
                </a:cubicBezTo>
                <a:cubicBezTo>
                  <a:pt x="903763" y="19485"/>
                  <a:pt x="905223" y="19256"/>
                  <a:pt x="906745" y="19084"/>
                </a:cubicBezTo>
                <a:cubicBezTo>
                  <a:pt x="908267" y="18910"/>
                  <a:pt x="909805" y="18823"/>
                  <a:pt x="911358" y="18823"/>
                </a:cubicBezTo>
                <a:cubicBezTo>
                  <a:pt x="914184" y="18823"/>
                  <a:pt x="916731" y="19134"/>
                  <a:pt x="918999" y="19755"/>
                </a:cubicBezTo>
                <a:cubicBezTo>
                  <a:pt x="921266" y="20376"/>
                  <a:pt x="923184" y="21323"/>
                  <a:pt x="924753" y="22597"/>
                </a:cubicBezTo>
                <a:cubicBezTo>
                  <a:pt x="926322" y="23870"/>
                  <a:pt x="927525" y="25470"/>
                  <a:pt x="928364" y="27396"/>
                </a:cubicBezTo>
                <a:cubicBezTo>
                  <a:pt x="929202" y="29322"/>
                  <a:pt x="929622" y="31589"/>
                  <a:pt x="929622" y="34198"/>
                </a:cubicBezTo>
                <a:lnTo>
                  <a:pt x="929622" y="66440"/>
                </a:lnTo>
                <a:lnTo>
                  <a:pt x="922353" y="66440"/>
                </a:lnTo>
                <a:moveTo>
                  <a:pt x="921468" y="45101"/>
                </a:moveTo>
                <a:lnTo>
                  <a:pt x="911171" y="45101"/>
                </a:lnTo>
                <a:cubicBezTo>
                  <a:pt x="909153" y="45101"/>
                  <a:pt x="907413" y="45304"/>
                  <a:pt x="905953" y="45709"/>
                </a:cubicBezTo>
                <a:cubicBezTo>
                  <a:pt x="904493" y="46114"/>
                  <a:pt x="903298" y="46690"/>
                  <a:pt x="902366" y="47438"/>
                </a:cubicBezTo>
                <a:cubicBezTo>
                  <a:pt x="901434" y="48185"/>
                  <a:pt x="900743" y="49081"/>
                  <a:pt x="900292" y="50125"/>
                </a:cubicBezTo>
                <a:cubicBezTo>
                  <a:pt x="899842" y="51169"/>
                  <a:pt x="899617" y="52345"/>
                  <a:pt x="899617" y="53653"/>
                </a:cubicBezTo>
                <a:cubicBezTo>
                  <a:pt x="899617" y="54557"/>
                  <a:pt x="899757" y="55422"/>
                  <a:pt x="900036" y="56248"/>
                </a:cubicBezTo>
                <a:cubicBezTo>
                  <a:pt x="900316" y="57073"/>
                  <a:pt x="900766" y="57805"/>
                  <a:pt x="901387" y="58443"/>
                </a:cubicBezTo>
                <a:cubicBezTo>
                  <a:pt x="902008" y="59082"/>
                  <a:pt x="902816" y="59588"/>
                  <a:pt x="903810" y="59962"/>
                </a:cubicBezTo>
                <a:cubicBezTo>
                  <a:pt x="904804" y="60336"/>
                  <a:pt x="906015" y="60522"/>
                  <a:pt x="907444" y="60522"/>
                </a:cubicBezTo>
                <a:cubicBezTo>
                  <a:pt x="909308" y="60522"/>
                  <a:pt x="911443" y="59954"/>
                  <a:pt x="913851" y="58818"/>
                </a:cubicBezTo>
                <a:cubicBezTo>
                  <a:pt x="916258" y="57680"/>
                  <a:pt x="918797" y="55880"/>
                  <a:pt x="921468" y="53419"/>
                </a:cubicBezTo>
                <a:lnTo>
                  <a:pt x="921468" y="45101"/>
                </a:lnTo>
                <a:close/>
                <a:moveTo>
                  <a:pt x="981853" y="65741"/>
                </a:moveTo>
                <a:cubicBezTo>
                  <a:pt x="980020" y="66223"/>
                  <a:pt x="978126" y="66569"/>
                  <a:pt x="976169" y="66777"/>
                </a:cubicBezTo>
                <a:cubicBezTo>
                  <a:pt x="974212" y="66987"/>
                  <a:pt x="972224" y="67092"/>
                  <a:pt x="970205" y="67092"/>
                </a:cubicBezTo>
                <a:cubicBezTo>
                  <a:pt x="964335" y="67092"/>
                  <a:pt x="959955" y="65764"/>
                  <a:pt x="957066" y="63108"/>
                </a:cubicBezTo>
                <a:cubicBezTo>
                  <a:pt x="954178" y="60453"/>
                  <a:pt x="952733" y="56376"/>
                  <a:pt x="952733" y="50878"/>
                </a:cubicBezTo>
                <a:lnTo>
                  <a:pt x="952733" y="26464"/>
                </a:lnTo>
                <a:lnTo>
                  <a:pt x="939641" y="26464"/>
                </a:lnTo>
                <a:lnTo>
                  <a:pt x="939641" y="19662"/>
                </a:lnTo>
                <a:lnTo>
                  <a:pt x="952733" y="19662"/>
                </a:lnTo>
                <a:lnTo>
                  <a:pt x="952733" y="6762"/>
                </a:lnTo>
                <a:lnTo>
                  <a:pt x="960840" y="4659"/>
                </a:lnTo>
                <a:lnTo>
                  <a:pt x="960840" y="19662"/>
                </a:lnTo>
                <a:lnTo>
                  <a:pt x="981853" y="19662"/>
                </a:lnTo>
                <a:lnTo>
                  <a:pt x="981853" y="26464"/>
                </a:lnTo>
                <a:lnTo>
                  <a:pt x="960840" y="26464"/>
                </a:lnTo>
                <a:lnTo>
                  <a:pt x="960840" y="50226"/>
                </a:lnTo>
                <a:cubicBezTo>
                  <a:pt x="960840" y="53580"/>
                  <a:pt x="961733" y="56089"/>
                  <a:pt x="963519" y="57750"/>
                </a:cubicBezTo>
                <a:cubicBezTo>
                  <a:pt x="965305" y="59412"/>
                  <a:pt x="967938" y="60243"/>
                  <a:pt x="971416" y="60243"/>
                </a:cubicBezTo>
                <a:cubicBezTo>
                  <a:pt x="972907" y="60243"/>
                  <a:pt x="974538" y="60123"/>
                  <a:pt x="976309" y="59883"/>
                </a:cubicBezTo>
                <a:cubicBezTo>
                  <a:pt x="978079" y="59643"/>
                  <a:pt x="979927" y="59265"/>
                  <a:pt x="981853" y="58752"/>
                </a:cubicBezTo>
                <a:lnTo>
                  <a:pt x="981853" y="65741"/>
                </a:lnTo>
                <a:close/>
                <a:moveTo>
                  <a:pt x="1035529" y="40581"/>
                </a:moveTo>
                <a:cubicBezTo>
                  <a:pt x="1035529" y="41731"/>
                  <a:pt x="1035513" y="42693"/>
                  <a:pt x="1035482" y="43470"/>
                </a:cubicBezTo>
                <a:cubicBezTo>
                  <a:pt x="1035451" y="44246"/>
                  <a:pt x="1035404" y="44976"/>
                  <a:pt x="1035342" y="45660"/>
                </a:cubicBezTo>
                <a:lnTo>
                  <a:pt x="1002495" y="45660"/>
                </a:lnTo>
                <a:cubicBezTo>
                  <a:pt x="1002495" y="50443"/>
                  <a:pt x="1003831" y="54116"/>
                  <a:pt x="1006502" y="56679"/>
                </a:cubicBezTo>
                <a:cubicBezTo>
                  <a:pt x="1009173" y="59241"/>
                  <a:pt x="1013025" y="60522"/>
                  <a:pt x="1018057" y="60522"/>
                </a:cubicBezTo>
                <a:cubicBezTo>
                  <a:pt x="1019423" y="60522"/>
                  <a:pt x="1020790" y="60467"/>
                  <a:pt x="1022157" y="60357"/>
                </a:cubicBezTo>
                <a:cubicBezTo>
                  <a:pt x="1023523" y="60245"/>
                  <a:pt x="1024844" y="60094"/>
                  <a:pt x="1026117" y="59904"/>
                </a:cubicBezTo>
                <a:cubicBezTo>
                  <a:pt x="1027391" y="59712"/>
                  <a:pt x="1028610" y="59498"/>
                  <a:pt x="1029774" y="59260"/>
                </a:cubicBezTo>
                <a:cubicBezTo>
                  <a:pt x="1030939" y="59021"/>
                  <a:pt x="1032019" y="58759"/>
                  <a:pt x="1033013" y="58472"/>
                </a:cubicBezTo>
                <a:lnTo>
                  <a:pt x="1033013" y="65135"/>
                </a:lnTo>
                <a:cubicBezTo>
                  <a:pt x="1030807" y="65770"/>
                  <a:pt x="1028315" y="66286"/>
                  <a:pt x="1025535" y="66683"/>
                </a:cubicBezTo>
                <a:cubicBezTo>
                  <a:pt x="1022755" y="67080"/>
                  <a:pt x="1019874" y="67278"/>
                  <a:pt x="1016892" y="67278"/>
                </a:cubicBezTo>
                <a:cubicBezTo>
                  <a:pt x="1012885" y="67278"/>
                  <a:pt x="1009437" y="66735"/>
                  <a:pt x="1006549" y="65648"/>
                </a:cubicBezTo>
                <a:cubicBezTo>
                  <a:pt x="1003660" y="64560"/>
                  <a:pt x="1001291" y="62984"/>
                  <a:pt x="999443" y="60919"/>
                </a:cubicBezTo>
                <a:cubicBezTo>
                  <a:pt x="997595" y="58853"/>
                  <a:pt x="996229" y="56321"/>
                  <a:pt x="995343" y="53324"/>
                </a:cubicBezTo>
                <a:cubicBezTo>
                  <a:pt x="994458" y="50327"/>
                  <a:pt x="994015" y="46933"/>
                  <a:pt x="994015" y="43144"/>
                </a:cubicBezTo>
                <a:cubicBezTo>
                  <a:pt x="994015" y="39851"/>
                  <a:pt x="994489" y="36737"/>
                  <a:pt x="995436" y="33802"/>
                </a:cubicBezTo>
                <a:cubicBezTo>
                  <a:pt x="996384" y="30867"/>
                  <a:pt x="997766" y="28289"/>
                  <a:pt x="999583" y="26068"/>
                </a:cubicBezTo>
                <a:cubicBezTo>
                  <a:pt x="1001400" y="23847"/>
                  <a:pt x="1003629" y="22084"/>
                  <a:pt x="1006269" y="20780"/>
                </a:cubicBezTo>
                <a:cubicBezTo>
                  <a:pt x="1008909" y="19475"/>
                  <a:pt x="1011907" y="18823"/>
                  <a:pt x="1015261" y="18823"/>
                </a:cubicBezTo>
                <a:cubicBezTo>
                  <a:pt x="1018523" y="18823"/>
                  <a:pt x="1021411" y="19336"/>
                  <a:pt x="1023927" y="20361"/>
                </a:cubicBezTo>
                <a:cubicBezTo>
                  <a:pt x="1026443" y="21386"/>
                  <a:pt x="1028563" y="22838"/>
                  <a:pt x="1030287" y="24717"/>
                </a:cubicBezTo>
                <a:cubicBezTo>
                  <a:pt x="1032011" y="26596"/>
                  <a:pt x="1033315" y="28879"/>
                  <a:pt x="1034201" y="31566"/>
                </a:cubicBezTo>
                <a:cubicBezTo>
                  <a:pt x="1035086" y="34253"/>
                  <a:pt x="1035529" y="37258"/>
                  <a:pt x="1035529" y="40581"/>
                </a:cubicBezTo>
                <a:moveTo>
                  <a:pt x="1027095" y="39416"/>
                </a:moveTo>
                <a:cubicBezTo>
                  <a:pt x="1027189" y="37335"/>
                  <a:pt x="1026987" y="35433"/>
                  <a:pt x="1026490" y="33709"/>
                </a:cubicBezTo>
                <a:cubicBezTo>
                  <a:pt x="1025993" y="31985"/>
                  <a:pt x="1025224" y="30502"/>
                  <a:pt x="1024183" y="29260"/>
                </a:cubicBezTo>
                <a:cubicBezTo>
                  <a:pt x="1023143" y="28017"/>
                  <a:pt x="1021846" y="27046"/>
                  <a:pt x="1020293" y="26348"/>
                </a:cubicBezTo>
                <a:cubicBezTo>
                  <a:pt x="1018740" y="25649"/>
                  <a:pt x="1016938" y="25299"/>
                  <a:pt x="1014888" y="25299"/>
                </a:cubicBezTo>
                <a:cubicBezTo>
                  <a:pt x="1013118" y="25299"/>
                  <a:pt x="1011503" y="25641"/>
                  <a:pt x="1010043" y="26324"/>
                </a:cubicBezTo>
                <a:cubicBezTo>
                  <a:pt x="1008583" y="27008"/>
                  <a:pt x="1007325" y="27970"/>
                  <a:pt x="1006269" y="29213"/>
                </a:cubicBezTo>
                <a:cubicBezTo>
                  <a:pt x="1005213" y="30455"/>
                  <a:pt x="1004359" y="31946"/>
                  <a:pt x="1003706" y="33686"/>
                </a:cubicBezTo>
                <a:cubicBezTo>
                  <a:pt x="1003054" y="35425"/>
                  <a:pt x="1002650" y="37335"/>
                  <a:pt x="1002495" y="39416"/>
                </a:cubicBezTo>
                <a:lnTo>
                  <a:pt x="1027095" y="39416"/>
                </a:lnTo>
                <a:close/>
                <a:moveTo>
                  <a:pt x="1045501" y="44029"/>
                </a:moveTo>
                <a:cubicBezTo>
                  <a:pt x="1045501" y="40053"/>
                  <a:pt x="1046045" y="36520"/>
                  <a:pt x="1047132" y="33429"/>
                </a:cubicBezTo>
                <a:cubicBezTo>
                  <a:pt x="1048219" y="30339"/>
                  <a:pt x="1049764" y="27730"/>
                  <a:pt x="1051768" y="25602"/>
                </a:cubicBezTo>
                <a:cubicBezTo>
                  <a:pt x="1053771" y="23474"/>
                  <a:pt x="1056178" y="21859"/>
                  <a:pt x="1058989" y="20757"/>
                </a:cubicBezTo>
                <a:cubicBezTo>
                  <a:pt x="1061800" y="19654"/>
                  <a:pt x="1064930" y="19103"/>
                  <a:pt x="1068378" y="19103"/>
                </a:cubicBezTo>
                <a:cubicBezTo>
                  <a:pt x="1069869" y="19103"/>
                  <a:pt x="1071336" y="19196"/>
                  <a:pt x="1072781" y="19382"/>
                </a:cubicBezTo>
                <a:cubicBezTo>
                  <a:pt x="1074225" y="19568"/>
                  <a:pt x="1075646" y="19864"/>
                  <a:pt x="1077044" y="20267"/>
                </a:cubicBezTo>
                <a:lnTo>
                  <a:pt x="1077044" y="559"/>
                </a:lnTo>
                <a:lnTo>
                  <a:pt x="1085197" y="559"/>
                </a:lnTo>
                <a:lnTo>
                  <a:pt x="1085197" y="66440"/>
                </a:lnTo>
                <a:lnTo>
                  <a:pt x="1077929" y="66440"/>
                </a:lnTo>
                <a:lnTo>
                  <a:pt x="1077649" y="57587"/>
                </a:lnTo>
                <a:cubicBezTo>
                  <a:pt x="1075382" y="60880"/>
                  <a:pt x="1072928" y="63318"/>
                  <a:pt x="1070288" y="64902"/>
                </a:cubicBezTo>
                <a:cubicBezTo>
                  <a:pt x="1067648" y="66486"/>
                  <a:pt x="1064790" y="67278"/>
                  <a:pt x="1061715" y="67278"/>
                </a:cubicBezTo>
                <a:cubicBezTo>
                  <a:pt x="1059044" y="67278"/>
                  <a:pt x="1056691" y="66719"/>
                  <a:pt x="1054656" y="65601"/>
                </a:cubicBezTo>
                <a:cubicBezTo>
                  <a:pt x="1052622" y="64483"/>
                  <a:pt x="1050929" y="62906"/>
                  <a:pt x="1049578" y="60872"/>
                </a:cubicBezTo>
                <a:cubicBezTo>
                  <a:pt x="1048227" y="58837"/>
                  <a:pt x="1047210" y="56391"/>
                  <a:pt x="1046526" y="53534"/>
                </a:cubicBezTo>
                <a:cubicBezTo>
                  <a:pt x="1045843" y="50676"/>
                  <a:pt x="1045501" y="47508"/>
                  <a:pt x="1045501" y="44029"/>
                </a:cubicBezTo>
                <a:moveTo>
                  <a:pt x="1053794" y="43517"/>
                </a:moveTo>
                <a:cubicBezTo>
                  <a:pt x="1053794" y="49170"/>
                  <a:pt x="1054625" y="53386"/>
                  <a:pt x="1056287" y="56166"/>
                </a:cubicBezTo>
                <a:cubicBezTo>
                  <a:pt x="1057949" y="58946"/>
                  <a:pt x="1060302" y="60336"/>
                  <a:pt x="1063346" y="60336"/>
                </a:cubicBezTo>
                <a:cubicBezTo>
                  <a:pt x="1065396" y="60336"/>
                  <a:pt x="1067562" y="59420"/>
                  <a:pt x="1069845" y="57587"/>
                </a:cubicBezTo>
                <a:cubicBezTo>
                  <a:pt x="1072128" y="55755"/>
                  <a:pt x="1074528" y="53037"/>
                  <a:pt x="1077044" y="49434"/>
                </a:cubicBezTo>
                <a:lnTo>
                  <a:pt x="1077044" y="27722"/>
                </a:lnTo>
                <a:cubicBezTo>
                  <a:pt x="1075708" y="27101"/>
                  <a:pt x="1074233" y="26627"/>
                  <a:pt x="1072617" y="26301"/>
                </a:cubicBezTo>
                <a:cubicBezTo>
                  <a:pt x="1071002" y="25975"/>
                  <a:pt x="1069403" y="25812"/>
                  <a:pt x="1067819" y="25812"/>
                </a:cubicBezTo>
                <a:cubicBezTo>
                  <a:pt x="1063408" y="25812"/>
                  <a:pt x="1059968" y="27241"/>
                  <a:pt x="1057499" y="30098"/>
                </a:cubicBezTo>
                <a:cubicBezTo>
                  <a:pt x="1055029" y="32956"/>
                  <a:pt x="1053794" y="37429"/>
                  <a:pt x="1053794" y="43517"/>
                </a:cubicBezTo>
                <a:close/>
                <a:moveTo>
                  <a:pt x="1193436" y="65741"/>
                </a:moveTo>
                <a:cubicBezTo>
                  <a:pt x="1191603" y="66223"/>
                  <a:pt x="1189708" y="66569"/>
                  <a:pt x="1187752" y="66777"/>
                </a:cubicBezTo>
                <a:cubicBezTo>
                  <a:pt x="1185795" y="66987"/>
                  <a:pt x="1183807" y="67092"/>
                  <a:pt x="1181788" y="67092"/>
                </a:cubicBezTo>
                <a:cubicBezTo>
                  <a:pt x="1175917" y="67092"/>
                  <a:pt x="1171538" y="65764"/>
                  <a:pt x="1168649" y="63108"/>
                </a:cubicBezTo>
                <a:cubicBezTo>
                  <a:pt x="1165760" y="60453"/>
                  <a:pt x="1164316" y="56376"/>
                  <a:pt x="1164316" y="50878"/>
                </a:cubicBezTo>
                <a:lnTo>
                  <a:pt x="1164316" y="26464"/>
                </a:lnTo>
                <a:lnTo>
                  <a:pt x="1151224" y="26464"/>
                </a:lnTo>
                <a:lnTo>
                  <a:pt x="1151224" y="19662"/>
                </a:lnTo>
                <a:lnTo>
                  <a:pt x="1164316" y="19662"/>
                </a:lnTo>
                <a:lnTo>
                  <a:pt x="1164316" y="6762"/>
                </a:lnTo>
                <a:lnTo>
                  <a:pt x="1172423" y="4659"/>
                </a:lnTo>
                <a:lnTo>
                  <a:pt x="1172423" y="19662"/>
                </a:lnTo>
                <a:lnTo>
                  <a:pt x="1193436" y="19662"/>
                </a:lnTo>
                <a:lnTo>
                  <a:pt x="1193436" y="26464"/>
                </a:lnTo>
                <a:lnTo>
                  <a:pt x="1172423" y="26464"/>
                </a:lnTo>
                <a:lnTo>
                  <a:pt x="1172423" y="50226"/>
                </a:lnTo>
                <a:cubicBezTo>
                  <a:pt x="1172423" y="53580"/>
                  <a:pt x="1173316" y="56089"/>
                  <a:pt x="1175102" y="57750"/>
                </a:cubicBezTo>
                <a:cubicBezTo>
                  <a:pt x="1176888" y="59412"/>
                  <a:pt x="1179520" y="60243"/>
                  <a:pt x="1182999" y="60243"/>
                </a:cubicBezTo>
                <a:cubicBezTo>
                  <a:pt x="1184490" y="60243"/>
                  <a:pt x="1186121" y="60123"/>
                  <a:pt x="1187891" y="59883"/>
                </a:cubicBezTo>
                <a:cubicBezTo>
                  <a:pt x="1189662" y="59643"/>
                  <a:pt x="1191510" y="59265"/>
                  <a:pt x="1193436" y="58752"/>
                </a:cubicBezTo>
                <a:lnTo>
                  <a:pt x="1193436" y="65741"/>
                </a:lnTo>
                <a:close/>
                <a:moveTo>
                  <a:pt x="1248323" y="42678"/>
                </a:moveTo>
                <a:cubicBezTo>
                  <a:pt x="1248323" y="46312"/>
                  <a:pt x="1247810" y="49643"/>
                  <a:pt x="1246785" y="52672"/>
                </a:cubicBezTo>
                <a:cubicBezTo>
                  <a:pt x="1245760" y="55700"/>
                  <a:pt x="1244285" y="58294"/>
                  <a:pt x="1242359" y="60453"/>
                </a:cubicBezTo>
                <a:cubicBezTo>
                  <a:pt x="1240433" y="62611"/>
                  <a:pt x="1238088" y="64289"/>
                  <a:pt x="1235324" y="65485"/>
                </a:cubicBezTo>
                <a:cubicBezTo>
                  <a:pt x="1232559" y="66680"/>
                  <a:pt x="1229422" y="67278"/>
                  <a:pt x="1225912" y="67278"/>
                </a:cubicBezTo>
                <a:cubicBezTo>
                  <a:pt x="1222557" y="67278"/>
                  <a:pt x="1219552" y="66758"/>
                  <a:pt x="1216897" y="65717"/>
                </a:cubicBezTo>
                <a:cubicBezTo>
                  <a:pt x="1214241" y="64677"/>
                  <a:pt x="1211989" y="63147"/>
                  <a:pt x="1210141" y="61128"/>
                </a:cubicBezTo>
                <a:cubicBezTo>
                  <a:pt x="1208293" y="59109"/>
                  <a:pt x="1206879" y="56609"/>
                  <a:pt x="1205901" y="53627"/>
                </a:cubicBezTo>
                <a:cubicBezTo>
                  <a:pt x="1204923" y="50645"/>
                  <a:pt x="1204433" y="47213"/>
                  <a:pt x="1204433" y="43330"/>
                </a:cubicBezTo>
                <a:cubicBezTo>
                  <a:pt x="1204433" y="39696"/>
                  <a:pt x="1204946" y="36380"/>
                  <a:pt x="1205971" y="33383"/>
                </a:cubicBezTo>
                <a:cubicBezTo>
                  <a:pt x="1206996" y="30385"/>
                  <a:pt x="1208471" y="27807"/>
                  <a:pt x="1210397" y="25649"/>
                </a:cubicBezTo>
                <a:cubicBezTo>
                  <a:pt x="1212323" y="23490"/>
                  <a:pt x="1214668" y="21813"/>
                  <a:pt x="1217432" y="20617"/>
                </a:cubicBezTo>
                <a:cubicBezTo>
                  <a:pt x="1220197" y="19421"/>
                  <a:pt x="1223334" y="18823"/>
                  <a:pt x="1226844" y="18823"/>
                </a:cubicBezTo>
                <a:cubicBezTo>
                  <a:pt x="1230199" y="18823"/>
                  <a:pt x="1233204" y="19343"/>
                  <a:pt x="1235859" y="20384"/>
                </a:cubicBezTo>
                <a:cubicBezTo>
                  <a:pt x="1238515" y="21424"/>
                  <a:pt x="1240767" y="22946"/>
                  <a:pt x="1242615" y="24950"/>
                </a:cubicBezTo>
                <a:cubicBezTo>
                  <a:pt x="1244463" y="26953"/>
                  <a:pt x="1245877" y="29446"/>
                  <a:pt x="1246855" y="32428"/>
                </a:cubicBezTo>
                <a:cubicBezTo>
                  <a:pt x="1247833" y="35410"/>
                  <a:pt x="1248323" y="38826"/>
                  <a:pt x="1248323" y="42678"/>
                </a:cubicBezTo>
                <a:moveTo>
                  <a:pt x="1240029" y="43051"/>
                </a:moveTo>
                <a:cubicBezTo>
                  <a:pt x="1240029" y="40162"/>
                  <a:pt x="1239711" y="37638"/>
                  <a:pt x="1239074" y="35480"/>
                </a:cubicBezTo>
                <a:cubicBezTo>
                  <a:pt x="1238437" y="33321"/>
                  <a:pt x="1237529" y="31519"/>
                  <a:pt x="1236349" y="30075"/>
                </a:cubicBezTo>
                <a:cubicBezTo>
                  <a:pt x="1235168" y="28631"/>
                  <a:pt x="1233732" y="27543"/>
                  <a:pt x="1232039" y="26813"/>
                </a:cubicBezTo>
                <a:cubicBezTo>
                  <a:pt x="1230346" y="26084"/>
                  <a:pt x="1228459" y="25719"/>
                  <a:pt x="1226378" y="25719"/>
                </a:cubicBezTo>
                <a:cubicBezTo>
                  <a:pt x="1223955" y="25719"/>
                  <a:pt x="1221882" y="26192"/>
                  <a:pt x="1220158" y="27140"/>
                </a:cubicBezTo>
                <a:cubicBezTo>
                  <a:pt x="1218434" y="28087"/>
                  <a:pt x="1217021" y="29353"/>
                  <a:pt x="1215918" y="30937"/>
                </a:cubicBezTo>
                <a:cubicBezTo>
                  <a:pt x="1214816" y="32521"/>
                  <a:pt x="1214008" y="34361"/>
                  <a:pt x="1213495" y="36458"/>
                </a:cubicBezTo>
                <a:cubicBezTo>
                  <a:pt x="1212983" y="38555"/>
                  <a:pt x="1212727" y="40752"/>
                  <a:pt x="1212727" y="43051"/>
                </a:cubicBezTo>
                <a:cubicBezTo>
                  <a:pt x="1212727" y="45939"/>
                  <a:pt x="1213045" y="48471"/>
                  <a:pt x="1213682" y="50645"/>
                </a:cubicBezTo>
                <a:cubicBezTo>
                  <a:pt x="1214319" y="52819"/>
                  <a:pt x="1215227" y="54629"/>
                  <a:pt x="1216407" y="56073"/>
                </a:cubicBezTo>
                <a:cubicBezTo>
                  <a:pt x="1217588" y="57517"/>
                  <a:pt x="1219017" y="58604"/>
                  <a:pt x="1220694" y="59334"/>
                </a:cubicBezTo>
                <a:cubicBezTo>
                  <a:pt x="1222371" y="60064"/>
                  <a:pt x="1224266" y="60429"/>
                  <a:pt x="1226378" y="60429"/>
                </a:cubicBezTo>
                <a:cubicBezTo>
                  <a:pt x="1228801" y="60429"/>
                  <a:pt x="1230874" y="59956"/>
                  <a:pt x="1232598" y="59008"/>
                </a:cubicBezTo>
                <a:cubicBezTo>
                  <a:pt x="1234322" y="58061"/>
                  <a:pt x="1235735" y="56795"/>
                  <a:pt x="1236838" y="55211"/>
                </a:cubicBezTo>
                <a:cubicBezTo>
                  <a:pt x="1237940" y="53627"/>
                  <a:pt x="1238748" y="51787"/>
                  <a:pt x="1239261" y="49690"/>
                </a:cubicBezTo>
                <a:cubicBezTo>
                  <a:pt x="1239773" y="47593"/>
                  <a:pt x="1240029" y="45380"/>
                  <a:pt x="1240029" y="43051"/>
                </a:cubicBezTo>
                <a:close/>
                <a:moveTo>
                  <a:pt x="1352123" y="65741"/>
                </a:moveTo>
                <a:cubicBezTo>
                  <a:pt x="1350290" y="66223"/>
                  <a:pt x="1348395" y="66569"/>
                  <a:pt x="1346439" y="66777"/>
                </a:cubicBezTo>
                <a:cubicBezTo>
                  <a:pt x="1344482" y="66987"/>
                  <a:pt x="1342494" y="67092"/>
                  <a:pt x="1340475" y="67092"/>
                </a:cubicBezTo>
                <a:cubicBezTo>
                  <a:pt x="1334604" y="67092"/>
                  <a:pt x="1330225" y="65764"/>
                  <a:pt x="1327336" y="63108"/>
                </a:cubicBezTo>
                <a:cubicBezTo>
                  <a:pt x="1324447" y="60453"/>
                  <a:pt x="1323003" y="56376"/>
                  <a:pt x="1323003" y="50878"/>
                </a:cubicBezTo>
                <a:lnTo>
                  <a:pt x="1323003" y="26464"/>
                </a:lnTo>
                <a:lnTo>
                  <a:pt x="1309911" y="26464"/>
                </a:lnTo>
                <a:lnTo>
                  <a:pt x="1309911" y="19662"/>
                </a:lnTo>
                <a:lnTo>
                  <a:pt x="1323003" y="19662"/>
                </a:lnTo>
                <a:lnTo>
                  <a:pt x="1323003" y="6762"/>
                </a:lnTo>
                <a:lnTo>
                  <a:pt x="1331110" y="4659"/>
                </a:lnTo>
                <a:lnTo>
                  <a:pt x="1331110" y="19662"/>
                </a:lnTo>
                <a:lnTo>
                  <a:pt x="1352123" y="19662"/>
                </a:lnTo>
                <a:lnTo>
                  <a:pt x="1352123" y="26464"/>
                </a:lnTo>
                <a:lnTo>
                  <a:pt x="1331110" y="26464"/>
                </a:lnTo>
                <a:lnTo>
                  <a:pt x="1331110" y="50226"/>
                </a:lnTo>
                <a:cubicBezTo>
                  <a:pt x="1331110" y="53580"/>
                  <a:pt x="1332003" y="56089"/>
                  <a:pt x="1333789" y="57750"/>
                </a:cubicBezTo>
                <a:cubicBezTo>
                  <a:pt x="1335575" y="59412"/>
                  <a:pt x="1338207" y="60243"/>
                  <a:pt x="1341686" y="60243"/>
                </a:cubicBezTo>
                <a:cubicBezTo>
                  <a:pt x="1343177" y="60243"/>
                  <a:pt x="1344808" y="60123"/>
                  <a:pt x="1346578" y="59883"/>
                </a:cubicBezTo>
                <a:cubicBezTo>
                  <a:pt x="1348349" y="59643"/>
                  <a:pt x="1350197" y="59265"/>
                  <a:pt x="1352123" y="58752"/>
                </a:cubicBezTo>
                <a:lnTo>
                  <a:pt x="1352123" y="65741"/>
                </a:lnTo>
                <a:close/>
                <a:moveTo>
                  <a:pt x="1403888" y="66440"/>
                </a:moveTo>
                <a:lnTo>
                  <a:pt x="1395781" y="66440"/>
                </a:lnTo>
                <a:lnTo>
                  <a:pt x="1395781" y="36574"/>
                </a:lnTo>
                <a:cubicBezTo>
                  <a:pt x="1395781" y="32971"/>
                  <a:pt x="1395106" y="30277"/>
                  <a:pt x="1393755" y="28491"/>
                </a:cubicBezTo>
                <a:cubicBezTo>
                  <a:pt x="1392403" y="26705"/>
                  <a:pt x="1390470" y="25812"/>
                  <a:pt x="1387954" y="25812"/>
                </a:cubicBezTo>
                <a:cubicBezTo>
                  <a:pt x="1386867" y="25812"/>
                  <a:pt x="1385850" y="25959"/>
                  <a:pt x="1384902" y="26254"/>
                </a:cubicBezTo>
                <a:cubicBezTo>
                  <a:pt x="1383955" y="26549"/>
                  <a:pt x="1382969" y="27062"/>
                  <a:pt x="1381944" y="27792"/>
                </a:cubicBezTo>
                <a:cubicBezTo>
                  <a:pt x="1380919" y="28522"/>
                  <a:pt x="1379800" y="29508"/>
                  <a:pt x="1378589" y="30750"/>
                </a:cubicBezTo>
                <a:cubicBezTo>
                  <a:pt x="1377378" y="31993"/>
                  <a:pt x="1375980" y="33546"/>
                  <a:pt x="1374396" y="35410"/>
                </a:cubicBezTo>
                <a:lnTo>
                  <a:pt x="1374396" y="66440"/>
                </a:lnTo>
                <a:lnTo>
                  <a:pt x="1366289" y="66440"/>
                </a:lnTo>
                <a:lnTo>
                  <a:pt x="1366289" y="559"/>
                </a:lnTo>
                <a:lnTo>
                  <a:pt x="1374396" y="559"/>
                </a:lnTo>
                <a:lnTo>
                  <a:pt x="1374396" y="19649"/>
                </a:lnTo>
                <a:lnTo>
                  <a:pt x="1374116" y="27023"/>
                </a:lnTo>
                <a:cubicBezTo>
                  <a:pt x="1375390" y="25501"/>
                  <a:pt x="1376640" y="24220"/>
                  <a:pt x="1377867" y="23179"/>
                </a:cubicBezTo>
                <a:cubicBezTo>
                  <a:pt x="1379094" y="22139"/>
                  <a:pt x="1380321" y="21292"/>
                  <a:pt x="1381548" y="20640"/>
                </a:cubicBezTo>
                <a:cubicBezTo>
                  <a:pt x="1382775" y="19988"/>
                  <a:pt x="1384025" y="19522"/>
                  <a:pt x="1385298" y="19242"/>
                </a:cubicBezTo>
                <a:cubicBezTo>
                  <a:pt x="1386572" y="18963"/>
                  <a:pt x="1387892" y="18823"/>
                  <a:pt x="1389259" y="18823"/>
                </a:cubicBezTo>
                <a:cubicBezTo>
                  <a:pt x="1393918" y="18823"/>
                  <a:pt x="1397521" y="20244"/>
                  <a:pt x="1400068" y="23086"/>
                </a:cubicBezTo>
                <a:cubicBezTo>
                  <a:pt x="1402615" y="25928"/>
                  <a:pt x="1403888" y="30207"/>
                  <a:pt x="1403888" y="35922"/>
                </a:cubicBezTo>
                <a:lnTo>
                  <a:pt x="1403888" y="66440"/>
                </a:lnTo>
                <a:close/>
                <a:moveTo>
                  <a:pt x="1457657" y="40581"/>
                </a:moveTo>
                <a:cubicBezTo>
                  <a:pt x="1457657" y="41731"/>
                  <a:pt x="1457641" y="42693"/>
                  <a:pt x="1457610" y="43470"/>
                </a:cubicBezTo>
                <a:cubicBezTo>
                  <a:pt x="1457579" y="44246"/>
                  <a:pt x="1457533" y="44976"/>
                  <a:pt x="1457471" y="45660"/>
                </a:cubicBezTo>
                <a:lnTo>
                  <a:pt x="1424624" y="45660"/>
                </a:lnTo>
                <a:cubicBezTo>
                  <a:pt x="1424624" y="50443"/>
                  <a:pt x="1425959" y="54116"/>
                  <a:pt x="1428630" y="56679"/>
                </a:cubicBezTo>
                <a:cubicBezTo>
                  <a:pt x="1431302" y="59241"/>
                  <a:pt x="1435153" y="60522"/>
                  <a:pt x="1440185" y="60522"/>
                </a:cubicBezTo>
                <a:cubicBezTo>
                  <a:pt x="1441552" y="60522"/>
                  <a:pt x="1442919" y="60467"/>
                  <a:pt x="1444285" y="60357"/>
                </a:cubicBezTo>
                <a:cubicBezTo>
                  <a:pt x="1445652" y="60245"/>
                  <a:pt x="1446972" y="60094"/>
                  <a:pt x="1448245" y="59904"/>
                </a:cubicBezTo>
                <a:cubicBezTo>
                  <a:pt x="1449519" y="59712"/>
                  <a:pt x="1450738" y="59498"/>
                  <a:pt x="1451903" y="59260"/>
                </a:cubicBezTo>
                <a:cubicBezTo>
                  <a:pt x="1453068" y="59021"/>
                  <a:pt x="1454147" y="58759"/>
                  <a:pt x="1455141" y="58472"/>
                </a:cubicBezTo>
                <a:lnTo>
                  <a:pt x="1455141" y="65135"/>
                </a:lnTo>
                <a:cubicBezTo>
                  <a:pt x="1452936" y="65770"/>
                  <a:pt x="1450443" y="66286"/>
                  <a:pt x="1447663" y="66683"/>
                </a:cubicBezTo>
                <a:cubicBezTo>
                  <a:pt x="1444883" y="67080"/>
                  <a:pt x="1442002" y="67278"/>
                  <a:pt x="1439020" y="67278"/>
                </a:cubicBezTo>
                <a:cubicBezTo>
                  <a:pt x="1435013" y="67278"/>
                  <a:pt x="1431566" y="66735"/>
                  <a:pt x="1428677" y="65648"/>
                </a:cubicBezTo>
                <a:cubicBezTo>
                  <a:pt x="1425788" y="64560"/>
                  <a:pt x="1423420" y="62984"/>
                  <a:pt x="1421572" y="60919"/>
                </a:cubicBezTo>
                <a:cubicBezTo>
                  <a:pt x="1419724" y="58853"/>
                  <a:pt x="1418357" y="56321"/>
                  <a:pt x="1417472" y="53324"/>
                </a:cubicBezTo>
                <a:cubicBezTo>
                  <a:pt x="1416586" y="50327"/>
                  <a:pt x="1416144" y="46933"/>
                  <a:pt x="1416144" y="43144"/>
                </a:cubicBezTo>
                <a:cubicBezTo>
                  <a:pt x="1416144" y="39851"/>
                  <a:pt x="1416618" y="36737"/>
                  <a:pt x="1417565" y="33802"/>
                </a:cubicBezTo>
                <a:cubicBezTo>
                  <a:pt x="1418512" y="30867"/>
                  <a:pt x="1419894" y="28289"/>
                  <a:pt x="1421712" y="26068"/>
                </a:cubicBezTo>
                <a:cubicBezTo>
                  <a:pt x="1423529" y="23847"/>
                  <a:pt x="1425757" y="22084"/>
                  <a:pt x="1428397" y="20780"/>
                </a:cubicBezTo>
                <a:cubicBezTo>
                  <a:pt x="1431038" y="19475"/>
                  <a:pt x="1434035" y="18823"/>
                  <a:pt x="1437390" y="18823"/>
                </a:cubicBezTo>
                <a:cubicBezTo>
                  <a:pt x="1440651" y="18823"/>
                  <a:pt x="1443540" y="19336"/>
                  <a:pt x="1446056" y="20361"/>
                </a:cubicBezTo>
                <a:cubicBezTo>
                  <a:pt x="1448572" y="21386"/>
                  <a:pt x="1450692" y="22838"/>
                  <a:pt x="1452415" y="24717"/>
                </a:cubicBezTo>
                <a:cubicBezTo>
                  <a:pt x="1454139" y="26596"/>
                  <a:pt x="1455444" y="28879"/>
                  <a:pt x="1456329" y="31566"/>
                </a:cubicBezTo>
                <a:cubicBezTo>
                  <a:pt x="1457214" y="34253"/>
                  <a:pt x="1457657" y="37258"/>
                  <a:pt x="1457657" y="40581"/>
                </a:cubicBezTo>
                <a:moveTo>
                  <a:pt x="1449224" y="39416"/>
                </a:moveTo>
                <a:cubicBezTo>
                  <a:pt x="1449317" y="37335"/>
                  <a:pt x="1449115" y="35433"/>
                  <a:pt x="1448618" y="33709"/>
                </a:cubicBezTo>
                <a:cubicBezTo>
                  <a:pt x="1448121" y="31985"/>
                  <a:pt x="1447352" y="30502"/>
                  <a:pt x="1446312" y="29260"/>
                </a:cubicBezTo>
                <a:cubicBezTo>
                  <a:pt x="1445271" y="28017"/>
                  <a:pt x="1443975" y="27046"/>
                  <a:pt x="1442422" y="26348"/>
                </a:cubicBezTo>
                <a:cubicBezTo>
                  <a:pt x="1440868" y="25649"/>
                  <a:pt x="1439067" y="25299"/>
                  <a:pt x="1437017" y="25299"/>
                </a:cubicBezTo>
                <a:cubicBezTo>
                  <a:pt x="1435246" y="25299"/>
                  <a:pt x="1433631" y="25641"/>
                  <a:pt x="1432171" y="26324"/>
                </a:cubicBezTo>
                <a:cubicBezTo>
                  <a:pt x="1430712" y="27008"/>
                  <a:pt x="1429454" y="27970"/>
                  <a:pt x="1428397" y="29213"/>
                </a:cubicBezTo>
                <a:cubicBezTo>
                  <a:pt x="1427341" y="30455"/>
                  <a:pt x="1426487" y="31946"/>
                  <a:pt x="1425835" y="33686"/>
                </a:cubicBezTo>
                <a:cubicBezTo>
                  <a:pt x="1425183" y="35425"/>
                  <a:pt x="1424779" y="37335"/>
                  <a:pt x="1424624" y="39416"/>
                </a:cubicBezTo>
                <a:lnTo>
                  <a:pt x="1449224" y="39416"/>
                </a:lnTo>
                <a:close/>
                <a:moveTo>
                  <a:pt x="1564917" y="64157"/>
                </a:moveTo>
                <a:cubicBezTo>
                  <a:pt x="1560040" y="66176"/>
                  <a:pt x="1554931" y="67185"/>
                  <a:pt x="1549588" y="67185"/>
                </a:cubicBezTo>
                <a:cubicBezTo>
                  <a:pt x="1540984" y="67185"/>
                  <a:pt x="1534376" y="64613"/>
                  <a:pt x="1529763" y="59468"/>
                </a:cubicBezTo>
                <a:cubicBezTo>
                  <a:pt x="1525151" y="54324"/>
                  <a:pt x="1522845" y="46716"/>
                  <a:pt x="1522845" y="36644"/>
                </a:cubicBezTo>
                <a:cubicBezTo>
                  <a:pt x="1522845" y="31765"/>
                  <a:pt x="1523481" y="27351"/>
                  <a:pt x="1524755" y="23404"/>
                </a:cubicBezTo>
                <a:cubicBezTo>
                  <a:pt x="1526028" y="19456"/>
                  <a:pt x="1527845" y="16107"/>
                  <a:pt x="1530206" y="13356"/>
                </a:cubicBezTo>
                <a:cubicBezTo>
                  <a:pt x="1532567" y="10604"/>
                  <a:pt x="1535424" y="8482"/>
                  <a:pt x="1538779" y="6990"/>
                </a:cubicBezTo>
                <a:cubicBezTo>
                  <a:pt x="1542133" y="5498"/>
                  <a:pt x="1545892" y="4752"/>
                  <a:pt x="1550054" y="4752"/>
                </a:cubicBezTo>
                <a:cubicBezTo>
                  <a:pt x="1552881" y="4752"/>
                  <a:pt x="1555505" y="4993"/>
                  <a:pt x="1557928" y="5475"/>
                </a:cubicBezTo>
                <a:cubicBezTo>
                  <a:pt x="1560351" y="5956"/>
                  <a:pt x="1562680" y="6694"/>
                  <a:pt x="1564917" y="7688"/>
                </a:cubicBezTo>
                <a:lnTo>
                  <a:pt x="1564917" y="15841"/>
                </a:lnTo>
                <a:cubicBezTo>
                  <a:pt x="1562711" y="14630"/>
                  <a:pt x="1560428" y="13706"/>
                  <a:pt x="1558068" y="13069"/>
                </a:cubicBezTo>
                <a:cubicBezTo>
                  <a:pt x="1555707" y="12432"/>
                  <a:pt x="1553129" y="12114"/>
                  <a:pt x="1550334" y="12114"/>
                </a:cubicBezTo>
                <a:cubicBezTo>
                  <a:pt x="1547476" y="12114"/>
                  <a:pt x="1544890" y="12650"/>
                  <a:pt x="1542576" y="13723"/>
                </a:cubicBezTo>
                <a:cubicBezTo>
                  <a:pt x="1540262" y="14795"/>
                  <a:pt x="1538297" y="16350"/>
                  <a:pt x="1536682" y="18386"/>
                </a:cubicBezTo>
                <a:cubicBezTo>
                  <a:pt x="1535067" y="20423"/>
                  <a:pt x="1533825" y="22910"/>
                  <a:pt x="1532955" y="25848"/>
                </a:cubicBezTo>
                <a:cubicBezTo>
                  <a:pt x="1532085" y="28786"/>
                  <a:pt x="1531650" y="32137"/>
                  <a:pt x="1531650" y="35899"/>
                </a:cubicBezTo>
                <a:cubicBezTo>
                  <a:pt x="1531650" y="43796"/>
                  <a:pt x="1533250" y="49750"/>
                  <a:pt x="1536449" y="53761"/>
                </a:cubicBezTo>
                <a:cubicBezTo>
                  <a:pt x="1539649" y="57772"/>
                  <a:pt x="1544339" y="59777"/>
                  <a:pt x="1550520" y="59777"/>
                </a:cubicBezTo>
                <a:cubicBezTo>
                  <a:pt x="1553129" y="59777"/>
                  <a:pt x="1555629" y="59474"/>
                  <a:pt x="1558021" y="58868"/>
                </a:cubicBezTo>
                <a:cubicBezTo>
                  <a:pt x="1560413" y="58263"/>
                  <a:pt x="1562711" y="57416"/>
                  <a:pt x="1564917" y="56329"/>
                </a:cubicBezTo>
                <a:lnTo>
                  <a:pt x="1564917" y="64157"/>
                </a:lnTo>
                <a:close/>
                <a:moveTo>
                  <a:pt x="1607923" y="66440"/>
                </a:moveTo>
                <a:lnTo>
                  <a:pt x="1607736" y="60137"/>
                </a:lnTo>
                <a:cubicBezTo>
                  <a:pt x="1605189" y="62657"/>
                  <a:pt x="1602603" y="64478"/>
                  <a:pt x="1599979" y="65598"/>
                </a:cubicBezTo>
                <a:cubicBezTo>
                  <a:pt x="1597354" y="66718"/>
                  <a:pt x="1594597" y="67278"/>
                  <a:pt x="1591709" y="67278"/>
                </a:cubicBezTo>
                <a:cubicBezTo>
                  <a:pt x="1589037" y="67278"/>
                  <a:pt x="1586754" y="66936"/>
                  <a:pt x="1584860" y="66252"/>
                </a:cubicBezTo>
                <a:cubicBezTo>
                  <a:pt x="1582965" y="65567"/>
                  <a:pt x="1581404" y="64626"/>
                  <a:pt x="1580177" y="63429"/>
                </a:cubicBezTo>
                <a:cubicBezTo>
                  <a:pt x="1578950" y="62231"/>
                  <a:pt x="1578050" y="60823"/>
                  <a:pt x="1577475" y="59205"/>
                </a:cubicBezTo>
                <a:cubicBezTo>
                  <a:pt x="1576900" y="57587"/>
                  <a:pt x="1576613" y="55829"/>
                  <a:pt x="1576613" y="53931"/>
                </a:cubicBezTo>
                <a:cubicBezTo>
                  <a:pt x="1576613" y="49233"/>
                  <a:pt x="1578360" y="45554"/>
                  <a:pt x="1581855" y="42895"/>
                </a:cubicBezTo>
                <a:cubicBezTo>
                  <a:pt x="1585349" y="40234"/>
                  <a:pt x="1590513" y="38904"/>
                  <a:pt x="1597346" y="38904"/>
                </a:cubicBezTo>
                <a:lnTo>
                  <a:pt x="1607037" y="38904"/>
                </a:lnTo>
                <a:lnTo>
                  <a:pt x="1607037" y="34818"/>
                </a:lnTo>
                <a:cubicBezTo>
                  <a:pt x="1607037" y="32064"/>
                  <a:pt x="1606152" y="29858"/>
                  <a:pt x="1604382" y="28202"/>
                </a:cubicBezTo>
                <a:cubicBezTo>
                  <a:pt x="1602611" y="26547"/>
                  <a:pt x="1599909" y="25719"/>
                  <a:pt x="1596275" y="25719"/>
                </a:cubicBezTo>
                <a:cubicBezTo>
                  <a:pt x="1593635" y="25719"/>
                  <a:pt x="1591033" y="26018"/>
                  <a:pt x="1588471" y="26617"/>
                </a:cubicBezTo>
                <a:cubicBezTo>
                  <a:pt x="1585908" y="27215"/>
                  <a:pt x="1583260" y="28065"/>
                  <a:pt x="1580527" y="29166"/>
                </a:cubicBezTo>
                <a:lnTo>
                  <a:pt x="1580527" y="21851"/>
                </a:lnTo>
                <a:cubicBezTo>
                  <a:pt x="1581552" y="21473"/>
                  <a:pt x="1582693" y="21102"/>
                  <a:pt x="1583951" y="20739"/>
                </a:cubicBezTo>
                <a:cubicBezTo>
                  <a:pt x="1585209" y="20376"/>
                  <a:pt x="1586537" y="20053"/>
                  <a:pt x="1587935" y="19769"/>
                </a:cubicBezTo>
                <a:cubicBezTo>
                  <a:pt x="1589333" y="19485"/>
                  <a:pt x="1590792" y="19256"/>
                  <a:pt x="1592314" y="19084"/>
                </a:cubicBezTo>
                <a:cubicBezTo>
                  <a:pt x="1593836" y="18910"/>
                  <a:pt x="1595374" y="18823"/>
                  <a:pt x="1596927" y="18823"/>
                </a:cubicBezTo>
                <a:cubicBezTo>
                  <a:pt x="1599754" y="18823"/>
                  <a:pt x="1602301" y="19134"/>
                  <a:pt x="1604568" y="19755"/>
                </a:cubicBezTo>
                <a:cubicBezTo>
                  <a:pt x="1606835" y="20376"/>
                  <a:pt x="1608753" y="21323"/>
                  <a:pt x="1610322" y="22597"/>
                </a:cubicBezTo>
                <a:cubicBezTo>
                  <a:pt x="1611891" y="23870"/>
                  <a:pt x="1613094" y="25470"/>
                  <a:pt x="1613933" y="27396"/>
                </a:cubicBezTo>
                <a:cubicBezTo>
                  <a:pt x="1614772" y="29322"/>
                  <a:pt x="1615191" y="31589"/>
                  <a:pt x="1615191" y="34198"/>
                </a:cubicBezTo>
                <a:lnTo>
                  <a:pt x="1615191" y="66440"/>
                </a:lnTo>
                <a:lnTo>
                  <a:pt x="1607923" y="66440"/>
                </a:lnTo>
                <a:moveTo>
                  <a:pt x="1607037" y="45101"/>
                </a:moveTo>
                <a:lnTo>
                  <a:pt x="1596741" y="45101"/>
                </a:lnTo>
                <a:cubicBezTo>
                  <a:pt x="1594722" y="45101"/>
                  <a:pt x="1592982" y="45304"/>
                  <a:pt x="1591522" y="45709"/>
                </a:cubicBezTo>
                <a:cubicBezTo>
                  <a:pt x="1590062" y="46114"/>
                  <a:pt x="1588867" y="46690"/>
                  <a:pt x="1587935" y="47438"/>
                </a:cubicBezTo>
                <a:cubicBezTo>
                  <a:pt x="1587003" y="48185"/>
                  <a:pt x="1586312" y="49081"/>
                  <a:pt x="1585861" y="50125"/>
                </a:cubicBezTo>
                <a:cubicBezTo>
                  <a:pt x="1585411" y="51169"/>
                  <a:pt x="1585186" y="52345"/>
                  <a:pt x="1585186" y="53653"/>
                </a:cubicBezTo>
                <a:cubicBezTo>
                  <a:pt x="1585186" y="54557"/>
                  <a:pt x="1585326" y="55422"/>
                  <a:pt x="1585605" y="56248"/>
                </a:cubicBezTo>
                <a:cubicBezTo>
                  <a:pt x="1585885" y="57073"/>
                  <a:pt x="1586335" y="57805"/>
                  <a:pt x="1586956" y="58443"/>
                </a:cubicBezTo>
                <a:cubicBezTo>
                  <a:pt x="1587578" y="59082"/>
                  <a:pt x="1588385" y="59588"/>
                  <a:pt x="1589379" y="59962"/>
                </a:cubicBezTo>
                <a:cubicBezTo>
                  <a:pt x="1590373" y="60336"/>
                  <a:pt x="1591584" y="60522"/>
                  <a:pt x="1593013" y="60522"/>
                </a:cubicBezTo>
                <a:cubicBezTo>
                  <a:pt x="1594877" y="60522"/>
                  <a:pt x="1597012" y="59954"/>
                  <a:pt x="1599420" y="58818"/>
                </a:cubicBezTo>
                <a:cubicBezTo>
                  <a:pt x="1601827" y="57680"/>
                  <a:pt x="1604366" y="55880"/>
                  <a:pt x="1607037" y="53419"/>
                </a:cubicBezTo>
                <a:lnTo>
                  <a:pt x="1607037" y="45101"/>
                </a:lnTo>
                <a:close/>
                <a:moveTo>
                  <a:pt x="1666770" y="53674"/>
                </a:moveTo>
                <a:cubicBezTo>
                  <a:pt x="1666770" y="55320"/>
                  <a:pt x="1666490" y="56795"/>
                  <a:pt x="1665931" y="58100"/>
                </a:cubicBezTo>
                <a:cubicBezTo>
                  <a:pt x="1665372" y="59404"/>
                  <a:pt x="1664611" y="60561"/>
                  <a:pt x="1663648" y="61571"/>
                </a:cubicBezTo>
                <a:cubicBezTo>
                  <a:pt x="1662685" y="62580"/>
                  <a:pt x="1661567" y="63442"/>
                  <a:pt x="1660294" y="64157"/>
                </a:cubicBezTo>
                <a:cubicBezTo>
                  <a:pt x="1659020" y="64871"/>
                  <a:pt x="1657661" y="65461"/>
                  <a:pt x="1656217" y="65927"/>
                </a:cubicBezTo>
                <a:cubicBezTo>
                  <a:pt x="1654772" y="66393"/>
                  <a:pt x="1653289" y="66735"/>
                  <a:pt x="1651767" y="66952"/>
                </a:cubicBezTo>
                <a:cubicBezTo>
                  <a:pt x="1650245" y="67170"/>
                  <a:pt x="1648754" y="67278"/>
                  <a:pt x="1647295" y="67278"/>
                </a:cubicBezTo>
                <a:cubicBezTo>
                  <a:pt x="1644126" y="67278"/>
                  <a:pt x="1641214" y="67139"/>
                  <a:pt x="1638559" y="66859"/>
                </a:cubicBezTo>
                <a:cubicBezTo>
                  <a:pt x="1635903" y="66579"/>
                  <a:pt x="1633302" y="66129"/>
                  <a:pt x="1630755" y="65508"/>
                </a:cubicBezTo>
                <a:lnTo>
                  <a:pt x="1630755" y="58053"/>
                </a:lnTo>
                <a:cubicBezTo>
                  <a:pt x="1633488" y="58830"/>
                  <a:pt x="1636206" y="59420"/>
                  <a:pt x="1638908" y="59824"/>
                </a:cubicBezTo>
                <a:cubicBezTo>
                  <a:pt x="1641610" y="60227"/>
                  <a:pt x="1644297" y="60429"/>
                  <a:pt x="1646968" y="60429"/>
                </a:cubicBezTo>
                <a:cubicBezTo>
                  <a:pt x="1650851" y="60429"/>
                  <a:pt x="1653724" y="59901"/>
                  <a:pt x="1655588" y="58845"/>
                </a:cubicBezTo>
                <a:cubicBezTo>
                  <a:pt x="1657452" y="57789"/>
                  <a:pt x="1658383" y="56283"/>
                  <a:pt x="1658383" y="54326"/>
                </a:cubicBezTo>
                <a:cubicBezTo>
                  <a:pt x="1658383" y="53487"/>
                  <a:pt x="1658236" y="52734"/>
                  <a:pt x="1657941" y="52066"/>
                </a:cubicBezTo>
                <a:cubicBezTo>
                  <a:pt x="1657646" y="51398"/>
                  <a:pt x="1657110" y="50762"/>
                  <a:pt x="1656333" y="50156"/>
                </a:cubicBezTo>
                <a:cubicBezTo>
                  <a:pt x="1655557" y="49550"/>
                  <a:pt x="1654353" y="48921"/>
                  <a:pt x="1652722" y="48269"/>
                </a:cubicBezTo>
                <a:cubicBezTo>
                  <a:pt x="1651092" y="47617"/>
                  <a:pt x="1648863" y="46871"/>
                  <a:pt x="1646037" y="46033"/>
                </a:cubicBezTo>
                <a:cubicBezTo>
                  <a:pt x="1643924" y="45411"/>
                  <a:pt x="1641975" y="44705"/>
                  <a:pt x="1640189" y="43913"/>
                </a:cubicBezTo>
                <a:cubicBezTo>
                  <a:pt x="1638403" y="43121"/>
                  <a:pt x="1636858" y="42181"/>
                  <a:pt x="1635553" y="41094"/>
                </a:cubicBezTo>
                <a:cubicBezTo>
                  <a:pt x="1634249" y="40007"/>
                  <a:pt x="1633224" y="38733"/>
                  <a:pt x="1632478" y="37273"/>
                </a:cubicBezTo>
                <a:cubicBezTo>
                  <a:pt x="1631733" y="35813"/>
                  <a:pt x="1631360" y="34090"/>
                  <a:pt x="1631360" y="32102"/>
                </a:cubicBezTo>
                <a:cubicBezTo>
                  <a:pt x="1631360" y="30797"/>
                  <a:pt x="1631663" y="29368"/>
                  <a:pt x="1632269" y="27815"/>
                </a:cubicBezTo>
                <a:cubicBezTo>
                  <a:pt x="1632874" y="26262"/>
                  <a:pt x="1633907" y="24818"/>
                  <a:pt x="1635367" y="23482"/>
                </a:cubicBezTo>
                <a:cubicBezTo>
                  <a:pt x="1636827" y="22147"/>
                  <a:pt x="1638799" y="21036"/>
                  <a:pt x="1641284" y="20151"/>
                </a:cubicBezTo>
                <a:cubicBezTo>
                  <a:pt x="1643769" y="19266"/>
                  <a:pt x="1646875" y="18823"/>
                  <a:pt x="1650603" y="18823"/>
                </a:cubicBezTo>
                <a:cubicBezTo>
                  <a:pt x="1652435" y="18823"/>
                  <a:pt x="1654470" y="18924"/>
                  <a:pt x="1656706" y="19126"/>
                </a:cubicBezTo>
                <a:cubicBezTo>
                  <a:pt x="1658942" y="19328"/>
                  <a:pt x="1661272" y="19677"/>
                  <a:pt x="1663695" y="20174"/>
                </a:cubicBezTo>
                <a:lnTo>
                  <a:pt x="1663695" y="27396"/>
                </a:lnTo>
                <a:cubicBezTo>
                  <a:pt x="1661148" y="26775"/>
                  <a:pt x="1658733" y="26316"/>
                  <a:pt x="1656450" y="26021"/>
                </a:cubicBezTo>
                <a:cubicBezTo>
                  <a:pt x="1654167" y="25726"/>
                  <a:pt x="1652187" y="25579"/>
                  <a:pt x="1650509" y="25579"/>
                </a:cubicBezTo>
                <a:cubicBezTo>
                  <a:pt x="1648490" y="25579"/>
                  <a:pt x="1646790" y="25734"/>
                  <a:pt x="1645408" y="26045"/>
                </a:cubicBezTo>
                <a:cubicBezTo>
                  <a:pt x="1644025" y="26355"/>
                  <a:pt x="1642907" y="26782"/>
                  <a:pt x="1642053" y="27326"/>
                </a:cubicBezTo>
                <a:cubicBezTo>
                  <a:pt x="1641199" y="27870"/>
                  <a:pt x="1640585" y="28506"/>
                  <a:pt x="1640213" y="29236"/>
                </a:cubicBezTo>
                <a:cubicBezTo>
                  <a:pt x="1639840" y="29966"/>
                  <a:pt x="1639654" y="30750"/>
                  <a:pt x="1639654" y="31589"/>
                </a:cubicBezTo>
                <a:cubicBezTo>
                  <a:pt x="1639654" y="32428"/>
                  <a:pt x="1639817" y="33189"/>
                  <a:pt x="1640143" y="33872"/>
                </a:cubicBezTo>
                <a:cubicBezTo>
                  <a:pt x="1640469" y="34555"/>
                  <a:pt x="1641075" y="35215"/>
                  <a:pt x="1641960" y="35852"/>
                </a:cubicBezTo>
                <a:cubicBezTo>
                  <a:pt x="1642845" y="36489"/>
                  <a:pt x="1644080" y="37126"/>
                  <a:pt x="1645664" y="37762"/>
                </a:cubicBezTo>
                <a:cubicBezTo>
                  <a:pt x="1647248" y="38399"/>
                  <a:pt x="1649314" y="39090"/>
                  <a:pt x="1651861" y="39836"/>
                </a:cubicBezTo>
                <a:cubicBezTo>
                  <a:pt x="1654625" y="40643"/>
                  <a:pt x="1656955" y="41490"/>
                  <a:pt x="1658849" y="42375"/>
                </a:cubicBezTo>
                <a:cubicBezTo>
                  <a:pt x="1660744" y="43260"/>
                  <a:pt x="1662281" y="44246"/>
                  <a:pt x="1663462" y="45334"/>
                </a:cubicBezTo>
                <a:cubicBezTo>
                  <a:pt x="1664642" y="46421"/>
                  <a:pt x="1665489" y="47648"/>
                  <a:pt x="1666001" y="49014"/>
                </a:cubicBezTo>
                <a:cubicBezTo>
                  <a:pt x="1666514" y="50381"/>
                  <a:pt x="1666770" y="51934"/>
                  <a:pt x="1666770" y="53674"/>
                </a:cubicBezTo>
                <a:close/>
                <a:moveTo>
                  <a:pt x="1717929" y="64716"/>
                </a:moveTo>
                <a:cubicBezTo>
                  <a:pt x="1715817" y="65523"/>
                  <a:pt x="1713651" y="66121"/>
                  <a:pt x="1711430" y="66510"/>
                </a:cubicBezTo>
                <a:cubicBezTo>
                  <a:pt x="1709209" y="66898"/>
                  <a:pt x="1706918" y="67092"/>
                  <a:pt x="1704558" y="67092"/>
                </a:cubicBezTo>
                <a:cubicBezTo>
                  <a:pt x="1697165" y="67092"/>
                  <a:pt x="1691473" y="65088"/>
                  <a:pt x="1687482" y="61082"/>
                </a:cubicBezTo>
                <a:cubicBezTo>
                  <a:pt x="1683490" y="57075"/>
                  <a:pt x="1681495" y="51220"/>
                  <a:pt x="1681495" y="43517"/>
                </a:cubicBezTo>
                <a:cubicBezTo>
                  <a:pt x="1681495" y="39820"/>
                  <a:pt x="1682069" y="36466"/>
                  <a:pt x="1683219" y="33453"/>
                </a:cubicBezTo>
                <a:cubicBezTo>
                  <a:pt x="1684368" y="30440"/>
                  <a:pt x="1685983" y="27862"/>
                  <a:pt x="1688064" y="25719"/>
                </a:cubicBezTo>
                <a:cubicBezTo>
                  <a:pt x="1690145" y="23575"/>
                  <a:pt x="1692630" y="21921"/>
                  <a:pt x="1695519" y="20757"/>
                </a:cubicBezTo>
                <a:cubicBezTo>
                  <a:pt x="1698408" y="19592"/>
                  <a:pt x="1701591" y="19009"/>
                  <a:pt x="1705070" y="19009"/>
                </a:cubicBezTo>
                <a:cubicBezTo>
                  <a:pt x="1707493" y="19009"/>
                  <a:pt x="1709760" y="19184"/>
                  <a:pt x="1711873" y="19534"/>
                </a:cubicBezTo>
                <a:cubicBezTo>
                  <a:pt x="1713985" y="19882"/>
                  <a:pt x="1716004" y="20453"/>
                  <a:pt x="1717929" y="21246"/>
                </a:cubicBezTo>
                <a:lnTo>
                  <a:pt x="1717929" y="28980"/>
                </a:lnTo>
                <a:cubicBezTo>
                  <a:pt x="1715910" y="27907"/>
                  <a:pt x="1713853" y="27127"/>
                  <a:pt x="1711756" y="26639"/>
                </a:cubicBezTo>
                <a:cubicBezTo>
                  <a:pt x="1709659" y="26150"/>
                  <a:pt x="1707493" y="25905"/>
                  <a:pt x="1705257" y="25905"/>
                </a:cubicBezTo>
                <a:cubicBezTo>
                  <a:pt x="1703175" y="25905"/>
                  <a:pt x="1701211" y="26301"/>
                  <a:pt x="1699363" y="27093"/>
                </a:cubicBezTo>
                <a:cubicBezTo>
                  <a:pt x="1697515" y="27885"/>
                  <a:pt x="1695892" y="29027"/>
                  <a:pt x="1694494" y="30518"/>
                </a:cubicBezTo>
                <a:cubicBezTo>
                  <a:pt x="1693096" y="32008"/>
                  <a:pt x="1691993" y="33826"/>
                  <a:pt x="1691186" y="35969"/>
                </a:cubicBezTo>
                <a:cubicBezTo>
                  <a:pt x="1690378" y="38112"/>
                  <a:pt x="1689974" y="40535"/>
                  <a:pt x="1689974" y="43237"/>
                </a:cubicBezTo>
                <a:cubicBezTo>
                  <a:pt x="1689974" y="48890"/>
                  <a:pt x="1691349" y="53122"/>
                  <a:pt x="1694098" y="55933"/>
                </a:cubicBezTo>
                <a:cubicBezTo>
                  <a:pt x="1696847" y="58744"/>
                  <a:pt x="1700659" y="60150"/>
                  <a:pt x="1705536" y="60150"/>
                </a:cubicBezTo>
                <a:cubicBezTo>
                  <a:pt x="1707741" y="60150"/>
                  <a:pt x="1709877" y="59901"/>
                  <a:pt x="1711942" y="59404"/>
                </a:cubicBezTo>
                <a:cubicBezTo>
                  <a:pt x="1714008" y="58907"/>
                  <a:pt x="1716004" y="58162"/>
                  <a:pt x="1717929" y="57168"/>
                </a:cubicBezTo>
                <a:lnTo>
                  <a:pt x="1717929" y="64716"/>
                </a:lnTo>
                <a:close/>
                <a:moveTo>
                  <a:pt x="1763498" y="66440"/>
                </a:moveTo>
                <a:lnTo>
                  <a:pt x="1763312" y="60137"/>
                </a:lnTo>
                <a:cubicBezTo>
                  <a:pt x="1760765" y="62657"/>
                  <a:pt x="1758179" y="64478"/>
                  <a:pt x="1755554" y="65598"/>
                </a:cubicBezTo>
                <a:cubicBezTo>
                  <a:pt x="1752930" y="66718"/>
                  <a:pt x="1750173" y="67278"/>
                  <a:pt x="1747284" y="67278"/>
                </a:cubicBezTo>
                <a:cubicBezTo>
                  <a:pt x="1744613" y="67278"/>
                  <a:pt x="1742330" y="66936"/>
                  <a:pt x="1740435" y="66252"/>
                </a:cubicBezTo>
                <a:cubicBezTo>
                  <a:pt x="1738540" y="65567"/>
                  <a:pt x="1736980" y="64626"/>
                  <a:pt x="1735753" y="63429"/>
                </a:cubicBezTo>
                <a:cubicBezTo>
                  <a:pt x="1734526" y="62231"/>
                  <a:pt x="1733625" y="60823"/>
                  <a:pt x="1733050" y="59205"/>
                </a:cubicBezTo>
                <a:cubicBezTo>
                  <a:pt x="1732476" y="57587"/>
                  <a:pt x="1732188" y="55829"/>
                  <a:pt x="1732188" y="53931"/>
                </a:cubicBezTo>
                <a:cubicBezTo>
                  <a:pt x="1732188" y="49233"/>
                  <a:pt x="1733936" y="45554"/>
                  <a:pt x="1737430" y="42895"/>
                </a:cubicBezTo>
                <a:cubicBezTo>
                  <a:pt x="1740924" y="40234"/>
                  <a:pt x="1746088" y="38904"/>
                  <a:pt x="1752922" y="38904"/>
                </a:cubicBezTo>
                <a:lnTo>
                  <a:pt x="1762613" y="38904"/>
                </a:lnTo>
                <a:lnTo>
                  <a:pt x="1762613" y="34818"/>
                </a:lnTo>
                <a:cubicBezTo>
                  <a:pt x="1762613" y="32064"/>
                  <a:pt x="1761728" y="29858"/>
                  <a:pt x="1759957" y="28202"/>
                </a:cubicBezTo>
                <a:cubicBezTo>
                  <a:pt x="1758187" y="26547"/>
                  <a:pt x="1755484" y="25719"/>
                  <a:pt x="1751850" y="25719"/>
                </a:cubicBezTo>
                <a:cubicBezTo>
                  <a:pt x="1749210" y="25719"/>
                  <a:pt x="1746609" y="26018"/>
                  <a:pt x="1744046" y="26617"/>
                </a:cubicBezTo>
                <a:cubicBezTo>
                  <a:pt x="1741484" y="27215"/>
                  <a:pt x="1738836" y="28065"/>
                  <a:pt x="1736102" y="29166"/>
                </a:cubicBezTo>
                <a:lnTo>
                  <a:pt x="1736102" y="21851"/>
                </a:lnTo>
                <a:cubicBezTo>
                  <a:pt x="1737127" y="21473"/>
                  <a:pt x="1738269" y="21102"/>
                  <a:pt x="1739527" y="20739"/>
                </a:cubicBezTo>
                <a:cubicBezTo>
                  <a:pt x="1740785" y="20376"/>
                  <a:pt x="1742112" y="20053"/>
                  <a:pt x="1743510" y="19769"/>
                </a:cubicBezTo>
                <a:cubicBezTo>
                  <a:pt x="1744908" y="19485"/>
                  <a:pt x="1746368" y="19256"/>
                  <a:pt x="1747890" y="19084"/>
                </a:cubicBezTo>
                <a:cubicBezTo>
                  <a:pt x="1749412" y="18910"/>
                  <a:pt x="1750949" y="18823"/>
                  <a:pt x="1752502" y="18823"/>
                </a:cubicBezTo>
                <a:cubicBezTo>
                  <a:pt x="1755329" y="18823"/>
                  <a:pt x="1757876" y="19134"/>
                  <a:pt x="1760143" y="19755"/>
                </a:cubicBezTo>
                <a:cubicBezTo>
                  <a:pt x="1762411" y="20376"/>
                  <a:pt x="1764329" y="21323"/>
                  <a:pt x="1765898" y="22597"/>
                </a:cubicBezTo>
                <a:cubicBezTo>
                  <a:pt x="1767466" y="23870"/>
                  <a:pt x="1768670" y="25470"/>
                  <a:pt x="1769508" y="27396"/>
                </a:cubicBezTo>
                <a:cubicBezTo>
                  <a:pt x="1770347" y="29322"/>
                  <a:pt x="1770766" y="31589"/>
                  <a:pt x="1770766" y="34198"/>
                </a:cubicBezTo>
                <a:lnTo>
                  <a:pt x="1770766" y="66440"/>
                </a:lnTo>
                <a:lnTo>
                  <a:pt x="1763498" y="66440"/>
                </a:lnTo>
                <a:moveTo>
                  <a:pt x="1762613" y="45101"/>
                </a:moveTo>
                <a:lnTo>
                  <a:pt x="1752316" y="45101"/>
                </a:lnTo>
                <a:cubicBezTo>
                  <a:pt x="1750297" y="45101"/>
                  <a:pt x="1748558" y="45304"/>
                  <a:pt x="1747098" y="45709"/>
                </a:cubicBezTo>
                <a:cubicBezTo>
                  <a:pt x="1745638" y="46114"/>
                  <a:pt x="1744442" y="46690"/>
                  <a:pt x="1743510" y="47438"/>
                </a:cubicBezTo>
                <a:cubicBezTo>
                  <a:pt x="1742578" y="48185"/>
                  <a:pt x="1741887" y="49081"/>
                  <a:pt x="1741437" y="50125"/>
                </a:cubicBezTo>
                <a:cubicBezTo>
                  <a:pt x="1740987" y="51169"/>
                  <a:pt x="1740761" y="52345"/>
                  <a:pt x="1740761" y="53653"/>
                </a:cubicBezTo>
                <a:cubicBezTo>
                  <a:pt x="1740761" y="54557"/>
                  <a:pt x="1740901" y="55422"/>
                  <a:pt x="1741181" y="56248"/>
                </a:cubicBezTo>
                <a:cubicBezTo>
                  <a:pt x="1741460" y="57073"/>
                  <a:pt x="1741911" y="57805"/>
                  <a:pt x="1742532" y="58443"/>
                </a:cubicBezTo>
                <a:cubicBezTo>
                  <a:pt x="1743153" y="59082"/>
                  <a:pt x="1743961" y="59588"/>
                  <a:pt x="1744955" y="59962"/>
                </a:cubicBezTo>
                <a:cubicBezTo>
                  <a:pt x="1745949" y="60336"/>
                  <a:pt x="1747160" y="60522"/>
                  <a:pt x="1748589" y="60522"/>
                </a:cubicBezTo>
                <a:cubicBezTo>
                  <a:pt x="1750452" y="60522"/>
                  <a:pt x="1752588" y="59954"/>
                  <a:pt x="1754995" y="58818"/>
                </a:cubicBezTo>
                <a:cubicBezTo>
                  <a:pt x="1757402" y="57680"/>
                  <a:pt x="1759942" y="55880"/>
                  <a:pt x="1762613" y="53419"/>
                </a:cubicBezTo>
                <a:lnTo>
                  <a:pt x="1762613" y="45101"/>
                </a:lnTo>
                <a:close/>
                <a:moveTo>
                  <a:pt x="1782929" y="44029"/>
                </a:moveTo>
                <a:cubicBezTo>
                  <a:pt x="1782929" y="40053"/>
                  <a:pt x="1783472" y="36520"/>
                  <a:pt x="1784559" y="33429"/>
                </a:cubicBezTo>
                <a:cubicBezTo>
                  <a:pt x="1785647" y="30339"/>
                  <a:pt x="1787192" y="27730"/>
                  <a:pt x="1789195" y="25602"/>
                </a:cubicBezTo>
                <a:cubicBezTo>
                  <a:pt x="1791199" y="23474"/>
                  <a:pt x="1793606" y="21859"/>
                  <a:pt x="1796417" y="20757"/>
                </a:cubicBezTo>
                <a:cubicBezTo>
                  <a:pt x="1799228" y="19654"/>
                  <a:pt x="1802357" y="19103"/>
                  <a:pt x="1805805" y="19103"/>
                </a:cubicBezTo>
                <a:cubicBezTo>
                  <a:pt x="1807296" y="19103"/>
                  <a:pt x="1808764" y="19196"/>
                  <a:pt x="1810208" y="19382"/>
                </a:cubicBezTo>
                <a:cubicBezTo>
                  <a:pt x="1811652" y="19568"/>
                  <a:pt x="1813074" y="19864"/>
                  <a:pt x="1814471" y="20267"/>
                </a:cubicBezTo>
                <a:lnTo>
                  <a:pt x="1814471" y="559"/>
                </a:lnTo>
                <a:lnTo>
                  <a:pt x="1822625" y="559"/>
                </a:lnTo>
                <a:lnTo>
                  <a:pt x="1822625" y="66440"/>
                </a:lnTo>
                <a:lnTo>
                  <a:pt x="1815357" y="66440"/>
                </a:lnTo>
                <a:lnTo>
                  <a:pt x="1815077" y="57587"/>
                </a:lnTo>
                <a:cubicBezTo>
                  <a:pt x="1812810" y="60880"/>
                  <a:pt x="1810356" y="63318"/>
                  <a:pt x="1807716" y="64902"/>
                </a:cubicBezTo>
                <a:cubicBezTo>
                  <a:pt x="1805075" y="66486"/>
                  <a:pt x="1802218" y="67278"/>
                  <a:pt x="1799143" y="67278"/>
                </a:cubicBezTo>
                <a:cubicBezTo>
                  <a:pt x="1796471" y="67278"/>
                  <a:pt x="1794119" y="66719"/>
                  <a:pt x="1792084" y="65601"/>
                </a:cubicBezTo>
                <a:cubicBezTo>
                  <a:pt x="1790050" y="64483"/>
                  <a:pt x="1788357" y="62906"/>
                  <a:pt x="1787006" y="60872"/>
                </a:cubicBezTo>
                <a:cubicBezTo>
                  <a:pt x="1785654" y="58837"/>
                  <a:pt x="1784637" y="56391"/>
                  <a:pt x="1783954" y="53534"/>
                </a:cubicBezTo>
                <a:cubicBezTo>
                  <a:pt x="1783270" y="50676"/>
                  <a:pt x="1782929" y="47508"/>
                  <a:pt x="1782929" y="44029"/>
                </a:cubicBezTo>
                <a:moveTo>
                  <a:pt x="1791222" y="43517"/>
                </a:moveTo>
                <a:cubicBezTo>
                  <a:pt x="1791222" y="49170"/>
                  <a:pt x="1792053" y="53386"/>
                  <a:pt x="1793715" y="56166"/>
                </a:cubicBezTo>
                <a:cubicBezTo>
                  <a:pt x="1795376" y="58946"/>
                  <a:pt x="1797729" y="60336"/>
                  <a:pt x="1800773" y="60336"/>
                </a:cubicBezTo>
                <a:cubicBezTo>
                  <a:pt x="1802823" y="60336"/>
                  <a:pt x="1804990" y="59420"/>
                  <a:pt x="1807273" y="57587"/>
                </a:cubicBezTo>
                <a:cubicBezTo>
                  <a:pt x="1809556" y="55755"/>
                  <a:pt x="1811955" y="53037"/>
                  <a:pt x="1814471" y="49434"/>
                </a:cubicBezTo>
                <a:lnTo>
                  <a:pt x="1814471" y="27722"/>
                </a:lnTo>
                <a:cubicBezTo>
                  <a:pt x="1813136" y="27101"/>
                  <a:pt x="1811660" y="26627"/>
                  <a:pt x="1810045" y="26301"/>
                </a:cubicBezTo>
                <a:cubicBezTo>
                  <a:pt x="1808430" y="25975"/>
                  <a:pt x="1806830" y="25812"/>
                  <a:pt x="1805246" y="25812"/>
                </a:cubicBezTo>
                <a:cubicBezTo>
                  <a:pt x="1800835" y="25812"/>
                  <a:pt x="1797395" y="27241"/>
                  <a:pt x="1794926" y="30098"/>
                </a:cubicBezTo>
                <a:cubicBezTo>
                  <a:pt x="1792457" y="32956"/>
                  <a:pt x="1791222" y="37429"/>
                  <a:pt x="1791222" y="43517"/>
                </a:cubicBezTo>
                <a:close/>
                <a:moveTo>
                  <a:pt x="1876673" y="40581"/>
                </a:moveTo>
                <a:cubicBezTo>
                  <a:pt x="1876673" y="41731"/>
                  <a:pt x="1876658" y="42693"/>
                  <a:pt x="1876627" y="43470"/>
                </a:cubicBezTo>
                <a:cubicBezTo>
                  <a:pt x="1876595" y="44246"/>
                  <a:pt x="1876549" y="44976"/>
                  <a:pt x="1876487" y="45660"/>
                </a:cubicBezTo>
                <a:lnTo>
                  <a:pt x="1843640" y="45660"/>
                </a:lnTo>
                <a:cubicBezTo>
                  <a:pt x="1843640" y="50443"/>
                  <a:pt x="1844975" y="54116"/>
                  <a:pt x="1847647" y="56679"/>
                </a:cubicBezTo>
                <a:cubicBezTo>
                  <a:pt x="1850318" y="59241"/>
                  <a:pt x="1854169" y="60522"/>
                  <a:pt x="1859201" y="60522"/>
                </a:cubicBezTo>
                <a:cubicBezTo>
                  <a:pt x="1860568" y="60522"/>
                  <a:pt x="1861935" y="60467"/>
                  <a:pt x="1863301" y="60357"/>
                </a:cubicBezTo>
                <a:cubicBezTo>
                  <a:pt x="1864668" y="60245"/>
                  <a:pt x="1865988" y="60094"/>
                  <a:pt x="1867262" y="59904"/>
                </a:cubicBezTo>
                <a:cubicBezTo>
                  <a:pt x="1868535" y="59712"/>
                  <a:pt x="1869754" y="59498"/>
                  <a:pt x="1870919" y="59260"/>
                </a:cubicBezTo>
                <a:cubicBezTo>
                  <a:pt x="1872084" y="59021"/>
                  <a:pt x="1873163" y="58759"/>
                  <a:pt x="1874157" y="58472"/>
                </a:cubicBezTo>
                <a:lnTo>
                  <a:pt x="1874157" y="65135"/>
                </a:lnTo>
                <a:cubicBezTo>
                  <a:pt x="1871952" y="65770"/>
                  <a:pt x="1869459" y="66286"/>
                  <a:pt x="1866679" y="66683"/>
                </a:cubicBezTo>
                <a:cubicBezTo>
                  <a:pt x="1863899" y="67080"/>
                  <a:pt x="1861018" y="67278"/>
                  <a:pt x="1858036" y="67278"/>
                </a:cubicBezTo>
                <a:cubicBezTo>
                  <a:pt x="1854030" y="67278"/>
                  <a:pt x="1850582" y="66735"/>
                  <a:pt x="1847693" y="65648"/>
                </a:cubicBezTo>
                <a:cubicBezTo>
                  <a:pt x="1844804" y="64560"/>
                  <a:pt x="1842436" y="62984"/>
                  <a:pt x="1840588" y="60919"/>
                </a:cubicBezTo>
                <a:cubicBezTo>
                  <a:pt x="1838740" y="58853"/>
                  <a:pt x="1837373" y="56321"/>
                  <a:pt x="1836488" y="53324"/>
                </a:cubicBezTo>
                <a:cubicBezTo>
                  <a:pt x="1835603" y="50327"/>
                  <a:pt x="1835160" y="46933"/>
                  <a:pt x="1835160" y="43144"/>
                </a:cubicBezTo>
                <a:cubicBezTo>
                  <a:pt x="1835160" y="39851"/>
                  <a:pt x="1835634" y="36737"/>
                  <a:pt x="1836581" y="33802"/>
                </a:cubicBezTo>
                <a:cubicBezTo>
                  <a:pt x="1837528" y="30867"/>
                  <a:pt x="1838911" y="28289"/>
                  <a:pt x="1840728" y="26068"/>
                </a:cubicBezTo>
                <a:cubicBezTo>
                  <a:pt x="1842545" y="23847"/>
                  <a:pt x="1844773" y="22084"/>
                  <a:pt x="1847414" y="20780"/>
                </a:cubicBezTo>
                <a:cubicBezTo>
                  <a:pt x="1850054" y="19475"/>
                  <a:pt x="1853051" y="18823"/>
                  <a:pt x="1856406" y="18823"/>
                </a:cubicBezTo>
                <a:cubicBezTo>
                  <a:pt x="1859667" y="18823"/>
                  <a:pt x="1862556" y="19336"/>
                  <a:pt x="1865072" y="20361"/>
                </a:cubicBezTo>
                <a:cubicBezTo>
                  <a:pt x="1867588" y="21386"/>
                  <a:pt x="1869708" y="22838"/>
                  <a:pt x="1871432" y="24717"/>
                </a:cubicBezTo>
                <a:cubicBezTo>
                  <a:pt x="1873155" y="26596"/>
                  <a:pt x="1874460" y="28879"/>
                  <a:pt x="1875345" y="31566"/>
                </a:cubicBezTo>
                <a:cubicBezTo>
                  <a:pt x="1876230" y="34253"/>
                  <a:pt x="1876673" y="37258"/>
                  <a:pt x="1876673" y="40581"/>
                </a:cubicBezTo>
                <a:moveTo>
                  <a:pt x="1868240" y="39416"/>
                </a:moveTo>
                <a:cubicBezTo>
                  <a:pt x="1868333" y="37335"/>
                  <a:pt x="1868131" y="35433"/>
                  <a:pt x="1867634" y="33709"/>
                </a:cubicBezTo>
                <a:cubicBezTo>
                  <a:pt x="1867137" y="31985"/>
                  <a:pt x="1866369" y="30502"/>
                  <a:pt x="1865328" y="29260"/>
                </a:cubicBezTo>
                <a:cubicBezTo>
                  <a:pt x="1864288" y="28017"/>
                  <a:pt x="1862991" y="27046"/>
                  <a:pt x="1861438" y="26348"/>
                </a:cubicBezTo>
                <a:cubicBezTo>
                  <a:pt x="1859885" y="25649"/>
                  <a:pt x="1858083" y="25299"/>
                  <a:pt x="1856033" y="25299"/>
                </a:cubicBezTo>
                <a:cubicBezTo>
                  <a:pt x="1854263" y="25299"/>
                  <a:pt x="1852647" y="25641"/>
                  <a:pt x="1851187" y="26324"/>
                </a:cubicBezTo>
                <a:cubicBezTo>
                  <a:pt x="1849728" y="27008"/>
                  <a:pt x="1848470" y="27970"/>
                  <a:pt x="1847414" y="29213"/>
                </a:cubicBezTo>
                <a:cubicBezTo>
                  <a:pt x="1846357" y="30455"/>
                  <a:pt x="1845503" y="31946"/>
                  <a:pt x="1844851" y="33686"/>
                </a:cubicBezTo>
                <a:cubicBezTo>
                  <a:pt x="1844199" y="35425"/>
                  <a:pt x="1843795" y="37335"/>
                  <a:pt x="1843640" y="39416"/>
                </a:cubicBezTo>
                <a:lnTo>
                  <a:pt x="1868240" y="39416"/>
                </a:lnTo>
                <a:close/>
                <a:moveTo>
                  <a:pt x="1890932" y="19662"/>
                </a:moveTo>
                <a:lnTo>
                  <a:pt x="1898340" y="19662"/>
                </a:lnTo>
                <a:lnTo>
                  <a:pt x="1898573" y="28259"/>
                </a:lnTo>
                <a:cubicBezTo>
                  <a:pt x="1901338" y="24943"/>
                  <a:pt x="1904063" y="22542"/>
                  <a:pt x="1906750" y="21055"/>
                </a:cubicBezTo>
                <a:cubicBezTo>
                  <a:pt x="1909437" y="19567"/>
                  <a:pt x="1912147" y="18823"/>
                  <a:pt x="1914880" y="18823"/>
                </a:cubicBezTo>
                <a:cubicBezTo>
                  <a:pt x="1919726" y="18823"/>
                  <a:pt x="1923399" y="20388"/>
                  <a:pt x="1925899" y="23517"/>
                </a:cubicBezTo>
                <a:cubicBezTo>
                  <a:pt x="1928400" y="26647"/>
                  <a:pt x="1929557" y="31294"/>
                  <a:pt x="1929370" y="37460"/>
                </a:cubicBezTo>
                <a:lnTo>
                  <a:pt x="1921170" y="37460"/>
                </a:lnTo>
                <a:cubicBezTo>
                  <a:pt x="1921263" y="33376"/>
                  <a:pt x="1920665" y="30414"/>
                  <a:pt x="1919376" y="28574"/>
                </a:cubicBezTo>
                <a:cubicBezTo>
                  <a:pt x="1918087" y="26732"/>
                  <a:pt x="1916200" y="25812"/>
                  <a:pt x="1913715" y="25812"/>
                </a:cubicBezTo>
                <a:cubicBezTo>
                  <a:pt x="1912628" y="25812"/>
                  <a:pt x="1911533" y="26005"/>
                  <a:pt x="1910431" y="26393"/>
                </a:cubicBezTo>
                <a:cubicBezTo>
                  <a:pt x="1909328" y="26779"/>
                  <a:pt x="1908194" y="27397"/>
                  <a:pt x="1907030" y="28248"/>
                </a:cubicBezTo>
                <a:cubicBezTo>
                  <a:pt x="1905865" y="29098"/>
                  <a:pt x="1904630" y="30188"/>
                  <a:pt x="1903326" y="31519"/>
                </a:cubicBezTo>
                <a:cubicBezTo>
                  <a:pt x="1902021" y="32849"/>
                  <a:pt x="1900623" y="34457"/>
                  <a:pt x="1899132" y="36344"/>
                </a:cubicBezTo>
                <a:lnTo>
                  <a:pt x="1899132" y="66440"/>
                </a:lnTo>
                <a:lnTo>
                  <a:pt x="1890932" y="66440"/>
                </a:lnTo>
                <a:lnTo>
                  <a:pt x="1890932" y="19662"/>
                </a:lnTo>
                <a:close/>
                <a:moveTo>
                  <a:pt x="1979878" y="49933"/>
                </a:moveTo>
                <a:cubicBezTo>
                  <a:pt x="1979878" y="52824"/>
                  <a:pt x="1979287" y="55357"/>
                  <a:pt x="1978107" y="57533"/>
                </a:cubicBezTo>
                <a:cubicBezTo>
                  <a:pt x="1976927" y="59710"/>
                  <a:pt x="1975281" y="61520"/>
                  <a:pt x="1973168" y="62966"/>
                </a:cubicBezTo>
                <a:cubicBezTo>
                  <a:pt x="1971056" y="64411"/>
                  <a:pt x="1968517" y="65491"/>
                  <a:pt x="1965551" y="66207"/>
                </a:cubicBezTo>
                <a:cubicBezTo>
                  <a:pt x="1962584" y="66921"/>
                  <a:pt x="1959315" y="67278"/>
                  <a:pt x="1955743" y="67278"/>
                </a:cubicBezTo>
                <a:cubicBezTo>
                  <a:pt x="1954128" y="67278"/>
                  <a:pt x="1952521" y="67216"/>
                  <a:pt x="1950921" y="67092"/>
                </a:cubicBezTo>
                <a:cubicBezTo>
                  <a:pt x="1949321" y="66968"/>
                  <a:pt x="1947784" y="66812"/>
                  <a:pt x="1946308" y="66626"/>
                </a:cubicBezTo>
                <a:cubicBezTo>
                  <a:pt x="1944833" y="66440"/>
                  <a:pt x="1943443" y="66222"/>
                  <a:pt x="1942138" y="65974"/>
                </a:cubicBezTo>
                <a:cubicBezTo>
                  <a:pt x="1940834" y="65725"/>
                  <a:pt x="1939653" y="65461"/>
                  <a:pt x="1938597" y="65182"/>
                </a:cubicBezTo>
                <a:lnTo>
                  <a:pt x="1938597" y="57168"/>
                </a:lnTo>
                <a:cubicBezTo>
                  <a:pt x="1940927" y="58038"/>
                  <a:pt x="1943544" y="58721"/>
                  <a:pt x="1946448" y="59218"/>
                </a:cubicBezTo>
                <a:cubicBezTo>
                  <a:pt x="1949352" y="59715"/>
                  <a:pt x="1952653" y="59963"/>
                  <a:pt x="1956349" y="59963"/>
                </a:cubicBezTo>
                <a:cubicBezTo>
                  <a:pt x="1959020" y="59963"/>
                  <a:pt x="1961295" y="59754"/>
                  <a:pt x="1963174" y="59334"/>
                </a:cubicBezTo>
                <a:cubicBezTo>
                  <a:pt x="1965054" y="58914"/>
                  <a:pt x="1966591" y="58292"/>
                  <a:pt x="1967787" y="57468"/>
                </a:cubicBezTo>
                <a:cubicBezTo>
                  <a:pt x="1968983" y="56643"/>
                  <a:pt x="1969853" y="55640"/>
                  <a:pt x="1970396" y="54458"/>
                </a:cubicBezTo>
                <a:cubicBezTo>
                  <a:pt x="1970940" y="53276"/>
                  <a:pt x="1971212" y="51923"/>
                  <a:pt x="1971212" y="50399"/>
                </a:cubicBezTo>
                <a:cubicBezTo>
                  <a:pt x="1971212" y="48752"/>
                  <a:pt x="1970753" y="47345"/>
                  <a:pt x="1969837" y="46180"/>
                </a:cubicBezTo>
                <a:cubicBezTo>
                  <a:pt x="1968921" y="45014"/>
                  <a:pt x="1967717" y="43973"/>
                  <a:pt x="1966226" y="43056"/>
                </a:cubicBezTo>
                <a:cubicBezTo>
                  <a:pt x="1964735" y="42139"/>
                  <a:pt x="1963035" y="41300"/>
                  <a:pt x="1961124" y="40538"/>
                </a:cubicBezTo>
                <a:cubicBezTo>
                  <a:pt x="1959214" y="39776"/>
                  <a:pt x="1957265" y="38991"/>
                  <a:pt x="1955277" y="38183"/>
                </a:cubicBezTo>
                <a:cubicBezTo>
                  <a:pt x="1953289" y="37375"/>
                  <a:pt x="1951340" y="36497"/>
                  <a:pt x="1949430" y="35549"/>
                </a:cubicBezTo>
                <a:cubicBezTo>
                  <a:pt x="1947520" y="34601"/>
                  <a:pt x="1945819" y="33482"/>
                  <a:pt x="1944328" y="32192"/>
                </a:cubicBezTo>
                <a:cubicBezTo>
                  <a:pt x="1942837" y="30902"/>
                  <a:pt x="1941634" y="29387"/>
                  <a:pt x="1940717" y="27646"/>
                </a:cubicBezTo>
                <a:cubicBezTo>
                  <a:pt x="1939801" y="25905"/>
                  <a:pt x="1939343" y="23837"/>
                  <a:pt x="1939343" y="21444"/>
                </a:cubicBezTo>
                <a:cubicBezTo>
                  <a:pt x="1939343" y="19362"/>
                  <a:pt x="1939778" y="17311"/>
                  <a:pt x="1940647" y="15291"/>
                </a:cubicBezTo>
                <a:cubicBezTo>
                  <a:pt x="1941517" y="13270"/>
                  <a:pt x="1942868" y="11475"/>
                  <a:pt x="1944701" y="9905"/>
                </a:cubicBezTo>
                <a:cubicBezTo>
                  <a:pt x="1946534" y="8335"/>
                  <a:pt x="1948886" y="7068"/>
                  <a:pt x="1951760" y="6105"/>
                </a:cubicBezTo>
                <a:cubicBezTo>
                  <a:pt x="1954633" y="5141"/>
                  <a:pt x="1958057" y="4659"/>
                  <a:pt x="1962033" y="4659"/>
                </a:cubicBezTo>
                <a:cubicBezTo>
                  <a:pt x="1963058" y="4659"/>
                  <a:pt x="1964168" y="4706"/>
                  <a:pt x="1965364" y="4799"/>
                </a:cubicBezTo>
                <a:cubicBezTo>
                  <a:pt x="1966560" y="4892"/>
                  <a:pt x="1967772" y="5024"/>
                  <a:pt x="1968998" y="5195"/>
                </a:cubicBezTo>
                <a:cubicBezTo>
                  <a:pt x="1970225" y="5366"/>
                  <a:pt x="1971437" y="5560"/>
                  <a:pt x="1972633" y="5777"/>
                </a:cubicBezTo>
                <a:cubicBezTo>
                  <a:pt x="1973828" y="5995"/>
                  <a:pt x="1974939" y="6228"/>
                  <a:pt x="1975964" y="6476"/>
                </a:cubicBezTo>
                <a:lnTo>
                  <a:pt x="1975964" y="13931"/>
                </a:lnTo>
                <a:cubicBezTo>
                  <a:pt x="1973572" y="13248"/>
                  <a:pt x="1971180" y="12727"/>
                  <a:pt x="1968789" y="12370"/>
                </a:cubicBezTo>
                <a:cubicBezTo>
                  <a:pt x="1966397" y="12013"/>
                  <a:pt x="1964083" y="11834"/>
                  <a:pt x="1961847" y="11834"/>
                </a:cubicBezTo>
                <a:cubicBezTo>
                  <a:pt x="1957094" y="11834"/>
                  <a:pt x="1953600" y="12627"/>
                  <a:pt x="1951363" y="14213"/>
                </a:cubicBezTo>
                <a:cubicBezTo>
                  <a:pt x="1949127" y="15799"/>
                  <a:pt x="1948009" y="17930"/>
                  <a:pt x="1948009" y="20605"/>
                </a:cubicBezTo>
                <a:cubicBezTo>
                  <a:pt x="1948009" y="22252"/>
                  <a:pt x="1948467" y="23667"/>
                  <a:pt x="1949383" y="24848"/>
                </a:cubicBezTo>
                <a:cubicBezTo>
                  <a:pt x="1950300" y="26029"/>
                  <a:pt x="1951503" y="27086"/>
                  <a:pt x="1952994" y="28019"/>
                </a:cubicBezTo>
                <a:cubicBezTo>
                  <a:pt x="1954485" y="28952"/>
                  <a:pt x="1956186" y="29799"/>
                  <a:pt x="1958096" y="30561"/>
                </a:cubicBezTo>
                <a:cubicBezTo>
                  <a:pt x="1960006" y="31322"/>
                  <a:pt x="1961955" y="32107"/>
                  <a:pt x="1963943" y="32916"/>
                </a:cubicBezTo>
                <a:cubicBezTo>
                  <a:pt x="1965931" y="33723"/>
                  <a:pt x="1967880" y="34609"/>
                  <a:pt x="1969790" y="35573"/>
                </a:cubicBezTo>
                <a:cubicBezTo>
                  <a:pt x="1971701" y="36536"/>
                  <a:pt x="1973401" y="37678"/>
                  <a:pt x="1974892" y="38999"/>
                </a:cubicBezTo>
                <a:cubicBezTo>
                  <a:pt x="1976383" y="40320"/>
                  <a:pt x="1977587" y="41866"/>
                  <a:pt x="1978503" y="43639"/>
                </a:cubicBezTo>
                <a:cubicBezTo>
                  <a:pt x="1979419" y="45410"/>
                  <a:pt x="1979878" y="47508"/>
                  <a:pt x="1979878" y="49933"/>
                </a:cubicBezTo>
                <a:close/>
                <a:moveTo>
                  <a:pt x="2032249" y="40581"/>
                </a:moveTo>
                <a:cubicBezTo>
                  <a:pt x="2032249" y="41731"/>
                  <a:pt x="2032233" y="42693"/>
                  <a:pt x="2032202" y="43470"/>
                </a:cubicBezTo>
                <a:cubicBezTo>
                  <a:pt x="2032171" y="44246"/>
                  <a:pt x="2032125" y="44976"/>
                  <a:pt x="2032062" y="45660"/>
                </a:cubicBezTo>
                <a:lnTo>
                  <a:pt x="1999215" y="45660"/>
                </a:lnTo>
                <a:cubicBezTo>
                  <a:pt x="1999215" y="50443"/>
                  <a:pt x="2000551" y="54116"/>
                  <a:pt x="2003222" y="56679"/>
                </a:cubicBezTo>
                <a:cubicBezTo>
                  <a:pt x="2005893" y="59241"/>
                  <a:pt x="2009745" y="60522"/>
                  <a:pt x="2014777" y="60522"/>
                </a:cubicBezTo>
                <a:cubicBezTo>
                  <a:pt x="2016144" y="60522"/>
                  <a:pt x="2017510" y="60467"/>
                  <a:pt x="2018877" y="60357"/>
                </a:cubicBezTo>
                <a:cubicBezTo>
                  <a:pt x="2020244" y="60245"/>
                  <a:pt x="2021564" y="60094"/>
                  <a:pt x="2022837" y="59904"/>
                </a:cubicBezTo>
                <a:cubicBezTo>
                  <a:pt x="2024111" y="59712"/>
                  <a:pt x="2025330" y="59498"/>
                  <a:pt x="2026495" y="59260"/>
                </a:cubicBezTo>
                <a:cubicBezTo>
                  <a:pt x="2027660" y="59021"/>
                  <a:pt x="2028739" y="58759"/>
                  <a:pt x="2029733" y="58472"/>
                </a:cubicBezTo>
                <a:lnTo>
                  <a:pt x="2029733" y="65135"/>
                </a:lnTo>
                <a:cubicBezTo>
                  <a:pt x="2027528" y="65770"/>
                  <a:pt x="2025035" y="66286"/>
                  <a:pt x="2022255" y="66683"/>
                </a:cubicBezTo>
                <a:cubicBezTo>
                  <a:pt x="2019475" y="67080"/>
                  <a:pt x="2016594" y="67278"/>
                  <a:pt x="2013612" y="67278"/>
                </a:cubicBezTo>
                <a:cubicBezTo>
                  <a:pt x="2009605" y="67278"/>
                  <a:pt x="2006158" y="66735"/>
                  <a:pt x="2003269" y="65648"/>
                </a:cubicBezTo>
                <a:cubicBezTo>
                  <a:pt x="2000380" y="64560"/>
                  <a:pt x="1998012" y="62984"/>
                  <a:pt x="1996164" y="60919"/>
                </a:cubicBezTo>
                <a:cubicBezTo>
                  <a:pt x="1994315" y="58853"/>
                  <a:pt x="1992949" y="56321"/>
                  <a:pt x="1992064" y="53324"/>
                </a:cubicBezTo>
                <a:cubicBezTo>
                  <a:pt x="1991178" y="50327"/>
                  <a:pt x="1990736" y="46933"/>
                  <a:pt x="1990736" y="43144"/>
                </a:cubicBezTo>
                <a:cubicBezTo>
                  <a:pt x="1990736" y="39851"/>
                  <a:pt x="1991209" y="36737"/>
                  <a:pt x="1992157" y="33802"/>
                </a:cubicBezTo>
                <a:cubicBezTo>
                  <a:pt x="1993104" y="30867"/>
                  <a:pt x="1994486" y="28289"/>
                  <a:pt x="1996303" y="26068"/>
                </a:cubicBezTo>
                <a:cubicBezTo>
                  <a:pt x="1998120" y="23847"/>
                  <a:pt x="2000349" y="22084"/>
                  <a:pt x="2002989" y="20780"/>
                </a:cubicBezTo>
                <a:cubicBezTo>
                  <a:pt x="2005629" y="19475"/>
                  <a:pt x="2008627" y="18823"/>
                  <a:pt x="2011981" y="18823"/>
                </a:cubicBezTo>
                <a:cubicBezTo>
                  <a:pt x="2015243" y="18823"/>
                  <a:pt x="2018132" y="19336"/>
                  <a:pt x="2020647" y="20361"/>
                </a:cubicBezTo>
                <a:cubicBezTo>
                  <a:pt x="2023163" y="21386"/>
                  <a:pt x="2025283" y="22838"/>
                  <a:pt x="2027007" y="24717"/>
                </a:cubicBezTo>
                <a:cubicBezTo>
                  <a:pt x="2028731" y="26596"/>
                  <a:pt x="2030036" y="28879"/>
                  <a:pt x="2030921" y="31566"/>
                </a:cubicBezTo>
                <a:cubicBezTo>
                  <a:pt x="2031806" y="34253"/>
                  <a:pt x="2032249" y="37258"/>
                  <a:pt x="2032249" y="40581"/>
                </a:cubicBezTo>
                <a:moveTo>
                  <a:pt x="2023816" y="39416"/>
                </a:moveTo>
                <a:cubicBezTo>
                  <a:pt x="2023909" y="37335"/>
                  <a:pt x="2023707" y="35433"/>
                  <a:pt x="2023210" y="33709"/>
                </a:cubicBezTo>
                <a:cubicBezTo>
                  <a:pt x="2022713" y="31985"/>
                  <a:pt x="2021944" y="30502"/>
                  <a:pt x="2020904" y="29260"/>
                </a:cubicBezTo>
                <a:cubicBezTo>
                  <a:pt x="2019863" y="28017"/>
                  <a:pt x="2018566" y="27046"/>
                  <a:pt x="2017013" y="26348"/>
                </a:cubicBezTo>
                <a:cubicBezTo>
                  <a:pt x="2015460" y="25649"/>
                  <a:pt x="2013659" y="25299"/>
                  <a:pt x="2011609" y="25299"/>
                </a:cubicBezTo>
                <a:cubicBezTo>
                  <a:pt x="2009838" y="25299"/>
                  <a:pt x="2008223" y="25641"/>
                  <a:pt x="2006763" y="26324"/>
                </a:cubicBezTo>
                <a:cubicBezTo>
                  <a:pt x="2005303" y="27008"/>
                  <a:pt x="2004045" y="27970"/>
                  <a:pt x="2002989" y="29213"/>
                </a:cubicBezTo>
                <a:cubicBezTo>
                  <a:pt x="2001933" y="30455"/>
                  <a:pt x="2001079" y="31946"/>
                  <a:pt x="2000427" y="33686"/>
                </a:cubicBezTo>
                <a:cubicBezTo>
                  <a:pt x="1999774" y="35425"/>
                  <a:pt x="1999371" y="37335"/>
                  <a:pt x="1999215" y="39416"/>
                </a:cubicBezTo>
                <a:lnTo>
                  <a:pt x="2023816" y="39416"/>
                </a:lnTo>
                <a:close/>
                <a:moveTo>
                  <a:pt x="2060532" y="7222"/>
                </a:moveTo>
                <a:lnTo>
                  <a:pt x="2046694" y="7222"/>
                </a:lnTo>
                <a:lnTo>
                  <a:pt x="2046694" y="559"/>
                </a:lnTo>
                <a:lnTo>
                  <a:pt x="2068732" y="559"/>
                </a:lnTo>
                <a:lnTo>
                  <a:pt x="2068732" y="59684"/>
                </a:lnTo>
                <a:lnTo>
                  <a:pt x="2082663" y="59684"/>
                </a:lnTo>
                <a:lnTo>
                  <a:pt x="2082663" y="66440"/>
                </a:lnTo>
                <a:lnTo>
                  <a:pt x="2045157" y="66440"/>
                </a:lnTo>
                <a:lnTo>
                  <a:pt x="2045157" y="59684"/>
                </a:lnTo>
                <a:lnTo>
                  <a:pt x="2060532" y="59684"/>
                </a:lnTo>
                <a:lnTo>
                  <a:pt x="2060532" y="7222"/>
                </a:lnTo>
                <a:close/>
                <a:moveTo>
                  <a:pt x="2135966" y="40581"/>
                </a:moveTo>
                <a:cubicBezTo>
                  <a:pt x="2135966" y="41731"/>
                  <a:pt x="2135950" y="42693"/>
                  <a:pt x="2135919" y="43470"/>
                </a:cubicBezTo>
                <a:cubicBezTo>
                  <a:pt x="2135888" y="44246"/>
                  <a:pt x="2135841" y="44976"/>
                  <a:pt x="2135779" y="45660"/>
                </a:cubicBezTo>
                <a:lnTo>
                  <a:pt x="2102932" y="45660"/>
                </a:lnTo>
                <a:cubicBezTo>
                  <a:pt x="2102932" y="50443"/>
                  <a:pt x="2104268" y="54116"/>
                  <a:pt x="2106939" y="56679"/>
                </a:cubicBezTo>
                <a:cubicBezTo>
                  <a:pt x="2109610" y="59241"/>
                  <a:pt x="2113462" y="60522"/>
                  <a:pt x="2118494" y="60522"/>
                </a:cubicBezTo>
                <a:cubicBezTo>
                  <a:pt x="2119861" y="60522"/>
                  <a:pt x="2121227" y="60467"/>
                  <a:pt x="2122594" y="60357"/>
                </a:cubicBezTo>
                <a:cubicBezTo>
                  <a:pt x="2123961" y="60245"/>
                  <a:pt x="2125281" y="60094"/>
                  <a:pt x="2126554" y="59904"/>
                </a:cubicBezTo>
                <a:cubicBezTo>
                  <a:pt x="2127828" y="59712"/>
                  <a:pt x="2129047" y="59498"/>
                  <a:pt x="2130212" y="59260"/>
                </a:cubicBezTo>
                <a:cubicBezTo>
                  <a:pt x="2131376" y="59021"/>
                  <a:pt x="2132456" y="58759"/>
                  <a:pt x="2133450" y="58472"/>
                </a:cubicBezTo>
                <a:lnTo>
                  <a:pt x="2133450" y="65135"/>
                </a:lnTo>
                <a:cubicBezTo>
                  <a:pt x="2131244" y="65770"/>
                  <a:pt x="2128752" y="66286"/>
                  <a:pt x="2125972" y="66683"/>
                </a:cubicBezTo>
                <a:cubicBezTo>
                  <a:pt x="2123192" y="67080"/>
                  <a:pt x="2120311" y="67278"/>
                  <a:pt x="2117329" y="67278"/>
                </a:cubicBezTo>
                <a:cubicBezTo>
                  <a:pt x="2113322" y="67278"/>
                  <a:pt x="2109874" y="66735"/>
                  <a:pt x="2106986" y="65648"/>
                </a:cubicBezTo>
                <a:cubicBezTo>
                  <a:pt x="2104097" y="64560"/>
                  <a:pt x="2101729" y="62984"/>
                  <a:pt x="2099881" y="60919"/>
                </a:cubicBezTo>
                <a:cubicBezTo>
                  <a:pt x="2098032" y="58853"/>
                  <a:pt x="2096666" y="56321"/>
                  <a:pt x="2095780" y="53324"/>
                </a:cubicBezTo>
                <a:cubicBezTo>
                  <a:pt x="2094895" y="50327"/>
                  <a:pt x="2094453" y="46933"/>
                  <a:pt x="2094453" y="43144"/>
                </a:cubicBezTo>
                <a:cubicBezTo>
                  <a:pt x="2094453" y="39851"/>
                  <a:pt x="2094926" y="36737"/>
                  <a:pt x="2095874" y="33802"/>
                </a:cubicBezTo>
                <a:cubicBezTo>
                  <a:pt x="2096821" y="30867"/>
                  <a:pt x="2098203" y="28289"/>
                  <a:pt x="2100020" y="26068"/>
                </a:cubicBezTo>
                <a:cubicBezTo>
                  <a:pt x="2101837" y="23847"/>
                  <a:pt x="2104066" y="22084"/>
                  <a:pt x="2106706" y="20780"/>
                </a:cubicBezTo>
                <a:cubicBezTo>
                  <a:pt x="2109346" y="19475"/>
                  <a:pt x="2112344" y="18823"/>
                  <a:pt x="2115698" y="18823"/>
                </a:cubicBezTo>
                <a:cubicBezTo>
                  <a:pt x="2118960" y="18823"/>
                  <a:pt x="2121848" y="19336"/>
                  <a:pt x="2124364" y="20361"/>
                </a:cubicBezTo>
                <a:cubicBezTo>
                  <a:pt x="2126880" y="21386"/>
                  <a:pt x="2129000" y="22838"/>
                  <a:pt x="2130724" y="24717"/>
                </a:cubicBezTo>
                <a:cubicBezTo>
                  <a:pt x="2132448" y="26596"/>
                  <a:pt x="2133753" y="28879"/>
                  <a:pt x="2134638" y="31566"/>
                </a:cubicBezTo>
                <a:cubicBezTo>
                  <a:pt x="2135523" y="34253"/>
                  <a:pt x="2135966" y="37258"/>
                  <a:pt x="2135966" y="40581"/>
                </a:cubicBezTo>
                <a:moveTo>
                  <a:pt x="2127533" y="39416"/>
                </a:moveTo>
                <a:cubicBezTo>
                  <a:pt x="2127626" y="37335"/>
                  <a:pt x="2127424" y="35433"/>
                  <a:pt x="2126927" y="33709"/>
                </a:cubicBezTo>
                <a:cubicBezTo>
                  <a:pt x="2126430" y="31985"/>
                  <a:pt x="2125661" y="30502"/>
                  <a:pt x="2124621" y="29260"/>
                </a:cubicBezTo>
                <a:cubicBezTo>
                  <a:pt x="2123580" y="28017"/>
                  <a:pt x="2122283" y="27046"/>
                  <a:pt x="2120730" y="26348"/>
                </a:cubicBezTo>
                <a:cubicBezTo>
                  <a:pt x="2119177" y="25649"/>
                  <a:pt x="2117376" y="25299"/>
                  <a:pt x="2115326" y="25299"/>
                </a:cubicBezTo>
                <a:cubicBezTo>
                  <a:pt x="2113555" y="25299"/>
                  <a:pt x="2111940" y="25641"/>
                  <a:pt x="2110480" y="26324"/>
                </a:cubicBezTo>
                <a:cubicBezTo>
                  <a:pt x="2109020" y="27008"/>
                  <a:pt x="2107762" y="27970"/>
                  <a:pt x="2106706" y="29213"/>
                </a:cubicBezTo>
                <a:cubicBezTo>
                  <a:pt x="2105650" y="30455"/>
                  <a:pt x="2104796" y="31946"/>
                  <a:pt x="2104144" y="33686"/>
                </a:cubicBezTo>
                <a:cubicBezTo>
                  <a:pt x="2103491" y="35425"/>
                  <a:pt x="2103088" y="37335"/>
                  <a:pt x="2102932" y="39416"/>
                </a:cubicBezTo>
                <a:lnTo>
                  <a:pt x="2127533" y="39416"/>
                </a:lnTo>
                <a:close/>
                <a:moveTo>
                  <a:pt x="2184656" y="64716"/>
                </a:moveTo>
                <a:cubicBezTo>
                  <a:pt x="2182544" y="65523"/>
                  <a:pt x="2180377" y="66121"/>
                  <a:pt x="2178156" y="66510"/>
                </a:cubicBezTo>
                <a:cubicBezTo>
                  <a:pt x="2175936" y="66898"/>
                  <a:pt x="2173645" y="67092"/>
                  <a:pt x="2171284" y="67092"/>
                </a:cubicBezTo>
                <a:cubicBezTo>
                  <a:pt x="2163892" y="67092"/>
                  <a:pt x="2158200" y="65088"/>
                  <a:pt x="2154208" y="61082"/>
                </a:cubicBezTo>
                <a:cubicBezTo>
                  <a:pt x="2150217" y="57075"/>
                  <a:pt x="2148221" y="51220"/>
                  <a:pt x="2148221" y="43517"/>
                </a:cubicBezTo>
                <a:cubicBezTo>
                  <a:pt x="2148221" y="39820"/>
                  <a:pt x="2148796" y="36466"/>
                  <a:pt x="2149945" y="33453"/>
                </a:cubicBezTo>
                <a:cubicBezTo>
                  <a:pt x="2151094" y="30440"/>
                  <a:pt x="2152710" y="27862"/>
                  <a:pt x="2154791" y="25719"/>
                </a:cubicBezTo>
                <a:cubicBezTo>
                  <a:pt x="2156872" y="23575"/>
                  <a:pt x="2159357" y="21921"/>
                  <a:pt x="2162245" y="20757"/>
                </a:cubicBezTo>
                <a:cubicBezTo>
                  <a:pt x="2165134" y="19592"/>
                  <a:pt x="2168318" y="19009"/>
                  <a:pt x="2171797" y="19009"/>
                </a:cubicBezTo>
                <a:cubicBezTo>
                  <a:pt x="2174219" y="19009"/>
                  <a:pt x="2176487" y="19184"/>
                  <a:pt x="2178599" y="19534"/>
                </a:cubicBezTo>
                <a:cubicBezTo>
                  <a:pt x="2180711" y="19882"/>
                  <a:pt x="2182730" y="20453"/>
                  <a:pt x="2184656" y="21246"/>
                </a:cubicBezTo>
                <a:lnTo>
                  <a:pt x="2184656" y="28980"/>
                </a:lnTo>
                <a:cubicBezTo>
                  <a:pt x="2182637" y="27907"/>
                  <a:pt x="2180579" y="27127"/>
                  <a:pt x="2178483" y="26639"/>
                </a:cubicBezTo>
                <a:cubicBezTo>
                  <a:pt x="2176386" y="26150"/>
                  <a:pt x="2174219" y="25905"/>
                  <a:pt x="2171983" y="25905"/>
                </a:cubicBezTo>
                <a:cubicBezTo>
                  <a:pt x="2169902" y="25905"/>
                  <a:pt x="2167937" y="26301"/>
                  <a:pt x="2166089" y="27093"/>
                </a:cubicBezTo>
                <a:cubicBezTo>
                  <a:pt x="2164241" y="27885"/>
                  <a:pt x="2162618" y="29027"/>
                  <a:pt x="2161220" y="30518"/>
                </a:cubicBezTo>
                <a:cubicBezTo>
                  <a:pt x="2159823" y="32008"/>
                  <a:pt x="2158720" y="33826"/>
                  <a:pt x="2157912" y="35969"/>
                </a:cubicBezTo>
                <a:cubicBezTo>
                  <a:pt x="2157105" y="38112"/>
                  <a:pt x="2156701" y="40535"/>
                  <a:pt x="2156701" y="43237"/>
                </a:cubicBezTo>
                <a:cubicBezTo>
                  <a:pt x="2156701" y="48890"/>
                  <a:pt x="2158075" y="53122"/>
                  <a:pt x="2160824" y="55933"/>
                </a:cubicBezTo>
                <a:cubicBezTo>
                  <a:pt x="2163573" y="58744"/>
                  <a:pt x="2167386" y="60150"/>
                  <a:pt x="2172263" y="60150"/>
                </a:cubicBezTo>
                <a:cubicBezTo>
                  <a:pt x="2174468" y="60150"/>
                  <a:pt x="2176603" y="59901"/>
                  <a:pt x="2178669" y="59404"/>
                </a:cubicBezTo>
                <a:cubicBezTo>
                  <a:pt x="2180735" y="58907"/>
                  <a:pt x="2182730" y="58162"/>
                  <a:pt x="2184656" y="57168"/>
                </a:cubicBezTo>
                <a:lnTo>
                  <a:pt x="2184656" y="64716"/>
                </a:lnTo>
                <a:close/>
                <a:moveTo>
                  <a:pt x="2237865" y="65741"/>
                </a:moveTo>
                <a:cubicBezTo>
                  <a:pt x="2236033" y="66223"/>
                  <a:pt x="2234138" y="66569"/>
                  <a:pt x="2232181" y="66777"/>
                </a:cubicBezTo>
                <a:cubicBezTo>
                  <a:pt x="2230224" y="66987"/>
                  <a:pt x="2228236" y="67092"/>
                  <a:pt x="2226218" y="67092"/>
                </a:cubicBezTo>
                <a:cubicBezTo>
                  <a:pt x="2220347" y="67092"/>
                  <a:pt x="2215967" y="65764"/>
                  <a:pt x="2213079" y="63108"/>
                </a:cubicBezTo>
                <a:cubicBezTo>
                  <a:pt x="2210190" y="60453"/>
                  <a:pt x="2208746" y="56376"/>
                  <a:pt x="2208746" y="50878"/>
                </a:cubicBezTo>
                <a:lnTo>
                  <a:pt x="2208746" y="26464"/>
                </a:lnTo>
                <a:lnTo>
                  <a:pt x="2195653" y="26464"/>
                </a:lnTo>
                <a:lnTo>
                  <a:pt x="2195653" y="19662"/>
                </a:lnTo>
                <a:lnTo>
                  <a:pt x="2208746" y="19662"/>
                </a:lnTo>
                <a:lnTo>
                  <a:pt x="2208746" y="6762"/>
                </a:lnTo>
                <a:lnTo>
                  <a:pt x="2216853" y="4659"/>
                </a:lnTo>
                <a:lnTo>
                  <a:pt x="2216853" y="19662"/>
                </a:lnTo>
                <a:lnTo>
                  <a:pt x="2237865" y="19662"/>
                </a:lnTo>
                <a:lnTo>
                  <a:pt x="2237865" y="26464"/>
                </a:lnTo>
                <a:lnTo>
                  <a:pt x="2216853" y="26464"/>
                </a:lnTo>
                <a:lnTo>
                  <a:pt x="2216853" y="50226"/>
                </a:lnTo>
                <a:cubicBezTo>
                  <a:pt x="2216853" y="53580"/>
                  <a:pt x="2217746" y="56089"/>
                  <a:pt x="2219532" y="57750"/>
                </a:cubicBezTo>
                <a:cubicBezTo>
                  <a:pt x="2221318" y="59412"/>
                  <a:pt x="2223950" y="60243"/>
                  <a:pt x="2227429" y="60243"/>
                </a:cubicBezTo>
                <a:cubicBezTo>
                  <a:pt x="2228920" y="60243"/>
                  <a:pt x="2230551" y="60123"/>
                  <a:pt x="2232321" y="59883"/>
                </a:cubicBezTo>
                <a:cubicBezTo>
                  <a:pt x="2234091" y="59643"/>
                  <a:pt x="2235940" y="59265"/>
                  <a:pt x="2237865" y="58752"/>
                </a:cubicBezTo>
                <a:lnTo>
                  <a:pt x="2237865" y="65741"/>
                </a:lnTo>
                <a:close/>
                <a:moveTo>
                  <a:pt x="2343602" y="64716"/>
                </a:moveTo>
                <a:cubicBezTo>
                  <a:pt x="2341490" y="65523"/>
                  <a:pt x="2339324" y="66121"/>
                  <a:pt x="2337103" y="66510"/>
                </a:cubicBezTo>
                <a:cubicBezTo>
                  <a:pt x="2334882" y="66898"/>
                  <a:pt x="2332591" y="67092"/>
                  <a:pt x="2330230" y="67092"/>
                </a:cubicBezTo>
                <a:cubicBezTo>
                  <a:pt x="2322838" y="67092"/>
                  <a:pt x="2317146" y="65088"/>
                  <a:pt x="2313155" y="61082"/>
                </a:cubicBezTo>
                <a:cubicBezTo>
                  <a:pt x="2309163" y="57075"/>
                  <a:pt x="2307168" y="51220"/>
                  <a:pt x="2307168" y="43517"/>
                </a:cubicBezTo>
                <a:cubicBezTo>
                  <a:pt x="2307168" y="39820"/>
                  <a:pt x="2307742" y="36466"/>
                  <a:pt x="2308891" y="33453"/>
                </a:cubicBezTo>
                <a:cubicBezTo>
                  <a:pt x="2310041" y="30440"/>
                  <a:pt x="2311656" y="27862"/>
                  <a:pt x="2313737" y="25719"/>
                </a:cubicBezTo>
                <a:cubicBezTo>
                  <a:pt x="2315818" y="23575"/>
                  <a:pt x="2318303" y="21921"/>
                  <a:pt x="2321192" y="20757"/>
                </a:cubicBezTo>
                <a:cubicBezTo>
                  <a:pt x="2324080" y="19592"/>
                  <a:pt x="2327264" y="19009"/>
                  <a:pt x="2330743" y="19009"/>
                </a:cubicBezTo>
                <a:cubicBezTo>
                  <a:pt x="2333166" y="19009"/>
                  <a:pt x="2335433" y="19184"/>
                  <a:pt x="2337545" y="19534"/>
                </a:cubicBezTo>
                <a:cubicBezTo>
                  <a:pt x="2339657" y="19882"/>
                  <a:pt x="2341676" y="20453"/>
                  <a:pt x="2343602" y="21246"/>
                </a:cubicBezTo>
                <a:lnTo>
                  <a:pt x="2343602" y="28980"/>
                </a:lnTo>
                <a:cubicBezTo>
                  <a:pt x="2341583" y="27907"/>
                  <a:pt x="2339525" y="27127"/>
                  <a:pt x="2337429" y="26639"/>
                </a:cubicBezTo>
                <a:cubicBezTo>
                  <a:pt x="2335332" y="26150"/>
                  <a:pt x="2333166" y="25905"/>
                  <a:pt x="2330929" y="25905"/>
                </a:cubicBezTo>
                <a:cubicBezTo>
                  <a:pt x="2328848" y="25905"/>
                  <a:pt x="2326884" y="26301"/>
                  <a:pt x="2325035" y="27093"/>
                </a:cubicBezTo>
                <a:cubicBezTo>
                  <a:pt x="2323187" y="27885"/>
                  <a:pt x="2321564" y="29027"/>
                  <a:pt x="2320167" y="30518"/>
                </a:cubicBezTo>
                <a:cubicBezTo>
                  <a:pt x="2318769" y="32008"/>
                  <a:pt x="2317666" y="33826"/>
                  <a:pt x="2316859" y="35969"/>
                </a:cubicBezTo>
                <a:cubicBezTo>
                  <a:pt x="2316051" y="38112"/>
                  <a:pt x="2315647" y="40535"/>
                  <a:pt x="2315647" y="43237"/>
                </a:cubicBezTo>
                <a:cubicBezTo>
                  <a:pt x="2315647" y="48890"/>
                  <a:pt x="2317022" y="53122"/>
                  <a:pt x="2319771" y="55933"/>
                </a:cubicBezTo>
                <a:cubicBezTo>
                  <a:pt x="2322519" y="58744"/>
                  <a:pt x="2326332" y="60150"/>
                  <a:pt x="2331209" y="60150"/>
                </a:cubicBezTo>
                <a:cubicBezTo>
                  <a:pt x="2333414" y="60150"/>
                  <a:pt x="2335550" y="59901"/>
                  <a:pt x="2337615" y="59404"/>
                </a:cubicBezTo>
                <a:cubicBezTo>
                  <a:pt x="2339681" y="58907"/>
                  <a:pt x="2341676" y="58162"/>
                  <a:pt x="2343602" y="57168"/>
                </a:cubicBezTo>
                <a:lnTo>
                  <a:pt x="2343602" y="64716"/>
                </a:lnTo>
                <a:close/>
                <a:moveTo>
                  <a:pt x="2399840" y="42678"/>
                </a:moveTo>
                <a:cubicBezTo>
                  <a:pt x="2399840" y="46312"/>
                  <a:pt x="2399328" y="49643"/>
                  <a:pt x="2398303" y="52672"/>
                </a:cubicBezTo>
                <a:cubicBezTo>
                  <a:pt x="2397278" y="55700"/>
                  <a:pt x="2395802" y="58294"/>
                  <a:pt x="2393877" y="60453"/>
                </a:cubicBezTo>
                <a:cubicBezTo>
                  <a:pt x="2391951" y="62611"/>
                  <a:pt x="2389606" y="64289"/>
                  <a:pt x="2386841" y="65485"/>
                </a:cubicBezTo>
                <a:cubicBezTo>
                  <a:pt x="2384077" y="66680"/>
                  <a:pt x="2380940" y="67278"/>
                  <a:pt x="2377430" y="67278"/>
                </a:cubicBezTo>
                <a:cubicBezTo>
                  <a:pt x="2374075" y="67278"/>
                  <a:pt x="2371070" y="66758"/>
                  <a:pt x="2368414" y="65717"/>
                </a:cubicBezTo>
                <a:cubicBezTo>
                  <a:pt x="2365759" y="64677"/>
                  <a:pt x="2363507" y="63147"/>
                  <a:pt x="2361658" y="61128"/>
                </a:cubicBezTo>
                <a:cubicBezTo>
                  <a:pt x="2359810" y="59109"/>
                  <a:pt x="2358397" y="56609"/>
                  <a:pt x="2357419" y="53627"/>
                </a:cubicBezTo>
                <a:cubicBezTo>
                  <a:pt x="2356440" y="50645"/>
                  <a:pt x="2355951" y="47213"/>
                  <a:pt x="2355951" y="43330"/>
                </a:cubicBezTo>
                <a:cubicBezTo>
                  <a:pt x="2355951" y="39696"/>
                  <a:pt x="2356464" y="36380"/>
                  <a:pt x="2357489" y="33383"/>
                </a:cubicBezTo>
                <a:cubicBezTo>
                  <a:pt x="2358514" y="30385"/>
                  <a:pt x="2359989" y="27807"/>
                  <a:pt x="2361915" y="25649"/>
                </a:cubicBezTo>
                <a:cubicBezTo>
                  <a:pt x="2363841" y="23490"/>
                  <a:pt x="2366186" y="21813"/>
                  <a:pt x="2368950" y="20617"/>
                </a:cubicBezTo>
                <a:cubicBezTo>
                  <a:pt x="2371714" y="19421"/>
                  <a:pt x="2374852" y="18823"/>
                  <a:pt x="2378362" y="18823"/>
                </a:cubicBezTo>
                <a:cubicBezTo>
                  <a:pt x="2381716" y="18823"/>
                  <a:pt x="2384721" y="19343"/>
                  <a:pt x="2387377" y="20384"/>
                </a:cubicBezTo>
                <a:cubicBezTo>
                  <a:pt x="2390033" y="21424"/>
                  <a:pt x="2392285" y="22946"/>
                  <a:pt x="2394133" y="24950"/>
                </a:cubicBezTo>
                <a:cubicBezTo>
                  <a:pt x="2395981" y="26953"/>
                  <a:pt x="2397394" y="29446"/>
                  <a:pt x="2398373" y="32428"/>
                </a:cubicBezTo>
                <a:cubicBezTo>
                  <a:pt x="2399351" y="35410"/>
                  <a:pt x="2399840" y="38826"/>
                  <a:pt x="2399840" y="42678"/>
                </a:cubicBezTo>
                <a:moveTo>
                  <a:pt x="2391547" y="43051"/>
                </a:moveTo>
                <a:cubicBezTo>
                  <a:pt x="2391547" y="40162"/>
                  <a:pt x="2391229" y="37638"/>
                  <a:pt x="2390592" y="35480"/>
                </a:cubicBezTo>
                <a:cubicBezTo>
                  <a:pt x="2389955" y="33321"/>
                  <a:pt x="2389047" y="31519"/>
                  <a:pt x="2387866" y="30075"/>
                </a:cubicBezTo>
                <a:cubicBezTo>
                  <a:pt x="2386686" y="28631"/>
                  <a:pt x="2385249" y="27543"/>
                  <a:pt x="2383557" y="26813"/>
                </a:cubicBezTo>
                <a:cubicBezTo>
                  <a:pt x="2381864" y="26084"/>
                  <a:pt x="2379977" y="25719"/>
                  <a:pt x="2377896" y="25719"/>
                </a:cubicBezTo>
                <a:cubicBezTo>
                  <a:pt x="2375473" y="25719"/>
                  <a:pt x="2373400" y="26192"/>
                  <a:pt x="2371676" y="27140"/>
                </a:cubicBezTo>
                <a:cubicBezTo>
                  <a:pt x="2369952" y="28087"/>
                  <a:pt x="2368538" y="29353"/>
                  <a:pt x="2367436" y="30937"/>
                </a:cubicBezTo>
                <a:cubicBezTo>
                  <a:pt x="2366333" y="32521"/>
                  <a:pt x="2365526" y="34361"/>
                  <a:pt x="2365013" y="36458"/>
                </a:cubicBezTo>
                <a:cubicBezTo>
                  <a:pt x="2364501" y="38555"/>
                  <a:pt x="2364244" y="40752"/>
                  <a:pt x="2364244" y="43051"/>
                </a:cubicBezTo>
                <a:cubicBezTo>
                  <a:pt x="2364244" y="45939"/>
                  <a:pt x="2364563" y="48471"/>
                  <a:pt x="2365199" y="50645"/>
                </a:cubicBezTo>
                <a:cubicBezTo>
                  <a:pt x="2365836" y="52819"/>
                  <a:pt x="2366745" y="54629"/>
                  <a:pt x="2367925" y="56073"/>
                </a:cubicBezTo>
                <a:cubicBezTo>
                  <a:pt x="2369105" y="57517"/>
                  <a:pt x="2370534" y="58604"/>
                  <a:pt x="2372211" y="59334"/>
                </a:cubicBezTo>
                <a:cubicBezTo>
                  <a:pt x="2373889" y="60064"/>
                  <a:pt x="2375783" y="60429"/>
                  <a:pt x="2377896" y="60429"/>
                </a:cubicBezTo>
                <a:cubicBezTo>
                  <a:pt x="2380318" y="60429"/>
                  <a:pt x="2382392" y="59956"/>
                  <a:pt x="2384116" y="59008"/>
                </a:cubicBezTo>
                <a:cubicBezTo>
                  <a:pt x="2385840" y="58061"/>
                  <a:pt x="2387253" y="56795"/>
                  <a:pt x="2388355" y="55211"/>
                </a:cubicBezTo>
                <a:cubicBezTo>
                  <a:pt x="2389458" y="53627"/>
                  <a:pt x="2390266" y="51787"/>
                  <a:pt x="2390778" y="49690"/>
                </a:cubicBezTo>
                <a:cubicBezTo>
                  <a:pt x="2391291" y="47593"/>
                  <a:pt x="2391547" y="45380"/>
                  <a:pt x="2391547" y="43051"/>
                </a:cubicBezTo>
                <a:close/>
                <a:moveTo>
                  <a:pt x="2444337" y="66440"/>
                </a:moveTo>
                <a:lnTo>
                  <a:pt x="2444337" y="32847"/>
                </a:lnTo>
                <a:cubicBezTo>
                  <a:pt x="2444337" y="31387"/>
                  <a:pt x="2444283" y="30191"/>
                  <a:pt x="2444174" y="29260"/>
                </a:cubicBezTo>
                <a:cubicBezTo>
                  <a:pt x="2444066" y="28328"/>
                  <a:pt x="2443895" y="27590"/>
                  <a:pt x="2443662" y="27046"/>
                </a:cubicBezTo>
                <a:cubicBezTo>
                  <a:pt x="2443429" y="26503"/>
                  <a:pt x="2443134" y="26122"/>
                  <a:pt x="2442776" y="25905"/>
                </a:cubicBezTo>
                <a:cubicBezTo>
                  <a:pt x="2442419" y="25688"/>
                  <a:pt x="2441977" y="25579"/>
                  <a:pt x="2441449" y="25579"/>
                </a:cubicBezTo>
                <a:cubicBezTo>
                  <a:pt x="2440827" y="25579"/>
                  <a:pt x="2440253" y="25765"/>
                  <a:pt x="2439725" y="26138"/>
                </a:cubicBezTo>
                <a:cubicBezTo>
                  <a:pt x="2439197" y="26511"/>
                  <a:pt x="2438630" y="27116"/>
                  <a:pt x="2438024" y="27955"/>
                </a:cubicBezTo>
                <a:cubicBezTo>
                  <a:pt x="2437418" y="28794"/>
                  <a:pt x="2436751" y="29904"/>
                  <a:pt x="2436021" y="31286"/>
                </a:cubicBezTo>
                <a:cubicBezTo>
                  <a:pt x="2435291" y="32668"/>
                  <a:pt x="2434429" y="34369"/>
                  <a:pt x="2433435" y="36388"/>
                </a:cubicBezTo>
                <a:lnTo>
                  <a:pt x="2433435" y="66440"/>
                </a:lnTo>
                <a:lnTo>
                  <a:pt x="2426027" y="66440"/>
                </a:lnTo>
                <a:lnTo>
                  <a:pt x="2426027" y="33732"/>
                </a:lnTo>
                <a:cubicBezTo>
                  <a:pt x="2426027" y="32024"/>
                  <a:pt x="2425972" y="30642"/>
                  <a:pt x="2425864" y="29586"/>
                </a:cubicBezTo>
                <a:cubicBezTo>
                  <a:pt x="2425755" y="28530"/>
                  <a:pt x="2425584" y="27706"/>
                  <a:pt x="2425351" y="27116"/>
                </a:cubicBezTo>
                <a:cubicBezTo>
                  <a:pt x="2425118" y="26526"/>
                  <a:pt x="2424815" y="26122"/>
                  <a:pt x="2424443" y="25905"/>
                </a:cubicBezTo>
                <a:cubicBezTo>
                  <a:pt x="2424070" y="25688"/>
                  <a:pt x="2423620" y="25579"/>
                  <a:pt x="2423092" y="25579"/>
                </a:cubicBezTo>
                <a:cubicBezTo>
                  <a:pt x="2422532" y="25579"/>
                  <a:pt x="2422004" y="25734"/>
                  <a:pt x="2421507" y="26045"/>
                </a:cubicBezTo>
                <a:cubicBezTo>
                  <a:pt x="2421010" y="26355"/>
                  <a:pt x="2420459" y="26914"/>
                  <a:pt x="2419853" y="27722"/>
                </a:cubicBezTo>
                <a:cubicBezTo>
                  <a:pt x="2419248" y="28530"/>
                  <a:pt x="2418572" y="29632"/>
                  <a:pt x="2417827" y="31030"/>
                </a:cubicBezTo>
                <a:cubicBezTo>
                  <a:pt x="2417081" y="32428"/>
                  <a:pt x="2416196" y="34214"/>
                  <a:pt x="2415171" y="36388"/>
                </a:cubicBezTo>
                <a:lnTo>
                  <a:pt x="2415171" y="66440"/>
                </a:lnTo>
                <a:lnTo>
                  <a:pt x="2407716" y="66440"/>
                </a:lnTo>
                <a:lnTo>
                  <a:pt x="2407716" y="19662"/>
                </a:lnTo>
                <a:lnTo>
                  <a:pt x="2413913" y="19662"/>
                </a:lnTo>
                <a:lnTo>
                  <a:pt x="2414286" y="28561"/>
                </a:lnTo>
                <a:cubicBezTo>
                  <a:pt x="2415093" y="26790"/>
                  <a:pt x="2415878" y="25284"/>
                  <a:pt x="2416639" y="24041"/>
                </a:cubicBezTo>
                <a:cubicBezTo>
                  <a:pt x="2417400" y="22799"/>
                  <a:pt x="2418184" y="21797"/>
                  <a:pt x="2418991" y="21036"/>
                </a:cubicBezTo>
                <a:cubicBezTo>
                  <a:pt x="2419799" y="20275"/>
                  <a:pt x="2420661" y="19716"/>
                  <a:pt x="2421577" y="19359"/>
                </a:cubicBezTo>
                <a:cubicBezTo>
                  <a:pt x="2422494" y="19002"/>
                  <a:pt x="2423511" y="18823"/>
                  <a:pt x="2424629" y="18823"/>
                </a:cubicBezTo>
                <a:cubicBezTo>
                  <a:pt x="2427145" y="18823"/>
                  <a:pt x="2429055" y="19646"/>
                  <a:pt x="2430360" y="21292"/>
                </a:cubicBezTo>
                <a:cubicBezTo>
                  <a:pt x="2431664" y="22939"/>
                  <a:pt x="2432317" y="25486"/>
                  <a:pt x="2432317" y="28933"/>
                </a:cubicBezTo>
                <a:cubicBezTo>
                  <a:pt x="2433062" y="27318"/>
                  <a:pt x="2433792" y="25882"/>
                  <a:pt x="2434506" y="24624"/>
                </a:cubicBezTo>
                <a:cubicBezTo>
                  <a:pt x="2435221" y="23366"/>
                  <a:pt x="2435990" y="22310"/>
                  <a:pt x="2436813" y="21455"/>
                </a:cubicBezTo>
                <a:cubicBezTo>
                  <a:pt x="2437636" y="20601"/>
                  <a:pt x="2438544" y="19949"/>
                  <a:pt x="2439538" y="19499"/>
                </a:cubicBezTo>
                <a:cubicBezTo>
                  <a:pt x="2440532" y="19048"/>
                  <a:pt x="2441682" y="18823"/>
                  <a:pt x="2442986" y="18823"/>
                </a:cubicBezTo>
                <a:cubicBezTo>
                  <a:pt x="2448857" y="18823"/>
                  <a:pt x="2451792" y="23342"/>
                  <a:pt x="2451792" y="32381"/>
                </a:cubicBezTo>
                <a:lnTo>
                  <a:pt x="2451792" y="66440"/>
                </a:lnTo>
                <a:lnTo>
                  <a:pt x="2444337" y="66440"/>
                </a:lnTo>
                <a:close/>
                <a:moveTo>
                  <a:pt x="2502812" y="42212"/>
                </a:moveTo>
                <a:cubicBezTo>
                  <a:pt x="2502812" y="46374"/>
                  <a:pt x="2502229" y="50008"/>
                  <a:pt x="2501065" y="53114"/>
                </a:cubicBezTo>
                <a:cubicBezTo>
                  <a:pt x="2499900" y="56221"/>
                  <a:pt x="2498292" y="58799"/>
                  <a:pt x="2496242" y="60849"/>
                </a:cubicBezTo>
                <a:cubicBezTo>
                  <a:pt x="2494192" y="62899"/>
                  <a:pt x="2491770" y="64436"/>
                  <a:pt x="2488974" y="65461"/>
                </a:cubicBezTo>
                <a:cubicBezTo>
                  <a:pt x="2486179" y="66486"/>
                  <a:pt x="2483150" y="66999"/>
                  <a:pt x="2479889" y="66999"/>
                </a:cubicBezTo>
                <a:cubicBezTo>
                  <a:pt x="2478398" y="66999"/>
                  <a:pt x="2476915" y="66921"/>
                  <a:pt x="2475439" y="66766"/>
                </a:cubicBezTo>
                <a:cubicBezTo>
                  <a:pt x="2473964" y="66610"/>
                  <a:pt x="2472465" y="66346"/>
                  <a:pt x="2470943" y="65974"/>
                </a:cubicBezTo>
                <a:lnTo>
                  <a:pt x="2470943" y="85542"/>
                </a:lnTo>
                <a:lnTo>
                  <a:pt x="2462836" y="85542"/>
                </a:lnTo>
                <a:lnTo>
                  <a:pt x="2462836" y="19662"/>
                </a:lnTo>
                <a:lnTo>
                  <a:pt x="2470058" y="19662"/>
                </a:lnTo>
                <a:lnTo>
                  <a:pt x="2470570" y="27489"/>
                </a:lnTo>
                <a:cubicBezTo>
                  <a:pt x="2472900" y="24290"/>
                  <a:pt x="2475385" y="22046"/>
                  <a:pt x="2478025" y="20757"/>
                </a:cubicBezTo>
                <a:cubicBezTo>
                  <a:pt x="2480665" y="19468"/>
                  <a:pt x="2483523" y="18823"/>
                  <a:pt x="2486598" y="18823"/>
                </a:cubicBezTo>
                <a:cubicBezTo>
                  <a:pt x="2489269" y="18823"/>
                  <a:pt x="2491614" y="19382"/>
                  <a:pt x="2493633" y="20500"/>
                </a:cubicBezTo>
                <a:cubicBezTo>
                  <a:pt x="2495652" y="21619"/>
                  <a:pt x="2497345" y="23195"/>
                  <a:pt x="2498712" y="25229"/>
                </a:cubicBezTo>
                <a:cubicBezTo>
                  <a:pt x="2500078" y="27264"/>
                  <a:pt x="2501103" y="29718"/>
                  <a:pt x="2501787" y="32591"/>
                </a:cubicBezTo>
                <a:cubicBezTo>
                  <a:pt x="2502470" y="35464"/>
                  <a:pt x="2502812" y="38671"/>
                  <a:pt x="2502812" y="42212"/>
                </a:cubicBezTo>
                <a:moveTo>
                  <a:pt x="2494518" y="42585"/>
                </a:moveTo>
                <a:cubicBezTo>
                  <a:pt x="2494518" y="40131"/>
                  <a:pt x="2494340" y="37879"/>
                  <a:pt x="2493983" y="35829"/>
                </a:cubicBezTo>
                <a:cubicBezTo>
                  <a:pt x="2493625" y="33779"/>
                  <a:pt x="2493059" y="32024"/>
                  <a:pt x="2492282" y="30564"/>
                </a:cubicBezTo>
                <a:cubicBezTo>
                  <a:pt x="2491506" y="29104"/>
                  <a:pt x="2490512" y="27963"/>
                  <a:pt x="2489300" y="27140"/>
                </a:cubicBezTo>
                <a:cubicBezTo>
                  <a:pt x="2488089" y="26316"/>
                  <a:pt x="2486644" y="25905"/>
                  <a:pt x="2484967" y="25905"/>
                </a:cubicBezTo>
                <a:cubicBezTo>
                  <a:pt x="2483942" y="25905"/>
                  <a:pt x="2482902" y="26068"/>
                  <a:pt x="2481846" y="26394"/>
                </a:cubicBezTo>
                <a:cubicBezTo>
                  <a:pt x="2480789" y="26720"/>
                  <a:pt x="2479695" y="27264"/>
                  <a:pt x="2478561" y="28025"/>
                </a:cubicBezTo>
                <a:cubicBezTo>
                  <a:pt x="2477427" y="28786"/>
                  <a:pt x="2476231" y="29795"/>
                  <a:pt x="2474973" y="31053"/>
                </a:cubicBezTo>
                <a:cubicBezTo>
                  <a:pt x="2473715" y="32311"/>
                  <a:pt x="2472372" y="33872"/>
                  <a:pt x="2470943" y="35736"/>
                </a:cubicBezTo>
                <a:lnTo>
                  <a:pt x="2470943" y="58426"/>
                </a:lnTo>
                <a:cubicBezTo>
                  <a:pt x="2472434" y="59047"/>
                  <a:pt x="2474003" y="59536"/>
                  <a:pt x="2475649" y="59894"/>
                </a:cubicBezTo>
                <a:cubicBezTo>
                  <a:pt x="2477295" y="60251"/>
                  <a:pt x="2478910" y="60429"/>
                  <a:pt x="2480494" y="60429"/>
                </a:cubicBezTo>
                <a:cubicBezTo>
                  <a:pt x="2484874" y="60429"/>
                  <a:pt x="2488306" y="58946"/>
                  <a:pt x="2490791" y="55980"/>
                </a:cubicBezTo>
                <a:cubicBezTo>
                  <a:pt x="2493276" y="53013"/>
                  <a:pt x="2494518" y="48548"/>
                  <a:pt x="2494518" y="42585"/>
                </a:cubicBezTo>
                <a:close/>
                <a:moveTo>
                  <a:pt x="2555416" y="42678"/>
                </a:moveTo>
                <a:cubicBezTo>
                  <a:pt x="2555416" y="46312"/>
                  <a:pt x="2554903" y="49643"/>
                  <a:pt x="2553878" y="52672"/>
                </a:cubicBezTo>
                <a:cubicBezTo>
                  <a:pt x="2552853" y="55700"/>
                  <a:pt x="2551378" y="58294"/>
                  <a:pt x="2549452" y="60453"/>
                </a:cubicBezTo>
                <a:cubicBezTo>
                  <a:pt x="2547526" y="62611"/>
                  <a:pt x="2545181" y="64289"/>
                  <a:pt x="2542417" y="65485"/>
                </a:cubicBezTo>
                <a:cubicBezTo>
                  <a:pt x="2539652" y="66680"/>
                  <a:pt x="2536515" y="67278"/>
                  <a:pt x="2533005" y="67278"/>
                </a:cubicBezTo>
                <a:cubicBezTo>
                  <a:pt x="2529651" y="67278"/>
                  <a:pt x="2526645" y="66758"/>
                  <a:pt x="2523990" y="65717"/>
                </a:cubicBezTo>
                <a:cubicBezTo>
                  <a:pt x="2521334" y="64677"/>
                  <a:pt x="2519082" y="63147"/>
                  <a:pt x="2517234" y="61128"/>
                </a:cubicBezTo>
                <a:cubicBezTo>
                  <a:pt x="2515386" y="59109"/>
                  <a:pt x="2513972" y="56609"/>
                  <a:pt x="2512994" y="53627"/>
                </a:cubicBezTo>
                <a:cubicBezTo>
                  <a:pt x="2512016" y="50645"/>
                  <a:pt x="2511526" y="47213"/>
                  <a:pt x="2511526" y="43330"/>
                </a:cubicBezTo>
                <a:cubicBezTo>
                  <a:pt x="2511526" y="39696"/>
                  <a:pt x="2512039" y="36380"/>
                  <a:pt x="2513064" y="33383"/>
                </a:cubicBezTo>
                <a:cubicBezTo>
                  <a:pt x="2514089" y="30385"/>
                  <a:pt x="2515564" y="27807"/>
                  <a:pt x="2517490" y="25649"/>
                </a:cubicBezTo>
                <a:cubicBezTo>
                  <a:pt x="2519416" y="23490"/>
                  <a:pt x="2521761" y="21813"/>
                  <a:pt x="2524525" y="20617"/>
                </a:cubicBezTo>
                <a:cubicBezTo>
                  <a:pt x="2527290" y="19421"/>
                  <a:pt x="2530427" y="18823"/>
                  <a:pt x="2533937" y="18823"/>
                </a:cubicBezTo>
                <a:cubicBezTo>
                  <a:pt x="2537292" y="18823"/>
                  <a:pt x="2540297" y="19343"/>
                  <a:pt x="2542952" y="20384"/>
                </a:cubicBezTo>
                <a:cubicBezTo>
                  <a:pt x="2545608" y="21424"/>
                  <a:pt x="2547860" y="22946"/>
                  <a:pt x="2549708" y="24950"/>
                </a:cubicBezTo>
                <a:cubicBezTo>
                  <a:pt x="2551556" y="26953"/>
                  <a:pt x="2552970" y="29446"/>
                  <a:pt x="2553948" y="32428"/>
                </a:cubicBezTo>
                <a:cubicBezTo>
                  <a:pt x="2554926" y="35410"/>
                  <a:pt x="2555416" y="38826"/>
                  <a:pt x="2555416" y="42678"/>
                </a:cubicBezTo>
                <a:moveTo>
                  <a:pt x="2547122" y="43051"/>
                </a:moveTo>
                <a:cubicBezTo>
                  <a:pt x="2547122" y="40162"/>
                  <a:pt x="2546804" y="37638"/>
                  <a:pt x="2546167" y="35480"/>
                </a:cubicBezTo>
                <a:cubicBezTo>
                  <a:pt x="2545530" y="33321"/>
                  <a:pt x="2544622" y="31519"/>
                  <a:pt x="2543442" y="30075"/>
                </a:cubicBezTo>
                <a:cubicBezTo>
                  <a:pt x="2542261" y="28631"/>
                  <a:pt x="2540825" y="27543"/>
                  <a:pt x="2539132" y="26813"/>
                </a:cubicBezTo>
                <a:cubicBezTo>
                  <a:pt x="2537439" y="26084"/>
                  <a:pt x="2535552" y="25719"/>
                  <a:pt x="2533471" y="25719"/>
                </a:cubicBezTo>
                <a:cubicBezTo>
                  <a:pt x="2531048" y="25719"/>
                  <a:pt x="2528975" y="26192"/>
                  <a:pt x="2527251" y="27140"/>
                </a:cubicBezTo>
                <a:cubicBezTo>
                  <a:pt x="2525527" y="28087"/>
                  <a:pt x="2524114" y="29353"/>
                  <a:pt x="2523011" y="30937"/>
                </a:cubicBezTo>
                <a:cubicBezTo>
                  <a:pt x="2521909" y="32521"/>
                  <a:pt x="2521101" y="34361"/>
                  <a:pt x="2520588" y="36458"/>
                </a:cubicBezTo>
                <a:cubicBezTo>
                  <a:pt x="2520076" y="38555"/>
                  <a:pt x="2519820" y="40752"/>
                  <a:pt x="2519820" y="43051"/>
                </a:cubicBezTo>
                <a:cubicBezTo>
                  <a:pt x="2519820" y="45939"/>
                  <a:pt x="2520138" y="48471"/>
                  <a:pt x="2520775" y="50645"/>
                </a:cubicBezTo>
                <a:cubicBezTo>
                  <a:pt x="2521412" y="52819"/>
                  <a:pt x="2522320" y="54629"/>
                  <a:pt x="2523500" y="56073"/>
                </a:cubicBezTo>
                <a:cubicBezTo>
                  <a:pt x="2524681" y="57517"/>
                  <a:pt x="2526110" y="58604"/>
                  <a:pt x="2527787" y="59334"/>
                </a:cubicBezTo>
                <a:cubicBezTo>
                  <a:pt x="2529464" y="60064"/>
                  <a:pt x="2531359" y="60429"/>
                  <a:pt x="2533471" y="60429"/>
                </a:cubicBezTo>
                <a:cubicBezTo>
                  <a:pt x="2535894" y="60429"/>
                  <a:pt x="2537967" y="59956"/>
                  <a:pt x="2539691" y="59008"/>
                </a:cubicBezTo>
                <a:cubicBezTo>
                  <a:pt x="2541415" y="58061"/>
                  <a:pt x="2542828" y="56795"/>
                  <a:pt x="2543931" y="55211"/>
                </a:cubicBezTo>
                <a:cubicBezTo>
                  <a:pt x="2545034" y="53627"/>
                  <a:pt x="2545841" y="51787"/>
                  <a:pt x="2546354" y="49690"/>
                </a:cubicBezTo>
                <a:cubicBezTo>
                  <a:pt x="2546866" y="47593"/>
                  <a:pt x="2547122" y="45380"/>
                  <a:pt x="2547122" y="43051"/>
                </a:cubicBezTo>
                <a:close/>
                <a:moveTo>
                  <a:pt x="2566553" y="19662"/>
                </a:moveTo>
                <a:lnTo>
                  <a:pt x="2573775" y="19662"/>
                </a:lnTo>
                <a:lnTo>
                  <a:pt x="2574101" y="27210"/>
                </a:lnTo>
                <a:cubicBezTo>
                  <a:pt x="2575468" y="25594"/>
                  <a:pt x="2576788" y="24251"/>
                  <a:pt x="2578061" y="23179"/>
                </a:cubicBezTo>
                <a:cubicBezTo>
                  <a:pt x="2579335" y="22108"/>
                  <a:pt x="2580585" y="21246"/>
                  <a:pt x="2581812" y="20593"/>
                </a:cubicBezTo>
                <a:cubicBezTo>
                  <a:pt x="2583039" y="19941"/>
                  <a:pt x="2584289" y="19483"/>
                  <a:pt x="2585562" y="19219"/>
                </a:cubicBezTo>
                <a:cubicBezTo>
                  <a:pt x="2586836" y="18955"/>
                  <a:pt x="2588156" y="18823"/>
                  <a:pt x="2589523" y="18823"/>
                </a:cubicBezTo>
                <a:cubicBezTo>
                  <a:pt x="2594337" y="18823"/>
                  <a:pt x="2597979" y="20244"/>
                  <a:pt x="2600448" y="23086"/>
                </a:cubicBezTo>
                <a:cubicBezTo>
                  <a:pt x="2602918" y="25928"/>
                  <a:pt x="2604153" y="30207"/>
                  <a:pt x="2604153" y="35922"/>
                </a:cubicBezTo>
                <a:lnTo>
                  <a:pt x="2604153" y="66440"/>
                </a:lnTo>
                <a:lnTo>
                  <a:pt x="2596046" y="66440"/>
                </a:lnTo>
                <a:lnTo>
                  <a:pt x="2596046" y="36574"/>
                </a:lnTo>
                <a:cubicBezTo>
                  <a:pt x="2596046" y="32909"/>
                  <a:pt x="2595362" y="30199"/>
                  <a:pt x="2593996" y="28444"/>
                </a:cubicBezTo>
                <a:cubicBezTo>
                  <a:pt x="2592629" y="26689"/>
                  <a:pt x="2590594" y="25812"/>
                  <a:pt x="2587892" y="25812"/>
                </a:cubicBezTo>
                <a:cubicBezTo>
                  <a:pt x="2586898" y="25812"/>
                  <a:pt x="2585927" y="25959"/>
                  <a:pt x="2584980" y="26254"/>
                </a:cubicBezTo>
                <a:cubicBezTo>
                  <a:pt x="2584033" y="26549"/>
                  <a:pt x="2583047" y="27062"/>
                  <a:pt x="2582022" y="27792"/>
                </a:cubicBezTo>
                <a:cubicBezTo>
                  <a:pt x="2580996" y="28522"/>
                  <a:pt x="2579886" y="29508"/>
                  <a:pt x="2578690" y="30750"/>
                </a:cubicBezTo>
                <a:cubicBezTo>
                  <a:pt x="2577494" y="31993"/>
                  <a:pt x="2576151" y="33546"/>
                  <a:pt x="2574660" y="35410"/>
                </a:cubicBezTo>
                <a:lnTo>
                  <a:pt x="2574660" y="66440"/>
                </a:lnTo>
                <a:lnTo>
                  <a:pt x="2566553" y="66440"/>
                </a:lnTo>
                <a:lnTo>
                  <a:pt x="2566553" y="19662"/>
                </a:lnTo>
                <a:close/>
                <a:moveTo>
                  <a:pt x="2657921" y="40581"/>
                </a:moveTo>
                <a:cubicBezTo>
                  <a:pt x="2657921" y="41731"/>
                  <a:pt x="2657906" y="42693"/>
                  <a:pt x="2657875" y="43470"/>
                </a:cubicBezTo>
                <a:cubicBezTo>
                  <a:pt x="2657844" y="44246"/>
                  <a:pt x="2657797" y="44976"/>
                  <a:pt x="2657735" y="45660"/>
                </a:cubicBezTo>
                <a:lnTo>
                  <a:pt x="2624888" y="45660"/>
                </a:lnTo>
                <a:cubicBezTo>
                  <a:pt x="2624888" y="50443"/>
                  <a:pt x="2626223" y="54116"/>
                  <a:pt x="2628895" y="56679"/>
                </a:cubicBezTo>
                <a:cubicBezTo>
                  <a:pt x="2631566" y="59241"/>
                  <a:pt x="2635417" y="60522"/>
                  <a:pt x="2640449" y="60522"/>
                </a:cubicBezTo>
                <a:cubicBezTo>
                  <a:pt x="2641816" y="60522"/>
                  <a:pt x="2643183" y="60467"/>
                  <a:pt x="2644549" y="60357"/>
                </a:cubicBezTo>
                <a:cubicBezTo>
                  <a:pt x="2645916" y="60245"/>
                  <a:pt x="2647236" y="60094"/>
                  <a:pt x="2648510" y="59904"/>
                </a:cubicBezTo>
                <a:cubicBezTo>
                  <a:pt x="2649783" y="59712"/>
                  <a:pt x="2651002" y="59498"/>
                  <a:pt x="2652167" y="59260"/>
                </a:cubicBezTo>
                <a:cubicBezTo>
                  <a:pt x="2653332" y="59021"/>
                  <a:pt x="2654411" y="58759"/>
                  <a:pt x="2655405" y="58472"/>
                </a:cubicBezTo>
                <a:lnTo>
                  <a:pt x="2655405" y="65135"/>
                </a:lnTo>
                <a:cubicBezTo>
                  <a:pt x="2653200" y="65770"/>
                  <a:pt x="2650707" y="66286"/>
                  <a:pt x="2647927" y="66683"/>
                </a:cubicBezTo>
                <a:cubicBezTo>
                  <a:pt x="2645147" y="67080"/>
                  <a:pt x="2642266" y="67278"/>
                  <a:pt x="2639285" y="67278"/>
                </a:cubicBezTo>
                <a:cubicBezTo>
                  <a:pt x="2635278" y="67278"/>
                  <a:pt x="2631830" y="66735"/>
                  <a:pt x="2628941" y="65648"/>
                </a:cubicBezTo>
                <a:cubicBezTo>
                  <a:pt x="2626053" y="64560"/>
                  <a:pt x="2623684" y="62984"/>
                  <a:pt x="2621836" y="60919"/>
                </a:cubicBezTo>
                <a:cubicBezTo>
                  <a:pt x="2619988" y="58853"/>
                  <a:pt x="2618621" y="56321"/>
                  <a:pt x="2617736" y="53324"/>
                </a:cubicBezTo>
                <a:cubicBezTo>
                  <a:pt x="2616851" y="50327"/>
                  <a:pt x="2616408" y="46933"/>
                  <a:pt x="2616408" y="43144"/>
                </a:cubicBezTo>
                <a:cubicBezTo>
                  <a:pt x="2616408" y="39851"/>
                  <a:pt x="2616882" y="36737"/>
                  <a:pt x="2617829" y="33802"/>
                </a:cubicBezTo>
                <a:cubicBezTo>
                  <a:pt x="2618777" y="30867"/>
                  <a:pt x="2620159" y="28289"/>
                  <a:pt x="2621976" y="26068"/>
                </a:cubicBezTo>
                <a:cubicBezTo>
                  <a:pt x="2623793" y="23847"/>
                  <a:pt x="2626022" y="22084"/>
                  <a:pt x="2628662" y="20780"/>
                </a:cubicBezTo>
                <a:cubicBezTo>
                  <a:pt x="2631302" y="19475"/>
                  <a:pt x="2634299" y="18823"/>
                  <a:pt x="2637654" y="18823"/>
                </a:cubicBezTo>
                <a:cubicBezTo>
                  <a:pt x="2640915" y="18823"/>
                  <a:pt x="2643804" y="19336"/>
                  <a:pt x="2646320" y="20361"/>
                </a:cubicBezTo>
                <a:cubicBezTo>
                  <a:pt x="2648836" y="21386"/>
                  <a:pt x="2650956" y="22838"/>
                  <a:pt x="2652680" y="24717"/>
                </a:cubicBezTo>
                <a:cubicBezTo>
                  <a:pt x="2654404" y="26596"/>
                  <a:pt x="2655708" y="28879"/>
                  <a:pt x="2656593" y="31566"/>
                </a:cubicBezTo>
                <a:cubicBezTo>
                  <a:pt x="2657479" y="34253"/>
                  <a:pt x="2657921" y="37258"/>
                  <a:pt x="2657921" y="40581"/>
                </a:cubicBezTo>
                <a:moveTo>
                  <a:pt x="2649488" y="39416"/>
                </a:moveTo>
                <a:cubicBezTo>
                  <a:pt x="2649581" y="37335"/>
                  <a:pt x="2649379" y="35433"/>
                  <a:pt x="2648882" y="33709"/>
                </a:cubicBezTo>
                <a:cubicBezTo>
                  <a:pt x="2648385" y="31985"/>
                  <a:pt x="2647617" y="30502"/>
                  <a:pt x="2646576" y="29260"/>
                </a:cubicBezTo>
                <a:cubicBezTo>
                  <a:pt x="2645536" y="28017"/>
                  <a:pt x="2644239" y="27046"/>
                  <a:pt x="2642686" y="26348"/>
                </a:cubicBezTo>
                <a:cubicBezTo>
                  <a:pt x="2641133" y="25649"/>
                  <a:pt x="2639331" y="25299"/>
                  <a:pt x="2637281" y="25299"/>
                </a:cubicBezTo>
                <a:cubicBezTo>
                  <a:pt x="2635511" y="25299"/>
                  <a:pt x="2633895" y="25641"/>
                  <a:pt x="2632436" y="26324"/>
                </a:cubicBezTo>
                <a:cubicBezTo>
                  <a:pt x="2630976" y="27008"/>
                  <a:pt x="2629718" y="27970"/>
                  <a:pt x="2628662" y="29213"/>
                </a:cubicBezTo>
                <a:cubicBezTo>
                  <a:pt x="2627606" y="30455"/>
                  <a:pt x="2626751" y="31946"/>
                  <a:pt x="2626099" y="33686"/>
                </a:cubicBezTo>
                <a:cubicBezTo>
                  <a:pt x="2625447" y="35425"/>
                  <a:pt x="2625043" y="37335"/>
                  <a:pt x="2624888" y="39416"/>
                </a:cubicBezTo>
                <a:lnTo>
                  <a:pt x="2649488" y="39416"/>
                </a:lnTo>
                <a:close/>
                <a:moveTo>
                  <a:pt x="2670270" y="19662"/>
                </a:moveTo>
                <a:lnTo>
                  <a:pt x="2677492" y="19662"/>
                </a:lnTo>
                <a:lnTo>
                  <a:pt x="2677818" y="27210"/>
                </a:lnTo>
                <a:cubicBezTo>
                  <a:pt x="2679185" y="25594"/>
                  <a:pt x="2680505" y="24251"/>
                  <a:pt x="2681778" y="23179"/>
                </a:cubicBezTo>
                <a:cubicBezTo>
                  <a:pt x="2683052" y="22108"/>
                  <a:pt x="2684302" y="21246"/>
                  <a:pt x="2685529" y="20593"/>
                </a:cubicBezTo>
                <a:cubicBezTo>
                  <a:pt x="2686756" y="19941"/>
                  <a:pt x="2688006" y="19483"/>
                  <a:pt x="2689279" y="19219"/>
                </a:cubicBezTo>
                <a:cubicBezTo>
                  <a:pt x="2690553" y="18955"/>
                  <a:pt x="2691873" y="18823"/>
                  <a:pt x="2693240" y="18823"/>
                </a:cubicBezTo>
                <a:cubicBezTo>
                  <a:pt x="2698054" y="18823"/>
                  <a:pt x="2701696" y="20244"/>
                  <a:pt x="2704166" y="23086"/>
                </a:cubicBezTo>
                <a:cubicBezTo>
                  <a:pt x="2706635" y="25928"/>
                  <a:pt x="2707870" y="30207"/>
                  <a:pt x="2707870" y="35922"/>
                </a:cubicBezTo>
                <a:lnTo>
                  <a:pt x="2707870" y="66440"/>
                </a:lnTo>
                <a:lnTo>
                  <a:pt x="2699763" y="66440"/>
                </a:lnTo>
                <a:lnTo>
                  <a:pt x="2699763" y="36574"/>
                </a:lnTo>
                <a:cubicBezTo>
                  <a:pt x="2699763" y="32909"/>
                  <a:pt x="2699079" y="30199"/>
                  <a:pt x="2697713" y="28444"/>
                </a:cubicBezTo>
                <a:cubicBezTo>
                  <a:pt x="2696346" y="26689"/>
                  <a:pt x="2694311" y="25812"/>
                  <a:pt x="2691609" y="25812"/>
                </a:cubicBezTo>
                <a:cubicBezTo>
                  <a:pt x="2690615" y="25812"/>
                  <a:pt x="2689644" y="25959"/>
                  <a:pt x="2688697" y="26254"/>
                </a:cubicBezTo>
                <a:cubicBezTo>
                  <a:pt x="2687750" y="26549"/>
                  <a:pt x="2686764" y="27062"/>
                  <a:pt x="2685739" y="27792"/>
                </a:cubicBezTo>
                <a:cubicBezTo>
                  <a:pt x="2684714" y="28522"/>
                  <a:pt x="2683603" y="29508"/>
                  <a:pt x="2682407" y="30750"/>
                </a:cubicBezTo>
                <a:cubicBezTo>
                  <a:pt x="2681211" y="31993"/>
                  <a:pt x="2679868" y="33546"/>
                  <a:pt x="2678377" y="35410"/>
                </a:cubicBezTo>
                <a:lnTo>
                  <a:pt x="2678377" y="66440"/>
                </a:lnTo>
                <a:lnTo>
                  <a:pt x="2670270" y="66440"/>
                </a:lnTo>
                <a:lnTo>
                  <a:pt x="2670270" y="19662"/>
                </a:lnTo>
                <a:close/>
                <a:moveTo>
                  <a:pt x="2759821" y="65741"/>
                </a:moveTo>
                <a:cubicBezTo>
                  <a:pt x="2757989" y="66223"/>
                  <a:pt x="2756094" y="66569"/>
                  <a:pt x="2754137" y="66777"/>
                </a:cubicBezTo>
                <a:cubicBezTo>
                  <a:pt x="2752180" y="66987"/>
                  <a:pt x="2750193" y="67092"/>
                  <a:pt x="2748174" y="67092"/>
                </a:cubicBezTo>
                <a:cubicBezTo>
                  <a:pt x="2742303" y="67092"/>
                  <a:pt x="2737923" y="65764"/>
                  <a:pt x="2735035" y="63108"/>
                </a:cubicBezTo>
                <a:cubicBezTo>
                  <a:pt x="2732146" y="60453"/>
                  <a:pt x="2730702" y="56376"/>
                  <a:pt x="2730702" y="50878"/>
                </a:cubicBezTo>
                <a:lnTo>
                  <a:pt x="2730702" y="26464"/>
                </a:lnTo>
                <a:lnTo>
                  <a:pt x="2717609" y="26464"/>
                </a:lnTo>
                <a:lnTo>
                  <a:pt x="2717609" y="19662"/>
                </a:lnTo>
                <a:lnTo>
                  <a:pt x="2730702" y="19662"/>
                </a:lnTo>
                <a:lnTo>
                  <a:pt x="2730702" y="6762"/>
                </a:lnTo>
                <a:lnTo>
                  <a:pt x="2738809" y="4659"/>
                </a:lnTo>
                <a:lnTo>
                  <a:pt x="2738809" y="19662"/>
                </a:lnTo>
                <a:lnTo>
                  <a:pt x="2759821" y="19662"/>
                </a:lnTo>
                <a:lnTo>
                  <a:pt x="2759821" y="26464"/>
                </a:lnTo>
                <a:lnTo>
                  <a:pt x="2738809" y="26464"/>
                </a:lnTo>
                <a:lnTo>
                  <a:pt x="2738809" y="50226"/>
                </a:lnTo>
                <a:cubicBezTo>
                  <a:pt x="2738809" y="53580"/>
                  <a:pt x="2739702" y="56089"/>
                  <a:pt x="2741488" y="57750"/>
                </a:cubicBezTo>
                <a:cubicBezTo>
                  <a:pt x="2743274" y="59412"/>
                  <a:pt x="2745906" y="60243"/>
                  <a:pt x="2749385" y="60243"/>
                </a:cubicBezTo>
                <a:cubicBezTo>
                  <a:pt x="2750876" y="60243"/>
                  <a:pt x="2752507" y="60123"/>
                  <a:pt x="2754277" y="59883"/>
                </a:cubicBezTo>
                <a:cubicBezTo>
                  <a:pt x="2756048" y="59643"/>
                  <a:pt x="2757896" y="59265"/>
                  <a:pt x="2759821" y="58752"/>
                </a:cubicBezTo>
                <a:lnTo>
                  <a:pt x="2759821" y="65741"/>
                </a:lnTo>
                <a:close/>
                <a:moveTo>
                  <a:pt x="2860046" y="66440"/>
                </a:moveTo>
                <a:lnTo>
                  <a:pt x="2859859" y="60137"/>
                </a:lnTo>
                <a:cubicBezTo>
                  <a:pt x="2857312" y="62657"/>
                  <a:pt x="2854726" y="64478"/>
                  <a:pt x="2852102" y="65598"/>
                </a:cubicBezTo>
                <a:cubicBezTo>
                  <a:pt x="2849477" y="66718"/>
                  <a:pt x="2846720" y="67278"/>
                  <a:pt x="2843832" y="67278"/>
                </a:cubicBezTo>
                <a:cubicBezTo>
                  <a:pt x="2841161" y="67278"/>
                  <a:pt x="2838878" y="66936"/>
                  <a:pt x="2836983" y="66252"/>
                </a:cubicBezTo>
                <a:cubicBezTo>
                  <a:pt x="2835088" y="65567"/>
                  <a:pt x="2833527" y="64626"/>
                  <a:pt x="2832300" y="63429"/>
                </a:cubicBezTo>
                <a:cubicBezTo>
                  <a:pt x="2831073" y="62231"/>
                  <a:pt x="2830173" y="60823"/>
                  <a:pt x="2829598" y="59205"/>
                </a:cubicBezTo>
                <a:cubicBezTo>
                  <a:pt x="2829023" y="57587"/>
                  <a:pt x="2828736" y="55829"/>
                  <a:pt x="2828736" y="53931"/>
                </a:cubicBezTo>
                <a:cubicBezTo>
                  <a:pt x="2828736" y="49233"/>
                  <a:pt x="2830483" y="45554"/>
                  <a:pt x="2833978" y="42895"/>
                </a:cubicBezTo>
                <a:cubicBezTo>
                  <a:pt x="2837472" y="40234"/>
                  <a:pt x="2842636" y="38904"/>
                  <a:pt x="2849469" y="38904"/>
                </a:cubicBezTo>
                <a:lnTo>
                  <a:pt x="2859160" y="38904"/>
                </a:lnTo>
                <a:lnTo>
                  <a:pt x="2859160" y="34818"/>
                </a:lnTo>
                <a:cubicBezTo>
                  <a:pt x="2859160" y="32064"/>
                  <a:pt x="2858275" y="29858"/>
                  <a:pt x="2856505" y="28202"/>
                </a:cubicBezTo>
                <a:cubicBezTo>
                  <a:pt x="2854734" y="26547"/>
                  <a:pt x="2852032" y="25719"/>
                  <a:pt x="2848398" y="25719"/>
                </a:cubicBezTo>
                <a:cubicBezTo>
                  <a:pt x="2845758" y="25719"/>
                  <a:pt x="2843156" y="26018"/>
                  <a:pt x="2840594" y="26617"/>
                </a:cubicBezTo>
                <a:cubicBezTo>
                  <a:pt x="2838031" y="27215"/>
                  <a:pt x="2835383" y="28065"/>
                  <a:pt x="2832650" y="29166"/>
                </a:cubicBezTo>
                <a:lnTo>
                  <a:pt x="2832650" y="21851"/>
                </a:lnTo>
                <a:cubicBezTo>
                  <a:pt x="2833675" y="21473"/>
                  <a:pt x="2834816" y="21102"/>
                  <a:pt x="2836074" y="20739"/>
                </a:cubicBezTo>
                <a:cubicBezTo>
                  <a:pt x="2837332" y="20376"/>
                  <a:pt x="2838660" y="20053"/>
                  <a:pt x="2840058" y="19769"/>
                </a:cubicBezTo>
                <a:cubicBezTo>
                  <a:pt x="2841456" y="19485"/>
                  <a:pt x="2842915" y="19256"/>
                  <a:pt x="2844437" y="19084"/>
                </a:cubicBezTo>
                <a:cubicBezTo>
                  <a:pt x="2845959" y="18910"/>
                  <a:pt x="2847497" y="18823"/>
                  <a:pt x="2849050" y="18823"/>
                </a:cubicBezTo>
                <a:cubicBezTo>
                  <a:pt x="2851877" y="18823"/>
                  <a:pt x="2854424" y="19134"/>
                  <a:pt x="2856691" y="19755"/>
                </a:cubicBezTo>
                <a:cubicBezTo>
                  <a:pt x="2858959" y="20376"/>
                  <a:pt x="2860877" y="21323"/>
                  <a:pt x="2862445" y="22597"/>
                </a:cubicBezTo>
                <a:cubicBezTo>
                  <a:pt x="2864014" y="23870"/>
                  <a:pt x="2865217" y="25470"/>
                  <a:pt x="2866056" y="27396"/>
                </a:cubicBezTo>
                <a:cubicBezTo>
                  <a:pt x="2866895" y="29322"/>
                  <a:pt x="2867314" y="31589"/>
                  <a:pt x="2867314" y="34198"/>
                </a:cubicBezTo>
                <a:lnTo>
                  <a:pt x="2867314" y="66440"/>
                </a:lnTo>
                <a:lnTo>
                  <a:pt x="2860046" y="66440"/>
                </a:lnTo>
                <a:moveTo>
                  <a:pt x="2859160" y="45101"/>
                </a:moveTo>
                <a:lnTo>
                  <a:pt x="2848864" y="45101"/>
                </a:lnTo>
                <a:cubicBezTo>
                  <a:pt x="2846845" y="45101"/>
                  <a:pt x="2845105" y="45304"/>
                  <a:pt x="2843645" y="45709"/>
                </a:cubicBezTo>
                <a:cubicBezTo>
                  <a:pt x="2842186" y="46114"/>
                  <a:pt x="2840990" y="46690"/>
                  <a:pt x="2840058" y="47438"/>
                </a:cubicBezTo>
                <a:cubicBezTo>
                  <a:pt x="2839126" y="48185"/>
                  <a:pt x="2838435" y="49081"/>
                  <a:pt x="2837985" y="50125"/>
                </a:cubicBezTo>
                <a:cubicBezTo>
                  <a:pt x="2837534" y="51169"/>
                  <a:pt x="2837309" y="52345"/>
                  <a:pt x="2837309" y="53653"/>
                </a:cubicBezTo>
                <a:cubicBezTo>
                  <a:pt x="2837309" y="54557"/>
                  <a:pt x="2837449" y="55422"/>
                  <a:pt x="2837728" y="56248"/>
                </a:cubicBezTo>
                <a:cubicBezTo>
                  <a:pt x="2838008" y="57073"/>
                  <a:pt x="2838458" y="57805"/>
                  <a:pt x="2839079" y="58443"/>
                </a:cubicBezTo>
                <a:cubicBezTo>
                  <a:pt x="2839701" y="59082"/>
                  <a:pt x="2840508" y="59588"/>
                  <a:pt x="2841502" y="59962"/>
                </a:cubicBezTo>
                <a:cubicBezTo>
                  <a:pt x="2842496" y="60336"/>
                  <a:pt x="2843708" y="60522"/>
                  <a:pt x="2845136" y="60522"/>
                </a:cubicBezTo>
                <a:cubicBezTo>
                  <a:pt x="2847000" y="60522"/>
                  <a:pt x="2849135" y="59954"/>
                  <a:pt x="2851543" y="58818"/>
                </a:cubicBezTo>
                <a:cubicBezTo>
                  <a:pt x="2853950" y="57680"/>
                  <a:pt x="2856489" y="55880"/>
                  <a:pt x="2859160" y="53419"/>
                </a:cubicBezTo>
                <a:lnTo>
                  <a:pt x="2859160" y="45101"/>
                </a:lnTo>
                <a:close/>
                <a:moveTo>
                  <a:pt x="2883763" y="19662"/>
                </a:moveTo>
                <a:lnTo>
                  <a:pt x="2891171" y="19662"/>
                </a:lnTo>
                <a:lnTo>
                  <a:pt x="2891404" y="28259"/>
                </a:lnTo>
                <a:cubicBezTo>
                  <a:pt x="2894168" y="24943"/>
                  <a:pt x="2896894" y="22542"/>
                  <a:pt x="2899581" y="21055"/>
                </a:cubicBezTo>
                <a:cubicBezTo>
                  <a:pt x="2902267" y="19567"/>
                  <a:pt x="2904978" y="18823"/>
                  <a:pt x="2907711" y="18823"/>
                </a:cubicBezTo>
                <a:cubicBezTo>
                  <a:pt x="2912556" y="18823"/>
                  <a:pt x="2916229" y="20388"/>
                  <a:pt x="2918730" y="23517"/>
                </a:cubicBezTo>
                <a:cubicBezTo>
                  <a:pt x="2921230" y="26647"/>
                  <a:pt x="2922387" y="31294"/>
                  <a:pt x="2922201" y="37460"/>
                </a:cubicBezTo>
                <a:lnTo>
                  <a:pt x="2914001" y="37460"/>
                </a:lnTo>
                <a:cubicBezTo>
                  <a:pt x="2914094" y="33376"/>
                  <a:pt x="2913496" y="30414"/>
                  <a:pt x="2912207" y="28574"/>
                </a:cubicBezTo>
                <a:cubicBezTo>
                  <a:pt x="2910918" y="26732"/>
                  <a:pt x="2909031" y="25812"/>
                  <a:pt x="2906546" y="25812"/>
                </a:cubicBezTo>
                <a:cubicBezTo>
                  <a:pt x="2905459" y="25812"/>
                  <a:pt x="2904364" y="26005"/>
                  <a:pt x="2903261" y="26393"/>
                </a:cubicBezTo>
                <a:cubicBezTo>
                  <a:pt x="2902159" y="26779"/>
                  <a:pt x="2901025" y="27397"/>
                  <a:pt x="2899860" y="28248"/>
                </a:cubicBezTo>
                <a:cubicBezTo>
                  <a:pt x="2898695" y="29098"/>
                  <a:pt x="2897461" y="30188"/>
                  <a:pt x="2896156" y="31519"/>
                </a:cubicBezTo>
                <a:cubicBezTo>
                  <a:pt x="2894852" y="32849"/>
                  <a:pt x="2893454" y="34457"/>
                  <a:pt x="2891963" y="36344"/>
                </a:cubicBezTo>
                <a:lnTo>
                  <a:pt x="2891963" y="66440"/>
                </a:lnTo>
                <a:lnTo>
                  <a:pt x="2883763" y="66440"/>
                </a:lnTo>
                <a:lnTo>
                  <a:pt x="2883763" y="19662"/>
                </a:lnTo>
                <a:close/>
                <a:moveTo>
                  <a:pt x="2973221" y="40581"/>
                </a:moveTo>
                <a:cubicBezTo>
                  <a:pt x="2973221" y="41731"/>
                  <a:pt x="2973205" y="42693"/>
                  <a:pt x="2973174" y="43470"/>
                </a:cubicBezTo>
                <a:cubicBezTo>
                  <a:pt x="2973143" y="44246"/>
                  <a:pt x="2973096" y="44976"/>
                  <a:pt x="2973034" y="45660"/>
                </a:cubicBezTo>
                <a:lnTo>
                  <a:pt x="2940187" y="45660"/>
                </a:lnTo>
                <a:cubicBezTo>
                  <a:pt x="2940187" y="50443"/>
                  <a:pt x="2941523" y="54116"/>
                  <a:pt x="2944194" y="56679"/>
                </a:cubicBezTo>
                <a:cubicBezTo>
                  <a:pt x="2946865" y="59241"/>
                  <a:pt x="2950717" y="60522"/>
                  <a:pt x="2955749" y="60522"/>
                </a:cubicBezTo>
                <a:cubicBezTo>
                  <a:pt x="2957116" y="60522"/>
                  <a:pt x="2958482" y="60467"/>
                  <a:pt x="2959849" y="60357"/>
                </a:cubicBezTo>
                <a:cubicBezTo>
                  <a:pt x="2961216" y="60245"/>
                  <a:pt x="2962536" y="60094"/>
                  <a:pt x="2963809" y="59904"/>
                </a:cubicBezTo>
                <a:cubicBezTo>
                  <a:pt x="2965083" y="59712"/>
                  <a:pt x="2966302" y="59498"/>
                  <a:pt x="2967467" y="59260"/>
                </a:cubicBezTo>
                <a:cubicBezTo>
                  <a:pt x="2968631" y="59021"/>
                  <a:pt x="2969711" y="58759"/>
                  <a:pt x="2970705" y="58472"/>
                </a:cubicBezTo>
                <a:lnTo>
                  <a:pt x="2970705" y="65135"/>
                </a:lnTo>
                <a:cubicBezTo>
                  <a:pt x="2968499" y="65770"/>
                  <a:pt x="2966007" y="66286"/>
                  <a:pt x="2963227" y="66683"/>
                </a:cubicBezTo>
                <a:cubicBezTo>
                  <a:pt x="2960447" y="67080"/>
                  <a:pt x="2957566" y="67278"/>
                  <a:pt x="2954584" y="67278"/>
                </a:cubicBezTo>
                <a:cubicBezTo>
                  <a:pt x="2950577" y="67278"/>
                  <a:pt x="2947129" y="66735"/>
                  <a:pt x="2944241" y="65648"/>
                </a:cubicBezTo>
                <a:cubicBezTo>
                  <a:pt x="2941352" y="64560"/>
                  <a:pt x="2938984" y="62984"/>
                  <a:pt x="2937136" y="60919"/>
                </a:cubicBezTo>
                <a:cubicBezTo>
                  <a:pt x="2935287" y="58853"/>
                  <a:pt x="2933921" y="56321"/>
                  <a:pt x="2933035" y="53324"/>
                </a:cubicBezTo>
                <a:cubicBezTo>
                  <a:pt x="2932150" y="50327"/>
                  <a:pt x="2931708" y="46933"/>
                  <a:pt x="2931708" y="43144"/>
                </a:cubicBezTo>
                <a:cubicBezTo>
                  <a:pt x="2931708" y="39851"/>
                  <a:pt x="2932181" y="36737"/>
                  <a:pt x="2933129" y="33802"/>
                </a:cubicBezTo>
                <a:cubicBezTo>
                  <a:pt x="2934076" y="30867"/>
                  <a:pt x="2935458" y="28289"/>
                  <a:pt x="2937275" y="26068"/>
                </a:cubicBezTo>
                <a:cubicBezTo>
                  <a:pt x="2939092" y="23847"/>
                  <a:pt x="2941321" y="22084"/>
                  <a:pt x="2943961" y="20780"/>
                </a:cubicBezTo>
                <a:cubicBezTo>
                  <a:pt x="2946601" y="19475"/>
                  <a:pt x="2949599" y="18823"/>
                  <a:pt x="2952953" y="18823"/>
                </a:cubicBezTo>
                <a:cubicBezTo>
                  <a:pt x="2956215" y="18823"/>
                  <a:pt x="2959103" y="19336"/>
                  <a:pt x="2961619" y="20361"/>
                </a:cubicBezTo>
                <a:cubicBezTo>
                  <a:pt x="2964135" y="21386"/>
                  <a:pt x="2966255" y="22838"/>
                  <a:pt x="2967979" y="24717"/>
                </a:cubicBezTo>
                <a:cubicBezTo>
                  <a:pt x="2969703" y="26596"/>
                  <a:pt x="2971008" y="28879"/>
                  <a:pt x="2971893" y="31566"/>
                </a:cubicBezTo>
                <a:cubicBezTo>
                  <a:pt x="2972778" y="34253"/>
                  <a:pt x="2973221" y="37258"/>
                  <a:pt x="2973221" y="40581"/>
                </a:cubicBezTo>
                <a:moveTo>
                  <a:pt x="2964788" y="39416"/>
                </a:moveTo>
                <a:cubicBezTo>
                  <a:pt x="2964881" y="37335"/>
                  <a:pt x="2964679" y="35433"/>
                  <a:pt x="2964182" y="33709"/>
                </a:cubicBezTo>
                <a:cubicBezTo>
                  <a:pt x="2963685" y="31985"/>
                  <a:pt x="2962916" y="30502"/>
                  <a:pt x="2961876" y="29260"/>
                </a:cubicBezTo>
                <a:cubicBezTo>
                  <a:pt x="2960835" y="28017"/>
                  <a:pt x="2959538" y="27046"/>
                  <a:pt x="2957985" y="26348"/>
                </a:cubicBezTo>
                <a:cubicBezTo>
                  <a:pt x="2956432" y="25649"/>
                  <a:pt x="2954631" y="25299"/>
                  <a:pt x="2952581" y="25299"/>
                </a:cubicBezTo>
                <a:cubicBezTo>
                  <a:pt x="2950810" y="25299"/>
                  <a:pt x="2949195" y="25641"/>
                  <a:pt x="2947735" y="26324"/>
                </a:cubicBezTo>
                <a:cubicBezTo>
                  <a:pt x="2946275" y="27008"/>
                  <a:pt x="2945017" y="27970"/>
                  <a:pt x="2943961" y="29213"/>
                </a:cubicBezTo>
                <a:cubicBezTo>
                  <a:pt x="2942905" y="30455"/>
                  <a:pt x="2942051" y="31946"/>
                  <a:pt x="2941399" y="33686"/>
                </a:cubicBezTo>
                <a:cubicBezTo>
                  <a:pt x="2940746" y="35425"/>
                  <a:pt x="2940343" y="37335"/>
                  <a:pt x="2940187" y="39416"/>
                </a:cubicBezTo>
                <a:lnTo>
                  <a:pt x="2964788" y="39416"/>
                </a:lnTo>
                <a:close/>
                <a:moveTo>
                  <a:pt x="3041577" y="19662"/>
                </a:moveTo>
                <a:lnTo>
                  <a:pt x="3048799" y="19662"/>
                </a:lnTo>
                <a:lnTo>
                  <a:pt x="3049125" y="27210"/>
                </a:lnTo>
                <a:cubicBezTo>
                  <a:pt x="3050492" y="25594"/>
                  <a:pt x="3051812" y="24251"/>
                  <a:pt x="3053085" y="23179"/>
                </a:cubicBezTo>
                <a:cubicBezTo>
                  <a:pt x="3054359" y="22108"/>
                  <a:pt x="3055609" y="21246"/>
                  <a:pt x="3056836" y="20593"/>
                </a:cubicBezTo>
                <a:cubicBezTo>
                  <a:pt x="3058063" y="19941"/>
                  <a:pt x="3059313" y="19483"/>
                  <a:pt x="3060586" y="19219"/>
                </a:cubicBezTo>
                <a:cubicBezTo>
                  <a:pt x="3061860" y="18955"/>
                  <a:pt x="3063180" y="18823"/>
                  <a:pt x="3064547" y="18823"/>
                </a:cubicBezTo>
                <a:cubicBezTo>
                  <a:pt x="3069361" y="18823"/>
                  <a:pt x="3073003" y="20244"/>
                  <a:pt x="3075472" y="23086"/>
                </a:cubicBezTo>
                <a:cubicBezTo>
                  <a:pt x="3077942" y="25928"/>
                  <a:pt x="3079177" y="30207"/>
                  <a:pt x="3079177" y="35922"/>
                </a:cubicBezTo>
                <a:lnTo>
                  <a:pt x="3079177" y="66440"/>
                </a:lnTo>
                <a:lnTo>
                  <a:pt x="3071070" y="66440"/>
                </a:lnTo>
                <a:lnTo>
                  <a:pt x="3071070" y="36574"/>
                </a:lnTo>
                <a:cubicBezTo>
                  <a:pt x="3071070" y="32909"/>
                  <a:pt x="3070386" y="30199"/>
                  <a:pt x="3069020" y="28444"/>
                </a:cubicBezTo>
                <a:cubicBezTo>
                  <a:pt x="3067653" y="26689"/>
                  <a:pt x="3065618" y="25812"/>
                  <a:pt x="3062916" y="25812"/>
                </a:cubicBezTo>
                <a:cubicBezTo>
                  <a:pt x="3061922" y="25812"/>
                  <a:pt x="3060951" y="25959"/>
                  <a:pt x="3060004" y="26254"/>
                </a:cubicBezTo>
                <a:cubicBezTo>
                  <a:pt x="3059057" y="26549"/>
                  <a:pt x="3058071" y="27062"/>
                  <a:pt x="3057046" y="27792"/>
                </a:cubicBezTo>
                <a:cubicBezTo>
                  <a:pt x="3056020" y="28522"/>
                  <a:pt x="3054910" y="29508"/>
                  <a:pt x="3053714" y="30750"/>
                </a:cubicBezTo>
                <a:cubicBezTo>
                  <a:pt x="3052518" y="31993"/>
                  <a:pt x="3051175" y="33546"/>
                  <a:pt x="3049684" y="35410"/>
                </a:cubicBezTo>
                <a:lnTo>
                  <a:pt x="3049684" y="66440"/>
                </a:lnTo>
                <a:lnTo>
                  <a:pt x="3041577" y="66440"/>
                </a:lnTo>
                <a:lnTo>
                  <a:pt x="3041577" y="19662"/>
                </a:lnTo>
                <a:close/>
                <a:moveTo>
                  <a:pt x="3132900" y="40581"/>
                </a:moveTo>
                <a:cubicBezTo>
                  <a:pt x="3132900" y="41731"/>
                  <a:pt x="3132884" y="42693"/>
                  <a:pt x="3132853" y="43470"/>
                </a:cubicBezTo>
                <a:cubicBezTo>
                  <a:pt x="3132822" y="44246"/>
                  <a:pt x="3132776" y="44976"/>
                  <a:pt x="3132713" y="45660"/>
                </a:cubicBezTo>
                <a:lnTo>
                  <a:pt x="3099866" y="45660"/>
                </a:lnTo>
                <a:cubicBezTo>
                  <a:pt x="3099866" y="50443"/>
                  <a:pt x="3101202" y="54116"/>
                  <a:pt x="3103873" y="56679"/>
                </a:cubicBezTo>
                <a:cubicBezTo>
                  <a:pt x="3106545" y="59241"/>
                  <a:pt x="3110396" y="60522"/>
                  <a:pt x="3115428" y="60522"/>
                </a:cubicBezTo>
                <a:cubicBezTo>
                  <a:pt x="3116795" y="60522"/>
                  <a:pt x="3118161" y="60467"/>
                  <a:pt x="3119528" y="60357"/>
                </a:cubicBezTo>
                <a:cubicBezTo>
                  <a:pt x="3120895" y="60245"/>
                  <a:pt x="3122215" y="60094"/>
                  <a:pt x="3123488" y="59904"/>
                </a:cubicBezTo>
                <a:cubicBezTo>
                  <a:pt x="3124762" y="59712"/>
                  <a:pt x="3125981" y="59498"/>
                  <a:pt x="3127146" y="59260"/>
                </a:cubicBezTo>
                <a:cubicBezTo>
                  <a:pt x="3128311" y="59021"/>
                  <a:pt x="3129390" y="58759"/>
                  <a:pt x="3130384" y="58472"/>
                </a:cubicBezTo>
                <a:lnTo>
                  <a:pt x="3130384" y="65135"/>
                </a:lnTo>
                <a:cubicBezTo>
                  <a:pt x="3128179" y="65770"/>
                  <a:pt x="3125686" y="66286"/>
                  <a:pt x="3122906" y="66683"/>
                </a:cubicBezTo>
                <a:cubicBezTo>
                  <a:pt x="3120126" y="67080"/>
                  <a:pt x="3117245" y="67278"/>
                  <a:pt x="3114263" y="67278"/>
                </a:cubicBezTo>
                <a:cubicBezTo>
                  <a:pt x="3110256" y="67278"/>
                  <a:pt x="3106809" y="66735"/>
                  <a:pt x="3103920" y="65648"/>
                </a:cubicBezTo>
                <a:cubicBezTo>
                  <a:pt x="3101031" y="64560"/>
                  <a:pt x="3098663" y="62984"/>
                  <a:pt x="3096815" y="60919"/>
                </a:cubicBezTo>
                <a:cubicBezTo>
                  <a:pt x="3094966" y="58853"/>
                  <a:pt x="3093600" y="56321"/>
                  <a:pt x="3092715" y="53324"/>
                </a:cubicBezTo>
                <a:cubicBezTo>
                  <a:pt x="3091829" y="50327"/>
                  <a:pt x="3091387" y="46933"/>
                  <a:pt x="3091387" y="43144"/>
                </a:cubicBezTo>
                <a:cubicBezTo>
                  <a:pt x="3091387" y="39851"/>
                  <a:pt x="3091860" y="36737"/>
                  <a:pt x="3092808" y="33802"/>
                </a:cubicBezTo>
                <a:cubicBezTo>
                  <a:pt x="3093755" y="30867"/>
                  <a:pt x="3095137" y="28289"/>
                  <a:pt x="3096954" y="26068"/>
                </a:cubicBezTo>
                <a:cubicBezTo>
                  <a:pt x="3098771" y="23847"/>
                  <a:pt x="3101000" y="22084"/>
                  <a:pt x="3103640" y="20780"/>
                </a:cubicBezTo>
                <a:cubicBezTo>
                  <a:pt x="3106280" y="19475"/>
                  <a:pt x="3109278" y="18823"/>
                  <a:pt x="3112632" y="18823"/>
                </a:cubicBezTo>
                <a:cubicBezTo>
                  <a:pt x="3115894" y="18823"/>
                  <a:pt x="3118783" y="19336"/>
                  <a:pt x="3121299" y="20361"/>
                </a:cubicBezTo>
                <a:cubicBezTo>
                  <a:pt x="3123814" y="21386"/>
                  <a:pt x="3125934" y="22838"/>
                  <a:pt x="3127658" y="24717"/>
                </a:cubicBezTo>
                <a:cubicBezTo>
                  <a:pt x="3129382" y="26596"/>
                  <a:pt x="3130687" y="28879"/>
                  <a:pt x="3131572" y="31566"/>
                </a:cubicBezTo>
                <a:cubicBezTo>
                  <a:pt x="3132457" y="34253"/>
                  <a:pt x="3132900" y="37258"/>
                  <a:pt x="3132900" y="40581"/>
                </a:cubicBezTo>
                <a:moveTo>
                  <a:pt x="3124467" y="39416"/>
                </a:moveTo>
                <a:cubicBezTo>
                  <a:pt x="3124560" y="37335"/>
                  <a:pt x="3124358" y="35433"/>
                  <a:pt x="3123861" y="33709"/>
                </a:cubicBezTo>
                <a:cubicBezTo>
                  <a:pt x="3123364" y="31985"/>
                  <a:pt x="3122595" y="30502"/>
                  <a:pt x="3121555" y="29260"/>
                </a:cubicBezTo>
                <a:cubicBezTo>
                  <a:pt x="3120514" y="28017"/>
                  <a:pt x="3119217" y="27046"/>
                  <a:pt x="3117664" y="26348"/>
                </a:cubicBezTo>
                <a:cubicBezTo>
                  <a:pt x="3116111" y="25649"/>
                  <a:pt x="3114310" y="25299"/>
                  <a:pt x="3112260" y="25299"/>
                </a:cubicBezTo>
                <a:cubicBezTo>
                  <a:pt x="3110489" y="25299"/>
                  <a:pt x="3108874" y="25641"/>
                  <a:pt x="3107414" y="26324"/>
                </a:cubicBezTo>
                <a:cubicBezTo>
                  <a:pt x="3105954" y="27008"/>
                  <a:pt x="3104696" y="27970"/>
                  <a:pt x="3103640" y="29213"/>
                </a:cubicBezTo>
                <a:cubicBezTo>
                  <a:pt x="3102584" y="30455"/>
                  <a:pt x="3101730" y="31946"/>
                  <a:pt x="3101078" y="33686"/>
                </a:cubicBezTo>
                <a:cubicBezTo>
                  <a:pt x="3100425" y="35425"/>
                  <a:pt x="3100022" y="37335"/>
                  <a:pt x="3099866" y="39416"/>
                </a:cubicBezTo>
                <a:lnTo>
                  <a:pt x="3124467" y="39416"/>
                </a:lnTo>
                <a:close/>
                <a:moveTo>
                  <a:pt x="3181545" y="64716"/>
                </a:moveTo>
                <a:cubicBezTo>
                  <a:pt x="3179432" y="65523"/>
                  <a:pt x="3177266" y="66121"/>
                  <a:pt x="3175045" y="66510"/>
                </a:cubicBezTo>
                <a:cubicBezTo>
                  <a:pt x="3172824" y="66898"/>
                  <a:pt x="3170533" y="67092"/>
                  <a:pt x="3168173" y="67092"/>
                </a:cubicBezTo>
                <a:cubicBezTo>
                  <a:pt x="3160780" y="67092"/>
                  <a:pt x="3155088" y="65088"/>
                  <a:pt x="3151097" y="61082"/>
                </a:cubicBezTo>
                <a:cubicBezTo>
                  <a:pt x="3147106" y="57075"/>
                  <a:pt x="3145110" y="51220"/>
                  <a:pt x="3145110" y="43517"/>
                </a:cubicBezTo>
                <a:cubicBezTo>
                  <a:pt x="3145110" y="39820"/>
                  <a:pt x="3145685" y="36466"/>
                  <a:pt x="3146834" y="33453"/>
                </a:cubicBezTo>
                <a:cubicBezTo>
                  <a:pt x="3147983" y="30440"/>
                  <a:pt x="3149598" y="27862"/>
                  <a:pt x="3151679" y="25719"/>
                </a:cubicBezTo>
                <a:cubicBezTo>
                  <a:pt x="3153761" y="23575"/>
                  <a:pt x="3156245" y="21921"/>
                  <a:pt x="3159134" y="20757"/>
                </a:cubicBezTo>
                <a:cubicBezTo>
                  <a:pt x="3162023" y="19592"/>
                  <a:pt x="3165207" y="19009"/>
                  <a:pt x="3168685" y="19009"/>
                </a:cubicBezTo>
                <a:cubicBezTo>
                  <a:pt x="3171108" y="19009"/>
                  <a:pt x="3173376" y="19184"/>
                  <a:pt x="3175488" y="19534"/>
                </a:cubicBezTo>
                <a:cubicBezTo>
                  <a:pt x="3177600" y="19882"/>
                  <a:pt x="3179619" y="20453"/>
                  <a:pt x="3181545" y="21246"/>
                </a:cubicBezTo>
                <a:lnTo>
                  <a:pt x="3181545" y="28980"/>
                </a:lnTo>
                <a:cubicBezTo>
                  <a:pt x="3179526" y="27907"/>
                  <a:pt x="3177468" y="27127"/>
                  <a:pt x="3175371" y="26639"/>
                </a:cubicBezTo>
                <a:cubicBezTo>
                  <a:pt x="3173275" y="26150"/>
                  <a:pt x="3171108" y="25905"/>
                  <a:pt x="3168872" y="25905"/>
                </a:cubicBezTo>
                <a:cubicBezTo>
                  <a:pt x="3166791" y="25905"/>
                  <a:pt x="3164826" y="26301"/>
                  <a:pt x="3162978" y="27093"/>
                </a:cubicBezTo>
                <a:cubicBezTo>
                  <a:pt x="3161130" y="27885"/>
                  <a:pt x="3159507" y="29027"/>
                  <a:pt x="3158109" y="30518"/>
                </a:cubicBezTo>
                <a:cubicBezTo>
                  <a:pt x="3156711" y="32008"/>
                  <a:pt x="3155609" y="33826"/>
                  <a:pt x="3154801" y="35969"/>
                </a:cubicBezTo>
                <a:cubicBezTo>
                  <a:pt x="3153993" y="38112"/>
                  <a:pt x="3153590" y="40535"/>
                  <a:pt x="3153590" y="43237"/>
                </a:cubicBezTo>
                <a:cubicBezTo>
                  <a:pt x="3153590" y="48890"/>
                  <a:pt x="3154964" y="53122"/>
                  <a:pt x="3157713" y="55933"/>
                </a:cubicBezTo>
                <a:cubicBezTo>
                  <a:pt x="3160462" y="58744"/>
                  <a:pt x="3164275" y="60150"/>
                  <a:pt x="3169151" y="60150"/>
                </a:cubicBezTo>
                <a:cubicBezTo>
                  <a:pt x="3171357" y="60150"/>
                  <a:pt x="3173492" y="59901"/>
                  <a:pt x="3175558" y="59404"/>
                </a:cubicBezTo>
                <a:cubicBezTo>
                  <a:pt x="3177623" y="58907"/>
                  <a:pt x="3179619" y="58162"/>
                  <a:pt x="3181545" y="57168"/>
                </a:cubicBezTo>
                <a:lnTo>
                  <a:pt x="3181545" y="64716"/>
                </a:lnTo>
                <a:close/>
                <a:moveTo>
                  <a:pt x="3236526" y="40581"/>
                </a:moveTo>
                <a:cubicBezTo>
                  <a:pt x="3236526" y="41731"/>
                  <a:pt x="3236511" y="42693"/>
                  <a:pt x="3236480" y="43470"/>
                </a:cubicBezTo>
                <a:cubicBezTo>
                  <a:pt x="3236449" y="44246"/>
                  <a:pt x="3236402" y="44976"/>
                  <a:pt x="3236340" y="45660"/>
                </a:cubicBezTo>
                <a:lnTo>
                  <a:pt x="3203493" y="45660"/>
                </a:lnTo>
                <a:cubicBezTo>
                  <a:pt x="3203493" y="50443"/>
                  <a:pt x="3204828" y="54116"/>
                  <a:pt x="3207500" y="56679"/>
                </a:cubicBezTo>
                <a:cubicBezTo>
                  <a:pt x="3210171" y="59241"/>
                  <a:pt x="3214022" y="60522"/>
                  <a:pt x="3219054" y="60522"/>
                </a:cubicBezTo>
                <a:cubicBezTo>
                  <a:pt x="3220421" y="60522"/>
                  <a:pt x="3221788" y="60467"/>
                  <a:pt x="3223154" y="60357"/>
                </a:cubicBezTo>
                <a:cubicBezTo>
                  <a:pt x="3224521" y="60245"/>
                  <a:pt x="3225841" y="60094"/>
                  <a:pt x="3227115" y="59904"/>
                </a:cubicBezTo>
                <a:cubicBezTo>
                  <a:pt x="3228388" y="59712"/>
                  <a:pt x="3229607" y="59498"/>
                  <a:pt x="3230772" y="59260"/>
                </a:cubicBezTo>
                <a:cubicBezTo>
                  <a:pt x="3231937" y="59021"/>
                  <a:pt x="3233016" y="58759"/>
                  <a:pt x="3234010" y="58472"/>
                </a:cubicBezTo>
                <a:lnTo>
                  <a:pt x="3234010" y="65135"/>
                </a:lnTo>
                <a:cubicBezTo>
                  <a:pt x="3231805" y="65770"/>
                  <a:pt x="3229312" y="66286"/>
                  <a:pt x="3226532" y="66683"/>
                </a:cubicBezTo>
                <a:cubicBezTo>
                  <a:pt x="3223752" y="67080"/>
                  <a:pt x="3220871" y="67278"/>
                  <a:pt x="3217890" y="67278"/>
                </a:cubicBezTo>
                <a:cubicBezTo>
                  <a:pt x="3213883" y="67278"/>
                  <a:pt x="3210435" y="66735"/>
                  <a:pt x="3207546" y="65648"/>
                </a:cubicBezTo>
                <a:cubicBezTo>
                  <a:pt x="3204658" y="64560"/>
                  <a:pt x="3202289" y="62984"/>
                  <a:pt x="3200441" y="60919"/>
                </a:cubicBezTo>
                <a:cubicBezTo>
                  <a:pt x="3198593" y="58853"/>
                  <a:pt x="3197226" y="56321"/>
                  <a:pt x="3196341" y="53324"/>
                </a:cubicBezTo>
                <a:cubicBezTo>
                  <a:pt x="3195456" y="50327"/>
                  <a:pt x="3195013" y="46933"/>
                  <a:pt x="3195013" y="43144"/>
                </a:cubicBezTo>
                <a:cubicBezTo>
                  <a:pt x="3195013" y="39851"/>
                  <a:pt x="3195487" y="36737"/>
                  <a:pt x="3196434" y="33802"/>
                </a:cubicBezTo>
                <a:cubicBezTo>
                  <a:pt x="3197381" y="30867"/>
                  <a:pt x="3198764" y="28289"/>
                  <a:pt x="3200581" y="26068"/>
                </a:cubicBezTo>
                <a:cubicBezTo>
                  <a:pt x="3202398" y="23847"/>
                  <a:pt x="3204626" y="22084"/>
                  <a:pt x="3207267" y="20780"/>
                </a:cubicBezTo>
                <a:cubicBezTo>
                  <a:pt x="3209907" y="19475"/>
                  <a:pt x="3212904" y="18823"/>
                  <a:pt x="3216259" y="18823"/>
                </a:cubicBezTo>
                <a:cubicBezTo>
                  <a:pt x="3219520" y="18823"/>
                  <a:pt x="3222409" y="19336"/>
                  <a:pt x="3224925" y="20361"/>
                </a:cubicBezTo>
                <a:cubicBezTo>
                  <a:pt x="3227441" y="21386"/>
                  <a:pt x="3229561" y="22838"/>
                  <a:pt x="3231285" y="24717"/>
                </a:cubicBezTo>
                <a:cubicBezTo>
                  <a:pt x="3233009" y="26596"/>
                  <a:pt x="3234313" y="28879"/>
                  <a:pt x="3235198" y="31566"/>
                </a:cubicBezTo>
                <a:cubicBezTo>
                  <a:pt x="3236084" y="34253"/>
                  <a:pt x="3236526" y="37258"/>
                  <a:pt x="3236526" y="40581"/>
                </a:cubicBezTo>
                <a:moveTo>
                  <a:pt x="3228093" y="39416"/>
                </a:moveTo>
                <a:cubicBezTo>
                  <a:pt x="3228186" y="37335"/>
                  <a:pt x="3227984" y="35433"/>
                  <a:pt x="3227487" y="33709"/>
                </a:cubicBezTo>
                <a:cubicBezTo>
                  <a:pt x="3226990" y="31985"/>
                  <a:pt x="3226222" y="30502"/>
                  <a:pt x="3225181" y="29260"/>
                </a:cubicBezTo>
                <a:cubicBezTo>
                  <a:pt x="3224141" y="28017"/>
                  <a:pt x="3222844" y="27046"/>
                  <a:pt x="3221291" y="26348"/>
                </a:cubicBezTo>
                <a:cubicBezTo>
                  <a:pt x="3219738" y="25649"/>
                  <a:pt x="3217936" y="25299"/>
                  <a:pt x="3215886" y="25299"/>
                </a:cubicBezTo>
                <a:cubicBezTo>
                  <a:pt x="3214116" y="25299"/>
                  <a:pt x="3212500" y="25641"/>
                  <a:pt x="3211041" y="26324"/>
                </a:cubicBezTo>
                <a:cubicBezTo>
                  <a:pt x="3209581" y="27008"/>
                  <a:pt x="3208323" y="27970"/>
                  <a:pt x="3207267" y="29213"/>
                </a:cubicBezTo>
                <a:cubicBezTo>
                  <a:pt x="3206211" y="30455"/>
                  <a:pt x="3205356" y="31946"/>
                  <a:pt x="3204704" y="33686"/>
                </a:cubicBezTo>
                <a:cubicBezTo>
                  <a:pt x="3204052" y="35425"/>
                  <a:pt x="3203648" y="37335"/>
                  <a:pt x="3203493" y="39416"/>
                </a:cubicBezTo>
                <a:lnTo>
                  <a:pt x="3228093" y="39416"/>
                </a:lnTo>
                <a:close/>
                <a:moveTo>
                  <a:pt x="3285870" y="53674"/>
                </a:moveTo>
                <a:cubicBezTo>
                  <a:pt x="3285870" y="55320"/>
                  <a:pt x="3285590" y="56795"/>
                  <a:pt x="3285031" y="58100"/>
                </a:cubicBezTo>
                <a:cubicBezTo>
                  <a:pt x="3284472" y="59404"/>
                  <a:pt x="3283711" y="60561"/>
                  <a:pt x="3282748" y="61571"/>
                </a:cubicBezTo>
                <a:cubicBezTo>
                  <a:pt x="3281785" y="62580"/>
                  <a:pt x="3280667" y="63442"/>
                  <a:pt x="3279394" y="64157"/>
                </a:cubicBezTo>
                <a:cubicBezTo>
                  <a:pt x="3278120" y="64871"/>
                  <a:pt x="3276761" y="65461"/>
                  <a:pt x="3275317" y="65927"/>
                </a:cubicBezTo>
                <a:cubicBezTo>
                  <a:pt x="3273873" y="66393"/>
                  <a:pt x="3272389" y="66735"/>
                  <a:pt x="3270867" y="66952"/>
                </a:cubicBezTo>
                <a:cubicBezTo>
                  <a:pt x="3269345" y="67170"/>
                  <a:pt x="3267854" y="67278"/>
                  <a:pt x="3266395" y="67278"/>
                </a:cubicBezTo>
                <a:cubicBezTo>
                  <a:pt x="3263226" y="67278"/>
                  <a:pt x="3260314" y="67139"/>
                  <a:pt x="3257659" y="66859"/>
                </a:cubicBezTo>
                <a:cubicBezTo>
                  <a:pt x="3255003" y="66579"/>
                  <a:pt x="3252402" y="66129"/>
                  <a:pt x="3249855" y="65508"/>
                </a:cubicBezTo>
                <a:lnTo>
                  <a:pt x="3249855" y="58053"/>
                </a:lnTo>
                <a:cubicBezTo>
                  <a:pt x="3252588" y="58830"/>
                  <a:pt x="3255306" y="59420"/>
                  <a:pt x="3258008" y="59824"/>
                </a:cubicBezTo>
                <a:cubicBezTo>
                  <a:pt x="3260710" y="60227"/>
                  <a:pt x="3263397" y="60429"/>
                  <a:pt x="3266068" y="60429"/>
                </a:cubicBezTo>
                <a:cubicBezTo>
                  <a:pt x="3269951" y="60429"/>
                  <a:pt x="3272824" y="59901"/>
                  <a:pt x="3274688" y="58845"/>
                </a:cubicBezTo>
                <a:cubicBezTo>
                  <a:pt x="3276552" y="57789"/>
                  <a:pt x="3277483" y="56283"/>
                  <a:pt x="3277483" y="54326"/>
                </a:cubicBezTo>
                <a:cubicBezTo>
                  <a:pt x="3277483" y="53487"/>
                  <a:pt x="3277336" y="52734"/>
                  <a:pt x="3277041" y="52066"/>
                </a:cubicBezTo>
                <a:cubicBezTo>
                  <a:pt x="3276746" y="51398"/>
                  <a:pt x="3276210" y="50762"/>
                  <a:pt x="3275433" y="50156"/>
                </a:cubicBezTo>
                <a:cubicBezTo>
                  <a:pt x="3274657" y="49550"/>
                  <a:pt x="3273453" y="48921"/>
                  <a:pt x="3271823" y="48269"/>
                </a:cubicBezTo>
                <a:cubicBezTo>
                  <a:pt x="3270192" y="47617"/>
                  <a:pt x="3267963" y="46871"/>
                  <a:pt x="3265137" y="46033"/>
                </a:cubicBezTo>
                <a:cubicBezTo>
                  <a:pt x="3263024" y="45411"/>
                  <a:pt x="3261075" y="44705"/>
                  <a:pt x="3259289" y="43913"/>
                </a:cubicBezTo>
                <a:cubicBezTo>
                  <a:pt x="3257503" y="43121"/>
                  <a:pt x="3255958" y="42181"/>
                  <a:pt x="3254654" y="41094"/>
                </a:cubicBezTo>
                <a:cubicBezTo>
                  <a:pt x="3253349" y="40007"/>
                  <a:pt x="3252324" y="38733"/>
                  <a:pt x="3251578" y="37273"/>
                </a:cubicBezTo>
                <a:cubicBezTo>
                  <a:pt x="3250833" y="35813"/>
                  <a:pt x="3250460" y="34090"/>
                  <a:pt x="3250460" y="32102"/>
                </a:cubicBezTo>
                <a:cubicBezTo>
                  <a:pt x="3250460" y="30797"/>
                  <a:pt x="3250763" y="29368"/>
                  <a:pt x="3251369" y="27815"/>
                </a:cubicBezTo>
                <a:cubicBezTo>
                  <a:pt x="3251975" y="26262"/>
                  <a:pt x="3253007" y="24818"/>
                  <a:pt x="3254467" y="23482"/>
                </a:cubicBezTo>
                <a:cubicBezTo>
                  <a:pt x="3255927" y="22147"/>
                  <a:pt x="3257899" y="21036"/>
                  <a:pt x="3260384" y="20151"/>
                </a:cubicBezTo>
                <a:cubicBezTo>
                  <a:pt x="3262869" y="19266"/>
                  <a:pt x="3265975" y="18823"/>
                  <a:pt x="3269703" y="18823"/>
                </a:cubicBezTo>
                <a:cubicBezTo>
                  <a:pt x="3271535" y="18823"/>
                  <a:pt x="3273570" y="18924"/>
                  <a:pt x="3275806" y="19126"/>
                </a:cubicBezTo>
                <a:cubicBezTo>
                  <a:pt x="3278043" y="19328"/>
                  <a:pt x="3280372" y="19677"/>
                  <a:pt x="3282795" y="20174"/>
                </a:cubicBezTo>
                <a:lnTo>
                  <a:pt x="3282795" y="27396"/>
                </a:lnTo>
                <a:cubicBezTo>
                  <a:pt x="3280248" y="26775"/>
                  <a:pt x="3277833" y="26316"/>
                  <a:pt x="3275550" y="26021"/>
                </a:cubicBezTo>
                <a:cubicBezTo>
                  <a:pt x="3273267" y="25726"/>
                  <a:pt x="3271287" y="25579"/>
                  <a:pt x="3269609" y="25579"/>
                </a:cubicBezTo>
                <a:cubicBezTo>
                  <a:pt x="3267590" y="25579"/>
                  <a:pt x="3265890" y="25734"/>
                  <a:pt x="3264508" y="26045"/>
                </a:cubicBezTo>
                <a:cubicBezTo>
                  <a:pt x="3263125" y="26355"/>
                  <a:pt x="3262007" y="26782"/>
                  <a:pt x="3261153" y="27326"/>
                </a:cubicBezTo>
                <a:cubicBezTo>
                  <a:pt x="3260299" y="27870"/>
                  <a:pt x="3259685" y="28506"/>
                  <a:pt x="3259313" y="29236"/>
                </a:cubicBezTo>
                <a:cubicBezTo>
                  <a:pt x="3258940" y="29966"/>
                  <a:pt x="3258754" y="30750"/>
                  <a:pt x="3258754" y="31589"/>
                </a:cubicBezTo>
                <a:cubicBezTo>
                  <a:pt x="3258754" y="32428"/>
                  <a:pt x="3258917" y="33189"/>
                  <a:pt x="3259243" y="33872"/>
                </a:cubicBezTo>
                <a:cubicBezTo>
                  <a:pt x="3259569" y="34555"/>
                  <a:pt x="3260175" y="35215"/>
                  <a:pt x="3261060" y="35852"/>
                </a:cubicBezTo>
                <a:cubicBezTo>
                  <a:pt x="3261945" y="36489"/>
                  <a:pt x="3263180" y="37126"/>
                  <a:pt x="3264764" y="37762"/>
                </a:cubicBezTo>
                <a:cubicBezTo>
                  <a:pt x="3266348" y="38399"/>
                  <a:pt x="3268414" y="39090"/>
                  <a:pt x="3270961" y="39836"/>
                </a:cubicBezTo>
                <a:cubicBezTo>
                  <a:pt x="3273725" y="40643"/>
                  <a:pt x="3276055" y="41490"/>
                  <a:pt x="3277949" y="42375"/>
                </a:cubicBezTo>
                <a:cubicBezTo>
                  <a:pt x="3279844" y="43260"/>
                  <a:pt x="3281382" y="44246"/>
                  <a:pt x="3282562" y="45334"/>
                </a:cubicBezTo>
                <a:cubicBezTo>
                  <a:pt x="3283742" y="46421"/>
                  <a:pt x="3284589" y="47648"/>
                  <a:pt x="3285101" y="49014"/>
                </a:cubicBezTo>
                <a:cubicBezTo>
                  <a:pt x="3285614" y="50381"/>
                  <a:pt x="3285870" y="51934"/>
                  <a:pt x="3285870" y="53674"/>
                </a:cubicBezTo>
                <a:close/>
                <a:moveTo>
                  <a:pt x="3337683" y="53674"/>
                </a:moveTo>
                <a:cubicBezTo>
                  <a:pt x="3337683" y="55320"/>
                  <a:pt x="3337403" y="56795"/>
                  <a:pt x="3336844" y="58100"/>
                </a:cubicBezTo>
                <a:cubicBezTo>
                  <a:pt x="3336285" y="59404"/>
                  <a:pt x="3335524" y="60561"/>
                  <a:pt x="3334561" y="61571"/>
                </a:cubicBezTo>
                <a:cubicBezTo>
                  <a:pt x="3333598" y="62580"/>
                  <a:pt x="3332480" y="63442"/>
                  <a:pt x="3331207" y="64157"/>
                </a:cubicBezTo>
                <a:cubicBezTo>
                  <a:pt x="3329933" y="64871"/>
                  <a:pt x="3328574" y="65461"/>
                  <a:pt x="3327130" y="65927"/>
                </a:cubicBezTo>
                <a:cubicBezTo>
                  <a:pt x="3325686" y="66393"/>
                  <a:pt x="3324202" y="66735"/>
                  <a:pt x="3322680" y="66952"/>
                </a:cubicBezTo>
                <a:cubicBezTo>
                  <a:pt x="3321158" y="67170"/>
                  <a:pt x="3319668" y="67278"/>
                  <a:pt x="3318208" y="67278"/>
                </a:cubicBezTo>
                <a:cubicBezTo>
                  <a:pt x="3315039" y="67278"/>
                  <a:pt x="3312127" y="67139"/>
                  <a:pt x="3309472" y="66859"/>
                </a:cubicBezTo>
                <a:cubicBezTo>
                  <a:pt x="3306816" y="66579"/>
                  <a:pt x="3304215" y="66129"/>
                  <a:pt x="3301668" y="65508"/>
                </a:cubicBezTo>
                <a:lnTo>
                  <a:pt x="3301668" y="58053"/>
                </a:lnTo>
                <a:cubicBezTo>
                  <a:pt x="3304401" y="58830"/>
                  <a:pt x="3307119" y="59420"/>
                  <a:pt x="3309821" y="59824"/>
                </a:cubicBezTo>
                <a:cubicBezTo>
                  <a:pt x="3312523" y="60227"/>
                  <a:pt x="3315210" y="60429"/>
                  <a:pt x="3317882" y="60429"/>
                </a:cubicBezTo>
                <a:cubicBezTo>
                  <a:pt x="3321764" y="60429"/>
                  <a:pt x="3324637" y="59901"/>
                  <a:pt x="3326501" y="58845"/>
                </a:cubicBezTo>
                <a:cubicBezTo>
                  <a:pt x="3328365" y="57789"/>
                  <a:pt x="3329296" y="56283"/>
                  <a:pt x="3329296" y="54326"/>
                </a:cubicBezTo>
                <a:cubicBezTo>
                  <a:pt x="3329296" y="53487"/>
                  <a:pt x="3329149" y="52734"/>
                  <a:pt x="3328854" y="52066"/>
                </a:cubicBezTo>
                <a:cubicBezTo>
                  <a:pt x="3328559" y="51398"/>
                  <a:pt x="3328023" y="50762"/>
                  <a:pt x="3327246" y="50156"/>
                </a:cubicBezTo>
                <a:cubicBezTo>
                  <a:pt x="3326470" y="49550"/>
                  <a:pt x="3325266" y="48921"/>
                  <a:pt x="3323636" y="48269"/>
                </a:cubicBezTo>
                <a:cubicBezTo>
                  <a:pt x="3322005" y="47617"/>
                  <a:pt x="3319776" y="46871"/>
                  <a:pt x="3316950" y="46033"/>
                </a:cubicBezTo>
                <a:cubicBezTo>
                  <a:pt x="3314838" y="45411"/>
                  <a:pt x="3312888" y="44705"/>
                  <a:pt x="3311102" y="43913"/>
                </a:cubicBezTo>
                <a:cubicBezTo>
                  <a:pt x="3309316" y="43121"/>
                  <a:pt x="3307771" y="42181"/>
                  <a:pt x="3306467" y="41094"/>
                </a:cubicBezTo>
                <a:cubicBezTo>
                  <a:pt x="3305162" y="40007"/>
                  <a:pt x="3304137" y="38733"/>
                  <a:pt x="3303392" y="37273"/>
                </a:cubicBezTo>
                <a:cubicBezTo>
                  <a:pt x="3302646" y="35813"/>
                  <a:pt x="3302273" y="34090"/>
                  <a:pt x="3302273" y="32102"/>
                </a:cubicBezTo>
                <a:cubicBezTo>
                  <a:pt x="3302273" y="30797"/>
                  <a:pt x="3302576" y="29368"/>
                  <a:pt x="3303182" y="27815"/>
                </a:cubicBezTo>
                <a:cubicBezTo>
                  <a:pt x="3303788" y="26262"/>
                  <a:pt x="3304820" y="24818"/>
                  <a:pt x="3306280" y="23482"/>
                </a:cubicBezTo>
                <a:cubicBezTo>
                  <a:pt x="3307740" y="22147"/>
                  <a:pt x="3309712" y="21036"/>
                  <a:pt x="3312197" y="20151"/>
                </a:cubicBezTo>
                <a:cubicBezTo>
                  <a:pt x="3314682" y="19266"/>
                  <a:pt x="3317788" y="18823"/>
                  <a:pt x="3321516" y="18823"/>
                </a:cubicBezTo>
                <a:cubicBezTo>
                  <a:pt x="3323348" y="18823"/>
                  <a:pt x="3325383" y="18924"/>
                  <a:pt x="3327619" y="19126"/>
                </a:cubicBezTo>
                <a:cubicBezTo>
                  <a:pt x="3329856" y="19328"/>
                  <a:pt x="3332185" y="19677"/>
                  <a:pt x="3334608" y="20174"/>
                </a:cubicBezTo>
                <a:lnTo>
                  <a:pt x="3334608" y="27396"/>
                </a:lnTo>
                <a:cubicBezTo>
                  <a:pt x="3332061" y="26775"/>
                  <a:pt x="3329646" y="26316"/>
                  <a:pt x="3327363" y="26021"/>
                </a:cubicBezTo>
                <a:cubicBezTo>
                  <a:pt x="3325080" y="25726"/>
                  <a:pt x="3323100" y="25579"/>
                  <a:pt x="3321422" y="25579"/>
                </a:cubicBezTo>
                <a:cubicBezTo>
                  <a:pt x="3319404" y="25579"/>
                  <a:pt x="3317703" y="25734"/>
                  <a:pt x="3316321" y="26045"/>
                </a:cubicBezTo>
                <a:cubicBezTo>
                  <a:pt x="3314938" y="26355"/>
                  <a:pt x="3313820" y="26782"/>
                  <a:pt x="3312966" y="27326"/>
                </a:cubicBezTo>
                <a:cubicBezTo>
                  <a:pt x="3312112" y="27870"/>
                  <a:pt x="3311498" y="28506"/>
                  <a:pt x="3311126" y="29236"/>
                </a:cubicBezTo>
                <a:cubicBezTo>
                  <a:pt x="3310753" y="29966"/>
                  <a:pt x="3310567" y="30750"/>
                  <a:pt x="3310567" y="31589"/>
                </a:cubicBezTo>
                <a:cubicBezTo>
                  <a:pt x="3310567" y="32428"/>
                  <a:pt x="3310730" y="33189"/>
                  <a:pt x="3311056" y="33872"/>
                </a:cubicBezTo>
                <a:cubicBezTo>
                  <a:pt x="3311382" y="34555"/>
                  <a:pt x="3311988" y="35215"/>
                  <a:pt x="3312873" y="35852"/>
                </a:cubicBezTo>
                <a:cubicBezTo>
                  <a:pt x="3313758" y="36489"/>
                  <a:pt x="3314993" y="37126"/>
                  <a:pt x="3316577" y="37762"/>
                </a:cubicBezTo>
                <a:cubicBezTo>
                  <a:pt x="3318161" y="38399"/>
                  <a:pt x="3320227" y="39090"/>
                  <a:pt x="3322774" y="39836"/>
                </a:cubicBezTo>
                <a:cubicBezTo>
                  <a:pt x="3325538" y="40643"/>
                  <a:pt x="3327868" y="41490"/>
                  <a:pt x="3329762" y="42375"/>
                </a:cubicBezTo>
                <a:cubicBezTo>
                  <a:pt x="3331657" y="43260"/>
                  <a:pt x="3333195" y="44246"/>
                  <a:pt x="3334375" y="45334"/>
                </a:cubicBezTo>
                <a:cubicBezTo>
                  <a:pt x="3335555" y="46421"/>
                  <a:pt x="3336402" y="47648"/>
                  <a:pt x="3336914" y="49014"/>
                </a:cubicBezTo>
                <a:cubicBezTo>
                  <a:pt x="3337427" y="50381"/>
                  <a:pt x="3337683" y="51934"/>
                  <a:pt x="3337683" y="53674"/>
                </a:cubicBezTo>
                <a:close/>
                <a:moveTo>
                  <a:pt x="3381553" y="66440"/>
                </a:moveTo>
                <a:lnTo>
                  <a:pt x="3381366" y="60137"/>
                </a:lnTo>
                <a:cubicBezTo>
                  <a:pt x="3378819" y="62657"/>
                  <a:pt x="3376234" y="64478"/>
                  <a:pt x="3373609" y="65598"/>
                </a:cubicBezTo>
                <a:cubicBezTo>
                  <a:pt x="3370984" y="66718"/>
                  <a:pt x="3368228" y="67278"/>
                  <a:pt x="3365339" y="67278"/>
                </a:cubicBezTo>
                <a:cubicBezTo>
                  <a:pt x="3362668" y="67278"/>
                  <a:pt x="3360385" y="66936"/>
                  <a:pt x="3358490" y="66252"/>
                </a:cubicBezTo>
                <a:cubicBezTo>
                  <a:pt x="3356595" y="65567"/>
                  <a:pt x="3355034" y="64626"/>
                  <a:pt x="3353808" y="63429"/>
                </a:cubicBezTo>
                <a:cubicBezTo>
                  <a:pt x="3352581" y="62231"/>
                  <a:pt x="3351680" y="60823"/>
                  <a:pt x="3351105" y="59205"/>
                </a:cubicBezTo>
                <a:cubicBezTo>
                  <a:pt x="3350531" y="57587"/>
                  <a:pt x="3350243" y="55829"/>
                  <a:pt x="3350243" y="53931"/>
                </a:cubicBezTo>
                <a:cubicBezTo>
                  <a:pt x="3350243" y="49233"/>
                  <a:pt x="3351990" y="45554"/>
                  <a:pt x="3355485" y="42895"/>
                </a:cubicBezTo>
                <a:cubicBezTo>
                  <a:pt x="3358979" y="40234"/>
                  <a:pt x="3364143" y="38904"/>
                  <a:pt x="3370977" y="38904"/>
                </a:cubicBezTo>
                <a:lnTo>
                  <a:pt x="3380668" y="38904"/>
                </a:lnTo>
                <a:lnTo>
                  <a:pt x="3380668" y="34818"/>
                </a:lnTo>
                <a:cubicBezTo>
                  <a:pt x="3380668" y="32064"/>
                  <a:pt x="3379782" y="29858"/>
                  <a:pt x="3378012" y="28202"/>
                </a:cubicBezTo>
                <a:cubicBezTo>
                  <a:pt x="3376241" y="26547"/>
                  <a:pt x="3373539" y="25719"/>
                  <a:pt x="3369905" y="25719"/>
                </a:cubicBezTo>
                <a:cubicBezTo>
                  <a:pt x="3367265" y="25719"/>
                  <a:pt x="3364663" y="26018"/>
                  <a:pt x="3362101" y="26617"/>
                </a:cubicBezTo>
                <a:cubicBezTo>
                  <a:pt x="3359538" y="27215"/>
                  <a:pt x="3356890" y="28065"/>
                  <a:pt x="3354157" y="29166"/>
                </a:cubicBezTo>
                <a:lnTo>
                  <a:pt x="3354157" y="21851"/>
                </a:lnTo>
                <a:cubicBezTo>
                  <a:pt x="3355182" y="21473"/>
                  <a:pt x="3356323" y="21102"/>
                  <a:pt x="3357581" y="20739"/>
                </a:cubicBezTo>
                <a:cubicBezTo>
                  <a:pt x="3358839" y="20376"/>
                  <a:pt x="3360167" y="20053"/>
                  <a:pt x="3361565" y="19769"/>
                </a:cubicBezTo>
                <a:cubicBezTo>
                  <a:pt x="3362963" y="19485"/>
                  <a:pt x="3364423" y="19256"/>
                  <a:pt x="3365945" y="19084"/>
                </a:cubicBezTo>
                <a:cubicBezTo>
                  <a:pt x="3367467" y="18910"/>
                  <a:pt x="3369004" y="18823"/>
                  <a:pt x="3370557" y="18823"/>
                </a:cubicBezTo>
                <a:cubicBezTo>
                  <a:pt x="3373384" y="18823"/>
                  <a:pt x="3375931" y="19134"/>
                  <a:pt x="3378198" y="19755"/>
                </a:cubicBezTo>
                <a:cubicBezTo>
                  <a:pt x="3380466" y="20376"/>
                  <a:pt x="3382384" y="21323"/>
                  <a:pt x="3383952" y="22597"/>
                </a:cubicBezTo>
                <a:cubicBezTo>
                  <a:pt x="3385521" y="23870"/>
                  <a:pt x="3386725" y="25470"/>
                  <a:pt x="3387563" y="27396"/>
                </a:cubicBezTo>
                <a:cubicBezTo>
                  <a:pt x="3388402" y="29322"/>
                  <a:pt x="3388821" y="31589"/>
                  <a:pt x="3388821" y="34198"/>
                </a:cubicBezTo>
                <a:lnTo>
                  <a:pt x="3388821" y="66440"/>
                </a:lnTo>
                <a:lnTo>
                  <a:pt x="3381553" y="66440"/>
                </a:lnTo>
                <a:moveTo>
                  <a:pt x="3380668" y="45101"/>
                </a:moveTo>
                <a:lnTo>
                  <a:pt x="3370371" y="45101"/>
                </a:lnTo>
                <a:cubicBezTo>
                  <a:pt x="3368352" y="45101"/>
                  <a:pt x="3366612" y="45304"/>
                  <a:pt x="3365153" y="45709"/>
                </a:cubicBezTo>
                <a:cubicBezTo>
                  <a:pt x="3363693" y="46114"/>
                  <a:pt x="3362497" y="46690"/>
                  <a:pt x="3361565" y="47438"/>
                </a:cubicBezTo>
                <a:cubicBezTo>
                  <a:pt x="3360633" y="48185"/>
                  <a:pt x="3359942" y="49081"/>
                  <a:pt x="3359492" y="50125"/>
                </a:cubicBezTo>
                <a:cubicBezTo>
                  <a:pt x="3359041" y="51169"/>
                  <a:pt x="3358816" y="52345"/>
                  <a:pt x="3358816" y="53653"/>
                </a:cubicBezTo>
                <a:cubicBezTo>
                  <a:pt x="3358816" y="54557"/>
                  <a:pt x="3358956" y="55422"/>
                  <a:pt x="3359235" y="56248"/>
                </a:cubicBezTo>
                <a:cubicBezTo>
                  <a:pt x="3359515" y="57073"/>
                  <a:pt x="3359965" y="57805"/>
                  <a:pt x="3360587" y="58443"/>
                </a:cubicBezTo>
                <a:cubicBezTo>
                  <a:pt x="3361208" y="59082"/>
                  <a:pt x="3362015" y="59588"/>
                  <a:pt x="3363009" y="59962"/>
                </a:cubicBezTo>
                <a:cubicBezTo>
                  <a:pt x="3364003" y="60336"/>
                  <a:pt x="3365215" y="60522"/>
                  <a:pt x="3366644" y="60522"/>
                </a:cubicBezTo>
                <a:cubicBezTo>
                  <a:pt x="3368507" y="60522"/>
                  <a:pt x="3370643" y="59954"/>
                  <a:pt x="3373050" y="58818"/>
                </a:cubicBezTo>
                <a:cubicBezTo>
                  <a:pt x="3375457" y="57680"/>
                  <a:pt x="3377996" y="55880"/>
                  <a:pt x="3380668" y="53419"/>
                </a:cubicBezTo>
                <a:lnTo>
                  <a:pt x="3380668" y="45101"/>
                </a:lnTo>
                <a:close/>
                <a:moveTo>
                  <a:pt x="3405225" y="19662"/>
                </a:moveTo>
                <a:lnTo>
                  <a:pt x="3412633" y="19662"/>
                </a:lnTo>
                <a:lnTo>
                  <a:pt x="3412866" y="28259"/>
                </a:lnTo>
                <a:cubicBezTo>
                  <a:pt x="3415630" y="24943"/>
                  <a:pt x="3418356" y="22542"/>
                  <a:pt x="3421043" y="21055"/>
                </a:cubicBezTo>
                <a:cubicBezTo>
                  <a:pt x="3423729" y="19567"/>
                  <a:pt x="3426440" y="18823"/>
                  <a:pt x="3429173" y="18823"/>
                </a:cubicBezTo>
                <a:cubicBezTo>
                  <a:pt x="3434018" y="18823"/>
                  <a:pt x="3437691" y="20388"/>
                  <a:pt x="3440192" y="23517"/>
                </a:cubicBezTo>
                <a:cubicBezTo>
                  <a:pt x="3442692" y="26647"/>
                  <a:pt x="3443849" y="31294"/>
                  <a:pt x="3443663" y="37460"/>
                </a:cubicBezTo>
                <a:lnTo>
                  <a:pt x="3435463" y="37460"/>
                </a:lnTo>
                <a:cubicBezTo>
                  <a:pt x="3435556" y="33376"/>
                  <a:pt x="3434958" y="30414"/>
                  <a:pt x="3433669" y="28574"/>
                </a:cubicBezTo>
                <a:cubicBezTo>
                  <a:pt x="3432380" y="26732"/>
                  <a:pt x="3430493" y="25812"/>
                  <a:pt x="3428008" y="25812"/>
                </a:cubicBezTo>
                <a:cubicBezTo>
                  <a:pt x="3426921" y="25812"/>
                  <a:pt x="3425826" y="26005"/>
                  <a:pt x="3424723" y="26393"/>
                </a:cubicBezTo>
                <a:cubicBezTo>
                  <a:pt x="3423621" y="26779"/>
                  <a:pt x="3422487" y="27397"/>
                  <a:pt x="3421322" y="28248"/>
                </a:cubicBezTo>
                <a:cubicBezTo>
                  <a:pt x="3420157" y="29098"/>
                  <a:pt x="3418923" y="30188"/>
                  <a:pt x="3417618" y="31519"/>
                </a:cubicBezTo>
                <a:cubicBezTo>
                  <a:pt x="3416314" y="32849"/>
                  <a:pt x="3414916" y="34457"/>
                  <a:pt x="3413425" y="36344"/>
                </a:cubicBezTo>
                <a:lnTo>
                  <a:pt x="3413425" y="66440"/>
                </a:lnTo>
                <a:lnTo>
                  <a:pt x="3405225" y="66440"/>
                </a:lnTo>
                <a:lnTo>
                  <a:pt x="3405225" y="19662"/>
                </a:lnTo>
                <a:close/>
                <a:moveTo>
                  <a:pt x="3496734" y="19662"/>
                </a:moveTo>
                <a:lnTo>
                  <a:pt x="3480800" y="61501"/>
                </a:lnTo>
                <a:cubicBezTo>
                  <a:pt x="3479153" y="65756"/>
                  <a:pt x="3477453" y="69421"/>
                  <a:pt x="3475698" y="72497"/>
                </a:cubicBezTo>
                <a:cubicBezTo>
                  <a:pt x="3473943" y="75572"/>
                  <a:pt x="3472025" y="78095"/>
                  <a:pt x="3469944" y="80068"/>
                </a:cubicBezTo>
                <a:cubicBezTo>
                  <a:pt x="3467863" y="82040"/>
                  <a:pt x="3465580" y="83492"/>
                  <a:pt x="3463095" y="84424"/>
                </a:cubicBezTo>
                <a:cubicBezTo>
                  <a:pt x="3460610" y="85356"/>
                  <a:pt x="3457830" y="85822"/>
                  <a:pt x="3454755" y="85822"/>
                </a:cubicBezTo>
                <a:cubicBezTo>
                  <a:pt x="3453947" y="85822"/>
                  <a:pt x="3453217" y="85806"/>
                  <a:pt x="3452565" y="85775"/>
                </a:cubicBezTo>
                <a:cubicBezTo>
                  <a:pt x="3451913" y="85744"/>
                  <a:pt x="3451198" y="85697"/>
                  <a:pt x="3450422" y="85635"/>
                </a:cubicBezTo>
                <a:lnTo>
                  <a:pt x="3450422" y="78274"/>
                </a:lnTo>
                <a:cubicBezTo>
                  <a:pt x="3451105" y="78367"/>
                  <a:pt x="3451851" y="78453"/>
                  <a:pt x="3452658" y="78530"/>
                </a:cubicBezTo>
                <a:cubicBezTo>
                  <a:pt x="3453466" y="78608"/>
                  <a:pt x="3454320" y="78647"/>
                  <a:pt x="3455221" y="78647"/>
                </a:cubicBezTo>
                <a:cubicBezTo>
                  <a:pt x="3456712" y="78647"/>
                  <a:pt x="3458102" y="78429"/>
                  <a:pt x="3459391" y="77994"/>
                </a:cubicBezTo>
                <a:cubicBezTo>
                  <a:pt x="3460680" y="77559"/>
                  <a:pt x="3461899" y="76853"/>
                  <a:pt x="3463048" y="75874"/>
                </a:cubicBezTo>
                <a:cubicBezTo>
                  <a:pt x="3464197" y="74896"/>
                  <a:pt x="3465300" y="73630"/>
                  <a:pt x="3466356" y="72077"/>
                </a:cubicBezTo>
                <a:cubicBezTo>
                  <a:pt x="3467412" y="70524"/>
                  <a:pt x="3468437" y="68645"/>
                  <a:pt x="3469431" y="66440"/>
                </a:cubicBezTo>
                <a:lnTo>
                  <a:pt x="3450748" y="19662"/>
                </a:lnTo>
                <a:lnTo>
                  <a:pt x="3459973" y="19662"/>
                </a:lnTo>
                <a:lnTo>
                  <a:pt x="3471807" y="50598"/>
                </a:lnTo>
                <a:lnTo>
                  <a:pt x="3474184" y="57867"/>
                </a:lnTo>
                <a:lnTo>
                  <a:pt x="3476886" y="50412"/>
                </a:lnTo>
                <a:lnTo>
                  <a:pt x="3487835" y="19662"/>
                </a:lnTo>
                <a:lnTo>
                  <a:pt x="3496734" y="19662"/>
                </a:lnTo>
                <a:close/>
                <a:moveTo>
                  <a:pt x="3601138" y="65741"/>
                </a:moveTo>
                <a:cubicBezTo>
                  <a:pt x="3599306" y="66223"/>
                  <a:pt x="3597411" y="66569"/>
                  <a:pt x="3595454" y="66777"/>
                </a:cubicBezTo>
                <a:cubicBezTo>
                  <a:pt x="3593497" y="66987"/>
                  <a:pt x="3591509" y="67092"/>
                  <a:pt x="3589490" y="67092"/>
                </a:cubicBezTo>
                <a:cubicBezTo>
                  <a:pt x="3583620" y="67092"/>
                  <a:pt x="3579240" y="65764"/>
                  <a:pt x="3576352" y="63108"/>
                </a:cubicBezTo>
                <a:cubicBezTo>
                  <a:pt x="3573463" y="60453"/>
                  <a:pt x="3572019" y="56376"/>
                  <a:pt x="3572019" y="50878"/>
                </a:cubicBezTo>
                <a:lnTo>
                  <a:pt x="3572019" y="26464"/>
                </a:lnTo>
                <a:lnTo>
                  <a:pt x="3558926" y="26464"/>
                </a:lnTo>
                <a:lnTo>
                  <a:pt x="3558926" y="19662"/>
                </a:lnTo>
                <a:lnTo>
                  <a:pt x="3572019" y="19662"/>
                </a:lnTo>
                <a:lnTo>
                  <a:pt x="3572019" y="6762"/>
                </a:lnTo>
                <a:lnTo>
                  <a:pt x="3580126" y="4659"/>
                </a:lnTo>
                <a:lnTo>
                  <a:pt x="3580126" y="19662"/>
                </a:lnTo>
                <a:lnTo>
                  <a:pt x="3601138" y="19662"/>
                </a:lnTo>
                <a:lnTo>
                  <a:pt x="3601138" y="26464"/>
                </a:lnTo>
                <a:lnTo>
                  <a:pt x="3580126" y="26464"/>
                </a:lnTo>
                <a:lnTo>
                  <a:pt x="3580126" y="50226"/>
                </a:lnTo>
                <a:cubicBezTo>
                  <a:pt x="3580126" y="53580"/>
                  <a:pt x="3581019" y="56089"/>
                  <a:pt x="3582805" y="57750"/>
                </a:cubicBezTo>
                <a:cubicBezTo>
                  <a:pt x="3584591" y="59412"/>
                  <a:pt x="3587223" y="60243"/>
                  <a:pt x="3590702" y="60243"/>
                </a:cubicBezTo>
                <a:cubicBezTo>
                  <a:pt x="3592193" y="60243"/>
                  <a:pt x="3593823" y="60123"/>
                  <a:pt x="3595594" y="59883"/>
                </a:cubicBezTo>
                <a:cubicBezTo>
                  <a:pt x="3597364" y="59643"/>
                  <a:pt x="3599213" y="59265"/>
                  <a:pt x="3601138" y="58752"/>
                </a:cubicBezTo>
                <a:lnTo>
                  <a:pt x="3601138" y="65741"/>
                </a:lnTo>
                <a:close/>
                <a:moveTo>
                  <a:pt x="3656025" y="42678"/>
                </a:moveTo>
                <a:cubicBezTo>
                  <a:pt x="3656025" y="46312"/>
                  <a:pt x="3655513" y="49643"/>
                  <a:pt x="3654488" y="52672"/>
                </a:cubicBezTo>
                <a:cubicBezTo>
                  <a:pt x="3653463" y="55700"/>
                  <a:pt x="3651987" y="58294"/>
                  <a:pt x="3650062" y="60453"/>
                </a:cubicBezTo>
                <a:cubicBezTo>
                  <a:pt x="3648136" y="62611"/>
                  <a:pt x="3645791" y="64289"/>
                  <a:pt x="3643026" y="65485"/>
                </a:cubicBezTo>
                <a:cubicBezTo>
                  <a:pt x="3640262" y="66680"/>
                  <a:pt x="3637125" y="67278"/>
                  <a:pt x="3633615" y="67278"/>
                </a:cubicBezTo>
                <a:cubicBezTo>
                  <a:pt x="3630260" y="67278"/>
                  <a:pt x="3627255" y="66758"/>
                  <a:pt x="3624599" y="65717"/>
                </a:cubicBezTo>
                <a:cubicBezTo>
                  <a:pt x="3621944" y="64677"/>
                  <a:pt x="3619692" y="63147"/>
                  <a:pt x="3617843" y="61128"/>
                </a:cubicBezTo>
                <a:cubicBezTo>
                  <a:pt x="3615995" y="59109"/>
                  <a:pt x="3614582" y="56609"/>
                  <a:pt x="3613604" y="53627"/>
                </a:cubicBezTo>
                <a:cubicBezTo>
                  <a:pt x="3612625" y="50645"/>
                  <a:pt x="3612136" y="47213"/>
                  <a:pt x="3612136" y="43330"/>
                </a:cubicBezTo>
                <a:cubicBezTo>
                  <a:pt x="3612136" y="39696"/>
                  <a:pt x="3612649" y="36380"/>
                  <a:pt x="3613674" y="33383"/>
                </a:cubicBezTo>
                <a:cubicBezTo>
                  <a:pt x="3614699" y="30385"/>
                  <a:pt x="3616174" y="27807"/>
                  <a:pt x="3618100" y="25649"/>
                </a:cubicBezTo>
                <a:cubicBezTo>
                  <a:pt x="3620026" y="23490"/>
                  <a:pt x="3622371" y="21813"/>
                  <a:pt x="3625135" y="20617"/>
                </a:cubicBezTo>
                <a:cubicBezTo>
                  <a:pt x="3627899" y="19421"/>
                  <a:pt x="3631037" y="18823"/>
                  <a:pt x="3634547" y="18823"/>
                </a:cubicBezTo>
                <a:cubicBezTo>
                  <a:pt x="3637901" y="18823"/>
                  <a:pt x="3640906" y="19343"/>
                  <a:pt x="3643562" y="20384"/>
                </a:cubicBezTo>
                <a:cubicBezTo>
                  <a:pt x="3646218" y="21424"/>
                  <a:pt x="3648470" y="22946"/>
                  <a:pt x="3650318" y="24950"/>
                </a:cubicBezTo>
                <a:cubicBezTo>
                  <a:pt x="3652166" y="26953"/>
                  <a:pt x="3653579" y="29446"/>
                  <a:pt x="3654558" y="32428"/>
                </a:cubicBezTo>
                <a:cubicBezTo>
                  <a:pt x="3655536" y="35410"/>
                  <a:pt x="3656025" y="38826"/>
                  <a:pt x="3656025" y="42678"/>
                </a:cubicBezTo>
                <a:moveTo>
                  <a:pt x="3647732" y="43051"/>
                </a:moveTo>
                <a:cubicBezTo>
                  <a:pt x="3647732" y="40162"/>
                  <a:pt x="3647414" y="37638"/>
                  <a:pt x="3646777" y="35480"/>
                </a:cubicBezTo>
                <a:cubicBezTo>
                  <a:pt x="3646140" y="33321"/>
                  <a:pt x="3645232" y="31519"/>
                  <a:pt x="3644051" y="30075"/>
                </a:cubicBezTo>
                <a:cubicBezTo>
                  <a:pt x="3642871" y="28631"/>
                  <a:pt x="3641434" y="27543"/>
                  <a:pt x="3639742" y="26813"/>
                </a:cubicBezTo>
                <a:cubicBezTo>
                  <a:pt x="3638049" y="26084"/>
                  <a:pt x="3636162" y="25719"/>
                  <a:pt x="3634081" y="25719"/>
                </a:cubicBezTo>
                <a:cubicBezTo>
                  <a:pt x="3631658" y="25719"/>
                  <a:pt x="3629585" y="26192"/>
                  <a:pt x="3627861" y="27140"/>
                </a:cubicBezTo>
                <a:cubicBezTo>
                  <a:pt x="3626137" y="28087"/>
                  <a:pt x="3624724" y="29353"/>
                  <a:pt x="3623621" y="30937"/>
                </a:cubicBezTo>
                <a:cubicBezTo>
                  <a:pt x="3622518" y="32521"/>
                  <a:pt x="3621711" y="34361"/>
                  <a:pt x="3621198" y="36458"/>
                </a:cubicBezTo>
                <a:cubicBezTo>
                  <a:pt x="3620686" y="38555"/>
                  <a:pt x="3620429" y="40752"/>
                  <a:pt x="3620429" y="43051"/>
                </a:cubicBezTo>
                <a:cubicBezTo>
                  <a:pt x="3620429" y="45939"/>
                  <a:pt x="3620748" y="48471"/>
                  <a:pt x="3621384" y="50645"/>
                </a:cubicBezTo>
                <a:cubicBezTo>
                  <a:pt x="3622021" y="52819"/>
                  <a:pt x="3622930" y="54629"/>
                  <a:pt x="3624110" y="56073"/>
                </a:cubicBezTo>
                <a:cubicBezTo>
                  <a:pt x="3625290" y="57517"/>
                  <a:pt x="3626719" y="58604"/>
                  <a:pt x="3628396" y="59334"/>
                </a:cubicBezTo>
                <a:cubicBezTo>
                  <a:pt x="3630074" y="60064"/>
                  <a:pt x="3631968" y="60429"/>
                  <a:pt x="3634081" y="60429"/>
                </a:cubicBezTo>
                <a:cubicBezTo>
                  <a:pt x="3636503" y="60429"/>
                  <a:pt x="3638577" y="59956"/>
                  <a:pt x="3640301" y="59008"/>
                </a:cubicBezTo>
                <a:cubicBezTo>
                  <a:pt x="3642025" y="58061"/>
                  <a:pt x="3643438" y="56795"/>
                  <a:pt x="3644540" y="55211"/>
                </a:cubicBezTo>
                <a:cubicBezTo>
                  <a:pt x="3645643" y="53627"/>
                  <a:pt x="3646451" y="51787"/>
                  <a:pt x="3646963" y="49690"/>
                </a:cubicBezTo>
                <a:cubicBezTo>
                  <a:pt x="3647476" y="47593"/>
                  <a:pt x="3647732" y="45380"/>
                  <a:pt x="3647732" y="43051"/>
                </a:cubicBezTo>
                <a:close/>
                <a:moveTo>
                  <a:pt x="3760770" y="66440"/>
                </a:moveTo>
                <a:lnTo>
                  <a:pt x="3753501" y="66440"/>
                </a:lnTo>
                <a:lnTo>
                  <a:pt x="3753222" y="58892"/>
                </a:lnTo>
                <a:cubicBezTo>
                  <a:pt x="3751824" y="60507"/>
                  <a:pt x="3750496" y="61850"/>
                  <a:pt x="3749238" y="62922"/>
                </a:cubicBezTo>
                <a:cubicBezTo>
                  <a:pt x="3747980" y="63994"/>
                  <a:pt x="3746730" y="64856"/>
                  <a:pt x="3745488" y="65508"/>
                </a:cubicBezTo>
                <a:cubicBezTo>
                  <a:pt x="3744245" y="66160"/>
                  <a:pt x="3742995" y="66618"/>
                  <a:pt x="3741737" y="66882"/>
                </a:cubicBezTo>
                <a:cubicBezTo>
                  <a:pt x="3740479" y="67146"/>
                  <a:pt x="3739151" y="67278"/>
                  <a:pt x="3737753" y="67278"/>
                </a:cubicBezTo>
                <a:cubicBezTo>
                  <a:pt x="3732939" y="67278"/>
                  <a:pt x="3729305" y="65865"/>
                  <a:pt x="3726851" y="63038"/>
                </a:cubicBezTo>
                <a:cubicBezTo>
                  <a:pt x="3724397" y="60212"/>
                  <a:pt x="3723170" y="55941"/>
                  <a:pt x="3723170" y="50226"/>
                </a:cubicBezTo>
                <a:lnTo>
                  <a:pt x="3723170" y="19662"/>
                </a:lnTo>
                <a:lnTo>
                  <a:pt x="3731277" y="19662"/>
                </a:lnTo>
                <a:lnTo>
                  <a:pt x="3731277" y="49573"/>
                </a:lnTo>
                <a:cubicBezTo>
                  <a:pt x="3731277" y="56749"/>
                  <a:pt x="3733980" y="60336"/>
                  <a:pt x="3739384" y="60336"/>
                </a:cubicBezTo>
                <a:cubicBezTo>
                  <a:pt x="3740378" y="60336"/>
                  <a:pt x="3741349" y="60189"/>
                  <a:pt x="3742296" y="59894"/>
                </a:cubicBezTo>
                <a:cubicBezTo>
                  <a:pt x="3743244" y="59598"/>
                  <a:pt x="3744237" y="59086"/>
                  <a:pt x="3745278" y="58356"/>
                </a:cubicBezTo>
                <a:cubicBezTo>
                  <a:pt x="3746319" y="57626"/>
                  <a:pt x="3747437" y="56640"/>
                  <a:pt x="3748633" y="55397"/>
                </a:cubicBezTo>
                <a:cubicBezTo>
                  <a:pt x="3749828" y="54155"/>
                  <a:pt x="3751172" y="52586"/>
                  <a:pt x="3752663" y="50692"/>
                </a:cubicBezTo>
                <a:lnTo>
                  <a:pt x="3752663" y="19662"/>
                </a:lnTo>
                <a:lnTo>
                  <a:pt x="3760770" y="19662"/>
                </a:lnTo>
                <a:lnTo>
                  <a:pt x="3760770" y="66440"/>
                </a:lnTo>
                <a:close/>
                <a:moveTo>
                  <a:pt x="3775029" y="19662"/>
                </a:moveTo>
                <a:lnTo>
                  <a:pt x="3782250" y="19662"/>
                </a:lnTo>
                <a:lnTo>
                  <a:pt x="3782577" y="27210"/>
                </a:lnTo>
                <a:cubicBezTo>
                  <a:pt x="3783943" y="25594"/>
                  <a:pt x="3785263" y="24251"/>
                  <a:pt x="3786537" y="23179"/>
                </a:cubicBezTo>
                <a:cubicBezTo>
                  <a:pt x="3787810" y="22108"/>
                  <a:pt x="3789061" y="21246"/>
                  <a:pt x="3790288" y="20593"/>
                </a:cubicBezTo>
                <a:cubicBezTo>
                  <a:pt x="3791514" y="19941"/>
                  <a:pt x="3792765" y="19483"/>
                  <a:pt x="3794038" y="19219"/>
                </a:cubicBezTo>
                <a:cubicBezTo>
                  <a:pt x="3795312" y="18955"/>
                  <a:pt x="3796632" y="18823"/>
                  <a:pt x="3797998" y="18823"/>
                </a:cubicBezTo>
                <a:cubicBezTo>
                  <a:pt x="3802813" y="18823"/>
                  <a:pt x="3806455" y="20244"/>
                  <a:pt x="3808924" y="23086"/>
                </a:cubicBezTo>
                <a:cubicBezTo>
                  <a:pt x="3811394" y="25928"/>
                  <a:pt x="3812628" y="30207"/>
                  <a:pt x="3812628" y="35922"/>
                </a:cubicBezTo>
                <a:lnTo>
                  <a:pt x="3812628" y="66440"/>
                </a:lnTo>
                <a:lnTo>
                  <a:pt x="3804521" y="66440"/>
                </a:lnTo>
                <a:lnTo>
                  <a:pt x="3804521" y="36574"/>
                </a:lnTo>
                <a:cubicBezTo>
                  <a:pt x="3804521" y="32909"/>
                  <a:pt x="3803838" y="30199"/>
                  <a:pt x="3802471" y="28444"/>
                </a:cubicBezTo>
                <a:cubicBezTo>
                  <a:pt x="3801105" y="26689"/>
                  <a:pt x="3799070" y="25812"/>
                  <a:pt x="3796368" y="25812"/>
                </a:cubicBezTo>
                <a:cubicBezTo>
                  <a:pt x="3795374" y="25812"/>
                  <a:pt x="3794403" y="25959"/>
                  <a:pt x="3793456" y="26254"/>
                </a:cubicBezTo>
                <a:cubicBezTo>
                  <a:pt x="3792508" y="26549"/>
                  <a:pt x="3791522" y="27062"/>
                  <a:pt x="3790497" y="27792"/>
                </a:cubicBezTo>
                <a:cubicBezTo>
                  <a:pt x="3789472" y="28522"/>
                  <a:pt x="3788362" y="29508"/>
                  <a:pt x="3787166" y="30750"/>
                </a:cubicBezTo>
                <a:cubicBezTo>
                  <a:pt x="3785970" y="31993"/>
                  <a:pt x="3784627" y="33546"/>
                  <a:pt x="3783136" y="35410"/>
                </a:cubicBezTo>
                <a:lnTo>
                  <a:pt x="3783136" y="66440"/>
                </a:lnTo>
                <a:lnTo>
                  <a:pt x="3775029" y="66440"/>
                </a:lnTo>
                <a:lnTo>
                  <a:pt x="3775029" y="19662"/>
                </a:lnTo>
                <a:close/>
                <a:moveTo>
                  <a:pt x="3824511" y="44029"/>
                </a:moveTo>
                <a:cubicBezTo>
                  <a:pt x="3824511" y="40053"/>
                  <a:pt x="3825055" y="36520"/>
                  <a:pt x="3826142" y="33429"/>
                </a:cubicBezTo>
                <a:cubicBezTo>
                  <a:pt x="3827229" y="30339"/>
                  <a:pt x="3828774" y="27730"/>
                  <a:pt x="3830778" y="25602"/>
                </a:cubicBezTo>
                <a:cubicBezTo>
                  <a:pt x="3832781" y="23474"/>
                  <a:pt x="3835188" y="21859"/>
                  <a:pt x="3837999" y="20757"/>
                </a:cubicBezTo>
                <a:cubicBezTo>
                  <a:pt x="3840810" y="19654"/>
                  <a:pt x="3843940" y="19103"/>
                  <a:pt x="3847388" y="19103"/>
                </a:cubicBezTo>
                <a:cubicBezTo>
                  <a:pt x="3848878" y="19103"/>
                  <a:pt x="3850346" y="19196"/>
                  <a:pt x="3851790" y="19382"/>
                </a:cubicBezTo>
                <a:cubicBezTo>
                  <a:pt x="3853235" y="19568"/>
                  <a:pt x="3854656" y="19864"/>
                  <a:pt x="3856054" y="20267"/>
                </a:cubicBezTo>
                <a:lnTo>
                  <a:pt x="3856054" y="559"/>
                </a:lnTo>
                <a:lnTo>
                  <a:pt x="3864207" y="559"/>
                </a:lnTo>
                <a:lnTo>
                  <a:pt x="3864207" y="66440"/>
                </a:lnTo>
                <a:lnTo>
                  <a:pt x="3856939" y="66440"/>
                </a:lnTo>
                <a:lnTo>
                  <a:pt x="3856659" y="57587"/>
                </a:lnTo>
                <a:cubicBezTo>
                  <a:pt x="3854392" y="60880"/>
                  <a:pt x="3851938" y="63318"/>
                  <a:pt x="3849298" y="64902"/>
                </a:cubicBezTo>
                <a:cubicBezTo>
                  <a:pt x="3846658" y="66486"/>
                  <a:pt x="3843800" y="67278"/>
                  <a:pt x="3840725" y="67278"/>
                </a:cubicBezTo>
                <a:cubicBezTo>
                  <a:pt x="3838054" y="67278"/>
                  <a:pt x="3835701" y="66719"/>
                  <a:pt x="3833666" y="65601"/>
                </a:cubicBezTo>
                <a:cubicBezTo>
                  <a:pt x="3831632" y="64483"/>
                  <a:pt x="3829939" y="62906"/>
                  <a:pt x="3828588" y="60872"/>
                </a:cubicBezTo>
                <a:cubicBezTo>
                  <a:pt x="3827237" y="58837"/>
                  <a:pt x="3826219" y="56391"/>
                  <a:pt x="3825536" y="53534"/>
                </a:cubicBezTo>
                <a:cubicBezTo>
                  <a:pt x="3824853" y="50676"/>
                  <a:pt x="3824511" y="47508"/>
                  <a:pt x="3824511" y="44029"/>
                </a:cubicBezTo>
                <a:moveTo>
                  <a:pt x="3832804" y="43517"/>
                </a:moveTo>
                <a:cubicBezTo>
                  <a:pt x="3832804" y="49170"/>
                  <a:pt x="3833635" y="53386"/>
                  <a:pt x="3835297" y="56166"/>
                </a:cubicBezTo>
                <a:cubicBezTo>
                  <a:pt x="3836959" y="58946"/>
                  <a:pt x="3839312" y="60336"/>
                  <a:pt x="3842356" y="60336"/>
                </a:cubicBezTo>
                <a:cubicBezTo>
                  <a:pt x="3844406" y="60336"/>
                  <a:pt x="3846572" y="59420"/>
                  <a:pt x="3848855" y="57587"/>
                </a:cubicBezTo>
                <a:cubicBezTo>
                  <a:pt x="3851138" y="55755"/>
                  <a:pt x="3853538" y="53037"/>
                  <a:pt x="3856054" y="49434"/>
                </a:cubicBezTo>
                <a:lnTo>
                  <a:pt x="3856054" y="27722"/>
                </a:lnTo>
                <a:cubicBezTo>
                  <a:pt x="3854718" y="27101"/>
                  <a:pt x="3853243" y="26627"/>
                  <a:pt x="3851627" y="26301"/>
                </a:cubicBezTo>
                <a:cubicBezTo>
                  <a:pt x="3850012" y="25975"/>
                  <a:pt x="3848413" y="25812"/>
                  <a:pt x="3846828" y="25812"/>
                </a:cubicBezTo>
                <a:cubicBezTo>
                  <a:pt x="3842418" y="25812"/>
                  <a:pt x="3838978" y="27241"/>
                  <a:pt x="3836508" y="30098"/>
                </a:cubicBezTo>
                <a:cubicBezTo>
                  <a:pt x="3834039" y="32956"/>
                  <a:pt x="3832804" y="37429"/>
                  <a:pt x="3832804" y="43517"/>
                </a:cubicBezTo>
                <a:close/>
                <a:moveTo>
                  <a:pt x="3918255" y="40581"/>
                </a:moveTo>
                <a:cubicBezTo>
                  <a:pt x="3918255" y="41731"/>
                  <a:pt x="3918240" y="42693"/>
                  <a:pt x="3918209" y="43470"/>
                </a:cubicBezTo>
                <a:cubicBezTo>
                  <a:pt x="3918178" y="44246"/>
                  <a:pt x="3918131" y="44976"/>
                  <a:pt x="3918069" y="45660"/>
                </a:cubicBezTo>
                <a:lnTo>
                  <a:pt x="3885222" y="45660"/>
                </a:lnTo>
                <a:cubicBezTo>
                  <a:pt x="3885222" y="50443"/>
                  <a:pt x="3886558" y="54116"/>
                  <a:pt x="3889229" y="56679"/>
                </a:cubicBezTo>
                <a:cubicBezTo>
                  <a:pt x="3891900" y="59241"/>
                  <a:pt x="3895752" y="60522"/>
                  <a:pt x="3900784" y="60522"/>
                </a:cubicBezTo>
                <a:cubicBezTo>
                  <a:pt x="3902150" y="60522"/>
                  <a:pt x="3903517" y="60467"/>
                  <a:pt x="3904884" y="60357"/>
                </a:cubicBezTo>
                <a:cubicBezTo>
                  <a:pt x="3906250" y="60245"/>
                  <a:pt x="3907570" y="60094"/>
                  <a:pt x="3908844" y="59904"/>
                </a:cubicBezTo>
                <a:cubicBezTo>
                  <a:pt x="3910117" y="59712"/>
                  <a:pt x="3911337" y="59498"/>
                  <a:pt x="3912501" y="59260"/>
                </a:cubicBezTo>
                <a:cubicBezTo>
                  <a:pt x="3913666" y="59021"/>
                  <a:pt x="3914746" y="58759"/>
                  <a:pt x="3915739" y="58472"/>
                </a:cubicBezTo>
                <a:lnTo>
                  <a:pt x="3915739" y="65135"/>
                </a:lnTo>
                <a:cubicBezTo>
                  <a:pt x="3913534" y="65770"/>
                  <a:pt x="3911041" y="66286"/>
                  <a:pt x="3908262" y="66683"/>
                </a:cubicBezTo>
                <a:cubicBezTo>
                  <a:pt x="3905482" y="67080"/>
                  <a:pt x="3902601" y="67278"/>
                  <a:pt x="3899619" y="67278"/>
                </a:cubicBezTo>
                <a:cubicBezTo>
                  <a:pt x="3895612" y="67278"/>
                  <a:pt x="3892164" y="66735"/>
                  <a:pt x="3889275" y="65648"/>
                </a:cubicBezTo>
                <a:cubicBezTo>
                  <a:pt x="3886387" y="64560"/>
                  <a:pt x="3884018" y="62984"/>
                  <a:pt x="3882170" y="60919"/>
                </a:cubicBezTo>
                <a:cubicBezTo>
                  <a:pt x="3880322" y="58853"/>
                  <a:pt x="3878955" y="56321"/>
                  <a:pt x="3878070" y="53324"/>
                </a:cubicBezTo>
                <a:cubicBezTo>
                  <a:pt x="3877185" y="50327"/>
                  <a:pt x="3876742" y="46933"/>
                  <a:pt x="3876742" y="43144"/>
                </a:cubicBezTo>
                <a:cubicBezTo>
                  <a:pt x="3876742" y="39851"/>
                  <a:pt x="3877216" y="36737"/>
                  <a:pt x="3878163" y="33802"/>
                </a:cubicBezTo>
                <a:cubicBezTo>
                  <a:pt x="3879111" y="30867"/>
                  <a:pt x="3880493" y="28289"/>
                  <a:pt x="3882310" y="26068"/>
                </a:cubicBezTo>
                <a:cubicBezTo>
                  <a:pt x="3884127" y="23847"/>
                  <a:pt x="3886356" y="22084"/>
                  <a:pt x="3888996" y="20780"/>
                </a:cubicBezTo>
                <a:cubicBezTo>
                  <a:pt x="3891636" y="19475"/>
                  <a:pt x="3894633" y="18823"/>
                  <a:pt x="3897988" y="18823"/>
                </a:cubicBezTo>
                <a:cubicBezTo>
                  <a:pt x="3901249" y="18823"/>
                  <a:pt x="3904138" y="19336"/>
                  <a:pt x="3906654" y="20361"/>
                </a:cubicBezTo>
                <a:cubicBezTo>
                  <a:pt x="3909170" y="21386"/>
                  <a:pt x="3911290" y="22838"/>
                  <a:pt x="3913014" y="24717"/>
                </a:cubicBezTo>
                <a:cubicBezTo>
                  <a:pt x="3914738" y="26596"/>
                  <a:pt x="3916042" y="28879"/>
                  <a:pt x="3916928" y="31566"/>
                </a:cubicBezTo>
                <a:cubicBezTo>
                  <a:pt x="3917813" y="34253"/>
                  <a:pt x="3918255" y="37258"/>
                  <a:pt x="3918255" y="40581"/>
                </a:cubicBezTo>
                <a:moveTo>
                  <a:pt x="3909822" y="39416"/>
                </a:moveTo>
                <a:cubicBezTo>
                  <a:pt x="3909916" y="37335"/>
                  <a:pt x="3909714" y="35433"/>
                  <a:pt x="3909217" y="33709"/>
                </a:cubicBezTo>
                <a:cubicBezTo>
                  <a:pt x="3908720" y="31985"/>
                  <a:pt x="3907951" y="30502"/>
                  <a:pt x="3906910" y="29260"/>
                </a:cubicBezTo>
                <a:cubicBezTo>
                  <a:pt x="3905870" y="28017"/>
                  <a:pt x="3904573" y="27046"/>
                  <a:pt x="3903020" y="26348"/>
                </a:cubicBezTo>
                <a:cubicBezTo>
                  <a:pt x="3901467" y="25649"/>
                  <a:pt x="3899665" y="25299"/>
                  <a:pt x="3897615" y="25299"/>
                </a:cubicBezTo>
                <a:cubicBezTo>
                  <a:pt x="3895845" y="25299"/>
                  <a:pt x="3894230" y="25641"/>
                  <a:pt x="3892770" y="26324"/>
                </a:cubicBezTo>
                <a:cubicBezTo>
                  <a:pt x="3891310" y="27008"/>
                  <a:pt x="3890052" y="27970"/>
                  <a:pt x="3888996" y="29213"/>
                </a:cubicBezTo>
                <a:cubicBezTo>
                  <a:pt x="3887940" y="30455"/>
                  <a:pt x="3887086" y="31946"/>
                  <a:pt x="3886433" y="33686"/>
                </a:cubicBezTo>
                <a:cubicBezTo>
                  <a:pt x="3885781" y="35425"/>
                  <a:pt x="3885377" y="37335"/>
                  <a:pt x="3885222" y="39416"/>
                </a:cubicBezTo>
                <a:lnTo>
                  <a:pt x="3909822" y="39416"/>
                </a:lnTo>
                <a:close/>
                <a:moveTo>
                  <a:pt x="3932514" y="19662"/>
                </a:moveTo>
                <a:lnTo>
                  <a:pt x="3939923" y="19662"/>
                </a:lnTo>
                <a:lnTo>
                  <a:pt x="3940155" y="28259"/>
                </a:lnTo>
                <a:cubicBezTo>
                  <a:pt x="3942920" y="24943"/>
                  <a:pt x="3945646" y="22542"/>
                  <a:pt x="3948332" y="21055"/>
                </a:cubicBezTo>
                <a:cubicBezTo>
                  <a:pt x="3951019" y="19567"/>
                  <a:pt x="3953729" y="18823"/>
                  <a:pt x="3956463" y="18823"/>
                </a:cubicBezTo>
                <a:cubicBezTo>
                  <a:pt x="3961308" y="18823"/>
                  <a:pt x="3964981" y="20388"/>
                  <a:pt x="3967481" y="23517"/>
                </a:cubicBezTo>
                <a:cubicBezTo>
                  <a:pt x="3969982" y="26647"/>
                  <a:pt x="3971139" y="31294"/>
                  <a:pt x="3970953" y="37460"/>
                </a:cubicBezTo>
                <a:lnTo>
                  <a:pt x="3962752" y="37460"/>
                </a:lnTo>
                <a:cubicBezTo>
                  <a:pt x="3962846" y="33376"/>
                  <a:pt x="3962248" y="30414"/>
                  <a:pt x="3960959" y="28574"/>
                </a:cubicBezTo>
                <a:cubicBezTo>
                  <a:pt x="3959670" y="26732"/>
                  <a:pt x="3957783" y="25812"/>
                  <a:pt x="3955298" y="25812"/>
                </a:cubicBezTo>
                <a:cubicBezTo>
                  <a:pt x="3954211" y="25812"/>
                  <a:pt x="3953116" y="26005"/>
                  <a:pt x="3952013" y="26393"/>
                </a:cubicBezTo>
                <a:cubicBezTo>
                  <a:pt x="3950910" y="26779"/>
                  <a:pt x="3949777" y="27397"/>
                  <a:pt x="3948612" y="28248"/>
                </a:cubicBezTo>
                <a:cubicBezTo>
                  <a:pt x="3947447" y="29098"/>
                  <a:pt x="3946212" y="30188"/>
                  <a:pt x="3944908" y="31519"/>
                </a:cubicBezTo>
                <a:cubicBezTo>
                  <a:pt x="3943603" y="32849"/>
                  <a:pt x="3942206" y="34457"/>
                  <a:pt x="3940715" y="36344"/>
                </a:cubicBezTo>
                <a:lnTo>
                  <a:pt x="3940715" y="66440"/>
                </a:lnTo>
                <a:lnTo>
                  <a:pt x="3932514" y="66440"/>
                </a:lnTo>
                <a:lnTo>
                  <a:pt x="3932514" y="19662"/>
                </a:lnTo>
                <a:close/>
                <a:moveTo>
                  <a:pt x="4019503" y="53674"/>
                </a:moveTo>
                <a:cubicBezTo>
                  <a:pt x="4019503" y="55320"/>
                  <a:pt x="4019223" y="56795"/>
                  <a:pt x="4018664" y="58100"/>
                </a:cubicBezTo>
                <a:cubicBezTo>
                  <a:pt x="4018105" y="59404"/>
                  <a:pt x="4017344" y="60561"/>
                  <a:pt x="4016381" y="61571"/>
                </a:cubicBezTo>
                <a:cubicBezTo>
                  <a:pt x="4015418" y="62580"/>
                  <a:pt x="4014300" y="63442"/>
                  <a:pt x="4013027" y="64157"/>
                </a:cubicBezTo>
                <a:cubicBezTo>
                  <a:pt x="4011753" y="64871"/>
                  <a:pt x="4010394" y="65461"/>
                  <a:pt x="4008950" y="65927"/>
                </a:cubicBezTo>
                <a:cubicBezTo>
                  <a:pt x="4007506" y="66393"/>
                  <a:pt x="4006023" y="66735"/>
                  <a:pt x="4004501" y="66952"/>
                </a:cubicBezTo>
                <a:cubicBezTo>
                  <a:pt x="4002979" y="67170"/>
                  <a:pt x="4001488" y="67278"/>
                  <a:pt x="4000028" y="67278"/>
                </a:cubicBezTo>
                <a:cubicBezTo>
                  <a:pt x="3996859" y="67278"/>
                  <a:pt x="3993948" y="67139"/>
                  <a:pt x="3991292" y="66859"/>
                </a:cubicBezTo>
                <a:cubicBezTo>
                  <a:pt x="3988636" y="66579"/>
                  <a:pt x="3986035" y="66129"/>
                  <a:pt x="3983488" y="65508"/>
                </a:cubicBezTo>
                <a:lnTo>
                  <a:pt x="3983488" y="58053"/>
                </a:lnTo>
                <a:cubicBezTo>
                  <a:pt x="3986221" y="58830"/>
                  <a:pt x="3988939" y="59420"/>
                  <a:pt x="3991641" y="59824"/>
                </a:cubicBezTo>
                <a:cubicBezTo>
                  <a:pt x="3994344" y="60227"/>
                  <a:pt x="3997030" y="60429"/>
                  <a:pt x="3999702" y="60429"/>
                </a:cubicBezTo>
                <a:cubicBezTo>
                  <a:pt x="4003584" y="60429"/>
                  <a:pt x="4006457" y="59901"/>
                  <a:pt x="4008321" y="58845"/>
                </a:cubicBezTo>
                <a:cubicBezTo>
                  <a:pt x="4010185" y="57789"/>
                  <a:pt x="4011117" y="56283"/>
                  <a:pt x="4011117" y="54326"/>
                </a:cubicBezTo>
                <a:cubicBezTo>
                  <a:pt x="4011117" y="53487"/>
                  <a:pt x="4010969" y="52734"/>
                  <a:pt x="4010674" y="52066"/>
                </a:cubicBezTo>
                <a:cubicBezTo>
                  <a:pt x="4010379" y="51398"/>
                  <a:pt x="4009843" y="50762"/>
                  <a:pt x="4009067" y="50156"/>
                </a:cubicBezTo>
                <a:cubicBezTo>
                  <a:pt x="4008290" y="49550"/>
                  <a:pt x="4007086" y="48921"/>
                  <a:pt x="4005456" y="48269"/>
                </a:cubicBezTo>
                <a:cubicBezTo>
                  <a:pt x="4003825" y="47617"/>
                  <a:pt x="4001596" y="46871"/>
                  <a:pt x="3998770" y="46033"/>
                </a:cubicBezTo>
                <a:cubicBezTo>
                  <a:pt x="3996658" y="45411"/>
                  <a:pt x="3994709" y="44705"/>
                  <a:pt x="3992923" y="43913"/>
                </a:cubicBezTo>
                <a:cubicBezTo>
                  <a:pt x="3991136" y="43121"/>
                  <a:pt x="3989591" y="42181"/>
                  <a:pt x="3988287" y="41094"/>
                </a:cubicBezTo>
                <a:cubicBezTo>
                  <a:pt x="3986982" y="40007"/>
                  <a:pt x="3985957" y="38733"/>
                  <a:pt x="3985212" y="37273"/>
                </a:cubicBezTo>
                <a:cubicBezTo>
                  <a:pt x="3984466" y="35813"/>
                  <a:pt x="3984093" y="34090"/>
                  <a:pt x="3984093" y="32102"/>
                </a:cubicBezTo>
                <a:cubicBezTo>
                  <a:pt x="3984093" y="30797"/>
                  <a:pt x="3984396" y="29368"/>
                  <a:pt x="3985002" y="27815"/>
                </a:cubicBezTo>
                <a:cubicBezTo>
                  <a:pt x="3985608" y="26262"/>
                  <a:pt x="3986640" y="24818"/>
                  <a:pt x="3988100" y="23482"/>
                </a:cubicBezTo>
                <a:cubicBezTo>
                  <a:pt x="3989560" y="22147"/>
                  <a:pt x="3991533" y="21036"/>
                  <a:pt x="3994017" y="20151"/>
                </a:cubicBezTo>
                <a:cubicBezTo>
                  <a:pt x="3996502" y="19266"/>
                  <a:pt x="3999608" y="18823"/>
                  <a:pt x="4003336" y="18823"/>
                </a:cubicBezTo>
                <a:cubicBezTo>
                  <a:pt x="4005168" y="18823"/>
                  <a:pt x="4007203" y="18924"/>
                  <a:pt x="4009439" y="19126"/>
                </a:cubicBezTo>
                <a:cubicBezTo>
                  <a:pt x="4011676" y="19328"/>
                  <a:pt x="4014005" y="19677"/>
                  <a:pt x="4016428" y="20174"/>
                </a:cubicBezTo>
                <a:lnTo>
                  <a:pt x="4016428" y="27396"/>
                </a:lnTo>
                <a:cubicBezTo>
                  <a:pt x="4013881" y="26775"/>
                  <a:pt x="4011466" y="26316"/>
                  <a:pt x="4009183" y="26021"/>
                </a:cubicBezTo>
                <a:cubicBezTo>
                  <a:pt x="4006900" y="25726"/>
                  <a:pt x="4004920" y="25579"/>
                  <a:pt x="4003243" y="25579"/>
                </a:cubicBezTo>
                <a:cubicBezTo>
                  <a:pt x="4001224" y="25579"/>
                  <a:pt x="3999523" y="25734"/>
                  <a:pt x="3998141" y="26045"/>
                </a:cubicBezTo>
                <a:cubicBezTo>
                  <a:pt x="3996759" y="26355"/>
                  <a:pt x="3995640" y="26782"/>
                  <a:pt x="3994786" y="27326"/>
                </a:cubicBezTo>
                <a:cubicBezTo>
                  <a:pt x="3993932" y="27870"/>
                  <a:pt x="3993319" y="28506"/>
                  <a:pt x="3992946" y="29236"/>
                </a:cubicBezTo>
                <a:cubicBezTo>
                  <a:pt x="3992573" y="29966"/>
                  <a:pt x="3992387" y="30750"/>
                  <a:pt x="3992387" y="31589"/>
                </a:cubicBezTo>
                <a:cubicBezTo>
                  <a:pt x="3992387" y="32428"/>
                  <a:pt x="3992550" y="33189"/>
                  <a:pt x="3992876" y="33872"/>
                </a:cubicBezTo>
                <a:cubicBezTo>
                  <a:pt x="3993202" y="34555"/>
                  <a:pt x="3993808" y="35215"/>
                  <a:pt x="3994693" y="35852"/>
                </a:cubicBezTo>
                <a:cubicBezTo>
                  <a:pt x="3995578" y="36489"/>
                  <a:pt x="3996813" y="37126"/>
                  <a:pt x="3998397" y="37762"/>
                </a:cubicBezTo>
                <a:cubicBezTo>
                  <a:pt x="3999981" y="38399"/>
                  <a:pt x="4002047" y="39090"/>
                  <a:pt x="4004594" y="39836"/>
                </a:cubicBezTo>
                <a:cubicBezTo>
                  <a:pt x="4007358" y="40643"/>
                  <a:pt x="4009688" y="41490"/>
                  <a:pt x="4011582" y="42375"/>
                </a:cubicBezTo>
                <a:cubicBezTo>
                  <a:pt x="4013477" y="43260"/>
                  <a:pt x="4015015" y="44246"/>
                  <a:pt x="4016195" y="45334"/>
                </a:cubicBezTo>
                <a:cubicBezTo>
                  <a:pt x="4017375" y="46421"/>
                  <a:pt x="4018222" y="47648"/>
                  <a:pt x="4018734" y="49014"/>
                </a:cubicBezTo>
                <a:cubicBezTo>
                  <a:pt x="4019247" y="50381"/>
                  <a:pt x="4019503" y="51934"/>
                  <a:pt x="4019503" y="53674"/>
                </a:cubicBezTo>
                <a:close/>
                <a:moveTo>
                  <a:pt x="4072014" y="65741"/>
                </a:moveTo>
                <a:cubicBezTo>
                  <a:pt x="4070181" y="66223"/>
                  <a:pt x="4068286" y="66569"/>
                  <a:pt x="4066330" y="66777"/>
                </a:cubicBezTo>
                <a:cubicBezTo>
                  <a:pt x="4064373" y="66987"/>
                  <a:pt x="4062385" y="67092"/>
                  <a:pt x="4060366" y="67092"/>
                </a:cubicBezTo>
                <a:cubicBezTo>
                  <a:pt x="4054495" y="67092"/>
                  <a:pt x="4050116" y="65764"/>
                  <a:pt x="4047227" y="63108"/>
                </a:cubicBezTo>
                <a:cubicBezTo>
                  <a:pt x="4044338" y="60453"/>
                  <a:pt x="4042894" y="56376"/>
                  <a:pt x="4042894" y="50878"/>
                </a:cubicBezTo>
                <a:lnTo>
                  <a:pt x="4042894" y="26464"/>
                </a:lnTo>
                <a:lnTo>
                  <a:pt x="4029802" y="26464"/>
                </a:lnTo>
                <a:lnTo>
                  <a:pt x="4029802" y="19662"/>
                </a:lnTo>
                <a:lnTo>
                  <a:pt x="4042894" y="19662"/>
                </a:lnTo>
                <a:lnTo>
                  <a:pt x="4042894" y="6762"/>
                </a:lnTo>
                <a:lnTo>
                  <a:pt x="4051001" y="4659"/>
                </a:lnTo>
                <a:lnTo>
                  <a:pt x="4051001" y="19662"/>
                </a:lnTo>
                <a:lnTo>
                  <a:pt x="4072014" y="19662"/>
                </a:lnTo>
                <a:lnTo>
                  <a:pt x="4072014" y="26464"/>
                </a:lnTo>
                <a:lnTo>
                  <a:pt x="4051001" y="26464"/>
                </a:lnTo>
                <a:lnTo>
                  <a:pt x="4051001" y="50226"/>
                </a:lnTo>
                <a:cubicBezTo>
                  <a:pt x="4051001" y="53580"/>
                  <a:pt x="4051894" y="56089"/>
                  <a:pt x="4053680" y="57750"/>
                </a:cubicBezTo>
                <a:cubicBezTo>
                  <a:pt x="4055466" y="59412"/>
                  <a:pt x="4058098" y="60243"/>
                  <a:pt x="4061577" y="60243"/>
                </a:cubicBezTo>
                <a:cubicBezTo>
                  <a:pt x="4063068" y="60243"/>
                  <a:pt x="4064699" y="60123"/>
                  <a:pt x="4066469" y="59883"/>
                </a:cubicBezTo>
                <a:cubicBezTo>
                  <a:pt x="4068240" y="59643"/>
                  <a:pt x="4070088" y="59265"/>
                  <a:pt x="4072014" y="58752"/>
                </a:cubicBezTo>
                <a:lnTo>
                  <a:pt x="4072014" y="65741"/>
                </a:lnTo>
                <a:close/>
                <a:moveTo>
                  <a:pt x="4116231" y="66440"/>
                </a:moveTo>
                <a:lnTo>
                  <a:pt x="4116045" y="60137"/>
                </a:lnTo>
                <a:cubicBezTo>
                  <a:pt x="4113498" y="62657"/>
                  <a:pt x="4110912" y="64478"/>
                  <a:pt x="4108287" y="65598"/>
                </a:cubicBezTo>
                <a:cubicBezTo>
                  <a:pt x="4105663" y="66718"/>
                  <a:pt x="4102906" y="67278"/>
                  <a:pt x="4100017" y="67278"/>
                </a:cubicBezTo>
                <a:cubicBezTo>
                  <a:pt x="4097346" y="67278"/>
                  <a:pt x="4095063" y="66936"/>
                  <a:pt x="4093168" y="66252"/>
                </a:cubicBezTo>
                <a:cubicBezTo>
                  <a:pt x="4091274" y="65567"/>
                  <a:pt x="4089713" y="64626"/>
                  <a:pt x="4088486" y="63429"/>
                </a:cubicBezTo>
                <a:cubicBezTo>
                  <a:pt x="4087259" y="62231"/>
                  <a:pt x="4086358" y="60823"/>
                  <a:pt x="4085784" y="59205"/>
                </a:cubicBezTo>
                <a:cubicBezTo>
                  <a:pt x="4085209" y="57587"/>
                  <a:pt x="4084922" y="55829"/>
                  <a:pt x="4084922" y="53931"/>
                </a:cubicBezTo>
                <a:cubicBezTo>
                  <a:pt x="4084922" y="49233"/>
                  <a:pt x="4086669" y="45554"/>
                  <a:pt x="4090163" y="42895"/>
                </a:cubicBezTo>
                <a:cubicBezTo>
                  <a:pt x="4093658" y="40234"/>
                  <a:pt x="4098822" y="38904"/>
                  <a:pt x="4105655" y="38904"/>
                </a:cubicBezTo>
                <a:lnTo>
                  <a:pt x="4115346" y="38904"/>
                </a:lnTo>
                <a:lnTo>
                  <a:pt x="4115346" y="34818"/>
                </a:lnTo>
                <a:cubicBezTo>
                  <a:pt x="4115346" y="32064"/>
                  <a:pt x="4114461" y="29858"/>
                  <a:pt x="4112690" y="28202"/>
                </a:cubicBezTo>
                <a:cubicBezTo>
                  <a:pt x="4110920" y="26547"/>
                  <a:pt x="4108217" y="25719"/>
                  <a:pt x="4104583" y="25719"/>
                </a:cubicBezTo>
                <a:cubicBezTo>
                  <a:pt x="4101943" y="25719"/>
                  <a:pt x="4099342" y="26018"/>
                  <a:pt x="4096779" y="26617"/>
                </a:cubicBezTo>
                <a:cubicBezTo>
                  <a:pt x="4094217" y="27215"/>
                  <a:pt x="4091569" y="28065"/>
                  <a:pt x="4088835" y="29166"/>
                </a:cubicBezTo>
                <a:lnTo>
                  <a:pt x="4088835" y="21851"/>
                </a:lnTo>
                <a:cubicBezTo>
                  <a:pt x="4089860" y="21473"/>
                  <a:pt x="4091002" y="21102"/>
                  <a:pt x="4092260" y="20739"/>
                </a:cubicBezTo>
                <a:cubicBezTo>
                  <a:pt x="4093518" y="20376"/>
                  <a:pt x="4094846" y="20053"/>
                  <a:pt x="4096243" y="19769"/>
                </a:cubicBezTo>
                <a:cubicBezTo>
                  <a:pt x="4097641" y="19485"/>
                  <a:pt x="4099101" y="19256"/>
                  <a:pt x="4100623" y="19084"/>
                </a:cubicBezTo>
                <a:cubicBezTo>
                  <a:pt x="4102145" y="18910"/>
                  <a:pt x="4103683" y="18823"/>
                  <a:pt x="4105236" y="18823"/>
                </a:cubicBezTo>
                <a:cubicBezTo>
                  <a:pt x="4108062" y="18823"/>
                  <a:pt x="4110609" y="19134"/>
                  <a:pt x="4112877" y="19755"/>
                </a:cubicBezTo>
                <a:cubicBezTo>
                  <a:pt x="4115144" y="20376"/>
                  <a:pt x="4117062" y="21323"/>
                  <a:pt x="4118631" y="22597"/>
                </a:cubicBezTo>
                <a:cubicBezTo>
                  <a:pt x="4120199" y="23870"/>
                  <a:pt x="4121403" y="25470"/>
                  <a:pt x="4122242" y="27396"/>
                </a:cubicBezTo>
                <a:cubicBezTo>
                  <a:pt x="4123080" y="29322"/>
                  <a:pt x="4123500" y="31589"/>
                  <a:pt x="4123500" y="34198"/>
                </a:cubicBezTo>
                <a:lnTo>
                  <a:pt x="4123500" y="66440"/>
                </a:lnTo>
                <a:lnTo>
                  <a:pt x="4116231" y="66440"/>
                </a:lnTo>
                <a:moveTo>
                  <a:pt x="4115346" y="45101"/>
                </a:moveTo>
                <a:lnTo>
                  <a:pt x="4105049" y="45101"/>
                </a:lnTo>
                <a:cubicBezTo>
                  <a:pt x="4103030" y="45101"/>
                  <a:pt x="4101291" y="45304"/>
                  <a:pt x="4099831" y="45709"/>
                </a:cubicBezTo>
                <a:cubicBezTo>
                  <a:pt x="4098371" y="46114"/>
                  <a:pt x="4097175" y="46690"/>
                  <a:pt x="4096243" y="47438"/>
                </a:cubicBezTo>
                <a:cubicBezTo>
                  <a:pt x="4095312" y="48185"/>
                  <a:pt x="4094621" y="49081"/>
                  <a:pt x="4094170" y="50125"/>
                </a:cubicBezTo>
                <a:cubicBezTo>
                  <a:pt x="4093720" y="51169"/>
                  <a:pt x="4093495" y="52345"/>
                  <a:pt x="4093495" y="53653"/>
                </a:cubicBezTo>
                <a:cubicBezTo>
                  <a:pt x="4093495" y="54557"/>
                  <a:pt x="4093634" y="55422"/>
                  <a:pt x="4093914" y="56248"/>
                </a:cubicBezTo>
                <a:cubicBezTo>
                  <a:pt x="4094193" y="57073"/>
                  <a:pt x="4094644" y="57805"/>
                  <a:pt x="4095265" y="58443"/>
                </a:cubicBezTo>
                <a:cubicBezTo>
                  <a:pt x="4095886" y="59082"/>
                  <a:pt x="4096694" y="59588"/>
                  <a:pt x="4097688" y="59962"/>
                </a:cubicBezTo>
                <a:cubicBezTo>
                  <a:pt x="4098682" y="60336"/>
                  <a:pt x="4099893" y="60522"/>
                  <a:pt x="4101322" y="60522"/>
                </a:cubicBezTo>
                <a:cubicBezTo>
                  <a:pt x="4103186" y="60522"/>
                  <a:pt x="4105321" y="59954"/>
                  <a:pt x="4107728" y="58818"/>
                </a:cubicBezTo>
                <a:cubicBezTo>
                  <a:pt x="4110136" y="57680"/>
                  <a:pt x="4112675" y="55880"/>
                  <a:pt x="4115346" y="53419"/>
                </a:cubicBezTo>
                <a:lnTo>
                  <a:pt x="4115346" y="45101"/>
                </a:lnTo>
                <a:close/>
                <a:moveTo>
                  <a:pt x="4138038" y="19662"/>
                </a:moveTo>
                <a:lnTo>
                  <a:pt x="4145260" y="19662"/>
                </a:lnTo>
                <a:lnTo>
                  <a:pt x="4145586" y="27210"/>
                </a:lnTo>
                <a:cubicBezTo>
                  <a:pt x="4146953" y="25594"/>
                  <a:pt x="4148273" y="24251"/>
                  <a:pt x="4149546" y="23179"/>
                </a:cubicBezTo>
                <a:cubicBezTo>
                  <a:pt x="4150820" y="22108"/>
                  <a:pt x="4152070" y="21246"/>
                  <a:pt x="4153297" y="20593"/>
                </a:cubicBezTo>
                <a:cubicBezTo>
                  <a:pt x="4154524" y="19941"/>
                  <a:pt x="4155774" y="19483"/>
                  <a:pt x="4157048" y="19219"/>
                </a:cubicBezTo>
                <a:cubicBezTo>
                  <a:pt x="4158321" y="18955"/>
                  <a:pt x="4159641" y="18823"/>
                  <a:pt x="4161008" y="18823"/>
                </a:cubicBezTo>
                <a:cubicBezTo>
                  <a:pt x="4165822" y="18823"/>
                  <a:pt x="4169464" y="20244"/>
                  <a:pt x="4171934" y="23086"/>
                </a:cubicBezTo>
                <a:cubicBezTo>
                  <a:pt x="4174403" y="25928"/>
                  <a:pt x="4175638" y="30207"/>
                  <a:pt x="4175638" y="35922"/>
                </a:cubicBezTo>
                <a:lnTo>
                  <a:pt x="4175638" y="66440"/>
                </a:lnTo>
                <a:lnTo>
                  <a:pt x="4167531" y="66440"/>
                </a:lnTo>
                <a:lnTo>
                  <a:pt x="4167531" y="36574"/>
                </a:lnTo>
                <a:cubicBezTo>
                  <a:pt x="4167531" y="32909"/>
                  <a:pt x="4166847" y="30199"/>
                  <a:pt x="4165481" y="28444"/>
                </a:cubicBezTo>
                <a:cubicBezTo>
                  <a:pt x="4164114" y="26689"/>
                  <a:pt x="4162079" y="25812"/>
                  <a:pt x="4159377" y="25812"/>
                </a:cubicBezTo>
                <a:cubicBezTo>
                  <a:pt x="4158383" y="25812"/>
                  <a:pt x="4157412" y="25959"/>
                  <a:pt x="4156465" y="26254"/>
                </a:cubicBezTo>
                <a:cubicBezTo>
                  <a:pt x="4155518" y="26549"/>
                  <a:pt x="4154532" y="27062"/>
                  <a:pt x="4153507" y="27792"/>
                </a:cubicBezTo>
                <a:cubicBezTo>
                  <a:pt x="4152482" y="28522"/>
                  <a:pt x="4151371" y="29508"/>
                  <a:pt x="4150175" y="30750"/>
                </a:cubicBezTo>
                <a:cubicBezTo>
                  <a:pt x="4148979" y="31993"/>
                  <a:pt x="4147636" y="33546"/>
                  <a:pt x="4146145" y="35410"/>
                </a:cubicBezTo>
                <a:lnTo>
                  <a:pt x="4146145" y="66440"/>
                </a:lnTo>
                <a:lnTo>
                  <a:pt x="4138038" y="66440"/>
                </a:lnTo>
                <a:lnTo>
                  <a:pt x="4138038" y="19662"/>
                </a:lnTo>
                <a:close/>
                <a:moveTo>
                  <a:pt x="4187520" y="44029"/>
                </a:moveTo>
                <a:cubicBezTo>
                  <a:pt x="4187520" y="40053"/>
                  <a:pt x="4188064" y="36520"/>
                  <a:pt x="4189151" y="33429"/>
                </a:cubicBezTo>
                <a:cubicBezTo>
                  <a:pt x="4190238" y="30339"/>
                  <a:pt x="4191784" y="27730"/>
                  <a:pt x="4193787" y="25602"/>
                </a:cubicBezTo>
                <a:cubicBezTo>
                  <a:pt x="4195790" y="23474"/>
                  <a:pt x="4198198" y="21859"/>
                  <a:pt x="4201009" y="20757"/>
                </a:cubicBezTo>
                <a:cubicBezTo>
                  <a:pt x="4203820" y="19654"/>
                  <a:pt x="4206949" y="19103"/>
                  <a:pt x="4210397" y="19103"/>
                </a:cubicBezTo>
                <a:cubicBezTo>
                  <a:pt x="4211888" y="19103"/>
                  <a:pt x="4213355" y="19196"/>
                  <a:pt x="4214800" y="19382"/>
                </a:cubicBezTo>
                <a:cubicBezTo>
                  <a:pt x="4216244" y="19568"/>
                  <a:pt x="4217665" y="19864"/>
                  <a:pt x="4219063" y="20267"/>
                </a:cubicBezTo>
                <a:lnTo>
                  <a:pt x="4219063" y="559"/>
                </a:lnTo>
                <a:lnTo>
                  <a:pt x="4227216" y="559"/>
                </a:lnTo>
                <a:lnTo>
                  <a:pt x="4227216" y="66440"/>
                </a:lnTo>
                <a:lnTo>
                  <a:pt x="4219948" y="66440"/>
                </a:lnTo>
                <a:lnTo>
                  <a:pt x="4219669" y="57587"/>
                </a:lnTo>
                <a:cubicBezTo>
                  <a:pt x="4217401" y="60880"/>
                  <a:pt x="4214947" y="63318"/>
                  <a:pt x="4212307" y="64902"/>
                </a:cubicBezTo>
                <a:cubicBezTo>
                  <a:pt x="4209667" y="66486"/>
                  <a:pt x="4206809" y="67278"/>
                  <a:pt x="4203734" y="67278"/>
                </a:cubicBezTo>
                <a:cubicBezTo>
                  <a:pt x="4201063" y="67278"/>
                  <a:pt x="4198710" y="66719"/>
                  <a:pt x="4196676" y="65601"/>
                </a:cubicBezTo>
                <a:cubicBezTo>
                  <a:pt x="4194641" y="64483"/>
                  <a:pt x="4192948" y="62906"/>
                  <a:pt x="4191597" y="60872"/>
                </a:cubicBezTo>
                <a:cubicBezTo>
                  <a:pt x="4190246" y="58837"/>
                  <a:pt x="4189229" y="56391"/>
                  <a:pt x="4188545" y="53534"/>
                </a:cubicBezTo>
                <a:cubicBezTo>
                  <a:pt x="4187862" y="50676"/>
                  <a:pt x="4187520" y="47508"/>
                  <a:pt x="4187520" y="44029"/>
                </a:cubicBezTo>
                <a:moveTo>
                  <a:pt x="4195814" y="43517"/>
                </a:moveTo>
                <a:cubicBezTo>
                  <a:pt x="4195814" y="49170"/>
                  <a:pt x="4196645" y="53386"/>
                  <a:pt x="4198306" y="56166"/>
                </a:cubicBezTo>
                <a:cubicBezTo>
                  <a:pt x="4199968" y="58946"/>
                  <a:pt x="4202321" y="60336"/>
                  <a:pt x="4205365" y="60336"/>
                </a:cubicBezTo>
                <a:cubicBezTo>
                  <a:pt x="4207415" y="60336"/>
                  <a:pt x="4209582" y="59420"/>
                  <a:pt x="4211865" y="57587"/>
                </a:cubicBezTo>
                <a:cubicBezTo>
                  <a:pt x="4214148" y="55755"/>
                  <a:pt x="4216547" y="53037"/>
                  <a:pt x="4219063" y="49434"/>
                </a:cubicBezTo>
                <a:lnTo>
                  <a:pt x="4219063" y="27722"/>
                </a:lnTo>
                <a:cubicBezTo>
                  <a:pt x="4217727" y="27101"/>
                  <a:pt x="4216252" y="26627"/>
                  <a:pt x="4214637" y="26301"/>
                </a:cubicBezTo>
                <a:cubicBezTo>
                  <a:pt x="4213022" y="25975"/>
                  <a:pt x="4211422" y="25812"/>
                  <a:pt x="4209838" y="25812"/>
                </a:cubicBezTo>
                <a:cubicBezTo>
                  <a:pt x="4205427" y="25812"/>
                  <a:pt x="4201987" y="27241"/>
                  <a:pt x="4199518" y="30098"/>
                </a:cubicBezTo>
                <a:cubicBezTo>
                  <a:pt x="4197048" y="32956"/>
                  <a:pt x="4195814" y="37429"/>
                  <a:pt x="4195814" y="43517"/>
                </a:cubicBezTo>
                <a:close/>
                <a:moveTo>
                  <a:pt x="4335362" y="66440"/>
                </a:moveTo>
                <a:lnTo>
                  <a:pt x="4327255" y="66440"/>
                </a:lnTo>
                <a:lnTo>
                  <a:pt x="4327255" y="36574"/>
                </a:lnTo>
                <a:cubicBezTo>
                  <a:pt x="4327255" y="32971"/>
                  <a:pt x="4326579" y="30277"/>
                  <a:pt x="4325228" y="28491"/>
                </a:cubicBezTo>
                <a:cubicBezTo>
                  <a:pt x="4323877" y="26705"/>
                  <a:pt x="4321943" y="25812"/>
                  <a:pt x="4319427" y="25812"/>
                </a:cubicBezTo>
                <a:cubicBezTo>
                  <a:pt x="4318340" y="25812"/>
                  <a:pt x="4317323" y="25959"/>
                  <a:pt x="4316375" y="26254"/>
                </a:cubicBezTo>
                <a:cubicBezTo>
                  <a:pt x="4315428" y="26549"/>
                  <a:pt x="4314442" y="27062"/>
                  <a:pt x="4313417" y="27792"/>
                </a:cubicBezTo>
                <a:cubicBezTo>
                  <a:pt x="4312392" y="28522"/>
                  <a:pt x="4311274" y="29508"/>
                  <a:pt x="4310062" y="30750"/>
                </a:cubicBezTo>
                <a:cubicBezTo>
                  <a:pt x="4308851" y="31993"/>
                  <a:pt x="4307453" y="33546"/>
                  <a:pt x="4305869" y="35410"/>
                </a:cubicBezTo>
                <a:lnTo>
                  <a:pt x="4305869" y="66440"/>
                </a:lnTo>
                <a:lnTo>
                  <a:pt x="4297762" y="66440"/>
                </a:lnTo>
                <a:lnTo>
                  <a:pt x="4297762" y="559"/>
                </a:lnTo>
                <a:lnTo>
                  <a:pt x="4305869" y="559"/>
                </a:lnTo>
                <a:lnTo>
                  <a:pt x="4305869" y="19649"/>
                </a:lnTo>
                <a:lnTo>
                  <a:pt x="4305589" y="27023"/>
                </a:lnTo>
                <a:cubicBezTo>
                  <a:pt x="4306863" y="25501"/>
                  <a:pt x="4308113" y="24220"/>
                  <a:pt x="4309340" y="23179"/>
                </a:cubicBezTo>
                <a:cubicBezTo>
                  <a:pt x="4310567" y="22139"/>
                  <a:pt x="4311794" y="21292"/>
                  <a:pt x="4313021" y="20640"/>
                </a:cubicBezTo>
                <a:cubicBezTo>
                  <a:pt x="4314248" y="19988"/>
                  <a:pt x="4315498" y="19522"/>
                  <a:pt x="4316771" y="19242"/>
                </a:cubicBezTo>
                <a:cubicBezTo>
                  <a:pt x="4318045" y="18963"/>
                  <a:pt x="4319365" y="18823"/>
                  <a:pt x="4320732" y="18823"/>
                </a:cubicBezTo>
                <a:cubicBezTo>
                  <a:pt x="4325391" y="18823"/>
                  <a:pt x="4328994" y="20244"/>
                  <a:pt x="4331541" y="23086"/>
                </a:cubicBezTo>
                <a:cubicBezTo>
                  <a:pt x="4334088" y="25928"/>
                  <a:pt x="4335362" y="30207"/>
                  <a:pt x="4335362" y="35922"/>
                </a:cubicBezTo>
                <a:lnTo>
                  <a:pt x="4335362" y="66440"/>
                </a:lnTo>
                <a:close/>
                <a:moveTo>
                  <a:pt x="4390296" y="42678"/>
                </a:moveTo>
                <a:cubicBezTo>
                  <a:pt x="4390296" y="46312"/>
                  <a:pt x="4389784" y="49643"/>
                  <a:pt x="4388759" y="52672"/>
                </a:cubicBezTo>
                <a:cubicBezTo>
                  <a:pt x="4387734" y="55700"/>
                  <a:pt x="4386259" y="58294"/>
                  <a:pt x="4384333" y="60453"/>
                </a:cubicBezTo>
                <a:cubicBezTo>
                  <a:pt x="4382407" y="62611"/>
                  <a:pt x="4380062" y="64289"/>
                  <a:pt x="4377297" y="65485"/>
                </a:cubicBezTo>
                <a:cubicBezTo>
                  <a:pt x="4374533" y="66680"/>
                  <a:pt x="4371396" y="67278"/>
                  <a:pt x="4367886" y="67278"/>
                </a:cubicBezTo>
                <a:cubicBezTo>
                  <a:pt x="4364531" y="67278"/>
                  <a:pt x="4361526" y="66758"/>
                  <a:pt x="4358870" y="65717"/>
                </a:cubicBezTo>
                <a:cubicBezTo>
                  <a:pt x="4356215" y="64677"/>
                  <a:pt x="4353963" y="63147"/>
                  <a:pt x="4352115" y="61128"/>
                </a:cubicBezTo>
                <a:cubicBezTo>
                  <a:pt x="4350267" y="59109"/>
                  <a:pt x="4348853" y="56609"/>
                  <a:pt x="4347875" y="53627"/>
                </a:cubicBezTo>
                <a:cubicBezTo>
                  <a:pt x="4346896" y="50645"/>
                  <a:pt x="4346407" y="47213"/>
                  <a:pt x="4346407" y="43330"/>
                </a:cubicBezTo>
                <a:cubicBezTo>
                  <a:pt x="4346407" y="39696"/>
                  <a:pt x="4346920" y="36380"/>
                  <a:pt x="4347945" y="33383"/>
                </a:cubicBezTo>
                <a:cubicBezTo>
                  <a:pt x="4348970" y="30385"/>
                  <a:pt x="4350445" y="27807"/>
                  <a:pt x="4352371" y="25649"/>
                </a:cubicBezTo>
                <a:cubicBezTo>
                  <a:pt x="4354297" y="23490"/>
                  <a:pt x="4356642" y="21813"/>
                  <a:pt x="4359406" y="20617"/>
                </a:cubicBezTo>
                <a:cubicBezTo>
                  <a:pt x="4362171" y="19421"/>
                  <a:pt x="4365308" y="18823"/>
                  <a:pt x="4368818" y="18823"/>
                </a:cubicBezTo>
                <a:cubicBezTo>
                  <a:pt x="4372172" y="18823"/>
                  <a:pt x="4375178" y="19343"/>
                  <a:pt x="4377833" y="20384"/>
                </a:cubicBezTo>
                <a:cubicBezTo>
                  <a:pt x="4380489" y="21424"/>
                  <a:pt x="4382741" y="22946"/>
                  <a:pt x="4384589" y="24950"/>
                </a:cubicBezTo>
                <a:cubicBezTo>
                  <a:pt x="4386437" y="26953"/>
                  <a:pt x="4387850" y="29446"/>
                  <a:pt x="4388829" y="32428"/>
                </a:cubicBezTo>
                <a:cubicBezTo>
                  <a:pt x="4389807" y="35410"/>
                  <a:pt x="4390296" y="38826"/>
                  <a:pt x="4390296" y="42678"/>
                </a:cubicBezTo>
                <a:moveTo>
                  <a:pt x="4382003" y="43051"/>
                </a:moveTo>
                <a:cubicBezTo>
                  <a:pt x="4382003" y="40162"/>
                  <a:pt x="4381685" y="37638"/>
                  <a:pt x="4381048" y="35480"/>
                </a:cubicBezTo>
                <a:cubicBezTo>
                  <a:pt x="4380411" y="33321"/>
                  <a:pt x="4379503" y="31519"/>
                  <a:pt x="4378322" y="30075"/>
                </a:cubicBezTo>
                <a:cubicBezTo>
                  <a:pt x="4377142" y="28631"/>
                  <a:pt x="4375706" y="27543"/>
                  <a:pt x="4374013" y="26813"/>
                </a:cubicBezTo>
                <a:cubicBezTo>
                  <a:pt x="4372320" y="26084"/>
                  <a:pt x="4370433" y="25719"/>
                  <a:pt x="4368352" y="25719"/>
                </a:cubicBezTo>
                <a:cubicBezTo>
                  <a:pt x="4365929" y="25719"/>
                  <a:pt x="4363856" y="26192"/>
                  <a:pt x="4362132" y="27140"/>
                </a:cubicBezTo>
                <a:cubicBezTo>
                  <a:pt x="4360408" y="28087"/>
                  <a:pt x="4358995" y="29353"/>
                  <a:pt x="4357892" y="30937"/>
                </a:cubicBezTo>
                <a:cubicBezTo>
                  <a:pt x="4356789" y="32521"/>
                  <a:pt x="4355982" y="34361"/>
                  <a:pt x="4355469" y="36458"/>
                </a:cubicBezTo>
                <a:cubicBezTo>
                  <a:pt x="4354957" y="38555"/>
                  <a:pt x="4354701" y="40752"/>
                  <a:pt x="4354701" y="43051"/>
                </a:cubicBezTo>
                <a:cubicBezTo>
                  <a:pt x="4354701" y="45939"/>
                  <a:pt x="4355019" y="48471"/>
                  <a:pt x="4355656" y="50645"/>
                </a:cubicBezTo>
                <a:cubicBezTo>
                  <a:pt x="4356292" y="52819"/>
                  <a:pt x="4357201" y="54629"/>
                  <a:pt x="4358381" y="56073"/>
                </a:cubicBezTo>
                <a:cubicBezTo>
                  <a:pt x="4359562" y="57517"/>
                  <a:pt x="4360990" y="58604"/>
                  <a:pt x="4362668" y="59334"/>
                </a:cubicBezTo>
                <a:cubicBezTo>
                  <a:pt x="4364345" y="60064"/>
                  <a:pt x="4366240" y="60429"/>
                  <a:pt x="4368352" y="60429"/>
                </a:cubicBezTo>
                <a:cubicBezTo>
                  <a:pt x="4370775" y="60429"/>
                  <a:pt x="4372848" y="59956"/>
                  <a:pt x="4374572" y="59008"/>
                </a:cubicBezTo>
                <a:cubicBezTo>
                  <a:pt x="4376296" y="58061"/>
                  <a:pt x="4377709" y="56795"/>
                  <a:pt x="4378812" y="55211"/>
                </a:cubicBezTo>
                <a:cubicBezTo>
                  <a:pt x="4379914" y="53627"/>
                  <a:pt x="4380722" y="51787"/>
                  <a:pt x="4381234" y="49690"/>
                </a:cubicBezTo>
                <a:cubicBezTo>
                  <a:pt x="4381747" y="47593"/>
                  <a:pt x="4382003" y="45380"/>
                  <a:pt x="4382003" y="43051"/>
                </a:cubicBezTo>
                <a:close/>
                <a:moveTo>
                  <a:pt x="4443764" y="19662"/>
                </a:moveTo>
                <a:lnTo>
                  <a:pt x="4436962" y="66440"/>
                </a:lnTo>
                <a:lnTo>
                  <a:pt x="4427131" y="66440"/>
                </a:lnTo>
                <a:lnTo>
                  <a:pt x="4420375" y="46871"/>
                </a:lnTo>
                <a:lnTo>
                  <a:pt x="4419024" y="42119"/>
                </a:lnTo>
                <a:lnTo>
                  <a:pt x="4417487" y="47151"/>
                </a:lnTo>
                <a:lnTo>
                  <a:pt x="4411010" y="66440"/>
                </a:lnTo>
                <a:lnTo>
                  <a:pt x="4401459" y="66440"/>
                </a:lnTo>
                <a:lnTo>
                  <a:pt x="4394703" y="19662"/>
                </a:lnTo>
                <a:lnTo>
                  <a:pt x="4402624" y="19662"/>
                </a:lnTo>
                <a:lnTo>
                  <a:pt x="4406538" y="51437"/>
                </a:lnTo>
                <a:lnTo>
                  <a:pt x="4407376" y="58519"/>
                </a:lnTo>
                <a:lnTo>
                  <a:pt x="4409380" y="52322"/>
                </a:lnTo>
                <a:lnTo>
                  <a:pt x="4416182" y="31310"/>
                </a:lnTo>
                <a:lnTo>
                  <a:pt x="4422006" y="31310"/>
                </a:lnTo>
                <a:lnTo>
                  <a:pt x="4429321" y="52043"/>
                </a:lnTo>
                <a:lnTo>
                  <a:pt x="4431417" y="58240"/>
                </a:lnTo>
                <a:lnTo>
                  <a:pt x="4432116" y="51670"/>
                </a:lnTo>
                <a:lnTo>
                  <a:pt x="4435751" y="19662"/>
                </a:lnTo>
                <a:lnTo>
                  <a:pt x="4443764" y="19662"/>
                </a:lnTo>
                <a:close/>
                <a:moveTo>
                  <a:pt x="4546000" y="65741"/>
                </a:moveTo>
                <a:cubicBezTo>
                  <a:pt x="4544168" y="66223"/>
                  <a:pt x="4542273" y="66569"/>
                  <a:pt x="4540316" y="66777"/>
                </a:cubicBezTo>
                <a:cubicBezTo>
                  <a:pt x="4538359" y="66987"/>
                  <a:pt x="4536371" y="67092"/>
                  <a:pt x="4534352" y="67092"/>
                </a:cubicBezTo>
                <a:cubicBezTo>
                  <a:pt x="4528482" y="67092"/>
                  <a:pt x="4524102" y="65764"/>
                  <a:pt x="4521213" y="63108"/>
                </a:cubicBezTo>
                <a:cubicBezTo>
                  <a:pt x="4518325" y="60453"/>
                  <a:pt x="4516880" y="56376"/>
                  <a:pt x="4516880" y="50878"/>
                </a:cubicBezTo>
                <a:lnTo>
                  <a:pt x="4516880" y="26464"/>
                </a:lnTo>
                <a:lnTo>
                  <a:pt x="4503788" y="26464"/>
                </a:lnTo>
                <a:lnTo>
                  <a:pt x="4503788" y="19662"/>
                </a:lnTo>
                <a:lnTo>
                  <a:pt x="4516880" y="19662"/>
                </a:lnTo>
                <a:lnTo>
                  <a:pt x="4516880" y="6762"/>
                </a:lnTo>
                <a:lnTo>
                  <a:pt x="4524987" y="4659"/>
                </a:lnTo>
                <a:lnTo>
                  <a:pt x="4524987" y="19662"/>
                </a:lnTo>
                <a:lnTo>
                  <a:pt x="4546000" y="19662"/>
                </a:lnTo>
                <a:lnTo>
                  <a:pt x="4546000" y="26464"/>
                </a:lnTo>
                <a:lnTo>
                  <a:pt x="4524987" y="26464"/>
                </a:lnTo>
                <a:lnTo>
                  <a:pt x="4524987" y="50226"/>
                </a:lnTo>
                <a:cubicBezTo>
                  <a:pt x="4524987" y="53580"/>
                  <a:pt x="4525880" y="56089"/>
                  <a:pt x="4527666" y="57750"/>
                </a:cubicBezTo>
                <a:cubicBezTo>
                  <a:pt x="4529452" y="59412"/>
                  <a:pt x="4532085" y="60243"/>
                  <a:pt x="4535564" y="60243"/>
                </a:cubicBezTo>
                <a:cubicBezTo>
                  <a:pt x="4537055" y="60243"/>
                  <a:pt x="4538685" y="60123"/>
                  <a:pt x="4540456" y="59883"/>
                </a:cubicBezTo>
                <a:cubicBezTo>
                  <a:pt x="4542226" y="59643"/>
                  <a:pt x="4544074" y="59265"/>
                  <a:pt x="4546000" y="58752"/>
                </a:cubicBezTo>
                <a:lnTo>
                  <a:pt x="4546000" y="65741"/>
                </a:lnTo>
                <a:close/>
                <a:moveTo>
                  <a:pt x="4597765" y="66440"/>
                </a:moveTo>
                <a:lnTo>
                  <a:pt x="4589658" y="66440"/>
                </a:lnTo>
                <a:lnTo>
                  <a:pt x="4589658" y="36574"/>
                </a:lnTo>
                <a:cubicBezTo>
                  <a:pt x="4589658" y="32971"/>
                  <a:pt x="4588983" y="30277"/>
                  <a:pt x="4587632" y="28491"/>
                </a:cubicBezTo>
                <a:cubicBezTo>
                  <a:pt x="4586280" y="26705"/>
                  <a:pt x="4584347" y="25812"/>
                  <a:pt x="4581831" y="25812"/>
                </a:cubicBezTo>
                <a:cubicBezTo>
                  <a:pt x="4580744" y="25812"/>
                  <a:pt x="4579726" y="25959"/>
                  <a:pt x="4578779" y="26254"/>
                </a:cubicBezTo>
                <a:cubicBezTo>
                  <a:pt x="4577832" y="26549"/>
                  <a:pt x="4576846" y="27062"/>
                  <a:pt x="4575821" y="27792"/>
                </a:cubicBezTo>
                <a:cubicBezTo>
                  <a:pt x="4574796" y="28522"/>
                  <a:pt x="4573677" y="29508"/>
                  <a:pt x="4572466" y="30750"/>
                </a:cubicBezTo>
                <a:cubicBezTo>
                  <a:pt x="4571255" y="31993"/>
                  <a:pt x="4569857" y="33546"/>
                  <a:pt x="4568273" y="35410"/>
                </a:cubicBezTo>
                <a:lnTo>
                  <a:pt x="4568273" y="66440"/>
                </a:lnTo>
                <a:lnTo>
                  <a:pt x="4560166" y="66440"/>
                </a:lnTo>
                <a:lnTo>
                  <a:pt x="4560166" y="559"/>
                </a:lnTo>
                <a:lnTo>
                  <a:pt x="4568273" y="559"/>
                </a:lnTo>
                <a:lnTo>
                  <a:pt x="4568273" y="19649"/>
                </a:lnTo>
                <a:lnTo>
                  <a:pt x="4567993" y="27023"/>
                </a:lnTo>
                <a:cubicBezTo>
                  <a:pt x="4569267" y="25501"/>
                  <a:pt x="4570517" y="24220"/>
                  <a:pt x="4571744" y="23179"/>
                </a:cubicBezTo>
                <a:cubicBezTo>
                  <a:pt x="4572971" y="22139"/>
                  <a:pt x="4574198" y="21292"/>
                  <a:pt x="4575425" y="20640"/>
                </a:cubicBezTo>
                <a:cubicBezTo>
                  <a:pt x="4576651" y="19988"/>
                  <a:pt x="4577902" y="19522"/>
                  <a:pt x="4579175" y="19242"/>
                </a:cubicBezTo>
                <a:cubicBezTo>
                  <a:pt x="4580449" y="18963"/>
                  <a:pt x="4581769" y="18823"/>
                  <a:pt x="4583135" y="18823"/>
                </a:cubicBezTo>
                <a:cubicBezTo>
                  <a:pt x="4587795" y="18823"/>
                  <a:pt x="4591398" y="20244"/>
                  <a:pt x="4593945" y="23086"/>
                </a:cubicBezTo>
                <a:cubicBezTo>
                  <a:pt x="4596492" y="25928"/>
                  <a:pt x="4597765" y="30207"/>
                  <a:pt x="4597765" y="35922"/>
                </a:cubicBezTo>
                <a:lnTo>
                  <a:pt x="4597765" y="66440"/>
                </a:lnTo>
                <a:close/>
                <a:moveTo>
                  <a:pt x="4651534" y="40581"/>
                </a:moveTo>
                <a:cubicBezTo>
                  <a:pt x="4651534" y="41731"/>
                  <a:pt x="4651519" y="42693"/>
                  <a:pt x="4651488" y="43470"/>
                </a:cubicBezTo>
                <a:cubicBezTo>
                  <a:pt x="4651457" y="44246"/>
                  <a:pt x="4651410" y="44976"/>
                  <a:pt x="4651348" y="45660"/>
                </a:cubicBezTo>
                <a:lnTo>
                  <a:pt x="4618501" y="45660"/>
                </a:lnTo>
                <a:cubicBezTo>
                  <a:pt x="4618501" y="50443"/>
                  <a:pt x="4619836" y="54116"/>
                  <a:pt x="4622508" y="56679"/>
                </a:cubicBezTo>
                <a:cubicBezTo>
                  <a:pt x="4625179" y="59241"/>
                  <a:pt x="4629030" y="60522"/>
                  <a:pt x="4634062" y="60522"/>
                </a:cubicBezTo>
                <a:cubicBezTo>
                  <a:pt x="4635429" y="60522"/>
                  <a:pt x="4636796" y="60467"/>
                  <a:pt x="4638162" y="60357"/>
                </a:cubicBezTo>
                <a:cubicBezTo>
                  <a:pt x="4639529" y="60245"/>
                  <a:pt x="4640849" y="60094"/>
                  <a:pt x="4642123" y="59904"/>
                </a:cubicBezTo>
                <a:cubicBezTo>
                  <a:pt x="4643396" y="59712"/>
                  <a:pt x="4644615" y="59498"/>
                  <a:pt x="4645780" y="59260"/>
                </a:cubicBezTo>
                <a:cubicBezTo>
                  <a:pt x="4646945" y="59021"/>
                  <a:pt x="4648024" y="58759"/>
                  <a:pt x="4649018" y="58472"/>
                </a:cubicBezTo>
                <a:lnTo>
                  <a:pt x="4649018" y="65135"/>
                </a:lnTo>
                <a:cubicBezTo>
                  <a:pt x="4646813" y="65770"/>
                  <a:pt x="4644320" y="66286"/>
                  <a:pt x="4641540" y="66683"/>
                </a:cubicBezTo>
                <a:cubicBezTo>
                  <a:pt x="4638760" y="67080"/>
                  <a:pt x="4635879" y="67278"/>
                  <a:pt x="4632898" y="67278"/>
                </a:cubicBezTo>
                <a:cubicBezTo>
                  <a:pt x="4628891" y="67278"/>
                  <a:pt x="4625443" y="66735"/>
                  <a:pt x="4622554" y="65648"/>
                </a:cubicBezTo>
                <a:cubicBezTo>
                  <a:pt x="4619666" y="64560"/>
                  <a:pt x="4617297" y="62984"/>
                  <a:pt x="4615449" y="60919"/>
                </a:cubicBezTo>
                <a:cubicBezTo>
                  <a:pt x="4613601" y="58853"/>
                  <a:pt x="4612234" y="56321"/>
                  <a:pt x="4611349" y="53324"/>
                </a:cubicBezTo>
                <a:cubicBezTo>
                  <a:pt x="4610464" y="50327"/>
                  <a:pt x="4610021" y="46933"/>
                  <a:pt x="4610021" y="43144"/>
                </a:cubicBezTo>
                <a:cubicBezTo>
                  <a:pt x="4610021" y="39851"/>
                  <a:pt x="4610495" y="36737"/>
                  <a:pt x="4611442" y="33802"/>
                </a:cubicBezTo>
                <a:cubicBezTo>
                  <a:pt x="4612389" y="30867"/>
                  <a:pt x="4613772" y="28289"/>
                  <a:pt x="4615589" y="26068"/>
                </a:cubicBezTo>
                <a:cubicBezTo>
                  <a:pt x="4617406" y="23847"/>
                  <a:pt x="4619634" y="22084"/>
                  <a:pt x="4622275" y="20780"/>
                </a:cubicBezTo>
                <a:cubicBezTo>
                  <a:pt x="4624915" y="19475"/>
                  <a:pt x="4627912" y="18823"/>
                  <a:pt x="4631267" y="18823"/>
                </a:cubicBezTo>
                <a:cubicBezTo>
                  <a:pt x="4634528" y="18823"/>
                  <a:pt x="4637417" y="19336"/>
                  <a:pt x="4639933" y="20361"/>
                </a:cubicBezTo>
                <a:cubicBezTo>
                  <a:pt x="4642449" y="21386"/>
                  <a:pt x="4644569" y="22838"/>
                  <a:pt x="4646293" y="24717"/>
                </a:cubicBezTo>
                <a:cubicBezTo>
                  <a:pt x="4648017" y="26596"/>
                  <a:pt x="4649321" y="28879"/>
                  <a:pt x="4650206" y="31566"/>
                </a:cubicBezTo>
                <a:cubicBezTo>
                  <a:pt x="4651092" y="34253"/>
                  <a:pt x="4651534" y="37258"/>
                  <a:pt x="4651534" y="40581"/>
                </a:cubicBezTo>
                <a:moveTo>
                  <a:pt x="4643101" y="39416"/>
                </a:moveTo>
                <a:cubicBezTo>
                  <a:pt x="4643194" y="37335"/>
                  <a:pt x="4642992" y="35433"/>
                  <a:pt x="4642495" y="33709"/>
                </a:cubicBezTo>
                <a:cubicBezTo>
                  <a:pt x="4641998" y="31985"/>
                  <a:pt x="4641230" y="30502"/>
                  <a:pt x="4640189" y="29260"/>
                </a:cubicBezTo>
                <a:cubicBezTo>
                  <a:pt x="4639149" y="28017"/>
                  <a:pt x="4637852" y="27046"/>
                  <a:pt x="4636299" y="26348"/>
                </a:cubicBezTo>
                <a:cubicBezTo>
                  <a:pt x="4634746" y="25649"/>
                  <a:pt x="4632944" y="25299"/>
                  <a:pt x="4630894" y="25299"/>
                </a:cubicBezTo>
                <a:cubicBezTo>
                  <a:pt x="4629124" y="25299"/>
                  <a:pt x="4627508" y="25641"/>
                  <a:pt x="4626049" y="26324"/>
                </a:cubicBezTo>
                <a:cubicBezTo>
                  <a:pt x="4624589" y="27008"/>
                  <a:pt x="4623331" y="27970"/>
                  <a:pt x="4622275" y="29213"/>
                </a:cubicBezTo>
                <a:cubicBezTo>
                  <a:pt x="4621219" y="30455"/>
                  <a:pt x="4620364" y="31946"/>
                  <a:pt x="4619712" y="33686"/>
                </a:cubicBezTo>
                <a:cubicBezTo>
                  <a:pt x="4619060" y="35425"/>
                  <a:pt x="4618656" y="37335"/>
                  <a:pt x="4618501" y="39416"/>
                </a:cubicBezTo>
                <a:lnTo>
                  <a:pt x="4643101" y="39416"/>
                </a:lnTo>
                <a:close/>
                <a:moveTo>
                  <a:pt x="4756232" y="64716"/>
                </a:moveTo>
                <a:cubicBezTo>
                  <a:pt x="4754120" y="65523"/>
                  <a:pt x="4751953" y="66121"/>
                  <a:pt x="4749732" y="66510"/>
                </a:cubicBezTo>
                <a:cubicBezTo>
                  <a:pt x="4747512" y="66898"/>
                  <a:pt x="4745221" y="67092"/>
                  <a:pt x="4742860" y="67092"/>
                </a:cubicBezTo>
                <a:cubicBezTo>
                  <a:pt x="4735468" y="67092"/>
                  <a:pt x="4729776" y="65088"/>
                  <a:pt x="4725784" y="61082"/>
                </a:cubicBezTo>
                <a:cubicBezTo>
                  <a:pt x="4721793" y="57075"/>
                  <a:pt x="4719797" y="51220"/>
                  <a:pt x="4719797" y="43517"/>
                </a:cubicBezTo>
                <a:cubicBezTo>
                  <a:pt x="4719797" y="39820"/>
                  <a:pt x="4720372" y="36466"/>
                  <a:pt x="4721521" y="33453"/>
                </a:cubicBezTo>
                <a:cubicBezTo>
                  <a:pt x="4722671" y="30440"/>
                  <a:pt x="4724286" y="27862"/>
                  <a:pt x="4726367" y="25719"/>
                </a:cubicBezTo>
                <a:cubicBezTo>
                  <a:pt x="4728448" y="23575"/>
                  <a:pt x="4730933" y="21921"/>
                  <a:pt x="4733821" y="20757"/>
                </a:cubicBezTo>
                <a:cubicBezTo>
                  <a:pt x="4736710" y="19592"/>
                  <a:pt x="4739894" y="19009"/>
                  <a:pt x="4743373" y="19009"/>
                </a:cubicBezTo>
                <a:cubicBezTo>
                  <a:pt x="4745796" y="19009"/>
                  <a:pt x="4748063" y="19184"/>
                  <a:pt x="4750175" y="19534"/>
                </a:cubicBezTo>
                <a:cubicBezTo>
                  <a:pt x="4752287" y="19882"/>
                  <a:pt x="4754306" y="20453"/>
                  <a:pt x="4756232" y="21246"/>
                </a:cubicBezTo>
                <a:lnTo>
                  <a:pt x="4756232" y="28980"/>
                </a:lnTo>
                <a:cubicBezTo>
                  <a:pt x="4754213" y="27907"/>
                  <a:pt x="4752155" y="27127"/>
                  <a:pt x="4750059" y="26639"/>
                </a:cubicBezTo>
                <a:cubicBezTo>
                  <a:pt x="4747962" y="26150"/>
                  <a:pt x="4745796" y="25905"/>
                  <a:pt x="4743559" y="25905"/>
                </a:cubicBezTo>
                <a:cubicBezTo>
                  <a:pt x="4741478" y="25905"/>
                  <a:pt x="4739513" y="26301"/>
                  <a:pt x="4737665" y="27093"/>
                </a:cubicBezTo>
                <a:cubicBezTo>
                  <a:pt x="4735817" y="27885"/>
                  <a:pt x="4734194" y="29027"/>
                  <a:pt x="4732796" y="30518"/>
                </a:cubicBezTo>
                <a:cubicBezTo>
                  <a:pt x="4731399" y="32008"/>
                  <a:pt x="4730296" y="33826"/>
                  <a:pt x="4729488" y="35969"/>
                </a:cubicBezTo>
                <a:cubicBezTo>
                  <a:pt x="4728681" y="38112"/>
                  <a:pt x="4728277" y="40535"/>
                  <a:pt x="4728277" y="43237"/>
                </a:cubicBezTo>
                <a:cubicBezTo>
                  <a:pt x="4728277" y="48890"/>
                  <a:pt x="4729652" y="53122"/>
                  <a:pt x="4732400" y="55933"/>
                </a:cubicBezTo>
                <a:cubicBezTo>
                  <a:pt x="4735149" y="58744"/>
                  <a:pt x="4738962" y="60150"/>
                  <a:pt x="4743839" y="60150"/>
                </a:cubicBezTo>
                <a:cubicBezTo>
                  <a:pt x="4746044" y="60150"/>
                  <a:pt x="4748179" y="59901"/>
                  <a:pt x="4750245" y="59404"/>
                </a:cubicBezTo>
                <a:cubicBezTo>
                  <a:pt x="4752311" y="58907"/>
                  <a:pt x="4754306" y="58162"/>
                  <a:pt x="4756232" y="57168"/>
                </a:cubicBezTo>
                <a:lnTo>
                  <a:pt x="4756232" y="64716"/>
                </a:lnTo>
                <a:close/>
                <a:moveTo>
                  <a:pt x="4812470" y="42678"/>
                </a:moveTo>
                <a:cubicBezTo>
                  <a:pt x="4812470" y="46312"/>
                  <a:pt x="4811958" y="49643"/>
                  <a:pt x="4810933" y="52672"/>
                </a:cubicBezTo>
                <a:cubicBezTo>
                  <a:pt x="4809908" y="55700"/>
                  <a:pt x="4808432" y="58294"/>
                  <a:pt x="4806506" y="60453"/>
                </a:cubicBezTo>
                <a:cubicBezTo>
                  <a:pt x="4804581" y="62611"/>
                  <a:pt x="4802235" y="64289"/>
                  <a:pt x="4799471" y="65485"/>
                </a:cubicBezTo>
                <a:cubicBezTo>
                  <a:pt x="4796707" y="66680"/>
                  <a:pt x="4793569" y="67278"/>
                  <a:pt x="4790060" y="67278"/>
                </a:cubicBezTo>
                <a:cubicBezTo>
                  <a:pt x="4786705" y="67278"/>
                  <a:pt x="4783700" y="66758"/>
                  <a:pt x="4781044" y="65717"/>
                </a:cubicBezTo>
                <a:cubicBezTo>
                  <a:pt x="4778388" y="64677"/>
                  <a:pt x="4776136" y="63147"/>
                  <a:pt x="4774288" y="61128"/>
                </a:cubicBezTo>
                <a:cubicBezTo>
                  <a:pt x="4772440" y="59109"/>
                  <a:pt x="4771027" y="56609"/>
                  <a:pt x="4770048" y="53627"/>
                </a:cubicBezTo>
                <a:cubicBezTo>
                  <a:pt x="4769070" y="50645"/>
                  <a:pt x="4768581" y="47213"/>
                  <a:pt x="4768581" y="43330"/>
                </a:cubicBezTo>
                <a:cubicBezTo>
                  <a:pt x="4768581" y="39696"/>
                  <a:pt x="4769093" y="36380"/>
                  <a:pt x="4770118" y="33383"/>
                </a:cubicBezTo>
                <a:cubicBezTo>
                  <a:pt x="4771143" y="30385"/>
                  <a:pt x="4772619" y="27807"/>
                  <a:pt x="4774545" y="25649"/>
                </a:cubicBezTo>
                <a:cubicBezTo>
                  <a:pt x="4776470" y="23490"/>
                  <a:pt x="4778815" y="21813"/>
                  <a:pt x="4781580" y="20617"/>
                </a:cubicBezTo>
                <a:cubicBezTo>
                  <a:pt x="4784344" y="19421"/>
                  <a:pt x="4787481" y="18823"/>
                  <a:pt x="4790991" y="18823"/>
                </a:cubicBezTo>
                <a:cubicBezTo>
                  <a:pt x="4794346" y="18823"/>
                  <a:pt x="4797351" y="19343"/>
                  <a:pt x="4800007" y="20384"/>
                </a:cubicBezTo>
                <a:cubicBezTo>
                  <a:pt x="4802663" y="21424"/>
                  <a:pt x="4804915" y="22946"/>
                  <a:pt x="4806763" y="24950"/>
                </a:cubicBezTo>
                <a:cubicBezTo>
                  <a:pt x="4808611" y="26953"/>
                  <a:pt x="4810024" y="29446"/>
                  <a:pt x="4811002" y="32428"/>
                </a:cubicBezTo>
                <a:cubicBezTo>
                  <a:pt x="4811981" y="35410"/>
                  <a:pt x="4812470" y="38826"/>
                  <a:pt x="4812470" y="42678"/>
                </a:cubicBezTo>
                <a:moveTo>
                  <a:pt x="4804177" y="43051"/>
                </a:moveTo>
                <a:cubicBezTo>
                  <a:pt x="4804177" y="40162"/>
                  <a:pt x="4803858" y="37638"/>
                  <a:pt x="4803222" y="35480"/>
                </a:cubicBezTo>
                <a:cubicBezTo>
                  <a:pt x="4802585" y="33321"/>
                  <a:pt x="4801676" y="31519"/>
                  <a:pt x="4800496" y="30075"/>
                </a:cubicBezTo>
                <a:cubicBezTo>
                  <a:pt x="4799316" y="28631"/>
                  <a:pt x="4797879" y="27543"/>
                  <a:pt x="4796186" y="26813"/>
                </a:cubicBezTo>
                <a:cubicBezTo>
                  <a:pt x="4794494" y="26084"/>
                  <a:pt x="4792607" y="25719"/>
                  <a:pt x="4790525" y="25719"/>
                </a:cubicBezTo>
                <a:cubicBezTo>
                  <a:pt x="4788103" y="25719"/>
                  <a:pt x="4786029" y="26192"/>
                  <a:pt x="4784305" y="27140"/>
                </a:cubicBezTo>
                <a:cubicBezTo>
                  <a:pt x="4782582" y="28087"/>
                  <a:pt x="4781168" y="29353"/>
                  <a:pt x="4780066" y="30937"/>
                </a:cubicBezTo>
                <a:cubicBezTo>
                  <a:pt x="4778963" y="32521"/>
                  <a:pt x="4778155" y="34361"/>
                  <a:pt x="4777643" y="36458"/>
                </a:cubicBezTo>
                <a:cubicBezTo>
                  <a:pt x="4777130" y="38555"/>
                  <a:pt x="4776874" y="40752"/>
                  <a:pt x="4776874" y="43051"/>
                </a:cubicBezTo>
                <a:cubicBezTo>
                  <a:pt x="4776874" y="45939"/>
                  <a:pt x="4777193" y="48471"/>
                  <a:pt x="4777829" y="50645"/>
                </a:cubicBezTo>
                <a:cubicBezTo>
                  <a:pt x="4778466" y="52819"/>
                  <a:pt x="4779375" y="54629"/>
                  <a:pt x="4780555" y="56073"/>
                </a:cubicBezTo>
                <a:cubicBezTo>
                  <a:pt x="4781735" y="57517"/>
                  <a:pt x="4783164" y="58604"/>
                  <a:pt x="4784841" y="59334"/>
                </a:cubicBezTo>
                <a:cubicBezTo>
                  <a:pt x="4786519" y="60064"/>
                  <a:pt x="4788413" y="60429"/>
                  <a:pt x="4790525" y="60429"/>
                </a:cubicBezTo>
                <a:cubicBezTo>
                  <a:pt x="4792948" y="60429"/>
                  <a:pt x="4795022" y="59956"/>
                  <a:pt x="4796745" y="59008"/>
                </a:cubicBezTo>
                <a:cubicBezTo>
                  <a:pt x="4798469" y="58061"/>
                  <a:pt x="4799883" y="56795"/>
                  <a:pt x="4800985" y="55211"/>
                </a:cubicBezTo>
                <a:cubicBezTo>
                  <a:pt x="4802088" y="53627"/>
                  <a:pt x="4802896" y="51787"/>
                  <a:pt x="4803408" y="49690"/>
                </a:cubicBezTo>
                <a:cubicBezTo>
                  <a:pt x="4803921" y="47593"/>
                  <a:pt x="4804177" y="45380"/>
                  <a:pt x="4804177" y="43051"/>
                </a:cubicBezTo>
                <a:close/>
                <a:moveTo>
                  <a:pt x="4856967" y="66440"/>
                </a:moveTo>
                <a:lnTo>
                  <a:pt x="4856967" y="32847"/>
                </a:lnTo>
                <a:cubicBezTo>
                  <a:pt x="4856967" y="31387"/>
                  <a:pt x="4856912" y="30191"/>
                  <a:pt x="4856804" y="29260"/>
                </a:cubicBezTo>
                <a:cubicBezTo>
                  <a:pt x="4856695" y="28328"/>
                  <a:pt x="4856524" y="27590"/>
                  <a:pt x="4856291" y="27046"/>
                </a:cubicBezTo>
                <a:cubicBezTo>
                  <a:pt x="4856058" y="26503"/>
                  <a:pt x="4855763" y="26122"/>
                  <a:pt x="4855406" y="25905"/>
                </a:cubicBezTo>
                <a:cubicBezTo>
                  <a:pt x="4855049" y="25688"/>
                  <a:pt x="4854606" y="25579"/>
                  <a:pt x="4854078" y="25579"/>
                </a:cubicBezTo>
                <a:cubicBezTo>
                  <a:pt x="4853457" y="25579"/>
                  <a:pt x="4852882" y="25765"/>
                  <a:pt x="4852354" y="26138"/>
                </a:cubicBezTo>
                <a:cubicBezTo>
                  <a:pt x="4851826" y="26511"/>
                  <a:pt x="4851259" y="27116"/>
                  <a:pt x="4850654" y="27955"/>
                </a:cubicBezTo>
                <a:cubicBezTo>
                  <a:pt x="4850048" y="28794"/>
                  <a:pt x="4849380" y="29904"/>
                  <a:pt x="4848650" y="31286"/>
                </a:cubicBezTo>
                <a:cubicBezTo>
                  <a:pt x="4847920" y="32668"/>
                  <a:pt x="4847058" y="34369"/>
                  <a:pt x="4846064" y="36388"/>
                </a:cubicBezTo>
                <a:lnTo>
                  <a:pt x="4846064" y="66440"/>
                </a:lnTo>
                <a:lnTo>
                  <a:pt x="4838656" y="66440"/>
                </a:lnTo>
                <a:lnTo>
                  <a:pt x="4838656" y="33732"/>
                </a:lnTo>
                <a:cubicBezTo>
                  <a:pt x="4838656" y="32024"/>
                  <a:pt x="4838602" y="30642"/>
                  <a:pt x="4838493" y="29586"/>
                </a:cubicBezTo>
                <a:cubicBezTo>
                  <a:pt x="4838385" y="28530"/>
                  <a:pt x="4838214" y="27706"/>
                  <a:pt x="4837981" y="27116"/>
                </a:cubicBezTo>
                <a:cubicBezTo>
                  <a:pt x="4837748" y="26526"/>
                  <a:pt x="4837445" y="26122"/>
                  <a:pt x="4837072" y="25905"/>
                </a:cubicBezTo>
                <a:cubicBezTo>
                  <a:pt x="4836699" y="25688"/>
                  <a:pt x="4836249" y="25579"/>
                  <a:pt x="4835721" y="25579"/>
                </a:cubicBezTo>
                <a:cubicBezTo>
                  <a:pt x="4835162" y="25579"/>
                  <a:pt x="4834634" y="25734"/>
                  <a:pt x="4834137" y="26045"/>
                </a:cubicBezTo>
                <a:cubicBezTo>
                  <a:pt x="4833640" y="26355"/>
                  <a:pt x="4833089" y="26914"/>
                  <a:pt x="4832483" y="27722"/>
                </a:cubicBezTo>
                <a:cubicBezTo>
                  <a:pt x="4831877" y="28530"/>
                  <a:pt x="4831202" y="29632"/>
                  <a:pt x="4830456" y="31030"/>
                </a:cubicBezTo>
                <a:cubicBezTo>
                  <a:pt x="4829711" y="32428"/>
                  <a:pt x="4828826" y="34214"/>
                  <a:pt x="4827800" y="36388"/>
                </a:cubicBezTo>
                <a:lnTo>
                  <a:pt x="4827800" y="66440"/>
                </a:lnTo>
                <a:lnTo>
                  <a:pt x="4820346" y="66440"/>
                </a:lnTo>
                <a:lnTo>
                  <a:pt x="4820346" y="19662"/>
                </a:lnTo>
                <a:lnTo>
                  <a:pt x="4826543" y="19662"/>
                </a:lnTo>
                <a:lnTo>
                  <a:pt x="4826915" y="28561"/>
                </a:lnTo>
                <a:cubicBezTo>
                  <a:pt x="4827723" y="26790"/>
                  <a:pt x="4828507" y="25284"/>
                  <a:pt x="4829268" y="24041"/>
                </a:cubicBezTo>
                <a:cubicBezTo>
                  <a:pt x="4830029" y="22799"/>
                  <a:pt x="4830813" y="21797"/>
                  <a:pt x="4831621" y="21036"/>
                </a:cubicBezTo>
                <a:cubicBezTo>
                  <a:pt x="4832429" y="20275"/>
                  <a:pt x="4833291" y="19716"/>
                  <a:pt x="4834207" y="19359"/>
                </a:cubicBezTo>
                <a:cubicBezTo>
                  <a:pt x="4835123" y="19002"/>
                  <a:pt x="4836140" y="18823"/>
                  <a:pt x="4837259" y="18823"/>
                </a:cubicBezTo>
                <a:cubicBezTo>
                  <a:pt x="4839775" y="18823"/>
                  <a:pt x="4841685" y="19646"/>
                  <a:pt x="4842989" y="21292"/>
                </a:cubicBezTo>
                <a:cubicBezTo>
                  <a:pt x="4844294" y="22939"/>
                  <a:pt x="4844946" y="25486"/>
                  <a:pt x="4844946" y="28933"/>
                </a:cubicBezTo>
                <a:cubicBezTo>
                  <a:pt x="4845692" y="27318"/>
                  <a:pt x="4846422" y="25882"/>
                  <a:pt x="4847136" y="24624"/>
                </a:cubicBezTo>
                <a:cubicBezTo>
                  <a:pt x="4847850" y="23366"/>
                  <a:pt x="4848619" y="22310"/>
                  <a:pt x="4849442" y="21455"/>
                </a:cubicBezTo>
                <a:cubicBezTo>
                  <a:pt x="4850265" y="20601"/>
                  <a:pt x="4851174" y="19949"/>
                  <a:pt x="4852168" y="19499"/>
                </a:cubicBezTo>
                <a:cubicBezTo>
                  <a:pt x="4853162" y="19048"/>
                  <a:pt x="4854311" y="18823"/>
                  <a:pt x="4855616" y="18823"/>
                </a:cubicBezTo>
                <a:cubicBezTo>
                  <a:pt x="4861486" y="18823"/>
                  <a:pt x="4864421" y="23342"/>
                  <a:pt x="4864421" y="32381"/>
                </a:cubicBezTo>
                <a:lnTo>
                  <a:pt x="4864421" y="66440"/>
                </a:lnTo>
                <a:lnTo>
                  <a:pt x="4856967" y="66440"/>
                </a:lnTo>
                <a:close/>
                <a:moveTo>
                  <a:pt x="4915442" y="42212"/>
                </a:moveTo>
                <a:cubicBezTo>
                  <a:pt x="4915442" y="46374"/>
                  <a:pt x="4914859" y="50008"/>
                  <a:pt x="4913694" y="53114"/>
                </a:cubicBezTo>
                <a:cubicBezTo>
                  <a:pt x="4912530" y="56221"/>
                  <a:pt x="4910922" y="58799"/>
                  <a:pt x="4908872" y="60849"/>
                </a:cubicBezTo>
                <a:cubicBezTo>
                  <a:pt x="4906822" y="62899"/>
                  <a:pt x="4904399" y="64436"/>
                  <a:pt x="4901604" y="65461"/>
                </a:cubicBezTo>
                <a:cubicBezTo>
                  <a:pt x="4898808" y="66486"/>
                  <a:pt x="4895780" y="66999"/>
                  <a:pt x="4892519" y="66999"/>
                </a:cubicBezTo>
                <a:cubicBezTo>
                  <a:pt x="4891028" y="66999"/>
                  <a:pt x="4889544" y="66921"/>
                  <a:pt x="4888069" y="66766"/>
                </a:cubicBezTo>
                <a:cubicBezTo>
                  <a:pt x="4886594" y="66610"/>
                  <a:pt x="4885095" y="66346"/>
                  <a:pt x="4883573" y="65974"/>
                </a:cubicBezTo>
                <a:lnTo>
                  <a:pt x="4883573" y="85542"/>
                </a:lnTo>
                <a:lnTo>
                  <a:pt x="4875466" y="85542"/>
                </a:lnTo>
                <a:lnTo>
                  <a:pt x="4875466" y="19662"/>
                </a:lnTo>
                <a:lnTo>
                  <a:pt x="4882688" y="19662"/>
                </a:lnTo>
                <a:lnTo>
                  <a:pt x="4883200" y="27489"/>
                </a:lnTo>
                <a:cubicBezTo>
                  <a:pt x="4885530" y="24290"/>
                  <a:pt x="4888015" y="22046"/>
                  <a:pt x="4890655" y="20757"/>
                </a:cubicBezTo>
                <a:cubicBezTo>
                  <a:pt x="4893295" y="19468"/>
                  <a:pt x="4896153" y="18823"/>
                  <a:pt x="4899228" y="18823"/>
                </a:cubicBezTo>
                <a:cubicBezTo>
                  <a:pt x="4901899" y="18823"/>
                  <a:pt x="4904244" y="19382"/>
                  <a:pt x="4906263" y="20500"/>
                </a:cubicBezTo>
                <a:cubicBezTo>
                  <a:pt x="4908282" y="21619"/>
                  <a:pt x="4909975" y="23195"/>
                  <a:pt x="4911342" y="25229"/>
                </a:cubicBezTo>
                <a:cubicBezTo>
                  <a:pt x="4912708" y="27264"/>
                  <a:pt x="4913733" y="29718"/>
                  <a:pt x="4914417" y="32591"/>
                </a:cubicBezTo>
                <a:cubicBezTo>
                  <a:pt x="4915100" y="35464"/>
                  <a:pt x="4915442" y="38671"/>
                  <a:pt x="4915442" y="42212"/>
                </a:cubicBezTo>
                <a:moveTo>
                  <a:pt x="4907148" y="42585"/>
                </a:moveTo>
                <a:cubicBezTo>
                  <a:pt x="4907148" y="40131"/>
                  <a:pt x="4906970" y="37879"/>
                  <a:pt x="4906613" y="35829"/>
                </a:cubicBezTo>
                <a:cubicBezTo>
                  <a:pt x="4906255" y="33779"/>
                  <a:pt x="4905688" y="32024"/>
                  <a:pt x="4904912" y="30564"/>
                </a:cubicBezTo>
                <a:cubicBezTo>
                  <a:pt x="4904135" y="29104"/>
                  <a:pt x="4903141" y="27963"/>
                  <a:pt x="4901930" y="27140"/>
                </a:cubicBezTo>
                <a:cubicBezTo>
                  <a:pt x="4900719" y="26316"/>
                  <a:pt x="4899274" y="25905"/>
                  <a:pt x="4897597" y="25905"/>
                </a:cubicBezTo>
                <a:cubicBezTo>
                  <a:pt x="4896572" y="25905"/>
                  <a:pt x="4895531" y="26068"/>
                  <a:pt x="4894475" y="26394"/>
                </a:cubicBezTo>
                <a:cubicBezTo>
                  <a:pt x="4893419" y="26720"/>
                  <a:pt x="4892324" y="27264"/>
                  <a:pt x="4891191" y="28025"/>
                </a:cubicBezTo>
                <a:cubicBezTo>
                  <a:pt x="4890057" y="28786"/>
                  <a:pt x="4888861" y="29795"/>
                  <a:pt x="4887603" y="31053"/>
                </a:cubicBezTo>
                <a:cubicBezTo>
                  <a:pt x="4886345" y="32311"/>
                  <a:pt x="4885002" y="33872"/>
                  <a:pt x="4883573" y="35736"/>
                </a:cubicBezTo>
                <a:lnTo>
                  <a:pt x="4883573" y="58426"/>
                </a:lnTo>
                <a:cubicBezTo>
                  <a:pt x="4885064" y="59047"/>
                  <a:pt x="4886632" y="59536"/>
                  <a:pt x="4888279" y="59894"/>
                </a:cubicBezTo>
                <a:cubicBezTo>
                  <a:pt x="4889925" y="60251"/>
                  <a:pt x="4891540" y="60429"/>
                  <a:pt x="4893124" y="60429"/>
                </a:cubicBezTo>
                <a:cubicBezTo>
                  <a:pt x="4897504" y="60429"/>
                  <a:pt x="4900936" y="58946"/>
                  <a:pt x="4903421" y="55980"/>
                </a:cubicBezTo>
                <a:cubicBezTo>
                  <a:pt x="4905906" y="53013"/>
                  <a:pt x="4907148" y="48548"/>
                  <a:pt x="4907148" y="42585"/>
                </a:cubicBezTo>
                <a:close/>
                <a:moveTo>
                  <a:pt x="4968046" y="42678"/>
                </a:moveTo>
                <a:cubicBezTo>
                  <a:pt x="4968046" y="46312"/>
                  <a:pt x="4967533" y="49643"/>
                  <a:pt x="4966508" y="52672"/>
                </a:cubicBezTo>
                <a:cubicBezTo>
                  <a:pt x="4965483" y="55700"/>
                  <a:pt x="4964008" y="58294"/>
                  <a:pt x="4962082" y="60453"/>
                </a:cubicBezTo>
                <a:cubicBezTo>
                  <a:pt x="4960156" y="62611"/>
                  <a:pt x="4957811" y="64289"/>
                  <a:pt x="4955047" y="65485"/>
                </a:cubicBezTo>
                <a:cubicBezTo>
                  <a:pt x="4952282" y="66680"/>
                  <a:pt x="4949145" y="67278"/>
                  <a:pt x="4945635" y="67278"/>
                </a:cubicBezTo>
                <a:cubicBezTo>
                  <a:pt x="4942280" y="67278"/>
                  <a:pt x="4939275" y="66758"/>
                  <a:pt x="4936620" y="65717"/>
                </a:cubicBezTo>
                <a:cubicBezTo>
                  <a:pt x="4933964" y="64677"/>
                  <a:pt x="4931712" y="63147"/>
                  <a:pt x="4929864" y="61128"/>
                </a:cubicBezTo>
                <a:cubicBezTo>
                  <a:pt x="4928016" y="59109"/>
                  <a:pt x="4926602" y="56609"/>
                  <a:pt x="4925624" y="53627"/>
                </a:cubicBezTo>
                <a:cubicBezTo>
                  <a:pt x="4924645" y="50645"/>
                  <a:pt x="4924156" y="47213"/>
                  <a:pt x="4924156" y="43330"/>
                </a:cubicBezTo>
                <a:cubicBezTo>
                  <a:pt x="4924156" y="39696"/>
                  <a:pt x="4924669" y="36380"/>
                  <a:pt x="4925694" y="33383"/>
                </a:cubicBezTo>
                <a:cubicBezTo>
                  <a:pt x="4926719" y="30385"/>
                  <a:pt x="4928194" y="27807"/>
                  <a:pt x="4930120" y="25649"/>
                </a:cubicBezTo>
                <a:cubicBezTo>
                  <a:pt x="4932046" y="23490"/>
                  <a:pt x="4934391" y="21813"/>
                  <a:pt x="4937155" y="20617"/>
                </a:cubicBezTo>
                <a:cubicBezTo>
                  <a:pt x="4939920" y="19421"/>
                  <a:pt x="4943057" y="18823"/>
                  <a:pt x="4946567" y="18823"/>
                </a:cubicBezTo>
                <a:cubicBezTo>
                  <a:pt x="4949921" y="18823"/>
                  <a:pt x="4952927" y="19343"/>
                  <a:pt x="4955582" y="20384"/>
                </a:cubicBezTo>
                <a:cubicBezTo>
                  <a:pt x="4958238" y="21424"/>
                  <a:pt x="4960490" y="22946"/>
                  <a:pt x="4962338" y="24950"/>
                </a:cubicBezTo>
                <a:cubicBezTo>
                  <a:pt x="4964186" y="26953"/>
                  <a:pt x="4965600" y="29446"/>
                  <a:pt x="4966578" y="32428"/>
                </a:cubicBezTo>
                <a:cubicBezTo>
                  <a:pt x="4967556" y="35410"/>
                  <a:pt x="4968046" y="38826"/>
                  <a:pt x="4968046" y="42678"/>
                </a:cubicBezTo>
                <a:moveTo>
                  <a:pt x="4959752" y="43051"/>
                </a:moveTo>
                <a:cubicBezTo>
                  <a:pt x="4959752" y="40162"/>
                  <a:pt x="4959434" y="37638"/>
                  <a:pt x="4958797" y="35480"/>
                </a:cubicBezTo>
                <a:cubicBezTo>
                  <a:pt x="4958160" y="33321"/>
                  <a:pt x="4957252" y="31519"/>
                  <a:pt x="4956072" y="30075"/>
                </a:cubicBezTo>
                <a:cubicBezTo>
                  <a:pt x="4954891" y="28631"/>
                  <a:pt x="4953455" y="27543"/>
                  <a:pt x="4951762" y="26813"/>
                </a:cubicBezTo>
                <a:cubicBezTo>
                  <a:pt x="4950069" y="26084"/>
                  <a:pt x="4948182" y="25719"/>
                  <a:pt x="4946101" y="25719"/>
                </a:cubicBezTo>
                <a:cubicBezTo>
                  <a:pt x="4943678" y="25719"/>
                  <a:pt x="4941605" y="26192"/>
                  <a:pt x="4939881" y="27140"/>
                </a:cubicBezTo>
                <a:cubicBezTo>
                  <a:pt x="4938157" y="28087"/>
                  <a:pt x="4936744" y="29353"/>
                  <a:pt x="4935641" y="30937"/>
                </a:cubicBezTo>
                <a:cubicBezTo>
                  <a:pt x="4934538" y="32521"/>
                  <a:pt x="4933731" y="34361"/>
                  <a:pt x="4933218" y="36458"/>
                </a:cubicBezTo>
                <a:cubicBezTo>
                  <a:pt x="4932706" y="38555"/>
                  <a:pt x="4932450" y="40752"/>
                  <a:pt x="4932450" y="43051"/>
                </a:cubicBezTo>
                <a:cubicBezTo>
                  <a:pt x="4932450" y="45939"/>
                  <a:pt x="4932768" y="48471"/>
                  <a:pt x="4933405" y="50645"/>
                </a:cubicBezTo>
                <a:cubicBezTo>
                  <a:pt x="4934041" y="52819"/>
                  <a:pt x="4934950" y="54629"/>
                  <a:pt x="4936130" y="56073"/>
                </a:cubicBezTo>
                <a:cubicBezTo>
                  <a:pt x="4937311" y="57517"/>
                  <a:pt x="4938739" y="58604"/>
                  <a:pt x="4940417" y="59334"/>
                </a:cubicBezTo>
                <a:cubicBezTo>
                  <a:pt x="4942094" y="60064"/>
                  <a:pt x="4943989" y="60429"/>
                  <a:pt x="4946101" y="60429"/>
                </a:cubicBezTo>
                <a:cubicBezTo>
                  <a:pt x="4948524" y="60429"/>
                  <a:pt x="4950597" y="59956"/>
                  <a:pt x="4952321" y="59008"/>
                </a:cubicBezTo>
                <a:cubicBezTo>
                  <a:pt x="4954045" y="58061"/>
                  <a:pt x="4955458" y="56795"/>
                  <a:pt x="4956561" y="55211"/>
                </a:cubicBezTo>
                <a:cubicBezTo>
                  <a:pt x="4957663" y="53627"/>
                  <a:pt x="4958471" y="51787"/>
                  <a:pt x="4958983" y="49690"/>
                </a:cubicBezTo>
                <a:cubicBezTo>
                  <a:pt x="4959496" y="47593"/>
                  <a:pt x="4959752" y="45380"/>
                  <a:pt x="4959752" y="43051"/>
                </a:cubicBezTo>
                <a:close/>
                <a:moveTo>
                  <a:pt x="4979183" y="19662"/>
                </a:moveTo>
                <a:lnTo>
                  <a:pt x="4986405" y="19662"/>
                </a:lnTo>
                <a:lnTo>
                  <a:pt x="4986731" y="27210"/>
                </a:lnTo>
                <a:cubicBezTo>
                  <a:pt x="4988098" y="25594"/>
                  <a:pt x="4989418" y="24251"/>
                  <a:pt x="4990691" y="23179"/>
                </a:cubicBezTo>
                <a:cubicBezTo>
                  <a:pt x="4991965" y="22108"/>
                  <a:pt x="4993215" y="21246"/>
                  <a:pt x="4994442" y="20593"/>
                </a:cubicBezTo>
                <a:cubicBezTo>
                  <a:pt x="4995669" y="19941"/>
                  <a:pt x="4996919" y="19483"/>
                  <a:pt x="4998192" y="19219"/>
                </a:cubicBezTo>
                <a:cubicBezTo>
                  <a:pt x="4999466" y="18955"/>
                  <a:pt x="5000786" y="18823"/>
                  <a:pt x="5002153" y="18823"/>
                </a:cubicBezTo>
                <a:cubicBezTo>
                  <a:pt x="5006967" y="18823"/>
                  <a:pt x="5010609" y="20244"/>
                  <a:pt x="5013078" y="23086"/>
                </a:cubicBezTo>
                <a:cubicBezTo>
                  <a:pt x="5015548" y="25928"/>
                  <a:pt x="5016782" y="30207"/>
                  <a:pt x="5016782" y="35922"/>
                </a:cubicBezTo>
                <a:lnTo>
                  <a:pt x="5016782" y="66440"/>
                </a:lnTo>
                <a:lnTo>
                  <a:pt x="5008675" y="66440"/>
                </a:lnTo>
                <a:lnTo>
                  <a:pt x="5008675" y="36574"/>
                </a:lnTo>
                <a:cubicBezTo>
                  <a:pt x="5008675" y="32909"/>
                  <a:pt x="5007992" y="30199"/>
                  <a:pt x="5006625" y="28444"/>
                </a:cubicBezTo>
                <a:cubicBezTo>
                  <a:pt x="5005259" y="26689"/>
                  <a:pt x="5003224" y="25812"/>
                  <a:pt x="5000522" y="25812"/>
                </a:cubicBezTo>
                <a:cubicBezTo>
                  <a:pt x="4999528" y="25812"/>
                  <a:pt x="4998557" y="25959"/>
                  <a:pt x="4997610" y="26254"/>
                </a:cubicBezTo>
                <a:cubicBezTo>
                  <a:pt x="4996663" y="26549"/>
                  <a:pt x="4995676" y="27062"/>
                  <a:pt x="4994651" y="27792"/>
                </a:cubicBezTo>
                <a:cubicBezTo>
                  <a:pt x="4993626" y="28522"/>
                  <a:pt x="4992516" y="29508"/>
                  <a:pt x="4991320" y="30750"/>
                </a:cubicBezTo>
                <a:cubicBezTo>
                  <a:pt x="4990124" y="31993"/>
                  <a:pt x="4988781" y="33546"/>
                  <a:pt x="4987290" y="35410"/>
                </a:cubicBezTo>
                <a:lnTo>
                  <a:pt x="4987290" y="66440"/>
                </a:lnTo>
                <a:lnTo>
                  <a:pt x="4979183" y="66440"/>
                </a:lnTo>
                <a:lnTo>
                  <a:pt x="4979183" y="19662"/>
                </a:lnTo>
                <a:close/>
                <a:moveTo>
                  <a:pt x="5070551" y="40581"/>
                </a:moveTo>
                <a:cubicBezTo>
                  <a:pt x="5070551" y="41731"/>
                  <a:pt x="5070535" y="42693"/>
                  <a:pt x="5070504" y="43470"/>
                </a:cubicBezTo>
                <a:cubicBezTo>
                  <a:pt x="5070473" y="44246"/>
                  <a:pt x="5070427" y="44976"/>
                  <a:pt x="5070364" y="45660"/>
                </a:cubicBezTo>
                <a:lnTo>
                  <a:pt x="5037517" y="45660"/>
                </a:lnTo>
                <a:cubicBezTo>
                  <a:pt x="5037517" y="50443"/>
                  <a:pt x="5038853" y="54116"/>
                  <a:pt x="5041524" y="56679"/>
                </a:cubicBezTo>
                <a:cubicBezTo>
                  <a:pt x="5044196" y="59241"/>
                  <a:pt x="5048047" y="60522"/>
                  <a:pt x="5053079" y="60522"/>
                </a:cubicBezTo>
                <a:cubicBezTo>
                  <a:pt x="5054446" y="60522"/>
                  <a:pt x="5055812" y="60467"/>
                  <a:pt x="5057179" y="60357"/>
                </a:cubicBezTo>
                <a:cubicBezTo>
                  <a:pt x="5058546" y="60245"/>
                  <a:pt x="5059866" y="60094"/>
                  <a:pt x="5061139" y="59904"/>
                </a:cubicBezTo>
                <a:cubicBezTo>
                  <a:pt x="5062413" y="59712"/>
                  <a:pt x="5063632" y="59498"/>
                  <a:pt x="5064797" y="59260"/>
                </a:cubicBezTo>
                <a:cubicBezTo>
                  <a:pt x="5065962" y="59021"/>
                  <a:pt x="5067041" y="58759"/>
                  <a:pt x="5068035" y="58472"/>
                </a:cubicBezTo>
                <a:lnTo>
                  <a:pt x="5068035" y="65135"/>
                </a:lnTo>
                <a:cubicBezTo>
                  <a:pt x="5065830" y="65770"/>
                  <a:pt x="5063337" y="66286"/>
                  <a:pt x="5060557" y="66683"/>
                </a:cubicBezTo>
                <a:cubicBezTo>
                  <a:pt x="5057777" y="67080"/>
                  <a:pt x="5054896" y="67278"/>
                  <a:pt x="5051914" y="67278"/>
                </a:cubicBezTo>
                <a:cubicBezTo>
                  <a:pt x="5047907" y="67278"/>
                  <a:pt x="5044460" y="66735"/>
                  <a:pt x="5041571" y="65648"/>
                </a:cubicBezTo>
                <a:cubicBezTo>
                  <a:pt x="5038682" y="64560"/>
                  <a:pt x="5036314" y="62984"/>
                  <a:pt x="5034466" y="60919"/>
                </a:cubicBezTo>
                <a:cubicBezTo>
                  <a:pt x="5032618" y="58853"/>
                  <a:pt x="5031251" y="56321"/>
                  <a:pt x="5030366" y="53324"/>
                </a:cubicBezTo>
                <a:cubicBezTo>
                  <a:pt x="5029480" y="50327"/>
                  <a:pt x="5029038" y="46933"/>
                  <a:pt x="5029038" y="43144"/>
                </a:cubicBezTo>
                <a:cubicBezTo>
                  <a:pt x="5029038" y="39851"/>
                  <a:pt x="5029511" y="36737"/>
                  <a:pt x="5030459" y="33802"/>
                </a:cubicBezTo>
                <a:cubicBezTo>
                  <a:pt x="5031406" y="30867"/>
                  <a:pt x="5032788" y="28289"/>
                  <a:pt x="5034605" y="26068"/>
                </a:cubicBezTo>
                <a:cubicBezTo>
                  <a:pt x="5036423" y="23847"/>
                  <a:pt x="5038651" y="22084"/>
                  <a:pt x="5041291" y="20780"/>
                </a:cubicBezTo>
                <a:cubicBezTo>
                  <a:pt x="5043932" y="19475"/>
                  <a:pt x="5046929" y="18823"/>
                  <a:pt x="5050284" y="18823"/>
                </a:cubicBezTo>
                <a:cubicBezTo>
                  <a:pt x="5053545" y="18823"/>
                  <a:pt x="5056434" y="19336"/>
                  <a:pt x="5058950" y="20361"/>
                </a:cubicBezTo>
                <a:cubicBezTo>
                  <a:pt x="5061465" y="21386"/>
                  <a:pt x="5063585" y="22838"/>
                  <a:pt x="5065309" y="24717"/>
                </a:cubicBezTo>
                <a:cubicBezTo>
                  <a:pt x="5067033" y="26596"/>
                  <a:pt x="5068338" y="28879"/>
                  <a:pt x="5069223" y="31566"/>
                </a:cubicBezTo>
                <a:cubicBezTo>
                  <a:pt x="5070108" y="34253"/>
                  <a:pt x="5070551" y="37258"/>
                  <a:pt x="5070551" y="40581"/>
                </a:cubicBezTo>
                <a:moveTo>
                  <a:pt x="5062118" y="39416"/>
                </a:moveTo>
                <a:cubicBezTo>
                  <a:pt x="5062211" y="37335"/>
                  <a:pt x="5062009" y="35433"/>
                  <a:pt x="5061512" y="33709"/>
                </a:cubicBezTo>
                <a:cubicBezTo>
                  <a:pt x="5061015" y="31985"/>
                  <a:pt x="5060246" y="30502"/>
                  <a:pt x="5059206" y="29260"/>
                </a:cubicBezTo>
                <a:cubicBezTo>
                  <a:pt x="5058165" y="28017"/>
                  <a:pt x="5056868" y="27046"/>
                  <a:pt x="5055315" y="26348"/>
                </a:cubicBezTo>
                <a:cubicBezTo>
                  <a:pt x="5053762" y="25649"/>
                  <a:pt x="5051961" y="25299"/>
                  <a:pt x="5049911" y="25299"/>
                </a:cubicBezTo>
                <a:cubicBezTo>
                  <a:pt x="5048140" y="25299"/>
                  <a:pt x="5046525" y="25641"/>
                  <a:pt x="5045065" y="26324"/>
                </a:cubicBezTo>
                <a:cubicBezTo>
                  <a:pt x="5043605" y="27008"/>
                  <a:pt x="5042347" y="27970"/>
                  <a:pt x="5041291" y="29213"/>
                </a:cubicBezTo>
                <a:cubicBezTo>
                  <a:pt x="5040235" y="30455"/>
                  <a:pt x="5039381" y="31946"/>
                  <a:pt x="5038729" y="33686"/>
                </a:cubicBezTo>
                <a:cubicBezTo>
                  <a:pt x="5038077" y="35425"/>
                  <a:pt x="5037673" y="37335"/>
                  <a:pt x="5037517" y="39416"/>
                </a:cubicBezTo>
                <a:lnTo>
                  <a:pt x="5062118" y="39416"/>
                </a:lnTo>
                <a:close/>
                <a:moveTo>
                  <a:pt x="5082900" y="19662"/>
                </a:moveTo>
                <a:lnTo>
                  <a:pt x="5090121" y="19662"/>
                </a:lnTo>
                <a:lnTo>
                  <a:pt x="5090447" y="27210"/>
                </a:lnTo>
                <a:cubicBezTo>
                  <a:pt x="5091814" y="25594"/>
                  <a:pt x="5093134" y="24251"/>
                  <a:pt x="5094408" y="23179"/>
                </a:cubicBezTo>
                <a:cubicBezTo>
                  <a:pt x="5095681" y="22108"/>
                  <a:pt x="5096931" y="21246"/>
                  <a:pt x="5098158" y="20593"/>
                </a:cubicBezTo>
                <a:cubicBezTo>
                  <a:pt x="5099385" y="19941"/>
                  <a:pt x="5100636" y="19483"/>
                  <a:pt x="5101909" y="19219"/>
                </a:cubicBezTo>
                <a:cubicBezTo>
                  <a:pt x="5103183" y="18955"/>
                  <a:pt x="5104503" y="18823"/>
                  <a:pt x="5105869" y="18823"/>
                </a:cubicBezTo>
                <a:cubicBezTo>
                  <a:pt x="5110684" y="18823"/>
                  <a:pt x="5114326" y="20244"/>
                  <a:pt x="5116795" y="23086"/>
                </a:cubicBezTo>
                <a:cubicBezTo>
                  <a:pt x="5119264" y="25928"/>
                  <a:pt x="5120499" y="30207"/>
                  <a:pt x="5120499" y="35922"/>
                </a:cubicBezTo>
                <a:lnTo>
                  <a:pt x="5120499" y="66440"/>
                </a:lnTo>
                <a:lnTo>
                  <a:pt x="5112392" y="66440"/>
                </a:lnTo>
                <a:lnTo>
                  <a:pt x="5112392" y="36574"/>
                </a:lnTo>
                <a:cubicBezTo>
                  <a:pt x="5112392" y="32909"/>
                  <a:pt x="5111709" y="30199"/>
                  <a:pt x="5110342" y="28444"/>
                </a:cubicBezTo>
                <a:cubicBezTo>
                  <a:pt x="5108975" y="26689"/>
                  <a:pt x="5106941" y="25812"/>
                  <a:pt x="5104239" y="25812"/>
                </a:cubicBezTo>
                <a:cubicBezTo>
                  <a:pt x="5103245" y="25812"/>
                  <a:pt x="5102274" y="25959"/>
                  <a:pt x="5101327" y="26254"/>
                </a:cubicBezTo>
                <a:cubicBezTo>
                  <a:pt x="5100379" y="26549"/>
                  <a:pt x="5099393" y="27062"/>
                  <a:pt x="5098368" y="27792"/>
                </a:cubicBezTo>
                <a:cubicBezTo>
                  <a:pt x="5097343" y="28522"/>
                  <a:pt x="5096233" y="29508"/>
                  <a:pt x="5095037" y="30750"/>
                </a:cubicBezTo>
                <a:cubicBezTo>
                  <a:pt x="5093841" y="31993"/>
                  <a:pt x="5092498" y="33546"/>
                  <a:pt x="5091007" y="35410"/>
                </a:cubicBezTo>
                <a:lnTo>
                  <a:pt x="5091007" y="66440"/>
                </a:lnTo>
                <a:lnTo>
                  <a:pt x="5082900" y="66440"/>
                </a:lnTo>
                <a:lnTo>
                  <a:pt x="5082900" y="19662"/>
                </a:lnTo>
                <a:close/>
                <a:moveTo>
                  <a:pt x="5172451" y="65741"/>
                </a:moveTo>
                <a:cubicBezTo>
                  <a:pt x="5170618" y="66223"/>
                  <a:pt x="5168723" y="66569"/>
                  <a:pt x="5166767" y="66777"/>
                </a:cubicBezTo>
                <a:cubicBezTo>
                  <a:pt x="5164810" y="66987"/>
                  <a:pt x="5162822" y="67092"/>
                  <a:pt x="5160803" y="67092"/>
                </a:cubicBezTo>
                <a:cubicBezTo>
                  <a:pt x="5154932" y="67092"/>
                  <a:pt x="5150553" y="65764"/>
                  <a:pt x="5147664" y="63108"/>
                </a:cubicBezTo>
                <a:cubicBezTo>
                  <a:pt x="5144775" y="60453"/>
                  <a:pt x="5143331" y="56376"/>
                  <a:pt x="5143331" y="50878"/>
                </a:cubicBezTo>
                <a:lnTo>
                  <a:pt x="5143331" y="26464"/>
                </a:lnTo>
                <a:lnTo>
                  <a:pt x="5130239" y="26464"/>
                </a:lnTo>
                <a:lnTo>
                  <a:pt x="5130239" y="19662"/>
                </a:lnTo>
                <a:lnTo>
                  <a:pt x="5143331" y="19662"/>
                </a:lnTo>
                <a:lnTo>
                  <a:pt x="5143331" y="6762"/>
                </a:lnTo>
                <a:lnTo>
                  <a:pt x="5151438" y="4659"/>
                </a:lnTo>
                <a:lnTo>
                  <a:pt x="5151438" y="19662"/>
                </a:lnTo>
                <a:lnTo>
                  <a:pt x="5172451" y="19662"/>
                </a:lnTo>
                <a:lnTo>
                  <a:pt x="5172451" y="26464"/>
                </a:lnTo>
                <a:lnTo>
                  <a:pt x="5151438" y="26464"/>
                </a:lnTo>
                <a:lnTo>
                  <a:pt x="5151438" y="50226"/>
                </a:lnTo>
                <a:cubicBezTo>
                  <a:pt x="5151438" y="53580"/>
                  <a:pt x="5152331" y="56089"/>
                  <a:pt x="5154117" y="57750"/>
                </a:cubicBezTo>
                <a:cubicBezTo>
                  <a:pt x="5155903" y="59412"/>
                  <a:pt x="5158535" y="60243"/>
                  <a:pt x="5162014" y="60243"/>
                </a:cubicBezTo>
                <a:cubicBezTo>
                  <a:pt x="5163505" y="60243"/>
                  <a:pt x="5165136" y="60123"/>
                  <a:pt x="5166906" y="59883"/>
                </a:cubicBezTo>
                <a:cubicBezTo>
                  <a:pt x="5168677" y="59643"/>
                  <a:pt x="5170525" y="59265"/>
                  <a:pt x="5172451" y="58752"/>
                </a:cubicBezTo>
                <a:lnTo>
                  <a:pt x="5172451" y="65741"/>
                </a:lnTo>
                <a:close/>
                <a:moveTo>
                  <a:pt x="5258731" y="26371"/>
                </a:moveTo>
                <a:lnTo>
                  <a:pt x="5244893" y="26371"/>
                </a:lnTo>
                <a:lnTo>
                  <a:pt x="5244893" y="19662"/>
                </a:lnTo>
                <a:lnTo>
                  <a:pt x="5266931" y="19662"/>
                </a:lnTo>
                <a:lnTo>
                  <a:pt x="5266931" y="59684"/>
                </a:lnTo>
                <a:lnTo>
                  <a:pt x="5280862" y="59684"/>
                </a:lnTo>
                <a:lnTo>
                  <a:pt x="5280862" y="66440"/>
                </a:lnTo>
                <a:lnTo>
                  <a:pt x="5243356" y="66440"/>
                </a:lnTo>
                <a:lnTo>
                  <a:pt x="5243356" y="59684"/>
                </a:lnTo>
                <a:lnTo>
                  <a:pt x="5258731" y="59684"/>
                </a:lnTo>
                <a:lnTo>
                  <a:pt x="5258731" y="26371"/>
                </a:lnTo>
                <a:moveTo>
                  <a:pt x="5261573" y="0"/>
                </a:moveTo>
                <a:cubicBezTo>
                  <a:pt x="5262474" y="0"/>
                  <a:pt x="5263312" y="163"/>
                  <a:pt x="5264089" y="489"/>
                </a:cubicBezTo>
                <a:cubicBezTo>
                  <a:pt x="5264865" y="815"/>
                  <a:pt x="5265541" y="1274"/>
                  <a:pt x="5266116" y="1864"/>
                </a:cubicBezTo>
                <a:cubicBezTo>
                  <a:pt x="5266690" y="2454"/>
                  <a:pt x="5267141" y="3129"/>
                  <a:pt x="5267467" y="3890"/>
                </a:cubicBezTo>
                <a:cubicBezTo>
                  <a:pt x="5267793" y="4651"/>
                  <a:pt x="5267956" y="5482"/>
                  <a:pt x="5267956" y="6383"/>
                </a:cubicBezTo>
                <a:cubicBezTo>
                  <a:pt x="5267956" y="7253"/>
                  <a:pt x="5267793" y="8076"/>
                  <a:pt x="5267467" y="8852"/>
                </a:cubicBezTo>
                <a:cubicBezTo>
                  <a:pt x="5267141" y="9629"/>
                  <a:pt x="5266690" y="10312"/>
                  <a:pt x="5266116" y="10902"/>
                </a:cubicBezTo>
                <a:cubicBezTo>
                  <a:pt x="5265541" y="11493"/>
                  <a:pt x="5264865" y="11951"/>
                  <a:pt x="5264089" y="12277"/>
                </a:cubicBezTo>
                <a:cubicBezTo>
                  <a:pt x="5263312" y="12603"/>
                  <a:pt x="5262474" y="12766"/>
                  <a:pt x="5261573" y="12766"/>
                </a:cubicBezTo>
                <a:cubicBezTo>
                  <a:pt x="5260672" y="12766"/>
                  <a:pt x="5259833" y="12603"/>
                  <a:pt x="5259057" y="12277"/>
                </a:cubicBezTo>
                <a:cubicBezTo>
                  <a:pt x="5258280" y="11951"/>
                  <a:pt x="5257605" y="11493"/>
                  <a:pt x="5257030" y="10902"/>
                </a:cubicBezTo>
                <a:cubicBezTo>
                  <a:pt x="5256456" y="10312"/>
                  <a:pt x="5256005" y="9629"/>
                  <a:pt x="5255679" y="8852"/>
                </a:cubicBezTo>
                <a:cubicBezTo>
                  <a:pt x="5255353" y="8076"/>
                  <a:pt x="5255190" y="7253"/>
                  <a:pt x="5255190" y="6383"/>
                </a:cubicBezTo>
                <a:cubicBezTo>
                  <a:pt x="5255190" y="5482"/>
                  <a:pt x="5255353" y="4651"/>
                  <a:pt x="5255679" y="3890"/>
                </a:cubicBezTo>
                <a:cubicBezTo>
                  <a:pt x="5256005" y="3129"/>
                  <a:pt x="5256456" y="2454"/>
                  <a:pt x="5257030" y="1864"/>
                </a:cubicBezTo>
                <a:cubicBezTo>
                  <a:pt x="5257605" y="1274"/>
                  <a:pt x="5258280" y="815"/>
                  <a:pt x="5259057" y="489"/>
                </a:cubicBezTo>
                <a:cubicBezTo>
                  <a:pt x="5259833" y="163"/>
                  <a:pt x="5260672" y="0"/>
                  <a:pt x="5261573" y="0"/>
                </a:cubicBezTo>
                <a:close/>
                <a:moveTo>
                  <a:pt x="5331695" y="53674"/>
                </a:moveTo>
                <a:cubicBezTo>
                  <a:pt x="5331695" y="55320"/>
                  <a:pt x="5331416" y="56795"/>
                  <a:pt x="5330857" y="58100"/>
                </a:cubicBezTo>
                <a:cubicBezTo>
                  <a:pt x="5330298" y="59404"/>
                  <a:pt x="5329537" y="60561"/>
                  <a:pt x="5328574" y="61571"/>
                </a:cubicBezTo>
                <a:cubicBezTo>
                  <a:pt x="5327611" y="62580"/>
                  <a:pt x="5326493" y="63442"/>
                  <a:pt x="5325219" y="64157"/>
                </a:cubicBezTo>
                <a:cubicBezTo>
                  <a:pt x="5323946" y="64871"/>
                  <a:pt x="5322587" y="65461"/>
                  <a:pt x="5321142" y="65927"/>
                </a:cubicBezTo>
                <a:cubicBezTo>
                  <a:pt x="5319698" y="66393"/>
                  <a:pt x="5318215" y="66735"/>
                  <a:pt x="5316693" y="66952"/>
                </a:cubicBezTo>
                <a:cubicBezTo>
                  <a:pt x="5315171" y="67170"/>
                  <a:pt x="5313680" y="67278"/>
                  <a:pt x="5312220" y="67278"/>
                </a:cubicBezTo>
                <a:cubicBezTo>
                  <a:pt x="5309052" y="67278"/>
                  <a:pt x="5306140" y="67139"/>
                  <a:pt x="5303484" y="66859"/>
                </a:cubicBezTo>
                <a:cubicBezTo>
                  <a:pt x="5300828" y="66579"/>
                  <a:pt x="5298227" y="66129"/>
                  <a:pt x="5295680" y="65508"/>
                </a:cubicBezTo>
                <a:lnTo>
                  <a:pt x="5295680" y="58053"/>
                </a:lnTo>
                <a:cubicBezTo>
                  <a:pt x="5298413" y="58830"/>
                  <a:pt x="5301131" y="59420"/>
                  <a:pt x="5303834" y="59824"/>
                </a:cubicBezTo>
                <a:cubicBezTo>
                  <a:pt x="5306536" y="60227"/>
                  <a:pt x="5309223" y="60429"/>
                  <a:pt x="5311894" y="60429"/>
                </a:cubicBezTo>
                <a:cubicBezTo>
                  <a:pt x="5315777" y="60429"/>
                  <a:pt x="5318650" y="59901"/>
                  <a:pt x="5320513" y="58845"/>
                </a:cubicBezTo>
                <a:cubicBezTo>
                  <a:pt x="5322377" y="57789"/>
                  <a:pt x="5323309" y="56283"/>
                  <a:pt x="5323309" y="54326"/>
                </a:cubicBezTo>
                <a:cubicBezTo>
                  <a:pt x="5323309" y="53487"/>
                  <a:pt x="5323161" y="52734"/>
                  <a:pt x="5322866" y="52066"/>
                </a:cubicBezTo>
                <a:cubicBezTo>
                  <a:pt x="5322571" y="51398"/>
                  <a:pt x="5322035" y="50762"/>
                  <a:pt x="5321259" y="50156"/>
                </a:cubicBezTo>
                <a:cubicBezTo>
                  <a:pt x="5320482" y="49550"/>
                  <a:pt x="5319279" y="48921"/>
                  <a:pt x="5317648" y="48269"/>
                </a:cubicBezTo>
                <a:cubicBezTo>
                  <a:pt x="5316017" y="47617"/>
                  <a:pt x="5313789" y="46871"/>
                  <a:pt x="5310962" y="46033"/>
                </a:cubicBezTo>
                <a:cubicBezTo>
                  <a:pt x="5308850" y="45411"/>
                  <a:pt x="5306901" y="44705"/>
                  <a:pt x="5305115" y="43913"/>
                </a:cubicBezTo>
                <a:cubicBezTo>
                  <a:pt x="5303329" y="43121"/>
                  <a:pt x="5301783" y="42181"/>
                  <a:pt x="5300479" y="41094"/>
                </a:cubicBezTo>
                <a:cubicBezTo>
                  <a:pt x="5299174" y="40007"/>
                  <a:pt x="5298149" y="38733"/>
                  <a:pt x="5297404" y="37273"/>
                </a:cubicBezTo>
                <a:cubicBezTo>
                  <a:pt x="5296658" y="35813"/>
                  <a:pt x="5296286" y="34090"/>
                  <a:pt x="5296286" y="32102"/>
                </a:cubicBezTo>
                <a:cubicBezTo>
                  <a:pt x="5296286" y="30797"/>
                  <a:pt x="5296589" y="29368"/>
                  <a:pt x="5297194" y="27815"/>
                </a:cubicBezTo>
                <a:cubicBezTo>
                  <a:pt x="5297800" y="26262"/>
                  <a:pt x="5298833" y="24818"/>
                  <a:pt x="5300293" y="23482"/>
                </a:cubicBezTo>
                <a:cubicBezTo>
                  <a:pt x="5301752" y="22147"/>
                  <a:pt x="5303725" y="21036"/>
                  <a:pt x="5306210" y="20151"/>
                </a:cubicBezTo>
                <a:cubicBezTo>
                  <a:pt x="5308695" y="19266"/>
                  <a:pt x="5311801" y="18823"/>
                  <a:pt x="5315528" y="18823"/>
                </a:cubicBezTo>
                <a:cubicBezTo>
                  <a:pt x="5317361" y="18823"/>
                  <a:pt x="5319395" y="18924"/>
                  <a:pt x="5321632" y="19126"/>
                </a:cubicBezTo>
                <a:cubicBezTo>
                  <a:pt x="5323868" y="19328"/>
                  <a:pt x="5326197" y="19677"/>
                  <a:pt x="5328620" y="20174"/>
                </a:cubicBezTo>
                <a:lnTo>
                  <a:pt x="5328620" y="27396"/>
                </a:lnTo>
                <a:cubicBezTo>
                  <a:pt x="5326073" y="26775"/>
                  <a:pt x="5323658" y="26316"/>
                  <a:pt x="5321375" y="26021"/>
                </a:cubicBezTo>
                <a:cubicBezTo>
                  <a:pt x="5319092" y="25726"/>
                  <a:pt x="5317112" y="25579"/>
                  <a:pt x="5315435" y="25579"/>
                </a:cubicBezTo>
                <a:cubicBezTo>
                  <a:pt x="5313416" y="25579"/>
                  <a:pt x="5311715" y="25734"/>
                  <a:pt x="5310333" y="26045"/>
                </a:cubicBezTo>
                <a:cubicBezTo>
                  <a:pt x="5308951" y="26355"/>
                  <a:pt x="5307833" y="26782"/>
                  <a:pt x="5306978" y="27326"/>
                </a:cubicBezTo>
                <a:cubicBezTo>
                  <a:pt x="5306124" y="27870"/>
                  <a:pt x="5305511" y="28506"/>
                  <a:pt x="5305138" y="29236"/>
                </a:cubicBezTo>
                <a:cubicBezTo>
                  <a:pt x="5304765" y="29966"/>
                  <a:pt x="5304579" y="30750"/>
                  <a:pt x="5304579" y="31589"/>
                </a:cubicBezTo>
                <a:cubicBezTo>
                  <a:pt x="5304579" y="32428"/>
                  <a:pt x="5304742" y="33189"/>
                  <a:pt x="5305068" y="33872"/>
                </a:cubicBezTo>
                <a:cubicBezTo>
                  <a:pt x="5305394" y="34555"/>
                  <a:pt x="5306000" y="35215"/>
                  <a:pt x="5306885" y="35852"/>
                </a:cubicBezTo>
                <a:cubicBezTo>
                  <a:pt x="5307771" y="36489"/>
                  <a:pt x="5309005" y="37126"/>
                  <a:pt x="5310589" y="37762"/>
                </a:cubicBezTo>
                <a:cubicBezTo>
                  <a:pt x="5312173" y="38399"/>
                  <a:pt x="5314239" y="39090"/>
                  <a:pt x="5316786" y="39836"/>
                </a:cubicBezTo>
                <a:cubicBezTo>
                  <a:pt x="5319550" y="40643"/>
                  <a:pt x="5321880" y="41490"/>
                  <a:pt x="5323775" y="42375"/>
                </a:cubicBezTo>
                <a:cubicBezTo>
                  <a:pt x="5325669" y="43260"/>
                  <a:pt x="5327207" y="44246"/>
                  <a:pt x="5328387" y="45334"/>
                </a:cubicBezTo>
                <a:cubicBezTo>
                  <a:pt x="5329568" y="46421"/>
                  <a:pt x="5330414" y="47648"/>
                  <a:pt x="5330927" y="49014"/>
                </a:cubicBezTo>
                <a:cubicBezTo>
                  <a:pt x="5331439" y="50381"/>
                  <a:pt x="5331695" y="51934"/>
                  <a:pt x="5331695" y="53674"/>
                </a:cubicBezTo>
                <a:close/>
                <a:moveTo>
                  <a:pt x="5417418" y="26371"/>
                </a:moveTo>
                <a:lnTo>
                  <a:pt x="5403580" y="26371"/>
                </a:lnTo>
                <a:lnTo>
                  <a:pt x="5403580" y="19662"/>
                </a:lnTo>
                <a:lnTo>
                  <a:pt x="5425618" y="19662"/>
                </a:lnTo>
                <a:lnTo>
                  <a:pt x="5425618" y="59684"/>
                </a:lnTo>
                <a:lnTo>
                  <a:pt x="5439549" y="59684"/>
                </a:lnTo>
                <a:lnTo>
                  <a:pt x="5439549" y="66440"/>
                </a:lnTo>
                <a:lnTo>
                  <a:pt x="5402043" y="66440"/>
                </a:lnTo>
                <a:lnTo>
                  <a:pt x="5402043" y="59684"/>
                </a:lnTo>
                <a:lnTo>
                  <a:pt x="5417418" y="59684"/>
                </a:lnTo>
                <a:lnTo>
                  <a:pt x="5417418" y="26371"/>
                </a:lnTo>
                <a:moveTo>
                  <a:pt x="5420260" y="0"/>
                </a:moveTo>
                <a:cubicBezTo>
                  <a:pt x="5421161" y="0"/>
                  <a:pt x="5421999" y="163"/>
                  <a:pt x="5422776" y="489"/>
                </a:cubicBezTo>
                <a:cubicBezTo>
                  <a:pt x="5423552" y="815"/>
                  <a:pt x="5424228" y="1274"/>
                  <a:pt x="5424803" y="1864"/>
                </a:cubicBezTo>
                <a:cubicBezTo>
                  <a:pt x="5425377" y="2454"/>
                  <a:pt x="5425828" y="3129"/>
                  <a:pt x="5426154" y="3890"/>
                </a:cubicBezTo>
                <a:cubicBezTo>
                  <a:pt x="5426480" y="4651"/>
                  <a:pt x="5426643" y="5482"/>
                  <a:pt x="5426643" y="6383"/>
                </a:cubicBezTo>
                <a:cubicBezTo>
                  <a:pt x="5426643" y="7253"/>
                  <a:pt x="5426480" y="8076"/>
                  <a:pt x="5426154" y="8852"/>
                </a:cubicBezTo>
                <a:cubicBezTo>
                  <a:pt x="5425828" y="9629"/>
                  <a:pt x="5425377" y="10312"/>
                  <a:pt x="5424803" y="10902"/>
                </a:cubicBezTo>
                <a:cubicBezTo>
                  <a:pt x="5424228" y="11493"/>
                  <a:pt x="5423552" y="11951"/>
                  <a:pt x="5422776" y="12277"/>
                </a:cubicBezTo>
                <a:cubicBezTo>
                  <a:pt x="5421999" y="12603"/>
                  <a:pt x="5421161" y="12766"/>
                  <a:pt x="5420260" y="12766"/>
                </a:cubicBezTo>
                <a:cubicBezTo>
                  <a:pt x="5419359" y="12766"/>
                  <a:pt x="5418520" y="12603"/>
                  <a:pt x="5417744" y="12277"/>
                </a:cubicBezTo>
                <a:cubicBezTo>
                  <a:pt x="5416967" y="11951"/>
                  <a:pt x="5416292" y="11493"/>
                  <a:pt x="5415717" y="10902"/>
                </a:cubicBezTo>
                <a:cubicBezTo>
                  <a:pt x="5415143" y="10312"/>
                  <a:pt x="5414692" y="9629"/>
                  <a:pt x="5414366" y="8852"/>
                </a:cubicBezTo>
                <a:cubicBezTo>
                  <a:pt x="5414040" y="8076"/>
                  <a:pt x="5413877" y="7253"/>
                  <a:pt x="5413877" y="6383"/>
                </a:cubicBezTo>
                <a:cubicBezTo>
                  <a:pt x="5413877" y="5482"/>
                  <a:pt x="5414040" y="4651"/>
                  <a:pt x="5414366" y="3890"/>
                </a:cubicBezTo>
                <a:cubicBezTo>
                  <a:pt x="5414692" y="3129"/>
                  <a:pt x="5415143" y="2454"/>
                  <a:pt x="5415717" y="1864"/>
                </a:cubicBezTo>
                <a:cubicBezTo>
                  <a:pt x="5416292" y="1274"/>
                  <a:pt x="5416967" y="815"/>
                  <a:pt x="5417744" y="489"/>
                </a:cubicBezTo>
                <a:cubicBezTo>
                  <a:pt x="5418520" y="163"/>
                  <a:pt x="5419359" y="0"/>
                  <a:pt x="5420260" y="0"/>
                </a:cubicBezTo>
                <a:close/>
                <a:moveTo>
                  <a:pt x="5485702" y="66440"/>
                </a:moveTo>
                <a:lnTo>
                  <a:pt x="5485702" y="32847"/>
                </a:lnTo>
                <a:cubicBezTo>
                  <a:pt x="5485702" y="31387"/>
                  <a:pt x="5485648" y="30191"/>
                  <a:pt x="5485539" y="29260"/>
                </a:cubicBezTo>
                <a:cubicBezTo>
                  <a:pt x="5485430" y="28328"/>
                  <a:pt x="5485259" y="27590"/>
                  <a:pt x="5485026" y="27046"/>
                </a:cubicBezTo>
                <a:cubicBezTo>
                  <a:pt x="5484793" y="26503"/>
                  <a:pt x="5484498" y="26122"/>
                  <a:pt x="5484141" y="25905"/>
                </a:cubicBezTo>
                <a:cubicBezTo>
                  <a:pt x="5483784" y="25688"/>
                  <a:pt x="5483341" y="25579"/>
                  <a:pt x="5482813" y="25579"/>
                </a:cubicBezTo>
                <a:cubicBezTo>
                  <a:pt x="5482192" y="25579"/>
                  <a:pt x="5481617" y="25765"/>
                  <a:pt x="5481089" y="26138"/>
                </a:cubicBezTo>
                <a:cubicBezTo>
                  <a:pt x="5480561" y="26511"/>
                  <a:pt x="5479995" y="27116"/>
                  <a:pt x="5479389" y="27955"/>
                </a:cubicBezTo>
                <a:cubicBezTo>
                  <a:pt x="5478783" y="28794"/>
                  <a:pt x="5478115" y="29904"/>
                  <a:pt x="5477385" y="31286"/>
                </a:cubicBezTo>
                <a:cubicBezTo>
                  <a:pt x="5476655" y="32668"/>
                  <a:pt x="5475794" y="34369"/>
                  <a:pt x="5474800" y="36388"/>
                </a:cubicBezTo>
                <a:lnTo>
                  <a:pt x="5474800" y="66440"/>
                </a:lnTo>
                <a:lnTo>
                  <a:pt x="5467391" y="66440"/>
                </a:lnTo>
                <a:lnTo>
                  <a:pt x="5467391" y="33732"/>
                </a:lnTo>
                <a:cubicBezTo>
                  <a:pt x="5467391" y="32024"/>
                  <a:pt x="5467337" y="30642"/>
                  <a:pt x="5467228" y="29586"/>
                </a:cubicBezTo>
                <a:cubicBezTo>
                  <a:pt x="5467120" y="28530"/>
                  <a:pt x="5466949" y="27706"/>
                  <a:pt x="5466716" y="27116"/>
                </a:cubicBezTo>
                <a:cubicBezTo>
                  <a:pt x="5466483" y="26526"/>
                  <a:pt x="5466180" y="26122"/>
                  <a:pt x="5465807" y="25905"/>
                </a:cubicBezTo>
                <a:cubicBezTo>
                  <a:pt x="5465435" y="25688"/>
                  <a:pt x="5464984" y="25579"/>
                  <a:pt x="5464456" y="25579"/>
                </a:cubicBezTo>
                <a:cubicBezTo>
                  <a:pt x="5463897" y="25579"/>
                  <a:pt x="5463369" y="25734"/>
                  <a:pt x="5462872" y="26045"/>
                </a:cubicBezTo>
                <a:cubicBezTo>
                  <a:pt x="5462375" y="26355"/>
                  <a:pt x="5461824" y="26914"/>
                  <a:pt x="5461218" y="27722"/>
                </a:cubicBezTo>
                <a:cubicBezTo>
                  <a:pt x="5460612" y="28530"/>
                  <a:pt x="5459937" y="29632"/>
                  <a:pt x="5459191" y="31030"/>
                </a:cubicBezTo>
                <a:cubicBezTo>
                  <a:pt x="5458446" y="32428"/>
                  <a:pt x="5457561" y="34214"/>
                  <a:pt x="5456536" y="36388"/>
                </a:cubicBezTo>
                <a:lnTo>
                  <a:pt x="5456536" y="66440"/>
                </a:lnTo>
                <a:lnTo>
                  <a:pt x="5449081" y="66440"/>
                </a:lnTo>
                <a:lnTo>
                  <a:pt x="5449081" y="19662"/>
                </a:lnTo>
                <a:lnTo>
                  <a:pt x="5455278" y="19662"/>
                </a:lnTo>
                <a:lnTo>
                  <a:pt x="5455650" y="28561"/>
                </a:lnTo>
                <a:cubicBezTo>
                  <a:pt x="5456458" y="26790"/>
                  <a:pt x="5457242" y="25284"/>
                  <a:pt x="5458003" y="24041"/>
                </a:cubicBezTo>
                <a:cubicBezTo>
                  <a:pt x="5458764" y="22799"/>
                  <a:pt x="5459549" y="21797"/>
                  <a:pt x="5460356" y="21036"/>
                </a:cubicBezTo>
                <a:cubicBezTo>
                  <a:pt x="5461164" y="20275"/>
                  <a:pt x="5462026" y="19716"/>
                  <a:pt x="5462942" y="19359"/>
                </a:cubicBezTo>
                <a:cubicBezTo>
                  <a:pt x="5463858" y="19002"/>
                  <a:pt x="5464876" y="18823"/>
                  <a:pt x="5465994" y="18823"/>
                </a:cubicBezTo>
                <a:cubicBezTo>
                  <a:pt x="5468510" y="18823"/>
                  <a:pt x="5470420" y="19646"/>
                  <a:pt x="5471725" y="21292"/>
                </a:cubicBezTo>
                <a:cubicBezTo>
                  <a:pt x="5473029" y="22939"/>
                  <a:pt x="5473681" y="25486"/>
                  <a:pt x="5473681" y="28933"/>
                </a:cubicBezTo>
                <a:cubicBezTo>
                  <a:pt x="5474427" y="27318"/>
                  <a:pt x="5475157" y="25882"/>
                  <a:pt x="5475871" y="24624"/>
                </a:cubicBezTo>
                <a:cubicBezTo>
                  <a:pt x="5476586" y="23366"/>
                  <a:pt x="5477354" y="22310"/>
                  <a:pt x="5478177" y="21455"/>
                </a:cubicBezTo>
                <a:cubicBezTo>
                  <a:pt x="5479001" y="20601"/>
                  <a:pt x="5479909" y="19949"/>
                  <a:pt x="5480903" y="19499"/>
                </a:cubicBezTo>
                <a:cubicBezTo>
                  <a:pt x="5481897" y="19048"/>
                  <a:pt x="5483046" y="18823"/>
                  <a:pt x="5484351" y="18823"/>
                </a:cubicBezTo>
                <a:cubicBezTo>
                  <a:pt x="5490221" y="18823"/>
                  <a:pt x="5493157" y="23342"/>
                  <a:pt x="5493157" y="32381"/>
                </a:cubicBezTo>
                <a:lnTo>
                  <a:pt x="5493157" y="66440"/>
                </a:lnTo>
                <a:lnTo>
                  <a:pt x="5485702" y="66440"/>
                </a:lnTo>
                <a:close/>
                <a:moveTo>
                  <a:pt x="5544131" y="42212"/>
                </a:moveTo>
                <a:cubicBezTo>
                  <a:pt x="5544131" y="46374"/>
                  <a:pt x="5543549" y="50008"/>
                  <a:pt x="5542384" y="53114"/>
                </a:cubicBezTo>
                <a:cubicBezTo>
                  <a:pt x="5541219" y="56221"/>
                  <a:pt x="5539612" y="58799"/>
                  <a:pt x="5537562" y="60849"/>
                </a:cubicBezTo>
                <a:cubicBezTo>
                  <a:pt x="5535512" y="62899"/>
                  <a:pt x="5533089" y="64436"/>
                  <a:pt x="5530294" y="65461"/>
                </a:cubicBezTo>
                <a:cubicBezTo>
                  <a:pt x="5527498" y="66486"/>
                  <a:pt x="5524470" y="66999"/>
                  <a:pt x="5521208" y="66999"/>
                </a:cubicBezTo>
                <a:cubicBezTo>
                  <a:pt x="5519717" y="66999"/>
                  <a:pt x="5518234" y="66921"/>
                  <a:pt x="5516759" y="66766"/>
                </a:cubicBezTo>
                <a:cubicBezTo>
                  <a:pt x="5515283" y="66610"/>
                  <a:pt x="5513785" y="66346"/>
                  <a:pt x="5512263" y="65974"/>
                </a:cubicBezTo>
                <a:lnTo>
                  <a:pt x="5512263" y="85542"/>
                </a:lnTo>
                <a:lnTo>
                  <a:pt x="5504156" y="85542"/>
                </a:lnTo>
                <a:lnTo>
                  <a:pt x="5504156" y="19662"/>
                </a:lnTo>
                <a:lnTo>
                  <a:pt x="5511377" y="19662"/>
                </a:lnTo>
                <a:lnTo>
                  <a:pt x="5511890" y="27489"/>
                </a:lnTo>
                <a:cubicBezTo>
                  <a:pt x="5514220" y="24290"/>
                  <a:pt x="5516704" y="22046"/>
                  <a:pt x="5519345" y="20757"/>
                </a:cubicBezTo>
                <a:cubicBezTo>
                  <a:pt x="5521985" y="19468"/>
                  <a:pt x="5524842" y="18823"/>
                  <a:pt x="5527917" y="18823"/>
                </a:cubicBezTo>
                <a:cubicBezTo>
                  <a:pt x="5530589" y="18823"/>
                  <a:pt x="5532934" y="19382"/>
                  <a:pt x="5534953" y="20500"/>
                </a:cubicBezTo>
                <a:cubicBezTo>
                  <a:pt x="5536972" y="21619"/>
                  <a:pt x="5538665" y="23195"/>
                  <a:pt x="5540031" y="25229"/>
                </a:cubicBezTo>
                <a:cubicBezTo>
                  <a:pt x="5541398" y="27264"/>
                  <a:pt x="5542423" y="29718"/>
                  <a:pt x="5543106" y="32591"/>
                </a:cubicBezTo>
                <a:cubicBezTo>
                  <a:pt x="5543790" y="35464"/>
                  <a:pt x="5544131" y="38671"/>
                  <a:pt x="5544131" y="42212"/>
                </a:cubicBezTo>
                <a:moveTo>
                  <a:pt x="5535838" y="42585"/>
                </a:moveTo>
                <a:cubicBezTo>
                  <a:pt x="5535838" y="40131"/>
                  <a:pt x="5535659" y="37879"/>
                  <a:pt x="5535302" y="35829"/>
                </a:cubicBezTo>
                <a:cubicBezTo>
                  <a:pt x="5534945" y="33779"/>
                  <a:pt x="5534378" y="32024"/>
                  <a:pt x="5533602" y="30564"/>
                </a:cubicBezTo>
                <a:cubicBezTo>
                  <a:pt x="5532825" y="29104"/>
                  <a:pt x="5531831" y="27963"/>
                  <a:pt x="5530620" y="27140"/>
                </a:cubicBezTo>
                <a:cubicBezTo>
                  <a:pt x="5529408" y="26316"/>
                  <a:pt x="5527964" y="25905"/>
                  <a:pt x="5526287" y="25905"/>
                </a:cubicBezTo>
                <a:cubicBezTo>
                  <a:pt x="5525262" y="25905"/>
                  <a:pt x="5524221" y="26068"/>
                  <a:pt x="5523165" y="26394"/>
                </a:cubicBezTo>
                <a:cubicBezTo>
                  <a:pt x="5522109" y="26720"/>
                  <a:pt x="5521014" y="27264"/>
                  <a:pt x="5519880" y="28025"/>
                </a:cubicBezTo>
                <a:cubicBezTo>
                  <a:pt x="5518747" y="28786"/>
                  <a:pt x="5517551" y="29795"/>
                  <a:pt x="5516293" y="31053"/>
                </a:cubicBezTo>
                <a:cubicBezTo>
                  <a:pt x="5515035" y="32311"/>
                  <a:pt x="5513691" y="33872"/>
                  <a:pt x="5512263" y="35736"/>
                </a:cubicBezTo>
                <a:lnTo>
                  <a:pt x="5512263" y="58426"/>
                </a:lnTo>
                <a:cubicBezTo>
                  <a:pt x="5513754" y="59047"/>
                  <a:pt x="5515322" y="59536"/>
                  <a:pt x="5516968" y="59894"/>
                </a:cubicBezTo>
                <a:cubicBezTo>
                  <a:pt x="5518615" y="60251"/>
                  <a:pt x="5520230" y="60429"/>
                  <a:pt x="5521814" y="60429"/>
                </a:cubicBezTo>
                <a:cubicBezTo>
                  <a:pt x="5526194" y="60429"/>
                  <a:pt x="5529626" y="58946"/>
                  <a:pt x="5532111" y="55980"/>
                </a:cubicBezTo>
                <a:cubicBezTo>
                  <a:pt x="5534596" y="53013"/>
                  <a:pt x="5535838" y="48548"/>
                  <a:pt x="5535838" y="42585"/>
                </a:cubicBezTo>
                <a:close/>
                <a:moveTo>
                  <a:pt x="5571903" y="7222"/>
                </a:moveTo>
                <a:lnTo>
                  <a:pt x="5558065" y="7222"/>
                </a:lnTo>
                <a:lnTo>
                  <a:pt x="5558065" y="559"/>
                </a:lnTo>
                <a:lnTo>
                  <a:pt x="5580103" y="559"/>
                </a:lnTo>
                <a:lnTo>
                  <a:pt x="5580103" y="59684"/>
                </a:lnTo>
                <a:lnTo>
                  <a:pt x="5594034" y="59684"/>
                </a:lnTo>
                <a:lnTo>
                  <a:pt x="5594034" y="66440"/>
                </a:lnTo>
                <a:lnTo>
                  <a:pt x="5556528" y="66440"/>
                </a:lnTo>
                <a:lnTo>
                  <a:pt x="5556528" y="59684"/>
                </a:lnTo>
                <a:lnTo>
                  <a:pt x="5571903" y="59684"/>
                </a:lnTo>
                <a:lnTo>
                  <a:pt x="5571903" y="7222"/>
                </a:lnTo>
                <a:close/>
                <a:moveTo>
                  <a:pt x="5647292" y="40581"/>
                </a:moveTo>
                <a:cubicBezTo>
                  <a:pt x="5647292" y="41731"/>
                  <a:pt x="5647276" y="42693"/>
                  <a:pt x="5647245" y="43470"/>
                </a:cubicBezTo>
                <a:cubicBezTo>
                  <a:pt x="5647214" y="44246"/>
                  <a:pt x="5647167" y="44976"/>
                  <a:pt x="5647105" y="45660"/>
                </a:cubicBezTo>
                <a:lnTo>
                  <a:pt x="5614258" y="45660"/>
                </a:lnTo>
                <a:cubicBezTo>
                  <a:pt x="5614258" y="50443"/>
                  <a:pt x="5615594" y="54116"/>
                  <a:pt x="5618265" y="56679"/>
                </a:cubicBezTo>
                <a:cubicBezTo>
                  <a:pt x="5620936" y="59241"/>
                  <a:pt x="5624788" y="60522"/>
                  <a:pt x="5629820" y="60522"/>
                </a:cubicBezTo>
                <a:cubicBezTo>
                  <a:pt x="5631186" y="60522"/>
                  <a:pt x="5632553" y="60467"/>
                  <a:pt x="5633920" y="60357"/>
                </a:cubicBezTo>
                <a:cubicBezTo>
                  <a:pt x="5635286" y="60245"/>
                  <a:pt x="5636607" y="60094"/>
                  <a:pt x="5637880" y="59904"/>
                </a:cubicBezTo>
                <a:cubicBezTo>
                  <a:pt x="5639154" y="59712"/>
                  <a:pt x="5640373" y="59498"/>
                  <a:pt x="5641537" y="59260"/>
                </a:cubicBezTo>
                <a:cubicBezTo>
                  <a:pt x="5642702" y="59021"/>
                  <a:pt x="5643782" y="58759"/>
                  <a:pt x="5644776" y="58472"/>
                </a:cubicBezTo>
                <a:lnTo>
                  <a:pt x="5644776" y="65135"/>
                </a:lnTo>
                <a:cubicBezTo>
                  <a:pt x="5642570" y="65770"/>
                  <a:pt x="5640078" y="66286"/>
                  <a:pt x="5637298" y="66683"/>
                </a:cubicBezTo>
                <a:cubicBezTo>
                  <a:pt x="5634518" y="67080"/>
                  <a:pt x="5631637" y="67278"/>
                  <a:pt x="5628655" y="67278"/>
                </a:cubicBezTo>
                <a:cubicBezTo>
                  <a:pt x="5624648" y="67278"/>
                  <a:pt x="5621200" y="66735"/>
                  <a:pt x="5618312" y="65648"/>
                </a:cubicBezTo>
                <a:cubicBezTo>
                  <a:pt x="5615423" y="64560"/>
                  <a:pt x="5613054" y="62984"/>
                  <a:pt x="5611206" y="60919"/>
                </a:cubicBezTo>
                <a:cubicBezTo>
                  <a:pt x="5609358" y="58853"/>
                  <a:pt x="5607991" y="56321"/>
                  <a:pt x="5607106" y="53324"/>
                </a:cubicBezTo>
                <a:cubicBezTo>
                  <a:pt x="5606221" y="50327"/>
                  <a:pt x="5605778" y="46933"/>
                  <a:pt x="5605778" y="43144"/>
                </a:cubicBezTo>
                <a:cubicBezTo>
                  <a:pt x="5605778" y="39851"/>
                  <a:pt x="5606252" y="36737"/>
                  <a:pt x="5607199" y="33802"/>
                </a:cubicBezTo>
                <a:cubicBezTo>
                  <a:pt x="5608147" y="30867"/>
                  <a:pt x="5609529" y="28289"/>
                  <a:pt x="5611346" y="26068"/>
                </a:cubicBezTo>
                <a:cubicBezTo>
                  <a:pt x="5613163" y="23847"/>
                  <a:pt x="5615392" y="22084"/>
                  <a:pt x="5618032" y="20780"/>
                </a:cubicBezTo>
                <a:cubicBezTo>
                  <a:pt x="5620672" y="19475"/>
                  <a:pt x="5623670" y="18823"/>
                  <a:pt x="5627024" y="18823"/>
                </a:cubicBezTo>
                <a:cubicBezTo>
                  <a:pt x="5630286" y="18823"/>
                  <a:pt x="5633174" y="19336"/>
                  <a:pt x="5635690" y="20361"/>
                </a:cubicBezTo>
                <a:cubicBezTo>
                  <a:pt x="5638206" y="21386"/>
                  <a:pt x="5640326" y="22838"/>
                  <a:pt x="5642050" y="24717"/>
                </a:cubicBezTo>
                <a:cubicBezTo>
                  <a:pt x="5643774" y="26596"/>
                  <a:pt x="5645078" y="28879"/>
                  <a:pt x="5645964" y="31566"/>
                </a:cubicBezTo>
                <a:cubicBezTo>
                  <a:pt x="5646849" y="34253"/>
                  <a:pt x="5647292" y="37258"/>
                  <a:pt x="5647292" y="40581"/>
                </a:cubicBezTo>
                <a:moveTo>
                  <a:pt x="5638858" y="39416"/>
                </a:moveTo>
                <a:cubicBezTo>
                  <a:pt x="5638952" y="37335"/>
                  <a:pt x="5638750" y="35433"/>
                  <a:pt x="5638253" y="33709"/>
                </a:cubicBezTo>
                <a:cubicBezTo>
                  <a:pt x="5637756" y="31985"/>
                  <a:pt x="5636987" y="30502"/>
                  <a:pt x="5635946" y="29260"/>
                </a:cubicBezTo>
                <a:cubicBezTo>
                  <a:pt x="5634906" y="28017"/>
                  <a:pt x="5633609" y="27046"/>
                  <a:pt x="5632056" y="26348"/>
                </a:cubicBezTo>
                <a:cubicBezTo>
                  <a:pt x="5630503" y="25649"/>
                  <a:pt x="5628701" y="25299"/>
                  <a:pt x="5626651" y="25299"/>
                </a:cubicBezTo>
                <a:cubicBezTo>
                  <a:pt x="5624881" y="25299"/>
                  <a:pt x="5623266" y="25641"/>
                  <a:pt x="5621806" y="26324"/>
                </a:cubicBezTo>
                <a:cubicBezTo>
                  <a:pt x="5620346" y="27008"/>
                  <a:pt x="5619088" y="27970"/>
                  <a:pt x="5618032" y="29213"/>
                </a:cubicBezTo>
                <a:cubicBezTo>
                  <a:pt x="5616976" y="30455"/>
                  <a:pt x="5616122" y="31946"/>
                  <a:pt x="5615469" y="33686"/>
                </a:cubicBezTo>
                <a:cubicBezTo>
                  <a:pt x="5614817" y="35425"/>
                  <a:pt x="5614413" y="37335"/>
                  <a:pt x="5614258" y="39416"/>
                </a:cubicBezTo>
                <a:lnTo>
                  <a:pt x="5638858" y="39416"/>
                </a:lnTo>
                <a:close/>
                <a:moveTo>
                  <a:pt x="5692954" y="66440"/>
                </a:moveTo>
                <a:lnTo>
                  <a:pt x="5692954" y="32847"/>
                </a:lnTo>
                <a:cubicBezTo>
                  <a:pt x="5692954" y="31387"/>
                  <a:pt x="5692900" y="30191"/>
                  <a:pt x="5692791" y="29260"/>
                </a:cubicBezTo>
                <a:cubicBezTo>
                  <a:pt x="5692683" y="28328"/>
                  <a:pt x="5692512" y="27590"/>
                  <a:pt x="5692279" y="27046"/>
                </a:cubicBezTo>
                <a:cubicBezTo>
                  <a:pt x="5692046" y="26503"/>
                  <a:pt x="5691751" y="26122"/>
                  <a:pt x="5691394" y="25905"/>
                </a:cubicBezTo>
                <a:cubicBezTo>
                  <a:pt x="5691036" y="25688"/>
                  <a:pt x="5690594" y="25579"/>
                  <a:pt x="5690066" y="25579"/>
                </a:cubicBezTo>
                <a:cubicBezTo>
                  <a:pt x="5689445" y="25579"/>
                  <a:pt x="5688870" y="25765"/>
                  <a:pt x="5688342" y="26138"/>
                </a:cubicBezTo>
                <a:cubicBezTo>
                  <a:pt x="5687814" y="26511"/>
                  <a:pt x="5687247" y="27116"/>
                  <a:pt x="5686641" y="27955"/>
                </a:cubicBezTo>
                <a:cubicBezTo>
                  <a:pt x="5686036" y="28794"/>
                  <a:pt x="5685368" y="29904"/>
                  <a:pt x="5684638" y="31286"/>
                </a:cubicBezTo>
                <a:cubicBezTo>
                  <a:pt x="5683908" y="32668"/>
                  <a:pt x="5683046" y="34369"/>
                  <a:pt x="5682052" y="36388"/>
                </a:cubicBezTo>
                <a:lnTo>
                  <a:pt x="5682052" y="66440"/>
                </a:lnTo>
                <a:lnTo>
                  <a:pt x="5674644" y="66440"/>
                </a:lnTo>
                <a:lnTo>
                  <a:pt x="5674644" y="33732"/>
                </a:lnTo>
                <a:cubicBezTo>
                  <a:pt x="5674644" y="32024"/>
                  <a:pt x="5674590" y="30642"/>
                  <a:pt x="5674481" y="29586"/>
                </a:cubicBezTo>
                <a:cubicBezTo>
                  <a:pt x="5674372" y="28530"/>
                  <a:pt x="5674201" y="27706"/>
                  <a:pt x="5673968" y="27116"/>
                </a:cubicBezTo>
                <a:cubicBezTo>
                  <a:pt x="5673735" y="26526"/>
                  <a:pt x="5673433" y="26122"/>
                  <a:pt x="5673060" y="25905"/>
                </a:cubicBezTo>
                <a:cubicBezTo>
                  <a:pt x="5672687" y="25688"/>
                  <a:pt x="5672237" y="25579"/>
                  <a:pt x="5671709" y="25579"/>
                </a:cubicBezTo>
                <a:cubicBezTo>
                  <a:pt x="5671150" y="25579"/>
                  <a:pt x="5670622" y="25734"/>
                  <a:pt x="5670125" y="26045"/>
                </a:cubicBezTo>
                <a:cubicBezTo>
                  <a:pt x="5669628" y="26355"/>
                  <a:pt x="5669076" y="26914"/>
                  <a:pt x="5668471" y="27722"/>
                </a:cubicBezTo>
                <a:cubicBezTo>
                  <a:pt x="5667865" y="28530"/>
                  <a:pt x="5667189" y="29632"/>
                  <a:pt x="5666444" y="31030"/>
                </a:cubicBezTo>
                <a:cubicBezTo>
                  <a:pt x="5665698" y="32428"/>
                  <a:pt x="5664813" y="34214"/>
                  <a:pt x="5663788" y="36388"/>
                </a:cubicBezTo>
                <a:lnTo>
                  <a:pt x="5663788" y="66440"/>
                </a:lnTo>
                <a:lnTo>
                  <a:pt x="5656333" y="66440"/>
                </a:lnTo>
                <a:lnTo>
                  <a:pt x="5656333" y="19662"/>
                </a:lnTo>
                <a:lnTo>
                  <a:pt x="5662530" y="19662"/>
                </a:lnTo>
                <a:lnTo>
                  <a:pt x="5662903" y="28561"/>
                </a:lnTo>
                <a:cubicBezTo>
                  <a:pt x="5663710" y="26790"/>
                  <a:pt x="5664495" y="25284"/>
                  <a:pt x="5665256" y="24041"/>
                </a:cubicBezTo>
                <a:cubicBezTo>
                  <a:pt x="5666017" y="22799"/>
                  <a:pt x="5666801" y="21797"/>
                  <a:pt x="5667609" y="21036"/>
                </a:cubicBezTo>
                <a:cubicBezTo>
                  <a:pt x="5668416" y="20275"/>
                  <a:pt x="5669278" y="19716"/>
                  <a:pt x="5670194" y="19359"/>
                </a:cubicBezTo>
                <a:cubicBezTo>
                  <a:pt x="5671111" y="19002"/>
                  <a:pt x="5672128" y="18823"/>
                  <a:pt x="5673246" y="18823"/>
                </a:cubicBezTo>
                <a:cubicBezTo>
                  <a:pt x="5675762" y="18823"/>
                  <a:pt x="5677672" y="19646"/>
                  <a:pt x="5678977" y="21292"/>
                </a:cubicBezTo>
                <a:cubicBezTo>
                  <a:pt x="5680282" y="22939"/>
                  <a:pt x="5680934" y="25486"/>
                  <a:pt x="5680934" y="28933"/>
                </a:cubicBezTo>
                <a:cubicBezTo>
                  <a:pt x="5681679" y="27318"/>
                  <a:pt x="5682409" y="25882"/>
                  <a:pt x="5683124" y="24624"/>
                </a:cubicBezTo>
                <a:cubicBezTo>
                  <a:pt x="5683838" y="23366"/>
                  <a:pt x="5684607" y="22310"/>
                  <a:pt x="5685430" y="21455"/>
                </a:cubicBezTo>
                <a:cubicBezTo>
                  <a:pt x="5686253" y="20601"/>
                  <a:pt x="5687162" y="19949"/>
                  <a:pt x="5688156" y="19499"/>
                </a:cubicBezTo>
                <a:cubicBezTo>
                  <a:pt x="5689149" y="19048"/>
                  <a:pt x="5690299" y="18823"/>
                  <a:pt x="5691603" y="18823"/>
                </a:cubicBezTo>
                <a:cubicBezTo>
                  <a:pt x="5697474" y="18823"/>
                  <a:pt x="5700409" y="23342"/>
                  <a:pt x="5700409" y="32381"/>
                </a:cubicBezTo>
                <a:lnTo>
                  <a:pt x="5700409" y="66440"/>
                </a:lnTo>
                <a:lnTo>
                  <a:pt x="5692954" y="66440"/>
                </a:lnTo>
                <a:close/>
                <a:moveTo>
                  <a:pt x="5750918" y="40581"/>
                </a:moveTo>
                <a:cubicBezTo>
                  <a:pt x="5750918" y="41731"/>
                  <a:pt x="5750902" y="42693"/>
                  <a:pt x="5750871" y="43470"/>
                </a:cubicBezTo>
                <a:cubicBezTo>
                  <a:pt x="5750840" y="44246"/>
                  <a:pt x="5750793" y="44976"/>
                  <a:pt x="5750731" y="45660"/>
                </a:cubicBezTo>
                <a:lnTo>
                  <a:pt x="5717884" y="45660"/>
                </a:lnTo>
                <a:cubicBezTo>
                  <a:pt x="5717884" y="50443"/>
                  <a:pt x="5719220" y="54116"/>
                  <a:pt x="5721891" y="56679"/>
                </a:cubicBezTo>
                <a:cubicBezTo>
                  <a:pt x="5724562" y="59241"/>
                  <a:pt x="5728414" y="60522"/>
                  <a:pt x="5733446" y="60522"/>
                </a:cubicBezTo>
                <a:cubicBezTo>
                  <a:pt x="5734812" y="60522"/>
                  <a:pt x="5736179" y="60467"/>
                  <a:pt x="5737546" y="60357"/>
                </a:cubicBezTo>
                <a:cubicBezTo>
                  <a:pt x="5738913" y="60245"/>
                  <a:pt x="5740233" y="60094"/>
                  <a:pt x="5741506" y="59904"/>
                </a:cubicBezTo>
                <a:cubicBezTo>
                  <a:pt x="5742780" y="59712"/>
                  <a:pt x="5743999" y="59498"/>
                  <a:pt x="5745164" y="59260"/>
                </a:cubicBezTo>
                <a:cubicBezTo>
                  <a:pt x="5746328" y="59021"/>
                  <a:pt x="5747408" y="58759"/>
                  <a:pt x="5748402" y="58472"/>
                </a:cubicBezTo>
                <a:lnTo>
                  <a:pt x="5748402" y="65135"/>
                </a:lnTo>
                <a:cubicBezTo>
                  <a:pt x="5746196" y="65770"/>
                  <a:pt x="5743704" y="66286"/>
                  <a:pt x="5740924" y="66683"/>
                </a:cubicBezTo>
                <a:cubicBezTo>
                  <a:pt x="5738144" y="67080"/>
                  <a:pt x="5735263" y="67278"/>
                  <a:pt x="5732281" y="67278"/>
                </a:cubicBezTo>
                <a:cubicBezTo>
                  <a:pt x="5728274" y="67278"/>
                  <a:pt x="5724826" y="66735"/>
                  <a:pt x="5721938" y="65648"/>
                </a:cubicBezTo>
                <a:cubicBezTo>
                  <a:pt x="5719049" y="64560"/>
                  <a:pt x="5716681" y="62984"/>
                  <a:pt x="5714832" y="60919"/>
                </a:cubicBezTo>
                <a:cubicBezTo>
                  <a:pt x="5712984" y="58853"/>
                  <a:pt x="5711618" y="56321"/>
                  <a:pt x="5710732" y="53324"/>
                </a:cubicBezTo>
                <a:cubicBezTo>
                  <a:pt x="5709847" y="50327"/>
                  <a:pt x="5709404" y="46933"/>
                  <a:pt x="5709404" y="43144"/>
                </a:cubicBezTo>
                <a:cubicBezTo>
                  <a:pt x="5709404" y="39851"/>
                  <a:pt x="5709878" y="36737"/>
                  <a:pt x="5710826" y="33802"/>
                </a:cubicBezTo>
                <a:cubicBezTo>
                  <a:pt x="5711773" y="30867"/>
                  <a:pt x="5713155" y="28289"/>
                  <a:pt x="5714972" y="26068"/>
                </a:cubicBezTo>
                <a:cubicBezTo>
                  <a:pt x="5716789" y="23847"/>
                  <a:pt x="5719018" y="22084"/>
                  <a:pt x="5721658" y="20780"/>
                </a:cubicBezTo>
                <a:cubicBezTo>
                  <a:pt x="5724298" y="19475"/>
                  <a:pt x="5727296" y="18823"/>
                  <a:pt x="5730650" y="18823"/>
                </a:cubicBezTo>
                <a:cubicBezTo>
                  <a:pt x="5733912" y="18823"/>
                  <a:pt x="5736800" y="19336"/>
                  <a:pt x="5739316" y="20361"/>
                </a:cubicBezTo>
                <a:cubicBezTo>
                  <a:pt x="5741832" y="21386"/>
                  <a:pt x="5743952" y="22838"/>
                  <a:pt x="5745676" y="24717"/>
                </a:cubicBezTo>
                <a:cubicBezTo>
                  <a:pt x="5747400" y="26596"/>
                  <a:pt x="5748705" y="28879"/>
                  <a:pt x="5749590" y="31566"/>
                </a:cubicBezTo>
                <a:cubicBezTo>
                  <a:pt x="5750475" y="34253"/>
                  <a:pt x="5750918" y="37258"/>
                  <a:pt x="5750918" y="40581"/>
                </a:cubicBezTo>
                <a:moveTo>
                  <a:pt x="5742485" y="39416"/>
                </a:moveTo>
                <a:cubicBezTo>
                  <a:pt x="5742578" y="37335"/>
                  <a:pt x="5742376" y="35433"/>
                  <a:pt x="5741879" y="33709"/>
                </a:cubicBezTo>
                <a:cubicBezTo>
                  <a:pt x="5741382" y="31985"/>
                  <a:pt x="5740613" y="30502"/>
                  <a:pt x="5739573" y="29260"/>
                </a:cubicBezTo>
                <a:cubicBezTo>
                  <a:pt x="5738532" y="28017"/>
                  <a:pt x="5737235" y="27046"/>
                  <a:pt x="5735682" y="26348"/>
                </a:cubicBezTo>
                <a:cubicBezTo>
                  <a:pt x="5734129" y="25649"/>
                  <a:pt x="5732328" y="25299"/>
                  <a:pt x="5730278" y="25299"/>
                </a:cubicBezTo>
                <a:cubicBezTo>
                  <a:pt x="5728507" y="25299"/>
                  <a:pt x="5726892" y="25641"/>
                  <a:pt x="5725432" y="26324"/>
                </a:cubicBezTo>
                <a:cubicBezTo>
                  <a:pt x="5723972" y="27008"/>
                  <a:pt x="5722714" y="27970"/>
                  <a:pt x="5721658" y="29213"/>
                </a:cubicBezTo>
                <a:cubicBezTo>
                  <a:pt x="5720602" y="30455"/>
                  <a:pt x="5719748" y="31946"/>
                  <a:pt x="5719096" y="33686"/>
                </a:cubicBezTo>
                <a:cubicBezTo>
                  <a:pt x="5718443" y="35425"/>
                  <a:pt x="5718039" y="37335"/>
                  <a:pt x="5717884" y="39416"/>
                </a:cubicBezTo>
                <a:lnTo>
                  <a:pt x="5742485" y="39416"/>
                </a:lnTo>
                <a:close/>
                <a:moveTo>
                  <a:pt x="5763221" y="19662"/>
                </a:moveTo>
                <a:lnTo>
                  <a:pt x="5770443" y="19662"/>
                </a:lnTo>
                <a:lnTo>
                  <a:pt x="5770769" y="27210"/>
                </a:lnTo>
                <a:cubicBezTo>
                  <a:pt x="5772136" y="25594"/>
                  <a:pt x="5773456" y="24251"/>
                  <a:pt x="5774729" y="23179"/>
                </a:cubicBezTo>
                <a:cubicBezTo>
                  <a:pt x="5776003" y="22108"/>
                  <a:pt x="5777253" y="21246"/>
                  <a:pt x="5778480" y="20593"/>
                </a:cubicBezTo>
                <a:cubicBezTo>
                  <a:pt x="5779707" y="19941"/>
                  <a:pt x="5780957" y="19483"/>
                  <a:pt x="5782231" y="19219"/>
                </a:cubicBezTo>
                <a:cubicBezTo>
                  <a:pt x="5783504" y="18955"/>
                  <a:pt x="5784824" y="18823"/>
                  <a:pt x="5786191" y="18823"/>
                </a:cubicBezTo>
                <a:cubicBezTo>
                  <a:pt x="5791005" y="18823"/>
                  <a:pt x="5794647" y="20244"/>
                  <a:pt x="5797117" y="23086"/>
                </a:cubicBezTo>
                <a:cubicBezTo>
                  <a:pt x="5799586" y="25928"/>
                  <a:pt x="5800821" y="30207"/>
                  <a:pt x="5800821" y="35922"/>
                </a:cubicBezTo>
                <a:lnTo>
                  <a:pt x="5800821" y="66440"/>
                </a:lnTo>
                <a:lnTo>
                  <a:pt x="5792714" y="66440"/>
                </a:lnTo>
                <a:lnTo>
                  <a:pt x="5792714" y="36574"/>
                </a:lnTo>
                <a:cubicBezTo>
                  <a:pt x="5792714" y="32909"/>
                  <a:pt x="5792030" y="30199"/>
                  <a:pt x="5790664" y="28444"/>
                </a:cubicBezTo>
                <a:cubicBezTo>
                  <a:pt x="5789297" y="26689"/>
                  <a:pt x="5787263" y="25812"/>
                  <a:pt x="5784560" y="25812"/>
                </a:cubicBezTo>
                <a:cubicBezTo>
                  <a:pt x="5783566" y="25812"/>
                  <a:pt x="5782596" y="25959"/>
                  <a:pt x="5781648" y="26254"/>
                </a:cubicBezTo>
                <a:cubicBezTo>
                  <a:pt x="5780701" y="26549"/>
                  <a:pt x="5779715" y="27062"/>
                  <a:pt x="5778690" y="27792"/>
                </a:cubicBezTo>
                <a:cubicBezTo>
                  <a:pt x="5777665" y="28522"/>
                  <a:pt x="5776554" y="29508"/>
                  <a:pt x="5775358" y="30750"/>
                </a:cubicBezTo>
                <a:cubicBezTo>
                  <a:pt x="5774163" y="31993"/>
                  <a:pt x="5772819" y="33546"/>
                  <a:pt x="5771328" y="35410"/>
                </a:cubicBezTo>
                <a:lnTo>
                  <a:pt x="5771328" y="66440"/>
                </a:lnTo>
                <a:lnTo>
                  <a:pt x="5763221" y="66440"/>
                </a:lnTo>
                <a:lnTo>
                  <a:pt x="5763221" y="19662"/>
                </a:lnTo>
                <a:close/>
                <a:moveTo>
                  <a:pt x="5852727" y="65741"/>
                </a:moveTo>
                <a:cubicBezTo>
                  <a:pt x="5850894" y="66223"/>
                  <a:pt x="5848999" y="66569"/>
                  <a:pt x="5847042" y="66777"/>
                </a:cubicBezTo>
                <a:cubicBezTo>
                  <a:pt x="5845086" y="66987"/>
                  <a:pt x="5843098" y="67092"/>
                  <a:pt x="5841079" y="67092"/>
                </a:cubicBezTo>
                <a:cubicBezTo>
                  <a:pt x="5835208" y="67092"/>
                  <a:pt x="5830829" y="65764"/>
                  <a:pt x="5827940" y="63108"/>
                </a:cubicBezTo>
                <a:cubicBezTo>
                  <a:pt x="5825051" y="60453"/>
                  <a:pt x="5823607" y="56376"/>
                  <a:pt x="5823607" y="50878"/>
                </a:cubicBezTo>
                <a:lnTo>
                  <a:pt x="5823607" y="26464"/>
                </a:lnTo>
                <a:lnTo>
                  <a:pt x="5810515" y="26464"/>
                </a:lnTo>
                <a:lnTo>
                  <a:pt x="5810515" y="19662"/>
                </a:lnTo>
                <a:lnTo>
                  <a:pt x="5823607" y="19662"/>
                </a:lnTo>
                <a:lnTo>
                  <a:pt x="5823607" y="6762"/>
                </a:lnTo>
                <a:lnTo>
                  <a:pt x="5831714" y="4659"/>
                </a:lnTo>
                <a:lnTo>
                  <a:pt x="5831714" y="19662"/>
                </a:lnTo>
                <a:lnTo>
                  <a:pt x="5852727" y="19662"/>
                </a:lnTo>
                <a:lnTo>
                  <a:pt x="5852727" y="26464"/>
                </a:lnTo>
                <a:lnTo>
                  <a:pt x="5831714" y="26464"/>
                </a:lnTo>
                <a:lnTo>
                  <a:pt x="5831714" y="50226"/>
                </a:lnTo>
                <a:cubicBezTo>
                  <a:pt x="5831714" y="53580"/>
                  <a:pt x="5832607" y="56089"/>
                  <a:pt x="5834393" y="57750"/>
                </a:cubicBezTo>
                <a:cubicBezTo>
                  <a:pt x="5836179" y="59412"/>
                  <a:pt x="5838811" y="60243"/>
                  <a:pt x="5842290" y="60243"/>
                </a:cubicBezTo>
                <a:cubicBezTo>
                  <a:pt x="5843781" y="60243"/>
                  <a:pt x="5845412" y="60123"/>
                  <a:pt x="5847182" y="59883"/>
                </a:cubicBezTo>
                <a:cubicBezTo>
                  <a:pt x="5848953" y="59643"/>
                  <a:pt x="5850801" y="59265"/>
                  <a:pt x="5852727" y="58752"/>
                </a:cubicBezTo>
                <a:lnTo>
                  <a:pt x="5852727" y="65741"/>
                </a:lnTo>
                <a:close/>
                <a:moveTo>
                  <a:pt x="5906357" y="40581"/>
                </a:moveTo>
                <a:cubicBezTo>
                  <a:pt x="5906357" y="41731"/>
                  <a:pt x="5906342" y="42693"/>
                  <a:pt x="5906310" y="43470"/>
                </a:cubicBezTo>
                <a:cubicBezTo>
                  <a:pt x="5906279" y="44246"/>
                  <a:pt x="5906233" y="44976"/>
                  <a:pt x="5906171" y="45660"/>
                </a:cubicBezTo>
                <a:lnTo>
                  <a:pt x="5873324" y="45660"/>
                </a:lnTo>
                <a:cubicBezTo>
                  <a:pt x="5873324" y="50443"/>
                  <a:pt x="5874659" y="54116"/>
                  <a:pt x="5877330" y="56679"/>
                </a:cubicBezTo>
                <a:cubicBezTo>
                  <a:pt x="5880002" y="59241"/>
                  <a:pt x="5883853" y="60522"/>
                  <a:pt x="5888885" y="60522"/>
                </a:cubicBezTo>
                <a:cubicBezTo>
                  <a:pt x="5890252" y="60522"/>
                  <a:pt x="5891619" y="60467"/>
                  <a:pt x="5892985" y="60357"/>
                </a:cubicBezTo>
                <a:cubicBezTo>
                  <a:pt x="5894352" y="60245"/>
                  <a:pt x="5895672" y="60094"/>
                  <a:pt x="5896946" y="59904"/>
                </a:cubicBezTo>
                <a:cubicBezTo>
                  <a:pt x="5898219" y="59712"/>
                  <a:pt x="5899438" y="59498"/>
                  <a:pt x="5900603" y="59260"/>
                </a:cubicBezTo>
                <a:cubicBezTo>
                  <a:pt x="5901768" y="59021"/>
                  <a:pt x="5902847" y="58759"/>
                  <a:pt x="5903841" y="58472"/>
                </a:cubicBezTo>
                <a:lnTo>
                  <a:pt x="5903841" y="65135"/>
                </a:lnTo>
                <a:cubicBezTo>
                  <a:pt x="5901636" y="65770"/>
                  <a:pt x="5899143" y="66286"/>
                  <a:pt x="5896363" y="66683"/>
                </a:cubicBezTo>
                <a:cubicBezTo>
                  <a:pt x="5893583" y="67080"/>
                  <a:pt x="5890702" y="67278"/>
                  <a:pt x="5887720" y="67278"/>
                </a:cubicBezTo>
                <a:cubicBezTo>
                  <a:pt x="5883714" y="67278"/>
                  <a:pt x="5880266" y="66735"/>
                  <a:pt x="5877377" y="65648"/>
                </a:cubicBezTo>
                <a:cubicBezTo>
                  <a:pt x="5874488" y="64560"/>
                  <a:pt x="5872120" y="62984"/>
                  <a:pt x="5870272" y="60919"/>
                </a:cubicBezTo>
                <a:cubicBezTo>
                  <a:pt x="5868424" y="58853"/>
                  <a:pt x="5867057" y="56321"/>
                  <a:pt x="5866172" y="53324"/>
                </a:cubicBezTo>
                <a:cubicBezTo>
                  <a:pt x="5865287" y="50327"/>
                  <a:pt x="5864844" y="46933"/>
                  <a:pt x="5864844" y="43144"/>
                </a:cubicBezTo>
                <a:cubicBezTo>
                  <a:pt x="5864844" y="39851"/>
                  <a:pt x="5865318" y="36737"/>
                  <a:pt x="5866265" y="33802"/>
                </a:cubicBezTo>
                <a:cubicBezTo>
                  <a:pt x="5867212" y="30867"/>
                  <a:pt x="5868595" y="28289"/>
                  <a:pt x="5870412" y="26068"/>
                </a:cubicBezTo>
                <a:cubicBezTo>
                  <a:pt x="5872229" y="23847"/>
                  <a:pt x="5874457" y="22084"/>
                  <a:pt x="5877098" y="20780"/>
                </a:cubicBezTo>
                <a:cubicBezTo>
                  <a:pt x="5879738" y="19475"/>
                  <a:pt x="5882735" y="18823"/>
                  <a:pt x="5886090" y="18823"/>
                </a:cubicBezTo>
                <a:cubicBezTo>
                  <a:pt x="5889351" y="18823"/>
                  <a:pt x="5892240" y="19336"/>
                  <a:pt x="5894756" y="20361"/>
                </a:cubicBezTo>
                <a:cubicBezTo>
                  <a:pt x="5897272" y="21386"/>
                  <a:pt x="5899392" y="22838"/>
                  <a:pt x="5901115" y="24717"/>
                </a:cubicBezTo>
                <a:cubicBezTo>
                  <a:pt x="5902839" y="26596"/>
                  <a:pt x="5904144" y="28879"/>
                  <a:pt x="5905029" y="31566"/>
                </a:cubicBezTo>
                <a:cubicBezTo>
                  <a:pt x="5905914" y="34253"/>
                  <a:pt x="5906357" y="37258"/>
                  <a:pt x="5906357" y="40581"/>
                </a:cubicBezTo>
                <a:moveTo>
                  <a:pt x="5897924" y="39416"/>
                </a:moveTo>
                <a:cubicBezTo>
                  <a:pt x="5898017" y="37335"/>
                  <a:pt x="5897815" y="35433"/>
                  <a:pt x="5897318" y="33709"/>
                </a:cubicBezTo>
                <a:cubicBezTo>
                  <a:pt x="5896821" y="31985"/>
                  <a:pt x="5896053" y="30502"/>
                  <a:pt x="5895012" y="29260"/>
                </a:cubicBezTo>
                <a:cubicBezTo>
                  <a:pt x="5893971" y="28017"/>
                  <a:pt x="5892675" y="27046"/>
                  <a:pt x="5891122" y="26348"/>
                </a:cubicBezTo>
                <a:cubicBezTo>
                  <a:pt x="5889569" y="25649"/>
                  <a:pt x="5887767" y="25299"/>
                  <a:pt x="5885717" y="25299"/>
                </a:cubicBezTo>
                <a:cubicBezTo>
                  <a:pt x="5883946" y="25299"/>
                  <a:pt x="5882331" y="25641"/>
                  <a:pt x="5880871" y="26324"/>
                </a:cubicBezTo>
                <a:cubicBezTo>
                  <a:pt x="5879412" y="27008"/>
                  <a:pt x="5878154" y="27970"/>
                  <a:pt x="5877098" y="29213"/>
                </a:cubicBezTo>
                <a:cubicBezTo>
                  <a:pt x="5876041" y="30455"/>
                  <a:pt x="5875187" y="31946"/>
                  <a:pt x="5874535" y="33686"/>
                </a:cubicBezTo>
                <a:cubicBezTo>
                  <a:pt x="5873883" y="35425"/>
                  <a:pt x="5873479" y="37335"/>
                  <a:pt x="5873324" y="39416"/>
                </a:cubicBezTo>
                <a:lnTo>
                  <a:pt x="5897924" y="39416"/>
                </a:lnTo>
                <a:close/>
                <a:moveTo>
                  <a:pt x="5916284" y="44029"/>
                </a:moveTo>
                <a:cubicBezTo>
                  <a:pt x="5916284" y="40053"/>
                  <a:pt x="5916828" y="36520"/>
                  <a:pt x="5917915" y="33429"/>
                </a:cubicBezTo>
                <a:cubicBezTo>
                  <a:pt x="5919002" y="30339"/>
                  <a:pt x="5920547" y="27730"/>
                  <a:pt x="5922551" y="25602"/>
                </a:cubicBezTo>
                <a:cubicBezTo>
                  <a:pt x="5924554" y="23474"/>
                  <a:pt x="5926961" y="21859"/>
                  <a:pt x="5929772" y="20757"/>
                </a:cubicBezTo>
                <a:cubicBezTo>
                  <a:pt x="5932584" y="19654"/>
                  <a:pt x="5935713" y="19103"/>
                  <a:pt x="5939161" y="19103"/>
                </a:cubicBezTo>
                <a:cubicBezTo>
                  <a:pt x="5940652" y="19103"/>
                  <a:pt x="5942119" y="19196"/>
                  <a:pt x="5943564" y="19382"/>
                </a:cubicBezTo>
                <a:cubicBezTo>
                  <a:pt x="5945008" y="19568"/>
                  <a:pt x="5946429" y="19864"/>
                  <a:pt x="5947827" y="20267"/>
                </a:cubicBezTo>
                <a:lnTo>
                  <a:pt x="5947827" y="559"/>
                </a:lnTo>
                <a:lnTo>
                  <a:pt x="5955980" y="559"/>
                </a:lnTo>
                <a:lnTo>
                  <a:pt x="5955980" y="66440"/>
                </a:lnTo>
                <a:lnTo>
                  <a:pt x="5948712" y="66440"/>
                </a:lnTo>
                <a:lnTo>
                  <a:pt x="5948432" y="57587"/>
                </a:lnTo>
                <a:cubicBezTo>
                  <a:pt x="5946165" y="60880"/>
                  <a:pt x="5943711" y="63318"/>
                  <a:pt x="5941071" y="64902"/>
                </a:cubicBezTo>
                <a:cubicBezTo>
                  <a:pt x="5938431" y="66486"/>
                  <a:pt x="5935573" y="67278"/>
                  <a:pt x="5932498" y="67278"/>
                </a:cubicBezTo>
                <a:cubicBezTo>
                  <a:pt x="5929827" y="67278"/>
                  <a:pt x="5927474" y="66719"/>
                  <a:pt x="5925439" y="65601"/>
                </a:cubicBezTo>
                <a:cubicBezTo>
                  <a:pt x="5923405" y="64483"/>
                  <a:pt x="5921712" y="62906"/>
                  <a:pt x="5920361" y="60872"/>
                </a:cubicBezTo>
                <a:cubicBezTo>
                  <a:pt x="5919010" y="58837"/>
                  <a:pt x="5917993" y="56391"/>
                  <a:pt x="5917309" y="53534"/>
                </a:cubicBezTo>
                <a:cubicBezTo>
                  <a:pt x="5916626" y="50676"/>
                  <a:pt x="5916284" y="47508"/>
                  <a:pt x="5916284" y="44029"/>
                </a:cubicBezTo>
                <a:moveTo>
                  <a:pt x="5924578" y="43517"/>
                </a:moveTo>
                <a:cubicBezTo>
                  <a:pt x="5924578" y="49170"/>
                  <a:pt x="5925408" y="53386"/>
                  <a:pt x="5927070" y="56166"/>
                </a:cubicBezTo>
                <a:cubicBezTo>
                  <a:pt x="5928732" y="58946"/>
                  <a:pt x="5931085" y="60336"/>
                  <a:pt x="5934129" y="60336"/>
                </a:cubicBezTo>
                <a:cubicBezTo>
                  <a:pt x="5936179" y="60336"/>
                  <a:pt x="5938345" y="59420"/>
                  <a:pt x="5940628" y="57587"/>
                </a:cubicBezTo>
                <a:cubicBezTo>
                  <a:pt x="5942911" y="55755"/>
                  <a:pt x="5945311" y="53037"/>
                  <a:pt x="5947827" y="49434"/>
                </a:cubicBezTo>
                <a:lnTo>
                  <a:pt x="5947827" y="27722"/>
                </a:lnTo>
                <a:cubicBezTo>
                  <a:pt x="5946491" y="27101"/>
                  <a:pt x="5945016" y="26627"/>
                  <a:pt x="5943401" y="26301"/>
                </a:cubicBezTo>
                <a:cubicBezTo>
                  <a:pt x="5941785" y="25975"/>
                  <a:pt x="5940186" y="25812"/>
                  <a:pt x="5938602" y="25812"/>
                </a:cubicBezTo>
                <a:cubicBezTo>
                  <a:pt x="5934191" y="25812"/>
                  <a:pt x="5930751" y="27241"/>
                  <a:pt x="5928282" y="30098"/>
                </a:cubicBezTo>
                <a:cubicBezTo>
                  <a:pt x="5925812" y="32956"/>
                  <a:pt x="5924578" y="37429"/>
                  <a:pt x="5924578" y="43517"/>
                </a:cubicBezTo>
                <a:close/>
                <a:moveTo>
                  <a:pt x="6056948" y="66440"/>
                </a:moveTo>
                <a:lnTo>
                  <a:pt x="6056762" y="60137"/>
                </a:lnTo>
                <a:cubicBezTo>
                  <a:pt x="6054215" y="62657"/>
                  <a:pt x="6051629" y="64478"/>
                  <a:pt x="6049004" y="65598"/>
                </a:cubicBezTo>
                <a:cubicBezTo>
                  <a:pt x="6046380" y="66718"/>
                  <a:pt x="6043623" y="67278"/>
                  <a:pt x="6040734" y="67278"/>
                </a:cubicBezTo>
                <a:cubicBezTo>
                  <a:pt x="6038063" y="67278"/>
                  <a:pt x="6035780" y="66936"/>
                  <a:pt x="6033885" y="66252"/>
                </a:cubicBezTo>
                <a:cubicBezTo>
                  <a:pt x="6031991" y="65567"/>
                  <a:pt x="6030430" y="64626"/>
                  <a:pt x="6029203" y="63429"/>
                </a:cubicBezTo>
                <a:cubicBezTo>
                  <a:pt x="6027976" y="62231"/>
                  <a:pt x="6027075" y="60823"/>
                  <a:pt x="6026500" y="59205"/>
                </a:cubicBezTo>
                <a:cubicBezTo>
                  <a:pt x="6025926" y="57587"/>
                  <a:pt x="6025639" y="55829"/>
                  <a:pt x="6025639" y="53931"/>
                </a:cubicBezTo>
                <a:cubicBezTo>
                  <a:pt x="6025639" y="49233"/>
                  <a:pt x="6027386" y="45554"/>
                  <a:pt x="6030880" y="42895"/>
                </a:cubicBezTo>
                <a:cubicBezTo>
                  <a:pt x="6034374" y="40234"/>
                  <a:pt x="6039538" y="38904"/>
                  <a:pt x="6046372" y="38904"/>
                </a:cubicBezTo>
                <a:lnTo>
                  <a:pt x="6056063" y="38904"/>
                </a:lnTo>
                <a:lnTo>
                  <a:pt x="6056063" y="34818"/>
                </a:lnTo>
                <a:cubicBezTo>
                  <a:pt x="6056063" y="32064"/>
                  <a:pt x="6055178" y="29858"/>
                  <a:pt x="6053407" y="28202"/>
                </a:cubicBezTo>
                <a:cubicBezTo>
                  <a:pt x="6051637" y="26547"/>
                  <a:pt x="6048934" y="25719"/>
                  <a:pt x="6045300" y="25719"/>
                </a:cubicBezTo>
                <a:cubicBezTo>
                  <a:pt x="6042660" y="25719"/>
                  <a:pt x="6040059" y="26018"/>
                  <a:pt x="6037496" y="26617"/>
                </a:cubicBezTo>
                <a:cubicBezTo>
                  <a:pt x="6034934" y="27215"/>
                  <a:pt x="6032286" y="28065"/>
                  <a:pt x="6029552" y="29166"/>
                </a:cubicBezTo>
                <a:lnTo>
                  <a:pt x="6029552" y="21851"/>
                </a:lnTo>
                <a:cubicBezTo>
                  <a:pt x="6030577" y="21473"/>
                  <a:pt x="6031719" y="21102"/>
                  <a:pt x="6032977" y="20739"/>
                </a:cubicBezTo>
                <a:cubicBezTo>
                  <a:pt x="6034235" y="20376"/>
                  <a:pt x="6035563" y="20053"/>
                  <a:pt x="6036960" y="19769"/>
                </a:cubicBezTo>
                <a:cubicBezTo>
                  <a:pt x="6038358" y="19485"/>
                  <a:pt x="6039818" y="19256"/>
                  <a:pt x="6041340" y="19084"/>
                </a:cubicBezTo>
                <a:cubicBezTo>
                  <a:pt x="6042862" y="18910"/>
                  <a:pt x="6044399" y="18823"/>
                  <a:pt x="6045952" y="18823"/>
                </a:cubicBezTo>
                <a:cubicBezTo>
                  <a:pt x="6048779" y="18823"/>
                  <a:pt x="6051326" y="19134"/>
                  <a:pt x="6053593" y="19755"/>
                </a:cubicBezTo>
                <a:cubicBezTo>
                  <a:pt x="6055861" y="20376"/>
                  <a:pt x="6057779" y="21323"/>
                  <a:pt x="6059348" y="22597"/>
                </a:cubicBezTo>
                <a:cubicBezTo>
                  <a:pt x="6060916" y="23870"/>
                  <a:pt x="6062120" y="25470"/>
                  <a:pt x="6062958" y="27396"/>
                </a:cubicBezTo>
                <a:cubicBezTo>
                  <a:pt x="6063797" y="29322"/>
                  <a:pt x="6064216" y="31589"/>
                  <a:pt x="6064216" y="34198"/>
                </a:cubicBezTo>
                <a:lnTo>
                  <a:pt x="6064216" y="66440"/>
                </a:lnTo>
                <a:lnTo>
                  <a:pt x="6056948" y="66440"/>
                </a:lnTo>
                <a:moveTo>
                  <a:pt x="6056063" y="45101"/>
                </a:moveTo>
                <a:lnTo>
                  <a:pt x="6045766" y="45101"/>
                </a:lnTo>
                <a:cubicBezTo>
                  <a:pt x="6043747" y="45101"/>
                  <a:pt x="6042008" y="45304"/>
                  <a:pt x="6040548" y="45709"/>
                </a:cubicBezTo>
                <a:cubicBezTo>
                  <a:pt x="6039088" y="46114"/>
                  <a:pt x="6037892" y="46690"/>
                  <a:pt x="6036960" y="47438"/>
                </a:cubicBezTo>
                <a:cubicBezTo>
                  <a:pt x="6036028" y="48185"/>
                  <a:pt x="6035337" y="49081"/>
                  <a:pt x="6034887" y="50125"/>
                </a:cubicBezTo>
                <a:cubicBezTo>
                  <a:pt x="6034437" y="51169"/>
                  <a:pt x="6034211" y="52345"/>
                  <a:pt x="6034211" y="53653"/>
                </a:cubicBezTo>
                <a:cubicBezTo>
                  <a:pt x="6034211" y="54557"/>
                  <a:pt x="6034351" y="55422"/>
                  <a:pt x="6034631" y="56248"/>
                </a:cubicBezTo>
                <a:cubicBezTo>
                  <a:pt x="6034910" y="57073"/>
                  <a:pt x="6035361" y="57805"/>
                  <a:pt x="6035982" y="58443"/>
                </a:cubicBezTo>
                <a:cubicBezTo>
                  <a:pt x="6036603" y="59082"/>
                  <a:pt x="6037411" y="59588"/>
                  <a:pt x="6038405" y="59962"/>
                </a:cubicBezTo>
                <a:cubicBezTo>
                  <a:pt x="6039399" y="60336"/>
                  <a:pt x="6040610" y="60522"/>
                  <a:pt x="6042039" y="60522"/>
                </a:cubicBezTo>
                <a:cubicBezTo>
                  <a:pt x="6043902" y="60522"/>
                  <a:pt x="6046038" y="59954"/>
                  <a:pt x="6048445" y="58818"/>
                </a:cubicBezTo>
                <a:cubicBezTo>
                  <a:pt x="6050852" y="57680"/>
                  <a:pt x="6053392" y="55880"/>
                  <a:pt x="6056063" y="53419"/>
                </a:cubicBezTo>
                <a:lnTo>
                  <a:pt x="6056063" y="45101"/>
                </a:lnTo>
                <a:close/>
                <a:moveTo>
                  <a:pt x="6078755" y="19662"/>
                </a:moveTo>
                <a:lnTo>
                  <a:pt x="6085976" y="19662"/>
                </a:lnTo>
                <a:lnTo>
                  <a:pt x="6086303" y="27210"/>
                </a:lnTo>
                <a:cubicBezTo>
                  <a:pt x="6087669" y="25594"/>
                  <a:pt x="6088989" y="24251"/>
                  <a:pt x="6090263" y="23179"/>
                </a:cubicBezTo>
                <a:cubicBezTo>
                  <a:pt x="6091536" y="22108"/>
                  <a:pt x="6092787" y="21246"/>
                  <a:pt x="6094013" y="20593"/>
                </a:cubicBezTo>
                <a:cubicBezTo>
                  <a:pt x="6095240" y="19941"/>
                  <a:pt x="6096491" y="19483"/>
                  <a:pt x="6097764" y="19219"/>
                </a:cubicBezTo>
                <a:cubicBezTo>
                  <a:pt x="6099038" y="18955"/>
                  <a:pt x="6100358" y="18823"/>
                  <a:pt x="6101724" y="18823"/>
                </a:cubicBezTo>
                <a:cubicBezTo>
                  <a:pt x="6106539" y="18823"/>
                  <a:pt x="6110181" y="20244"/>
                  <a:pt x="6112650" y="23086"/>
                </a:cubicBezTo>
                <a:cubicBezTo>
                  <a:pt x="6115119" y="25928"/>
                  <a:pt x="6116354" y="30207"/>
                  <a:pt x="6116354" y="35922"/>
                </a:cubicBezTo>
                <a:lnTo>
                  <a:pt x="6116354" y="66440"/>
                </a:lnTo>
                <a:lnTo>
                  <a:pt x="6108247" y="66440"/>
                </a:lnTo>
                <a:lnTo>
                  <a:pt x="6108247" y="36574"/>
                </a:lnTo>
                <a:cubicBezTo>
                  <a:pt x="6108247" y="32909"/>
                  <a:pt x="6107564" y="30199"/>
                  <a:pt x="6106197" y="28444"/>
                </a:cubicBezTo>
                <a:cubicBezTo>
                  <a:pt x="6104830" y="26689"/>
                  <a:pt x="6102796" y="25812"/>
                  <a:pt x="6100094" y="25812"/>
                </a:cubicBezTo>
                <a:cubicBezTo>
                  <a:pt x="6099100" y="25812"/>
                  <a:pt x="6098129" y="25959"/>
                  <a:pt x="6097182" y="26254"/>
                </a:cubicBezTo>
                <a:cubicBezTo>
                  <a:pt x="6096234" y="26549"/>
                  <a:pt x="6095248" y="27062"/>
                  <a:pt x="6094223" y="27792"/>
                </a:cubicBezTo>
                <a:cubicBezTo>
                  <a:pt x="6093198" y="28522"/>
                  <a:pt x="6092088" y="29508"/>
                  <a:pt x="6090892" y="30750"/>
                </a:cubicBezTo>
                <a:cubicBezTo>
                  <a:pt x="6089696" y="31993"/>
                  <a:pt x="6088353" y="33546"/>
                  <a:pt x="6086862" y="35410"/>
                </a:cubicBezTo>
                <a:lnTo>
                  <a:pt x="6086862" y="66440"/>
                </a:lnTo>
                <a:lnTo>
                  <a:pt x="6078755" y="66440"/>
                </a:lnTo>
                <a:lnTo>
                  <a:pt x="6078755" y="19662"/>
                </a:lnTo>
                <a:close/>
                <a:moveTo>
                  <a:pt x="6128237" y="44029"/>
                </a:moveTo>
                <a:cubicBezTo>
                  <a:pt x="6128237" y="40053"/>
                  <a:pt x="6128781" y="36520"/>
                  <a:pt x="6129868" y="33429"/>
                </a:cubicBezTo>
                <a:cubicBezTo>
                  <a:pt x="6130955" y="30339"/>
                  <a:pt x="6132500" y="27730"/>
                  <a:pt x="6134504" y="25602"/>
                </a:cubicBezTo>
                <a:cubicBezTo>
                  <a:pt x="6136507" y="23474"/>
                  <a:pt x="6138914" y="21859"/>
                  <a:pt x="6141725" y="20757"/>
                </a:cubicBezTo>
                <a:cubicBezTo>
                  <a:pt x="6144536" y="19654"/>
                  <a:pt x="6147666" y="19103"/>
                  <a:pt x="6151113" y="19103"/>
                </a:cubicBezTo>
                <a:cubicBezTo>
                  <a:pt x="6152604" y="19103"/>
                  <a:pt x="6154072" y="19196"/>
                  <a:pt x="6155516" y="19382"/>
                </a:cubicBezTo>
                <a:cubicBezTo>
                  <a:pt x="6156961" y="19568"/>
                  <a:pt x="6158382" y="19864"/>
                  <a:pt x="6159780" y="20267"/>
                </a:cubicBezTo>
                <a:lnTo>
                  <a:pt x="6159780" y="559"/>
                </a:lnTo>
                <a:lnTo>
                  <a:pt x="6167933" y="559"/>
                </a:lnTo>
                <a:lnTo>
                  <a:pt x="6167933" y="66440"/>
                </a:lnTo>
                <a:lnTo>
                  <a:pt x="6160665" y="66440"/>
                </a:lnTo>
                <a:lnTo>
                  <a:pt x="6160385" y="57587"/>
                </a:lnTo>
                <a:cubicBezTo>
                  <a:pt x="6158118" y="60880"/>
                  <a:pt x="6155664" y="63318"/>
                  <a:pt x="6153024" y="64902"/>
                </a:cubicBezTo>
                <a:cubicBezTo>
                  <a:pt x="6150384" y="66486"/>
                  <a:pt x="6147526" y="67278"/>
                  <a:pt x="6144451" y="67278"/>
                </a:cubicBezTo>
                <a:cubicBezTo>
                  <a:pt x="6141780" y="67278"/>
                  <a:pt x="6139427" y="66719"/>
                  <a:pt x="6137392" y="65601"/>
                </a:cubicBezTo>
                <a:cubicBezTo>
                  <a:pt x="6135358" y="64483"/>
                  <a:pt x="6133665" y="62906"/>
                  <a:pt x="6132314" y="60872"/>
                </a:cubicBezTo>
                <a:cubicBezTo>
                  <a:pt x="6130963" y="58837"/>
                  <a:pt x="6129945" y="56391"/>
                  <a:pt x="6129262" y="53534"/>
                </a:cubicBezTo>
                <a:cubicBezTo>
                  <a:pt x="6128579" y="50676"/>
                  <a:pt x="6128237" y="47508"/>
                  <a:pt x="6128237" y="44029"/>
                </a:cubicBezTo>
                <a:moveTo>
                  <a:pt x="6136530" y="43517"/>
                </a:moveTo>
                <a:cubicBezTo>
                  <a:pt x="6136530" y="49170"/>
                  <a:pt x="6137361" y="53386"/>
                  <a:pt x="6139023" y="56166"/>
                </a:cubicBezTo>
                <a:cubicBezTo>
                  <a:pt x="6140685" y="58946"/>
                  <a:pt x="6143038" y="60336"/>
                  <a:pt x="6146082" y="60336"/>
                </a:cubicBezTo>
                <a:cubicBezTo>
                  <a:pt x="6148132" y="60336"/>
                  <a:pt x="6150298" y="59420"/>
                  <a:pt x="6152581" y="57587"/>
                </a:cubicBezTo>
                <a:cubicBezTo>
                  <a:pt x="6154864" y="55755"/>
                  <a:pt x="6157264" y="53037"/>
                  <a:pt x="6159780" y="49434"/>
                </a:cubicBezTo>
                <a:lnTo>
                  <a:pt x="6159780" y="27722"/>
                </a:lnTo>
                <a:cubicBezTo>
                  <a:pt x="6158444" y="27101"/>
                  <a:pt x="6156968" y="26627"/>
                  <a:pt x="6155353" y="26301"/>
                </a:cubicBezTo>
                <a:cubicBezTo>
                  <a:pt x="6153738" y="25975"/>
                  <a:pt x="6152139" y="25812"/>
                  <a:pt x="6150554" y="25812"/>
                </a:cubicBezTo>
                <a:cubicBezTo>
                  <a:pt x="6146144" y="25812"/>
                  <a:pt x="6142704" y="27241"/>
                  <a:pt x="6140234" y="30098"/>
                </a:cubicBezTo>
                <a:cubicBezTo>
                  <a:pt x="6137765" y="32956"/>
                  <a:pt x="6136530" y="37429"/>
                  <a:pt x="6136530" y="43517"/>
                </a:cubicBez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howthepopupPropsarehandled.">
            <a:extLst xmlns:a="http://schemas.openxmlformats.org/drawingml/2006/main">
              <a:ext uri="{FF2B5EF4-FFF2-40B4-BE49-F238E27FC236}">
                <a16:creationId xmlns:a16="http://schemas.microsoft.com/office/drawing/2014/main" id="{6DDB4DDF-92AD-4016-8470-94C45C7F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" y="4218582"/>
            <a:ext cx="1602826" cy="84983"/>
          </a:xfrm>
          <a:custGeom xmlns:a="http://schemas.openxmlformats.org/drawingml/2006/main">
            <a:pathLst>
              <a:path w="1602826" h="84983">
                <a:moveTo>
                  <a:pt x="37599" y="65881"/>
                </a:moveTo>
                <a:lnTo>
                  <a:pt x="29492" y="65881"/>
                </a:lnTo>
                <a:lnTo>
                  <a:pt x="29492" y="36015"/>
                </a:lnTo>
                <a:cubicBezTo>
                  <a:pt x="29492" y="32412"/>
                  <a:pt x="28817" y="29718"/>
                  <a:pt x="27466" y="27932"/>
                </a:cubicBezTo>
                <a:cubicBezTo>
                  <a:pt x="26115" y="26146"/>
                  <a:pt x="24181" y="25253"/>
                  <a:pt x="21665" y="25253"/>
                </a:cubicBezTo>
                <a:cubicBezTo>
                  <a:pt x="20578" y="25253"/>
                  <a:pt x="19561" y="25400"/>
                  <a:pt x="18613" y="25695"/>
                </a:cubicBezTo>
                <a:cubicBezTo>
                  <a:pt x="17666" y="25990"/>
                  <a:pt x="16680" y="26503"/>
                  <a:pt x="15655" y="27233"/>
                </a:cubicBezTo>
                <a:cubicBezTo>
                  <a:pt x="14630" y="27963"/>
                  <a:pt x="13512" y="28949"/>
                  <a:pt x="12300" y="30191"/>
                </a:cubicBezTo>
                <a:cubicBezTo>
                  <a:pt x="11089" y="31434"/>
                  <a:pt x="9691" y="32987"/>
                  <a:pt x="8107" y="34851"/>
                </a:cubicBezTo>
                <a:lnTo>
                  <a:pt x="8107" y="65881"/>
                </a:lnTo>
                <a:lnTo>
                  <a:pt x="0" y="65881"/>
                </a:lnTo>
                <a:lnTo>
                  <a:pt x="0" y="0"/>
                </a:lnTo>
                <a:lnTo>
                  <a:pt x="8107" y="0"/>
                </a:lnTo>
                <a:lnTo>
                  <a:pt x="8107" y="19089"/>
                </a:lnTo>
                <a:lnTo>
                  <a:pt x="7827" y="26464"/>
                </a:lnTo>
                <a:cubicBezTo>
                  <a:pt x="9101" y="24942"/>
                  <a:pt x="10351" y="23661"/>
                  <a:pt x="11578" y="22620"/>
                </a:cubicBezTo>
                <a:cubicBezTo>
                  <a:pt x="12805" y="21580"/>
                  <a:pt x="14032" y="20733"/>
                  <a:pt x="15259" y="20081"/>
                </a:cubicBezTo>
                <a:cubicBezTo>
                  <a:pt x="16486" y="19429"/>
                  <a:pt x="17736" y="18963"/>
                  <a:pt x="19009" y="18683"/>
                </a:cubicBezTo>
                <a:cubicBezTo>
                  <a:pt x="20283" y="18404"/>
                  <a:pt x="21603" y="18264"/>
                  <a:pt x="22970" y="18264"/>
                </a:cubicBezTo>
                <a:cubicBezTo>
                  <a:pt x="27629" y="18264"/>
                  <a:pt x="31232" y="19685"/>
                  <a:pt x="33779" y="22527"/>
                </a:cubicBezTo>
                <a:cubicBezTo>
                  <a:pt x="36326" y="25369"/>
                  <a:pt x="37599" y="29648"/>
                  <a:pt x="37599" y="35363"/>
                </a:cubicBezTo>
                <a:lnTo>
                  <a:pt x="37599" y="65881"/>
                </a:lnTo>
                <a:close/>
                <a:moveTo>
                  <a:pt x="92580" y="42119"/>
                </a:moveTo>
                <a:cubicBezTo>
                  <a:pt x="92580" y="45753"/>
                  <a:pt x="92067" y="49084"/>
                  <a:pt x="91042" y="52113"/>
                </a:cubicBezTo>
                <a:cubicBezTo>
                  <a:pt x="90017" y="55141"/>
                  <a:pt x="88542" y="57735"/>
                  <a:pt x="86616" y="59894"/>
                </a:cubicBezTo>
                <a:cubicBezTo>
                  <a:pt x="84690" y="62052"/>
                  <a:pt x="82345" y="63730"/>
                  <a:pt x="79580" y="64925"/>
                </a:cubicBezTo>
                <a:cubicBezTo>
                  <a:pt x="76816" y="66121"/>
                  <a:pt x="73679" y="66719"/>
                  <a:pt x="70169" y="66719"/>
                </a:cubicBezTo>
                <a:cubicBezTo>
                  <a:pt x="66814" y="66719"/>
                  <a:pt x="63809" y="66199"/>
                  <a:pt x="61153" y="65158"/>
                </a:cubicBezTo>
                <a:cubicBezTo>
                  <a:pt x="58498" y="64118"/>
                  <a:pt x="56246" y="62588"/>
                  <a:pt x="54398" y="60569"/>
                </a:cubicBezTo>
                <a:cubicBezTo>
                  <a:pt x="52550" y="58550"/>
                  <a:pt x="51136" y="56050"/>
                  <a:pt x="50158" y="53068"/>
                </a:cubicBezTo>
                <a:cubicBezTo>
                  <a:pt x="49179" y="50086"/>
                  <a:pt x="48690" y="46654"/>
                  <a:pt x="48690" y="42771"/>
                </a:cubicBezTo>
                <a:cubicBezTo>
                  <a:pt x="48690" y="39137"/>
                  <a:pt x="49203" y="35821"/>
                  <a:pt x="50228" y="32824"/>
                </a:cubicBezTo>
                <a:cubicBezTo>
                  <a:pt x="51253" y="29826"/>
                  <a:pt x="52728" y="27248"/>
                  <a:pt x="54654" y="25090"/>
                </a:cubicBezTo>
                <a:cubicBezTo>
                  <a:pt x="56580" y="22931"/>
                  <a:pt x="58925" y="21254"/>
                  <a:pt x="61689" y="20058"/>
                </a:cubicBezTo>
                <a:cubicBezTo>
                  <a:pt x="64454" y="18862"/>
                  <a:pt x="67591" y="18264"/>
                  <a:pt x="71101" y="18264"/>
                </a:cubicBezTo>
                <a:cubicBezTo>
                  <a:pt x="74455" y="18264"/>
                  <a:pt x="77461" y="18784"/>
                  <a:pt x="80116" y="19825"/>
                </a:cubicBezTo>
                <a:cubicBezTo>
                  <a:pt x="82772" y="20865"/>
                  <a:pt x="85024" y="22387"/>
                  <a:pt x="86872" y="24391"/>
                </a:cubicBezTo>
                <a:cubicBezTo>
                  <a:pt x="88720" y="26394"/>
                  <a:pt x="90133" y="28887"/>
                  <a:pt x="91112" y="31869"/>
                </a:cubicBezTo>
                <a:cubicBezTo>
                  <a:pt x="92090" y="34851"/>
                  <a:pt x="92580" y="38267"/>
                  <a:pt x="92580" y="42119"/>
                </a:cubicBezTo>
                <a:moveTo>
                  <a:pt x="84286" y="42492"/>
                </a:moveTo>
                <a:cubicBezTo>
                  <a:pt x="84286" y="39603"/>
                  <a:pt x="83968" y="37079"/>
                  <a:pt x="83331" y="34920"/>
                </a:cubicBezTo>
                <a:cubicBezTo>
                  <a:pt x="82694" y="32762"/>
                  <a:pt x="81786" y="30960"/>
                  <a:pt x="80605" y="29516"/>
                </a:cubicBezTo>
                <a:cubicBezTo>
                  <a:pt x="79425" y="28071"/>
                  <a:pt x="77989" y="26984"/>
                  <a:pt x="76296" y="26254"/>
                </a:cubicBezTo>
                <a:cubicBezTo>
                  <a:pt x="74603" y="25524"/>
                  <a:pt x="72716" y="25159"/>
                  <a:pt x="70635" y="25159"/>
                </a:cubicBezTo>
                <a:cubicBezTo>
                  <a:pt x="68212" y="25159"/>
                  <a:pt x="66139" y="25633"/>
                  <a:pt x="64415" y="26581"/>
                </a:cubicBezTo>
                <a:cubicBezTo>
                  <a:pt x="62691" y="27528"/>
                  <a:pt x="61278" y="28794"/>
                  <a:pt x="60175" y="30378"/>
                </a:cubicBezTo>
                <a:cubicBezTo>
                  <a:pt x="59072" y="31962"/>
                  <a:pt x="58265" y="33802"/>
                  <a:pt x="57752" y="35899"/>
                </a:cubicBezTo>
                <a:cubicBezTo>
                  <a:pt x="57240" y="37995"/>
                  <a:pt x="56984" y="40193"/>
                  <a:pt x="56984" y="42492"/>
                </a:cubicBezTo>
                <a:cubicBezTo>
                  <a:pt x="56984" y="45380"/>
                  <a:pt x="57302" y="47912"/>
                  <a:pt x="57939" y="50086"/>
                </a:cubicBezTo>
                <a:cubicBezTo>
                  <a:pt x="58575" y="52260"/>
                  <a:pt x="59484" y="54070"/>
                  <a:pt x="60664" y="55514"/>
                </a:cubicBezTo>
                <a:cubicBezTo>
                  <a:pt x="61845" y="56958"/>
                  <a:pt x="63273" y="58045"/>
                  <a:pt x="64951" y="58775"/>
                </a:cubicBezTo>
                <a:cubicBezTo>
                  <a:pt x="66628" y="59505"/>
                  <a:pt x="68523" y="59870"/>
                  <a:pt x="70635" y="59870"/>
                </a:cubicBezTo>
                <a:cubicBezTo>
                  <a:pt x="73058" y="59870"/>
                  <a:pt x="75131" y="59397"/>
                  <a:pt x="76855" y="58449"/>
                </a:cubicBezTo>
                <a:cubicBezTo>
                  <a:pt x="78579" y="57502"/>
                  <a:pt x="79992" y="56236"/>
                  <a:pt x="81095" y="54652"/>
                </a:cubicBezTo>
                <a:cubicBezTo>
                  <a:pt x="82197" y="53068"/>
                  <a:pt x="83005" y="51227"/>
                  <a:pt x="83517" y="49131"/>
                </a:cubicBezTo>
                <a:cubicBezTo>
                  <a:pt x="84030" y="47034"/>
                  <a:pt x="84286" y="44821"/>
                  <a:pt x="84286" y="42492"/>
                </a:cubicBezTo>
                <a:close/>
                <a:moveTo>
                  <a:pt x="147047" y="19103"/>
                </a:moveTo>
                <a:lnTo>
                  <a:pt x="140245" y="65881"/>
                </a:lnTo>
                <a:lnTo>
                  <a:pt x="130414" y="65881"/>
                </a:lnTo>
                <a:lnTo>
                  <a:pt x="123658" y="46312"/>
                </a:lnTo>
                <a:lnTo>
                  <a:pt x="122307" y="41560"/>
                </a:lnTo>
                <a:lnTo>
                  <a:pt x="120769" y="46592"/>
                </a:lnTo>
                <a:lnTo>
                  <a:pt x="114293" y="65881"/>
                </a:lnTo>
                <a:lnTo>
                  <a:pt x="104742" y="65881"/>
                </a:lnTo>
                <a:lnTo>
                  <a:pt x="97986" y="19103"/>
                </a:lnTo>
                <a:lnTo>
                  <a:pt x="105907" y="19103"/>
                </a:lnTo>
                <a:lnTo>
                  <a:pt x="109820" y="50878"/>
                </a:lnTo>
                <a:lnTo>
                  <a:pt x="110659" y="57960"/>
                </a:lnTo>
                <a:lnTo>
                  <a:pt x="112663" y="51763"/>
                </a:lnTo>
                <a:lnTo>
                  <a:pt x="119465" y="30750"/>
                </a:lnTo>
                <a:lnTo>
                  <a:pt x="125289" y="30750"/>
                </a:lnTo>
                <a:lnTo>
                  <a:pt x="132604" y="51484"/>
                </a:lnTo>
                <a:lnTo>
                  <a:pt x="134700" y="57680"/>
                </a:lnTo>
                <a:lnTo>
                  <a:pt x="135399" y="51111"/>
                </a:lnTo>
                <a:lnTo>
                  <a:pt x="139033" y="19103"/>
                </a:lnTo>
                <a:lnTo>
                  <a:pt x="147047" y="19103"/>
                </a:lnTo>
                <a:close/>
                <a:moveTo>
                  <a:pt x="250312" y="65182"/>
                </a:moveTo>
                <a:cubicBezTo>
                  <a:pt x="248480" y="65664"/>
                  <a:pt x="246585" y="66010"/>
                  <a:pt x="244628" y="66218"/>
                </a:cubicBezTo>
                <a:cubicBezTo>
                  <a:pt x="242671" y="66428"/>
                  <a:pt x="240683" y="66533"/>
                  <a:pt x="238664" y="66533"/>
                </a:cubicBezTo>
                <a:cubicBezTo>
                  <a:pt x="232794" y="66533"/>
                  <a:pt x="228414" y="65205"/>
                  <a:pt x="225526" y="62549"/>
                </a:cubicBezTo>
                <a:cubicBezTo>
                  <a:pt x="222637" y="59894"/>
                  <a:pt x="221193" y="55817"/>
                  <a:pt x="221193" y="50319"/>
                </a:cubicBezTo>
                <a:lnTo>
                  <a:pt x="221193" y="25905"/>
                </a:lnTo>
                <a:lnTo>
                  <a:pt x="208100" y="25905"/>
                </a:lnTo>
                <a:lnTo>
                  <a:pt x="208100" y="19103"/>
                </a:lnTo>
                <a:lnTo>
                  <a:pt x="221193" y="19103"/>
                </a:lnTo>
                <a:lnTo>
                  <a:pt x="221193" y="6203"/>
                </a:lnTo>
                <a:lnTo>
                  <a:pt x="229300" y="4100"/>
                </a:lnTo>
                <a:lnTo>
                  <a:pt x="229300" y="19103"/>
                </a:lnTo>
                <a:lnTo>
                  <a:pt x="250312" y="19103"/>
                </a:lnTo>
                <a:lnTo>
                  <a:pt x="250312" y="25905"/>
                </a:lnTo>
                <a:lnTo>
                  <a:pt x="229300" y="25905"/>
                </a:lnTo>
                <a:lnTo>
                  <a:pt x="229300" y="49667"/>
                </a:lnTo>
                <a:cubicBezTo>
                  <a:pt x="229300" y="53021"/>
                  <a:pt x="230193" y="55529"/>
                  <a:pt x="231979" y="57191"/>
                </a:cubicBezTo>
                <a:cubicBezTo>
                  <a:pt x="233765" y="58853"/>
                  <a:pt x="236397" y="59684"/>
                  <a:pt x="239876" y="59684"/>
                </a:cubicBezTo>
                <a:cubicBezTo>
                  <a:pt x="241367" y="59684"/>
                  <a:pt x="242997" y="59564"/>
                  <a:pt x="244768" y="59324"/>
                </a:cubicBezTo>
                <a:cubicBezTo>
                  <a:pt x="246538" y="59083"/>
                  <a:pt x="248387" y="58706"/>
                  <a:pt x="250312" y="58193"/>
                </a:cubicBezTo>
                <a:lnTo>
                  <a:pt x="250312" y="65182"/>
                </a:lnTo>
                <a:close/>
                <a:moveTo>
                  <a:pt x="302078" y="65881"/>
                </a:moveTo>
                <a:lnTo>
                  <a:pt x="293971" y="65881"/>
                </a:lnTo>
                <a:lnTo>
                  <a:pt x="293971" y="36015"/>
                </a:lnTo>
                <a:cubicBezTo>
                  <a:pt x="293971" y="32412"/>
                  <a:pt x="293295" y="29718"/>
                  <a:pt x="291944" y="27932"/>
                </a:cubicBezTo>
                <a:cubicBezTo>
                  <a:pt x="290593" y="26146"/>
                  <a:pt x="288659" y="25253"/>
                  <a:pt x="286143" y="25253"/>
                </a:cubicBezTo>
                <a:cubicBezTo>
                  <a:pt x="285056" y="25253"/>
                  <a:pt x="284039" y="25400"/>
                  <a:pt x="283092" y="25695"/>
                </a:cubicBezTo>
                <a:cubicBezTo>
                  <a:pt x="282144" y="25990"/>
                  <a:pt x="281158" y="26503"/>
                  <a:pt x="280133" y="27233"/>
                </a:cubicBezTo>
                <a:cubicBezTo>
                  <a:pt x="279108" y="27963"/>
                  <a:pt x="277990" y="28949"/>
                  <a:pt x="276778" y="30191"/>
                </a:cubicBezTo>
                <a:cubicBezTo>
                  <a:pt x="275567" y="31434"/>
                  <a:pt x="274169" y="32987"/>
                  <a:pt x="272585" y="34851"/>
                </a:cubicBezTo>
                <a:lnTo>
                  <a:pt x="272585" y="65881"/>
                </a:lnTo>
                <a:lnTo>
                  <a:pt x="264478" y="65881"/>
                </a:lnTo>
                <a:lnTo>
                  <a:pt x="264478" y="0"/>
                </a:lnTo>
                <a:lnTo>
                  <a:pt x="272585" y="0"/>
                </a:lnTo>
                <a:lnTo>
                  <a:pt x="272585" y="19089"/>
                </a:lnTo>
                <a:lnTo>
                  <a:pt x="272306" y="26464"/>
                </a:lnTo>
                <a:cubicBezTo>
                  <a:pt x="273579" y="24942"/>
                  <a:pt x="274829" y="23661"/>
                  <a:pt x="276056" y="22620"/>
                </a:cubicBezTo>
                <a:cubicBezTo>
                  <a:pt x="277283" y="21580"/>
                  <a:pt x="278510" y="20733"/>
                  <a:pt x="279737" y="20081"/>
                </a:cubicBezTo>
                <a:cubicBezTo>
                  <a:pt x="280964" y="19429"/>
                  <a:pt x="282214" y="18963"/>
                  <a:pt x="283488" y="18683"/>
                </a:cubicBezTo>
                <a:cubicBezTo>
                  <a:pt x="284761" y="18404"/>
                  <a:pt x="286081" y="18264"/>
                  <a:pt x="287448" y="18264"/>
                </a:cubicBezTo>
                <a:cubicBezTo>
                  <a:pt x="292107" y="18264"/>
                  <a:pt x="295710" y="19685"/>
                  <a:pt x="298257" y="22527"/>
                </a:cubicBezTo>
                <a:cubicBezTo>
                  <a:pt x="300804" y="25369"/>
                  <a:pt x="302078" y="29648"/>
                  <a:pt x="302078" y="35363"/>
                </a:cubicBezTo>
                <a:lnTo>
                  <a:pt x="302078" y="65881"/>
                </a:lnTo>
                <a:close/>
                <a:moveTo>
                  <a:pt x="355846" y="40022"/>
                </a:moveTo>
                <a:cubicBezTo>
                  <a:pt x="355846" y="41171"/>
                  <a:pt x="355831" y="42134"/>
                  <a:pt x="355800" y="42911"/>
                </a:cubicBezTo>
                <a:cubicBezTo>
                  <a:pt x="355769" y="43687"/>
                  <a:pt x="355722" y="44417"/>
                  <a:pt x="355660" y="45101"/>
                </a:cubicBezTo>
                <a:lnTo>
                  <a:pt x="322813" y="45101"/>
                </a:lnTo>
                <a:cubicBezTo>
                  <a:pt x="322813" y="49884"/>
                  <a:pt x="324149" y="53557"/>
                  <a:pt x="326820" y="56120"/>
                </a:cubicBezTo>
                <a:cubicBezTo>
                  <a:pt x="329491" y="58682"/>
                  <a:pt x="333343" y="59963"/>
                  <a:pt x="338375" y="59963"/>
                </a:cubicBezTo>
                <a:cubicBezTo>
                  <a:pt x="339741" y="59963"/>
                  <a:pt x="341108" y="59908"/>
                  <a:pt x="342475" y="59797"/>
                </a:cubicBezTo>
                <a:cubicBezTo>
                  <a:pt x="343841" y="59686"/>
                  <a:pt x="345161" y="59535"/>
                  <a:pt x="346435" y="59345"/>
                </a:cubicBezTo>
                <a:cubicBezTo>
                  <a:pt x="347708" y="59153"/>
                  <a:pt x="348928" y="58939"/>
                  <a:pt x="350092" y="58701"/>
                </a:cubicBezTo>
                <a:cubicBezTo>
                  <a:pt x="351257" y="58462"/>
                  <a:pt x="352336" y="58200"/>
                  <a:pt x="353330" y="57913"/>
                </a:cubicBezTo>
                <a:lnTo>
                  <a:pt x="353330" y="64576"/>
                </a:lnTo>
                <a:cubicBezTo>
                  <a:pt x="351125" y="65211"/>
                  <a:pt x="348632" y="65727"/>
                  <a:pt x="345852" y="66124"/>
                </a:cubicBezTo>
                <a:cubicBezTo>
                  <a:pt x="343073" y="66521"/>
                  <a:pt x="340192" y="66719"/>
                  <a:pt x="337210" y="66719"/>
                </a:cubicBezTo>
                <a:cubicBezTo>
                  <a:pt x="333203" y="66719"/>
                  <a:pt x="329755" y="66176"/>
                  <a:pt x="326866" y="65088"/>
                </a:cubicBezTo>
                <a:cubicBezTo>
                  <a:pt x="323978" y="64001"/>
                  <a:pt x="321609" y="62425"/>
                  <a:pt x="319761" y="60359"/>
                </a:cubicBezTo>
                <a:cubicBezTo>
                  <a:pt x="317913" y="58294"/>
                  <a:pt x="316546" y="55762"/>
                  <a:pt x="315661" y="52765"/>
                </a:cubicBezTo>
                <a:cubicBezTo>
                  <a:pt x="314776" y="49768"/>
                  <a:pt x="314333" y="46374"/>
                  <a:pt x="314333" y="42585"/>
                </a:cubicBezTo>
                <a:cubicBezTo>
                  <a:pt x="314333" y="39292"/>
                  <a:pt x="314807" y="36178"/>
                  <a:pt x="315754" y="33243"/>
                </a:cubicBezTo>
                <a:cubicBezTo>
                  <a:pt x="316702" y="30308"/>
                  <a:pt x="318084" y="27730"/>
                  <a:pt x="319901" y="25509"/>
                </a:cubicBezTo>
                <a:cubicBezTo>
                  <a:pt x="321718" y="23288"/>
                  <a:pt x="323947" y="21525"/>
                  <a:pt x="326587" y="20221"/>
                </a:cubicBezTo>
                <a:cubicBezTo>
                  <a:pt x="329227" y="18916"/>
                  <a:pt x="332224" y="18264"/>
                  <a:pt x="335579" y="18264"/>
                </a:cubicBezTo>
                <a:cubicBezTo>
                  <a:pt x="338840" y="18264"/>
                  <a:pt x="341729" y="18776"/>
                  <a:pt x="344245" y="19801"/>
                </a:cubicBezTo>
                <a:cubicBezTo>
                  <a:pt x="346761" y="20826"/>
                  <a:pt x="348881" y="22279"/>
                  <a:pt x="350605" y="24158"/>
                </a:cubicBezTo>
                <a:cubicBezTo>
                  <a:pt x="352329" y="26037"/>
                  <a:pt x="353633" y="28320"/>
                  <a:pt x="354519" y="31007"/>
                </a:cubicBezTo>
                <a:cubicBezTo>
                  <a:pt x="355404" y="33693"/>
                  <a:pt x="355846" y="36699"/>
                  <a:pt x="355846" y="40022"/>
                </a:cubicBezTo>
                <a:moveTo>
                  <a:pt x="347413" y="38857"/>
                </a:moveTo>
                <a:cubicBezTo>
                  <a:pt x="347506" y="36776"/>
                  <a:pt x="347305" y="34874"/>
                  <a:pt x="346808" y="33150"/>
                </a:cubicBezTo>
                <a:cubicBezTo>
                  <a:pt x="346311" y="31426"/>
                  <a:pt x="345542" y="29943"/>
                  <a:pt x="344501" y="28700"/>
                </a:cubicBezTo>
                <a:cubicBezTo>
                  <a:pt x="343461" y="27458"/>
                  <a:pt x="342164" y="26487"/>
                  <a:pt x="340611" y="25788"/>
                </a:cubicBezTo>
                <a:cubicBezTo>
                  <a:pt x="339058" y="25090"/>
                  <a:pt x="337256" y="24740"/>
                  <a:pt x="335206" y="24740"/>
                </a:cubicBezTo>
                <a:cubicBezTo>
                  <a:pt x="333436" y="24740"/>
                  <a:pt x="331821" y="25082"/>
                  <a:pt x="330361" y="25765"/>
                </a:cubicBezTo>
                <a:cubicBezTo>
                  <a:pt x="328901" y="26449"/>
                  <a:pt x="327643" y="27411"/>
                  <a:pt x="326587" y="28654"/>
                </a:cubicBezTo>
                <a:cubicBezTo>
                  <a:pt x="325531" y="29896"/>
                  <a:pt x="324677" y="31387"/>
                  <a:pt x="324024" y="33127"/>
                </a:cubicBezTo>
                <a:cubicBezTo>
                  <a:pt x="323372" y="34866"/>
                  <a:pt x="322968" y="36776"/>
                  <a:pt x="322813" y="38857"/>
                </a:cubicBezTo>
                <a:lnTo>
                  <a:pt x="347413" y="38857"/>
                </a:lnTo>
                <a:close/>
                <a:moveTo>
                  <a:pt x="465232" y="41653"/>
                </a:moveTo>
                <a:cubicBezTo>
                  <a:pt x="465232" y="45815"/>
                  <a:pt x="464650" y="49449"/>
                  <a:pt x="463485" y="52555"/>
                </a:cubicBezTo>
                <a:cubicBezTo>
                  <a:pt x="462320" y="55661"/>
                  <a:pt x="460713" y="58240"/>
                  <a:pt x="458663" y="60290"/>
                </a:cubicBezTo>
                <a:cubicBezTo>
                  <a:pt x="456613" y="62340"/>
                  <a:pt x="454190" y="63877"/>
                  <a:pt x="451395" y="64902"/>
                </a:cubicBezTo>
                <a:cubicBezTo>
                  <a:pt x="448599" y="65927"/>
                  <a:pt x="445571" y="66440"/>
                  <a:pt x="442309" y="66440"/>
                </a:cubicBezTo>
                <a:cubicBezTo>
                  <a:pt x="440818" y="66440"/>
                  <a:pt x="439335" y="66362"/>
                  <a:pt x="437860" y="66207"/>
                </a:cubicBezTo>
                <a:cubicBezTo>
                  <a:pt x="436384" y="66051"/>
                  <a:pt x="434886" y="65787"/>
                  <a:pt x="433364" y="65415"/>
                </a:cubicBezTo>
                <a:lnTo>
                  <a:pt x="433364" y="84983"/>
                </a:lnTo>
                <a:lnTo>
                  <a:pt x="425257" y="84983"/>
                </a:lnTo>
                <a:lnTo>
                  <a:pt x="425257" y="19103"/>
                </a:lnTo>
                <a:lnTo>
                  <a:pt x="432478" y="19103"/>
                </a:lnTo>
                <a:lnTo>
                  <a:pt x="432991" y="26930"/>
                </a:lnTo>
                <a:cubicBezTo>
                  <a:pt x="435321" y="23731"/>
                  <a:pt x="437805" y="21486"/>
                  <a:pt x="440446" y="20197"/>
                </a:cubicBezTo>
                <a:cubicBezTo>
                  <a:pt x="443086" y="18908"/>
                  <a:pt x="445943" y="18264"/>
                  <a:pt x="449018" y="18264"/>
                </a:cubicBezTo>
                <a:cubicBezTo>
                  <a:pt x="451690" y="18264"/>
                  <a:pt x="454035" y="18823"/>
                  <a:pt x="456054" y="19941"/>
                </a:cubicBezTo>
                <a:cubicBezTo>
                  <a:pt x="458073" y="21059"/>
                  <a:pt x="459766" y="22636"/>
                  <a:pt x="461132" y="24670"/>
                </a:cubicBezTo>
                <a:cubicBezTo>
                  <a:pt x="462499" y="26705"/>
                  <a:pt x="463524" y="29159"/>
                  <a:pt x="464207" y="32032"/>
                </a:cubicBezTo>
                <a:cubicBezTo>
                  <a:pt x="464891" y="34905"/>
                  <a:pt x="465232" y="38112"/>
                  <a:pt x="465232" y="41653"/>
                </a:cubicBezTo>
                <a:moveTo>
                  <a:pt x="456939" y="42026"/>
                </a:moveTo>
                <a:cubicBezTo>
                  <a:pt x="456939" y="39572"/>
                  <a:pt x="456760" y="37320"/>
                  <a:pt x="456403" y="35270"/>
                </a:cubicBezTo>
                <a:cubicBezTo>
                  <a:pt x="456046" y="33220"/>
                  <a:pt x="455479" y="31465"/>
                  <a:pt x="454703" y="30005"/>
                </a:cubicBezTo>
                <a:cubicBezTo>
                  <a:pt x="453926" y="28545"/>
                  <a:pt x="452932" y="27404"/>
                  <a:pt x="451721" y="26581"/>
                </a:cubicBezTo>
                <a:cubicBezTo>
                  <a:pt x="450509" y="25757"/>
                  <a:pt x="449065" y="25346"/>
                  <a:pt x="447388" y="25346"/>
                </a:cubicBezTo>
                <a:cubicBezTo>
                  <a:pt x="446363" y="25346"/>
                  <a:pt x="445322" y="25509"/>
                  <a:pt x="444266" y="25835"/>
                </a:cubicBezTo>
                <a:cubicBezTo>
                  <a:pt x="443210" y="26161"/>
                  <a:pt x="442115" y="26705"/>
                  <a:pt x="440981" y="27466"/>
                </a:cubicBezTo>
                <a:cubicBezTo>
                  <a:pt x="439848" y="28227"/>
                  <a:pt x="438652" y="29236"/>
                  <a:pt x="437394" y="30494"/>
                </a:cubicBezTo>
                <a:cubicBezTo>
                  <a:pt x="436136" y="31752"/>
                  <a:pt x="434792" y="33313"/>
                  <a:pt x="433364" y="35177"/>
                </a:cubicBezTo>
                <a:lnTo>
                  <a:pt x="433364" y="57867"/>
                </a:lnTo>
                <a:cubicBezTo>
                  <a:pt x="434855" y="58488"/>
                  <a:pt x="436423" y="58977"/>
                  <a:pt x="438069" y="59334"/>
                </a:cubicBezTo>
                <a:cubicBezTo>
                  <a:pt x="439716" y="59692"/>
                  <a:pt x="441331" y="59870"/>
                  <a:pt x="442915" y="59870"/>
                </a:cubicBezTo>
                <a:cubicBezTo>
                  <a:pt x="447295" y="59870"/>
                  <a:pt x="450727" y="58387"/>
                  <a:pt x="453212" y="55421"/>
                </a:cubicBezTo>
                <a:cubicBezTo>
                  <a:pt x="455697" y="52454"/>
                  <a:pt x="456939" y="47989"/>
                  <a:pt x="456939" y="42026"/>
                </a:cubicBezTo>
                <a:close/>
                <a:moveTo>
                  <a:pt x="517836" y="42119"/>
                </a:moveTo>
                <a:cubicBezTo>
                  <a:pt x="517836" y="45753"/>
                  <a:pt x="517324" y="49084"/>
                  <a:pt x="516299" y="52113"/>
                </a:cubicBezTo>
                <a:cubicBezTo>
                  <a:pt x="515274" y="55141"/>
                  <a:pt x="513798" y="57735"/>
                  <a:pt x="511873" y="59894"/>
                </a:cubicBezTo>
                <a:cubicBezTo>
                  <a:pt x="509947" y="62052"/>
                  <a:pt x="507602" y="63730"/>
                  <a:pt x="504837" y="64925"/>
                </a:cubicBezTo>
                <a:cubicBezTo>
                  <a:pt x="502073" y="66121"/>
                  <a:pt x="498936" y="66719"/>
                  <a:pt x="495426" y="66719"/>
                </a:cubicBezTo>
                <a:cubicBezTo>
                  <a:pt x="492071" y="66719"/>
                  <a:pt x="489066" y="66199"/>
                  <a:pt x="486410" y="65158"/>
                </a:cubicBezTo>
                <a:cubicBezTo>
                  <a:pt x="483755" y="64118"/>
                  <a:pt x="481503" y="62588"/>
                  <a:pt x="479655" y="60569"/>
                </a:cubicBezTo>
                <a:cubicBezTo>
                  <a:pt x="477806" y="58550"/>
                  <a:pt x="476393" y="56050"/>
                  <a:pt x="475415" y="53068"/>
                </a:cubicBezTo>
                <a:cubicBezTo>
                  <a:pt x="474436" y="50086"/>
                  <a:pt x="473947" y="46654"/>
                  <a:pt x="473947" y="42771"/>
                </a:cubicBezTo>
                <a:cubicBezTo>
                  <a:pt x="473947" y="39137"/>
                  <a:pt x="474460" y="35821"/>
                  <a:pt x="475485" y="32824"/>
                </a:cubicBezTo>
                <a:cubicBezTo>
                  <a:pt x="476510" y="29826"/>
                  <a:pt x="477985" y="27248"/>
                  <a:pt x="479911" y="25090"/>
                </a:cubicBezTo>
                <a:cubicBezTo>
                  <a:pt x="481837" y="22931"/>
                  <a:pt x="484182" y="21254"/>
                  <a:pt x="486946" y="20058"/>
                </a:cubicBezTo>
                <a:cubicBezTo>
                  <a:pt x="489711" y="18862"/>
                  <a:pt x="492848" y="18264"/>
                  <a:pt x="496358" y="18264"/>
                </a:cubicBezTo>
                <a:cubicBezTo>
                  <a:pt x="499712" y="18264"/>
                  <a:pt x="502717" y="18784"/>
                  <a:pt x="505373" y="19825"/>
                </a:cubicBezTo>
                <a:cubicBezTo>
                  <a:pt x="508029" y="20865"/>
                  <a:pt x="510281" y="22387"/>
                  <a:pt x="512129" y="24391"/>
                </a:cubicBezTo>
                <a:cubicBezTo>
                  <a:pt x="513977" y="26394"/>
                  <a:pt x="515390" y="28887"/>
                  <a:pt x="516369" y="31869"/>
                </a:cubicBezTo>
                <a:cubicBezTo>
                  <a:pt x="517347" y="34851"/>
                  <a:pt x="517836" y="38267"/>
                  <a:pt x="517836" y="42119"/>
                </a:cubicBezTo>
                <a:moveTo>
                  <a:pt x="509543" y="42492"/>
                </a:moveTo>
                <a:cubicBezTo>
                  <a:pt x="509543" y="39603"/>
                  <a:pt x="509225" y="37079"/>
                  <a:pt x="508588" y="34920"/>
                </a:cubicBezTo>
                <a:cubicBezTo>
                  <a:pt x="507951" y="32762"/>
                  <a:pt x="507043" y="30960"/>
                  <a:pt x="505862" y="29516"/>
                </a:cubicBezTo>
                <a:cubicBezTo>
                  <a:pt x="504682" y="28071"/>
                  <a:pt x="503245" y="26984"/>
                  <a:pt x="501553" y="26254"/>
                </a:cubicBezTo>
                <a:cubicBezTo>
                  <a:pt x="499860" y="25524"/>
                  <a:pt x="497973" y="25159"/>
                  <a:pt x="495892" y="25159"/>
                </a:cubicBezTo>
                <a:cubicBezTo>
                  <a:pt x="493469" y="25159"/>
                  <a:pt x="491396" y="25633"/>
                  <a:pt x="489672" y="26581"/>
                </a:cubicBezTo>
                <a:cubicBezTo>
                  <a:pt x="487948" y="27528"/>
                  <a:pt x="486535" y="28794"/>
                  <a:pt x="485432" y="30378"/>
                </a:cubicBezTo>
                <a:cubicBezTo>
                  <a:pt x="484329" y="31962"/>
                  <a:pt x="483522" y="33802"/>
                  <a:pt x="483009" y="35899"/>
                </a:cubicBezTo>
                <a:cubicBezTo>
                  <a:pt x="482497" y="37995"/>
                  <a:pt x="482240" y="40193"/>
                  <a:pt x="482240" y="42492"/>
                </a:cubicBezTo>
                <a:cubicBezTo>
                  <a:pt x="482240" y="45380"/>
                  <a:pt x="482559" y="47912"/>
                  <a:pt x="483195" y="50086"/>
                </a:cubicBezTo>
                <a:cubicBezTo>
                  <a:pt x="483832" y="52260"/>
                  <a:pt x="484741" y="54070"/>
                  <a:pt x="485921" y="55514"/>
                </a:cubicBezTo>
                <a:cubicBezTo>
                  <a:pt x="487101" y="56958"/>
                  <a:pt x="488530" y="58045"/>
                  <a:pt x="490208" y="58775"/>
                </a:cubicBezTo>
                <a:cubicBezTo>
                  <a:pt x="491885" y="59505"/>
                  <a:pt x="493780" y="59870"/>
                  <a:pt x="495892" y="59870"/>
                </a:cubicBezTo>
                <a:cubicBezTo>
                  <a:pt x="498314" y="59870"/>
                  <a:pt x="500388" y="59397"/>
                  <a:pt x="502112" y="58449"/>
                </a:cubicBezTo>
                <a:cubicBezTo>
                  <a:pt x="503836" y="57502"/>
                  <a:pt x="505249" y="56236"/>
                  <a:pt x="506352" y="54652"/>
                </a:cubicBezTo>
                <a:cubicBezTo>
                  <a:pt x="507454" y="53068"/>
                  <a:pt x="508262" y="51227"/>
                  <a:pt x="508774" y="49131"/>
                </a:cubicBezTo>
                <a:cubicBezTo>
                  <a:pt x="509287" y="47034"/>
                  <a:pt x="509543" y="44821"/>
                  <a:pt x="509543" y="42492"/>
                </a:cubicBezTo>
                <a:close/>
                <a:moveTo>
                  <a:pt x="568949" y="41653"/>
                </a:moveTo>
                <a:cubicBezTo>
                  <a:pt x="568949" y="45815"/>
                  <a:pt x="568367" y="49449"/>
                  <a:pt x="567202" y="52555"/>
                </a:cubicBezTo>
                <a:cubicBezTo>
                  <a:pt x="566037" y="55661"/>
                  <a:pt x="564430" y="58240"/>
                  <a:pt x="562380" y="60290"/>
                </a:cubicBezTo>
                <a:cubicBezTo>
                  <a:pt x="560330" y="62340"/>
                  <a:pt x="557907" y="63877"/>
                  <a:pt x="555112" y="64902"/>
                </a:cubicBezTo>
                <a:cubicBezTo>
                  <a:pt x="552316" y="65927"/>
                  <a:pt x="549288" y="66440"/>
                  <a:pt x="546026" y="66440"/>
                </a:cubicBezTo>
                <a:cubicBezTo>
                  <a:pt x="544535" y="66440"/>
                  <a:pt x="543052" y="66362"/>
                  <a:pt x="541577" y="66207"/>
                </a:cubicBezTo>
                <a:cubicBezTo>
                  <a:pt x="540101" y="66051"/>
                  <a:pt x="538603" y="65787"/>
                  <a:pt x="537081" y="65415"/>
                </a:cubicBezTo>
                <a:lnTo>
                  <a:pt x="537081" y="84983"/>
                </a:lnTo>
                <a:lnTo>
                  <a:pt x="528974" y="84983"/>
                </a:lnTo>
                <a:lnTo>
                  <a:pt x="528974" y="19103"/>
                </a:lnTo>
                <a:lnTo>
                  <a:pt x="536195" y="19103"/>
                </a:lnTo>
                <a:lnTo>
                  <a:pt x="536708" y="26930"/>
                </a:lnTo>
                <a:cubicBezTo>
                  <a:pt x="539038" y="23731"/>
                  <a:pt x="541522" y="21486"/>
                  <a:pt x="544163" y="20197"/>
                </a:cubicBezTo>
                <a:cubicBezTo>
                  <a:pt x="546803" y="18908"/>
                  <a:pt x="549660" y="18264"/>
                  <a:pt x="552735" y="18264"/>
                </a:cubicBezTo>
                <a:cubicBezTo>
                  <a:pt x="555407" y="18264"/>
                  <a:pt x="557752" y="18823"/>
                  <a:pt x="559771" y="19941"/>
                </a:cubicBezTo>
                <a:cubicBezTo>
                  <a:pt x="561790" y="21059"/>
                  <a:pt x="563483" y="22636"/>
                  <a:pt x="564849" y="24670"/>
                </a:cubicBezTo>
                <a:cubicBezTo>
                  <a:pt x="566216" y="26705"/>
                  <a:pt x="567241" y="29159"/>
                  <a:pt x="567924" y="32032"/>
                </a:cubicBezTo>
                <a:cubicBezTo>
                  <a:pt x="568608" y="34905"/>
                  <a:pt x="568949" y="38112"/>
                  <a:pt x="568949" y="41653"/>
                </a:cubicBezTo>
                <a:moveTo>
                  <a:pt x="560656" y="42026"/>
                </a:moveTo>
                <a:cubicBezTo>
                  <a:pt x="560656" y="39572"/>
                  <a:pt x="560477" y="37320"/>
                  <a:pt x="560120" y="35270"/>
                </a:cubicBezTo>
                <a:cubicBezTo>
                  <a:pt x="559763" y="33220"/>
                  <a:pt x="559196" y="31465"/>
                  <a:pt x="558420" y="30005"/>
                </a:cubicBezTo>
                <a:cubicBezTo>
                  <a:pt x="557643" y="28545"/>
                  <a:pt x="556649" y="27404"/>
                  <a:pt x="555438" y="26581"/>
                </a:cubicBezTo>
                <a:cubicBezTo>
                  <a:pt x="554226" y="25757"/>
                  <a:pt x="552782" y="25346"/>
                  <a:pt x="551105" y="25346"/>
                </a:cubicBezTo>
                <a:cubicBezTo>
                  <a:pt x="550080" y="25346"/>
                  <a:pt x="549039" y="25509"/>
                  <a:pt x="547983" y="25835"/>
                </a:cubicBezTo>
                <a:cubicBezTo>
                  <a:pt x="546927" y="26161"/>
                  <a:pt x="545832" y="26705"/>
                  <a:pt x="544698" y="27466"/>
                </a:cubicBezTo>
                <a:cubicBezTo>
                  <a:pt x="543565" y="28227"/>
                  <a:pt x="542369" y="29236"/>
                  <a:pt x="541111" y="30494"/>
                </a:cubicBezTo>
                <a:cubicBezTo>
                  <a:pt x="539853" y="31752"/>
                  <a:pt x="538510" y="33313"/>
                  <a:pt x="537081" y="35177"/>
                </a:cubicBezTo>
                <a:lnTo>
                  <a:pt x="537081" y="57867"/>
                </a:lnTo>
                <a:cubicBezTo>
                  <a:pt x="538572" y="58488"/>
                  <a:pt x="540140" y="58977"/>
                  <a:pt x="541786" y="59334"/>
                </a:cubicBezTo>
                <a:cubicBezTo>
                  <a:pt x="543433" y="59692"/>
                  <a:pt x="545048" y="59870"/>
                  <a:pt x="546632" y="59870"/>
                </a:cubicBezTo>
                <a:cubicBezTo>
                  <a:pt x="551012" y="59870"/>
                  <a:pt x="554444" y="58387"/>
                  <a:pt x="556929" y="55421"/>
                </a:cubicBezTo>
                <a:cubicBezTo>
                  <a:pt x="559414" y="52454"/>
                  <a:pt x="560656" y="47989"/>
                  <a:pt x="560656" y="42026"/>
                </a:cubicBezTo>
                <a:close/>
                <a:moveTo>
                  <a:pt x="618432" y="65881"/>
                </a:moveTo>
                <a:lnTo>
                  <a:pt x="611163" y="65881"/>
                </a:lnTo>
                <a:lnTo>
                  <a:pt x="610884" y="58333"/>
                </a:lnTo>
                <a:cubicBezTo>
                  <a:pt x="609486" y="59948"/>
                  <a:pt x="608158" y="61291"/>
                  <a:pt x="606900" y="62363"/>
                </a:cubicBezTo>
                <a:cubicBezTo>
                  <a:pt x="605642" y="63434"/>
                  <a:pt x="604392" y="64296"/>
                  <a:pt x="603150" y="64949"/>
                </a:cubicBezTo>
                <a:cubicBezTo>
                  <a:pt x="601907" y="65601"/>
                  <a:pt x="600657" y="66059"/>
                  <a:pt x="599399" y="66323"/>
                </a:cubicBezTo>
                <a:cubicBezTo>
                  <a:pt x="598141" y="66587"/>
                  <a:pt x="596813" y="66719"/>
                  <a:pt x="595415" y="66719"/>
                </a:cubicBezTo>
                <a:cubicBezTo>
                  <a:pt x="590601" y="66719"/>
                  <a:pt x="586967" y="65306"/>
                  <a:pt x="584513" y="62479"/>
                </a:cubicBezTo>
                <a:cubicBezTo>
                  <a:pt x="582059" y="59653"/>
                  <a:pt x="580832" y="55382"/>
                  <a:pt x="580832" y="49667"/>
                </a:cubicBezTo>
                <a:lnTo>
                  <a:pt x="580832" y="19103"/>
                </a:lnTo>
                <a:lnTo>
                  <a:pt x="588939" y="19103"/>
                </a:lnTo>
                <a:lnTo>
                  <a:pt x="588939" y="49014"/>
                </a:lnTo>
                <a:cubicBezTo>
                  <a:pt x="588939" y="56189"/>
                  <a:pt x="591642" y="59777"/>
                  <a:pt x="597046" y="59777"/>
                </a:cubicBezTo>
                <a:cubicBezTo>
                  <a:pt x="598040" y="59777"/>
                  <a:pt x="599011" y="59629"/>
                  <a:pt x="599958" y="59334"/>
                </a:cubicBezTo>
                <a:cubicBezTo>
                  <a:pt x="600905" y="59039"/>
                  <a:pt x="601899" y="58527"/>
                  <a:pt x="602940" y="57797"/>
                </a:cubicBezTo>
                <a:cubicBezTo>
                  <a:pt x="603981" y="57067"/>
                  <a:pt x="605099" y="56081"/>
                  <a:pt x="606295" y="54838"/>
                </a:cubicBezTo>
                <a:cubicBezTo>
                  <a:pt x="607490" y="53596"/>
                  <a:pt x="608834" y="52027"/>
                  <a:pt x="610325" y="50133"/>
                </a:cubicBezTo>
                <a:lnTo>
                  <a:pt x="610325" y="19103"/>
                </a:lnTo>
                <a:lnTo>
                  <a:pt x="618432" y="19103"/>
                </a:lnTo>
                <a:lnTo>
                  <a:pt x="618432" y="65881"/>
                </a:lnTo>
                <a:close/>
                <a:moveTo>
                  <a:pt x="672666" y="41653"/>
                </a:moveTo>
                <a:cubicBezTo>
                  <a:pt x="672666" y="45815"/>
                  <a:pt x="672084" y="49449"/>
                  <a:pt x="670919" y="52555"/>
                </a:cubicBezTo>
                <a:cubicBezTo>
                  <a:pt x="669754" y="55661"/>
                  <a:pt x="668147" y="58240"/>
                  <a:pt x="666097" y="60290"/>
                </a:cubicBezTo>
                <a:cubicBezTo>
                  <a:pt x="664047" y="62340"/>
                  <a:pt x="661624" y="63877"/>
                  <a:pt x="658829" y="64902"/>
                </a:cubicBezTo>
                <a:cubicBezTo>
                  <a:pt x="656033" y="65927"/>
                  <a:pt x="653005" y="66440"/>
                  <a:pt x="649743" y="66440"/>
                </a:cubicBezTo>
                <a:cubicBezTo>
                  <a:pt x="648252" y="66440"/>
                  <a:pt x="646769" y="66362"/>
                  <a:pt x="645294" y="66207"/>
                </a:cubicBezTo>
                <a:cubicBezTo>
                  <a:pt x="643818" y="66051"/>
                  <a:pt x="642320" y="65787"/>
                  <a:pt x="640798" y="65415"/>
                </a:cubicBezTo>
                <a:lnTo>
                  <a:pt x="640798" y="84983"/>
                </a:lnTo>
                <a:lnTo>
                  <a:pt x="632691" y="84983"/>
                </a:lnTo>
                <a:lnTo>
                  <a:pt x="632691" y="19103"/>
                </a:lnTo>
                <a:lnTo>
                  <a:pt x="639912" y="19103"/>
                </a:lnTo>
                <a:lnTo>
                  <a:pt x="640425" y="26930"/>
                </a:lnTo>
                <a:cubicBezTo>
                  <a:pt x="642754" y="23731"/>
                  <a:pt x="645239" y="21486"/>
                  <a:pt x="647880" y="20197"/>
                </a:cubicBezTo>
                <a:cubicBezTo>
                  <a:pt x="650520" y="18908"/>
                  <a:pt x="653377" y="18264"/>
                  <a:pt x="656452" y="18264"/>
                </a:cubicBezTo>
                <a:cubicBezTo>
                  <a:pt x="659124" y="18264"/>
                  <a:pt x="661469" y="18823"/>
                  <a:pt x="663488" y="19941"/>
                </a:cubicBezTo>
                <a:cubicBezTo>
                  <a:pt x="665507" y="21059"/>
                  <a:pt x="667200" y="22636"/>
                  <a:pt x="668566" y="24670"/>
                </a:cubicBezTo>
                <a:cubicBezTo>
                  <a:pt x="669933" y="26705"/>
                  <a:pt x="670958" y="29159"/>
                  <a:pt x="671641" y="32032"/>
                </a:cubicBezTo>
                <a:cubicBezTo>
                  <a:pt x="672325" y="34905"/>
                  <a:pt x="672666" y="38112"/>
                  <a:pt x="672666" y="41653"/>
                </a:cubicBezTo>
                <a:moveTo>
                  <a:pt x="664373" y="42026"/>
                </a:moveTo>
                <a:cubicBezTo>
                  <a:pt x="664373" y="39572"/>
                  <a:pt x="664194" y="37320"/>
                  <a:pt x="663837" y="35270"/>
                </a:cubicBezTo>
                <a:cubicBezTo>
                  <a:pt x="663480" y="33220"/>
                  <a:pt x="662913" y="31465"/>
                  <a:pt x="662137" y="30005"/>
                </a:cubicBezTo>
                <a:cubicBezTo>
                  <a:pt x="661360" y="28545"/>
                  <a:pt x="660366" y="27404"/>
                  <a:pt x="659155" y="26581"/>
                </a:cubicBezTo>
                <a:cubicBezTo>
                  <a:pt x="657943" y="25757"/>
                  <a:pt x="656499" y="25346"/>
                  <a:pt x="654822" y="25346"/>
                </a:cubicBezTo>
                <a:cubicBezTo>
                  <a:pt x="653797" y="25346"/>
                  <a:pt x="652756" y="25509"/>
                  <a:pt x="651700" y="25835"/>
                </a:cubicBezTo>
                <a:cubicBezTo>
                  <a:pt x="650644" y="26161"/>
                  <a:pt x="649549" y="26705"/>
                  <a:pt x="648415" y="27466"/>
                </a:cubicBezTo>
                <a:cubicBezTo>
                  <a:pt x="647282" y="28227"/>
                  <a:pt x="646086" y="29236"/>
                  <a:pt x="644828" y="30494"/>
                </a:cubicBezTo>
                <a:cubicBezTo>
                  <a:pt x="643570" y="31752"/>
                  <a:pt x="642226" y="33313"/>
                  <a:pt x="640798" y="35177"/>
                </a:cubicBezTo>
                <a:lnTo>
                  <a:pt x="640798" y="57867"/>
                </a:lnTo>
                <a:cubicBezTo>
                  <a:pt x="642289" y="58488"/>
                  <a:pt x="643857" y="58977"/>
                  <a:pt x="645503" y="59334"/>
                </a:cubicBezTo>
                <a:cubicBezTo>
                  <a:pt x="647150" y="59692"/>
                  <a:pt x="648765" y="59870"/>
                  <a:pt x="650349" y="59870"/>
                </a:cubicBezTo>
                <a:cubicBezTo>
                  <a:pt x="654729" y="59870"/>
                  <a:pt x="658161" y="58387"/>
                  <a:pt x="660646" y="55421"/>
                </a:cubicBezTo>
                <a:cubicBezTo>
                  <a:pt x="663131" y="52454"/>
                  <a:pt x="664373" y="47989"/>
                  <a:pt x="664373" y="42026"/>
                </a:cubicBezTo>
                <a:close/>
                <a:moveTo>
                  <a:pt x="724432" y="23575"/>
                </a:moveTo>
                <a:cubicBezTo>
                  <a:pt x="724432" y="26060"/>
                  <a:pt x="723966" y="28522"/>
                  <a:pt x="723034" y="30960"/>
                </a:cubicBezTo>
                <a:cubicBezTo>
                  <a:pt x="722102" y="33398"/>
                  <a:pt x="720658" y="35580"/>
                  <a:pt x="718701" y="37506"/>
                </a:cubicBezTo>
                <a:cubicBezTo>
                  <a:pt x="716744" y="39432"/>
                  <a:pt x="714244" y="40993"/>
                  <a:pt x="711200" y="42189"/>
                </a:cubicBezTo>
                <a:cubicBezTo>
                  <a:pt x="708156" y="43385"/>
                  <a:pt x="704521" y="43982"/>
                  <a:pt x="700297" y="43982"/>
                </a:cubicBezTo>
                <a:lnTo>
                  <a:pt x="692749" y="43982"/>
                </a:lnTo>
                <a:lnTo>
                  <a:pt x="692749" y="65881"/>
                </a:lnTo>
                <a:lnTo>
                  <a:pt x="684456" y="65881"/>
                </a:lnTo>
                <a:lnTo>
                  <a:pt x="684456" y="4939"/>
                </a:lnTo>
                <a:lnTo>
                  <a:pt x="701602" y="4939"/>
                </a:lnTo>
                <a:cubicBezTo>
                  <a:pt x="704615" y="4939"/>
                  <a:pt x="707503" y="5273"/>
                  <a:pt x="710268" y="5940"/>
                </a:cubicBezTo>
                <a:cubicBezTo>
                  <a:pt x="713032" y="6608"/>
                  <a:pt x="715463" y="7688"/>
                  <a:pt x="717559" y="9179"/>
                </a:cubicBezTo>
                <a:cubicBezTo>
                  <a:pt x="719656" y="10669"/>
                  <a:pt x="721325" y="12595"/>
                  <a:pt x="722568" y="14956"/>
                </a:cubicBezTo>
                <a:cubicBezTo>
                  <a:pt x="723810" y="17317"/>
                  <a:pt x="724432" y="20190"/>
                  <a:pt x="724432" y="23575"/>
                </a:cubicBezTo>
                <a:moveTo>
                  <a:pt x="715812" y="23948"/>
                </a:moveTo>
                <a:cubicBezTo>
                  <a:pt x="715812" y="20034"/>
                  <a:pt x="714531" y="17037"/>
                  <a:pt x="711968" y="14956"/>
                </a:cubicBezTo>
                <a:cubicBezTo>
                  <a:pt x="709406" y="12875"/>
                  <a:pt x="705826" y="11834"/>
                  <a:pt x="701229" y="11834"/>
                </a:cubicBezTo>
                <a:lnTo>
                  <a:pt x="692749" y="11834"/>
                </a:lnTo>
                <a:lnTo>
                  <a:pt x="692749" y="36901"/>
                </a:lnTo>
                <a:lnTo>
                  <a:pt x="700484" y="36901"/>
                </a:lnTo>
                <a:cubicBezTo>
                  <a:pt x="705391" y="36901"/>
                  <a:pt x="709173" y="35829"/>
                  <a:pt x="711829" y="33686"/>
                </a:cubicBezTo>
                <a:cubicBezTo>
                  <a:pt x="714484" y="31543"/>
                  <a:pt x="715812" y="28297"/>
                  <a:pt x="715812" y="23948"/>
                </a:cubicBezTo>
                <a:close/>
                <a:moveTo>
                  <a:pt x="738318" y="19103"/>
                </a:moveTo>
                <a:lnTo>
                  <a:pt x="745726" y="19103"/>
                </a:lnTo>
                <a:lnTo>
                  <a:pt x="745959" y="27700"/>
                </a:lnTo>
                <a:cubicBezTo>
                  <a:pt x="748723" y="24384"/>
                  <a:pt x="751449" y="21983"/>
                  <a:pt x="754136" y="20496"/>
                </a:cubicBezTo>
                <a:cubicBezTo>
                  <a:pt x="756823" y="19008"/>
                  <a:pt x="759533" y="18264"/>
                  <a:pt x="762266" y="18264"/>
                </a:cubicBezTo>
                <a:cubicBezTo>
                  <a:pt x="767112" y="18264"/>
                  <a:pt x="770785" y="19829"/>
                  <a:pt x="773285" y="22958"/>
                </a:cubicBezTo>
                <a:cubicBezTo>
                  <a:pt x="775785" y="26087"/>
                  <a:pt x="776942" y="30735"/>
                  <a:pt x="776756" y="36901"/>
                </a:cubicBezTo>
                <a:lnTo>
                  <a:pt x="768556" y="36901"/>
                </a:lnTo>
                <a:cubicBezTo>
                  <a:pt x="768649" y="32817"/>
                  <a:pt x="768051" y="29855"/>
                  <a:pt x="766762" y="28015"/>
                </a:cubicBezTo>
                <a:cubicBezTo>
                  <a:pt x="765473" y="26173"/>
                  <a:pt x="763586" y="25253"/>
                  <a:pt x="761101" y="25253"/>
                </a:cubicBezTo>
                <a:cubicBezTo>
                  <a:pt x="760014" y="25253"/>
                  <a:pt x="758919" y="25446"/>
                  <a:pt x="757817" y="25834"/>
                </a:cubicBezTo>
                <a:cubicBezTo>
                  <a:pt x="756714" y="26220"/>
                  <a:pt x="755580" y="26838"/>
                  <a:pt x="754415" y="27689"/>
                </a:cubicBezTo>
                <a:cubicBezTo>
                  <a:pt x="753251" y="28539"/>
                  <a:pt x="752016" y="29629"/>
                  <a:pt x="750711" y="30960"/>
                </a:cubicBezTo>
                <a:cubicBezTo>
                  <a:pt x="749407" y="32290"/>
                  <a:pt x="748009" y="33898"/>
                  <a:pt x="746518" y="35785"/>
                </a:cubicBezTo>
                <a:lnTo>
                  <a:pt x="746518" y="65881"/>
                </a:lnTo>
                <a:lnTo>
                  <a:pt x="738318" y="65881"/>
                </a:lnTo>
                <a:lnTo>
                  <a:pt x="738318" y="19103"/>
                </a:lnTo>
                <a:close/>
                <a:moveTo>
                  <a:pt x="828987" y="42119"/>
                </a:moveTo>
                <a:cubicBezTo>
                  <a:pt x="828987" y="45753"/>
                  <a:pt x="828475" y="49084"/>
                  <a:pt x="827450" y="52113"/>
                </a:cubicBezTo>
                <a:cubicBezTo>
                  <a:pt x="826425" y="55141"/>
                  <a:pt x="824949" y="57735"/>
                  <a:pt x="823024" y="59894"/>
                </a:cubicBezTo>
                <a:cubicBezTo>
                  <a:pt x="821098" y="62052"/>
                  <a:pt x="818753" y="63730"/>
                  <a:pt x="815988" y="64925"/>
                </a:cubicBezTo>
                <a:cubicBezTo>
                  <a:pt x="813224" y="66121"/>
                  <a:pt x="810087" y="66719"/>
                  <a:pt x="806577" y="66719"/>
                </a:cubicBezTo>
                <a:cubicBezTo>
                  <a:pt x="803222" y="66719"/>
                  <a:pt x="800217" y="66199"/>
                  <a:pt x="797561" y="65158"/>
                </a:cubicBezTo>
                <a:cubicBezTo>
                  <a:pt x="794905" y="64118"/>
                  <a:pt x="792654" y="62588"/>
                  <a:pt x="790805" y="60569"/>
                </a:cubicBezTo>
                <a:cubicBezTo>
                  <a:pt x="788957" y="58550"/>
                  <a:pt x="787544" y="56050"/>
                  <a:pt x="786566" y="53068"/>
                </a:cubicBezTo>
                <a:cubicBezTo>
                  <a:pt x="785587" y="50086"/>
                  <a:pt x="785098" y="46654"/>
                  <a:pt x="785098" y="42771"/>
                </a:cubicBezTo>
                <a:cubicBezTo>
                  <a:pt x="785098" y="39137"/>
                  <a:pt x="785610" y="35821"/>
                  <a:pt x="786635" y="32824"/>
                </a:cubicBezTo>
                <a:cubicBezTo>
                  <a:pt x="787660" y="29826"/>
                  <a:pt x="789136" y="27248"/>
                  <a:pt x="791062" y="25090"/>
                </a:cubicBezTo>
                <a:cubicBezTo>
                  <a:pt x="792987" y="22931"/>
                  <a:pt x="795333" y="21254"/>
                  <a:pt x="798097" y="20058"/>
                </a:cubicBezTo>
                <a:cubicBezTo>
                  <a:pt x="800861" y="18862"/>
                  <a:pt x="803999" y="18264"/>
                  <a:pt x="807509" y="18264"/>
                </a:cubicBezTo>
                <a:cubicBezTo>
                  <a:pt x="810863" y="18264"/>
                  <a:pt x="813868" y="18784"/>
                  <a:pt x="816524" y="19825"/>
                </a:cubicBezTo>
                <a:cubicBezTo>
                  <a:pt x="819180" y="20865"/>
                  <a:pt x="821432" y="22387"/>
                  <a:pt x="823280" y="24391"/>
                </a:cubicBezTo>
                <a:cubicBezTo>
                  <a:pt x="825128" y="26394"/>
                  <a:pt x="826541" y="28887"/>
                  <a:pt x="827520" y="31869"/>
                </a:cubicBezTo>
                <a:cubicBezTo>
                  <a:pt x="828498" y="34851"/>
                  <a:pt x="828987" y="38267"/>
                  <a:pt x="828987" y="42119"/>
                </a:cubicBezTo>
                <a:moveTo>
                  <a:pt x="820694" y="42492"/>
                </a:moveTo>
                <a:cubicBezTo>
                  <a:pt x="820694" y="39603"/>
                  <a:pt x="820376" y="37079"/>
                  <a:pt x="819739" y="34920"/>
                </a:cubicBezTo>
                <a:cubicBezTo>
                  <a:pt x="819102" y="32762"/>
                  <a:pt x="818194" y="30960"/>
                  <a:pt x="817013" y="29516"/>
                </a:cubicBezTo>
                <a:cubicBezTo>
                  <a:pt x="815833" y="28071"/>
                  <a:pt x="814396" y="26984"/>
                  <a:pt x="812703" y="26254"/>
                </a:cubicBezTo>
                <a:cubicBezTo>
                  <a:pt x="811011" y="25524"/>
                  <a:pt x="809124" y="25159"/>
                  <a:pt x="807043" y="25159"/>
                </a:cubicBezTo>
                <a:cubicBezTo>
                  <a:pt x="804620" y="25159"/>
                  <a:pt x="802547" y="25633"/>
                  <a:pt x="800823" y="26581"/>
                </a:cubicBezTo>
                <a:cubicBezTo>
                  <a:pt x="799099" y="27528"/>
                  <a:pt x="797685" y="28794"/>
                  <a:pt x="796583" y="30378"/>
                </a:cubicBezTo>
                <a:cubicBezTo>
                  <a:pt x="795480" y="31962"/>
                  <a:pt x="794673" y="33802"/>
                  <a:pt x="794160" y="35899"/>
                </a:cubicBezTo>
                <a:cubicBezTo>
                  <a:pt x="793648" y="37995"/>
                  <a:pt x="793391" y="40193"/>
                  <a:pt x="793391" y="42492"/>
                </a:cubicBezTo>
                <a:cubicBezTo>
                  <a:pt x="793391" y="45380"/>
                  <a:pt x="793710" y="47912"/>
                  <a:pt x="794346" y="50086"/>
                </a:cubicBezTo>
                <a:cubicBezTo>
                  <a:pt x="794983" y="52260"/>
                  <a:pt x="795892" y="54070"/>
                  <a:pt x="797072" y="55514"/>
                </a:cubicBezTo>
                <a:cubicBezTo>
                  <a:pt x="798252" y="56958"/>
                  <a:pt x="799681" y="58045"/>
                  <a:pt x="801358" y="58775"/>
                </a:cubicBezTo>
                <a:cubicBezTo>
                  <a:pt x="803036" y="59505"/>
                  <a:pt x="804930" y="59870"/>
                  <a:pt x="807043" y="59870"/>
                </a:cubicBezTo>
                <a:cubicBezTo>
                  <a:pt x="809465" y="59870"/>
                  <a:pt x="811539" y="59397"/>
                  <a:pt x="813263" y="58449"/>
                </a:cubicBezTo>
                <a:cubicBezTo>
                  <a:pt x="814986" y="57502"/>
                  <a:pt x="816400" y="56236"/>
                  <a:pt x="817502" y="54652"/>
                </a:cubicBezTo>
                <a:cubicBezTo>
                  <a:pt x="818605" y="53068"/>
                  <a:pt x="819413" y="51227"/>
                  <a:pt x="819925" y="49131"/>
                </a:cubicBezTo>
                <a:cubicBezTo>
                  <a:pt x="820438" y="47034"/>
                  <a:pt x="820694" y="44821"/>
                  <a:pt x="820694" y="42492"/>
                </a:cubicBezTo>
                <a:close/>
                <a:moveTo>
                  <a:pt x="880100" y="41653"/>
                </a:moveTo>
                <a:cubicBezTo>
                  <a:pt x="880100" y="45815"/>
                  <a:pt x="879518" y="49449"/>
                  <a:pt x="878353" y="52555"/>
                </a:cubicBezTo>
                <a:cubicBezTo>
                  <a:pt x="877188" y="55661"/>
                  <a:pt x="875581" y="58240"/>
                  <a:pt x="873531" y="60290"/>
                </a:cubicBezTo>
                <a:cubicBezTo>
                  <a:pt x="871481" y="62340"/>
                  <a:pt x="869058" y="63877"/>
                  <a:pt x="866263" y="64902"/>
                </a:cubicBezTo>
                <a:cubicBezTo>
                  <a:pt x="863467" y="65927"/>
                  <a:pt x="860439" y="66440"/>
                  <a:pt x="857177" y="66440"/>
                </a:cubicBezTo>
                <a:cubicBezTo>
                  <a:pt x="855686" y="66440"/>
                  <a:pt x="854203" y="66362"/>
                  <a:pt x="852728" y="66207"/>
                </a:cubicBezTo>
                <a:cubicBezTo>
                  <a:pt x="851252" y="66051"/>
                  <a:pt x="849754" y="65787"/>
                  <a:pt x="848232" y="65415"/>
                </a:cubicBezTo>
                <a:lnTo>
                  <a:pt x="848232" y="84983"/>
                </a:lnTo>
                <a:lnTo>
                  <a:pt x="840125" y="84983"/>
                </a:lnTo>
                <a:lnTo>
                  <a:pt x="840125" y="19103"/>
                </a:lnTo>
                <a:lnTo>
                  <a:pt x="847346" y="19103"/>
                </a:lnTo>
                <a:lnTo>
                  <a:pt x="847859" y="26930"/>
                </a:lnTo>
                <a:cubicBezTo>
                  <a:pt x="850188" y="23731"/>
                  <a:pt x="852673" y="21486"/>
                  <a:pt x="855314" y="20197"/>
                </a:cubicBezTo>
                <a:cubicBezTo>
                  <a:pt x="857954" y="18908"/>
                  <a:pt x="860811" y="18264"/>
                  <a:pt x="863886" y="18264"/>
                </a:cubicBezTo>
                <a:cubicBezTo>
                  <a:pt x="866558" y="18264"/>
                  <a:pt x="868903" y="18823"/>
                  <a:pt x="870922" y="19941"/>
                </a:cubicBezTo>
                <a:cubicBezTo>
                  <a:pt x="872941" y="21059"/>
                  <a:pt x="874634" y="22636"/>
                  <a:pt x="876000" y="24670"/>
                </a:cubicBezTo>
                <a:cubicBezTo>
                  <a:pt x="877367" y="26705"/>
                  <a:pt x="878392" y="29159"/>
                  <a:pt x="879075" y="32032"/>
                </a:cubicBezTo>
                <a:cubicBezTo>
                  <a:pt x="879759" y="34905"/>
                  <a:pt x="880100" y="38112"/>
                  <a:pt x="880100" y="41653"/>
                </a:cubicBezTo>
                <a:moveTo>
                  <a:pt x="871807" y="42026"/>
                </a:moveTo>
                <a:cubicBezTo>
                  <a:pt x="871807" y="39572"/>
                  <a:pt x="871628" y="37320"/>
                  <a:pt x="871271" y="35270"/>
                </a:cubicBezTo>
                <a:cubicBezTo>
                  <a:pt x="870914" y="33220"/>
                  <a:pt x="870347" y="31465"/>
                  <a:pt x="869571" y="30005"/>
                </a:cubicBezTo>
                <a:cubicBezTo>
                  <a:pt x="868794" y="28545"/>
                  <a:pt x="867800" y="27404"/>
                  <a:pt x="866589" y="26581"/>
                </a:cubicBezTo>
                <a:cubicBezTo>
                  <a:pt x="865377" y="25757"/>
                  <a:pt x="863933" y="25346"/>
                  <a:pt x="862256" y="25346"/>
                </a:cubicBezTo>
                <a:cubicBezTo>
                  <a:pt x="861231" y="25346"/>
                  <a:pt x="860190" y="25509"/>
                  <a:pt x="859134" y="25835"/>
                </a:cubicBezTo>
                <a:cubicBezTo>
                  <a:pt x="858078" y="26161"/>
                  <a:pt x="856983" y="26705"/>
                  <a:pt x="855849" y="27466"/>
                </a:cubicBezTo>
                <a:cubicBezTo>
                  <a:pt x="854716" y="28227"/>
                  <a:pt x="853520" y="29236"/>
                  <a:pt x="852262" y="30494"/>
                </a:cubicBezTo>
                <a:cubicBezTo>
                  <a:pt x="851004" y="31752"/>
                  <a:pt x="849660" y="33313"/>
                  <a:pt x="848232" y="35177"/>
                </a:cubicBezTo>
                <a:lnTo>
                  <a:pt x="848232" y="57867"/>
                </a:lnTo>
                <a:cubicBezTo>
                  <a:pt x="849723" y="58488"/>
                  <a:pt x="851291" y="58977"/>
                  <a:pt x="852937" y="59334"/>
                </a:cubicBezTo>
                <a:cubicBezTo>
                  <a:pt x="854584" y="59692"/>
                  <a:pt x="856199" y="59870"/>
                  <a:pt x="857783" y="59870"/>
                </a:cubicBezTo>
                <a:cubicBezTo>
                  <a:pt x="862162" y="59870"/>
                  <a:pt x="865595" y="58387"/>
                  <a:pt x="868080" y="55421"/>
                </a:cubicBezTo>
                <a:cubicBezTo>
                  <a:pt x="870565" y="52454"/>
                  <a:pt x="871807" y="47989"/>
                  <a:pt x="871807" y="42026"/>
                </a:cubicBezTo>
                <a:close/>
                <a:moveTo>
                  <a:pt x="929023" y="53114"/>
                </a:moveTo>
                <a:cubicBezTo>
                  <a:pt x="929023" y="54761"/>
                  <a:pt x="928744" y="56236"/>
                  <a:pt x="928185" y="57541"/>
                </a:cubicBezTo>
                <a:cubicBezTo>
                  <a:pt x="927626" y="58845"/>
                  <a:pt x="926865" y="60002"/>
                  <a:pt x="925902" y="61012"/>
                </a:cubicBezTo>
                <a:cubicBezTo>
                  <a:pt x="924939" y="62021"/>
                  <a:pt x="923821" y="62883"/>
                  <a:pt x="922547" y="63598"/>
                </a:cubicBezTo>
                <a:cubicBezTo>
                  <a:pt x="921274" y="64312"/>
                  <a:pt x="919915" y="64902"/>
                  <a:pt x="918470" y="65368"/>
                </a:cubicBezTo>
                <a:cubicBezTo>
                  <a:pt x="917026" y="65834"/>
                  <a:pt x="915543" y="66176"/>
                  <a:pt x="914021" y="66393"/>
                </a:cubicBezTo>
                <a:cubicBezTo>
                  <a:pt x="912499" y="66610"/>
                  <a:pt x="911008" y="66719"/>
                  <a:pt x="909548" y="66719"/>
                </a:cubicBezTo>
                <a:cubicBezTo>
                  <a:pt x="906380" y="66719"/>
                  <a:pt x="903468" y="66579"/>
                  <a:pt x="900812" y="66300"/>
                </a:cubicBezTo>
                <a:cubicBezTo>
                  <a:pt x="898157" y="66020"/>
                  <a:pt x="895555" y="65570"/>
                  <a:pt x="893008" y="64949"/>
                </a:cubicBezTo>
                <a:lnTo>
                  <a:pt x="893008" y="57494"/>
                </a:lnTo>
                <a:cubicBezTo>
                  <a:pt x="895742" y="58271"/>
                  <a:pt x="898459" y="58861"/>
                  <a:pt x="901162" y="59265"/>
                </a:cubicBezTo>
                <a:cubicBezTo>
                  <a:pt x="903864" y="59668"/>
                  <a:pt x="906551" y="59870"/>
                  <a:pt x="909222" y="59870"/>
                </a:cubicBezTo>
                <a:cubicBezTo>
                  <a:pt x="913105" y="59870"/>
                  <a:pt x="915978" y="59342"/>
                  <a:pt x="917841" y="58286"/>
                </a:cubicBezTo>
                <a:cubicBezTo>
                  <a:pt x="919705" y="57230"/>
                  <a:pt x="920637" y="55724"/>
                  <a:pt x="920637" y="53767"/>
                </a:cubicBezTo>
                <a:cubicBezTo>
                  <a:pt x="920637" y="52928"/>
                  <a:pt x="920489" y="52175"/>
                  <a:pt x="920194" y="51507"/>
                </a:cubicBezTo>
                <a:cubicBezTo>
                  <a:pt x="919899" y="50839"/>
                  <a:pt x="919363" y="50202"/>
                  <a:pt x="918587" y="49597"/>
                </a:cubicBezTo>
                <a:cubicBezTo>
                  <a:pt x="917810" y="48991"/>
                  <a:pt x="916607" y="48362"/>
                  <a:pt x="914976" y="47710"/>
                </a:cubicBezTo>
                <a:cubicBezTo>
                  <a:pt x="913345" y="47058"/>
                  <a:pt x="911117" y="46312"/>
                  <a:pt x="908290" y="45473"/>
                </a:cubicBezTo>
                <a:cubicBezTo>
                  <a:pt x="906178" y="44852"/>
                  <a:pt x="904229" y="44146"/>
                  <a:pt x="902443" y="43353"/>
                </a:cubicBezTo>
                <a:cubicBezTo>
                  <a:pt x="900657" y="42561"/>
                  <a:pt x="899112" y="41622"/>
                  <a:pt x="897807" y="40535"/>
                </a:cubicBezTo>
                <a:cubicBezTo>
                  <a:pt x="896503" y="39448"/>
                  <a:pt x="895478" y="38174"/>
                  <a:pt x="894732" y="36714"/>
                </a:cubicBezTo>
                <a:cubicBezTo>
                  <a:pt x="893987" y="35254"/>
                  <a:pt x="893614" y="33530"/>
                  <a:pt x="893614" y="31543"/>
                </a:cubicBezTo>
                <a:cubicBezTo>
                  <a:pt x="893614" y="30238"/>
                  <a:pt x="893917" y="28809"/>
                  <a:pt x="894522" y="27256"/>
                </a:cubicBezTo>
                <a:cubicBezTo>
                  <a:pt x="895128" y="25703"/>
                  <a:pt x="896161" y="24259"/>
                  <a:pt x="897621" y="22923"/>
                </a:cubicBezTo>
                <a:cubicBezTo>
                  <a:pt x="899081" y="21587"/>
                  <a:pt x="901053" y="20477"/>
                  <a:pt x="903538" y="19592"/>
                </a:cubicBezTo>
                <a:cubicBezTo>
                  <a:pt x="906023" y="18707"/>
                  <a:pt x="909129" y="18264"/>
                  <a:pt x="912856" y="18264"/>
                </a:cubicBezTo>
                <a:cubicBezTo>
                  <a:pt x="914689" y="18264"/>
                  <a:pt x="916723" y="18365"/>
                  <a:pt x="918960" y="18567"/>
                </a:cubicBezTo>
                <a:cubicBezTo>
                  <a:pt x="921196" y="18769"/>
                  <a:pt x="923526" y="19118"/>
                  <a:pt x="925948" y="19615"/>
                </a:cubicBezTo>
                <a:lnTo>
                  <a:pt x="925948" y="26837"/>
                </a:lnTo>
                <a:cubicBezTo>
                  <a:pt x="923401" y="26216"/>
                  <a:pt x="920986" y="25757"/>
                  <a:pt x="918703" y="25462"/>
                </a:cubicBezTo>
                <a:cubicBezTo>
                  <a:pt x="916420" y="25167"/>
                  <a:pt x="914440" y="25020"/>
                  <a:pt x="912763" y="25020"/>
                </a:cubicBezTo>
                <a:cubicBezTo>
                  <a:pt x="910744" y="25020"/>
                  <a:pt x="909043" y="25175"/>
                  <a:pt x="907661" y="25486"/>
                </a:cubicBezTo>
                <a:cubicBezTo>
                  <a:pt x="906279" y="25796"/>
                  <a:pt x="905161" y="26223"/>
                  <a:pt x="904307" y="26767"/>
                </a:cubicBezTo>
                <a:cubicBezTo>
                  <a:pt x="903452" y="27310"/>
                  <a:pt x="902839" y="27947"/>
                  <a:pt x="902466" y="28677"/>
                </a:cubicBezTo>
                <a:cubicBezTo>
                  <a:pt x="902094" y="29407"/>
                  <a:pt x="901907" y="30191"/>
                  <a:pt x="901907" y="31030"/>
                </a:cubicBezTo>
                <a:cubicBezTo>
                  <a:pt x="901907" y="31869"/>
                  <a:pt x="902070" y="32630"/>
                  <a:pt x="902396" y="33313"/>
                </a:cubicBezTo>
                <a:cubicBezTo>
                  <a:pt x="902723" y="33996"/>
                  <a:pt x="903328" y="34656"/>
                  <a:pt x="904213" y="35293"/>
                </a:cubicBezTo>
                <a:cubicBezTo>
                  <a:pt x="905099" y="35930"/>
                  <a:pt x="906333" y="36567"/>
                  <a:pt x="907917" y="37203"/>
                </a:cubicBezTo>
                <a:cubicBezTo>
                  <a:pt x="909502" y="37840"/>
                  <a:pt x="911567" y="38531"/>
                  <a:pt x="914114" y="39277"/>
                </a:cubicBezTo>
                <a:cubicBezTo>
                  <a:pt x="916879" y="40084"/>
                  <a:pt x="919208" y="40931"/>
                  <a:pt x="921103" y="41816"/>
                </a:cubicBezTo>
                <a:cubicBezTo>
                  <a:pt x="922998" y="42701"/>
                  <a:pt x="924535" y="43687"/>
                  <a:pt x="925715" y="44775"/>
                </a:cubicBezTo>
                <a:cubicBezTo>
                  <a:pt x="926896" y="45862"/>
                  <a:pt x="927742" y="47089"/>
                  <a:pt x="928255" y="48455"/>
                </a:cubicBezTo>
                <a:cubicBezTo>
                  <a:pt x="928767" y="49822"/>
                  <a:pt x="929023" y="51375"/>
                  <a:pt x="929023" y="53114"/>
                </a:cubicBezTo>
                <a:close/>
                <a:moveTo>
                  <a:pt x="1031110" y="65881"/>
                </a:moveTo>
                <a:lnTo>
                  <a:pt x="1030924" y="59578"/>
                </a:lnTo>
                <a:cubicBezTo>
                  <a:pt x="1028377" y="62098"/>
                  <a:pt x="1025791" y="63919"/>
                  <a:pt x="1023166" y="65039"/>
                </a:cubicBezTo>
                <a:cubicBezTo>
                  <a:pt x="1020542" y="66159"/>
                  <a:pt x="1017785" y="66719"/>
                  <a:pt x="1014896" y="66719"/>
                </a:cubicBezTo>
                <a:cubicBezTo>
                  <a:pt x="1012225" y="66719"/>
                  <a:pt x="1009942" y="66377"/>
                  <a:pt x="1008048" y="65693"/>
                </a:cubicBezTo>
                <a:cubicBezTo>
                  <a:pt x="1006153" y="65008"/>
                  <a:pt x="1004592" y="64067"/>
                  <a:pt x="1003365" y="62870"/>
                </a:cubicBezTo>
                <a:cubicBezTo>
                  <a:pt x="1002138" y="61672"/>
                  <a:pt x="1001237" y="60264"/>
                  <a:pt x="1000663" y="58646"/>
                </a:cubicBezTo>
                <a:cubicBezTo>
                  <a:pt x="1000088" y="57028"/>
                  <a:pt x="999801" y="55270"/>
                  <a:pt x="999801" y="53372"/>
                </a:cubicBezTo>
                <a:cubicBezTo>
                  <a:pt x="999801" y="48674"/>
                  <a:pt x="1001548" y="44995"/>
                  <a:pt x="1005042" y="42336"/>
                </a:cubicBezTo>
                <a:cubicBezTo>
                  <a:pt x="1008537" y="39675"/>
                  <a:pt x="1013701" y="38345"/>
                  <a:pt x="1020534" y="38345"/>
                </a:cubicBezTo>
                <a:lnTo>
                  <a:pt x="1030225" y="38345"/>
                </a:lnTo>
                <a:lnTo>
                  <a:pt x="1030225" y="34259"/>
                </a:lnTo>
                <a:cubicBezTo>
                  <a:pt x="1030225" y="31505"/>
                  <a:pt x="1029340" y="29299"/>
                  <a:pt x="1027569" y="27643"/>
                </a:cubicBezTo>
                <a:cubicBezTo>
                  <a:pt x="1025799" y="25987"/>
                  <a:pt x="1023097" y="25159"/>
                  <a:pt x="1019462" y="25159"/>
                </a:cubicBezTo>
                <a:cubicBezTo>
                  <a:pt x="1016822" y="25159"/>
                  <a:pt x="1014221" y="25459"/>
                  <a:pt x="1011658" y="26058"/>
                </a:cubicBezTo>
                <a:cubicBezTo>
                  <a:pt x="1009096" y="26656"/>
                  <a:pt x="1006448" y="27506"/>
                  <a:pt x="1003714" y="28607"/>
                </a:cubicBezTo>
                <a:lnTo>
                  <a:pt x="1003714" y="21292"/>
                </a:lnTo>
                <a:cubicBezTo>
                  <a:pt x="1004740" y="20914"/>
                  <a:pt x="1005881" y="20543"/>
                  <a:pt x="1007139" y="20180"/>
                </a:cubicBezTo>
                <a:cubicBezTo>
                  <a:pt x="1008397" y="19817"/>
                  <a:pt x="1009725" y="19494"/>
                  <a:pt x="1011123" y="19210"/>
                </a:cubicBezTo>
                <a:cubicBezTo>
                  <a:pt x="1012520" y="18926"/>
                  <a:pt x="1013980" y="18697"/>
                  <a:pt x="1015502" y="18525"/>
                </a:cubicBezTo>
                <a:cubicBezTo>
                  <a:pt x="1017024" y="18351"/>
                  <a:pt x="1018562" y="18264"/>
                  <a:pt x="1020115" y="18264"/>
                </a:cubicBezTo>
                <a:cubicBezTo>
                  <a:pt x="1022941" y="18264"/>
                  <a:pt x="1025488" y="18575"/>
                  <a:pt x="1027756" y="19196"/>
                </a:cubicBezTo>
                <a:cubicBezTo>
                  <a:pt x="1030023" y="19817"/>
                  <a:pt x="1031941" y="20764"/>
                  <a:pt x="1033510" y="22038"/>
                </a:cubicBezTo>
                <a:cubicBezTo>
                  <a:pt x="1035078" y="23311"/>
                  <a:pt x="1036282" y="24911"/>
                  <a:pt x="1037121" y="26837"/>
                </a:cubicBezTo>
                <a:cubicBezTo>
                  <a:pt x="1037959" y="28763"/>
                  <a:pt x="1038379" y="31030"/>
                  <a:pt x="1038379" y="33639"/>
                </a:cubicBezTo>
                <a:lnTo>
                  <a:pt x="1038379" y="65881"/>
                </a:lnTo>
                <a:lnTo>
                  <a:pt x="1031110" y="65881"/>
                </a:lnTo>
                <a:moveTo>
                  <a:pt x="1030225" y="44542"/>
                </a:moveTo>
                <a:lnTo>
                  <a:pt x="1019928" y="44542"/>
                </a:lnTo>
                <a:cubicBezTo>
                  <a:pt x="1017909" y="44542"/>
                  <a:pt x="1016170" y="44744"/>
                  <a:pt x="1014710" y="45150"/>
                </a:cubicBezTo>
                <a:cubicBezTo>
                  <a:pt x="1013250" y="45555"/>
                  <a:pt x="1012054" y="46131"/>
                  <a:pt x="1011123" y="46878"/>
                </a:cubicBezTo>
                <a:cubicBezTo>
                  <a:pt x="1010191" y="47626"/>
                  <a:pt x="1009500" y="48522"/>
                  <a:pt x="1009049" y="49566"/>
                </a:cubicBezTo>
                <a:cubicBezTo>
                  <a:pt x="1008599" y="50610"/>
                  <a:pt x="1008374" y="51786"/>
                  <a:pt x="1008374" y="53094"/>
                </a:cubicBezTo>
                <a:cubicBezTo>
                  <a:pt x="1008374" y="53998"/>
                  <a:pt x="1008513" y="54863"/>
                  <a:pt x="1008793" y="55689"/>
                </a:cubicBezTo>
                <a:cubicBezTo>
                  <a:pt x="1009073" y="56514"/>
                  <a:pt x="1009523" y="57246"/>
                  <a:pt x="1010144" y="57884"/>
                </a:cubicBezTo>
                <a:cubicBezTo>
                  <a:pt x="1010765" y="58523"/>
                  <a:pt x="1011573" y="59029"/>
                  <a:pt x="1012567" y="59403"/>
                </a:cubicBezTo>
                <a:cubicBezTo>
                  <a:pt x="1013561" y="59777"/>
                  <a:pt x="1014772" y="59963"/>
                  <a:pt x="1016201" y="59963"/>
                </a:cubicBezTo>
                <a:cubicBezTo>
                  <a:pt x="1018065" y="59963"/>
                  <a:pt x="1020200" y="59395"/>
                  <a:pt x="1022607" y="58258"/>
                </a:cubicBezTo>
                <a:cubicBezTo>
                  <a:pt x="1025015" y="57121"/>
                  <a:pt x="1027554" y="55321"/>
                  <a:pt x="1030225" y="52860"/>
                </a:cubicBezTo>
                <a:lnTo>
                  <a:pt x="1030225" y="44542"/>
                </a:lnTo>
                <a:close/>
                <a:moveTo>
                  <a:pt x="1054827" y="19103"/>
                </a:moveTo>
                <a:lnTo>
                  <a:pt x="1062236" y="19103"/>
                </a:lnTo>
                <a:lnTo>
                  <a:pt x="1062469" y="27700"/>
                </a:lnTo>
                <a:cubicBezTo>
                  <a:pt x="1065233" y="24384"/>
                  <a:pt x="1067959" y="21983"/>
                  <a:pt x="1070645" y="20496"/>
                </a:cubicBezTo>
                <a:cubicBezTo>
                  <a:pt x="1073332" y="19008"/>
                  <a:pt x="1076042" y="18264"/>
                  <a:pt x="1078776" y="18264"/>
                </a:cubicBezTo>
                <a:cubicBezTo>
                  <a:pt x="1083621" y="18264"/>
                  <a:pt x="1087294" y="19829"/>
                  <a:pt x="1089794" y="22958"/>
                </a:cubicBezTo>
                <a:cubicBezTo>
                  <a:pt x="1092295" y="26087"/>
                  <a:pt x="1093452" y="30735"/>
                  <a:pt x="1093266" y="36901"/>
                </a:cubicBezTo>
                <a:lnTo>
                  <a:pt x="1085065" y="36901"/>
                </a:lnTo>
                <a:cubicBezTo>
                  <a:pt x="1085159" y="32817"/>
                  <a:pt x="1084561" y="29855"/>
                  <a:pt x="1083272" y="28015"/>
                </a:cubicBezTo>
                <a:cubicBezTo>
                  <a:pt x="1081983" y="26173"/>
                  <a:pt x="1080096" y="25253"/>
                  <a:pt x="1077611" y="25253"/>
                </a:cubicBezTo>
                <a:cubicBezTo>
                  <a:pt x="1076524" y="25253"/>
                  <a:pt x="1075429" y="25446"/>
                  <a:pt x="1074326" y="25834"/>
                </a:cubicBezTo>
                <a:cubicBezTo>
                  <a:pt x="1073223" y="26220"/>
                  <a:pt x="1072090" y="26838"/>
                  <a:pt x="1070925" y="27689"/>
                </a:cubicBezTo>
                <a:cubicBezTo>
                  <a:pt x="1069760" y="28539"/>
                  <a:pt x="1068525" y="29629"/>
                  <a:pt x="1067221" y="30960"/>
                </a:cubicBezTo>
                <a:cubicBezTo>
                  <a:pt x="1065916" y="32290"/>
                  <a:pt x="1064519" y="33898"/>
                  <a:pt x="1063028" y="35785"/>
                </a:cubicBezTo>
                <a:lnTo>
                  <a:pt x="1063028" y="65881"/>
                </a:lnTo>
                <a:lnTo>
                  <a:pt x="1054827" y="65881"/>
                </a:lnTo>
                <a:lnTo>
                  <a:pt x="1054827" y="19103"/>
                </a:lnTo>
                <a:close/>
                <a:moveTo>
                  <a:pt x="1144285" y="40022"/>
                </a:moveTo>
                <a:cubicBezTo>
                  <a:pt x="1144285" y="41171"/>
                  <a:pt x="1144270" y="42134"/>
                  <a:pt x="1144239" y="42911"/>
                </a:cubicBezTo>
                <a:cubicBezTo>
                  <a:pt x="1144208" y="43687"/>
                  <a:pt x="1144161" y="44417"/>
                  <a:pt x="1144099" y="45101"/>
                </a:cubicBezTo>
                <a:lnTo>
                  <a:pt x="1111252" y="45101"/>
                </a:lnTo>
                <a:cubicBezTo>
                  <a:pt x="1111252" y="49884"/>
                  <a:pt x="1112588" y="53557"/>
                  <a:pt x="1115259" y="56120"/>
                </a:cubicBezTo>
                <a:cubicBezTo>
                  <a:pt x="1117930" y="58682"/>
                  <a:pt x="1121782" y="59963"/>
                  <a:pt x="1126814" y="59963"/>
                </a:cubicBezTo>
                <a:cubicBezTo>
                  <a:pt x="1128180" y="59963"/>
                  <a:pt x="1129547" y="59908"/>
                  <a:pt x="1130914" y="59797"/>
                </a:cubicBezTo>
                <a:cubicBezTo>
                  <a:pt x="1132280" y="59686"/>
                  <a:pt x="1133600" y="59535"/>
                  <a:pt x="1134874" y="59345"/>
                </a:cubicBezTo>
                <a:cubicBezTo>
                  <a:pt x="1136147" y="59153"/>
                  <a:pt x="1137367" y="58939"/>
                  <a:pt x="1138531" y="58701"/>
                </a:cubicBezTo>
                <a:cubicBezTo>
                  <a:pt x="1139696" y="58462"/>
                  <a:pt x="1140776" y="58200"/>
                  <a:pt x="1141769" y="57913"/>
                </a:cubicBezTo>
                <a:lnTo>
                  <a:pt x="1141769" y="64576"/>
                </a:lnTo>
                <a:cubicBezTo>
                  <a:pt x="1139564" y="65211"/>
                  <a:pt x="1137071" y="65727"/>
                  <a:pt x="1134292" y="66124"/>
                </a:cubicBezTo>
                <a:cubicBezTo>
                  <a:pt x="1131512" y="66521"/>
                  <a:pt x="1128631" y="66719"/>
                  <a:pt x="1125649" y="66719"/>
                </a:cubicBezTo>
                <a:cubicBezTo>
                  <a:pt x="1121642" y="66719"/>
                  <a:pt x="1118194" y="66176"/>
                  <a:pt x="1115305" y="65088"/>
                </a:cubicBezTo>
                <a:cubicBezTo>
                  <a:pt x="1112417" y="64001"/>
                  <a:pt x="1110048" y="62425"/>
                  <a:pt x="1108200" y="60359"/>
                </a:cubicBezTo>
                <a:cubicBezTo>
                  <a:pt x="1106352" y="58294"/>
                  <a:pt x="1104985" y="55762"/>
                  <a:pt x="1104100" y="52765"/>
                </a:cubicBezTo>
                <a:cubicBezTo>
                  <a:pt x="1103215" y="49768"/>
                  <a:pt x="1102772" y="46374"/>
                  <a:pt x="1102772" y="42585"/>
                </a:cubicBezTo>
                <a:cubicBezTo>
                  <a:pt x="1102772" y="39292"/>
                  <a:pt x="1103246" y="36178"/>
                  <a:pt x="1104193" y="33243"/>
                </a:cubicBezTo>
                <a:cubicBezTo>
                  <a:pt x="1105141" y="30308"/>
                  <a:pt x="1106523" y="27730"/>
                  <a:pt x="1108340" y="25509"/>
                </a:cubicBezTo>
                <a:cubicBezTo>
                  <a:pt x="1110157" y="23288"/>
                  <a:pt x="1112386" y="21525"/>
                  <a:pt x="1115026" y="20221"/>
                </a:cubicBezTo>
                <a:cubicBezTo>
                  <a:pt x="1117666" y="18916"/>
                  <a:pt x="1120663" y="18264"/>
                  <a:pt x="1124018" y="18264"/>
                </a:cubicBezTo>
                <a:cubicBezTo>
                  <a:pt x="1127279" y="18264"/>
                  <a:pt x="1130168" y="18776"/>
                  <a:pt x="1132684" y="19801"/>
                </a:cubicBezTo>
                <a:cubicBezTo>
                  <a:pt x="1135200" y="20826"/>
                  <a:pt x="1137320" y="22279"/>
                  <a:pt x="1139044" y="24158"/>
                </a:cubicBezTo>
                <a:cubicBezTo>
                  <a:pt x="1140768" y="26037"/>
                  <a:pt x="1142072" y="28320"/>
                  <a:pt x="1142958" y="31007"/>
                </a:cubicBezTo>
                <a:cubicBezTo>
                  <a:pt x="1143843" y="33693"/>
                  <a:pt x="1144285" y="36699"/>
                  <a:pt x="1144285" y="40022"/>
                </a:cubicBezTo>
                <a:moveTo>
                  <a:pt x="1135852" y="38857"/>
                </a:moveTo>
                <a:cubicBezTo>
                  <a:pt x="1135946" y="36776"/>
                  <a:pt x="1135744" y="34874"/>
                  <a:pt x="1135247" y="33150"/>
                </a:cubicBezTo>
                <a:cubicBezTo>
                  <a:pt x="1134750" y="31426"/>
                  <a:pt x="1133981" y="29943"/>
                  <a:pt x="1132940" y="28700"/>
                </a:cubicBezTo>
                <a:cubicBezTo>
                  <a:pt x="1131900" y="27458"/>
                  <a:pt x="1130603" y="26487"/>
                  <a:pt x="1129050" y="25788"/>
                </a:cubicBezTo>
                <a:cubicBezTo>
                  <a:pt x="1127497" y="25090"/>
                  <a:pt x="1125695" y="24740"/>
                  <a:pt x="1123645" y="24740"/>
                </a:cubicBezTo>
                <a:cubicBezTo>
                  <a:pt x="1121875" y="24740"/>
                  <a:pt x="1120260" y="25082"/>
                  <a:pt x="1118800" y="25765"/>
                </a:cubicBezTo>
                <a:cubicBezTo>
                  <a:pt x="1117340" y="26449"/>
                  <a:pt x="1116082" y="27411"/>
                  <a:pt x="1115026" y="28654"/>
                </a:cubicBezTo>
                <a:cubicBezTo>
                  <a:pt x="1113970" y="29896"/>
                  <a:pt x="1113116" y="31387"/>
                  <a:pt x="1112463" y="33127"/>
                </a:cubicBezTo>
                <a:cubicBezTo>
                  <a:pt x="1111811" y="34866"/>
                  <a:pt x="1111407" y="36776"/>
                  <a:pt x="1111252" y="38857"/>
                </a:cubicBezTo>
                <a:lnTo>
                  <a:pt x="1135852" y="38857"/>
                </a:lnTo>
                <a:close/>
                <a:moveTo>
                  <a:pt x="1251278" y="65881"/>
                </a:moveTo>
                <a:lnTo>
                  <a:pt x="1243171" y="65881"/>
                </a:lnTo>
                <a:lnTo>
                  <a:pt x="1243171" y="36015"/>
                </a:lnTo>
                <a:cubicBezTo>
                  <a:pt x="1243171" y="32412"/>
                  <a:pt x="1242495" y="29718"/>
                  <a:pt x="1241144" y="27932"/>
                </a:cubicBezTo>
                <a:cubicBezTo>
                  <a:pt x="1239793" y="26146"/>
                  <a:pt x="1237860" y="25253"/>
                  <a:pt x="1235344" y="25253"/>
                </a:cubicBezTo>
                <a:cubicBezTo>
                  <a:pt x="1234256" y="25253"/>
                  <a:pt x="1233239" y="25400"/>
                  <a:pt x="1232292" y="25695"/>
                </a:cubicBezTo>
                <a:cubicBezTo>
                  <a:pt x="1231344" y="25990"/>
                  <a:pt x="1230358" y="26503"/>
                  <a:pt x="1229333" y="27233"/>
                </a:cubicBezTo>
                <a:cubicBezTo>
                  <a:pt x="1228308" y="27963"/>
                  <a:pt x="1227190" y="28949"/>
                  <a:pt x="1225979" y="30191"/>
                </a:cubicBezTo>
                <a:cubicBezTo>
                  <a:pt x="1224767" y="31434"/>
                  <a:pt x="1223370" y="32987"/>
                  <a:pt x="1221785" y="34851"/>
                </a:cubicBezTo>
                <a:lnTo>
                  <a:pt x="1221785" y="65881"/>
                </a:lnTo>
                <a:lnTo>
                  <a:pt x="1213678" y="65881"/>
                </a:lnTo>
                <a:lnTo>
                  <a:pt x="1213678" y="0"/>
                </a:lnTo>
                <a:lnTo>
                  <a:pt x="1221785" y="0"/>
                </a:lnTo>
                <a:lnTo>
                  <a:pt x="1221785" y="19089"/>
                </a:lnTo>
                <a:lnTo>
                  <a:pt x="1221506" y="26464"/>
                </a:lnTo>
                <a:cubicBezTo>
                  <a:pt x="1222779" y="24942"/>
                  <a:pt x="1224030" y="23661"/>
                  <a:pt x="1225257" y="22620"/>
                </a:cubicBezTo>
                <a:cubicBezTo>
                  <a:pt x="1226483" y="21580"/>
                  <a:pt x="1227710" y="20733"/>
                  <a:pt x="1228937" y="20081"/>
                </a:cubicBezTo>
                <a:cubicBezTo>
                  <a:pt x="1230164" y="19429"/>
                  <a:pt x="1231414" y="18963"/>
                  <a:pt x="1232688" y="18683"/>
                </a:cubicBezTo>
                <a:cubicBezTo>
                  <a:pt x="1233961" y="18404"/>
                  <a:pt x="1235281" y="18264"/>
                  <a:pt x="1236648" y="18264"/>
                </a:cubicBezTo>
                <a:cubicBezTo>
                  <a:pt x="1241307" y="18264"/>
                  <a:pt x="1244910" y="19685"/>
                  <a:pt x="1247457" y="22527"/>
                </a:cubicBezTo>
                <a:cubicBezTo>
                  <a:pt x="1250004" y="25369"/>
                  <a:pt x="1251278" y="29648"/>
                  <a:pt x="1251278" y="35363"/>
                </a:cubicBezTo>
                <a:lnTo>
                  <a:pt x="1251278" y="65881"/>
                </a:lnTo>
                <a:close/>
                <a:moveTo>
                  <a:pt x="1295589" y="65881"/>
                </a:moveTo>
                <a:lnTo>
                  <a:pt x="1295402" y="59578"/>
                </a:lnTo>
                <a:cubicBezTo>
                  <a:pt x="1292855" y="62098"/>
                  <a:pt x="1290269" y="63919"/>
                  <a:pt x="1287645" y="65039"/>
                </a:cubicBezTo>
                <a:cubicBezTo>
                  <a:pt x="1285020" y="66159"/>
                  <a:pt x="1282263" y="66719"/>
                  <a:pt x="1279375" y="66719"/>
                </a:cubicBezTo>
                <a:cubicBezTo>
                  <a:pt x="1276703" y="66719"/>
                  <a:pt x="1274420" y="66377"/>
                  <a:pt x="1272526" y="65693"/>
                </a:cubicBezTo>
                <a:cubicBezTo>
                  <a:pt x="1270631" y="65008"/>
                  <a:pt x="1269070" y="64067"/>
                  <a:pt x="1267843" y="62870"/>
                </a:cubicBezTo>
                <a:cubicBezTo>
                  <a:pt x="1266616" y="61672"/>
                  <a:pt x="1265716" y="60264"/>
                  <a:pt x="1265141" y="58646"/>
                </a:cubicBezTo>
                <a:cubicBezTo>
                  <a:pt x="1264566" y="57028"/>
                  <a:pt x="1264279" y="55270"/>
                  <a:pt x="1264279" y="53372"/>
                </a:cubicBezTo>
                <a:cubicBezTo>
                  <a:pt x="1264279" y="48674"/>
                  <a:pt x="1266026" y="44995"/>
                  <a:pt x="1269521" y="42336"/>
                </a:cubicBezTo>
                <a:cubicBezTo>
                  <a:pt x="1273015" y="39675"/>
                  <a:pt x="1278179" y="38345"/>
                  <a:pt x="1285012" y="38345"/>
                </a:cubicBezTo>
                <a:lnTo>
                  <a:pt x="1294703" y="38345"/>
                </a:lnTo>
                <a:lnTo>
                  <a:pt x="1294703" y="34259"/>
                </a:lnTo>
                <a:cubicBezTo>
                  <a:pt x="1294703" y="31505"/>
                  <a:pt x="1293818" y="29299"/>
                  <a:pt x="1292048" y="27643"/>
                </a:cubicBezTo>
                <a:cubicBezTo>
                  <a:pt x="1290277" y="25987"/>
                  <a:pt x="1287575" y="25159"/>
                  <a:pt x="1283941" y="25159"/>
                </a:cubicBezTo>
                <a:cubicBezTo>
                  <a:pt x="1281300" y="25159"/>
                  <a:pt x="1278699" y="25459"/>
                  <a:pt x="1276137" y="26058"/>
                </a:cubicBezTo>
                <a:cubicBezTo>
                  <a:pt x="1273574" y="26656"/>
                  <a:pt x="1270926" y="27506"/>
                  <a:pt x="1268193" y="28607"/>
                </a:cubicBezTo>
                <a:lnTo>
                  <a:pt x="1268193" y="21292"/>
                </a:lnTo>
                <a:cubicBezTo>
                  <a:pt x="1269218" y="20914"/>
                  <a:pt x="1270359" y="20543"/>
                  <a:pt x="1271617" y="20180"/>
                </a:cubicBezTo>
                <a:cubicBezTo>
                  <a:pt x="1272875" y="19817"/>
                  <a:pt x="1274203" y="19494"/>
                  <a:pt x="1275601" y="19210"/>
                </a:cubicBezTo>
                <a:cubicBezTo>
                  <a:pt x="1276999" y="18926"/>
                  <a:pt x="1278458" y="18697"/>
                  <a:pt x="1279980" y="18525"/>
                </a:cubicBezTo>
                <a:cubicBezTo>
                  <a:pt x="1281502" y="18351"/>
                  <a:pt x="1283040" y="18264"/>
                  <a:pt x="1284593" y="18264"/>
                </a:cubicBezTo>
                <a:cubicBezTo>
                  <a:pt x="1287419" y="18264"/>
                  <a:pt x="1289967" y="18575"/>
                  <a:pt x="1292234" y="19196"/>
                </a:cubicBezTo>
                <a:cubicBezTo>
                  <a:pt x="1294501" y="19817"/>
                  <a:pt x="1296419" y="20764"/>
                  <a:pt x="1297988" y="22038"/>
                </a:cubicBezTo>
                <a:cubicBezTo>
                  <a:pt x="1299557" y="23311"/>
                  <a:pt x="1300760" y="24911"/>
                  <a:pt x="1301599" y="26837"/>
                </a:cubicBezTo>
                <a:cubicBezTo>
                  <a:pt x="1302438" y="28763"/>
                  <a:pt x="1302857" y="31030"/>
                  <a:pt x="1302857" y="33639"/>
                </a:cubicBezTo>
                <a:lnTo>
                  <a:pt x="1302857" y="65881"/>
                </a:lnTo>
                <a:lnTo>
                  <a:pt x="1295589" y="65881"/>
                </a:lnTo>
                <a:moveTo>
                  <a:pt x="1294703" y="44542"/>
                </a:moveTo>
                <a:lnTo>
                  <a:pt x="1284407" y="44542"/>
                </a:lnTo>
                <a:cubicBezTo>
                  <a:pt x="1282388" y="44542"/>
                  <a:pt x="1280648" y="44744"/>
                  <a:pt x="1279188" y="45150"/>
                </a:cubicBezTo>
                <a:cubicBezTo>
                  <a:pt x="1277728" y="45555"/>
                  <a:pt x="1276533" y="46131"/>
                  <a:pt x="1275601" y="46878"/>
                </a:cubicBezTo>
                <a:cubicBezTo>
                  <a:pt x="1274669" y="47626"/>
                  <a:pt x="1273978" y="48522"/>
                  <a:pt x="1273527" y="49566"/>
                </a:cubicBezTo>
                <a:cubicBezTo>
                  <a:pt x="1273077" y="50610"/>
                  <a:pt x="1272852" y="51786"/>
                  <a:pt x="1272852" y="53094"/>
                </a:cubicBezTo>
                <a:cubicBezTo>
                  <a:pt x="1272852" y="53998"/>
                  <a:pt x="1272992" y="54863"/>
                  <a:pt x="1273271" y="55689"/>
                </a:cubicBezTo>
                <a:cubicBezTo>
                  <a:pt x="1273551" y="56514"/>
                  <a:pt x="1274001" y="57246"/>
                  <a:pt x="1274622" y="57884"/>
                </a:cubicBezTo>
                <a:cubicBezTo>
                  <a:pt x="1275244" y="58523"/>
                  <a:pt x="1276051" y="59029"/>
                  <a:pt x="1277045" y="59403"/>
                </a:cubicBezTo>
                <a:cubicBezTo>
                  <a:pt x="1278039" y="59777"/>
                  <a:pt x="1279250" y="59963"/>
                  <a:pt x="1280679" y="59963"/>
                </a:cubicBezTo>
                <a:cubicBezTo>
                  <a:pt x="1282543" y="59963"/>
                  <a:pt x="1284678" y="59395"/>
                  <a:pt x="1287086" y="58258"/>
                </a:cubicBezTo>
                <a:cubicBezTo>
                  <a:pt x="1289493" y="57121"/>
                  <a:pt x="1292032" y="55321"/>
                  <a:pt x="1294703" y="52860"/>
                </a:cubicBezTo>
                <a:lnTo>
                  <a:pt x="1294703" y="44542"/>
                </a:lnTo>
                <a:close/>
                <a:moveTo>
                  <a:pt x="1317396" y="19103"/>
                </a:moveTo>
                <a:lnTo>
                  <a:pt x="1324617" y="19103"/>
                </a:lnTo>
                <a:lnTo>
                  <a:pt x="1324944" y="26650"/>
                </a:lnTo>
                <a:cubicBezTo>
                  <a:pt x="1326310" y="25035"/>
                  <a:pt x="1327630" y="23692"/>
                  <a:pt x="1328904" y="22620"/>
                </a:cubicBezTo>
                <a:cubicBezTo>
                  <a:pt x="1330177" y="21549"/>
                  <a:pt x="1331428" y="20687"/>
                  <a:pt x="1332654" y="20034"/>
                </a:cubicBezTo>
                <a:cubicBezTo>
                  <a:pt x="1333881" y="19382"/>
                  <a:pt x="1335132" y="18924"/>
                  <a:pt x="1336405" y="18660"/>
                </a:cubicBezTo>
                <a:cubicBezTo>
                  <a:pt x="1337679" y="18396"/>
                  <a:pt x="1338999" y="18264"/>
                  <a:pt x="1340365" y="18264"/>
                </a:cubicBezTo>
                <a:cubicBezTo>
                  <a:pt x="1345180" y="18264"/>
                  <a:pt x="1348822" y="19685"/>
                  <a:pt x="1351291" y="22527"/>
                </a:cubicBezTo>
                <a:cubicBezTo>
                  <a:pt x="1353760" y="25369"/>
                  <a:pt x="1354995" y="29648"/>
                  <a:pt x="1354995" y="35363"/>
                </a:cubicBezTo>
                <a:lnTo>
                  <a:pt x="1354995" y="65881"/>
                </a:lnTo>
                <a:lnTo>
                  <a:pt x="1346888" y="65881"/>
                </a:lnTo>
                <a:lnTo>
                  <a:pt x="1346888" y="36015"/>
                </a:lnTo>
                <a:cubicBezTo>
                  <a:pt x="1346888" y="32350"/>
                  <a:pt x="1346205" y="29640"/>
                  <a:pt x="1344838" y="27885"/>
                </a:cubicBezTo>
                <a:cubicBezTo>
                  <a:pt x="1343471" y="26130"/>
                  <a:pt x="1341437" y="25253"/>
                  <a:pt x="1338735" y="25253"/>
                </a:cubicBezTo>
                <a:cubicBezTo>
                  <a:pt x="1337741" y="25253"/>
                  <a:pt x="1336770" y="25400"/>
                  <a:pt x="1335823" y="25695"/>
                </a:cubicBezTo>
                <a:cubicBezTo>
                  <a:pt x="1334875" y="25990"/>
                  <a:pt x="1333889" y="26503"/>
                  <a:pt x="1332864" y="27233"/>
                </a:cubicBezTo>
                <a:cubicBezTo>
                  <a:pt x="1331839" y="27963"/>
                  <a:pt x="1330729" y="28949"/>
                  <a:pt x="1329533" y="30191"/>
                </a:cubicBezTo>
                <a:cubicBezTo>
                  <a:pt x="1328337" y="31434"/>
                  <a:pt x="1326994" y="32987"/>
                  <a:pt x="1325503" y="34851"/>
                </a:cubicBezTo>
                <a:lnTo>
                  <a:pt x="1325503" y="65881"/>
                </a:lnTo>
                <a:lnTo>
                  <a:pt x="1317396" y="65881"/>
                </a:lnTo>
                <a:lnTo>
                  <a:pt x="1317396" y="19103"/>
                </a:lnTo>
                <a:close/>
                <a:moveTo>
                  <a:pt x="1366878" y="43470"/>
                </a:moveTo>
                <a:cubicBezTo>
                  <a:pt x="1366878" y="39494"/>
                  <a:pt x="1367422" y="35961"/>
                  <a:pt x="1368509" y="32870"/>
                </a:cubicBezTo>
                <a:cubicBezTo>
                  <a:pt x="1369596" y="29780"/>
                  <a:pt x="1371141" y="27171"/>
                  <a:pt x="1373145" y="25043"/>
                </a:cubicBezTo>
                <a:cubicBezTo>
                  <a:pt x="1375148" y="22915"/>
                  <a:pt x="1377555" y="21300"/>
                  <a:pt x="1380366" y="20197"/>
                </a:cubicBezTo>
                <a:cubicBezTo>
                  <a:pt x="1383177" y="19095"/>
                  <a:pt x="1386307" y="18543"/>
                  <a:pt x="1389754" y="18543"/>
                </a:cubicBezTo>
                <a:cubicBezTo>
                  <a:pt x="1391245" y="18543"/>
                  <a:pt x="1392713" y="18637"/>
                  <a:pt x="1394157" y="18823"/>
                </a:cubicBezTo>
                <a:cubicBezTo>
                  <a:pt x="1395602" y="19009"/>
                  <a:pt x="1397023" y="19304"/>
                  <a:pt x="1398420" y="19708"/>
                </a:cubicBezTo>
                <a:lnTo>
                  <a:pt x="1398420" y="0"/>
                </a:lnTo>
                <a:lnTo>
                  <a:pt x="1406574" y="0"/>
                </a:lnTo>
                <a:lnTo>
                  <a:pt x="1406574" y="65881"/>
                </a:lnTo>
                <a:lnTo>
                  <a:pt x="1399306" y="65881"/>
                </a:lnTo>
                <a:lnTo>
                  <a:pt x="1399026" y="57028"/>
                </a:lnTo>
                <a:cubicBezTo>
                  <a:pt x="1396759" y="60321"/>
                  <a:pt x="1394305" y="62759"/>
                  <a:pt x="1391665" y="64343"/>
                </a:cubicBezTo>
                <a:cubicBezTo>
                  <a:pt x="1389025" y="65927"/>
                  <a:pt x="1386167" y="66719"/>
                  <a:pt x="1383092" y="66719"/>
                </a:cubicBezTo>
                <a:cubicBezTo>
                  <a:pt x="1380421" y="66719"/>
                  <a:pt x="1378068" y="66160"/>
                  <a:pt x="1376033" y="65042"/>
                </a:cubicBezTo>
                <a:cubicBezTo>
                  <a:pt x="1373999" y="63924"/>
                  <a:pt x="1372306" y="62347"/>
                  <a:pt x="1370955" y="60313"/>
                </a:cubicBezTo>
                <a:cubicBezTo>
                  <a:pt x="1369604" y="58278"/>
                  <a:pt x="1368586" y="55832"/>
                  <a:pt x="1367903" y="52975"/>
                </a:cubicBezTo>
                <a:cubicBezTo>
                  <a:pt x="1367220" y="50117"/>
                  <a:pt x="1366878" y="46949"/>
                  <a:pt x="1366878" y="43470"/>
                </a:cubicBezTo>
                <a:moveTo>
                  <a:pt x="1375171" y="42957"/>
                </a:moveTo>
                <a:cubicBezTo>
                  <a:pt x="1375171" y="48611"/>
                  <a:pt x="1376002" y="52827"/>
                  <a:pt x="1377664" y="55607"/>
                </a:cubicBezTo>
                <a:cubicBezTo>
                  <a:pt x="1379326" y="58387"/>
                  <a:pt x="1381679" y="59777"/>
                  <a:pt x="1384723" y="59777"/>
                </a:cubicBezTo>
                <a:cubicBezTo>
                  <a:pt x="1386773" y="59777"/>
                  <a:pt x="1388939" y="58861"/>
                  <a:pt x="1391222" y="57028"/>
                </a:cubicBezTo>
                <a:cubicBezTo>
                  <a:pt x="1393505" y="55196"/>
                  <a:pt x="1395905" y="52478"/>
                  <a:pt x="1398420" y="48875"/>
                </a:cubicBezTo>
                <a:lnTo>
                  <a:pt x="1398420" y="27163"/>
                </a:lnTo>
                <a:cubicBezTo>
                  <a:pt x="1397085" y="26542"/>
                  <a:pt x="1395609" y="26068"/>
                  <a:pt x="1393994" y="25742"/>
                </a:cubicBezTo>
                <a:cubicBezTo>
                  <a:pt x="1392379" y="25416"/>
                  <a:pt x="1390779" y="25253"/>
                  <a:pt x="1389195" y="25253"/>
                </a:cubicBezTo>
                <a:cubicBezTo>
                  <a:pt x="1384785" y="25253"/>
                  <a:pt x="1381345" y="26681"/>
                  <a:pt x="1378875" y="29539"/>
                </a:cubicBezTo>
                <a:cubicBezTo>
                  <a:pt x="1376406" y="32397"/>
                  <a:pt x="1375171" y="36869"/>
                  <a:pt x="1375171" y="42957"/>
                </a:cubicBezTo>
                <a:close/>
                <a:moveTo>
                  <a:pt x="1437047" y="6663"/>
                </a:moveTo>
                <a:lnTo>
                  <a:pt x="1423209" y="6663"/>
                </a:lnTo>
                <a:lnTo>
                  <a:pt x="1423209" y="0"/>
                </a:lnTo>
                <a:lnTo>
                  <a:pt x="1445247" y="0"/>
                </a:lnTo>
                <a:lnTo>
                  <a:pt x="1445247" y="59125"/>
                </a:lnTo>
                <a:lnTo>
                  <a:pt x="1459178" y="59125"/>
                </a:lnTo>
                <a:lnTo>
                  <a:pt x="1459178" y="65881"/>
                </a:lnTo>
                <a:lnTo>
                  <a:pt x="1421672" y="65881"/>
                </a:lnTo>
                <a:lnTo>
                  <a:pt x="1421672" y="59125"/>
                </a:lnTo>
                <a:lnTo>
                  <a:pt x="1437047" y="59125"/>
                </a:lnTo>
                <a:lnTo>
                  <a:pt x="1437047" y="6663"/>
                </a:lnTo>
                <a:close/>
                <a:moveTo>
                  <a:pt x="1512481" y="40022"/>
                </a:moveTo>
                <a:cubicBezTo>
                  <a:pt x="1512481" y="41171"/>
                  <a:pt x="1512465" y="42134"/>
                  <a:pt x="1512434" y="42911"/>
                </a:cubicBezTo>
                <a:cubicBezTo>
                  <a:pt x="1512403" y="43687"/>
                  <a:pt x="1512357" y="44417"/>
                  <a:pt x="1512294" y="45101"/>
                </a:cubicBezTo>
                <a:lnTo>
                  <a:pt x="1479447" y="45101"/>
                </a:lnTo>
                <a:cubicBezTo>
                  <a:pt x="1479447" y="49884"/>
                  <a:pt x="1480783" y="53557"/>
                  <a:pt x="1483454" y="56120"/>
                </a:cubicBezTo>
                <a:cubicBezTo>
                  <a:pt x="1486125" y="58682"/>
                  <a:pt x="1489977" y="59963"/>
                  <a:pt x="1495009" y="59963"/>
                </a:cubicBezTo>
                <a:cubicBezTo>
                  <a:pt x="1496376" y="59963"/>
                  <a:pt x="1497742" y="59908"/>
                  <a:pt x="1499109" y="59797"/>
                </a:cubicBezTo>
                <a:cubicBezTo>
                  <a:pt x="1500476" y="59686"/>
                  <a:pt x="1501796" y="59535"/>
                  <a:pt x="1503069" y="59345"/>
                </a:cubicBezTo>
                <a:cubicBezTo>
                  <a:pt x="1504343" y="59153"/>
                  <a:pt x="1505562" y="58939"/>
                  <a:pt x="1506727" y="58701"/>
                </a:cubicBezTo>
                <a:cubicBezTo>
                  <a:pt x="1507891" y="58462"/>
                  <a:pt x="1508971" y="58200"/>
                  <a:pt x="1509965" y="57913"/>
                </a:cubicBezTo>
                <a:lnTo>
                  <a:pt x="1509965" y="64576"/>
                </a:lnTo>
                <a:cubicBezTo>
                  <a:pt x="1507759" y="65211"/>
                  <a:pt x="1505267" y="65727"/>
                  <a:pt x="1502487" y="66124"/>
                </a:cubicBezTo>
                <a:cubicBezTo>
                  <a:pt x="1499707" y="66521"/>
                  <a:pt x="1496826" y="66719"/>
                  <a:pt x="1493844" y="66719"/>
                </a:cubicBezTo>
                <a:cubicBezTo>
                  <a:pt x="1489837" y="66719"/>
                  <a:pt x="1486389" y="66176"/>
                  <a:pt x="1483501" y="65088"/>
                </a:cubicBezTo>
                <a:cubicBezTo>
                  <a:pt x="1480612" y="64001"/>
                  <a:pt x="1478244" y="62425"/>
                  <a:pt x="1476396" y="60359"/>
                </a:cubicBezTo>
                <a:cubicBezTo>
                  <a:pt x="1474547" y="58294"/>
                  <a:pt x="1473181" y="55762"/>
                  <a:pt x="1472295" y="52765"/>
                </a:cubicBezTo>
                <a:cubicBezTo>
                  <a:pt x="1471410" y="49768"/>
                  <a:pt x="1470968" y="46374"/>
                  <a:pt x="1470968" y="42585"/>
                </a:cubicBezTo>
                <a:cubicBezTo>
                  <a:pt x="1470968" y="39292"/>
                  <a:pt x="1471441" y="36178"/>
                  <a:pt x="1472389" y="33243"/>
                </a:cubicBezTo>
                <a:cubicBezTo>
                  <a:pt x="1473336" y="30308"/>
                  <a:pt x="1474718" y="27730"/>
                  <a:pt x="1476535" y="25509"/>
                </a:cubicBezTo>
                <a:cubicBezTo>
                  <a:pt x="1478352" y="23288"/>
                  <a:pt x="1480581" y="21525"/>
                  <a:pt x="1483221" y="20221"/>
                </a:cubicBezTo>
                <a:cubicBezTo>
                  <a:pt x="1485861" y="18916"/>
                  <a:pt x="1488859" y="18264"/>
                  <a:pt x="1492213" y="18264"/>
                </a:cubicBezTo>
                <a:cubicBezTo>
                  <a:pt x="1495475" y="18264"/>
                  <a:pt x="1498363" y="18776"/>
                  <a:pt x="1500879" y="19801"/>
                </a:cubicBezTo>
                <a:cubicBezTo>
                  <a:pt x="1503395" y="20826"/>
                  <a:pt x="1505515" y="22279"/>
                  <a:pt x="1507239" y="24158"/>
                </a:cubicBezTo>
                <a:cubicBezTo>
                  <a:pt x="1508963" y="26037"/>
                  <a:pt x="1510268" y="28320"/>
                  <a:pt x="1511153" y="31007"/>
                </a:cubicBezTo>
                <a:cubicBezTo>
                  <a:pt x="1512038" y="33693"/>
                  <a:pt x="1512481" y="36699"/>
                  <a:pt x="1512481" y="40022"/>
                </a:cubicBezTo>
                <a:moveTo>
                  <a:pt x="1504048" y="38857"/>
                </a:moveTo>
                <a:cubicBezTo>
                  <a:pt x="1504141" y="36776"/>
                  <a:pt x="1503939" y="34874"/>
                  <a:pt x="1503442" y="33150"/>
                </a:cubicBezTo>
                <a:cubicBezTo>
                  <a:pt x="1502945" y="31426"/>
                  <a:pt x="1502176" y="29943"/>
                  <a:pt x="1501136" y="28700"/>
                </a:cubicBezTo>
                <a:cubicBezTo>
                  <a:pt x="1500095" y="27458"/>
                  <a:pt x="1498798" y="26487"/>
                  <a:pt x="1497245" y="25788"/>
                </a:cubicBezTo>
                <a:cubicBezTo>
                  <a:pt x="1495692" y="25090"/>
                  <a:pt x="1493891" y="24740"/>
                  <a:pt x="1491841" y="24740"/>
                </a:cubicBezTo>
                <a:cubicBezTo>
                  <a:pt x="1490070" y="24740"/>
                  <a:pt x="1488455" y="25082"/>
                  <a:pt x="1486995" y="25765"/>
                </a:cubicBezTo>
                <a:cubicBezTo>
                  <a:pt x="1485535" y="26449"/>
                  <a:pt x="1484277" y="27411"/>
                  <a:pt x="1483221" y="28654"/>
                </a:cubicBezTo>
                <a:cubicBezTo>
                  <a:pt x="1482165" y="29896"/>
                  <a:pt x="1481311" y="31387"/>
                  <a:pt x="1480659" y="33127"/>
                </a:cubicBezTo>
                <a:cubicBezTo>
                  <a:pt x="1480006" y="34866"/>
                  <a:pt x="1479603" y="36776"/>
                  <a:pt x="1479447" y="38857"/>
                </a:cubicBezTo>
                <a:lnTo>
                  <a:pt x="1504048" y="38857"/>
                </a:lnTo>
                <a:close/>
                <a:moveTo>
                  <a:pt x="1522453" y="43470"/>
                </a:moveTo>
                <a:cubicBezTo>
                  <a:pt x="1522453" y="39494"/>
                  <a:pt x="1522997" y="35961"/>
                  <a:pt x="1524084" y="32870"/>
                </a:cubicBezTo>
                <a:cubicBezTo>
                  <a:pt x="1525171" y="29780"/>
                  <a:pt x="1526716" y="27171"/>
                  <a:pt x="1528720" y="25043"/>
                </a:cubicBezTo>
                <a:cubicBezTo>
                  <a:pt x="1530723" y="22915"/>
                  <a:pt x="1533131" y="21300"/>
                  <a:pt x="1535942" y="20197"/>
                </a:cubicBezTo>
                <a:cubicBezTo>
                  <a:pt x="1538753" y="19095"/>
                  <a:pt x="1541882" y="18543"/>
                  <a:pt x="1545330" y="18543"/>
                </a:cubicBezTo>
                <a:cubicBezTo>
                  <a:pt x="1546821" y="18543"/>
                  <a:pt x="1548288" y="18637"/>
                  <a:pt x="1549733" y="18823"/>
                </a:cubicBezTo>
                <a:cubicBezTo>
                  <a:pt x="1551177" y="19009"/>
                  <a:pt x="1552598" y="19304"/>
                  <a:pt x="1553996" y="19708"/>
                </a:cubicBezTo>
                <a:lnTo>
                  <a:pt x="1553996" y="0"/>
                </a:lnTo>
                <a:lnTo>
                  <a:pt x="1562149" y="0"/>
                </a:lnTo>
                <a:lnTo>
                  <a:pt x="1562149" y="65881"/>
                </a:lnTo>
                <a:lnTo>
                  <a:pt x="1554881" y="65881"/>
                </a:lnTo>
                <a:lnTo>
                  <a:pt x="1554602" y="57028"/>
                </a:lnTo>
                <a:cubicBezTo>
                  <a:pt x="1552334" y="60321"/>
                  <a:pt x="1549880" y="62759"/>
                  <a:pt x="1547240" y="64343"/>
                </a:cubicBezTo>
                <a:cubicBezTo>
                  <a:pt x="1544600" y="65927"/>
                  <a:pt x="1541742" y="66719"/>
                  <a:pt x="1538667" y="66719"/>
                </a:cubicBezTo>
                <a:cubicBezTo>
                  <a:pt x="1535996" y="66719"/>
                  <a:pt x="1533643" y="66160"/>
                  <a:pt x="1531609" y="65042"/>
                </a:cubicBezTo>
                <a:cubicBezTo>
                  <a:pt x="1529574" y="63924"/>
                  <a:pt x="1527881" y="62347"/>
                  <a:pt x="1526530" y="60313"/>
                </a:cubicBezTo>
                <a:cubicBezTo>
                  <a:pt x="1525179" y="58278"/>
                  <a:pt x="1524162" y="55832"/>
                  <a:pt x="1523478" y="52975"/>
                </a:cubicBezTo>
                <a:cubicBezTo>
                  <a:pt x="1522795" y="50117"/>
                  <a:pt x="1522453" y="46949"/>
                  <a:pt x="1522453" y="43470"/>
                </a:cubicBezTo>
                <a:moveTo>
                  <a:pt x="1530747" y="42957"/>
                </a:moveTo>
                <a:cubicBezTo>
                  <a:pt x="1530747" y="48611"/>
                  <a:pt x="1531578" y="52827"/>
                  <a:pt x="1533239" y="55607"/>
                </a:cubicBezTo>
                <a:cubicBezTo>
                  <a:pt x="1534901" y="58387"/>
                  <a:pt x="1537254" y="59777"/>
                  <a:pt x="1540298" y="59777"/>
                </a:cubicBezTo>
                <a:cubicBezTo>
                  <a:pt x="1542348" y="59777"/>
                  <a:pt x="1544514" y="58861"/>
                  <a:pt x="1546797" y="57028"/>
                </a:cubicBezTo>
                <a:cubicBezTo>
                  <a:pt x="1549080" y="55196"/>
                  <a:pt x="1551480" y="52478"/>
                  <a:pt x="1553996" y="48875"/>
                </a:cubicBezTo>
                <a:lnTo>
                  <a:pt x="1553996" y="27163"/>
                </a:lnTo>
                <a:cubicBezTo>
                  <a:pt x="1552660" y="26542"/>
                  <a:pt x="1551185" y="26068"/>
                  <a:pt x="1549570" y="25742"/>
                </a:cubicBezTo>
                <a:cubicBezTo>
                  <a:pt x="1547954" y="25416"/>
                  <a:pt x="1546355" y="25253"/>
                  <a:pt x="1544771" y="25253"/>
                </a:cubicBezTo>
                <a:cubicBezTo>
                  <a:pt x="1540360" y="25253"/>
                  <a:pt x="1536920" y="26681"/>
                  <a:pt x="1534451" y="29539"/>
                </a:cubicBezTo>
                <a:cubicBezTo>
                  <a:pt x="1531981" y="32397"/>
                  <a:pt x="1530747" y="36869"/>
                  <a:pt x="1530747" y="42957"/>
                </a:cubicBezTo>
                <a:close/>
                <a:moveTo>
                  <a:pt x="1595092" y="51204"/>
                </a:moveTo>
                <a:cubicBezTo>
                  <a:pt x="1596148" y="51204"/>
                  <a:pt x="1597149" y="51406"/>
                  <a:pt x="1598097" y="51810"/>
                </a:cubicBezTo>
                <a:cubicBezTo>
                  <a:pt x="1599044" y="52214"/>
                  <a:pt x="1599867" y="52773"/>
                  <a:pt x="1600566" y="53487"/>
                </a:cubicBezTo>
                <a:cubicBezTo>
                  <a:pt x="1601265" y="54202"/>
                  <a:pt x="1601816" y="55032"/>
                  <a:pt x="1602220" y="55980"/>
                </a:cubicBezTo>
                <a:cubicBezTo>
                  <a:pt x="1602624" y="56927"/>
                  <a:pt x="1602826" y="57944"/>
                  <a:pt x="1602826" y="59032"/>
                </a:cubicBezTo>
                <a:cubicBezTo>
                  <a:pt x="1602826" y="60088"/>
                  <a:pt x="1602624" y="61082"/>
                  <a:pt x="1602220" y="62013"/>
                </a:cubicBezTo>
                <a:cubicBezTo>
                  <a:pt x="1601816" y="62945"/>
                  <a:pt x="1601265" y="63761"/>
                  <a:pt x="1600566" y="64459"/>
                </a:cubicBezTo>
                <a:cubicBezTo>
                  <a:pt x="1599867" y="65158"/>
                  <a:pt x="1599044" y="65710"/>
                  <a:pt x="1598097" y="66113"/>
                </a:cubicBezTo>
                <a:cubicBezTo>
                  <a:pt x="1597149" y="66517"/>
                  <a:pt x="1596148" y="66719"/>
                  <a:pt x="1595092" y="66719"/>
                </a:cubicBezTo>
                <a:cubicBezTo>
                  <a:pt x="1594005" y="66719"/>
                  <a:pt x="1592995" y="66517"/>
                  <a:pt x="1592063" y="66113"/>
                </a:cubicBezTo>
                <a:cubicBezTo>
                  <a:pt x="1591131" y="65710"/>
                  <a:pt x="1590316" y="65158"/>
                  <a:pt x="1589617" y="64459"/>
                </a:cubicBezTo>
                <a:cubicBezTo>
                  <a:pt x="1588918" y="63761"/>
                  <a:pt x="1588367" y="62945"/>
                  <a:pt x="1587963" y="62013"/>
                </a:cubicBezTo>
                <a:cubicBezTo>
                  <a:pt x="1587559" y="61082"/>
                  <a:pt x="1587357" y="60088"/>
                  <a:pt x="1587357" y="59032"/>
                </a:cubicBezTo>
                <a:cubicBezTo>
                  <a:pt x="1587357" y="57944"/>
                  <a:pt x="1587559" y="56927"/>
                  <a:pt x="1587963" y="55980"/>
                </a:cubicBezTo>
                <a:cubicBezTo>
                  <a:pt x="1588367" y="55032"/>
                  <a:pt x="1588918" y="54202"/>
                  <a:pt x="1589617" y="53487"/>
                </a:cubicBezTo>
                <a:cubicBezTo>
                  <a:pt x="1590316" y="52773"/>
                  <a:pt x="1591131" y="52214"/>
                  <a:pt x="1592063" y="51810"/>
                </a:cubicBezTo>
                <a:cubicBezTo>
                  <a:pt x="1592995" y="51406"/>
                  <a:pt x="1594005" y="51204"/>
                  <a:pt x="1595092" y="51204"/>
                </a:cubicBez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Theadaptoranddemofilesprovideexamplesandcontextforhowthecomponentisused.Thecoretheme">
            <a:extLst xmlns:a="http://schemas.openxmlformats.org/drawingml/2006/main">
              <a:ext uri="{FF2B5EF4-FFF2-40B4-BE49-F238E27FC236}">
                <a16:creationId xmlns:a16="http://schemas.microsoft.com/office/drawing/2014/main" id="{AE6B71C2-10BA-4571-8B36-B494517F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33" y="4218023"/>
            <a:ext cx="5317570" cy="85542"/>
          </a:xfrm>
          <a:custGeom xmlns:a="http://schemas.openxmlformats.org/drawingml/2006/main">
            <a:pathLst>
              <a:path w="5317570" h="85542">
                <a:moveTo>
                  <a:pt x="44448" y="12580"/>
                </a:moveTo>
                <a:lnTo>
                  <a:pt x="26417" y="12580"/>
                </a:lnTo>
                <a:lnTo>
                  <a:pt x="26417" y="66440"/>
                </a:lnTo>
                <a:lnTo>
                  <a:pt x="18031" y="66440"/>
                </a:lnTo>
                <a:lnTo>
                  <a:pt x="18031" y="12580"/>
                </a:lnTo>
                <a:lnTo>
                  <a:pt x="0" y="12580"/>
                </a:lnTo>
                <a:lnTo>
                  <a:pt x="0" y="5498"/>
                </a:lnTo>
                <a:lnTo>
                  <a:pt x="44448" y="5498"/>
                </a:lnTo>
                <a:lnTo>
                  <a:pt x="44448" y="12580"/>
                </a:lnTo>
                <a:close/>
                <a:moveTo>
                  <a:pt x="92906" y="66440"/>
                </a:moveTo>
                <a:lnTo>
                  <a:pt x="84799" y="66440"/>
                </a:lnTo>
                <a:lnTo>
                  <a:pt x="84799" y="36574"/>
                </a:lnTo>
                <a:cubicBezTo>
                  <a:pt x="84799" y="32971"/>
                  <a:pt x="84123" y="30277"/>
                  <a:pt x="82772" y="28491"/>
                </a:cubicBezTo>
                <a:cubicBezTo>
                  <a:pt x="81421" y="26705"/>
                  <a:pt x="79487" y="25812"/>
                  <a:pt x="76971" y="25812"/>
                </a:cubicBezTo>
                <a:cubicBezTo>
                  <a:pt x="75884" y="25812"/>
                  <a:pt x="74867" y="25959"/>
                  <a:pt x="73920" y="26254"/>
                </a:cubicBezTo>
                <a:cubicBezTo>
                  <a:pt x="72972" y="26549"/>
                  <a:pt x="71986" y="27062"/>
                  <a:pt x="70961" y="27792"/>
                </a:cubicBezTo>
                <a:cubicBezTo>
                  <a:pt x="69936" y="28522"/>
                  <a:pt x="68818" y="29508"/>
                  <a:pt x="67606" y="30750"/>
                </a:cubicBezTo>
                <a:cubicBezTo>
                  <a:pt x="66395" y="31993"/>
                  <a:pt x="64997" y="33546"/>
                  <a:pt x="63413" y="35410"/>
                </a:cubicBezTo>
                <a:lnTo>
                  <a:pt x="63413" y="66440"/>
                </a:lnTo>
                <a:lnTo>
                  <a:pt x="55306" y="66440"/>
                </a:lnTo>
                <a:lnTo>
                  <a:pt x="55306" y="559"/>
                </a:lnTo>
                <a:lnTo>
                  <a:pt x="63413" y="559"/>
                </a:lnTo>
                <a:lnTo>
                  <a:pt x="63413" y="19649"/>
                </a:lnTo>
                <a:lnTo>
                  <a:pt x="63134" y="27023"/>
                </a:lnTo>
                <a:cubicBezTo>
                  <a:pt x="64407" y="25501"/>
                  <a:pt x="65657" y="24220"/>
                  <a:pt x="66884" y="23179"/>
                </a:cubicBezTo>
                <a:cubicBezTo>
                  <a:pt x="68111" y="22139"/>
                  <a:pt x="69338" y="21292"/>
                  <a:pt x="70565" y="20640"/>
                </a:cubicBezTo>
                <a:cubicBezTo>
                  <a:pt x="71792" y="19988"/>
                  <a:pt x="73042" y="19522"/>
                  <a:pt x="74316" y="19242"/>
                </a:cubicBezTo>
                <a:cubicBezTo>
                  <a:pt x="75589" y="18963"/>
                  <a:pt x="76909" y="18823"/>
                  <a:pt x="78276" y="18823"/>
                </a:cubicBezTo>
                <a:cubicBezTo>
                  <a:pt x="82935" y="18823"/>
                  <a:pt x="86538" y="20244"/>
                  <a:pt x="89085" y="23086"/>
                </a:cubicBezTo>
                <a:cubicBezTo>
                  <a:pt x="91632" y="25928"/>
                  <a:pt x="92906" y="30207"/>
                  <a:pt x="92906" y="35922"/>
                </a:cubicBezTo>
                <a:lnTo>
                  <a:pt x="92906" y="66440"/>
                </a:lnTo>
                <a:close/>
                <a:moveTo>
                  <a:pt x="146674" y="40581"/>
                </a:moveTo>
                <a:cubicBezTo>
                  <a:pt x="146674" y="41731"/>
                  <a:pt x="146659" y="42693"/>
                  <a:pt x="146628" y="43470"/>
                </a:cubicBezTo>
                <a:cubicBezTo>
                  <a:pt x="146597" y="44246"/>
                  <a:pt x="146550" y="44976"/>
                  <a:pt x="146488" y="45660"/>
                </a:cubicBezTo>
                <a:lnTo>
                  <a:pt x="113641" y="45660"/>
                </a:lnTo>
                <a:cubicBezTo>
                  <a:pt x="113641" y="50443"/>
                  <a:pt x="114977" y="54116"/>
                  <a:pt x="117648" y="56679"/>
                </a:cubicBezTo>
                <a:cubicBezTo>
                  <a:pt x="120319" y="59241"/>
                  <a:pt x="124171" y="60522"/>
                  <a:pt x="129203" y="60522"/>
                </a:cubicBezTo>
                <a:cubicBezTo>
                  <a:pt x="130569" y="60522"/>
                  <a:pt x="131936" y="60467"/>
                  <a:pt x="133303" y="60357"/>
                </a:cubicBezTo>
                <a:cubicBezTo>
                  <a:pt x="134669" y="60245"/>
                  <a:pt x="135989" y="60094"/>
                  <a:pt x="137263" y="59904"/>
                </a:cubicBezTo>
                <a:cubicBezTo>
                  <a:pt x="138536" y="59712"/>
                  <a:pt x="139756" y="59498"/>
                  <a:pt x="140920" y="59260"/>
                </a:cubicBezTo>
                <a:cubicBezTo>
                  <a:pt x="142085" y="59021"/>
                  <a:pt x="143165" y="58759"/>
                  <a:pt x="144158" y="58472"/>
                </a:cubicBezTo>
                <a:lnTo>
                  <a:pt x="144158" y="65135"/>
                </a:lnTo>
                <a:cubicBezTo>
                  <a:pt x="141953" y="65770"/>
                  <a:pt x="139460" y="66286"/>
                  <a:pt x="136681" y="66683"/>
                </a:cubicBezTo>
                <a:cubicBezTo>
                  <a:pt x="133901" y="67080"/>
                  <a:pt x="131020" y="67278"/>
                  <a:pt x="128038" y="67278"/>
                </a:cubicBezTo>
                <a:cubicBezTo>
                  <a:pt x="124031" y="67278"/>
                  <a:pt x="120583" y="66735"/>
                  <a:pt x="117694" y="65648"/>
                </a:cubicBezTo>
                <a:cubicBezTo>
                  <a:pt x="114806" y="64560"/>
                  <a:pt x="112437" y="62984"/>
                  <a:pt x="110589" y="60919"/>
                </a:cubicBezTo>
                <a:cubicBezTo>
                  <a:pt x="108741" y="58853"/>
                  <a:pt x="107374" y="56321"/>
                  <a:pt x="106489" y="53324"/>
                </a:cubicBezTo>
                <a:cubicBezTo>
                  <a:pt x="105604" y="50327"/>
                  <a:pt x="105161" y="46933"/>
                  <a:pt x="105161" y="43144"/>
                </a:cubicBezTo>
                <a:cubicBezTo>
                  <a:pt x="105161" y="39851"/>
                  <a:pt x="105635" y="36737"/>
                  <a:pt x="106582" y="33802"/>
                </a:cubicBezTo>
                <a:cubicBezTo>
                  <a:pt x="107530" y="30867"/>
                  <a:pt x="108912" y="28289"/>
                  <a:pt x="110729" y="26068"/>
                </a:cubicBezTo>
                <a:cubicBezTo>
                  <a:pt x="112546" y="23847"/>
                  <a:pt x="114775" y="22084"/>
                  <a:pt x="117415" y="20780"/>
                </a:cubicBezTo>
                <a:cubicBezTo>
                  <a:pt x="120055" y="19475"/>
                  <a:pt x="123052" y="18823"/>
                  <a:pt x="126407" y="18823"/>
                </a:cubicBezTo>
                <a:cubicBezTo>
                  <a:pt x="129668" y="18823"/>
                  <a:pt x="132557" y="19336"/>
                  <a:pt x="135073" y="20361"/>
                </a:cubicBezTo>
                <a:cubicBezTo>
                  <a:pt x="137589" y="21386"/>
                  <a:pt x="139709" y="22838"/>
                  <a:pt x="141433" y="24717"/>
                </a:cubicBezTo>
                <a:cubicBezTo>
                  <a:pt x="143157" y="26596"/>
                  <a:pt x="144461" y="28879"/>
                  <a:pt x="145347" y="31566"/>
                </a:cubicBezTo>
                <a:cubicBezTo>
                  <a:pt x="146232" y="34253"/>
                  <a:pt x="146674" y="37258"/>
                  <a:pt x="146674" y="40581"/>
                </a:cubicBezTo>
                <a:moveTo>
                  <a:pt x="138241" y="39416"/>
                </a:moveTo>
                <a:cubicBezTo>
                  <a:pt x="138335" y="37335"/>
                  <a:pt x="138133" y="35433"/>
                  <a:pt x="137636" y="33709"/>
                </a:cubicBezTo>
                <a:cubicBezTo>
                  <a:pt x="137139" y="31985"/>
                  <a:pt x="136370" y="30502"/>
                  <a:pt x="135329" y="29260"/>
                </a:cubicBezTo>
                <a:cubicBezTo>
                  <a:pt x="134289" y="28017"/>
                  <a:pt x="132992" y="27046"/>
                  <a:pt x="131439" y="26348"/>
                </a:cubicBezTo>
                <a:cubicBezTo>
                  <a:pt x="129886" y="25649"/>
                  <a:pt x="128084" y="25299"/>
                  <a:pt x="126034" y="25299"/>
                </a:cubicBezTo>
                <a:cubicBezTo>
                  <a:pt x="124264" y="25299"/>
                  <a:pt x="122649" y="25641"/>
                  <a:pt x="121189" y="26324"/>
                </a:cubicBezTo>
                <a:cubicBezTo>
                  <a:pt x="119729" y="27008"/>
                  <a:pt x="118471" y="27970"/>
                  <a:pt x="117415" y="29213"/>
                </a:cubicBezTo>
                <a:cubicBezTo>
                  <a:pt x="116359" y="30455"/>
                  <a:pt x="115505" y="31946"/>
                  <a:pt x="114852" y="33686"/>
                </a:cubicBezTo>
                <a:cubicBezTo>
                  <a:pt x="114200" y="35425"/>
                  <a:pt x="113796" y="37335"/>
                  <a:pt x="113641" y="39416"/>
                </a:cubicBezTo>
                <a:lnTo>
                  <a:pt x="138241" y="39416"/>
                </a:lnTo>
                <a:close/>
                <a:moveTo>
                  <a:pt x="246119" y="66440"/>
                </a:moveTo>
                <a:lnTo>
                  <a:pt x="245933" y="60137"/>
                </a:lnTo>
                <a:cubicBezTo>
                  <a:pt x="243386" y="62657"/>
                  <a:pt x="240800" y="64478"/>
                  <a:pt x="238175" y="65598"/>
                </a:cubicBezTo>
                <a:cubicBezTo>
                  <a:pt x="235551" y="66718"/>
                  <a:pt x="232794" y="67278"/>
                  <a:pt x="229905" y="67278"/>
                </a:cubicBezTo>
                <a:cubicBezTo>
                  <a:pt x="227234" y="67278"/>
                  <a:pt x="224951" y="66936"/>
                  <a:pt x="223056" y="66252"/>
                </a:cubicBezTo>
                <a:cubicBezTo>
                  <a:pt x="221162" y="65567"/>
                  <a:pt x="219601" y="64626"/>
                  <a:pt x="218374" y="63429"/>
                </a:cubicBezTo>
                <a:cubicBezTo>
                  <a:pt x="217147" y="62231"/>
                  <a:pt x="216246" y="60823"/>
                  <a:pt x="215671" y="59205"/>
                </a:cubicBezTo>
                <a:cubicBezTo>
                  <a:pt x="215097" y="57587"/>
                  <a:pt x="214810" y="55829"/>
                  <a:pt x="214810" y="53931"/>
                </a:cubicBezTo>
                <a:cubicBezTo>
                  <a:pt x="214810" y="49233"/>
                  <a:pt x="216557" y="45554"/>
                  <a:pt x="220051" y="42895"/>
                </a:cubicBezTo>
                <a:cubicBezTo>
                  <a:pt x="223545" y="40234"/>
                  <a:pt x="228709" y="38904"/>
                  <a:pt x="235543" y="38904"/>
                </a:cubicBezTo>
                <a:lnTo>
                  <a:pt x="245234" y="38904"/>
                </a:lnTo>
                <a:lnTo>
                  <a:pt x="245234" y="34818"/>
                </a:lnTo>
                <a:cubicBezTo>
                  <a:pt x="245234" y="32064"/>
                  <a:pt x="244349" y="29858"/>
                  <a:pt x="242578" y="28202"/>
                </a:cubicBezTo>
                <a:cubicBezTo>
                  <a:pt x="240808" y="26547"/>
                  <a:pt x="238105" y="25719"/>
                  <a:pt x="234471" y="25719"/>
                </a:cubicBezTo>
                <a:cubicBezTo>
                  <a:pt x="231831" y="25719"/>
                  <a:pt x="229230" y="26018"/>
                  <a:pt x="226667" y="26617"/>
                </a:cubicBezTo>
                <a:cubicBezTo>
                  <a:pt x="224105" y="27215"/>
                  <a:pt x="221457" y="28065"/>
                  <a:pt x="218723" y="29166"/>
                </a:cubicBezTo>
                <a:lnTo>
                  <a:pt x="218723" y="21851"/>
                </a:lnTo>
                <a:cubicBezTo>
                  <a:pt x="219748" y="21473"/>
                  <a:pt x="220890" y="21102"/>
                  <a:pt x="222148" y="20739"/>
                </a:cubicBezTo>
                <a:cubicBezTo>
                  <a:pt x="223406" y="20376"/>
                  <a:pt x="224734" y="20053"/>
                  <a:pt x="226131" y="19769"/>
                </a:cubicBezTo>
                <a:cubicBezTo>
                  <a:pt x="227529" y="19485"/>
                  <a:pt x="228989" y="19256"/>
                  <a:pt x="230511" y="19084"/>
                </a:cubicBezTo>
                <a:cubicBezTo>
                  <a:pt x="232033" y="18910"/>
                  <a:pt x="233570" y="18823"/>
                  <a:pt x="235123" y="18823"/>
                </a:cubicBezTo>
                <a:cubicBezTo>
                  <a:pt x="237950" y="18823"/>
                  <a:pt x="240497" y="19134"/>
                  <a:pt x="242764" y="19755"/>
                </a:cubicBezTo>
                <a:cubicBezTo>
                  <a:pt x="245032" y="20376"/>
                  <a:pt x="246950" y="21323"/>
                  <a:pt x="248519" y="22597"/>
                </a:cubicBezTo>
                <a:cubicBezTo>
                  <a:pt x="250087" y="23870"/>
                  <a:pt x="251291" y="25470"/>
                  <a:pt x="252129" y="27396"/>
                </a:cubicBezTo>
                <a:cubicBezTo>
                  <a:pt x="252968" y="29322"/>
                  <a:pt x="253387" y="31589"/>
                  <a:pt x="253387" y="34198"/>
                </a:cubicBezTo>
                <a:lnTo>
                  <a:pt x="253387" y="66440"/>
                </a:lnTo>
                <a:lnTo>
                  <a:pt x="246119" y="66440"/>
                </a:lnTo>
                <a:moveTo>
                  <a:pt x="245234" y="45101"/>
                </a:moveTo>
                <a:lnTo>
                  <a:pt x="234937" y="45101"/>
                </a:lnTo>
                <a:cubicBezTo>
                  <a:pt x="232918" y="45101"/>
                  <a:pt x="231179" y="45304"/>
                  <a:pt x="229719" y="45709"/>
                </a:cubicBezTo>
                <a:cubicBezTo>
                  <a:pt x="228259" y="46114"/>
                  <a:pt x="227063" y="46690"/>
                  <a:pt x="226131" y="47438"/>
                </a:cubicBezTo>
                <a:cubicBezTo>
                  <a:pt x="225199" y="48185"/>
                  <a:pt x="224508" y="49081"/>
                  <a:pt x="224058" y="50125"/>
                </a:cubicBezTo>
                <a:cubicBezTo>
                  <a:pt x="223608" y="51169"/>
                  <a:pt x="223382" y="52345"/>
                  <a:pt x="223382" y="53653"/>
                </a:cubicBezTo>
                <a:cubicBezTo>
                  <a:pt x="223382" y="54557"/>
                  <a:pt x="223522" y="55422"/>
                  <a:pt x="223802" y="56248"/>
                </a:cubicBezTo>
                <a:cubicBezTo>
                  <a:pt x="224081" y="57073"/>
                  <a:pt x="224532" y="57805"/>
                  <a:pt x="225153" y="58443"/>
                </a:cubicBezTo>
                <a:cubicBezTo>
                  <a:pt x="225774" y="59082"/>
                  <a:pt x="226582" y="59588"/>
                  <a:pt x="227576" y="59962"/>
                </a:cubicBezTo>
                <a:cubicBezTo>
                  <a:pt x="228570" y="60336"/>
                  <a:pt x="229781" y="60522"/>
                  <a:pt x="231210" y="60522"/>
                </a:cubicBezTo>
                <a:cubicBezTo>
                  <a:pt x="233073" y="60522"/>
                  <a:pt x="235209" y="59954"/>
                  <a:pt x="237616" y="58818"/>
                </a:cubicBezTo>
                <a:cubicBezTo>
                  <a:pt x="240023" y="57680"/>
                  <a:pt x="242563" y="55880"/>
                  <a:pt x="245234" y="53419"/>
                </a:cubicBezTo>
                <a:lnTo>
                  <a:pt x="245234" y="45101"/>
                </a:lnTo>
                <a:close/>
                <a:moveTo>
                  <a:pt x="265550" y="44029"/>
                </a:moveTo>
                <a:cubicBezTo>
                  <a:pt x="265550" y="40053"/>
                  <a:pt x="266094" y="36520"/>
                  <a:pt x="267181" y="33429"/>
                </a:cubicBezTo>
                <a:cubicBezTo>
                  <a:pt x="268268" y="30339"/>
                  <a:pt x="269813" y="27730"/>
                  <a:pt x="271817" y="25602"/>
                </a:cubicBezTo>
                <a:cubicBezTo>
                  <a:pt x="273820" y="23474"/>
                  <a:pt x="276227" y="21859"/>
                  <a:pt x="279038" y="20757"/>
                </a:cubicBezTo>
                <a:cubicBezTo>
                  <a:pt x="281849" y="19654"/>
                  <a:pt x="284979" y="19103"/>
                  <a:pt x="288427" y="19103"/>
                </a:cubicBezTo>
                <a:cubicBezTo>
                  <a:pt x="289917" y="19103"/>
                  <a:pt x="291385" y="19196"/>
                  <a:pt x="292829" y="19382"/>
                </a:cubicBezTo>
                <a:cubicBezTo>
                  <a:pt x="294274" y="19568"/>
                  <a:pt x="295695" y="19864"/>
                  <a:pt x="297093" y="20267"/>
                </a:cubicBezTo>
                <a:lnTo>
                  <a:pt x="297093" y="559"/>
                </a:lnTo>
                <a:lnTo>
                  <a:pt x="305246" y="559"/>
                </a:lnTo>
                <a:lnTo>
                  <a:pt x="305246" y="66440"/>
                </a:lnTo>
                <a:lnTo>
                  <a:pt x="297978" y="66440"/>
                </a:lnTo>
                <a:lnTo>
                  <a:pt x="297698" y="57587"/>
                </a:lnTo>
                <a:cubicBezTo>
                  <a:pt x="295431" y="60880"/>
                  <a:pt x="292977" y="63318"/>
                  <a:pt x="290337" y="64902"/>
                </a:cubicBezTo>
                <a:cubicBezTo>
                  <a:pt x="287697" y="66486"/>
                  <a:pt x="284839" y="67278"/>
                  <a:pt x="281764" y="67278"/>
                </a:cubicBezTo>
                <a:cubicBezTo>
                  <a:pt x="279093" y="67278"/>
                  <a:pt x="276740" y="66719"/>
                  <a:pt x="274705" y="65601"/>
                </a:cubicBezTo>
                <a:cubicBezTo>
                  <a:pt x="272671" y="64483"/>
                  <a:pt x="270978" y="62906"/>
                  <a:pt x="269627" y="60872"/>
                </a:cubicBezTo>
                <a:cubicBezTo>
                  <a:pt x="268276" y="58837"/>
                  <a:pt x="267258" y="56391"/>
                  <a:pt x="266575" y="53534"/>
                </a:cubicBezTo>
                <a:cubicBezTo>
                  <a:pt x="265892" y="50676"/>
                  <a:pt x="265550" y="47508"/>
                  <a:pt x="265550" y="44029"/>
                </a:cubicBezTo>
                <a:moveTo>
                  <a:pt x="273843" y="43517"/>
                </a:moveTo>
                <a:cubicBezTo>
                  <a:pt x="273843" y="49170"/>
                  <a:pt x="274674" y="53386"/>
                  <a:pt x="276336" y="56166"/>
                </a:cubicBezTo>
                <a:cubicBezTo>
                  <a:pt x="277998" y="58946"/>
                  <a:pt x="280351" y="60336"/>
                  <a:pt x="283395" y="60336"/>
                </a:cubicBezTo>
                <a:cubicBezTo>
                  <a:pt x="285445" y="60336"/>
                  <a:pt x="287611" y="59420"/>
                  <a:pt x="289894" y="57587"/>
                </a:cubicBezTo>
                <a:cubicBezTo>
                  <a:pt x="292177" y="55755"/>
                  <a:pt x="294577" y="53037"/>
                  <a:pt x="297093" y="49434"/>
                </a:cubicBezTo>
                <a:lnTo>
                  <a:pt x="297093" y="27722"/>
                </a:lnTo>
                <a:cubicBezTo>
                  <a:pt x="295757" y="27101"/>
                  <a:pt x="294282" y="26627"/>
                  <a:pt x="292666" y="26301"/>
                </a:cubicBezTo>
                <a:cubicBezTo>
                  <a:pt x="291051" y="25975"/>
                  <a:pt x="289452" y="25812"/>
                  <a:pt x="287867" y="25812"/>
                </a:cubicBezTo>
                <a:cubicBezTo>
                  <a:pt x="283457" y="25812"/>
                  <a:pt x="280017" y="27241"/>
                  <a:pt x="277547" y="30098"/>
                </a:cubicBezTo>
                <a:cubicBezTo>
                  <a:pt x="275078" y="32956"/>
                  <a:pt x="273843" y="37429"/>
                  <a:pt x="273843" y="43517"/>
                </a:cubicBezTo>
                <a:close/>
                <a:moveTo>
                  <a:pt x="349836" y="66440"/>
                </a:moveTo>
                <a:lnTo>
                  <a:pt x="349650" y="60137"/>
                </a:lnTo>
                <a:cubicBezTo>
                  <a:pt x="347103" y="62657"/>
                  <a:pt x="344517" y="64478"/>
                  <a:pt x="341892" y="65598"/>
                </a:cubicBezTo>
                <a:cubicBezTo>
                  <a:pt x="339268" y="66718"/>
                  <a:pt x="336511" y="67278"/>
                  <a:pt x="333622" y="67278"/>
                </a:cubicBezTo>
                <a:cubicBezTo>
                  <a:pt x="330951" y="67278"/>
                  <a:pt x="328668" y="66936"/>
                  <a:pt x="326773" y="66252"/>
                </a:cubicBezTo>
                <a:cubicBezTo>
                  <a:pt x="324879" y="65567"/>
                  <a:pt x="323318" y="64626"/>
                  <a:pt x="322091" y="63429"/>
                </a:cubicBezTo>
                <a:cubicBezTo>
                  <a:pt x="320864" y="62231"/>
                  <a:pt x="319963" y="60823"/>
                  <a:pt x="319389" y="59205"/>
                </a:cubicBezTo>
                <a:cubicBezTo>
                  <a:pt x="318814" y="57587"/>
                  <a:pt x="318527" y="55829"/>
                  <a:pt x="318527" y="53931"/>
                </a:cubicBezTo>
                <a:cubicBezTo>
                  <a:pt x="318527" y="49233"/>
                  <a:pt x="320274" y="45554"/>
                  <a:pt x="323768" y="42895"/>
                </a:cubicBezTo>
                <a:cubicBezTo>
                  <a:pt x="327263" y="40234"/>
                  <a:pt x="332427" y="38904"/>
                  <a:pt x="339260" y="38904"/>
                </a:cubicBezTo>
                <a:lnTo>
                  <a:pt x="348951" y="38904"/>
                </a:lnTo>
                <a:lnTo>
                  <a:pt x="348951" y="34818"/>
                </a:lnTo>
                <a:cubicBezTo>
                  <a:pt x="348951" y="32064"/>
                  <a:pt x="348066" y="29858"/>
                  <a:pt x="346295" y="28202"/>
                </a:cubicBezTo>
                <a:cubicBezTo>
                  <a:pt x="344525" y="26547"/>
                  <a:pt x="341822" y="25719"/>
                  <a:pt x="338188" y="25719"/>
                </a:cubicBezTo>
                <a:cubicBezTo>
                  <a:pt x="335548" y="25719"/>
                  <a:pt x="332947" y="26018"/>
                  <a:pt x="330384" y="26617"/>
                </a:cubicBezTo>
                <a:cubicBezTo>
                  <a:pt x="327822" y="27215"/>
                  <a:pt x="325174" y="28065"/>
                  <a:pt x="322440" y="29166"/>
                </a:cubicBezTo>
                <a:lnTo>
                  <a:pt x="322440" y="21851"/>
                </a:lnTo>
                <a:cubicBezTo>
                  <a:pt x="323465" y="21473"/>
                  <a:pt x="324607" y="21102"/>
                  <a:pt x="325865" y="20739"/>
                </a:cubicBezTo>
                <a:cubicBezTo>
                  <a:pt x="327123" y="20376"/>
                  <a:pt x="328451" y="20053"/>
                  <a:pt x="329848" y="19769"/>
                </a:cubicBezTo>
                <a:cubicBezTo>
                  <a:pt x="331246" y="19485"/>
                  <a:pt x="332706" y="19256"/>
                  <a:pt x="334228" y="19084"/>
                </a:cubicBezTo>
                <a:cubicBezTo>
                  <a:pt x="335750" y="18910"/>
                  <a:pt x="337288" y="18823"/>
                  <a:pt x="338841" y="18823"/>
                </a:cubicBezTo>
                <a:cubicBezTo>
                  <a:pt x="341667" y="18823"/>
                  <a:pt x="344214" y="19134"/>
                  <a:pt x="346482" y="19755"/>
                </a:cubicBezTo>
                <a:cubicBezTo>
                  <a:pt x="348749" y="20376"/>
                  <a:pt x="350667" y="21323"/>
                  <a:pt x="352236" y="22597"/>
                </a:cubicBezTo>
                <a:cubicBezTo>
                  <a:pt x="353804" y="23870"/>
                  <a:pt x="355008" y="25470"/>
                  <a:pt x="355847" y="27396"/>
                </a:cubicBezTo>
                <a:cubicBezTo>
                  <a:pt x="356685" y="29322"/>
                  <a:pt x="357105" y="31589"/>
                  <a:pt x="357105" y="34198"/>
                </a:cubicBezTo>
                <a:lnTo>
                  <a:pt x="357105" y="66440"/>
                </a:lnTo>
                <a:lnTo>
                  <a:pt x="349836" y="66440"/>
                </a:lnTo>
                <a:moveTo>
                  <a:pt x="348951" y="45101"/>
                </a:moveTo>
                <a:lnTo>
                  <a:pt x="338654" y="45101"/>
                </a:lnTo>
                <a:cubicBezTo>
                  <a:pt x="336635" y="45101"/>
                  <a:pt x="334896" y="45304"/>
                  <a:pt x="333436" y="45709"/>
                </a:cubicBezTo>
                <a:cubicBezTo>
                  <a:pt x="331976" y="46114"/>
                  <a:pt x="330780" y="46690"/>
                  <a:pt x="329848" y="47438"/>
                </a:cubicBezTo>
                <a:cubicBezTo>
                  <a:pt x="328917" y="48185"/>
                  <a:pt x="328226" y="49081"/>
                  <a:pt x="327775" y="50125"/>
                </a:cubicBezTo>
                <a:cubicBezTo>
                  <a:pt x="327325" y="51169"/>
                  <a:pt x="327100" y="52345"/>
                  <a:pt x="327100" y="53653"/>
                </a:cubicBezTo>
                <a:cubicBezTo>
                  <a:pt x="327100" y="54557"/>
                  <a:pt x="327239" y="55422"/>
                  <a:pt x="327519" y="56248"/>
                </a:cubicBezTo>
                <a:cubicBezTo>
                  <a:pt x="327798" y="57073"/>
                  <a:pt x="328249" y="57805"/>
                  <a:pt x="328870" y="58443"/>
                </a:cubicBezTo>
                <a:cubicBezTo>
                  <a:pt x="329491" y="59082"/>
                  <a:pt x="330299" y="59588"/>
                  <a:pt x="331293" y="59962"/>
                </a:cubicBezTo>
                <a:cubicBezTo>
                  <a:pt x="332287" y="60336"/>
                  <a:pt x="333498" y="60522"/>
                  <a:pt x="334927" y="60522"/>
                </a:cubicBezTo>
                <a:cubicBezTo>
                  <a:pt x="336791" y="60522"/>
                  <a:pt x="338926" y="59954"/>
                  <a:pt x="341333" y="58818"/>
                </a:cubicBezTo>
                <a:cubicBezTo>
                  <a:pt x="343741" y="57680"/>
                  <a:pt x="346280" y="55880"/>
                  <a:pt x="348951" y="53419"/>
                </a:cubicBezTo>
                <a:lnTo>
                  <a:pt x="348951" y="45101"/>
                </a:lnTo>
                <a:close/>
                <a:moveTo>
                  <a:pt x="411619" y="42212"/>
                </a:moveTo>
                <a:cubicBezTo>
                  <a:pt x="411619" y="46374"/>
                  <a:pt x="411036" y="50008"/>
                  <a:pt x="409871" y="53114"/>
                </a:cubicBezTo>
                <a:cubicBezTo>
                  <a:pt x="408707" y="56221"/>
                  <a:pt x="407099" y="58799"/>
                  <a:pt x="405049" y="60849"/>
                </a:cubicBezTo>
                <a:cubicBezTo>
                  <a:pt x="402999" y="62899"/>
                  <a:pt x="400576" y="64436"/>
                  <a:pt x="397781" y="65461"/>
                </a:cubicBezTo>
                <a:cubicBezTo>
                  <a:pt x="394985" y="66486"/>
                  <a:pt x="391957" y="66999"/>
                  <a:pt x="388695" y="66999"/>
                </a:cubicBezTo>
                <a:cubicBezTo>
                  <a:pt x="387205" y="66999"/>
                  <a:pt x="385721" y="66921"/>
                  <a:pt x="384246" y="66766"/>
                </a:cubicBezTo>
                <a:cubicBezTo>
                  <a:pt x="382771" y="66610"/>
                  <a:pt x="381272" y="66346"/>
                  <a:pt x="379750" y="65974"/>
                </a:cubicBezTo>
                <a:lnTo>
                  <a:pt x="379750" y="85542"/>
                </a:lnTo>
                <a:lnTo>
                  <a:pt x="371643" y="85542"/>
                </a:lnTo>
                <a:lnTo>
                  <a:pt x="371643" y="19662"/>
                </a:lnTo>
                <a:lnTo>
                  <a:pt x="378865" y="19662"/>
                </a:lnTo>
                <a:lnTo>
                  <a:pt x="379377" y="27489"/>
                </a:lnTo>
                <a:cubicBezTo>
                  <a:pt x="381707" y="24290"/>
                  <a:pt x="384192" y="22046"/>
                  <a:pt x="386832" y="20757"/>
                </a:cubicBezTo>
                <a:cubicBezTo>
                  <a:pt x="389472" y="19468"/>
                  <a:pt x="392330" y="18823"/>
                  <a:pt x="395405" y="18823"/>
                </a:cubicBezTo>
                <a:cubicBezTo>
                  <a:pt x="398076" y="18823"/>
                  <a:pt x="400421" y="19382"/>
                  <a:pt x="402440" y="20500"/>
                </a:cubicBezTo>
                <a:cubicBezTo>
                  <a:pt x="404459" y="21619"/>
                  <a:pt x="406152" y="23195"/>
                  <a:pt x="407518" y="25229"/>
                </a:cubicBezTo>
                <a:cubicBezTo>
                  <a:pt x="408885" y="27264"/>
                  <a:pt x="409910" y="29718"/>
                  <a:pt x="410594" y="32591"/>
                </a:cubicBezTo>
                <a:cubicBezTo>
                  <a:pt x="411277" y="35464"/>
                  <a:pt x="411619" y="38671"/>
                  <a:pt x="411619" y="42212"/>
                </a:cubicBezTo>
                <a:moveTo>
                  <a:pt x="403325" y="42585"/>
                </a:moveTo>
                <a:cubicBezTo>
                  <a:pt x="403325" y="40131"/>
                  <a:pt x="403147" y="37879"/>
                  <a:pt x="402789" y="35829"/>
                </a:cubicBezTo>
                <a:cubicBezTo>
                  <a:pt x="402432" y="33779"/>
                  <a:pt x="401865" y="32024"/>
                  <a:pt x="401089" y="30564"/>
                </a:cubicBezTo>
                <a:cubicBezTo>
                  <a:pt x="400312" y="29104"/>
                  <a:pt x="399318" y="27963"/>
                  <a:pt x="398107" y="27140"/>
                </a:cubicBezTo>
                <a:cubicBezTo>
                  <a:pt x="396896" y="26316"/>
                  <a:pt x="395451" y="25905"/>
                  <a:pt x="393774" y="25905"/>
                </a:cubicBezTo>
                <a:cubicBezTo>
                  <a:pt x="392749" y="25905"/>
                  <a:pt x="391708" y="26068"/>
                  <a:pt x="390652" y="26394"/>
                </a:cubicBezTo>
                <a:cubicBezTo>
                  <a:pt x="389596" y="26720"/>
                  <a:pt x="388501" y="27264"/>
                  <a:pt x="387368" y="28025"/>
                </a:cubicBezTo>
                <a:cubicBezTo>
                  <a:pt x="386234" y="28786"/>
                  <a:pt x="385038" y="29795"/>
                  <a:pt x="383780" y="31053"/>
                </a:cubicBezTo>
                <a:cubicBezTo>
                  <a:pt x="382522" y="32311"/>
                  <a:pt x="381179" y="33872"/>
                  <a:pt x="379750" y="35736"/>
                </a:cubicBezTo>
                <a:lnTo>
                  <a:pt x="379750" y="58426"/>
                </a:lnTo>
                <a:cubicBezTo>
                  <a:pt x="381241" y="59047"/>
                  <a:pt x="382809" y="59536"/>
                  <a:pt x="384456" y="59894"/>
                </a:cubicBezTo>
                <a:cubicBezTo>
                  <a:pt x="386102" y="60251"/>
                  <a:pt x="387717" y="60429"/>
                  <a:pt x="389301" y="60429"/>
                </a:cubicBezTo>
                <a:cubicBezTo>
                  <a:pt x="393681" y="60429"/>
                  <a:pt x="397113" y="58946"/>
                  <a:pt x="399598" y="55980"/>
                </a:cubicBezTo>
                <a:cubicBezTo>
                  <a:pt x="402083" y="53013"/>
                  <a:pt x="403325" y="48548"/>
                  <a:pt x="403325" y="42585"/>
                </a:cubicBezTo>
                <a:close/>
                <a:moveTo>
                  <a:pt x="461194" y="65741"/>
                </a:moveTo>
                <a:cubicBezTo>
                  <a:pt x="459361" y="66223"/>
                  <a:pt x="457467" y="66569"/>
                  <a:pt x="455510" y="66777"/>
                </a:cubicBezTo>
                <a:cubicBezTo>
                  <a:pt x="453553" y="66987"/>
                  <a:pt x="451565" y="67092"/>
                  <a:pt x="449546" y="67092"/>
                </a:cubicBezTo>
                <a:cubicBezTo>
                  <a:pt x="443676" y="67092"/>
                  <a:pt x="439296" y="65764"/>
                  <a:pt x="436407" y="63108"/>
                </a:cubicBezTo>
                <a:cubicBezTo>
                  <a:pt x="433519" y="60453"/>
                  <a:pt x="432074" y="56376"/>
                  <a:pt x="432074" y="50878"/>
                </a:cubicBezTo>
                <a:lnTo>
                  <a:pt x="432074" y="26464"/>
                </a:lnTo>
                <a:lnTo>
                  <a:pt x="418982" y="26464"/>
                </a:lnTo>
                <a:lnTo>
                  <a:pt x="418982" y="19662"/>
                </a:lnTo>
                <a:lnTo>
                  <a:pt x="432074" y="19662"/>
                </a:lnTo>
                <a:lnTo>
                  <a:pt x="432074" y="6762"/>
                </a:lnTo>
                <a:lnTo>
                  <a:pt x="440181" y="4659"/>
                </a:lnTo>
                <a:lnTo>
                  <a:pt x="440181" y="19662"/>
                </a:lnTo>
                <a:lnTo>
                  <a:pt x="461194" y="19662"/>
                </a:lnTo>
                <a:lnTo>
                  <a:pt x="461194" y="26464"/>
                </a:lnTo>
                <a:lnTo>
                  <a:pt x="440181" y="26464"/>
                </a:lnTo>
                <a:lnTo>
                  <a:pt x="440181" y="50226"/>
                </a:lnTo>
                <a:cubicBezTo>
                  <a:pt x="440181" y="53580"/>
                  <a:pt x="441074" y="56089"/>
                  <a:pt x="442860" y="57750"/>
                </a:cubicBezTo>
                <a:cubicBezTo>
                  <a:pt x="444646" y="59412"/>
                  <a:pt x="447279" y="60243"/>
                  <a:pt x="450758" y="60243"/>
                </a:cubicBezTo>
                <a:cubicBezTo>
                  <a:pt x="452248" y="60243"/>
                  <a:pt x="453879" y="60123"/>
                  <a:pt x="455650" y="59883"/>
                </a:cubicBezTo>
                <a:cubicBezTo>
                  <a:pt x="457420" y="59643"/>
                  <a:pt x="459268" y="59265"/>
                  <a:pt x="461194" y="58752"/>
                </a:cubicBezTo>
                <a:lnTo>
                  <a:pt x="461194" y="65741"/>
                </a:lnTo>
                <a:close/>
                <a:moveTo>
                  <a:pt x="516081" y="42678"/>
                </a:moveTo>
                <a:cubicBezTo>
                  <a:pt x="516081" y="46312"/>
                  <a:pt x="515568" y="49643"/>
                  <a:pt x="514543" y="52672"/>
                </a:cubicBezTo>
                <a:cubicBezTo>
                  <a:pt x="513518" y="55700"/>
                  <a:pt x="512043" y="58294"/>
                  <a:pt x="510117" y="60453"/>
                </a:cubicBezTo>
                <a:cubicBezTo>
                  <a:pt x="508191" y="62611"/>
                  <a:pt x="505846" y="64289"/>
                  <a:pt x="503082" y="65485"/>
                </a:cubicBezTo>
                <a:cubicBezTo>
                  <a:pt x="500317" y="66680"/>
                  <a:pt x="497180" y="67278"/>
                  <a:pt x="493670" y="67278"/>
                </a:cubicBezTo>
                <a:cubicBezTo>
                  <a:pt x="490316" y="67278"/>
                  <a:pt x="487311" y="66758"/>
                  <a:pt x="484655" y="65717"/>
                </a:cubicBezTo>
                <a:cubicBezTo>
                  <a:pt x="481999" y="64677"/>
                  <a:pt x="479747" y="63147"/>
                  <a:pt x="477899" y="61128"/>
                </a:cubicBezTo>
                <a:cubicBezTo>
                  <a:pt x="476051" y="59109"/>
                  <a:pt x="474638" y="56609"/>
                  <a:pt x="473659" y="53627"/>
                </a:cubicBezTo>
                <a:cubicBezTo>
                  <a:pt x="472681" y="50645"/>
                  <a:pt x="472192" y="47213"/>
                  <a:pt x="472192" y="43330"/>
                </a:cubicBezTo>
                <a:cubicBezTo>
                  <a:pt x="472192" y="39696"/>
                  <a:pt x="472704" y="36380"/>
                  <a:pt x="473729" y="33383"/>
                </a:cubicBezTo>
                <a:cubicBezTo>
                  <a:pt x="474754" y="30385"/>
                  <a:pt x="476230" y="27807"/>
                  <a:pt x="478155" y="25649"/>
                </a:cubicBezTo>
                <a:cubicBezTo>
                  <a:pt x="480081" y="23490"/>
                  <a:pt x="482426" y="21813"/>
                  <a:pt x="485191" y="20617"/>
                </a:cubicBezTo>
                <a:cubicBezTo>
                  <a:pt x="487955" y="19421"/>
                  <a:pt x="491092" y="18823"/>
                  <a:pt x="494602" y="18823"/>
                </a:cubicBezTo>
                <a:cubicBezTo>
                  <a:pt x="497957" y="18823"/>
                  <a:pt x="500962" y="19343"/>
                  <a:pt x="503618" y="20384"/>
                </a:cubicBezTo>
                <a:cubicBezTo>
                  <a:pt x="506273" y="21424"/>
                  <a:pt x="508525" y="22946"/>
                  <a:pt x="510373" y="24950"/>
                </a:cubicBezTo>
                <a:cubicBezTo>
                  <a:pt x="512222" y="26953"/>
                  <a:pt x="513635" y="29446"/>
                  <a:pt x="514613" y="32428"/>
                </a:cubicBezTo>
                <a:cubicBezTo>
                  <a:pt x="515592" y="35410"/>
                  <a:pt x="516081" y="38826"/>
                  <a:pt x="516081" y="42678"/>
                </a:cubicBezTo>
                <a:moveTo>
                  <a:pt x="507788" y="43051"/>
                </a:moveTo>
                <a:cubicBezTo>
                  <a:pt x="507788" y="40162"/>
                  <a:pt x="507469" y="37638"/>
                  <a:pt x="506833" y="35480"/>
                </a:cubicBezTo>
                <a:cubicBezTo>
                  <a:pt x="506196" y="33321"/>
                  <a:pt x="505287" y="31519"/>
                  <a:pt x="504107" y="30075"/>
                </a:cubicBezTo>
                <a:cubicBezTo>
                  <a:pt x="502927" y="28631"/>
                  <a:pt x="501490" y="27543"/>
                  <a:pt x="499797" y="26813"/>
                </a:cubicBezTo>
                <a:cubicBezTo>
                  <a:pt x="498104" y="26084"/>
                  <a:pt x="496217" y="25719"/>
                  <a:pt x="494136" y="25719"/>
                </a:cubicBezTo>
                <a:cubicBezTo>
                  <a:pt x="491714" y="25719"/>
                  <a:pt x="489640" y="26192"/>
                  <a:pt x="487916" y="27140"/>
                </a:cubicBezTo>
                <a:cubicBezTo>
                  <a:pt x="486192" y="28087"/>
                  <a:pt x="484779" y="29353"/>
                  <a:pt x="483677" y="30937"/>
                </a:cubicBezTo>
                <a:cubicBezTo>
                  <a:pt x="482574" y="32521"/>
                  <a:pt x="481766" y="34361"/>
                  <a:pt x="481254" y="36458"/>
                </a:cubicBezTo>
                <a:cubicBezTo>
                  <a:pt x="480741" y="38555"/>
                  <a:pt x="480485" y="40752"/>
                  <a:pt x="480485" y="43051"/>
                </a:cubicBezTo>
                <a:cubicBezTo>
                  <a:pt x="480485" y="45939"/>
                  <a:pt x="480803" y="48471"/>
                  <a:pt x="481440" y="50645"/>
                </a:cubicBezTo>
                <a:cubicBezTo>
                  <a:pt x="482077" y="52819"/>
                  <a:pt x="482985" y="54629"/>
                  <a:pt x="484166" y="56073"/>
                </a:cubicBezTo>
                <a:cubicBezTo>
                  <a:pt x="485346" y="57517"/>
                  <a:pt x="486775" y="58604"/>
                  <a:pt x="488452" y="59334"/>
                </a:cubicBezTo>
                <a:cubicBezTo>
                  <a:pt x="490129" y="60064"/>
                  <a:pt x="492024" y="60429"/>
                  <a:pt x="494136" y="60429"/>
                </a:cubicBezTo>
                <a:cubicBezTo>
                  <a:pt x="496559" y="60429"/>
                  <a:pt x="498632" y="59956"/>
                  <a:pt x="500356" y="59008"/>
                </a:cubicBezTo>
                <a:cubicBezTo>
                  <a:pt x="502080" y="58061"/>
                  <a:pt x="503493" y="56795"/>
                  <a:pt x="504596" y="55211"/>
                </a:cubicBezTo>
                <a:cubicBezTo>
                  <a:pt x="505699" y="53627"/>
                  <a:pt x="506506" y="51787"/>
                  <a:pt x="507019" y="49690"/>
                </a:cubicBezTo>
                <a:cubicBezTo>
                  <a:pt x="507531" y="47593"/>
                  <a:pt x="507788" y="45380"/>
                  <a:pt x="507788" y="43051"/>
                </a:cubicBezTo>
                <a:close/>
                <a:moveTo>
                  <a:pt x="529129" y="19662"/>
                </a:moveTo>
                <a:lnTo>
                  <a:pt x="536537" y="19662"/>
                </a:lnTo>
                <a:lnTo>
                  <a:pt x="536770" y="28259"/>
                </a:lnTo>
                <a:cubicBezTo>
                  <a:pt x="539534" y="24943"/>
                  <a:pt x="542260" y="22542"/>
                  <a:pt x="544946" y="21055"/>
                </a:cubicBezTo>
                <a:cubicBezTo>
                  <a:pt x="547633" y="19567"/>
                  <a:pt x="550343" y="18823"/>
                  <a:pt x="553077" y="18823"/>
                </a:cubicBezTo>
                <a:cubicBezTo>
                  <a:pt x="557922" y="18823"/>
                  <a:pt x="561595" y="20388"/>
                  <a:pt x="564096" y="23517"/>
                </a:cubicBezTo>
                <a:cubicBezTo>
                  <a:pt x="566596" y="26647"/>
                  <a:pt x="567753" y="31294"/>
                  <a:pt x="567567" y="37460"/>
                </a:cubicBezTo>
                <a:lnTo>
                  <a:pt x="559367" y="37460"/>
                </a:lnTo>
                <a:cubicBezTo>
                  <a:pt x="559460" y="33376"/>
                  <a:pt x="558862" y="30414"/>
                  <a:pt x="557573" y="28574"/>
                </a:cubicBezTo>
                <a:cubicBezTo>
                  <a:pt x="556284" y="26732"/>
                  <a:pt x="554397" y="25812"/>
                  <a:pt x="551912" y="25812"/>
                </a:cubicBezTo>
                <a:cubicBezTo>
                  <a:pt x="550825" y="25812"/>
                  <a:pt x="549730" y="26005"/>
                  <a:pt x="548627" y="26393"/>
                </a:cubicBezTo>
                <a:cubicBezTo>
                  <a:pt x="547525" y="26779"/>
                  <a:pt x="546391" y="27397"/>
                  <a:pt x="545226" y="28248"/>
                </a:cubicBezTo>
                <a:cubicBezTo>
                  <a:pt x="544061" y="29098"/>
                  <a:pt x="542827" y="30188"/>
                  <a:pt x="541522" y="31519"/>
                </a:cubicBezTo>
                <a:cubicBezTo>
                  <a:pt x="540217" y="32849"/>
                  <a:pt x="538820" y="34457"/>
                  <a:pt x="537329" y="36344"/>
                </a:cubicBezTo>
                <a:lnTo>
                  <a:pt x="537329" y="66440"/>
                </a:lnTo>
                <a:lnTo>
                  <a:pt x="529129" y="66440"/>
                </a:lnTo>
                <a:lnTo>
                  <a:pt x="529129" y="19662"/>
                </a:lnTo>
                <a:close/>
                <a:moveTo>
                  <a:pt x="666172" y="66440"/>
                </a:moveTo>
                <a:lnTo>
                  <a:pt x="665986" y="60137"/>
                </a:lnTo>
                <a:cubicBezTo>
                  <a:pt x="663439" y="62657"/>
                  <a:pt x="660853" y="64478"/>
                  <a:pt x="658229" y="65598"/>
                </a:cubicBezTo>
                <a:cubicBezTo>
                  <a:pt x="655604" y="66718"/>
                  <a:pt x="652847" y="67278"/>
                  <a:pt x="649959" y="67278"/>
                </a:cubicBezTo>
                <a:cubicBezTo>
                  <a:pt x="647287" y="67278"/>
                  <a:pt x="645004" y="66936"/>
                  <a:pt x="643110" y="66252"/>
                </a:cubicBezTo>
                <a:cubicBezTo>
                  <a:pt x="641215" y="65567"/>
                  <a:pt x="639654" y="64626"/>
                  <a:pt x="638427" y="63429"/>
                </a:cubicBezTo>
                <a:cubicBezTo>
                  <a:pt x="637200" y="62231"/>
                  <a:pt x="636299" y="60823"/>
                  <a:pt x="635725" y="59205"/>
                </a:cubicBezTo>
                <a:cubicBezTo>
                  <a:pt x="635150" y="57587"/>
                  <a:pt x="634863" y="55829"/>
                  <a:pt x="634863" y="53931"/>
                </a:cubicBezTo>
                <a:cubicBezTo>
                  <a:pt x="634863" y="49233"/>
                  <a:pt x="636610" y="45554"/>
                  <a:pt x="640104" y="42895"/>
                </a:cubicBezTo>
                <a:cubicBezTo>
                  <a:pt x="643599" y="40234"/>
                  <a:pt x="648763" y="38904"/>
                  <a:pt x="655596" y="38904"/>
                </a:cubicBezTo>
                <a:lnTo>
                  <a:pt x="665287" y="38904"/>
                </a:lnTo>
                <a:lnTo>
                  <a:pt x="665287" y="34818"/>
                </a:lnTo>
                <a:cubicBezTo>
                  <a:pt x="665287" y="32064"/>
                  <a:pt x="664402" y="29858"/>
                  <a:pt x="662631" y="28202"/>
                </a:cubicBezTo>
                <a:cubicBezTo>
                  <a:pt x="660861" y="26547"/>
                  <a:pt x="658159" y="25719"/>
                  <a:pt x="654525" y="25719"/>
                </a:cubicBezTo>
                <a:cubicBezTo>
                  <a:pt x="651884" y="25719"/>
                  <a:pt x="649283" y="26018"/>
                  <a:pt x="646720" y="26617"/>
                </a:cubicBezTo>
                <a:cubicBezTo>
                  <a:pt x="644158" y="27215"/>
                  <a:pt x="641510" y="28065"/>
                  <a:pt x="638777" y="29166"/>
                </a:cubicBezTo>
                <a:lnTo>
                  <a:pt x="638777" y="21851"/>
                </a:lnTo>
                <a:cubicBezTo>
                  <a:pt x="639802" y="21473"/>
                  <a:pt x="640943" y="21102"/>
                  <a:pt x="642201" y="20739"/>
                </a:cubicBezTo>
                <a:cubicBezTo>
                  <a:pt x="643459" y="20376"/>
                  <a:pt x="644787" y="20053"/>
                  <a:pt x="646185" y="19769"/>
                </a:cubicBezTo>
                <a:cubicBezTo>
                  <a:pt x="647582" y="19485"/>
                  <a:pt x="649042" y="19256"/>
                  <a:pt x="650564" y="19084"/>
                </a:cubicBezTo>
                <a:cubicBezTo>
                  <a:pt x="652086" y="18910"/>
                  <a:pt x="653624" y="18823"/>
                  <a:pt x="655177" y="18823"/>
                </a:cubicBezTo>
                <a:cubicBezTo>
                  <a:pt x="658003" y="18823"/>
                  <a:pt x="660550" y="19134"/>
                  <a:pt x="662818" y="19755"/>
                </a:cubicBezTo>
                <a:cubicBezTo>
                  <a:pt x="665085" y="20376"/>
                  <a:pt x="667003" y="21323"/>
                  <a:pt x="668572" y="22597"/>
                </a:cubicBezTo>
                <a:cubicBezTo>
                  <a:pt x="670140" y="23870"/>
                  <a:pt x="671344" y="25470"/>
                  <a:pt x="672183" y="27396"/>
                </a:cubicBezTo>
                <a:cubicBezTo>
                  <a:pt x="673021" y="29322"/>
                  <a:pt x="673441" y="31589"/>
                  <a:pt x="673441" y="34198"/>
                </a:cubicBezTo>
                <a:lnTo>
                  <a:pt x="673441" y="66440"/>
                </a:lnTo>
                <a:lnTo>
                  <a:pt x="666172" y="66440"/>
                </a:lnTo>
                <a:moveTo>
                  <a:pt x="665287" y="45101"/>
                </a:moveTo>
                <a:lnTo>
                  <a:pt x="654990" y="45101"/>
                </a:lnTo>
                <a:cubicBezTo>
                  <a:pt x="652971" y="45101"/>
                  <a:pt x="651232" y="45304"/>
                  <a:pt x="649772" y="45709"/>
                </a:cubicBezTo>
                <a:cubicBezTo>
                  <a:pt x="648312" y="46114"/>
                  <a:pt x="647116" y="46690"/>
                  <a:pt x="646185" y="47438"/>
                </a:cubicBezTo>
                <a:cubicBezTo>
                  <a:pt x="645253" y="48185"/>
                  <a:pt x="644562" y="49081"/>
                  <a:pt x="644111" y="50125"/>
                </a:cubicBezTo>
                <a:cubicBezTo>
                  <a:pt x="643661" y="51169"/>
                  <a:pt x="643436" y="52345"/>
                  <a:pt x="643436" y="53653"/>
                </a:cubicBezTo>
                <a:cubicBezTo>
                  <a:pt x="643436" y="54557"/>
                  <a:pt x="643576" y="55422"/>
                  <a:pt x="643855" y="56248"/>
                </a:cubicBezTo>
                <a:cubicBezTo>
                  <a:pt x="644135" y="57073"/>
                  <a:pt x="644585" y="57805"/>
                  <a:pt x="645206" y="58443"/>
                </a:cubicBezTo>
                <a:cubicBezTo>
                  <a:pt x="645827" y="59082"/>
                  <a:pt x="646635" y="59588"/>
                  <a:pt x="647629" y="59962"/>
                </a:cubicBezTo>
                <a:cubicBezTo>
                  <a:pt x="648623" y="60336"/>
                  <a:pt x="649834" y="60522"/>
                  <a:pt x="651263" y="60522"/>
                </a:cubicBezTo>
                <a:cubicBezTo>
                  <a:pt x="653127" y="60522"/>
                  <a:pt x="655262" y="59954"/>
                  <a:pt x="657669" y="58818"/>
                </a:cubicBezTo>
                <a:cubicBezTo>
                  <a:pt x="660077" y="57680"/>
                  <a:pt x="662616" y="55880"/>
                  <a:pt x="665287" y="53419"/>
                </a:cubicBezTo>
                <a:lnTo>
                  <a:pt x="665287" y="45101"/>
                </a:lnTo>
                <a:close/>
                <a:moveTo>
                  <a:pt x="687979" y="19662"/>
                </a:moveTo>
                <a:lnTo>
                  <a:pt x="695201" y="19662"/>
                </a:lnTo>
                <a:lnTo>
                  <a:pt x="695527" y="27210"/>
                </a:lnTo>
                <a:cubicBezTo>
                  <a:pt x="696894" y="25594"/>
                  <a:pt x="698214" y="24251"/>
                  <a:pt x="699487" y="23179"/>
                </a:cubicBezTo>
                <a:cubicBezTo>
                  <a:pt x="700761" y="22108"/>
                  <a:pt x="702011" y="21246"/>
                  <a:pt x="703238" y="20593"/>
                </a:cubicBezTo>
                <a:cubicBezTo>
                  <a:pt x="704465" y="19941"/>
                  <a:pt x="705715" y="19483"/>
                  <a:pt x="706989" y="19219"/>
                </a:cubicBezTo>
                <a:cubicBezTo>
                  <a:pt x="708262" y="18955"/>
                  <a:pt x="709582" y="18823"/>
                  <a:pt x="710949" y="18823"/>
                </a:cubicBezTo>
                <a:cubicBezTo>
                  <a:pt x="715763" y="18823"/>
                  <a:pt x="719405" y="20244"/>
                  <a:pt x="721875" y="23086"/>
                </a:cubicBezTo>
                <a:cubicBezTo>
                  <a:pt x="724344" y="25928"/>
                  <a:pt x="725579" y="30207"/>
                  <a:pt x="725579" y="35922"/>
                </a:cubicBezTo>
                <a:lnTo>
                  <a:pt x="725579" y="66440"/>
                </a:lnTo>
                <a:lnTo>
                  <a:pt x="717472" y="66440"/>
                </a:lnTo>
                <a:lnTo>
                  <a:pt x="717472" y="36574"/>
                </a:lnTo>
                <a:cubicBezTo>
                  <a:pt x="717472" y="32909"/>
                  <a:pt x="716788" y="30199"/>
                  <a:pt x="715422" y="28444"/>
                </a:cubicBezTo>
                <a:cubicBezTo>
                  <a:pt x="714055" y="26689"/>
                  <a:pt x="712021" y="25812"/>
                  <a:pt x="709318" y="25812"/>
                </a:cubicBezTo>
                <a:cubicBezTo>
                  <a:pt x="708324" y="25812"/>
                  <a:pt x="707354" y="25959"/>
                  <a:pt x="706406" y="26254"/>
                </a:cubicBezTo>
                <a:cubicBezTo>
                  <a:pt x="705459" y="26549"/>
                  <a:pt x="704473" y="27062"/>
                  <a:pt x="703448" y="27792"/>
                </a:cubicBezTo>
                <a:cubicBezTo>
                  <a:pt x="702423" y="28522"/>
                  <a:pt x="701312" y="29508"/>
                  <a:pt x="700116" y="30750"/>
                </a:cubicBezTo>
                <a:cubicBezTo>
                  <a:pt x="698921" y="31993"/>
                  <a:pt x="697577" y="33546"/>
                  <a:pt x="696086" y="35410"/>
                </a:cubicBezTo>
                <a:lnTo>
                  <a:pt x="696086" y="66440"/>
                </a:lnTo>
                <a:lnTo>
                  <a:pt x="687979" y="66440"/>
                </a:lnTo>
                <a:lnTo>
                  <a:pt x="687979" y="19662"/>
                </a:lnTo>
                <a:close/>
                <a:moveTo>
                  <a:pt x="737462" y="44029"/>
                </a:moveTo>
                <a:cubicBezTo>
                  <a:pt x="737462" y="40053"/>
                  <a:pt x="738005" y="36520"/>
                  <a:pt x="739093" y="33429"/>
                </a:cubicBezTo>
                <a:cubicBezTo>
                  <a:pt x="740180" y="30339"/>
                  <a:pt x="741725" y="27730"/>
                  <a:pt x="743729" y="25602"/>
                </a:cubicBezTo>
                <a:cubicBezTo>
                  <a:pt x="745732" y="23474"/>
                  <a:pt x="748139" y="21859"/>
                  <a:pt x="750950" y="20757"/>
                </a:cubicBezTo>
                <a:cubicBezTo>
                  <a:pt x="753761" y="19654"/>
                  <a:pt x="756891" y="19103"/>
                  <a:pt x="760338" y="19103"/>
                </a:cubicBezTo>
                <a:cubicBezTo>
                  <a:pt x="761829" y="19103"/>
                  <a:pt x="763297" y="19196"/>
                  <a:pt x="764741" y="19382"/>
                </a:cubicBezTo>
                <a:cubicBezTo>
                  <a:pt x="766186" y="19568"/>
                  <a:pt x="767607" y="19864"/>
                  <a:pt x="769004" y="20267"/>
                </a:cubicBezTo>
                <a:lnTo>
                  <a:pt x="769004" y="559"/>
                </a:lnTo>
                <a:lnTo>
                  <a:pt x="777158" y="559"/>
                </a:lnTo>
                <a:lnTo>
                  <a:pt x="777158" y="66440"/>
                </a:lnTo>
                <a:lnTo>
                  <a:pt x="769890" y="66440"/>
                </a:lnTo>
                <a:lnTo>
                  <a:pt x="769610" y="57587"/>
                </a:lnTo>
                <a:cubicBezTo>
                  <a:pt x="767343" y="60880"/>
                  <a:pt x="764889" y="63318"/>
                  <a:pt x="762249" y="64902"/>
                </a:cubicBezTo>
                <a:cubicBezTo>
                  <a:pt x="759608" y="66486"/>
                  <a:pt x="756751" y="67278"/>
                  <a:pt x="753676" y="67278"/>
                </a:cubicBezTo>
                <a:cubicBezTo>
                  <a:pt x="751005" y="67278"/>
                  <a:pt x="748652" y="66719"/>
                  <a:pt x="746617" y="65601"/>
                </a:cubicBezTo>
                <a:cubicBezTo>
                  <a:pt x="744583" y="64483"/>
                  <a:pt x="742890" y="62906"/>
                  <a:pt x="741539" y="60872"/>
                </a:cubicBezTo>
                <a:cubicBezTo>
                  <a:pt x="740188" y="58837"/>
                  <a:pt x="739170" y="56391"/>
                  <a:pt x="738487" y="53534"/>
                </a:cubicBezTo>
                <a:cubicBezTo>
                  <a:pt x="737804" y="50676"/>
                  <a:pt x="737462" y="47508"/>
                  <a:pt x="737462" y="44029"/>
                </a:cubicBezTo>
                <a:moveTo>
                  <a:pt x="745755" y="43517"/>
                </a:moveTo>
                <a:cubicBezTo>
                  <a:pt x="745755" y="49170"/>
                  <a:pt x="746586" y="53386"/>
                  <a:pt x="748248" y="56166"/>
                </a:cubicBezTo>
                <a:cubicBezTo>
                  <a:pt x="749910" y="58946"/>
                  <a:pt x="752263" y="60336"/>
                  <a:pt x="755307" y="60336"/>
                </a:cubicBezTo>
                <a:cubicBezTo>
                  <a:pt x="757357" y="60336"/>
                  <a:pt x="759523" y="59420"/>
                  <a:pt x="761806" y="57587"/>
                </a:cubicBezTo>
                <a:cubicBezTo>
                  <a:pt x="764089" y="55755"/>
                  <a:pt x="766488" y="53037"/>
                  <a:pt x="769004" y="49434"/>
                </a:cubicBezTo>
                <a:lnTo>
                  <a:pt x="769004" y="27722"/>
                </a:lnTo>
                <a:cubicBezTo>
                  <a:pt x="767669" y="27101"/>
                  <a:pt x="766193" y="26627"/>
                  <a:pt x="764578" y="26301"/>
                </a:cubicBezTo>
                <a:cubicBezTo>
                  <a:pt x="762963" y="25975"/>
                  <a:pt x="761363" y="25812"/>
                  <a:pt x="759779" y="25812"/>
                </a:cubicBezTo>
                <a:cubicBezTo>
                  <a:pt x="755369" y="25812"/>
                  <a:pt x="751929" y="27241"/>
                  <a:pt x="749459" y="30098"/>
                </a:cubicBezTo>
                <a:cubicBezTo>
                  <a:pt x="746990" y="32956"/>
                  <a:pt x="745755" y="37429"/>
                  <a:pt x="745755" y="43517"/>
                </a:cubicBezTo>
                <a:close/>
                <a:moveTo>
                  <a:pt x="846624" y="44029"/>
                </a:moveTo>
                <a:cubicBezTo>
                  <a:pt x="846624" y="40053"/>
                  <a:pt x="847167" y="36520"/>
                  <a:pt x="848255" y="33429"/>
                </a:cubicBezTo>
                <a:cubicBezTo>
                  <a:pt x="849342" y="30339"/>
                  <a:pt x="850887" y="27730"/>
                  <a:pt x="852890" y="25602"/>
                </a:cubicBezTo>
                <a:cubicBezTo>
                  <a:pt x="854894" y="23474"/>
                  <a:pt x="857301" y="21859"/>
                  <a:pt x="860112" y="20757"/>
                </a:cubicBezTo>
                <a:cubicBezTo>
                  <a:pt x="862923" y="19654"/>
                  <a:pt x="866053" y="19103"/>
                  <a:pt x="869500" y="19103"/>
                </a:cubicBezTo>
                <a:cubicBezTo>
                  <a:pt x="870991" y="19103"/>
                  <a:pt x="872459" y="19196"/>
                  <a:pt x="873903" y="19382"/>
                </a:cubicBezTo>
                <a:cubicBezTo>
                  <a:pt x="875348" y="19568"/>
                  <a:pt x="876769" y="19864"/>
                  <a:pt x="878166" y="20267"/>
                </a:cubicBezTo>
                <a:lnTo>
                  <a:pt x="878166" y="559"/>
                </a:lnTo>
                <a:lnTo>
                  <a:pt x="886320" y="559"/>
                </a:lnTo>
                <a:lnTo>
                  <a:pt x="886320" y="66440"/>
                </a:lnTo>
                <a:lnTo>
                  <a:pt x="879052" y="66440"/>
                </a:lnTo>
                <a:lnTo>
                  <a:pt x="878772" y="57587"/>
                </a:lnTo>
                <a:cubicBezTo>
                  <a:pt x="876505" y="60880"/>
                  <a:pt x="874051" y="63318"/>
                  <a:pt x="871411" y="64902"/>
                </a:cubicBezTo>
                <a:cubicBezTo>
                  <a:pt x="868770" y="66486"/>
                  <a:pt x="865913" y="67278"/>
                  <a:pt x="862838" y="67278"/>
                </a:cubicBezTo>
                <a:cubicBezTo>
                  <a:pt x="860166" y="67278"/>
                  <a:pt x="857814" y="66719"/>
                  <a:pt x="855779" y="65601"/>
                </a:cubicBezTo>
                <a:cubicBezTo>
                  <a:pt x="853745" y="64483"/>
                  <a:pt x="852052" y="62906"/>
                  <a:pt x="850701" y="60872"/>
                </a:cubicBezTo>
                <a:cubicBezTo>
                  <a:pt x="849349" y="58837"/>
                  <a:pt x="848332" y="56391"/>
                  <a:pt x="847649" y="53534"/>
                </a:cubicBezTo>
                <a:cubicBezTo>
                  <a:pt x="846966" y="50676"/>
                  <a:pt x="846624" y="47508"/>
                  <a:pt x="846624" y="44029"/>
                </a:cubicBezTo>
                <a:moveTo>
                  <a:pt x="854917" y="43517"/>
                </a:moveTo>
                <a:cubicBezTo>
                  <a:pt x="854917" y="49170"/>
                  <a:pt x="855748" y="53386"/>
                  <a:pt x="857410" y="56166"/>
                </a:cubicBezTo>
                <a:cubicBezTo>
                  <a:pt x="859072" y="58946"/>
                  <a:pt x="861424" y="60336"/>
                  <a:pt x="864468" y="60336"/>
                </a:cubicBezTo>
                <a:cubicBezTo>
                  <a:pt x="866518" y="60336"/>
                  <a:pt x="868685" y="59420"/>
                  <a:pt x="870968" y="57587"/>
                </a:cubicBezTo>
                <a:cubicBezTo>
                  <a:pt x="873251" y="55755"/>
                  <a:pt x="875650" y="53037"/>
                  <a:pt x="878166" y="49434"/>
                </a:cubicBezTo>
                <a:lnTo>
                  <a:pt x="878166" y="27722"/>
                </a:lnTo>
                <a:cubicBezTo>
                  <a:pt x="876831" y="27101"/>
                  <a:pt x="875355" y="26627"/>
                  <a:pt x="873740" y="26301"/>
                </a:cubicBezTo>
                <a:cubicBezTo>
                  <a:pt x="872125" y="25975"/>
                  <a:pt x="870525" y="25812"/>
                  <a:pt x="868941" y="25812"/>
                </a:cubicBezTo>
                <a:cubicBezTo>
                  <a:pt x="864531" y="25812"/>
                  <a:pt x="861091" y="27241"/>
                  <a:pt x="858621" y="30098"/>
                </a:cubicBezTo>
                <a:cubicBezTo>
                  <a:pt x="856152" y="32956"/>
                  <a:pt x="854917" y="37429"/>
                  <a:pt x="854917" y="43517"/>
                </a:cubicBezTo>
                <a:close/>
                <a:moveTo>
                  <a:pt x="940368" y="40581"/>
                </a:moveTo>
                <a:cubicBezTo>
                  <a:pt x="940368" y="41731"/>
                  <a:pt x="940353" y="42693"/>
                  <a:pt x="940322" y="43470"/>
                </a:cubicBezTo>
                <a:cubicBezTo>
                  <a:pt x="940291" y="44246"/>
                  <a:pt x="940244" y="44976"/>
                  <a:pt x="940182" y="45660"/>
                </a:cubicBezTo>
                <a:lnTo>
                  <a:pt x="907335" y="45660"/>
                </a:lnTo>
                <a:cubicBezTo>
                  <a:pt x="907335" y="50443"/>
                  <a:pt x="908671" y="54116"/>
                  <a:pt x="911342" y="56679"/>
                </a:cubicBezTo>
                <a:cubicBezTo>
                  <a:pt x="914013" y="59241"/>
                  <a:pt x="917865" y="60522"/>
                  <a:pt x="922897" y="60522"/>
                </a:cubicBezTo>
                <a:cubicBezTo>
                  <a:pt x="924263" y="60522"/>
                  <a:pt x="925630" y="60467"/>
                  <a:pt x="926997" y="60357"/>
                </a:cubicBezTo>
                <a:cubicBezTo>
                  <a:pt x="928363" y="60245"/>
                  <a:pt x="929683" y="60094"/>
                  <a:pt x="930957" y="59904"/>
                </a:cubicBezTo>
                <a:cubicBezTo>
                  <a:pt x="932230" y="59712"/>
                  <a:pt x="933450" y="59498"/>
                  <a:pt x="934614" y="59260"/>
                </a:cubicBezTo>
                <a:cubicBezTo>
                  <a:pt x="935779" y="59021"/>
                  <a:pt x="936859" y="58759"/>
                  <a:pt x="937853" y="58472"/>
                </a:cubicBezTo>
                <a:lnTo>
                  <a:pt x="937853" y="65135"/>
                </a:lnTo>
                <a:cubicBezTo>
                  <a:pt x="935647" y="65770"/>
                  <a:pt x="933155" y="66286"/>
                  <a:pt x="930375" y="66683"/>
                </a:cubicBezTo>
                <a:cubicBezTo>
                  <a:pt x="927595" y="67080"/>
                  <a:pt x="924714" y="67278"/>
                  <a:pt x="921732" y="67278"/>
                </a:cubicBezTo>
                <a:cubicBezTo>
                  <a:pt x="917725" y="67278"/>
                  <a:pt x="914277" y="66735"/>
                  <a:pt x="911389" y="65648"/>
                </a:cubicBezTo>
                <a:cubicBezTo>
                  <a:pt x="908500" y="64560"/>
                  <a:pt x="906131" y="62984"/>
                  <a:pt x="904283" y="60919"/>
                </a:cubicBezTo>
                <a:cubicBezTo>
                  <a:pt x="902435" y="58853"/>
                  <a:pt x="901068" y="56321"/>
                  <a:pt x="900183" y="53324"/>
                </a:cubicBezTo>
                <a:cubicBezTo>
                  <a:pt x="899298" y="50327"/>
                  <a:pt x="898855" y="46933"/>
                  <a:pt x="898855" y="43144"/>
                </a:cubicBezTo>
                <a:cubicBezTo>
                  <a:pt x="898855" y="39851"/>
                  <a:pt x="899329" y="36737"/>
                  <a:pt x="900276" y="33802"/>
                </a:cubicBezTo>
                <a:cubicBezTo>
                  <a:pt x="901224" y="30867"/>
                  <a:pt x="902606" y="28289"/>
                  <a:pt x="904423" y="26068"/>
                </a:cubicBezTo>
                <a:cubicBezTo>
                  <a:pt x="906240" y="23847"/>
                  <a:pt x="908469" y="22084"/>
                  <a:pt x="911109" y="20780"/>
                </a:cubicBezTo>
                <a:cubicBezTo>
                  <a:pt x="913749" y="19475"/>
                  <a:pt x="916747" y="18823"/>
                  <a:pt x="920101" y="18823"/>
                </a:cubicBezTo>
                <a:cubicBezTo>
                  <a:pt x="923363" y="18823"/>
                  <a:pt x="926251" y="19336"/>
                  <a:pt x="928767" y="20361"/>
                </a:cubicBezTo>
                <a:cubicBezTo>
                  <a:pt x="931283" y="21386"/>
                  <a:pt x="933403" y="22838"/>
                  <a:pt x="935127" y="24717"/>
                </a:cubicBezTo>
                <a:cubicBezTo>
                  <a:pt x="936851" y="26596"/>
                  <a:pt x="938155" y="28879"/>
                  <a:pt x="939041" y="31566"/>
                </a:cubicBezTo>
                <a:cubicBezTo>
                  <a:pt x="939926" y="34253"/>
                  <a:pt x="940368" y="37258"/>
                  <a:pt x="940368" y="40581"/>
                </a:cubicBezTo>
                <a:moveTo>
                  <a:pt x="931935" y="39416"/>
                </a:moveTo>
                <a:cubicBezTo>
                  <a:pt x="932029" y="37335"/>
                  <a:pt x="931827" y="35433"/>
                  <a:pt x="931330" y="33709"/>
                </a:cubicBezTo>
                <a:cubicBezTo>
                  <a:pt x="930833" y="31985"/>
                  <a:pt x="930064" y="30502"/>
                  <a:pt x="929023" y="29260"/>
                </a:cubicBezTo>
                <a:cubicBezTo>
                  <a:pt x="927983" y="28017"/>
                  <a:pt x="926686" y="27046"/>
                  <a:pt x="925133" y="26348"/>
                </a:cubicBezTo>
                <a:cubicBezTo>
                  <a:pt x="923580" y="25649"/>
                  <a:pt x="921778" y="25299"/>
                  <a:pt x="919728" y="25299"/>
                </a:cubicBezTo>
                <a:cubicBezTo>
                  <a:pt x="917958" y="25299"/>
                  <a:pt x="916343" y="25641"/>
                  <a:pt x="914883" y="26324"/>
                </a:cubicBezTo>
                <a:cubicBezTo>
                  <a:pt x="913423" y="27008"/>
                  <a:pt x="912165" y="27970"/>
                  <a:pt x="911109" y="29213"/>
                </a:cubicBezTo>
                <a:cubicBezTo>
                  <a:pt x="910053" y="30455"/>
                  <a:pt x="909199" y="31946"/>
                  <a:pt x="908546" y="33686"/>
                </a:cubicBezTo>
                <a:cubicBezTo>
                  <a:pt x="907894" y="35425"/>
                  <a:pt x="907490" y="37335"/>
                  <a:pt x="907335" y="39416"/>
                </a:cubicBezTo>
                <a:lnTo>
                  <a:pt x="931935" y="39416"/>
                </a:lnTo>
                <a:close/>
                <a:moveTo>
                  <a:pt x="986077" y="66440"/>
                </a:moveTo>
                <a:lnTo>
                  <a:pt x="986077" y="32847"/>
                </a:lnTo>
                <a:cubicBezTo>
                  <a:pt x="986077" y="31387"/>
                  <a:pt x="986022" y="30191"/>
                  <a:pt x="985914" y="29260"/>
                </a:cubicBezTo>
                <a:cubicBezTo>
                  <a:pt x="985805" y="28328"/>
                  <a:pt x="985634" y="27590"/>
                  <a:pt x="985401" y="27046"/>
                </a:cubicBezTo>
                <a:cubicBezTo>
                  <a:pt x="985168" y="26503"/>
                  <a:pt x="984873" y="26122"/>
                  <a:pt x="984516" y="25905"/>
                </a:cubicBezTo>
                <a:cubicBezTo>
                  <a:pt x="984159" y="25688"/>
                  <a:pt x="983716" y="25579"/>
                  <a:pt x="983188" y="25579"/>
                </a:cubicBezTo>
                <a:cubicBezTo>
                  <a:pt x="982567" y="25579"/>
                  <a:pt x="981992" y="25765"/>
                  <a:pt x="981464" y="26138"/>
                </a:cubicBezTo>
                <a:cubicBezTo>
                  <a:pt x="980936" y="26511"/>
                  <a:pt x="980369" y="27116"/>
                  <a:pt x="979764" y="27955"/>
                </a:cubicBezTo>
                <a:cubicBezTo>
                  <a:pt x="979158" y="28794"/>
                  <a:pt x="978490" y="29904"/>
                  <a:pt x="977760" y="31286"/>
                </a:cubicBezTo>
                <a:cubicBezTo>
                  <a:pt x="977030" y="32668"/>
                  <a:pt x="976168" y="34369"/>
                  <a:pt x="975174" y="36388"/>
                </a:cubicBezTo>
                <a:lnTo>
                  <a:pt x="975174" y="66440"/>
                </a:lnTo>
                <a:lnTo>
                  <a:pt x="967766" y="66440"/>
                </a:lnTo>
                <a:lnTo>
                  <a:pt x="967766" y="33732"/>
                </a:lnTo>
                <a:cubicBezTo>
                  <a:pt x="967766" y="32024"/>
                  <a:pt x="967712" y="30642"/>
                  <a:pt x="967603" y="29586"/>
                </a:cubicBezTo>
                <a:cubicBezTo>
                  <a:pt x="967495" y="28530"/>
                  <a:pt x="967324" y="27706"/>
                  <a:pt x="967091" y="27116"/>
                </a:cubicBezTo>
                <a:cubicBezTo>
                  <a:pt x="966858" y="26526"/>
                  <a:pt x="966555" y="26122"/>
                  <a:pt x="966182" y="25905"/>
                </a:cubicBezTo>
                <a:cubicBezTo>
                  <a:pt x="965809" y="25688"/>
                  <a:pt x="965359" y="25579"/>
                  <a:pt x="964831" y="25579"/>
                </a:cubicBezTo>
                <a:cubicBezTo>
                  <a:pt x="964272" y="25579"/>
                  <a:pt x="963744" y="25734"/>
                  <a:pt x="963247" y="26045"/>
                </a:cubicBezTo>
                <a:cubicBezTo>
                  <a:pt x="962750" y="26355"/>
                  <a:pt x="962199" y="26914"/>
                  <a:pt x="961593" y="27722"/>
                </a:cubicBezTo>
                <a:cubicBezTo>
                  <a:pt x="960987" y="28530"/>
                  <a:pt x="960312" y="29632"/>
                  <a:pt x="959566" y="31030"/>
                </a:cubicBezTo>
                <a:cubicBezTo>
                  <a:pt x="958821" y="32428"/>
                  <a:pt x="957936" y="34214"/>
                  <a:pt x="956910" y="36388"/>
                </a:cubicBezTo>
                <a:lnTo>
                  <a:pt x="956910" y="66440"/>
                </a:lnTo>
                <a:lnTo>
                  <a:pt x="949456" y="66440"/>
                </a:lnTo>
                <a:lnTo>
                  <a:pt x="949456" y="19662"/>
                </a:lnTo>
                <a:lnTo>
                  <a:pt x="955653" y="19662"/>
                </a:lnTo>
                <a:lnTo>
                  <a:pt x="956025" y="28561"/>
                </a:lnTo>
                <a:cubicBezTo>
                  <a:pt x="956833" y="26790"/>
                  <a:pt x="957617" y="25284"/>
                  <a:pt x="958378" y="24041"/>
                </a:cubicBezTo>
                <a:cubicBezTo>
                  <a:pt x="959139" y="22799"/>
                  <a:pt x="959923" y="21797"/>
                  <a:pt x="960731" y="21036"/>
                </a:cubicBezTo>
                <a:cubicBezTo>
                  <a:pt x="961539" y="20275"/>
                  <a:pt x="962401" y="19716"/>
                  <a:pt x="963317" y="19359"/>
                </a:cubicBezTo>
                <a:cubicBezTo>
                  <a:pt x="964233" y="19002"/>
                  <a:pt x="965250" y="18823"/>
                  <a:pt x="966369" y="18823"/>
                </a:cubicBezTo>
                <a:cubicBezTo>
                  <a:pt x="968885" y="18823"/>
                  <a:pt x="970795" y="19646"/>
                  <a:pt x="972099" y="21292"/>
                </a:cubicBezTo>
                <a:cubicBezTo>
                  <a:pt x="973404" y="22939"/>
                  <a:pt x="974056" y="25486"/>
                  <a:pt x="974056" y="28933"/>
                </a:cubicBezTo>
                <a:cubicBezTo>
                  <a:pt x="974802" y="27318"/>
                  <a:pt x="975532" y="25882"/>
                  <a:pt x="976246" y="24624"/>
                </a:cubicBezTo>
                <a:cubicBezTo>
                  <a:pt x="976960" y="23366"/>
                  <a:pt x="977729" y="22310"/>
                  <a:pt x="978552" y="21455"/>
                </a:cubicBezTo>
                <a:cubicBezTo>
                  <a:pt x="979375" y="20601"/>
                  <a:pt x="980284" y="19949"/>
                  <a:pt x="981278" y="19499"/>
                </a:cubicBezTo>
                <a:cubicBezTo>
                  <a:pt x="982272" y="19048"/>
                  <a:pt x="983421" y="18823"/>
                  <a:pt x="984726" y="18823"/>
                </a:cubicBezTo>
                <a:cubicBezTo>
                  <a:pt x="990596" y="18823"/>
                  <a:pt x="993531" y="23342"/>
                  <a:pt x="993531" y="32381"/>
                </a:cubicBezTo>
                <a:lnTo>
                  <a:pt x="993531" y="66440"/>
                </a:lnTo>
                <a:lnTo>
                  <a:pt x="986077" y="66440"/>
                </a:lnTo>
                <a:close/>
                <a:moveTo>
                  <a:pt x="1045297" y="42678"/>
                </a:moveTo>
                <a:cubicBezTo>
                  <a:pt x="1045297" y="46312"/>
                  <a:pt x="1044784" y="49643"/>
                  <a:pt x="1043759" y="52672"/>
                </a:cubicBezTo>
                <a:cubicBezTo>
                  <a:pt x="1042734" y="55700"/>
                  <a:pt x="1041259" y="58294"/>
                  <a:pt x="1039333" y="60453"/>
                </a:cubicBezTo>
                <a:cubicBezTo>
                  <a:pt x="1037407" y="62611"/>
                  <a:pt x="1035062" y="64289"/>
                  <a:pt x="1032298" y="65485"/>
                </a:cubicBezTo>
                <a:cubicBezTo>
                  <a:pt x="1029533" y="66680"/>
                  <a:pt x="1026396" y="67278"/>
                  <a:pt x="1022886" y="67278"/>
                </a:cubicBezTo>
                <a:cubicBezTo>
                  <a:pt x="1019532" y="67278"/>
                  <a:pt x="1016526" y="66758"/>
                  <a:pt x="1013871" y="65717"/>
                </a:cubicBezTo>
                <a:cubicBezTo>
                  <a:pt x="1011215" y="64677"/>
                  <a:pt x="1008963" y="63147"/>
                  <a:pt x="1007115" y="61128"/>
                </a:cubicBezTo>
                <a:cubicBezTo>
                  <a:pt x="1005267" y="59109"/>
                  <a:pt x="1003854" y="56609"/>
                  <a:pt x="1002875" y="53627"/>
                </a:cubicBezTo>
                <a:cubicBezTo>
                  <a:pt x="1001897" y="50645"/>
                  <a:pt x="1001407" y="47213"/>
                  <a:pt x="1001407" y="43330"/>
                </a:cubicBezTo>
                <a:cubicBezTo>
                  <a:pt x="1001407" y="39696"/>
                  <a:pt x="1001920" y="36380"/>
                  <a:pt x="1002945" y="33383"/>
                </a:cubicBezTo>
                <a:cubicBezTo>
                  <a:pt x="1003970" y="30385"/>
                  <a:pt x="1005445" y="27807"/>
                  <a:pt x="1007371" y="25649"/>
                </a:cubicBezTo>
                <a:cubicBezTo>
                  <a:pt x="1009297" y="23490"/>
                  <a:pt x="1011642" y="21813"/>
                  <a:pt x="1014407" y="20617"/>
                </a:cubicBezTo>
                <a:cubicBezTo>
                  <a:pt x="1017171" y="19421"/>
                  <a:pt x="1020308" y="18823"/>
                  <a:pt x="1023818" y="18823"/>
                </a:cubicBezTo>
                <a:cubicBezTo>
                  <a:pt x="1027173" y="18823"/>
                  <a:pt x="1030178" y="19343"/>
                  <a:pt x="1032834" y="20384"/>
                </a:cubicBezTo>
                <a:cubicBezTo>
                  <a:pt x="1035489" y="21424"/>
                  <a:pt x="1037741" y="22946"/>
                  <a:pt x="1039589" y="24950"/>
                </a:cubicBezTo>
                <a:cubicBezTo>
                  <a:pt x="1041437" y="26953"/>
                  <a:pt x="1042851" y="29446"/>
                  <a:pt x="1043829" y="32428"/>
                </a:cubicBezTo>
                <a:cubicBezTo>
                  <a:pt x="1044808" y="35410"/>
                  <a:pt x="1045297" y="38826"/>
                  <a:pt x="1045297" y="42678"/>
                </a:cubicBezTo>
                <a:moveTo>
                  <a:pt x="1037003" y="43051"/>
                </a:moveTo>
                <a:cubicBezTo>
                  <a:pt x="1037003" y="40162"/>
                  <a:pt x="1036685" y="37638"/>
                  <a:pt x="1036048" y="35480"/>
                </a:cubicBezTo>
                <a:cubicBezTo>
                  <a:pt x="1035412" y="33321"/>
                  <a:pt x="1034503" y="31519"/>
                  <a:pt x="1033323" y="30075"/>
                </a:cubicBezTo>
                <a:cubicBezTo>
                  <a:pt x="1032142" y="28631"/>
                  <a:pt x="1030706" y="27543"/>
                  <a:pt x="1029013" y="26813"/>
                </a:cubicBezTo>
                <a:cubicBezTo>
                  <a:pt x="1027320" y="26084"/>
                  <a:pt x="1025433" y="25719"/>
                  <a:pt x="1023352" y="25719"/>
                </a:cubicBezTo>
                <a:cubicBezTo>
                  <a:pt x="1020929" y="25719"/>
                  <a:pt x="1018856" y="26192"/>
                  <a:pt x="1017132" y="27140"/>
                </a:cubicBezTo>
                <a:cubicBezTo>
                  <a:pt x="1015408" y="28087"/>
                  <a:pt x="1013995" y="29353"/>
                  <a:pt x="1012892" y="30937"/>
                </a:cubicBezTo>
                <a:cubicBezTo>
                  <a:pt x="1011790" y="32521"/>
                  <a:pt x="1010982" y="34361"/>
                  <a:pt x="1010470" y="36458"/>
                </a:cubicBezTo>
                <a:cubicBezTo>
                  <a:pt x="1009957" y="38555"/>
                  <a:pt x="1009701" y="40752"/>
                  <a:pt x="1009701" y="43051"/>
                </a:cubicBezTo>
                <a:cubicBezTo>
                  <a:pt x="1009701" y="45939"/>
                  <a:pt x="1010019" y="48471"/>
                  <a:pt x="1010656" y="50645"/>
                </a:cubicBezTo>
                <a:cubicBezTo>
                  <a:pt x="1011293" y="52819"/>
                  <a:pt x="1012201" y="54629"/>
                  <a:pt x="1013382" y="56073"/>
                </a:cubicBezTo>
                <a:cubicBezTo>
                  <a:pt x="1014562" y="57517"/>
                  <a:pt x="1015991" y="58604"/>
                  <a:pt x="1017668" y="59334"/>
                </a:cubicBezTo>
                <a:cubicBezTo>
                  <a:pt x="1019345" y="60064"/>
                  <a:pt x="1021240" y="60429"/>
                  <a:pt x="1023352" y="60429"/>
                </a:cubicBezTo>
                <a:cubicBezTo>
                  <a:pt x="1025775" y="60429"/>
                  <a:pt x="1027848" y="59956"/>
                  <a:pt x="1029572" y="59008"/>
                </a:cubicBezTo>
                <a:cubicBezTo>
                  <a:pt x="1031296" y="58061"/>
                  <a:pt x="1032709" y="56795"/>
                  <a:pt x="1033812" y="55211"/>
                </a:cubicBezTo>
                <a:cubicBezTo>
                  <a:pt x="1034915" y="53627"/>
                  <a:pt x="1035722" y="51787"/>
                  <a:pt x="1036235" y="49690"/>
                </a:cubicBezTo>
                <a:cubicBezTo>
                  <a:pt x="1036747" y="47593"/>
                  <a:pt x="1037003" y="45380"/>
                  <a:pt x="1037003" y="43051"/>
                </a:cubicBezTo>
                <a:close/>
                <a:moveTo>
                  <a:pt x="1154992" y="8107"/>
                </a:moveTo>
                <a:cubicBezTo>
                  <a:pt x="1150736" y="7206"/>
                  <a:pt x="1147071" y="6756"/>
                  <a:pt x="1143996" y="6756"/>
                </a:cubicBezTo>
                <a:cubicBezTo>
                  <a:pt x="1136697" y="6756"/>
                  <a:pt x="1133047" y="10576"/>
                  <a:pt x="1133047" y="18217"/>
                </a:cubicBezTo>
                <a:lnTo>
                  <a:pt x="1133047" y="26417"/>
                </a:lnTo>
                <a:lnTo>
                  <a:pt x="1153547" y="26417"/>
                </a:lnTo>
                <a:lnTo>
                  <a:pt x="1153547" y="33173"/>
                </a:lnTo>
                <a:lnTo>
                  <a:pt x="1133047" y="33173"/>
                </a:lnTo>
                <a:lnTo>
                  <a:pt x="1133047" y="66440"/>
                </a:lnTo>
                <a:lnTo>
                  <a:pt x="1124800" y="66440"/>
                </a:lnTo>
                <a:lnTo>
                  <a:pt x="1124800" y="33173"/>
                </a:lnTo>
                <a:lnTo>
                  <a:pt x="1109751" y="33173"/>
                </a:lnTo>
                <a:lnTo>
                  <a:pt x="1109751" y="26417"/>
                </a:lnTo>
                <a:lnTo>
                  <a:pt x="1124800" y="26417"/>
                </a:lnTo>
                <a:lnTo>
                  <a:pt x="1124800" y="18683"/>
                </a:lnTo>
                <a:cubicBezTo>
                  <a:pt x="1124800" y="6228"/>
                  <a:pt x="1131292" y="0"/>
                  <a:pt x="1144275" y="0"/>
                </a:cubicBezTo>
                <a:cubicBezTo>
                  <a:pt x="1147506" y="0"/>
                  <a:pt x="1151078" y="373"/>
                  <a:pt x="1154992" y="1118"/>
                </a:cubicBezTo>
                <a:lnTo>
                  <a:pt x="1154992" y="8107"/>
                </a:lnTo>
                <a:moveTo>
                  <a:pt x="1106024" y="19662"/>
                </a:moveTo>
                <a:lnTo>
                  <a:pt x="1106024" y="19662"/>
                </a:lnTo>
                <a:close/>
                <a:moveTo>
                  <a:pt x="1181271" y="26371"/>
                </a:moveTo>
                <a:lnTo>
                  <a:pt x="1167433" y="26371"/>
                </a:lnTo>
                <a:lnTo>
                  <a:pt x="1167433" y="19662"/>
                </a:lnTo>
                <a:lnTo>
                  <a:pt x="1189471" y="19662"/>
                </a:lnTo>
                <a:lnTo>
                  <a:pt x="1189471" y="59684"/>
                </a:lnTo>
                <a:lnTo>
                  <a:pt x="1203402" y="59684"/>
                </a:lnTo>
                <a:lnTo>
                  <a:pt x="1203402" y="66440"/>
                </a:lnTo>
                <a:lnTo>
                  <a:pt x="1165896" y="66440"/>
                </a:lnTo>
                <a:lnTo>
                  <a:pt x="1165896" y="59684"/>
                </a:lnTo>
                <a:lnTo>
                  <a:pt x="1181271" y="59684"/>
                </a:lnTo>
                <a:lnTo>
                  <a:pt x="1181271" y="26371"/>
                </a:lnTo>
                <a:moveTo>
                  <a:pt x="1184113" y="0"/>
                </a:moveTo>
                <a:cubicBezTo>
                  <a:pt x="1185014" y="0"/>
                  <a:pt x="1185853" y="163"/>
                  <a:pt x="1186629" y="489"/>
                </a:cubicBezTo>
                <a:cubicBezTo>
                  <a:pt x="1187406" y="815"/>
                  <a:pt x="1188081" y="1274"/>
                  <a:pt x="1188656" y="1864"/>
                </a:cubicBezTo>
                <a:cubicBezTo>
                  <a:pt x="1189230" y="2454"/>
                  <a:pt x="1189681" y="3129"/>
                  <a:pt x="1190007" y="3890"/>
                </a:cubicBezTo>
                <a:cubicBezTo>
                  <a:pt x="1190333" y="4651"/>
                  <a:pt x="1190496" y="5482"/>
                  <a:pt x="1190496" y="6383"/>
                </a:cubicBezTo>
                <a:cubicBezTo>
                  <a:pt x="1190496" y="7253"/>
                  <a:pt x="1190333" y="8076"/>
                  <a:pt x="1190007" y="8852"/>
                </a:cubicBezTo>
                <a:cubicBezTo>
                  <a:pt x="1189681" y="9629"/>
                  <a:pt x="1189230" y="10312"/>
                  <a:pt x="1188656" y="10902"/>
                </a:cubicBezTo>
                <a:cubicBezTo>
                  <a:pt x="1188081" y="11493"/>
                  <a:pt x="1187406" y="11951"/>
                  <a:pt x="1186629" y="12277"/>
                </a:cubicBezTo>
                <a:cubicBezTo>
                  <a:pt x="1185853" y="12603"/>
                  <a:pt x="1185014" y="12766"/>
                  <a:pt x="1184113" y="12766"/>
                </a:cubicBezTo>
                <a:cubicBezTo>
                  <a:pt x="1183212" y="12766"/>
                  <a:pt x="1182374" y="12603"/>
                  <a:pt x="1181597" y="12277"/>
                </a:cubicBezTo>
                <a:cubicBezTo>
                  <a:pt x="1180821" y="11951"/>
                  <a:pt x="1180145" y="11493"/>
                  <a:pt x="1179570" y="10902"/>
                </a:cubicBezTo>
                <a:cubicBezTo>
                  <a:pt x="1178996" y="10312"/>
                  <a:pt x="1178545" y="9629"/>
                  <a:pt x="1178219" y="8852"/>
                </a:cubicBezTo>
                <a:cubicBezTo>
                  <a:pt x="1177893" y="8076"/>
                  <a:pt x="1177730" y="7253"/>
                  <a:pt x="1177730" y="6383"/>
                </a:cubicBezTo>
                <a:cubicBezTo>
                  <a:pt x="1177730" y="5482"/>
                  <a:pt x="1177893" y="4651"/>
                  <a:pt x="1178219" y="3890"/>
                </a:cubicBezTo>
                <a:cubicBezTo>
                  <a:pt x="1178545" y="3129"/>
                  <a:pt x="1178996" y="2454"/>
                  <a:pt x="1179570" y="1864"/>
                </a:cubicBezTo>
                <a:cubicBezTo>
                  <a:pt x="1180145" y="1274"/>
                  <a:pt x="1180821" y="815"/>
                  <a:pt x="1181597" y="489"/>
                </a:cubicBezTo>
                <a:cubicBezTo>
                  <a:pt x="1182374" y="163"/>
                  <a:pt x="1183212" y="0"/>
                  <a:pt x="1184113" y="0"/>
                </a:cubicBezTo>
                <a:close/>
                <a:moveTo>
                  <a:pt x="1233130" y="7222"/>
                </a:moveTo>
                <a:lnTo>
                  <a:pt x="1219292" y="7222"/>
                </a:lnTo>
                <a:lnTo>
                  <a:pt x="1219292" y="559"/>
                </a:lnTo>
                <a:lnTo>
                  <a:pt x="1241330" y="559"/>
                </a:lnTo>
                <a:lnTo>
                  <a:pt x="1241330" y="59684"/>
                </a:lnTo>
                <a:lnTo>
                  <a:pt x="1255261" y="59684"/>
                </a:lnTo>
                <a:lnTo>
                  <a:pt x="1255261" y="66440"/>
                </a:lnTo>
                <a:lnTo>
                  <a:pt x="1217755" y="66440"/>
                </a:lnTo>
                <a:lnTo>
                  <a:pt x="1217755" y="59684"/>
                </a:lnTo>
                <a:lnTo>
                  <a:pt x="1233130" y="59684"/>
                </a:lnTo>
                <a:lnTo>
                  <a:pt x="1233130" y="7222"/>
                </a:lnTo>
                <a:close/>
                <a:moveTo>
                  <a:pt x="1308564" y="40581"/>
                </a:moveTo>
                <a:cubicBezTo>
                  <a:pt x="1308564" y="41731"/>
                  <a:pt x="1308548" y="42693"/>
                  <a:pt x="1308517" y="43470"/>
                </a:cubicBezTo>
                <a:cubicBezTo>
                  <a:pt x="1308486" y="44246"/>
                  <a:pt x="1308439" y="44976"/>
                  <a:pt x="1308377" y="45660"/>
                </a:cubicBezTo>
                <a:lnTo>
                  <a:pt x="1275530" y="45660"/>
                </a:lnTo>
                <a:cubicBezTo>
                  <a:pt x="1275530" y="50443"/>
                  <a:pt x="1276866" y="54116"/>
                  <a:pt x="1279537" y="56679"/>
                </a:cubicBezTo>
                <a:cubicBezTo>
                  <a:pt x="1282208" y="59241"/>
                  <a:pt x="1286060" y="60522"/>
                  <a:pt x="1291092" y="60522"/>
                </a:cubicBezTo>
                <a:cubicBezTo>
                  <a:pt x="1292458" y="60522"/>
                  <a:pt x="1293825" y="60467"/>
                  <a:pt x="1295192" y="60357"/>
                </a:cubicBezTo>
                <a:cubicBezTo>
                  <a:pt x="1296559" y="60245"/>
                  <a:pt x="1297879" y="60094"/>
                  <a:pt x="1299152" y="59904"/>
                </a:cubicBezTo>
                <a:cubicBezTo>
                  <a:pt x="1300426" y="59712"/>
                  <a:pt x="1301645" y="59498"/>
                  <a:pt x="1302810" y="59260"/>
                </a:cubicBezTo>
                <a:cubicBezTo>
                  <a:pt x="1303974" y="59021"/>
                  <a:pt x="1305054" y="58759"/>
                  <a:pt x="1306048" y="58472"/>
                </a:cubicBezTo>
                <a:lnTo>
                  <a:pt x="1306048" y="65135"/>
                </a:lnTo>
                <a:cubicBezTo>
                  <a:pt x="1303842" y="65770"/>
                  <a:pt x="1301350" y="66286"/>
                  <a:pt x="1298570" y="66683"/>
                </a:cubicBezTo>
                <a:cubicBezTo>
                  <a:pt x="1295790" y="67080"/>
                  <a:pt x="1292909" y="67278"/>
                  <a:pt x="1289927" y="67278"/>
                </a:cubicBezTo>
                <a:cubicBezTo>
                  <a:pt x="1285920" y="67278"/>
                  <a:pt x="1282472" y="66735"/>
                  <a:pt x="1279584" y="65648"/>
                </a:cubicBezTo>
                <a:cubicBezTo>
                  <a:pt x="1276695" y="64560"/>
                  <a:pt x="1274327" y="62984"/>
                  <a:pt x="1272478" y="60919"/>
                </a:cubicBezTo>
                <a:cubicBezTo>
                  <a:pt x="1270630" y="58853"/>
                  <a:pt x="1269264" y="56321"/>
                  <a:pt x="1268378" y="53324"/>
                </a:cubicBezTo>
                <a:cubicBezTo>
                  <a:pt x="1267493" y="50327"/>
                  <a:pt x="1267051" y="46933"/>
                  <a:pt x="1267051" y="43144"/>
                </a:cubicBezTo>
                <a:cubicBezTo>
                  <a:pt x="1267051" y="39851"/>
                  <a:pt x="1267524" y="36737"/>
                  <a:pt x="1268472" y="33802"/>
                </a:cubicBezTo>
                <a:cubicBezTo>
                  <a:pt x="1269419" y="30867"/>
                  <a:pt x="1270801" y="28289"/>
                  <a:pt x="1272618" y="26068"/>
                </a:cubicBezTo>
                <a:cubicBezTo>
                  <a:pt x="1274435" y="23847"/>
                  <a:pt x="1276664" y="22084"/>
                  <a:pt x="1279304" y="20780"/>
                </a:cubicBezTo>
                <a:cubicBezTo>
                  <a:pt x="1281944" y="19475"/>
                  <a:pt x="1284942" y="18823"/>
                  <a:pt x="1288296" y="18823"/>
                </a:cubicBezTo>
                <a:cubicBezTo>
                  <a:pt x="1291558" y="18823"/>
                  <a:pt x="1294446" y="19336"/>
                  <a:pt x="1296962" y="20361"/>
                </a:cubicBezTo>
                <a:cubicBezTo>
                  <a:pt x="1299478" y="21386"/>
                  <a:pt x="1301598" y="22838"/>
                  <a:pt x="1303322" y="24717"/>
                </a:cubicBezTo>
                <a:cubicBezTo>
                  <a:pt x="1305046" y="26596"/>
                  <a:pt x="1306351" y="28879"/>
                  <a:pt x="1307236" y="31566"/>
                </a:cubicBezTo>
                <a:cubicBezTo>
                  <a:pt x="1308121" y="34253"/>
                  <a:pt x="1308564" y="37258"/>
                  <a:pt x="1308564" y="40581"/>
                </a:cubicBezTo>
                <a:moveTo>
                  <a:pt x="1300131" y="39416"/>
                </a:moveTo>
                <a:cubicBezTo>
                  <a:pt x="1300224" y="37335"/>
                  <a:pt x="1300022" y="35433"/>
                  <a:pt x="1299525" y="33709"/>
                </a:cubicBezTo>
                <a:cubicBezTo>
                  <a:pt x="1299028" y="31985"/>
                  <a:pt x="1298259" y="30502"/>
                  <a:pt x="1297219" y="29260"/>
                </a:cubicBezTo>
                <a:cubicBezTo>
                  <a:pt x="1296178" y="28017"/>
                  <a:pt x="1294881" y="27046"/>
                  <a:pt x="1293328" y="26348"/>
                </a:cubicBezTo>
                <a:cubicBezTo>
                  <a:pt x="1291775" y="25649"/>
                  <a:pt x="1289974" y="25299"/>
                  <a:pt x="1287924" y="25299"/>
                </a:cubicBezTo>
                <a:cubicBezTo>
                  <a:pt x="1286153" y="25299"/>
                  <a:pt x="1284538" y="25641"/>
                  <a:pt x="1283078" y="26324"/>
                </a:cubicBezTo>
                <a:cubicBezTo>
                  <a:pt x="1281618" y="27008"/>
                  <a:pt x="1280360" y="27970"/>
                  <a:pt x="1279304" y="29213"/>
                </a:cubicBezTo>
                <a:cubicBezTo>
                  <a:pt x="1278248" y="30455"/>
                  <a:pt x="1277394" y="31946"/>
                  <a:pt x="1276742" y="33686"/>
                </a:cubicBezTo>
                <a:cubicBezTo>
                  <a:pt x="1276089" y="35425"/>
                  <a:pt x="1275685" y="37335"/>
                  <a:pt x="1275530" y="39416"/>
                </a:cubicBezTo>
                <a:lnTo>
                  <a:pt x="1300131" y="39416"/>
                </a:lnTo>
                <a:close/>
                <a:moveTo>
                  <a:pt x="1357953" y="53674"/>
                </a:moveTo>
                <a:cubicBezTo>
                  <a:pt x="1357953" y="55320"/>
                  <a:pt x="1357673" y="56795"/>
                  <a:pt x="1357114" y="58100"/>
                </a:cubicBezTo>
                <a:cubicBezTo>
                  <a:pt x="1356555" y="59404"/>
                  <a:pt x="1355794" y="60561"/>
                  <a:pt x="1354831" y="61571"/>
                </a:cubicBezTo>
                <a:cubicBezTo>
                  <a:pt x="1353868" y="62580"/>
                  <a:pt x="1352750" y="63442"/>
                  <a:pt x="1351477" y="64157"/>
                </a:cubicBezTo>
                <a:cubicBezTo>
                  <a:pt x="1350203" y="64871"/>
                  <a:pt x="1348844" y="65461"/>
                  <a:pt x="1347400" y="65927"/>
                </a:cubicBezTo>
                <a:cubicBezTo>
                  <a:pt x="1345955" y="66393"/>
                  <a:pt x="1344472" y="66735"/>
                  <a:pt x="1342950" y="66952"/>
                </a:cubicBezTo>
                <a:cubicBezTo>
                  <a:pt x="1341428" y="67170"/>
                  <a:pt x="1339937" y="67278"/>
                  <a:pt x="1338477" y="67278"/>
                </a:cubicBezTo>
                <a:cubicBezTo>
                  <a:pt x="1335309" y="67278"/>
                  <a:pt x="1332397" y="67139"/>
                  <a:pt x="1329742" y="66859"/>
                </a:cubicBezTo>
                <a:cubicBezTo>
                  <a:pt x="1327086" y="66579"/>
                  <a:pt x="1324484" y="66129"/>
                  <a:pt x="1321937" y="65508"/>
                </a:cubicBezTo>
                <a:lnTo>
                  <a:pt x="1321937" y="58053"/>
                </a:lnTo>
                <a:cubicBezTo>
                  <a:pt x="1324671" y="58830"/>
                  <a:pt x="1327389" y="59420"/>
                  <a:pt x="1330091" y="59824"/>
                </a:cubicBezTo>
                <a:cubicBezTo>
                  <a:pt x="1332793" y="60227"/>
                  <a:pt x="1335480" y="60429"/>
                  <a:pt x="1338151" y="60429"/>
                </a:cubicBezTo>
                <a:cubicBezTo>
                  <a:pt x="1342034" y="60429"/>
                  <a:pt x="1344907" y="59901"/>
                  <a:pt x="1346771" y="58845"/>
                </a:cubicBezTo>
                <a:cubicBezTo>
                  <a:pt x="1348634" y="57789"/>
                  <a:pt x="1349566" y="56283"/>
                  <a:pt x="1349566" y="54326"/>
                </a:cubicBezTo>
                <a:cubicBezTo>
                  <a:pt x="1349566" y="53487"/>
                  <a:pt x="1349419" y="52734"/>
                  <a:pt x="1349124" y="52066"/>
                </a:cubicBezTo>
                <a:cubicBezTo>
                  <a:pt x="1348829" y="51398"/>
                  <a:pt x="1348293" y="50762"/>
                  <a:pt x="1347516" y="50156"/>
                </a:cubicBezTo>
                <a:cubicBezTo>
                  <a:pt x="1346740" y="49550"/>
                  <a:pt x="1345536" y="48921"/>
                  <a:pt x="1343905" y="48269"/>
                </a:cubicBezTo>
                <a:cubicBezTo>
                  <a:pt x="1342275" y="47617"/>
                  <a:pt x="1340046" y="46871"/>
                  <a:pt x="1337220" y="46033"/>
                </a:cubicBezTo>
                <a:cubicBezTo>
                  <a:pt x="1335107" y="45411"/>
                  <a:pt x="1333158" y="44705"/>
                  <a:pt x="1331372" y="43913"/>
                </a:cubicBezTo>
                <a:cubicBezTo>
                  <a:pt x="1329586" y="43121"/>
                  <a:pt x="1328041" y="42181"/>
                  <a:pt x="1326736" y="41094"/>
                </a:cubicBezTo>
                <a:cubicBezTo>
                  <a:pt x="1325432" y="40007"/>
                  <a:pt x="1324407" y="38733"/>
                  <a:pt x="1323661" y="37273"/>
                </a:cubicBezTo>
                <a:cubicBezTo>
                  <a:pt x="1322916" y="35813"/>
                  <a:pt x="1322543" y="34090"/>
                  <a:pt x="1322543" y="32102"/>
                </a:cubicBezTo>
                <a:cubicBezTo>
                  <a:pt x="1322543" y="30797"/>
                  <a:pt x="1322846" y="29368"/>
                  <a:pt x="1323452" y="27815"/>
                </a:cubicBezTo>
                <a:cubicBezTo>
                  <a:pt x="1324057" y="26262"/>
                  <a:pt x="1325090" y="24818"/>
                  <a:pt x="1326550" y="23482"/>
                </a:cubicBezTo>
                <a:cubicBezTo>
                  <a:pt x="1328010" y="22147"/>
                  <a:pt x="1329982" y="21036"/>
                  <a:pt x="1332467" y="20151"/>
                </a:cubicBezTo>
                <a:cubicBezTo>
                  <a:pt x="1334952" y="19266"/>
                  <a:pt x="1338058" y="18823"/>
                  <a:pt x="1341785" y="18823"/>
                </a:cubicBezTo>
                <a:cubicBezTo>
                  <a:pt x="1343618" y="18823"/>
                  <a:pt x="1345653" y="18924"/>
                  <a:pt x="1347889" y="19126"/>
                </a:cubicBezTo>
                <a:cubicBezTo>
                  <a:pt x="1350125" y="19328"/>
                  <a:pt x="1352455" y="19677"/>
                  <a:pt x="1354878" y="20174"/>
                </a:cubicBezTo>
                <a:lnTo>
                  <a:pt x="1354878" y="27396"/>
                </a:lnTo>
                <a:cubicBezTo>
                  <a:pt x="1352331" y="26775"/>
                  <a:pt x="1349916" y="26316"/>
                  <a:pt x="1347633" y="26021"/>
                </a:cubicBezTo>
                <a:cubicBezTo>
                  <a:pt x="1345350" y="25726"/>
                  <a:pt x="1343370" y="25579"/>
                  <a:pt x="1341692" y="25579"/>
                </a:cubicBezTo>
                <a:cubicBezTo>
                  <a:pt x="1339673" y="25579"/>
                  <a:pt x="1337973" y="25734"/>
                  <a:pt x="1336591" y="26045"/>
                </a:cubicBezTo>
                <a:cubicBezTo>
                  <a:pt x="1335208" y="26355"/>
                  <a:pt x="1334090" y="26782"/>
                  <a:pt x="1333236" y="27326"/>
                </a:cubicBezTo>
                <a:cubicBezTo>
                  <a:pt x="1332382" y="27870"/>
                  <a:pt x="1331768" y="28506"/>
                  <a:pt x="1331396" y="29236"/>
                </a:cubicBezTo>
                <a:cubicBezTo>
                  <a:pt x="1331023" y="29966"/>
                  <a:pt x="1330836" y="30750"/>
                  <a:pt x="1330836" y="31589"/>
                </a:cubicBezTo>
                <a:cubicBezTo>
                  <a:pt x="1330836" y="32428"/>
                  <a:pt x="1331000" y="33189"/>
                  <a:pt x="1331326" y="33872"/>
                </a:cubicBezTo>
                <a:cubicBezTo>
                  <a:pt x="1331652" y="34555"/>
                  <a:pt x="1332257" y="35215"/>
                  <a:pt x="1333143" y="35852"/>
                </a:cubicBezTo>
                <a:cubicBezTo>
                  <a:pt x="1334028" y="36489"/>
                  <a:pt x="1335263" y="37126"/>
                  <a:pt x="1336847" y="37762"/>
                </a:cubicBezTo>
                <a:cubicBezTo>
                  <a:pt x="1338431" y="38399"/>
                  <a:pt x="1340496" y="39090"/>
                  <a:pt x="1343043" y="39836"/>
                </a:cubicBezTo>
                <a:cubicBezTo>
                  <a:pt x="1345808" y="40643"/>
                  <a:pt x="1348137" y="41490"/>
                  <a:pt x="1350032" y="42375"/>
                </a:cubicBezTo>
                <a:cubicBezTo>
                  <a:pt x="1351927" y="43260"/>
                  <a:pt x="1353464" y="44246"/>
                  <a:pt x="1354645" y="45334"/>
                </a:cubicBezTo>
                <a:cubicBezTo>
                  <a:pt x="1355825" y="46421"/>
                  <a:pt x="1356671" y="47648"/>
                  <a:pt x="1357184" y="49014"/>
                </a:cubicBezTo>
                <a:cubicBezTo>
                  <a:pt x="1357697" y="50381"/>
                  <a:pt x="1357953" y="51934"/>
                  <a:pt x="1357953" y="53674"/>
                </a:cubicBezTo>
                <a:close/>
                <a:moveTo>
                  <a:pt x="1469791" y="42212"/>
                </a:moveTo>
                <a:cubicBezTo>
                  <a:pt x="1469791" y="46374"/>
                  <a:pt x="1469208" y="50008"/>
                  <a:pt x="1468044" y="53114"/>
                </a:cubicBezTo>
                <a:cubicBezTo>
                  <a:pt x="1466879" y="56221"/>
                  <a:pt x="1465271" y="58799"/>
                  <a:pt x="1463221" y="60849"/>
                </a:cubicBezTo>
                <a:cubicBezTo>
                  <a:pt x="1461171" y="62899"/>
                  <a:pt x="1458749" y="64436"/>
                  <a:pt x="1455953" y="65461"/>
                </a:cubicBezTo>
                <a:cubicBezTo>
                  <a:pt x="1453158" y="66486"/>
                  <a:pt x="1450129" y="66999"/>
                  <a:pt x="1446868" y="66999"/>
                </a:cubicBezTo>
                <a:cubicBezTo>
                  <a:pt x="1445377" y="66999"/>
                  <a:pt x="1443894" y="66921"/>
                  <a:pt x="1442418" y="66766"/>
                </a:cubicBezTo>
                <a:cubicBezTo>
                  <a:pt x="1440943" y="66610"/>
                  <a:pt x="1439444" y="66346"/>
                  <a:pt x="1437922" y="65974"/>
                </a:cubicBezTo>
                <a:lnTo>
                  <a:pt x="1437922" y="85542"/>
                </a:lnTo>
                <a:lnTo>
                  <a:pt x="1429815" y="85542"/>
                </a:lnTo>
                <a:lnTo>
                  <a:pt x="1429815" y="19662"/>
                </a:lnTo>
                <a:lnTo>
                  <a:pt x="1437037" y="19662"/>
                </a:lnTo>
                <a:lnTo>
                  <a:pt x="1437549" y="27489"/>
                </a:lnTo>
                <a:cubicBezTo>
                  <a:pt x="1439879" y="24290"/>
                  <a:pt x="1442364" y="22046"/>
                  <a:pt x="1445004" y="20757"/>
                </a:cubicBezTo>
                <a:cubicBezTo>
                  <a:pt x="1447644" y="19468"/>
                  <a:pt x="1450502" y="18823"/>
                  <a:pt x="1453577" y="18823"/>
                </a:cubicBezTo>
                <a:cubicBezTo>
                  <a:pt x="1456248" y="18823"/>
                  <a:pt x="1458593" y="19382"/>
                  <a:pt x="1460612" y="20500"/>
                </a:cubicBezTo>
                <a:cubicBezTo>
                  <a:pt x="1462631" y="21619"/>
                  <a:pt x="1464324" y="23195"/>
                  <a:pt x="1465691" y="25229"/>
                </a:cubicBezTo>
                <a:cubicBezTo>
                  <a:pt x="1467057" y="27264"/>
                  <a:pt x="1468082" y="29718"/>
                  <a:pt x="1468766" y="32591"/>
                </a:cubicBezTo>
                <a:cubicBezTo>
                  <a:pt x="1469449" y="35464"/>
                  <a:pt x="1469791" y="38671"/>
                  <a:pt x="1469791" y="42212"/>
                </a:cubicBezTo>
                <a:moveTo>
                  <a:pt x="1461497" y="42585"/>
                </a:moveTo>
                <a:cubicBezTo>
                  <a:pt x="1461497" y="40131"/>
                  <a:pt x="1461319" y="37879"/>
                  <a:pt x="1460962" y="35829"/>
                </a:cubicBezTo>
                <a:cubicBezTo>
                  <a:pt x="1460604" y="33779"/>
                  <a:pt x="1460038" y="32024"/>
                  <a:pt x="1459261" y="30564"/>
                </a:cubicBezTo>
                <a:cubicBezTo>
                  <a:pt x="1458485" y="29104"/>
                  <a:pt x="1457491" y="27963"/>
                  <a:pt x="1456279" y="27140"/>
                </a:cubicBezTo>
                <a:cubicBezTo>
                  <a:pt x="1455068" y="26316"/>
                  <a:pt x="1453624" y="25905"/>
                  <a:pt x="1451946" y="25905"/>
                </a:cubicBezTo>
                <a:cubicBezTo>
                  <a:pt x="1450921" y="25905"/>
                  <a:pt x="1449881" y="26068"/>
                  <a:pt x="1448825" y="26394"/>
                </a:cubicBezTo>
                <a:cubicBezTo>
                  <a:pt x="1447768" y="26720"/>
                  <a:pt x="1446674" y="27264"/>
                  <a:pt x="1445540" y="28025"/>
                </a:cubicBezTo>
                <a:cubicBezTo>
                  <a:pt x="1444406" y="28786"/>
                  <a:pt x="1443210" y="29795"/>
                  <a:pt x="1441952" y="31053"/>
                </a:cubicBezTo>
                <a:cubicBezTo>
                  <a:pt x="1440694" y="32311"/>
                  <a:pt x="1439351" y="33872"/>
                  <a:pt x="1437922" y="35736"/>
                </a:cubicBezTo>
                <a:lnTo>
                  <a:pt x="1437922" y="58426"/>
                </a:lnTo>
                <a:cubicBezTo>
                  <a:pt x="1439413" y="59047"/>
                  <a:pt x="1440982" y="59536"/>
                  <a:pt x="1442628" y="59894"/>
                </a:cubicBezTo>
                <a:cubicBezTo>
                  <a:pt x="1444274" y="60251"/>
                  <a:pt x="1445889" y="60429"/>
                  <a:pt x="1447473" y="60429"/>
                </a:cubicBezTo>
                <a:cubicBezTo>
                  <a:pt x="1451853" y="60429"/>
                  <a:pt x="1455285" y="58946"/>
                  <a:pt x="1457770" y="55980"/>
                </a:cubicBezTo>
                <a:cubicBezTo>
                  <a:pt x="1460255" y="53013"/>
                  <a:pt x="1461497" y="48548"/>
                  <a:pt x="1461497" y="42585"/>
                </a:cubicBezTo>
                <a:close/>
                <a:moveTo>
                  <a:pt x="1483584" y="19662"/>
                </a:moveTo>
                <a:lnTo>
                  <a:pt x="1490992" y="19662"/>
                </a:lnTo>
                <a:lnTo>
                  <a:pt x="1491225" y="28259"/>
                </a:lnTo>
                <a:cubicBezTo>
                  <a:pt x="1493989" y="24943"/>
                  <a:pt x="1496715" y="22542"/>
                  <a:pt x="1499402" y="21055"/>
                </a:cubicBezTo>
                <a:cubicBezTo>
                  <a:pt x="1502089" y="19567"/>
                  <a:pt x="1504799" y="18823"/>
                  <a:pt x="1507532" y="18823"/>
                </a:cubicBezTo>
                <a:cubicBezTo>
                  <a:pt x="1512378" y="18823"/>
                  <a:pt x="1516051" y="20388"/>
                  <a:pt x="1518551" y="23517"/>
                </a:cubicBezTo>
                <a:cubicBezTo>
                  <a:pt x="1521051" y="26647"/>
                  <a:pt x="1522208" y="31294"/>
                  <a:pt x="1522022" y="37460"/>
                </a:cubicBezTo>
                <a:lnTo>
                  <a:pt x="1513822" y="37460"/>
                </a:lnTo>
                <a:cubicBezTo>
                  <a:pt x="1513915" y="33376"/>
                  <a:pt x="1513317" y="30414"/>
                  <a:pt x="1512028" y="28574"/>
                </a:cubicBezTo>
                <a:cubicBezTo>
                  <a:pt x="1510739" y="26732"/>
                  <a:pt x="1508852" y="25812"/>
                  <a:pt x="1506367" y="25812"/>
                </a:cubicBezTo>
                <a:cubicBezTo>
                  <a:pt x="1505280" y="25812"/>
                  <a:pt x="1504185" y="26005"/>
                  <a:pt x="1503083" y="26393"/>
                </a:cubicBezTo>
                <a:cubicBezTo>
                  <a:pt x="1501980" y="26779"/>
                  <a:pt x="1500846" y="27397"/>
                  <a:pt x="1499681" y="28248"/>
                </a:cubicBezTo>
                <a:cubicBezTo>
                  <a:pt x="1498517" y="29098"/>
                  <a:pt x="1497282" y="30188"/>
                  <a:pt x="1495977" y="31519"/>
                </a:cubicBezTo>
                <a:cubicBezTo>
                  <a:pt x="1494673" y="32849"/>
                  <a:pt x="1493275" y="34457"/>
                  <a:pt x="1491784" y="36344"/>
                </a:cubicBezTo>
                <a:lnTo>
                  <a:pt x="1491784" y="66440"/>
                </a:lnTo>
                <a:lnTo>
                  <a:pt x="1483584" y="66440"/>
                </a:lnTo>
                <a:lnTo>
                  <a:pt x="1483584" y="19662"/>
                </a:lnTo>
                <a:close/>
                <a:moveTo>
                  <a:pt x="1574253" y="42678"/>
                </a:moveTo>
                <a:cubicBezTo>
                  <a:pt x="1574253" y="46312"/>
                  <a:pt x="1573741" y="49643"/>
                  <a:pt x="1572716" y="52672"/>
                </a:cubicBezTo>
                <a:cubicBezTo>
                  <a:pt x="1571691" y="55700"/>
                  <a:pt x="1570215" y="58294"/>
                  <a:pt x="1568289" y="60453"/>
                </a:cubicBezTo>
                <a:cubicBezTo>
                  <a:pt x="1566364" y="62611"/>
                  <a:pt x="1564019" y="64289"/>
                  <a:pt x="1561254" y="65485"/>
                </a:cubicBezTo>
                <a:cubicBezTo>
                  <a:pt x="1558490" y="66680"/>
                  <a:pt x="1555353" y="67278"/>
                  <a:pt x="1551843" y="67278"/>
                </a:cubicBezTo>
                <a:cubicBezTo>
                  <a:pt x="1548488" y="67278"/>
                  <a:pt x="1545483" y="66758"/>
                  <a:pt x="1542827" y="65717"/>
                </a:cubicBezTo>
                <a:cubicBezTo>
                  <a:pt x="1540171" y="64677"/>
                  <a:pt x="1537920" y="63147"/>
                  <a:pt x="1536071" y="61128"/>
                </a:cubicBezTo>
                <a:cubicBezTo>
                  <a:pt x="1534223" y="59109"/>
                  <a:pt x="1532810" y="56609"/>
                  <a:pt x="1531832" y="53627"/>
                </a:cubicBezTo>
                <a:cubicBezTo>
                  <a:pt x="1530853" y="50645"/>
                  <a:pt x="1530364" y="47213"/>
                  <a:pt x="1530364" y="43330"/>
                </a:cubicBezTo>
                <a:cubicBezTo>
                  <a:pt x="1530364" y="39696"/>
                  <a:pt x="1530876" y="36380"/>
                  <a:pt x="1531901" y="33383"/>
                </a:cubicBezTo>
                <a:cubicBezTo>
                  <a:pt x="1532926" y="30385"/>
                  <a:pt x="1534402" y="27807"/>
                  <a:pt x="1536328" y="25649"/>
                </a:cubicBezTo>
                <a:cubicBezTo>
                  <a:pt x="1538253" y="23490"/>
                  <a:pt x="1540599" y="21813"/>
                  <a:pt x="1543363" y="20617"/>
                </a:cubicBezTo>
                <a:cubicBezTo>
                  <a:pt x="1546127" y="19421"/>
                  <a:pt x="1549265" y="18823"/>
                  <a:pt x="1552774" y="18823"/>
                </a:cubicBezTo>
                <a:cubicBezTo>
                  <a:pt x="1556129" y="18823"/>
                  <a:pt x="1559134" y="19343"/>
                  <a:pt x="1561790" y="20384"/>
                </a:cubicBezTo>
                <a:cubicBezTo>
                  <a:pt x="1564446" y="21424"/>
                  <a:pt x="1566698" y="22946"/>
                  <a:pt x="1568546" y="24950"/>
                </a:cubicBezTo>
                <a:cubicBezTo>
                  <a:pt x="1570394" y="26953"/>
                  <a:pt x="1571807" y="29446"/>
                  <a:pt x="1572786" y="32428"/>
                </a:cubicBezTo>
                <a:cubicBezTo>
                  <a:pt x="1573764" y="35410"/>
                  <a:pt x="1574253" y="38826"/>
                  <a:pt x="1574253" y="42678"/>
                </a:cubicBezTo>
                <a:moveTo>
                  <a:pt x="1565960" y="43051"/>
                </a:moveTo>
                <a:cubicBezTo>
                  <a:pt x="1565960" y="40162"/>
                  <a:pt x="1565642" y="37638"/>
                  <a:pt x="1565005" y="35480"/>
                </a:cubicBezTo>
                <a:cubicBezTo>
                  <a:pt x="1564368" y="33321"/>
                  <a:pt x="1563459" y="31519"/>
                  <a:pt x="1562279" y="30075"/>
                </a:cubicBezTo>
                <a:cubicBezTo>
                  <a:pt x="1561099" y="28631"/>
                  <a:pt x="1559662" y="27543"/>
                  <a:pt x="1557969" y="26813"/>
                </a:cubicBezTo>
                <a:cubicBezTo>
                  <a:pt x="1556277" y="26084"/>
                  <a:pt x="1554390" y="25719"/>
                  <a:pt x="1552309" y="25719"/>
                </a:cubicBezTo>
                <a:cubicBezTo>
                  <a:pt x="1549886" y="25719"/>
                  <a:pt x="1547812" y="26192"/>
                  <a:pt x="1546089" y="27140"/>
                </a:cubicBezTo>
                <a:cubicBezTo>
                  <a:pt x="1544365" y="28087"/>
                  <a:pt x="1542951" y="29353"/>
                  <a:pt x="1541849" y="30937"/>
                </a:cubicBezTo>
                <a:cubicBezTo>
                  <a:pt x="1540746" y="32521"/>
                  <a:pt x="1539939" y="34361"/>
                  <a:pt x="1539426" y="36458"/>
                </a:cubicBezTo>
                <a:cubicBezTo>
                  <a:pt x="1538913" y="38555"/>
                  <a:pt x="1538657" y="40752"/>
                  <a:pt x="1538657" y="43051"/>
                </a:cubicBezTo>
                <a:cubicBezTo>
                  <a:pt x="1538657" y="45939"/>
                  <a:pt x="1538976" y="48471"/>
                  <a:pt x="1539612" y="50645"/>
                </a:cubicBezTo>
                <a:cubicBezTo>
                  <a:pt x="1540249" y="52819"/>
                  <a:pt x="1541158" y="54629"/>
                  <a:pt x="1542338" y="56073"/>
                </a:cubicBezTo>
                <a:cubicBezTo>
                  <a:pt x="1543518" y="57517"/>
                  <a:pt x="1544947" y="58604"/>
                  <a:pt x="1546624" y="59334"/>
                </a:cubicBezTo>
                <a:cubicBezTo>
                  <a:pt x="1548302" y="60064"/>
                  <a:pt x="1550196" y="60429"/>
                  <a:pt x="1552309" y="60429"/>
                </a:cubicBezTo>
                <a:cubicBezTo>
                  <a:pt x="1554731" y="60429"/>
                  <a:pt x="1556805" y="59956"/>
                  <a:pt x="1558529" y="59008"/>
                </a:cubicBezTo>
                <a:cubicBezTo>
                  <a:pt x="1560252" y="58061"/>
                  <a:pt x="1561666" y="56795"/>
                  <a:pt x="1562768" y="55211"/>
                </a:cubicBezTo>
                <a:cubicBezTo>
                  <a:pt x="1563871" y="53627"/>
                  <a:pt x="1564679" y="51787"/>
                  <a:pt x="1565191" y="49690"/>
                </a:cubicBezTo>
                <a:cubicBezTo>
                  <a:pt x="1565704" y="47593"/>
                  <a:pt x="1565960" y="45380"/>
                  <a:pt x="1565960" y="43051"/>
                </a:cubicBezTo>
                <a:close/>
                <a:moveTo>
                  <a:pt x="1581011" y="19662"/>
                </a:moveTo>
                <a:lnTo>
                  <a:pt x="1590236" y="19662"/>
                </a:lnTo>
                <a:lnTo>
                  <a:pt x="1601698" y="50598"/>
                </a:lnTo>
                <a:lnTo>
                  <a:pt x="1604167" y="58146"/>
                </a:lnTo>
                <a:lnTo>
                  <a:pt x="1606730" y="50412"/>
                </a:lnTo>
                <a:lnTo>
                  <a:pt x="1618098" y="19662"/>
                </a:lnTo>
                <a:lnTo>
                  <a:pt x="1626997" y="19662"/>
                </a:lnTo>
                <a:lnTo>
                  <a:pt x="1608640" y="66440"/>
                </a:lnTo>
                <a:lnTo>
                  <a:pt x="1599322" y="66440"/>
                </a:lnTo>
                <a:lnTo>
                  <a:pt x="1581011" y="19662"/>
                </a:lnTo>
                <a:close/>
                <a:moveTo>
                  <a:pt x="1653183" y="26371"/>
                </a:moveTo>
                <a:lnTo>
                  <a:pt x="1639346" y="26371"/>
                </a:lnTo>
                <a:lnTo>
                  <a:pt x="1639346" y="19662"/>
                </a:lnTo>
                <a:lnTo>
                  <a:pt x="1661384" y="19662"/>
                </a:lnTo>
                <a:lnTo>
                  <a:pt x="1661384" y="59684"/>
                </a:lnTo>
                <a:lnTo>
                  <a:pt x="1675314" y="59684"/>
                </a:lnTo>
                <a:lnTo>
                  <a:pt x="1675314" y="66440"/>
                </a:lnTo>
                <a:lnTo>
                  <a:pt x="1637808" y="66440"/>
                </a:lnTo>
                <a:lnTo>
                  <a:pt x="1637808" y="59684"/>
                </a:lnTo>
                <a:lnTo>
                  <a:pt x="1653183" y="59684"/>
                </a:lnTo>
                <a:lnTo>
                  <a:pt x="1653183" y="26371"/>
                </a:lnTo>
                <a:moveTo>
                  <a:pt x="1656026" y="0"/>
                </a:moveTo>
                <a:cubicBezTo>
                  <a:pt x="1656926" y="0"/>
                  <a:pt x="1657765" y="163"/>
                  <a:pt x="1658541" y="489"/>
                </a:cubicBezTo>
                <a:cubicBezTo>
                  <a:pt x="1659318" y="815"/>
                  <a:pt x="1659994" y="1274"/>
                  <a:pt x="1660568" y="1864"/>
                </a:cubicBezTo>
                <a:cubicBezTo>
                  <a:pt x="1661143" y="2454"/>
                  <a:pt x="1661593" y="3129"/>
                  <a:pt x="1661919" y="3890"/>
                </a:cubicBezTo>
                <a:cubicBezTo>
                  <a:pt x="1662245" y="4651"/>
                  <a:pt x="1662409" y="5482"/>
                  <a:pt x="1662409" y="6383"/>
                </a:cubicBezTo>
                <a:cubicBezTo>
                  <a:pt x="1662409" y="7253"/>
                  <a:pt x="1662245" y="8076"/>
                  <a:pt x="1661919" y="8852"/>
                </a:cubicBezTo>
                <a:cubicBezTo>
                  <a:pt x="1661593" y="9629"/>
                  <a:pt x="1661143" y="10312"/>
                  <a:pt x="1660568" y="10902"/>
                </a:cubicBezTo>
                <a:cubicBezTo>
                  <a:pt x="1659994" y="11493"/>
                  <a:pt x="1659318" y="11951"/>
                  <a:pt x="1658541" y="12277"/>
                </a:cubicBezTo>
                <a:cubicBezTo>
                  <a:pt x="1657765" y="12603"/>
                  <a:pt x="1656926" y="12766"/>
                  <a:pt x="1656026" y="12766"/>
                </a:cubicBezTo>
                <a:cubicBezTo>
                  <a:pt x="1655125" y="12766"/>
                  <a:pt x="1654286" y="12603"/>
                  <a:pt x="1653510" y="12277"/>
                </a:cubicBezTo>
                <a:cubicBezTo>
                  <a:pt x="1652733" y="11951"/>
                  <a:pt x="1652057" y="11493"/>
                  <a:pt x="1651483" y="10902"/>
                </a:cubicBezTo>
                <a:cubicBezTo>
                  <a:pt x="1650908" y="10312"/>
                  <a:pt x="1650458" y="9629"/>
                  <a:pt x="1650132" y="8852"/>
                </a:cubicBezTo>
                <a:cubicBezTo>
                  <a:pt x="1649806" y="8076"/>
                  <a:pt x="1649642" y="7253"/>
                  <a:pt x="1649642" y="6383"/>
                </a:cubicBezTo>
                <a:cubicBezTo>
                  <a:pt x="1649642" y="5482"/>
                  <a:pt x="1649806" y="4651"/>
                  <a:pt x="1650132" y="3890"/>
                </a:cubicBezTo>
                <a:cubicBezTo>
                  <a:pt x="1650458" y="3129"/>
                  <a:pt x="1650908" y="2454"/>
                  <a:pt x="1651483" y="1864"/>
                </a:cubicBezTo>
                <a:cubicBezTo>
                  <a:pt x="1652057" y="1274"/>
                  <a:pt x="1652733" y="815"/>
                  <a:pt x="1653510" y="489"/>
                </a:cubicBezTo>
                <a:cubicBezTo>
                  <a:pt x="1654286" y="163"/>
                  <a:pt x="1655125" y="0"/>
                  <a:pt x="1656026" y="0"/>
                </a:cubicBezTo>
                <a:close/>
                <a:moveTo>
                  <a:pt x="1686731" y="44029"/>
                </a:moveTo>
                <a:cubicBezTo>
                  <a:pt x="1686731" y="40053"/>
                  <a:pt x="1687275" y="36520"/>
                  <a:pt x="1688362" y="33429"/>
                </a:cubicBezTo>
                <a:cubicBezTo>
                  <a:pt x="1689449" y="30339"/>
                  <a:pt x="1690995" y="27730"/>
                  <a:pt x="1692998" y="25602"/>
                </a:cubicBezTo>
                <a:cubicBezTo>
                  <a:pt x="1695001" y="23474"/>
                  <a:pt x="1697409" y="21859"/>
                  <a:pt x="1700220" y="20757"/>
                </a:cubicBezTo>
                <a:cubicBezTo>
                  <a:pt x="1703031" y="19654"/>
                  <a:pt x="1706160" y="19103"/>
                  <a:pt x="1709608" y="19103"/>
                </a:cubicBezTo>
                <a:cubicBezTo>
                  <a:pt x="1711099" y="19103"/>
                  <a:pt x="1712566" y="19196"/>
                  <a:pt x="1714011" y="19382"/>
                </a:cubicBezTo>
                <a:cubicBezTo>
                  <a:pt x="1715455" y="19568"/>
                  <a:pt x="1716876" y="19864"/>
                  <a:pt x="1718274" y="20267"/>
                </a:cubicBezTo>
                <a:lnTo>
                  <a:pt x="1718274" y="559"/>
                </a:lnTo>
                <a:lnTo>
                  <a:pt x="1726427" y="559"/>
                </a:lnTo>
                <a:lnTo>
                  <a:pt x="1726427" y="66440"/>
                </a:lnTo>
                <a:lnTo>
                  <a:pt x="1719159" y="66440"/>
                </a:lnTo>
                <a:lnTo>
                  <a:pt x="1718880" y="57587"/>
                </a:lnTo>
                <a:cubicBezTo>
                  <a:pt x="1716612" y="60880"/>
                  <a:pt x="1714158" y="63318"/>
                  <a:pt x="1711518" y="64902"/>
                </a:cubicBezTo>
                <a:cubicBezTo>
                  <a:pt x="1708878" y="66486"/>
                  <a:pt x="1706020" y="67278"/>
                  <a:pt x="1702945" y="67278"/>
                </a:cubicBezTo>
                <a:cubicBezTo>
                  <a:pt x="1700274" y="67278"/>
                  <a:pt x="1697921" y="66719"/>
                  <a:pt x="1695887" y="65601"/>
                </a:cubicBezTo>
                <a:cubicBezTo>
                  <a:pt x="1693852" y="64483"/>
                  <a:pt x="1692159" y="62906"/>
                  <a:pt x="1690808" y="60872"/>
                </a:cubicBezTo>
                <a:cubicBezTo>
                  <a:pt x="1689457" y="58837"/>
                  <a:pt x="1688440" y="56391"/>
                  <a:pt x="1687756" y="53534"/>
                </a:cubicBezTo>
                <a:cubicBezTo>
                  <a:pt x="1687073" y="50676"/>
                  <a:pt x="1686731" y="47508"/>
                  <a:pt x="1686731" y="44029"/>
                </a:cubicBezTo>
                <a:moveTo>
                  <a:pt x="1695025" y="43517"/>
                </a:moveTo>
                <a:cubicBezTo>
                  <a:pt x="1695025" y="49170"/>
                  <a:pt x="1695856" y="53386"/>
                  <a:pt x="1697517" y="56166"/>
                </a:cubicBezTo>
                <a:cubicBezTo>
                  <a:pt x="1699179" y="58946"/>
                  <a:pt x="1701532" y="60336"/>
                  <a:pt x="1704576" y="60336"/>
                </a:cubicBezTo>
                <a:cubicBezTo>
                  <a:pt x="1706626" y="60336"/>
                  <a:pt x="1708792" y="59420"/>
                  <a:pt x="1711075" y="57587"/>
                </a:cubicBezTo>
                <a:cubicBezTo>
                  <a:pt x="1713358" y="55755"/>
                  <a:pt x="1715758" y="53037"/>
                  <a:pt x="1718274" y="49434"/>
                </a:cubicBezTo>
                <a:lnTo>
                  <a:pt x="1718274" y="27722"/>
                </a:lnTo>
                <a:cubicBezTo>
                  <a:pt x="1716938" y="27101"/>
                  <a:pt x="1715463" y="26627"/>
                  <a:pt x="1713848" y="26301"/>
                </a:cubicBezTo>
                <a:cubicBezTo>
                  <a:pt x="1712233" y="25975"/>
                  <a:pt x="1710633" y="25812"/>
                  <a:pt x="1709049" y="25812"/>
                </a:cubicBezTo>
                <a:cubicBezTo>
                  <a:pt x="1704638" y="25812"/>
                  <a:pt x="1701198" y="27241"/>
                  <a:pt x="1698729" y="30098"/>
                </a:cubicBezTo>
                <a:cubicBezTo>
                  <a:pt x="1696259" y="32956"/>
                  <a:pt x="1695025" y="37429"/>
                  <a:pt x="1695025" y="43517"/>
                </a:cubicBezTo>
                <a:close/>
                <a:moveTo>
                  <a:pt x="1780476" y="40581"/>
                </a:moveTo>
                <a:cubicBezTo>
                  <a:pt x="1780476" y="41731"/>
                  <a:pt x="1780460" y="42693"/>
                  <a:pt x="1780429" y="43470"/>
                </a:cubicBezTo>
                <a:cubicBezTo>
                  <a:pt x="1780398" y="44246"/>
                  <a:pt x="1780351" y="44976"/>
                  <a:pt x="1780289" y="45660"/>
                </a:cubicBezTo>
                <a:lnTo>
                  <a:pt x="1747442" y="45660"/>
                </a:lnTo>
                <a:cubicBezTo>
                  <a:pt x="1747442" y="50443"/>
                  <a:pt x="1748778" y="54116"/>
                  <a:pt x="1751449" y="56679"/>
                </a:cubicBezTo>
                <a:cubicBezTo>
                  <a:pt x="1754120" y="59241"/>
                  <a:pt x="1757972" y="60522"/>
                  <a:pt x="1763004" y="60522"/>
                </a:cubicBezTo>
                <a:cubicBezTo>
                  <a:pt x="1764371" y="60522"/>
                  <a:pt x="1765737" y="60467"/>
                  <a:pt x="1767104" y="60357"/>
                </a:cubicBezTo>
                <a:cubicBezTo>
                  <a:pt x="1768471" y="60245"/>
                  <a:pt x="1769791" y="60094"/>
                  <a:pt x="1771064" y="59904"/>
                </a:cubicBezTo>
                <a:cubicBezTo>
                  <a:pt x="1772338" y="59712"/>
                  <a:pt x="1773557" y="59498"/>
                  <a:pt x="1774722" y="59260"/>
                </a:cubicBezTo>
                <a:cubicBezTo>
                  <a:pt x="1775886" y="59021"/>
                  <a:pt x="1776966" y="58759"/>
                  <a:pt x="1777960" y="58472"/>
                </a:cubicBezTo>
                <a:lnTo>
                  <a:pt x="1777960" y="65135"/>
                </a:lnTo>
                <a:cubicBezTo>
                  <a:pt x="1775754" y="65770"/>
                  <a:pt x="1773262" y="66286"/>
                  <a:pt x="1770482" y="66683"/>
                </a:cubicBezTo>
                <a:cubicBezTo>
                  <a:pt x="1767702" y="67080"/>
                  <a:pt x="1764821" y="67278"/>
                  <a:pt x="1761839" y="67278"/>
                </a:cubicBezTo>
                <a:cubicBezTo>
                  <a:pt x="1757832" y="67278"/>
                  <a:pt x="1754384" y="66735"/>
                  <a:pt x="1751496" y="65648"/>
                </a:cubicBezTo>
                <a:cubicBezTo>
                  <a:pt x="1748607" y="64560"/>
                  <a:pt x="1746239" y="62984"/>
                  <a:pt x="1744390" y="60919"/>
                </a:cubicBezTo>
                <a:cubicBezTo>
                  <a:pt x="1742542" y="58853"/>
                  <a:pt x="1741176" y="56321"/>
                  <a:pt x="1740290" y="53324"/>
                </a:cubicBezTo>
                <a:cubicBezTo>
                  <a:pt x="1739405" y="50327"/>
                  <a:pt x="1738963" y="46933"/>
                  <a:pt x="1738963" y="43144"/>
                </a:cubicBezTo>
                <a:cubicBezTo>
                  <a:pt x="1738963" y="39851"/>
                  <a:pt x="1739436" y="36737"/>
                  <a:pt x="1740384" y="33802"/>
                </a:cubicBezTo>
                <a:cubicBezTo>
                  <a:pt x="1741331" y="30867"/>
                  <a:pt x="1742713" y="28289"/>
                  <a:pt x="1744530" y="26068"/>
                </a:cubicBezTo>
                <a:cubicBezTo>
                  <a:pt x="1746347" y="23847"/>
                  <a:pt x="1748576" y="22084"/>
                  <a:pt x="1751216" y="20780"/>
                </a:cubicBezTo>
                <a:cubicBezTo>
                  <a:pt x="1753856" y="19475"/>
                  <a:pt x="1756854" y="18823"/>
                  <a:pt x="1760208" y="18823"/>
                </a:cubicBezTo>
                <a:cubicBezTo>
                  <a:pt x="1763470" y="18823"/>
                  <a:pt x="1766358" y="19336"/>
                  <a:pt x="1768874" y="20361"/>
                </a:cubicBezTo>
                <a:cubicBezTo>
                  <a:pt x="1771390" y="21386"/>
                  <a:pt x="1773510" y="22838"/>
                  <a:pt x="1775234" y="24717"/>
                </a:cubicBezTo>
                <a:cubicBezTo>
                  <a:pt x="1776958" y="26596"/>
                  <a:pt x="1778263" y="28879"/>
                  <a:pt x="1779148" y="31566"/>
                </a:cubicBezTo>
                <a:cubicBezTo>
                  <a:pt x="1780033" y="34253"/>
                  <a:pt x="1780476" y="37258"/>
                  <a:pt x="1780476" y="40581"/>
                </a:cubicBezTo>
                <a:moveTo>
                  <a:pt x="1772043" y="39416"/>
                </a:moveTo>
                <a:cubicBezTo>
                  <a:pt x="1772136" y="37335"/>
                  <a:pt x="1771934" y="35433"/>
                  <a:pt x="1771437" y="33709"/>
                </a:cubicBezTo>
                <a:cubicBezTo>
                  <a:pt x="1770940" y="31985"/>
                  <a:pt x="1770171" y="30502"/>
                  <a:pt x="1769131" y="29260"/>
                </a:cubicBezTo>
                <a:cubicBezTo>
                  <a:pt x="1768090" y="28017"/>
                  <a:pt x="1766793" y="27046"/>
                  <a:pt x="1765240" y="26348"/>
                </a:cubicBezTo>
                <a:cubicBezTo>
                  <a:pt x="1763687" y="25649"/>
                  <a:pt x="1761886" y="25299"/>
                  <a:pt x="1759836" y="25299"/>
                </a:cubicBezTo>
                <a:cubicBezTo>
                  <a:pt x="1758065" y="25299"/>
                  <a:pt x="1756450" y="25641"/>
                  <a:pt x="1754990" y="26324"/>
                </a:cubicBezTo>
                <a:cubicBezTo>
                  <a:pt x="1753530" y="27008"/>
                  <a:pt x="1752272" y="27970"/>
                  <a:pt x="1751216" y="29213"/>
                </a:cubicBezTo>
                <a:cubicBezTo>
                  <a:pt x="1750160" y="30455"/>
                  <a:pt x="1749306" y="31946"/>
                  <a:pt x="1748654" y="33686"/>
                </a:cubicBezTo>
                <a:cubicBezTo>
                  <a:pt x="1748001" y="35425"/>
                  <a:pt x="1747598" y="37335"/>
                  <a:pt x="1747442" y="39416"/>
                </a:cubicBezTo>
                <a:lnTo>
                  <a:pt x="1772043" y="39416"/>
                </a:lnTo>
                <a:close/>
                <a:moveTo>
                  <a:pt x="1889379" y="40581"/>
                </a:moveTo>
                <a:cubicBezTo>
                  <a:pt x="1889379" y="41731"/>
                  <a:pt x="1889363" y="42693"/>
                  <a:pt x="1889332" y="43470"/>
                </a:cubicBezTo>
                <a:cubicBezTo>
                  <a:pt x="1889301" y="44246"/>
                  <a:pt x="1889254" y="44976"/>
                  <a:pt x="1889192" y="45660"/>
                </a:cubicBezTo>
                <a:lnTo>
                  <a:pt x="1856345" y="45660"/>
                </a:lnTo>
                <a:cubicBezTo>
                  <a:pt x="1856345" y="50443"/>
                  <a:pt x="1857681" y="54116"/>
                  <a:pt x="1860352" y="56679"/>
                </a:cubicBezTo>
                <a:cubicBezTo>
                  <a:pt x="1863023" y="59241"/>
                  <a:pt x="1866875" y="60522"/>
                  <a:pt x="1871907" y="60522"/>
                </a:cubicBezTo>
                <a:cubicBezTo>
                  <a:pt x="1873273" y="60522"/>
                  <a:pt x="1874640" y="60467"/>
                  <a:pt x="1876007" y="60357"/>
                </a:cubicBezTo>
                <a:cubicBezTo>
                  <a:pt x="1877373" y="60245"/>
                  <a:pt x="1878694" y="60094"/>
                  <a:pt x="1879967" y="59904"/>
                </a:cubicBezTo>
                <a:cubicBezTo>
                  <a:pt x="1881241" y="59712"/>
                  <a:pt x="1882460" y="59498"/>
                  <a:pt x="1883624" y="59260"/>
                </a:cubicBezTo>
                <a:cubicBezTo>
                  <a:pt x="1884789" y="59021"/>
                  <a:pt x="1885869" y="58759"/>
                  <a:pt x="1886863" y="58472"/>
                </a:cubicBezTo>
                <a:lnTo>
                  <a:pt x="1886863" y="65135"/>
                </a:lnTo>
                <a:cubicBezTo>
                  <a:pt x="1884657" y="65770"/>
                  <a:pt x="1882165" y="66286"/>
                  <a:pt x="1879385" y="66683"/>
                </a:cubicBezTo>
                <a:cubicBezTo>
                  <a:pt x="1876605" y="67080"/>
                  <a:pt x="1873724" y="67278"/>
                  <a:pt x="1870742" y="67278"/>
                </a:cubicBezTo>
                <a:cubicBezTo>
                  <a:pt x="1866735" y="67278"/>
                  <a:pt x="1863287" y="66735"/>
                  <a:pt x="1860399" y="65648"/>
                </a:cubicBezTo>
                <a:cubicBezTo>
                  <a:pt x="1857510" y="64560"/>
                  <a:pt x="1855141" y="62984"/>
                  <a:pt x="1853293" y="60919"/>
                </a:cubicBezTo>
                <a:cubicBezTo>
                  <a:pt x="1851445" y="58853"/>
                  <a:pt x="1850079" y="56321"/>
                  <a:pt x="1849193" y="53324"/>
                </a:cubicBezTo>
                <a:cubicBezTo>
                  <a:pt x="1848308" y="50327"/>
                  <a:pt x="1847865" y="46933"/>
                  <a:pt x="1847865" y="43144"/>
                </a:cubicBezTo>
                <a:cubicBezTo>
                  <a:pt x="1847865" y="39851"/>
                  <a:pt x="1848339" y="36737"/>
                  <a:pt x="1849286" y="33802"/>
                </a:cubicBezTo>
                <a:cubicBezTo>
                  <a:pt x="1850234" y="30867"/>
                  <a:pt x="1851616" y="28289"/>
                  <a:pt x="1853433" y="26068"/>
                </a:cubicBezTo>
                <a:cubicBezTo>
                  <a:pt x="1855250" y="23847"/>
                  <a:pt x="1857479" y="22084"/>
                  <a:pt x="1860119" y="20780"/>
                </a:cubicBezTo>
                <a:cubicBezTo>
                  <a:pt x="1862759" y="19475"/>
                  <a:pt x="1865757" y="18823"/>
                  <a:pt x="1869111" y="18823"/>
                </a:cubicBezTo>
                <a:cubicBezTo>
                  <a:pt x="1872373" y="18823"/>
                  <a:pt x="1875261" y="19336"/>
                  <a:pt x="1877777" y="20361"/>
                </a:cubicBezTo>
                <a:cubicBezTo>
                  <a:pt x="1880293" y="21386"/>
                  <a:pt x="1882413" y="22838"/>
                  <a:pt x="1884137" y="24717"/>
                </a:cubicBezTo>
                <a:cubicBezTo>
                  <a:pt x="1885861" y="26596"/>
                  <a:pt x="1887165" y="28879"/>
                  <a:pt x="1888051" y="31566"/>
                </a:cubicBezTo>
                <a:cubicBezTo>
                  <a:pt x="1888936" y="34253"/>
                  <a:pt x="1889379" y="37258"/>
                  <a:pt x="1889379" y="40581"/>
                </a:cubicBezTo>
                <a:moveTo>
                  <a:pt x="1880945" y="39416"/>
                </a:moveTo>
                <a:cubicBezTo>
                  <a:pt x="1881039" y="37335"/>
                  <a:pt x="1880837" y="35433"/>
                  <a:pt x="1880340" y="33709"/>
                </a:cubicBezTo>
                <a:cubicBezTo>
                  <a:pt x="1879843" y="31985"/>
                  <a:pt x="1879074" y="30502"/>
                  <a:pt x="1878033" y="29260"/>
                </a:cubicBezTo>
                <a:cubicBezTo>
                  <a:pt x="1876993" y="28017"/>
                  <a:pt x="1875696" y="27046"/>
                  <a:pt x="1874143" y="26348"/>
                </a:cubicBezTo>
                <a:cubicBezTo>
                  <a:pt x="1872590" y="25649"/>
                  <a:pt x="1870788" y="25299"/>
                  <a:pt x="1868738" y="25299"/>
                </a:cubicBezTo>
                <a:cubicBezTo>
                  <a:pt x="1866968" y="25299"/>
                  <a:pt x="1865353" y="25641"/>
                  <a:pt x="1863893" y="26324"/>
                </a:cubicBezTo>
                <a:cubicBezTo>
                  <a:pt x="1862433" y="27008"/>
                  <a:pt x="1861175" y="27970"/>
                  <a:pt x="1860119" y="29213"/>
                </a:cubicBezTo>
                <a:cubicBezTo>
                  <a:pt x="1859063" y="30455"/>
                  <a:pt x="1858209" y="31946"/>
                  <a:pt x="1857556" y="33686"/>
                </a:cubicBezTo>
                <a:cubicBezTo>
                  <a:pt x="1856904" y="35425"/>
                  <a:pt x="1856500" y="37335"/>
                  <a:pt x="1856345" y="39416"/>
                </a:cubicBezTo>
                <a:lnTo>
                  <a:pt x="1880945" y="39416"/>
                </a:lnTo>
                <a:close/>
                <a:moveTo>
                  <a:pt x="1943893" y="66440"/>
                </a:moveTo>
                <a:lnTo>
                  <a:pt x="1933130" y="66440"/>
                </a:lnTo>
                <a:lnTo>
                  <a:pt x="1920504" y="48595"/>
                </a:lnTo>
                <a:lnTo>
                  <a:pt x="1908017" y="66440"/>
                </a:lnTo>
                <a:lnTo>
                  <a:pt x="1897534" y="66440"/>
                </a:lnTo>
                <a:lnTo>
                  <a:pt x="1915658" y="42957"/>
                </a:lnTo>
                <a:lnTo>
                  <a:pt x="1898373" y="19662"/>
                </a:lnTo>
                <a:lnTo>
                  <a:pt x="1908763" y="19662"/>
                </a:lnTo>
                <a:lnTo>
                  <a:pt x="1921063" y="37646"/>
                </a:lnTo>
                <a:lnTo>
                  <a:pt x="1933130" y="19662"/>
                </a:lnTo>
                <a:lnTo>
                  <a:pt x="1943147" y="19662"/>
                </a:lnTo>
                <a:lnTo>
                  <a:pt x="1925582" y="43144"/>
                </a:lnTo>
                <a:lnTo>
                  <a:pt x="1943893" y="66440"/>
                </a:lnTo>
                <a:close/>
                <a:moveTo>
                  <a:pt x="1983637" y="66440"/>
                </a:moveTo>
                <a:lnTo>
                  <a:pt x="1983451" y="60137"/>
                </a:lnTo>
                <a:cubicBezTo>
                  <a:pt x="1980904" y="62657"/>
                  <a:pt x="1978318" y="64478"/>
                  <a:pt x="1975694" y="65598"/>
                </a:cubicBezTo>
                <a:cubicBezTo>
                  <a:pt x="1973069" y="66718"/>
                  <a:pt x="1970312" y="67278"/>
                  <a:pt x="1967424" y="67278"/>
                </a:cubicBezTo>
                <a:cubicBezTo>
                  <a:pt x="1964752" y="67278"/>
                  <a:pt x="1962469" y="66936"/>
                  <a:pt x="1960575" y="66252"/>
                </a:cubicBezTo>
                <a:cubicBezTo>
                  <a:pt x="1958680" y="65567"/>
                  <a:pt x="1957119" y="64626"/>
                  <a:pt x="1955892" y="63429"/>
                </a:cubicBezTo>
                <a:cubicBezTo>
                  <a:pt x="1954665" y="62231"/>
                  <a:pt x="1953764" y="60823"/>
                  <a:pt x="1953190" y="59205"/>
                </a:cubicBezTo>
                <a:cubicBezTo>
                  <a:pt x="1952615" y="57587"/>
                  <a:pt x="1952328" y="55829"/>
                  <a:pt x="1952328" y="53931"/>
                </a:cubicBezTo>
                <a:cubicBezTo>
                  <a:pt x="1952328" y="49233"/>
                  <a:pt x="1954075" y="45554"/>
                  <a:pt x="1957569" y="42895"/>
                </a:cubicBezTo>
                <a:cubicBezTo>
                  <a:pt x="1961064" y="40234"/>
                  <a:pt x="1966228" y="38904"/>
                  <a:pt x="1973061" y="38904"/>
                </a:cubicBezTo>
                <a:lnTo>
                  <a:pt x="1982752" y="38904"/>
                </a:lnTo>
                <a:lnTo>
                  <a:pt x="1982752" y="34818"/>
                </a:lnTo>
                <a:cubicBezTo>
                  <a:pt x="1982752" y="32064"/>
                  <a:pt x="1981867" y="29858"/>
                  <a:pt x="1980096" y="28202"/>
                </a:cubicBezTo>
                <a:cubicBezTo>
                  <a:pt x="1978326" y="26547"/>
                  <a:pt x="1975624" y="25719"/>
                  <a:pt x="1971989" y="25719"/>
                </a:cubicBezTo>
                <a:cubicBezTo>
                  <a:pt x="1969349" y="25719"/>
                  <a:pt x="1966748" y="26018"/>
                  <a:pt x="1964185" y="26617"/>
                </a:cubicBezTo>
                <a:cubicBezTo>
                  <a:pt x="1961623" y="27215"/>
                  <a:pt x="1958975" y="28065"/>
                  <a:pt x="1956242" y="29166"/>
                </a:cubicBezTo>
                <a:lnTo>
                  <a:pt x="1956242" y="21851"/>
                </a:lnTo>
                <a:cubicBezTo>
                  <a:pt x="1957267" y="21473"/>
                  <a:pt x="1958408" y="21102"/>
                  <a:pt x="1959666" y="20739"/>
                </a:cubicBezTo>
                <a:cubicBezTo>
                  <a:pt x="1960924" y="20376"/>
                  <a:pt x="1962252" y="20053"/>
                  <a:pt x="1963650" y="19769"/>
                </a:cubicBezTo>
                <a:cubicBezTo>
                  <a:pt x="1965047" y="19485"/>
                  <a:pt x="1966507" y="19256"/>
                  <a:pt x="1968029" y="19084"/>
                </a:cubicBezTo>
                <a:cubicBezTo>
                  <a:pt x="1969551" y="18910"/>
                  <a:pt x="1971089" y="18823"/>
                  <a:pt x="1972642" y="18823"/>
                </a:cubicBezTo>
                <a:cubicBezTo>
                  <a:pt x="1975468" y="18823"/>
                  <a:pt x="1978015" y="19134"/>
                  <a:pt x="1980283" y="19755"/>
                </a:cubicBezTo>
                <a:cubicBezTo>
                  <a:pt x="1982550" y="20376"/>
                  <a:pt x="1984468" y="21323"/>
                  <a:pt x="1986037" y="22597"/>
                </a:cubicBezTo>
                <a:cubicBezTo>
                  <a:pt x="1987605" y="23870"/>
                  <a:pt x="1988809" y="25470"/>
                  <a:pt x="1989648" y="27396"/>
                </a:cubicBezTo>
                <a:cubicBezTo>
                  <a:pt x="1990486" y="29322"/>
                  <a:pt x="1990906" y="31589"/>
                  <a:pt x="1990906" y="34198"/>
                </a:cubicBezTo>
                <a:lnTo>
                  <a:pt x="1990906" y="66440"/>
                </a:lnTo>
                <a:lnTo>
                  <a:pt x="1983637" y="66440"/>
                </a:lnTo>
                <a:moveTo>
                  <a:pt x="1982752" y="45101"/>
                </a:moveTo>
                <a:lnTo>
                  <a:pt x="1972455" y="45101"/>
                </a:lnTo>
                <a:cubicBezTo>
                  <a:pt x="1970436" y="45101"/>
                  <a:pt x="1968697" y="45304"/>
                  <a:pt x="1967237" y="45709"/>
                </a:cubicBezTo>
                <a:cubicBezTo>
                  <a:pt x="1965777" y="46114"/>
                  <a:pt x="1964581" y="46690"/>
                  <a:pt x="1963650" y="47438"/>
                </a:cubicBezTo>
                <a:cubicBezTo>
                  <a:pt x="1962718" y="48185"/>
                  <a:pt x="1962027" y="49081"/>
                  <a:pt x="1961576" y="50125"/>
                </a:cubicBezTo>
                <a:cubicBezTo>
                  <a:pt x="1961126" y="51169"/>
                  <a:pt x="1960901" y="52345"/>
                  <a:pt x="1960901" y="53653"/>
                </a:cubicBezTo>
                <a:cubicBezTo>
                  <a:pt x="1960901" y="54557"/>
                  <a:pt x="1961040" y="55422"/>
                  <a:pt x="1961320" y="56248"/>
                </a:cubicBezTo>
                <a:cubicBezTo>
                  <a:pt x="1961600" y="57073"/>
                  <a:pt x="1962050" y="57805"/>
                  <a:pt x="1962671" y="58443"/>
                </a:cubicBezTo>
                <a:cubicBezTo>
                  <a:pt x="1963292" y="59082"/>
                  <a:pt x="1964100" y="59588"/>
                  <a:pt x="1965094" y="59962"/>
                </a:cubicBezTo>
                <a:cubicBezTo>
                  <a:pt x="1966088" y="60336"/>
                  <a:pt x="1967299" y="60522"/>
                  <a:pt x="1968728" y="60522"/>
                </a:cubicBezTo>
                <a:cubicBezTo>
                  <a:pt x="1970592" y="60522"/>
                  <a:pt x="1972727" y="59954"/>
                  <a:pt x="1975134" y="58818"/>
                </a:cubicBezTo>
                <a:cubicBezTo>
                  <a:pt x="1977542" y="57680"/>
                  <a:pt x="1980081" y="55880"/>
                  <a:pt x="1982752" y="53419"/>
                </a:cubicBezTo>
                <a:lnTo>
                  <a:pt x="1982752" y="45101"/>
                </a:lnTo>
                <a:close/>
                <a:moveTo>
                  <a:pt x="2038804" y="66440"/>
                </a:moveTo>
                <a:lnTo>
                  <a:pt x="2038804" y="32847"/>
                </a:lnTo>
                <a:cubicBezTo>
                  <a:pt x="2038804" y="31387"/>
                  <a:pt x="2038750" y="30191"/>
                  <a:pt x="2038641" y="29260"/>
                </a:cubicBezTo>
                <a:cubicBezTo>
                  <a:pt x="2038532" y="28328"/>
                  <a:pt x="2038361" y="27590"/>
                  <a:pt x="2038128" y="27046"/>
                </a:cubicBezTo>
                <a:cubicBezTo>
                  <a:pt x="2037895" y="26503"/>
                  <a:pt x="2037600" y="26122"/>
                  <a:pt x="2037243" y="25905"/>
                </a:cubicBezTo>
                <a:cubicBezTo>
                  <a:pt x="2036886" y="25688"/>
                  <a:pt x="2036443" y="25579"/>
                  <a:pt x="2035915" y="25579"/>
                </a:cubicBezTo>
                <a:cubicBezTo>
                  <a:pt x="2035294" y="25579"/>
                  <a:pt x="2034719" y="25765"/>
                  <a:pt x="2034191" y="26138"/>
                </a:cubicBezTo>
                <a:cubicBezTo>
                  <a:pt x="2033663" y="26511"/>
                  <a:pt x="2033096" y="27116"/>
                  <a:pt x="2032491" y="27955"/>
                </a:cubicBezTo>
                <a:cubicBezTo>
                  <a:pt x="2031885" y="28794"/>
                  <a:pt x="2031217" y="29904"/>
                  <a:pt x="2030487" y="31286"/>
                </a:cubicBezTo>
                <a:cubicBezTo>
                  <a:pt x="2029757" y="32668"/>
                  <a:pt x="2028895" y="34369"/>
                  <a:pt x="2027901" y="36388"/>
                </a:cubicBezTo>
                <a:lnTo>
                  <a:pt x="2027901" y="66440"/>
                </a:lnTo>
                <a:lnTo>
                  <a:pt x="2020493" y="66440"/>
                </a:lnTo>
                <a:lnTo>
                  <a:pt x="2020493" y="33732"/>
                </a:lnTo>
                <a:cubicBezTo>
                  <a:pt x="2020493" y="32024"/>
                  <a:pt x="2020439" y="30642"/>
                  <a:pt x="2020330" y="29586"/>
                </a:cubicBezTo>
                <a:cubicBezTo>
                  <a:pt x="2020222" y="28530"/>
                  <a:pt x="2020051" y="27706"/>
                  <a:pt x="2019818" y="27116"/>
                </a:cubicBezTo>
                <a:cubicBezTo>
                  <a:pt x="2019585" y="26526"/>
                  <a:pt x="2019282" y="26122"/>
                  <a:pt x="2018909" y="25905"/>
                </a:cubicBezTo>
                <a:cubicBezTo>
                  <a:pt x="2018537" y="25688"/>
                  <a:pt x="2018086" y="25579"/>
                  <a:pt x="2017558" y="25579"/>
                </a:cubicBezTo>
                <a:cubicBezTo>
                  <a:pt x="2016999" y="25579"/>
                  <a:pt x="2016471" y="25734"/>
                  <a:pt x="2015974" y="26045"/>
                </a:cubicBezTo>
                <a:cubicBezTo>
                  <a:pt x="2015477" y="26355"/>
                  <a:pt x="2014926" y="26914"/>
                  <a:pt x="2014320" y="27722"/>
                </a:cubicBezTo>
                <a:cubicBezTo>
                  <a:pt x="2013714" y="28530"/>
                  <a:pt x="2013039" y="29632"/>
                  <a:pt x="2012293" y="31030"/>
                </a:cubicBezTo>
                <a:cubicBezTo>
                  <a:pt x="2011548" y="32428"/>
                  <a:pt x="2010663" y="34214"/>
                  <a:pt x="2009638" y="36388"/>
                </a:cubicBezTo>
                <a:lnTo>
                  <a:pt x="2009638" y="66440"/>
                </a:lnTo>
                <a:lnTo>
                  <a:pt x="2002183" y="66440"/>
                </a:lnTo>
                <a:lnTo>
                  <a:pt x="2002183" y="19662"/>
                </a:lnTo>
                <a:lnTo>
                  <a:pt x="2008380" y="19662"/>
                </a:lnTo>
                <a:lnTo>
                  <a:pt x="2008752" y="28561"/>
                </a:lnTo>
                <a:cubicBezTo>
                  <a:pt x="2009560" y="26790"/>
                  <a:pt x="2010344" y="25284"/>
                  <a:pt x="2011105" y="24041"/>
                </a:cubicBezTo>
                <a:cubicBezTo>
                  <a:pt x="2011866" y="22799"/>
                  <a:pt x="2012650" y="21797"/>
                  <a:pt x="2013458" y="21036"/>
                </a:cubicBezTo>
                <a:cubicBezTo>
                  <a:pt x="2014266" y="20275"/>
                  <a:pt x="2015128" y="19716"/>
                  <a:pt x="2016044" y="19359"/>
                </a:cubicBezTo>
                <a:cubicBezTo>
                  <a:pt x="2016960" y="19002"/>
                  <a:pt x="2017977" y="18823"/>
                  <a:pt x="2019096" y="18823"/>
                </a:cubicBezTo>
                <a:cubicBezTo>
                  <a:pt x="2021612" y="18823"/>
                  <a:pt x="2023522" y="19646"/>
                  <a:pt x="2024826" y="21292"/>
                </a:cubicBezTo>
                <a:cubicBezTo>
                  <a:pt x="2026131" y="22939"/>
                  <a:pt x="2026783" y="25486"/>
                  <a:pt x="2026783" y="28933"/>
                </a:cubicBezTo>
                <a:cubicBezTo>
                  <a:pt x="2027529" y="27318"/>
                  <a:pt x="2028259" y="25882"/>
                  <a:pt x="2028973" y="24624"/>
                </a:cubicBezTo>
                <a:cubicBezTo>
                  <a:pt x="2029687" y="23366"/>
                  <a:pt x="2030456" y="22310"/>
                  <a:pt x="2031279" y="21455"/>
                </a:cubicBezTo>
                <a:cubicBezTo>
                  <a:pt x="2032102" y="20601"/>
                  <a:pt x="2033011" y="19949"/>
                  <a:pt x="2034005" y="19499"/>
                </a:cubicBezTo>
                <a:cubicBezTo>
                  <a:pt x="2034999" y="19048"/>
                  <a:pt x="2036148" y="18823"/>
                  <a:pt x="2037453" y="18823"/>
                </a:cubicBezTo>
                <a:cubicBezTo>
                  <a:pt x="2043323" y="18823"/>
                  <a:pt x="2046259" y="23342"/>
                  <a:pt x="2046259" y="32381"/>
                </a:cubicBezTo>
                <a:lnTo>
                  <a:pt x="2046259" y="66440"/>
                </a:lnTo>
                <a:lnTo>
                  <a:pt x="2038804" y="66440"/>
                </a:lnTo>
                <a:close/>
                <a:moveTo>
                  <a:pt x="2097278" y="42212"/>
                </a:moveTo>
                <a:cubicBezTo>
                  <a:pt x="2097278" y="46374"/>
                  <a:pt x="2096696" y="50008"/>
                  <a:pt x="2095531" y="53114"/>
                </a:cubicBezTo>
                <a:cubicBezTo>
                  <a:pt x="2094366" y="56221"/>
                  <a:pt x="2092759" y="58799"/>
                  <a:pt x="2090709" y="60849"/>
                </a:cubicBezTo>
                <a:cubicBezTo>
                  <a:pt x="2088659" y="62899"/>
                  <a:pt x="2086236" y="64436"/>
                  <a:pt x="2083441" y="65461"/>
                </a:cubicBezTo>
                <a:cubicBezTo>
                  <a:pt x="2080645" y="66486"/>
                  <a:pt x="2077617" y="66999"/>
                  <a:pt x="2074355" y="66999"/>
                </a:cubicBezTo>
                <a:cubicBezTo>
                  <a:pt x="2072864" y="66999"/>
                  <a:pt x="2071381" y="66921"/>
                  <a:pt x="2069906" y="66766"/>
                </a:cubicBezTo>
                <a:cubicBezTo>
                  <a:pt x="2068430" y="66610"/>
                  <a:pt x="2066932" y="66346"/>
                  <a:pt x="2065410" y="65974"/>
                </a:cubicBezTo>
                <a:lnTo>
                  <a:pt x="2065410" y="85542"/>
                </a:lnTo>
                <a:lnTo>
                  <a:pt x="2057303" y="85542"/>
                </a:lnTo>
                <a:lnTo>
                  <a:pt x="2057303" y="19662"/>
                </a:lnTo>
                <a:lnTo>
                  <a:pt x="2064524" y="19662"/>
                </a:lnTo>
                <a:lnTo>
                  <a:pt x="2065037" y="27489"/>
                </a:lnTo>
                <a:cubicBezTo>
                  <a:pt x="2067367" y="24290"/>
                  <a:pt x="2069851" y="22046"/>
                  <a:pt x="2072492" y="20757"/>
                </a:cubicBezTo>
                <a:cubicBezTo>
                  <a:pt x="2075132" y="19468"/>
                  <a:pt x="2077989" y="18823"/>
                  <a:pt x="2081064" y="18823"/>
                </a:cubicBezTo>
                <a:cubicBezTo>
                  <a:pt x="2083736" y="18823"/>
                  <a:pt x="2086081" y="19382"/>
                  <a:pt x="2088100" y="20500"/>
                </a:cubicBezTo>
                <a:cubicBezTo>
                  <a:pt x="2090119" y="21619"/>
                  <a:pt x="2091812" y="23195"/>
                  <a:pt x="2093178" y="25229"/>
                </a:cubicBezTo>
                <a:cubicBezTo>
                  <a:pt x="2094545" y="27264"/>
                  <a:pt x="2095570" y="29718"/>
                  <a:pt x="2096253" y="32591"/>
                </a:cubicBezTo>
                <a:cubicBezTo>
                  <a:pt x="2096937" y="35464"/>
                  <a:pt x="2097278" y="38671"/>
                  <a:pt x="2097278" y="42212"/>
                </a:cubicBezTo>
                <a:moveTo>
                  <a:pt x="2088985" y="42585"/>
                </a:moveTo>
                <a:cubicBezTo>
                  <a:pt x="2088985" y="40131"/>
                  <a:pt x="2088806" y="37879"/>
                  <a:pt x="2088449" y="35829"/>
                </a:cubicBezTo>
                <a:cubicBezTo>
                  <a:pt x="2088092" y="33779"/>
                  <a:pt x="2087525" y="32024"/>
                  <a:pt x="2086749" y="30564"/>
                </a:cubicBezTo>
                <a:cubicBezTo>
                  <a:pt x="2085972" y="29104"/>
                  <a:pt x="2084978" y="27963"/>
                  <a:pt x="2083767" y="27140"/>
                </a:cubicBezTo>
                <a:cubicBezTo>
                  <a:pt x="2082555" y="26316"/>
                  <a:pt x="2081111" y="25905"/>
                  <a:pt x="2079434" y="25905"/>
                </a:cubicBezTo>
                <a:cubicBezTo>
                  <a:pt x="2078409" y="25905"/>
                  <a:pt x="2077368" y="26068"/>
                  <a:pt x="2076312" y="26394"/>
                </a:cubicBezTo>
                <a:cubicBezTo>
                  <a:pt x="2075256" y="26720"/>
                  <a:pt x="2074161" y="27264"/>
                  <a:pt x="2073027" y="28025"/>
                </a:cubicBezTo>
                <a:cubicBezTo>
                  <a:pt x="2071894" y="28786"/>
                  <a:pt x="2070698" y="29795"/>
                  <a:pt x="2069440" y="31053"/>
                </a:cubicBezTo>
                <a:cubicBezTo>
                  <a:pt x="2068182" y="32311"/>
                  <a:pt x="2066839" y="33872"/>
                  <a:pt x="2065410" y="35736"/>
                </a:cubicBezTo>
                <a:lnTo>
                  <a:pt x="2065410" y="58426"/>
                </a:lnTo>
                <a:cubicBezTo>
                  <a:pt x="2066901" y="59047"/>
                  <a:pt x="2068469" y="59536"/>
                  <a:pt x="2070115" y="59894"/>
                </a:cubicBezTo>
                <a:cubicBezTo>
                  <a:pt x="2071762" y="60251"/>
                  <a:pt x="2073377" y="60429"/>
                  <a:pt x="2074961" y="60429"/>
                </a:cubicBezTo>
                <a:cubicBezTo>
                  <a:pt x="2079341" y="60429"/>
                  <a:pt x="2082773" y="58946"/>
                  <a:pt x="2085258" y="55980"/>
                </a:cubicBezTo>
                <a:cubicBezTo>
                  <a:pt x="2087743" y="53013"/>
                  <a:pt x="2088985" y="48548"/>
                  <a:pt x="2088985" y="42585"/>
                </a:cubicBezTo>
                <a:close/>
                <a:moveTo>
                  <a:pt x="2125095" y="7222"/>
                </a:moveTo>
                <a:lnTo>
                  <a:pt x="2111258" y="7222"/>
                </a:lnTo>
                <a:lnTo>
                  <a:pt x="2111258" y="559"/>
                </a:lnTo>
                <a:lnTo>
                  <a:pt x="2133295" y="559"/>
                </a:lnTo>
                <a:lnTo>
                  <a:pt x="2133295" y="59684"/>
                </a:lnTo>
                <a:lnTo>
                  <a:pt x="2147226" y="59684"/>
                </a:lnTo>
                <a:lnTo>
                  <a:pt x="2147226" y="66440"/>
                </a:lnTo>
                <a:lnTo>
                  <a:pt x="2109720" y="66440"/>
                </a:lnTo>
                <a:lnTo>
                  <a:pt x="2109720" y="59684"/>
                </a:lnTo>
                <a:lnTo>
                  <a:pt x="2125095" y="59684"/>
                </a:lnTo>
                <a:lnTo>
                  <a:pt x="2125095" y="7222"/>
                </a:lnTo>
                <a:close/>
                <a:moveTo>
                  <a:pt x="2200529" y="40581"/>
                </a:moveTo>
                <a:cubicBezTo>
                  <a:pt x="2200529" y="41731"/>
                  <a:pt x="2200514" y="42693"/>
                  <a:pt x="2200483" y="43470"/>
                </a:cubicBezTo>
                <a:cubicBezTo>
                  <a:pt x="2200452" y="44246"/>
                  <a:pt x="2200405" y="44976"/>
                  <a:pt x="2200343" y="45660"/>
                </a:cubicBezTo>
                <a:lnTo>
                  <a:pt x="2167496" y="45660"/>
                </a:lnTo>
                <a:cubicBezTo>
                  <a:pt x="2167496" y="50443"/>
                  <a:pt x="2168832" y="54116"/>
                  <a:pt x="2171503" y="56679"/>
                </a:cubicBezTo>
                <a:cubicBezTo>
                  <a:pt x="2174174" y="59241"/>
                  <a:pt x="2178026" y="60522"/>
                  <a:pt x="2183058" y="60522"/>
                </a:cubicBezTo>
                <a:cubicBezTo>
                  <a:pt x="2184424" y="60522"/>
                  <a:pt x="2185791" y="60467"/>
                  <a:pt x="2187158" y="60357"/>
                </a:cubicBezTo>
                <a:cubicBezTo>
                  <a:pt x="2188524" y="60245"/>
                  <a:pt x="2189844" y="60094"/>
                  <a:pt x="2191118" y="59904"/>
                </a:cubicBezTo>
                <a:cubicBezTo>
                  <a:pt x="2192391" y="59712"/>
                  <a:pt x="2193611" y="59498"/>
                  <a:pt x="2194775" y="59260"/>
                </a:cubicBezTo>
                <a:cubicBezTo>
                  <a:pt x="2195940" y="59021"/>
                  <a:pt x="2197020" y="58759"/>
                  <a:pt x="2198013" y="58472"/>
                </a:cubicBezTo>
                <a:lnTo>
                  <a:pt x="2198013" y="65135"/>
                </a:lnTo>
                <a:cubicBezTo>
                  <a:pt x="2195808" y="65770"/>
                  <a:pt x="2193315" y="66286"/>
                  <a:pt x="2190536" y="66683"/>
                </a:cubicBezTo>
                <a:cubicBezTo>
                  <a:pt x="2187756" y="67080"/>
                  <a:pt x="2184875" y="67278"/>
                  <a:pt x="2181893" y="67278"/>
                </a:cubicBezTo>
                <a:cubicBezTo>
                  <a:pt x="2177886" y="67278"/>
                  <a:pt x="2174438" y="66735"/>
                  <a:pt x="2171549" y="65648"/>
                </a:cubicBezTo>
                <a:cubicBezTo>
                  <a:pt x="2168661" y="64560"/>
                  <a:pt x="2166292" y="62984"/>
                  <a:pt x="2164444" y="60919"/>
                </a:cubicBezTo>
                <a:cubicBezTo>
                  <a:pt x="2162596" y="58853"/>
                  <a:pt x="2161229" y="56321"/>
                  <a:pt x="2160344" y="53324"/>
                </a:cubicBezTo>
                <a:cubicBezTo>
                  <a:pt x="2159459" y="50327"/>
                  <a:pt x="2159016" y="46933"/>
                  <a:pt x="2159016" y="43144"/>
                </a:cubicBezTo>
                <a:cubicBezTo>
                  <a:pt x="2159016" y="39851"/>
                  <a:pt x="2159490" y="36737"/>
                  <a:pt x="2160437" y="33802"/>
                </a:cubicBezTo>
                <a:cubicBezTo>
                  <a:pt x="2161385" y="30867"/>
                  <a:pt x="2162767" y="28289"/>
                  <a:pt x="2164584" y="26068"/>
                </a:cubicBezTo>
                <a:cubicBezTo>
                  <a:pt x="2166401" y="23847"/>
                  <a:pt x="2168630" y="22084"/>
                  <a:pt x="2171270" y="20780"/>
                </a:cubicBezTo>
                <a:cubicBezTo>
                  <a:pt x="2173910" y="19475"/>
                  <a:pt x="2176907" y="18823"/>
                  <a:pt x="2180262" y="18823"/>
                </a:cubicBezTo>
                <a:cubicBezTo>
                  <a:pt x="2183523" y="18823"/>
                  <a:pt x="2186412" y="19336"/>
                  <a:pt x="2188928" y="20361"/>
                </a:cubicBezTo>
                <a:cubicBezTo>
                  <a:pt x="2191444" y="21386"/>
                  <a:pt x="2193564" y="22838"/>
                  <a:pt x="2195288" y="24717"/>
                </a:cubicBezTo>
                <a:cubicBezTo>
                  <a:pt x="2197012" y="26596"/>
                  <a:pt x="2198316" y="28879"/>
                  <a:pt x="2199202" y="31566"/>
                </a:cubicBezTo>
                <a:cubicBezTo>
                  <a:pt x="2200087" y="34253"/>
                  <a:pt x="2200529" y="37258"/>
                  <a:pt x="2200529" y="40581"/>
                </a:cubicBezTo>
                <a:moveTo>
                  <a:pt x="2192096" y="39416"/>
                </a:moveTo>
                <a:cubicBezTo>
                  <a:pt x="2192190" y="37335"/>
                  <a:pt x="2191988" y="35433"/>
                  <a:pt x="2191491" y="33709"/>
                </a:cubicBezTo>
                <a:cubicBezTo>
                  <a:pt x="2190994" y="31985"/>
                  <a:pt x="2190225" y="30502"/>
                  <a:pt x="2189184" y="29260"/>
                </a:cubicBezTo>
                <a:cubicBezTo>
                  <a:pt x="2188144" y="28017"/>
                  <a:pt x="2186847" y="27046"/>
                  <a:pt x="2185294" y="26348"/>
                </a:cubicBezTo>
                <a:cubicBezTo>
                  <a:pt x="2183741" y="25649"/>
                  <a:pt x="2181939" y="25299"/>
                  <a:pt x="2179889" y="25299"/>
                </a:cubicBezTo>
                <a:cubicBezTo>
                  <a:pt x="2178119" y="25299"/>
                  <a:pt x="2176504" y="25641"/>
                  <a:pt x="2175044" y="26324"/>
                </a:cubicBezTo>
                <a:cubicBezTo>
                  <a:pt x="2173584" y="27008"/>
                  <a:pt x="2172326" y="27970"/>
                  <a:pt x="2171270" y="29213"/>
                </a:cubicBezTo>
                <a:cubicBezTo>
                  <a:pt x="2170214" y="30455"/>
                  <a:pt x="2169360" y="31946"/>
                  <a:pt x="2168707" y="33686"/>
                </a:cubicBezTo>
                <a:cubicBezTo>
                  <a:pt x="2168055" y="35425"/>
                  <a:pt x="2167651" y="37335"/>
                  <a:pt x="2167496" y="39416"/>
                </a:cubicBezTo>
                <a:lnTo>
                  <a:pt x="2192096" y="39416"/>
                </a:lnTo>
                <a:close/>
                <a:moveTo>
                  <a:pt x="2249919" y="53674"/>
                </a:moveTo>
                <a:cubicBezTo>
                  <a:pt x="2249919" y="55320"/>
                  <a:pt x="2249639" y="56795"/>
                  <a:pt x="2249080" y="58100"/>
                </a:cubicBezTo>
                <a:cubicBezTo>
                  <a:pt x="2248521" y="59404"/>
                  <a:pt x="2247760" y="60561"/>
                  <a:pt x="2246797" y="61571"/>
                </a:cubicBezTo>
                <a:cubicBezTo>
                  <a:pt x="2245834" y="62580"/>
                  <a:pt x="2244716" y="63442"/>
                  <a:pt x="2243442" y="64157"/>
                </a:cubicBezTo>
                <a:cubicBezTo>
                  <a:pt x="2242169" y="64871"/>
                  <a:pt x="2240810" y="65461"/>
                  <a:pt x="2239366" y="65927"/>
                </a:cubicBezTo>
                <a:cubicBezTo>
                  <a:pt x="2237921" y="66393"/>
                  <a:pt x="2236438" y="66735"/>
                  <a:pt x="2234916" y="66952"/>
                </a:cubicBezTo>
                <a:cubicBezTo>
                  <a:pt x="2233394" y="67170"/>
                  <a:pt x="2231903" y="67278"/>
                  <a:pt x="2230443" y="67278"/>
                </a:cubicBezTo>
                <a:cubicBezTo>
                  <a:pt x="2227275" y="67278"/>
                  <a:pt x="2224363" y="67139"/>
                  <a:pt x="2221707" y="66859"/>
                </a:cubicBezTo>
                <a:cubicBezTo>
                  <a:pt x="2219052" y="66579"/>
                  <a:pt x="2216450" y="66129"/>
                  <a:pt x="2213903" y="65508"/>
                </a:cubicBezTo>
                <a:lnTo>
                  <a:pt x="2213903" y="58053"/>
                </a:lnTo>
                <a:cubicBezTo>
                  <a:pt x="2216637" y="58830"/>
                  <a:pt x="2219354" y="59420"/>
                  <a:pt x="2222057" y="59824"/>
                </a:cubicBezTo>
                <a:cubicBezTo>
                  <a:pt x="2224759" y="60227"/>
                  <a:pt x="2227446" y="60429"/>
                  <a:pt x="2230117" y="60429"/>
                </a:cubicBezTo>
                <a:cubicBezTo>
                  <a:pt x="2234000" y="60429"/>
                  <a:pt x="2236873" y="59901"/>
                  <a:pt x="2238737" y="58845"/>
                </a:cubicBezTo>
                <a:cubicBezTo>
                  <a:pt x="2240600" y="57789"/>
                  <a:pt x="2241532" y="56283"/>
                  <a:pt x="2241532" y="54326"/>
                </a:cubicBezTo>
                <a:cubicBezTo>
                  <a:pt x="2241532" y="53487"/>
                  <a:pt x="2241385" y="52734"/>
                  <a:pt x="2241089" y="52066"/>
                </a:cubicBezTo>
                <a:cubicBezTo>
                  <a:pt x="2240794" y="51398"/>
                  <a:pt x="2240259" y="50762"/>
                  <a:pt x="2239482" y="50156"/>
                </a:cubicBezTo>
                <a:cubicBezTo>
                  <a:pt x="2238705" y="49550"/>
                  <a:pt x="2237502" y="48921"/>
                  <a:pt x="2235871" y="48269"/>
                </a:cubicBezTo>
                <a:cubicBezTo>
                  <a:pt x="2234240" y="47617"/>
                  <a:pt x="2232012" y="46871"/>
                  <a:pt x="2229185" y="46033"/>
                </a:cubicBezTo>
                <a:cubicBezTo>
                  <a:pt x="2227073" y="45411"/>
                  <a:pt x="2225124" y="44705"/>
                  <a:pt x="2223338" y="43913"/>
                </a:cubicBezTo>
                <a:cubicBezTo>
                  <a:pt x="2221552" y="43121"/>
                  <a:pt x="2220007" y="42181"/>
                  <a:pt x="2218702" y="41094"/>
                </a:cubicBezTo>
                <a:cubicBezTo>
                  <a:pt x="2217398" y="40007"/>
                  <a:pt x="2216373" y="38733"/>
                  <a:pt x="2215627" y="37273"/>
                </a:cubicBezTo>
                <a:cubicBezTo>
                  <a:pt x="2214882" y="35813"/>
                  <a:pt x="2214509" y="34090"/>
                  <a:pt x="2214509" y="32102"/>
                </a:cubicBezTo>
                <a:cubicBezTo>
                  <a:pt x="2214509" y="30797"/>
                  <a:pt x="2214812" y="29368"/>
                  <a:pt x="2215417" y="27815"/>
                </a:cubicBezTo>
                <a:cubicBezTo>
                  <a:pt x="2216023" y="26262"/>
                  <a:pt x="2217056" y="24818"/>
                  <a:pt x="2218516" y="23482"/>
                </a:cubicBezTo>
                <a:cubicBezTo>
                  <a:pt x="2219976" y="22147"/>
                  <a:pt x="2221948" y="21036"/>
                  <a:pt x="2224433" y="20151"/>
                </a:cubicBezTo>
                <a:cubicBezTo>
                  <a:pt x="2226918" y="19266"/>
                  <a:pt x="2230024" y="18823"/>
                  <a:pt x="2233751" y="18823"/>
                </a:cubicBezTo>
                <a:cubicBezTo>
                  <a:pt x="2235584" y="18823"/>
                  <a:pt x="2237618" y="18924"/>
                  <a:pt x="2239855" y="19126"/>
                </a:cubicBezTo>
                <a:cubicBezTo>
                  <a:pt x="2242091" y="19328"/>
                  <a:pt x="2244421" y="19677"/>
                  <a:pt x="2246843" y="20174"/>
                </a:cubicBezTo>
                <a:lnTo>
                  <a:pt x="2246843" y="27396"/>
                </a:lnTo>
                <a:cubicBezTo>
                  <a:pt x="2244296" y="26775"/>
                  <a:pt x="2241881" y="26316"/>
                  <a:pt x="2239598" y="26021"/>
                </a:cubicBezTo>
                <a:cubicBezTo>
                  <a:pt x="2237316" y="25726"/>
                  <a:pt x="2235335" y="25579"/>
                  <a:pt x="2233658" y="25579"/>
                </a:cubicBezTo>
                <a:cubicBezTo>
                  <a:pt x="2231639" y="25579"/>
                  <a:pt x="2229939" y="25734"/>
                  <a:pt x="2228556" y="26045"/>
                </a:cubicBezTo>
                <a:cubicBezTo>
                  <a:pt x="2227174" y="26355"/>
                  <a:pt x="2226056" y="26782"/>
                  <a:pt x="2225202" y="27326"/>
                </a:cubicBezTo>
                <a:cubicBezTo>
                  <a:pt x="2224348" y="27870"/>
                  <a:pt x="2223734" y="28506"/>
                  <a:pt x="2223361" y="29236"/>
                </a:cubicBezTo>
                <a:cubicBezTo>
                  <a:pt x="2222989" y="29966"/>
                  <a:pt x="2222802" y="30750"/>
                  <a:pt x="2222802" y="31589"/>
                </a:cubicBezTo>
                <a:cubicBezTo>
                  <a:pt x="2222802" y="32428"/>
                  <a:pt x="2222965" y="33189"/>
                  <a:pt x="2223291" y="33872"/>
                </a:cubicBezTo>
                <a:cubicBezTo>
                  <a:pt x="2223618" y="34555"/>
                  <a:pt x="2224223" y="35215"/>
                  <a:pt x="2225109" y="35852"/>
                </a:cubicBezTo>
                <a:cubicBezTo>
                  <a:pt x="2225994" y="36489"/>
                  <a:pt x="2227228" y="37126"/>
                  <a:pt x="2228813" y="37762"/>
                </a:cubicBezTo>
                <a:cubicBezTo>
                  <a:pt x="2230397" y="38399"/>
                  <a:pt x="2232462" y="39090"/>
                  <a:pt x="2235009" y="39836"/>
                </a:cubicBezTo>
                <a:cubicBezTo>
                  <a:pt x="2237774" y="40643"/>
                  <a:pt x="2240103" y="41490"/>
                  <a:pt x="2241998" y="42375"/>
                </a:cubicBezTo>
                <a:cubicBezTo>
                  <a:pt x="2243893" y="43260"/>
                  <a:pt x="2245430" y="44246"/>
                  <a:pt x="2246611" y="45334"/>
                </a:cubicBezTo>
                <a:cubicBezTo>
                  <a:pt x="2247791" y="46421"/>
                  <a:pt x="2248637" y="47648"/>
                  <a:pt x="2249150" y="49014"/>
                </a:cubicBezTo>
                <a:cubicBezTo>
                  <a:pt x="2249662" y="50381"/>
                  <a:pt x="2249919" y="51934"/>
                  <a:pt x="2249919" y="53674"/>
                </a:cubicBezTo>
                <a:close/>
                <a:moveTo>
                  <a:pt x="2351833" y="66440"/>
                </a:moveTo>
                <a:lnTo>
                  <a:pt x="2351646" y="60137"/>
                </a:lnTo>
                <a:cubicBezTo>
                  <a:pt x="2349099" y="62657"/>
                  <a:pt x="2346514" y="64478"/>
                  <a:pt x="2343889" y="65598"/>
                </a:cubicBezTo>
                <a:cubicBezTo>
                  <a:pt x="2341264" y="66718"/>
                  <a:pt x="2338508" y="67278"/>
                  <a:pt x="2335619" y="67278"/>
                </a:cubicBezTo>
                <a:cubicBezTo>
                  <a:pt x="2332948" y="67278"/>
                  <a:pt x="2330665" y="66936"/>
                  <a:pt x="2328770" y="66252"/>
                </a:cubicBezTo>
                <a:cubicBezTo>
                  <a:pt x="2326875" y="65567"/>
                  <a:pt x="2325314" y="64626"/>
                  <a:pt x="2324088" y="63429"/>
                </a:cubicBezTo>
                <a:cubicBezTo>
                  <a:pt x="2322861" y="62231"/>
                  <a:pt x="2321960" y="60823"/>
                  <a:pt x="2321385" y="59205"/>
                </a:cubicBezTo>
                <a:cubicBezTo>
                  <a:pt x="2320811" y="57587"/>
                  <a:pt x="2320523" y="55829"/>
                  <a:pt x="2320523" y="53931"/>
                </a:cubicBezTo>
                <a:cubicBezTo>
                  <a:pt x="2320523" y="49233"/>
                  <a:pt x="2322270" y="45554"/>
                  <a:pt x="2325765" y="42895"/>
                </a:cubicBezTo>
                <a:cubicBezTo>
                  <a:pt x="2329259" y="40234"/>
                  <a:pt x="2334423" y="38904"/>
                  <a:pt x="2341257" y="38904"/>
                </a:cubicBezTo>
                <a:lnTo>
                  <a:pt x="2350948" y="38904"/>
                </a:lnTo>
                <a:lnTo>
                  <a:pt x="2350948" y="34818"/>
                </a:lnTo>
                <a:cubicBezTo>
                  <a:pt x="2350948" y="32064"/>
                  <a:pt x="2350062" y="29858"/>
                  <a:pt x="2348292" y="28202"/>
                </a:cubicBezTo>
                <a:cubicBezTo>
                  <a:pt x="2346521" y="26547"/>
                  <a:pt x="2343819" y="25719"/>
                  <a:pt x="2340185" y="25719"/>
                </a:cubicBezTo>
                <a:cubicBezTo>
                  <a:pt x="2337545" y="25719"/>
                  <a:pt x="2334943" y="26018"/>
                  <a:pt x="2332381" y="26617"/>
                </a:cubicBezTo>
                <a:cubicBezTo>
                  <a:pt x="2329818" y="27215"/>
                  <a:pt x="2327170" y="28065"/>
                  <a:pt x="2324437" y="29166"/>
                </a:cubicBezTo>
                <a:lnTo>
                  <a:pt x="2324437" y="21851"/>
                </a:lnTo>
                <a:cubicBezTo>
                  <a:pt x="2325462" y="21473"/>
                  <a:pt x="2326603" y="21102"/>
                  <a:pt x="2327861" y="20739"/>
                </a:cubicBezTo>
                <a:cubicBezTo>
                  <a:pt x="2329119" y="20376"/>
                  <a:pt x="2330447" y="20053"/>
                  <a:pt x="2331845" y="19769"/>
                </a:cubicBezTo>
                <a:cubicBezTo>
                  <a:pt x="2333243" y="19485"/>
                  <a:pt x="2334703" y="19256"/>
                  <a:pt x="2336225" y="19084"/>
                </a:cubicBezTo>
                <a:cubicBezTo>
                  <a:pt x="2337747" y="18910"/>
                  <a:pt x="2339284" y="18823"/>
                  <a:pt x="2340837" y="18823"/>
                </a:cubicBezTo>
                <a:cubicBezTo>
                  <a:pt x="2343664" y="18823"/>
                  <a:pt x="2346211" y="19134"/>
                  <a:pt x="2348478" y="19755"/>
                </a:cubicBezTo>
                <a:cubicBezTo>
                  <a:pt x="2350746" y="20376"/>
                  <a:pt x="2352664" y="21323"/>
                  <a:pt x="2354232" y="22597"/>
                </a:cubicBezTo>
                <a:cubicBezTo>
                  <a:pt x="2355801" y="23870"/>
                  <a:pt x="2357005" y="25470"/>
                  <a:pt x="2357843" y="27396"/>
                </a:cubicBezTo>
                <a:cubicBezTo>
                  <a:pt x="2358682" y="29322"/>
                  <a:pt x="2359101" y="31589"/>
                  <a:pt x="2359101" y="34198"/>
                </a:cubicBezTo>
                <a:lnTo>
                  <a:pt x="2359101" y="66440"/>
                </a:lnTo>
                <a:lnTo>
                  <a:pt x="2351833" y="66440"/>
                </a:lnTo>
                <a:moveTo>
                  <a:pt x="2350948" y="45101"/>
                </a:moveTo>
                <a:lnTo>
                  <a:pt x="2340651" y="45101"/>
                </a:lnTo>
                <a:cubicBezTo>
                  <a:pt x="2338632" y="45101"/>
                  <a:pt x="2336892" y="45304"/>
                  <a:pt x="2335433" y="45709"/>
                </a:cubicBezTo>
                <a:cubicBezTo>
                  <a:pt x="2333973" y="46114"/>
                  <a:pt x="2332777" y="46690"/>
                  <a:pt x="2331845" y="47438"/>
                </a:cubicBezTo>
                <a:cubicBezTo>
                  <a:pt x="2330913" y="48185"/>
                  <a:pt x="2330222" y="49081"/>
                  <a:pt x="2329772" y="50125"/>
                </a:cubicBezTo>
                <a:cubicBezTo>
                  <a:pt x="2329321" y="51169"/>
                  <a:pt x="2329096" y="52345"/>
                  <a:pt x="2329096" y="53653"/>
                </a:cubicBezTo>
                <a:cubicBezTo>
                  <a:pt x="2329096" y="54557"/>
                  <a:pt x="2329236" y="55422"/>
                  <a:pt x="2329515" y="56248"/>
                </a:cubicBezTo>
                <a:cubicBezTo>
                  <a:pt x="2329795" y="57073"/>
                  <a:pt x="2330245" y="57805"/>
                  <a:pt x="2330867" y="58443"/>
                </a:cubicBezTo>
                <a:cubicBezTo>
                  <a:pt x="2331488" y="59082"/>
                  <a:pt x="2332295" y="59588"/>
                  <a:pt x="2333289" y="59962"/>
                </a:cubicBezTo>
                <a:cubicBezTo>
                  <a:pt x="2334283" y="60336"/>
                  <a:pt x="2335495" y="60522"/>
                  <a:pt x="2336924" y="60522"/>
                </a:cubicBezTo>
                <a:cubicBezTo>
                  <a:pt x="2338787" y="60522"/>
                  <a:pt x="2340923" y="59954"/>
                  <a:pt x="2343330" y="58818"/>
                </a:cubicBezTo>
                <a:cubicBezTo>
                  <a:pt x="2345737" y="57680"/>
                  <a:pt x="2348276" y="55880"/>
                  <a:pt x="2350948" y="53419"/>
                </a:cubicBezTo>
                <a:lnTo>
                  <a:pt x="2350948" y="45101"/>
                </a:lnTo>
                <a:close/>
                <a:moveTo>
                  <a:pt x="2373639" y="19662"/>
                </a:moveTo>
                <a:lnTo>
                  <a:pt x="2380861" y="19662"/>
                </a:lnTo>
                <a:lnTo>
                  <a:pt x="2381187" y="27210"/>
                </a:lnTo>
                <a:cubicBezTo>
                  <a:pt x="2382554" y="25594"/>
                  <a:pt x="2383874" y="24251"/>
                  <a:pt x="2385148" y="23179"/>
                </a:cubicBezTo>
                <a:cubicBezTo>
                  <a:pt x="2386421" y="22108"/>
                  <a:pt x="2387671" y="21246"/>
                  <a:pt x="2388898" y="20593"/>
                </a:cubicBezTo>
                <a:cubicBezTo>
                  <a:pt x="2390125" y="19941"/>
                  <a:pt x="2391375" y="19483"/>
                  <a:pt x="2392649" y="19219"/>
                </a:cubicBezTo>
                <a:cubicBezTo>
                  <a:pt x="2393922" y="18955"/>
                  <a:pt x="2395242" y="18823"/>
                  <a:pt x="2396609" y="18823"/>
                </a:cubicBezTo>
                <a:cubicBezTo>
                  <a:pt x="2401424" y="18823"/>
                  <a:pt x="2405065" y="20244"/>
                  <a:pt x="2407535" y="23086"/>
                </a:cubicBezTo>
                <a:cubicBezTo>
                  <a:pt x="2410004" y="25928"/>
                  <a:pt x="2411239" y="30207"/>
                  <a:pt x="2411239" y="35922"/>
                </a:cubicBezTo>
                <a:lnTo>
                  <a:pt x="2411239" y="66440"/>
                </a:lnTo>
                <a:lnTo>
                  <a:pt x="2403132" y="66440"/>
                </a:lnTo>
                <a:lnTo>
                  <a:pt x="2403132" y="36574"/>
                </a:lnTo>
                <a:cubicBezTo>
                  <a:pt x="2403132" y="32909"/>
                  <a:pt x="2402449" y="30199"/>
                  <a:pt x="2401082" y="28444"/>
                </a:cubicBezTo>
                <a:cubicBezTo>
                  <a:pt x="2399715" y="26689"/>
                  <a:pt x="2397681" y="25812"/>
                  <a:pt x="2394978" y="25812"/>
                </a:cubicBezTo>
                <a:cubicBezTo>
                  <a:pt x="2393984" y="25812"/>
                  <a:pt x="2393014" y="25959"/>
                  <a:pt x="2392066" y="26254"/>
                </a:cubicBezTo>
                <a:cubicBezTo>
                  <a:pt x="2391119" y="26549"/>
                  <a:pt x="2390133" y="27062"/>
                  <a:pt x="2389108" y="27792"/>
                </a:cubicBezTo>
                <a:cubicBezTo>
                  <a:pt x="2388083" y="28522"/>
                  <a:pt x="2386972" y="29508"/>
                  <a:pt x="2385777" y="30750"/>
                </a:cubicBezTo>
                <a:cubicBezTo>
                  <a:pt x="2384581" y="31993"/>
                  <a:pt x="2383237" y="33546"/>
                  <a:pt x="2381746" y="35410"/>
                </a:cubicBezTo>
                <a:lnTo>
                  <a:pt x="2381746" y="66440"/>
                </a:lnTo>
                <a:lnTo>
                  <a:pt x="2373639" y="66440"/>
                </a:lnTo>
                <a:lnTo>
                  <a:pt x="2373639" y="19662"/>
                </a:lnTo>
                <a:close/>
                <a:moveTo>
                  <a:pt x="2423122" y="44029"/>
                </a:moveTo>
                <a:cubicBezTo>
                  <a:pt x="2423122" y="40053"/>
                  <a:pt x="2423665" y="36520"/>
                  <a:pt x="2424752" y="33429"/>
                </a:cubicBezTo>
                <a:cubicBezTo>
                  <a:pt x="2425840" y="30339"/>
                  <a:pt x="2427385" y="27730"/>
                  <a:pt x="2429388" y="25602"/>
                </a:cubicBezTo>
                <a:cubicBezTo>
                  <a:pt x="2431392" y="23474"/>
                  <a:pt x="2433799" y="21859"/>
                  <a:pt x="2436610" y="20757"/>
                </a:cubicBezTo>
                <a:cubicBezTo>
                  <a:pt x="2439421" y="19654"/>
                  <a:pt x="2442550" y="19103"/>
                  <a:pt x="2445998" y="19103"/>
                </a:cubicBezTo>
                <a:cubicBezTo>
                  <a:pt x="2447489" y="19103"/>
                  <a:pt x="2448957" y="19196"/>
                  <a:pt x="2450401" y="19382"/>
                </a:cubicBezTo>
                <a:cubicBezTo>
                  <a:pt x="2451845" y="19568"/>
                  <a:pt x="2453267" y="19864"/>
                  <a:pt x="2454664" y="20267"/>
                </a:cubicBezTo>
                <a:lnTo>
                  <a:pt x="2454664" y="559"/>
                </a:lnTo>
                <a:lnTo>
                  <a:pt x="2462818" y="559"/>
                </a:lnTo>
                <a:lnTo>
                  <a:pt x="2462818" y="66440"/>
                </a:lnTo>
                <a:lnTo>
                  <a:pt x="2455550" y="66440"/>
                </a:lnTo>
                <a:lnTo>
                  <a:pt x="2455270" y="57587"/>
                </a:lnTo>
                <a:cubicBezTo>
                  <a:pt x="2453003" y="60880"/>
                  <a:pt x="2450549" y="63318"/>
                  <a:pt x="2447908" y="64902"/>
                </a:cubicBezTo>
                <a:cubicBezTo>
                  <a:pt x="2445268" y="66486"/>
                  <a:pt x="2442411" y="67278"/>
                  <a:pt x="2439336" y="67278"/>
                </a:cubicBezTo>
                <a:cubicBezTo>
                  <a:pt x="2436664" y="67278"/>
                  <a:pt x="2434312" y="66719"/>
                  <a:pt x="2432277" y="65601"/>
                </a:cubicBezTo>
                <a:cubicBezTo>
                  <a:pt x="2430243" y="64483"/>
                  <a:pt x="2428550" y="62906"/>
                  <a:pt x="2427199" y="60872"/>
                </a:cubicBezTo>
                <a:cubicBezTo>
                  <a:pt x="2425847" y="58837"/>
                  <a:pt x="2424830" y="56391"/>
                  <a:pt x="2424147" y="53534"/>
                </a:cubicBezTo>
                <a:cubicBezTo>
                  <a:pt x="2423463" y="50676"/>
                  <a:pt x="2423122" y="47508"/>
                  <a:pt x="2423122" y="44029"/>
                </a:cubicBezTo>
                <a:moveTo>
                  <a:pt x="2431415" y="43517"/>
                </a:moveTo>
                <a:cubicBezTo>
                  <a:pt x="2431415" y="49170"/>
                  <a:pt x="2432246" y="53386"/>
                  <a:pt x="2433908" y="56166"/>
                </a:cubicBezTo>
                <a:cubicBezTo>
                  <a:pt x="2435569" y="58946"/>
                  <a:pt x="2437922" y="60336"/>
                  <a:pt x="2440966" y="60336"/>
                </a:cubicBezTo>
                <a:cubicBezTo>
                  <a:pt x="2443016" y="60336"/>
                  <a:pt x="2445183" y="59420"/>
                  <a:pt x="2447466" y="57587"/>
                </a:cubicBezTo>
                <a:cubicBezTo>
                  <a:pt x="2449749" y="55755"/>
                  <a:pt x="2452148" y="53037"/>
                  <a:pt x="2454664" y="49434"/>
                </a:cubicBezTo>
                <a:lnTo>
                  <a:pt x="2454664" y="27722"/>
                </a:lnTo>
                <a:cubicBezTo>
                  <a:pt x="2453329" y="27101"/>
                  <a:pt x="2451853" y="26627"/>
                  <a:pt x="2450238" y="26301"/>
                </a:cubicBezTo>
                <a:cubicBezTo>
                  <a:pt x="2448623" y="25975"/>
                  <a:pt x="2447023" y="25812"/>
                  <a:pt x="2445439" y="25812"/>
                </a:cubicBezTo>
                <a:cubicBezTo>
                  <a:pt x="2441028" y="25812"/>
                  <a:pt x="2437588" y="27241"/>
                  <a:pt x="2435119" y="30098"/>
                </a:cubicBezTo>
                <a:cubicBezTo>
                  <a:pt x="2432650" y="32956"/>
                  <a:pt x="2431415" y="37429"/>
                  <a:pt x="2431415" y="43517"/>
                </a:cubicBezTo>
                <a:close/>
                <a:moveTo>
                  <a:pt x="2570915" y="64716"/>
                </a:moveTo>
                <a:cubicBezTo>
                  <a:pt x="2568803" y="65523"/>
                  <a:pt x="2566636" y="66121"/>
                  <a:pt x="2564415" y="66510"/>
                </a:cubicBezTo>
                <a:cubicBezTo>
                  <a:pt x="2562195" y="66898"/>
                  <a:pt x="2559904" y="67092"/>
                  <a:pt x="2557543" y="67092"/>
                </a:cubicBezTo>
                <a:cubicBezTo>
                  <a:pt x="2550151" y="67092"/>
                  <a:pt x="2544459" y="65088"/>
                  <a:pt x="2540467" y="61082"/>
                </a:cubicBezTo>
                <a:cubicBezTo>
                  <a:pt x="2536476" y="57075"/>
                  <a:pt x="2534480" y="51220"/>
                  <a:pt x="2534480" y="43517"/>
                </a:cubicBezTo>
                <a:cubicBezTo>
                  <a:pt x="2534480" y="39820"/>
                  <a:pt x="2535055" y="36466"/>
                  <a:pt x="2536204" y="33453"/>
                </a:cubicBezTo>
                <a:cubicBezTo>
                  <a:pt x="2537354" y="30440"/>
                  <a:pt x="2538969" y="27862"/>
                  <a:pt x="2541050" y="25719"/>
                </a:cubicBezTo>
                <a:cubicBezTo>
                  <a:pt x="2543131" y="23575"/>
                  <a:pt x="2545616" y="21921"/>
                  <a:pt x="2548504" y="20757"/>
                </a:cubicBezTo>
                <a:cubicBezTo>
                  <a:pt x="2551393" y="19592"/>
                  <a:pt x="2554577" y="19009"/>
                  <a:pt x="2558056" y="19009"/>
                </a:cubicBezTo>
                <a:cubicBezTo>
                  <a:pt x="2560478" y="19009"/>
                  <a:pt x="2562746" y="19184"/>
                  <a:pt x="2564858" y="19534"/>
                </a:cubicBezTo>
                <a:cubicBezTo>
                  <a:pt x="2566970" y="19882"/>
                  <a:pt x="2568989" y="20453"/>
                  <a:pt x="2570915" y="21246"/>
                </a:cubicBezTo>
                <a:lnTo>
                  <a:pt x="2570915" y="28980"/>
                </a:lnTo>
                <a:cubicBezTo>
                  <a:pt x="2568896" y="27907"/>
                  <a:pt x="2566838" y="27127"/>
                  <a:pt x="2564742" y="26639"/>
                </a:cubicBezTo>
                <a:cubicBezTo>
                  <a:pt x="2562645" y="26150"/>
                  <a:pt x="2560478" y="25905"/>
                  <a:pt x="2558242" y="25905"/>
                </a:cubicBezTo>
                <a:cubicBezTo>
                  <a:pt x="2556161" y="25905"/>
                  <a:pt x="2554196" y="26301"/>
                  <a:pt x="2552348" y="27093"/>
                </a:cubicBezTo>
                <a:cubicBezTo>
                  <a:pt x="2550500" y="27885"/>
                  <a:pt x="2548877" y="29027"/>
                  <a:pt x="2547479" y="30518"/>
                </a:cubicBezTo>
                <a:cubicBezTo>
                  <a:pt x="2546082" y="32008"/>
                  <a:pt x="2544979" y="33826"/>
                  <a:pt x="2544171" y="35969"/>
                </a:cubicBezTo>
                <a:cubicBezTo>
                  <a:pt x="2543364" y="38112"/>
                  <a:pt x="2542960" y="40535"/>
                  <a:pt x="2542960" y="43237"/>
                </a:cubicBezTo>
                <a:cubicBezTo>
                  <a:pt x="2542960" y="48890"/>
                  <a:pt x="2544334" y="53122"/>
                  <a:pt x="2547083" y="55933"/>
                </a:cubicBezTo>
                <a:cubicBezTo>
                  <a:pt x="2549832" y="58744"/>
                  <a:pt x="2553645" y="60150"/>
                  <a:pt x="2558522" y="60150"/>
                </a:cubicBezTo>
                <a:cubicBezTo>
                  <a:pt x="2560727" y="60150"/>
                  <a:pt x="2562862" y="59901"/>
                  <a:pt x="2564928" y="59404"/>
                </a:cubicBezTo>
                <a:cubicBezTo>
                  <a:pt x="2566994" y="58907"/>
                  <a:pt x="2568989" y="58162"/>
                  <a:pt x="2570915" y="57168"/>
                </a:cubicBezTo>
                <a:lnTo>
                  <a:pt x="2570915" y="64716"/>
                </a:lnTo>
                <a:close/>
                <a:moveTo>
                  <a:pt x="2627154" y="42678"/>
                </a:moveTo>
                <a:cubicBezTo>
                  <a:pt x="2627154" y="46312"/>
                  <a:pt x="2626641" y="49643"/>
                  <a:pt x="2625616" y="52672"/>
                </a:cubicBezTo>
                <a:cubicBezTo>
                  <a:pt x="2624591" y="55700"/>
                  <a:pt x="2623116" y="58294"/>
                  <a:pt x="2621190" y="60453"/>
                </a:cubicBezTo>
                <a:cubicBezTo>
                  <a:pt x="2619264" y="62611"/>
                  <a:pt x="2616919" y="64289"/>
                  <a:pt x="2614155" y="65485"/>
                </a:cubicBezTo>
                <a:cubicBezTo>
                  <a:pt x="2611390" y="66680"/>
                  <a:pt x="2608253" y="67278"/>
                  <a:pt x="2604743" y="67278"/>
                </a:cubicBezTo>
                <a:cubicBezTo>
                  <a:pt x="2601389" y="67278"/>
                  <a:pt x="2598383" y="66758"/>
                  <a:pt x="2595728" y="65717"/>
                </a:cubicBezTo>
                <a:cubicBezTo>
                  <a:pt x="2593072" y="64677"/>
                  <a:pt x="2590820" y="63147"/>
                  <a:pt x="2588972" y="61128"/>
                </a:cubicBezTo>
                <a:cubicBezTo>
                  <a:pt x="2587124" y="59109"/>
                  <a:pt x="2585710" y="56609"/>
                  <a:pt x="2584732" y="53627"/>
                </a:cubicBezTo>
                <a:cubicBezTo>
                  <a:pt x="2583754" y="50645"/>
                  <a:pt x="2583264" y="47213"/>
                  <a:pt x="2583264" y="43330"/>
                </a:cubicBezTo>
                <a:cubicBezTo>
                  <a:pt x="2583264" y="39696"/>
                  <a:pt x="2583777" y="36380"/>
                  <a:pt x="2584802" y="33383"/>
                </a:cubicBezTo>
                <a:cubicBezTo>
                  <a:pt x="2585827" y="30385"/>
                  <a:pt x="2587302" y="27807"/>
                  <a:pt x="2589228" y="25649"/>
                </a:cubicBezTo>
                <a:cubicBezTo>
                  <a:pt x="2591154" y="23490"/>
                  <a:pt x="2593499" y="21813"/>
                  <a:pt x="2596263" y="20617"/>
                </a:cubicBezTo>
                <a:cubicBezTo>
                  <a:pt x="2599028" y="19421"/>
                  <a:pt x="2602165" y="18823"/>
                  <a:pt x="2605675" y="18823"/>
                </a:cubicBezTo>
                <a:cubicBezTo>
                  <a:pt x="2609030" y="18823"/>
                  <a:pt x="2612035" y="19343"/>
                  <a:pt x="2614690" y="20384"/>
                </a:cubicBezTo>
                <a:cubicBezTo>
                  <a:pt x="2617346" y="21424"/>
                  <a:pt x="2619598" y="22946"/>
                  <a:pt x="2621446" y="24950"/>
                </a:cubicBezTo>
                <a:cubicBezTo>
                  <a:pt x="2623294" y="26953"/>
                  <a:pt x="2624708" y="29446"/>
                  <a:pt x="2625686" y="32428"/>
                </a:cubicBezTo>
                <a:cubicBezTo>
                  <a:pt x="2626664" y="35410"/>
                  <a:pt x="2627154" y="38826"/>
                  <a:pt x="2627154" y="42678"/>
                </a:cubicBezTo>
                <a:moveTo>
                  <a:pt x="2618860" y="43051"/>
                </a:moveTo>
                <a:cubicBezTo>
                  <a:pt x="2618860" y="40162"/>
                  <a:pt x="2618542" y="37638"/>
                  <a:pt x="2617905" y="35480"/>
                </a:cubicBezTo>
                <a:cubicBezTo>
                  <a:pt x="2617268" y="33321"/>
                  <a:pt x="2616360" y="31519"/>
                  <a:pt x="2615180" y="30075"/>
                </a:cubicBezTo>
                <a:cubicBezTo>
                  <a:pt x="2613999" y="28631"/>
                  <a:pt x="2612563" y="27543"/>
                  <a:pt x="2610870" y="26813"/>
                </a:cubicBezTo>
                <a:cubicBezTo>
                  <a:pt x="2609177" y="26084"/>
                  <a:pt x="2607290" y="25719"/>
                  <a:pt x="2605209" y="25719"/>
                </a:cubicBezTo>
                <a:cubicBezTo>
                  <a:pt x="2602786" y="25719"/>
                  <a:pt x="2600713" y="26192"/>
                  <a:pt x="2598989" y="27140"/>
                </a:cubicBezTo>
                <a:cubicBezTo>
                  <a:pt x="2597265" y="28087"/>
                  <a:pt x="2595852" y="29353"/>
                  <a:pt x="2594749" y="30937"/>
                </a:cubicBezTo>
                <a:cubicBezTo>
                  <a:pt x="2593647" y="32521"/>
                  <a:pt x="2592839" y="34361"/>
                  <a:pt x="2592326" y="36458"/>
                </a:cubicBezTo>
                <a:cubicBezTo>
                  <a:pt x="2591814" y="38555"/>
                  <a:pt x="2591558" y="40752"/>
                  <a:pt x="2591558" y="43051"/>
                </a:cubicBezTo>
                <a:cubicBezTo>
                  <a:pt x="2591558" y="45939"/>
                  <a:pt x="2591876" y="48471"/>
                  <a:pt x="2592513" y="50645"/>
                </a:cubicBezTo>
                <a:cubicBezTo>
                  <a:pt x="2593150" y="52819"/>
                  <a:pt x="2594058" y="54629"/>
                  <a:pt x="2595238" y="56073"/>
                </a:cubicBezTo>
                <a:cubicBezTo>
                  <a:pt x="2596419" y="57517"/>
                  <a:pt x="2597848" y="58604"/>
                  <a:pt x="2599525" y="59334"/>
                </a:cubicBezTo>
                <a:cubicBezTo>
                  <a:pt x="2601202" y="60064"/>
                  <a:pt x="2603097" y="60429"/>
                  <a:pt x="2605209" y="60429"/>
                </a:cubicBezTo>
                <a:cubicBezTo>
                  <a:pt x="2607632" y="60429"/>
                  <a:pt x="2609705" y="59956"/>
                  <a:pt x="2611429" y="59008"/>
                </a:cubicBezTo>
                <a:cubicBezTo>
                  <a:pt x="2613153" y="58061"/>
                  <a:pt x="2614566" y="56795"/>
                  <a:pt x="2615669" y="55211"/>
                </a:cubicBezTo>
                <a:cubicBezTo>
                  <a:pt x="2616772" y="53627"/>
                  <a:pt x="2617579" y="51787"/>
                  <a:pt x="2618092" y="49690"/>
                </a:cubicBezTo>
                <a:cubicBezTo>
                  <a:pt x="2618604" y="47593"/>
                  <a:pt x="2618860" y="45380"/>
                  <a:pt x="2618860" y="43051"/>
                </a:cubicBezTo>
                <a:close/>
                <a:moveTo>
                  <a:pt x="2638291" y="19662"/>
                </a:moveTo>
                <a:lnTo>
                  <a:pt x="2645513" y="19662"/>
                </a:lnTo>
                <a:lnTo>
                  <a:pt x="2645839" y="27210"/>
                </a:lnTo>
                <a:cubicBezTo>
                  <a:pt x="2647206" y="25594"/>
                  <a:pt x="2648526" y="24251"/>
                  <a:pt x="2649799" y="23179"/>
                </a:cubicBezTo>
                <a:cubicBezTo>
                  <a:pt x="2651073" y="22108"/>
                  <a:pt x="2652323" y="21246"/>
                  <a:pt x="2653550" y="20593"/>
                </a:cubicBezTo>
                <a:cubicBezTo>
                  <a:pt x="2654777" y="19941"/>
                  <a:pt x="2656027" y="19483"/>
                  <a:pt x="2657300" y="19219"/>
                </a:cubicBezTo>
                <a:cubicBezTo>
                  <a:pt x="2658574" y="18955"/>
                  <a:pt x="2659894" y="18823"/>
                  <a:pt x="2661261" y="18823"/>
                </a:cubicBezTo>
                <a:cubicBezTo>
                  <a:pt x="2666075" y="18823"/>
                  <a:pt x="2669717" y="20244"/>
                  <a:pt x="2672186" y="23086"/>
                </a:cubicBezTo>
                <a:cubicBezTo>
                  <a:pt x="2674656" y="25928"/>
                  <a:pt x="2675891" y="30207"/>
                  <a:pt x="2675891" y="35922"/>
                </a:cubicBezTo>
                <a:lnTo>
                  <a:pt x="2675891" y="66440"/>
                </a:lnTo>
                <a:lnTo>
                  <a:pt x="2667784" y="66440"/>
                </a:lnTo>
                <a:lnTo>
                  <a:pt x="2667784" y="36574"/>
                </a:lnTo>
                <a:cubicBezTo>
                  <a:pt x="2667784" y="32909"/>
                  <a:pt x="2667100" y="30199"/>
                  <a:pt x="2665734" y="28444"/>
                </a:cubicBezTo>
                <a:cubicBezTo>
                  <a:pt x="2664367" y="26689"/>
                  <a:pt x="2662332" y="25812"/>
                  <a:pt x="2659630" y="25812"/>
                </a:cubicBezTo>
                <a:cubicBezTo>
                  <a:pt x="2658636" y="25812"/>
                  <a:pt x="2657665" y="25959"/>
                  <a:pt x="2656718" y="26254"/>
                </a:cubicBezTo>
                <a:cubicBezTo>
                  <a:pt x="2655771" y="26549"/>
                  <a:pt x="2654785" y="27062"/>
                  <a:pt x="2653760" y="27792"/>
                </a:cubicBezTo>
                <a:cubicBezTo>
                  <a:pt x="2652734" y="28522"/>
                  <a:pt x="2651624" y="29508"/>
                  <a:pt x="2650428" y="30750"/>
                </a:cubicBezTo>
                <a:cubicBezTo>
                  <a:pt x="2649232" y="31993"/>
                  <a:pt x="2647889" y="33546"/>
                  <a:pt x="2646398" y="35410"/>
                </a:cubicBezTo>
                <a:lnTo>
                  <a:pt x="2646398" y="66440"/>
                </a:lnTo>
                <a:lnTo>
                  <a:pt x="2638291" y="66440"/>
                </a:lnTo>
                <a:lnTo>
                  <a:pt x="2638291" y="19662"/>
                </a:lnTo>
                <a:close/>
                <a:moveTo>
                  <a:pt x="2727842" y="65741"/>
                </a:moveTo>
                <a:cubicBezTo>
                  <a:pt x="2726010" y="66223"/>
                  <a:pt x="2724115" y="66569"/>
                  <a:pt x="2722158" y="66777"/>
                </a:cubicBezTo>
                <a:cubicBezTo>
                  <a:pt x="2720201" y="66987"/>
                  <a:pt x="2718213" y="67092"/>
                  <a:pt x="2716194" y="67092"/>
                </a:cubicBezTo>
                <a:cubicBezTo>
                  <a:pt x="2710324" y="67092"/>
                  <a:pt x="2705944" y="65764"/>
                  <a:pt x="2703055" y="63108"/>
                </a:cubicBezTo>
                <a:cubicBezTo>
                  <a:pt x="2700167" y="60453"/>
                  <a:pt x="2698722" y="56376"/>
                  <a:pt x="2698722" y="50878"/>
                </a:cubicBezTo>
                <a:lnTo>
                  <a:pt x="2698722" y="26464"/>
                </a:lnTo>
                <a:lnTo>
                  <a:pt x="2685630" y="26464"/>
                </a:lnTo>
                <a:lnTo>
                  <a:pt x="2685630" y="19662"/>
                </a:lnTo>
                <a:lnTo>
                  <a:pt x="2698722" y="19662"/>
                </a:lnTo>
                <a:lnTo>
                  <a:pt x="2698722" y="6762"/>
                </a:lnTo>
                <a:lnTo>
                  <a:pt x="2706829" y="4659"/>
                </a:lnTo>
                <a:lnTo>
                  <a:pt x="2706829" y="19662"/>
                </a:lnTo>
                <a:lnTo>
                  <a:pt x="2727842" y="19662"/>
                </a:lnTo>
                <a:lnTo>
                  <a:pt x="2727842" y="26464"/>
                </a:lnTo>
                <a:lnTo>
                  <a:pt x="2706829" y="26464"/>
                </a:lnTo>
                <a:lnTo>
                  <a:pt x="2706829" y="50226"/>
                </a:lnTo>
                <a:cubicBezTo>
                  <a:pt x="2706829" y="53580"/>
                  <a:pt x="2707722" y="56089"/>
                  <a:pt x="2709508" y="57750"/>
                </a:cubicBezTo>
                <a:cubicBezTo>
                  <a:pt x="2711294" y="59412"/>
                  <a:pt x="2713927" y="60243"/>
                  <a:pt x="2717406" y="60243"/>
                </a:cubicBezTo>
                <a:cubicBezTo>
                  <a:pt x="2718897" y="60243"/>
                  <a:pt x="2720527" y="60123"/>
                  <a:pt x="2722298" y="59883"/>
                </a:cubicBezTo>
                <a:cubicBezTo>
                  <a:pt x="2724068" y="59643"/>
                  <a:pt x="2725916" y="59265"/>
                  <a:pt x="2727842" y="58752"/>
                </a:cubicBezTo>
                <a:lnTo>
                  <a:pt x="2727842" y="65741"/>
                </a:lnTo>
                <a:close/>
                <a:moveTo>
                  <a:pt x="2781518" y="40581"/>
                </a:moveTo>
                <a:cubicBezTo>
                  <a:pt x="2781518" y="41731"/>
                  <a:pt x="2781502" y="42693"/>
                  <a:pt x="2781471" y="43470"/>
                </a:cubicBezTo>
                <a:cubicBezTo>
                  <a:pt x="2781440" y="44246"/>
                  <a:pt x="2781393" y="44976"/>
                  <a:pt x="2781331" y="45660"/>
                </a:cubicBezTo>
                <a:lnTo>
                  <a:pt x="2748484" y="45660"/>
                </a:lnTo>
                <a:cubicBezTo>
                  <a:pt x="2748484" y="50443"/>
                  <a:pt x="2749820" y="54116"/>
                  <a:pt x="2752491" y="56679"/>
                </a:cubicBezTo>
                <a:cubicBezTo>
                  <a:pt x="2755162" y="59241"/>
                  <a:pt x="2759014" y="60522"/>
                  <a:pt x="2764046" y="60522"/>
                </a:cubicBezTo>
                <a:cubicBezTo>
                  <a:pt x="2765413" y="60522"/>
                  <a:pt x="2766779" y="60467"/>
                  <a:pt x="2768146" y="60357"/>
                </a:cubicBezTo>
                <a:cubicBezTo>
                  <a:pt x="2769513" y="60245"/>
                  <a:pt x="2770833" y="60094"/>
                  <a:pt x="2772106" y="59904"/>
                </a:cubicBezTo>
                <a:cubicBezTo>
                  <a:pt x="2773380" y="59712"/>
                  <a:pt x="2774599" y="59498"/>
                  <a:pt x="2775764" y="59260"/>
                </a:cubicBezTo>
                <a:cubicBezTo>
                  <a:pt x="2776928" y="59021"/>
                  <a:pt x="2778008" y="58759"/>
                  <a:pt x="2779002" y="58472"/>
                </a:cubicBezTo>
                <a:lnTo>
                  <a:pt x="2779002" y="65135"/>
                </a:lnTo>
                <a:cubicBezTo>
                  <a:pt x="2776796" y="65770"/>
                  <a:pt x="2774304" y="66286"/>
                  <a:pt x="2771524" y="66683"/>
                </a:cubicBezTo>
                <a:cubicBezTo>
                  <a:pt x="2768744" y="67080"/>
                  <a:pt x="2765863" y="67278"/>
                  <a:pt x="2762881" y="67278"/>
                </a:cubicBezTo>
                <a:cubicBezTo>
                  <a:pt x="2758874" y="67278"/>
                  <a:pt x="2755426" y="66735"/>
                  <a:pt x="2752538" y="65648"/>
                </a:cubicBezTo>
                <a:cubicBezTo>
                  <a:pt x="2749649" y="64560"/>
                  <a:pt x="2747281" y="62984"/>
                  <a:pt x="2745433" y="60919"/>
                </a:cubicBezTo>
                <a:cubicBezTo>
                  <a:pt x="2743584" y="58853"/>
                  <a:pt x="2742218" y="56321"/>
                  <a:pt x="2741332" y="53324"/>
                </a:cubicBezTo>
                <a:cubicBezTo>
                  <a:pt x="2740447" y="50327"/>
                  <a:pt x="2740005" y="46933"/>
                  <a:pt x="2740005" y="43144"/>
                </a:cubicBezTo>
                <a:cubicBezTo>
                  <a:pt x="2740005" y="39851"/>
                  <a:pt x="2740478" y="36737"/>
                  <a:pt x="2741426" y="33802"/>
                </a:cubicBezTo>
                <a:cubicBezTo>
                  <a:pt x="2742373" y="30867"/>
                  <a:pt x="2743755" y="28289"/>
                  <a:pt x="2745572" y="26068"/>
                </a:cubicBezTo>
                <a:cubicBezTo>
                  <a:pt x="2747389" y="23847"/>
                  <a:pt x="2749618" y="22084"/>
                  <a:pt x="2752258" y="20780"/>
                </a:cubicBezTo>
                <a:cubicBezTo>
                  <a:pt x="2754898" y="19475"/>
                  <a:pt x="2757896" y="18823"/>
                  <a:pt x="2761250" y="18823"/>
                </a:cubicBezTo>
                <a:cubicBezTo>
                  <a:pt x="2764512" y="18823"/>
                  <a:pt x="2767400" y="19336"/>
                  <a:pt x="2769916" y="20361"/>
                </a:cubicBezTo>
                <a:cubicBezTo>
                  <a:pt x="2772432" y="21386"/>
                  <a:pt x="2774552" y="22838"/>
                  <a:pt x="2776276" y="24717"/>
                </a:cubicBezTo>
                <a:cubicBezTo>
                  <a:pt x="2778000" y="26596"/>
                  <a:pt x="2779305" y="28879"/>
                  <a:pt x="2780190" y="31566"/>
                </a:cubicBezTo>
                <a:cubicBezTo>
                  <a:pt x="2781075" y="34253"/>
                  <a:pt x="2781518" y="37258"/>
                  <a:pt x="2781518" y="40581"/>
                </a:cubicBezTo>
                <a:moveTo>
                  <a:pt x="2773085" y="39416"/>
                </a:moveTo>
                <a:cubicBezTo>
                  <a:pt x="2773178" y="37335"/>
                  <a:pt x="2772976" y="35433"/>
                  <a:pt x="2772479" y="33709"/>
                </a:cubicBezTo>
                <a:cubicBezTo>
                  <a:pt x="2771982" y="31985"/>
                  <a:pt x="2771213" y="30502"/>
                  <a:pt x="2770173" y="29260"/>
                </a:cubicBezTo>
                <a:cubicBezTo>
                  <a:pt x="2769132" y="28017"/>
                  <a:pt x="2767835" y="27046"/>
                  <a:pt x="2766282" y="26348"/>
                </a:cubicBezTo>
                <a:cubicBezTo>
                  <a:pt x="2764729" y="25649"/>
                  <a:pt x="2762928" y="25299"/>
                  <a:pt x="2760878" y="25299"/>
                </a:cubicBezTo>
                <a:cubicBezTo>
                  <a:pt x="2759107" y="25299"/>
                  <a:pt x="2757492" y="25641"/>
                  <a:pt x="2756032" y="26324"/>
                </a:cubicBezTo>
                <a:cubicBezTo>
                  <a:pt x="2754572" y="27008"/>
                  <a:pt x="2753314" y="27970"/>
                  <a:pt x="2752258" y="29213"/>
                </a:cubicBezTo>
                <a:cubicBezTo>
                  <a:pt x="2751202" y="30455"/>
                  <a:pt x="2750348" y="31946"/>
                  <a:pt x="2749696" y="33686"/>
                </a:cubicBezTo>
                <a:cubicBezTo>
                  <a:pt x="2749043" y="35425"/>
                  <a:pt x="2748640" y="37335"/>
                  <a:pt x="2748484" y="39416"/>
                </a:cubicBezTo>
                <a:lnTo>
                  <a:pt x="2773085" y="39416"/>
                </a:lnTo>
                <a:close/>
                <a:moveTo>
                  <a:pt x="2836032" y="66440"/>
                </a:moveTo>
                <a:lnTo>
                  <a:pt x="2825269" y="66440"/>
                </a:lnTo>
                <a:lnTo>
                  <a:pt x="2812643" y="48595"/>
                </a:lnTo>
                <a:lnTo>
                  <a:pt x="2800156" y="66440"/>
                </a:lnTo>
                <a:lnTo>
                  <a:pt x="2789673" y="66440"/>
                </a:lnTo>
                <a:lnTo>
                  <a:pt x="2807797" y="42957"/>
                </a:lnTo>
                <a:lnTo>
                  <a:pt x="2790512" y="19662"/>
                </a:lnTo>
                <a:lnTo>
                  <a:pt x="2800902" y="19662"/>
                </a:lnTo>
                <a:lnTo>
                  <a:pt x="2813202" y="37646"/>
                </a:lnTo>
                <a:lnTo>
                  <a:pt x="2825269" y="19662"/>
                </a:lnTo>
                <a:lnTo>
                  <a:pt x="2835286" y="19662"/>
                </a:lnTo>
                <a:lnTo>
                  <a:pt x="2817721" y="43144"/>
                </a:lnTo>
                <a:lnTo>
                  <a:pt x="2836032" y="66440"/>
                </a:lnTo>
                <a:close/>
                <a:moveTo>
                  <a:pt x="2883417" y="65741"/>
                </a:moveTo>
                <a:cubicBezTo>
                  <a:pt x="2881585" y="66223"/>
                  <a:pt x="2879690" y="66569"/>
                  <a:pt x="2877733" y="66777"/>
                </a:cubicBezTo>
                <a:cubicBezTo>
                  <a:pt x="2875776" y="66987"/>
                  <a:pt x="2873788" y="67092"/>
                  <a:pt x="2871769" y="67092"/>
                </a:cubicBezTo>
                <a:cubicBezTo>
                  <a:pt x="2865899" y="67092"/>
                  <a:pt x="2861519" y="65764"/>
                  <a:pt x="2858631" y="63108"/>
                </a:cubicBezTo>
                <a:cubicBezTo>
                  <a:pt x="2855742" y="60453"/>
                  <a:pt x="2854298" y="56376"/>
                  <a:pt x="2854298" y="50878"/>
                </a:cubicBezTo>
                <a:lnTo>
                  <a:pt x="2854298" y="26464"/>
                </a:lnTo>
                <a:lnTo>
                  <a:pt x="2841205" y="26464"/>
                </a:lnTo>
                <a:lnTo>
                  <a:pt x="2841205" y="19662"/>
                </a:lnTo>
                <a:lnTo>
                  <a:pt x="2854298" y="19662"/>
                </a:lnTo>
                <a:lnTo>
                  <a:pt x="2854298" y="6762"/>
                </a:lnTo>
                <a:lnTo>
                  <a:pt x="2862405" y="4659"/>
                </a:lnTo>
                <a:lnTo>
                  <a:pt x="2862405" y="19662"/>
                </a:lnTo>
                <a:lnTo>
                  <a:pt x="2883417" y="19662"/>
                </a:lnTo>
                <a:lnTo>
                  <a:pt x="2883417" y="26464"/>
                </a:lnTo>
                <a:lnTo>
                  <a:pt x="2862405" y="26464"/>
                </a:lnTo>
                <a:lnTo>
                  <a:pt x="2862405" y="50226"/>
                </a:lnTo>
                <a:cubicBezTo>
                  <a:pt x="2862405" y="53580"/>
                  <a:pt x="2863298" y="56089"/>
                  <a:pt x="2865084" y="57750"/>
                </a:cubicBezTo>
                <a:cubicBezTo>
                  <a:pt x="2866870" y="59412"/>
                  <a:pt x="2869502" y="60243"/>
                  <a:pt x="2872981" y="60243"/>
                </a:cubicBezTo>
                <a:cubicBezTo>
                  <a:pt x="2874472" y="60243"/>
                  <a:pt x="2876102" y="60123"/>
                  <a:pt x="2877873" y="59883"/>
                </a:cubicBezTo>
                <a:cubicBezTo>
                  <a:pt x="2879643" y="59643"/>
                  <a:pt x="2881492" y="59265"/>
                  <a:pt x="2883417" y="58752"/>
                </a:cubicBezTo>
                <a:lnTo>
                  <a:pt x="2883417" y="65741"/>
                </a:lnTo>
                <a:close/>
                <a:moveTo>
                  <a:pt x="2996141" y="8107"/>
                </a:moveTo>
                <a:cubicBezTo>
                  <a:pt x="2991885" y="7206"/>
                  <a:pt x="2988220" y="6756"/>
                  <a:pt x="2985145" y="6756"/>
                </a:cubicBezTo>
                <a:cubicBezTo>
                  <a:pt x="2977846" y="6756"/>
                  <a:pt x="2974196" y="10576"/>
                  <a:pt x="2974196" y="18217"/>
                </a:cubicBezTo>
                <a:lnTo>
                  <a:pt x="2974196" y="26417"/>
                </a:lnTo>
                <a:lnTo>
                  <a:pt x="2994696" y="26417"/>
                </a:lnTo>
                <a:lnTo>
                  <a:pt x="2994696" y="33173"/>
                </a:lnTo>
                <a:lnTo>
                  <a:pt x="2974196" y="33173"/>
                </a:lnTo>
                <a:lnTo>
                  <a:pt x="2974196" y="66440"/>
                </a:lnTo>
                <a:lnTo>
                  <a:pt x="2965949" y="66440"/>
                </a:lnTo>
                <a:lnTo>
                  <a:pt x="2965949" y="33173"/>
                </a:lnTo>
                <a:lnTo>
                  <a:pt x="2950900" y="33173"/>
                </a:lnTo>
                <a:lnTo>
                  <a:pt x="2950900" y="26417"/>
                </a:lnTo>
                <a:lnTo>
                  <a:pt x="2965949" y="26417"/>
                </a:lnTo>
                <a:lnTo>
                  <a:pt x="2965949" y="18683"/>
                </a:lnTo>
                <a:cubicBezTo>
                  <a:pt x="2965949" y="6228"/>
                  <a:pt x="2972441" y="0"/>
                  <a:pt x="2985425" y="0"/>
                </a:cubicBezTo>
                <a:cubicBezTo>
                  <a:pt x="2988655" y="0"/>
                  <a:pt x="2992227" y="373"/>
                  <a:pt x="2996141" y="1118"/>
                </a:cubicBezTo>
                <a:lnTo>
                  <a:pt x="2996141" y="8107"/>
                </a:lnTo>
                <a:moveTo>
                  <a:pt x="2947173" y="19662"/>
                </a:moveTo>
                <a:lnTo>
                  <a:pt x="2947173" y="19662"/>
                </a:lnTo>
                <a:close/>
                <a:moveTo>
                  <a:pt x="3047207" y="42678"/>
                </a:moveTo>
                <a:cubicBezTo>
                  <a:pt x="3047207" y="46312"/>
                  <a:pt x="3046695" y="49643"/>
                  <a:pt x="3045670" y="52672"/>
                </a:cubicBezTo>
                <a:cubicBezTo>
                  <a:pt x="3044644" y="55700"/>
                  <a:pt x="3043169" y="58294"/>
                  <a:pt x="3041243" y="60453"/>
                </a:cubicBezTo>
                <a:cubicBezTo>
                  <a:pt x="3039318" y="62611"/>
                  <a:pt x="3036972" y="64289"/>
                  <a:pt x="3034208" y="65485"/>
                </a:cubicBezTo>
                <a:cubicBezTo>
                  <a:pt x="3031444" y="66680"/>
                  <a:pt x="3028306" y="67278"/>
                  <a:pt x="3024796" y="67278"/>
                </a:cubicBezTo>
                <a:cubicBezTo>
                  <a:pt x="3021442" y="67278"/>
                  <a:pt x="3018437" y="66758"/>
                  <a:pt x="3015781" y="65717"/>
                </a:cubicBezTo>
                <a:cubicBezTo>
                  <a:pt x="3013125" y="64677"/>
                  <a:pt x="3010873" y="63147"/>
                  <a:pt x="3009025" y="61128"/>
                </a:cubicBezTo>
                <a:cubicBezTo>
                  <a:pt x="3007177" y="59109"/>
                  <a:pt x="3005764" y="56609"/>
                  <a:pt x="3004785" y="53627"/>
                </a:cubicBezTo>
                <a:cubicBezTo>
                  <a:pt x="3003807" y="50645"/>
                  <a:pt x="3003318" y="47213"/>
                  <a:pt x="3003318" y="43330"/>
                </a:cubicBezTo>
                <a:cubicBezTo>
                  <a:pt x="3003318" y="39696"/>
                  <a:pt x="3003830" y="36380"/>
                  <a:pt x="3004855" y="33383"/>
                </a:cubicBezTo>
                <a:cubicBezTo>
                  <a:pt x="3005880" y="30385"/>
                  <a:pt x="3007356" y="27807"/>
                  <a:pt x="3009281" y="25649"/>
                </a:cubicBezTo>
                <a:cubicBezTo>
                  <a:pt x="3011207" y="23490"/>
                  <a:pt x="3013552" y="21813"/>
                  <a:pt x="3016317" y="20617"/>
                </a:cubicBezTo>
                <a:cubicBezTo>
                  <a:pt x="3019081" y="19421"/>
                  <a:pt x="3022218" y="18823"/>
                  <a:pt x="3025728" y="18823"/>
                </a:cubicBezTo>
                <a:cubicBezTo>
                  <a:pt x="3029083" y="18823"/>
                  <a:pt x="3032088" y="19343"/>
                  <a:pt x="3034744" y="20384"/>
                </a:cubicBezTo>
                <a:cubicBezTo>
                  <a:pt x="3037399" y="21424"/>
                  <a:pt x="3039651" y="22946"/>
                  <a:pt x="3041500" y="24950"/>
                </a:cubicBezTo>
                <a:cubicBezTo>
                  <a:pt x="3043348" y="26953"/>
                  <a:pt x="3044761" y="29446"/>
                  <a:pt x="3045739" y="32428"/>
                </a:cubicBezTo>
                <a:cubicBezTo>
                  <a:pt x="3046718" y="35410"/>
                  <a:pt x="3047207" y="38826"/>
                  <a:pt x="3047207" y="42678"/>
                </a:cubicBezTo>
                <a:moveTo>
                  <a:pt x="3038914" y="43051"/>
                </a:moveTo>
                <a:cubicBezTo>
                  <a:pt x="3038914" y="40162"/>
                  <a:pt x="3038595" y="37638"/>
                  <a:pt x="3037959" y="35480"/>
                </a:cubicBezTo>
                <a:cubicBezTo>
                  <a:pt x="3037322" y="33321"/>
                  <a:pt x="3036413" y="31519"/>
                  <a:pt x="3035233" y="30075"/>
                </a:cubicBezTo>
                <a:cubicBezTo>
                  <a:pt x="3034053" y="28631"/>
                  <a:pt x="3032616" y="27543"/>
                  <a:pt x="3030923" y="26813"/>
                </a:cubicBezTo>
                <a:cubicBezTo>
                  <a:pt x="3029230" y="26084"/>
                  <a:pt x="3027343" y="25719"/>
                  <a:pt x="3025262" y="25719"/>
                </a:cubicBezTo>
                <a:cubicBezTo>
                  <a:pt x="3022840" y="25719"/>
                  <a:pt x="3020766" y="26192"/>
                  <a:pt x="3019042" y="27140"/>
                </a:cubicBezTo>
                <a:cubicBezTo>
                  <a:pt x="3017319" y="28087"/>
                  <a:pt x="3015905" y="29353"/>
                  <a:pt x="3014803" y="30937"/>
                </a:cubicBezTo>
                <a:cubicBezTo>
                  <a:pt x="3013700" y="32521"/>
                  <a:pt x="3012892" y="34361"/>
                  <a:pt x="3012380" y="36458"/>
                </a:cubicBezTo>
                <a:cubicBezTo>
                  <a:pt x="3011867" y="38555"/>
                  <a:pt x="3011611" y="40752"/>
                  <a:pt x="3011611" y="43051"/>
                </a:cubicBezTo>
                <a:cubicBezTo>
                  <a:pt x="3011611" y="45939"/>
                  <a:pt x="3011929" y="48471"/>
                  <a:pt x="3012566" y="50645"/>
                </a:cubicBezTo>
                <a:cubicBezTo>
                  <a:pt x="3013203" y="52819"/>
                  <a:pt x="3014111" y="54629"/>
                  <a:pt x="3015292" y="56073"/>
                </a:cubicBezTo>
                <a:cubicBezTo>
                  <a:pt x="3016472" y="57517"/>
                  <a:pt x="3017901" y="58604"/>
                  <a:pt x="3019578" y="59334"/>
                </a:cubicBezTo>
                <a:cubicBezTo>
                  <a:pt x="3021256" y="60064"/>
                  <a:pt x="3023150" y="60429"/>
                  <a:pt x="3025262" y="60429"/>
                </a:cubicBezTo>
                <a:cubicBezTo>
                  <a:pt x="3027685" y="60429"/>
                  <a:pt x="3029758" y="59956"/>
                  <a:pt x="3031482" y="59008"/>
                </a:cubicBezTo>
                <a:cubicBezTo>
                  <a:pt x="3033206" y="58061"/>
                  <a:pt x="3034620" y="56795"/>
                  <a:pt x="3035722" y="55211"/>
                </a:cubicBezTo>
                <a:cubicBezTo>
                  <a:pt x="3036825" y="53627"/>
                  <a:pt x="3037632" y="51787"/>
                  <a:pt x="3038145" y="49690"/>
                </a:cubicBezTo>
                <a:cubicBezTo>
                  <a:pt x="3038657" y="47593"/>
                  <a:pt x="3038914" y="45380"/>
                  <a:pt x="3038914" y="43051"/>
                </a:cubicBezTo>
                <a:close/>
                <a:moveTo>
                  <a:pt x="3060254" y="19662"/>
                </a:moveTo>
                <a:lnTo>
                  <a:pt x="3067662" y="19662"/>
                </a:lnTo>
                <a:lnTo>
                  <a:pt x="3067895" y="28259"/>
                </a:lnTo>
                <a:cubicBezTo>
                  <a:pt x="3070660" y="24943"/>
                  <a:pt x="3073385" y="22542"/>
                  <a:pt x="3076072" y="21055"/>
                </a:cubicBezTo>
                <a:cubicBezTo>
                  <a:pt x="3078759" y="19567"/>
                  <a:pt x="3081469" y="18823"/>
                  <a:pt x="3084203" y="18823"/>
                </a:cubicBezTo>
                <a:cubicBezTo>
                  <a:pt x="3089048" y="18823"/>
                  <a:pt x="3092721" y="20388"/>
                  <a:pt x="3095221" y="23517"/>
                </a:cubicBezTo>
                <a:cubicBezTo>
                  <a:pt x="3097722" y="26647"/>
                  <a:pt x="3098879" y="31294"/>
                  <a:pt x="3098692" y="37460"/>
                </a:cubicBezTo>
                <a:lnTo>
                  <a:pt x="3090492" y="37460"/>
                </a:lnTo>
                <a:cubicBezTo>
                  <a:pt x="3090586" y="33376"/>
                  <a:pt x="3089988" y="30414"/>
                  <a:pt x="3088699" y="28574"/>
                </a:cubicBezTo>
                <a:cubicBezTo>
                  <a:pt x="3087410" y="26732"/>
                  <a:pt x="3085523" y="25812"/>
                  <a:pt x="3083038" y="25812"/>
                </a:cubicBezTo>
                <a:cubicBezTo>
                  <a:pt x="3081951" y="25812"/>
                  <a:pt x="3080856" y="26005"/>
                  <a:pt x="3079753" y="26393"/>
                </a:cubicBezTo>
                <a:cubicBezTo>
                  <a:pt x="3078650" y="26779"/>
                  <a:pt x="3077517" y="27397"/>
                  <a:pt x="3076352" y="28248"/>
                </a:cubicBezTo>
                <a:cubicBezTo>
                  <a:pt x="3075187" y="29098"/>
                  <a:pt x="3073952" y="30188"/>
                  <a:pt x="3072648" y="31519"/>
                </a:cubicBezTo>
                <a:cubicBezTo>
                  <a:pt x="3071343" y="32849"/>
                  <a:pt x="3069945" y="34457"/>
                  <a:pt x="3068455" y="36344"/>
                </a:cubicBezTo>
                <a:lnTo>
                  <a:pt x="3068455" y="66440"/>
                </a:lnTo>
                <a:lnTo>
                  <a:pt x="3060254" y="66440"/>
                </a:lnTo>
                <a:lnTo>
                  <a:pt x="3060254" y="19662"/>
                </a:lnTo>
                <a:close/>
                <a:moveTo>
                  <a:pt x="3204847" y="66440"/>
                </a:moveTo>
                <a:lnTo>
                  <a:pt x="3196740" y="66440"/>
                </a:lnTo>
                <a:lnTo>
                  <a:pt x="3196740" y="36574"/>
                </a:lnTo>
                <a:cubicBezTo>
                  <a:pt x="3196740" y="32971"/>
                  <a:pt x="3196064" y="30277"/>
                  <a:pt x="3194713" y="28491"/>
                </a:cubicBezTo>
                <a:cubicBezTo>
                  <a:pt x="3193362" y="26705"/>
                  <a:pt x="3191428" y="25812"/>
                  <a:pt x="3188912" y="25812"/>
                </a:cubicBezTo>
                <a:cubicBezTo>
                  <a:pt x="3187825" y="25812"/>
                  <a:pt x="3186808" y="25959"/>
                  <a:pt x="3185861" y="26254"/>
                </a:cubicBezTo>
                <a:cubicBezTo>
                  <a:pt x="3184913" y="26549"/>
                  <a:pt x="3183927" y="27062"/>
                  <a:pt x="3182902" y="27792"/>
                </a:cubicBezTo>
                <a:cubicBezTo>
                  <a:pt x="3181877" y="28522"/>
                  <a:pt x="3180759" y="29508"/>
                  <a:pt x="3179547" y="30750"/>
                </a:cubicBezTo>
                <a:cubicBezTo>
                  <a:pt x="3178336" y="31993"/>
                  <a:pt x="3176938" y="33546"/>
                  <a:pt x="3175354" y="35410"/>
                </a:cubicBezTo>
                <a:lnTo>
                  <a:pt x="3175354" y="66440"/>
                </a:lnTo>
                <a:lnTo>
                  <a:pt x="3167247" y="66440"/>
                </a:lnTo>
                <a:lnTo>
                  <a:pt x="3167247" y="559"/>
                </a:lnTo>
                <a:lnTo>
                  <a:pt x="3175354" y="559"/>
                </a:lnTo>
                <a:lnTo>
                  <a:pt x="3175354" y="19649"/>
                </a:lnTo>
                <a:lnTo>
                  <a:pt x="3175075" y="27023"/>
                </a:lnTo>
                <a:cubicBezTo>
                  <a:pt x="3176348" y="25501"/>
                  <a:pt x="3177598" y="24220"/>
                  <a:pt x="3178825" y="23179"/>
                </a:cubicBezTo>
                <a:cubicBezTo>
                  <a:pt x="3180052" y="22139"/>
                  <a:pt x="3181279" y="21292"/>
                  <a:pt x="3182506" y="20640"/>
                </a:cubicBezTo>
                <a:cubicBezTo>
                  <a:pt x="3183733" y="19988"/>
                  <a:pt x="3184983" y="19522"/>
                  <a:pt x="3186257" y="19242"/>
                </a:cubicBezTo>
                <a:cubicBezTo>
                  <a:pt x="3187530" y="18963"/>
                  <a:pt x="3188850" y="18823"/>
                  <a:pt x="3190217" y="18823"/>
                </a:cubicBezTo>
                <a:cubicBezTo>
                  <a:pt x="3194876" y="18823"/>
                  <a:pt x="3198479" y="20244"/>
                  <a:pt x="3201026" y="23086"/>
                </a:cubicBezTo>
                <a:cubicBezTo>
                  <a:pt x="3203573" y="25928"/>
                  <a:pt x="3204847" y="30207"/>
                  <a:pt x="3204847" y="35922"/>
                </a:cubicBezTo>
                <a:lnTo>
                  <a:pt x="3204847" y="66440"/>
                </a:lnTo>
                <a:close/>
                <a:moveTo>
                  <a:pt x="3259827" y="42678"/>
                </a:moveTo>
                <a:cubicBezTo>
                  <a:pt x="3259827" y="46312"/>
                  <a:pt x="3259314" y="49643"/>
                  <a:pt x="3258289" y="52672"/>
                </a:cubicBezTo>
                <a:cubicBezTo>
                  <a:pt x="3257264" y="55700"/>
                  <a:pt x="3255789" y="58294"/>
                  <a:pt x="3253863" y="60453"/>
                </a:cubicBezTo>
                <a:cubicBezTo>
                  <a:pt x="3251937" y="62611"/>
                  <a:pt x="3249592" y="64289"/>
                  <a:pt x="3246828" y="65485"/>
                </a:cubicBezTo>
                <a:cubicBezTo>
                  <a:pt x="3244063" y="66680"/>
                  <a:pt x="3240926" y="67278"/>
                  <a:pt x="3237416" y="67278"/>
                </a:cubicBezTo>
                <a:cubicBezTo>
                  <a:pt x="3234062" y="67278"/>
                  <a:pt x="3231056" y="66758"/>
                  <a:pt x="3228401" y="65717"/>
                </a:cubicBezTo>
                <a:cubicBezTo>
                  <a:pt x="3225745" y="64677"/>
                  <a:pt x="3223493" y="63147"/>
                  <a:pt x="3221645" y="61128"/>
                </a:cubicBezTo>
                <a:cubicBezTo>
                  <a:pt x="3219797" y="59109"/>
                  <a:pt x="3218384" y="56609"/>
                  <a:pt x="3217405" y="53627"/>
                </a:cubicBezTo>
                <a:cubicBezTo>
                  <a:pt x="3216427" y="50645"/>
                  <a:pt x="3215937" y="47213"/>
                  <a:pt x="3215937" y="43330"/>
                </a:cubicBezTo>
                <a:cubicBezTo>
                  <a:pt x="3215937" y="39696"/>
                  <a:pt x="3216450" y="36380"/>
                  <a:pt x="3217475" y="33383"/>
                </a:cubicBezTo>
                <a:cubicBezTo>
                  <a:pt x="3218500" y="30385"/>
                  <a:pt x="3219975" y="27807"/>
                  <a:pt x="3221901" y="25649"/>
                </a:cubicBezTo>
                <a:cubicBezTo>
                  <a:pt x="3223827" y="23490"/>
                  <a:pt x="3226172" y="21813"/>
                  <a:pt x="3228937" y="20617"/>
                </a:cubicBezTo>
                <a:cubicBezTo>
                  <a:pt x="3231701" y="19421"/>
                  <a:pt x="3234838" y="18823"/>
                  <a:pt x="3238348" y="18823"/>
                </a:cubicBezTo>
                <a:cubicBezTo>
                  <a:pt x="3241703" y="18823"/>
                  <a:pt x="3244708" y="19343"/>
                  <a:pt x="3247363" y="20384"/>
                </a:cubicBezTo>
                <a:cubicBezTo>
                  <a:pt x="3250019" y="21424"/>
                  <a:pt x="3252271" y="22946"/>
                  <a:pt x="3254119" y="24950"/>
                </a:cubicBezTo>
                <a:cubicBezTo>
                  <a:pt x="3255967" y="26953"/>
                  <a:pt x="3257381" y="29446"/>
                  <a:pt x="3258359" y="32428"/>
                </a:cubicBezTo>
                <a:cubicBezTo>
                  <a:pt x="3259338" y="35410"/>
                  <a:pt x="3259827" y="38826"/>
                  <a:pt x="3259827" y="42678"/>
                </a:cubicBezTo>
                <a:moveTo>
                  <a:pt x="3251533" y="43051"/>
                </a:moveTo>
                <a:cubicBezTo>
                  <a:pt x="3251533" y="40162"/>
                  <a:pt x="3251215" y="37638"/>
                  <a:pt x="3250578" y="35480"/>
                </a:cubicBezTo>
                <a:cubicBezTo>
                  <a:pt x="3249942" y="33321"/>
                  <a:pt x="3249033" y="31519"/>
                  <a:pt x="3247853" y="30075"/>
                </a:cubicBezTo>
                <a:cubicBezTo>
                  <a:pt x="3246672" y="28631"/>
                  <a:pt x="3245236" y="27543"/>
                  <a:pt x="3243543" y="26813"/>
                </a:cubicBezTo>
                <a:cubicBezTo>
                  <a:pt x="3241850" y="26084"/>
                  <a:pt x="3239963" y="25719"/>
                  <a:pt x="3237882" y="25719"/>
                </a:cubicBezTo>
                <a:cubicBezTo>
                  <a:pt x="3235459" y="25719"/>
                  <a:pt x="3233386" y="26192"/>
                  <a:pt x="3231662" y="27140"/>
                </a:cubicBezTo>
                <a:cubicBezTo>
                  <a:pt x="3229938" y="28087"/>
                  <a:pt x="3228525" y="29353"/>
                  <a:pt x="3227422" y="30937"/>
                </a:cubicBezTo>
                <a:cubicBezTo>
                  <a:pt x="3226320" y="32521"/>
                  <a:pt x="3225512" y="34361"/>
                  <a:pt x="3225000" y="36458"/>
                </a:cubicBezTo>
                <a:cubicBezTo>
                  <a:pt x="3224487" y="38555"/>
                  <a:pt x="3224231" y="40752"/>
                  <a:pt x="3224231" y="43051"/>
                </a:cubicBezTo>
                <a:cubicBezTo>
                  <a:pt x="3224231" y="45939"/>
                  <a:pt x="3224549" y="48471"/>
                  <a:pt x="3225186" y="50645"/>
                </a:cubicBezTo>
                <a:cubicBezTo>
                  <a:pt x="3225823" y="52819"/>
                  <a:pt x="3226731" y="54629"/>
                  <a:pt x="3227911" y="56073"/>
                </a:cubicBezTo>
                <a:cubicBezTo>
                  <a:pt x="3229092" y="57517"/>
                  <a:pt x="3230521" y="58604"/>
                  <a:pt x="3232198" y="59334"/>
                </a:cubicBezTo>
                <a:cubicBezTo>
                  <a:pt x="3233875" y="60064"/>
                  <a:pt x="3235770" y="60429"/>
                  <a:pt x="3237882" y="60429"/>
                </a:cubicBezTo>
                <a:cubicBezTo>
                  <a:pt x="3240305" y="60429"/>
                  <a:pt x="3242378" y="59956"/>
                  <a:pt x="3244102" y="59008"/>
                </a:cubicBezTo>
                <a:cubicBezTo>
                  <a:pt x="3245826" y="58061"/>
                  <a:pt x="3247239" y="56795"/>
                  <a:pt x="3248342" y="55211"/>
                </a:cubicBezTo>
                <a:cubicBezTo>
                  <a:pt x="3249445" y="53627"/>
                  <a:pt x="3250252" y="51787"/>
                  <a:pt x="3250765" y="49690"/>
                </a:cubicBezTo>
                <a:cubicBezTo>
                  <a:pt x="3251277" y="47593"/>
                  <a:pt x="3251533" y="45380"/>
                  <a:pt x="3251533" y="43051"/>
                </a:cubicBezTo>
                <a:close/>
                <a:moveTo>
                  <a:pt x="3314295" y="19662"/>
                </a:moveTo>
                <a:lnTo>
                  <a:pt x="3307493" y="66440"/>
                </a:lnTo>
                <a:lnTo>
                  <a:pt x="3297662" y="66440"/>
                </a:lnTo>
                <a:lnTo>
                  <a:pt x="3290906" y="46871"/>
                </a:lnTo>
                <a:lnTo>
                  <a:pt x="3289555" y="42119"/>
                </a:lnTo>
                <a:lnTo>
                  <a:pt x="3288017" y="47151"/>
                </a:lnTo>
                <a:lnTo>
                  <a:pt x="3281541" y="66440"/>
                </a:lnTo>
                <a:lnTo>
                  <a:pt x="3271990" y="66440"/>
                </a:lnTo>
                <a:lnTo>
                  <a:pt x="3265234" y="19662"/>
                </a:lnTo>
                <a:lnTo>
                  <a:pt x="3273155" y="19662"/>
                </a:lnTo>
                <a:lnTo>
                  <a:pt x="3277068" y="51437"/>
                </a:lnTo>
                <a:lnTo>
                  <a:pt x="3277907" y="58519"/>
                </a:lnTo>
                <a:lnTo>
                  <a:pt x="3279910" y="52322"/>
                </a:lnTo>
                <a:lnTo>
                  <a:pt x="3286713" y="31310"/>
                </a:lnTo>
                <a:lnTo>
                  <a:pt x="3292537" y="31310"/>
                </a:lnTo>
                <a:lnTo>
                  <a:pt x="3299852" y="52043"/>
                </a:lnTo>
                <a:lnTo>
                  <a:pt x="3301948" y="58240"/>
                </a:lnTo>
                <a:lnTo>
                  <a:pt x="3302647" y="51670"/>
                </a:lnTo>
                <a:lnTo>
                  <a:pt x="3306281" y="19662"/>
                </a:lnTo>
                <a:lnTo>
                  <a:pt x="3314295" y="19662"/>
                </a:lnTo>
                <a:close/>
                <a:moveTo>
                  <a:pt x="3417560" y="65741"/>
                </a:moveTo>
                <a:cubicBezTo>
                  <a:pt x="3415727" y="66223"/>
                  <a:pt x="3413832" y="66569"/>
                  <a:pt x="3411876" y="66777"/>
                </a:cubicBezTo>
                <a:cubicBezTo>
                  <a:pt x="3409919" y="66987"/>
                  <a:pt x="3407931" y="67092"/>
                  <a:pt x="3405912" y="67092"/>
                </a:cubicBezTo>
                <a:cubicBezTo>
                  <a:pt x="3400041" y="67092"/>
                  <a:pt x="3395662" y="65764"/>
                  <a:pt x="3392773" y="63108"/>
                </a:cubicBezTo>
                <a:cubicBezTo>
                  <a:pt x="3389884" y="60453"/>
                  <a:pt x="3388440" y="56376"/>
                  <a:pt x="3388440" y="50878"/>
                </a:cubicBezTo>
                <a:lnTo>
                  <a:pt x="3388440" y="26464"/>
                </a:lnTo>
                <a:lnTo>
                  <a:pt x="3375348" y="26464"/>
                </a:lnTo>
                <a:lnTo>
                  <a:pt x="3375348" y="19662"/>
                </a:lnTo>
                <a:lnTo>
                  <a:pt x="3388440" y="19662"/>
                </a:lnTo>
                <a:lnTo>
                  <a:pt x="3388440" y="6762"/>
                </a:lnTo>
                <a:lnTo>
                  <a:pt x="3396547" y="4659"/>
                </a:lnTo>
                <a:lnTo>
                  <a:pt x="3396547" y="19662"/>
                </a:lnTo>
                <a:lnTo>
                  <a:pt x="3417560" y="19662"/>
                </a:lnTo>
                <a:lnTo>
                  <a:pt x="3417560" y="26464"/>
                </a:lnTo>
                <a:lnTo>
                  <a:pt x="3396547" y="26464"/>
                </a:lnTo>
                <a:lnTo>
                  <a:pt x="3396547" y="50226"/>
                </a:lnTo>
                <a:cubicBezTo>
                  <a:pt x="3396547" y="53580"/>
                  <a:pt x="3397440" y="56089"/>
                  <a:pt x="3399226" y="57750"/>
                </a:cubicBezTo>
                <a:cubicBezTo>
                  <a:pt x="3401012" y="59412"/>
                  <a:pt x="3403644" y="60243"/>
                  <a:pt x="3407123" y="60243"/>
                </a:cubicBezTo>
                <a:cubicBezTo>
                  <a:pt x="3408614" y="60243"/>
                  <a:pt x="3410245" y="60123"/>
                  <a:pt x="3412015" y="59883"/>
                </a:cubicBezTo>
                <a:cubicBezTo>
                  <a:pt x="3413786" y="59643"/>
                  <a:pt x="3415634" y="59265"/>
                  <a:pt x="3417560" y="58752"/>
                </a:cubicBezTo>
                <a:lnTo>
                  <a:pt x="3417560" y="65741"/>
                </a:lnTo>
                <a:close/>
                <a:moveTo>
                  <a:pt x="3469325" y="66440"/>
                </a:moveTo>
                <a:lnTo>
                  <a:pt x="3461218" y="66440"/>
                </a:lnTo>
                <a:lnTo>
                  <a:pt x="3461218" y="36574"/>
                </a:lnTo>
                <a:cubicBezTo>
                  <a:pt x="3461218" y="32971"/>
                  <a:pt x="3460543" y="30277"/>
                  <a:pt x="3459191" y="28491"/>
                </a:cubicBezTo>
                <a:cubicBezTo>
                  <a:pt x="3457840" y="26705"/>
                  <a:pt x="3455907" y="25812"/>
                  <a:pt x="3453391" y="25812"/>
                </a:cubicBezTo>
                <a:cubicBezTo>
                  <a:pt x="3452304" y="25812"/>
                  <a:pt x="3451286" y="25959"/>
                  <a:pt x="3450339" y="26254"/>
                </a:cubicBezTo>
                <a:cubicBezTo>
                  <a:pt x="3449392" y="26549"/>
                  <a:pt x="3448405" y="27062"/>
                  <a:pt x="3447380" y="27792"/>
                </a:cubicBezTo>
                <a:cubicBezTo>
                  <a:pt x="3446355" y="28522"/>
                  <a:pt x="3445237" y="29508"/>
                  <a:pt x="3444026" y="30750"/>
                </a:cubicBezTo>
                <a:cubicBezTo>
                  <a:pt x="3442814" y="31993"/>
                  <a:pt x="3441417" y="33546"/>
                  <a:pt x="3439833" y="35410"/>
                </a:cubicBezTo>
                <a:lnTo>
                  <a:pt x="3439833" y="66440"/>
                </a:lnTo>
                <a:lnTo>
                  <a:pt x="3431726" y="66440"/>
                </a:lnTo>
                <a:lnTo>
                  <a:pt x="3431726" y="559"/>
                </a:lnTo>
                <a:lnTo>
                  <a:pt x="3439833" y="559"/>
                </a:lnTo>
                <a:lnTo>
                  <a:pt x="3439833" y="19649"/>
                </a:lnTo>
                <a:lnTo>
                  <a:pt x="3439553" y="27023"/>
                </a:lnTo>
                <a:cubicBezTo>
                  <a:pt x="3440827" y="25501"/>
                  <a:pt x="3442077" y="24220"/>
                  <a:pt x="3443304" y="23179"/>
                </a:cubicBezTo>
                <a:cubicBezTo>
                  <a:pt x="3444531" y="22139"/>
                  <a:pt x="3445758" y="21292"/>
                  <a:pt x="3446984" y="20640"/>
                </a:cubicBezTo>
                <a:cubicBezTo>
                  <a:pt x="3448211" y="19988"/>
                  <a:pt x="3449462" y="19522"/>
                  <a:pt x="3450735" y="19242"/>
                </a:cubicBezTo>
                <a:cubicBezTo>
                  <a:pt x="3452009" y="18963"/>
                  <a:pt x="3453329" y="18823"/>
                  <a:pt x="3454695" y="18823"/>
                </a:cubicBezTo>
                <a:cubicBezTo>
                  <a:pt x="3459355" y="18823"/>
                  <a:pt x="3462958" y="20244"/>
                  <a:pt x="3465505" y="23086"/>
                </a:cubicBezTo>
                <a:cubicBezTo>
                  <a:pt x="3468052" y="25928"/>
                  <a:pt x="3469325" y="30207"/>
                  <a:pt x="3469325" y="35922"/>
                </a:cubicBezTo>
                <a:lnTo>
                  <a:pt x="3469325" y="66440"/>
                </a:lnTo>
                <a:close/>
                <a:moveTo>
                  <a:pt x="3523094" y="40581"/>
                </a:moveTo>
                <a:cubicBezTo>
                  <a:pt x="3523094" y="41731"/>
                  <a:pt x="3523078" y="42693"/>
                  <a:pt x="3523047" y="43470"/>
                </a:cubicBezTo>
                <a:cubicBezTo>
                  <a:pt x="3523016" y="44246"/>
                  <a:pt x="3522970" y="44976"/>
                  <a:pt x="3522907" y="45660"/>
                </a:cubicBezTo>
                <a:lnTo>
                  <a:pt x="3490060" y="45660"/>
                </a:lnTo>
                <a:cubicBezTo>
                  <a:pt x="3490060" y="50443"/>
                  <a:pt x="3491396" y="54116"/>
                  <a:pt x="3494067" y="56679"/>
                </a:cubicBezTo>
                <a:cubicBezTo>
                  <a:pt x="3496739" y="59241"/>
                  <a:pt x="3500590" y="60522"/>
                  <a:pt x="3505622" y="60522"/>
                </a:cubicBezTo>
                <a:cubicBezTo>
                  <a:pt x="3506989" y="60522"/>
                  <a:pt x="3508355" y="60467"/>
                  <a:pt x="3509722" y="60357"/>
                </a:cubicBezTo>
                <a:cubicBezTo>
                  <a:pt x="3511089" y="60245"/>
                  <a:pt x="3512409" y="60094"/>
                  <a:pt x="3513682" y="59904"/>
                </a:cubicBezTo>
                <a:cubicBezTo>
                  <a:pt x="3514956" y="59712"/>
                  <a:pt x="3516175" y="59498"/>
                  <a:pt x="3517340" y="59260"/>
                </a:cubicBezTo>
                <a:cubicBezTo>
                  <a:pt x="3518505" y="59021"/>
                  <a:pt x="3519584" y="58759"/>
                  <a:pt x="3520578" y="58472"/>
                </a:cubicBezTo>
                <a:lnTo>
                  <a:pt x="3520578" y="65135"/>
                </a:lnTo>
                <a:cubicBezTo>
                  <a:pt x="3518373" y="65770"/>
                  <a:pt x="3515880" y="66286"/>
                  <a:pt x="3513100" y="66683"/>
                </a:cubicBezTo>
                <a:cubicBezTo>
                  <a:pt x="3510320" y="67080"/>
                  <a:pt x="3507439" y="67278"/>
                  <a:pt x="3504457" y="67278"/>
                </a:cubicBezTo>
                <a:cubicBezTo>
                  <a:pt x="3500450" y="67278"/>
                  <a:pt x="3497003" y="66735"/>
                  <a:pt x="3494114" y="65648"/>
                </a:cubicBezTo>
                <a:cubicBezTo>
                  <a:pt x="3491225" y="64560"/>
                  <a:pt x="3488857" y="62984"/>
                  <a:pt x="3487009" y="60919"/>
                </a:cubicBezTo>
                <a:cubicBezTo>
                  <a:pt x="3485161" y="58853"/>
                  <a:pt x="3483794" y="56321"/>
                  <a:pt x="3482909" y="53324"/>
                </a:cubicBezTo>
                <a:cubicBezTo>
                  <a:pt x="3482023" y="50327"/>
                  <a:pt x="3481581" y="46933"/>
                  <a:pt x="3481581" y="43144"/>
                </a:cubicBezTo>
                <a:cubicBezTo>
                  <a:pt x="3481581" y="39851"/>
                  <a:pt x="3482054" y="36737"/>
                  <a:pt x="3483002" y="33802"/>
                </a:cubicBezTo>
                <a:cubicBezTo>
                  <a:pt x="3483949" y="30867"/>
                  <a:pt x="3485331" y="28289"/>
                  <a:pt x="3487148" y="26068"/>
                </a:cubicBezTo>
                <a:cubicBezTo>
                  <a:pt x="3488966" y="23847"/>
                  <a:pt x="3491194" y="22084"/>
                  <a:pt x="3493834" y="20780"/>
                </a:cubicBezTo>
                <a:cubicBezTo>
                  <a:pt x="3496475" y="19475"/>
                  <a:pt x="3499472" y="18823"/>
                  <a:pt x="3502827" y="18823"/>
                </a:cubicBezTo>
                <a:cubicBezTo>
                  <a:pt x="3506088" y="18823"/>
                  <a:pt x="3508977" y="19336"/>
                  <a:pt x="3511493" y="20361"/>
                </a:cubicBezTo>
                <a:cubicBezTo>
                  <a:pt x="3514008" y="21386"/>
                  <a:pt x="3516128" y="22838"/>
                  <a:pt x="3517852" y="24717"/>
                </a:cubicBezTo>
                <a:cubicBezTo>
                  <a:pt x="3519576" y="26596"/>
                  <a:pt x="3520881" y="28879"/>
                  <a:pt x="3521766" y="31566"/>
                </a:cubicBezTo>
                <a:cubicBezTo>
                  <a:pt x="3522651" y="34253"/>
                  <a:pt x="3523094" y="37258"/>
                  <a:pt x="3523094" y="40581"/>
                </a:cubicBezTo>
                <a:moveTo>
                  <a:pt x="3514661" y="39416"/>
                </a:moveTo>
                <a:cubicBezTo>
                  <a:pt x="3514754" y="37335"/>
                  <a:pt x="3514552" y="35433"/>
                  <a:pt x="3514055" y="33709"/>
                </a:cubicBezTo>
                <a:cubicBezTo>
                  <a:pt x="3513558" y="31985"/>
                  <a:pt x="3512789" y="30502"/>
                  <a:pt x="3511749" y="29260"/>
                </a:cubicBezTo>
                <a:cubicBezTo>
                  <a:pt x="3510708" y="28017"/>
                  <a:pt x="3509411" y="27046"/>
                  <a:pt x="3507858" y="26348"/>
                </a:cubicBezTo>
                <a:cubicBezTo>
                  <a:pt x="3506305" y="25649"/>
                  <a:pt x="3504504" y="25299"/>
                  <a:pt x="3502454" y="25299"/>
                </a:cubicBezTo>
                <a:cubicBezTo>
                  <a:pt x="3500683" y="25299"/>
                  <a:pt x="3499068" y="25641"/>
                  <a:pt x="3497608" y="26324"/>
                </a:cubicBezTo>
                <a:cubicBezTo>
                  <a:pt x="3496148" y="27008"/>
                  <a:pt x="3494890" y="27970"/>
                  <a:pt x="3493834" y="29213"/>
                </a:cubicBezTo>
                <a:cubicBezTo>
                  <a:pt x="3492778" y="30455"/>
                  <a:pt x="3491924" y="31946"/>
                  <a:pt x="3491272" y="33686"/>
                </a:cubicBezTo>
                <a:cubicBezTo>
                  <a:pt x="3490620" y="35425"/>
                  <a:pt x="3490216" y="37335"/>
                  <a:pt x="3490060" y="39416"/>
                </a:cubicBezTo>
                <a:lnTo>
                  <a:pt x="3514661" y="39416"/>
                </a:lnTo>
                <a:close/>
                <a:moveTo>
                  <a:pt x="3628828" y="64716"/>
                </a:moveTo>
                <a:cubicBezTo>
                  <a:pt x="3626716" y="65523"/>
                  <a:pt x="3624549" y="66121"/>
                  <a:pt x="3622328" y="66510"/>
                </a:cubicBezTo>
                <a:cubicBezTo>
                  <a:pt x="3620107" y="66898"/>
                  <a:pt x="3617817" y="67092"/>
                  <a:pt x="3615456" y="67092"/>
                </a:cubicBezTo>
                <a:cubicBezTo>
                  <a:pt x="3608063" y="67092"/>
                  <a:pt x="3602372" y="65088"/>
                  <a:pt x="3598380" y="61082"/>
                </a:cubicBezTo>
                <a:cubicBezTo>
                  <a:pt x="3594389" y="57075"/>
                  <a:pt x="3592393" y="51220"/>
                  <a:pt x="3592393" y="43517"/>
                </a:cubicBezTo>
                <a:cubicBezTo>
                  <a:pt x="3592393" y="39820"/>
                  <a:pt x="3592968" y="36466"/>
                  <a:pt x="3594117" y="33453"/>
                </a:cubicBezTo>
                <a:cubicBezTo>
                  <a:pt x="3595266" y="30440"/>
                  <a:pt x="3596881" y="27862"/>
                  <a:pt x="3598963" y="25719"/>
                </a:cubicBezTo>
                <a:cubicBezTo>
                  <a:pt x="3601044" y="23575"/>
                  <a:pt x="3603529" y="21921"/>
                  <a:pt x="3606417" y="20757"/>
                </a:cubicBezTo>
                <a:cubicBezTo>
                  <a:pt x="3609306" y="19592"/>
                  <a:pt x="3612490" y="19009"/>
                  <a:pt x="3615969" y="19009"/>
                </a:cubicBezTo>
                <a:cubicBezTo>
                  <a:pt x="3618391" y="19009"/>
                  <a:pt x="3620659" y="19184"/>
                  <a:pt x="3622771" y="19534"/>
                </a:cubicBezTo>
                <a:cubicBezTo>
                  <a:pt x="3624883" y="19882"/>
                  <a:pt x="3626902" y="20453"/>
                  <a:pt x="3628828" y="21246"/>
                </a:cubicBezTo>
                <a:lnTo>
                  <a:pt x="3628828" y="28980"/>
                </a:lnTo>
                <a:cubicBezTo>
                  <a:pt x="3626809" y="27907"/>
                  <a:pt x="3624751" y="27127"/>
                  <a:pt x="3622654" y="26639"/>
                </a:cubicBezTo>
                <a:cubicBezTo>
                  <a:pt x="3620558" y="26150"/>
                  <a:pt x="3618391" y="25905"/>
                  <a:pt x="3616155" y="25905"/>
                </a:cubicBezTo>
                <a:cubicBezTo>
                  <a:pt x="3614074" y="25905"/>
                  <a:pt x="3612109" y="26301"/>
                  <a:pt x="3610261" y="27093"/>
                </a:cubicBezTo>
                <a:cubicBezTo>
                  <a:pt x="3608413" y="27885"/>
                  <a:pt x="3606790" y="29027"/>
                  <a:pt x="3605392" y="30518"/>
                </a:cubicBezTo>
                <a:cubicBezTo>
                  <a:pt x="3603994" y="32008"/>
                  <a:pt x="3602892" y="33826"/>
                  <a:pt x="3602084" y="35969"/>
                </a:cubicBezTo>
                <a:cubicBezTo>
                  <a:pt x="3601277" y="38112"/>
                  <a:pt x="3600873" y="40535"/>
                  <a:pt x="3600873" y="43237"/>
                </a:cubicBezTo>
                <a:cubicBezTo>
                  <a:pt x="3600873" y="48890"/>
                  <a:pt x="3602247" y="53122"/>
                  <a:pt x="3604996" y="55933"/>
                </a:cubicBezTo>
                <a:cubicBezTo>
                  <a:pt x="3607745" y="58744"/>
                  <a:pt x="3611558" y="60150"/>
                  <a:pt x="3616434" y="60150"/>
                </a:cubicBezTo>
                <a:cubicBezTo>
                  <a:pt x="3618640" y="60150"/>
                  <a:pt x="3620775" y="59901"/>
                  <a:pt x="3622841" y="59404"/>
                </a:cubicBezTo>
                <a:cubicBezTo>
                  <a:pt x="3624906" y="58907"/>
                  <a:pt x="3626902" y="58162"/>
                  <a:pt x="3628828" y="57168"/>
                </a:cubicBezTo>
                <a:lnTo>
                  <a:pt x="3628828" y="64716"/>
                </a:lnTo>
                <a:close/>
                <a:moveTo>
                  <a:pt x="3685066" y="42678"/>
                </a:moveTo>
                <a:cubicBezTo>
                  <a:pt x="3685066" y="46312"/>
                  <a:pt x="3684554" y="49643"/>
                  <a:pt x="3683529" y="52672"/>
                </a:cubicBezTo>
                <a:cubicBezTo>
                  <a:pt x="3682504" y="55700"/>
                  <a:pt x="3681028" y="58294"/>
                  <a:pt x="3679102" y="60453"/>
                </a:cubicBezTo>
                <a:cubicBezTo>
                  <a:pt x="3677177" y="62611"/>
                  <a:pt x="3674832" y="64289"/>
                  <a:pt x="3672067" y="65485"/>
                </a:cubicBezTo>
                <a:cubicBezTo>
                  <a:pt x="3669303" y="66680"/>
                  <a:pt x="3666166" y="67278"/>
                  <a:pt x="3662656" y="67278"/>
                </a:cubicBezTo>
                <a:cubicBezTo>
                  <a:pt x="3659301" y="67278"/>
                  <a:pt x="3656296" y="66758"/>
                  <a:pt x="3653640" y="65717"/>
                </a:cubicBezTo>
                <a:cubicBezTo>
                  <a:pt x="3650984" y="64677"/>
                  <a:pt x="3648732" y="63147"/>
                  <a:pt x="3646884" y="61128"/>
                </a:cubicBezTo>
                <a:cubicBezTo>
                  <a:pt x="3645036" y="59109"/>
                  <a:pt x="3643623" y="56609"/>
                  <a:pt x="3642645" y="53627"/>
                </a:cubicBezTo>
                <a:cubicBezTo>
                  <a:pt x="3641666" y="50645"/>
                  <a:pt x="3641177" y="47213"/>
                  <a:pt x="3641177" y="43330"/>
                </a:cubicBezTo>
                <a:cubicBezTo>
                  <a:pt x="3641177" y="39696"/>
                  <a:pt x="3641689" y="36380"/>
                  <a:pt x="3642714" y="33383"/>
                </a:cubicBezTo>
                <a:cubicBezTo>
                  <a:pt x="3643739" y="30385"/>
                  <a:pt x="3645215" y="27807"/>
                  <a:pt x="3647141" y="25649"/>
                </a:cubicBezTo>
                <a:cubicBezTo>
                  <a:pt x="3649066" y="23490"/>
                  <a:pt x="3651412" y="21813"/>
                  <a:pt x="3654176" y="20617"/>
                </a:cubicBezTo>
                <a:cubicBezTo>
                  <a:pt x="3656940" y="19421"/>
                  <a:pt x="3660078" y="18823"/>
                  <a:pt x="3663587" y="18823"/>
                </a:cubicBezTo>
                <a:cubicBezTo>
                  <a:pt x="3666942" y="18823"/>
                  <a:pt x="3669947" y="19343"/>
                  <a:pt x="3672603" y="20384"/>
                </a:cubicBezTo>
                <a:cubicBezTo>
                  <a:pt x="3675259" y="21424"/>
                  <a:pt x="3677511" y="22946"/>
                  <a:pt x="3679359" y="24950"/>
                </a:cubicBezTo>
                <a:cubicBezTo>
                  <a:pt x="3681207" y="26953"/>
                  <a:pt x="3682620" y="29446"/>
                  <a:pt x="3683599" y="32428"/>
                </a:cubicBezTo>
                <a:cubicBezTo>
                  <a:pt x="3684577" y="35410"/>
                  <a:pt x="3685066" y="38826"/>
                  <a:pt x="3685066" y="42678"/>
                </a:cubicBezTo>
                <a:moveTo>
                  <a:pt x="3676773" y="43051"/>
                </a:moveTo>
                <a:cubicBezTo>
                  <a:pt x="3676773" y="40162"/>
                  <a:pt x="3676455" y="37638"/>
                  <a:pt x="3675818" y="35480"/>
                </a:cubicBezTo>
                <a:cubicBezTo>
                  <a:pt x="3675181" y="33321"/>
                  <a:pt x="3674272" y="31519"/>
                  <a:pt x="3673092" y="30075"/>
                </a:cubicBezTo>
                <a:cubicBezTo>
                  <a:pt x="3671912" y="28631"/>
                  <a:pt x="3670475" y="27543"/>
                  <a:pt x="3668782" y="26813"/>
                </a:cubicBezTo>
                <a:cubicBezTo>
                  <a:pt x="3667090" y="26084"/>
                  <a:pt x="3665203" y="25719"/>
                  <a:pt x="3663122" y="25719"/>
                </a:cubicBezTo>
                <a:cubicBezTo>
                  <a:pt x="3660699" y="25719"/>
                  <a:pt x="3658625" y="26192"/>
                  <a:pt x="3656902" y="27140"/>
                </a:cubicBezTo>
                <a:cubicBezTo>
                  <a:pt x="3655178" y="28087"/>
                  <a:pt x="3653764" y="29353"/>
                  <a:pt x="3652662" y="30937"/>
                </a:cubicBezTo>
                <a:cubicBezTo>
                  <a:pt x="3651559" y="32521"/>
                  <a:pt x="3650751" y="34361"/>
                  <a:pt x="3650239" y="36458"/>
                </a:cubicBezTo>
                <a:cubicBezTo>
                  <a:pt x="3649726" y="38555"/>
                  <a:pt x="3649470" y="40752"/>
                  <a:pt x="3649470" y="43051"/>
                </a:cubicBezTo>
                <a:cubicBezTo>
                  <a:pt x="3649470" y="45939"/>
                  <a:pt x="3649789" y="48471"/>
                  <a:pt x="3650425" y="50645"/>
                </a:cubicBezTo>
                <a:cubicBezTo>
                  <a:pt x="3651062" y="52819"/>
                  <a:pt x="3651971" y="54629"/>
                  <a:pt x="3653151" y="56073"/>
                </a:cubicBezTo>
                <a:cubicBezTo>
                  <a:pt x="3654331" y="57517"/>
                  <a:pt x="3655760" y="58604"/>
                  <a:pt x="3657437" y="59334"/>
                </a:cubicBezTo>
                <a:cubicBezTo>
                  <a:pt x="3659115" y="60064"/>
                  <a:pt x="3661009" y="60429"/>
                  <a:pt x="3663122" y="60429"/>
                </a:cubicBezTo>
                <a:cubicBezTo>
                  <a:pt x="3665544" y="60429"/>
                  <a:pt x="3667618" y="59956"/>
                  <a:pt x="3669342" y="59008"/>
                </a:cubicBezTo>
                <a:cubicBezTo>
                  <a:pt x="3671065" y="58061"/>
                  <a:pt x="3672479" y="56795"/>
                  <a:pt x="3673581" y="55211"/>
                </a:cubicBezTo>
                <a:cubicBezTo>
                  <a:pt x="3674684" y="53627"/>
                  <a:pt x="3675492" y="51787"/>
                  <a:pt x="3676004" y="49690"/>
                </a:cubicBezTo>
                <a:cubicBezTo>
                  <a:pt x="3676517" y="47593"/>
                  <a:pt x="3676773" y="45380"/>
                  <a:pt x="3676773" y="43051"/>
                </a:cubicBezTo>
                <a:close/>
                <a:moveTo>
                  <a:pt x="3729563" y="66440"/>
                </a:moveTo>
                <a:lnTo>
                  <a:pt x="3729563" y="32847"/>
                </a:lnTo>
                <a:cubicBezTo>
                  <a:pt x="3729563" y="31387"/>
                  <a:pt x="3729509" y="30191"/>
                  <a:pt x="3729400" y="29260"/>
                </a:cubicBezTo>
                <a:cubicBezTo>
                  <a:pt x="3729291" y="28328"/>
                  <a:pt x="3729121" y="27590"/>
                  <a:pt x="3728888" y="27046"/>
                </a:cubicBezTo>
                <a:cubicBezTo>
                  <a:pt x="3728655" y="26503"/>
                  <a:pt x="3728360" y="26122"/>
                  <a:pt x="3728002" y="25905"/>
                </a:cubicBezTo>
                <a:cubicBezTo>
                  <a:pt x="3727645" y="25688"/>
                  <a:pt x="3727203" y="25579"/>
                  <a:pt x="3726675" y="25579"/>
                </a:cubicBezTo>
                <a:cubicBezTo>
                  <a:pt x="3726053" y="25579"/>
                  <a:pt x="3725479" y="25765"/>
                  <a:pt x="3724951" y="26138"/>
                </a:cubicBezTo>
                <a:cubicBezTo>
                  <a:pt x="3724423" y="26511"/>
                  <a:pt x="3723856" y="27116"/>
                  <a:pt x="3723250" y="27955"/>
                </a:cubicBezTo>
                <a:cubicBezTo>
                  <a:pt x="3722644" y="28794"/>
                  <a:pt x="3721977" y="29904"/>
                  <a:pt x="3721247" y="31286"/>
                </a:cubicBezTo>
                <a:cubicBezTo>
                  <a:pt x="3720517" y="32668"/>
                  <a:pt x="3719655" y="34369"/>
                  <a:pt x="3718661" y="36388"/>
                </a:cubicBezTo>
                <a:lnTo>
                  <a:pt x="3718661" y="66440"/>
                </a:lnTo>
                <a:lnTo>
                  <a:pt x="3711253" y="66440"/>
                </a:lnTo>
                <a:lnTo>
                  <a:pt x="3711253" y="33732"/>
                </a:lnTo>
                <a:cubicBezTo>
                  <a:pt x="3711253" y="32024"/>
                  <a:pt x="3711198" y="30642"/>
                  <a:pt x="3711090" y="29586"/>
                </a:cubicBezTo>
                <a:cubicBezTo>
                  <a:pt x="3710981" y="28530"/>
                  <a:pt x="3710810" y="27706"/>
                  <a:pt x="3710577" y="27116"/>
                </a:cubicBezTo>
                <a:cubicBezTo>
                  <a:pt x="3710344" y="26526"/>
                  <a:pt x="3710041" y="26122"/>
                  <a:pt x="3709669" y="25905"/>
                </a:cubicBezTo>
                <a:cubicBezTo>
                  <a:pt x="3709296" y="25688"/>
                  <a:pt x="3708845" y="25579"/>
                  <a:pt x="3708317" y="25579"/>
                </a:cubicBezTo>
                <a:cubicBezTo>
                  <a:pt x="3707758" y="25579"/>
                  <a:pt x="3707230" y="25734"/>
                  <a:pt x="3706733" y="26045"/>
                </a:cubicBezTo>
                <a:cubicBezTo>
                  <a:pt x="3706236" y="26355"/>
                  <a:pt x="3705685" y="26914"/>
                  <a:pt x="3705079" y="27722"/>
                </a:cubicBezTo>
                <a:cubicBezTo>
                  <a:pt x="3704474" y="28530"/>
                  <a:pt x="3703798" y="29632"/>
                  <a:pt x="3703053" y="31030"/>
                </a:cubicBezTo>
                <a:cubicBezTo>
                  <a:pt x="3702307" y="32428"/>
                  <a:pt x="3701422" y="34214"/>
                  <a:pt x="3700397" y="36388"/>
                </a:cubicBezTo>
                <a:lnTo>
                  <a:pt x="3700397" y="66440"/>
                </a:lnTo>
                <a:lnTo>
                  <a:pt x="3692942" y="66440"/>
                </a:lnTo>
                <a:lnTo>
                  <a:pt x="3692942" y="19662"/>
                </a:lnTo>
                <a:lnTo>
                  <a:pt x="3699139" y="19662"/>
                </a:lnTo>
                <a:lnTo>
                  <a:pt x="3699512" y="28561"/>
                </a:lnTo>
                <a:cubicBezTo>
                  <a:pt x="3700319" y="26790"/>
                  <a:pt x="3701103" y="25284"/>
                  <a:pt x="3701864" y="24041"/>
                </a:cubicBezTo>
                <a:cubicBezTo>
                  <a:pt x="3702625" y="22799"/>
                  <a:pt x="3703410" y="21797"/>
                  <a:pt x="3704217" y="21036"/>
                </a:cubicBezTo>
                <a:cubicBezTo>
                  <a:pt x="3705025" y="20275"/>
                  <a:pt x="3705887" y="19716"/>
                  <a:pt x="3706803" y="19359"/>
                </a:cubicBezTo>
                <a:cubicBezTo>
                  <a:pt x="3707719" y="19002"/>
                  <a:pt x="3708737" y="18823"/>
                  <a:pt x="3709855" y="18823"/>
                </a:cubicBezTo>
                <a:cubicBezTo>
                  <a:pt x="3712371" y="18823"/>
                  <a:pt x="3714281" y="19646"/>
                  <a:pt x="3715586" y="21292"/>
                </a:cubicBezTo>
                <a:cubicBezTo>
                  <a:pt x="3716890" y="22939"/>
                  <a:pt x="3717543" y="25486"/>
                  <a:pt x="3717543" y="28933"/>
                </a:cubicBezTo>
                <a:cubicBezTo>
                  <a:pt x="3718288" y="27318"/>
                  <a:pt x="3719018" y="25882"/>
                  <a:pt x="3719732" y="24624"/>
                </a:cubicBezTo>
                <a:cubicBezTo>
                  <a:pt x="3720447" y="23366"/>
                  <a:pt x="3721216" y="22310"/>
                  <a:pt x="3722039" y="21455"/>
                </a:cubicBezTo>
                <a:cubicBezTo>
                  <a:pt x="3722862" y="20601"/>
                  <a:pt x="3723770" y="19949"/>
                  <a:pt x="3724764" y="19499"/>
                </a:cubicBezTo>
                <a:cubicBezTo>
                  <a:pt x="3725758" y="19048"/>
                  <a:pt x="3726907" y="18823"/>
                  <a:pt x="3728212" y="18823"/>
                </a:cubicBezTo>
                <a:cubicBezTo>
                  <a:pt x="3734083" y="18823"/>
                  <a:pt x="3737018" y="23342"/>
                  <a:pt x="3737018" y="32381"/>
                </a:cubicBezTo>
                <a:lnTo>
                  <a:pt x="3737018" y="66440"/>
                </a:lnTo>
                <a:lnTo>
                  <a:pt x="3729563" y="66440"/>
                </a:lnTo>
                <a:close/>
                <a:moveTo>
                  <a:pt x="3788038" y="42212"/>
                </a:moveTo>
                <a:cubicBezTo>
                  <a:pt x="3788038" y="46374"/>
                  <a:pt x="3787455" y="50008"/>
                  <a:pt x="3786290" y="53114"/>
                </a:cubicBezTo>
                <a:cubicBezTo>
                  <a:pt x="3785126" y="56221"/>
                  <a:pt x="3783518" y="58799"/>
                  <a:pt x="3781468" y="60849"/>
                </a:cubicBezTo>
                <a:cubicBezTo>
                  <a:pt x="3779418" y="62899"/>
                  <a:pt x="3776995" y="64436"/>
                  <a:pt x="3774200" y="65461"/>
                </a:cubicBezTo>
                <a:cubicBezTo>
                  <a:pt x="3771404" y="66486"/>
                  <a:pt x="3768376" y="66999"/>
                  <a:pt x="3765115" y="66999"/>
                </a:cubicBezTo>
                <a:cubicBezTo>
                  <a:pt x="3763624" y="66999"/>
                  <a:pt x="3762141" y="66921"/>
                  <a:pt x="3760665" y="66766"/>
                </a:cubicBezTo>
                <a:cubicBezTo>
                  <a:pt x="3759190" y="66610"/>
                  <a:pt x="3757691" y="66346"/>
                  <a:pt x="3756169" y="65974"/>
                </a:cubicBezTo>
                <a:lnTo>
                  <a:pt x="3756169" y="85542"/>
                </a:lnTo>
                <a:lnTo>
                  <a:pt x="3748062" y="85542"/>
                </a:lnTo>
                <a:lnTo>
                  <a:pt x="3748062" y="19662"/>
                </a:lnTo>
                <a:lnTo>
                  <a:pt x="3755284" y="19662"/>
                </a:lnTo>
                <a:lnTo>
                  <a:pt x="3755796" y="27489"/>
                </a:lnTo>
                <a:cubicBezTo>
                  <a:pt x="3758126" y="24290"/>
                  <a:pt x="3760611" y="22046"/>
                  <a:pt x="3763251" y="20757"/>
                </a:cubicBezTo>
                <a:cubicBezTo>
                  <a:pt x="3765891" y="19468"/>
                  <a:pt x="3768749" y="18823"/>
                  <a:pt x="3771824" y="18823"/>
                </a:cubicBezTo>
                <a:cubicBezTo>
                  <a:pt x="3774495" y="18823"/>
                  <a:pt x="3776840" y="19382"/>
                  <a:pt x="3778859" y="20500"/>
                </a:cubicBezTo>
                <a:cubicBezTo>
                  <a:pt x="3780878" y="21619"/>
                  <a:pt x="3782571" y="23195"/>
                  <a:pt x="3783938" y="25229"/>
                </a:cubicBezTo>
                <a:cubicBezTo>
                  <a:pt x="3785304" y="27264"/>
                  <a:pt x="3786329" y="29718"/>
                  <a:pt x="3787013" y="32591"/>
                </a:cubicBezTo>
                <a:cubicBezTo>
                  <a:pt x="3787696" y="35464"/>
                  <a:pt x="3788038" y="38671"/>
                  <a:pt x="3788038" y="42212"/>
                </a:cubicBezTo>
                <a:moveTo>
                  <a:pt x="3779744" y="42585"/>
                </a:moveTo>
                <a:cubicBezTo>
                  <a:pt x="3779744" y="40131"/>
                  <a:pt x="3779566" y="37879"/>
                  <a:pt x="3779209" y="35829"/>
                </a:cubicBezTo>
                <a:cubicBezTo>
                  <a:pt x="3778851" y="33779"/>
                  <a:pt x="3778285" y="32024"/>
                  <a:pt x="3777508" y="30564"/>
                </a:cubicBezTo>
                <a:cubicBezTo>
                  <a:pt x="3776731" y="29104"/>
                  <a:pt x="3775737" y="27963"/>
                  <a:pt x="3774526" y="27140"/>
                </a:cubicBezTo>
                <a:cubicBezTo>
                  <a:pt x="3773315" y="26316"/>
                  <a:pt x="3771870" y="25905"/>
                  <a:pt x="3770193" y="25905"/>
                </a:cubicBezTo>
                <a:cubicBezTo>
                  <a:pt x="3769168" y="25905"/>
                  <a:pt x="3768128" y="26068"/>
                  <a:pt x="3767071" y="26394"/>
                </a:cubicBezTo>
                <a:cubicBezTo>
                  <a:pt x="3766015" y="26720"/>
                  <a:pt x="3764920" y="27264"/>
                  <a:pt x="3763787" y="28025"/>
                </a:cubicBezTo>
                <a:cubicBezTo>
                  <a:pt x="3762653" y="28786"/>
                  <a:pt x="3761457" y="29795"/>
                  <a:pt x="3760199" y="31053"/>
                </a:cubicBezTo>
                <a:cubicBezTo>
                  <a:pt x="3758941" y="32311"/>
                  <a:pt x="3757598" y="33872"/>
                  <a:pt x="3756169" y="35736"/>
                </a:cubicBezTo>
                <a:lnTo>
                  <a:pt x="3756169" y="58426"/>
                </a:lnTo>
                <a:cubicBezTo>
                  <a:pt x="3757660" y="59047"/>
                  <a:pt x="3759229" y="59536"/>
                  <a:pt x="3760875" y="59894"/>
                </a:cubicBezTo>
                <a:cubicBezTo>
                  <a:pt x="3762521" y="60251"/>
                  <a:pt x="3764136" y="60429"/>
                  <a:pt x="3765720" y="60429"/>
                </a:cubicBezTo>
                <a:cubicBezTo>
                  <a:pt x="3770100" y="60429"/>
                  <a:pt x="3773532" y="58946"/>
                  <a:pt x="3776017" y="55980"/>
                </a:cubicBezTo>
                <a:cubicBezTo>
                  <a:pt x="3778502" y="53013"/>
                  <a:pt x="3779744" y="48548"/>
                  <a:pt x="3779744" y="42585"/>
                </a:cubicBezTo>
                <a:close/>
                <a:moveTo>
                  <a:pt x="3840641" y="42678"/>
                </a:moveTo>
                <a:cubicBezTo>
                  <a:pt x="3840641" y="46312"/>
                  <a:pt x="3840129" y="49643"/>
                  <a:pt x="3839104" y="52672"/>
                </a:cubicBezTo>
                <a:cubicBezTo>
                  <a:pt x="3838079" y="55700"/>
                  <a:pt x="3836603" y="58294"/>
                  <a:pt x="3834678" y="60453"/>
                </a:cubicBezTo>
                <a:cubicBezTo>
                  <a:pt x="3832752" y="62611"/>
                  <a:pt x="3830407" y="64289"/>
                  <a:pt x="3827642" y="65485"/>
                </a:cubicBezTo>
                <a:cubicBezTo>
                  <a:pt x="3824878" y="66680"/>
                  <a:pt x="3821741" y="67278"/>
                  <a:pt x="3818231" y="67278"/>
                </a:cubicBezTo>
                <a:cubicBezTo>
                  <a:pt x="3814876" y="67278"/>
                  <a:pt x="3811871" y="66758"/>
                  <a:pt x="3809215" y="65717"/>
                </a:cubicBezTo>
                <a:cubicBezTo>
                  <a:pt x="3806560" y="64677"/>
                  <a:pt x="3804308" y="63147"/>
                  <a:pt x="3802460" y="61128"/>
                </a:cubicBezTo>
                <a:cubicBezTo>
                  <a:pt x="3800611" y="59109"/>
                  <a:pt x="3799198" y="56609"/>
                  <a:pt x="3798220" y="53627"/>
                </a:cubicBezTo>
                <a:cubicBezTo>
                  <a:pt x="3797241" y="50645"/>
                  <a:pt x="3796752" y="47213"/>
                  <a:pt x="3796752" y="43330"/>
                </a:cubicBezTo>
                <a:cubicBezTo>
                  <a:pt x="3796752" y="39696"/>
                  <a:pt x="3797265" y="36380"/>
                  <a:pt x="3798290" y="33383"/>
                </a:cubicBezTo>
                <a:cubicBezTo>
                  <a:pt x="3799315" y="30385"/>
                  <a:pt x="3800790" y="27807"/>
                  <a:pt x="3802716" y="25649"/>
                </a:cubicBezTo>
                <a:cubicBezTo>
                  <a:pt x="3804642" y="23490"/>
                  <a:pt x="3806987" y="21813"/>
                  <a:pt x="3809751" y="20617"/>
                </a:cubicBezTo>
                <a:cubicBezTo>
                  <a:pt x="3812516" y="19421"/>
                  <a:pt x="3815653" y="18823"/>
                  <a:pt x="3819163" y="18823"/>
                </a:cubicBezTo>
                <a:cubicBezTo>
                  <a:pt x="3822517" y="18823"/>
                  <a:pt x="3825522" y="19343"/>
                  <a:pt x="3828178" y="20384"/>
                </a:cubicBezTo>
                <a:cubicBezTo>
                  <a:pt x="3830834" y="21424"/>
                  <a:pt x="3833086" y="22946"/>
                  <a:pt x="3834934" y="24950"/>
                </a:cubicBezTo>
                <a:cubicBezTo>
                  <a:pt x="3836782" y="26953"/>
                  <a:pt x="3838195" y="29446"/>
                  <a:pt x="3839174" y="32428"/>
                </a:cubicBezTo>
                <a:cubicBezTo>
                  <a:pt x="3840152" y="35410"/>
                  <a:pt x="3840641" y="38826"/>
                  <a:pt x="3840641" y="42678"/>
                </a:cubicBezTo>
                <a:moveTo>
                  <a:pt x="3832348" y="43051"/>
                </a:moveTo>
                <a:cubicBezTo>
                  <a:pt x="3832348" y="40162"/>
                  <a:pt x="3832030" y="37638"/>
                  <a:pt x="3831393" y="35480"/>
                </a:cubicBezTo>
                <a:cubicBezTo>
                  <a:pt x="3830756" y="33321"/>
                  <a:pt x="3829848" y="31519"/>
                  <a:pt x="3828667" y="30075"/>
                </a:cubicBezTo>
                <a:cubicBezTo>
                  <a:pt x="3827487" y="28631"/>
                  <a:pt x="3826050" y="27543"/>
                  <a:pt x="3824358" y="26813"/>
                </a:cubicBezTo>
                <a:cubicBezTo>
                  <a:pt x="3822665" y="26084"/>
                  <a:pt x="3820778" y="25719"/>
                  <a:pt x="3818697" y="25719"/>
                </a:cubicBezTo>
                <a:cubicBezTo>
                  <a:pt x="3816274" y="25719"/>
                  <a:pt x="3814201" y="26192"/>
                  <a:pt x="3812477" y="27140"/>
                </a:cubicBezTo>
                <a:cubicBezTo>
                  <a:pt x="3810753" y="28087"/>
                  <a:pt x="3809340" y="29353"/>
                  <a:pt x="3808237" y="30937"/>
                </a:cubicBezTo>
                <a:cubicBezTo>
                  <a:pt x="3807134" y="32521"/>
                  <a:pt x="3806327" y="34361"/>
                  <a:pt x="3805814" y="36458"/>
                </a:cubicBezTo>
                <a:cubicBezTo>
                  <a:pt x="3805302" y="38555"/>
                  <a:pt x="3805045" y="40752"/>
                  <a:pt x="3805045" y="43051"/>
                </a:cubicBezTo>
                <a:cubicBezTo>
                  <a:pt x="3805045" y="45939"/>
                  <a:pt x="3805364" y="48471"/>
                  <a:pt x="3806000" y="50645"/>
                </a:cubicBezTo>
                <a:cubicBezTo>
                  <a:pt x="3806637" y="52819"/>
                  <a:pt x="3807546" y="54629"/>
                  <a:pt x="3808726" y="56073"/>
                </a:cubicBezTo>
                <a:cubicBezTo>
                  <a:pt x="3809906" y="57517"/>
                  <a:pt x="3811335" y="58604"/>
                  <a:pt x="3813013" y="59334"/>
                </a:cubicBezTo>
                <a:cubicBezTo>
                  <a:pt x="3814690" y="60064"/>
                  <a:pt x="3816585" y="60429"/>
                  <a:pt x="3818697" y="60429"/>
                </a:cubicBezTo>
                <a:cubicBezTo>
                  <a:pt x="3821119" y="60429"/>
                  <a:pt x="3823193" y="59956"/>
                  <a:pt x="3824917" y="59008"/>
                </a:cubicBezTo>
                <a:cubicBezTo>
                  <a:pt x="3826641" y="58061"/>
                  <a:pt x="3828054" y="56795"/>
                  <a:pt x="3829157" y="55211"/>
                </a:cubicBezTo>
                <a:cubicBezTo>
                  <a:pt x="3830259" y="53627"/>
                  <a:pt x="3831067" y="51787"/>
                  <a:pt x="3831579" y="49690"/>
                </a:cubicBezTo>
                <a:cubicBezTo>
                  <a:pt x="3832092" y="47593"/>
                  <a:pt x="3832348" y="45380"/>
                  <a:pt x="3832348" y="43051"/>
                </a:cubicBezTo>
                <a:close/>
                <a:moveTo>
                  <a:pt x="3851779" y="19662"/>
                </a:moveTo>
                <a:lnTo>
                  <a:pt x="3859000" y="19662"/>
                </a:lnTo>
                <a:lnTo>
                  <a:pt x="3859327" y="27210"/>
                </a:lnTo>
                <a:cubicBezTo>
                  <a:pt x="3860693" y="25594"/>
                  <a:pt x="3862013" y="24251"/>
                  <a:pt x="3863287" y="23179"/>
                </a:cubicBezTo>
                <a:cubicBezTo>
                  <a:pt x="3864560" y="22108"/>
                  <a:pt x="3865811" y="21246"/>
                  <a:pt x="3867038" y="20593"/>
                </a:cubicBezTo>
                <a:cubicBezTo>
                  <a:pt x="3868264" y="19941"/>
                  <a:pt x="3869515" y="19483"/>
                  <a:pt x="3870788" y="19219"/>
                </a:cubicBezTo>
                <a:cubicBezTo>
                  <a:pt x="3872062" y="18955"/>
                  <a:pt x="3873382" y="18823"/>
                  <a:pt x="3874748" y="18823"/>
                </a:cubicBezTo>
                <a:cubicBezTo>
                  <a:pt x="3879563" y="18823"/>
                  <a:pt x="3883205" y="20244"/>
                  <a:pt x="3885674" y="23086"/>
                </a:cubicBezTo>
                <a:cubicBezTo>
                  <a:pt x="3888144" y="25928"/>
                  <a:pt x="3889378" y="30207"/>
                  <a:pt x="3889378" y="35922"/>
                </a:cubicBezTo>
                <a:lnTo>
                  <a:pt x="3889378" y="66440"/>
                </a:lnTo>
                <a:lnTo>
                  <a:pt x="3881271" y="66440"/>
                </a:lnTo>
                <a:lnTo>
                  <a:pt x="3881271" y="36574"/>
                </a:lnTo>
                <a:cubicBezTo>
                  <a:pt x="3881271" y="32909"/>
                  <a:pt x="3880588" y="30199"/>
                  <a:pt x="3879221" y="28444"/>
                </a:cubicBezTo>
                <a:cubicBezTo>
                  <a:pt x="3877855" y="26689"/>
                  <a:pt x="3875820" y="25812"/>
                  <a:pt x="3873118" y="25812"/>
                </a:cubicBezTo>
                <a:cubicBezTo>
                  <a:pt x="3872124" y="25812"/>
                  <a:pt x="3871153" y="25959"/>
                  <a:pt x="3870206" y="26254"/>
                </a:cubicBezTo>
                <a:cubicBezTo>
                  <a:pt x="3869258" y="26549"/>
                  <a:pt x="3868272" y="27062"/>
                  <a:pt x="3867247" y="27792"/>
                </a:cubicBezTo>
                <a:cubicBezTo>
                  <a:pt x="3866222" y="28522"/>
                  <a:pt x="3865112" y="29508"/>
                  <a:pt x="3863916" y="30750"/>
                </a:cubicBezTo>
                <a:cubicBezTo>
                  <a:pt x="3862720" y="31993"/>
                  <a:pt x="3861377" y="33546"/>
                  <a:pt x="3859886" y="35410"/>
                </a:cubicBezTo>
                <a:lnTo>
                  <a:pt x="3859886" y="66440"/>
                </a:lnTo>
                <a:lnTo>
                  <a:pt x="3851779" y="66440"/>
                </a:lnTo>
                <a:lnTo>
                  <a:pt x="3851779" y="19662"/>
                </a:lnTo>
                <a:close/>
                <a:moveTo>
                  <a:pt x="3943147" y="40581"/>
                </a:moveTo>
                <a:cubicBezTo>
                  <a:pt x="3943147" y="41731"/>
                  <a:pt x="3943131" y="42693"/>
                  <a:pt x="3943100" y="43470"/>
                </a:cubicBezTo>
                <a:cubicBezTo>
                  <a:pt x="3943069" y="44246"/>
                  <a:pt x="3943023" y="44976"/>
                  <a:pt x="3942961" y="45660"/>
                </a:cubicBezTo>
                <a:lnTo>
                  <a:pt x="3910113" y="45660"/>
                </a:lnTo>
                <a:cubicBezTo>
                  <a:pt x="3910113" y="50443"/>
                  <a:pt x="3911449" y="54116"/>
                  <a:pt x="3914120" y="56679"/>
                </a:cubicBezTo>
                <a:cubicBezTo>
                  <a:pt x="3916792" y="59241"/>
                  <a:pt x="3920643" y="60522"/>
                  <a:pt x="3925675" y="60522"/>
                </a:cubicBezTo>
                <a:cubicBezTo>
                  <a:pt x="3927042" y="60522"/>
                  <a:pt x="3928408" y="60467"/>
                  <a:pt x="3929775" y="60357"/>
                </a:cubicBezTo>
                <a:cubicBezTo>
                  <a:pt x="3931142" y="60245"/>
                  <a:pt x="3932462" y="60094"/>
                  <a:pt x="3933735" y="59904"/>
                </a:cubicBezTo>
                <a:cubicBezTo>
                  <a:pt x="3935009" y="59712"/>
                  <a:pt x="3936228" y="59498"/>
                  <a:pt x="3937393" y="59260"/>
                </a:cubicBezTo>
                <a:cubicBezTo>
                  <a:pt x="3938558" y="59021"/>
                  <a:pt x="3939637" y="58759"/>
                  <a:pt x="3940631" y="58472"/>
                </a:cubicBezTo>
                <a:lnTo>
                  <a:pt x="3940631" y="65135"/>
                </a:lnTo>
                <a:cubicBezTo>
                  <a:pt x="3938426" y="65770"/>
                  <a:pt x="3935933" y="66286"/>
                  <a:pt x="3933153" y="66683"/>
                </a:cubicBezTo>
                <a:cubicBezTo>
                  <a:pt x="3930373" y="67080"/>
                  <a:pt x="3927492" y="67278"/>
                  <a:pt x="3924510" y="67278"/>
                </a:cubicBezTo>
                <a:cubicBezTo>
                  <a:pt x="3920503" y="67278"/>
                  <a:pt x="3917056" y="66735"/>
                  <a:pt x="3914167" y="65648"/>
                </a:cubicBezTo>
                <a:cubicBezTo>
                  <a:pt x="3911278" y="64560"/>
                  <a:pt x="3908910" y="62984"/>
                  <a:pt x="3907062" y="60919"/>
                </a:cubicBezTo>
                <a:cubicBezTo>
                  <a:pt x="3905214" y="58853"/>
                  <a:pt x="3903847" y="56321"/>
                  <a:pt x="3902962" y="53324"/>
                </a:cubicBezTo>
                <a:cubicBezTo>
                  <a:pt x="3902076" y="50327"/>
                  <a:pt x="3901634" y="46933"/>
                  <a:pt x="3901634" y="43144"/>
                </a:cubicBezTo>
                <a:cubicBezTo>
                  <a:pt x="3901634" y="39851"/>
                  <a:pt x="3902107" y="36737"/>
                  <a:pt x="3903055" y="33802"/>
                </a:cubicBezTo>
                <a:cubicBezTo>
                  <a:pt x="3904002" y="30867"/>
                  <a:pt x="3905384" y="28289"/>
                  <a:pt x="3907201" y="26068"/>
                </a:cubicBezTo>
                <a:cubicBezTo>
                  <a:pt x="3909019" y="23847"/>
                  <a:pt x="3911247" y="22084"/>
                  <a:pt x="3913887" y="20780"/>
                </a:cubicBezTo>
                <a:cubicBezTo>
                  <a:pt x="3916528" y="19475"/>
                  <a:pt x="3919525" y="18823"/>
                  <a:pt x="3922880" y="18823"/>
                </a:cubicBezTo>
                <a:cubicBezTo>
                  <a:pt x="3926141" y="18823"/>
                  <a:pt x="3929030" y="19336"/>
                  <a:pt x="3931546" y="20361"/>
                </a:cubicBezTo>
                <a:cubicBezTo>
                  <a:pt x="3934062" y="21386"/>
                  <a:pt x="3936181" y="22838"/>
                  <a:pt x="3937905" y="24717"/>
                </a:cubicBezTo>
                <a:cubicBezTo>
                  <a:pt x="3939629" y="26596"/>
                  <a:pt x="3940934" y="28879"/>
                  <a:pt x="3941819" y="31566"/>
                </a:cubicBezTo>
                <a:cubicBezTo>
                  <a:pt x="3942704" y="34253"/>
                  <a:pt x="3943147" y="37258"/>
                  <a:pt x="3943147" y="40581"/>
                </a:cubicBezTo>
                <a:moveTo>
                  <a:pt x="3934714" y="39416"/>
                </a:moveTo>
                <a:cubicBezTo>
                  <a:pt x="3934807" y="37335"/>
                  <a:pt x="3934605" y="35433"/>
                  <a:pt x="3934108" y="33709"/>
                </a:cubicBezTo>
                <a:cubicBezTo>
                  <a:pt x="3933611" y="31985"/>
                  <a:pt x="3932842" y="30502"/>
                  <a:pt x="3931802" y="29260"/>
                </a:cubicBezTo>
                <a:cubicBezTo>
                  <a:pt x="3930761" y="28017"/>
                  <a:pt x="3929465" y="27046"/>
                  <a:pt x="3927911" y="26348"/>
                </a:cubicBezTo>
                <a:cubicBezTo>
                  <a:pt x="3926358" y="25649"/>
                  <a:pt x="3924557" y="25299"/>
                  <a:pt x="3922507" y="25299"/>
                </a:cubicBezTo>
                <a:cubicBezTo>
                  <a:pt x="3920736" y="25299"/>
                  <a:pt x="3919121" y="25641"/>
                  <a:pt x="3917661" y="26324"/>
                </a:cubicBezTo>
                <a:cubicBezTo>
                  <a:pt x="3916201" y="27008"/>
                  <a:pt x="3914943" y="27970"/>
                  <a:pt x="3913887" y="29213"/>
                </a:cubicBezTo>
                <a:cubicBezTo>
                  <a:pt x="3912831" y="30455"/>
                  <a:pt x="3911977" y="31946"/>
                  <a:pt x="3911325" y="33686"/>
                </a:cubicBezTo>
                <a:cubicBezTo>
                  <a:pt x="3910673" y="35425"/>
                  <a:pt x="3910269" y="37335"/>
                  <a:pt x="3910113" y="39416"/>
                </a:cubicBezTo>
                <a:lnTo>
                  <a:pt x="3934714" y="39416"/>
                </a:lnTo>
                <a:close/>
                <a:moveTo>
                  <a:pt x="3955496" y="19662"/>
                </a:moveTo>
                <a:lnTo>
                  <a:pt x="3962717" y="19662"/>
                </a:lnTo>
                <a:lnTo>
                  <a:pt x="3963044" y="27210"/>
                </a:lnTo>
                <a:cubicBezTo>
                  <a:pt x="3964410" y="25594"/>
                  <a:pt x="3965730" y="24251"/>
                  <a:pt x="3967004" y="23179"/>
                </a:cubicBezTo>
                <a:cubicBezTo>
                  <a:pt x="3968277" y="22108"/>
                  <a:pt x="3969528" y="21246"/>
                  <a:pt x="3970754" y="20593"/>
                </a:cubicBezTo>
                <a:cubicBezTo>
                  <a:pt x="3971981" y="19941"/>
                  <a:pt x="3973232" y="19483"/>
                  <a:pt x="3974505" y="19219"/>
                </a:cubicBezTo>
                <a:cubicBezTo>
                  <a:pt x="3975779" y="18955"/>
                  <a:pt x="3977099" y="18823"/>
                  <a:pt x="3978465" y="18823"/>
                </a:cubicBezTo>
                <a:cubicBezTo>
                  <a:pt x="3983280" y="18823"/>
                  <a:pt x="3986922" y="20244"/>
                  <a:pt x="3989391" y="23086"/>
                </a:cubicBezTo>
                <a:cubicBezTo>
                  <a:pt x="3991860" y="25928"/>
                  <a:pt x="3993095" y="30207"/>
                  <a:pt x="3993095" y="35922"/>
                </a:cubicBezTo>
                <a:lnTo>
                  <a:pt x="3993095" y="66440"/>
                </a:lnTo>
                <a:lnTo>
                  <a:pt x="3984988" y="66440"/>
                </a:lnTo>
                <a:lnTo>
                  <a:pt x="3984988" y="36574"/>
                </a:lnTo>
                <a:cubicBezTo>
                  <a:pt x="3984988" y="32909"/>
                  <a:pt x="3984305" y="30199"/>
                  <a:pt x="3982938" y="28444"/>
                </a:cubicBezTo>
                <a:cubicBezTo>
                  <a:pt x="3981571" y="26689"/>
                  <a:pt x="3979537" y="25812"/>
                  <a:pt x="3976835" y="25812"/>
                </a:cubicBezTo>
                <a:cubicBezTo>
                  <a:pt x="3975841" y="25812"/>
                  <a:pt x="3974870" y="25959"/>
                  <a:pt x="3973923" y="26254"/>
                </a:cubicBezTo>
                <a:cubicBezTo>
                  <a:pt x="3972975" y="26549"/>
                  <a:pt x="3971989" y="27062"/>
                  <a:pt x="3970964" y="27792"/>
                </a:cubicBezTo>
                <a:cubicBezTo>
                  <a:pt x="3969939" y="28522"/>
                  <a:pt x="3968829" y="29508"/>
                  <a:pt x="3967633" y="30750"/>
                </a:cubicBezTo>
                <a:cubicBezTo>
                  <a:pt x="3966437" y="31993"/>
                  <a:pt x="3965094" y="33546"/>
                  <a:pt x="3963603" y="35410"/>
                </a:cubicBezTo>
                <a:lnTo>
                  <a:pt x="3963603" y="66440"/>
                </a:lnTo>
                <a:lnTo>
                  <a:pt x="3955496" y="66440"/>
                </a:lnTo>
                <a:lnTo>
                  <a:pt x="3955496" y="19662"/>
                </a:lnTo>
                <a:close/>
                <a:moveTo>
                  <a:pt x="4045047" y="65741"/>
                </a:moveTo>
                <a:cubicBezTo>
                  <a:pt x="4043214" y="66223"/>
                  <a:pt x="4041319" y="66569"/>
                  <a:pt x="4039363" y="66777"/>
                </a:cubicBezTo>
                <a:cubicBezTo>
                  <a:pt x="4037406" y="66987"/>
                  <a:pt x="4035418" y="67092"/>
                  <a:pt x="4033399" y="67092"/>
                </a:cubicBezTo>
                <a:cubicBezTo>
                  <a:pt x="4027528" y="67092"/>
                  <a:pt x="4023149" y="65764"/>
                  <a:pt x="4020260" y="63108"/>
                </a:cubicBezTo>
                <a:cubicBezTo>
                  <a:pt x="4017371" y="60453"/>
                  <a:pt x="4015927" y="56376"/>
                  <a:pt x="4015927" y="50878"/>
                </a:cubicBezTo>
                <a:lnTo>
                  <a:pt x="4015927" y="26464"/>
                </a:lnTo>
                <a:lnTo>
                  <a:pt x="4002835" y="26464"/>
                </a:lnTo>
                <a:lnTo>
                  <a:pt x="4002835" y="19662"/>
                </a:lnTo>
                <a:lnTo>
                  <a:pt x="4015927" y="19662"/>
                </a:lnTo>
                <a:lnTo>
                  <a:pt x="4015927" y="6762"/>
                </a:lnTo>
                <a:lnTo>
                  <a:pt x="4024034" y="4659"/>
                </a:lnTo>
                <a:lnTo>
                  <a:pt x="4024034" y="19662"/>
                </a:lnTo>
                <a:lnTo>
                  <a:pt x="4045047" y="19662"/>
                </a:lnTo>
                <a:lnTo>
                  <a:pt x="4045047" y="26464"/>
                </a:lnTo>
                <a:lnTo>
                  <a:pt x="4024034" y="26464"/>
                </a:lnTo>
                <a:lnTo>
                  <a:pt x="4024034" y="50226"/>
                </a:lnTo>
                <a:cubicBezTo>
                  <a:pt x="4024034" y="53580"/>
                  <a:pt x="4024927" y="56089"/>
                  <a:pt x="4026713" y="57750"/>
                </a:cubicBezTo>
                <a:cubicBezTo>
                  <a:pt x="4028499" y="59412"/>
                  <a:pt x="4031131" y="60243"/>
                  <a:pt x="4034610" y="60243"/>
                </a:cubicBezTo>
                <a:cubicBezTo>
                  <a:pt x="4036101" y="60243"/>
                  <a:pt x="4037732" y="60123"/>
                  <a:pt x="4039502" y="59883"/>
                </a:cubicBezTo>
                <a:cubicBezTo>
                  <a:pt x="4041273" y="59643"/>
                  <a:pt x="4043121" y="59265"/>
                  <a:pt x="4045047" y="58752"/>
                </a:cubicBezTo>
                <a:lnTo>
                  <a:pt x="4045047" y="65741"/>
                </a:lnTo>
                <a:close/>
                <a:moveTo>
                  <a:pt x="4132192" y="26371"/>
                </a:moveTo>
                <a:lnTo>
                  <a:pt x="4118354" y="26371"/>
                </a:lnTo>
                <a:lnTo>
                  <a:pt x="4118354" y="19662"/>
                </a:lnTo>
                <a:lnTo>
                  <a:pt x="4140392" y="19662"/>
                </a:lnTo>
                <a:lnTo>
                  <a:pt x="4140392" y="59684"/>
                </a:lnTo>
                <a:lnTo>
                  <a:pt x="4154323" y="59684"/>
                </a:lnTo>
                <a:lnTo>
                  <a:pt x="4154323" y="66440"/>
                </a:lnTo>
                <a:lnTo>
                  <a:pt x="4116817" y="66440"/>
                </a:lnTo>
                <a:lnTo>
                  <a:pt x="4116817" y="59684"/>
                </a:lnTo>
                <a:lnTo>
                  <a:pt x="4132192" y="59684"/>
                </a:lnTo>
                <a:lnTo>
                  <a:pt x="4132192" y="26371"/>
                </a:lnTo>
                <a:moveTo>
                  <a:pt x="4135034" y="0"/>
                </a:moveTo>
                <a:cubicBezTo>
                  <a:pt x="4135935" y="0"/>
                  <a:pt x="4136773" y="163"/>
                  <a:pt x="4137550" y="489"/>
                </a:cubicBezTo>
                <a:cubicBezTo>
                  <a:pt x="4138326" y="815"/>
                  <a:pt x="4139002" y="1274"/>
                  <a:pt x="4139577" y="1864"/>
                </a:cubicBezTo>
                <a:cubicBezTo>
                  <a:pt x="4140151" y="2454"/>
                  <a:pt x="4140602" y="3129"/>
                  <a:pt x="4140928" y="3890"/>
                </a:cubicBezTo>
                <a:cubicBezTo>
                  <a:pt x="4141254" y="4651"/>
                  <a:pt x="4141417" y="5482"/>
                  <a:pt x="4141417" y="6383"/>
                </a:cubicBezTo>
                <a:cubicBezTo>
                  <a:pt x="4141417" y="7253"/>
                  <a:pt x="4141254" y="8076"/>
                  <a:pt x="4140928" y="8852"/>
                </a:cubicBezTo>
                <a:cubicBezTo>
                  <a:pt x="4140602" y="9629"/>
                  <a:pt x="4140151" y="10312"/>
                  <a:pt x="4139577" y="10902"/>
                </a:cubicBezTo>
                <a:cubicBezTo>
                  <a:pt x="4139002" y="11493"/>
                  <a:pt x="4138326" y="11951"/>
                  <a:pt x="4137550" y="12277"/>
                </a:cubicBezTo>
                <a:cubicBezTo>
                  <a:pt x="4136773" y="12603"/>
                  <a:pt x="4135935" y="12766"/>
                  <a:pt x="4135034" y="12766"/>
                </a:cubicBezTo>
                <a:cubicBezTo>
                  <a:pt x="4134133" y="12766"/>
                  <a:pt x="4133295" y="12603"/>
                  <a:pt x="4132518" y="12277"/>
                </a:cubicBezTo>
                <a:cubicBezTo>
                  <a:pt x="4131741" y="11951"/>
                  <a:pt x="4131066" y="11493"/>
                  <a:pt x="4130491" y="10902"/>
                </a:cubicBezTo>
                <a:cubicBezTo>
                  <a:pt x="4129917" y="10312"/>
                  <a:pt x="4129466" y="9629"/>
                  <a:pt x="4129140" y="8852"/>
                </a:cubicBezTo>
                <a:cubicBezTo>
                  <a:pt x="4128814" y="8076"/>
                  <a:pt x="4128651" y="7253"/>
                  <a:pt x="4128651" y="6383"/>
                </a:cubicBezTo>
                <a:cubicBezTo>
                  <a:pt x="4128651" y="5482"/>
                  <a:pt x="4128814" y="4651"/>
                  <a:pt x="4129140" y="3890"/>
                </a:cubicBezTo>
                <a:cubicBezTo>
                  <a:pt x="4129466" y="3129"/>
                  <a:pt x="4129917" y="2454"/>
                  <a:pt x="4130491" y="1864"/>
                </a:cubicBezTo>
                <a:cubicBezTo>
                  <a:pt x="4131066" y="1274"/>
                  <a:pt x="4131741" y="815"/>
                  <a:pt x="4132518" y="489"/>
                </a:cubicBezTo>
                <a:cubicBezTo>
                  <a:pt x="4133295" y="163"/>
                  <a:pt x="4134133" y="0"/>
                  <a:pt x="4135034" y="0"/>
                </a:cubicBezTo>
                <a:close/>
                <a:moveTo>
                  <a:pt x="4205156" y="53674"/>
                </a:moveTo>
                <a:cubicBezTo>
                  <a:pt x="4205156" y="55320"/>
                  <a:pt x="4204877" y="56795"/>
                  <a:pt x="4204318" y="58100"/>
                </a:cubicBezTo>
                <a:cubicBezTo>
                  <a:pt x="4203759" y="59404"/>
                  <a:pt x="4202998" y="60561"/>
                  <a:pt x="4202035" y="61571"/>
                </a:cubicBezTo>
                <a:cubicBezTo>
                  <a:pt x="4201072" y="62580"/>
                  <a:pt x="4199954" y="63442"/>
                  <a:pt x="4198680" y="64157"/>
                </a:cubicBezTo>
                <a:cubicBezTo>
                  <a:pt x="4197407" y="64871"/>
                  <a:pt x="4196048" y="65461"/>
                  <a:pt x="4194603" y="65927"/>
                </a:cubicBezTo>
                <a:cubicBezTo>
                  <a:pt x="4193159" y="66393"/>
                  <a:pt x="4191676" y="66735"/>
                  <a:pt x="4190154" y="66952"/>
                </a:cubicBezTo>
                <a:cubicBezTo>
                  <a:pt x="4188632" y="67170"/>
                  <a:pt x="4187141" y="67278"/>
                  <a:pt x="4185681" y="67278"/>
                </a:cubicBezTo>
                <a:cubicBezTo>
                  <a:pt x="4182513" y="67278"/>
                  <a:pt x="4179601" y="67139"/>
                  <a:pt x="4176945" y="66859"/>
                </a:cubicBezTo>
                <a:cubicBezTo>
                  <a:pt x="4174289" y="66579"/>
                  <a:pt x="4171688" y="66129"/>
                  <a:pt x="4169141" y="65508"/>
                </a:cubicBezTo>
                <a:lnTo>
                  <a:pt x="4169141" y="58053"/>
                </a:lnTo>
                <a:cubicBezTo>
                  <a:pt x="4171874" y="58830"/>
                  <a:pt x="4174592" y="59420"/>
                  <a:pt x="4177295" y="59824"/>
                </a:cubicBezTo>
                <a:cubicBezTo>
                  <a:pt x="4179997" y="60227"/>
                  <a:pt x="4182684" y="60429"/>
                  <a:pt x="4185355" y="60429"/>
                </a:cubicBezTo>
                <a:cubicBezTo>
                  <a:pt x="4189238" y="60429"/>
                  <a:pt x="4192111" y="59901"/>
                  <a:pt x="4193974" y="58845"/>
                </a:cubicBezTo>
                <a:cubicBezTo>
                  <a:pt x="4195838" y="57789"/>
                  <a:pt x="4196770" y="56283"/>
                  <a:pt x="4196770" y="54326"/>
                </a:cubicBezTo>
                <a:cubicBezTo>
                  <a:pt x="4196770" y="53487"/>
                  <a:pt x="4196622" y="52734"/>
                  <a:pt x="4196327" y="52066"/>
                </a:cubicBezTo>
                <a:cubicBezTo>
                  <a:pt x="4196032" y="51398"/>
                  <a:pt x="4195496" y="50762"/>
                  <a:pt x="4194720" y="50156"/>
                </a:cubicBezTo>
                <a:cubicBezTo>
                  <a:pt x="4193943" y="49550"/>
                  <a:pt x="4192740" y="48921"/>
                  <a:pt x="4191109" y="48269"/>
                </a:cubicBezTo>
                <a:cubicBezTo>
                  <a:pt x="4189478" y="47617"/>
                  <a:pt x="4187250" y="46871"/>
                  <a:pt x="4184423" y="46033"/>
                </a:cubicBezTo>
                <a:cubicBezTo>
                  <a:pt x="4182311" y="45411"/>
                  <a:pt x="4180362" y="44705"/>
                  <a:pt x="4178576" y="43913"/>
                </a:cubicBezTo>
                <a:cubicBezTo>
                  <a:pt x="4176790" y="43121"/>
                  <a:pt x="4175245" y="42181"/>
                  <a:pt x="4173940" y="41094"/>
                </a:cubicBezTo>
                <a:cubicBezTo>
                  <a:pt x="4172635" y="40007"/>
                  <a:pt x="4171610" y="38733"/>
                  <a:pt x="4170865" y="37273"/>
                </a:cubicBezTo>
                <a:cubicBezTo>
                  <a:pt x="4170119" y="35813"/>
                  <a:pt x="4169747" y="34090"/>
                  <a:pt x="4169747" y="32102"/>
                </a:cubicBezTo>
                <a:cubicBezTo>
                  <a:pt x="4169747" y="30797"/>
                  <a:pt x="4170050" y="29368"/>
                  <a:pt x="4170655" y="27815"/>
                </a:cubicBezTo>
                <a:cubicBezTo>
                  <a:pt x="4171261" y="26262"/>
                  <a:pt x="4172294" y="24818"/>
                  <a:pt x="4173754" y="23482"/>
                </a:cubicBezTo>
                <a:cubicBezTo>
                  <a:pt x="4175213" y="22147"/>
                  <a:pt x="4177186" y="21036"/>
                  <a:pt x="4179671" y="20151"/>
                </a:cubicBezTo>
                <a:cubicBezTo>
                  <a:pt x="4182156" y="19266"/>
                  <a:pt x="4185262" y="18823"/>
                  <a:pt x="4188989" y="18823"/>
                </a:cubicBezTo>
                <a:cubicBezTo>
                  <a:pt x="4190822" y="18823"/>
                  <a:pt x="4192856" y="18924"/>
                  <a:pt x="4195093" y="19126"/>
                </a:cubicBezTo>
                <a:cubicBezTo>
                  <a:pt x="4197329" y="19328"/>
                  <a:pt x="4199659" y="19677"/>
                  <a:pt x="4202081" y="20174"/>
                </a:cubicBezTo>
                <a:lnTo>
                  <a:pt x="4202081" y="27396"/>
                </a:lnTo>
                <a:cubicBezTo>
                  <a:pt x="4199534" y="26775"/>
                  <a:pt x="4197119" y="26316"/>
                  <a:pt x="4194836" y="26021"/>
                </a:cubicBezTo>
                <a:cubicBezTo>
                  <a:pt x="4192553" y="25726"/>
                  <a:pt x="4190573" y="25579"/>
                  <a:pt x="4188896" y="25579"/>
                </a:cubicBezTo>
                <a:cubicBezTo>
                  <a:pt x="4186877" y="25579"/>
                  <a:pt x="4185176" y="25734"/>
                  <a:pt x="4183794" y="26045"/>
                </a:cubicBezTo>
                <a:cubicBezTo>
                  <a:pt x="4182412" y="26355"/>
                  <a:pt x="4181294" y="26782"/>
                  <a:pt x="4180439" y="27326"/>
                </a:cubicBezTo>
                <a:cubicBezTo>
                  <a:pt x="4179585" y="27870"/>
                  <a:pt x="4178972" y="28506"/>
                  <a:pt x="4178599" y="29236"/>
                </a:cubicBezTo>
                <a:cubicBezTo>
                  <a:pt x="4178226" y="29966"/>
                  <a:pt x="4178040" y="30750"/>
                  <a:pt x="4178040" y="31589"/>
                </a:cubicBezTo>
                <a:cubicBezTo>
                  <a:pt x="4178040" y="32428"/>
                  <a:pt x="4178203" y="33189"/>
                  <a:pt x="4178529" y="33872"/>
                </a:cubicBezTo>
                <a:cubicBezTo>
                  <a:pt x="4178855" y="34555"/>
                  <a:pt x="4179461" y="35215"/>
                  <a:pt x="4180346" y="35852"/>
                </a:cubicBezTo>
                <a:cubicBezTo>
                  <a:pt x="4181232" y="36489"/>
                  <a:pt x="4182466" y="37126"/>
                  <a:pt x="4184050" y="37762"/>
                </a:cubicBezTo>
                <a:cubicBezTo>
                  <a:pt x="4185634" y="38399"/>
                  <a:pt x="4187700" y="39090"/>
                  <a:pt x="4190247" y="39836"/>
                </a:cubicBezTo>
                <a:cubicBezTo>
                  <a:pt x="4193011" y="40643"/>
                  <a:pt x="4195341" y="41490"/>
                  <a:pt x="4197236" y="42375"/>
                </a:cubicBezTo>
                <a:cubicBezTo>
                  <a:pt x="4199130" y="43260"/>
                  <a:pt x="4200668" y="44246"/>
                  <a:pt x="4201848" y="45334"/>
                </a:cubicBezTo>
                <a:cubicBezTo>
                  <a:pt x="4203029" y="46421"/>
                  <a:pt x="4203875" y="47648"/>
                  <a:pt x="4204388" y="49014"/>
                </a:cubicBezTo>
                <a:cubicBezTo>
                  <a:pt x="4204900" y="50381"/>
                  <a:pt x="4205156" y="51934"/>
                  <a:pt x="4205156" y="53674"/>
                </a:cubicBezTo>
                <a:close/>
                <a:moveTo>
                  <a:pt x="4314791" y="66440"/>
                </a:moveTo>
                <a:lnTo>
                  <a:pt x="4307523" y="66440"/>
                </a:lnTo>
                <a:lnTo>
                  <a:pt x="4307243" y="58892"/>
                </a:lnTo>
                <a:cubicBezTo>
                  <a:pt x="4305845" y="60507"/>
                  <a:pt x="4304518" y="61850"/>
                  <a:pt x="4303260" y="62922"/>
                </a:cubicBezTo>
                <a:cubicBezTo>
                  <a:pt x="4302002" y="63994"/>
                  <a:pt x="4300751" y="64856"/>
                  <a:pt x="4299509" y="65508"/>
                </a:cubicBezTo>
                <a:cubicBezTo>
                  <a:pt x="4298267" y="66160"/>
                  <a:pt x="4297016" y="66618"/>
                  <a:pt x="4295758" y="66882"/>
                </a:cubicBezTo>
                <a:cubicBezTo>
                  <a:pt x="4294500" y="67146"/>
                  <a:pt x="4293173" y="67278"/>
                  <a:pt x="4291775" y="67278"/>
                </a:cubicBezTo>
                <a:cubicBezTo>
                  <a:pt x="4286960" y="67278"/>
                  <a:pt x="4283326" y="65865"/>
                  <a:pt x="4280872" y="63038"/>
                </a:cubicBezTo>
                <a:cubicBezTo>
                  <a:pt x="4278419" y="60212"/>
                  <a:pt x="4277192" y="55941"/>
                  <a:pt x="4277192" y="50226"/>
                </a:cubicBezTo>
                <a:lnTo>
                  <a:pt x="4277192" y="19662"/>
                </a:lnTo>
                <a:lnTo>
                  <a:pt x="4285299" y="19662"/>
                </a:lnTo>
                <a:lnTo>
                  <a:pt x="4285299" y="49573"/>
                </a:lnTo>
                <a:cubicBezTo>
                  <a:pt x="4285299" y="56749"/>
                  <a:pt x="4288001" y="60336"/>
                  <a:pt x="4293406" y="60336"/>
                </a:cubicBezTo>
                <a:cubicBezTo>
                  <a:pt x="4294399" y="60336"/>
                  <a:pt x="4295370" y="60189"/>
                  <a:pt x="4296317" y="59894"/>
                </a:cubicBezTo>
                <a:cubicBezTo>
                  <a:pt x="4297265" y="59598"/>
                  <a:pt x="4298259" y="59086"/>
                  <a:pt x="4299299" y="58356"/>
                </a:cubicBezTo>
                <a:cubicBezTo>
                  <a:pt x="4300340" y="57626"/>
                  <a:pt x="4301458" y="56640"/>
                  <a:pt x="4302654" y="55397"/>
                </a:cubicBezTo>
                <a:cubicBezTo>
                  <a:pt x="4303850" y="54155"/>
                  <a:pt x="4305193" y="52586"/>
                  <a:pt x="4306684" y="50692"/>
                </a:cubicBezTo>
                <a:lnTo>
                  <a:pt x="4306684" y="19662"/>
                </a:lnTo>
                <a:lnTo>
                  <a:pt x="4314791" y="19662"/>
                </a:lnTo>
                <a:lnTo>
                  <a:pt x="4314791" y="66440"/>
                </a:lnTo>
                <a:close/>
                <a:moveTo>
                  <a:pt x="4366090" y="53674"/>
                </a:moveTo>
                <a:cubicBezTo>
                  <a:pt x="4366090" y="55320"/>
                  <a:pt x="4365811" y="56795"/>
                  <a:pt x="4365252" y="58100"/>
                </a:cubicBezTo>
                <a:cubicBezTo>
                  <a:pt x="4364693" y="59404"/>
                  <a:pt x="4363932" y="60561"/>
                  <a:pt x="4362969" y="61571"/>
                </a:cubicBezTo>
                <a:cubicBezTo>
                  <a:pt x="4362006" y="62580"/>
                  <a:pt x="4360888" y="63442"/>
                  <a:pt x="4359614" y="64157"/>
                </a:cubicBezTo>
                <a:cubicBezTo>
                  <a:pt x="4358341" y="64871"/>
                  <a:pt x="4356982" y="65461"/>
                  <a:pt x="4355537" y="65927"/>
                </a:cubicBezTo>
                <a:cubicBezTo>
                  <a:pt x="4354093" y="66393"/>
                  <a:pt x="4352610" y="66735"/>
                  <a:pt x="4351088" y="66952"/>
                </a:cubicBezTo>
                <a:cubicBezTo>
                  <a:pt x="4349566" y="67170"/>
                  <a:pt x="4348075" y="67278"/>
                  <a:pt x="4346615" y="67278"/>
                </a:cubicBezTo>
                <a:cubicBezTo>
                  <a:pt x="4343447" y="67278"/>
                  <a:pt x="4340535" y="67139"/>
                  <a:pt x="4337879" y="66859"/>
                </a:cubicBezTo>
                <a:cubicBezTo>
                  <a:pt x="4335224" y="66579"/>
                  <a:pt x="4332622" y="66129"/>
                  <a:pt x="4330075" y="65508"/>
                </a:cubicBezTo>
                <a:lnTo>
                  <a:pt x="4330075" y="58053"/>
                </a:lnTo>
                <a:cubicBezTo>
                  <a:pt x="4332809" y="58830"/>
                  <a:pt x="4335526" y="59420"/>
                  <a:pt x="4338229" y="59824"/>
                </a:cubicBezTo>
                <a:cubicBezTo>
                  <a:pt x="4340931" y="60227"/>
                  <a:pt x="4343618" y="60429"/>
                  <a:pt x="4346289" y="60429"/>
                </a:cubicBezTo>
                <a:cubicBezTo>
                  <a:pt x="4350172" y="60429"/>
                  <a:pt x="4353045" y="59901"/>
                  <a:pt x="4354908" y="58845"/>
                </a:cubicBezTo>
                <a:cubicBezTo>
                  <a:pt x="4356772" y="57789"/>
                  <a:pt x="4357704" y="56283"/>
                  <a:pt x="4357704" y="54326"/>
                </a:cubicBezTo>
                <a:cubicBezTo>
                  <a:pt x="4357704" y="53487"/>
                  <a:pt x="4357556" y="52734"/>
                  <a:pt x="4357261" y="52066"/>
                </a:cubicBezTo>
                <a:cubicBezTo>
                  <a:pt x="4356966" y="51398"/>
                  <a:pt x="4356430" y="50762"/>
                  <a:pt x="4355654" y="50156"/>
                </a:cubicBezTo>
                <a:cubicBezTo>
                  <a:pt x="4354877" y="49550"/>
                  <a:pt x="4353674" y="48921"/>
                  <a:pt x="4352043" y="48269"/>
                </a:cubicBezTo>
                <a:cubicBezTo>
                  <a:pt x="4350412" y="47617"/>
                  <a:pt x="4348184" y="46871"/>
                  <a:pt x="4345357" y="46033"/>
                </a:cubicBezTo>
                <a:cubicBezTo>
                  <a:pt x="4343245" y="45411"/>
                  <a:pt x="4341296" y="44705"/>
                  <a:pt x="4339510" y="43913"/>
                </a:cubicBezTo>
                <a:cubicBezTo>
                  <a:pt x="4337724" y="43121"/>
                  <a:pt x="4336179" y="42181"/>
                  <a:pt x="4334874" y="41094"/>
                </a:cubicBezTo>
                <a:cubicBezTo>
                  <a:pt x="4333570" y="40007"/>
                  <a:pt x="4332544" y="38733"/>
                  <a:pt x="4331799" y="37273"/>
                </a:cubicBezTo>
                <a:cubicBezTo>
                  <a:pt x="4331054" y="35813"/>
                  <a:pt x="4330681" y="34090"/>
                  <a:pt x="4330681" y="32102"/>
                </a:cubicBezTo>
                <a:cubicBezTo>
                  <a:pt x="4330681" y="30797"/>
                  <a:pt x="4330984" y="29368"/>
                  <a:pt x="4331589" y="27815"/>
                </a:cubicBezTo>
                <a:cubicBezTo>
                  <a:pt x="4332195" y="26262"/>
                  <a:pt x="4333228" y="24818"/>
                  <a:pt x="4334688" y="23482"/>
                </a:cubicBezTo>
                <a:cubicBezTo>
                  <a:pt x="4336148" y="22147"/>
                  <a:pt x="4338120" y="21036"/>
                  <a:pt x="4340605" y="20151"/>
                </a:cubicBezTo>
                <a:cubicBezTo>
                  <a:pt x="4343090" y="19266"/>
                  <a:pt x="4346196" y="18823"/>
                  <a:pt x="4349923" y="18823"/>
                </a:cubicBezTo>
                <a:cubicBezTo>
                  <a:pt x="4351756" y="18823"/>
                  <a:pt x="4353790" y="18924"/>
                  <a:pt x="4356027" y="19126"/>
                </a:cubicBezTo>
                <a:cubicBezTo>
                  <a:pt x="4358263" y="19328"/>
                  <a:pt x="4360593" y="19677"/>
                  <a:pt x="4363015" y="20174"/>
                </a:cubicBezTo>
                <a:lnTo>
                  <a:pt x="4363015" y="27396"/>
                </a:lnTo>
                <a:cubicBezTo>
                  <a:pt x="4360468" y="26775"/>
                  <a:pt x="4358053" y="26316"/>
                  <a:pt x="4355770" y="26021"/>
                </a:cubicBezTo>
                <a:cubicBezTo>
                  <a:pt x="4353487" y="25726"/>
                  <a:pt x="4351507" y="25579"/>
                  <a:pt x="4349830" y="25579"/>
                </a:cubicBezTo>
                <a:cubicBezTo>
                  <a:pt x="4347811" y="25579"/>
                  <a:pt x="4346110" y="25734"/>
                  <a:pt x="4344728" y="26045"/>
                </a:cubicBezTo>
                <a:cubicBezTo>
                  <a:pt x="4343346" y="26355"/>
                  <a:pt x="4342228" y="26782"/>
                  <a:pt x="4341374" y="27326"/>
                </a:cubicBezTo>
                <a:cubicBezTo>
                  <a:pt x="4340519" y="27870"/>
                  <a:pt x="4339906" y="28506"/>
                  <a:pt x="4339533" y="29236"/>
                </a:cubicBezTo>
                <a:cubicBezTo>
                  <a:pt x="4339161" y="29966"/>
                  <a:pt x="4338974" y="30750"/>
                  <a:pt x="4338974" y="31589"/>
                </a:cubicBezTo>
                <a:cubicBezTo>
                  <a:pt x="4338974" y="32428"/>
                  <a:pt x="4339137" y="33189"/>
                  <a:pt x="4339463" y="33872"/>
                </a:cubicBezTo>
                <a:cubicBezTo>
                  <a:pt x="4339789" y="34555"/>
                  <a:pt x="4340395" y="35215"/>
                  <a:pt x="4341280" y="35852"/>
                </a:cubicBezTo>
                <a:cubicBezTo>
                  <a:pt x="4342166" y="36489"/>
                  <a:pt x="4343400" y="37126"/>
                  <a:pt x="4344984" y="37762"/>
                </a:cubicBezTo>
                <a:cubicBezTo>
                  <a:pt x="4346569" y="38399"/>
                  <a:pt x="4348634" y="39090"/>
                  <a:pt x="4351181" y="39836"/>
                </a:cubicBezTo>
                <a:cubicBezTo>
                  <a:pt x="4353946" y="40643"/>
                  <a:pt x="4356275" y="41490"/>
                  <a:pt x="4358170" y="42375"/>
                </a:cubicBezTo>
                <a:cubicBezTo>
                  <a:pt x="4360065" y="43260"/>
                  <a:pt x="4361602" y="44246"/>
                  <a:pt x="4362782" y="45334"/>
                </a:cubicBezTo>
                <a:cubicBezTo>
                  <a:pt x="4363963" y="46421"/>
                  <a:pt x="4364809" y="47648"/>
                  <a:pt x="4365322" y="49014"/>
                </a:cubicBezTo>
                <a:cubicBezTo>
                  <a:pt x="4365834" y="50381"/>
                  <a:pt x="4366090" y="51934"/>
                  <a:pt x="4366090" y="53674"/>
                </a:cubicBezTo>
                <a:close/>
                <a:moveTo>
                  <a:pt x="4420418" y="40581"/>
                </a:moveTo>
                <a:cubicBezTo>
                  <a:pt x="4420418" y="41731"/>
                  <a:pt x="4420403" y="42693"/>
                  <a:pt x="4420372" y="43470"/>
                </a:cubicBezTo>
                <a:cubicBezTo>
                  <a:pt x="4420341" y="44246"/>
                  <a:pt x="4420294" y="44976"/>
                  <a:pt x="4420232" y="45660"/>
                </a:cubicBezTo>
                <a:lnTo>
                  <a:pt x="4387385" y="45660"/>
                </a:lnTo>
                <a:cubicBezTo>
                  <a:pt x="4387385" y="50443"/>
                  <a:pt x="4388720" y="54116"/>
                  <a:pt x="4391392" y="56679"/>
                </a:cubicBezTo>
                <a:cubicBezTo>
                  <a:pt x="4394063" y="59241"/>
                  <a:pt x="4397915" y="60522"/>
                  <a:pt x="4402946" y="60522"/>
                </a:cubicBezTo>
                <a:cubicBezTo>
                  <a:pt x="4404313" y="60522"/>
                  <a:pt x="4405680" y="60467"/>
                  <a:pt x="4407046" y="60357"/>
                </a:cubicBezTo>
                <a:cubicBezTo>
                  <a:pt x="4408413" y="60245"/>
                  <a:pt x="4409733" y="60094"/>
                  <a:pt x="4411007" y="59904"/>
                </a:cubicBezTo>
                <a:cubicBezTo>
                  <a:pt x="4412280" y="59712"/>
                  <a:pt x="4413499" y="59498"/>
                  <a:pt x="4414664" y="59260"/>
                </a:cubicBezTo>
                <a:cubicBezTo>
                  <a:pt x="4415829" y="59021"/>
                  <a:pt x="4416908" y="58759"/>
                  <a:pt x="4417902" y="58472"/>
                </a:cubicBezTo>
                <a:lnTo>
                  <a:pt x="4417902" y="65135"/>
                </a:lnTo>
                <a:cubicBezTo>
                  <a:pt x="4415697" y="65770"/>
                  <a:pt x="4413204" y="66286"/>
                  <a:pt x="4410424" y="66683"/>
                </a:cubicBezTo>
                <a:cubicBezTo>
                  <a:pt x="4407644" y="67080"/>
                  <a:pt x="4404764" y="67278"/>
                  <a:pt x="4401782" y="67278"/>
                </a:cubicBezTo>
                <a:cubicBezTo>
                  <a:pt x="4397775" y="67278"/>
                  <a:pt x="4394327" y="66735"/>
                  <a:pt x="4391438" y="65648"/>
                </a:cubicBezTo>
                <a:cubicBezTo>
                  <a:pt x="4388550" y="64560"/>
                  <a:pt x="4386181" y="62984"/>
                  <a:pt x="4384333" y="60919"/>
                </a:cubicBezTo>
                <a:cubicBezTo>
                  <a:pt x="4382485" y="58853"/>
                  <a:pt x="4381118" y="56321"/>
                  <a:pt x="4380233" y="53324"/>
                </a:cubicBezTo>
                <a:cubicBezTo>
                  <a:pt x="4379348" y="50327"/>
                  <a:pt x="4378905" y="46933"/>
                  <a:pt x="4378905" y="43144"/>
                </a:cubicBezTo>
                <a:cubicBezTo>
                  <a:pt x="4378905" y="39851"/>
                  <a:pt x="4379379" y="36737"/>
                  <a:pt x="4380326" y="33802"/>
                </a:cubicBezTo>
                <a:cubicBezTo>
                  <a:pt x="4381274" y="30867"/>
                  <a:pt x="4382656" y="28289"/>
                  <a:pt x="4384473" y="26068"/>
                </a:cubicBezTo>
                <a:cubicBezTo>
                  <a:pt x="4386290" y="23847"/>
                  <a:pt x="4388519" y="22084"/>
                  <a:pt x="4391159" y="20780"/>
                </a:cubicBezTo>
                <a:cubicBezTo>
                  <a:pt x="4393799" y="19475"/>
                  <a:pt x="4396796" y="18823"/>
                  <a:pt x="4400151" y="18823"/>
                </a:cubicBezTo>
                <a:cubicBezTo>
                  <a:pt x="4403412" y="18823"/>
                  <a:pt x="4406301" y="19336"/>
                  <a:pt x="4408817" y="20361"/>
                </a:cubicBezTo>
                <a:cubicBezTo>
                  <a:pt x="4411333" y="21386"/>
                  <a:pt x="4413453" y="22838"/>
                  <a:pt x="4415177" y="24717"/>
                </a:cubicBezTo>
                <a:cubicBezTo>
                  <a:pt x="4416901" y="26596"/>
                  <a:pt x="4418205" y="28879"/>
                  <a:pt x="4419090" y="31566"/>
                </a:cubicBezTo>
                <a:cubicBezTo>
                  <a:pt x="4419976" y="34253"/>
                  <a:pt x="4420418" y="37258"/>
                  <a:pt x="4420418" y="40581"/>
                </a:cubicBezTo>
                <a:moveTo>
                  <a:pt x="4411985" y="39416"/>
                </a:moveTo>
                <a:cubicBezTo>
                  <a:pt x="4412078" y="37335"/>
                  <a:pt x="4411876" y="35433"/>
                  <a:pt x="4411380" y="33709"/>
                </a:cubicBezTo>
                <a:cubicBezTo>
                  <a:pt x="4410883" y="31985"/>
                  <a:pt x="4410114" y="30502"/>
                  <a:pt x="4409073" y="29260"/>
                </a:cubicBezTo>
                <a:cubicBezTo>
                  <a:pt x="4408033" y="28017"/>
                  <a:pt x="4406736" y="27046"/>
                  <a:pt x="4405183" y="26348"/>
                </a:cubicBezTo>
                <a:cubicBezTo>
                  <a:pt x="4403630" y="25649"/>
                  <a:pt x="4401828" y="25299"/>
                  <a:pt x="4399778" y="25299"/>
                </a:cubicBezTo>
                <a:cubicBezTo>
                  <a:pt x="4398008" y="25299"/>
                  <a:pt x="4396393" y="25641"/>
                  <a:pt x="4394933" y="26324"/>
                </a:cubicBezTo>
                <a:cubicBezTo>
                  <a:pt x="4393473" y="27008"/>
                  <a:pt x="4392215" y="27970"/>
                  <a:pt x="4391159" y="29213"/>
                </a:cubicBezTo>
                <a:cubicBezTo>
                  <a:pt x="4390103" y="30455"/>
                  <a:pt x="4389249" y="31946"/>
                  <a:pt x="4388596" y="33686"/>
                </a:cubicBezTo>
                <a:cubicBezTo>
                  <a:pt x="4387944" y="35425"/>
                  <a:pt x="4387540" y="37335"/>
                  <a:pt x="4387385" y="39416"/>
                </a:cubicBezTo>
                <a:lnTo>
                  <a:pt x="4411985" y="39416"/>
                </a:lnTo>
                <a:close/>
                <a:moveTo>
                  <a:pt x="4430391" y="44029"/>
                </a:moveTo>
                <a:cubicBezTo>
                  <a:pt x="4430391" y="40053"/>
                  <a:pt x="4430934" y="36520"/>
                  <a:pt x="4432022" y="33429"/>
                </a:cubicBezTo>
                <a:cubicBezTo>
                  <a:pt x="4433109" y="30339"/>
                  <a:pt x="4434654" y="27730"/>
                  <a:pt x="4436657" y="25602"/>
                </a:cubicBezTo>
                <a:cubicBezTo>
                  <a:pt x="4438661" y="23474"/>
                  <a:pt x="4441068" y="21859"/>
                  <a:pt x="4443879" y="20757"/>
                </a:cubicBezTo>
                <a:cubicBezTo>
                  <a:pt x="4446690" y="19654"/>
                  <a:pt x="4449820" y="19103"/>
                  <a:pt x="4453267" y="19103"/>
                </a:cubicBezTo>
                <a:cubicBezTo>
                  <a:pt x="4454758" y="19103"/>
                  <a:pt x="4456226" y="19196"/>
                  <a:pt x="4457670" y="19382"/>
                </a:cubicBezTo>
                <a:cubicBezTo>
                  <a:pt x="4459115" y="19568"/>
                  <a:pt x="4460536" y="19864"/>
                  <a:pt x="4461933" y="20267"/>
                </a:cubicBezTo>
                <a:lnTo>
                  <a:pt x="4461933" y="559"/>
                </a:lnTo>
                <a:lnTo>
                  <a:pt x="4470087" y="559"/>
                </a:lnTo>
                <a:lnTo>
                  <a:pt x="4470087" y="66440"/>
                </a:lnTo>
                <a:lnTo>
                  <a:pt x="4462819" y="66440"/>
                </a:lnTo>
                <a:lnTo>
                  <a:pt x="4462539" y="57587"/>
                </a:lnTo>
                <a:cubicBezTo>
                  <a:pt x="4460272" y="60880"/>
                  <a:pt x="4457818" y="63318"/>
                  <a:pt x="4455178" y="64902"/>
                </a:cubicBezTo>
                <a:cubicBezTo>
                  <a:pt x="4452537" y="66486"/>
                  <a:pt x="4449680" y="67278"/>
                  <a:pt x="4446605" y="67278"/>
                </a:cubicBezTo>
                <a:cubicBezTo>
                  <a:pt x="4443934" y="67278"/>
                  <a:pt x="4441581" y="66719"/>
                  <a:pt x="4439546" y="65601"/>
                </a:cubicBezTo>
                <a:cubicBezTo>
                  <a:pt x="4437512" y="64483"/>
                  <a:pt x="4435819" y="62906"/>
                  <a:pt x="4434468" y="60872"/>
                </a:cubicBezTo>
                <a:cubicBezTo>
                  <a:pt x="4433117" y="58837"/>
                  <a:pt x="4432099" y="56391"/>
                  <a:pt x="4431416" y="53534"/>
                </a:cubicBezTo>
                <a:cubicBezTo>
                  <a:pt x="4430733" y="50676"/>
                  <a:pt x="4430391" y="47508"/>
                  <a:pt x="4430391" y="44029"/>
                </a:cubicBezTo>
                <a:moveTo>
                  <a:pt x="4438684" y="43517"/>
                </a:moveTo>
                <a:cubicBezTo>
                  <a:pt x="4438684" y="49170"/>
                  <a:pt x="4439515" y="53386"/>
                  <a:pt x="4441177" y="56166"/>
                </a:cubicBezTo>
                <a:cubicBezTo>
                  <a:pt x="4442839" y="58946"/>
                  <a:pt x="4445192" y="60336"/>
                  <a:pt x="4448236" y="60336"/>
                </a:cubicBezTo>
                <a:cubicBezTo>
                  <a:pt x="4450286" y="60336"/>
                  <a:pt x="4452452" y="59420"/>
                  <a:pt x="4454735" y="57587"/>
                </a:cubicBezTo>
                <a:cubicBezTo>
                  <a:pt x="4457018" y="55755"/>
                  <a:pt x="4459417" y="53037"/>
                  <a:pt x="4461933" y="49434"/>
                </a:cubicBezTo>
                <a:lnTo>
                  <a:pt x="4461933" y="27722"/>
                </a:lnTo>
                <a:cubicBezTo>
                  <a:pt x="4460598" y="27101"/>
                  <a:pt x="4459122" y="26627"/>
                  <a:pt x="4457507" y="26301"/>
                </a:cubicBezTo>
                <a:cubicBezTo>
                  <a:pt x="4455892" y="25975"/>
                  <a:pt x="4454292" y="25812"/>
                  <a:pt x="4452708" y="25812"/>
                </a:cubicBezTo>
                <a:cubicBezTo>
                  <a:pt x="4448298" y="25812"/>
                  <a:pt x="4444858" y="27241"/>
                  <a:pt x="4442388" y="30098"/>
                </a:cubicBezTo>
                <a:cubicBezTo>
                  <a:pt x="4439919" y="32956"/>
                  <a:pt x="4438684" y="37429"/>
                  <a:pt x="4438684" y="43517"/>
                </a:cubicBezTo>
                <a:close/>
                <a:moveTo>
                  <a:pt x="4503029" y="51763"/>
                </a:moveTo>
                <a:cubicBezTo>
                  <a:pt x="4504085" y="51763"/>
                  <a:pt x="4505087" y="51965"/>
                  <a:pt x="4506034" y="52369"/>
                </a:cubicBezTo>
                <a:cubicBezTo>
                  <a:pt x="4506982" y="52773"/>
                  <a:pt x="4507805" y="53332"/>
                  <a:pt x="4508504" y="54046"/>
                </a:cubicBezTo>
                <a:cubicBezTo>
                  <a:pt x="4509203" y="54761"/>
                  <a:pt x="4509754" y="55592"/>
                  <a:pt x="4510158" y="56539"/>
                </a:cubicBezTo>
                <a:cubicBezTo>
                  <a:pt x="4510562" y="57486"/>
                  <a:pt x="4510763" y="58504"/>
                  <a:pt x="4510763" y="59591"/>
                </a:cubicBezTo>
                <a:cubicBezTo>
                  <a:pt x="4510763" y="60647"/>
                  <a:pt x="4510562" y="61641"/>
                  <a:pt x="4510158" y="62573"/>
                </a:cubicBezTo>
                <a:cubicBezTo>
                  <a:pt x="4509754" y="63504"/>
                  <a:pt x="4509203" y="64320"/>
                  <a:pt x="4508504" y="65019"/>
                </a:cubicBezTo>
                <a:cubicBezTo>
                  <a:pt x="4507805" y="65717"/>
                  <a:pt x="4506982" y="66269"/>
                  <a:pt x="4506034" y="66673"/>
                </a:cubicBezTo>
                <a:cubicBezTo>
                  <a:pt x="4505087" y="67076"/>
                  <a:pt x="4504085" y="67278"/>
                  <a:pt x="4503029" y="67278"/>
                </a:cubicBezTo>
                <a:cubicBezTo>
                  <a:pt x="4501942" y="67278"/>
                  <a:pt x="4500933" y="67076"/>
                  <a:pt x="4500001" y="66673"/>
                </a:cubicBezTo>
                <a:cubicBezTo>
                  <a:pt x="4499069" y="66269"/>
                  <a:pt x="4498254" y="65717"/>
                  <a:pt x="4497555" y="65019"/>
                </a:cubicBezTo>
                <a:cubicBezTo>
                  <a:pt x="4496856" y="64320"/>
                  <a:pt x="4496305" y="63504"/>
                  <a:pt x="4495901" y="62573"/>
                </a:cubicBezTo>
                <a:cubicBezTo>
                  <a:pt x="4495497" y="61641"/>
                  <a:pt x="4495295" y="60647"/>
                  <a:pt x="4495295" y="59591"/>
                </a:cubicBezTo>
                <a:cubicBezTo>
                  <a:pt x="4495295" y="58504"/>
                  <a:pt x="4495497" y="57486"/>
                  <a:pt x="4495901" y="56539"/>
                </a:cubicBezTo>
                <a:cubicBezTo>
                  <a:pt x="4496305" y="55592"/>
                  <a:pt x="4496856" y="54761"/>
                  <a:pt x="4497555" y="54046"/>
                </a:cubicBezTo>
                <a:cubicBezTo>
                  <a:pt x="4498254" y="53332"/>
                  <a:pt x="4499069" y="52773"/>
                  <a:pt x="4500001" y="52369"/>
                </a:cubicBezTo>
                <a:cubicBezTo>
                  <a:pt x="4500933" y="51965"/>
                  <a:pt x="4501942" y="51763"/>
                  <a:pt x="4503029" y="51763"/>
                </a:cubicBezTo>
                <a:close/>
                <a:moveTo>
                  <a:pt x="4634529" y="12580"/>
                </a:moveTo>
                <a:lnTo>
                  <a:pt x="4616498" y="12580"/>
                </a:lnTo>
                <a:lnTo>
                  <a:pt x="4616498" y="66440"/>
                </a:lnTo>
                <a:lnTo>
                  <a:pt x="4608111" y="66440"/>
                </a:lnTo>
                <a:lnTo>
                  <a:pt x="4608111" y="12580"/>
                </a:lnTo>
                <a:lnTo>
                  <a:pt x="4590080" y="12580"/>
                </a:lnTo>
                <a:lnTo>
                  <a:pt x="4590080" y="5498"/>
                </a:lnTo>
                <a:lnTo>
                  <a:pt x="4634529" y="5498"/>
                </a:lnTo>
                <a:lnTo>
                  <a:pt x="4634529" y="12580"/>
                </a:lnTo>
                <a:close/>
                <a:moveTo>
                  <a:pt x="4682986" y="66440"/>
                </a:moveTo>
                <a:lnTo>
                  <a:pt x="4674879" y="66440"/>
                </a:lnTo>
                <a:lnTo>
                  <a:pt x="4674879" y="36574"/>
                </a:lnTo>
                <a:cubicBezTo>
                  <a:pt x="4674879" y="32971"/>
                  <a:pt x="4674203" y="30277"/>
                  <a:pt x="4672852" y="28491"/>
                </a:cubicBezTo>
                <a:cubicBezTo>
                  <a:pt x="4671501" y="26705"/>
                  <a:pt x="4669568" y="25812"/>
                  <a:pt x="4667052" y="25812"/>
                </a:cubicBezTo>
                <a:cubicBezTo>
                  <a:pt x="4665964" y="25812"/>
                  <a:pt x="4664947" y="25959"/>
                  <a:pt x="4664000" y="26254"/>
                </a:cubicBezTo>
                <a:cubicBezTo>
                  <a:pt x="4663053" y="26549"/>
                  <a:pt x="4662066" y="27062"/>
                  <a:pt x="4661041" y="27792"/>
                </a:cubicBezTo>
                <a:cubicBezTo>
                  <a:pt x="4660016" y="28522"/>
                  <a:pt x="4658898" y="29508"/>
                  <a:pt x="4657687" y="30750"/>
                </a:cubicBezTo>
                <a:cubicBezTo>
                  <a:pt x="4656475" y="31993"/>
                  <a:pt x="4655078" y="33546"/>
                  <a:pt x="4653493" y="35410"/>
                </a:cubicBezTo>
                <a:lnTo>
                  <a:pt x="4653493" y="66440"/>
                </a:lnTo>
                <a:lnTo>
                  <a:pt x="4645387" y="66440"/>
                </a:lnTo>
                <a:lnTo>
                  <a:pt x="4645387" y="559"/>
                </a:lnTo>
                <a:lnTo>
                  <a:pt x="4653493" y="559"/>
                </a:lnTo>
                <a:lnTo>
                  <a:pt x="4653493" y="19649"/>
                </a:lnTo>
                <a:lnTo>
                  <a:pt x="4653214" y="27023"/>
                </a:lnTo>
                <a:cubicBezTo>
                  <a:pt x="4654487" y="25501"/>
                  <a:pt x="4655738" y="24220"/>
                  <a:pt x="4656965" y="23179"/>
                </a:cubicBezTo>
                <a:cubicBezTo>
                  <a:pt x="4658191" y="22139"/>
                  <a:pt x="4659418" y="21292"/>
                  <a:pt x="4660645" y="20640"/>
                </a:cubicBezTo>
                <a:cubicBezTo>
                  <a:pt x="4661872" y="19988"/>
                  <a:pt x="4663122" y="19522"/>
                  <a:pt x="4664396" y="19242"/>
                </a:cubicBezTo>
                <a:cubicBezTo>
                  <a:pt x="4665669" y="18963"/>
                  <a:pt x="4666989" y="18823"/>
                  <a:pt x="4668356" y="18823"/>
                </a:cubicBezTo>
                <a:cubicBezTo>
                  <a:pt x="4673015" y="18823"/>
                  <a:pt x="4676618" y="20244"/>
                  <a:pt x="4679165" y="23086"/>
                </a:cubicBezTo>
                <a:cubicBezTo>
                  <a:pt x="4681712" y="25928"/>
                  <a:pt x="4682986" y="30207"/>
                  <a:pt x="4682986" y="35922"/>
                </a:cubicBezTo>
                <a:lnTo>
                  <a:pt x="4682986" y="66440"/>
                </a:lnTo>
                <a:close/>
                <a:moveTo>
                  <a:pt x="4736755" y="40581"/>
                </a:moveTo>
                <a:cubicBezTo>
                  <a:pt x="4736755" y="41731"/>
                  <a:pt x="4736739" y="42693"/>
                  <a:pt x="4736708" y="43470"/>
                </a:cubicBezTo>
                <a:cubicBezTo>
                  <a:pt x="4736677" y="44246"/>
                  <a:pt x="4736630" y="44976"/>
                  <a:pt x="4736568" y="45660"/>
                </a:cubicBezTo>
                <a:lnTo>
                  <a:pt x="4703721" y="45660"/>
                </a:lnTo>
                <a:cubicBezTo>
                  <a:pt x="4703721" y="50443"/>
                  <a:pt x="4705057" y="54116"/>
                  <a:pt x="4707728" y="56679"/>
                </a:cubicBezTo>
                <a:cubicBezTo>
                  <a:pt x="4710399" y="59241"/>
                  <a:pt x="4714251" y="60522"/>
                  <a:pt x="4719283" y="60522"/>
                </a:cubicBezTo>
                <a:cubicBezTo>
                  <a:pt x="4720650" y="60522"/>
                  <a:pt x="4722016" y="60467"/>
                  <a:pt x="4723383" y="60357"/>
                </a:cubicBezTo>
                <a:cubicBezTo>
                  <a:pt x="4724750" y="60245"/>
                  <a:pt x="4726070" y="60094"/>
                  <a:pt x="4727343" y="59904"/>
                </a:cubicBezTo>
                <a:cubicBezTo>
                  <a:pt x="4728617" y="59712"/>
                  <a:pt x="4729836" y="59498"/>
                  <a:pt x="4731001" y="59260"/>
                </a:cubicBezTo>
                <a:cubicBezTo>
                  <a:pt x="4732165" y="59021"/>
                  <a:pt x="4733245" y="58759"/>
                  <a:pt x="4734239" y="58472"/>
                </a:cubicBezTo>
                <a:lnTo>
                  <a:pt x="4734239" y="65135"/>
                </a:lnTo>
                <a:cubicBezTo>
                  <a:pt x="4732033" y="65770"/>
                  <a:pt x="4729541" y="66286"/>
                  <a:pt x="4726761" y="66683"/>
                </a:cubicBezTo>
                <a:cubicBezTo>
                  <a:pt x="4723981" y="67080"/>
                  <a:pt x="4721100" y="67278"/>
                  <a:pt x="4718118" y="67278"/>
                </a:cubicBezTo>
                <a:cubicBezTo>
                  <a:pt x="4714111" y="67278"/>
                  <a:pt x="4710663" y="66735"/>
                  <a:pt x="4707775" y="65648"/>
                </a:cubicBezTo>
                <a:cubicBezTo>
                  <a:pt x="4704886" y="64560"/>
                  <a:pt x="4702518" y="62984"/>
                  <a:pt x="4700669" y="60919"/>
                </a:cubicBezTo>
                <a:cubicBezTo>
                  <a:pt x="4698821" y="58853"/>
                  <a:pt x="4697455" y="56321"/>
                  <a:pt x="4696569" y="53324"/>
                </a:cubicBezTo>
                <a:cubicBezTo>
                  <a:pt x="4695684" y="50327"/>
                  <a:pt x="4695242" y="46933"/>
                  <a:pt x="4695242" y="43144"/>
                </a:cubicBezTo>
                <a:cubicBezTo>
                  <a:pt x="4695242" y="39851"/>
                  <a:pt x="4695715" y="36737"/>
                  <a:pt x="4696663" y="33802"/>
                </a:cubicBezTo>
                <a:cubicBezTo>
                  <a:pt x="4697610" y="30867"/>
                  <a:pt x="4698992" y="28289"/>
                  <a:pt x="4700809" y="26068"/>
                </a:cubicBezTo>
                <a:cubicBezTo>
                  <a:pt x="4702626" y="23847"/>
                  <a:pt x="4704855" y="22084"/>
                  <a:pt x="4707495" y="20780"/>
                </a:cubicBezTo>
                <a:cubicBezTo>
                  <a:pt x="4710135" y="19475"/>
                  <a:pt x="4713133" y="18823"/>
                  <a:pt x="4716487" y="18823"/>
                </a:cubicBezTo>
                <a:cubicBezTo>
                  <a:pt x="4719749" y="18823"/>
                  <a:pt x="4722637" y="19336"/>
                  <a:pt x="4725153" y="20361"/>
                </a:cubicBezTo>
                <a:cubicBezTo>
                  <a:pt x="4727669" y="21386"/>
                  <a:pt x="4729789" y="22838"/>
                  <a:pt x="4731513" y="24717"/>
                </a:cubicBezTo>
                <a:cubicBezTo>
                  <a:pt x="4733237" y="26596"/>
                  <a:pt x="4734542" y="28879"/>
                  <a:pt x="4735427" y="31566"/>
                </a:cubicBezTo>
                <a:cubicBezTo>
                  <a:pt x="4736312" y="34253"/>
                  <a:pt x="4736755" y="37258"/>
                  <a:pt x="4736755" y="40581"/>
                </a:cubicBezTo>
                <a:moveTo>
                  <a:pt x="4728322" y="39416"/>
                </a:moveTo>
                <a:cubicBezTo>
                  <a:pt x="4728415" y="37335"/>
                  <a:pt x="4728213" y="35433"/>
                  <a:pt x="4727716" y="33709"/>
                </a:cubicBezTo>
                <a:cubicBezTo>
                  <a:pt x="4727219" y="31985"/>
                  <a:pt x="4726450" y="30502"/>
                  <a:pt x="4725410" y="29260"/>
                </a:cubicBezTo>
                <a:cubicBezTo>
                  <a:pt x="4724369" y="28017"/>
                  <a:pt x="4723072" y="27046"/>
                  <a:pt x="4721519" y="26348"/>
                </a:cubicBezTo>
                <a:cubicBezTo>
                  <a:pt x="4719966" y="25649"/>
                  <a:pt x="4718165" y="25299"/>
                  <a:pt x="4716115" y="25299"/>
                </a:cubicBezTo>
                <a:cubicBezTo>
                  <a:pt x="4714344" y="25299"/>
                  <a:pt x="4712729" y="25641"/>
                  <a:pt x="4711269" y="26324"/>
                </a:cubicBezTo>
                <a:cubicBezTo>
                  <a:pt x="4709809" y="27008"/>
                  <a:pt x="4708551" y="27970"/>
                  <a:pt x="4707495" y="29213"/>
                </a:cubicBezTo>
                <a:cubicBezTo>
                  <a:pt x="4706439" y="30455"/>
                  <a:pt x="4705585" y="31946"/>
                  <a:pt x="4704933" y="33686"/>
                </a:cubicBezTo>
                <a:cubicBezTo>
                  <a:pt x="4704280" y="35425"/>
                  <a:pt x="4703877" y="37335"/>
                  <a:pt x="4703721" y="39416"/>
                </a:cubicBezTo>
                <a:lnTo>
                  <a:pt x="4728322" y="39416"/>
                </a:lnTo>
                <a:close/>
                <a:moveTo>
                  <a:pt x="4842490" y="64716"/>
                </a:moveTo>
                <a:cubicBezTo>
                  <a:pt x="4840378" y="65523"/>
                  <a:pt x="4838211" y="66121"/>
                  <a:pt x="4835990" y="66510"/>
                </a:cubicBezTo>
                <a:cubicBezTo>
                  <a:pt x="4833769" y="66898"/>
                  <a:pt x="4831479" y="67092"/>
                  <a:pt x="4829118" y="67092"/>
                </a:cubicBezTo>
                <a:cubicBezTo>
                  <a:pt x="4821725" y="67092"/>
                  <a:pt x="4816034" y="65088"/>
                  <a:pt x="4812042" y="61082"/>
                </a:cubicBezTo>
                <a:cubicBezTo>
                  <a:pt x="4808051" y="57075"/>
                  <a:pt x="4806055" y="51220"/>
                  <a:pt x="4806055" y="43517"/>
                </a:cubicBezTo>
                <a:cubicBezTo>
                  <a:pt x="4806055" y="39820"/>
                  <a:pt x="4806630" y="36466"/>
                  <a:pt x="4807779" y="33453"/>
                </a:cubicBezTo>
                <a:cubicBezTo>
                  <a:pt x="4808928" y="30440"/>
                  <a:pt x="4810543" y="27862"/>
                  <a:pt x="4812625" y="25719"/>
                </a:cubicBezTo>
                <a:cubicBezTo>
                  <a:pt x="4814706" y="23575"/>
                  <a:pt x="4817191" y="21921"/>
                  <a:pt x="4820079" y="20757"/>
                </a:cubicBezTo>
                <a:cubicBezTo>
                  <a:pt x="4822968" y="19592"/>
                  <a:pt x="4826152" y="19009"/>
                  <a:pt x="4829630" y="19009"/>
                </a:cubicBezTo>
                <a:cubicBezTo>
                  <a:pt x="4832053" y="19009"/>
                  <a:pt x="4834321" y="19184"/>
                  <a:pt x="4836433" y="19534"/>
                </a:cubicBezTo>
                <a:cubicBezTo>
                  <a:pt x="4838545" y="19882"/>
                  <a:pt x="4840564" y="20453"/>
                  <a:pt x="4842490" y="21246"/>
                </a:cubicBezTo>
                <a:lnTo>
                  <a:pt x="4842490" y="28980"/>
                </a:lnTo>
                <a:cubicBezTo>
                  <a:pt x="4840471" y="27907"/>
                  <a:pt x="4838413" y="27127"/>
                  <a:pt x="4836316" y="26639"/>
                </a:cubicBezTo>
                <a:cubicBezTo>
                  <a:pt x="4834220" y="26150"/>
                  <a:pt x="4832053" y="25905"/>
                  <a:pt x="4829817" y="25905"/>
                </a:cubicBezTo>
                <a:cubicBezTo>
                  <a:pt x="4827736" y="25905"/>
                  <a:pt x="4825771" y="26301"/>
                  <a:pt x="4823923" y="27093"/>
                </a:cubicBezTo>
                <a:cubicBezTo>
                  <a:pt x="4822075" y="27885"/>
                  <a:pt x="4820452" y="29027"/>
                  <a:pt x="4819054" y="30518"/>
                </a:cubicBezTo>
                <a:cubicBezTo>
                  <a:pt x="4817656" y="32008"/>
                  <a:pt x="4816554" y="33826"/>
                  <a:pt x="4815746" y="35969"/>
                </a:cubicBezTo>
                <a:cubicBezTo>
                  <a:pt x="4814939" y="38112"/>
                  <a:pt x="4814535" y="40535"/>
                  <a:pt x="4814535" y="43237"/>
                </a:cubicBezTo>
                <a:cubicBezTo>
                  <a:pt x="4814535" y="48890"/>
                  <a:pt x="4815909" y="53122"/>
                  <a:pt x="4818658" y="55933"/>
                </a:cubicBezTo>
                <a:cubicBezTo>
                  <a:pt x="4821407" y="58744"/>
                  <a:pt x="4825220" y="60150"/>
                  <a:pt x="4830096" y="60150"/>
                </a:cubicBezTo>
                <a:cubicBezTo>
                  <a:pt x="4832302" y="60150"/>
                  <a:pt x="4834437" y="59901"/>
                  <a:pt x="4836503" y="59404"/>
                </a:cubicBezTo>
                <a:cubicBezTo>
                  <a:pt x="4838568" y="58907"/>
                  <a:pt x="4840564" y="58162"/>
                  <a:pt x="4842490" y="57168"/>
                </a:cubicBezTo>
                <a:lnTo>
                  <a:pt x="4842490" y="64716"/>
                </a:lnTo>
                <a:close/>
                <a:moveTo>
                  <a:pt x="4898728" y="42678"/>
                </a:moveTo>
                <a:cubicBezTo>
                  <a:pt x="4898728" y="46312"/>
                  <a:pt x="4898215" y="49643"/>
                  <a:pt x="4897190" y="52672"/>
                </a:cubicBezTo>
                <a:cubicBezTo>
                  <a:pt x="4896165" y="55700"/>
                  <a:pt x="4894690" y="58294"/>
                  <a:pt x="4892764" y="60453"/>
                </a:cubicBezTo>
                <a:cubicBezTo>
                  <a:pt x="4890838" y="62611"/>
                  <a:pt x="4888493" y="64289"/>
                  <a:pt x="4885729" y="65485"/>
                </a:cubicBezTo>
                <a:cubicBezTo>
                  <a:pt x="4882964" y="66680"/>
                  <a:pt x="4879827" y="67278"/>
                  <a:pt x="4876317" y="67278"/>
                </a:cubicBezTo>
                <a:cubicBezTo>
                  <a:pt x="4872963" y="67278"/>
                  <a:pt x="4869958" y="66758"/>
                  <a:pt x="4867302" y="65717"/>
                </a:cubicBezTo>
                <a:cubicBezTo>
                  <a:pt x="4864646" y="64677"/>
                  <a:pt x="4862394" y="63147"/>
                  <a:pt x="4860546" y="61128"/>
                </a:cubicBezTo>
                <a:cubicBezTo>
                  <a:pt x="4858698" y="59109"/>
                  <a:pt x="4857285" y="56609"/>
                  <a:pt x="4856306" y="53627"/>
                </a:cubicBezTo>
                <a:cubicBezTo>
                  <a:pt x="4855328" y="50645"/>
                  <a:pt x="4854839" y="47213"/>
                  <a:pt x="4854839" y="43330"/>
                </a:cubicBezTo>
                <a:cubicBezTo>
                  <a:pt x="4854839" y="39696"/>
                  <a:pt x="4855351" y="36380"/>
                  <a:pt x="4856376" y="33383"/>
                </a:cubicBezTo>
                <a:cubicBezTo>
                  <a:pt x="4857401" y="30385"/>
                  <a:pt x="4858877" y="27807"/>
                  <a:pt x="4860802" y="25649"/>
                </a:cubicBezTo>
                <a:cubicBezTo>
                  <a:pt x="4862728" y="23490"/>
                  <a:pt x="4865073" y="21813"/>
                  <a:pt x="4867838" y="20617"/>
                </a:cubicBezTo>
                <a:cubicBezTo>
                  <a:pt x="4870602" y="19421"/>
                  <a:pt x="4873739" y="18823"/>
                  <a:pt x="4877249" y="18823"/>
                </a:cubicBezTo>
                <a:cubicBezTo>
                  <a:pt x="4880604" y="18823"/>
                  <a:pt x="4883609" y="19343"/>
                  <a:pt x="4886265" y="20384"/>
                </a:cubicBezTo>
                <a:cubicBezTo>
                  <a:pt x="4888920" y="21424"/>
                  <a:pt x="4891172" y="22946"/>
                  <a:pt x="4893020" y="24950"/>
                </a:cubicBezTo>
                <a:cubicBezTo>
                  <a:pt x="4894869" y="26953"/>
                  <a:pt x="4896282" y="29446"/>
                  <a:pt x="4897260" y="32428"/>
                </a:cubicBezTo>
                <a:cubicBezTo>
                  <a:pt x="4898239" y="35410"/>
                  <a:pt x="4898728" y="38826"/>
                  <a:pt x="4898728" y="42678"/>
                </a:cubicBezTo>
                <a:moveTo>
                  <a:pt x="4890435" y="43051"/>
                </a:moveTo>
                <a:cubicBezTo>
                  <a:pt x="4890435" y="40162"/>
                  <a:pt x="4890116" y="37638"/>
                  <a:pt x="4889479" y="35480"/>
                </a:cubicBezTo>
                <a:cubicBezTo>
                  <a:pt x="4888843" y="33321"/>
                  <a:pt x="4887934" y="31519"/>
                  <a:pt x="4886754" y="30075"/>
                </a:cubicBezTo>
                <a:cubicBezTo>
                  <a:pt x="4885574" y="28631"/>
                  <a:pt x="4884137" y="27543"/>
                  <a:pt x="4882444" y="26813"/>
                </a:cubicBezTo>
                <a:cubicBezTo>
                  <a:pt x="4880751" y="26084"/>
                  <a:pt x="4878864" y="25719"/>
                  <a:pt x="4876783" y="25719"/>
                </a:cubicBezTo>
                <a:cubicBezTo>
                  <a:pt x="4874360" y="25719"/>
                  <a:pt x="4872287" y="26192"/>
                  <a:pt x="4870563" y="27140"/>
                </a:cubicBezTo>
                <a:cubicBezTo>
                  <a:pt x="4868839" y="28087"/>
                  <a:pt x="4867426" y="29353"/>
                  <a:pt x="4866323" y="30937"/>
                </a:cubicBezTo>
                <a:cubicBezTo>
                  <a:pt x="4865221" y="32521"/>
                  <a:pt x="4864413" y="34361"/>
                  <a:pt x="4863901" y="36458"/>
                </a:cubicBezTo>
                <a:cubicBezTo>
                  <a:pt x="4863388" y="38555"/>
                  <a:pt x="4863132" y="40752"/>
                  <a:pt x="4863132" y="43051"/>
                </a:cubicBezTo>
                <a:cubicBezTo>
                  <a:pt x="4863132" y="45939"/>
                  <a:pt x="4863450" y="48471"/>
                  <a:pt x="4864087" y="50645"/>
                </a:cubicBezTo>
                <a:cubicBezTo>
                  <a:pt x="4864724" y="52819"/>
                  <a:pt x="4865632" y="54629"/>
                  <a:pt x="4866813" y="56073"/>
                </a:cubicBezTo>
                <a:cubicBezTo>
                  <a:pt x="4867993" y="57517"/>
                  <a:pt x="4869422" y="58604"/>
                  <a:pt x="4871099" y="59334"/>
                </a:cubicBezTo>
                <a:cubicBezTo>
                  <a:pt x="4872776" y="60064"/>
                  <a:pt x="4874671" y="60429"/>
                  <a:pt x="4876783" y="60429"/>
                </a:cubicBezTo>
                <a:cubicBezTo>
                  <a:pt x="4879206" y="60429"/>
                  <a:pt x="4881279" y="59956"/>
                  <a:pt x="4883003" y="59008"/>
                </a:cubicBezTo>
                <a:cubicBezTo>
                  <a:pt x="4884727" y="58061"/>
                  <a:pt x="4886140" y="56795"/>
                  <a:pt x="4887243" y="55211"/>
                </a:cubicBezTo>
                <a:cubicBezTo>
                  <a:pt x="4888346" y="53627"/>
                  <a:pt x="4889153" y="51787"/>
                  <a:pt x="4889666" y="49690"/>
                </a:cubicBezTo>
                <a:cubicBezTo>
                  <a:pt x="4890178" y="47593"/>
                  <a:pt x="4890435" y="45380"/>
                  <a:pt x="4890435" y="43051"/>
                </a:cubicBezTo>
                <a:close/>
                <a:moveTo>
                  <a:pt x="4911776" y="19662"/>
                </a:moveTo>
                <a:lnTo>
                  <a:pt x="4919184" y="19662"/>
                </a:lnTo>
                <a:lnTo>
                  <a:pt x="4919417" y="28259"/>
                </a:lnTo>
                <a:cubicBezTo>
                  <a:pt x="4922181" y="24943"/>
                  <a:pt x="4924907" y="22542"/>
                  <a:pt x="4927593" y="21055"/>
                </a:cubicBezTo>
                <a:cubicBezTo>
                  <a:pt x="4930280" y="19567"/>
                  <a:pt x="4932990" y="18823"/>
                  <a:pt x="4935724" y="18823"/>
                </a:cubicBezTo>
                <a:cubicBezTo>
                  <a:pt x="4940569" y="18823"/>
                  <a:pt x="4944242" y="20388"/>
                  <a:pt x="4946743" y="23517"/>
                </a:cubicBezTo>
                <a:cubicBezTo>
                  <a:pt x="4949243" y="26647"/>
                  <a:pt x="4950400" y="31294"/>
                  <a:pt x="4950214" y="37460"/>
                </a:cubicBezTo>
                <a:lnTo>
                  <a:pt x="4942013" y="37460"/>
                </a:lnTo>
                <a:cubicBezTo>
                  <a:pt x="4942107" y="33376"/>
                  <a:pt x="4941509" y="30414"/>
                  <a:pt x="4940220" y="28574"/>
                </a:cubicBezTo>
                <a:cubicBezTo>
                  <a:pt x="4938931" y="26732"/>
                  <a:pt x="4937044" y="25812"/>
                  <a:pt x="4934559" y="25812"/>
                </a:cubicBezTo>
                <a:cubicBezTo>
                  <a:pt x="4933472" y="25812"/>
                  <a:pt x="4932377" y="26005"/>
                  <a:pt x="4931274" y="26393"/>
                </a:cubicBezTo>
                <a:cubicBezTo>
                  <a:pt x="4930171" y="26779"/>
                  <a:pt x="4929038" y="27397"/>
                  <a:pt x="4927873" y="28248"/>
                </a:cubicBezTo>
                <a:cubicBezTo>
                  <a:pt x="4926708" y="29098"/>
                  <a:pt x="4925473" y="30188"/>
                  <a:pt x="4924169" y="31519"/>
                </a:cubicBezTo>
                <a:cubicBezTo>
                  <a:pt x="4922864" y="32849"/>
                  <a:pt x="4921467" y="34457"/>
                  <a:pt x="4919976" y="36344"/>
                </a:cubicBezTo>
                <a:lnTo>
                  <a:pt x="4919976" y="66440"/>
                </a:lnTo>
                <a:lnTo>
                  <a:pt x="4911776" y="66440"/>
                </a:lnTo>
                <a:lnTo>
                  <a:pt x="4911776" y="19662"/>
                </a:lnTo>
                <a:close/>
                <a:moveTo>
                  <a:pt x="5001233" y="40581"/>
                </a:moveTo>
                <a:cubicBezTo>
                  <a:pt x="5001233" y="41731"/>
                  <a:pt x="5001218" y="42693"/>
                  <a:pt x="5001187" y="43470"/>
                </a:cubicBezTo>
                <a:cubicBezTo>
                  <a:pt x="5001156" y="44246"/>
                  <a:pt x="5001109" y="44976"/>
                  <a:pt x="5001047" y="45660"/>
                </a:cubicBezTo>
                <a:lnTo>
                  <a:pt x="4968200" y="45660"/>
                </a:lnTo>
                <a:cubicBezTo>
                  <a:pt x="4968200" y="50443"/>
                  <a:pt x="4969536" y="54116"/>
                  <a:pt x="4972207" y="56679"/>
                </a:cubicBezTo>
                <a:cubicBezTo>
                  <a:pt x="4974878" y="59241"/>
                  <a:pt x="4978730" y="60522"/>
                  <a:pt x="4983762" y="60522"/>
                </a:cubicBezTo>
                <a:cubicBezTo>
                  <a:pt x="4985128" y="60522"/>
                  <a:pt x="4986495" y="60467"/>
                  <a:pt x="4987862" y="60357"/>
                </a:cubicBezTo>
                <a:cubicBezTo>
                  <a:pt x="4989228" y="60245"/>
                  <a:pt x="4990548" y="60094"/>
                  <a:pt x="4991822" y="59904"/>
                </a:cubicBezTo>
                <a:cubicBezTo>
                  <a:pt x="4993095" y="59712"/>
                  <a:pt x="4994315" y="59498"/>
                  <a:pt x="4995479" y="59260"/>
                </a:cubicBezTo>
                <a:cubicBezTo>
                  <a:pt x="4996644" y="59021"/>
                  <a:pt x="4997724" y="58759"/>
                  <a:pt x="4998718" y="58472"/>
                </a:cubicBezTo>
                <a:lnTo>
                  <a:pt x="4998718" y="65135"/>
                </a:lnTo>
                <a:cubicBezTo>
                  <a:pt x="4996512" y="65770"/>
                  <a:pt x="4994020" y="66286"/>
                  <a:pt x="4991240" y="66683"/>
                </a:cubicBezTo>
                <a:cubicBezTo>
                  <a:pt x="4988460" y="67080"/>
                  <a:pt x="4985579" y="67278"/>
                  <a:pt x="4982597" y="67278"/>
                </a:cubicBezTo>
                <a:cubicBezTo>
                  <a:pt x="4978590" y="67278"/>
                  <a:pt x="4975142" y="66735"/>
                  <a:pt x="4972253" y="65648"/>
                </a:cubicBezTo>
                <a:cubicBezTo>
                  <a:pt x="4969365" y="64560"/>
                  <a:pt x="4966996" y="62984"/>
                  <a:pt x="4965148" y="60919"/>
                </a:cubicBezTo>
                <a:cubicBezTo>
                  <a:pt x="4963300" y="58853"/>
                  <a:pt x="4961933" y="56321"/>
                  <a:pt x="4961048" y="53324"/>
                </a:cubicBezTo>
                <a:cubicBezTo>
                  <a:pt x="4960163" y="50327"/>
                  <a:pt x="4959720" y="46933"/>
                  <a:pt x="4959720" y="43144"/>
                </a:cubicBezTo>
                <a:cubicBezTo>
                  <a:pt x="4959720" y="39851"/>
                  <a:pt x="4960194" y="36737"/>
                  <a:pt x="4961141" y="33802"/>
                </a:cubicBezTo>
                <a:cubicBezTo>
                  <a:pt x="4962089" y="30867"/>
                  <a:pt x="4963471" y="28289"/>
                  <a:pt x="4965288" y="26068"/>
                </a:cubicBezTo>
                <a:cubicBezTo>
                  <a:pt x="4967105" y="23847"/>
                  <a:pt x="4969334" y="22084"/>
                  <a:pt x="4971974" y="20780"/>
                </a:cubicBezTo>
                <a:cubicBezTo>
                  <a:pt x="4974614" y="19475"/>
                  <a:pt x="4977612" y="18823"/>
                  <a:pt x="4980966" y="18823"/>
                </a:cubicBezTo>
                <a:cubicBezTo>
                  <a:pt x="4984228" y="18823"/>
                  <a:pt x="4987116" y="19336"/>
                  <a:pt x="4989632" y="20361"/>
                </a:cubicBezTo>
                <a:cubicBezTo>
                  <a:pt x="4992148" y="21386"/>
                  <a:pt x="4994268" y="22838"/>
                  <a:pt x="4995992" y="24717"/>
                </a:cubicBezTo>
                <a:cubicBezTo>
                  <a:pt x="4997716" y="26596"/>
                  <a:pt x="4999020" y="28879"/>
                  <a:pt x="4999906" y="31566"/>
                </a:cubicBezTo>
                <a:cubicBezTo>
                  <a:pt x="5000791" y="34253"/>
                  <a:pt x="5001233" y="37258"/>
                  <a:pt x="5001233" y="40581"/>
                </a:cubicBezTo>
                <a:moveTo>
                  <a:pt x="4992800" y="39416"/>
                </a:moveTo>
                <a:cubicBezTo>
                  <a:pt x="4992894" y="37335"/>
                  <a:pt x="4992692" y="35433"/>
                  <a:pt x="4992195" y="33709"/>
                </a:cubicBezTo>
                <a:cubicBezTo>
                  <a:pt x="4991698" y="31985"/>
                  <a:pt x="4990929" y="30502"/>
                  <a:pt x="4989888" y="29260"/>
                </a:cubicBezTo>
                <a:cubicBezTo>
                  <a:pt x="4988848" y="28017"/>
                  <a:pt x="4987551" y="27046"/>
                  <a:pt x="4985998" y="26348"/>
                </a:cubicBezTo>
                <a:cubicBezTo>
                  <a:pt x="4984445" y="25649"/>
                  <a:pt x="4982643" y="25299"/>
                  <a:pt x="4980593" y="25299"/>
                </a:cubicBezTo>
                <a:cubicBezTo>
                  <a:pt x="4978823" y="25299"/>
                  <a:pt x="4977208" y="25641"/>
                  <a:pt x="4975748" y="26324"/>
                </a:cubicBezTo>
                <a:cubicBezTo>
                  <a:pt x="4974288" y="27008"/>
                  <a:pt x="4973030" y="27970"/>
                  <a:pt x="4971974" y="29213"/>
                </a:cubicBezTo>
                <a:cubicBezTo>
                  <a:pt x="4970918" y="30455"/>
                  <a:pt x="4970064" y="31946"/>
                  <a:pt x="4969411" y="33686"/>
                </a:cubicBezTo>
                <a:cubicBezTo>
                  <a:pt x="4968759" y="35425"/>
                  <a:pt x="4968355" y="37335"/>
                  <a:pt x="4968200" y="39416"/>
                </a:cubicBezTo>
                <a:lnTo>
                  <a:pt x="4992800" y="39416"/>
                </a:lnTo>
                <a:close/>
                <a:moveTo>
                  <a:pt x="5108319" y="65741"/>
                </a:moveTo>
                <a:cubicBezTo>
                  <a:pt x="5106486" y="66223"/>
                  <a:pt x="5104592" y="66569"/>
                  <a:pt x="5102635" y="66777"/>
                </a:cubicBezTo>
                <a:cubicBezTo>
                  <a:pt x="5100678" y="66987"/>
                  <a:pt x="5098690" y="67092"/>
                  <a:pt x="5096671" y="67092"/>
                </a:cubicBezTo>
                <a:cubicBezTo>
                  <a:pt x="5090800" y="67092"/>
                  <a:pt x="5086421" y="65764"/>
                  <a:pt x="5083532" y="63108"/>
                </a:cubicBezTo>
                <a:cubicBezTo>
                  <a:pt x="5080643" y="60453"/>
                  <a:pt x="5079199" y="56376"/>
                  <a:pt x="5079199" y="50878"/>
                </a:cubicBezTo>
                <a:lnTo>
                  <a:pt x="5079199" y="26464"/>
                </a:lnTo>
                <a:lnTo>
                  <a:pt x="5066107" y="26464"/>
                </a:lnTo>
                <a:lnTo>
                  <a:pt x="5066107" y="19662"/>
                </a:lnTo>
                <a:lnTo>
                  <a:pt x="5079199" y="19662"/>
                </a:lnTo>
                <a:lnTo>
                  <a:pt x="5079199" y="6762"/>
                </a:lnTo>
                <a:lnTo>
                  <a:pt x="5087306" y="4659"/>
                </a:lnTo>
                <a:lnTo>
                  <a:pt x="5087306" y="19662"/>
                </a:lnTo>
                <a:lnTo>
                  <a:pt x="5108319" y="19662"/>
                </a:lnTo>
                <a:lnTo>
                  <a:pt x="5108319" y="26464"/>
                </a:lnTo>
                <a:lnTo>
                  <a:pt x="5087306" y="26464"/>
                </a:lnTo>
                <a:lnTo>
                  <a:pt x="5087306" y="50226"/>
                </a:lnTo>
                <a:cubicBezTo>
                  <a:pt x="5087306" y="53580"/>
                  <a:pt x="5088199" y="56089"/>
                  <a:pt x="5089985" y="57750"/>
                </a:cubicBezTo>
                <a:cubicBezTo>
                  <a:pt x="5091771" y="59412"/>
                  <a:pt x="5094403" y="60243"/>
                  <a:pt x="5097882" y="60243"/>
                </a:cubicBezTo>
                <a:cubicBezTo>
                  <a:pt x="5099373" y="60243"/>
                  <a:pt x="5101004" y="60123"/>
                  <a:pt x="5102774" y="59883"/>
                </a:cubicBezTo>
                <a:cubicBezTo>
                  <a:pt x="5104545" y="59643"/>
                  <a:pt x="5106393" y="59265"/>
                  <a:pt x="5108319" y="58752"/>
                </a:cubicBezTo>
                <a:lnTo>
                  <a:pt x="5108319" y="65741"/>
                </a:lnTo>
                <a:close/>
                <a:moveTo>
                  <a:pt x="5160084" y="66440"/>
                </a:moveTo>
                <a:lnTo>
                  <a:pt x="5151977" y="66440"/>
                </a:lnTo>
                <a:lnTo>
                  <a:pt x="5151977" y="36574"/>
                </a:lnTo>
                <a:cubicBezTo>
                  <a:pt x="5151977" y="32971"/>
                  <a:pt x="5151302" y="30277"/>
                  <a:pt x="5149950" y="28491"/>
                </a:cubicBezTo>
                <a:cubicBezTo>
                  <a:pt x="5148599" y="26705"/>
                  <a:pt x="5146666" y="25812"/>
                  <a:pt x="5144150" y="25812"/>
                </a:cubicBezTo>
                <a:cubicBezTo>
                  <a:pt x="5143063" y="25812"/>
                  <a:pt x="5142045" y="25959"/>
                  <a:pt x="5141098" y="26254"/>
                </a:cubicBezTo>
                <a:cubicBezTo>
                  <a:pt x="5140151" y="26549"/>
                  <a:pt x="5139165" y="27062"/>
                  <a:pt x="5138140" y="27792"/>
                </a:cubicBezTo>
                <a:cubicBezTo>
                  <a:pt x="5137114" y="28522"/>
                  <a:pt x="5135996" y="29508"/>
                  <a:pt x="5134785" y="30750"/>
                </a:cubicBezTo>
                <a:cubicBezTo>
                  <a:pt x="5133574" y="31993"/>
                  <a:pt x="5132176" y="33546"/>
                  <a:pt x="5130592" y="35410"/>
                </a:cubicBezTo>
                <a:lnTo>
                  <a:pt x="5130592" y="66440"/>
                </a:lnTo>
                <a:lnTo>
                  <a:pt x="5122485" y="66440"/>
                </a:lnTo>
                <a:lnTo>
                  <a:pt x="5122485" y="559"/>
                </a:lnTo>
                <a:lnTo>
                  <a:pt x="5130592" y="559"/>
                </a:lnTo>
                <a:lnTo>
                  <a:pt x="5130592" y="19649"/>
                </a:lnTo>
                <a:lnTo>
                  <a:pt x="5130312" y="27023"/>
                </a:lnTo>
                <a:cubicBezTo>
                  <a:pt x="5131586" y="25501"/>
                  <a:pt x="5132836" y="24220"/>
                  <a:pt x="5134063" y="23179"/>
                </a:cubicBezTo>
                <a:cubicBezTo>
                  <a:pt x="5135290" y="22139"/>
                  <a:pt x="5136517" y="21292"/>
                  <a:pt x="5137743" y="20640"/>
                </a:cubicBezTo>
                <a:cubicBezTo>
                  <a:pt x="5138970" y="19988"/>
                  <a:pt x="5140221" y="19522"/>
                  <a:pt x="5141494" y="19242"/>
                </a:cubicBezTo>
                <a:cubicBezTo>
                  <a:pt x="5142768" y="18963"/>
                  <a:pt x="5144088" y="18823"/>
                  <a:pt x="5145454" y="18823"/>
                </a:cubicBezTo>
                <a:cubicBezTo>
                  <a:pt x="5150114" y="18823"/>
                  <a:pt x="5153717" y="20244"/>
                  <a:pt x="5156264" y="23086"/>
                </a:cubicBezTo>
                <a:cubicBezTo>
                  <a:pt x="5158811" y="25928"/>
                  <a:pt x="5160084" y="30207"/>
                  <a:pt x="5160084" y="35922"/>
                </a:cubicBezTo>
                <a:lnTo>
                  <a:pt x="5160084" y="66440"/>
                </a:lnTo>
                <a:close/>
                <a:moveTo>
                  <a:pt x="5213853" y="40581"/>
                </a:moveTo>
                <a:cubicBezTo>
                  <a:pt x="5213853" y="41731"/>
                  <a:pt x="5213837" y="42693"/>
                  <a:pt x="5213806" y="43470"/>
                </a:cubicBezTo>
                <a:cubicBezTo>
                  <a:pt x="5213775" y="44246"/>
                  <a:pt x="5213729" y="44976"/>
                  <a:pt x="5213667" y="45660"/>
                </a:cubicBezTo>
                <a:lnTo>
                  <a:pt x="5180819" y="45660"/>
                </a:lnTo>
                <a:cubicBezTo>
                  <a:pt x="5180819" y="50443"/>
                  <a:pt x="5182155" y="54116"/>
                  <a:pt x="5184826" y="56679"/>
                </a:cubicBezTo>
                <a:cubicBezTo>
                  <a:pt x="5187498" y="59241"/>
                  <a:pt x="5191349" y="60522"/>
                  <a:pt x="5196381" y="60522"/>
                </a:cubicBezTo>
                <a:cubicBezTo>
                  <a:pt x="5197748" y="60522"/>
                  <a:pt x="5199114" y="60467"/>
                  <a:pt x="5200481" y="60357"/>
                </a:cubicBezTo>
                <a:cubicBezTo>
                  <a:pt x="5201848" y="60245"/>
                  <a:pt x="5203168" y="60094"/>
                  <a:pt x="5204441" y="59904"/>
                </a:cubicBezTo>
                <a:cubicBezTo>
                  <a:pt x="5205715" y="59712"/>
                  <a:pt x="5206934" y="59498"/>
                  <a:pt x="5208099" y="59260"/>
                </a:cubicBezTo>
                <a:cubicBezTo>
                  <a:pt x="5209264" y="59021"/>
                  <a:pt x="5210343" y="58759"/>
                  <a:pt x="5211337" y="58472"/>
                </a:cubicBezTo>
                <a:lnTo>
                  <a:pt x="5211337" y="65135"/>
                </a:lnTo>
                <a:cubicBezTo>
                  <a:pt x="5209132" y="65770"/>
                  <a:pt x="5206639" y="66286"/>
                  <a:pt x="5203859" y="66683"/>
                </a:cubicBezTo>
                <a:cubicBezTo>
                  <a:pt x="5201079" y="67080"/>
                  <a:pt x="5198198" y="67278"/>
                  <a:pt x="5195216" y="67278"/>
                </a:cubicBezTo>
                <a:cubicBezTo>
                  <a:pt x="5191209" y="67278"/>
                  <a:pt x="5187762" y="66735"/>
                  <a:pt x="5184873" y="65648"/>
                </a:cubicBezTo>
                <a:cubicBezTo>
                  <a:pt x="5181984" y="64560"/>
                  <a:pt x="5179616" y="62984"/>
                  <a:pt x="5177768" y="60919"/>
                </a:cubicBezTo>
                <a:cubicBezTo>
                  <a:pt x="5175920" y="58853"/>
                  <a:pt x="5174553" y="56321"/>
                  <a:pt x="5173668" y="53324"/>
                </a:cubicBezTo>
                <a:cubicBezTo>
                  <a:pt x="5172782" y="50327"/>
                  <a:pt x="5172340" y="46933"/>
                  <a:pt x="5172340" y="43144"/>
                </a:cubicBezTo>
                <a:cubicBezTo>
                  <a:pt x="5172340" y="39851"/>
                  <a:pt x="5172813" y="36737"/>
                  <a:pt x="5173761" y="33802"/>
                </a:cubicBezTo>
                <a:cubicBezTo>
                  <a:pt x="5174708" y="30867"/>
                  <a:pt x="5176090" y="28289"/>
                  <a:pt x="5177907" y="26068"/>
                </a:cubicBezTo>
                <a:cubicBezTo>
                  <a:pt x="5179725" y="23847"/>
                  <a:pt x="5181953" y="22084"/>
                  <a:pt x="5184593" y="20780"/>
                </a:cubicBezTo>
                <a:cubicBezTo>
                  <a:pt x="5187234" y="19475"/>
                  <a:pt x="5190231" y="18823"/>
                  <a:pt x="5193586" y="18823"/>
                </a:cubicBezTo>
                <a:cubicBezTo>
                  <a:pt x="5196847" y="18823"/>
                  <a:pt x="5199736" y="19336"/>
                  <a:pt x="5202252" y="20361"/>
                </a:cubicBezTo>
                <a:cubicBezTo>
                  <a:pt x="5204768" y="21386"/>
                  <a:pt x="5206887" y="22838"/>
                  <a:pt x="5208611" y="24717"/>
                </a:cubicBezTo>
                <a:cubicBezTo>
                  <a:pt x="5210335" y="26596"/>
                  <a:pt x="5211640" y="28879"/>
                  <a:pt x="5212525" y="31566"/>
                </a:cubicBezTo>
                <a:cubicBezTo>
                  <a:pt x="5213410" y="34253"/>
                  <a:pt x="5213853" y="37258"/>
                  <a:pt x="5213853" y="40581"/>
                </a:cubicBezTo>
                <a:moveTo>
                  <a:pt x="5205420" y="39416"/>
                </a:moveTo>
                <a:cubicBezTo>
                  <a:pt x="5205513" y="37335"/>
                  <a:pt x="5205311" y="35433"/>
                  <a:pt x="5204814" y="33709"/>
                </a:cubicBezTo>
                <a:cubicBezTo>
                  <a:pt x="5204317" y="31985"/>
                  <a:pt x="5203548" y="30502"/>
                  <a:pt x="5202508" y="29260"/>
                </a:cubicBezTo>
                <a:cubicBezTo>
                  <a:pt x="5201467" y="28017"/>
                  <a:pt x="5200170" y="27046"/>
                  <a:pt x="5198617" y="26348"/>
                </a:cubicBezTo>
                <a:cubicBezTo>
                  <a:pt x="5197064" y="25649"/>
                  <a:pt x="5195263" y="25299"/>
                  <a:pt x="5193213" y="25299"/>
                </a:cubicBezTo>
                <a:cubicBezTo>
                  <a:pt x="5191442" y="25299"/>
                  <a:pt x="5189827" y="25641"/>
                  <a:pt x="5188367" y="26324"/>
                </a:cubicBezTo>
                <a:cubicBezTo>
                  <a:pt x="5186907" y="27008"/>
                  <a:pt x="5185649" y="27970"/>
                  <a:pt x="5184593" y="29213"/>
                </a:cubicBezTo>
                <a:cubicBezTo>
                  <a:pt x="5183537" y="30455"/>
                  <a:pt x="5182683" y="31946"/>
                  <a:pt x="5182031" y="33686"/>
                </a:cubicBezTo>
                <a:cubicBezTo>
                  <a:pt x="5181379" y="35425"/>
                  <a:pt x="5180975" y="37335"/>
                  <a:pt x="5180819" y="39416"/>
                </a:cubicBezTo>
                <a:lnTo>
                  <a:pt x="5205420" y="39416"/>
                </a:lnTo>
                <a:close/>
                <a:moveTo>
                  <a:pt x="5259561" y="66440"/>
                </a:moveTo>
                <a:lnTo>
                  <a:pt x="5259561" y="32847"/>
                </a:lnTo>
                <a:cubicBezTo>
                  <a:pt x="5259561" y="31387"/>
                  <a:pt x="5259507" y="30191"/>
                  <a:pt x="5259398" y="29260"/>
                </a:cubicBezTo>
                <a:cubicBezTo>
                  <a:pt x="5259289" y="28328"/>
                  <a:pt x="5259119" y="27590"/>
                  <a:pt x="5258886" y="27046"/>
                </a:cubicBezTo>
                <a:cubicBezTo>
                  <a:pt x="5258653" y="26503"/>
                  <a:pt x="5258358" y="26122"/>
                  <a:pt x="5258000" y="25905"/>
                </a:cubicBezTo>
                <a:cubicBezTo>
                  <a:pt x="5257643" y="25688"/>
                  <a:pt x="5257201" y="25579"/>
                  <a:pt x="5256673" y="25579"/>
                </a:cubicBezTo>
                <a:cubicBezTo>
                  <a:pt x="5256051" y="25579"/>
                  <a:pt x="5255477" y="25765"/>
                  <a:pt x="5254949" y="26138"/>
                </a:cubicBezTo>
                <a:cubicBezTo>
                  <a:pt x="5254421" y="26511"/>
                  <a:pt x="5253854" y="27116"/>
                  <a:pt x="5253248" y="27955"/>
                </a:cubicBezTo>
                <a:cubicBezTo>
                  <a:pt x="5252642" y="28794"/>
                  <a:pt x="5251975" y="29904"/>
                  <a:pt x="5251245" y="31286"/>
                </a:cubicBezTo>
                <a:cubicBezTo>
                  <a:pt x="5250515" y="32668"/>
                  <a:pt x="5249653" y="34369"/>
                  <a:pt x="5248659" y="36388"/>
                </a:cubicBezTo>
                <a:lnTo>
                  <a:pt x="5248659" y="66440"/>
                </a:lnTo>
                <a:lnTo>
                  <a:pt x="5241251" y="66440"/>
                </a:lnTo>
                <a:lnTo>
                  <a:pt x="5241251" y="33732"/>
                </a:lnTo>
                <a:cubicBezTo>
                  <a:pt x="5241251" y="32024"/>
                  <a:pt x="5241196" y="30642"/>
                  <a:pt x="5241088" y="29586"/>
                </a:cubicBezTo>
                <a:cubicBezTo>
                  <a:pt x="5240979" y="28530"/>
                  <a:pt x="5240808" y="27706"/>
                  <a:pt x="5240575" y="27116"/>
                </a:cubicBezTo>
                <a:cubicBezTo>
                  <a:pt x="5240342" y="26526"/>
                  <a:pt x="5240039" y="26122"/>
                  <a:pt x="5239667" y="25905"/>
                </a:cubicBezTo>
                <a:cubicBezTo>
                  <a:pt x="5239294" y="25688"/>
                  <a:pt x="5238844" y="25579"/>
                  <a:pt x="5238316" y="25579"/>
                </a:cubicBezTo>
                <a:cubicBezTo>
                  <a:pt x="5237756" y="25579"/>
                  <a:pt x="5237228" y="25734"/>
                  <a:pt x="5236731" y="26045"/>
                </a:cubicBezTo>
                <a:cubicBezTo>
                  <a:pt x="5236234" y="26355"/>
                  <a:pt x="5235683" y="26914"/>
                  <a:pt x="5235077" y="27722"/>
                </a:cubicBezTo>
                <a:cubicBezTo>
                  <a:pt x="5234472" y="28530"/>
                  <a:pt x="5233796" y="29632"/>
                  <a:pt x="5233051" y="31030"/>
                </a:cubicBezTo>
                <a:cubicBezTo>
                  <a:pt x="5232305" y="32428"/>
                  <a:pt x="5231420" y="34214"/>
                  <a:pt x="5230395" y="36388"/>
                </a:cubicBezTo>
                <a:lnTo>
                  <a:pt x="5230395" y="66440"/>
                </a:lnTo>
                <a:lnTo>
                  <a:pt x="5222940" y="66440"/>
                </a:lnTo>
                <a:lnTo>
                  <a:pt x="5222940" y="19662"/>
                </a:lnTo>
                <a:lnTo>
                  <a:pt x="5229137" y="19662"/>
                </a:lnTo>
                <a:lnTo>
                  <a:pt x="5229510" y="28561"/>
                </a:lnTo>
                <a:cubicBezTo>
                  <a:pt x="5230317" y="26790"/>
                  <a:pt x="5231102" y="25284"/>
                  <a:pt x="5231863" y="24041"/>
                </a:cubicBezTo>
                <a:cubicBezTo>
                  <a:pt x="5232624" y="22799"/>
                  <a:pt x="5233408" y="21797"/>
                  <a:pt x="5234215" y="21036"/>
                </a:cubicBezTo>
                <a:cubicBezTo>
                  <a:pt x="5235023" y="20275"/>
                  <a:pt x="5235885" y="19716"/>
                  <a:pt x="5236801" y="19359"/>
                </a:cubicBezTo>
                <a:cubicBezTo>
                  <a:pt x="5237718" y="19002"/>
                  <a:pt x="5238735" y="18823"/>
                  <a:pt x="5239853" y="18823"/>
                </a:cubicBezTo>
                <a:cubicBezTo>
                  <a:pt x="5242369" y="18823"/>
                  <a:pt x="5244279" y="19646"/>
                  <a:pt x="5245584" y="21292"/>
                </a:cubicBezTo>
                <a:cubicBezTo>
                  <a:pt x="5246888" y="22939"/>
                  <a:pt x="5247541" y="25486"/>
                  <a:pt x="5247541" y="28933"/>
                </a:cubicBezTo>
                <a:cubicBezTo>
                  <a:pt x="5248286" y="27318"/>
                  <a:pt x="5249016" y="25882"/>
                  <a:pt x="5249730" y="24624"/>
                </a:cubicBezTo>
                <a:cubicBezTo>
                  <a:pt x="5250445" y="23366"/>
                  <a:pt x="5251214" y="22310"/>
                  <a:pt x="5252037" y="21455"/>
                </a:cubicBezTo>
                <a:cubicBezTo>
                  <a:pt x="5252860" y="20601"/>
                  <a:pt x="5253768" y="19949"/>
                  <a:pt x="5254762" y="19499"/>
                </a:cubicBezTo>
                <a:cubicBezTo>
                  <a:pt x="5255756" y="19048"/>
                  <a:pt x="5256906" y="18823"/>
                  <a:pt x="5258210" y="18823"/>
                </a:cubicBezTo>
                <a:cubicBezTo>
                  <a:pt x="5264081" y="18823"/>
                  <a:pt x="5267016" y="23342"/>
                  <a:pt x="5267016" y="32381"/>
                </a:cubicBezTo>
                <a:lnTo>
                  <a:pt x="5267016" y="66440"/>
                </a:lnTo>
                <a:lnTo>
                  <a:pt x="5259561" y="66440"/>
                </a:lnTo>
                <a:close/>
                <a:moveTo>
                  <a:pt x="5317570" y="40581"/>
                </a:moveTo>
                <a:cubicBezTo>
                  <a:pt x="5317570" y="41731"/>
                  <a:pt x="5317554" y="42693"/>
                  <a:pt x="5317523" y="43470"/>
                </a:cubicBezTo>
                <a:cubicBezTo>
                  <a:pt x="5317492" y="44246"/>
                  <a:pt x="5317445" y="44976"/>
                  <a:pt x="5317383" y="45660"/>
                </a:cubicBezTo>
                <a:lnTo>
                  <a:pt x="5284536" y="45660"/>
                </a:lnTo>
                <a:cubicBezTo>
                  <a:pt x="5284536" y="50443"/>
                  <a:pt x="5285872" y="54116"/>
                  <a:pt x="5288543" y="56679"/>
                </a:cubicBezTo>
                <a:cubicBezTo>
                  <a:pt x="5291214" y="59241"/>
                  <a:pt x="5295066" y="60522"/>
                  <a:pt x="5300098" y="60522"/>
                </a:cubicBezTo>
                <a:cubicBezTo>
                  <a:pt x="5301464" y="60522"/>
                  <a:pt x="5302831" y="60467"/>
                  <a:pt x="5304198" y="60357"/>
                </a:cubicBezTo>
                <a:cubicBezTo>
                  <a:pt x="5305564" y="60245"/>
                  <a:pt x="5306885" y="60094"/>
                  <a:pt x="5308158" y="59904"/>
                </a:cubicBezTo>
                <a:cubicBezTo>
                  <a:pt x="5309432" y="59712"/>
                  <a:pt x="5310651" y="59498"/>
                  <a:pt x="5311815" y="59260"/>
                </a:cubicBezTo>
                <a:cubicBezTo>
                  <a:pt x="5312980" y="59021"/>
                  <a:pt x="5314060" y="58759"/>
                  <a:pt x="5315054" y="58472"/>
                </a:cubicBezTo>
                <a:lnTo>
                  <a:pt x="5315054" y="65135"/>
                </a:lnTo>
                <a:cubicBezTo>
                  <a:pt x="5312848" y="65770"/>
                  <a:pt x="5310356" y="66286"/>
                  <a:pt x="5307576" y="66683"/>
                </a:cubicBezTo>
                <a:cubicBezTo>
                  <a:pt x="5304796" y="67080"/>
                  <a:pt x="5301915" y="67278"/>
                  <a:pt x="5298933" y="67278"/>
                </a:cubicBezTo>
                <a:cubicBezTo>
                  <a:pt x="5294926" y="67278"/>
                  <a:pt x="5291478" y="66735"/>
                  <a:pt x="5288590" y="65648"/>
                </a:cubicBezTo>
                <a:cubicBezTo>
                  <a:pt x="5285701" y="64560"/>
                  <a:pt x="5283332" y="62984"/>
                  <a:pt x="5281484" y="60919"/>
                </a:cubicBezTo>
                <a:cubicBezTo>
                  <a:pt x="5279636" y="58853"/>
                  <a:pt x="5278270" y="56321"/>
                  <a:pt x="5277384" y="53324"/>
                </a:cubicBezTo>
                <a:cubicBezTo>
                  <a:pt x="5276499" y="50327"/>
                  <a:pt x="5276056" y="46933"/>
                  <a:pt x="5276056" y="43144"/>
                </a:cubicBezTo>
                <a:cubicBezTo>
                  <a:pt x="5276056" y="39851"/>
                  <a:pt x="5276530" y="36737"/>
                  <a:pt x="5277477" y="33802"/>
                </a:cubicBezTo>
                <a:cubicBezTo>
                  <a:pt x="5278425" y="30867"/>
                  <a:pt x="5279807" y="28289"/>
                  <a:pt x="5281624" y="26068"/>
                </a:cubicBezTo>
                <a:cubicBezTo>
                  <a:pt x="5283441" y="23847"/>
                  <a:pt x="5285670" y="22084"/>
                  <a:pt x="5288310" y="20780"/>
                </a:cubicBezTo>
                <a:cubicBezTo>
                  <a:pt x="5290950" y="19475"/>
                  <a:pt x="5293948" y="18823"/>
                  <a:pt x="5297302" y="18823"/>
                </a:cubicBezTo>
                <a:cubicBezTo>
                  <a:pt x="5300564" y="18823"/>
                  <a:pt x="5303452" y="19336"/>
                  <a:pt x="5305968" y="20361"/>
                </a:cubicBezTo>
                <a:cubicBezTo>
                  <a:pt x="5308484" y="21386"/>
                  <a:pt x="5310604" y="22838"/>
                  <a:pt x="5312328" y="24717"/>
                </a:cubicBezTo>
                <a:cubicBezTo>
                  <a:pt x="5314052" y="26596"/>
                  <a:pt x="5315356" y="28879"/>
                  <a:pt x="5316242" y="31566"/>
                </a:cubicBezTo>
                <a:cubicBezTo>
                  <a:pt x="5317127" y="34253"/>
                  <a:pt x="5317570" y="37258"/>
                  <a:pt x="5317570" y="40581"/>
                </a:cubicBezTo>
                <a:moveTo>
                  <a:pt x="5309136" y="39416"/>
                </a:moveTo>
                <a:cubicBezTo>
                  <a:pt x="5309230" y="37335"/>
                  <a:pt x="5309028" y="35433"/>
                  <a:pt x="5308531" y="33709"/>
                </a:cubicBezTo>
                <a:cubicBezTo>
                  <a:pt x="5308034" y="31985"/>
                  <a:pt x="5307265" y="30502"/>
                  <a:pt x="5306225" y="29260"/>
                </a:cubicBezTo>
                <a:cubicBezTo>
                  <a:pt x="5305184" y="28017"/>
                  <a:pt x="5303887" y="27046"/>
                  <a:pt x="5302334" y="26348"/>
                </a:cubicBezTo>
                <a:cubicBezTo>
                  <a:pt x="5300781" y="25649"/>
                  <a:pt x="5298980" y="25299"/>
                  <a:pt x="5296929" y="25299"/>
                </a:cubicBezTo>
                <a:cubicBezTo>
                  <a:pt x="5295159" y="25299"/>
                  <a:pt x="5293544" y="25641"/>
                  <a:pt x="5292084" y="26324"/>
                </a:cubicBezTo>
                <a:cubicBezTo>
                  <a:pt x="5290624" y="27008"/>
                  <a:pt x="5289366" y="27970"/>
                  <a:pt x="5288310" y="29213"/>
                </a:cubicBezTo>
                <a:cubicBezTo>
                  <a:pt x="5287254" y="30455"/>
                  <a:pt x="5286400" y="31946"/>
                  <a:pt x="5285747" y="33686"/>
                </a:cubicBezTo>
                <a:cubicBezTo>
                  <a:pt x="5285095" y="35425"/>
                  <a:pt x="5284691" y="37335"/>
                  <a:pt x="5284536" y="39416"/>
                </a:cubicBezTo>
                <a:lnTo>
                  <a:pt x="5309136" y="39416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popupfileisrelevantbecausetheerrorisrelatedtothepopupfunctionality,whichmightbedefinedorinfluencedbythisfile.&quot;">
            <a:extLst xmlns:a="http://schemas.openxmlformats.org/drawingml/2006/main">
              <a:ext uri="{FF2B5EF4-FFF2-40B4-BE49-F238E27FC236}">
                <a16:creationId xmlns:a16="http://schemas.microsoft.com/office/drawing/2014/main" id="{9CB0FBDF-B6E3-4961-892B-CB93AD57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" y="4338335"/>
            <a:ext cx="6775384" cy="86008"/>
          </a:xfrm>
          <a:custGeom xmlns:a="http://schemas.openxmlformats.org/drawingml/2006/main">
            <a:pathLst>
              <a:path w="6775384" h="86008">
                <a:moveTo>
                  <a:pt x="39976" y="42212"/>
                </a:moveTo>
                <a:cubicBezTo>
                  <a:pt x="39976" y="46374"/>
                  <a:pt x="39393" y="50008"/>
                  <a:pt x="38228" y="53114"/>
                </a:cubicBezTo>
                <a:cubicBezTo>
                  <a:pt x="37064" y="56221"/>
                  <a:pt x="35456" y="58799"/>
                  <a:pt x="33406" y="60849"/>
                </a:cubicBezTo>
                <a:cubicBezTo>
                  <a:pt x="31356" y="62899"/>
                  <a:pt x="28933" y="64436"/>
                  <a:pt x="26138" y="65461"/>
                </a:cubicBezTo>
                <a:cubicBezTo>
                  <a:pt x="23342" y="66486"/>
                  <a:pt x="20314" y="66999"/>
                  <a:pt x="17053" y="66999"/>
                </a:cubicBezTo>
                <a:cubicBezTo>
                  <a:pt x="15562" y="66999"/>
                  <a:pt x="14078" y="66921"/>
                  <a:pt x="12603" y="66766"/>
                </a:cubicBezTo>
                <a:cubicBezTo>
                  <a:pt x="11128" y="66610"/>
                  <a:pt x="9629" y="66346"/>
                  <a:pt x="8107" y="65974"/>
                </a:cubicBezTo>
                <a:lnTo>
                  <a:pt x="8107" y="85542"/>
                </a:lnTo>
                <a:lnTo>
                  <a:pt x="0" y="85542"/>
                </a:lnTo>
                <a:lnTo>
                  <a:pt x="0" y="19662"/>
                </a:lnTo>
                <a:lnTo>
                  <a:pt x="7222" y="19662"/>
                </a:lnTo>
                <a:lnTo>
                  <a:pt x="7734" y="27489"/>
                </a:lnTo>
                <a:cubicBezTo>
                  <a:pt x="10064" y="24290"/>
                  <a:pt x="12549" y="22046"/>
                  <a:pt x="15189" y="20757"/>
                </a:cubicBezTo>
                <a:cubicBezTo>
                  <a:pt x="17829" y="19468"/>
                  <a:pt x="20687" y="18823"/>
                  <a:pt x="23762" y="18823"/>
                </a:cubicBezTo>
                <a:cubicBezTo>
                  <a:pt x="26433" y="18823"/>
                  <a:pt x="28778" y="19382"/>
                  <a:pt x="30797" y="20500"/>
                </a:cubicBezTo>
                <a:cubicBezTo>
                  <a:pt x="32816" y="21619"/>
                  <a:pt x="34509" y="23195"/>
                  <a:pt x="35876" y="25229"/>
                </a:cubicBezTo>
                <a:cubicBezTo>
                  <a:pt x="37242" y="27264"/>
                  <a:pt x="38267" y="29718"/>
                  <a:pt x="38951" y="32591"/>
                </a:cubicBezTo>
                <a:cubicBezTo>
                  <a:pt x="39634" y="35464"/>
                  <a:pt x="39976" y="38671"/>
                  <a:pt x="39976" y="42212"/>
                </a:cubicBezTo>
                <a:moveTo>
                  <a:pt x="31682" y="42585"/>
                </a:moveTo>
                <a:cubicBezTo>
                  <a:pt x="31682" y="40131"/>
                  <a:pt x="31504" y="37879"/>
                  <a:pt x="31146" y="35829"/>
                </a:cubicBezTo>
                <a:cubicBezTo>
                  <a:pt x="30789" y="33779"/>
                  <a:pt x="30222" y="32024"/>
                  <a:pt x="29446" y="30564"/>
                </a:cubicBezTo>
                <a:cubicBezTo>
                  <a:pt x="28669" y="29104"/>
                  <a:pt x="27675" y="27963"/>
                  <a:pt x="26464" y="27140"/>
                </a:cubicBezTo>
                <a:cubicBezTo>
                  <a:pt x="25253" y="26316"/>
                  <a:pt x="23808" y="25905"/>
                  <a:pt x="22131" y="25905"/>
                </a:cubicBezTo>
                <a:cubicBezTo>
                  <a:pt x="21106" y="25905"/>
                  <a:pt x="20065" y="26068"/>
                  <a:pt x="19009" y="26394"/>
                </a:cubicBezTo>
                <a:cubicBezTo>
                  <a:pt x="17953" y="26720"/>
                  <a:pt x="16858" y="27264"/>
                  <a:pt x="15725" y="28025"/>
                </a:cubicBezTo>
                <a:cubicBezTo>
                  <a:pt x="14591" y="28786"/>
                  <a:pt x="13395" y="29795"/>
                  <a:pt x="12137" y="31053"/>
                </a:cubicBezTo>
                <a:cubicBezTo>
                  <a:pt x="10879" y="32311"/>
                  <a:pt x="9536" y="33872"/>
                  <a:pt x="8107" y="35736"/>
                </a:cubicBezTo>
                <a:lnTo>
                  <a:pt x="8107" y="58426"/>
                </a:lnTo>
                <a:cubicBezTo>
                  <a:pt x="9598" y="59047"/>
                  <a:pt x="11166" y="59536"/>
                  <a:pt x="12813" y="59894"/>
                </a:cubicBezTo>
                <a:cubicBezTo>
                  <a:pt x="14459" y="60251"/>
                  <a:pt x="16074" y="60429"/>
                  <a:pt x="17658" y="60429"/>
                </a:cubicBezTo>
                <a:cubicBezTo>
                  <a:pt x="22038" y="60429"/>
                  <a:pt x="25470" y="58946"/>
                  <a:pt x="27955" y="55980"/>
                </a:cubicBezTo>
                <a:cubicBezTo>
                  <a:pt x="30440" y="53013"/>
                  <a:pt x="31682" y="48548"/>
                  <a:pt x="31682" y="42585"/>
                </a:cubicBezTo>
                <a:close/>
                <a:moveTo>
                  <a:pt x="92580" y="42678"/>
                </a:moveTo>
                <a:cubicBezTo>
                  <a:pt x="92580" y="46312"/>
                  <a:pt x="92067" y="49643"/>
                  <a:pt x="91042" y="52672"/>
                </a:cubicBezTo>
                <a:cubicBezTo>
                  <a:pt x="90017" y="55700"/>
                  <a:pt x="88542" y="58294"/>
                  <a:pt x="86616" y="60453"/>
                </a:cubicBezTo>
                <a:cubicBezTo>
                  <a:pt x="84690" y="62611"/>
                  <a:pt x="82345" y="64289"/>
                  <a:pt x="79580" y="65485"/>
                </a:cubicBezTo>
                <a:cubicBezTo>
                  <a:pt x="76816" y="66680"/>
                  <a:pt x="73679" y="67278"/>
                  <a:pt x="70169" y="67278"/>
                </a:cubicBezTo>
                <a:cubicBezTo>
                  <a:pt x="66814" y="67278"/>
                  <a:pt x="63809" y="66758"/>
                  <a:pt x="61153" y="65717"/>
                </a:cubicBezTo>
                <a:cubicBezTo>
                  <a:pt x="58498" y="64677"/>
                  <a:pt x="56246" y="63147"/>
                  <a:pt x="54398" y="61128"/>
                </a:cubicBezTo>
                <a:cubicBezTo>
                  <a:pt x="52550" y="59109"/>
                  <a:pt x="51136" y="56609"/>
                  <a:pt x="50158" y="53627"/>
                </a:cubicBezTo>
                <a:cubicBezTo>
                  <a:pt x="49179" y="50645"/>
                  <a:pt x="48690" y="47213"/>
                  <a:pt x="48690" y="43330"/>
                </a:cubicBezTo>
                <a:cubicBezTo>
                  <a:pt x="48690" y="39696"/>
                  <a:pt x="49203" y="36380"/>
                  <a:pt x="50228" y="33383"/>
                </a:cubicBezTo>
                <a:cubicBezTo>
                  <a:pt x="51253" y="30385"/>
                  <a:pt x="52728" y="27807"/>
                  <a:pt x="54654" y="25649"/>
                </a:cubicBezTo>
                <a:cubicBezTo>
                  <a:pt x="56580" y="23490"/>
                  <a:pt x="58925" y="21813"/>
                  <a:pt x="61689" y="20617"/>
                </a:cubicBezTo>
                <a:cubicBezTo>
                  <a:pt x="64454" y="19421"/>
                  <a:pt x="67591" y="18823"/>
                  <a:pt x="71101" y="18823"/>
                </a:cubicBezTo>
                <a:cubicBezTo>
                  <a:pt x="74455" y="18823"/>
                  <a:pt x="77461" y="19343"/>
                  <a:pt x="80116" y="20384"/>
                </a:cubicBezTo>
                <a:cubicBezTo>
                  <a:pt x="82772" y="21424"/>
                  <a:pt x="85024" y="22946"/>
                  <a:pt x="86872" y="24950"/>
                </a:cubicBezTo>
                <a:cubicBezTo>
                  <a:pt x="88720" y="26953"/>
                  <a:pt x="90133" y="29446"/>
                  <a:pt x="91112" y="32428"/>
                </a:cubicBezTo>
                <a:cubicBezTo>
                  <a:pt x="92090" y="35410"/>
                  <a:pt x="92580" y="38826"/>
                  <a:pt x="92580" y="42678"/>
                </a:cubicBezTo>
                <a:moveTo>
                  <a:pt x="84286" y="43051"/>
                </a:moveTo>
                <a:cubicBezTo>
                  <a:pt x="84286" y="40162"/>
                  <a:pt x="83968" y="37638"/>
                  <a:pt x="83331" y="35480"/>
                </a:cubicBezTo>
                <a:cubicBezTo>
                  <a:pt x="82694" y="33321"/>
                  <a:pt x="81786" y="31519"/>
                  <a:pt x="80605" y="30075"/>
                </a:cubicBezTo>
                <a:cubicBezTo>
                  <a:pt x="79425" y="28631"/>
                  <a:pt x="77989" y="27543"/>
                  <a:pt x="76296" y="26813"/>
                </a:cubicBezTo>
                <a:cubicBezTo>
                  <a:pt x="74603" y="26084"/>
                  <a:pt x="72716" y="25719"/>
                  <a:pt x="70635" y="25719"/>
                </a:cubicBezTo>
                <a:cubicBezTo>
                  <a:pt x="68212" y="25719"/>
                  <a:pt x="66139" y="26192"/>
                  <a:pt x="64415" y="27140"/>
                </a:cubicBezTo>
                <a:cubicBezTo>
                  <a:pt x="62691" y="28087"/>
                  <a:pt x="61278" y="29353"/>
                  <a:pt x="60175" y="30937"/>
                </a:cubicBezTo>
                <a:cubicBezTo>
                  <a:pt x="59072" y="32521"/>
                  <a:pt x="58265" y="34361"/>
                  <a:pt x="57752" y="36458"/>
                </a:cubicBezTo>
                <a:cubicBezTo>
                  <a:pt x="57240" y="38555"/>
                  <a:pt x="56984" y="40752"/>
                  <a:pt x="56984" y="43051"/>
                </a:cubicBezTo>
                <a:cubicBezTo>
                  <a:pt x="56984" y="45939"/>
                  <a:pt x="57302" y="48471"/>
                  <a:pt x="57939" y="50645"/>
                </a:cubicBezTo>
                <a:cubicBezTo>
                  <a:pt x="58575" y="52819"/>
                  <a:pt x="59484" y="54629"/>
                  <a:pt x="60664" y="56073"/>
                </a:cubicBezTo>
                <a:cubicBezTo>
                  <a:pt x="61845" y="57517"/>
                  <a:pt x="63273" y="58604"/>
                  <a:pt x="64951" y="59334"/>
                </a:cubicBezTo>
                <a:cubicBezTo>
                  <a:pt x="66628" y="60064"/>
                  <a:pt x="68523" y="60429"/>
                  <a:pt x="70635" y="60429"/>
                </a:cubicBezTo>
                <a:cubicBezTo>
                  <a:pt x="73058" y="60429"/>
                  <a:pt x="75131" y="59956"/>
                  <a:pt x="76855" y="59008"/>
                </a:cubicBezTo>
                <a:cubicBezTo>
                  <a:pt x="78579" y="58061"/>
                  <a:pt x="79992" y="56795"/>
                  <a:pt x="81095" y="55211"/>
                </a:cubicBezTo>
                <a:cubicBezTo>
                  <a:pt x="82197" y="53627"/>
                  <a:pt x="83005" y="51787"/>
                  <a:pt x="83517" y="49690"/>
                </a:cubicBezTo>
                <a:cubicBezTo>
                  <a:pt x="84030" y="47593"/>
                  <a:pt x="84286" y="45380"/>
                  <a:pt x="84286" y="43051"/>
                </a:cubicBezTo>
                <a:close/>
                <a:moveTo>
                  <a:pt x="143693" y="42212"/>
                </a:moveTo>
                <a:cubicBezTo>
                  <a:pt x="143693" y="46374"/>
                  <a:pt x="143110" y="50008"/>
                  <a:pt x="141945" y="53114"/>
                </a:cubicBezTo>
                <a:cubicBezTo>
                  <a:pt x="140781" y="56221"/>
                  <a:pt x="139173" y="58799"/>
                  <a:pt x="137123" y="60849"/>
                </a:cubicBezTo>
                <a:cubicBezTo>
                  <a:pt x="135073" y="62899"/>
                  <a:pt x="132650" y="64436"/>
                  <a:pt x="129855" y="65461"/>
                </a:cubicBezTo>
                <a:cubicBezTo>
                  <a:pt x="127059" y="66486"/>
                  <a:pt x="124031" y="66999"/>
                  <a:pt x="120769" y="66999"/>
                </a:cubicBezTo>
                <a:cubicBezTo>
                  <a:pt x="119279" y="66999"/>
                  <a:pt x="117795" y="66921"/>
                  <a:pt x="116320" y="66766"/>
                </a:cubicBezTo>
                <a:cubicBezTo>
                  <a:pt x="114845" y="66610"/>
                  <a:pt x="113346" y="66346"/>
                  <a:pt x="111824" y="65974"/>
                </a:cubicBezTo>
                <a:lnTo>
                  <a:pt x="111824" y="85542"/>
                </a:lnTo>
                <a:lnTo>
                  <a:pt x="103717" y="85542"/>
                </a:lnTo>
                <a:lnTo>
                  <a:pt x="103717" y="19662"/>
                </a:lnTo>
                <a:lnTo>
                  <a:pt x="110939" y="19662"/>
                </a:lnTo>
                <a:lnTo>
                  <a:pt x="111451" y="27489"/>
                </a:lnTo>
                <a:cubicBezTo>
                  <a:pt x="113781" y="24290"/>
                  <a:pt x="116266" y="22046"/>
                  <a:pt x="118906" y="20757"/>
                </a:cubicBezTo>
                <a:cubicBezTo>
                  <a:pt x="121546" y="19468"/>
                  <a:pt x="124404" y="18823"/>
                  <a:pt x="127479" y="18823"/>
                </a:cubicBezTo>
                <a:cubicBezTo>
                  <a:pt x="130150" y="18823"/>
                  <a:pt x="132495" y="19382"/>
                  <a:pt x="134514" y="20500"/>
                </a:cubicBezTo>
                <a:cubicBezTo>
                  <a:pt x="136533" y="21619"/>
                  <a:pt x="138226" y="23195"/>
                  <a:pt x="139592" y="25229"/>
                </a:cubicBezTo>
                <a:cubicBezTo>
                  <a:pt x="140959" y="27264"/>
                  <a:pt x="141984" y="29718"/>
                  <a:pt x="142668" y="32591"/>
                </a:cubicBezTo>
                <a:cubicBezTo>
                  <a:pt x="143351" y="35464"/>
                  <a:pt x="143693" y="38671"/>
                  <a:pt x="143693" y="42212"/>
                </a:cubicBezTo>
                <a:moveTo>
                  <a:pt x="135399" y="42585"/>
                </a:moveTo>
                <a:cubicBezTo>
                  <a:pt x="135399" y="40131"/>
                  <a:pt x="135221" y="37879"/>
                  <a:pt x="134863" y="35829"/>
                </a:cubicBezTo>
                <a:cubicBezTo>
                  <a:pt x="134506" y="33779"/>
                  <a:pt x="133939" y="32024"/>
                  <a:pt x="133163" y="30564"/>
                </a:cubicBezTo>
                <a:cubicBezTo>
                  <a:pt x="132386" y="29104"/>
                  <a:pt x="131392" y="27963"/>
                  <a:pt x="130181" y="27140"/>
                </a:cubicBezTo>
                <a:cubicBezTo>
                  <a:pt x="128970" y="26316"/>
                  <a:pt x="127525" y="25905"/>
                  <a:pt x="125848" y="25905"/>
                </a:cubicBezTo>
                <a:cubicBezTo>
                  <a:pt x="124823" y="25905"/>
                  <a:pt x="123782" y="26068"/>
                  <a:pt x="122726" y="26394"/>
                </a:cubicBezTo>
                <a:cubicBezTo>
                  <a:pt x="121670" y="26720"/>
                  <a:pt x="120575" y="27264"/>
                  <a:pt x="119442" y="28025"/>
                </a:cubicBezTo>
                <a:cubicBezTo>
                  <a:pt x="118308" y="28786"/>
                  <a:pt x="117112" y="29795"/>
                  <a:pt x="115854" y="31053"/>
                </a:cubicBezTo>
                <a:cubicBezTo>
                  <a:pt x="114596" y="32311"/>
                  <a:pt x="113253" y="33872"/>
                  <a:pt x="111824" y="35736"/>
                </a:cubicBezTo>
                <a:lnTo>
                  <a:pt x="111824" y="58426"/>
                </a:lnTo>
                <a:cubicBezTo>
                  <a:pt x="113315" y="59047"/>
                  <a:pt x="114883" y="59536"/>
                  <a:pt x="116530" y="59894"/>
                </a:cubicBezTo>
                <a:cubicBezTo>
                  <a:pt x="118176" y="60251"/>
                  <a:pt x="119791" y="60429"/>
                  <a:pt x="121375" y="60429"/>
                </a:cubicBezTo>
                <a:cubicBezTo>
                  <a:pt x="125755" y="60429"/>
                  <a:pt x="129187" y="58946"/>
                  <a:pt x="131672" y="55980"/>
                </a:cubicBezTo>
                <a:cubicBezTo>
                  <a:pt x="134157" y="53013"/>
                  <a:pt x="135399" y="48548"/>
                  <a:pt x="135399" y="42585"/>
                </a:cubicBezTo>
                <a:close/>
                <a:moveTo>
                  <a:pt x="193175" y="66440"/>
                </a:moveTo>
                <a:lnTo>
                  <a:pt x="185907" y="66440"/>
                </a:lnTo>
                <a:lnTo>
                  <a:pt x="185627" y="58892"/>
                </a:lnTo>
                <a:cubicBezTo>
                  <a:pt x="184229" y="60507"/>
                  <a:pt x="182901" y="61850"/>
                  <a:pt x="181643" y="62922"/>
                </a:cubicBezTo>
                <a:cubicBezTo>
                  <a:pt x="180385" y="63994"/>
                  <a:pt x="179135" y="64856"/>
                  <a:pt x="177893" y="65508"/>
                </a:cubicBezTo>
                <a:cubicBezTo>
                  <a:pt x="176650" y="66160"/>
                  <a:pt x="175400" y="66618"/>
                  <a:pt x="174142" y="66882"/>
                </a:cubicBezTo>
                <a:cubicBezTo>
                  <a:pt x="172884" y="67146"/>
                  <a:pt x="171556" y="67278"/>
                  <a:pt x="170159" y="67278"/>
                </a:cubicBezTo>
                <a:cubicBezTo>
                  <a:pt x="165344" y="67278"/>
                  <a:pt x="161710" y="65865"/>
                  <a:pt x="159256" y="63038"/>
                </a:cubicBezTo>
                <a:cubicBezTo>
                  <a:pt x="156802" y="60212"/>
                  <a:pt x="155575" y="55941"/>
                  <a:pt x="155575" y="50226"/>
                </a:cubicBezTo>
                <a:lnTo>
                  <a:pt x="155575" y="19662"/>
                </a:lnTo>
                <a:lnTo>
                  <a:pt x="163682" y="19662"/>
                </a:lnTo>
                <a:lnTo>
                  <a:pt x="163682" y="49573"/>
                </a:lnTo>
                <a:cubicBezTo>
                  <a:pt x="163682" y="56749"/>
                  <a:pt x="166385" y="60336"/>
                  <a:pt x="171789" y="60336"/>
                </a:cubicBezTo>
                <a:cubicBezTo>
                  <a:pt x="172783" y="60336"/>
                  <a:pt x="173754" y="60189"/>
                  <a:pt x="174701" y="59894"/>
                </a:cubicBezTo>
                <a:cubicBezTo>
                  <a:pt x="175649" y="59598"/>
                  <a:pt x="176643" y="59086"/>
                  <a:pt x="177683" y="58356"/>
                </a:cubicBezTo>
                <a:cubicBezTo>
                  <a:pt x="178724" y="57626"/>
                  <a:pt x="179842" y="56640"/>
                  <a:pt x="181038" y="55397"/>
                </a:cubicBezTo>
                <a:cubicBezTo>
                  <a:pt x="182234" y="54155"/>
                  <a:pt x="183577" y="52586"/>
                  <a:pt x="185068" y="50692"/>
                </a:cubicBezTo>
                <a:lnTo>
                  <a:pt x="185068" y="19662"/>
                </a:lnTo>
                <a:lnTo>
                  <a:pt x="193175" y="19662"/>
                </a:lnTo>
                <a:lnTo>
                  <a:pt x="193175" y="66440"/>
                </a:lnTo>
                <a:close/>
                <a:moveTo>
                  <a:pt x="247409" y="42212"/>
                </a:moveTo>
                <a:cubicBezTo>
                  <a:pt x="247409" y="46374"/>
                  <a:pt x="246827" y="50008"/>
                  <a:pt x="245662" y="53114"/>
                </a:cubicBezTo>
                <a:cubicBezTo>
                  <a:pt x="244498" y="56221"/>
                  <a:pt x="242890" y="58799"/>
                  <a:pt x="240840" y="60849"/>
                </a:cubicBezTo>
                <a:cubicBezTo>
                  <a:pt x="238790" y="62899"/>
                  <a:pt x="236367" y="64436"/>
                  <a:pt x="233572" y="65461"/>
                </a:cubicBezTo>
                <a:cubicBezTo>
                  <a:pt x="230776" y="66486"/>
                  <a:pt x="227748" y="66999"/>
                  <a:pt x="224486" y="66999"/>
                </a:cubicBezTo>
                <a:cubicBezTo>
                  <a:pt x="222995" y="66999"/>
                  <a:pt x="221512" y="66921"/>
                  <a:pt x="220037" y="66766"/>
                </a:cubicBezTo>
                <a:cubicBezTo>
                  <a:pt x="218562" y="66610"/>
                  <a:pt x="217063" y="66346"/>
                  <a:pt x="215541" y="65974"/>
                </a:cubicBezTo>
                <a:lnTo>
                  <a:pt x="215541" y="85542"/>
                </a:lnTo>
                <a:lnTo>
                  <a:pt x="207434" y="85542"/>
                </a:lnTo>
                <a:lnTo>
                  <a:pt x="207434" y="19662"/>
                </a:lnTo>
                <a:lnTo>
                  <a:pt x="214656" y="19662"/>
                </a:lnTo>
                <a:lnTo>
                  <a:pt x="215168" y="27489"/>
                </a:lnTo>
                <a:cubicBezTo>
                  <a:pt x="217498" y="24290"/>
                  <a:pt x="219983" y="22046"/>
                  <a:pt x="222623" y="20757"/>
                </a:cubicBezTo>
                <a:cubicBezTo>
                  <a:pt x="225263" y="19468"/>
                  <a:pt x="228121" y="18823"/>
                  <a:pt x="231196" y="18823"/>
                </a:cubicBezTo>
                <a:cubicBezTo>
                  <a:pt x="233867" y="18823"/>
                  <a:pt x="236212" y="19382"/>
                  <a:pt x="238231" y="20500"/>
                </a:cubicBezTo>
                <a:cubicBezTo>
                  <a:pt x="240250" y="21619"/>
                  <a:pt x="241943" y="23195"/>
                  <a:pt x="243309" y="25229"/>
                </a:cubicBezTo>
                <a:cubicBezTo>
                  <a:pt x="244676" y="27264"/>
                  <a:pt x="245701" y="29718"/>
                  <a:pt x="246384" y="32591"/>
                </a:cubicBezTo>
                <a:cubicBezTo>
                  <a:pt x="247068" y="35464"/>
                  <a:pt x="247409" y="38671"/>
                  <a:pt x="247409" y="42212"/>
                </a:cubicBezTo>
                <a:moveTo>
                  <a:pt x="239116" y="42585"/>
                </a:moveTo>
                <a:cubicBezTo>
                  <a:pt x="239116" y="40131"/>
                  <a:pt x="238938" y="37879"/>
                  <a:pt x="238580" y="35829"/>
                </a:cubicBezTo>
                <a:cubicBezTo>
                  <a:pt x="238223" y="33779"/>
                  <a:pt x="237656" y="32024"/>
                  <a:pt x="236880" y="30564"/>
                </a:cubicBezTo>
                <a:cubicBezTo>
                  <a:pt x="236103" y="29104"/>
                  <a:pt x="235109" y="27963"/>
                  <a:pt x="233898" y="27140"/>
                </a:cubicBezTo>
                <a:cubicBezTo>
                  <a:pt x="232687" y="26316"/>
                  <a:pt x="231242" y="25905"/>
                  <a:pt x="229565" y="25905"/>
                </a:cubicBezTo>
                <a:cubicBezTo>
                  <a:pt x="228540" y="25905"/>
                  <a:pt x="227499" y="26068"/>
                  <a:pt x="226443" y="26394"/>
                </a:cubicBezTo>
                <a:cubicBezTo>
                  <a:pt x="225387" y="26720"/>
                  <a:pt x="224292" y="27264"/>
                  <a:pt x="223159" y="28025"/>
                </a:cubicBezTo>
                <a:cubicBezTo>
                  <a:pt x="222025" y="28786"/>
                  <a:pt x="220829" y="29795"/>
                  <a:pt x="219571" y="31053"/>
                </a:cubicBezTo>
                <a:cubicBezTo>
                  <a:pt x="218313" y="32311"/>
                  <a:pt x="216970" y="33872"/>
                  <a:pt x="215541" y="35736"/>
                </a:cubicBezTo>
                <a:lnTo>
                  <a:pt x="215541" y="58426"/>
                </a:lnTo>
                <a:cubicBezTo>
                  <a:pt x="217032" y="59047"/>
                  <a:pt x="218600" y="59536"/>
                  <a:pt x="220247" y="59894"/>
                </a:cubicBezTo>
                <a:cubicBezTo>
                  <a:pt x="221893" y="60251"/>
                  <a:pt x="223508" y="60429"/>
                  <a:pt x="225092" y="60429"/>
                </a:cubicBezTo>
                <a:cubicBezTo>
                  <a:pt x="229472" y="60429"/>
                  <a:pt x="232904" y="58946"/>
                  <a:pt x="235389" y="55980"/>
                </a:cubicBezTo>
                <a:cubicBezTo>
                  <a:pt x="237874" y="53013"/>
                  <a:pt x="239116" y="48548"/>
                  <a:pt x="239116" y="42585"/>
                </a:cubicBezTo>
                <a:close/>
                <a:moveTo>
                  <a:pt x="352681" y="8107"/>
                </a:moveTo>
                <a:cubicBezTo>
                  <a:pt x="348426" y="7206"/>
                  <a:pt x="344761" y="6756"/>
                  <a:pt x="341686" y="6756"/>
                </a:cubicBezTo>
                <a:cubicBezTo>
                  <a:pt x="334386" y="6756"/>
                  <a:pt x="330737" y="10576"/>
                  <a:pt x="330737" y="18217"/>
                </a:cubicBezTo>
                <a:lnTo>
                  <a:pt x="330737" y="26417"/>
                </a:lnTo>
                <a:lnTo>
                  <a:pt x="351237" y="26417"/>
                </a:lnTo>
                <a:lnTo>
                  <a:pt x="351237" y="33173"/>
                </a:lnTo>
                <a:lnTo>
                  <a:pt x="330737" y="33173"/>
                </a:lnTo>
                <a:lnTo>
                  <a:pt x="330737" y="66440"/>
                </a:lnTo>
                <a:lnTo>
                  <a:pt x="322490" y="66440"/>
                </a:lnTo>
                <a:lnTo>
                  <a:pt x="322490" y="33173"/>
                </a:lnTo>
                <a:lnTo>
                  <a:pt x="307441" y="33173"/>
                </a:lnTo>
                <a:lnTo>
                  <a:pt x="307441" y="26417"/>
                </a:lnTo>
                <a:lnTo>
                  <a:pt x="322490" y="26417"/>
                </a:lnTo>
                <a:lnTo>
                  <a:pt x="322490" y="18683"/>
                </a:lnTo>
                <a:cubicBezTo>
                  <a:pt x="322490" y="6228"/>
                  <a:pt x="328982" y="0"/>
                  <a:pt x="341965" y="0"/>
                </a:cubicBezTo>
                <a:cubicBezTo>
                  <a:pt x="345196" y="0"/>
                  <a:pt x="348768" y="373"/>
                  <a:pt x="352681" y="1118"/>
                </a:cubicBezTo>
                <a:lnTo>
                  <a:pt x="352681" y="8107"/>
                </a:lnTo>
                <a:moveTo>
                  <a:pt x="303714" y="19662"/>
                </a:moveTo>
                <a:lnTo>
                  <a:pt x="303714" y="19662"/>
                </a:lnTo>
                <a:close/>
                <a:moveTo>
                  <a:pt x="378961" y="26371"/>
                </a:moveTo>
                <a:lnTo>
                  <a:pt x="365123" y="26371"/>
                </a:lnTo>
                <a:lnTo>
                  <a:pt x="365123" y="19662"/>
                </a:lnTo>
                <a:lnTo>
                  <a:pt x="387161" y="19662"/>
                </a:lnTo>
                <a:lnTo>
                  <a:pt x="387161" y="59684"/>
                </a:lnTo>
                <a:lnTo>
                  <a:pt x="401092" y="59684"/>
                </a:lnTo>
                <a:lnTo>
                  <a:pt x="401092" y="66440"/>
                </a:lnTo>
                <a:lnTo>
                  <a:pt x="363586" y="66440"/>
                </a:lnTo>
                <a:lnTo>
                  <a:pt x="363586" y="59684"/>
                </a:lnTo>
                <a:lnTo>
                  <a:pt x="378961" y="59684"/>
                </a:lnTo>
                <a:lnTo>
                  <a:pt x="378961" y="26371"/>
                </a:lnTo>
                <a:moveTo>
                  <a:pt x="381803" y="0"/>
                </a:moveTo>
                <a:cubicBezTo>
                  <a:pt x="382704" y="0"/>
                  <a:pt x="383543" y="163"/>
                  <a:pt x="384319" y="489"/>
                </a:cubicBezTo>
                <a:cubicBezTo>
                  <a:pt x="385096" y="815"/>
                  <a:pt x="385771" y="1274"/>
                  <a:pt x="386346" y="1864"/>
                </a:cubicBezTo>
                <a:cubicBezTo>
                  <a:pt x="386920" y="2454"/>
                  <a:pt x="387371" y="3129"/>
                  <a:pt x="387697" y="3890"/>
                </a:cubicBezTo>
                <a:cubicBezTo>
                  <a:pt x="388023" y="4651"/>
                  <a:pt x="388186" y="5482"/>
                  <a:pt x="388186" y="6383"/>
                </a:cubicBezTo>
                <a:cubicBezTo>
                  <a:pt x="388186" y="7253"/>
                  <a:pt x="388023" y="8076"/>
                  <a:pt x="387697" y="8852"/>
                </a:cubicBezTo>
                <a:cubicBezTo>
                  <a:pt x="387371" y="9629"/>
                  <a:pt x="386920" y="10312"/>
                  <a:pt x="386346" y="10902"/>
                </a:cubicBezTo>
                <a:cubicBezTo>
                  <a:pt x="385771" y="11493"/>
                  <a:pt x="385096" y="11951"/>
                  <a:pt x="384319" y="12277"/>
                </a:cubicBezTo>
                <a:cubicBezTo>
                  <a:pt x="383543" y="12603"/>
                  <a:pt x="382704" y="12766"/>
                  <a:pt x="381803" y="12766"/>
                </a:cubicBezTo>
                <a:cubicBezTo>
                  <a:pt x="380902" y="12766"/>
                  <a:pt x="380064" y="12603"/>
                  <a:pt x="379287" y="12277"/>
                </a:cubicBezTo>
                <a:cubicBezTo>
                  <a:pt x="378511" y="11951"/>
                  <a:pt x="377835" y="11493"/>
                  <a:pt x="377260" y="10902"/>
                </a:cubicBezTo>
                <a:cubicBezTo>
                  <a:pt x="376686" y="10312"/>
                  <a:pt x="376235" y="9629"/>
                  <a:pt x="375909" y="8852"/>
                </a:cubicBezTo>
                <a:cubicBezTo>
                  <a:pt x="375583" y="8076"/>
                  <a:pt x="375420" y="7253"/>
                  <a:pt x="375420" y="6383"/>
                </a:cubicBezTo>
                <a:cubicBezTo>
                  <a:pt x="375420" y="5482"/>
                  <a:pt x="375583" y="4651"/>
                  <a:pt x="375909" y="3890"/>
                </a:cubicBezTo>
                <a:cubicBezTo>
                  <a:pt x="376235" y="3129"/>
                  <a:pt x="376686" y="2454"/>
                  <a:pt x="377260" y="1864"/>
                </a:cubicBezTo>
                <a:cubicBezTo>
                  <a:pt x="377835" y="1274"/>
                  <a:pt x="378511" y="815"/>
                  <a:pt x="379287" y="489"/>
                </a:cubicBezTo>
                <a:cubicBezTo>
                  <a:pt x="380064" y="163"/>
                  <a:pt x="380902" y="0"/>
                  <a:pt x="381803" y="0"/>
                </a:cubicBezTo>
                <a:close/>
                <a:moveTo>
                  <a:pt x="430819" y="7222"/>
                </a:moveTo>
                <a:lnTo>
                  <a:pt x="416982" y="7222"/>
                </a:lnTo>
                <a:lnTo>
                  <a:pt x="416982" y="559"/>
                </a:lnTo>
                <a:lnTo>
                  <a:pt x="439020" y="559"/>
                </a:lnTo>
                <a:lnTo>
                  <a:pt x="439020" y="59684"/>
                </a:lnTo>
                <a:lnTo>
                  <a:pt x="452950" y="59684"/>
                </a:lnTo>
                <a:lnTo>
                  <a:pt x="452950" y="66440"/>
                </a:lnTo>
                <a:lnTo>
                  <a:pt x="415444" y="66440"/>
                </a:lnTo>
                <a:lnTo>
                  <a:pt x="415444" y="59684"/>
                </a:lnTo>
                <a:lnTo>
                  <a:pt x="430819" y="59684"/>
                </a:lnTo>
                <a:lnTo>
                  <a:pt x="430819" y="7222"/>
                </a:lnTo>
                <a:close/>
                <a:moveTo>
                  <a:pt x="506253" y="40581"/>
                </a:moveTo>
                <a:cubicBezTo>
                  <a:pt x="506253" y="41731"/>
                  <a:pt x="506238" y="42693"/>
                  <a:pt x="506207" y="43470"/>
                </a:cubicBezTo>
                <a:cubicBezTo>
                  <a:pt x="506176" y="44246"/>
                  <a:pt x="506129" y="44976"/>
                  <a:pt x="506067" y="45660"/>
                </a:cubicBezTo>
                <a:lnTo>
                  <a:pt x="473220" y="45660"/>
                </a:lnTo>
                <a:cubicBezTo>
                  <a:pt x="473220" y="50443"/>
                  <a:pt x="474555" y="54116"/>
                  <a:pt x="477227" y="56679"/>
                </a:cubicBezTo>
                <a:cubicBezTo>
                  <a:pt x="479898" y="59241"/>
                  <a:pt x="483750" y="60522"/>
                  <a:pt x="488781" y="60522"/>
                </a:cubicBezTo>
                <a:cubicBezTo>
                  <a:pt x="490148" y="60522"/>
                  <a:pt x="491515" y="60467"/>
                  <a:pt x="492882" y="60357"/>
                </a:cubicBezTo>
                <a:cubicBezTo>
                  <a:pt x="494248" y="60245"/>
                  <a:pt x="495568" y="60094"/>
                  <a:pt x="496842" y="59904"/>
                </a:cubicBezTo>
                <a:cubicBezTo>
                  <a:pt x="498115" y="59712"/>
                  <a:pt x="499334" y="59498"/>
                  <a:pt x="500499" y="59260"/>
                </a:cubicBezTo>
                <a:cubicBezTo>
                  <a:pt x="501664" y="59021"/>
                  <a:pt x="502743" y="58759"/>
                  <a:pt x="503737" y="58472"/>
                </a:cubicBezTo>
                <a:lnTo>
                  <a:pt x="503737" y="65135"/>
                </a:lnTo>
                <a:cubicBezTo>
                  <a:pt x="501532" y="65770"/>
                  <a:pt x="499039" y="66286"/>
                  <a:pt x="496259" y="66683"/>
                </a:cubicBezTo>
                <a:cubicBezTo>
                  <a:pt x="493479" y="67080"/>
                  <a:pt x="490599" y="67278"/>
                  <a:pt x="487617" y="67278"/>
                </a:cubicBezTo>
                <a:cubicBezTo>
                  <a:pt x="483610" y="67278"/>
                  <a:pt x="480162" y="66735"/>
                  <a:pt x="477273" y="65648"/>
                </a:cubicBezTo>
                <a:cubicBezTo>
                  <a:pt x="474385" y="64560"/>
                  <a:pt x="472016" y="62984"/>
                  <a:pt x="470168" y="60919"/>
                </a:cubicBezTo>
                <a:cubicBezTo>
                  <a:pt x="468320" y="58853"/>
                  <a:pt x="466953" y="56321"/>
                  <a:pt x="466068" y="53324"/>
                </a:cubicBezTo>
                <a:cubicBezTo>
                  <a:pt x="465183" y="50327"/>
                  <a:pt x="464740" y="46933"/>
                  <a:pt x="464740" y="43144"/>
                </a:cubicBezTo>
                <a:cubicBezTo>
                  <a:pt x="464740" y="39851"/>
                  <a:pt x="465214" y="36737"/>
                  <a:pt x="466161" y="33802"/>
                </a:cubicBezTo>
                <a:cubicBezTo>
                  <a:pt x="467109" y="30867"/>
                  <a:pt x="468491" y="28289"/>
                  <a:pt x="470308" y="26068"/>
                </a:cubicBezTo>
                <a:cubicBezTo>
                  <a:pt x="472125" y="23847"/>
                  <a:pt x="474354" y="22084"/>
                  <a:pt x="476994" y="20780"/>
                </a:cubicBezTo>
                <a:cubicBezTo>
                  <a:pt x="479634" y="19475"/>
                  <a:pt x="482631" y="18823"/>
                  <a:pt x="485986" y="18823"/>
                </a:cubicBezTo>
                <a:cubicBezTo>
                  <a:pt x="489247" y="18823"/>
                  <a:pt x="492136" y="19336"/>
                  <a:pt x="494652" y="20361"/>
                </a:cubicBezTo>
                <a:cubicBezTo>
                  <a:pt x="497168" y="21386"/>
                  <a:pt x="499288" y="22838"/>
                  <a:pt x="501012" y="24717"/>
                </a:cubicBezTo>
                <a:cubicBezTo>
                  <a:pt x="502736" y="26596"/>
                  <a:pt x="504040" y="28879"/>
                  <a:pt x="504925" y="31566"/>
                </a:cubicBezTo>
                <a:cubicBezTo>
                  <a:pt x="505811" y="34253"/>
                  <a:pt x="506253" y="37258"/>
                  <a:pt x="506253" y="40581"/>
                </a:cubicBezTo>
                <a:moveTo>
                  <a:pt x="497820" y="39416"/>
                </a:moveTo>
                <a:cubicBezTo>
                  <a:pt x="497913" y="37335"/>
                  <a:pt x="497712" y="35433"/>
                  <a:pt x="497215" y="33709"/>
                </a:cubicBezTo>
                <a:cubicBezTo>
                  <a:pt x="496718" y="31985"/>
                  <a:pt x="495949" y="30502"/>
                  <a:pt x="494908" y="29260"/>
                </a:cubicBezTo>
                <a:cubicBezTo>
                  <a:pt x="493868" y="28017"/>
                  <a:pt x="492571" y="27046"/>
                  <a:pt x="491018" y="26348"/>
                </a:cubicBezTo>
                <a:cubicBezTo>
                  <a:pt x="489465" y="25649"/>
                  <a:pt x="487663" y="25299"/>
                  <a:pt x="485613" y="25299"/>
                </a:cubicBezTo>
                <a:cubicBezTo>
                  <a:pt x="483843" y="25299"/>
                  <a:pt x="482228" y="25641"/>
                  <a:pt x="480768" y="26324"/>
                </a:cubicBezTo>
                <a:cubicBezTo>
                  <a:pt x="479308" y="27008"/>
                  <a:pt x="478050" y="27970"/>
                  <a:pt x="476994" y="29213"/>
                </a:cubicBezTo>
                <a:cubicBezTo>
                  <a:pt x="475938" y="30455"/>
                  <a:pt x="475084" y="31946"/>
                  <a:pt x="474431" y="33686"/>
                </a:cubicBezTo>
                <a:cubicBezTo>
                  <a:pt x="473779" y="35425"/>
                  <a:pt x="473375" y="37335"/>
                  <a:pt x="473220" y="39416"/>
                </a:cubicBezTo>
                <a:lnTo>
                  <a:pt x="497820" y="39416"/>
                </a:lnTo>
                <a:close/>
                <a:moveTo>
                  <a:pt x="586395" y="26371"/>
                </a:moveTo>
                <a:lnTo>
                  <a:pt x="572557" y="26371"/>
                </a:lnTo>
                <a:lnTo>
                  <a:pt x="572557" y="19662"/>
                </a:lnTo>
                <a:lnTo>
                  <a:pt x="594595" y="19662"/>
                </a:lnTo>
                <a:lnTo>
                  <a:pt x="594595" y="59684"/>
                </a:lnTo>
                <a:lnTo>
                  <a:pt x="608526" y="59684"/>
                </a:lnTo>
                <a:lnTo>
                  <a:pt x="608526" y="66440"/>
                </a:lnTo>
                <a:lnTo>
                  <a:pt x="571020" y="66440"/>
                </a:lnTo>
                <a:lnTo>
                  <a:pt x="571020" y="59684"/>
                </a:lnTo>
                <a:lnTo>
                  <a:pt x="586395" y="59684"/>
                </a:lnTo>
                <a:lnTo>
                  <a:pt x="586395" y="26371"/>
                </a:lnTo>
                <a:moveTo>
                  <a:pt x="589237" y="0"/>
                </a:moveTo>
                <a:cubicBezTo>
                  <a:pt x="590138" y="0"/>
                  <a:pt x="590976" y="163"/>
                  <a:pt x="591753" y="489"/>
                </a:cubicBezTo>
                <a:cubicBezTo>
                  <a:pt x="592529" y="815"/>
                  <a:pt x="593205" y="1274"/>
                  <a:pt x="593780" y="1864"/>
                </a:cubicBezTo>
                <a:cubicBezTo>
                  <a:pt x="594354" y="2454"/>
                  <a:pt x="594805" y="3129"/>
                  <a:pt x="595131" y="3890"/>
                </a:cubicBezTo>
                <a:cubicBezTo>
                  <a:pt x="595457" y="4651"/>
                  <a:pt x="595620" y="5482"/>
                  <a:pt x="595620" y="6383"/>
                </a:cubicBezTo>
                <a:cubicBezTo>
                  <a:pt x="595620" y="7253"/>
                  <a:pt x="595457" y="8076"/>
                  <a:pt x="595131" y="8852"/>
                </a:cubicBezTo>
                <a:cubicBezTo>
                  <a:pt x="594805" y="9629"/>
                  <a:pt x="594354" y="10312"/>
                  <a:pt x="593780" y="10902"/>
                </a:cubicBezTo>
                <a:cubicBezTo>
                  <a:pt x="593205" y="11493"/>
                  <a:pt x="592529" y="11951"/>
                  <a:pt x="591753" y="12277"/>
                </a:cubicBezTo>
                <a:cubicBezTo>
                  <a:pt x="590976" y="12603"/>
                  <a:pt x="590138" y="12766"/>
                  <a:pt x="589237" y="12766"/>
                </a:cubicBezTo>
                <a:cubicBezTo>
                  <a:pt x="588336" y="12766"/>
                  <a:pt x="587498" y="12603"/>
                  <a:pt x="586721" y="12277"/>
                </a:cubicBezTo>
                <a:cubicBezTo>
                  <a:pt x="585944" y="11951"/>
                  <a:pt x="585269" y="11493"/>
                  <a:pt x="584694" y="10902"/>
                </a:cubicBezTo>
                <a:cubicBezTo>
                  <a:pt x="584120" y="10312"/>
                  <a:pt x="583669" y="9629"/>
                  <a:pt x="583343" y="8852"/>
                </a:cubicBezTo>
                <a:cubicBezTo>
                  <a:pt x="583017" y="8076"/>
                  <a:pt x="582854" y="7253"/>
                  <a:pt x="582854" y="6383"/>
                </a:cubicBezTo>
                <a:cubicBezTo>
                  <a:pt x="582854" y="5482"/>
                  <a:pt x="583017" y="4651"/>
                  <a:pt x="583343" y="3890"/>
                </a:cubicBezTo>
                <a:cubicBezTo>
                  <a:pt x="583669" y="3129"/>
                  <a:pt x="584120" y="2454"/>
                  <a:pt x="584694" y="1864"/>
                </a:cubicBezTo>
                <a:cubicBezTo>
                  <a:pt x="585269" y="1274"/>
                  <a:pt x="585944" y="815"/>
                  <a:pt x="586721" y="489"/>
                </a:cubicBezTo>
                <a:cubicBezTo>
                  <a:pt x="587498" y="163"/>
                  <a:pt x="588336" y="0"/>
                  <a:pt x="589237" y="0"/>
                </a:cubicBezTo>
                <a:close/>
                <a:moveTo>
                  <a:pt x="659359" y="53674"/>
                </a:moveTo>
                <a:cubicBezTo>
                  <a:pt x="659359" y="55320"/>
                  <a:pt x="659080" y="56795"/>
                  <a:pt x="658521" y="58100"/>
                </a:cubicBezTo>
                <a:cubicBezTo>
                  <a:pt x="657962" y="59404"/>
                  <a:pt x="657201" y="60561"/>
                  <a:pt x="656238" y="61571"/>
                </a:cubicBezTo>
                <a:cubicBezTo>
                  <a:pt x="655275" y="62580"/>
                  <a:pt x="654157" y="63442"/>
                  <a:pt x="652883" y="64157"/>
                </a:cubicBezTo>
                <a:cubicBezTo>
                  <a:pt x="651610" y="64871"/>
                  <a:pt x="650251" y="65461"/>
                  <a:pt x="648806" y="65927"/>
                </a:cubicBezTo>
                <a:cubicBezTo>
                  <a:pt x="647362" y="66393"/>
                  <a:pt x="645879" y="66735"/>
                  <a:pt x="644357" y="66952"/>
                </a:cubicBezTo>
                <a:cubicBezTo>
                  <a:pt x="642835" y="67170"/>
                  <a:pt x="641344" y="67278"/>
                  <a:pt x="639884" y="67278"/>
                </a:cubicBezTo>
                <a:cubicBezTo>
                  <a:pt x="636716" y="67278"/>
                  <a:pt x="633804" y="67139"/>
                  <a:pt x="631148" y="66859"/>
                </a:cubicBezTo>
                <a:cubicBezTo>
                  <a:pt x="628493" y="66579"/>
                  <a:pt x="625891" y="66129"/>
                  <a:pt x="623344" y="65508"/>
                </a:cubicBezTo>
                <a:lnTo>
                  <a:pt x="623344" y="58053"/>
                </a:lnTo>
                <a:cubicBezTo>
                  <a:pt x="626078" y="58830"/>
                  <a:pt x="628795" y="59420"/>
                  <a:pt x="631498" y="59824"/>
                </a:cubicBezTo>
                <a:cubicBezTo>
                  <a:pt x="634200" y="60227"/>
                  <a:pt x="636887" y="60429"/>
                  <a:pt x="639558" y="60429"/>
                </a:cubicBezTo>
                <a:cubicBezTo>
                  <a:pt x="643441" y="60429"/>
                  <a:pt x="646314" y="59901"/>
                  <a:pt x="648177" y="58845"/>
                </a:cubicBezTo>
                <a:cubicBezTo>
                  <a:pt x="650041" y="57789"/>
                  <a:pt x="650973" y="56283"/>
                  <a:pt x="650973" y="54326"/>
                </a:cubicBezTo>
                <a:cubicBezTo>
                  <a:pt x="650973" y="53487"/>
                  <a:pt x="650825" y="52734"/>
                  <a:pt x="650530" y="52066"/>
                </a:cubicBezTo>
                <a:cubicBezTo>
                  <a:pt x="650235" y="51398"/>
                  <a:pt x="649699" y="50762"/>
                  <a:pt x="648923" y="50156"/>
                </a:cubicBezTo>
                <a:cubicBezTo>
                  <a:pt x="648146" y="49550"/>
                  <a:pt x="646943" y="48921"/>
                  <a:pt x="645312" y="48269"/>
                </a:cubicBezTo>
                <a:cubicBezTo>
                  <a:pt x="643681" y="47617"/>
                  <a:pt x="641453" y="46871"/>
                  <a:pt x="638626" y="46033"/>
                </a:cubicBezTo>
                <a:cubicBezTo>
                  <a:pt x="636514" y="45411"/>
                  <a:pt x="634565" y="44705"/>
                  <a:pt x="632779" y="43913"/>
                </a:cubicBezTo>
                <a:cubicBezTo>
                  <a:pt x="630993" y="43121"/>
                  <a:pt x="629448" y="42181"/>
                  <a:pt x="628143" y="41094"/>
                </a:cubicBezTo>
                <a:cubicBezTo>
                  <a:pt x="626839" y="40007"/>
                  <a:pt x="625813" y="38733"/>
                  <a:pt x="625068" y="37273"/>
                </a:cubicBezTo>
                <a:cubicBezTo>
                  <a:pt x="624323" y="35813"/>
                  <a:pt x="623950" y="34090"/>
                  <a:pt x="623950" y="32102"/>
                </a:cubicBezTo>
                <a:cubicBezTo>
                  <a:pt x="623950" y="30797"/>
                  <a:pt x="624253" y="29368"/>
                  <a:pt x="624858" y="27815"/>
                </a:cubicBezTo>
                <a:cubicBezTo>
                  <a:pt x="625464" y="26262"/>
                  <a:pt x="626497" y="24818"/>
                  <a:pt x="627957" y="23482"/>
                </a:cubicBezTo>
                <a:cubicBezTo>
                  <a:pt x="629417" y="22147"/>
                  <a:pt x="631389" y="21036"/>
                  <a:pt x="633874" y="20151"/>
                </a:cubicBezTo>
                <a:cubicBezTo>
                  <a:pt x="636359" y="19266"/>
                  <a:pt x="639465" y="18823"/>
                  <a:pt x="643192" y="18823"/>
                </a:cubicBezTo>
                <a:cubicBezTo>
                  <a:pt x="645025" y="18823"/>
                  <a:pt x="647059" y="18924"/>
                  <a:pt x="649296" y="19126"/>
                </a:cubicBezTo>
                <a:cubicBezTo>
                  <a:pt x="651532" y="19328"/>
                  <a:pt x="653862" y="19677"/>
                  <a:pt x="656284" y="20174"/>
                </a:cubicBezTo>
                <a:lnTo>
                  <a:pt x="656284" y="27396"/>
                </a:lnTo>
                <a:cubicBezTo>
                  <a:pt x="653737" y="26775"/>
                  <a:pt x="651322" y="26316"/>
                  <a:pt x="649039" y="26021"/>
                </a:cubicBezTo>
                <a:cubicBezTo>
                  <a:pt x="646756" y="25726"/>
                  <a:pt x="644776" y="25579"/>
                  <a:pt x="643099" y="25579"/>
                </a:cubicBezTo>
                <a:cubicBezTo>
                  <a:pt x="641080" y="25579"/>
                  <a:pt x="639379" y="25734"/>
                  <a:pt x="637997" y="26045"/>
                </a:cubicBezTo>
                <a:cubicBezTo>
                  <a:pt x="636615" y="26355"/>
                  <a:pt x="635497" y="26782"/>
                  <a:pt x="634643" y="27326"/>
                </a:cubicBezTo>
                <a:cubicBezTo>
                  <a:pt x="633788" y="27870"/>
                  <a:pt x="633175" y="28506"/>
                  <a:pt x="632802" y="29236"/>
                </a:cubicBezTo>
                <a:cubicBezTo>
                  <a:pt x="632430" y="29966"/>
                  <a:pt x="632243" y="30750"/>
                  <a:pt x="632243" y="31589"/>
                </a:cubicBezTo>
                <a:cubicBezTo>
                  <a:pt x="632243" y="32428"/>
                  <a:pt x="632406" y="33189"/>
                  <a:pt x="632732" y="33872"/>
                </a:cubicBezTo>
                <a:cubicBezTo>
                  <a:pt x="633058" y="34555"/>
                  <a:pt x="633664" y="35215"/>
                  <a:pt x="634549" y="35852"/>
                </a:cubicBezTo>
                <a:cubicBezTo>
                  <a:pt x="635435" y="36489"/>
                  <a:pt x="636669" y="37126"/>
                  <a:pt x="638253" y="37762"/>
                </a:cubicBezTo>
                <a:cubicBezTo>
                  <a:pt x="639838" y="38399"/>
                  <a:pt x="641903" y="39090"/>
                  <a:pt x="644450" y="39836"/>
                </a:cubicBezTo>
                <a:cubicBezTo>
                  <a:pt x="647215" y="40643"/>
                  <a:pt x="649544" y="41490"/>
                  <a:pt x="651439" y="42375"/>
                </a:cubicBezTo>
                <a:cubicBezTo>
                  <a:pt x="653334" y="43260"/>
                  <a:pt x="654871" y="44246"/>
                  <a:pt x="656051" y="45334"/>
                </a:cubicBezTo>
                <a:cubicBezTo>
                  <a:pt x="657232" y="46421"/>
                  <a:pt x="658078" y="47648"/>
                  <a:pt x="658591" y="49014"/>
                </a:cubicBezTo>
                <a:cubicBezTo>
                  <a:pt x="659103" y="50381"/>
                  <a:pt x="659359" y="51934"/>
                  <a:pt x="659359" y="53674"/>
                </a:cubicBezTo>
                <a:close/>
                <a:moveTo>
                  <a:pt x="727946" y="19662"/>
                </a:moveTo>
                <a:lnTo>
                  <a:pt x="735354" y="19662"/>
                </a:lnTo>
                <a:lnTo>
                  <a:pt x="735587" y="28259"/>
                </a:lnTo>
                <a:cubicBezTo>
                  <a:pt x="738352" y="24943"/>
                  <a:pt x="741077" y="22542"/>
                  <a:pt x="743764" y="21055"/>
                </a:cubicBezTo>
                <a:cubicBezTo>
                  <a:pt x="746451" y="19567"/>
                  <a:pt x="749161" y="18823"/>
                  <a:pt x="751894" y="18823"/>
                </a:cubicBezTo>
                <a:cubicBezTo>
                  <a:pt x="756740" y="18823"/>
                  <a:pt x="760413" y="20388"/>
                  <a:pt x="762913" y="23517"/>
                </a:cubicBezTo>
                <a:cubicBezTo>
                  <a:pt x="765414" y="26647"/>
                  <a:pt x="766571" y="31294"/>
                  <a:pt x="766384" y="37460"/>
                </a:cubicBezTo>
                <a:lnTo>
                  <a:pt x="758184" y="37460"/>
                </a:lnTo>
                <a:cubicBezTo>
                  <a:pt x="758277" y="33376"/>
                  <a:pt x="757679" y="30414"/>
                  <a:pt x="756390" y="28574"/>
                </a:cubicBezTo>
                <a:cubicBezTo>
                  <a:pt x="755101" y="26732"/>
                  <a:pt x="753214" y="25812"/>
                  <a:pt x="750730" y="25812"/>
                </a:cubicBezTo>
                <a:cubicBezTo>
                  <a:pt x="749642" y="25812"/>
                  <a:pt x="748548" y="26005"/>
                  <a:pt x="747445" y="26393"/>
                </a:cubicBezTo>
                <a:cubicBezTo>
                  <a:pt x="746342" y="26779"/>
                  <a:pt x="745208" y="27397"/>
                  <a:pt x="744044" y="28248"/>
                </a:cubicBezTo>
                <a:cubicBezTo>
                  <a:pt x="742879" y="29098"/>
                  <a:pt x="741644" y="30188"/>
                  <a:pt x="740340" y="31519"/>
                </a:cubicBezTo>
                <a:cubicBezTo>
                  <a:pt x="739035" y="32849"/>
                  <a:pt x="737637" y="34457"/>
                  <a:pt x="736146" y="36344"/>
                </a:cubicBezTo>
                <a:lnTo>
                  <a:pt x="736146" y="66440"/>
                </a:lnTo>
                <a:lnTo>
                  <a:pt x="727946" y="66440"/>
                </a:lnTo>
                <a:lnTo>
                  <a:pt x="727946" y="19662"/>
                </a:lnTo>
                <a:close/>
                <a:moveTo>
                  <a:pt x="817404" y="40581"/>
                </a:moveTo>
                <a:cubicBezTo>
                  <a:pt x="817404" y="41731"/>
                  <a:pt x="817389" y="42693"/>
                  <a:pt x="817358" y="43470"/>
                </a:cubicBezTo>
                <a:cubicBezTo>
                  <a:pt x="817327" y="44246"/>
                  <a:pt x="817280" y="44976"/>
                  <a:pt x="817218" y="45660"/>
                </a:cubicBezTo>
                <a:lnTo>
                  <a:pt x="784371" y="45660"/>
                </a:lnTo>
                <a:cubicBezTo>
                  <a:pt x="784371" y="50443"/>
                  <a:pt x="785706" y="54116"/>
                  <a:pt x="788378" y="56679"/>
                </a:cubicBezTo>
                <a:cubicBezTo>
                  <a:pt x="791049" y="59241"/>
                  <a:pt x="794900" y="60522"/>
                  <a:pt x="799932" y="60522"/>
                </a:cubicBezTo>
                <a:cubicBezTo>
                  <a:pt x="801299" y="60522"/>
                  <a:pt x="802666" y="60467"/>
                  <a:pt x="804032" y="60357"/>
                </a:cubicBezTo>
                <a:cubicBezTo>
                  <a:pt x="805399" y="60245"/>
                  <a:pt x="806719" y="60094"/>
                  <a:pt x="807993" y="59904"/>
                </a:cubicBezTo>
                <a:cubicBezTo>
                  <a:pt x="809266" y="59712"/>
                  <a:pt x="810485" y="59498"/>
                  <a:pt x="811650" y="59260"/>
                </a:cubicBezTo>
                <a:cubicBezTo>
                  <a:pt x="812815" y="59021"/>
                  <a:pt x="813894" y="58759"/>
                  <a:pt x="814888" y="58472"/>
                </a:cubicBezTo>
                <a:lnTo>
                  <a:pt x="814888" y="65135"/>
                </a:lnTo>
                <a:cubicBezTo>
                  <a:pt x="812683" y="65770"/>
                  <a:pt x="810190" y="66286"/>
                  <a:pt x="807410" y="66683"/>
                </a:cubicBezTo>
                <a:cubicBezTo>
                  <a:pt x="804630" y="67080"/>
                  <a:pt x="801749" y="67278"/>
                  <a:pt x="798768" y="67278"/>
                </a:cubicBezTo>
                <a:cubicBezTo>
                  <a:pt x="794761" y="67278"/>
                  <a:pt x="791313" y="66735"/>
                  <a:pt x="788424" y="65648"/>
                </a:cubicBezTo>
                <a:cubicBezTo>
                  <a:pt x="785536" y="64560"/>
                  <a:pt x="783167" y="62984"/>
                  <a:pt x="781319" y="60919"/>
                </a:cubicBezTo>
                <a:cubicBezTo>
                  <a:pt x="779471" y="58853"/>
                  <a:pt x="778104" y="56321"/>
                  <a:pt x="777219" y="53324"/>
                </a:cubicBezTo>
                <a:cubicBezTo>
                  <a:pt x="776334" y="50327"/>
                  <a:pt x="775891" y="46933"/>
                  <a:pt x="775891" y="43144"/>
                </a:cubicBezTo>
                <a:cubicBezTo>
                  <a:pt x="775891" y="39851"/>
                  <a:pt x="776365" y="36737"/>
                  <a:pt x="777312" y="33802"/>
                </a:cubicBezTo>
                <a:cubicBezTo>
                  <a:pt x="778259" y="30867"/>
                  <a:pt x="779642" y="28289"/>
                  <a:pt x="781459" y="26068"/>
                </a:cubicBezTo>
                <a:cubicBezTo>
                  <a:pt x="783276" y="23847"/>
                  <a:pt x="785504" y="22084"/>
                  <a:pt x="788145" y="20780"/>
                </a:cubicBezTo>
                <a:cubicBezTo>
                  <a:pt x="790785" y="19475"/>
                  <a:pt x="793782" y="18823"/>
                  <a:pt x="797137" y="18823"/>
                </a:cubicBezTo>
                <a:cubicBezTo>
                  <a:pt x="800398" y="18823"/>
                  <a:pt x="803287" y="19336"/>
                  <a:pt x="805803" y="20361"/>
                </a:cubicBezTo>
                <a:cubicBezTo>
                  <a:pt x="808319" y="21386"/>
                  <a:pt x="810439" y="22838"/>
                  <a:pt x="812163" y="24717"/>
                </a:cubicBezTo>
                <a:cubicBezTo>
                  <a:pt x="813887" y="26596"/>
                  <a:pt x="815191" y="28879"/>
                  <a:pt x="816076" y="31566"/>
                </a:cubicBezTo>
                <a:cubicBezTo>
                  <a:pt x="816962" y="34253"/>
                  <a:pt x="817404" y="37258"/>
                  <a:pt x="817404" y="40581"/>
                </a:cubicBezTo>
                <a:moveTo>
                  <a:pt x="808971" y="39416"/>
                </a:moveTo>
                <a:cubicBezTo>
                  <a:pt x="809064" y="37335"/>
                  <a:pt x="808862" y="35433"/>
                  <a:pt x="808365" y="33709"/>
                </a:cubicBezTo>
                <a:cubicBezTo>
                  <a:pt x="807868" y="31985"/>
                  <a:pt x="807100" y="30502"/>
                  <a:pt x="806059" y="29260"/>
                </a:cubicBezTo>
                <a:cubicBezTo>
                  <a:pt x="805019" y="28017"/>
                  <a:pt x="803722" y="27046"/>
                  <a:pt x="802169" y="26348"/>
                </a:cubicBezTo>
                <a:cubicBezTo>
                  <a:pt x="800616" y="25649"/>
                  <a:pt x="798814" y="25299"/>
                  <a:pt x="796764" y="25299"/>
                </a:cubicBezTo>
                <a:cubicBezTo>
                  <a:pt x="794994" y="25299"/>
                  <a:pt x="793378" y="25641"/>
                  <a:pt x="791919" y="26324"/>
                </a:cubicBezTo>
                <a:cubicBezTo>
                  <a:pt x="790459" y="27008"/>
                  <a:pt x="789201" y="27970"/>
                  <a:pt x="788145" y="29213"/>
                </a:cubicBezTo>
                <a:cubicBezTo>
                  <a:pt x="787089" y="30455"/>
                  <a:pt x="786234" y="31946"/>
                  <a:pt x="785582" y="33686"/>
                </a:cubicBezTo>
                <a:cubicBezTo>
                  <a:pt x="784930" y="35425"/>
                  <a:pt x="784526" y="37335"/>
                  <a:pt x="784371" y="39416"/>
                </a:cubicBezTo>
                <a:lnTo>
                  <a:pt x="808971" y="39416"/>
                </a:lnTo>
                <a:close/>
                <a:moveTo>
                  <a:pt x="845687" y="7222"/>
                </a:moveTo>
                <a:lnTo>
                  <a:pt x="831850" y="7222"/>
                </a:lnTo>
                <a:lnTo>
                  <a:pt x="831850" y="559"/>
                </a:lnTo>
                <a:lnTo>
                  <a:pt x="853887" y="559"/>
                </a:lnTo>
                <a:lnTo>
                  <a:pt x="853887" y="59684"/>
                </a:lnTo>
                <a:lnTo>
                  <a:pt x="867818" y="59684"/>
                </a:lnTo>
                <a:lnTo>
                  <a:pt x="867818" y="66440"/>
                </a:lnTo>
                <a:lnTo>
                  <a:pt x="830312" y="66440"/>
                </a:lnTo>
                <a:lnTo>
                  <a:pt x="830312" y="59684"/>
                </a:lnTo>
                <a:lnTo>
                  <a:pt x="845687" y="59684"/>
                </a:lnTo>
                <a:lnTo>
                  <a:pt x="845687" y="7222"/>
                </a:lnTo>
                <a:close/>
                <a:moveTo>
                  <a:pt x="921121" y="40581"/>
                </a:moveTo>
                <a:cubicBezTo>
                  <a:pt x="921121" y="41731"/>
                  <a:pt x="921106" y="42693"/>
                  <a:pt x="921075" y="43470"/>
                </a:cubicBezTo>
                <a:cubicBezTo>
                  <a:pt x="921043" y="44246"/>
                  <a:pt x="920997" y="44976"/>
                  <a:pt x="920935" y="45660"/>
                </a:cubicBezTo>
                <a:lnTo>
                  <a:pt x="888088" y="45660"/>
                </a:lnTo>
                <a:cubicBezTo>
                  <a:pt x="888088" y="50443"/>
                  <a:pt x="889423" y="54116"/>
                  <a:pt x="892095" y="56679"/>
                </a:cubicBezTo>
                <a:cubicBezTo>
                  <a:pt x="894766" y="59241"/>
                  <a:pt x="898617" y="60522"/>
                  <a:pt x="903649" y="60522"/>
                </a:cubicBezTo>
                <a:cubicBezTo>
                  <a:pt x="905016" y="60522"/>
                  <a:pt x="906383" y="60467"/>
                  <a:pt x="907749" y="60357"/>
                </a:cubicBezTo>
                <a:cubicBezTo>
                  <a:pt x="909116" y="60245"/>
                  <a:pt x="910436" y="60094"/>
                  <a:pt x="911710" y="59904"/>
                </a:cubicBezTo>
                <a:cubicBezTo>
                  <a:pt x="912983" y="59712"/>
                  <a:pt x="914202" y="59498"/>
                  <a:pt x="915367" y="59260"/>
                </a:cubicBezTo>
                <a:cubicBezTo>
                  <a:pt x="916532" y="59021"/>
                  <a:pt x="917611" y="58759"/>
                  <a:pt x="918605" y="58472"/>
                </a:cubicBezTo>
                <a:lnTo>
                  <a:pt x="918605" y="65135"/>
                </a:lnTo>
                <a:cubicBezTo>
                  <a:pt x="916400" y="65770"/>
                  <a:pt x="913907" y="66286"/>
                  <a:pt x="911127" y="66683"/>
                </a:cubicBezTo>
                <a:cubicBezTo>
                  <a:pt x="908347" y="67080"/>
                  <a:pt x="905466" y="67278"/>
                  <a:pt x="902484" y="67278"/>
                </a:cubicBezTo>
                <a:cubicBezTo>
                  <a:pt x="898478" y="67278"/>
                  <a:pt x="895030" y="66735"/>
                  <a:pt x="892141" y="65648"/>
                </a:cubicBezTo>
                <a:cubicBezTo>
                  <a:pt x="889252" y="64560"/>
                  <a:pt x="886884" y="62984"/>
                  <a:pt x="885036" y="60919"/>
                </a:cubicBezTo>
                <a:cubicBezTo>
                  <a:pt x="883188" y="58853"/>
                  <a:pt x="881821" y="56321"/>
                  <a:pt x="880936" y="53324"/>
                </a:cubicBezTo>
                <a:cubicBezTo>
                  <a:pt x="880051" y="50327"/>
                  <a:pt x="879608" y="46933"/>
                  <a:pt x="879608" y="43144"/>
                </a:cubicBezTo>
                <a:cubicBezTo>
                  <a:pt x="879608" y="39851"/>
                  <a:pt x="880082" y="36737"/>
                  <a:pt x="881029" y="33802"/>
                </a:cubicBezTo>
                <a:cubicBezTo>
                  <a:pt x="881976" y="30867"/>
                  <a:pt x="883359" y="28289"/>
                  <a:pt x="885176" y="26068"/>
                </a:cubicBezTo>
                <a:cubicBezTo>
                  <a:pt x="886993" y="23847"/>
                  <a:pt x="889221" y="22084"/>
                  <a:pt x="891862" y="20780"/>
                </a:cubicBezTo>
                <a:cubicBezTo>
                  <a:pt x="894502" y="19475"/>
                  <a:pt x="897499" y="18823"/>
                  <a:pt x="900854" y="18823"/>
                </a:cubicBezTo>
                <a:cubicBezTo>
                  <a:pt x="904115" y="18823"/>
                  <a:pt x="907004" y="19336"/>
                  <a:pt x="909520" y="20361"/>
                </a:cubicBezTo>
                <a:cubicBezTo>
                  <a:pt x="912036" y="21386"/>
                  <a:pt x="914156" y="22838"/>
                  <a:pt x="915880" y="24717"/>
                </a:cubicBezTo>
                <a:cubicBezTo>
                  <a:pt x="917603" y="26596"/>
                  <a:pt x="918908" y="28879"/>
                  <a:pt x="919793" y="31566"/>
                </a:cubicBezTo>
                <a:cubicBezTo>
                  <a:pt x="920679" y="34253"/>
                  <a:pt x="921121" y="37258"/>
                  <a:pt x="921121" y="40581"/>
                </a:cubicBezTo>
                <a:moveTo>
                  <a:pt x="912688" y="39416"/>
                </a:moveTo>
                <a:cubicBezTo>
                  <a:pt x="912781" y="37335"/>
                  <a:pt x="912579" y="35433"/>
                  <a:pt x="912082" y="33709"/>
                </a:cubicBezTo>
                <a:cubicBezTo>
                  <a:pt x="911585" y="31985"/>
                  <a:pt x="910817" y="30502"/>
                  <a:pt x="909776" y="29260"/>
                </a:cubicBezTo>
                <a:cubicBezTo>
                  <a:pt x="908736" y="28017"/>
                  <a:pt x="907439" y="27046"/>
                  <a:pt x="905886" y="26348"/>
                </a:cubicBezTo>
                <a:cubicBezTo>
                  <a:pt x="904333" y="25649"/>
                  <a:pt x="902531" y="25299"/>
                  <a:pt x="900481" y="25299"/>
                </a:cubicBezTo>
                <a:cubicBezTo>
                  <a:pt x="898711" y="25299"/>
                  <a:pt x="897095" y="25641"/>
                  <a:pt x="895636" y="26324"/>
                </a:cubicBezTo>
                <a:cubicBezTo>
                  <a:pt x="894176" y="27008"/>
                  <a:pt x="892918" y="27970"/>
                  <a:pt x="891862" y="29213"/>
                </a:cubicBezTo>
                <a:cubicBezTo>
                  <a:pt x="890806" y="30455"/>
                  <a:pt x="889951" y="31946"/>
                  <a:pt x="889299" y="33686"/>
                </a:cubicBezTo>
                <a:cubicBezTo>
                  <a:pt x="888647" y="35425"/>
                  <a:pt x="888243" y="37335"/>
                  <a:pt x="888088" y="39416"/>
                </a:cubicBezTo>
                <a:lnTo>
                  <a:pt x="912688" y="39416"/>
                </a:lnTo>
                <a:close/>
                <a:moveTo>
                  <a:pt x="929090" y="19662"/>
                </a:moveTo>
                <a:lnTo>
                  <a:pt x="938316" y="19662"/>
                </a:lnTo>
                <a:lnTo>
                  <a:pt x="949777" y="50598"/>
                </a:lnTo>
                <a:lnTo>
                  <a:pt x="952246" y="58146"/>
                </a:lnTo>
                <a:lnTo>
                  <a:pt x="954809" y="50412"/>
                </a:lnTo>
                <a:lnTo>
                  <a:pt x="966177" y="19662"/>
                </a:lnTo>
                <a:lnTo>
                  <a:pt x="975076" y="19662"/>
                </a:lnTo>
                <a:lnTo>
                  <a:pt x="956719" y="66440"/>
                </a:lnTo>
                <a:lnTo>
                  <a:pt x="947401" y="66440"/>
                </a:lnTo>
                <a:lnTo>
                  <a:pt x="929090" y="19662"/>
                </a:lnTo>
                <a:close/>
                <a:moveTo>
                  <a:pt x="1015380" y="66440"/>
                </a:moveTo>
                <a:lnTo>
                  <a:pt x="1015194" y="60137"/>
                </a:lnTo>
                <a:cubicBezTo>
                  <a:pt x="1012647" y="62657"/>
                  <a:pt x="1010061" y="64478"/>
                  <a:pt x="1007436" y="65598"/>
                </a:cubicBezTo>
                <a:cubicBezTo>
                  <a:pt x="1004812" y="66718"/>
                  <a:pt x="1002055" y="67278"/>
                  <a:pt x="999166" y="67278"/>
                </a:cubicBezTo>
                <a:cubicBezTo>
                  <a:pt x="996495" y="67278"/>
                  <a:pt x="994212" y="66936"/>
                  <a:pt x="992317" y="66252"/>
                </a:cubicBezTo>
                <a:cubicBezTo>
                  <a:pt x="990423" y="65567"/>
                  <a:pt x="988862" y="64626"/>
                  <a:pt x="987635" y="63429"/>
                </a:cubicBezTo>
                <a:cubicBezTo>
                  <a:pt x="986408" y="62231"/>
                  <a:pt x="985507" y="60823"/>
                  <a:pt x="984932" y="59205"/>
                </a:cubicBezTo>
                <a:cubicBezTo>
                  <a:pt x="984358" y="57587"/>
                  <a:pt x="984071" y="55829"/>
                  <a:pt x="984071" y="53931"/>
                </a:cubicBezTo>
                <a:cubicBezTo>
                  <a:pt x="984071" y="49233"/>
                  <a:pt x="985818" y="45554"/>
                  <a:pt x="989312" y="42895"/>
                </a:cubicBezTo>
                <a:cubicBezTo>
                  <a:pt x="992806" y="40234"/>
                  <a:pt x="997970" y="38904"/>
                  <a:pt x="1004804" y="38904"/>
                </a:cubicBezTo>
                <a:lnTo>
                  <a:pt x="1014495" y="38904"/>
                </a:lnTo>
                <a:lnTo>
                  <a:pt x="1014495" y="34818"/>
                </a:lnTo>
                <a:cubicBezTo>
                  <a:pt x="1014495" y="32064"/>
                  <a:pt x="1013610" y="29858"/>
                  <a:pt x="1011839" y="28202"/>
                </a:cubicBezTo>
                <a:cubicBezTo>
                  <a:pt x="1010069" y="26547"/>
                  <a:pt x="1007366" y="25719"/>
                  <a:pt x="1003732" y="25719"/>
                </a:cubicBezTo>
                <a:cubicBezTo>
                  <a:pt x="1001092" y="25719"/>
                  <a:pt x="998491" y="26018"/>
                  <a:pt x="995928" y="26617"/>
                </a:cubicBezTo>
                <a:cubicBezTo>
                  <a:pt x="993366" y="27215"/>
                  <a:pt x="990718" y="28065"/>
                  <a:pt x="987984" y="29166"/>
                </a:cubicBezTo>
                <a:lnTo>
                  <a:pt x="987984" y="21851"/>
                </a:lnTo>
                <a:cubicBezTo>
                  <a:pt x="989009" y="21473"/>
                  <a:pt x="990151" y="21102"/>
                  <a:pt x="991409" y="20739"/>
                </a:cubicBezTo>
                <a:cubicBezTo>
                  <a:pt x="992667" y="20376"/>
                  <a:pt x="993995" y="20053"/>
                  <a:pt x="995392" y="19769"/>
                </a:cubicBezTo>
                <a:cubicBezTo>
                  <a:pt x="996790" y="19485"/>
                  <a:pt x="998250" y="19256"/>
                  <a:pt x="999772" y="19084"/>
                </a:cubicBezTo>
                <a:cubicBezTo>
                  <a:pt x="1001294" y="18910"/>
                  <a:pt x="1002831" y="18823"/>
                  <a:pt x="1004384" y="18823"/>
                </a:cubicBezTo>
                <a:cubicBezTo>
                  <a:pt x="1007211" y="18823"/>
                  <a:pt x="1009758" y="19134"/>
                  <a:pt x="1012025" y="19755"/>
                </a:cubicBezTo>
                <a:cubicBezTo>
                  <a:pt x="1014293" y="20376"/>
                  <a:pt x="1016211" y="21323"/>
                  <a:pt x="1017780" y="22597"/>
                </a:cubicBezTo>
                <a:cubicBezTo>
                  <a:pt x="1019348" y="23870"/>
                  <a:pt x="1020552" y="25470"/>
                  <a:pt x="1021390" y="27396"/>
                </a:cubicBezTo>
                <a:cubicBezTo>
                  <a:pt x="1022229" y="29322"/>
                  <a:pt x="1022648" y="31589"/>
                  <a:pt x="1022648" y="34198"/>
                </a:cubicBezTo>
                <a:lnTo>
                  <a:pt x="1022648" y="66440"/>
                </a:lnTo>
                <a:lnTo>
                  <a:pt x="1015380" y="66440"/>
                </a:lnTo>
                <a:moveTo>
                  <a:pt x="1014495" y="45101"/>
                </a:moveTo>
                <a:lnTo>
                  <a:pt x="1004198" y="45101"/>
                </a:lnTo>
                <a:cubicBezTo>
                  <a:pt x="1002179" y="45101"/>
                  <a:pt x="1000440" y="45304"/>
                  <a:pt x="998980" y="45709"/>
                </a:cubicBezTo>
                <a:cubicBezTo>
                  <a:pt x="997520" y="46114"/>
                  <a:pt x="996324" y="46690"/>
                  <a:pt x="995392" y="47438"/>
                </a:cubicBezTo>
                <a:cubicBezTo>
                  <a:pt x="994460" y="48185"/>
                  <a:pt x="993769" y="49081"/>
                  <a:pt x="993319" y="50125"/>
                </a:cubicBezTo>
                <a:cubicBezTo>
                  <a:pt x="992869" y="51169"/>
                  <a:pt x="992643" y="52345"/>
                  <a:pt x="992643" y="53653"/>
                </a:cubicBezTo>
                <a:cubicBezTo>
                  <a:pt x="992643" y="54557"/>
                  <a:pt x="992783" y="55422"/>
                  <a:pt x="993063" y="56248"/>
                </a:cubicBezTo>
                <a:cubicBezTo>
                  <a:pt x="993342" y="57073"/>
                  <a:pt x="993793" y="57805"/>
                  <a:pt x="994414" y="58443"/>
                </a:cubicBezTo>
                <a:cubicBezTo>
                  <a:pt x="995035" y="59082"/>
                  <a:pt x="995843" y="59588"/>
                  <a:pt x="996837" y="59962"/>
                </a:cubicBezTo>
                <a:cubicBezTo>
                  <a:pt x="997831" y="60336"/>
                  <a:pt x="999042" y="60522"/>
                  <a:pt x="1000471" y="60522"/>
                </a:cubicBezTo>
                <a:cubicBezTo>
                  <a:pt x="1002334" y="60522"/>
                  <a:pt x="1004470" y="59954"/>
                  <a:pt x="1006877" y="58818"/>
                </a:cubicBezTo>
                <a:cubicBezTo>
                  <a:pt x="1009284" y="57680"/>
                  <a:pt x="1011824" y="55880"/>
                  <a:pt x="1014495" y="53419"/>
                </a:cubicBezTo>
                <a:lnTo>
                  <a:pt x="1014495" y="45101"/>
                </a:lnTo>
                <a:close/>
                <a:moveTo>
                  <a:pt x="1037187" y="19662"/>
                </a:moveTo>
                <a:lnTo>
                  <a:pt x="1044409" y="19662"/>
                </a:lnTo>
                <a:lnTo>
                  <a:pt x="1044735" y="27210"/>
                </a:lnTo>
                <a:cubicBezTo>
                  <a:pt x="1046101" y="25594"/>
                  <a:pt x="1047422" y="24251"/>
                  <a:pt x="1048695" y="23179"/>
                </a:cubicBezTo>
                <a:cubicBezTo>
                  <a:pt x="1049969" y="22108"/>
                  <a:pt x="1051219" y="21246"/>
                  <a:pt x="1052446" y="20593"/>
                </a:cubicBezTo>
                <a:cubicBezTo>
                  <a:pt x="1053673" y="19941"/>
                  <a:pt x="1054923" y="19483"/>
                  <a:pt x="1056196" y="19219"/>
                </a:cubicBezTo>
                <a:cubicBezTo>
                  <a:pt x="1057470" y="18955"/>
                  <a:pt x="1058790" y="18823"/>
                  <a:pt x="1060157" y="18823"/>
                </a:cubicBezTo>
                <a:cubicBezTo>
                  <a:pt x="1064971" y="18823"/>
                  <a:pt x="1068613" y="20244"/>
                  <a:pt x="1071082" y="23086"/>
                </a:cubicBezTo>
                <a:cubicBezTo>
                  <a:pt x="1073552" y="25928"/>
                  <a:pt x="1074786" y="30207"/>
                  <a:pt x="1074786" y="35922"/>
                </a:cubicBezTo>
                <a:lnTo>
                  <a:pt x="1074786" y="66440"/>
                </a:lnTo>
                <a:lnTo>
                  <a:pt x="1066679" y="66440"/>
                </a:lnTo>
                <a:lnTo>
                  <a:pt x="1066679" y="36574"/>
                </a:lnTo>
                <a:cubicBezTo>
                  <a:pt x="1066679" y="32909"/>
                  <a:pt x="1065996" y="30199"/>
                  <a:pt x="1064629" y="28444"/>
                </a:cubicBezTo>
                <a:cubicBezTo>
                  <a:pt x="1063263" y="26689"/>
                  <a:pt x="1061228" y="25812"/>
                  <a:pt x="1058526" y="25812"/>
                </a:cubicBezTo>
                <a:cubicBezTo>
                  <a:pt x="1057532" y="25812"/>
                  <a:pt x="1056561" y="25959"/>
                  <a:pt x="1055614" y="26254"/>
                </a:cubicBezTo>
                <a:cubicBezTo>
                  <a:pt x="1054667" y="26549"/>
                  <a:pt x="1053680" y="27062"/>
                  <a:pt x="1052655" y="27792"/>
                </a:cubicBezTo>
                <a:cubicBezTo>
                  <a:pt x="1051630" y="28522"/>
                  <a:pt x="1050520" y="29508"/>
                  <a:pt x="1049324" y="30750"/>
                </a:cubicBezTo>
                <a:cubicBezTo>
                  <a:pt x="1048128" y="31993"/>
                  <a:pt x="1046785" y="33546"/>
                  <a:pt x="1045294" y="35410"/>
                </a:cubicBezTo>
                <a:lnTo>
                  <a:pt x="1045294" y="66440"/>
                </a:lnTo>
                <a:lnTo>
                  <a:pt x="1037187" y="66440"/>
                </a:lnTo>
                <a:lnTo>
                  <a:pt x="1037187" y="19662"/>
                </a:lnTo>
                <a:close/>
                <a:moveTo>
                  <a:pt x="1126738" y="65741"/>
                </a:moveTo>
                <a:cubicBezTo>
                  <a:pt x="1124905" y="66223"/>
                  <a:pt x="1123011" y="66569"/>
                  <a:pt x="1121054" y="66777"/>
                </a:cubicBezTo>
                <a:cubicBezTo>
                  <a:pt x="1119097" y="66987"/>
                  <a:pt x="1117109" y="67092"/>
                  <a:pt x="1115090" y="67092"/>
                </a:cubicBezTo>
                <a:cubicBezTo>
                  <a:pt x="1109220" y="67092"/>
                  <a:pt x="1104840" y="65764"/>
                  <a:pt x="1101951" y="63108"/>
                </a:cubicBezTo>
                <a:cubicBezTo>
                  <a:pt x="1099063" y="60453"/>
                  <a:pt x="1097618" y="56376"/>
                  <a:pt x="1097618" y="50878"/>
                </a:cubicBezTo>
                <a:lnTo>
                  <a:pt x="1097618" y="26464"/>
                </a:lnTo>
                <a:lnTo>
                  <a:pt x="1084526" y="26464"/>
                </a:lnTo>
                <a:lnTo>
                  <a:pt x="1084526" y="19662"/>
                </a:lnTo>
                <a:lnTo>
                  <a:pt x="1097618" y="19662"/>
                </a:lnTo>
                <a:lnTo>
                  <a:pt x="1097618" y="6762"/>
                </a:lnTo>
                <a:lnTo>
                  <a:pt x="1105725" y="4659"/>
                </a:lnTo>
                <a:lnTo>
                  <a:pt x="1105725" y="19662"/>
                </a:lnTo>
                <a:lnTo>
                  <a:pt x="1126738" y="19662"/>
                </a:lnTo>
                <a:lnTo>
                  <a:pt x="1126738" y="26464"/>
                </a:lnTo>
                <a:lnTo>
                  <a:pt x="1105725" y="26464"/>
                </a:lnTo>
                <a:lnTo>
                  <a:pt x="1105725" y="50226"/>
                </a:lnTo>
                <a:cubicBezTo>
                  <a:pt x="1105725" y="53580"/>
                  <a:pt x="1106618" y="56089"/>
                  <a:pt x="1108404" y="57750"/>
                </a:cubicBezTo>
                <a:cubicBezTo>
                  <a:pt x="1110190" y="59412"/>
                  <a:pt x="1112823" y="60243"/>
                  <a:pt x="1116301" y="60243"/>
                </a:cubicBezTo>
                <a:cubicBezTo>
                  <a:pt x="1117792" y="60243"/>
                  <a:pt x="1119423" y="60123"/>
                  <a:pt x="1121194" y="59883"/>
                </a:cubicBezTo>
                <a:cubicBezTo>
                  <a:pt x="1122964" y="59643"/>
                  <a:pt x="1124812" y="59265"/>
                  <a:pt x="1126738" y="58752"/>
                </a:cubicBezTo>
                <a:lnTo>
                  <a:pt x="1126738" y="65741"/>
                </a:lnTo>
                <a:close/>
                <a:moveTo>
                  <a:pt x="1232911" y="42212"/>
                </a:moveTo>
                <a:cubicBezTo>
                  <a:pt x="1232911" y="46095"/>
                  <a:pt x="1232375" y="49566"/>
                  <a:pt x="1231304" y="52625"/>
                </a:cubicBezTo>
                <a:cubicBezTo>
                  <a:pt x="1230232" y="55685"/>
                  <a:pt x="1228710" y="58278"/>
                  <a:pt x="1226738" y="60406"/>
                </a:cubicBezTo>
                <a:cubicBezTo>
                  <a:pt x="1224765" y="62534"/>
                  <a:pt x="1222366" y="64164"/>
                  <a:pt x="1219539" y="65298"/>
                </a:cubicBezTo>
                <a:cubicBezTo>
                  <a:pt x="1216713" y="66432"/>
                  <a:pt x="1213529" y="66999"/>
                  <a:pt x="1209988" y="66999"/>
                </a:cubicBezTo>
                <a:cubicBezTo>
                  <a:pt x="1207223" y="66999"/>
                  <a:pt x="1204397" y="66735"/>
                  <a:pt x="1201508" y="66207"/>
                </a:cubicBezTo>
                <a:cubicBezTo>
                  <a:pt x="1198620" y="65679"/>
                  <a:pt x="1195762" y="64840"/>
                  <a:pt x="1192935" y="63691"/>
                </a:cubicBezTo>
                <a:lnTo>
                  <a:pt x="1192935" y="559"/>
                </a:lnTo>
                <a:lnTo>
                  <a:pt x="1201042" y="559"/>
                </a:lnTo>
                <a:lnTo>
                  <a:pt x="1201042" y="18715"/>
                </a:lnTo>
                <a:lnTo>
                  <a:pt x="1200670" y="27396"/>
                </a:lnTo>
                <a:cubicBezTo>
                  <a:pt x="1202999" y="24259"/>
                  <a:pt x="1205492" y="22046"/>
                  <a:pt x="1208147" y="20757"/>
                </a:cubicBezTo>
                <a:cubicBezTo>
                  <a:pt x="1210803" y="19468"/>
                  <a:pt x="1213653" y="18823"/>
                  <a:pt x="1216697" y="18823"/>
                </a:cubicBezTo>
                <a:cubicBezTo>
                  <a:pt x="1219368" y="18823"/>
                  <a:pt x="1221713" y="19382"/>
                  <a:pt x="1223732" y="20500"/>
                </a:cubicBezTo>
                <a:cubicBezTo>
                  <a:pt x="1225751" y="21619"/>
                  <a:pt x="1227444" y="23195"/>
                  <a:pt x="1228811" y="25229"/>
                </a:cubicBezTo>
                <a:cubicBezTo>
                  <a:pt x="1230178" y="27264"/>
                  <a:pt x="1231203" y="29718"/>
                  <a:pt x="1231886" y="32591"/>
                </a:cubicBezTo>
                <a:cubicBezTo>
                  <a:pt x="1232569" y="35464"/>
                  <a:pt x="1232911" y="38671"/>
                  <a:pt x="1232911" y="42212"/>
                </a:cubicBezTo>
                <a:moveTo>
                  <a:pt x="1224618" y="42585"/>
                </a:moveTo>
                <a:cubicBezTo>
                  <a:pt x="1224618" y="40131"/>
                  <a:pt x="1224439" y="37879"/>
                  <a:pt x="1224082" y="35829"/>
                </a:cubicBezTo>
                <a:cubicBezTo>
                  <a:pt x="1223725" y="33779"/>
                  <a:pt x="1223158" y="32024"/>
                  <a:pt x="1222381" y="30564"/>
                </a:cubicBezTo>
                <a:cubicBezTo>
                  <a:pt x="1221605" y="29104"/>
                  <a:pt x="1220611" y="27963"/>
                  <a:pt x="1219399" y="27140"/>
                </a:cubicBezTo>
                <a:cubicBezTo>
                  <a:pt x="1218188" y="26316"/>
                  <a:pt x="1216744" y="25905"/>
                  <a:pt x="1215066" y="25905"/>
                </a:cubicBezTo>
                <a:cubicBezTo>
                  <a:pt x="1214041" y="25905"/>
                  <a:pt x="1213001" y="26068"/>
                  <a:pt x="1211945" y="26394"/>
                </a:cubicBezTo>
                <a:cubicBezTo>
                  <a:pt x="1210889" y="26720"/>
                  <a:pt x="1209794" y="27264"/>
                  <a:pt x="1208660" y="28025"/>
                </a:cubicBezTo>
                <a:cubicBezTo>
                  <a:pt x="1207526" y="28786"/>
                  <a:pt x="1206330" y="29795"/>
                  <a:pt x="1205072" y="31053"/>
                </a:cubicBezTo>
                <a:cubicBezTo>
                  <a:pt x="1203814" y="32311"/>
                  <a:pt x="1202471" y="33872"/>
                  <a:pt x="1201042" y="35736"/>
                </a:cubicBezTo>
                <a:lnTo>
                  <a:pt x="1201042" y="58426"/>
                </a:lnTo>
                <a:cubicBezTo>
                  <a:pt x="1202626" y="59047"/>
                  <a:pt x="1204242" y="59536"/>
                  <a:pt x="1205888" y="59894"/>
                </a:cubicBezTo>
                <a:cubicBezTo>
                  <a:pt x="1207534" y="60251"/>
                  <a:pt x="1209103" y="60429"/>
                  <a:pt x="1210594" y="60429"/>
                </a:cubicBezTo>
                <a:cubicBezTo>
                  <a:pt x="1212457" y="60429"/>
                  <a:pt x="1214235" y="60134"/>
                  <a:pt x="1215928" y="59544"/>
                </a:cubicBezTo>
                <a:cubicBezTo>
                  <a:pt x="1217621" y="58954"/>
                  <a:pt x="1219112" y="57968"/>
                  <a:pt x="1220401" y="56586"/>
                </a:cubicBezTo>
                <a:cubicBezTo>
                  <a:pt x="1221690" y="55203"/>
                  <a:pt x="1222715" y="53371"/>
                  <a:pt x="1223476" y="51088"/>
                </a:cubicBezTo>
                <a:cubicBezTo>
                  <a:pt x="1224237" y="48805"/>
                  <a:pt x="1224618" y="45970"/>
                  <a:pt x="1224618" y="42585"/>
                </a:cubicBezTo>
                <a:close/>
                <a:moveTo>
                  <a:pt x="1284303" y="40581"/>
                </a:moveTo>
                <a:cubicBezTo>
                  <a:pt x="1284303" y="41731"/>
                  <a:pt x="1284288" y="42693"/>
                  <a:pt x="1284257" y="43470"/>
                </a:cubicBezTo>
                <a:cubicBezTo>
                  <a:pt x="1284226" y="44246"/>
                  <a:pt x="1284179" y="44976"/>
                  <a:pt x="1284117" y="45660"/>
                </a:cubicBezTo>
                <a:lnTo>
                  <a:pt x="1251270" y="45660"/>
                </a:lnTo>
                <a:cubicBezTo>
                  <a:pt x="1251270" y="50443"/>
                  <a:pt x="1252606" y="54116"/>
                  <a:pt x="1255277" y="56679"/>
                </a:cubicBezTo>
                <a:cubicBezTo>
                  <a:pt x="1257948" y="59241"/>
                  <a:pt x="1261800" y="60522"/>
                  <a:pt x="1266832" y="60522"/>
                </a:cubicBezTo>
                <a:cubicBezTo>
                  <a:pt x="1268198" y="60522"/>
                  <a:pt x="1269565" y="60467"/>
                  <a:pt x="1270932" y="60357"/>
                </a:cubicBezTo>
                <a:cubicBezTo>
                  <a:pt x="1272298" y="60245"/>
                  <a:pt x="1273618" y="60094"/>
                  <a:pt x="1274892" y="59904"/>
                </a:cubicBezTo>
                <a:cubicBezTo>
                  <a:pt x="1276165" y="59712"/>
                  <a:pt x="1277385" y="59498"/>
                  <a:pt x="1278549" y="59260"/>
                </a:cubicBezTo>
                <a:cubicBezTo>
                  <a:pt x="1279714" y="59021"/>
                  <a:pt x="1280794" y="58759"/>
                  <a:pt x="1281788" y="58472"/>
                </a:cubicBezTo>
                <a:lnTo>
                  <a:pt x="1281788" y="65135"/>
                </a:lnTo>
                <a:cubicBezTo>
                  <a:pt x="1279582" y="65770"/>
                  <a:pt x="1277090" y="66286"/>
                  <a:pt x="1274310" y="66683"/>
                </a:cubicBezTo>
                <a:cubicBezTo>
                  <a:pt x="1271530" y="67080"/>
                  <a:pt x="1268649" y="67278"/>
                  <a:pt x="1265667" y="67278"/>
                </a:cubicBezTo>
                <a:cubicBezTo>
                  <a:pt x="1261660" y="67278"/>
                  <a:pt x="1258212" y="66735"/>
                  <a:pt x="1255323" y="65648"/>
                </a:cubicBezTo>
                <a:cubicBezTo>
                  <a:pt x="1252435" y="64560"/>
                  <a:pt x="1250066" y="62984"/>
                  <a:pt x="1248218" y="60919"/>
                </a:cubicBezTo>
                <a:cubicBezTo>
                  <a:pt x="1246370" y="58853"/>
                  <a:pt x="1245003" y="56321"/>
                  <a:pt x="1244118" y="53324"/>
                </a:cubicBezTo>
                <a:cubicBezTo>
                  <a:pt x="1243233" y="50327"/>
                  <a:pt x="1242790" y="46933"/>
                  <a:pt x="1242790" y="43144"/>
                </a:cubicBezTo>
                <a:cubicBezTo>
                  <a:pt x="1242790" y="39851"/>
                  <a:pt x="1243264" y="36737"/>
                  <a:pt x="1244211" y="33802"/>
                </a:cubicBezTo>
                <a:cubicBezTo>
                  <a:pt x="1245159" y="30867"/>
                  <a:pt x="1246541" y="28289"/>
                  <a:pt x="1248358" y="26068"/>
                </a:cubicBezTo>
                <a:cubicBezTo>
                  <a:pt x="1250175" y="23847"/>
                  <a:pt x="1252404" y="22084"/>
                  <a:pt x="1255044" y="20780"/>
                </a:cubicBezTo>
                <a:cubicBezTo>
                  <a:pt x="1257684" y="19475"/>
                  <a:pt x="1260682" y="18823"/>
                  <a:pt x="1264036" y="18823"/>
                </a:cubicBezTo>
                <a:cubicBezTo>
                  <a:pt x="1267298" y="18823"/>
                  <a:pt x="1270186" y="19336"/>
                  <a:pt x="1272702" y="20361"/>
                </a:cubicBezTo>
                <a:cubicBezTo>
                  <a:pt x="1275218" y="21386"/>
                  <a:pt x="1277338" y="22838"/>
                  <a:pt x="1279062" y="24717"/>
                </a:cubicBezTo>
                <a:cubicBezTo>
                  <a:pt x="1280786" y="26596"/>
                  <a:pt x="1282090" y="28879"/>
                  <a:pt x="1282976" y="31566"/>
                </a:cubicBezTo>
                <a:cubicBezTo>
                  <a:pt x="1283861" y="34253"/>
                  <a:pt x="1284303" y="37258"/>
                  <a:pt x="1284303" y="40581"/>
                </a:cubicBezTo>
                <a:moveTo>
                  <a:pt x="1275870" y="39416"/>
                </a:moveTo>
                <a:cubicBezTo>
                  <a:pt x="1275964" y="37335"/>
                  <a:pt x="1275762" y="35433"/>
                  <a:pt x="1275265" y="33709"/>
                </a:cubicBezTo>
                <a:cubicBezTo>
                  <a:pt x="1274768" y="31985"/>
                  <a:pt x="1273999" y="30502"/>
                  <a:pt x="1272958" y="29260"/>
                </a:cubicBezTo>
                <a:cubicBezTo>
                  <a:pt x="1271918" y="28017"/>
                  <a:pt x="1270621" y="27046"/>
                  <a:pt x="1269068" y="26348"/>
                </a:cubicBezTo>
                <a:cubicBezTo>
                  <a:pt x="1267515" y="25649"/>
                  <a:pt x="1265713" y="25299"/>
                  <a:pt x="1263663" y="25299"/>
                </a:cubicBezTo>
                <a:cubicBezTo>
                  <a:pt x="1261893" y="25299"/>
                  <a:pt x="1260278" y="25641"/>
                  <a:pt x="1258818" y="26324"/>
                </a:cubicBezTo>
                <a:cubicBezTo>
                  <a:pt x="1257358" y="27008"/>
                  <a:pt x="1256100" y="27970"/>
                  <a:pt x="1255044" y="29213"/>
                </a:cubicBezTo>
                <a:cubicBezTo>
                  <a:pt x="1253988" y="30455"/>
                  <a:pt x="1253134" y="31946"/>
                  <a:pt x="1252481" y="33686"/>
                </a:cubicBezTo>
                <a:cubicBezTo>
                  <a:pt x="1251829" y="35425"/>
                  <a:pt x="1251425" y="37335"/>
                  <a:pt x="1251270" y="39416"/>
                </a:cubicBezTo>
                <a:lnTo>
                  <a:pt x="1275870" y="39416"/>
                </a:lnTo>
                <a:close/>
                <a:moveTo>
                  <a:pt x="1332994" y="64716"/>
                </a:moveTo>
                <a:cubicBezTo>
                  <a:pt x="1330882" y="65523"/>
                  <a:pt x="1328715" y="66121"/>
                  <a:pt x="1326494" y="66510"/>
                </a:cubicBezTo>
                <a:cubicBezTo>
                  <a:pt x="1324273" y="66898"/>
                  <a:pt x="1321983" y="67092"/>
                  <a:pt x="1319622" y="67092"/>
                </a:cubicBezTo>
                <a:cubicBezTo>
                  <a:pt x="1312229" y="67092"/>
                  <a:pt x="1306537" y="65088"/>
                  <a:pt x="1302546" y="61082"/>
                </a:cubicBezTo>
                <a:cubicBezTo>
                  <a:pt x="1298555" y="57075"/>
                  <a:pt x="1296559" y="51220"/>
                  <a:pt x="1296559" y="43517"/>
                </a:cubicBezTo>
                <a:cubicBezTo>
                  <a:pt x="1296559" y="39820"/>
                  <a:pt x="1297134" y="36466"/>
                  <a:pt x="1298283" y="33453"/>
                </a:cubicBezTo>
                <a:cubicBezTo>
                  <a:pt x="1299432" y="30440"/>
                  <a:pt x="1301047" y="27862"/>
                  <a:pt x="1303128" y="25719"/>
                </a:cubicBezTo>
                <a:cubicBezTo>
                  <a:pt x="1305210" y="23575"/>
                  <a:pt x="1307694" y="21921"/>
                  <a:pt x="1310583" y="20757"/>
                </a:cubicBezTo>
                <a:cubicBezTo>
                  <a:pt x="1313472" y="19592"/>
                  <a:pt x="1316656" y="19009"/>
                  <a:pt x="1320134" y="19009"/>
                </a:cubicBezTo>
                <a:cubicBezTo>
                  <a:pt x="1322557" y="19009"/>
                  <a:pt x="1324825" y="19184"/>
                  <a:pt x="1326937" y="19534"/>
                </a:cubicBezTo>
                <a:cubicBezTo>
                  <a:pt x="1329049" y="19882"/>
                  <a:pt x="1331068" y="20453"/>
                  <a:pt x="1332994" y="21246"/>
                </a:cubicBezTo>
                <a:lnTo>
                  <a:pt x="1332994" y="28980"/>
                </a:lnTo>
                <a:cubicBezTo>
                  <a:pt x="1330975" y="27907"/>
                  <a:pt x="1328917" y="27127"/>
                  <a:pt x="1326820" y="26639"/>
                </a:cubicBezTo>
                <a:cubicBezTo>
                  <a:pt x="1324724" y="26150"/>
                  <a:pt x="1322557" y="25905"/>
                  <a:pt x="1320321" y="25905"/>
                </a:cubicBezTo>
                <a:cubicBezTo>
                  <a:pt x="1318240" y="25905"/>
                  <a:pt x="1316275" y="26301"/>
                  <a:pt x="1314427" y="27093"/>
                </a:cubicBezTo>
                <a:cubicBezTo>
                  <a:pt x="1312579" y="27885"/>
                  <a:pt x="1310956" y="29027"/>
                  <a:pt x="1309558" y="30518"/>
                </a:cubicBezTo>
                <a:cubicBezTo>
                  <a:pt x="1308160" y="32008"/>
                  <a:pt x="1307058" y="33826"/>
                  <a:pt x="1306250" y="35969"/>
                </a:cubicBezTo>
                <a:cubicBezTo>
                  <a:pt x="1305443" y="38112"/>
                  <a:pt x="1305039" y="40535"/>
                  <a:pt x="1305039" y="43237"/>
                </a:cubicBezTo>
                <a:cubicBezTo>
                  <a:pt x="1305039" y="48890"/>
                  <a:pt x="1306413" y="53122"/>
                  <a:pt x="1309162" y="55933"/>
                </a:cubicBezTo>
                <a:cubicBezTo>
                  <a:pt x="1311911" y="58744"/>
                  <a:pt x="1315724" y="60150"/>
                  <a:pt x="1320600" y="60150"/>
                </a:cubicBezTo>
                <a:cubicBezTo>
                  <a:pt x="1322806" y="60150"/>
                  <a:pt x="1324941" y="59901"/>
                  <a:pt x="1327007" y="59404"/>
                </a:cubicBezTo>
                <a:cubicBezTo>
                  <a:pt x="1329072" y="58907"/>
                  <a:pt x="1331068" y="58162"/>
                  <a:pt x="1332994" y="57168"/>
                </a:cubicBezTo>
                <a:lnTo>
                  <a:pt x="1332994" y="64716"/>
                </a:lnTo>
                <a:close/>
                <a:moveTo>
                  <a:pt x="1378562" y="66440"/>
                </a:moveTo>
                <a:lnTo>
                  <a:pt x="1378376" y="60137"/>
                </a:lnTo>
                <a:cubicBezTo>
                  <a:pt x="1375829" y="62657"/>
                  <a:pt x="1373243" y="64478"/>
                  <a:pt x="1370618" y="65598"/>
                </a:cubicBezTo>
                <a:cubicBezTo>
                  <a:pt x="1367994" y="66718"/>
                  <a:pt x="1365237" y="67278"/>
                  <a:pt x="1362348" y="67278"/>
                </a:cubicBezTo>
                <a:cubicBezTo>
                  <a:pt x="1359677" y="67278"/>
                  <a:pt x="1357394" y="66936"/>
                  <a:pt x="1355499" y="66252"/>
                </a:cubicBezTo>
                <a:cubicBezTo>
                  <a:pt x="1353605" y="65567"/>
                  <a:pt x="1352044" y="64626"/>
                  <a:pt x="1350817" y="63429"/>
                </a:cubicBezTo>
                <a:cubicBezTo>
                  <a:pt x="1349590" y="62231"/>
                  <a:pt x="1348689" y="60823"/>
                  <a:pt x="1348115" y="59205"/>
                </a:cubicBezTo>
                <a:cubicBezTo>
                  <a:pt x="1347540" y="57587"/>
                  <a:pt x="1347253" y="55829"/>
                  <a:pt x="1347253" y="53931"/>
                </a:cubicBezTo>
                <a:cubicBezTo>
                  <a:pt x="1347253" y="49233"/>
                  <a:pt x="1349000" y="45554"/>
                  <a:pt x="1352494" y="42895"/>
                </a:cubicBezTo>
                <a:cubicBezTo>
                  <a:pt x="1355989" y="40234"/>
                  <a:pt x="1361153" y="38904"/>
                  <a:pt x="1367986" y="38904"/>
                </a:cubicBezTo>
                <a:lnTo>
                  <a:pt x="1377677" y="38904"/>
                </a:lnTo>
                <a:lnTo>
                  <a:pt x="1377677" y="34818"/>
                </a:lnTo>
                <a:cubicBezTo>
                  <a:pt x="1377677" y="32064"/>
                  <a:pt x="1376792" y="29858"/>
                  <a:pt x="1375021" y="28202"/>
                </a:cubicBezTo>
                <a:cubicBezTo>
                  <a:pt x="1373251" y="26547"/>
                  <a:pt x="1370549" y="25719"/>
                  <a:pt x="1366914" y="25719"/>
                </a:cubicBezTo>
                <a:cubicBezTo>
                  <a:pt x="1364274" y="25719"/>
                  <a:pt x="1361673" y="26018"/>
                  <a:pt x="1359110" y="26617"/>
                </a:cubicBezTo>
                <a:cubicBezTo>
                  <a:pt x="1356548" y="27215"/>
                  <a:pt x="1353900" y="28065"/>
                  <a:pt x="1351166" y="29166"/>
                </a:cubicBezTo>
                <a:lnTo>
                  <a:pt x="1351166" y="21851"/>
                </a:lnTo>
                <a:cubicBezTo>
                  <a:pt x="1352191" y="21473"/>
                  <a:pt x="1353333" y="21102"/>
                  <a:pt x="1354591" y="20739"/>
                </a:cubicBezTo>
                <a:cubicBezTo>
                  <a:pt x="1355849" y="20376"/>
                  <a:pt x="1357177" y="20053"/>
                  <a:pt x="1358575" y="19769"/>
                </a:cubicBezTo>
                <a:cubicBezTo>
                  <a:pt x="1359972" y="19485"/>
                  <a:pt x="1361432" y="19256"/>
                  <a:pt x="1362954" y="19084"/>
                </a:cubicBezTo>
                <a:cubicBezTo>
                  <a:pt x="1364476" y="18910"/>
                  <a:pt x="1366014" y="18823"/>
                  <a:pt x="1367567" y="18823"/>
                </a:cubicBezTo>
                <a:cubicBezTo>
                  <a:pt x="1370393" y="18823"/>
                  <a:pt x="1372940" y="19134"/>
                  <a:pt x="1375208" y="19755"/>
                </a:cubicBezTo>
                <a:cubicBezTo>
                  <a:pt x="1377475" y="20376"/>
                  <a:pt x="1379393" y="21323"/>
                  <a:pt x="1380962" y="22597"/>
                </a:cubicBezTo>
                <a:cubicBezTo>
                  <a:pt x="1382530" y="23870"/>
                  <a:pt x="1383734" y="25470"/>
                  <a:pt x="1384573" y="27396"/>
                </a:cubicBezTo>
                <a:cubicBezTo>
                  <a:pt x="1385411" y="29322"/>
                  <a:pt x="1385831" y="31589"/>
                  <a:pt x="1385831" y="34198"/>
                </a:cubicBezTo>
                <a:lnTo>
                  <a:pt x="1385831" y="66440"/>
                </a:lnTo>
                <a:lnTo>
                  <a:pt x="1378562" y="66440"/>
                </a:lnTo>
                <a:moveTo>
                  <a:pt x="1377677" y="45101"/>
                </a:moveTo>
                <a:lnTo>
                  <a:pt x="1367380" y="45101"/>
                </a:lnTo>
                <a:cubicBezTo>
                  <a:pt x="1365361" y="45101"/>
                  <a:pt x="1363622" y="45304"/>
                  <a:pt x="1362162" y="45709"/>
                </a:cubicBezTo>
                <a:cubicBezTo>
                  <a:pt x="1360702" y="46114"/>
                  <a:pt x="1359506" y="46690"/>
                  <a:pt x="1358575" y="47438"/>
                </a:cubicBezTo>
                <a:cubicBezTo>
                  <a:pt x="1357643" y="48185"/>
                  <a:pt x="1356952" y="49081"/>
                  <a:pt x="1356501" y="50125"/>
                </a:cubicBezTo>
                <a:cubicBezTo>
                  <a:pt x="1356051" y="51169"/>
                  <a:pt x="1355826" y="52345"/>
                  <a:pt x="1355826" y="53653"/>
                </a:cubicBezTo>
                <a:cubicBezTo>
                  <a:pt x="1355826" y="54557"/>
                  <a:pt x="1355965" y="55422"/>
                  <a:pt x="1356245" y="56248"/>
                </a:cubicBezTo>
                <a:cubicBezTo>
                  <a:pt x="1356524" y="57073"/>
                  <a:pt x="1356975" y="57805"/>
                  <a:pt x="1357596" y="58443"/>
                </a:cubicBezTo>
                <a:cubicBezTo>
                  <a:pt x="1358217" y="59082"/>
                  <a:pt x="1359025" y="59588"/>
                  <a:pt x="1360019" y="59962"/>
                </a:cubicBezTo>
                <a:cubicBezTo>
                  <a:pt x="1361013" y="60336"/>
                  <a:pt x="1362224" y="60522"/>
                  <a:pt x="1363653" y="60522"/>
                </a:cubicBezTo>
                <a:cubicBezTo>
                  <a:pt x="1365517" y="60522"/>
                  <a:pt x="1367652" y="59954"/>
                  <a:pt x="1370059" y="58818"/>
                </a:cubicBezTo>
                <a:cubicBezTo>
                  <a:pt x="1372467" y="57680"/>
                  <a:pt x="1375006" y="55880"/>
                  <a:pt x="1377677" y="53419"/>
                </a:cubicBezTo>
                <a:lnTo>
                  <a:pt x="1377677" y="45101"/>
                </a:lnTo>
                <a:close/>
                <a:moveTo>
                  <a:pt x="1437969" y="66440"/>
                </a:moveTo>
                <a:lnTo>
                  <a:pt x="1430700" y="66440"/>
                </a:lnTo>
                <a:lnTo>
                  <a:pt x="1430421" y="58892"/>
                </a:lnTo>
                <a:cubicBezTo>
                  <a:pt x="1429023" y="60507"/>
                  <a:pt x="1427695" y="61850"/>
                  <a:pt x="1426437" y="62922"/>
                </a:cubicBezTo>
                <a:cubicBezTo>
                  <a:pt x="1425179" y="63994"/>
                  <a:pt x="1423929" y="64856"/>
                  <a:pt x="1422687" y="65508"/>
                </a:cubicBezTo>
                <a:cubicBezTo>
                  <a:pt x="1421444" y="66160"/>
                  <a:pt x="1420194" y="66618"/>
                  <a:pt x="1418936" y="66882"/>
                </a:cubicBezTo>
                <a:cubicBezTo>
                  <a:pt x="1417678" y="67146"/>
                  <a:pt x="1416350" y="67278"/>
                  <a:pt x="1414952" y="67278"/>
                </a:cubicBezTo>
                <a:cubicBezTo>
                  <a:pt x="1410138" y="67278"/>
                  <a:pt x="1406504" y="65865"/>
                  <a:pt x="1404050" y="63038"/>
                </a:cubicBezTo>
                <a:cubicBezTo>
                  <a:pt x="1401596" y="60212"/>
                  <a:pt x="1400369" y="55941"/>
                  <a:pt x="1400369" y="50226"/>
                </a:cubicBezTo>
                <a:lnTo>
                  <a:pt x="1400369" y="19662"/>
                </a:lnTo>
                <a:lnTo>
                  <a:pt x="1408476" y="19662"/>
                </a:lnTo>
                <a:lnTo>
                  <a:pt x="1408476" y="49573"/>
                </a:lnTo>
                <a:cubicBezTo>
                  <a:pt x="1408476" y="56749"/>
                  <a:pt x="1411178" y="60336"/>
                  <a:pt x="1416583" y="60336"/>
                </a:cubicBezTo>
                <a:cubicBezTo>
                  <a:pt x="1417577" y="60336"/>
                  <a:pt x="1418548" y="60189"/>
                  <a:pt x="1419495" y="59894"/>
                </a:cubicBezTo>
                <a:cubicBezTo>
                  <a:pt x="1420442" y="59598"/>
                  <a:pt x="1421436" y="59086"/>
                  <a:pt x="1422477" y="58356"/>
                </a:cubicBezTo>
                <a:cubicBezTo>
                  <a:pt x="1423517" y="57626"/>
                  <a:pt x="1424636" y="56640"/>
                  <a:pt x="1425831" y="55397"/>
                </a:cubicBezTo>
                <a:cubicBezTo>
                  <a:pt x="1427027" y="54155"/>
                  <a:pt x="1428371" y="52586"/>
                  <a:pt x="1429862" y="50692"/>
                </a:cubicBezTo>
                <a:lnTo>
                  <a:pt x="1429862" y="19662"/>
                </a:lnTo>
                <a:lnTo>
                  <a:pt x="1437969" y="19662"/>
                </a:lnTo>
                <a:lnTo>
                  <a:pt x="1437969" y="66440"/>
                </a:lnTo>
                <a:close/>
                <a:moveTo>
                  <a:pt x="1489268" y="53674"/>
                </a:moveTo>
                <a:cubicBezTo>
                  <a:pt x="1489268" y="55320"/>
                  <a:pt x="1488988" y="56795"/>
                  <a:pt x="1488429" y="58100"/>
                </a:cubicBezTo>
                <a:cubicBezTo>
                  <a:pt x="1487870" y="59404"/>
                  <a:pt x="1487109" y="60561"/>
                  <a:pt x="1486146" y="61571"/>
                </a:cubicBezTo>
                <a:cubicBezTo>
                  <a:pt x="1485183" y="62580"/>
                  <a:pt x="1484065" y="63442"/>
                  <a:pt x="1482792" y="64157"/>
                </a:cubicBezTo>
                <a:cubicBezTo>
                  <a:pt x="1481518" y="64871"/>
                  <a:pt x="1480159" y="65461"/>
                  <a:pt x="1478715" y="65927"/>
                </a:cubicBezTo>
                <a:cubicBezTo>
                  <a:pt x="1477271" y="66393"/>
                  <a:pt x="1475787" y="66735"/>
                  <a:pt x="1474265" y="66952"/>
                </a:cubicBezTo>
                <a:cubicBezTo>
                  <a:pt x="1472743" y="67170"/>
                  <a:pt x="1471253" y="67278"/>
                  <a:pt x="1469793" y="67278"/>
                </a:cubicBezTo>
                <a:cubicBezTo>
                  <a:pt x="1466624" y="67278"/>
                  <a:pt x="1463712" y="67139"/>
                  <a:pt x="1461057" y="66859"/>
                </a:cubicBezTo>
                <a:cubicBezTo>
                  <a:pt x="1458401" y="66579"/>
                  <a:pt x="1455800" y="66129"/>
                  <a:pt x="1453253" y="65508"/>
                </a:cubicBezTo>
                <a:lnTo>
                  <a:pt x="1453253" y="58053"/>
                </a:lnTo>
                <a:cubicBezTo>
                  <a:pt x="1455986" y="58830"/>
                  <a:pt x="1458704" y="59420"/>
                  <a:pt x="1461406" y="59824"/>
                </a:cubicBezTo>
                <a:cubicBezTo>
                  <a:pt x="1464109" y="60227"/>
                  <a:pt x="1466795" y="60429"/>
                  <a:pt x="1469467" y="60429"/>
                </a:cubicBezTo>
                <a:cubicBezTo>
                  <a:pt x="1473349" y="60429"/>
                  <a:pt x="1476222" y="59901"/>
                  <a:pt x="1478086" y="58845"/>
                </a:cubicBezTo>
                <a:cubicBezTo>
                  <a:pt x="1479950" y="57789"/>
                  <a:pt x="1480881" y="56283"/>
                  <a:pt x="1480881" y="54326"/>
                </a:cubicBezTo>
                <a:cubicBezTo>
                  <a:pt x="1480881" y="53487"/>
                  <a:pt x="1480734" y="52734"/>
                  <a:pt x="1480439" y="52066"/>
                </a:cubicBezTo>
                <a:cubicBezTo>
                  <a:pt x="1480144" y="51398"/>
                  <a:pt x="1479608" y="50762"/>
                  <a:pt x="1478831" y="50156"/>
                </a:cubicBezTo>
                <a:cubicBezTo>
                  <a:pt x="1478055" y="49550"/>
                  <a:pt x="1476851" y="48921"/>
                  <a:pt x="1475221" y="48269"/>
                </a:cubicBezTo>
                <a:cubicBezTo>
                  <a:pt x="1473590" y="47617"/>
                  <a:pt x="1471361" y="46871"/>
                  <a:pt x="1468535" y="46033"/>
                </a:cubicBezTo>
                <a:cubicBezTo>
                  <a:pt x="1466423" y="45411"/>
                  <a:pt x="1464473" y="44705"/>
                  <a:pt x="1462687" y="43913"/>
                </a:cubicBezTo>
                <a:cubicBezTo>
                  <a:pt x="1460901" y="43121"/>
                  <a:pt x="1459356" y="42181"/>
                  <a:pt x="1458052" y="41094"/>
                </a:cubicBezTo>
                <a:cubicBezTo>
                  <a:pt x="1456747" y="40007"/>
                  <a:pt x="1455722" y="38733"/>
                  <a:pt x="1454977" y="37273"/>
                </a:cubicBezTo>
                <a:cubicBezTo>
                  <a:pt x="1454231" y="35813"/>
                  <a:pt x="1453858" y="34090"/>
                  <a:pt x="1453858" y="32102"/>
                </a:cubicBezTo>
                <a:cubicBezTo>
                  <a:pt x="1453858" y="30797"/>
                  <a:pt x="1454161" y="29368"/>
                  <a:pt x="1454767" y="27815"/>
                </a:cubicBezTo>
                <a:cubicBezTo>
                  <a:pt x="1455373" y="26262"/>
                  <a:pt x="1456405" y="24818"/>
                  <a:pt x="1457865" y="23482"/>
                </a:cubicBezTo>
                <a:cubicBezTo>
                  <a:pt x="1459325" y="22147"/>
                  <a:pt x="1461297" y="21036"/>
                  <a:pt x="1463782" y="20151"/>
                </a:cubicBezTo>
                <a:cubicBezTo>
                  <a:pt x="1466267" y="19266"/>
                  <a:pt x="1469373" y="18823"/>
                  <a:pt x="1473101" y="18823"/>
                </a:cubicBezTo>
                <a:cubicBezTo>
                  <a:pt x="1474933" y="18823"/>
                  <a:pt x="1476968" y="18924"/>
                  <a:pt x="1479204" y="19126"/>
                </a:cubicBezTo>
                <a:cubicBezTo>
                  <a:pt x="1481441" y="19328"/>
                  <a:pt x="1483770" y="19677"/>
                  <a:pt x="1486193" y="20174"/>
                </a:cubicBezTo>
                <a:lnTo>
                  <a:pt x="1486193" y="27396"/>
                </a:lnTo>
                <a:cubicBezTo>
                  <a:pt x="1483646" y="26775"/>
                  <a:pt x="1481231" y="26316"/>
                  <a:pt x="1478948" y="26021"/>
                </a:cubicBezTo>
                <a:cubicBezTo>
                  <a:pt x="1476665" y="25726"/>
                  <a:pt x="1474685" y="25579"/>
                  <a:pt x="1473008" y="25579"/>
                </a:cubicBezTo>
                <a:cubicBezTo>
                  <a:pt x="1470989" y="25579"/>
                  <a:pt x="1469288" y="25734"/>
                  <a:pt x="1467906" y="26045"/>
                </a:cubicBezTo>
                <a:cubicBezTo>
                  <a:pt x="1466524" y="26355"/>
                  <a:pt x="1465405" y="26782"/>
                  <a:pt x="1464551" y="27326"/>
                </a:cubicBezTo>
                <a:cubicBezTo>
                  <a:pt x="1463697" y="27870"/>
                  <a:pt x="1463083" y="28506"/>
                  <a:pt x="1462711" y="29236"/>
                </a:cubicBezTo>
                <a:cubicBezTo>
                  <a:pt x="1462338" y="29966"/>
                  <a:pt x="1462152" y="30750"/>
                  <a:pt x="1462152" y="31589"/>
                </a:cubicBezTo>
                <a:cubicBezTo>
                  <a:pt x="1462152" y="32428"/>
                  <a:pt x="1462315" y="33189"/>
                  <a:pt x="1462641" y="33872"/>
                </a:cubicBezTo>
                <a:cubicBezTo>
                  <a:pt x="1462967" y="34555"/>
                  <a:pt x="1463573" y="35215"/>
                  <a:pt x="1464458" y="35852"/>
                </a:cubicBezTo>
                <a:cubicBezTo>
                  <a:pt x="1465343" y="36489"/>
                  <a:pt x="1466578" y="37126"/>
                  <a:pt x="1468162" y="37762"/>
                </a:cubicBezTo>
                <a:cubicBezTo>
                  <a:pt x="1469746" y="38399"/>
                  <a:pt x="1471812" y="39090"/>
                  <a:pt x="1474359" y="39836"/>
                </a:cubicBezTo>
                <a:cubicBezTo>
                  <a:pt x="1477123" y="40643"/>
                  <a:pt x="1479453" y="41490"/>
                  <a:pt x="1481347" y="42375"/>
                </a:cubicBezTo>
                <a:cubicBezTo>
                  <a:pt x="1483242" y="43260"/>
                  <a:pt x="1484780" y="44246"/>
                  <a:pt x="1485960" y="45334"/>
                </a:cubicBezTo>
                <a:cubicBezTo>
                  <a:pt x="1487140" y="46421"/>
                  <a:pt x="1487987" y="47648"/>
                  <a:pt x="1488499" y="49014"/>
                </a:cubicBezTo>
                <a:cubicBezTo>
                  <a:pt x="1489012" y="50381"/>
                  <a:pt x="1489268" y="51934"/>
                  <a:pt x="1489268" y="53674"/>
                </a:cubicBezTo>
                <a:close/>
                <a:moveTo>
                  <a:pt x="1543596" y="40581"/>
                </a:moveTo>
                <a:cubicBezTo>
                  <a:pt x="1543596" y="41731"/>
                  <a:pt x="1543580" y="42693"/>
                  <a:pt x="1543549" y="43470"/>
                </a:cubicBezTo>
                <a:cubicBezTo>
                  <a:pt x="1543518" y="44246"/>
                  <a:pt x="1543472" y="44976"/>
                  <a:pt x="1543409" y="45660"/>
                </a:cubicBezTo>
                <a:lnTo>
                  <a:pt x="1510562" y="45660"/>
                </a:lnTo>
                <a:cubicBezTo>
                  <a:pt x="1510562" y="50443"/>
                  <a:pt x="1511898" y="54116"/>
                  <a:pt x="1514569" y="56679"/>
                </a:cubicBezTo>
                <a:cubicBezTo>
                  <a:pt x="1517240" y="59241"/>
                  <a:pt x="1521092" y="60522"/>
                  <a:pt x="1526124" y="60522"/>
                </a:cubicBezTo>
                <a:cubicBezTo>
                  <a:pt x="1527491" y="60522"/>
                  <a:pt x="1528857" y="60467"/>
                  <a:pt x="1530224" y="60357"/>
                </a:cubicBezTo>
                <a:cubicBezTo>
                  <a:pt x="1531591" y="60245"/>
                  <a:pt x="1532911" y="60094"/>
                  <a:pt x="1534184" y="59904"/>
                </a:cubicBezTo>
                <a:cubicBezTo>
                  <a:pt x="1535458" y="59712"/>
                  <a:pt x="1536677" y="59498"/>
                  <a:pt x="1537842" y="59260"/>
                </a:cubicBezTo>
                <a:cubicBezTo>
                  <a:pt x="1539007" y="59021"/>
                  <a:pt x="1540086" y="58759"/>
                  <a:pt x="1541080" y="58472"/>
                </a:cubicBezTo>
                <a:lnTo>
                  <a:pt x="1541080" y="65135"/>
                </a:lnTo>
                <a:cubicBezTo>
                  <a:pt x="1538875" y="65770"/>
                  <a:pt x="1536382" y="66286"/>
                  <a:pt x="1533602" y="66683"/>
                </a:cubicBezTo>
                <a:cubicBezTo>
                  <a:pt x="1530822" y="67080"/>
                  <a:pt x="1527941" y="67278"/>
                  <a:pt x="1524959" y="67278"/>
                </a:cubicBezTo>
                <a:cubicBezTo>
                  <a:pt x="1520952" y="67278"/>
                  <a:pt x="1517504" y="66735"/>
                  <a:pt x="1514616" y="65648"/>
                </a:cubicBezTo>
                <a:cubicBezTo>
                  <a:pt x="1511727" y="64560"/>
                  <a:pt x="1509359" y="62984"/>
                  <a:pt x="1507511" y="60919"/>
                </a:cubicBezTo>
                <a:cubicBezTo>
                  <a:pt x="1505662" y="58853"/>
                  <a:pt x="1504296" y="56321"/>
                  <a:pt x="1503411" y="53324"/>
                </a:cubicBezTo>
                <a:cubicBezTo>
                  <a:pt x="1502525" y="50327"/>
                  <a:pt x="1502083" y="46933"/>
                  <a:pt x="1502083" y="43144"/>
                </a:cubicBezTo>
                <a:cubicBezTo>
                  <a:pt x="1502083" y="39851"/>
                  <a:pt x="1502556" y="36737"/>
                  <a:pt x="1503504" y="33802"/>
                </a:cubicBezTo>
                <a:cubicBezTo>
                  <a:pt x="1504451" y="30867"/>
                  <a:pt x="1505833" y="28289"/>
                  <a:pt x="1507650" y="26068"/>
                </a:cubicBezTo>
                <a:cubicBezTo>
                  <a:pt x="1509467" y="23847"/>
                  <a:pt x="1511696" y="22084"/>
                  <a:pt x="1514336" y="20780"/>
                </a:cubicBezTo>
                <a:cubicBezTo>
                  <a:pt x="1516976" y="19475"/>
                  <a:pt x="1519974" y="18823"/>
                  <a:pt x="1523328" y="18823"/>
                </a:cubicBezTo>
                <a:cubicBezTo>
                  <a:pt x="1526590" y="18823"/>
                  <a:pt x="1529479" y="19336"/>
                  <a:pt x="1531994" y="20361"/>
                </a:cubicBezTo>
                <a:cubicBezTo>
                  <a:pt x="1534510" y="21386"/>
                  <a:pt x="1536630" y="22838"/>
                  <a:pt x="1538354" y="24717"/>
                </a:cubicBezTo>
                <a:cubicBezTo>
                  <a:pt x="1540078" y="26596"/>
                  <a:pt x="1541383" y="28879"/>
                  <a:pt x="1542268" y="31566"/>
                </a:cubicBezTo>
                <a:cubicBezTo>
                  <a:pt x="1543153" y="34253"/>
                  <a:pt x="1543596" y="37258"/>
                  <a:pt x="1543596" y="40581"/>
                </a:cubicBezTo>
                <a:moveTo>
                  <a:pt x="1535163" y="39416"/>
                </a:moveTo>
                <a:cubicBezTo>
                  <a:pt x="1535256" y="37335"/>
                  <a:pt x="1535054" y="35433"/>
                  <a:pt x="1534557" y="33709"/>
                </a:cubicBezTo>
                <a:cubicBezTo>
                  <a:pt x="1534060" y="31985"/>
                  <a:pt x="1533291" y="30502"/>
                  <a:pt x="1532251" y="29260"/>
                </a:cubicBezTo>
                <a:cubicBezTo>
                  <a:pt x="1531210" y="28017"/>
                  <a:pt x="1529913" y="27046"/>
                  <a:pt x="1528360" y="26348"/>
                </a:cubicBezTo>
                <a:cubicBezTo>
                  <a:pt x="1526807" y="25649"/>
                  <a:pt x="1525006" y="25299"/>
                  <a:pt x="1522956" y="25299"/>
                </a:cubicBezTo>
                <a:cubicBezTo>
                  <a:pt x="1521185" y="25299"/>
                  <a:pt x="1519570" y="25641"/>
                  <a:pt x="1518110" y="26324"/>
                </a:cubicBezTo>
                <a:cubicBezTo>
                  <a:pt x="1516650" y="27008"/>
                  <a:pt x="1515392" y="27970"/>
                  <a:pt x="1514336" y="29213"/>
                </a:cubicBezTo>
                <a:cubicBezTo>
                  <a:pt x="1513280" y="30455"/>
                  <a:pt x="1512426" y="31946"/>
                  <a:pt x="1511774" y="33686"/>
                </a:cubicBezTo>
                <a:cubicBezTo>
                  <a:pt x="1511121" y="35425"/>
                  <a:pt x="1510718" y="37335"/>
                  <a:pt x="1510562" y="39416"/>
                </a:cubicBezTo>
                <a:lnTo>
                  <a:pt x="1535163" y="39416"/>
                </a:lnTo>
                <a:close/>
                <a:moveTo>
                  <a:pt x="1645496" y="65741"/>
                </a:moveTo>
                <a:cubicBezTo>
                  <a:pt x="1643663" y="66223"/>
                  <a:pt x="1641768" y="66569"/>
                  <a:pt x="1639812" y="66777"/>
                </a:cubicBezTo>
                <a:cubicBezTo>
                  <a:pt x="1637855" y="66987"/>
                  <a:pt x="1635867" y="67092"/>
                  <a:pt x="1633848" y="67092"/>
                </a:cubicBezTo>
                <a:cubicBezTo>
                  <a:pt x="1627977" y="67092"/>
                  <a:pt x="1623598" y="65764"/>
                  <a:pt x="1620709" y="63108"/>
                </a:cubicBezTo>
                <a:cubicBezTo>
                  <a:pt x="1617820" y="60453"/>
                  <a:pt x="1616376" y="56376"/>
                  <a:pt x="1616376" y="50878"/>
                </a:cubicBezTo>
                <a:lnTo>
                  <a:pt x="1616376" y="26464"/>
                </a:lnTo>
                <a:lnTo>
                  <a:pt x="1603284" y="26464"/>
                </a:lnTo>
                <a:lnTo>
                  <a:pt x="1603284" y="19662"/>
                </a:lnTo>
                <a:lnTo>
                  <a:pt x="1616376" y="19662"/>
                </a:lnTo>
                <a:lnTo>
                  <a:pt x="1616376" y="6762"/>
                </a:lnTo>
                <a:lnTo>
                  <a:pt x="1624483" y="4659"/>
                </a:lnTo>
                <a:lnTo>
                  <a:pt x="1624483" y="19662"/>
                </a:lnTo>
                <a:lnTo>
                  <a:pt x="1645496" y="19662"/>
                </a:lnTo>
                <a:lnTo>
                  <a:pt x="1645496" y="26464"/>
                </a:lnTo>
                <a:lnTo>
                  <a:pt x="1624483" y="26464"/>
                </a:lnTo>
                <a:lnTo>
                  <a:pt x="1624483" y="50226"/>
                </a:lnTo>
                <a:cubicBezTo>
                  <a:pt x="1624483" y="53580"/>
                  <a:pt x="1625376" y="56089"/>
                  <a:pt x="1627162" y="57750"/>
                </a:cubicBezTo>
                <a:cubicBezTo>
                  <a:pt x="1628948" y="59412"/>
                  <a:pt x="1631580" y="60243"/>
                  <a:pt x="1635059" y="60243"/>
                </a:cubicBezTo>
                <a:cubicBezTo>
                  <a:pt x="1636550" y="60243"/>
                  <a:pt x="1638181" y="60123"/>
                  <a:pt x="1639951" y="59883"/>
                </a:cubicBezTo>
                <a:cubicBezTo>
                  <a:pt x="1641722" y="59643"/>
                  <a:pt x="1643570" y="59265"/>
                  <a:pt x="1645496" y="58752"/>
                </a:cubicBezTo>
                <a:lnTo>
                  <a:pt x="1645496" y="65741"/>
                </a:lnTo>
                <a:close/>
                <a:moveTo>
                  <a:pt x="1697261" y="66440"/>
                </a:moveTo>
                <a:lnTo>
                  <a:pt x="1689154" y="66440"/>
                </a:lnTo>
                <a:lnTo>
                  <a:pt x="1689154" y="36574"/>
                </a:lnTo>
                <a:cubicBezTo>
                  <a:pt x="1689154" y="32971"/>
                  <a:pt x="1688479" y="30277"/>
                  <a:pt x="1687127" y="28491"/>
                </a:cubicBezTo>
                <a:cubicBezTo>
                  <a:pt x="1685776" y="26705"/>
                  <a:pt x="1683843" y="25812"/>
                  <a:pt x="1681327" y="25812"/>
                </a:cubicBezTo>
                <a:cubicBezTo>
                  <a:pt x="1680240" y="25812"/>
                  <a:pt x="1679222" y="25959"/>
                  <a:pt x="1678275" y="26254"/>
                </a:cubicBezTo>
                <a:cubicBezTo>
                  <a:pt x="1677328" y="26549"/>
                  <a:pt x="1676341" y="27062"/>
                  <a:pt x="1675316" y="27792"/>
                </a:cubicBezTo>
                <a:cubicBezTo>
                  <a:pt x="1674291" y="28522"/>
                  <a:pt x="1673173" y="29508"/>
                  <a:pt x="1671962" y="30750"/>
                </a:cubicBezTo>
                <a:cubicBezTo>
                  <a:pt x="1670750" y="31993"/>
                  <a:pt x="1669353" y="33546"/>
                  <a:pt x="1667769" y="35410"/>
                </a:cubicBezTo>
                <a:lnTo>
                  <a:pt x="1667769" y="66440"/>
                </a:lnTo>
                <a:lnTo>
                  <a:pt x="1659662" y="66440"/>
                </a:lnTo>
                <a:lnTo>
                  <a:pt x="1659662" y="559"/>
                </a:lnTo>
                <a:lnTo>
                  <a:pt x="1667769" y="559"/>
                </a:lnTo>
                <a:lnTo>
                  <a:pt x="1667769" y="19649"/>
                </a:lnTo>
                <a:lnTo>
                  <a:pt x="1667489" y="27023"/>
                </a:lnTo>
                <a:cubicBezTo>
                  <a:pt x="1668763" y="25501"/>
                  <a:pt x="1670013" y="24220"/>
                  <a:pt x="1671240" y="23179"/>
                </a:cubicBezTo>
                <a:cubicBezTo>
                  <a:pt x="1672467" y="22139"/>
                  <a:pt x="1673693" y="21292"/>
                  <a:pt x="1674920" y="20640"/>
                </a:cubicBezTo>
                <a:cubicBezTo>
                  <a:pt x="1676147" y="19988"/>
                  <a:pt x="1677398" y="19522"/>
                  <a:pt x="1678671" y="19242"/>
                </a:cubicBezTo>
                <a:cubicBezTo>
                  <a:pt x="1679945" y="18963"/>
                  <a:pt x="1681265" y="18823"/>
                  <a:pt x="1682631" y="18823"/>
                </a:cubicBezTo>
                <a:cubicBezTo>
                  <a:pt x="1687290" y="18823"/>
                  <a:pt x="1690894" y="20244"/>
                  <a:pt x="1693441" y="23086"/>
                </a:cubicBezTo>
                <a:cubicBezTo>
                  <a:pt x="1695988" y="25928"/>
                  <a:pt x="1697261" y="30207"/>
                  <a:pt x="1697261" y="35922"/>
                </a:cubicBezTo>
                <a:lnTo>
                  <a:pt x="1697261" y="66440"/>
                </a:lnTo>
                <a:close/>
                <a:moveTo>
                  <a:pt x="1751030" y="40581"/>
                </a:moveTo>
                <a:cubicBezTo>
                  <a:pt x="1751030" y="41731"/>
                  <a:pt x="1751014" y="42693"/>
                  <a:pt x="1750983" y="43470"/>
                </a:cubicBezTo>
                <a:cubicBezTo>
                  <a:pt x="1750952" y="44246"/>
                  <a:pt x="1750906" y="44976"/>
                  <a:pt x="1750843" y="45660"/>
                </a:cubicBezTo>
                <a:lnTo>
                  <a:pt x="1717996" y="45660"/>
                </a:lnTo>
                <a:cubicBezTo>
                  <a:pt x="1717996" y="50443"/>
                  <a:pt x="1719332" y="54116"/>
                  <a:pt x="1722003" y="56679"/>
                </a:cubicBezTo>
                <a:cubicBezTo>
                  <a:pt x="1724675" y="59241"/>
                  <a:pt x="1728526" y="60522"/>
                  <a:pt x="1733558" y="60522"/>
                </a:cubicBezTo>
                <a:cubicBezTo>
                  <a:pt x="1734925" y="60522"/>
                  <a:pt x="1736291" y="60467"/>
                  <a:pt x="1737658" y="60357"/>
                </a:cubicBezTo>
                <a:cubicBezTo>
                  <a:pt x="1739025" y="60245"/>
                  <a:pt x="1740345" y="60094"/>
                  <a:pt x="1741618" y="59904"/>
                </a:cubicBezTo>
                <a:cubicBezTo>
                  <a:pt x="1742892" y="59712"/>
                  <a:pt x="1744111" y="59498"/>
                  <a:pt x="1745276" y="59260"/>
                </a:cubicBezTo>
                <a:cubicBezTo>
                  <a:pt x="1746441" y="59021"/>
                  <a:pt x="1747520" y="58759"/>
                  <a:pt x="1748514" y="58472"/>
                </a:cubicBezTo>
                <a:lnTo>
                  <a:pt x="1748514" y="65135"/>
                </a:lnTo>
                <a:cubicBezTo>
                  <a:pt x="1746309" y="65770"/>
                  <a:pt x="1743816" y="66286"/>
                  <a:pt x="1741036" y="66683"/>
                </a:cubicBezTo>
                <a:cubicBezTo>
                  <a:pt x="1738256" y="67080"/>
                  <a:pt x="1735375" y="67278"/>
                  <a:pt x="1732393" y="67278"/>
                </a:cubicBezTo>
                <a:cubicBezTo>
                  <a:pt x="1728386" y="67278"/>
                  <a:pt x="1724939" y="66735"/>
                  <a:pt x="1722050" y="65648"/>
                </a:cubicBezTo>
                <a:cubicBezTo>
                  <a:pt x="1719161" y="64560"/>
                  <a:pt x="1716793" y="62984"/>
                  <a:pt x="1714945" y="60919"/>
                </a:cubicBezTo>
                <a:cubicBezTo>
                  <a:pt x="1713096" y="58853"/>
                  <a:pt x="1711730" y="56321"/>
                  <a:pt x="1710845" y="53324"/>
                </a:cubicBezTo>
                <a:cubicBezTo>
                  <a:pt x="1709959" y="50327"/>
                  <a:pt x="1709517" y="46933"/>
                  <a:pt x="1709517" y="43144"/>
                </a:cubicBezTo>
                <a:cubicBezTo>
                  <a:pt x="1709517" y="39851"/>
                  <a:pt x="1709990" y="36737"/>
                  <a:pt x="1710938" y="33802"/>
                </a:cubicBezTo>
                <a:cubicBezTo>
                  <a:pt x="1711885" y="30867"/>
                  <a:pt x="1713267" y="28289"/>
                  <a:pt x="1715084" y="26068"/>
                </a:cubicBezTo>
                <a:cubicBezTo>
                  <a:pt x="1716901" y="23847"/>
                  <a:pt x="1719130" y="22084"/>
                  <a:pt x="1721770" y="20780"/>
                </a:cubicBezTo>
                <a:cubicBezTo>
                  <a:pt x="1724410" y="19475"/>
                  <a:pt x="1727408" y="18823"/>
                  <a:pt x="1730762" y="18823"/>
                </a:cubicBezTo>
                <a:cubicBezTo>
                  <a:pt x="1734024" y="18823"/>
                  <a:pt x="1736913" y="19336"/>
                  <a:pt x="1739429" y="20361"/>
                </a:cubicBezTo>
                <a:cubicBezTo>
                  <a:pt x="1741944" y="21386"/>
                  <a:pt x="1744064" y="22838"/>
                  <a:pt x="1745788" y="24717"/>
                </a:cubicBezTo>
                <a:cubicBezTo>
                  <a:pt x="1747512" y="26596"/>
                  <a:pt x="1748817" y="28879"/>
                  <a:pt x="1749702" y="31566"/>
                </a:cubicBezTo>
                <a:cubicBezTo>
                  <a:pt x="1750587" y="34253"/>
                  <a:pt x="1751030" y="37258"/>
                  <a:pt x="1751030" y="40581"/>
                </a:cubicBezTo>
                <a:moveTo>
                  <a:pt x="1742597" y="39416"/>
                </a:moveTo>
                <a:cubicBezTo>
                  <a:pt x="1742690" y="37335"/>
                  <a:pt x="1742488" y="35433"/>
                  <a:pt x="1741991" y="33709"/>
                </a:cubicBezTo>
                <a:cubicBezTo>
                  <a:pt x="1741494" y="31985"/>
                  <a:pt x="1740725" y="30502"/>
                  <a:pt x="1739685" y="29260"/>
                </a:cubicBezTo>
                <a:cubicBezTo>
                  <a:pt x="1738644" y="28017"/>
                  <a:pt x="1737347" y="27046"/>
                  <a:pt x="1735794" y="26348"/>
                </a:cubicBezTo>
                <a:cubicBezTo>
                  <a:pt x="1734241" y="25649"/>
                  <a:pt x="1732440" y="25299"/>
                  <a:pt x="1730390" y="25299"/>
                </a:cubicBezTo>
                <a:cubicBezTo>
                  <a:pt x="1728619" y="25299"/>
                  <a:pt x="1727004" y="25641"/>
                  <a:pt x="1725544" y="26324"/>
                </a:cubicBezTo>
                <a:cubicBezTo>
                  <a:pt x="1724084" y="27008"/>
                  <a:pt x="1722826" y="27970"/>
                  <a:pt x="1721770" y="29213"/>
                </a:cubicBezTo>
                <a:cubicBezTo>
                  <a:pt x="1720714" y="30455"/>
                  <a:pt x="1719860" y="31946"/>
                  <a:pt x="1719208" y="33686"/>
                </a:cubicBezTo>
                <a:cubicBezTo>
                  <a:pt x="1718555" y="35425"/>
                  <a:pt x="1718152" y="37335"/>
                  <a:pt x="1717996" y="39416"/>
                </a:cubicBezTo>
                <a:lnTo>
                  <a:pt x="1742597" y="39416"/>
                </a:lnTo>
                <a:close/>
                <a:moveTo>
                  <a:pt x="1854747" y="40581"/>
                </a:moveTo>
                <a:cubicBezTo>
                  <a:pt x="1854747" y="41731"/>
                  <a:pt x="1854731" y="42693"/>
                  <a:pt x="1854700" y="43470"/>
                </a:cubicBezTo>
                <a:cubicBezTo>
                  <a:pt x="1854669" y="44246"/>
                  <a:pt x="1854623" y="44976"/>
                  <a:pt x="1854560" y="45660"/>
                </a:cubicBezTo>
                <a:lnTo>
                  <a:pt x="1821713" y="45660"/>
                </a:lnTo>
                <a:cubicBezTo>
                  <a:pt x="1821713" y="50443"/>
                  <a:pt x="1823049" y="54116"/>
                  <a:pt x="1825720" y="56679"/>
                </a:cubicBezTo>
                <a:cubicBezTo>
                  <a:pt x="1828391" y="59241"/>
                  <a:pt x="1832243" y="60522"/>
                  <a:pt x="1837275" y="60522"/>
                </a:cubicBezTo>
                <a:cubicBezTo>
                  <a:pt x="1838642" y="60522"/>
                  <a:pt x="1840008" y="60467"/>
                  <a:pt x="1841375" y="60357"/>
                </a:cubicBezTo>
                <a:cubicBezTo>
                  <a:pt x="1842742" y="60245"/>
                  <a:pt x="1844062" y="60094"/>
                  <a:pt x="1845335" y="59904"/>
                </a:cubicBezTo>
                <a:cubicBezTo>
                  <a:pt x="1846609" y="59712"/>
                  <a:pt x="1847828" y="59498"/>
                  <a:pt x="1848993" y="59260"/>
                </a:cubicBezTo>
                <a:cubicBezTo>
                  <a:pt x="1850158" y="59021"/>
                  <a:pt x="1851237" y="58759"/>
                  <a:pt x="1852231" y="58472"/>
                </a:cubicBezTo>
                <a:lnTo>
                  <a:pt x="1852231" y="65135"/>
                </a:lnTo>
                <a:cubicBezTo>
                  <a:pt x="1850026" y="65770"/>
                  <a:pt x="1847533" y="66286"/>
                  <a:pt x="1844753" y="66683"/>
                </a:cubicBezTo>
                <a:cubicBezTo>
                  <a:pt x="1841973" y="67080"/>
                  <a:pt x="1839092" y="67278"/>
                  <a:pt x="1836110" y="67278"/>
                </a:cubicBezTo>
                <a:cubicBezTo>
                  <a:pt x="1832103" y="67278"/>
                  <a:pt x="1828655" y="66735"/>
                  <a:pt x="1825767" y="65648"/>
                </a:cubicBezTo>
                <a:cubicBezTo>
                  <a:pt x="1822878" y="64560"/>
                  <a:pt x="1820510" y="62984"/>
                  <a:pt x="1818662" y="60919"/>
                </a:cubicBezTo>
                <a:cubicBezTo>
                  <a:pt x="1816813" y="58853"/>
                  <a:pt x="1815447" y="56321"/>
                  <a:pt x="1814562" y="53324"/>
                </a:cubicBezTo>
                <a:cubicBezTo>
                  <a:pt x="1813676" y="50327"/>
                  <a:pt x="1813234" y="46933"/>
                  <a:pt x="1813234" y="43144"/>
                </a:cubicBezTo>
                <a:cubicBezTo>
                  <a:pt x="1813234" y="39851"/>
                  <a:pt x="1813707" y="36737"/>
                  <a:pt x="1814655" y="33802"/>
                </a:cubicBezTo>
                <a:cubicBezTo>
                  <a:pt x="1815602" y="30867"/>
                  <a:pt x="1816984" y="28289"/>
                  <a:pt x="1818801" y="26068"/>
                </a:cubicBezTo>
                <a:cubicBezTo>
                  <a:pt x="1820618" y="23847"/>
                  <a:pt x="1822847" y="22084"/>
                  <a:pt x="1825487" y="20780"/>
                </a:cubicBezTo>
                <a:cubicBezTo>
                  <a:pt x="1828127" y="19475"/>
                  <a:pt x="1831125" y="18823"/>
                  <a:pt x="1834479" y="18823"/>
                </a:cubicBezTo>
                <a:cubicBezTo>
                  <a:pt x="1837741" y="18823"/>
                  <a:pt x="1840630" y="19336"/>
                  <a:pt x="1843145" y="20361"/>
                </a:cubicBezTo>
                <a:cubicBezTo>
                  <a:pt x="1845661" y="21386"/>
                  <a:pt x="1847781" y="22838"/>
                  <a:pt x="1849505" y="24717"/>
                </a:cubicBezTo>
                <a:cubicBezTo>
                  <a:pt x="1851229" y="26596"/>
                  <a:pt x="1852534" y="28879"/>
                  <a:pt x="1853419" y="31566"/>
                </a:cubicBezTo>
                <a:cubicBezTo>
                  <a:pt x="1854304" y="34253"/>
                  <a:pt x="1854747" y="37258"/>
                  <a:pt x="1854747" y="40581"/>
                </a:cubicBezTo>
                <a:moveTo>
                  <a:pt x="1846314" y="39416"/>
                </a:moveTo>
                <a:cubicBezTo>
                  <a:pt x="1846407" y="37335"/>
                  <a:pt x="1846205" y="35433"/>
                  <a:pt x="1845708" y="33709"/>
                </a:cubicBezTo>
                <a:cubicBezTo>
                  <a:pt x="1845211" y="31985"/>
                  <a:pt x="1844442" y="30502"/>
                  <a:pt x="1843402" y="29260"/>
                </a:cubicBezTo>
                <a:cubicBezTo>
                  <a:pt x="1842361" y="28017"/>
                  <a:pt x="1841064" y="27046"/>
                  <a:pt x="1839511" y="26348"/>
                </a:cubicBezTo>
                <a:cubicBezTo>
                  <a:pt x="1837958" y="25649"/>
                  <a:pt x="1836157" y="25299"/>
                  <a:pt x="1834107" y="25299"/>
                </a:cubicBezTo>
                <a:cubicBezTo>
                  <a:pt x="1832336" y="25299"/>
                  <a:pt x="1830721" y="25641"/>
                  <a:pt x="1829261" y="26324"/>
                </a:cubicBezTo>
                <a:cubicBezTo>
                  <a:pt x="1827801" y="27008"/>
                  <a:pt x="1826543" y="27970"/>
                  <a:pt x="1825487" y="29213"/>
                </a:cubicBezTo>
                <a:cubicBezTo>
                  <a:pt x="1824431" y="30455"/>
                  <a:pt x="1823577" y="31946"/>
                  <a:pt x="1822925" y="33686"/>
                </a:cubicBezTo>
                <a:cubicBezTo>
                  <a:pt x="1822272" y="35425"/>
                  <a:pt x="1821869" y="37335"/>
                  <a:pt x="1821713" y="39416"/>
                </a:cubicBezTo>
                <a:lnTo>
                  <a:pt x="1846314" y="39416"/>
                </a:lnTo>
                <a:close/>
                <a:moveTo>
                  <a:pt x="1869006" y="19662"/>
                </a:moveTo>
                <a:lnTo>
                  <a:pt x="1876414" y="19662"/>
                </a:lnTo>
                <a:lnTo>
                  <a:pt x="1876647" y="28259"/>
                </a:lnTo>
                <a:cubicBezTo>
                  <a:pt x="1879411" y="24943"/>
                  <a:pt x="1882137" y="22542"/>
                  <a:pt x="1884824" y="21055"/>
                </a:cubicBezTo>
                <a:cubicBezTo>
                  <a:pt x="1887510" y="19567"/>
                  <a:pt x="1890221" y="18823"/>
                  <a:pt x="1892954" y="18823"/>
                </a:cubicBezTo>
                <a:cubicBezTo>
                  <a:pt x="1897799" y="18823"/>
                  <a:pt x="1901472" y="20388"/>
                  <a:pt x="1903973" y="23517"/>
                </a:cubicBezTo>
                <a:cubicBezTo>
                  <a:pt x="1906473" y="26647"/>
                  <a:pt x="1907630" y="31294"/>
                  <a:pt x="1907444" y="37460"/>
                </a:cubicBezTo>
                <a:lnTo>
                  <a:pt x="1899244" y="37460"/>
                </a:lnTo>
                <a:cubicBezTo>
                  <a:pt x="1899337" y="33376"/>
                  <a:pt x="1898739" y="30414"/>
                  <a:pt x="1897450" y="28574"/>
                </a:cubicBezTo>
                <a:cubicBezTo>
                  <a:pt x="1896161" y="26732"/>
                  <a:pt x="1894274" y="25812"/>
                  <a:pt x="1891789" y="25812"/>
                </a:cubicBezTo>
                <a:cubicBezTo>
                  <a:pt x="1890702" y="25812"/>
                  <a:pt x="1889607" y="26005"/>
                  <a:pt x="1888504" y="26393"/>
                </a:cubicBezTo>
                <a:cubicBezTo>
                  <a:pt x="1887402" y="26779"/>
                  <a:pt x="1886268" y="27397"/>
                  <a:pt x="1885103" y="28248"/>
                </a:cubicBezTo>
                <a:cubicBezTo>
                  <a:pt x="1883938" y="29098"/>
                  <a:pt x="1882704" y="30188"/>
                  <a:pt x="1881399" y="31519"/>
                </a:cubicBezTo>
                <a:cubicBezTo>
                  <a:pt x="1880095" y="32849"/>
                  <a:pt x="1878697" y="34457"/>
                  <a:pt x="1877206" y="36344"/>
                </a:cubicBezTo>
                <a:lnTo>
                  <a:pt x="1877206" y="66440"/>
                </a:lnTo>
                <a:lnTo>
                  <a:pt x="1869006" y="66440"/>
                </a:lnTo>
                <a:lnTo>
                  <a:pt x="1869006" y="19662"/>
                </a:lnTo>
                <a:close/>
                <a:moveTo>
                  <a:pt x="1920864" y="19662"/>
                </a:moveTo>
                <a:lnTo>
                  <a:pt x="1928272" y="19662"/>
                </a:lnTo>
                <a:lnTo>
                  <a:pt x="1928505" y="28259"/>
                </a:lnTo>
                <a:cubicBezTo>
                  <a:pt x="1931270" y="24943"/>
                  <a:pt x="1933995" y="22542"/>
                  <a:pt x="1936682" y="21055"/>
                </a:cubicBezTo>
                <a:cubicBezTo>
                  <a:pt x="1939369" y="19567"/>
                  <a:pt x="1942079" y="18823"/>
                  <a:pt x="1944812" y="18823"/>
                </a:cubicBezTo>
                <a:cubicBezTo>
                  <a:pt x="1949658" y="18823"/>
                  <a:pt x="1953331" y="20388"/>
                  <a:pt x="1955831" y="23517"/>
                </a:cubicBezTo>
                <a:cubicBezTo>
                  <a:pt x="1958332" y="26647"/>
                  <a:pt x="1959489" y="31294"/>
                  <a:pt x="1959302" y="37460"/>
                </a:cubicBezTo>
                <a:lnTo>
                  <a:pt x="1951102" y="37460"/>
                </a:lnTo>
                <a:cubicBezTo>
                  <a:pt x="1951195" y="33376"/>
                  <a:pt x="1950598" y="30414"/>
                  <a:pt x="1949308" y="28574"/>
                </a:cubicBezTo>
                <a:cubicBezTo>
                  <a:pt x="1948019" y="26732"/>
                  <a:pt x="1946133" y="25812"/>
                  <a:pt x="1943648" y="25812"/>
                </a:cubicBezTo>
                <a:cubicBezTo>
                  <a:pt x="1942560" y="25812"/>
                  <a:pt x="1941466" y="26005"/>
                  <a:pt x="1940363" y="26393"/>
                </a:cubicBezTo>
                <a:cubicBezTo>
                  <a:pt x="1939260" y="26779"/>
                  <a:pt x="1938127" y="27397"/>
                  <a:pt x="1936962" y="28248"/>
                </a:cubicBezTo>
                <a:cubicBezTo>
                  <a:pt x="1935797" y="29098"/>
                  <a:pt x="1934562" y="30188"/>
                  <a:pt x="1933258" y="31519"/>
                </a:cubicBezTo>
                <a:cubicBezTo>
                  <a:pt x="1931953" y="32849"/>
                  <a:pt x="1930555" y="34457"/>
                  <a:pt x="1929064" y="36344"/>
                </a:cubicBezTo>
                <a:lnTo>
                  <a:pt x="1929064" y="66440"/>
                </a:lnTo>
                <a:lnTo>
                  <a:pt x="1920864" y="66440"/>
                </a:lnTo>
                <a:lnTo>
                  <a:pt x="1920864" y="19662"/>
                </a:lnTo>
                <a:close/>
                <a:moveTo>
                  <a:pt x="2011534" y="42678"/>
                </a:moveTo>
                <a:cubicBezTo>
                  <a:pt x="2011534" y="46312"/>
                  <a:pt x="2011021" y="49643"/>
                  <a:pt x="2009996" y="52672"/>
                </a:cubicBezTo>
                <a:cubicBezTo>
                  <a:pt x="2008971" y="55700"/>
                  <a:pt x="2007496" y="58294"/>
                  <a:pt x="2005570" y="60453"/>
                </a:cubicBezTo>
                <a:cubicBezTo>
                  <a:pt x="2003644" y="62611"/>
                  <a:pt x="2001299" y="64289"/>
                  <a:pt x="1998535" y="65485"/>
                </a:cubicBezTo>
                <a:cubicBezTo>
                  <a:pt x="1995770" y="66680"/>
                  <a:pt x="1992633" y="67278"/>
                  <a:pt x="1989123" y="67278"/>
                </a:cubicBezTo>
                <a:cubicBezTo>
                  <a:pt x="1985768" y="67278"/>
                  <a:pt x="1982763" y="66758"/>
                  <a:pt x="1980108" y="65717"/>
                </a:cubicBezTo>
                <a:cubicBezTo>
                  <a:pt x="1977452" y="64677"/>
                  <a:pt x="1975200" y="63147"/>
                  <a:pt x="1973352" y="61128"/>
                </a:cubicBezTo>
                <a:cubicBezTo>
                  <a:pt x="1971504" y="59109"/>
                  <a:pt x="1970090" y="56609"/>
                  <a:pt x="1969112" y="53627"/>
                </a:cubicBezTo>
                <a:cubicBezTo>
                  <a:pt x="1968134" y="50645"/>
                  <a:pt x="1967644" y="47213"/>
                  <a:pt x="1967644" y="43330"/>
                </a:cubicBezTo>
                <a:cubicBezTo>
                  <a:pt x="1967644" y="39696"/>
                  <a:pt x="1968157" y="36380"/>
                  <a:pt x="1969182" y="33383"/>
                </a:cubicBezTo>
                <a:cubicBezTo>
                  <a:pt x="1970207" y="30385"/>
                  <a:pt x="1971682" y="27807"/>
                  <a:pt x="1973608" y="25649"/>
                </a:cubicBezTo>
                <a:cubicBezTo>
                  <a:pt x="1975534" y="23490"/>
                  <a:pt x="1977879" y="21813"/>
                  <a:pt x="1980643" y="20617"/>
                </a:cubicBezTo>
                <a:cubicBezTo>
                  <a:pt x="1983408" y="19421"/>
                  <a:pt x="1986545" y="18823"/>
                  <a:pt x="1990055" y="18823"/>
                </a:cubicBezTo>
                <a:cubicBezTo>
                  <a:pt x="1993409" y="18823"/>
                  <a:pt x="1996415" y="19343"/>
                  <a:pt x="1999070" y="20384"/>
                </a:cubicBezTo>
                <a:cubicBezTo>
                  <a:pt x="2001726" y="21424"/>
                  <a:pt x="2003978" y="22946"/>
                  <a:pt x="2005826" y="24950"/>
                </a:cubicBezTo>
                <a:cubicBezTo>
                  <a:pt x="2007674" y="26953"/>
                  <a:pt x="2009088" y="29446"/>
                  <a:pt x="2010066" y="32428"/>
                </a:cubicBezTo>
                <a:cubicBezTo>
                  <a:pt x="2011044" y="35410"/>
                  <a:pt x="2011534" y="38826"/>
                  <a:pt x="2011534" y="42678"/>
                </a:cubicBezTo>
                <a:moveTo>
                  <a:pt x="2003240" y="43051"/>
                </a:moveTo>
                <a:cubicBezTo>
                  <a:pt x="2003240" y="40162"/>
                  <a:pt x="2002922" y="37638"/>
                  <a:pt x="2002285" y="35480"/>
                </a:cubicBezTo>
                <a:cubicBezTo>
                  <a:pt x="2001648" y="33321"/>
                  <a:pt x="2000740" y="31519"/>
                  <a:pt x="1999560" y="30075"/>
                </a:cubicBezTo>
                <a:cubicBezTo>
                  <a:pt x="1998379" y="28631"/>
                  <a:pt x="1996943" y="27543"/>
                  <a:pt x="1995250" y="26813"/>
                </a:cubicBezTo>
                <a:cubicBezTo>
                  <a:pt x="1993557" y="26084"/>
                  <a:pt x="1991670" y="25719"/>
                  <a:pt x="1989589" y="25719"/>
                </a:cubicBezTo>
                <a:cubicBezTo>
                  <a:pt x="1987166" y="25719"/>
                  <a:pt x="1985093" y="26192"/>
                  <a:pt x="1983369" y="27140"/>
                </a:cubicBezTo>
                <a:cubicBezTo>
                  <a:pt x="1981645" y="28087"/>
                  <a:pt x="1980232" y="29353"/>
                  <a:pt x="1979129" y="30937"/>
                </a:cubicBezTo>
                <a:cubicBezTo>
                  <a:pt x="1978026" y="32521"/>
                  <a:pt x="1977219" y="34361"/>
                  <a:pt x="1976706" y="36458"/>
                </a:cubicBezTo>
                <a:cubicBezTo>
                  <a:pt x="1976194" y="38555"/>
                  <a:pt x="1975938" y="40752"/>
                  <a:pt x="1975938" y="43051"/>
                </a:cubicBezTo>
                <a:cubicBezTo>
                  <a:pt x="1975938" y="45939"/>
                  <a:pt x="1976256" y="48471"/>
                  <a:pt x="1976893" y="50645"/>
                </a:cubicBezTo>
                <a:cubicBezTo>
                  <a:pt x="1977529" y="52819"/>
                  <a:pt x="1978438" y="54629"/>
                  <a:pt x="1979618" y="56073"/>
                </a:cubicBezTo>
                <a:cubicBezTo>
                  <a:pt x="1980799" y="57517"/>
                  <a:pt x="1982227" y="58604"/>
                  <a:pt x="1983905" y="59334"/>
                </a:cubicBezTo>
                <a:cubicBezTo>
                  <a:pt x="1985582" y="60064"/>
                  <a:pt x="1987477" y="60429"/>
                  <a:pt x="1989589" y="60429"/>
                </a:cubicBezTo>
                <a:cubicBezTo>
                  <a:pt x="1992012" y="60429"/>
                  <a:pt x="1994085" y="59956"/>
                  <a:pt x="1995809" y="59008"/>
                </a:cubicBezTo>
                <a:cubicBezTo>
                  <a:pt x="1997533" y="58061"/>
                  <a:pt x="1998946" y="56795"/>
                  <a:pt x="2000049" y="55211"/>
                </a:cubicBezTo>
                <a:cubicBezTo>
                  <a:pt x="2001151" y="53627"/>
                  <a:pt x="2001959" y="51787"/>
                  <a:pt x="2002472" y="49690"/>
                </a:cubicBezTo>
                <a:cubicBezTo>
                  <a:pt x="2002984" y="47593"/>
                  <a:pt x="2003240" y="45380"/>
                  <a:pt x="2003240" y="43051"/>
                </a:cubicBezTo>
                <a:close/>
                <a:moveTo>
                  <a:pt x="2024581" y="19662"/>
                </a:moveTo>
                <a:lnTo>
                  <a:pt x="2031989" y="19662"/>
                </a:lnTo>
                <a:lnTo>
                  <a:pt x="2032222" y="28259"/>
                </a:lnTo>
                <a:cubicBezTo>
                  <a:pt x="2034987" y="24943"/>
                  <a:pt x="2037712" y="22542"/>
                  <a:pt x="2040399" y="21055"/>
                </a:cubicBezTo>
                <a:cubicBezTo>
                  <a:pt x="2043086" y="19567"/>
                  <a:pt x="2045796" y="18823"/>
                  <a:pt x="2048529" y="18823"/>
                </a:cubicBezTo>
                <a:cubicBezTo>
                  <a:pt x="2053375" y="18823"/>
                  <a:pt x="2057048" y="20388"/>
                  <a:pt x="2059548" y="23517"/>
                </a:cubicBezTo>
                <a:cubicBezTo>
                  <a:pt x="2062049" y="26647"/>
                  <a:pt x="2063206" y="31294"/>
                  <a:pt x="2063019" y="37460"/>
                </a:cubicBezTo>
                <a:lnTo>
                  <a:pt x="2054819" y="37460"/>
                </a:lnTo>
                <a:cubicBezTo>
                  <a:pt x="2054912" y="33376"/>
                  <a:pt x="2054314" y="30414"/>
                  <a:pt x="2053025" y="28574"/>
                </a:cubicBezTo>
                <a:cubicBezTo>
                  <a:pt x="2051736" y="26732"/>
                  <a:pt x="2049849" y="25812"/>
                  <a:pt x="2047365" y="25812"/>
                </a:cubicBezTo>
                <a:cubicBezTo>
                  <a:pt x="2046277" y="25812"/>
                  <a:pt x="2045183" y="26005"/>
                  <a:pt x="2044080" y="26393"/>
                </a:cubicBezTo>
                <a:cubicBezTo>
                  <a:pt x="2042977" y="26779"/>
                  <a:pt x="2041843" y="27397"/>
                  <a:pt x="2040679" y="28248"/>
                </a:cubicBezTo>
                <a:cubicBezTo>
                  <a:pt x="2039514" y="29098"/>
                  <a:pt x="2038279" y="30188"/>
                  <a:pt x="2036975" y="31519"/>
                </a:cubicBezTo>
                <a:cubicBezTo>
                  <a:pt x="2035670" y="32849"/>
                  <a:pt x="2034272" y="34457"/>
                  <a:pt x="2032781" y="36344"/>
                </a:cubicBezTo>
                <a:lnTo>
                  <a:pt x="2032781" y="66440"/>
                </a:lnTo>
                <a:lnTo>
                  <a:pt x="2024581" y="66440"/>
                </a:lnTo>
                <a:lnTo>
                  <a:pt x="2024581" y="19662"/>
                </a:lnTo>
                <a:close/>
                <a:moveTo>
                  <a:pt x="2142322" y="26371"/>
                </a:moveTo>
                <a:lnTo>
                  <a:pt x="2128485" y="26371"/>
                </a:lnTo>
                <a:lnTo>
                  <a:pt x="2128485" y="19662"/>
                </a:lnTo>
                <a:lnTo>
                  <a:pt x="2150522" y="19662"/>
                </a:lnTo>
                <a:lnTo>
                  <a:pt x="2150522" y="59684"/>
                </a:lnTo>
                <a:lnTo>
                  <a:pt x="2164453" y="59684"/>
                </a:lnTo>
                <a:lnTo>
                  <a:pt x="2164453" y="66440"/>
                </a:lnTo>
                <a:lnTo>
                  <a:pt x="2126947" y="66440"/>
                </a:lnTo>
                <a:lnTo>
                  <a:pt x="2126947" y="59684"/>
                </a:lnTo>
                <a:lnTo>
                  <a:pt x="2142322" y="59684"/>
                </a:lnTo>
                <a:lnTo>
                  <a:pt x="2142322" y="26371"/>
                </a:lnTo>
                <a:moveTo>
                  <a:pt x="2145164" y="0"/>
                </a:moveTo>
                <a:cubicBezTo>
                  <a:pt x="2146065" y="0"/>
                  <a:pt x="2146904" y="163"/>
                  <a:pt x="2147680" y="489"/>
                </a:cubicBezTo>
                <a:cubicBezTo>
                  <a:pt x="2148457" y="815"/>
                  <a:pt x="2149132" y="1274"/>
                  <a:pt x="2149707" y="1864"/>
                </a:cubicBezTo>
                <a:cubicBezTo>
                  <a:pt x="2150282" y="2454"/>
                  <a:pt x="2150732" y="3129"/>
                  <a:pt x="2151058" y="3890"/>
                </a:cubicBezTo>
                <a:cubicBezTo>
                  <a:pt x="2151384" y="4651"/>
                  <a:pt x="2151547" y="5482"/>
                  <a:pt x="2151547" y="6383"/>
                </a:cubicBezTo>
                <a:cubicBezTo>
                  <a:pt x="2151547" y="7253"/>
                  <a:pt x="2151384" y="8076"/>
                  <a:pt x="2151058" y="8852"/>
                </a:cubicBezTo>
                <a:cubicBezTo>
                  <a:pt x="2150732" y="9629"/>
                  <a:pt x="2150282" y="10312"/>
                  <a:pt x="2149707" y="10902"/>
                </a:cubicBezTo>
                <a:cubicBezTo>
                  <a:pt x="2149132" y="11493"/>
                  <a:pt x="2148457" y="11951"/>
                  <a:pt x="2147680" y="12277"/>
                </a:cubicBezTo>
                <a:cubicBezTo>
                  <a:pt x="2146904" y="12603"/>
                  <a:pt x="2146065" y="12766"/>
                  <a:pt x="2145164" y="12766"/>
                </a:cubicBezTo>
                <a:cubicBezTo>
                  <a:pt x="2144264" y="12766"/>
                  <a:pt x="2143425" y="12603"/>
                  <a:pt x="2142648" y="12277"/>
                </a:cubicBezTo>
                <a:cubicBezTo>
                  <a:pt x="2141872" y="11951"/>
                  <a:pt x="2141196" y="11493"/>
                  <a:pt x="2140622" y="10902"/>
                </a:cubicBezTo>
                <a:cubicBezTo>
                  <a:pt x="2140047" y="10312"/>
                  <a:pt x="2139597" y="9629"/>
                  <a:pt x="2139270" y="8852"/>
                </a:cubicBezTo>
                <a:cubicBezTo>
                  <a:pt x="2138944" y="8076"/>
                  <a:pt x="2138781" y="7253"/>
                  <a:pt x="2138781" y="6383"/>
                </a:cubicBezTo>
                <a:cubicBezTo>
                  <a:pt x="2138781" y="5482"/>
                  <a:pt x="2138944" y="4651"/>
                  <a:pt x="2139270" y="3890"/>
                </a:cubicBezTo>
                <a:cubicBezTo>
                  <a:pt x="2139597" y="3129"/>
                  <a:pt x="2140047" y="2454"/>
                  <a:pt x="2140622" y="1864"/>
                </a:cubicBezTo>
                <a:cubicBezTo>
                  <a:pt x="2141196" y="1274"/>
                  <a:pt x="2141872" y="815"/>
                  <a:pt x="2142648" y="489"/>
                </a:cubicBezTo>
                <a:cubicBezTo>
                  <a:pt x="2143425" y="163"/>
                  <a:pt x="2144264" y="0"/>
                  <a:pt x="2145164" y="0"/>
                </a:cubicBezTo>
                <a:close/>
                <a:moveTo>
                  <a:pt x="2215287" y="53674"/>
                </a:moveTo>
                <a:cubicBezTo>
                  <a:pt x="2215287" y="55320"/>
                  <a:pt x="2215007" y="56795"/>
                  <a:pt x="2214448" y="58100"/>
                </a:cubicBezTo>
                <a:cubicBezTo>
                  <a:pt x="2213889" y="59404"/>
                  <a:pt x="2213128" y="60561"/>
                  <a:pt x="2212165" y="61571"/>
                </a:cubicBezTo>
                <a:cubicBezTo>
                  <a:pt x="2211202" y="62580"/>
                  <a:pt x="2210084" y="63442"/>
                  <a:pt x="2208810" y="64157"/>
                </a:cubicBezTo>
                <a:cubicBezTo>
                  <a:pt x="2207537" y="64871"/>
                  <a:pt x="2206178" y="65461"/>
                  <a:pt x="2204734" y="65927"/>
                </a:cubicBezTo>
                <a:cubicBezTo>
                  <a:pt x="2203289" y="66393"/>
                  <a:pt x="2201806" y="66735"/>
                  <a:pt x="2200284" y="66952"/>
                </a:cubicBezTo>
                <a:cubicBezTo>
                  <a:pt x="2198762" y="67170"/>
                  <a:pt x="2197271" y="67278"/>
                  <a:pt x="2195811" y="67278"/>
                </a:cubicBezTo>
                <a:cubicBezTo>
                  <a:pt x="2192643" y="67278"/>
                  <a:pt x="2189731" y="67139"/>
                  <a:pt x="2187075" y="66859"/>
                </a:cubicBezTo>
                <a:cubicBezTo>
                  <a:pt x="2184420" y="66579"/>
                  <a:pt x="2181818" y="66129"/>
                  <a:pt x="2179271" y="65508"/>
                </a:cubicBezTo>
                <a:lnTo>
                  <a:pt x="2179271" y="58053"/>
                </a:lnTo>
                <a:cubicBezTo>
                  <a:pt x="2182005" y="58830"/>
                  <a:pt x="2184722" y="59420"/>
                  <a:pt x="2187425" y="59824"/>
                </a:cubicBezTo>
                <a:cubicBezTo>
                  <a:pt x="2190127" y="60227"/>
                  <a:pt x="2192814" y="60429"/>
                  <a:pt x="2195485" y="60429"/>
                </a:cubicBezTo>
                <a:cubicBezTo>
                  <a:pt x="2199368" y="60429"/>
                  <a:pt x="2202241" y="59901"/>
                  <a:pt x="2204105" y="58845"/>
                </a:cubicBezTo>
                <a:cubicBezTo>
                  <a:pt x="2205968" y="57789"/>
                  <a:pt x="2206900" y="56283"/>
                  <a:pt x="2206900" y="54326"/>
                </a:cubicBezTo>
                <a:cubicBezTo>
                  <a:pt x="2206900" y="53487"/>
                  <a:pt x="2206752" y="52734"/>
                  <a:pt x="2206457" y="52066"/>
                </a:cubicBezTo>
                <a:cubicBezTo>
                  <a:pt x="2206162" y="51398"/>
                  <a:pt x="2205627" y="50762"/>
                  <a:pt x="2204850" y="50156"/>
                </a:cubicBezTo>
                <a:cubicBezTo>
                  <a:pt x="2204073" y="49550"/>
                  <a:pt x="2202870" y="48921"/>
                  <a:pt x="2201239" y="48269"/>
                </a:cubicBezTo>
                <a:cubicBezTo>
                  <a:pt x="2199608" y="47617"/>
                  <a:pt x="2197380" y="46871"/>
                  <a:pt x="2194553" y="46033"/>
                </a:cubicBezTo>
                <a:cubicBezTo>
                  <a:pt x="2192441" y="45411"/>
                  <a:pt x="2190492" y="44705"/>
                  <a:pt x="2188706" y="43913"/>
                </a:cubicBezTo>
                <a:cubicBezTo>
                  <a:pt x="2186920" y="43121"/>
                  <a:pt x="2185375" y="42181"/>
                  <a:pt x="2184070" y="41094"/>
                </a:cubicBezTo>
                <a:cubicBezTo>
                  <a:pt x="2182766" y="40007"/>
                  <a:pt x="2181741" y="38733"/>
                  <a:pt x="2180995" y="37273"/>
                </a:cubicBezTo>
                <a:cubicBezTo>
                  <a:pt x="2180250" y="35813"/>
                  <a:pt x="2179877" y="34090"/>
                  <a:pt x="2179877" y="32102"/>
                </a:cubicBezTo>
                <a:cubicBezTo>
                  <a:pt x="2179877" y="30797"/>
                  <a:pt x="2180180" y="29368"/>
                  <a:pt x="2180785" y="27815"/>
                </a:cubicBezTo>
                <a:cubicBezTo>
                  <a:pt x="2181391" y="26262"/>
                  <a:pt x="2182424" y="24818"/>
                  <a:pt x="2183884" y="23482"/>
                </a:cubicBezTo>
                <a:cubicBezTo>
                  <a:pt x="2185344" y="22147"/>
                  <a:pt x="2187316" y="21036"/>
                  <a:pt x="2189801" y="20151"/>
                </a:cubicBezTo>
                <a:cubicBezTo>
                  <a:pt x="2192286" y="19266"/>
                  <a:pt x="2195392" y="18823"/>
                  <a:pt x="2199119" y="18823"/>
                </a:cubicBezTo>
                <a:cubicBezTo>
                  <a:pt x="2200952" y="18823"/>
                  <a:pt x="2202986" y="18924"/>
                  <a:pt x="2205223" y="19126"/>
                </a:cubicBezTo>
                <a:cubicBezTo>
                  <a:pt x="2207459" y="19328"/>
                  <a:pt x="2209789" y="19677"/>
                  <a:pt x="2212211" y="20174"/>
                </a:cubicBezTo>
                <a:lnTo>
                  <a:pt x="2212211" y="27396"/>
                </a:lnTo>
                <a:cubicBezTo>
                  <a:pt x="2209664" y="26775"/>
                  <a:pt x="2207249" y="26316"/>
                  <a:pt x="2204966" y="26021"/>
                </a:cubicBezTo>
                <a:cubicBezTo>
                  <a:pt x="2202683" y="25726"/>
                  <a:pt x="2200703" y="25579"/>
                  <a:pt x="2199026" y="25579"/>
                </a:cubicBezTo>
                <a:cubicBezTo>
                  <a:pt x="2197007" y="25579"/>
                  <a:pt x="2195306" y="25734"/>
                  <a:pt x="2193924" y="26045"/>
                </a:cubicBezTo>
                <a:cubicBezTo>
                  <a:pt x="2192542" y="26355"/>
                  <a:pt x="2191424" y="26782"/>
                  <a:pt x="2190570" y="27326"/>
                </a:cubicBezTo>
                <a:cubicBezTo>
                  <a:pt x="2189715" y="27870"/>
                  <a:pt x="2189102" y="28506"/>
                  <a:pt x="2188729" y="29236"/>
                </a:cubicBezTo>
                <a:cubicBezTo>
                  <a:pt x="2188357" y="29966"/>
                  <a:pt x="2188170" y="30750"/>
                  <a:pt x="2188170" y="31589"/>
                </a:cubicBezTo>
                <a:cubicBezTo>
                  <a:pt x="2188170" y="32428"/>
                  <a:pt x="2188333" y="33189"/>
                  <a:pt x="2188659" y="33872"/>
                </a:cubicBezTo>
                <a:cubicBezTo>
                  <a:pt x="2188986" y="34555"/>
                  <a:pt x="2189591" y="35215"/>
                  <a:pt x="2190476" y="35852"/>
                </a:cubicBezTo>
                <a:cubicBezTo>
                  <a:pt x="2191362" y="36489"/>
                  <a:pt x="2192596" y="37126"/>
                  <a:pt x="2194181" y="37762"/>
                </a:cubicBezTo>
                <a:cubicBezTo>
                  <a:pt x="2195765" y="38399"/>
                  <a:pt x="2197830" y="39090"/>
                  <a:pt x="2200377" y="39836"/>
                </a:cubicBezTo>
                <a:cubicBezTo>
                  <a:pt x="2203142" y="40643"/>
                  <a:pt x="2205471" y="41490"/>
                  <a:pt x="2207366" y="42375"/>
                </a:cubicBezTo>
                <a:cubicBezTo>
                  <a:pt x="2209261" y="43260"/>
                  <a:pt x="2210798" y="44246"/>
                  <a:pt x="2211979" y="45334"/>
                </a:cubicBezTo>
                <a:cubicBezTo>
                  <a:pt x="2213159" y="46421"/>
                  <a:pt x="2214005" y="47648"/>
                  <a:pt x="2214518" y="49014"/>
                </a:cubicBezTo>
                <a:cubicBezTo>
                  <a:pt x="2215030" y="50381"/>
                  <a:pt x="2215287" y="51934"/>
                  <a:pt x="2215287" y="53674"/>
                </a:cubicBezTo>
                <a:close/>
                <a:moveTo>
                  <a:pt x="2283874" y="19662"/>
                </a:moveTo>
                <a:lnTo>
                  <a:pt x="2291282" y="19662"/>
                </a:lnTo>
                <a:lnTo>
                  <a:pt x="2291515" y="28259"/>
                </a:lnTo>
                <a:cubicBezTo>
                  <a:pt x="2294279" y="24943"/>
                  <a:pt x="2297005" y="22542"/>
                  <a:pt x="2299692" y="21055"/>
                </a:cubicBezTo>
                <a:cubicBezTo>
                  <a:pt x="2302378" y="19567"/>
                  <a:pt x="2305088" y="18823"/>
                  <a:pt x="2307822" y="18823"/>
                </a:cubicBezTo>
                <a:cubicBezTo>
                  <a:pt x="2312667" y="18823"/>
                  <a:pt x="2316340" y="20388"/>
                  <a:pt x="2318841" y="23517"/>
                </a:cubicBezTo>
                <a:cubicBezTo>
                  <a:pt x="2321341" y="26647"/>
                  <a:pt x="2322498" y="31294"/>
                  <a:pt x="2322312" y="37460"/>
                </a:cubicBezTo>
                <a:lnTo>
                  <a:pt x="2314112" y="37460"/>
                </a:lnTo>
                <a:cubicBezTo>
                  <a:pt x="2314205" y="33376"/>
                  <a:pt x="2313607" y="30414"/>
                  <a:pt x="2312318" y="28574"/>
                </a:cubicBezTo>
                <a:cubicBezTo>
                  <a:pt x="2311029" y="26732"/>
                  <a:pt x="2309142" y="25812"/>
                  <a:pt x="2306657" y="25812"/>
                </a:cubicBezTo>
                <a:cubicBezTo>
                  <a:pt x="2305570" y="25812"/>
                  <a:pt x="2304475" y="26005"/>
                  <a:pt x="2303372" y="26393"/>
                </a:cubicBezTo>
                <a:cubicBezTo>
                  <a:pt x="2302270" y="26779"/>
                  <a:pt x="2301136" y="27397"/>
                  <a:pt x="2299971" y="28248"/>
                </a:cubicBezTo>
                <a:cubicBezTo>
                  <a:pt x="2298806" y="29098"/>
                  <a:pt x="2297572" y="30188"/>
                  <a:pt x="2296267" y="31519"/>
                </a:cubicBezTo>
                <a:cubicBezTo>
                  <a:pt x="2294962" y="32849"/>
                  <a:pt x="2293565" y="34457"/>
                  <a:pt x="2292074" y="36344"/>
                </a:cubicBezTo>
                <a:lnTo>
                  <a:pt x="2292074" y="66440"/>
                </a:lnTo>
                <a:lnTo>
                  <a:pt x="2283874" y="66440"/>
                </a:lnTo>
                <a:lnTo>
                  <a:pt x="2283874" y="19662"/>
                </a:lnTo>
                <a:close/>
                <a:moveTo>
                  <a:pt x="2373332" y="40581"/>
                </a:moveTo>
                <a:cubicBezTo>
                  <a:pt x="2373332" y="41731"/>
                  <a:pt x="2373316" y="42693"/>
                  <a:pt x="2373285" y="43470"/>
                </a:cubicBezTo>
                <a:cubicBezTo>
                  <a:pt x="2373254" y="44246"/>
                  <a:pt x="2373207" y="44976"/>
                  <a:pt x="2373145" y="45660"/>
                </a:cubicBezTo>
                <a:lnTo>
                  <a:pt x="2340298" y="45660"/>
                </a:lnTo>
                <a:cubicBezTo>
                  <a:pt x="2340298" y="50443"/>
                  <a:pt x="2341634" y="54116"/>
                  <a:pt x="2344305" y="56679"/>
                </a:cubicBezTo>
                <a:cubicBezTo>
                  <a:pt x="2346976" y="59241"/>
                  <a:pt x="2350828" y="60522"/>
                  <a:pt x="2355860" y="60522"/>
                </a:cubicBezTo>
                <a:cubicBezTo>
                  <a:pt x="2357226" y="60522"/>
                  <a:pt x="2358593" y="60467"/>
                  <a:pt x="2359960" y="60357"/>
                </a:cubicBezTo>
                <a:cubicBezTo>
                  <a:pt x="2361326" y="60245"/>
                  <a:pt x="2362647" y="60094"/>
                  <a:pt x="2363920" y="59904"/>
                </a:cubicBezTo>
                <a:cubicBezTo>
                  <a:pt x="2365194" y="59712"/>
                  <a:pt x="2366413" y="59498"/>
                  <a:pt x="2367578" y="59260"/>
                </a:cubicBezTo>
                <a:cubicBezTo>
                  <a:pt x="2368742" y="59021"/>
                  <a:pt x="2369822" y="58759"/>
                  <a:pt x="2370816" y="58472"/>
                </a:cubicBezTo>
                <a:lnTo>
                  <a:pt x="2370816" y="65135"/>
                </a:lnTo>
                <a:cubicBezTo>
                  <a:pt x="2368610" y="65770"/>
                  <a:pt x="2366118" y="66286"/>
                  <a:pt x="2363338" y="66683"/>
                </a:cubicBezTo>
                <a:cubicBezTo>
                  <a:pt x="2360558" y="67080"/>
                  <a:pt x="2357677" y="67278"/>
                  <a:pt x="2354695" y="67278"/>
                </a:cubicBezTo>
                <a:cubicBezTo>
                  <a:pt x="2350688" y="67278"/>
                  <a:pt x="2347240" y="66735"/>
                  <a:pt x="2344352" y="65648"/>
                </a:cubicBezTo>
                <a:cubicBezTo>
                  <a:pt x="2341463" y="64560"/>
                  <a:pt x="2339095" y="62984"/>
                  <a:pt x="2337246" y="60919"/>
                </a:cubicBezTo>
                <a:cubicBezTo>
                  <a:pt x="2335398" y="58853"/>
                  <a:pt x="2334032" y="56321"/>
                  <a:pt x="2333146" y="53324"/>
                </a:cubicBezTo>
                <a:cubicBezTo>
                  <a:pt x="2332261" y="50327"/>
                  <a:pt x="2331818" y="46933"/>
                  <a:pt x="2331818" y="43144"/>
                </a:cubicBezTo>
                <a:cubicBezTo>
                  <a:pt x="2331818" y="39851"/>
                  <a:pt x="2332292" y="36737"/>
                  <a:pt x="2333240" y="33802"/>
                </a:cubicBezTo>
                <a:cubicBezTo>
                  <a:pt x="2334187" y="30867"/>
                  <a:pt x="2335569" y="28289"/>
                  <a:pt x="2337386" y="26068"/>
                </a:cubicBezTo>
                <a:cubicBezTo>
                  <a:pt x="2339203" y="23847"/>
                  <a:pt x="2341432" y="22084"/>
                  <a:pt x="2344072" y="20780"/>
                </a:cubicBezTo>
                <a:cubicBezTo>
                  <a:pt x="2346712" y="19475"/>
                  <a:pt x="2349710" y="18823"/>
                  <a:pt x="2353064" y="18823"/>
                </a:cubicBezTo>
                <a:cubicBezTo>
                  <a:pt x="2356326" y="18823"/>
                  <a:pt x="2359214" y="19336"/>
                  <a:pt x="2361730" y="20361"/>
                </a:cubicBezTo>
                <a:cubicBezTo>
                  <a:pt x="2364246" y="21386"/>
                  <a:pt x="2366366" y="22838"/>
                  <a:pt x="2368090" y="24717"/>
                </a:cubicBezTo>
                <a:cubicBezTo>
                  <a:pt x="2369814" y="26596"/>
                  <a:pt x="2371119" y="28879"/>
                  <a:pt x="2372004" y="31566"/>
                </a:cubicBezTo>
                <a:cubicBezTo>
                  <a:pt x="2372889" y="34253"/>
                  <a:pt x="2373332" y="37258"/>
                  <a:pt x="2373332" y="40581"/>
                </a:cubicBezTo>
                <a:moveTo>
                  <a:pt x="2364899" y="39416"/>
                </a:moveTo>
                <a:cubicBezTo>
                  <a:pt x="2364992" y="37335"/>
                  <a:pt x="2364790" y="35433"/>
                  <a:pt x="2364293" y="33709"/>
                </a:cubicBezTo>
                <a:cubicBezTo>
                  <a:pt x="2363796" y="31985"/>
                  <a:pt x="2363027" y="30502"/>
                  <a:pt x="2361987" y="29260"/>
                </a:cubicBezTo>
                <a:cubicBezTo>
                  <a:pt x="2360946" y="28017"/>
                  <a:pt x="2359649" y="27046"/>
                  <a:pt x="2358096" y="26348"/>
                </a:cubicBezTo>
                <a:cubicBezTo>
                  <a:pt x="2356543" y="25649"/>
                  <a:pt x="2354742" y="25299"/>
                  <a:pt x="2352692" y="25299"/>
                </a:cubicBezTo>
                <a:cubicBezTo>
                  <a:pt x="2350921" y="25299"/>
                  <a:pt x="2349306" y="25641"/>
                  <a:pt x="2347846" y="26324"/>
                </a:cubicBezTo>
                <a:cubicBezTo>
                  <a:pt x="2346386" y="27008"/>
                  <a:pt x="2345128" y="27970"/>
                  <a:pt x="2344072" y="29213"/>
                </a:cubicBezTo>
                <a:cubicBezTo>
                  <a:pt x="2343016" y="30455"/>
                  <a:pt x="2342162" y="31946"/>
                  <a:pt x="2341510" y="33686"/>
                </a:cubicBezTo>
                <a:cubicBezTo>
                  <a:pt x="2340857" y="35425"/>
                  <a:pt x="2340453" y="37335"/>
                  <a:pt x="2340298" y="39416"/>
                </a:cubicBezTo>
                <a:lnTo>
                  <a:pt x="2364899" y="39416"/>
                </a:lnTo>
                <a:close/>
                <a:moveTo>
                  <a:pt x="2401615" y="7222"/>
                </a:moveTo>
                <a:lnTo>
                  <a:pt x="2387777" y="7222"/>
                </a:lnTo>
                <a:lnTo>
                  <a:pt x="2387777" y="559"/>
                </a:lnTo>
                <a:lnTo>
                  <a:pt x="2409815" y="559"/>
                </a:lnTo>
                <a:lnTo>
                  <a:pt x="2409815" y="59684"/>
                </a:lnTo>
                <a:lnTo>
                  <a:pt x="2423746" y="59684"/>
                </a:lnTo>
                <a:lnTo>
                  <a:pt x="2423746" y="66440"/>
                </a:lnTo>
                <a:lnTo>
                  <a:pt x="2386240" y="66440"/>
                </a:lnTo>
                <a:lnTo>
                  <a:pt x="2386240" y="59684"/>
                </a:lnTo>
                <a:lnTo>
                  <a:pt x="2401615" y="59684"/>
                </a:lnTo>
                <a:lnTo>
                  <a:pt x="2401615" y="7222"/>
                </a:lnTo>
                <a:close/>
                <a:moveTo>
                  <a:pt x="2467590" y="66440"/>
                </a:moveTo>
                <a:lnTo>
                  <a:pt x="2467404" y="60137"/>
                </a:lnTo>
                <a:cubicBezTo>
                  <a:pt x="2464857" y="62657"/>
                  <a:pt x="2462271" y="64478"/>
                  <a:pt x="2459647" y="65598"/>
                </a:cubicBezTo>
                <a:cubicBezTo>
                  <a:pt x="2457022" y="66718"/>
                  <a:pt x="2454265" y="67278"/>
                  <a:pt x="2451377" y="67278"/>
                </a:cubicBezTo>
                <a:cubicBezTo>
                  <a:pt x="2448705" y="67278"/>
                  <a:pt x="2446422" y="66936"/>
                  <a:pt x="2444528" y="66252"/>
                </a:cubicBezTo>
                <a:cubicBezTo>
                  <a:pt x="2442633" y="65567"/>
                  <a:pt x="2441072" y="64626"/>
                  <a:pt x="2439845" y="63429"/>
                </a:cubicBezTo>
                <a:cubicBezTo>
                  <a:pt x="2438618" y="62231"/>
                  <a:pt x="2437717" y="60823"/>
                  <a:pt x="2437143" y="59205"/>
                </a:cubicBezTo>
                <a:cubicBezTo>
                  <a:pt x="2436568" y="57587"/>
                  <a:pt x="2436281" y="55829"/>
                  <a:pt x="2436281" y="53931"/>
                </a:cubicBezTo>
                <a:cubicBezTo>
                  <a:pt x="2436281" y="49233"/>
                  <a:pt x="2438028" y="45554"/>
                  <a:pt x="2441522" y="42895"/>
                </a:cubicBezTo>
                <a:cubicBezTo>
                  <a:pt x="2445017" y="40234"/>
                  <a:pt x="2450181" y="38904"/>
                  <a:pt x="2457014" y="38904"/>
                </a:cubicBezTo>
                <a:lnTo>
                  <a:pt x="2466705" y="38904"/>
                </a:lnTo>
                <a:lnTo>
                  <a:pt x="2466705" y="34818"/>
                </a:lnTo>
                <a:cubicBezTo>
                  <a:pt x="2466705" y="32064"/>
                  <a:pt x="2465820" y="29858"/>
                  <a:pt x="2464050" y="28202"/>
                </a:cubicBezTo>
                <a:cubicBezTo>
                  <a:pt x="2462279" y="26547"/>
                  <a:pt x="2459577" y="25719"/>
                  <a:pt x="2455943" y="25719"/>
                </a:cubicBezTo>
                <a:cubicBezTo>
                  <a:pt x="2453302" y="25719"/>
                  <a:pt x="2450701" y="26018"/>
                  <a:pt x="2448138" y="26617"/>
                </a:cubicBezTo>
                <a:cubicBezTo>
                  <a:pt x="2445576" y="27215"/>
                  <a:pt x="2442928" y="28065"/>
                  <a:pt x="2440195" y="29166"/>
                </a:cubicBezTo>
                <a:lnTo>
                  <a:pt x="2440195" y="21851"/>
                </a:lnTo>
                <a:cubicBezTo>
                  <a:pt x="2441220" y="21473"/>
                  <a:pt x="2442361" y="21102"/>
                  <a:pt x="2443619" y="20739"/>
                </a:cubicBezTo>
                <a:cubicBezTo>
                  <a:pt x="2444877" y="20376"/>
                  <a:pt x="2446205" y="20053"/>
                  <a:pt x="2447603" y="19769"/>
                </a:cubicBezTo>
                <a:cubicBezTo>
                  <a:pt x="2449000" y="19485"/>
                  <a:pt x="2450460" y="19256"/>
                  <a:pt x="2451982" y="19084"/>
                </a:cubicBezTo>
                <a:cubicBezTo>
                  <a:pt x="2453504" y="18910"/>
                  <a:pt x="2455042" y="18823"/>
                  <a:pt x="2456595" y="18823"/>
                </a:cubicBezTo>
                <a:cubicBezTo>
                  <a:pt x="2459421" y="18823"/>
                  <a:pt x="2461968" y="19134"/>
                  <a:pt x="2464236" y="19755"/>
                </a:cubicBezTo>
                <a:cubicBezTo>
                  <a:pt x="2466503" y="20376"/>
                  <a:pt x="2468421" y="21323"/>
                  <a:pt x="2469990" y="22597"/>
                </a:cubicBezTo>
                <a:cubicBezTo>
                  <a:pt x="2471559" y="23870"/>
                  <a:pt x="2472762" y="25470"/>
                  <a:pt x="2473601" y="27396"/>
                </a:cubicBezTo>
                <a:cubicBezTo>
                  <a:pt x="2474439" y="29322"/>
                  <a:pt x="2474859" y="31589"/>
                  <a:pt x="2474859" y="34198"/>
                </a:cubicBezTo>
                <a:lnTo>
                  <a:pt x="2474859" y="66440"/>
                </a:lnTo>
                <a:lnTo>
                  <a:pt x="2467590" y="66440"/>
                </a:lnTo>
                <a:moveTo>
                  <a:pt x="2466705" y="45101"/>
                </a:moveTo>
                <a:lnTo>
                  <a:pt x="2456408" y="45101"/>
                </a:lnTo>
                <a:cubicBezTo>
                  <a:pt x="2454390" y="45101"/>
                  <a:pt x="2452650" y="45304"/>
                  <a:pt x="2451190" y="45709"/>
                </a:cubicBezTo>
                <a:cubicBezTo>
                  <a:pt x="2449730" y="46114"/>
                  <a:pt x="2448535" y="46690"/>
                  <a:pt x="2447603" y="47438"/>
                </a:cubicBezTo>
                <a:cubicBezTo>
                  <a:pt x="2446671" y="48185"/>
                  <a:pt x="2445980" y="49081"/>
                  <a:pt x="2445529" y="50125"/>
                </a:cubicBezTo>
                <a:cubicBezTo>
                  <a:pt x="2445079" y="51169"/>
                  <a:pt x="2444854" y="52345"/>
                  <a:pt x="2444854" y="53653"/>
                </a:cubicBezTo>
                <a:cubicBezTo>
                  <a:pt x="2444854" y="54557"/>
                  <a:pt x="2444994" y="55422"/>
                  <a:pt x="2445273" y="56248"/>
                </a:cubicBezTo>
                <a:cubicBezTo>
                  <a:pt x="2445553" y="57073"/>
                  <a:pt x="2446003" y="57805"/>
                  <a:pt x="2446624" y="58443"/>
                </a:cubicBezTo>
                <a:cubicBezTo>
                  <a:pt x="2447245" y="59082"/>
                  <a:pt x="2448053" y="59588"/>
                  <a:pt x="2449047" y="59962"/>
                </a:cubicBezTo>
                <a:cubicBezTo>
                  <a:pt x="2450041" y="60336"/>
                  <a:pt x="2451252" y="60522"/>
                  <a:pt x="2452681" y="60522"/>
                </a:cubicBezTo>
                <a:cubicBezTo>
                  <a:pt x="2454545" y="60522"/>
                  <a:pt x="2456680" y="59954"/>
                  <a:pt x="2459088" y="58818"/>
                </a:cubicBezTo>
                <a:cubicBezTo>
                  <a:pt x="2461495" y="57680"/>
                  <a:pt x="2464034" y="55880"/>
                  <a:pt x="2466705" y="53419"/>
                </a:cubicBezTo>
                <a:lnTo>
                  <a:pt x="2466705" y="45101"/>
                </a:lnTo>
                <a:close/>
                <a:moveTo>
                  <a:pt x="2527090" y="65741"/>
                </a:moveTo>
                <a:cubicBezTo>
                  <a:pt x="2525257" y="66223"/>
                  <a:pt x="2523363" y="66569"/>
                  <a:pt x="2521406" y="66777"/>
                </a:cubicBezTo>
                <a:cubicBezTo>
                  <a:pt x="2519449" y="66987"/>
                  <a:pt x="2517461" y="67092"/>
                  <a:pt x="2515442" y="67092"/>
                </a:cubicBezTo>
                <a:cubicBezTo>
                  <a:pt x="2509572" y="67092"/>
                  <a:pt x="2505192" y="65764"/>
                  <a:pt x="2502303" y="63108"/>
                </a:cubicBezTo>
                <a:cubicBezTo>
                  <a:pt x="2499415" y="60453"/>
                  <a:pt x="2497970" y="56376"/>
                  <a:pt x="2497970" y="50878"/>
                </a:cubicBezTo>
                <a:lnTo>
                  <a:pt x="2497970" y="26464"/>
                </a:lnTo>
                <a:lnTo>
                  <a:pt x="2484878" y="26464"/>
                </a:lnTo>
                <a:lnTo>
                  <a:pt x="2484878" y="19662"/>
                </a:lnTo>
                <a:lnTo>
                  <a:pt x="2497970" y="19662"/>
                </a:lnTo>
                <a:lnTo>
                  <a:pt x="2497970" y="6762"/>
                </a:lnTo>
                <a:lnTo>
                  <a:pt x="2506077" y="4659"/>
                </a:lnTo>
                <a:lnTo>
                  <a:pt x="2506077" y="19662"/>
                </a:lnTo>
                <a:lnTo>
                  <a:pt x="2527090" y="19662"/>
                </a:lnTo>
                <a:lnTo>
                  <a:pt x="2527090" y="26464"/>
                </a:lnTo>
                <a:lnTo>
                  <a:pt x="2506077" y="26464"/>
                </a:lnTo>
                <a:lnTo>
                  <a:pt x="2506077" y="50226"/>
                </a:lnTo>
                <a:cubicBezTo>
                  <a:pt x="2506077" y="53580"/>
                  <a:pt x="2506970" y="56089"/>
                  <a:pt x="2508756" y="57750"/>
                </a:cubicBezTo>
                <a:cubicBezTo>
                  <a:pt x="2510542" y="59412"/>
                  <a:pt x="2513175" y="60243"/>
                  <a:pt x="2516653" y="60243"/>
                </a:cubicBezTo>
                <a:cubicBezTo>
                  <a:pt x="2518144" y="60243"/>
                  <a:pt x="2519775" y="60123"/>
                  <a:pt x="2521546" y="59883"/>
                </a:cubicBezTo>
                <a:cubicBezTo>
                  <a:pt x="2523316" y="59643"/>
                  <a:pt x="2525164" y="59265"/>
                  <a:pt x="2527090" y="58752"/>
                </a:cubicBezTo>
                <a:lnTo>
                  <a:pt x="2527090" y="65741"/>
                </a:lnTo>
                <a:close/>
                <a:moveTo>
                  <a:pt x="2580766" y="40581"/>
                </a:moveTo>
                <a:cubicBezTo>
                  <a:pt x="2580766" y="41731"/>
                  <a:pt x="2580750" y="42693"/>
                  <a:pt x="2580719" y="43470"/>
                </a:cubicBezTo>
                <a:cubicBezTo>
                  <a:pt x="2580688" y="44246"/>
                  <a:pt x="2580641" y="44976"/>
                  <a:pt x="2580579" y="45660"/>
                </a:cubicBezTo>
                <a:lnTo>
                  <a:pt x="2547732" y="45660"/>
                </a:lnTo>
                <a:cubicBezTo>
                  <a:pt x="2547732" y="50443"/>
                  <a:pt x="2549068" y="54116"/>
                  <a:pt x="2551739" y="56679"/>
                </a:cubicBezTo>
                <a:cubicBezTo>
                  <a:pt x="2554410" y="59241"/>
                  <a:pt x="2558262" y="60522"/>
                  <a:pt x="2563294" y="60522"/>
                </a:cubicBezTo>
                <a:cubicBezTo>
                  <a:pt x="2564660" y="60522"/>
                  <a:pt x="2566027" y="60467"/>
                  <a:pt x="2567394" y="60357"/>
                </a:cubicBezTo>
                <a:cubicBezTo>
                  <a:pt x="2568760" y="60245"/>
                  <a:pt x="2570081" y="60094"/>
                  <a:pt x="2571354" y="59904"/>
                </a:cubicBezTo>
                <a:cubicBezTo>
                  <a:pt x="2572628" y="59712"/>
                  <a:pt x="2573847" y="59498"/>
                  <a:pt x="2575011" y="59260"/>
                </a:cubicBezTo>
                <a:cubicBezTo>
                  <a:pt x="2576176" y="59021"/>
                  <a:pt x="2577256" y="58759"/>
                  <a:pt x="2578250" y="58472"/>
                </a:cubicBezTo>
                <a:lnTo>
                  <a:pt x="2578250" y="65135"/>
                </a:lnTo>
                <a:cubicBezTo>
                  <a:pt x="2576044" y="65770"/>
                  <a:pt x="2573552" y="66286"/>
                  <a:pt x="2570772" y="66683"/>
                </a:cubicBezTo>
                <a:cubicBezTo>
                  <a:pt x="2567992" y="67080"/>
                  <a:pt x="2565111" y="67278"/>
                  <a:pt x="2562129" y="67278"/>
                </a:cubicBezTo>
                <a:cubicBezTo>
                  <a:pt x="2558122" y="67278"/>
                  <a:pt x="2554674" y="66735"/>
                  <a:pt x="2551786" y="65648"/>
                </a:cubicBezTo>
                <a:cubicBezTo>
                  <a:pt x="2548897" y="64560"/>
                  <a:pt x="2546528" y="62984"/>
                  <a:pt x="2544680" y="60919"/>
                </a:cubicBezTo>
                <a:cubicBezTo>
                  <a:pt x="2542832" y="58853"/>
                  <a:pt x="2541466" y="56321"/>
                  <a:pt x="2540580" y="53324"/>
                </a:cubicBezTo>
                <a:cubicBezTo>
                  <a:pt x="2539695" y="50327"/>
                  <a:pt x="2539252" y="46933"/>
                  <a:pt x="2539252" y="43144"/>
                </a:cubicBezTo>
                <a:cubicBezTo>
                  <a:pt x="2539252" y="39851"/>
                  <a:pt x="2539726" y="36737"/>
                  <a:pt x="2540673" y="33802"/>
                </a:cubicBezTo>
                <a:cubicBezTo>
                  <a:pt x="2541621" y="30867"/>
                  <a:pt x="2543003" y="28289"/>
                  <a:pt x="2544820" y="26068"/>
                </a:cubicBezTo>
                <a:cubicBezTo>
                  <a:pt x="2546637" y="23847"/>
                  <a:pt x="2548866" y="22084"/>
                  <a:pt x="2551506" y="20780"/>
                </a:cubicBezTo>
                <a:cubicBezTo>
                  <a:pt x="2554146" y="19475"/>
                  <a:pt x="2557144" y="18823"/>
                  <a:pt x="2560498" y="18823"/>
                </a:cubicBezTo>
                <a:cubicBezTo>
                  <a:pt x="2563760" y="18823"/>
                  <a:pt x="2566648" y="19336"/>
                  <a:pt x="2569164" y="20361"/>
                </a:cubicBezTo>
                <a:cubicBezTo>
                  <a:pt x="2571680" y="21386"/>
                  <a:pt x="2573800" y="22838"/>
                  <a:pt x="2575524" y="24717"/>
                </a:cubicBezTo>
                <a:cubicBezTo>
                  <a:pt x="2577248" y="26596"/>
                  <a:pt x="2578552" y="28879"/>
                  <a:pt x="2579438" y="31566"/>
                </a:cubicBezTo>
                <a:cubicBezTo>
                  <a:pt x="2580323" y="34253"/>
                  <a:pt x="2580766" y="37258"/>
                  <a:pt x="2580766" y="40581"/>
                </a:cubicBezTo>
                <a:moveTo>
                  <a:pt x="2572332" y="39416"/>
                </a:moveTo>
                <a:cubicBezTo>
                  <a:pt x="2572426" y="37335"/>
                  <a:pt x="2572224" y="35433"/>
                  <a:pt x="2571727" y="33709"/>
                </a:cubicBezTo>
                <a:cubicBezTo>
                  <a:pt x="2571230" y="31985"/>
                  <a:pt x="2570461" y="30502"/>
                  <a:pt x="2569420" y="29260"/>
                </a:cubicBezTo>
                <a:cubicBezTo>
                  <a:pt x="2568380" y="28017"/>
                  <a:pt x="2567083" y="27046"/>
                  <a:pt x="2565530" y="26348"/>
                </a:cubicBezTo>
                <a:cubicBezTo>
                  <a:pt x="2563977" y="25649"/>
                  <a:pt x="2562175" y="25299"/>
                  <a:pt x="2560125" y="25299"/>
                </a:cubicBezTo>
                <a:cubicBezTo>
                  <a:pt x="2558355" y="25299"/>
                  <a:pt x="2556740" y="25641"/>
                  <a:pt x="2555280" y="26324"/>
                </a:cubicBezTo>
                <a:cubicBezTo>
                  <a:pt x="2553820" y="27008"/>
                  <a:pt x="2552562" y="27970"/>
                  <a:pt x="2551506" y="29213"/>
                </a:cubicBezTo>
                <a:cubicBezTo>
                  <a:pt x="2550450" y="30455"/>
                  <a:pt x="2549596" y="31946"/>
                  <a:pt x="2548943" y="33686"/>
                </a:cubicBezTo>
                <a:cubicBezTo>
                  <a:pt x="2548291" y="35425"/>
                  <a:pt x="2547887" y="37335"/>
                  <a:pt x="2547732" y="39416"/>
                </a:cubicBezTo>
                <a:lnTo>
                  <a:pt x="2572332" y="39416"/>
                </a:lnTo>
                <a:close/>
                <a:moveTo>
                  <a:pt x="2590738" y="44029"/>
                </a:moveTo>
                <a:cubicBezTo>
                  <a:pt x="2590738" y="40053"/>
                  <a:pt x="2591282" y="36520"/>
                  <a:pt x="2592369" y="33429"/>
                </a:cubicBezTo>
                <a:cubicBezTo>
                  <a:pt x="2593456" y="30339"/>
                  <a:pt x="2595001" y="27730"/>
                  <a:pt x="2597005" y="25602"/>
                </a:cubicBezTo>
                <a:cubicBezTo>
                  <a:pt x="2599008" y="23474"/>
                  <a:pt x="2601415" y="21859"/>
                  <a:pt x="2604226" y="20757"/>
                </a:cubicBezTo>
                <a:cubicBezTo>
                  <a:pt x="2607037" y="19654"/>
                  <a:pt x="2610167" y="19103"/>
                  <a:pt x="2613615" y="19103"/>
                </a:cubicBezTo>
                <a:cubicBezTo>
                  <a:pt x="2615106" y="19103"/>
                  <a:pt x="2616573" y="19196"/>
                  <a:pt x="2618018" y="19382"/>
                </a:cubicBezTo>
                <a:cubicBezTo>
                  <a:pt x="2619462" y="19568"/>
                  <a:pt x="2620883" y="19864"/>
                  <a:pt x="2622281" y="20267"/>
                </a:cubicBezTo>
                <a:lnTo>
                  <a:pt x="2622281" y="559"/>
                </a:lnTo>
                <a:lnTo>
                  <a:pt x="2630434" y="559"/>
                </a:lnTo>
                <a:lnTo>
                  <a:pt x="2630434" y="66440"/>
                </a:lnTo>
                <a:lnTo>
                  <a:pt x="2623166" y="66440"/>
                </a:lnTo>
                <a:lnTo>
                  <a:pt x="2622886" y="57587"/>
                </a:lnTo>
                <a:cubicBezTo>
                  <a:pt x="2620619" y="60880"/>
                  <a:pt x="2618165" y="63318"/>
                  <a:pt x="2615525" y="64902"/>
                </a:cubicBezTo>
                <a:cubicBezTo>
                  <a:pt x="2612885" y="66486"/>
                  <a:pt x="2610027" y="67278"/>
                  <a:pt x="2606952" y="67278"/>
                </a:cubicBezTo>
                <a:cubicBezTo>
                  <a:pt x="2604281" y="67278"/>
                  <a:pt x="2601928" y="66719"/>
                  <a:pt x="2599893" y="65601"/>
                </a:cubicBezTo>
                <a:cubicBezTo>
                  <a:pt x="2597859" y="64483"/>
                  <a:pt x="2596166" y="62906"/>
                  <a:pt x="2594815" y="60872"/>
                </a:cubicBezTo>
                <a:cubicBezTo>
                  <a:pt x="2593464" y="58837"/>
                  <a:pt x="2592446" y="56391"/>
                  <a:pt x="2591763" y="53534"/>
                </a:cubicBezTo>
                <a:cubicBezTo>
                  <a:pt x="2591080" y="50676"/>
                  <a:pt x="2590738" y="47508"/>
                  <a:pt x="2590738" y="44029"/>
                </a:cubicBezTo>
                <a:moveTo>
                  <a:pt x="2599031" y="43517"/>
                </a:moveTo>
                <a:cubicBezTo>
                  <a:pt x="2599031" y="49170"/>
                  <a:pt x="2599862" y="53386"/>
                  <a:pt x="2601524" y="56166"/>
                </a:cubicBezTo>
                <a:cubicBezTo>
                  <a:pt x="2603186" y="58946"/>
                  <a:pt x="2605539" y="60336"/>
                  <a:pt x="2608583" y="60336"/>
                </a:cubicBezTo>
                <a:cubicBezTo>
                  <a:pt x="2610633" y="60336"/>
                  <a:pt x="2612799" y="59420"/>
                  <a:pt x="2615082" y="57587"/>
                </a:cubicBezTo>
                <a:cubicBezTo>
                  <a:pt x="2617365" y="55755"/>
                  <a:pt x="2619765" y="53037"/>
                  <a:pt x="2622281" y="49434"/>
                </a:cubicBezTo>
                <a:lnTo>
                  <a:pt x="2622281" y="27722"/>
                </a:lnTo>
                <a:cubicBezTo>
                  <a:pt x="2620945" y="27101"/>
                  <a:pt x="2619470" y="26627"/>
                  <a:pt x="2617854" y="26301"/>
                </a:cubicBezTo>
                <a:cubicBezTo>
                  <a:pt x="2616239" y="25975"/>
                  <a:pt x="2614640" y="25812"/>
                  <a:pt x="2613056" y="25812"/>
                </a:cubicBezTo>
                <a:cubicBezTo>
                  <a:pt x="2608645" y="25812"/>
                  <a:pt x="2605205" y="27241"/>
                  <a:pt x="2602735" y="30098"/>
                </a:cubicBezTo>
                <a:cubicBezTo>
                  <a:pt x="2600266" y="32956"/>
                  <a:pt x="2599031" y="37429"/>
                  <a:pt x="2599031" y="43517"/>
                </a:cubicBezTo>
                <a:close/>
                <a:moveTo>
                  <a:pt x="2734783" y="65741"/>
                </a:moveTo>
                <a:cubicBezTo>
                  <a:pt x="2732950" y="66223"/>
                  <a:pt x="2731056" y="66569"/>
                  <a:pt x="2729099" y="66777"/>
                </a:cubicBezTo>
                <a:cubicBezTo>
                  <a:pt x="2727142" y="66987"/>
                  <a:pt x="2725154" y="67092"/>
                  <a:pt x="2723135" y="67092"/>
                </a:cubicBezTo>
                <a:cubicBezTo>
                  <a:pt x="2717265" y="67092"/>
                  <a:pt x="2712885" y="65764"/>
                  <a:pt x="2709996" y="63108"/>
                </a:cubicBezTo>
                <a:cubicBezTo>
                  <a:pt x="2707108" y="60453"/>
                  <a:pt x="2705663" y="56376"/>
                  <a:pt x="2705663" y="50878"/>
                </a:cubicBezTo>
                <a:lnTo>
                  <a:pt x="2705663" y="26464"/>
                </a:lnTo>
                <a:lnTo>
                  <a:pt x="2692571" y="26464"/>
                </a:lnTo>
                <a:lnTo>
                  <a:pt x="2692571" y="19662"/>
                </a:lnTo>
                <a:lnTo>
                  <a:pt x="2705663" y="19662"/>
                </a:lnTo>
                <a:lnTo>
                  <a:pt x="2705663" y="6762"/>
                </a:lnTo>
                <a:lnTo>
                  <a:pt x="2713770" y="4659"/>
                </a:lnTo>
                <a:lnTo>
                  <a:pt x="2713770" y="19662"/>
                </a:lnTo>
                <a:lnTo>
                  <a:pt x="2734783" y="19662"/>
                </a:lnTo>
                <a:lnTo>
                  <a:pt x="2734783" y="26464"/>
                </a:lnTo>
                <a:lnTo>
                  <a:pt x="2713770" y="26464"/>
                </a:lnTo>
                <a:lnTo>
                  <a:pt x="2713770" y="50226"/>
                </a:lnTo>
                <a:cubicBezTo>
                  <a:pt x="2713770" y="53580"/>
                  <a:pt x="2714663" y="56089"/>
                  <a:pt x="2716449" y="57750"/>
                </a:cubicBezTo>
                <a:cubicBezTo>
                  <a:pt x="2718235" y="59412"/>
                  <a:pt x="2720868" y="60243"/>
                  <a:pt x="2724347" y="60243"/>
                </a:cubicBezTo>
                <a:cubicBezTo>
                  <a:pt x="2725837" y="60243"/>
                  <a:pt x="2727468" y="60123"/>
                  <a:pt x="2729239" y="59883"/>
                </a:cubicBezTo>
                <a:cubicBezTo>
                  <a:pt x="2731009" y="59643"/>
                  <a:pt x="2732857" y="59265"/>
                  <a:pt x="2734783" y="58752"/>
                </a:cubicBezTo>
                <a:lnTo>
                  <a:pt x="2734783" y="65741"/>
                </a:lnTo>
                <a:close/>
                <a:moveTo>
                  <a:pt x="2789670" y="42678"/>
                </a:moveTo>
                <a:cubicBezTo>
                  <a:pt x="2789670" y="46312"/>
                  <a:pt x="2789158" y="49643"/>
                  <a:pt x="2788132" y="52672"/>
                </a:cubicBezTo>
                <a:cubicBezTo>
                  <a:pt x="2787107" y="55700"/>
                  <a:pt x="2785632" y="58294"/>
                  <a:pt x="2783706" y="60453"/>
                </a:cubicBezTo>
                <a:cubicBezTo>
                  <a:pt x="2781780" y="62611"/>
                  <a:pt x="2779435" y="64289"/>
                  <a:pt x="2776671" y="65485"/>
                </a:cubicBezTo>
                <a:cubicBezTo>
                  <a:pt x="2773907" y="66680"/>
                  <a:pt x="2770769" y="67278"/>
                  <a:pt x="2767259" y="67278"/>
                </a:cubicBezTo>
                <a:cubicBezTo>
                  <a:pt x="2763905" y="67278"/>
                  <a:pt x="2760900" y="66758"/>
                  <a:pt x="2758244" y="65717"/>
                </a:cubicBezTo>
                <a:cubicBezTo>
                  <a:pt x="2755588" y="64677"/>
                  <a:pt x="2753336" y="63147"/>
                  <a:pt x="2751488" y="61128"/>
                </a:cubicBezTo>
                <a:cubicBezTo>
                  <a:pt x="2749640" y="59109"/>
                  <a:pt x="2748227" y="56609"/>
                  <a:pt x="2747248" y="53627"/>
                </a:cubicBezTo>
                <a:cubicBezTo>
                  <a:pt x="2746270" y="50645"/>
                  <a:pt x="2745781" y="47213"/>
                  <a:pt x="2745781" y="43330"/>
                </a:cubicBezTo>
                <a:cubicBezTo>
                  <a:pt x="2745781" y="39696"/>
                  <a:pt x="2746293" y="36380"/>
                  <a:pt x="2747318" y="33383"/>
                </a:cubicBezTo>
                <a:cubicBezTo>
                  <a:pt x="2748343" y="30385"/>
                  <a:pt x="2749819" y="27807"/>
                  <a:pt x="2751744" y="25649"/>
                </a:cubicBezTo>
                <a:cubicBezTo>
                  <a:pt x="2753670" y="23490"/>
                  <a:pt x="2756015" y="21813"/>
                  <a:pt x="2758780" y="20617"/>
                </a:cubicBezTo>
                <a:cubicBezTo>
                  <a:pt x="2761544" y="19421"/>
                  <a:pt x="2764681" y="18823"/>
                  <a:pt x="2768191" y="18823"/>
                </a:cubicBezTo>
                <a:cubicBezTo>
                  <a:pt x="2771546" y="18823"/>
                  <a:pt x="2774551" y="19343"/>
                  <a:pt x="2777207" y="20384"/>
                </a:cubicBezTo>
                <a:cubicBezTo>
                  <a:pt x="2779862" y="21424"/>
                  <a:pt x="2782114" y="22946"/>
                  <a:pt x="2783963" y="24950"/>
                </a:cubicBezTo>
                <a:cubicBezTo>
                  <a:pt x="2785811" y="26953"/>
                  <a:pt x="2787224" y="29446"/>
                  <a:pt x="2788202" y="32428"/>
                </a:cubicBezTo>
                <a:cubicBezTo>
                  <a:pt x="2789181" y="35410"/>
                  <a:pt x="2789670" y="38826"/>
                  <a:pt x="2789670" y="42678"/>
                </a:cubicBezTo>
                <a:moveTo>
                  <a:pt x="2781377" y="43051"/>
                </a:moveTo>
                <a:cubicBezTo>
                  <a:pt x="2781377" y="40162"/>
                  <a:pt x="2781058" y="37638"/>
                  <a:pt x="2780422" y="35480"/>
                </a:cubicBezTo>
                <a:cubicBezTo>
                  <a:pt x="2779785" y="33321"/>
                  <a:pt x="2778876" y="31519"/>
                  <a:pt x="2777696" y="30075"/>
                </a:cubicBezTo>
                <a:cubicBezTo>
                  <a:pt x="2776516" y="28631"/>
                  <a:pt x="2775079" y="27543"/>
                  <a:pt x="2773386" y="26813"/>
                </a:cubicBezTo>
                <a:cubicBezTo>
                  <a:pt x="2771693" y="26084"/>
                  <a:pt x="2769806" y="25719"/>
                  <a:pt x="2767725" y="25719"/>
                </a:cubicBezTo>
                <a:cubicBezTo>
                  <a:pt x="2765303" y="25719"/>
                  <a:pt x="2763229" y="26192"/>
                  <a:pt x="2761505" y="27140"/>
                </a:cubicBezTo>
                <a:cubicBezTo>
                  <a:pt x="2759781" y="28087"/>
                  <a:pt x="2758368" y="29353"/>
                  <a:pt x="2757266" y="30937"/>
                </a:cubicBezTo>
                <a:cubicBezTo>
                  <a:pt x="2756163" y="32521"/>
                  <a:pt x="2755355" y="34361"/>
                  <a:pt x="2754843" y="36458"/>
                </a:cubicBezTo>
                <a:cubicBezTo>
                  <a:pt x="2754330" y="38555"/>
                  <a:pt x="2754074" y="40752"/>
                  <a:pt x="2754074" y="43051"/>
                </a:cubicBezTo>
                <a:cubicBezTo>
                  <a:pt x="2754074" y="45939"/>
                  <a:pt x="2754392" y="48471"/>
                  <a:pt x="2755029" y="50645"/>
                </a:cubicBezTo>
                <a:cubicBezTo>
                  <a:pt x="2755666" y="52819"/>
                  <a:pt x="2756574" y="54629"/>
                  <a:pt x="2757755" y="56073"/>
                </a:cubicBezTo>
                <a:cubicBezTo>
                  <a:pt x="2758935" y="57517"/>
                  <a:pt x="2760364" y="58604"/>
                  <a:pt x="2762041" y="59334"/>
                </a:cubicBezTo>
                <a:cubicBezTo>
                  <a:pt x="2763718" y="60064"/>
                  <a:pt x="2765613" y="60429"/>
                  <a:pt x="2767725" y="60429"/>
                </a:cubicBezTo>
                <a:cubicBezTo>
                  <a:pt x="2770148" y="60429"/>
                  <a:pt x="2772221" y="59956"/>
                  <a:pt x="2773945" y="59008"/>
                </a:cubicBezTo>
                <a:cubicBezTo>
                  <a:pt x="2775669" y="58061"/>
                  <a:pt x="2777083" y="56795"/>
                  <a:pt x="2778185" y="55211"/>
                </a:cubicBezTo>
                <a:cubicBezTo>
                  <a:pt x="2779288" y="53627"/>
                  <a:pt x="2780095" y="51787"/>
                  <a:pt x="2780608" y="49690"/>
                </a:cubicBezTo>
                <a:cubicBezTo>
                  <a:pt x="2781120" y="47593"/>
                  <a:pt x="2781377" y="45380"/>
                  <a:pt x="2781377" y="43051"/>
                </a:cubicBezTo>
                <a:close/>
                <a:moveTo>
                  <a:pt x="2890359" y="65741"/>
                </a:moveTo>
                <a:cubicBezTo>
                  <a:pt x="2888526" y="66223"/>
                  <a:pt x="2886631" y="66569"/>
                  <a:pt x="2884674" y="66777"/>
                </a:cubicBezTo>
                <a:cubicBezTo>
                  <a:pt x="2882717" y="66987"/>
                  <a:pt x="2880730" y="67092"/>
                  <a:pt x="2878711" y="67092"/>
                </a:cubicBezTo>
                <a:cubicBezTo>
                  <a:pt x="2872840" y="67092"/>
                  <a:pt x="2868460" y="65764"/>
                  <a:pt x="2865572" y="63108"/>
                </a:cubicBezTo>
                <a:cubicBezTo>
                  <a:pt x="2862683" y="60453"/>
                  <a:pt x="2861239" y="56376"/>
                  <a:pt x="2861239" y="50878"/>
                </a:cubicBezTo>
                <a:lnTo>
                  <a:pt x="2861239" y="26464"/>
                </a:lnTo>
                <a:lnTo>
                  <a:pt x="2848147" y="26464"/>
                </a:lnTo>
                <a:lnTo>
                  <a:pt x="2848147" y="19662"/>
                </a:lnTo>
                <a:lnTo>
                  <a:pt x="2861239" y="19662"/>
                </a:lnTo>
                <a:lnTo>
                  <a:pt x="2861239" y="6762"/>
                </a:lnTo>
                <a:lnTo>
                  <a:pt x="2869346" y="4659"/>
                </a:lnTo>
                <a:lnTo>
                  <a:pt x="2869346" y="19662"/>
                </a:lnTo>
                <a:lnTo>
                  <a:pt x="2890359" y="19662"/>
                </a:lnTo>
                <a:lnTo>
                  <a:pt x="2890359" y="26464"/>
                </a:lnTo>
                <a:lnTo>
                  <a:pt x="2869346" y="26464"/>
                </a:lnTo>
                <a:lnTo>
                  <a:pt x="2869346" y="50226"/>
                </a:lnTo>
                <a:cubicBezTo>
                  <a:pt x="2869346" y="53580"/>
                  <a:pt x="2870239" y="56089"/>
                  <a:pt x="2872025" y="57750"/>
                </a:cubicBezTo>
                <a:cubicBezTo>
                  <a:pt x="2873811" y="59412"/>
                  <a:pt x="2876443" y="60243"/>
                  <a:pt x="2879922" y="60243"/>
                </a:cubicBezTo>
                <a:cubicBezTo>
                  <a:pt x="2881413" y="60243"/>
                  <a:pt x="2883044" y="60123"/>
                  <a:pt x="2884814" y="59883"/>
                </a:cubicBezTo>
                <a:cubicBezTo>
                  <a:pt x="2886585" y="59643"/>
                  <a:pt x="2888433" y="59265"/>
                  <a:pt x="2890359" y="58752"/>
                </a:cubicBezTo>
                <a:lnTo>
                  <a:pt x="2890359" y="65741"/>
                </a:lnTo>
                <a:close/>
                <a:moveTo>
                  <a:pt x="2942124" y="66440"/>
                </a:moveTo>
                <a:lnTo>
                  <a:pt x="2934017" y="66440"/>
                </a:lnTo>
                <a:lnTo>
                  <a:pt x="2934017" y="36574"/>
                </a:lnTo>
                <a:cubicBezTo>
                  <a:pt x="2934017" y="32971"/>
                  <a:pt x="2933341" y="30277"/>
                  <a:pt x="2931990" y="28491"/>
                </a:cubicBezTo>
                <a:cubicBezTo>
                  <a:pt x="2930639" y="26705"/>
                  <a:pt x="2928705" y="25812"/>
                  <a:pt x="2926189" y="25812"/>
                </a:cubicBezTo>
                <a:cubicBezTo>
                  <a:pt x="2925102" y="25812"/>
                  <a:pt x="2924085" y="25959"/>
                  <a:pt x="2923138" y="26254"/>
                </a:cubicBezTo>
                <a:cubicBezTo>
                  <a:pt x="2922190" y="26549"/>
                  <a:pt x="2921204" y="27062"/>
                  <a:pt x="2920179" y="27792"/>
                </a:cubicBezTo>
                <a:cubicBezTo>
                  <a:pt x="2919154" y="28522"/>
                  <a:pt x="2918036" y="29508"/>
                  <a:pt x="2916825" y="30750"/>
                </a:cubicBezTo>
                <a:cubicBezTo>
                  <a:pt x="2915613" y="31993"/>
                  <a:pt x="2914215" y="33546"/>
                  <a:pt x="2912631" y="35410"/>
                </a:cubicBezTo>
                <a:lnTo>
                  <a:pt x="2912631" y="66440"/>
                </a:lnTo>
                <a:lnTo>
                  <a:pt x="2904524" y="66440"/>
                </a:lnTo>
                <a:lnTo>
                  <a:pt x="2904524" y="559"/>
                </a:lnTo>
                <a:lnTo>
                  <a:pt x="2912631" y="559"/>
                </a:lnTo>
                <a:lnTo>
                  <a:pt x="2912631" y="19649"/>
                </a:lnTo>
                <a:lnTo>
                  <a:pt x="2912352" y="27023"/>
                </a:lnTo>
                <a:cubicBezTo>
                  <a:pt x="2913625" y="25501"/>
                  <a:pt x="2914875" y="24220"/>
                  <a:pt x="2916102" y="23179"/>
                </a:cubicBezTo>
                <a:cubicBezTo>
                  <a:pt x="2917329" y="22139"/>
                  <a:pt x="2918556" y="21292"/>
                  <a:pt x="2919783" y="20640"/>
                </a:cubicBezTo>
                <a:cubicBezTo>
                  <a:pt x="2921010" y="19988"/>
                  <a:pt x="2922260" y="19522"/>
                  <a:pt x="2923534" y="19242"/>
                </a:cubicBezTo>
                <a:cubicBezTo>
                  <a:pt x="2924807" y="18963"/>
                  <a:pt x="2926127" y="18823"/>
                  <a:pt x="2927494" y="18823"/>
                </a:cubicBezTo>
                <a:cubicBezTo>
                  <a:pt x="2932153" y="18823"/>
                  <a:pt x="2935756" y="20244"/>
                  <a:pt x="2938303" y="23086"/>
                </a:cubicBezTo>
                <a:cubicBezTo>
                  <a:pt x="2940850" y="25928"/>
                  <a:pt x="2942124" y="30207"/>
                  <a:pt x="2942124" y="35922"/>
                </a:cubicBezTo>
                <a:lnTo>
                  <a:pt x="2942124" y="66440"/>
                </a:lnTo>
                <a:close/>
                <a:moveTo>
                  <a:pt x="2995893" y="40581"/>
                </a:moveTo>
                <a:cubicBezTo>
                  <a:pt x="2995893" y="41731"/>
                  <a:pt x="2995877" y="42693"/>
                  <a:pt x="2995846" y="43470"/>
                </a:cubicBezTo>
                <a:cubicBezTo>
                  <a:pt x="2995815" y="44246"/>
                  <a:pt x="2995768" y="44976"/>
                  <a:pt x="2995706" y="45660"/>
                </a:cubicBezTo>
                <a:lnTo>
                  <a:pt x="2962859" y="45660"/>
                </a:lnTo>
                <a:cubicBezTo>
                  <a:pt x="2962859" y="50443"/>
                  <a:pt x="2964195" y="54116"/>
                  <a:pt x="2966866" y="56679"/>
                </a:cubicBezTo>
                <a:cubicBezTo>
                  <a:pt x="2969537" y="59241"/>
                  <a:pt x="2973389" y="60522"/>
                  <a:pt x="2978421" y="60522"/>
                </a:cubicBezTo>
                <a:cubicBezTo>
                  <a:pt x="2979787" y="60522"/>
                  <a:pt x="2981154" y="60467"/>
                  <a:pt x="2982521" y="60357"/>
                </a:cubicBezTo>
                <a:cubicBezTo>
                  <a:pt x="2983887" y="60245"/>
                  <a:pt x="2985208" y="60094"/>
                  <a:pt x="2986481" y="59904"/>
                </a:cubicBezTo>
                <a:cubicBezTo>
                  <a:pt x="2987755" y="59712"/>
                  <a:pt x="2988974" y="59498"/>
                  <a:pt x="2990138" y="59260"/>
                </a:cubicBezTo>
                <a:cubicBezTo>
                  <a:pt x="2991303" y="59021"/>
                  <a:pt x="2992383" y="58759"/>
                  <a:pt x="2993377" y="58472"/>
                </a:cubicBezTo>
                <a:lnTo>
                  <a:pt x="2993377" y="65135"/>
                </a:lnTo>
                <a:cubicBezTo>
                  <a:pt x="2991171" y="65770"/>
                  <a:pt x="2988679" y="66286"/>
                  <a:pt x="2985899" y="66683"/>
                </a:cubicBezTo>
                <a:cubicBezTo>
                  <a:pt x="2983119" y="67080"/>
                  <a:pt x="2980238" y="67278"/>
                  <a:pt x="2977256" y="67278"/>
                </a:cubicBezTo>
                <a:cubicBezTo>
                  <a:pt x="2973249" y="67278"/>
                  <a:pt x="2969801" y="66735"/>
                  <a:pt x="2966913" y="65648"/>
                </a:cubicBezTo>
                <a:cubicBezTo>
                  <a:pt x="2964024" y="64560"/>
                  <a:pt x="2961655" y="62984"/>
                  <a:pt x="2959807" y="60919"/>
                </a:cubicBezTo>
                <a:cubicBezTo>
                  <a:pt x="2957959" y="58853"/>
                  <a:pt x="2956593" y="56321"/>
                  <a:pt x="2955707" y="53324"/>
                </a:cubicBezTo>
                <a:cubicBezTo>
                  <a:pt x="2954822" y="50327"/>
                  <a:pt x="2954379" y="46933"/>
                  <a:pt x="2954379" y="43144"/>
                </a:cubicBezTo>
                <a:cubicBezTo>
                  <a:pt x="2954379" y="39851"/>
                  <a:pt x="2954853" y="36737"/>
                  <a:pt x="2955800" y="33802"/>
                </a:cubicBezTo>
                <a:cubicBezTo>
                  <a:pt x="2956748" y="30867"/>
                  <a:pt x="2958130" y="28289"/>
                  <a:pt x="2959947" y="26068"/>
                </a:cubicBezTo>
                <a:cubicBezTo>
                  <a:pt x="2961764" y="23847"/>
                  <a:pt x="2963993" y="22084"/>
                  <a:pt x="2966633" y="20780"/>
                </a:cubicBezTo>
                <a:cubicBezTo>
                  <a:pt x="2969273" y="19475"/>
                  <a:pt x="2972271" y="18823"/>
                  <a:pt x="2975625" y="18823"/>
                </a:cubicBezTo>
                <a:cubicBezTo>
                  <a:pt x="2978887" y="18823"/>
                  <a:pt x="2981775" y="19336"/>
                  <a:pt x="2984291" y="20361"/>
                </a:cubicBezTo>
                <a:cubicBezTo>
                  <a:pt x="2986807" y="21386"/>
                  <a:pt x="2988927" y="22838"/>
                  <a:pt x="2990651" y="24717"/>
                </a:cubicBezTo>
                <a:cubicBezTo>
                  <a:pt x="2992375" y="26596"/>
                  <a:pt x="2993679" y="28879"/>
                  <a:pt x="2994565" y="31566"/>
                </a:cubicBezTo>
                <a:cubicBezTo>
                  <a:pt x="2995450" y="34253"/>
                  <a:pt x="2995893" y="37258"/>
                  <a:pt x="2995893" y="40581"/>
                </a:cubicBezTo>
                <a:moveTo>
                  <a:pt x="2987459" y="39416"/>
                </a:moveTo>
                <a:cubicBezTo>
                  <a:pt x="2987553" y="37335"/>
                  <a:pt x="2987351" y="35433"/>
                  <a:pt x="2986854" y="33709"/>
                </a:cubicBezTo>
                <a:cubicBezTo>
                  <a:pt x="2986357" y="31985"/>
                  <a:pt x="2985588" y="30502"/>
                  <a:pt x="2984547" y="29260"/>
                </a:cubicBezTo>
                <a:cubicBezTo>
                  <a:pt x="2983507" y="28017"/>
                  <a:pt x="2982210" y="27046"/>
                  <a:pt x="2980657" y="26348"/>
                </a:cubicBezTo>
                <a:cubicBezTo>
                  <a:pt x="2979104" y="25649"/>
                  <a:pt x="2977303" y="25299"/>
                  <a:pt x="2975252" y="25299"/>
                </a:cubicBezTo>
                <a:cubicBezTo>
                  <a:pt x="2973482" y="25299"/>
                  <a:pt x="2971867" y="25641"/>
                  <a:pt x="2970407" y="26324"/>
                </a:cubicBezTo>
                <a:cubicBezTo>
                  <a:pt x="2968947" y="27008"/>
                  <a:pt x="2967689" y="27970"/>
                  <a:pt x="2966633" y="29213"/>
                </a:cubicBezTo>
                <a:cubicBezTo>
                  <a:pt x="2965577" y="30455"/>
                  <a:pt x="2964723" y="31946"/>
                  <a:pt x="2964070" y="33686"/>
                </a:cubicBezTo>
                <a:cubicBezTo>
                  <a:pt x="2963418" y="35425"/>
                  <a:pt x="2963014" y="37335"/>
                  <a:pt x="2962859" y="39416"/>
                </a:cubicBezTo>
                <a:lnTo>
                  <a:pt x="2987459" y="39416"/>
                </a:lnTo>
                <a:close/>
                <a:moveTo>
                  <a:pt x="3100075" y="42212"/>
                </a:moveTo>
                <a:cubicBezTo>
                  <a:pt x="3100075" y="46374"/>
                  <a:pt x="3099493" y="50008"/>
                  <a:pt x="3098328" y="53114"/>
                </a:cubicBezTo>
                <a:cubicBezTo>
                  <a:pt x="3097163" y="56221"/>
                  <a:pt x="3095556" y="58799"/>
                  <a:pt x="3093506" y="60849"/>
                </a:cubicBezTo>
                <a:cubicBezTo>
                  <a:pt x="3091456" y="62899"/>
                  <a:pt x="3089033" y="64436"/>
                  <a:pt x="3086238" y="65461"/>
                </a:cubicBezTo>
                <a:cubicBezTo>
                  <a:pt x="3083442" y="66486"/>
                  <a:pt x="3080414" y="66999"/>
                  <a:pt x="3077152" y="66999"/>
                </a:cubicBezTo>
                <a:cubicBezTo>
                  <a:pt x="3075661" y="66999"/>
                  <a:pt x="3074178" y="66921"/>
                  <a:pt x="3072703" y="66766"/>
                </a:cubicBezTo>
                <a:cubicBezTo>
                  <a:pt x="3071227" y="66610"/>
                  <a:pt x="3069729" y="66346"/>
                  <a:pt x="3068207" y="65974"/>
                </a:cubicBezTo>
                <a:lnTo>
                  <a:pt x="3068207" y="85542"/>
                </a:lnTo>
                <a:lnTo>
                  <a:pt x="3060100" y="85542"/>
                </a:lnTo>
                <a:lnTo>
                  <a:pt x="3060100" y="19662"/>
                </a:lnTo>
                <a:lnTo>
                  <a:pt x="3067322" y="19662"/>
                </a:lnTo>
                <a:lnTo>
                  <a:pt x="3067834" y="27489"/>
                </a:lnTo>
                <a:cubicBezTo>
                  <a:pt x="3070164" y="24290"/>
                  <a:pt x="3072649" y="22046"/>
                  <a:pt x="3075289" y="20757"/>
                </a:cubicBezTo>
                <a:cubicBezTo>
                  <a:pt x="3077929" y="19468"/>
                  <a:pt x="3080787" y="18823"/>
                  <a:pt x="3083862" y="18823"/>
                </a:cubicBezTo>
                <a:cubicBezTo>
                  <a:pt x="3086533" y="18823"/>
                  <a:pt x="3088878" y="19382"/>
                  <a:pt x="3090897" y="20500"/>
                </a:cubicBezTo>
                <a:cubicBezTo>
                  <a:pt x="3092916" y="21619"/>
                  <a:pt x="3094609" y="23195"/>
                  <a:pt x="3095975" y="25229"/>
                </a:cubicBezTo>
                <a:cubicBezTo>
                  <a:pt x="3097342" y="27264"/>
                  <a:pt x="3098367" y="29718"/>
                  <a:pt x="3099050" y="32591"/>
                </a:cubicBezTo>
                <a:cubicBezTo>
                  <a:pt x="3099734" y="35464"/>
                  <a:pt x="3100075" y="38671"/>
                  <a:pt x="3100075" y="42212"/>
                </a:cubicBezTo>
                <a:moveTo>
                  <a:pt x="3091782" y="42585"/>
                </a:moveTo>
                <a:cubicBezTo>
                  <a:pt x="3091782" y="40131"/>
                  <a:pt x="3091604" y="37879"/>
                  <a:pt x="3091246" y="35829"/>
                </a:cubicBezTo>
                <a:cubicBezTo>
                  <a:pt x="3090889" y="33779"/>
                  <a:pt x="3090322" y="32024"/>
                  <a:pt x="3089546" y="30564"/>
                </a:cubicBezTo>
                <a:cubicBezTo>
                  <a:pt x="3088769" y="29104"/>
                  <a:pt x="3087775" y="27963"/>
                  <a:pt x="3086564" y="27140"/>
                </a:cubicBezTo>
                <a:cubicBezTo>
                  <a:pt x="3085352" y="26316"/>
                  <a:pt x="3083908" y="25905"/>
                  <a:pt x="3082231" y="25905"/>
                </a:cubicBezTo>
                <a:cubicBezTo>
                  <a:pt x="3081206" y="25905"/>
                  <a:pt x="3080165" y="26068"/>
                  <a:pt x="3079109" y="26394"/>
                </a:cubicBezTo>
                <a:cubicBezTo>
                  <a:pt x="3078053" y="26720"/>
                  <a:pt x="3076958" y="27264"/>
                  <a:pt x="3075825" y="28025"/>
                </a:cubicBezTo>
                <a:cubicBezTo>
                  <a:pt x="3074691" y="28786"/>
                  <a:pt x="3073495" y="29795"/>
                  <a:pt x="3072237" y="31053"/>
                </a:cubicBezTo>
                <a:cubicBezTo>
                  <a:pt x="3070979" y="32311"/>
                  <a:pt x="3069636" y="33872"/>
                  <a:pt x="3068207" y="35736"/>
                </a:cubicBezTo>
                <a:lnTo>
                  <a:pt x="3068207" y="58426"/>
                </a:lnTo>
                <a:cubicBezTo>
                  <a:pt x="3069698" y="59047"/>
                  <a:pt x="3071266" y="59536"/>
                  <a:pt x="3072913" y="59894"/>
                </a:cubicBezTo>
                <a:cubicBezTo>
                  <a:pt x="3074559" y="60251"/>
                  <a:pt x="3076174" y="60429"/>
                  <a:pt x="3077758" y="60429"/>
                </a:cubicBezTo>
                <a:cubicBezTo>
                  <a:pt x="3082138" y="60429"/>
                  <a:pt x="3085570" y="58946"/>
                  <a:pt x="3088055" y="55980"/>
                </a:cubicBezTo>
                <a:cubicBezTo>
                  <a:pt x="3090540" y="53013"/>
                  <a:pt x="3091782" y="48548"/>
                  <a:pt x="3091782" y="42585"/>
                </a:cubicBezTo>
                <a:close/>
                <a:moveTo>
                  <a:pt x="3152679" y="42678"/>
                </a:moveTo>
                <a:cubicBezTo>
                  <a:pt x="3152679" y="46312"/>
                  <a:pt x="3152167" y="49643"/>
                  <a:pt x="3151142" y="52672"/>
                </a:cubicBezTo>
                <a:cubicBezTo>
                  <a:pt x="3150117" y="55700"/>
                  <a:pt x="3148641" y="58294"/>
                  <a:pt x="3146716" y="60453"/>
                </a:cubicBezTo>
                <a:cubicBezTo>
                  <a:pt x="3144790" y="62611"/>
                  <a:pt x="3142445" y="64289"/>
                  <a:pt x="3139680" y="65485"/>
                </a:cubicBezTo>
                <a:cubicBezTo>
                  <a:pt x="3136916" y="66680"/>
                  <a:pt x="3133779" y="67278"/>
                  <a:pt x="3130269" y="67278"/>
                </a:cubicBezTo>
                <a:cubicBezTo>
                  <a:pt x="3126914" y="67278"/>
                  <a:pt x="3123909" y="66758"/>
                  <a:pt x="3121253" y="65717"/>
                </a:cubicBezTo>
                <a:cubicBezTo>
                  <a:pt x="3118598" y="64677"/>
                  <a:pt x="3116346" y="63147"/>
                  <a:pt x="3114498" y="61128"/>
                </a:cubicBezTo>
                <a:cubicBezTo>
                  <a:pt x="3112649" y="59109"/>
                  <a:pt x="3111236" y="56609"/>
                  <a:pt x="3110258" y="53627"/>
                </a:cubicBezTo>
                <a:cubicBezTo>
                  <a:pt x="3109279" y="50645"/>
                  <a:pt x="3108790" y="47213"/>
                  <a:pt x="3108790" y="43330"/>
                </a:cubicBezTo>
                <a:cubicBezTo>
                  <a:pt x="3108790" y="39696"/>
                  <a:pt x="3109303" y="36380"/>
                  <a:pt x="3110328" y="33383"/>
                </a:cubicBezTo>
                <a:cubicBezTo>
                  <a:pt x="3111353" y="30385"/>
                  <a:pt x="3112828" y="27807"/>
                  <a:pt x="3114754" y="25649"/>
                </a:cubicBezTo>
                <a:cubicBezTo>
                  <a:pt x="3116680" y="23490"/>
                  <a:pt x="3119025" y="21813"/>
                  <a:pt x="3121789" y="20617"/>
                </a:cubicBezTo>
                <a:cubicBezTo>
                  <a:pt x="3124554" y="19421"/>
                  <a:pt x="3127691" y="18823"/>
                  <a:pt x="3131201" y="18823"/>
                </a:cubicBezTo>
                <a:cubicBezTo>
                  <a:pt x="3134555" y="18823"/>
                  <a:pt x="3137560" y="19343"/>
                  <a:pt x="3140216" y="20384"/>
                </a:cubicBezTo>
                <a:cubicBezTo>
                  <a:pt x="3142872" y="21424"/>
                  <a:pt x="3145124" y="22946"/>
                  <a:pt x="3146972" y="24950"/>
                </a:cubicBezTo>
                <a:cubicBezTo>
                  <a:pt x="3148820" y="26953"/>
                  <a:pt x="3150233" y="29446"/>
                  <a:pt x="3151212" y="32428"/>
                </a:cubicBezTo>
                <a:cubicBezTo>
                  <a:pt x="3152190" y="35410"/>
                  <a:pt x="3152679" y="38826"/>
                  <a:pt x="3152679" y="42678"/>
                </a:cubicBezTo>
                <a:moveTo>
                  <a:pt x="3144386" y="43051"/>
                </a:moveTo>
                <a:cubicBezTo>
                  <a:pt x="3144386" y="40162"/>
                  <a:pt x="3144068" y="37638"/>
                  <a:pt x="3143431" y="35480"/>
                </a:cubicBezTo>
                <a:cubicBezTo>
                  <a:pt x="3142794" y="33321"/>
                  <a:pt x="3141886" y="31519"/>
                  <a:pt x="3140705" y="30075"/>
                </a:cubicBezTo>
                <a:cubicBezTo>
                  <a:pt x="3139525" y="28631"/>
                  <a:pt x="3138088" y="27543"/>
                  <a:pt x="3136396" y="26813"/>
                </a:cubicBezTo>
                <a:cubicBezTo>
                  <a:pt x="3134703" y="26084"/>
                  <a:pt x="3132816" y="25719"/>
                  <a:pt x="3130735" y="25719"/>
                </a:cubicBezTo>
                <a:cubicBezTo>
                  <a:pt x="3128312" y="25719"/>
                  <a:pt x="3126239" y="26192"/>
                  <a:pt x="3124515" y="27140"/>
                </a:cubicBezTo>
                <a:cubicBezTo>
                  <a:pt x="3122791" y="28087"/>
                  <a:pt x="3121378" y="29353"/>
                  <a:pt x="3120275" y="30937"/>
                </a:cubicBezTo>
                <a:cubicBezTo>
                  <a:pt x="3119172" y="32521"/>
                  <a:pt x="3118365" y="34361"/>
                  <a:pt x="3117852" y="36458"/>
                </a:cubicBezTo>
                <a:cubicBezTo>
                  <a:pt x="3117340" y="38555"/>
                  <a:pt x="3117083" y="40752"/>
                  <a:pt x="3117083" y="43051"/>
                </a:cubicBezTo>
                <a:cubicBezTo>
                  <a:pt x="3117083" y="45939"/>
                  <a:pt x="3117402" y="48471"/>
                  <a:pt x="3118039" y="50645"/>
                </a:cubicBezTo>
                <a:cubicBezTo>
                  <a:pt x="3118675" y="52819"/>
                  <a:pt x="3119584" y="54629"/>
                  <a:pt x="3120764" y="56073"/>
                </a:cubicBezTo>
                <a:cubicBezTo>
                  <a:pt x="3121944" y="57517"/>
                  <a:pt x="3123373" y="58604"/>
                  <a:pt x="3125051" y="59334"/>
                </a:cubicBezTo>
                <a:cubicBezTo>
                  <a:pt x="3126728" y="60064"/>
                  <a:pt x="3128623" y="60429"/>
                  <a:pt x="3130735" y="60429"/>
                </a:cubicBezTo>
                <a:cubicBezTo>
                  <a:pt x="3133157" y="60429"/>
                  <a:pt x="3135231" y="59956"/>
                  <a:pt x="3136955" y="59008"/>
                </a:cubicBezTo>
                <a:cubicBezTo>
                  <a:pt x="3138679" y="58061"/>
                  <a:pt x="3140092" y="56795"/>
                  <a:pt x="3141195" y="55211"/>
                </a:cubicBezTo>
                <a:cubicBezTo>
                  <a:pt x="3142297" y="53627"/>
                  <a:pt x="3143105" y="51787"/>
                  <a:pt x="3143617" y="49690"/>
                </a:cubicBezTo>
                <a:cubicBezTo>
                  <a:pt x="3144130" y="47593"/>
                  <a:pt x="3144386" y="45380"/>
                  <a:pt x="3144386" y="43051"/>
                </a:cubicBezTo>
                <a:close/>
                <a:moveTo>
                  <a:pt x="3203792" y="42212"/>
                </a:moveTo>
                <a:cubicBezTo>
                  <a:pt x="3203792" y="46374"/>
                  <a:pt x="3203210" y="50008"/>
                  <a:pt x="3202045" y="53114"/>
                </a:cubicBezTo>
                <a:cubicBezTo>
                  <a:pt x="3200880" y="56221"/>
                  <a:pt x="3199273" y="58799"/>
                  <a:pt x="3197223" y="60849"/>
                </a:cubicBezTo>
                <a:cubicBezTo>
                  <a:pt x="3195173" y="62899"/>
                  <a:pt x="3192750" y="64436"/>
                  <a:pt x="3189955" y="65461"/>
                </a:cubicBezTo>
                <a:cubicBezTo>
                  <a:pt x="3187159" y="66486"/>
                  <a:pt x="3184131" y="66999"/>
                  <a:pt x="3180869" y="66999"/>
                </a:cubicBezTo>
                <a:cubicBezTo>
                  <a:pt x="3179378" y="66999"/>
                  <a:pt x="3177895" y="66921"/>
                  <a:pt x="3176420" y="66766"/>
                </a:cubicBezTo>
                <a:cubicBezTo>
                  <a:pt x="3174944" y="66610"/>
                  <a:pt x="3173446" y="66346"/>
                  <a:pt x="3171924" y="65974"/>
                </a:cubicBezTo>
                <a:lnTo>
                  <a:pt x="3171924" y="85542"/>
                </a:lnTo>
                <a:lnTo>
                  <a:pt x="3163817" y="85542"/>
                </a:lnTo>
                <a:lnTo>
                  <a:pt x="3163817" y="19662"/>
                </a:lnTo>
                <a:lnTo>
                  <a:pt x="3171038" y="19662"/>
                </a:lnTo>
                <a:lnTo>
                  <a:pt x="3171551" y="27489"/>
                </a:lnTo>
                <a:cubicBezTo>
                  <a:pt x="3173881" y="24290"/>
                  <a:pt x="3176365" y="22046"/>
                  <a:pt x="3179006" y="20757"/>
                </a:cubicBezTo>
                <a:cubicBezTo>
                  <a:pt x="3181646" y="19468"/>
                  <a:pt x="3184503" y="18823"/>
                  <a:pt x="3187579" y="18823"/>
                </a:cubicBezTo>
                <a:cubicBezTo>
                  <a:pt x="3190250" y="18823"/>
                  <a:pt x="3192595" y="19382"/>
                  <a:pt x="3194614" y="20500"/>
                </a:cubicBezTo>
                <a:cubicBezTo>
                  <a:pt x="3196633" y="21619"/>
                  <a:pt x="3198326" y="23195"/>
                  <a:pt x="3199692" y="25229"/>
                </a:cubicBezTo>
                <a:cubicBezTo>
                  <a:pt x="3201059" y="27264"/>
                  <a:pt x="3202084" y="29718"/>
                  <a:pt x="3202767" y="32591"/>
                </a:cubicBezTo>
                <a:cubicBezTo>
                  <a:pt x="3203451" y="35464"/>
                  <a:pt x="3203792" y="38671"/>
                  <a:pt x="3203792" y="42212"/>
                </a:cubicBezTo>
                <a:moveTo>
                  <a:pt x="3195499" y="42585"/>
                </a:moveTo>
                <a:cubicBezTo>
                  <a:pt x="3195499" y="40131"/>
                  <a:pt x="3195320" y="37879"/>
                  <a:pt x="3194963" y="35829"/>
                </a:cubicBezTo>
                <a:cubicBezTo>
                  <a:pt x="3194606" y="33779"/>
                  <a:pt x="3194039" y="32024"/>
                  <a:pt x="3193263" y="30564"/>
                </a:cubicBezTo>
                <a:cubicBezTo>
                  <a:pt x="3192486" y="29104"/>
                  <a:pt x="3191492" y="27963"/>
                  <a:pt x="3190281" y="27140"/>
                </a:cubicBezTo>
                <a:cubicBezTo>
                  <a:pt x="3189069" y="26316"/>
                  <a:pt x="3187625" y="25905"/>
                  <a:pt x="3185948" y="25905"/>
                </a:cubicBezTo>
                <a:cubicBezTo>
                  <a:pt x="3184923" y="25905"/>
                  <a:pt x="3183882" y="26068"/>
                  <a:pt x="3182826" y="26394"/>
                </a:cubicBezTo>
                <a:cubicBezTo>
                  <a:pt x="3181770" y="26720"/>
                  <a:pt x="3180675" y="27264"/>
                  <a:pt x="3179541" y="28025"/>
                </a:cubicBezTo>
                <a:cubicBezTo>
                  <a:pt x="3178408" y="28786"/>
                  <a:pt x="3177212" y="29795"/>
                  <a:pt x="3175954" y="31053"/>
                </a:cubicBezTo>
                <a:cubicBezTo>
                  <a:pt x="3174696" y="32311"/>
                  <a:pt x="3173353" y="33872"/>
                  <a:pt x="3171924" y="35736"/>
                </a:cubicBezTo>
                <a:lnTo>
                  <a:pt x="3171924" y="58426"/>
                </a:lnTo>
                <a:cubicBezTo>
                  <a:pt x="3173415" y="59047"/>
                  <a:pt x="3174983" y="59536"/>
                  <a:pt x="3176629" y="59894"/>
                </a:cubicBezTo>
                <a:cubicBezTo>
                  <a:pt x="3178276" y="60251"/>
                  <a:pt x="3179891" y="60429"/>
                  <a:pt x="3181475" y="60429"/>
                </a:cubicBezTo>
                <a:cubicBezTo>
                  <a:pt x="3185855" y="60429"/>
                  <a:pt x="3189287" y="58946"/>
                  <a:pt x="3191772" y="55980"/>
                </a:cubicBezTo>
                <a:cubicBezTo>
                  <a:pt x="3194257" y="53013"/>
                  <a:pt x="3195499" y="48548"/>
                  <a:pt x="3195499" y="42585"/>
                </a:cubicBezTo>
                <a:close/>
                <a:moveTo>
                  <a:pt x="3253275" y="66440"/>
                </a:moveTo>
                <a:lnTo>
                  <a:pt x="3246006" y="66440"/>
                </a:lnTo>
                <a:lnTo>
                  <a:pt x="3245727" y="58892"/>
                </a:lnTo>
                <a:cubicBezTo>
                  <a:pt x="3244329" y="60507"/>
                  <a:pt x="3243001" y="61850"/>
                  <a:pt x="3241743" y="62922"/>
                </a:cubicBezTo>
                <a:cubicBezTo>
                  <a:pt x="3240485" y="63994"/>
                  <a:pt x="3239235" y="64856"/>
                  <a:pt x="3237993" y="65508"/>
                </a:cubicBezTo>
                <a:cubicBezTo>
                  <a:pt x="3236750" y="66160"/>
                  <a:pt x="3235500" y="66618"/>
                  <a:pt x="3234242" y="66882"/>
                </a:cubicBezTo>
                <a:cubicBezTo>
                  <a:pt x="3232984" y="67146"/>
                  <a:pt x="3231656" y="67278"/>
                  <a:pt x="3230258" y="67278"/>
                </a:cubicBezTo>
                <a:cubicBezTo>
                  <a:pt x="3225444" y="67278"/>
                  <a:pt x="3221810" y="65865"/>
                  <a:pt x="3219356" y="63038"/>
                </a:cubicBezTo>
                <a:cubicBezTo>
                  <a:pt x="3216902" y="60212"/>
                  <a:pt x="3215675" y="55941"/>
                  <a:pt x="3215675" y="50226"/>
                </a:cubicBezTo>
                <a:lnTo>
                  <a:pt x="3215675" y="19662"/>
                </a:lnTo>
                <a:lnTo>
                  <a:pt x="3223782" y="19662"/>
                </a:lnTo>
                <a:lnTo>
                  <a:pt x="3223782" y="49573"/>
                </a:lnTo>
                <a:cubicBezTo>
                  <a:pt x="3223782" y="56749"/>
                  <a:pt x="3226485" y="60336"/>
                  <a:pt x="3231889" y="60336"/>
                </a:cubicBezTo>
                <a:cubicBezTo>
                  <a:pt x="3232883" y="60336"/>
                  <a:pt x="3233854" y="60189"/>
                  <a:pt x="3234801" y="59894"/>
                </a:cubicBezTo>
                <a:cubicBezTo>
                  <a:pt x="3235748" y="59598"/>
                  <a:pt x="3236742" y="59086"/>
                  <a:pt x="3237783" y="58356"/>
                </a:cubicBezTo>
                <a:cubicBezTo>
                  <a:pt x="3238824" y="57626"/>
                  <a:pt x="3239942" y="56640"/>
                  <a:pt x="3241138" y="55397"/>
                </a:cubicBezTo>
                <a:cubicBezTo>
                  <a:pt x="3242333" y="54155"/>
                  <a:pt x="3243677" y="52586"/>
                  <a:pt x="3245168" y="50692"/>
                </a:cubicBezTo>
                <a:lnTo>
                  <a:pt x="3245168" y="19662"/>
                </a:lnTo>
                <a:lnTo>
                  <a:pt x="3253275" y="19662"/>
                </a:lnTo>
                <a:lnTo>
                  <a:pt x="3253275" y="66440"/>
                </a:lnTo>
                <a:close/>
                <a:moveTo>
                  <a:pt x="3307509" y="42212"/>
                </a:moveTo>
                <a:cubicBezTo>
                  <a:pt x="3307509" y="46374"/>
                  <a:pt x="3306927" y="50008"/>
                  <a:pt x="3305762" y="53114"/>
                </a:cubicBezTo>
                <a:cubicBezTo>
                  <a:pt x="3304597" y="56221"/>
                  <a:pt x="3302990" y="58799"/>
                  <a:pt x="3300940" y="60849"/>
                </a:cubicBezTo>
                <a:cubicBezTo>
                  <a:pt x="3298890" y="62899"/>
                  <a:pt x="3296467" y="64436"/>
                  <a:pt x="3293672" y="65461"/>
                </a:cubicBezTo>
                <a:cubicBezTo>
                  <a:pt x="3290876" y="66486"/>
                  <a:pt x="3287848" y="66999"/>
                  <a:pt x="3284586" y="66999"/>
                </a:cubicBezTo>
                <a:cubicBezTo>
                  <a:pt x="3283095" y="66999"/>
                  <a:pt x="3281612" y="66921"/>
                  <a:pt x="3280137" y="66766"/>
                </a:cubicBezTo>
                <a:cubicBezTo>
                  <a:pt x="3278661" y="66610"/>
                  <a:pt x="3277163" y="66346"/>
                  <a:pt x="3275641" y="65974"/>
                </a:cubicBezTo>
                <a:lnTo>
                  <a:pt x="3275641" y="85542"/>
                </a:lnTo>
                <a:lnTo>
                  <a:pt x="3267534" y="85542"/>
                </a:lnTo>
                <a:lnTo>
                  <a:pt x="3267534" y="19662"/>
                </a:lnTo>
                <a:lnTo>
                  <a:pt x="3274755" y="19662"/>
                </a:lnTo>
                <a:lnTo>
                  <a:pt x="3275268" y="27489"/>
                </a:lnTo>
                <a:cubicBezTo>
                  <a:pt x="3277598" y="24290"/>
                  <a:pt x="3280082" y="22046"/>
                  <a:pt x="3282723" y="20757"/>
                </a:cubicBezTo>
                <a:cubicBezTo>
                  <a:pt x="3285363" y="19468"/>
                  <a:pt x="3288220" y="18823"/>
                  <a:pt x="3291295" y="18823"/>
                </a:cubicBezTo>
                <a:cubicBezTo>
                  <a:pt x="3293967" y="18823"/>
                  <a:pt x="3296312" y="19382"/>
                  <a:pt x="3298331" y="20500"/>
                </a:cubicBezTo>
                <a:cubicBezTo>
                  <a:pt x="3300350" y="21619"/>
                  <a:pt x="3302043" y="23195"/>
                  <a:pt x="3303409" y="25229"/>
                </a:cubicBezTo>
                <a:cubicBezTo>
                  <a:pt x="3304776" y="27264"/>
                  <a:pt x="3305801" y="29718"/>
                  <a:pt x="3306484" y="32591"/>
                </a:cubicBezTo>
                <a:cubicBezTo>
                  <a:pt x="3307168" y="35464"/>
                  <a:pt x="3307509" y="38671"/>
                  <a:pt x="3307509" y="42212"/>
                </a:cubicBezTo>
                <a:moveTo>
                  <a:pt x="3299216" y="42585"/>
                </a:moveTo>
                <a:cubicBezTo>
                  <a:pt x="3299216" y="40131"/>
                  <a:pt x="3299037" y="37879"/>
                  <a:pt x="3298680" y="35829"/>
                </a:cubicBezTo>
                <a:cubicBezTo>
                  <a:pt x="3298323" y="33779"/>
                  <a:pt x="3297756" y="32024"/>
                  <a:pt x="3296980" y="30564"/>
                </a:cubicBezTo>
                <a:cubicBezTo>
                  <a:pt x="3296203" y="29104"/>
                  <a:pt x="3295209" y="27963"/>
                  <a:pt x="3293998" y="27140"/>
                </a:cubicBezTo>
                <a:cubicBezTo>
                  <a:pt x="3292786" y="26316"/>
                  <a:pt x="3291342" y="25905"/>
                  <a:pt x="3289665" y="25905"/>
                </a:cubicBezTo>
                <a:cubicBezTo>
                  <a:pt x="3288640" y="25905"/>
                  <a:pt x="3287599" y="26068"/>
                  <a:pt x="3286543" y="26394"/>
                </a:cubicBezTo>
                <a:cubicBezTo>
                  <a:pt x="3285487" y="26720"/>
                  <a:pt x="3284392" y="27264"/>
                  <a:pt x="3283258" y="28025"/>
                </a:cubicBezTo>
                <a:cubicBezTo>
                  <a:pt x="3282125" y="28786"/>
                  <a:pt x="3280929" y="29795"/>
                  <a:pt x="3279671" y="31053"/>
                </a:cubicBezTo>
                <a:cubicBezTo>
                  <a:pt x="3278413" y="32311"/>
                  <a:pt x="3277069" y="33872"/>
                  <a:pt x="3275641" y="35736"/>
                </a:cubicBezTo>
                <a:lnTo>
                  <a:pt x="3275641" y="58426"/>
                </a:lnTo>
                <a:cubicBezTo>
                  <a:pt x="3277132" y="59047"/>
                  <a:pt x="3278700" y="59536"/>
                  <a:pt x="3280346" y="59894"/>
                </a:cubicBezTo>
                <a:cubicBezTo>
                  <a:pt x="3281993" y="60251"/>
                  <a:pt x="3283608" y="60429"/>
                  <a:pt x="3285192" y="60429"/>
                </a:cubicBezTo>
                <a:cubicBezTo>
                  <a:pt x="3289572" y="60429"/>
                  <a:pt x="3293004" y="58946"/>
                  <a:pt x="3295489" y="55980"/>
                </a:cubicBezTo>
                <a:cubicBezTo>
                  <a:pt x="3297974" y="53013"/>
                  <a:pt x="3299216" y="48548"/>
                  <a:pt x="3299216" y="42585"/>
                </a:cubicBezTo>
                <a:close/>
                <a:moveTo>
                  <a:pt x="3412764" y="8107"/>
                </a:moveTo>
                <a:cubicBezTo>
                  <a:pt x="3408508" y="7206"/>
                  <a:pt x="3404843" y="6756"/>
                  <a:pt x="3401768" y="6756"/>
                </a:cubicBezTo>
                <a:cubicBezTo>
                  <a:pt x="3394469" y="6756"/>
                  <a:pt x="3390819" y="10576"/>
                  <a:pt x="3390819" y="18217"/>
                </a:cubicBezTo>
                <a:lnTo>
                  <a:pt x="3390819" y="26417"/>
                </a:lnTo>
                <a:lnTo>
                  <a:pt x="3411319" y="26417"/>
                </a:lnTo>
                <a:lnTo>
                  <a:pt x="3411319" y="33173"/>
                </a:lnTo>
                <a:lnTo>
                  <a:pt x="3390819" y="33173"/>
                </a:lnTo>
                <a:lnTo>
                  <a:pt x="3390819" y="66440"/>
                </a:lnTo>
                <a:lnTo>
                  <a:pt x="3382572" y="66440"/>
                </a:lnTo>
                <a:lnTo>
                  <a:pt x="3382572" y="33173"/>
                </a:lnTo>
                <a:lnTo>
                  <a:pt x="3367523" y="33173"/>
                </a:lnTo>
                <a:lnTo>
                  <a:pt x="3367523" y="26417"/>
                </a:lnTo>
                <a:lnTo>
                  <a:pt x="3382572" y="26417"/>
                </a:lnTo>
                <a:lnTo>
                  <a:pt x="3382572" y="18683"/>
                </a:lnTo>
                <a:cubicBezTo>
                  <a:pt x="3382572" y="6228"/>
                  <a:pt x="3389064" y="0"/>
                  <a:pt x="3402048" y="0"/>
                </a:cubicBezTo>
                <a:cubicBezTo>
                  <a:pt x="3405278" y="0"/>
                  <a:pt x="3408850" y="373"/>
                  <a:pt x="3412764" y="1118"/>
                </a:cubicBezTo>
                <a:lnTo>
                  <a:pt x="3412764" y="8107"/>
                </a:lnTo>
                <a:moveTo>
                  <a:pt x="3363796" y="19662"/>
                </a:moveTo>
                <a:lnTo>
                  <a:pt x="3363796" y="19662"/>
                </a:lnTo>
                <a:close/>
                <a:moveTo>
                  <a:pt x="3460709" y="66440"/>
                </a:moveTo>
                <a:lnTo>
                  <a:pt x="3453440" y="66440"/>
                </a:lnTo>
                <a:lnTo>
                  <a:pt x="3453161" y="58892"/>
                </a:lnTo>
                <a:cubicBezTo>
                  <a:pt x="3451763" y="60507"/>
                  <a:pt x="3450435" y="61850"/>
                  <a:pt x="3449177" y="62922"/>
                </a:cubicBezTo>
                <a:cubicBezTo>
                  <a:pt x="3447919" y="63994"/>
                  <a:pt x="3446669" y="64856"/>
                  <a:pt x="3445427" y="65508"/>
                </a:cubicBezTo>
                <a:cubicBezTo>
                  <a:pt x="3444184" y="66160"/>
                  <a:pt x="3442934" y="66618"/>
                  <a:pt x="3441676" y="66882"/>
                </a:cubicBezTo>
                <a:cubicBezTo>
                  <a:pt x="3440418" y="67146"/>
                  <a:pt x="3439090" y="67278"/>
                  <a:pt x="3437692" y="67278"/>
                </a:cubicBezTo>
                <a:cubicBezTo>
                  <a:pt x="3432878" y="67278"/>
                  <a:pt x="3429244" y="65865"/>
                  <a:pt x="3426790" y="63038"/>
                </a:cubicBezTo>
                <a:cubicBezTo>
                  <a:pt x="3424336" y="60212"/>
                  <a:pt x="3423109" y="55941"/>
                  <a:pt x="3423109" y="50226"/>
                </a:cubicBezTo>
                <a:lnTo>
                  <a:pt x="3423109" y="19662"/>
                </a:lnTo>
                <a:lnTo>
                  <a:pt x="3431216" y="19662"/>
                </a:lnTo>
                <a:lnTo>
                  <a:pt x="3431216" y="49573"/>
                </a:lnTo>
                <a:cubicBezTo>
                  <a:pt x="3431216" y="56749"/>
                  <a:pt x="3433918" y="60336"/>
                  <a:pt x="3439323" y="60336"/>
                </a:cubicBezTo>
                <a:cubicBezTo>
                  <a:pt x="3440317" y="60336"/>
                  <a:pt x="3441288" y="60189"/>
                  <a:pt x="3442235" y="59894"/>
                </a:cubicBezTo>
                <a:cubicBezTo>
                  <a:pt x="3443182" y="59598"/>
                  <a:pt x="3444176" y="59086"/>
                  <a:pt x="3445217" y="58356"/>
                </a:cubicBezTo>
                <a:cubicBezTo>
                  <a:pt x="3446257" y="57626"/>
                  <a:pt x="3447376" y="56640"/>
                  <a:pt x="3448571" y="55397"/>
                </a:cubicBezTo>
                <a:cubicBezTo>
                  <a:pt x="3449767" y="54155"/>
                  <a:pt x="3451111" y="52586"/>
                  <a:pt x="3452602" y="50692"/>
                </a:cubicBezTo>
                <a:lnTo>
                  <a:pt x="3452602" y="19662"/>
                </a:lnTo>
                <a:lnTo>
                  <a:pt x="3460709" y="19662"/>
                </a:lnTo>
                <a:lnTo>
                  <a:pt x="3460709" y="66440"/>
                </a:lnTo>
                <a:close/>
                <a:moveTo>
                  <a:pt x="3474967" y="19662"/>
                </a:moveTo>
                <a:lnTo>
                  <a:pt x="3482189" y="19662"/>
                </a:lnTo>
                <a:lnTo>
                  <a:pt x="3482515" y="27210"/>
                </a:lnTo>
                <a:cubicBezTo>
                  <a:pt x="3483882" y="25594"/>
                  <a:pt x="3485202" y="24251"/>
                  <a:pt x="3486476" y="23179"/>
                </a:cubicBezTo>
                <a:cubicBezTo>
                  <a:pt x="3487749" y="22108"/>
                  <a:pt x="3488999" y="21246"/>
                  <a:pt x="3490226" y="20593"/>
                </a:cubicBezTo>
                <a:cubicBezTo>
                  <a:pt x="3491453" y="19941"/>
                  <a:pt x="3492703" y="19483"/>
                  <a:pt x="3493977" y="19219"/>
                </a:cubicBezTo>
                <a:cubicBezTo>
                  <a:pt x="3495250" y="18955"/>
                  <a:pt x="3496570" y="18823"/>
                  <a:pt x="3497937" y="18823"/>
                </a:cubicBezTo>
                <a:cubicBezTo>
                  <a:pt x="3502752" y="18823"/>
                  <a:pt x="3506393" y="20244"/>
                  <a:pt x="3508863" y="23086"/>
                </a:cubicBezTo>
                <a:cubicBezTo>
                  <a:pt x="3511332" y="25928"/>
                  <a:pt x="3512567" y="30207"/>
                  <a:pt x="3512567" y="35922"/>
                </a:cubicBezTo>
                <a:lnTo>
                  <a:pt x="3512567" y="66440"/>
                </a:lnTo>
                <a:lnTo>
                  <a:pt x="3504460" y="66440"/>
                </a:lnTo>
                <a:lnTo>
                  <a:pt x="3504460" y="36574"/>
                </a:lnTo>
                <a:cubicBezTo>
                  <a:pt x="3504460" y="32909"/>
                  <a:pt x="3503777" y="30199"/>
                  <a:pt x="3502410" y="28444"/>
                </a:cubicBezTo>
                <a:cubicBezTo>
                  <a:pt x="3501043" y="26689"/>
                  <a:pt x="3499009" y="25812"/>
                  <a:pt x="3496306" y="25812"/>
                </a:cubicBezTo>
                <a:cubicBezTo>
                  <a:pt x="3495312" y="25812"/>
                  <a:pt x="3494342" y="25959"/>
                  <a:pt x="3493394" y="26254"/>
                </a:cubicBezTo>
                <a:cubicBezTo>
                  <a:pt x="3492447" y="26549"/>
                  <a:pt x="3491461" y="27062"/>
                  <a:pt x="3490436" y="27792"/>
                </a:cubicBezTo>
                <a:cubicBezTo>
                  <a:pt x="3489411" y="28522"/>
                  <a:pt x="3488300" y="29508"/>
                  <a:pt x="3487105" y="30750"/>
                </a:cubicBezTo>
                <a:cubicBezTo>
                  <a:pt x="3485909" y="31993"/>
                  <a:pt x="3484565" y="33546"/>
                  <a:pt x="3483074" y="35410"/>
                </a:cubicBezTo>
                <a:lnTo>
                  <a:pt x="3483074" y="66440"/>
                </a:lnTo>
                <a:lnTo>
                  <a:pt x="3474967" y="66440"/>
                </a:lnTo>
                <a:lnTo>
                  <a:pt x="3474967" y="19662"/>
                </a:lnTo>
                <a:close/>
                <a:moveTo>
                  <a:pt x="3563168" y="64716"/>
                </a:moveTo>
                <a:cubicBezTo>
                  <a:pt x="3561055" y="65523"/>
                  <a:pt x="3558889" y="66121"/>
                  <a:pt x="3556668" y="66510"/>
                </a:cubicBezTo>
                <a:cubicBezTo>
                  <a:pt x="3554447" y="66898"/>
                  <a:pt x="3552156" y="67092"/>
                  <a:pt x="3549796" y="67092"/>
                </a:cubicBezTo>
                <a:cubicBezTo>
                  <a:pt x="3542403" y="67092"/>
                  <a:pt x="3536711" y="65088"/>
                  <a:pt x="3532720" y="61082"/>
                </a:cubicBezTo>
                <a:cubicBezTo>
                  <a:pt x="3528729" y="57075"/>
                  <a:pt x="3526733" y="51220"/>
                  <a:pt x="3526733" y="43517"/>
                </a:cubicBezTo>
                <a:cubicBezTo>
                  <a:pt x="3526733" y="39820"/>
                  <a:pt x="3527308" y="36466"/>
                  <a:pt x="3528457" y="33453"/>
                </a:cubicBezTo>
                <a:cubicBezTo>
                  <a:pt x="3529606" y="30440"/>
                  <a:pt x="3531221" y="27862"/>
                  <a:pt x="3533302" y="25719"/>
                </a:cubicBezTo>
                <a:cubicBezTo>
                  <a:pt x="3535383" y="23575"/>
                  <a:pt x="3537868" y="21921"/>
                  <a:pt x="3540757" y="20757"/>
                </a:cubicBezTo>
                <a:cubicBezTo>
                  <a:pt x="3543646" y="19592"/>
                  <a:pt x="3546829" y="19009"/>
                  <a:pt x="3550308" y="19009"/>
                </a:cubicBezTo>
                <a:cubicBezTo>
                  <a:pt x="3552731" y="19009"/>
                  <a:pt x="3554999" y="19184"/>
                  <a:pt x="3557111" y="19534"/>
                </a:cubicBezTo>
                <a:cubicBezTo>
                  <a:pt x="3559223" y="19882"/>
                  <a:pt x="3561242" y="20453"/>
                  <a:pt x="3563168" y="21246"/>
                </a:cubicBezTo>
                <a:lnTo>
                  <a:pt x="3563168" y="28980"/>
                </a:lnTo>
                <a:cubicBezTo>
                  <a:pt x="3561149" y="27907"/>
                  <a:pt x="3559091" y="27127"/>
                  <a:pt x="3556994" y="26639"/>
                </a:cubicBezTo>
                <a:cubicBezTo>
                  <a:pt x="3554898" y="26150"/>
                  <a:pt x="3552731" y="25905"/>
                  <a:pt x="3550495" y="25905"/>
                </a:cubicBezTo>
                <a:cubicBezTo>
                  <a:pt x="3548414" y="25905"/>
                  <a:pt x="3546449" y="26301"/>
                  <a:pt x="3544601" y="27093"/>
                </a:cubicBezTo>
                <a:cubicBezTo>
                  <a:pt x="3542753" y="27885"/>
                  <a:pt x="3541130" y="29027"/>
                  <a:pt x="3539732" y="30518"/>
                </a:cubicBezTo>
                <a:cubicBezTo>
                  <a:pt x="3538334" y="32008"/>
                  <a:pt x="3537232" y="33826"/>
                  <a:pt x="3536424" y="35969"/>
                </a:cubicBezTo>
                <a:cubicBezTo>
                  <a:pt x="3535616" y="38112"/>
                  <a:pt x="3535213" y="40535"/>
                  <a:pt x="3535213" y="43237"/>
                </a:cubicBezTo>
                <a:cubicBezTo>
                  <a:pt x="3535213" y="48890"/>
                  <a:pt x="3536587" y="53122"/>
                  <a:pt x="3539336" y="55933"/>
                </a:cubicBezTo>
                <a:cubicBezTo>
                  <a:pt x="3542085" y="58744"/>
                  <a:pt x="3545898" y="60150"/>
                  <a:pt x="3550774" y="60150"/>
                </a:cubicBezTo>
                <a:cubicBezTo>
                  <a:pt x="3552980" y="60150"/>
                  <a:pt x="3555115" y="59901"/>
                  <a:pt x="3557181" y="59404"/>
                </a:cubicBezTo>
                <a:cubicBezTo>
                  <a:pt x="3559246" y="58907"/>
                  <a:pt x="3561242" y="58162"/>
                  <a:pt x="3563168" y="57168"/>
                </a:cubicBezTo>
                <a:lnTo>
                  <a:pt x="3563168" y="64716"/>
                </a:lnTo>
                <a:close/>
                <a:moveTo>
                  <a:pt x="3616378" y="65741"/>
                </a:moveTo>
                <a:cubicBezTo>
                  <a:pt x="3614545" y="66223"/>
                  <a:pt x="3612650" y="66569"/>
                  <a:pt x="3610693" y="66777"/>
                </a:cubicBezTo>
                <a:cubicBezTo>
                  <a:pt x="3608737" y="66987"/>
                  <a:pt x="3606749" y="67092"/>
                  <a:pt x="3604730" y="67092"/>
                </a:cubicBezTo>
                <a:cubicBezTo>
                  <a:pt x="3598859" y="67092"/>
                  <a:pt x="3594479" y="65764"/>
                  <a:pt x="3591591" y="63108"/>
                </a:cubicBezTo>
                <a:cubicBezTo>
                  <a:pt x="3588702" y="60453"/>
                  <a:pt x="3587258" y="56376"/>
                  <a:pt x="3587258" y="50878"/>
                </a:cubicBezTo>
                <a:lnTo>
                  <a:pt x="3587258" y="26464"/>
                </a:lnTo>
                <a:lnTo>
                  <a:pt x="3574166" y="26464"/>
                </a:lnTo>
                <a:lnTo>
                  <a:pt x="3574166" y="19662"/>
                </a:lnTo>
                <a:lnTo>
                  <a:pt x="3587258" y="19662"/>
                </a:lnTo>
                <a:lnTo>
                  <a:pt x="3587258" y="6762"/>
                </a:lnTo>
                <a:lnTo>
                  <a:pt x="3595365" y="4659"/>
                </a:lnTo>
                <a:lnTo>
                  <a:pt x="3595365" y="19662"/>
                </a:lnTo>
                <a:lnTo>
                  <a:pt x="3616378" y="19662"/>
                </a:lnTo>
                <a:lnTo>
                  <a:pt x="3616378" y="26464"/>
                </a:lnTo>
                <a:lnTo>
                  <a:pt x="3595365" y="26464"/>
                </a:lnTo>
                <a:lnTo>
                  <a:pt x="3595365" y="50226"/>
                </a:lnTo>
                <a:cubicBezTo>
                  <a:pt x="3595365" y="53580"/>
                  <a:pt x="3596258" y="56089"/>
                  <a:pt x="3598044" y="57750"/>
                </a:cubicBezTo>
                <a:cubicBezTo>
                  <a:pt x="3599830" y="59412"/>
                  <a:pt x="3602462" y="60243"/>
                  <a:pt x="3605941" y="60243"/>
                </a:cubicBezTo>
                <a:cubicBezTo>
                  <a:pt x="3607432" y="60243"/>
                  <a:pt x="3609063" y="60123"/>
                  <a:pt x="3610833" y="59883"/>
                </a:cubicBezTo>
                <a:cubicBezTo>
                  <a:pt x="3612604" y="59643"/>
                  <a:pt x="3614452" y="59265"/>
                  <a:pt x="3616378" y="58752"/>
                </a:cubicBezTo>
                <a:lnTo>
                  <a:pt x="3616378" y="65741"/>
                </a:lnTo>
                <a:close/>
                <a:moveTo>
                  <a:pt x="3646478" y="26371"/>
                </a:moveTo>
                <a:lnTo>
                  <a:pt x="3632640" y="26371"/>
                </a:lnTo>
                <a:lnTo>
                  <a:pt x="3632640" y="19662"/>
                </a:lnTo>
                <a:lnTo>
                  <a:pt x="3654678" y="19662"/>
                </a:lnTo>
                <a:lnTo>
                  <a:pt x="3654678" y="59684"/>
                </a:lnTo>
                <a:lnTo>
                  <a:pt x="3668609" y="59684"/>
                </a:lnTo>
                <a:lnTo>
                  <a:pt x="3668609" y="66440"/>
                </a:lnTo>
                <a:lnTo>
                  <a:pt x="3631103" y="66440"/>
                </a:lnTo>
                <a:lnTo>
                  <a:pt x="3631103" y="59684"/>
                </a:lnTo>
                <a:lnTo>
                  <a:pt x="3646478" y="59684"/>
                </a:lnTo>
                <a:lnTo>
                  <a:pt x="3646478" y="26371"/>
                </a:lnTo>
                <a:moveTo>
                  <a:pt x="3649320" y="0"/>
                </a:moveTo>
                <a:cubicBezTo>
                  <a:pt x="3650221" y="0"/>
                  <a:pt x="3651059" y="163"/>
                  <a:pt x="3651836" y="489"/>
                </a:cubicBezTo>
                <a:cubicBezTo>
                  <a:pt x="3652612" y="815"/>
                  <a:pt x="3653288" y="1274"/>
                  <a:pt x="3653863" y="1864"/>
                </a:cubicBezTo>
                <a:cubicBezTo>
                  <a:pt x="3654437" y="2454"/>
                  <a:pt x="3654888" y="3129"/>
                  <a:pt x="3655214" y="3890"/>
                </a:cubicBezTo>
                <a:cubicBezTo>
                  <a:pt x="3655540" y="4651"/>
                  <a:pt x="3655703" y="5482"/>
                  <a:pt x="3655703" y="6383"/>
                </a:cubicBezTo>
                <a:cubicBezTo>
                  <a:pt x="3655703" y="7253"/>
                  <a:pt x="3655540" y="8076"/>
                  <a:pt x="3655214" y="8852"/>
                </a:cubicBezTo>
                <a:cubicBezTo>
                  <a:pt x="3654888" y="9629"/>
                  <a:pt x="3654437" y="10312"/>
                  <a:pt x="3653863" y="10902"/>
                </a:cubicBezTo>
                <a:cubicBezTo>
                  <a:pt x="3653288" y="11493"/>
                  <a:pt x="3652612" y="11951"/>
                  <a:pt x="3651836" y="12277"/>
                </a:cubicBezTo>
                <a:cubicBezTo>
                  <a:pt x="3651059" y="12603"/>
                  <a:pt x="3650221" y="12766"/>
                  <a:pt x="3649320" y="12766"/>
                </a:cubicBezTo>
                <a:cubicBezTo>
                  <a:pt x="3648419" y="12766"/>
                  <a:pt x="3647580" y="12603"/>
                  <a:pt x="3646804" y="12277"/>
                </a:cubicBezTo>
                <a:cubicBezTo>
                  <a:pt x="3646027" y="11951"/>
                  <a:pt x="3645352" y="11493"/>
                  <a:pt x="3644777" y="10902"/>
                </a:cubicBezTo>
                <a:cubicBezTo>
                  <a:pt x="3644203" y="10312"/>
                  <a:pt x="3643752" y="9629"/>
                  <a:pt x="3643426" y="8852"/>
                </a:cubicBezTo>
                <a:cubicBezTo>
                  <a:pt x="3643100" y="8076"/>
                  <a:pt x="3642937" y="7253"/>
                  <a:pt x="3642937" y="6383"/>
                </a:cubicBezTo>
                <a:cubicBezTo>
                  <a:pt x="3642937" y="5482"/>
                  <a:pt x="3643100" y="4651"/>
                  <a:pt x="3643426" y="3890"/>
                </a:cubicBezTo>
                <a:cubicBezTo>
                  <a:pt x="3643752" y="3129"/>
                  <a:pt x="3644203" y="2454"/>
                  <a:pt x="3644777" y="1864"/>
                </a:cubicBezTo>
                <a:cubicBezTo>
                  <a:pt x="3645352" y="1274"/>
                  <a:pt x="3646027" y="815"/>
                  <a:pt x="3646804" y="489"/>
                </a:cubicBezTo>
                <a:cubicBezTo>
                  <a:pt x="3647580" y="163"/>
                  <a:pt x="3648419" y="0"/>
                  <a:pt x="3649320" y="0"/>
                </a:cubicBezTo>
                <a:close/>
                <a:moveTo>
                  <a:pt x="3723123" y="42678"/>
                </a:moveTo>
                <a:cubicBezTo>
                  <a:pt x="3723123" y="46312"/>
                  <a:pt x="3722610" y="49643"/>
                  <a:pt x="3721585" y="52672"/>
                </a:cubicBezTo>
                <a:cubicBezTo>
                  <a:pt x="3720560" y="55700"/>
                  <a:pt x="3719085" y="58294"/>
                  <a:pt x="3717159" y="60453"/>
                </a:cubicBezTo>
                <a:cubicBezTo>
                  <a:pt x="3715233" y="62611"/>
                  <a:pt x="3712888" y="64289"/>
                  <a:pt x="3710124" y="65485"/>
                </a:cubicBezTo>
                <a:cubicBezTo>
                  <a:pt x="3707359" y="66680"/>
                  <a:pt x="3704222" y="67278"/>
                  <a:pt x="3700712" y="67278"/>
                </a:cubicBezTo>
                <a:cubicBezTo>
                  <a:pt x="3697358" y="67278"/>
                  <a:pt x="3694353" y="66758"/>
                  <a:pt x="3691697" y="65717"/>
                </a:cubicBezTo>
                <a:cubicBezTo>
                  <a:pt x="3689041" y="64677"/>
                  <a:pt x="3686789" y="63147"/>
                  <a:pt x="3684941" y="61128"/>
                </a:cubicBezTo>
                <a:cubicBezTo>
                  <a:pt x="3683093" y="59109"/>
                  <a:pt x="3681680" y="56609"/>
                  <a:pt x="3680701" y="53627"/>
                </a:cubicBezTo>
                <a:cubicBezTo>
                  <a:pt x="3679723" y="50645"/>
                  <a:pt x="3679234" y="47213"/>
                  <a:pt x="3679234" y="43330"/>
                </a:cubicBezTo>
                <a:cubicBezTo>
                  <a:pt x="3679234" y="39696"/>
                  <a:pt x="3679746" y="36380"/>
                  <a:pt x="3680771" y="33383"/>
                </a:cubicBezTo>
                <a:cubicBezTo>
                  <a:pt x="3681796" y="30385"/>
                  <a:pt x="3683272" y="27807"/>
                  <a:pt x="3685197" y="25649"/>
                </a:cubicBezTo>
                <a:cubicBezTo>
                  <a:pt x="3687123" y="23490"/>
                  <a:pt x="3689468" y="21813"/>
                  <a:pt x="3692233" y="20617"/>
                </a:cubicBezTo>
                <a:cubicBezTo>
                  <a:pt x="3694997" y="19421"/>
                  <a:pt x="3698134" y="18823"/>
                  <a:pt x="3701644" y="18823"/>
                </a:cubicBezTo>
                <a:cubicBezTo>
                  <a:pt x="3704999" y="18823"/>
                  <a:pt x="3708004" y="19343"/>
                  <a:pt x="3710660" y="20384"/>
                </a:cubicBezTo>
                <a:cubicBezTo>
                  <a:pt x="3713315" y="21424"/>
                  <a:pt x="3715567" y="22946"/>
                  <a:pt x="3717415" y="24950"/>
                </a:cubicBezTo>
                <a:cubicBezTo>
                  <a:pt x="3719264" y="26953"/>
                  <a:pt x="3720677" y="29446"/>
                  <a:pt x="3721655" y="32428"/>
                </a:cubicBezTo>
                <a:cubicBezTo>
                  <a:pt x="3722634" y="35410"/>
                  <a:pt x="3723123" y="38826"/>
                  <a:pt x="3723123" y="42678"/>
                </a:cubicBezTo>
                <a:moveTo>
                  <a:pt x="3714830" y="43051"/>
                </a:moveTo>
                <a:cubicBezTo>
                  <a:pt x="3714830" y="40162"/>
                  <a:pt x="3714511" y="37638"/>
                  <a:pt x="3713875" y="35480"/>
                </a:cubicBezTo>
                <a:cubicBezTo>
                  <a:pt x="3713238" y="33321"/>
                  <a:pt x="3712329" y="31519"/>
                  <a:pt x="3711149" y="30075"/>
                </a:cubicBezTo>
                <a:cubicBezTo>
                  <a:pt x="3709969" y="28631"/>
                  <a:pt x="3708532" y="27543"/>
                  <a:pt x="3706839" y="26813"/>
                </a:cubicBezTo>
                <a:cubicBezTo>
                  <a:pt x="3705146" y="26084"/>
                  <a:pt x="3703259" y="25719"/>
                  <a:pt x="3701178" y="25719"/>
                </a:cubicBezTo>
                <a:cubicBezTo>
                  <a:pt x="3698756" y="25719"/>
                  <a:pt x="3696682" y="26192"/>
                  <a:pt x="3694958" y="27140"/>
                </a:cubicBezTo>
                <a:cubicBezTo>
                  <a:pt x="3693234" y="28087"/>
                  <a:pt x="3691821" y="29353"/>
                  <a:pt x="3690719" y="30937"/>
                </a:cubicBezTo>
                <a:cubicBezTo>
                  <a:pt x="3689616" y="32521"/>
                  <a:pt x="3688808" y="34361"/>
                  <a:pt x="3688296" y="36458"/>
                </a:cubicBezTo>
                <a:cubicBezTo>
                  <a:pt x="3687783" y="38555"/>
                  <a:pt x="3687527" y="40752"/>
                  <a:pt x="3687527" y="43051"/>
                </a:cubicBezTo>
                <a:cubicBezTo>
                  <a:pt x="3687527" y="45939"/>
                  <a:pt x="3687845" y="48471"/>
                  <a:pt x="3688482" y="50645"/>
                </a:cubicBezTo>
                <a:cubicBezTo>
                  <a:pt x="3689119" y="52819"/>
                  <a:pt x="3690027" y="54629"/>
                  <a:pt x="3691208" y="56073"/>
                </a:cubicBezTo>
                <a:cubicBezTo>
                  <a:pt x="3692388" y="57517"/>
                  <a:pt x="3693817" y="58604"/>
                  <a:pt x="3695494" y="59334"/>
                </a:cubicBezTo>
                <a:cubicBezTo>
                  <a:pt x="3697171" y="60064"/>
                  <a:pt x="3699066" y="60429"/>
                  <a:pt x="3701178" y="60429"/>
                </a:cubicBezTo>
                <a:cubicBezTo>
                  <a:pt x="3703601" y="60429"/>
                  <a:pt x="3705674" y="59956"/>
                  <a:pt x="3707398" y="59008"/>
                </a:cubicBezTo>
                <a:cubicBezTo>
                  <a:pt x="3709122" y="58061"/>
                  <a:pt x="3710535" y="56795"/>
                  <a:pt x="3711638" y="55211"/>
                </a:cubicBezTo>
                <a:cubicBezTo>
                  <a:pt x="3712741" y="53627"/>
                  <a:pt x="3713548" y="51787"/>
                  <a:pt x="3714061" y="49690"/>
                </a:cubicBezTo>
                <a:cubicBezTo>
                  <a:pt x="3714573" y="47593"/>
                  <a:pt x="3714830" y="45380"/>
                  <a:pt x="3714830" y="43051"/>
                </a:cubicBezTo>
                <a:close/>
                <a:moveTo>
                  <a:pt x="3734260" y="19662"/>
                </a:moveTo>
                <a:lnTo>
                  <a:pt x="3741482" y="19662"/>
                </a:lnTo>
                <a:lnTo>
                  <a:pt x="3741808" y="27210"/>
                </a:lnTo>
                <a:cubicBezTo>
                  <a:pt x="3743175" y="25594"/>
                  <a:pt x="3744495" y="24251"/>
                  <a:pt x="3745769" y="23179"/>
                </a:cubicBezTo>
                <a:cubicBezTo>
                  <a:pt x="3747042" y="22108"/>
                  <a:pt x="3748292" y="21246"/>
                  <a:pt x="3749519" y="20593"/>
                </a:cubicBezTo>
                <a:cubicBezTo>
                  <a:pt x="3750746" y="19941"/>
                  <a:pt x="3751996" y="19483"/>
                  <a:pt x="3753270" y="19219"/>
                </a:cubicBezTo>
                <a:cubicBezTo>
                  <a:pt x="3754543" y="18955"/>
                  <a:pt x="3755863" y="18823"/>
                  <a:pt x="3757230" y="18823"/>
                </a:cubicBezTo>
                <a:cubicBezTo>
                  <a:pt x="3762045" y="18823"/>
                  <a:pt x="3765686" y="20244"/>
                  <a:pt x="3768156" y="23086"/>
                </a:cubicBezTo>
                <a:cubicBezTo>
                  <a:pt x="3770625" y="25928"/>
                  <a:pt x="3771860" y="30207"/>
                  <a:pt x="3771860" y="35922"/>
                </a:cubicBezTo>
                <a:lnTo>
                  <a:pt x="3771860" y="66440"/>
                </a:lnTo>
                <a:lnTo>
                  <a:pt x="3763753" y="66440"/>
                </a:lnTo>
                <a:lnTo>
                  <a:pt x="3763753" y="36574"/>
                </a:lnTo>
                <a:cubicBezTo>
                  <a:pt x="3763753" y="32909"/>
                  <a:pt x="3763070" y="30199"/>
                  <a:pt x="3761703" y="28444"/>
                </a:cubicBezTo>
                <a:cubicBezTo>
                  <a:pt x="3760336" y="26689"/>
                  <a:pt x="3758302" y="25812"/>
                  <a:pt x="3755599" y="25812"/>
                </a:cubicBezTo>
                <a:cubicBezTo>
                  <a:pt x="3754605" y="25812"/>
                  <a:pt x="3753635" y="25959"/>
                  <a:pt x="3752687" y="26254"/>
                </a:cubicBezTo>
                <a:cubicBezTo>
                  <a:pt x="3751740" y="26549"/>
                  <a:pt x="3750754" y="27062"/>
                  <a:pt x="3749729" y="27792"/>
                </a:cubicBezTo>
                <a:cubicBezTo>
                  <a:pt x="3748704" y="28522"/>
                  <a:pt x="3747593" y="29508"/>
                  <a:pt x="3746397" y="30750"/>
                </a:cubicBezTo>
                <a:cubicBezTo>
                  <a:pt x="3745202" y="31993"/>
                  <a:pt x="3743858" y="33546"/>
                  <a:pt x="3742367" y="35410"/>
                </a:cubicBezTo>
                <a:lnTo>
                  <a:pt x="3742367" y="66440"/>
                </a:lnTo>
                <a:lnTo>
                  <a:pt x="3734260" y="66440"/>
                </a:lnTo>
                <a:lnTo>
                  <a:pt x="3734260" y="19662"/>
                </a:lnTo>
                <a:close/>
                <a:moveTo>
                  <a:pt x="3816170" y="66440"/>
                </a:moveTo>
                <a:lnTo>
                  <a:pt x="3815984" y="60137"/>
                </a:lnTo>
                <a:cubicBezTo>
                  <a:pt x="3813437" y="62657"/>
                  <a:pt x="3810851" y="64478"/>
                  <a:pt x="3808227" y="65598"/>
                </a:cubicBezTo>
                <a:cubicBezTo>
                  <a:pt x="3805602" y="66718"/>
                  <a:pt x="3802845" y="67278"/>
                  <a:pt x="3799957" y="67278"/>
                </a:cubicBezTo>
                <a:cubicBezTo>
                  <a:pt x="3797285" y="67278"/>
                  <a:pt x="3795002" y="66936"/>
                  <a:pt x="3793108" y="66252"/>
                </a:cubicBezTo>
                <a:cubicBezTo>
                  <a:pt x="3791213" y="65567"/>
                  <a:pt x="3789652" y="64626"/>
                  <a:pt x="3788425" y="63429"/>
                </a:cubicBezTo>
                <a:cubicBezTo>
                  <a:pt x="3787198" y="62231"/>
                  <a:pt x="3786297" y="60823"/>
                  <a:pt x="3785723" y="59205"/>
                </a:cubicBezTo>
                <a:cubicBezTo>
                  <a:pt x="3785148" y="57587"/>
                  <a:pt x="3784861" y="55829"/>
                  <a:pt x="3784861" y="53931"/>
                </a:cubicBezTo>
                <a:cubicBezTo>
                  <a:pt x="3784861" y="49233"/>
                  <a:pt x="3786608" y="45554"/>
                  <a:pt x="3790102" y="42895"/>
                </a:cubicBezTo>
                <a:cubicBezTo>
                  <a:pt x="3793597" y="40234"/>
                  <a:pt x="3798761" y="38904"/>
                  <a:pt x="3805594" y="38904"/>
                </a:cubicBezTo>
                <a:lnTo>
                  <a:pt x="3815285" y="38904"/>
                </a:lnTo>
                <a:lnTo>
                  <a:pt x="3815285" y="34818"/>
                </a:lnTo>
                <a:cubicBezTo>
                  <a:pt x="3815285" y="32064"/>
                  <a:pt x="3814400" y="29858"/>
                  <a:pt x="3812629" y="28202"/>
                </a:cubicBezTo>
                <a:cubicBezTo>
                  <a:pt x="3810859" y="26547"/>
                  <a:pt x="3808157" y="25719"/>
                  <a:pt x="3804523" y="25719"/>
                </a:cubicBezTo>
                <a:cubicBezTo>
                  <a:pt x="3801882" y="25719"/>
                  <a:pt x="3799281" y="26018"/>
                  <a:pt x="3796718" y="26617"/>
                </a:cubicBezTo>
                <a:cubicBezTo>
                  <a:pt x="3794156" y="27215"/>
                  <a:pt x="3791508" y="28065"/>
                  <a:pt x="3788775" y="29166"/>
                </a:cubicBezTo>
                <a:lnTo>
                  <a:pt x="3788775" y="21851"/>
                </a:lnTo>
                <a:cubicBezTo>
                  <a:pt x="3789800" y="21473"/>
                  <a:pt x="3790941" y="21102"/>
                  <a:pt x="3792199" y="20739"/>
                </a:cubicBezTo>
                <a:cubicBezTo>
                  <a:pt x="3793457" y="20376"/>
                  <a:pt x="3794785" y="20053"/>
                  <a:pt x="3796183" y="19769"/>
                </a:cubicBezTo>
                <a:cubicBezTo>
                  <a:pt x="3797580" y="19485"/>
                  <a:pt x="3799040" y="19256"/>
                  <a:pt x="3800562" y="19084"/>
                </a:cubicBezTo>
                <a:cubicBezTo>
                  <a:pt x="3802084" y="18910"/>
                  <a:pt x="3803622" y="18823"/>
                  <a:pt x="3805175" y="18823"/>
                </a:cubicBezTo>
                <a:cubicBezTo>
                  <a:pt x="3808001" y="18823"/>
                  <a:pt x="3810548" y="19134"/>
                  <a:pt x="3812816" y="19755"/>
                </a:cubicBezTo>
                <a:cubicBezTo>
                  <a:pt x="3815083" y="20376"/>
                  <a:pt x="3817001" y="21323"/>
                  <a:pt x="3818570" y="22597"/>
                </a:cubicBezTo>
                <a:cubicBezTo>
                  <a:pt x="3820139" y="23870"/>
                  <a:pt x="3821342" y="25470"/>
                  <a:pt x="3822181" y="27396"/>
                </a:cubicBezTo>
                <a:cubicBezTo>
                  <a:pt x="3823019" y="29322"/>
                  <a:pt x="3823439" y="31589"/>
                  <a:pt x="3823439" y="34198"/>
                </a:cubicBezTo>
                <a:lnTo>
                  <a:pt x="3823439" y="66440"/>
                </a:lnTo>
                <a:lnTo>
                  <a:pt x="3816170" y="66440"/>
                </a:lnTo>
                <a:moveTo>
                  <a:pt x="3815285" y="45101"/>
                </a:moveTo>
                <a:lnTo>
                  <a:pt x="3804988" y="45101"/>
                </a:lnTo>
                <a:cubicBezTo>
                  <a:pt x="3802969" y="45101"/>
                  <a:pt x="3801230" y="45304"/>
                  <a:pt x="3799770" y="45709"/>
                </a:cubicBezTo>
                <a:cubicBezTo>
                  <a:pt x="3798310" y="46114"/>
                  <a:pt x="3797114" y="46690"/>
                  <a:pt x="3796183" y="47438"/>
                </a:cubicBezTo>
                <a:cubicBezTo>
                  <a:pt x="3795251" y="48185"/>
                  <a:pt x="3794560" y="49081"/>
                  <a:pt x="3794109" y="50125"/>
                </a:cubicBezTo>
                <a:cubicBezTo>
                  <a:pt x="3793659" y="51169"/>
                  <a:pt x="3793434" y="52345"/>
                  <a:pt x="3793434" y="53653"/>
                </a:cubicBezTo>
                <a:cubicBezTo>
                  <a:pt x="3793434" y="54557"/>
                  <a:pt x="3793574" y="55422"/>
                  <a:pt x="3793853" y="56248"/>
                </a:cubicBezTo>
                <a:cubicBezTo>
                  <a:pt x="3794133" y="57073"/>
                  <a:pt x="3794583" y="57805"/>
                  <a:pt x="3795204" y="58443"/>
                </a:cubicBezTo>
                <a:cubicBezTo>
                  <a:pt x="3795825" y="59082"/>
                  <a:pt x="3796633" y="59588"/>
                  <a:pt x="3797627" y="59962"/>
                </a:cubicBezTo>
                <a:cubicBezTo>
                  <a:pt x="3798621" y="60336"/>
                  <a:pt x="3799832" y="60522"/>
                  <a:pt x="3801261" y="60522"/>
                </a:cubicBezTo>
                <a:cubicBezTo>
                  <a:pt x="3803125" y="60522"/>
                  <a:pt x="3805260" y="59954"/>
                  <a:pt x="3807667" y="58818"/>
                </a:cubicBezTo>
                <a:cubicBezTo>
                  <a:pt x="3810075" y="57680"/>
                  <a:pt x="3812614" y="55880"/>
                  <a:pt x="3815285" y="53419"/>
                </a:cubicBezTo>
                <a:lnTo>
                  <a:pt x="3815285" y="45101"/>
                </a:lnTo>
                <a:close/>
                <a:moveTo>
                  <a:pt x="3853912" y="7222"/>
                </a:moveTo>
                <a:lnTo>
                  <a:pt x="3840074" y="7222"/>
                </a:lnTo>
                <a:lnTo>
                  <a:pt x="3840074" y="559"/>
                </a:lnTo>
                <a:lnTo>
                  <a:pt x="3862112" y="559"/>
                </a:lnTo>
                <a:lnTo>
                  <a:pt x="3862112" y="59684"/>
                </a:lnTo>
                <a:lnTo>
                  <a:pt x="3876043" y="59684"/>
                </a:lnTo>
                <a:lnTo>
                  <a:pt x="3876043" y="66440"/>
                </a:lnTo>
                <a:lnTo>
                  <a:pt x="3838536" y="66440"/>
                </a:lnTo>
                <a:lnTo>
                  <a:pt x="3838536" y="59684"/>
                </a:lnTo>
                <a:lnTo>
                  <a:pt x="3853912" y="59684"/>
                </a:lnTo>
                <a:lnTo>
                  <a:pt x="3853912" y="7222"/>
                </a:lnTo>
                <a:close/>
                <a:moveTo>
                  <a:pt x="3905770" y="26371"/>
                </a:moveTo>
                <a:lnTo>
                  <a:pt x="3891932" y="26371"/>
                </a:lnTo>
                <a:lnTo>
                  <a:pt x="3891932" y="19662"/>
                </a:lnTo>
                <a:lnTo>
                  <a:pt x="3913970" y="19662"/>
                </a:lnTo>
                <a:lnTo>
                  <a:pt x="3913970" y="59684"/>
                </a:lnTo>
                <a:lnTo>
                  <a:pt x="3927901" y="59684"/>
                </a:lnTo>
                <a:lnTo>
                  <a:pt x="3927901" y="66440"/>
                </a:lnTo>
                <a:lnTo>
                  <a:pt x="3890395" y="66440"/>
                </a:lnTo>
                <a:lnTo>
                  <a:pt x="3890395" y="59684"/>
                </a:lnTo>
                <a:lnTo>
                  <a:pt x="3905770" y="59684"/>
                </a:lnTo>
                <a:lnTo>
                  <a:pt x="3905770" y="26371"/>
                </a:lnTo>
                <a:moveTo>
                  <a:pt x="3908612" y="0"/>
                </a:moveTo>
                <a:cubicBezTo>
                  <a:pt x="3909513" y="0"/>
                  <a:pt x="3910352" y="163"/>
                  <a:pt x="3911128" y="489"/>
                </a:cubicBezTo>
                <a:cubicBezTo>
                  <a:pt x="3911905" y="815"/>
                  <a:pt x="3912580" y="1274"/>
                  <a:pt x="3913155" y="1864"/>
                </a:cubicBezTo>
                <a:cubicBezTo>
                  <a:pt x="3913730" y="2454"/>
                  <a:pt x="3914180" y="3129"/>
                  <a:pt x="3914506" y="3890"/>
                </a:cubicBezTo>
                <a:cubicBezTo>
                  <a:pt x="3914832" y="4651"/>
                  <a:pt x="3914995" y="5482"/>
                  <a:pt x="3914995" y="6383"/>
                </a:cubicBezTo>
                <a:cubicBezTo>
                  <a:pt x="3914995" y="7253"/>
                  <a:pt x="3914832" y="8076"/>
                  <a:pt x="3914506" y="8852"/>
                </a:cubicBezTo>
                <a:cubicBezTo>
                  <a:pt x="3914180" y="9629"/>
                  <a:pt x="3913730" y="10312"/>
                  <a:pt x="3913155" y="10902"/>
                </a:cubicBezTo>
                <a:cubicBezTo>
                  <a:pt x="3912580" y="11493"/>
                  <a:pt x="3911905" y="11951"/>
                  <a:pt x="3911128" y="12277"/>
                </a:cubicBezTo>
                <a:cubicBezTo>
                  <a:pt x="3910352" y="12603"/>
                  <a:pt x="3909513" y="12766"/>
                  <a:pt x="3908612" y="12766"/>
                </a:cubicBezTo>
                <a:cubicBezTo>
                  <a:pt x="3907711" y="12766"/>
                  <a:pt x="3906873" y="12603"/>
                  <a:pt x="3906096" y="12277"/>
                </a:cubicBezTo>
                <a:cubicBezTo>
                  <a:pt x="3905320" y="11951"/>
                  <a:pt x="3904644" y="11493"/>
                  <a:pt x="3904070" y="10902"/>
                </a:cubicBezTo>
                <a:cubicBezTo>
                  <a:pt x="3903495" y="10312"/>
                  <a:pt x="3903045" y="9629"/>
                  <a:pt x="3902718" y="8852"/>
                </a:cubicBezTo>
                <a:cubicBezTo>
                  <a:pt x="3902392" y="8076"/>
                  <a:pt x="3902229" y="7253"/>
                  <a:pt x="3902229" y="6383"/>
                </a:cubicBezTo>
                <a:cubicBezTo>
                  <a:pt x="3902229" y="5482"/>
                  <a:pt x="3902392" y="4651"/>
                  <a:pt x="3902718" y="3890"/>
                </a:cubicBezTo>
                <a:cubicBezTo>
                  <a:pt x="3903045" y="3129"/>
                  <a:pt x="3903495" y="2454"/>
                  <a:pt x="3904070" y="1864"/>
                </a:cubicBezTo>
                <a:cubicBezTo>
                  <a:pt x="3904644" y="1274"/>
                  <a:pt x="3905320" y="815"/>
                  <a:pt x="3906096" y="489"/>
                </a:cubicBezTo>
                <a:cubicBezTo>
                  <a:pt x="3906873" y="163"/>
                  <a:pt x="3907711" y="0"/>
                  <a:pt x="3908612" y="0"/>
                </a:cubicBezTo>
                <a:close/>
                <a:moveTo>
                  <a:pt x="3979387" y="65741"/>
                </a:moveTo>
                <a:cubicBezTo>
                  <a:pt x="3977554" y="66223"/>
                  <a:pt x="3975660" y="66569"/>
                  <a:pt x="3973703" y="66777"/>
                </a:cubicBezTo>
                <a:cubicBezTo>
                  <a:pt x="3971746" y="66987"/>
                  <a:pt x="3969758" y="67092"/>
                  <a:pt x="3967739" y="67092"/>
                </a:cubicBezTo>
                <a:cubicBezTo>
                  <a:pt x="3961868" y="67092"/>
                  <a:pt x="3957489" y="65764"/>
                  <a:pt x="3954600" y="63108"/>
                </a:cubicBezTo>
                <a:cubicBezTo>
                  <a:pt x="3951712" y="60453"/>
                  <a:pt x="3950267" y="56376"/>
                  <a:pt x="3950267" y="50878"/>
                </a:cubicBezTo>
                <a:lnTo>
                  <a:pt x="3950267" y="26464"/>
                </a:lnTo>
                <a:lnTo>
                  <a:pt x="3937175" y="26464"/>
                </a:lnTo>
                <a:lnTo>
                  <a:pt x="3937175" y="19662"/>
                </a:lnTo>
                <a:lnTo>
                  <a:pt x="3950267" y="19662"/>
                </a:lnTo>
                <a:lnTo>
                  <a:pt x="3950267" y="6762"/>
                </a:lnTo>
                <a:lnTo>
                  <a:pt x="3958374" y="4659"/>
                </a:lnTo>
                <a:lnTo>
                  <a:pt x="3958374" y="19662"/>
                </a:lnTo>
                <a:lnTo>
                  <a:pt x="3979387" y="19662"/>
                </a:lnTo>
                <a:lnTo>
                  <a:pt x="3979387" y="26464"/>
                </a:lnTo>
                <a:lnTo>
                  <a:pt x="3958374" y="26464"/>
                </a:lnTo>
                <a:lnTo>
                  <a:pt x="3958374" y="50226"/>
                </a:lnTo>
                <a:cubicBezTo>
                  <a:pt x="3958374" y="53580"/>
                  <a:pt x="3959267" y="56089"/>
                  <a:pt x="3961053" y="57750"/>
                </a:cubicBezTo>
                <a:cubicBezTo>
                  <a:pt x="3962839" y="59412"/>
                  <a:pt x="3965472" y="60243"/>
                  <a:pt x="3968950" y="60243"/>
                </a:cubicBezTo>
                <a:cubicBezTo>
                  <a:pt x="3970441" y="60243"/>
                  <a:pt x="3972072" y="60123"/>
                  <a:pt x="3973843" y="59883"/>
                </a:cubicBezTo>
                <a:cubicBezTo>
                  <a:pt x="3975613" y="59643"/>
                  <a:pt x="3977461" y="59265"/>
                  <a:pt x="3979387" y="58752"/>
                </a:cubicBezTo>
                <a:lnTo>
                  <a:pt x="3979387" y="65741"/>
                </a:lnTo>
                <a:close/>
                <a:moveTo>
                  <a:pt x="4035159" y="19662"/>
                </a:moveTo>
                <a:lnTo>
                  <a:pt x="4019224" y="61501"/>
                </a:lnTo>
                <a:cubicBezTo>
                  <a:pt x="4017578" y="65756"/>
                  <a:pt x="4015878" y="69421"/>
                  <a:pt x="4014123" y="72497"/>
                </a:cubicBezTo>
                <a:cubicBezTo>
                  <a:pt x="4012368" y="75572"/>
                  <a:pt x="4010450" y="78095"/>
                  <a:pt x="4008369" y="80068"/>
                </a:cubicBezTo>
                <a:cubicBezTo>
                  <a:pt x="4006288" y="82040"/>
                  <a:pt x="4004005" y="83492"/>
                  <a:pt x="4001520" y="84424"/>
                </a:cubicBezTo>
                <a:cubicBezTo>
                  <a:pt x="3999035" y="85356"/>
                  <a:pt x="3996255" y="85822"/>
                  <a:pt x="3993180" y="85822"/>
                </a:cubicBezTo>
                <a:cubicBezTo>
                  <a:pt x="3992372" y="85822"/>
                  <a:pt x="3991642" y="85806"/>
                  <a:pt x="3990990" y="85775"/>
                </a:cubicBezTo>
                <a:cubicBezTo>
                  <a:pt x="3990338" y="85744"/>
                  <a:pt x="3989623" y="85697"/>
                  <a:pt x="3988847" y="85635"/>
                </a:cubicBezTo>
                <a:lnTo>
                  <a:pt x="3988847" y="78274"/>
                </a:lnTo>
                <a:cubicBezTo>
                  <a:pt x="3989530" y="78367"/>
                  <a:pt x="3990276" y="78453"/>
                  <a:pt x="3991083" y="78530"/>
                </a:cubicBezTo>
                <a:cubicBezTo>
                  <a:pt x="3991891" y="78608"/>
                  <a:pt x="3992745" y="78647"/>
                  <a:pt x="3993646" y="78647"/>
                </a:cubicBezTo>
                <a:cubicBezTo>
                  <a:pt x="3995137" y="78647"/>
                  <a:pt x="3996527" y="78429"/>
                  <a:pt x="3997816" y="77994"/>
                </a:cubicBezTo>
                <a:cubicBezTo>
                  <a:pt x="3999105" y="77559"/>
                  <a:pt x="4000324" y="76853"/>
                  <a:pt x="4001473" y="75874"/>
                </a:cubicBezTo>
                <a:cubicBezTo>
                  <a:pt x="4002622" y="74896"/>
                  <a:pt x="4003725" y="73630"/>
                  <a:pt x="4004781" y="72077"/>
                </a:cubicBezTo>
                <a:cubicBezTo>
                  <a:pt x="4005837" y="70524"/>
                  <a:pt x="4006862" y="68645"/>
                  <a:pt x="4007856" y="66440"/>
                </a:cubicBezTo>
                <a:lnTo>
                  <a:pt x="3989173" y="19662"/>
                </a:lnTo>
                <a:lnTo>
                  <a:pt x="3998398" y="19662"/>
                </a:lnTo>
                <a:lnTo>
                  <a:pt x="4010232" y="50598"/>
                </a:lnTo>
                <a:lnTo>
                  <a:pt x="4012608" y="57867"/>
                </a:lnTo>
                <a:lnTo>
                  <a:pt x="4015311" y="50412"/>
                </a:lnTo>
                <a:lnTo>
                  <a:pt x="4026260" y="19662"/>
                </a:lnTo>
                <a:lnTo>
                  <a:pt x="4035159" y="19662"/>
                </a:lnTo>
                <a:close/>
                <a:moveTo>
                  <a:pt x="4049045" y="75991"/>
                </a:moveTo>
                <a:cubicBezTo>
                  <a:pt x="4050629" y="76053"/>
                  <a:pt x="4052167" y="75912"/>
                  <a:pt x="4053658" y="75569"/>
                </a:cubicBezTo>
                <a:cubicBezTo>
                  <a:pt x="4055149" y="75226"/>
                  <a:pt x="4056461" y="74719"/>
                  <a:pt x="4057595" y="74047"/>
                </a:cubicBezTo>
                <a:cubicBezTo>
                  <a:pt x="4058728" y="73376"/>
                  <a:pt x="4059637" y="72542"/>
                  <a:pt x="4060320" y="71543"/>
                </a:cubicBezTo>
                <a:cubicBezTo>
                  <a:pt x="4061004" y="70545"/>
                  <a:pt x="4061345" y="69406"/>
                  <a:pt x="4061345" y="68126"/>
                </a:cubicBezTo>
                <a:cubicBezTo>
                  <a:pt x="4061345" y="66815"/>
                  <a:pt x="4061120" y="65756"/>
                  <a:pt x="4060670" y="64949"/>
                </a:cubicBezTo>
                <a:cubicBezTo>
                  <a:pt x="4060219" y="64141"/>
                  <a:pt x="4059715" y="63396"/>
                  <a:pt x="4059156" y="62712"/>
                </a:cubicBezTo>
                <a:cubicBezTo>
                  <a:pt x="4058596" y="62029"/>
                  <a:pt x="4058092" y="61299"/>
                  <a:pt x="4057641" y="60522"/>
                </a:cubicBezTo>
                <a:cubicBezTo>
                  <a:pt x="4057191" y="59746"/>
                  <a:pt x="4056966" y="58705"/>
                  <a:pt x="4056966" y="57401"/>
                </a:cubicBezTo>
                <a:cubicBezTo>
                  <a:pt x="4056966" y="56749"/>
                  <a:pt x="4057090" y="56065"/>
                  <a:pt x="4057338" y="55351"/>
                </a:cubicBezTo>
                <a:cubicBezTo>
                  <a:pt x="4057587" y="54636"/>
                  <a:pt x="4057967" y="53984"/>
                  <a:pt x="4058480" y="53394"/>
                </a:cubicBezTo>
                <a:cubicBezTo>
                  <a:pt x="4058992" y="52804"/>
                  <a:pt x="4059645" y="52322"/>
                  <a:pt x="4060437" y="51950"/>
                </a:cubicBezTo>
                <a:cubicBezTo>
                  <a:pt x="4061229" y="51577"/>
                  <a:pt x="4062168" y="51391"/>
                  <a:pt x="4063256" y="51391"/>
                </a:cubicBezTo>
                <a:cubicBezTo>
                  <a:pt x="4064343" y="51391"/>
                  <a:pt x="4065391" y="51616"/>
                  <a:pt x="4066401" y="52068"/>
                </a:cubicBezTo>
                <a:cubicBezTo>
                  <a:pt x="4067410" y="52518"/>
                  <a:pt x="4068295" y="53210"/>
                  <a:pt x="4069056" y="54144"/>
                </a:cubicBezTo>
                <a:cubicBezTo>
                  <a:pt x="4069817" y="55077"/>
                  <a:pt x="4070423" y="56243"/>
                  <a:pt x="4070873" y="57644"/>
                </a:cubicBezTo>
                <a:cubicBezTo>
                  <a:pt x="4071324" y="59044"/>
                  <a:pt x="4071549" y="60692"/>
                  <a:pt x="4071549" y="62590"/>
                </a:cubicBezTo>
                <a:cubicBezTo>
                  <a:pt x="4071549" y="65172"/>
                  <a:pt x="4071075" y="67652"/>
                  <a:pt x="4070128" y="70032"/>
                </a:cubicBezTo>
                <a:cubicBezTo>
                  <a:pt x="4069180" y="72412"/>
                  <a:pt x="4067767" y="74519"/>
                  <a:pt x="4065888" y="76355"/>
                </a:cubicBezTo>
                <a:cubicBezTo>
                  <a:pt x="4064009" y="78190"/>
                  <a:pt x="4061664" y="79652"/>
                  <a:pt x="4058853" y="80740"/>
                </a:cubicBezTo>
                <a:cubicBezTo>
                  <a:pt x="4056042" y="81829"/>
                  <a:pt x="4052772" y="82374"/>
                  <a:pt x="4049045" y="82374"/>
                </a:cubicBezTo>
                <a:lnTo>
                  <a:pt x="4049045" y="75991"/>
                </a:lnTo>
                <a:close/>
                <a:moveTo>
                  <a:pt x="4192458" y="19662"/>
                </a:moveTo>
                <a:lnTo>
                  <a:pt x="4185656" y="66440"/>
                </a:lnTo>
                <a:lnTo>
                  <a:pt x="4175825" y="66440"/>
                </a:lnTo>
                <a:lnTo>
                  <a:pt x="4169069" y="46871"/>
                </a:lnTo>
                <a:lnTo>
                  <a:pt x="4167718" y="42119"/>
                </a:lnTo>
                <a:lnTo>
                  <a:pt x="4166180" y="47151"/>
                </a:lnTo>
                <a:lnTo>
                  <a:pt x="4159704" y="66440"/>
                </a:lnTo>
                <a:lnTo>
                  <a:pt x="4150153" y="66440"/>
                </a:lnTo>
                <a:lnTo>
                  <a:pt x="4143397" y="19662"/>
                </a:lnTo>
                <a:lnTo>
                  <a:pt x="4151318" y="19662"/>
                </a:lnTo>
                <a:lnTo>
                  <a:pt x="4155231" y="51437"/>
                </a:lnTo>
                <a:lnTo>
                  <a:pt x="4156070" y="58519"/>
                </a:lnTo>
                <a:lnTo>
                  <a:pt x="4158074" y="52322"/>
                </a:lnTo>
                <a:lnTo>
                  <a:pt x="4164876" y="31310"/>
                </a:lnTo>
                <a:lnTo>
                  <a:pt x="4170700" y="31310"/>
                </a:lnTo>
                <a:lnTo>
                  <a:pt x="4178015" y="52043"/>
                </a:lnTo>
                <a:lnTo>
                  <a:pt x="4180111" y="58240"/>
                </a:lnTo>
                <a:lnTo>
                  <a:pt x="4180810" y="51670"/>
                </a:lnTo>
                <a:lnTo>
                  <a:pt x="4184444" y="19662"/>
                </a:lnTo>
                <a:lnTo>
                  <a:pt x="4192458" y="19662"/>
                </a:lnTo>
                <a:close/>
                <a:moveTo>
                  <a:pt x="4238586" y="66440"/>
                </a:moveTo>
                <a:lnTo>
                  <a:pt x="4230479" y="66440"/>
                </a:lnTo>
                <a:lnTo>
                  <a:pt x="4230479" y="36574"/>
                </a:lnTo>
                <a:cubicBezTo>
                  <a:pt x="4230479" y="32971"/>
                  <a:pt x="4229803" y="30277"/>
                  <a:pt x="4228452" y="28491"/>
                </a:cubicBezTo>
                <a:cubicBezTo>
                  <a:pt x="4227101" y="26705"/>
                  <a:pt x="4225167" y="25812"/>
                  <a:pt x="4222652" y="25812"/>
                </a:cubicBezTo>
                <a:cubicBezTo>
                  <a:pt x="4221564" y="25812"/>
                  <a:pt x="4220547" y="25959"/>
                  <a:pt x="4219600" y="26254"/>
                </a:cubicBezTo>
                <a:cubicBezTo>
                  <a:pt x="4218652" y="26549"/>
                  <a:pt x="4217666" y="27062"/>
                  <a:pt x="4216641" y="27792"/>
                </a:cubicBezTo>
                <a:cubicBezTo>
                  <a:pt x="4215616" y="28522"/>
                  <a:pt x="4214498" y="29508"/>
                  <a:pt x="4213287" y="30750"/>
                </a:cubicBezTo>
                <a:cubicBezTo>
                  <a:pt x="4212075" y="31993"/>
                  <a:pt x="4210677" y="33546"/>
                  <a:pt x="4209093" y="35410"/>
                </a:cubicBezTo>
                <a:lnTo>
                  <a:pt x="4209093" y="66440"/>
                </a:lnTo>
                <a:lnTo>
                  <a:pt x="4200986" y="66440"/>
                </a:lnTo>
                <a:lnTo>
                  <a:pt x="4200986" y="559"/>
                </a:lnTo>
                <a:lnTo>
                  <a:pt x="4209093" y="559"/>
                </a:lnTo>
                <a:lnTo>
                  <a:pt x="4209093" y="19649"/>
                </a:lnTo>
                <a:lnTo>
                  <a:pt x="4208814" y="27023"/>
                </a:lnTo>
                <a:cubicBezTo>
                  <a:pt x="4210087" y="25501"/>
                  <a:pt x="4211338" y="24220"/>
                  <a:pt x="4212564" y="23179"/>
                </a:cubicBezTo>
                <a:cubicBezTo>
                  <a:pt x="4213791" y="22139"/>
                  <a:pt x="4215018" y="21292"/>
                  <a:pt x="4216245" y="20640"/>
                </a:cubicBezTo>
                <a:cubicBezTo>
                  <a:pt x="4217472" y="19988"/>
                  <a:pt x="4218722" y="19522"/>
                  <a:pt x="4219996" y="19242"/>
                </a:cubicBezTo>
                <a:cubicBezTo>
                  <a:pt x="4221269" y="18963"/>
                  <a:pt x="4222589" y="18823"/>
                  <a:pt x="4223956" y="18823"/>
                </a:cubicBezTo>
                <a:cubicBezTo>
                  <a:pt x="4228615" y="18823"/>
                  <a:pt x="4232218" y="20244"/>
                  <a:pt x="4234765" y="23086"/>
                </a:cubicBezTo>
                <a:cubicBezTo>
                  <a:pt x="4237312" y="25928"/>
                  <a:pt x="4238586" y="30207"/>
                  <a:pt x="4238586" y="35922"/>
                </a:cubicBezTo>
                <a:lnTo>
                  <a:pt x="4238586" y="66440"/>
                </a:lnTo>
                <a:close/>
                <a:moveTo>
                  <a:pt x="4268779" y="26371"/>
                </a:moveTo>
                <a:lnTo>
                  <a:pt x="4254942" y="26371"/>
                </a:lnTo>
                <a:lnTo>
                  <a:pt x="4254942" y="19662"/>
                </a:lnTo>
                <a:lnTo>
                  <a:pt x="4276979" y="19662"/>
                </a:lnTo>
                <a:lnTo>
                  <a:pt x="4276979" y="59684"/>
                </a:lnTo>
                <a:lnTo>
                  <a:pt x="4290910" y="59684"/>
                </a:lnTo>
                <a:lnTo>
                  <a:pt x="4290910" y="66440"/>
                </a:lnTo>
                <a:lnTo>
                  <a:pt x="4253404" y="66440"/>
                </a:lnTo>
                <a:lnTo>
                  <a:pt x="4253404" y="59684"/>
                </a:lnTo>
                <a:lnTo>
                  <a:pt x="4268779" y="59684"/>
                </a:lnTo>
                <a:lnTo>
                  <a:pt x="4268779" y="26371"/>
                </a:lnTo>
                <a:moveTo>
                  <a:pt x="4271621" y="0"/>
                </a:moveTo>
                <a:cubicBezTo>
                  <a:pt x="4272522" y="0"/>
                  <a:pt x="4273361" y="163"/>
                  <a:pt x="4274137" y="489"/>
                </a:cubicBezTo>
                <a:cubicBezTo>
                  <a:pt x="4274914" y="815"/>
                  <a:pt x="4275589" y="1274"/>
                  <a:pt x="4276164" y="1864"/>
                </a:cubicBezTo>
                <a:cubicBezTo>
                  <a:pt x="4276739" y="2454"/>
                  <a:pt x="4277189" y="3129"/>
                  <a:pt x="4277515" y="3890"/>
                </a:cubicBezTo>
                <a:cubicBezTo>
                  <a:pt x="4277841" y="4651"/>
                  <a:pt x="4278004" y="5482"/>
                  <a:pt x="4278004" y="6383"/>
                </a:cubicBezTo>
                <a:cubicBezTo>
                  <a:pt x="4278004" y="7253"/>
                  <a:pt x="4277841" y="8076"/>
                  <a:pt x="4277515" y="8852"/>
                </a:cubicBezTo>
                <a:cubicBezTo>
                  <a:pt x="4277189" y="9629"/>
                  <a:pt x="4276739" y="10312"/>
                  <a:pt x="4276164" y="10902"/>
                </a:cubicBezTo>
                <a:cubicBezTo>
                  <a:pt x="4275589" y="11493"/>
                  <a:pt x="4274914" y="11951"/>
                  <a:pt x="4274137" y="12277"/>
                </a:cubicBezTo>
                <a:cubicBezTo>
                  <a:pt x="4273361" y="12603"/>
                  <a:pt x="4272522" y="12766"/>
                  <a:pt x="4271621" y="12766"/>
                </a:cubicBezTo>
                <a:cubicBezTo>
                  <a:pt x="4270721" y="12766"/>
                  <a:pt x="4269882" y="12603"/>
                  <a:pt x="4269105" y="12277"/>
                </a:cubicBezTo>
                <a:cubicBezTo>
                  <a:pt x="4268329" y="11951"/>
                  <a:pt x="4267653" y="11493"/>
                  <a:pt x="4267079" y="10902"/>
                </a:cubicBezTo>
                <a:cubicBezTo>
                  <a:pt x="4266504" y="10312"/>
                  <a:pt x="4266054" y="9629"/>
                  <a:pt x="4265727" y="8852"/>
                </a:cubicBezTo>
                <a:cubicBezTo>
                  <a:pt x="4265401" y="8076"/>
                  <a:pt x="4265238" y="7253"/>
                  <a:pt x="4265238" y="6383"/>
                </a:cubicBezTo>
                <a:cubicBezTo>
                  <a:pt x="4265238" y="5482"/>
                  <a:pt x="4265401" y="4651"/>
                  <a:pt x="4265727" y="3890"/>
                </a:cubicBezTo>
                <a:cubicBezTo>
                  <a:pt x="4266054" y="3129"/>
                  <a:pt x="4266504" y="2454"/>
                  <a:pt x="4267079" y="1864"/>
                </a:cubicBezTo>
                <a:cubicBezTo>
                  <a:pt x="4267653" y="1274"/>
                  <a:pt x="4268329" y="815"/>
                  <a:pt x="4269105" y="489"/>
                </a:cubicBezTo>
                <a:cubicBezTo>
                  <a:pt x="4269882" y="163"/>
                  <a:pt x="4270721" y="0"/>
                  <a:pt x="4271621" y="0"/>
                </a:cubicBezTo>
                <a:close/>
                <a:moveTo>
                  <a:pt x="4341045" y="64716"/>
                </a:moveTo>
                <a:cubicBezTo>
                  <a:pt x="4338933" y="65523"/>
                  <a:pt x="4336766" y="66121"/>
                  <a:pt x="4334545" y="66510"/>
                </a:cubicBezTo>
                <a:cubicBezTo>
                  <a:pt x="4332324" y="66898"/>
                  <a:pt x="4330034" y="67092"/>
                  <a:pt x="4327673" y="67092"/>
                </a:cubicBezTo>
                <a:cubicBezTo>
                  <a:pt x="4320281" y="67092"/>
                  <a:pt x="4314589" y="65088"/>
                  <a:pt x="4310597" y="61082"/>
                </a:cubicBezTo>
                <a:cubicBezTo>
                  <a:pt x="4306606" y="57075"/>
                  <a:pt x="4304610" y="51220"/>
                  <a:pt x="4304610" y="43517"/>
                </a:cubicBezTo>
                <a:cubicBezTo>
                  <a:pt x="4304610" y="39820"/>
                  <a:pt x="4305185" y="36466"/>
                  <a:pt x="4306334" y="33453"/>
                </a:cubicBezTo>
                <a:cubicBezTo>
                  <a:pt x="4307483" y="30440"/>
                  <a:pt x="4309099" y="27862"/>
                  <a:pt x="4311180" y="25719"/>
                </a:cubicBezTo>
                <a:cubicBezTo>
                  <a:pt x="4313261" y="23575"/>
                  <a:pt x="4315746" y="21921"/>
                  <a:pt x="4318634" y="20757"/>
                </a:cubicBezTo>
                <a:cubicBezTo>
                  <a:pt x="4321523" y="19592"/>
                  <a:pt x="4324707" y="19009"/>
                  <a:pt x="4328186" y="19009"/>
                </a:cubicBezTo>
                <a:cubicBezTo>
                  <a:pt x="4330608" y="19009"/>
                  <a:pt x="4332876" y="19184"/>
                  <a:pt x="4334988" y="19534"/>
                </a:cubicBezTo>
                <a:cubicBezTo>
                  <a:pt x="4337100" y="19882"/>
                  <a:pt x="4339119" y="20453"/>
                  <a:pt x="4341045" y="21246"/>
                </a:cubicBezTo>
                <a:lnTo>
                  <a:pt x="4341045" y="28980"/>
                </a:lnTo>
                <a:cubicBezTo>
                  <a:pt x="4339026" y="27907"/>
                  <a:pt x="4336968" y="27127"/>
                  <a:pt x="4334871" y="26639"/>
                </a:cubicBezTo>
                <a:cubicBezTo>
                  <a:pt x="4332775" y="26150"/>
                  <a:pt x="4330608" y="25905"/>
                  <a:pt x="4328372" y="25905"/>
                </a:cubicBezTo>
                <a:cubicBezTo>
                  <a:pt x="4326291" y="25905"/>
                  <a:pt x="4324326" y="26301"/>
                  <a:pt x="4322478" y="27093"/>
                </a:cubicBezTo>
                <a:cubicBezTo>
                  <a:pt x="4320630" y="27885"/>
                  <a:pt x="4319007" y="29027"/>
                  <a:pt x="4317609" y="30518"/>
                </a:cubicBezTo>
                <a:cubicBezTo>
                  <a:pt x="4316212" y="32008"/>
                  <a:pt x="4315109" y="33826"/>
                  <a:pt x="4314301" y="35969"/>
                </a:cubicBezTo>
                <a:cubicBezTo>
                  <a:pt x="4313494" y="38112"/>
                  <a:pt x="4313090" y="40535"/>
                  <a:pt x="4313090" y="43237"/>
                </a:cubicBezTo>
                <a:cubicBezTo>
                  <a:pt x="4313090" y="48890"/>
                  <a:pt x="4314464" y="53122"/>
                  <a:pt x="4317213" y="55933"/>
                </a:cubicBezTo>
                <a:cubicBezTo>
                  <a:pt x="4319962" y="58744"/>
                  <a:pt x="4323775" y="60150"/>
                  <a:pt x="4328651" y="60150"/>
                </a:cubicBezTo>
                <a:cubicBezTo>
                  <a:pt x="4330857" y="60150"/>
                  <a:pt x="4332992" y="59901"/>
                  <a:pt x="4335058" y="59404"/>
                </a:cubicBezTo>
                <a:cubicBezTo>
                  <a:pt x="4337123" y="58907"/>
                  <a:pt x="4339119" y="58162"/>
                  <a:pt x="4341045" y="57168"/>
                </a:cubicBezTo>
                <a:lnTo>
                  <a:pt x="4341045" y="64716"/>
                </a:lnTo>
                <a:close/>
                <a:moveTo>
                  <a:pt x="4394161" y="66440"/>
                </a:moveTo>
                <a:lnTo>
                  <a:pt x="4386054" y="66440"/>
                </a:lnTo>
                <a:lnTo>
                  <a:pt x="4386054" y="36574"/>
                </a:lnTo>
                <a:cubicBezTo>
                  <a:pt x="4386054" y="32971"/>
                  <a:pt x="4385379" y="30277"/>
                  <a:pt x="4384028" y="28491"/>
                </a:cubicBezTo>
                <a:cubicBezTo>
                  <a:pt x="4382676" y="26705"/>
                  <a:pt x="4380743" y="25812"/>
                  <a:pt x="4378227" y="25812"/>
                </a:cubicBezTo>
                <a:cubicBezTo>
                  <a:pt x="4377140" y="25812"/>
                  <a:pt x="4376123" y="25959"/>
                  <a:pt x="4375175" y="26254"/>
                </a:cubicBezTo>
                <a:cubicBezTo>
                  <a:pt x="4374228" y="26549"/>
                  <a:pt x="4373242" y="27062"/>
                  <a:pt x="4372217" y="27792"/>
                </a:cubicBezTo>
                <a:cubicBezTo>
                  <a:pt x="4371192" y="28522"/>
                  <a:pt x="4370073" y="29508"/>
                  <a:pt x="4368862" y="30750"/>
                </a:cubicBezTo>
                <a:cubicBezTo>
                  <a:pt x="4367651" y="31993"/>
                  <a:pt x="4366253" y="33546"/>
                  <a:pt x="4364669" y="35410"/>
                </a:cubicBezTo>
                <a:lnTo>
                  <a:pt x="4364669" y="66440"/>
                </a:lnTo>
                <a:lnTo>
                  <a:pt x="4356562" y="66440"/>
                </a:lnTo>
                <a:lnTo>
                  <a:pt x="4356562" y="559"/>
                </a:lnTo>
                <a:lnTo>
                  <a:pt x="4364669" y="559"/>
                </a:lnTo>
                <a:lnTo>
                  <a:pt x="4364669" y="19649"/>
                </a:lnTo>
                <a:lnTo>
                  <a:pt x="4364389" y="27023"/>
                </a:lnTo>
                <a:cubicBezTo>
                  <a:pt x="4365663" y="25501"/>
                  <a:pt x="4366913" y="24220"/>
                  <a:pt x="4368140" y="23179"/>
                </a:cubicBezTo>
                <a:cubicBezTo>
                  <a:pt x="4369367" y="22139"/>
                  <a:pt x="4370594" y="21292"/>
                  <a:pt x="4371821" y="20640"/>
                </a:cubicBezTo>
                <a:cubicBezTo>
                  <a:pt x="4373048" y="19988"/>
                  <a:pt x="4374298" y="19522"/>
                  <a:pt x="4375571" y="19242"/>
                </a:cubicBezTo>
                <a:cubicBezTo>
                  <a:pt x="4376845" y="18963"/>
                  <a:pt x="4378165" y="18823"/>
                  <a:pt x="4379532" y="18823"/>
                </a:cubicBezTo>
                <a:cubicBezTo>
                  <a:pt x="4384191" y="18823"/>
                  <a:pt x="4387794" y="20244"/>
                  <a:pt x="4390341" y="23086"/>
                </a:cubicBezTo>
                <a:cubicBezTo>
                  <a:pt x="4392888" y="25928"/>
                  <a:pt x="4394161" y="30207"/>
                  <a:pt x="4394161" y="35922"/>
                </a:cubicBezTo>
                <a:lnTo>
                  <a:pt x="4394161" y="66440"/>
                </a:lnTo>
                <a:close/>
                <a:moveTo>
                  <a:pt x="4493812" y="66440"/>
                </a:moveTo>
                <a:lnTo>
                  <a:pt x="4493812" y="32847"/>
                </a:lnTo>
                <a:cubicBezTo>
                  <a:pt x="4493812" y="31387"/>
                  <a:pt x="4493757" y="30191"/>
                  <a:pt x="4493649" y="29260"/>
                </a:cubicBezTo>
                <a:cubicBezTo>
                  <a:pt x="4493540" y="28328"/>
                  <a:pt x="4493369" y="27590"/>
                  <a:pt x="4493136" y="27046"/>
                </a:cubicBezTo>
                <a:cubicBezTo>
                  <a:pt x="4492903" y="26503"/>
                  <a:pt x="4492608" y="26122"/>
                  <a:pt x="4492251" y="25905"/>
                </a:cubicBezTo>
                <a:cubicBezTo>
                  <a:pt x="4491894" y="25688"/>
                  <a:pt x="4491451" y="25579"/>
                  <a:pt x="4490923" y="25579"/>
                </a:cubicBezTo>
                <a:cubicBezTo>
                  <a:pt x="4490302" y="25579"/>
                  <a:pt x="4489727" y="25765"/>
                  <a:pt x="4489199" y="26138"/>
                </a:cubicBezTo>
                <a:cubicBezTo>
                  <a:pt x="4488671" y="26511"/>
                  <a:pt x="4488104" y="27116"/>
                  <a:pt x="4487498" y="27955"/>
                </a:cubicBezTo>
                <a:cubicBezTo>
                  <a:pt x="4486893" y="28794"/>
                  <a:pt x="4486225" y="29904"/>
                  <a:pt x="4485495" y="31286"/>
                </a:cubicBezTo>
                <a:cubicBezTo>
                  <a:pt x="4484765" y="32668"/>
                  <a:pt x="4483903" y="34369"/>
                  <a:pt x="4482909" y="36388"/>
                </a:cubicBezTo>
                <a:lnTo>
                  <a:pt x="4482909" y="66440"/>
                </a:lnTo>
                <a:lnTo>
                  <a:pt x="4475501" y="66440"/>
                </a:lnTo>
                <a:lnTo>
                  <a:pt x="4475501" y="33732"/>
                </a:lnTo>
                <a:cubicBezTo>
                  <a:pt x="4475501" y="32024"/>
                  <a:pt x="4475447" y="30642"/>
                  <a:pt x="4475338" y="29586"/>
                </a:cubicBezTo>
                <a:cubicBezTo>
                  <a:pt x="4475229" y="28530"/>
                  <a:pt x="4475058" y="27706"/>
                  <a:pt x="4474826" y="27116"/>
                </a:cubicBezTo>
                <a:cubicBezTo>
                  <a:pt x="4474593" y="26526"/>
                  <a:pt x="4474290" y="26122"/>
                  <a:pt x="4473917" y="25905"/>
                </a:cubicBezTo>
                <a:cubicBezTo>
                  <a:pt x="4473544" y="25688"/>
                  <a:pt x="4473094" y="25579"/>
                  <a:pt x="4472566" y="25579"/>
                </a:cubicBezTo>
                <a:cubicBezTo>
                  <a:pt x="4472007" y="25579"/>
                  <a:pt x="4471479" y="25734"/>
                  <a:pt x="4470982" y="26045"/>
                </a:cubicBezTo>
                <a:cubicBezTo>
                  <a:pt x="4470485" y="26355"/>
                  <a:pt x="4469933" y="26914"/>
                  <a:pt x="4469328" y="27722"/>
                </a:cubicBezTo>
                <a:cubicBezTo>
                  <a:pt x="4468722" y="28530"/>
                  <a:pt x="4468046" y="29632"/>
                  <a:pt x="4467301" y="31030"/>
                </a:cubicBezTo>
                <a:cubicBezTo>
                  <a:pt x="4466556" y="32428"/>
                  <a:pt x="4465670" y="34214"/>
                  <a:pt x="4464645" y="36388"/>
                </a:cubicBezTo>
                <a:lnTo>
                  <a:pt x="4464645" y="66440"/>
                </a:lnTo>
                <a:lnTo>
                  <a:pt x="4457191" y="66440"/>
                </a:lnTo>
                <a:lnTo>
                  <a:pt x="4457191" y="19662"/>
                </a:lnTo>
                <a:lnTo>
                  <a:pt x="4463387" y="19662"/>
                </a:lnTo>
                <a:lnTo>
                  <a:pt x="4463760" y="28561"/>
                </a:lnTo>
                <a:cubicBezTo>
                  <a:pt x="4464568" y="26790"/>
                  <a:pt x="4465352" y="25284"/>
                  <a:pt x="4466113" y="24041"/>
                </a:cubicBezTo>
                <a:cubicBezTo>
                  <a:pt x="4466874" y="22799"/>
                  <a:pt x="4467658" y="21797"/>
                  <a:pt x="4468466" y="21036"/>
                </a:cubicBezTo>
                <a:cubicBezTo>
                  <a:pt x="4469273" y="20275"/>
                  <a:pt x="4470135" y="19716"/>
                  <a:pt x="4471052" y="19359"/>
                </a:cubicBezTo>
                <a:cubicBezTo>
                  <a:pt x="4471968" y="19002"/>
                  <a:pt x="4472985" y="18823"/>
                  <a:pt x="4474103" y="18823"/>
                </a:cubicBezTo>
                <a:cubicBezTo>
                  <a:pt x="4476619" y="18823"/>
                  <a:pt x="4478530" y="19646"/>
                  <a:pt x="4479834" y="21292"/>
                </a:cubicBezTo>
                <a:cubicBezTo>
                  <a:pt x="4481139" y="22939"/>
                  <a:pt x="4481791" y="25486"/>
                  <a:pt x="4481791" y="28933"/>
                </a:cubicBezTo>
                <a:cubicBezTo>
                  <a:pt x="4482536" y="27318"/>
                  <a:pt x="4483266" y="25882"/>
                  <a:pt x="4483981" y="24624"/>
                </a:cubicBezTo>
                <a:cubicBezTo>
                  <a:pt x="4484695" y="23366"/>
                  <a:pt x="4485464" y="22310"/>
                  <a:pt x="4486287" y="21455"/>
                </a:cubicBezTo>
                <a:cubicBezTo>
                  <a:pt x="4487110" y="20601"/>
                  <a:pt x="4488019" y="19949"/>
                  <a:pt x="4489013" y="19499"/>
                </a:cubicBezTo>
                <a:cubicBezTo>
                  <a:pt x="4490007" y="19048"/>
                  <a:pt x="4491156" y="18823"/>
                  <a:pt x="4492460" y="18823"/>
                </a:cubicBezTo>
                <a:cubicBezTo>
                  <a:pt x="4498331" y="18823"/>
                  <a:pt x="4501266" y="23342"/>
                  <a:pt x="4501266" y="32381"/>
                </a:cubicBezTo>
                <a:lnTo>
                  <a:pt x="4501266" y="66440"/>
                </a:lnTo>
                <a:lnTo>
                  <a:pt x="4493812" y="66440"/>
                </a:lnTo>
                <a:close/>
                <a:moveTo>
                  <a:pt x="4528245" y="26371"/>
                </a:moveTo>
                <a:lnTo>
                  <a:pt x="4514407" y="26371"/>
                </a:lnTo>
                <a:lnTo>
                  <a:pt x="4514407" y="19662"/>
                </a:lnTo>
                <a:lnTo>
                  <a:pt x="4536445" y="19662"/>
                </a:lnTo>
                <a:lnTo>
                  <a:pt x="4536445" y="59684"/>
                </a:lnTo>
                <a:lnTo>
                  <a:pt x="4550376" y="59684"/>
                </a:lnTo>
                <a:lnTo>
                  <a:pt x="4550376" y="66440"/>
                </a:lnTo>
                <a:lnTo>
                  <a:pt x="4512870" y="66440"/>
                </a:lnTo>
                <a:lnTo>
                  <a:pt x="4512870" y="59684"/>
                </a:lnTo>
                <a:lnTo>
                  <a:pt x="4528245" y="59684"/>
                </a:lnTo>
                <a:lnTo>
                  <a:pt x="4528245" y="26371"/>
                </a:lnTo>
                <a:moveTo>
                  <a:pt x="4531087" y="0"/>
                </a:moveTo>
                <a:cubicBezTo>
                  <a:pt x="4531988" y="0"/>
                  <a:pt x="4532826" y="163"/>
                  <a:pt x="4533603" y="489"/>
                </a:cubicBezTo>
                <a:cubicBezTo>
                  <a:pt x="4534379" y="815"/>
                  <a:pt x="4535055" y="1274"/>
                  <a:pt x="4535630" y="1864"/>
                </a:cubicBezTo>
                <a:cubicBezTo>
                  <a:pt x="4536204" y="2454"/>
                  <a:pt x="4536655" y="3129"/>
                  <a:pt x="4536981" y="3890"/>
                </a:cubicBezTo>
                <a:cubicBezTo>
                  <a:pt x="4537307" y="4651"/>
                  <a:pt x="4537470" y="5482"/>
                  <a:pt x="4537470" y="6383"/>
                </a:cubicBezTo>
                <a:cubicBezTo>
                  <a:pt x="4537470" y="7253"/>
                  <a:pt x="4537307" y="8076"/>
                  <a:pt x="4536981" y="8852"/>
                </a:cubicBezTo>
                <a:cubicBezTo>
                  <a:pt x="4536655" y="9629"/>
                  <a:pt x="4536204" y="10312"/>
                  <a:pt x="4535630" y="10902"/>
                </a:cubicBezTo>
                <a:cubicBezTo>
                  <a:pt x="4535055" y="11493"/>
                  <a:pt x="4534379" y="11951"/>
                  <a:pt x="4533603" y="12277"/>
                </a:cubicBezTo>
                <a:cubicBezTo>
                  <a:pt x="4532826" y="12603"/>
                  <a:pt x="4531988" y="12766"/>
                  <a:pt x="4531087" y="12766"/>
                </a:cubicBezTo>
                <a:cubicBezTo>
                  <a:pt x="4530186" y="12766"/>
                  <a:pt x="4529347" y="12603"/>
                  <a:pt x="4528571" y="12277"/>
                </a:cubicBezTo>
                <a:cubicBezTo>
                  <a:pt x="4527794" y="11951"/>
                  <a:pt x="4527119" y="11493"/>
                  <a:pt x="4526544" y="10902"/>
                </a:cubicBezTo>
                <a:cubicBezTo>
                  <a:pt x="4525970" y="10312"/>
                  <a:pt x="4525519" y="9629"/>
                  <a:pt x="4525193" y="8852"/>
                </a:cubicBezTo>
                <a:cubicBezTo>
                  <a:pt x="4524867" y="8076"/>
                  <a:pt x="4524704" y="7253"/>
                  <a:pt x="4524704" y="6383"/>
                </a:cubicBezTo>
                <a:cubicBezTo>
                  <a:pt x="4524704" y="5482"/>
                  <a:pt x="4524867" y="4651"/>
                  <a:pt x="4525193" y="3890"/>
                </a:cubicBezTo>
                <a:cubicBezTo>
                  <a:pt x="4525519" y="3129"/>
                  <a:pt x="4525970" y="2454"/>
                  <a:pt x="4526544" y="1864"/>
                </a:cubicBezTo>
                <a:cubicBezTo>
                  <a:pt x="4527119" y="1274"/>
                  <a:pt x="4527794" y="815"/>
                  <a:pt x="4528571" y="489"/>
                </a:cubicBezTo>
                <a:cubicBezTo>
                  <a:pt x="4529347" y="163"/>
                  <a:pt x="4530186" y="0"/>
                  <a:pt x="4531087" y="0"/>
                </a:cubicBezTo>
                <a:close/>
                <a:moveTo>
                  <a:pt x="4597855" y="26278"/>
                </a:moveTo>
                <a:cubicBezTo>
                  <a:pt x="4598724" y="27365"/>
                  <a:pt x="4599400" y="28631"/>
                  <a:pt x="4599881" y="30075"/>
                </a:cubicBezTo>
                <a:cubicBezTo>
                  <a:pt x="4600363" y="31519"/>
                  <a:pt x="4600604" y="33080"/>
                  <a:pt x="4600604" y="34757"/>
                </a:cubicBezTo>
                <a:cubicBezTo>
                  <a:pt x="4600604" y="37180"/>
                  <a:pt x="4600161" y="39393"/>
                  <a:pt x="4599276" y="41397"/>
                </a:cubicBezTo>
                <a:cubicBezTo>
                  <a:pt x="4598390" y="43400"/>
                  <a:pt x="4597140" y="45116"/>
                  <a:pt x="4595525" y="46545"/>
                </a:cubicBezTo>
                <a:cubicBezTo>
                  <a:pt x="4593910" y="47974"/>
                  <a:pt x="4591976" y="49084"/>
                  <a:pt x="4589724" y="49876"/>
                </a:cubicBezTo>
                <a:cubicBezTo>
                  <a:pt x="4587473" y="50668"/>
                  <a:pt x="4584995" y="51064"/>
                  <a:pt x="4582293" y="51064"/>
                </a:cubicBezTo>
                <a:cubicBezTo>
                  <a:pt x="4580336" y="51064"/>
                  <a:pt x="4578504" y="50855"/>
                  <a:pt x="4576795" y="50435"/>
                </a:cubicBezTo>
                <a:cubicBezTo>
                  <a:pt x="4575087" y="50016"/>
                  <a:pt x="4573736" y="49496"/>
                  <a:pt x="4572742" y="48875"/>
                </a:cubicBezTo>
                <a:cubicBezTo>
                  <a:pt x="4572152" y="49744"/>
                  <a:pt x="4571655" y="50566"/>
                  <a:pt x="4571251" y="51340"/>
                </a:cubicBezTo>
                <a:cubicBezTo>
                  <a:pt x="4570847" y="52112"/>
                  <a:pt x="4570645" y="52977"/>
                  <a:pt x="4570645" y="53934"/>
                </a:cubicBezTo>
                <a:cubicBezTo>
                  <a:pt x="4570645" y="55107"/>
                  <a:pt x="4571212" y="56079"/>
                  <a:pt x="4572346" y="56850"/>
                </a:cubicBezTo>
                <a:cubicBezTo>
                  <a:pt x="4573480" y="57621"/>
                  <a:pt x="4574978" y="58038"/>
                  <a:pt x="4576842" y="58100"/>
                </a:cubicBezTo>
                <a:lnTo>
                  <a:pt x="4589142" y="58566"/>
                </a:lnTo>
                <a:cubicBezTo>
                  <a:pt x="4591472" y="58628"/>
                  <a:pt x="4593623" y="58923"/>
                  <a:pt x="4595595" y="59452"/>
                </a:cubicBezTo>
                <a:cubicBezTo>
                  <a:pt x="4597567" y="59981"/>
                  <a:pt x="4599260" y="60744"/>
                  <a:pt x="4600673" y="61740"/>
                </a:cubicBezTo>
                <a:cubicBezTo>
                  <a:pt x="4602087" y="62735"/>
                  <a:pt x="4603189" y="63963"/>
                  <a:pt x="4603981" y="65426"/>
                </a:cubicBezTo>
                <a:cubicBezTo>
                  <a:pt x="4604774" y="66888"/>
                  <a:pt x="4605170" y="68584"/>
                  <a:pt x="4605170" y="70513"/>
                </a:cubicBezTo>
                <a:cubicBezTo>
                  <a:pt x="4605170" y="72598"/>
                  <a:pt x="4604719" y="74574"/>
                  <a:pt x="4603818" y="76441"/>
                </a:cubicBezTo>
                <a:cubicBezTo>
                  <a:pt x="4602918" y="78307"/>
                  <a:pt x="4601528" y="79948"/>
                  <a:pt x="4599648" y="81364"/>
                </a:cubicBezTo>
                <a:cubicBezTo>
                  <a:pt x="4597769" y="82780"/>
                  <a:pt x="4595385" y="83908"/>
                  <a:pt x="4592497" y="84747"/>
                </a:cubicBezTo>
                <a:cubicBezTo>
                  <a:pt x="4589608" y="85588"/>
                  <a:pt x="4586176" y="86008"/>
                  <a:pt x="4582200" y="86008"/>
                </a:cubicBezTo>
                <a:cubicBezTo>
                  <a:pt x="4578410" y="86008"/>
                  <a:pt x="4575188" y="85705"/>
                  <a:pt x="4572532" y="85098"/>
                </a:cubicBezTo>
                <a:cubicBezTo>
                  <a:pt x="4569876" y="84491"/>
                  <a:pt x="4567694" y="83651"/>
                  <a:pt x="4565986" y="82578"/>
                </a:cubicBezTo>
                <a:cubicBezTo>
                  <a:pt x="4564278" y="81504"/>
                  <a:pt x="4563035" y="80228"/>
                  <a:pt x="4562259" y="78750"/>
                </a:cubicBezTo>
                <a:cubicBezTo>
                  <a:pt x="4561482" y="77273"/>
                  <a:pt x="4561094" y="75647"/>
                  <a:pt x="4561094" y="73874"/>
                </a:cubicBezTo>
                <a:cubicBezTo>
                  <a:pt x="4561094" y="71603"/>
                  <a:pt x="4561622" y="69611"/>
                  <a:pt x="4562678" y="67900"/>
                </a:cubicBezTo>
                <a:cubicBezTo>
                  <a:pt x="4563734" y="66190"/>
                  <a:pt x="4565365" y="64541"/>
                  <a:pt x="4567570" y="62954"/>
                </a:cubicBezTo>
                <a:cubicBezTo>
                  <a:pt x="4566763" y="62582"/>
                  <a:pt x="4566064" y="62117"/>
                  <a:pt x="4565474" y="61559"/>
                </a:cubicBezTo>
                <a:cubicBezTo>
                  <a:pt x="4564883" y="61001"/>
                  <a:pt x="4564402" y="60389"/>
                  <a:pt x="4564029" y="59723"/>
                </a:cubicBezTo>
                <a:cubicBezTo>
                  <a:pt x="4563656" y="59056"/>
                  <a:pt x="4563377" y="58351"/>
                  <a:pt x="4563191" y="57608"/>
                </a:cubicBezTo>
                <a:cubicBezTo>
                  <a:pt x="4563004" y="56863"/>
                  <a:pt x="4562911" y="56135"/>
                  <a:pt x="4562911" y="55422"/>
                </a:cubicBezTo>
                <a:cubicBezTo>
                  <a:pt x="4562911" y="53407"/>
                  <a:pt x="4563385" y="51563"/>
                  <a:pt x="4564332" y="49889"/>
                </a:cubicBezTo>
                <a:cubicBezTo>
                  <a:pt x="4565279" y="48216"/>
                  <a:pt x="4566405" y="46635"/>
                  <a:pt x="4567710" y="45147"/>
                </a:cubicBezTo>
                <a:cubicBezTo>
                  <a:pt x="4567120" y="44433"/>
                  <a:pt x="4566599" y="43734"/>
                  <a:pt x="4566149" y="43051"/>
                </a:cubicBezTo>
                <a:cubicBezTo>
                  <a:pt x="4565699" y="42367"/>
                  <a:pt x="4565310" y="41630"/>
                  <a:pt x="4564984" y="40838"/>
                </a:cubicBezTo>
                <a:cubicBezTo>
                  <a:pt x="4564658" y="40045"/>
                  <a:pt x="4564410" y="39191"/>
                  <a:pt x="4564239" y="38275"/>
                </a:cubicBezTo>
                <a:cubicBezTo>
                  <a:pt x="4564068" y="37359"/>
                  <a:pt x="4563983" y="36310"/>
                  <a:pt x="4563983" y="35130"/>
                </a:cubicBezTo>
                <a:cubicBezTo>
                  <a:pt x="4563983" y="32707"/>
                  <a:pt x="4564425" y="30494"/>
                  <a:pt x="4565310" y="28491"/>
                </a:cubicBezTo>
                <a:cubicBezTo>
                  <a:pt x="4566196" y="26487"/>
                  <a:pt x="4567438" y="24771"/>
                  <a:pt x="4569038" y="23342"/>
                </a:cubicBezTo>
                <a:cubicBezTo>
                  <a:pt x="4570637" y="21914"/>
                  <a:pt x="4572563" y="20803"/>
                  <a:pt x="4574815" y="20011"/>
                </a:cubicBezTo>
                <a:cubicBezTo>
                  <a:pt x="4577067" y="19219"/>
                  <a:pt x="4579560" y="18823"/>
                  <a:pt x="4582293" y="18823"/>
                </a:cubicBezTo>
                <a:cubicBezTo>
                  <a:pt x="4583442" y="18823"/>
                  <a:pt x="4584545" y="18901"/>
                  <a:pt x="4585601" y="19056"/>
                </a:cubicBezTo>
                <a:cubicBezTo>
                  <a:pt x="4586657" y="19211"/>
                  <a:pt x="4587589" y="19413"/>
                  <a:pt x="4588397" y="19662"/>
                </a:cubicBezTo>
                <a:lnTo>
                  <a:pt x="4605356" y="19662"/>
                </a:lnTo>
                <a:lnTo>
                  <a:pt x="4605356" y="26278"/>
                </a:lnTo>
                <a:lnTo>
                  <a:pt x="4597855" y="26278"/>
                </a:lnTo>
                <a:moveTo>
                  <a:pt x="4569713" y="73175"/>
                </a:moveTo>
                <a:cubicBezTo>
                  <a:pt x="4569713" y="75387"/>
                  <a:pt x="4570863" y="76999"/>
                  <a:pt x="4573161" y="78012"/>
                </a:cubicBezTo>
                <a:cubicBezTo>
                  <a:pt x="4575460" y="79025"/>
                  <a:pt x="4578659" y="79532"/>
                  <a:pt x="4582759" y="79532"/>
                </a:cubicBezTo>
                <a:cubicBezTo>
                  <a:pt x="4585337" y="79532"/>
                  <a:pt x="4587504" y="79298"/>
                  <a:pt x="4589259" y="78830"/>
                </a:cubicBezTo>
                <a:cubicBezTo>
                  <a:pt x="4591013" y="78363"/>
                  <a:pt x="4592427" y="77748"/>
                  <a:pt x="4593498" y="76984"/>
                </a:cubicBezTo>
                <a:cubicBezTo>
                  <a:pt x="4594570" y="76220"/>
                  <a:pt x="4595339" y="75347"/>
                  <a:pt x="4595805" y="74366"/>
                </a:cubicBezTo>
                <a:cubicBezTo>
                  <a:pt x="4596271" y="73385"/>
                  <a:pt x="4596504" y="72380"/>
                  <a:pt x="4596504" y="71351"/>
                </a:cubicBezTo>
                <a:cubicBezTo>
                  <a:pt x="4596504" y="69449"/>
                  <a:pt x="4595727" y="68047"/>
                  <a:pt x="4594174" y="67143"/>
                </a:cubicBezTo>
                <a:cubicBezTo>
                  <a:pt x="4592621" y="66239"/>
                  <a:pt x="4590245" y="65710"/>
                  <a:pt x="4587045" y="65554"/>
                </a:cubicBezTo>
                <a:lnTo>
                  <a:pt x="4574838" y="65135"/>
                </a:lnTo>
                <a:cubicBezTo>
                  <a:pt x="4573813" y="65820"/>
                  <a:pt x="4572967" y="66490"/>
                  <a:pt x="4572299" y="67144"/>
                </a:cubicBezTo>
                <a:cubicBezTo>
                  <a:pt x="4571631" y="67800"/>
                  <a:pt x="4571111" y="68462"/>
                  <a:pt x="4570738" y="69132"/>
                </a:cubicBezTo>
                <a:cubicBezTo>
                  <a:pt x="4570366" y="69802"/>
                  <a:pt x="4570102" y="70471"/>
                  <a:pt x="4569946" y="71141"/>
                </a:cubicBezTo>
                <a:cubicBezTo>
                  <a:pt x="4569791" y="71812"/>
                  <a:pt x="4569713" y="72490"/>
                  <a:pt x="4569713" y="73175"/>
                </a:cubicBezTo>
                <a:moveTo>
                  <a:pt x="4572183" y="34944"/>
                </a:moveTo>
                <a:cubicBezTo>
                  <a:pt x="4572183" y="36435"/>
                  <a:pt x="4572431" y="37801"/>
                  <a:pt x="4572928" y="39044"/>
                </a:cubicBezTo>
                <a:cubicBezTo>
                  <a:pt x="4573425" y="40286"/>
                  <a:pt x="4574124" y="41342"/>
                  <a:pt x="4575025" y="42212"/>
                </a:cubicBezTo>
                <a:cubicBezTo>
                  <a:pt x="4575926" y="43082"/>
                  <a:pt x="4576989" y="43757"/>
                  <a:pt x="4578216" y="44239"/>
                </a:cubicBezTo>
                <a:cubicBezTo>
                  <a:pt x="4579443" y="44720"/>
                  <a:pt x="4580802" y="44961"/>
                  <a:pt x="4582293" y="44961"/>
                </a:cubicBezTo>
                <a:cubicBezTo>
                  <a:pt x="4583908" y="44961"/>
                  <a:pt x="4585345" y="44689"/>
                  <a:pt x="4586603" y="44146"/>
                </a:cubicBezTo>
                <a:cubicBezTo>
                  <a:pt x="4587861" y="43602"/>
                  <a:pt x="4588917" y="42864"/>
                  <a:pt x="4589771" y="41932"/>
                </a:cubicBezTo>
                <a:cubicBezTo>
                  <a:pt x="4590625" y="41001"/>
                  <a:pt x="4591278" y="39929"/>
                  <a:pt x="4591728" y="38718"/>
                </a:cubicBezTo>
                <a:cubicBezTo>
                  <a:pt x="4592178" y="37506"/>
                  <a:pt x="4592403" y="36248"/>
                  <a:pt x="4592403" y="34944"/>
                </a:cubicBezTo>
                <a:cubicBezTo>
                  <a:pt x="4592403" y="33453"/>
                  <a:pt x="4592155" y="32086"/>
                  <a:pt x="4591658" y="30844"/>
                </a:cubicBezTo>
                <a:cubicBezTo>
                  <a:pt x="4591161" y="29601"/>
                  <a:pt x="4590462" y="28545"/>
                  <a:pt x="4589561" y="27675"/>
                </a:cubicBezTo>
                <a:cubicBezTo>
                  <a:pt x="4588661" y="26806"/>
                  <a:pt x="4587597" y="26130"/>
                  <a:pt x="4586370" y="25649"/>
                </a:cubicBezTo>
                <a:cubicBezTo>
                  <a:pt x="4585143" y="25167"/>
                  <a:pt x="4583784" y="24927"/>
                  <a:pt x="4582293" y="24927"/>
                </a:cubicBezTo>
                <a:cubicBezTo>
                  <a:pt x="4580678" y="24927"/>
                  <a:pt x="4579241" y="25206"/>
                  <a:pt x="4577983" y="25765"/>
                </a:cubicBezTo>
                <a:cubicBezTo>
                  <a:pt x="4576725" y="26324"/>
                  <a:pt x="4575669" y="27062"/>
                  <a:pt x="4574815" y="27978"/>
                </a:cubicBezTo>
                <a:cubicBezTo>
                  <a:pt x="4573961" y="28895"/>
                  <a:pt x="4573309" y="29958"/>
                  <a:pt x="4572858" y="31170"/>
                </a:cubicBezTo>
                <a:cubicBezTo>
                  <a:pt x="4572408" y="32381"/>
                  <a:pt x="4572183" y="33639"/>
                  <a:pt x="4572183" y="34944"/>
                </a:cubicBezTo>
                <a:close/>
                <a:moveTo>
                  <a:pt x="4653627" y="66440"/>
                </a:moveTo>
                <a:lnTo>
                  <a:pt x="4645520" y="66440"/>
                </a:lnTo>
                <a:lnTo>
                  <a:pt x="4645520" y="36574"/>
                </a:lnTo>
                <a:cubicBezTo>
                  <a:pt x="4645520" y="32971"/>
                  <a:pt x="4644844" y="30277"/>
                  <a:pt x="4643493" y="28491"/>
                </a:cubicBezTo>
                <a:cubicBezTo>
                  <a:pt x="4642142" y="26705"/>
                  <a:pt x="4640208" y="25812"/>
                  <a:pt x="4637692" y="25812"/>
                </a:cubicBezTo>
                <a:cubicBezTo>
                  <a:pt x="4636605" y="25812"/>
                  <a:pt x="4635588" y="25959"/>
                  <a:pt x="4634641" y="26254"/>
                </a:cubicBezTo>
                <a:cubicBezTo>
                  <a:pt x="4633693" y="26549"/>
                  <a:pt x="4632707" y="27062"/>
                  <a:pt x="4631682" y="27792"/>
                </a:cubicBezTo>
                <a:cubicBezTo>
                  <a:pt x="4630657" y="28522"/>
                  <a:pt x="4629539" y="29508"/>
                  <a:pt x="4628327" y="30750"/>
                </a:cubicBezTo>
                <a:cubicBezTo>
                  <a:pt x="4627116" y="31993"/>
                  <a:pt x="4625718" y="33546"/>
                  <a:pt x="4624134" y="35410"/>
                </a:cubicBezTo>
                <a:lnTo>
                  <a:pt x="4624134" y="66440"/>
                </a:lnTo>
                <a:lnTo>
                  <a:pt x="4616027" y="66440"/>
                </a:lnTo>
                <a:lnTo>
                  <a:pt x="4616027" y="559"/>
                </a:lnTo>
                <a:lnTo>
                  <a:pt x="4624134" y="559"/>
                </a:lnTo>
                <a:lnTo>
                  <a:pt x="4624134" y="19649"/>
                </a:lnTo>
                <a:lnTo>
                  <a:pt x="4623855" y="27023"/>
                </a:lnTo>
                <a:cubicBezTo>
                  <a:pt x="4625128" y="25501"/>
                  <a:pt x="4626378" y="24220"/>
                  <a:pt x="4627605" y="23179"/>
                </a:cubicBezTo>
                <a:cubicBezTo>
                  <a:pt x="4628832" y="22139"/>
                  <a:pt x="4630059" y="21292"/>
                  <a:pt x="4631286" y="20640"/>
                </a:cubicBezTo>
                <a:cubicBezTo>
                  <a:pt x="4632513" y="19988"/>
                  <a:pt x="4633763" y="19522"/>
                  <a:pt x="4635037" y="19242"/>
                </a:cubicBezTo>
                <a:cubicBezTo>
                  <a:pt x="4636310" y="18963"/>
                  <a:pt x="4637630" y="18823"/>
                  <a:pt x="4638997" y="18823"/>
                </a:cubicBezTo>
                <a:cubicBezTo>
                  <a:pt x="4643656" y="18823"/>
                  <a:pt x="4647259" y="20244"/>
                  <a:pt x="4649806" y="23086"/>
                </a:cubicBezTo>
                <a:cubicBezTo>
                  <a:pt x="4652353" y="25928"/>
                  <a:pt x="4653627" y="30207"/>
                  <a:pt x="4653627" y="35922"/>
                </a:cubicBezTo>
                <a:lnTo>
                  <a:pt x="4653627" y="66440"/>
                </a:lnTo>
                <a:close/>
                <a:moveTo>
                  <a:pt x="4705578" y="65741"/>
                </a:moveTo>
                <a:cubicBezTo>
                  <a:pt x="4703746" y="66223"/>
                  <a:pt x="4701851" y="66569"/>
                  <a:pt x="4699894" y="66777"/>
                </a:cubicBezTo>
                <a:cubicBezTo>
                  <a:pt x="4697937" y="66987"/>
                  <a:pt x="4695949" y="67092"/>
                  <a:pt x="4693930" y="67092"/>
                </a:cubicBezTo>
                <a:cubicBezTo>
                  <a:pt x="4688060" y="67092"/>
                  <a:pt x="4683680" y="65764"/>
                  <a:pt x="4680792" y="63108"/>
                </a:cubicBezTo>
                <a:cubicBezTo>
                  <a:pt x="4677903" y="60453"/>
                  <a:pt x="4676458" y="56376"/>
                  <a:pt x="4676458" y="50878"/>
                </a:cubicBezTo>
                <a:lnTo>
                  <a:pt x="4676458" y="26464"/>
                </a:lnTo>
                <a:lnTo>
                  <a:pt x="4663366" y="26464"/>
                </a:lnTo>
                <a:lnTo>
                  <a:pt x="4663366" y="19662"/>
                </a:lnTo>
                <a:lnTo>
                  <a:pt x="4676458" y="19662"/>
                </a:lnTo>
                <a:lnTo>
                  <a:pt x="4676458" y="6762"/>
                </a:lnTo>
                <a:lnTo>
                  <a:pt x="4684565" y="4659"/>
                </a:lnTo>
                <a:lnTo>
                  <a:pt x="4684565" y="19662"/>
                </a:lnTo>
                <a:lnTo>
                  <a:pt x="4705578" y="19662"/>
                </a:lnTo>
                <a:lnTo>
                  <a:pt x="4705578" y="26464"/>
                </a:lnTo>
                <a:lnTo>
                  <a:pt x="4684565" y="26464"/>
                </a:lnTo>
                <a:lnTo>
                  <a:pt x="4684565" y="50226"/>
                </a:lnTo>
                <a:cubicBezTo>
                  <a:pt x="4684565" y="53580"/>
                  <a:pt x="4685458" y="56089"/>
                  <a:pt x="4687244" y="57750"/>
                </a:cubicBezTo>
                <a:cubicBezTo>
                  <a:pt x="4689030" y="59412"/>
                  <a:pt x="4691663" y="60243"/>
                  <a:pt x="4695142" y="60243"/>
                </a:cubicBezTo>
                <a:cubicBezTo>
                  <a:pt x="4696633" y="60243"/>
                  <a:pt x="4698263" y="60123"/>
                  <a:pt x="4700034" y="59883"/>
                </a:cubicBezTo>
                <a:cubicBezTo>
                  <a:pt x="4701804" y="59643"/>
                  <a:pt x="4703652" y="59265"/>
                  <a:pt x="4705578" y="58752"/>
                </a:cubicBezTo>
                <a:lnTo>
                  <a:pt x="4705578" y="65741"/>
                </a:lnTo>
                <a:close/>
                <a:moveTo>
                  <a:pt x="4811578" y="42212"/>
                </a:moveTo>
                <a:cubicBezTo>
                  <a:pt x="4811578" y="46095"/>
                  <a:pt x="4811042" y="49566"/>
                  <a:pt x="4809971" y="52625"/>
                </a:cubicBezTo>
                <a:cubicBezTo>
                  <a:pt x="4808899" y="55685"/>
                  <a:pt x="4807377" y="58278"/>
                  <a:pt x="4805405" y="60406"/>
                </a:cubicBezTo>
                <a:cubicBezTo>
                  <a:pt x="4803432" y="62534"/>
                  <a:pt x="4801033" y="64164"/>
                  <a:pt x="4798206" y="65298"/>
                </a:cubicBezTo>
                <a:cubicBezTo>
                  <a:pt x="4795380" y="66432"/>
                  <a:pt x="4792196" y="66999"/>
                  <a:pt x="4788655" y="66999"/>
                </a:cubicBezTo>
                <a:cubicBezTo>
                  <a:pt x="4785891" y="66999"/>
                  <a:pt x="4783064" y="66735"/>
                  <a:pt x="4780175" y="66207"/>
                </a:cubicBezTo>
                <a:cubicBezTo>
                  <a:pt x="4777287" y="65679"/>
                  <a:pt x="4774429" y="64840"/>
                  <a:pt x="4771603" y="63691"/>
                </a:cubicBezTo>
                <a:lnTo>
                  <a:pt x="4771603" y="559"/>
                </a:lnTo>
                <a:lnTo>
                  <a:pt x="4779710" y="559"/>
                </a:lnTo>
                <a:lnTo>
                  <a:pt x="4779710" y="18715"/>
                </a:lnTo>
                <a:lnTo>
                  <a:pt x="4779337" y="27396"/>
                </a:lnTo>
                <a:cubicBezTo>
                  <a:pt x="4781666" y="24259"/>
                  <a:pt x="4784159" y="22046"/>
                  <a:pt x="4786815" y="20757"/>
                </a:cubicBezTo>
                <a:cubicBezTo>
                  <a:pt x="4789470" y="19468"/>
                  <a:pt x="4792320" y="18823"/>
                  <a:pt x="4795364" y="18823"/>
                </a:cubicBezTo>
                <a:cubicBezTo>
                  <a:pt x="4798036" y="18823"/>
                  <a:pt x="4800381" y="19382"/>
                  <a:pt x="4802400" y="20500"/>
                </a:cubicBezTo>
                <a:cubicBezTo>
                  <a:pt x="4804419" y="21619"/>
                  <a:pt x="4806111" y="23195"/>
                  <a:pt x="4807478" y="25229"/>
                </a:cubicBezTo>
                <a:cubicBezTo>
                  <a:pt x="4808845" y="27264"/>
                  <a:pt x="4809870" y="29718"/>
                  <a:pt x="4810553" y="32591"/>
                </a:cubicBezTo>
                <a:cubicBezTo>
                  <a:pt x="4811237" y="35464"/>
                  <a:pt x="4811578" y="38671"/>
                  <a:pt x="4811578" y="42212"/>
                </a:cubicBezTo>
                <a:moveTo>
                  <a:pt x="4803285" y="42585"/>
                </a:moveTo>
                <a:cubicBezTo>
                  <a:pt x="4803285" y="40131"/>
                  <a:pt x="4803106" y="37879"/>
                  <a:pt x="4802749" y="35829"/>
                </a:cubicBezTo>
                <a:cubicBezTo>
                  <a:pt x="4802392" y="33779"/>
                  <a:pt x="4801825" y="32024"/>
                  <a:pt x="4801048" y="30564"/>
                </a:cubicBezTo>
                <a:cubicBezTo>
                  <a:pt x="4800272" y="29104"/>
                  <a:pt x="4799278" y="27963"/>
                  <a:pt x="4798067" y="27140"/>
                </a:cubicBezTo>
                <a:cubicBezTo>
                  <a:pt x="4796855" y="26316"/>
                  <a:pt x="4795411" y="25905"/>
                  <a:pt x="4793734" y="25905"/>
                </a:cubicBezTo>
                <a:cubicBezTo>
                  <a:pt x="4792709" y="25905"/>
                  <a:pt x="4791668" y="26068"/>
                  <a:pt x="4790612" y="26394"/>
                </a:cubicBezTo>
                <a:cubicBezTo>
                  <a:pt x="4789556" y="26720"/>
                  <a:pt x="4788461" y="27264"/>
                  <a:pt x="4787327" y="28025"/>
                </a:cubicBezTo>
                <a:cubicBezTo>
                  <a:pt x="4786194" y="28786"/>
                  <a:pt x="4784998" y="29795"/>
                  <a:pt x="4783740" y="31053"/>
                </a:cubicBezTo>
                <a:cubicBezTo>
                  <a:pt x="4782482" y="32311"/>
                  <a:pt x="4781138" y="33872"/>
                  <a:pt x="4779710" y="35736"/>
                </a:cubicBezTo>
                <a:lnTo>
                  <a:pt x="4779710" y="58426"/>
                </a:lnTo>
                <a:cubicBezTo>
                  <a:pt x="4781294" y="59047"/>
                  <a:pt x="4782909" y="59536"/>
                  <a:pt x="4784555" y="59894"/>
                </a:cubicBezTo>
                <a:cubicBezTo>
                  <a:pt x="4786201" y="60251"/>
                  <a:pt x="4787770" y="60429"/>
                  <a:pt x="4789261" y="60429"/>
                </a:cubicBezTo>
                <a:cubicBezTo>
                  <a:pt x="4791124" y="60429"/>
                  <a:pt x="4792903" y="60134"/>
                  <a:pt x="4794596" y="59544"/>
                </a:cubicBezTo>
                <a:cubicBezTo>
                  <a:pt x="4796288" y="58954"/>
                  <a:pt x="4797779" y="57968"/>
                  <a:pt x="4799068" y="56586"/>
                </a:cubicBezTo>
                <a:cubicBezTo>
                  <a:pt x="4800357" y="55203"/>
                  <a:pt x="4801382" y="53371"/>
                  <a:pt x="4802143" y="51088"/>
                </a:cubicBezTo>
                <a:cubicBezTo>
                  <a:pt x="4802904" y="48805"/>
                  <a:pt x="4803285" y="45970"/>
                  <a:pt x="4803285" y="42585"/>
                </a:cubicBezTo>
                <a:close/>
                <a:moveTo>
                  <a:pt x="4862971" y="40581"/>
                </a:moveTo>
                <a:cubicBezTo>
                  <a:pt x="4862971" y="41731"/>
                  <a:pt x="4862955" y="42693"/>
                  <a:pt x="4862924" y="43470"/>
                </a:cubicBezTo>
                <a:cubicBezTo>
                  <a:pt x="4862893" y="44246"/>
                  <a:pt x="4862847" y="44976"/>
                  <a:pt x="4862784" y="45660"/>
                </a:cubicBezTo>
                <a:lnTo>
                  <a:pt x="4829937" y="45660"/>
                </a:lnTo>
                <a:cubicBezTo>
                  <a:pt x="4829937" y="50443"/>
                  <a:pt x="4831273" y="54116"/>
                  <a:pt x="4833944" y="56679"/>
                </a:cubicBezTo>
                <a:cubicBezTo>
                  <a:pt x="4836615" y="59241"/>
                  <a:pt x="4840467" y="60522"/>
                  <a:pt x="4845499" y="60522"/>
                </a:cubicBezTo>
                <a:cubicBezTo>
                  <a:pt x="4846866" y="60522"/>
                  <a:pt x="4848232" y="60467"/>
                  <a:pt x="4849599" y="60357"/>
                </a:cubicBezTo>
                <a:cubicBezTo>
                  <a:pt x="4850966" y="60245"/>
                  <a:pt x="4852286" y="60094"/>
                  <a:pt x="4853559" y="59904"/>
                </a:cubicBezTo>
                <a:cubicBezTo>
                  <a:pt x="4854833" y="59712"/>
                  <a:pt x="4856052" y="59498"/>
                  <a:pt x="4857217" y="59260"/>
                </a:cubicBezTo>
                <a:cubicBezTo>
                  <a:pt x="4858381" y="59021"/>
                  <a:pt x="4859461" y="58759"/>
                  <a:pt x="4860455" y="58472"/>
                </a:cubicBezTo>
                <a:lnTo>
                  <a:pt x="4860455" y="65135"/>
                </a:lnTo>
                <a:cubicBezTo>
                  <a:pt x="4858249" y="65770"/>
                  <a:pt x="4855757" y="66286"/>
                  <a:pt x="4852977" y="66683"/>
                </a:cubicBezTo>
                <a:cubicBezTo>
                  <a:pt x="4850197" y="67080"/>
                  <a:pt x="4847316" y="67278"/>
                  <a:pt x="4844334" y="67278"/>
                </a:cubicBezTo>
                <a:cubicBezTo>
                  <a:pt x="4840327" y="67278"/>
                  <a:pt x="4836879" y="66735"/>
                  <a:pt x="4833991" y="65648"/>
                </a:cubicBezTo>
                <a:cubicBezTo>
                  <a:pt x="4831102" y="64560"/>
                  <a:pt x="4828734" y="62984"/>
                  <a:pt x="4826886" y="60919"/>
                </a:cubicBezTo>
                <a:cubicBezTo>
                  <a:pt x="4825037" y="58853"/>
                  <a:pt x="4823671" y="56321"/>
                  <a:pt x="4822786" y="53324"/>
                </a:cubicBezTo>
                <a:cubicBezTo>
                  <a:pt x="4821900" y="50327"/>
                  <a:pt x="4821458" y="46933"/>
                  <a:pt x="4821458" y="43144"/>
                </a:cubicBezTo>
                <a:cubicBezTo>
                  <a:pt x="4821458" y="39851"/>
                  <a:pt x="4821931" y="36737"/>
                  <a:pt x="4822879" y="33802"/>
                </a:cubicBezTo>
                <a:cubicBezTo>
                  <a:pt x="4823826" y="30867"/>
                  <a:pt x="4825208" y="28289"/>
                  <a:pt x="4827025" y="26068"/>
                </a:cubicBezTo>
                <a:cubicBezTo>
                  <a:pt x="4828842" y="23847"/>
                  <a:pt x="4831071" y="22084"/>
                  <a:pt x="4833711" y="20780"/>
                </a:cubicBezTo>
                <a:cubicBezTo>
                  <a:pt x="4836351" y="19475"/>
                  <a:pt x="4839349" y="18823"/>
                  <a:pt x="4842703" y="18823"/>
                </a:cubicBezTo>
                <a:cubicBezTo>
                  <a:pt x="4845965" y="18823"/>
                  <a:pt x="4848854" y="19336"/>
                  <a:pt x="4851369" y="20361"/>
                </a:cubicBezTo>
                <a:cubicBezTo>
                  <a:pt x="4853885" y="21386"/>
                  <a:pt x="4856005" y="22838"/>
                  <a:pt x="4857729" y="24717"/>
                </a:cubicBezTo>
                <a:cubicBezTo>
                  <a:pt x="4859453" y="26596"/>
                  <a:pt x="4860758" y="28879"/>
                  <a:pt x="4861643" y="31566"/>
                </a:cubicBezTo>
                <a:cubicBezTo>
                  <a:pt x="4862528" y="34253"/>
                  <a:pt x="4862971" y="37258"/>
                  <a:pt x="4862971" y="40581"/>
                </a:cubicBezTo>
                <a:moveTo>
                  <a:pt x="4854538" y="39416"/>
                </a:moveTo>
                <a:cubicBezTo>
                  <a:pt x="4854631" y="37335"/>
                  <a:pt x="4854429" y="35433"/>
                  <a:pt x="4853932" y="33709"/>
                </a:cubicBezTo>
                <a:cubicBezTo>
                  <a:pt x="4853435" y="31985"/>
                  <a:pt x="4852666" y="30502"/>
                  <a:pt x="4851626" y="29260"/>
                </a:cubicBezTo>
                <a:cubicBezTo>
                  <a:pt x="4850585" y="28017"/>
                  <a:pt x="4849288" y="27046"/>
                  <a:pt x="4847735" y="26348"/>
                </a:cubicBezTo>
                <a:cubicBezTo>
                  <a:pt x="4846182" y="25649"/>
                  <a:pt x="4844381" y="25299"/>
                  <a:pt x="4842331" y="25299"/>
                </a:cubicBezTo>
                <a:cubicBezTo>
                  <a:pt x="4840560" y="25299"/>
                  <a:pt x="4838945" y="25641"/>
                  <a:pt x="4837485" y="26324"/>
                </a:cubicBezTo>
                <a:cubicBezTo>
                  <a:pt x="4836025" y="27008"/>
                  <a:pt x="4834767" y="27970"/>
                  <a:pt x="4833711" y="29213"/>
                </a:cubicBezTo>
                <a:cubicBezTo>
                  <a:pt x="4832655" y="30455"/>
                  <a:pt x="4831801" y="31946"/>
                  <a:pt x="4831149" y="33686"/>
                </a:cubicBezTo>
                <a:cubicBezTo>
                  <a:pt x="4830496" y="35425"/>
                  <a:pt x="4830093" y="37335"/>
                  <a:pt x="4829937" y="39416"/>
                </a:cubicBezTo>
                <a:lnTo>
                  <a:pt x="4854538" y="39416"/>
                </a:lnTo>
                <a:close/>
                <a:moveTo>
                  <a:pt x="4924802" y="44029"/>
                </a:moveTo>
                <a:cubicBezTo>
                  <a:pt x="4924802" y="40053"/>
                  <a:pt x="4925345" y="36520"/>
                  <a:pt x="4926433" y="33429"/>
                </a:cubicBezTo>
                <a:cubicBezTo>
                  <a:pt x="4927520" y="30339"/>
                  <a:pt x="4929065" y="27730"/>
                  <a:pt x="4931068" y="25602"/>
                </a:cubicBezTo>
                <a:cubicBezTo>
                  <a:pt x="4933072" y="23474"/>
                  <a:pt x="4935479" y="21859"/>
                  <a:pt x="4938290" y="20757"/>
                </a:cubicBezTo>
                <a:cubicBezTo>
                  <a:pt x="4941101" y="19654"/>
                  <a:pt x="4944231" y="19103"/>
                  <a:pt x="4947678" y="19103"/>
                </a:cubicBezTo>
                <a:cubicBezTo>
                  <a:pt x="4949169" y="19103"/>
                  <a:pt x="4950637" y="19196"/>
                  <a:pt x="4952081" y="19382"/>
                </a:cubicBezTo>
                <a:cubicBezTo>
                  <a:pt x="4953526" y="19568"/>
                  <a:pt x="4954947" y="19864"/>
                  <a:pt x="4956344" y="20267"/>
                </a:cubicBezTo>
                <a:lnTo>
                  <a:pt x="4956344" y="559"/>
                </a:lnTo>
                <a:lnTo>
                  <a:pt x="4964498" y="559"/>
                </a:lnTo>
                <a:lnTo>
                  <a:pt x="4964498" y="66440"/>
                </a:lnTo>
                <a:lnTo>
                  <a:pt x="4957230" y="66440"/>
                </a:lnTo>
                <a:lnTo>
                  <a:pt x="4956950" y="57587"/>
                </a:lnTo>
                <a:cubicBezTo>
                  <a:pt x="4954683" y="60880"/>
                  <a:pt x="4952229" y="63318"/>
                  <a:pt x="4949589" y="64902"/>
                </a:cubicBezTo>
                <a:cubicBezTo>
                  <a:pt x="4946948" y="66486"/>
                  <a:pt x="4944091" y="67278"/>
                  <a:pt x="4941016" y="67278"/>
                </a:cubicBezTo>
                <a:cubicBezTo>
                  <a:pt x="4938345" y="67278"/>
                  <a:pt x="4935992" y="66719"/>
                  <a:pt x="4933957" y="65601"/>
                </a:cubicBezTo>
                <a:cubicBezTo>
                  <a:pt x="4931923" y="64483"/>
                  <a:pt x="4930230" y="62906"/>
                  <a:pt x="4928879" y="60872"/>
                </a:cubicBezTo>
                <a:cubicBezTo>
                  <a:pt x="4927527" y="58837"/>
                  <a:pt x="4926510" y="56391"/>
                  <a:pt x="4925827" y="53534"/>
                </a:cubicBezTo>
                <a:cubicBezTo>
                  <a:pt x="4925144" y="50676"/>
                  <a:pt x="4924802" y="47508"/>
                  <a:pt x="4924802" y="44029"/>
                </a:cubicBezTo>
                <a:moveTo>
                  <a:pt x="4933095" y="43517"/>
                </a:moveTo>
                <a:cubicBezTo>
                  <a:pt x="4933095" y="49170"/>
                  <a:pt x="4933926" y="53386"/>
                  <a:pt x="4935588" y="56166"/>
                </a:cubicBezTo>
                <a:cubicBezTo>
                  <a:pt x="4937250" y="58946"/>
                  <a:pt x="4939602" y="60336"/>
                  <a:pt x="4942646" y="60336"/>
                </a:cubicBezTo>
                <a:cubicBezTo>
                  <a:pt x="4944696" y="60336"/>
                  <a:pt x="4946863" y="59420"/>
                  <a:pt x="4949146" y="57587"/>
                </a:cubicBezTo>
                <a:cubicBezTo>
                  <a:pt x="4951429" y="55755"/>
                  <a:pt x="4953828" y="53037"/>
                  <a:pt x="4956344" y="49434"/>
                </a:cubicBezTo>
                <a:lnTo>
                  <a:pt x="4956344" y="27722"/>
                </a:lnTo>
                <a:cubicBezTo>
                  <a:pt x="4955009" y="27101"/>
                  <a:pt x="4953533" y="26627"/>
                  <a:pt x="4951918" y="26301"/>
                </a:cubicBezTo>
                <a:cubicBezTo>
                  <a:pt x="4950303" y="25975"/>
                  <a:pt x="4948703" y="25812"/>
                  <a:pt x="4947119" y="25812"/>
                </a:cubicBezTo>
                <a:cubicBezTo>
                  <a:pt x="4942709" y="25812"/>
                  <a:pt x="4939269" y="27241"/>
                  <a:pt x="4936799" y="30098"/>
                </a:cubicBezTo>
                <a:cubicBezTo>
                  <a:pt x="4934330" y="32956"/>
                  <a:pt x="4933095" y="37429"/>
                  <a:pt x="4933095" y="43517"/>
                </a:cubicBezTo>
                <a:close/>
                <a:moveTo>
                  <a:pt x="5018547" y="40581"/>
                </a:moveTo>
                <a:cubicBezTo>
                  <a:pt x="5018547" y="41731"/>
                  <a:pt x="5018531" y="42693"/>
                  <a:pt x="5018500" y="43470"/>
                </a:cubicBezTo>
                <a:cubicBezTo>
                  <a:pt x="5018469" y="44246"/>
                  <a:pt x="5018423" y="44976"/>
                  <a:pt x="5018360" y="45660"/>
                </a:cubicBezTo>
                <a:lnTo>
                  <a:pt x="4985513" y="45660"/>
                </a:lnTo>
                <a:cubicBezTo>
                  <a:pt x="4985513" y="50443"/>
                  <a:pt x="4986849" y="54116"/>
                  <a:pt x="4989520" y="56679"/>
                </a:cubicBezTo>
                <a:cubicBezTo>
                  <a:pt x="4992191" y="59241"/>
                  <a:pt x="4996043" y="60522"/>
                  <a:pt x="5001075" y="60522"/>
                </a:cubicBezTo>
                <a:cubicBezTo>
                  <a:pt x="5002442" y="60522"/>
                  <a:pt x="5003808" y="60467"/>
                  <a:pt x="5005175" y="60357"/>
                </a:cubicBezTo>
                <a:cubicBezTo>
                  <a:pt x="5006542" y="60245"/>
                  <a:pt x="5007862" y="60094"/>
                  <a:pt x="5009135" y="59904"/>
                </a:cubicBezTo>
                <a:cubicBezTo>
                  <a:pt x="5010409" y="59712"/>
                  <a:pt x="5011628" y="59498"/>
                  <a:pt x="5012793" y="59260"/>
                </a:cubicBezTo>
                <a:cubicBezTo>
                  <a:pt x="5013958" y="59021"/>
                  <a:pt x="5015037" y="58759"/>
                  <a:pt x="5016031" y="58472"/>
                </a:cubicBezTo>
                <a:lnTo>
                  <a:pt x="5016031" y="65135"/>
                </a:lnTo>
                <a:cubicBezTo>
                  <a:pt x="5013826" y="65770"/>
                  <a:pt x="5011333" y="66286"/>
                  <a:pt x="5008553" y="66683"/>
                </a:cubicBezTo>
                <a:cubicBezTo>
                  <a:pt x="5005773" y="67080"/>
                  <a:pt x="5002892" y="67278"/>
                  <a:pt x="4999910" y="67278"/>
                </a:cubicBezTo>
                <a:cubicBezTo>
                  <a:pt x="4995903" y="67278"/>
                  <a:pt x="4992455" y="66735"/>
                  <a:pt x="4989567" y="65648"/>
                </a:cubicBezTo>
                <a:cubicBezTo>
                  <a:pt x="4986678" y="64560"/>
                  <a:pt x="4984310" y="62984"/>
                  <a:pt x="4982462" y="60919"/>
                </a:cubicBezTo>
                <a:cubicBezTo>
                  <a:pt x="4980613" y="58853"/>
                  <a:pt x="4979247" y="56321"/>
                  <a:pt x="4978362" y="53324"/>
                </a:cubicBezTo>
                <a:cubicBezTo>
                  <a:pt x="4977476" y="50327"/>
                  <a:pt x="4977034" y="46933"/>
                  <a:pt x="4977034" y="43144"/>
                </a:cubicBezTo>
                <a:cubicBezTo>
                  <a:pt x="4977034" y="39851"/>
                  <a:pt x="4977507" y="36737"/>
                  <a:pt x="4978455" y="33802"/>
                </a:cubicBezTo>
                <a:cubicBezTo>
                  <a:pt x="4979402" y="30867"/>
                  <a:pt x="4980784" y="28289"/>
                  <a:pt x="4982601" y="26068"/>
                </a:cubicBezTo>
                <a:cubicBezTo>
                  <a:pt x="4984418" y="23847"/>
                  <a:pt x="4986647" y="22084"/>
                  <a:pt x="4989287" y="20780"/>
                </a:cubicBezTo>
                <a:cubicBezTo>
                  <a:pt x="4991927" y="19475"/>
                  <a:pt x="4994925" y="18823"/>
                  <a:pt x="4998279" y="18823"/>
                </a:cubicBezTo>
                <a:cubicBezTo>
                  <a:pt x="5001541" y="18823"/>
                  <a:pt x="5004430" y="19336"/>
                  <a:pt x="5006945" y="20361"/>
                </a:cubicBezTo>
                <a:cubicBezTo>
                  <a:pt x="5009461" y="21386"/>
                  <a:pt x="5011581" y="22838"/>
                  <a:pt x="5013305" y="24717"/>
                </a:cubicBezTo>
                <a:cubicBezTo>
                  <a:pt x="5015029" y="26596"/>
                  <a:pt x="5016334" y="28879"/>
                  <a:pt x="5017219" y="31566"/>
                </a:cubicBezTo>
                <a:cubicBezTo>
                  <a:pt x="5018104" y="34253"/>
                  <a:pt x="5018547" y="37258"/>
                  <a:pt x="5018547" y="40581"/>
                </a:cubicBezTo>
                <a:moveTo>
                  <a:pt x="5010114" y="39416"/>
                </a:moveTo>
                <a:cubicBezTo>
                  <a:pt x="5010207" y="37335"/>
                  <a:pt x="5010005" y="35433"/>
                  <a:pt x="5009508" y="33709"/>
                </a:cubicBezTo>
                <a:cubicBezTo>
                  <a:pt x="5009011" y="31985"/>
                  <a:pt x="5008242" y="30502"/>
                  <a:pt x="5007202" y="29260"/>
                </a:cubicBezTo>
                <a:cubicBezTo>
                  <a:pt x="5006161" y="28017"/>
                  <a:pt x="5004864" y="27046"/>
                  <a:pt x="5003311" y="26348"/>
                </a:cubicBezTo>
                <a:cubicBezTo>
                  <a:pt x="5001758" y="25649"/>
                  <a:pt x="4999957" y="25299"/>
                  <a:pt x="4997907" y="25299"/>
                </a:cubicBezTo>
                <a:cubicBezTo>
                  <a:pt x="4996136" y="25299"/>
                  <a:pt x="4994521" y="25641"/>
                  <a:pt x="4993061" y="26324"/>
                </a:cubicBezTo>
                <a:cubicBezTo>
                  <a:pt x="4991601" y="27008"/>
                  <a:pt x="4990343" y="27970"/>
                  <a:pt x="4989287" y="29213"/>
                </a:cubicBezTo>
                <a:cubicBezTo>
                  <a:pt x="4988231" y="30455"/>
                  <a:pt x="4987377" y="31946"/>
                  <a:pt x="4986725" y="33686"/>
                </a:cubicBezTo>
                <a:cubicBezTo>
                  <a:pt x="4986072" y="35425"/>
                  <a:pt x="4985669" y="37335"/>
                  <a:pt x="4985513" y="39416"/>
                </a:cubicBezTo>
                <a:lnTo>
                  <a:pt x="5010114" y="39416"/>
                </a:lnTo>
                <a:close/>
                <a:moveTo>
                  <a:pt x="5072408" y="8107"/>
                </a:moveTo>
                <a:cubicBezTo>
                  <a:pt x="5068153" y="7206"/>
                  <a:pt x="5064488" y="6756"/>
                  <a:pt x="5061413" y="6756"/>
                </a:cubicBezTo>
                <a:cubicBezTo>
                  <a:pt x="5054113" y="6756"/>
                  <a:pt x="5050464" y="10576"/>
                  <a:pt x="5050464" y="18217"/>
                </a:cubicBezTo>
                <a:lnTo>
                  <a:pt x="5050464" y="26417"/>
                </a:lnTo>
                <a:lnTo>
                  <a:pt x="5070964" y="26417"/>
                </a:lnTo>
                <a:lnTo>
                  <a:pt x="5070964" y="33173"/>
                </a:lnTo>
                <a:lnTo>
                  <a:pt x="5050464" y="33173"/>
                </a:lnTo>
                <a:lnTo>
                  <a:pt x="5050464" y="66440"/>
                </a:lnTo>
                <a:lnTo>
                  <a:pt x="5042217" y="66440"/>
                </a:lnTo>
                <a:lnTo>
                  <a:pt x="5042217" y="33173"/>
                </a:lnTo>
                <a:lnTo>
                  <a:pt x="5027168" y="33173"/>
                </a:lnTo>
                <a:lnTo>
                  <a:pt x="5027168" y="26417"/>
                </a:lnTo>
                <a:lnTo>
                  <a:pt x="5042217" y="26417"/>
                </a:lnTo>
                <a:lnTo>
                  <a:pt x="5042217" y="18683"/>
                </a:lnTo>
                <a:cubicBezTo>
                  <a:pt x="5042217" y="6228"/>
                  <a:pt x="5048709" y="0"/>
                  <a:pt x="5061692" y="0"/>
                </a:cubicBezTo>
                <a:cubicBezTo>
                  <a:pt x="5064923" y="0"/>
                  <a:pt x="5068495" y="373"/>
                  <a:pt x="5072408" y="1118"/>
                </a:cubicBezTo>
                <a:lnTo>
                  <a:pt x="5072408" y="8107"/>
                </a:lnTo>
                <a:moveTo>
                  <a:pt x="5023441" y="19662"/>
                </a:moveTo>
                <a:lnTo>
                  <a:pt x="5023441" y="19662"/>
                </a:lnTo>
                <a:close/>
                <a:moveTo>
                  <a:pt x="5098688" y="26371"/>
                </a:moveTo>
                <a:lnTo>
                  <a:pt x="5084850" y="26371"/>
                </a:lnTo>
                <a:lnTo>
                  <a:pt x="5084850" y="19662"/>
                </a:lnTo>
                <a:lnTo>
                  <a:pt x="5106888" y="19662"/>
                </a:lnTo>
                <a:lnTo>
                  <a:pt x="5106888" y="59684"/>
                </a:lnTo>
                <a:lnTo>
                  <a:pt x="5120819" y="59684"/>
                </a:lnTo>
                <a:lnTo>
                  <a:pt x="5120819" y="66440"/>
                </a:lnTo>
                <a:lnTo>
                  <a:pt x="5083313" y="66440"/>
                </a:lnTo>
                <a:lnTo>
                  <a:pt x="5083313" y="59684"/>
                </a:lnTo>
                <a:lnTo>
                  <a:pt x="5098688" y="59684"/>
                </a:lnTo>
                <a:lnTo>
                  <a:pt x="5098688" y="26371"/>
                </a:lnTo>
                <a:moveTo>
                  <a:pt x="5101530" y="0"/>
                </a:moveTo>
                <a:cubicBezTo>
                  <a:pt x="5102431" y="0"/>
                  <a:pt x="5103270" y="163"/>
                  <a:pt x="5104046" y="489"/>
                </a:cubicBezTo>
                <a:cubicBezTo>
                  <a:pt x="5104823" y="815"/>
                  <a:pt x="5105498" y="1274"/>
                  <a:pt x="5106073" y="1864"/>
                </a:cubicBezTo>
                <a:cubicBezTo>
                  <a:pt x="5106648" y="2454"/>
                  <a:pt x="5107098" y="3129"/>
                  <a:pt x="5107424" y="3890"/>
                </a:cubicBezTo>
                <a:cubicBezTo>
                  <a:pt x="5107750" y="4651"/>
                  <a:pt x="5107913" y="5482"/>
                  <a:pt x="5107913" y="6383"/>
                </a:cubicBezTo>
                <a:cubicBezTo>
                  <a:pt x="5107913" y="7253"/>
                  <a:pt x="5107750" y="8076"/>
                  <a:pt x="5107424" y="8852"/>
                </a:cubicBezTo>
                <a:cubicBezTo>
                  <a:pt x="5107098" y="9629"/>
                  <a:pt x="5106648" y="10312"/>
                  <a:pt x="5106073" y="10902"/>
                </a:cubicBezTo>
                <a:cubicBezTo>
                  <a:pt x="5105498" y="11493"/>
                  <a:pt x="5104823" y="11951"/>
                  <a:pt x="5104046" y="12277"/>
                </a:cubicBezTo>
                <a:cubicBezTo>
                  <a:pt x="5103270" y="12603"/>
                  <a:pt x="5102431" y="12766"/>
                  <a:pt x="5101530" y="12766"/>
                </a:cubicBezTo>
                <a:cubicBezTo>
                  <a:pt x="5100629" y="12766"/>
                  <a:pt x="5099791" y="12603"/>
                  <a:pt x="5099014" y="12277"/>
                </a:cubicBezTo>
                <a:cubicBezTo>
                  <a:pt x="5098238" y="11951"/>
                  <a:pt x="5097562" y="11493"/>
                  <a:pt x="5096988" y="10902"/>
                </a:cubicBezTo>
                <a:cubicBezTo>
                  <a:pt x="5096413" y="10312"/>
                  <a:pt x="5095962" y="9629"/>
                  <a:pt x="5095636" y="8852"/>
                </a:cubicBezTo>
                <a:cubicBezTo>
                  <a:pt x="5095310" y="8076"/>
                  <a:pt x="5095147" y="7253"/>
                  <a:pt x="5095147" y="6383"/>
                </a:cubicBezTo>
                <a:cubicBezTo>
                  <a:pt x="5095147" y="5482"/>
                  <a:pt x="5095310" y="4651"/>
                  <a:pt x="5095636" y="3890"/>
                </a:cubicBezTo>
                <a:cubicBezTo>
                  <a:pt x="5095962" y="3129"/>
                  <a:pt x="5096413" y="2454"/>
                  <a:pt x="5096988" y="1864"/>
                </a:cubicBezTo>
                <a:cubicBezTo>
                  <a:pt x="5097562" y="1274"/>
                  <a:pt x="5098238" y="815"/>
                  <a:pt x="5099014" y="489"/>
                </a:cubicBezTo>
                <a:cubicBezTo>
                  <a:pt x="5099791" y="163"/>
                  <a:pt x="5100629" y="0"/>
                  <a:pt x="5101530" y="0"/>
                </a:cubicBezTo>
                <a:close/>
                <a:moveTo>
                  <a:pt x="5134612" y="19662"/>
                </a:moveTo>
                <a:lnTo>
                  <a:pt x="5141834" y="19662"/>
                </a:lnTo>
                <a:lnTo>
                  <a:pt x="5142160" y="27210"/>
                </a:lnTo>
                <a:cubicBezTo>
                  <a:pt x="5143527" y="25594"/>
                  <a:pt x="5144847" y="24251"/>
                  <a:pt x="5146120" y="23179"/>
                </a:cubicBezTo>
                <a:cubicBezTo>
                  <a:pt x="5147394" y="22108"/>
                  <a:pt x="5148644" y="21246"/>
                  <a:pt x="5149871" y="20593"/>
                </a:cubicBezTo>
                <a:cubicBezTo>
                  <a:pt x="5151098" y="19941"/>
                  <a:pt x="5152348" y="19483"/>
                  <a:pt x="5153622" y="19219"/>
                </a:cubicBezTo>
                <a:cubicBezTo>
                  <a:pt x="5154895" y="18955"/>
                  <a:pt x="5156215" y="18823"/>
                  <a:pt x="5157582" y="18823"/>
                </a:cubicBezTo>
                <a:cubicBezTo>
                  <a:pt x="5162396" y="18823"/>
                  <a:pt x="5166038" y="20244"/>
                  <a:pt x="5168508" y="23086"/>
                </a:cubicBezTo>
                <a:cubicBezTo>
                  <a:pt x="5170977" y="25928"/>
                  <a:pt x="5172212" y="30207"/>
                  <a:pt x="5172212" y="35922"/>
                </a:cubicBezTo>
                <a:lnTo>
                  <a:pt x="5172212" y="66440"/>
                </a:lnTo>
                <a:lnTo>
                  <a:pt x="5164105" y="66440"/>
                </a:lnTo>
                <a:lnTo>
                  <a:pt x="5164105" y="36574"/>
                </a:lnTo>
                <a:cubicBezTo>
                  <a:pt x="5164105" y="32909"/>
                  <a:pt x="5163421" y="30199"/>
                  <a:pt x="5162055" y="28444"/>
                </a:cubicBezTo>
                <a:cubicBezTo>
                  <a:pt x="5160688" y="26689"/>
                  <a:pt x="5158654" y="25812"/>
                  <a:pt x="5155951" y="25812"/>
                </a:cubicBezTo>
                <a:cubicBezTo>
                  <a:pt x="5154957" y="25812"/>
                  <a:pt x="5153987" y="25959"/>
                  <a:pt x="5153039" y="26254"/>
                </a:cubicBezTo>
                <a:cubicBezTo>
                  <a:pt x="5152092" y="26549"/>
                  <a:pt x="5151106" y="27062"/>
                  <a:pt x="5150081" y="27792"/>
                </a:cubicBezTo>
                <a:cubicBezTo>
                  <a:pt x="5149056" y="28522"/>
                  <a:pt x="5147945" y="29508"/>
                  <a:pt x="5146749" y="30750"/>
                </a:cubicBezTo>
                <a:cubicBezTo>
                  <a:pt x="5145554" y="31993"/>
                  <a:pt x="5144210" y="33546"/>
                  <a:pt x="5142719" y="35410"/>
                </a:cubicBezTo>
                <a:lnTo>
                  <a:pt x="5142719" y="66440"/>
                </a:lnTo>
                <a:lnTo>
                  <a:pt x="5134612" y="66440"/>
                </a:lnTo>
                <a:lnTo>
                  <a:pt x="5134612" y="19662"/>
                </a:lnTo>
                <a:close/>
                <a:moveTo>
                  <a:pt x="5225980" y="40581"/>
                </a:moveTo>
                <a:cubicBezTo>
                  <a:pt x="5225980" y="41731"/>
                  <a:pt x="5225965" y="42693"/>
                  <a:pt x="5225934" y="43470"/>
                </a:cubicBezTo>
                <a:cubicBezTo>
                  <a:pt x="5225903" y="44246"/>
                  <a:pt x="5225856" y="44976"/>
                  <a:pt x="5225794" y="45660"/>
                </a:cubicBezTo>
                <a:lnTo>
                  <a:pt x="5192947" y="45660"/>
                </a:lnTo>
                <a:cubicBezTo>
                  <a:pt x="5192947" y="50443"/>
                  <a:pt x="5194283" y="54116"/>
                  <a:pt x="5196954" y="56679"/>
                </a:cubicBezTo>
                <a:cubicBezTo>
                  <a:pt x="5199625" y="59241"/>
                  <a:pt x="5203477" y="60522"/>
                  <a:pt x="5208509" y="60522"/>
                </a:cubicBezTo>
                <a:cubicBezTo>
                  <a:pt x="5209875" y="60522"/>
                  <a:pt x="5211242" y="60467"/>
                  <a:pt x="5212609" y="60357"/>
                </a:cubicBezTo>
                <a:cubicBezTo>
                  <a:pt x="5213975" y="60245"/>
                  <a:pt x="5215295" y="60094"/>
                  <a:pt x="5216569" y="59904"/>
                </a:cubicBezTo>
                <a:cubicBezTo>
                  <a:pt x="5217842" y="59712"/>
                  <a:pt x="5219062" y="59498"/>
                  <a:pt x="5220226" y="59260"/>
                </a:cubicBezTo>
                <a:cubicBezTo>
                  <a:pt x="5221391" y="59021"/>
                  <a:pt x="5222471" y="58759"/>
                  <a:pt x="5223464" y="58472"/>
                </a:cubicBezTo>
                <a:lnTo>
                  <a:pt x="5223464" y="65135"/>
                </a:lnTo>
                <a:cubicBezTo>
                  <a:pt x="5221259" y="65770"/>
                  <a:pt x="5218766" y="66286"/>
                  <a:pt x="5215987" y="66683"/>
                </a:cubicBezTo>
                <a:cubicBezTo>
                  <a:pt x="5213207" y="67080"/>
                  <a:pt x="5210326" y="67278"/>
                  <a:pt x="5207344" y="67278"/>
                </a:cubicBezTo>
                <a:cubicBezTo>
                  <a:pt x="5203337" y="67278"/>
                  <a:pt x="5199889" y="66735"/>
                  <a:pt x="5197000" y="65648"/>
                </a:cubicBezTo>
                <a:cubicBezTo>
                  <a:pt x="5194112" y="64560"/>
                  <a:pt x="5191743" y="62984"/>
                  <a:pt x="5189895" y="60919"/>
                </a:cubicBezTo>
                <a:cubicBezTo>
                  <a:pt x="5188047" y="58853"/>
                  <a:pt x="5186680" y="56321"/>
                  <a:pt x="5185795" y="53324"/>
                </a:cubicBezTo>
                <a:cubicBezTo>
                  <a:pt x="5184910" y="50327"/>
                  <a:pt x="5184467" y="46933"/>
                  <a:pt x="5184467" y="43144"/>
                </a:cubicBezTo>
                <a:cubicBezTo>
                  <a:pt x="5184467" y="39851"/>
                  <a:pt x="5184941" y="36737"/>
                  <a:pt x="5185888" y="33802"/>
                </a:cubicBezTo>
                <a:cubicBezTo>
                  <a:pt x="5186836" y="30867"/>
                  <a:pt x="5188218" y="28289"/>
                  <a:pt x="5190035" y="26068"/>
                </a:cubicBezTo>
                <a:cubicBezTo>
                  <a:pt x="5191852" y="23847"/>
                  <a:pt x="5194081" y="22084"/>
                  <a:pt x="5196721" y="20780"/>
                </a:cubicBezTo>
                <a:cubicBezTo>
                  <a:pt x="5199361" y="19475"/>
                  <a:pt x="5202358" y="18823"/>
                  <a:pt x="5205713" y="18823"/>
                </a:cubicBezTo>
                <a:cubicBezTo>
                  <a:pt x="5208974" y="18823"/>
                  <a:pt x="5211863" y="19336"/>
                  <a:pt x="5214379" y="20361"/>
                </a:cubicBezTo>
                <a:cubicBezTo>
                  <a:pt x="5216895" y="21386"/>
                  <a:pt x="5219015" y="22838"/>
                  <a:pt x="5220739" y="24717"/>
                </a:cubicBezTo>
                <a:cubicBezTo>
                  <a:pt x="5222463" y="26596"/>
                  <a:pt x="5223767" y="28879"/>
                  <a:pt x="5224653" y="31566"/>
                </a:cubicBezTo>
                <a:cubicBezTo>
                  <a:pt x="5225538" y="34253"/>
                  <a:pt x="5225980" y="37258"/>
                  <a:pt x="5225980" y="40581"/>
                </a:cubicBezTo>
                <a:moveTo>
                  <a:pt x="5217547" y="39416"/>
                </a:moveTo>
                <a:cubicBezTo>
                  <a:pt x="5217641" y="37335"/>
                  <a:pt x="5217439" y="35433"/>
                  <a:pt x="5216942" y="33709"/>
                </a:cubicBezTo>
                <a:cubicBezTo>
                  <a:pt x="5216445" y="31985"/>
                  <a:pt x="5215676" y="30502"/>
                  <a:pt x="5214635" y="29260"/>
                </a:cubicBezTo>
                <a:cubicBezTo>
                  <a:pt x="5213595" y="28017"/>
                  <a:pt x="5212298" y="27046"/>
                  <a:pt x="5210745" y="26348"/>
                </a:cubicBezTo>
                <a:cubicBezTo>
                  <a:pt x="5209192" y="25649"/>
                  <a:pt x="5207390" y="25299"/>
                  <a:pt x="5205340" y="25299"/>
                </a:cubicBezTo>
                <a:cubicBezTo>
                  <a:pt x="5203570" y="25299"/>
                  <a:pt x="5201955" y="25641"/>
                  <a:pt x="5200495" y="26324"/>
                </a:cubicBezTo>
                <a:cubicBezTo>
                  <a:pt x="5199035" y="27008"/>
                  <a:pt x="5197777" y="27970"/>
                  <a:pt x="5196721" y="29213"/>
                </a:cubicBezTo>
                <a:cubicBezTo>
                  <a:pt x="5195665" y="30455"/>
                  <a:pt x="5194811" y="31946"/>
                  <a:pt x="5194158" y="33686"/>
                </a:cubicBezTo>
                <a:cubicBezTo>
                  <a:pt x="5193506" y="35425"/>
                  <a:pt x="5193102" y="37335"/>
                  <a:pt x="5192947" y="39416"/>
                </a:cubicBezTo>
                <a:lnTo>
                  <a:pt x="5217547" y="39416"/>
                </a:lnTo>
                <a:close/>
                <a:moveTo>
                  <a:pt x="5235953" y="44029"/>
                </a:moveTo>
                <a:cubicBezTo>
                  <a:pt x="5235953" y="40053"/>
                  <a:pt x="5236497" y="36520"/>
                  <a:pt x="5237584" y="33429"/>
                </a:cubicBezTo>
                <a:cubicBezTo>
                  <a:pt x="5238671" y="30339"/>
                  <a:pt x="5240216" y="27730"/>
                  <a:pt x="5242220" y="25602"/>
                </a:cubicBezTo>
                <a:cubicBezTo>
                  <a:pt x="5244223" y="23474"/>
                  <a:pt x="5246630" y="21859"/>
                  <a:pt x="5249441" y="20757"/>
                </a:cubicBezTo>
                <a:cubicBezTo>
                  <a:pt x="5252252" y="19654"/>
                  <a:pt x="5255382" y="19103"/>
                  <a:pt x="5258830" y="19103"/>
                </a:cubicBezTo>
                <a:cubicBezTo>
                  <a:pt x="5260320" y="19103"/>
                  <a:pt x="5261788" y="19196"/>
                  <a:pt x="5263232" y="19382"/>
                </a:cubicBezTo>
                <a:cubicBezTo>
                  <a:pt x="5264677" y="19568"/>
                  <a:pt x="5266098" y="19864"/>
                  <a:pt x="5267496" y="20267"/>
                </a:cubicBezTo>
                <a:lnTo>
                  <a:pt x="5267496" y="559"/>
                </a:lnTo>
                <a:lnTo>
                  <a:pt x="5275649" y="559"/>
                </a:lnTo>
                <a:lnTo>
                  <a:pt x="5275649" y="66440"/>
                </a:lnTo>
                <a:lnTo>
                  <a:pt x="5268381" y="66440"/>
                </a:lnTo>
                <a:lnTo>
                  <a:pt x="5268101" y="57587"/>
                </a:lnTo>
                <a:cubicBezTo>
                  <a:pt x="5265834" y="60880"/>
                  <a:pt x="5263380" y="63318"/>
                  <a:pt x="5260740" y="64902"/>
                </a:cubicBezTo>
                <a:cubicBezTo>
                  <a:pt x="5258100" y="66486"/>
                  <a:pt x="5255242" y="67278"/>
                  <a:pt x="5252167" y="67278"/>
                </a:cubicBezTo>
                <a:cubicBezTo>
                  <a:pt x="5249496" y="67278"/>
                  <a:pt x="5247143" y="66719"/>
                  <a:pt x="5245108" y="65601"/>
                </a:cubicBezTo>
                <a:cubicBezTo>
                  <a:pt x="5243074" y="64483"/>
                  <a:pt x="5241381" y="62906"/>
                  <a:pt x="5240030" y="60872"/>
                </a:cubicBezTo>
                <a:cubicBezTo>
                  <a:pt x="5238679" y="58837"/>
                  <a:pt x="5237661" y="56391"/>
                  <a:pt x="5236978" y="53534"/>
                </a:cubicBezTo>
                <a:cubicBezTo>
                  <a:pt x="5236295" y="50676"/>
                  <a:pt x="5235953" y="47508"/>
                  <a:pt x="5235953" y="44029"/>
                </a:cubicBezTo>
                <a:moveTo>
                  <a:pt x="5244246" y="43517"/>
                </a:moveTo>
                <a:cubicBezTo>
                  <a:pt x="5244246" y="49170"/>
                  <a:pt x="5245077" y="53386"/>
                  <a:pt x="5246739" y="56166"/>
                </a:cubicBezTo>
                <a:cubicBezTo>
                  <a:pt x="5248401" y="58946"/>
                  <a:pt x="5250754" y="60336"/>
                  <a:pt x="5253798" y="60336"/>
                </a:cubicBezTo>
                <a:cubicBezTo>
                  <a:pt x="5255848" y="60336"/>
                  <a:pt x="5258014" y="59420"/>
                  <a:pt x="5260297" y="57587"/>
                </a:cubicBezTo>
                <a:cubicBezTo>
                  <a:pt x="5262580" y="55755"/>
                  <a:pt x="5264980" y="53037"/>
                  <a:pt x="5267496" y="49434"/>
                </a:cubicBezTo>
                <a:lnTo>
                  <a:pt x="5267496" y="27722"/>
                </a:lnTo>
                <a:cubicBezTo>
                  <a:pt x="5266160" y="27101"/>
                  <a:pt x="5264685" y="26627"/>
                  <a:pt x="5263069" y="26301"/>
                </a:cubicBezTo>
                <a:cubicBezTo>
                  <a:pt x="5261454" y="25975"/>
                  <a:pt x="5259855" y="25812"/>
                  <a:pt x="5258270" y="25812"/>
                </a:cubicBezTo>
                <a:cubicBezTo>
                  <a:pt x="5253860" y="25812"/>
                  <a:pt x="5250420" y="27241"/>
                  <a:pt x="5247950" y="30098"/>
                </a:cubicBezTo>
                <a:cubicBezTo>
                  <a:pt x="5245481" y="32956"/>
                  <a:pt x="5244246" y="37429"/>
                  <a:pt x="5244246" y="43517"/>
                </a:cubicBezTo>
                <a:close/>
                <a:moveTo>
                  <a:pt x="5382767" y="42678"/>
                </a:moveTo>
                <a:cubicBezTo>
                  <a:pt x="5382767" y="46312"/>
                  <a:pt x="5382255" y="49643"/>
                  <a:pt x="5381230" y="52672"/>
                </a:cubicBezTo>
                <a:cubicBezTo>
                  <a:pt x="5380205" y="55700"/>
                  <a:pt x="5378729" y="58294"/>
                  <a:pt x="5376804" y="60453"/>
                </a:cubicBezTo>
                <a:cubicBezTo>
                  <a:pt x="5374878" y="62611"/>
                  <a:pt x="5372533" y="64289"/>
                  <a:pt x="5369768" y="65485"/>
                </a:cubicBezTo>
                <a:cubicBezTo>
                  <a:pt x="5367004" y="66680"/>
                  <a:pt x="5363867" y="67278"/>
                  <a:pt x="5360357" y="67278"/>
                </a:cubicBezTo>
                <a:cubicBezTo>
                  <a:pt x="5357002" y="67278"/>
                  <a:pt x="5353997" y="66758"/>
                  <a:pt x="5351341" y="65717"/>
                </a:cubicBezTo>
                <a:cubicBezTo>
                  <a:pt x="5348685" y="64677"/>
                  <a:pt x="5346434" y="63147"/>
                  <a:pt x="5344585" y="61128"/>
                </a:cubicBezTo>
                <a:cubicBezTo>
                  <a:pt x="5342737" y="59109"/>
                  <a:pt x="5341324" y="56609"/>
                  <a:pt x="5340346" y="53627"/>
                </a:cubicBezTo>
                <a:cubicBezTo>
                  <a:pt x="5339367" y="50645"/>
                  <a:pt x="5338878" y="47213"/>
                  <a:pt x="5338878" y="43330"/>
                </a:cubicBezTo>
                <a:cubicBezTo>
                  <a:pt x="5338878" y="39696"/>
                  <a:pt x="5339390" y="36380"/>
                  <a:pt x="5340415" y="33383"/>
                </a:cubicBezTo>
                <a:cubicBezTo>
                  <a:pt x="5341440" y="30385"/>
                  <a:pt x="5342916" y="27807"/>
                  <a:pt x="5344842" y="25649"/>
                </a:cubicBezTo>
                <a:cubicBezTo>
                  <a:pt x="5346767" y="23490"/>
                  <a:pt x="5349113" y="21813"/>
                  <a:pt x="5351877" y="20617"/>
                </a:cubicBezTo>
                <a:cubicBezTo>
                  <a:pt x="5354641" y="19421"/>
                  <a:pt x="5357779" y="18823"/>
                  <a:pt x="5361289" y="18823"/>
                </a:cubicBezTo>
                <a:cubicBezTo>
                  <a:pt x="5364643" y="18823"/>
                  <a:pt x="5367648" y="19343"/>
                  <a:pt x="5370304" y="20384"/>
                </a:cubicBezTo>
                <a:cubicBezTo>
                  <a:pt x="5372960" y="21424"/>
                  <a:pt x="5375212" y="22946"/>
                  <a:pt x="5377060" y="24950"/>
                </a:cubicBezTo>
                <a:cubicBezTo>
                  <a:pt x="5378908" y="26953"/>
                  <a:pt x="5380321" y="29446"/>
                  <a:pt x="5381300" y="32428"/>
                </a:cubicBezTo>
                <a:cubicBezTo>
                  <a:pt x="5382278" y="35410"/>
                  <a:pt x="5382767" y="38826"/>
                  <a:pt x="5382767" y="42678"/>
                </a:cubicBezTo>
                <a:moveTo>
                  <a:pt x="5374474" y="43051"/>
                </a:moveTo>
                <a:cubicBezTo>
                  <a:pt x="5374474" y="40162"/>
                  <a:pt x="5374156" y="37638"/>
                  <a:pt x="5373519" y="35480"/>
                </a:cubicBezTo>
                <a:cubicBezTo>
                  <a:pt x="5372882" y="33321"/>
                  <a:pt x="5371974" y="31519"/>
                  <a:pt x="5370793" y="30075"/>
                </a:cubicBezTo>
                <a:cubicBezTo>
                  <a:pt x="5369613" y="28631"/>
                  <a:pt x="5368176" y="27543"/>
                  <a:pt x="5366483" y="26813"/>
                </a:cubicBezTo>
                <a:cubicBezTo>
                  <a:pt x="5364791" y="26084"/>
                  <a:pt x="5362904" y="25719"/>
                  <a:pt x="5360823" y="25719"/>
                </a:cubicBezTo>
                <a:cubicBezTo>
                  <a:pt x="5358400" y="25719"/>
                  <a:pt x="5356327" y="26192"/>
                  <a:pt x="5354603" y="27140"/>
                </a:cubicBezTo>
                <a:cubicBezTo>
                  <a:pt x="5352879" y="28087"/>
                  <a:pt x="5351465" y="29353"/>
                  <a:pt x="5350363" y="30937"/>
                </a:cubicBezTo>
                <a:cubicBezTo>
                  <a:pt x="5349260" y="32521"/>
                  <a:pt x="5348453" y="34361"/>
                  <a:pt x="5347940" y="36458"/>
                </a:cubicBezTo>
                <a:cubicBezTo>
                  <a:pt x="5347428" y="38555"/>
                  <a:pt x="5347171" y="40752"/>
                  <a:pt x="5347171" y="43051"/>
                </a:cubicBezTo>
                <a:cubicBezTo>
                  <a:pt x="5347171" y="45939"/>
                  <a:pt x="5347490" y="48471"/>
                  <a:pt x="5348126" y="50645"/>
                </a:cubicBezTo>
                <a:cubicBezTo>
                  <a:pt x="5348763" y="52819"/>
                  <a:pt x="5349672" y="54629"/>
                  <a:pt x="5350852" y="56073"/>
                </a:cubicBezTo>
                <a:cubicBezTo>
                  <a:pt x="5352032" y="57517"/>
                  <a:pt x="5353461" y="58604"/>
                  <a:pt x="5355138" y="59334"/>
                </a:cubicBezTo>
                <a:cubicBezTo>
                  <a:pt x="5356816" y="60064"/>
                  <a:pt x="5358710" y="60429"/>
                  <a:pt x="5360823" y="60429"/>
                </a:cubicBezTo>
                <a:cubicBezTo>
                  <a:pt x="5363245" y="60429"/>
                  <a:pt x="5365319" y="59956"/>
                  <a:pt x="5367043" y="59008"/>
                </a:cubicBezTo>
                <a:cubicBezTo>
                  <a:pt x="5368766" y="58061"/>
                  <a:pt x="5370180" y="56795"/>
                  <a:pt x="5371282" y="55211"/>
                </a:cubicBezTo>
                <a:cubicBezTo>
                  <a:pt x="5372385" y="53627"/>
                  <a:pt x="5373193" y="51787"/>
                  <a:pt x="5373705" y="49690"/>
                </a:cubicBezTo>
                <a:cubicBezTo>
                  <a:pt x="5374218" y="47593"/>
                  <a:pt x="5374474" y="45380"/>
                  <a:pt x="5374474" y="43051"/>
                </a:cubicBezTo>
                <a:close/>
                <a:moveTo>
                  <a:pt x="5395815" y="19662"/>
                </a:moveTo>
                <a:lnTo>
                  <a:pt x="5403223" y="19662"/>
                </a:lnTo>
                <a:lnTo>
                  <a:pt x="5403456" y="28259"/>
                </a:lnTo>
                <a:cubicBezTo>
                  <a:pt x="5406220" y="24943"/>
                  <a:pt x="5408946" y="22542"/>
                  <a:pt x="5411632" y="21055"/>
                </a:cubicBezTo>
                <a:cubicBezTo>
                  <a:pt x="5414319" y="19567"/>
                  <a:pt x="5417029" y="18823"/>
                  <a:pt x="5419763" y="18823"/>
                </a:cubicBezTo>
                <a:cubicBezTo>
                  <a:pt x="5424608" y="18823"/>
                  <a:pt x="5428281" y="20388"/>
                  <a:pt x="5430782" y="23517"/>
                </a:cubicBezTo>
                <a:cubicBezTo>
                  <a:pt x="5433282" y="26647"/>
                  <a:pt x="5434439" y="31294"/>
                  <a:pt x="5434253" y="37460"/>
                </a:cubicBezTo>
                <a:lnTo>
                  <a:pt x="5426053" y="37460"/>
                </a:lnTo>
                <a:cubicBezTo>
                  <a:pt x="5426146" y="33376"/>
                  <a:pt x="5425548" y="30414"/>
                  <a:pt x="5424259" y="28574"/>
                </a:cubicBezTo>
                <a:cubicBezTo>
                  <a:pt x="5422970" y="26732"/>
                  <a:pt x="5421083" y="25812"/>
                  <a:pt x="5418598" y="25812"/>
                </a:cubicBezTo>
                <a:cubicBezTo>
                  <a:pt x="5417511" y="25812"/>
                  <a:pt x="5416416" y="26005"/>
                  <a:pt x="5415313" y="26393"/>
                </a:cubicBezTo>
                <a:cubicBezTo>
                  <a:pt x="5414211" y="26779"/>
                  <a:pt x="5413077" y="27397"/>
                  <a:pt x="5411912" y="28248"/>
                </a:cubicBezTo>
                <a:cubicBezTo>
                  <a:pt x="5410747" y="29098"/>
                  <a:pt x="5409513" y="30188"/>
                  <a:pt x="5408208" y="31519"/>
                </a:cubicBezTo>
                <a:cubicBezTo>
                  <a:pt x="5406903" y="32849"/>
                  <a:pt x="5405506" y="34457"/>
                  <a:pt x="5404015" y="36344"/>
                </a:cubicBezTo>
                <a:lnTo>
                  <a:pt x="5404015" y="66440"/>
                </a:lnTo>
                <a:lnTo>
                  <a:pt x="5395815" y="66440"/>
                </a:lnTo>
                <a:lnTo>
                  <a:pt x="5395815" y="19662"/>
                </a:lnTo>
                <a:close/>
                <a:moveTo>
                  <a:pt x="5513556" y="26371"/>
                </a:moveTo>
                <a:lnTo>
                  <a:pt x="5499718" y="26371"/>
                </a:lnTo>
                <a:lnTo>
                  <a:pt x="5499718" y="19662"/>
                </a:lnTo>
                <a:lnTo>
                  <a:pt x="5521756" y="19662"/>
                </a:lnTo>
                <a:lnTo>
                  <a:pt x="5521756" y="59684"/>
                </a:lnTo>
                <a:lnTo>
                  <a:pt x="5535687" y="59684"/>
                </a:lnTo>
                <a:lnTo>
                  <a:pt x="5535687" y="66440"/>
                </a:lnTo>
                <a:lnTo>
                  <a:pt x="5498181" y="66440"/>
                </a:lnTo>
                <a:lnTo>
                  <a:pt x="5498181" y="59684"/>
                </a:lnTo>
                <a:lnTo>
                  <a:pt x="5513556" y="59684"/>
                </a:lnTo>
                <a:lnTo>
                  <a:pt x="5513556" y="26371"/>
                </a:lnTo>
                <a:moveTo>
                  <a:pt x="5516398" y="0"/>
                </a:moveTo>
                <a:cubicBezTo>
                  <a:pt x="5517299" y="0"/>
                  <a:pt x="5518137" y="163"/>
                  <a:pt x="5518914" y="489"/>
                </a:cubicBezTo>
                <a:cubicBezTo>
                  <a:pt x="5519691" y="815"/>
                  <a:pt x="5520366" y="1274"/>
                  <a:pt x="5520941" y="1864"/>
                </a:cubicBezTo>
                <a:cubicBezTo>
                  <a:pt x="5521515" y="2454"/>
                  <a:pt x="5521966" y="3129"/>
                  <a:pt x="5522292" y="3890"/>
                </a:cubicBezTo>
                <a:cubicBezTo>
                  <a:pt x="5522618" y="4651"/>
                  <a:pt x="5522781" y="5482"/>
                  <a:pt x="5522781" y="6383"/>
                </a:cubicBezTo>
                <a:cubicBezTo>
                  <a:pt x="5522781" y="7253"/>
                  <a:pt x="5522618" y="8076"/>
                  <a:pt x="5522292" y="8852"/>
                </a:cubicBezTo>
                <a:cubicBezTo>
                  <a:pt x="5521966" y="9629"/>
                  <a:pt x="5521515" y="10312"/>
                  <a:pt x="5520941" y="10902"/>
                </a:cubicBezTo>
                <a:cubicBezTo>
                  <a:pt x="5520366" y="11493"/>
                  <a:pt x="5519691" y="11951"/>
                  <a:pt x="5518914" y="12277"/>
                </a:cubicBezTo>
                <a:cubicBezTo>
                  <a:pt x="5518137" y="12603"/>
                  <a:pt x="5517299" y="12766"/>
                  <a:pt x="5516398" y="12766"/>
                </a:cubicBezTo>
                <a:cubicBezTo>
                  <a:pt x="5515497" y="12766"/>
                  <a:pt x="5514659" y="12603"/>
                  <a:pt x="5513882" y="12277"/>
                </a:cubicBezTo>
                <a:cubicBezTo>
                  <a:pt x="5513106" y="11951"/>
                  <a:pt x="5512430" y="11493"/>
                  <a:pt x="5511855" y="10902"/>
                </a:cubicBezTo>
                <a:cubicBezTo>
                  <a:pt x="5511281" y="10312"/>
                  <a:pt x="5510830" y="9629"/>
                  <a:pt x="5510504" y="8852"/>
                </a:cubicBezTo>
                <a:cubicBezTo>
                  <a:pt x="5510178" y="8076"/>
                  <a:pt x="5510015" y="7253"/>
                  <a:pt x="5510015" y="6383"/>
                </a:cubicBezTo>
                <a:cubicBezTo>
                  <a:pt x="5510015" y="5482"/>
                  <a:pt x="5510178" y="4651"/>
                  <a:pt x="5510504" y="3890"/>
                </a:cubicBezTo>
                <a:cubicBezTo>
                  <a:pt x="5510830" y="3129"/>
                  <a:pt x="5511281" y="2454"/>
                  <a:pt x="5511855" y="1864"/>
                </a:cubicBezTo>
                <a:cubicBezTo>
                  <a:pt x="5512430" y="1274"/>
                  <a:pt x="5513106" y="815"/>
                  <a:pt x="5513882" y="489"/>
                </a:cubicBezTo>
                <a:cubicBezTo>
                  <a:pt x="5514659" y="163"/>
                  <a:pt x="5515497" y="0"/>
                  <a:pt x="5516398" y="0"/>
                </a:cubicBezTo>
                <a:close/>
                <a:moveTo>
                  <a:pt x="5549480" y="19662"/>
                </a:moveTo>
                <a:lnTo>
                  <a:pt x="5556702" y="19662"/>
                </a:lnTo>
                <a:lnTo>
                  <a:pt x="5557028" y="27210"/>
                </a:lnTo>
                <a:cubicBezTo>
                  <a:pt x="5558395" y="25594"/>
                  <a:pt x="5559715" y="24251"/>
                  <a:pt x="5560988" y="23179"/>
                </a:cubicBezTo>
                <a:cubicBezTo>
                  <a:pt x="5562262" y="22108"/>
                  <a:pt x="5563512" y="21246"/>
                  <a:pt x="5564739" y="20593"/>
                </a:cubicBezTo>
                <a:cubicBezTo>
                  <a:pt x="5565966" y="19941"/>
                  <a:pt x="5567216" y="19483"/>
                  <a:pt x="5568489" y="19219"/>
                </a:cubicBezTo>
                <a:cubicBezTo>
                  <a:pt x="5569763" y="18955"/>
                  <a:pt x="5571083" y="18823"/>
                  <a:pt x="5572450" y="18823"/>
                </a:cubicBezTo>
                <a:cubicBezTo>
                  <a:pt x="5577264" y="18823"/>
                  <a:pt x="5580906" y="20244"/>
                  <a:pt x="5583376" y="23086"/>
                </a:cubicBezTo>
                <a:cubicBezTo>
                  <a:pt x="5585845" y="25928"/>
                  <a:pt x="5587080" y="30207"/>
                  <a:pt x="5587080" y="35922"/>
                </a:cubicBezTo>
                <a:lnTo>
                  <a:pt x="5587080" y="66440"/>
                </a:lnTo>
                <a:lnTo>
                  <a:pt x="5578973" y="66440"/>
                </a:lnTo>
                <a:lnTo>
                  <a:pt x="5578973" y="36574"/>
                </a:lnTo>
                <a:cubicBezTo>
                  <a:pt x="5578973" y="32909"/>
                  <a:pt x="5578289" y="30199"/>
                  <a:pt x="5576923" y="28444"/>
                </a:cubicBezTo>
                <a:cubicBezTo>
                  <a:pt x="5575556" y="26689"/>
                  <a:pt x="5573521" y="25812"/>
                  <a:pt x="5570819" y="25812"/>
                </a:cubicBezTo>
                <a:cubicBezTo>
                  <a:pt x="5569825" y="25812"/>
                  <a:pt x="5568854" y="25959"/>
                  <a:pt x="5567907" y="26254"/>
                </a:cubicBezTo>
                <a:cubicBezTo>
                  <a:pt x="5566960" y="26549"/>
                  <a:pt x="5565974" y="27062"/>
                  <a:pt x="5564949" y="27792"/>
                </a:cubicBezTo>
                <a:cubicBezTo>
                  <a:pt x="5563924" y="28522"/>
                  <a:pt x="5562813" y="29508"/>
                  <a:pt x="5561617" y="30750"/>
                </a:cubicBezTo>
                <a:cubicBezTo>
                  <a:pt x="5560421" y="31993"/>
                  <a:pt x="5559078" y="33546"/>
                  <a:pt x="5557587" y="35410"/>
                </a:cubicBezTo>
                <a:lnTo>
                  <a:pt x="5557587" y="66440"/>
                </a:lnTo>
                <a:lnTo>
                  <a:pt x="5549480" y="66440"/>
                </a:lnTo>
                <a:lnTo>
                  <a:pt x="5549480" y="19662"/>
                </a:lnTo>
                <a:close/>
                <a:moveTo>
                  <a:pt x="5642852" y="8107"/>
                </a:moveTo>
                <a:cubicBezTo>
                  <a:pt x="5638596" y="7206"/>
                  <a:pt x="5634931" y="6756"/>
                  <a:pt x="5631856" y="6756"/>
                </a:cubicBezTo>
                <a:cubicBezTo>
                  <a:pt x="5624557" y="6756"/>
                  <a:pt x="5620907" y="10576"/>
                  <a:pt x="5620907" y="18217"/>
                </a:cubicBezTo>
                <a:lnTo>
                  <a:pt x="5620907" y="26417"/>
                </a:lnTo>
                <a:lnTo>
                  <a:pt x="5641407" y="26417"/>
                </a:lnTo>
                <a:lnTo>
                  <a:pt x="5641407" y="33173"/>
                </a:lnTo>
                <a:lnTo>
                  <a:pt x="5620907" y="33173"/>
                </a:lnTo>
                <a:lnTo>
                  <a:pt x="5620907" y="66440"/>
                </a:lnTo>
                <a:lnTo>
                  <a:pt x="5612660" y="66440"/>
                </a:lnTo>
                <a:lnTo>
                  <a:pt x="5612660" y="33173"/>
                </a:lnTo>
                <a:lnTo>
                  <a:pt x="5597611" y="33173"/>
                </a:lnTo>
                <a:lnTo>
                  <a:pt x="5597611" y="26417"/>
                </a:lnTo>
                <a:lnTo>
                  <a:pt x="5612660" y="26417"/>
                </a:lnTo>
                <a:lnTo>
                  <a:pt x="5612660" y="18683"/>
                </a:lnTo>
                <a:cubicBezTo>
                  <a:pt x="5612660" y="6228"/>
                  <a:pt x="5619152" y="0"/>
                  <a:pt x="5632136" y="0"/>
                </a:cubicBezTo>
                <a:cubicBezTo>
                  <a:pt x="5635366" y="0"/>
                  <a:pt x="5638938" y="373"/>
                  <a:pt x="5642852" y="1118"/>
                </a:cubicBezTo>
                <a:lnTo>
                  <a:pt x="5642852" y="8107"/>
                </a:lnTo>
                <a:moveTo>
                  <a:pt x="5593884" y="19662"/>
                </a:moveTo>
                <a:lnTo>
                  <a:pt x="5593884" y="19662"/>
                </a:lnTo>
                <a:close/>
                <a:moveTo>
                  <a:pt x="5669131" y="7222"/>
                </a:moveTo>
                <a:lnTo>
                  <a:pt x="5655293" y="7222"/>
                </a:lnTo>
                <a:lnTo>
                  <a:pt x="5655293" y="559"/>
                </a:lnTo>
                <a:lnTo>
                  <a:pt x="5677331" y="559"/>
                </a:lnTo>
                <a:lnTo>
                  <a:pt x="5677331" y="59684"/>
                </a:lnTo>
                <a:lnTo>
                  <a:pt x="5691262" y="59684"/>
                </a:lnTo>
                <a:lnTo>
                  <a:pt x="5691262" y="66440"/>
                </a:lnTo>
                <a:lnTo>
                  <a:pt x="5653756" y="66440"/>
                </a:lnTo>
                <a:lnTo>
                  <a:pt x="5653756" y="59684"/>
                </a:lnTo>
                <a:lnTo>
                  <a:pt x="5669131" y="59684"/>
                </a:lnTo>
                <a:lnTo>
                  <a:pt x="5669131" y="7222"/>
                </a:lnTo>
                <a:close/>
                <a:moveTo>
                  <a:pt x="5742655" y="66440"/>
                </a:moveTo>
                <a:lnTo>
                  <a:pt x="5735387" y="66440"/>
                </a:lnTo>
                <a:lnTo>
                  <a:pt x="5735107" y="58892"/>
                </a:lnTo>
                <a:cubicBezTo>
                  <a:pt x="5733709" y="60507"/>
                  <a:pt x="5732382" y="61850"/>
                  <a:pt x="5731124" y="62922"/>
                </a:cubicBezTo>
                <a:cubicBezTo>
                  <a:pt x="5729866" y="63994"/>
                  <a:pt x="5728615" y="64856"/>
                  <a:pt x="5727373" y="65508"/>
                </a:cubicBezTo>
                <a:cubicBezTo>
                  <a:pt x="5726130" y="66160"/>
                  <a:pt x="5724880" y="66618"/>
                  <a:pt x="5723622" y="66882"/>
                </a:cubicBezTo>
                <a:cubicBezTo>
                  <a:pt x="5722364" y="67146"/>
                  <a:pt x="5721036" y="67278"/>
                  <a:pt x="5719639" y="67278"/>
                </a:cubicBezTo>
                <a:cubicBezTo>
                  <a:pt x="5714824" y="67278"/>
                  <a:pt x="5711190" y="65865"/>
                  <a:pt x="5708736" y="63038"/>
                </a:cubicBezTo>
                <a:cubicBezTo>
                  <a:pt x="5706282" y="60212"/>
                  <a:pt x="5705056" y="55941"/>
                  <a:pt x="5705056" y="50226"/>
                </a:cubicBezTo>
                <a:lnTo>
                  <a:pt x="5705056" y="19662"/>
                </a:lnTo>
                <a:lnTo>
                  <a:pt x="5713162" y="19662"/>
                </a:lnTo>
                <a:lnTo>
                  <a:pt x="5713162" y="49573"/>
                </a:lnTo>
                <a:cubicBezTo>
                  <a:pt x="5713162" y="56749"/>
                  <a:pt x="5715865" y="60336"/>
                  <a:pt x="5721269" y="60336"/>
                </a:cubicBezTo>
                <a:cubicBezTo>
                  <a:pt x="5722263" y="60336"/>
                  <a:pt x="5723234" y="60189"/>
                  <a:pt x="5724181" y="59894"/>
                </a:cubicBezTo>
                <a:cubicBezTo>
                  <a:pt x="5725129" y="59598"/>
                  <a:pt x="5726123" y="59086"/>
                  <a:pt x="5727163" y="58356"/>
                </a:cubicBezTo>
                <a:cubicBezTo>
                  <a:pt x="5728204" y="57626"/>
                  <a:pt x="5729322" y="56640"/>
                  <a:pt x="5730518" y="55397"/>
                </a:cubicBezTo>
                <a:cubicBezTo>
                  <a:pt x="5731714" y="54155"/>
                  <a:pt x="5733057" y="52586"/>
                  <a:pt x="5734548" y="50692"/>
                </a:cubicBezTo>
                <a:lnTo>
                  <a:pt x="5734548" y="19662"/>
                </a:lnTo>
                <a:lnTo>
                  <a:pt x="5742655" y="19662"/>
                </a:lnTo>
                <a:lnTo>
                  <a:pt x="5742655" y="66440"/>
                </a:lnTo>
                <a:close/>
                <a:moveTo>
                  <a:pt x="5796424" y="40581"/>
                </a:moveTo>
                <a:cubicBezTo>
                  <a:pt x="5796424" y="41731"/>
                  <a:pt x="5796408" y="42693"/>
                  <a:pt x="5796377" y="43470"/>
                </a:cubicBezTo>
                <a:cubicBezTo>
                  <a:pt x="5796346" y="44246"/>
                  <a:pt x="5796299" y="44976"/>
                  <a:pt x="5796237" y="45660"/>
                </a:cubicBezTo>
                <a:lnTo>
                  <a:pt x="5763390" y="45660"/>
                </a:lnTo>
                <a:cubicBezTo>
                  <a:pt x="5763390" y="50443"/>
                  <a:pt x="5764726" y="54116"/>
                  <a:pt x="5767397" y="56679"/>
                </a:cubicBezTo>
                <a:cubicBezTo>
                  <a:pt x="5770068" y="59241"/>
                  <a:pt x="5773920" y="60522"/>
                  <a:pt x="5778952" y="60522"/>
                </a:cubicBezTo>
                <a:cubicBezTo>
                  <a:pt x="5780319" y="60522"/>
                  <a:pt x="5781685" y="60467"/>
                  <a:pt x="5783052" y="60357"/>
                </a:cubicBezTo>
                <a:cubicBezTo>
                  <a:pt x="5784419" y="60245"/>
                  <a:pt x="5785739" y="60094"/>
                  <a:pt x="5787012" y="59904"/>
                </a:cubicBezTo>
                <a:cubicBezTo>
                  <a:pt x="5788286" y="59712"/>
                  <a:pt x="5789505" y="59498"/>
                  <a:pt x="5790670" y="59260"/>
                </a:cubicBezTo>
                <a:cubicBezTo>
                  <a:pt x="5791834" y="59021"/>
                  <a:pt x="5792914" y="58759"/>
                  <a:pt x="5793908" y="58472"/>
                </a:cubicBezTo>
                <a:lnTo>
                  <a:pt x="5793908" y="65135"/>
                </a:lnTo>
                <a:cubicBezTo>
                  <a:pt x="5791702" y="65770"/>
                  <a:pt x="5789210" y="66286"/>
                  <a:pt x="5786430" y="66683"/>
                </a:cubicBezTo>
                <a:cubicBezTo>
                  <a:pt x="5783650" y="67080"/>
                  <a:pt x="5780769" y="67278"/>
                  <a:pt x="5777787" y="67278"/>
                </a:cubicBezTo>
                <a:cubicBezTo>
                  <a:pt x="5773780" y="67278"/>
                  <a:pt x="5770332" y="66735"/>
                  <a:pt x="5767444" y="65648"/>
                </a:cubicBezTo>
                <a:cubicBezTo>
                  <a:pt x="5764555" y="64560"/>
                  <a:pt x="5762187" y="62984"/>
                  <a:pt x="5760339" y="60919"/>
                </a:cubicBezTo>
                <a:cubicBezTo>
                  <a:pt x="5758490" y="58853"/>
                  <a:pt x="5757124" y="56321"/>
                  <a:pt x="5756238" y="53324"/>
                </a:cubicBezTo>
                <a:cubicBezTo>
                  <a:pt x="5755353" y="50327"/>
                  <a:pt x="5754911" y="46933"/>
                  <a:pt x="5754911" y="43144"/>
                </a:cubicBezTo>
                <a:cubicBezTo>
                  <a:pt x="5754911" y="39851"/>
                  <a:pt x="5755384" y="36737"/>
                  <a:pt x="5756332" y="33802"/>
                </a:cubicBezTo>
                <a:cubicBezTo>
                  <a:pt x="5757279" y="30867"/>
                  <a:pt x="5758661" y="28289"/>
                  <a:pt x="5760478" y="26068"/>
                </a:cubicBezTo>
                <a:cubicBezTo>
                  <a:pt x="5762295" y="23847"/>
                  <a:pt x="5764524" y="22084"/>
                  <a:pt x="5767164" y="20780"/>
                </a:cubicBezTo>
                <a:cubicBezTo>
                  <a:pt x="5769804" y="19475"/>
                  <a:pt x="5772802" y="18823"/>
                  <a:pt x="5776156" y="18823"/>
                </a:cubicBezTo>
                <a:cubicBezTo>
                  <a:pt x="5779418" y="18823"/>
                  <a:pt x="5782306" y="19336"/>
                  <a:pt x="5784822" y="20361"/>
                </a:cubicBezTo>
                <a:cubicBezTo>
                  <a:pt x="5787338" y="21386"/>
                  <a:pt x="5789458" y="22838"/>
                  <a:pt x="5791182" y="24717"/>
                </a:cubicBezTo>
                <a:cubicBezTo>
                  <a:pt x="5792906" y="26596"/>
                  <a:pt x="5794211" y="28879"/>
                  <a:pt x="5795096" y="31566"/>
                </a:cubicBezTo>
                <a:cubicBezTo>
                  <a:pt x="5795981" y="34253"/>
                  <a:pt x="5796424" y="37258"/>
                  <a:pt x="5796424" y="40581"/>
                </a:cubicBezTo>
                <a:moveTo>
                  <a:pt x="5787991" y="39416"/>
                </a:moveTo>
                <a:cubicBezTo>
                  <a:pt x="5788084" y="37335"/>
                  <a:pt x="5787882" y="35433"/>
                  <a:pt x="5787385" y="33709"/>
                </a:cubicBezTo>
                <a:cubicBezTo>
                  <a:pt x="5786888" y="31985"/>
                  <a:pt x="5786119" y="30502"/>
                  <a:pt x="5785079" y="29260"/>
                </a:cubicBezTo>
                <a:cubicBezTo>
                  <a:pt x="5784038" y="28017"/>
                  <a:pt x="5782741" y="27046"/>
                  <a:pt x="5781188" y="26348"/>
                </a:cubicBezTo>
                <a:cubicBezTo>
                  <a:pt x="5779635" y="25649"/>
                  <a:pt x="5777834" y="25299"/>
                  <a:pt x="5775784" y="25299"/>
                </a:cubicBezTo>
                <a:cubicBezTo>
                  <a:pt x="5774013" y="25299"/>
                  <a:pt x="5772398" y="25641"/>
                  <a:pt x="5770938" y="26324"/>
                </a:cubicBezTo>
                <a:cubicBezTo>
                  <a:pt x="5769478" y="27008"/>
                  <a:pt x="5768220" y="27970"/>
                  <a:pt x="5767164" y="29213"/>
                </a:cubicBezTo>
                <a:cubicBezTo>
                  <a:pt x="5766108" y="30455"/>
                  <a:pt x="5765254" y="31946"/>
                  <a:pt x="5764602" y="33686"/>
                </a:cubicBezTo>
                <a:cubicBezTo>
                  <a:pt x="5763949" y="35425"/>
                  <a:pt x="5763546" y="37335"/>
                  <a:pt x="5763390" y="39416"/>
                </a:cubicBezTo>
                <a:lnTo>
                  <a:pt x="5787991" y="39416"/>
                </a:lnTo>
                <a:close/>
                <a:moveTo>
                  <a:pt x="5808772" y="19662"/>
                </a:moveTo>
                <a:lnTo>
                  <a:pt x="5815994" y="19662"/>
                </a:lnTo>
                <a:lnTo>
                  <a:pt x="5816320" y="27210"/>
                </a:lnTo>
                <a:cubicBezTo>
                  <a:pt x="5817687" y="25594"/>
                  <a:pt x="5819007" y="24251"/>
                  <a:pt x="5820280" y="23179"/>
                </a:cubicBezTo>
                <a:cubicBezTo>
                  <a:pt x="5821554" y="22108"/>
                  <a:pt x="5822804" y="21246"/>
                  <a:pt x="5824031" y="20593"/>
                </a:cubicBezTo>
                <a:cubicBezTo>
                  <a:pt x="5825258" y="19941"/>
                  <a:pt x="5826508" y="19483"/>
                  <a:pt x="5827782" y="19219"/>
                </a:cubicBezTo>
                <a:cubicBezTo>
                  <a:pt x="5829055" y="18955"/>
                  <a:pt x="5830375" y="18823"/>
                  <a:pt x="5831742" y="18823"/>
                </a:cubicBezTo>
                <a:cubicBezTo>
                  <a:pt x="5836556" y="18823"/>
                  <a:pt x="5840198" y="20244"/>
                  <a:pt x="5842668" y="23086"/>
                </a:cubicBezTo>
                <a:cubicBezTo>
                  <a:pt x="5845137" y="25928"/>
                  <a:pt x="5846372" y="30207"/>
                  <a:pt x="5846372" y="35922"/>
                </a:cubicBezTo>
                <a:lnTo>
                  <a:pt x="5846372" y="66440"/>
                </a:lnTo>
                <a:lnTo>
                  <a:pt x="5838265" y="66440"/>
                </a:lnTo>
                <a:lnTo>
                  <a:pt x="5838265" y="36574"/>
                </a:lnTo>
                <a:cubicBezTo>
                  <a:pt x="5838265" y="32909"/>
                  <a:pt x="5837581" y="30199"/>
                  <a:pt x="5836215" y="28444"/>
                </a:cubicBezTo>
                <a:cubicBezTo>
                  <a:pt x="5834848" y="26689"/>
                  <a:pt x="5832814" y="25812"/>
                  <a:pt x="5830111" y="25812"/>
                </a:cubicBezTo>
                <a:cubicBezTo>
                  <a:pt x="5829117" y="25812"/>
                  <a:pt x="5828147" y="25959"/>
                  <a:pt x="5827199" y="26254"/>
                </a:cubicBezTo>
                <a:cubicBezTo>
                  <a:pt x="5826252" y="26549"/>
                  <a:pt x="5825266" y="27062"/>
                  <a:pt x="5824241" y="27792"/>
                </a:cubicBezTo>
                <a:cubicBezTo>
                  <a:pt x="5823216" y="28522"/>
                  <a:pt x="5822105" y="29508"/>
                  <a:pt x="5820909" y="30750"/>
                </a:cubicBezTo>
                <a:cubicBezTo>
                  <a:pt x="5819713" y="31993"/>
                  <a:pt x="5818370" y="33546"/>
                  <a:pt x="5816879" y="35410"/>
                </a:cubicBezTo>
                <a:lnTo>
                  <a:pt x="5816879" y="66440"/>
                </a:lnTo>
                <a:lnTo>
                  <a:pt x="5808772" y="66440"/>
                </a:lnTo>
                <a:lnTo>
                  <a:pt x="5808772" y="19662"/>
                </a:lnTo>
                <a:close/>
                <a:moveTo>
                  <a:pt x="5896972" y="64716"/>
                </a:moveTo>
                <a:cubicBezTo>
                  <a:pt x="5894860" y="65523"/>
                  <a:pt x="5892694" y="66121"/>
                  <a:pt x="5890473" y="66510"/>
                </a:cubicBezTo>
                <a:cubicBezTo>
                  <a:pt x="5888252" y="66898"/>
                  <a:pt x="5885961" y="67092"/>
                  <a:pt x="5883600" y="67092"/>
                </a:cubicBezTo>
                <a:cubicBezTo>
                  <a:pt x="5876208" y="67092"/>
                  <a:pt x="5870516" y="65088"/>
                  <a:pt x="5866525" y="61082"/>
                </a:cubicBezTo>
                <a:cubicBezTo>
                  <a:pt x="5862533" y="57075"/>
                  <a:pt x="5860538" y="51220"/>
                  <a:pt x="5860538" y="43517"/>
                </a:cubicBezTo>
                <a:cubicBezTo>
                  <a:pt x="5860538" y="39820"/>
                  <a:pt x="5861112" y="36466"/>
                  <a:pt x="5862261" y="33453"/>
                </a:cubicBezTo>
                <a:cubicBezTo>
                  <a:pt x="5863411" y="30440"/>
                  <a:pt x="5865026" y="27862"/>
                  <a:pt x="5867107" y="25719"/>
                </a:cubicBezTo>
                <a:cubicBezTo>
                  <a:pt x="5869188" y="23575"/>
                  <a:pt x="5871673" y="21921"/>
                  <a:pt x="5874562" y="20757"/>
                </a:cubicBezTo>
                <a:cubicBezTo>
                  <a:pt x="5877450" y="19592"/>
                  <a:pt x="5880634" y="19009"/>
                  <a:pt x="5884113" y="19009"/>
                </a:cubicBezTo>
                <a:cubicBezTo>
                  <a:pt x="5886536" y="19009"/>
                  <a:pt x="5888803" y="19184"/>
                  <a:pt x="5890915" y="19534"/>
                </a:cubicBezTo>
                <a:cubicBezTo>
                  <a:pt x="5893027" y="19882"/>
                  <a:pt x="5895046" y="20453"/>
                  <a:pt x="5896972" y="21246"/>
                </a:cubicBezTo>
                <a:lnTo>
                  <a:pt x="5896972" y="28980"/>
                </a:lnTo>
                <a:cubicBezTo>
                  <a:pt x="5894953" y="27907"/>
                  <a:pt x="5892895" y="27127"/>
                  <a:pt x="5890799" y="26639"/>
                </a:cubicBezTo>
                <a:cubicBezTo>
                  <a:pt x="5888702" y="26150"/>
                  <a:pt x="5886536" y="25905"/>
                  <a:pt x="5884299" y="25905"/>
                </a:cubicBezTo>
                <a:cubicBezTo>
                  <a:pt x="5882218" y="25905"/>
                  <a:pt x="5880254" y="26301"/>
                  <a:pt x="5878405" y="27093"/>
                </a:cubicBezTo>
                <a:cubicBezTo>
                  <a:pt x="5876557" y="27885"/>
                  <a:pt x="5874934" y="29027"/>
                  <a:pt x="5873537" y="30518"/>
                </a:cubicBezTo>
                <a:cubicBezTo>
                  <a:pt x="5872139" y="32008"/>
                  <a:pt x="5871036" y="33826"/>
                  <a:pt x="5870229" y="35969"/>
                </a:cubicBezTo>
                <a:cubicBezTo>
                  <a:pt x="5869421" y="38112"/>
                  <a:pt x="5869017" y="40535"/>
                  <a:pt x="5869017" y="43237"/>
                </a:cubicBezTo>
                <a:cubicBezTo>
                  <a:pt x="5869017" y="48890"/>
                  <a:pt x="5870392" y="53122"/>
                  <a:pt x="5873141" y="55933"/>
                </a:cubicBezTo>
                <a:cubicBezTo>
                  <a:pt x="5875889" y="58744"/>
                  <a:pt x="5879702" y="60150"/>
                  <a:pt x="5884579" y="60150"/>
                </a:cubicBezTo>
                <a:cubicBezTo>
                  <a:pt x="5886784" y="60150"/>
                  <a:pt x="5888920" y="59901"/>
                  <a:pt x="5890985" y="59404"/>
                </a:cubicBezTo>
                <a:cubicBezTo>
                  <a:pt x="5893051" y="58907"/>
                  <a:pt x="5895046" y="58162"/>
                  <a:pt x="5896972" y="57168"/>
                </a:cubicBezTo>
                <a:lnTo>
                  <a:pt x="5896972" y="64716"/>
                </a:lnTo>
                <a:close/>
                <a:moveTo>
                  <a:pt x="5951999" y="40581"/>
                </a:moveTo>
                <a:cubicBezTo>
                  <a:pt x="5951999" y="41731"/>
                  <a:pt x="5951983" y="42693"/>
                  <a:pt x="5951952" y="43470"/>
                </a:cubicBezTo>
                <a:cubicBezTo>
                  <a:pt x="5951921" y="44246"/>
                  <a:pt x="5951875" y="44976"/>
                  <a:pt x="5951813" y="45660"/>
                </a:cubicBezTo>
                <a:lnTo>
                  <a:pt x="5918965" y="45660"/>
                </a:lnTo>
                <a:cubicBezTo>
                  <a:pt x="5918965" y="50443"/>
                  <a:pt x="5920301" y="54116"/>
                  <a:pt x="5922972" y="56679"/>
                </a:cubicBezTo>
                <a:cubicBezTo>
                  <a:pt x="5925644" y="59241"/>
                  <a:pt x="5929495" y="60522"/>
                  <a:pt x="5934527" y="60522"/>
                </a:cubicBezTo>
                <a:cubicBezTo>
                  <a:pt x="5935894" y="60522"/>
                  <a:pt x="5937260" y="60467"/>
                  <a:pt x="5938627" y="60357"/>
                </a:cubicBezTo>
                <a:cubicBezTo>
                  <a:pt x="5939994" y="60245"/>
                  <a:pt x="5941314" y="60094"/>
                  <a:pt x="5942587" y="59904"/>
                </a:cubicBezTo>
                <a:cubicBezTo>
                  <a:pt x="5943861" y="59712"/>
                  <a:pt x="5945080" y="59498"/>
                  <a:pt x="5946245" y="59260"/>
                </a:cubicBezTo>
                <a:cubicBezTo>
                  <a:pt x="5947410" y="59021"/>
                  <a:pt x="5948489" y="58759"/>
                  <a:pt x="5949483" y="58472"/>
                </a:cubicBezTo>
                <a:lnTo>
                  <a:pt x="5949483" y="65135"/>
                </a:lnTo>
                <a:cubicBezTo>
                  <a:pt x="5947278" y="65770"/>
                  <a:pt x="5944785" y="66286"/>
                  <a:pt x="5942005" y="66683"/>
                </a:cubicBezTo>
                <a:cubicBezTo>
                  <a:pt x="5939225" y="67080"/>
                  <a:pt x="5936344" y="67278"/>
                  <a:pt x="5933362" y="67278"/>
                </a:cubicBezTo>
                <a:cubicBezTo>
                  <a:pt x="5929355" y="67278"/>
                  <a:pt x="5925908" y="66735"/>
                  <a:pt x="5923019" y="65648"/>
                </a:cubicBezTo>
                <a:cubicBezTo>
                  <a:pt x="5920130" y="64560"/>
                  <a:pt x="5917762" y="62984"/>
                  <a:pt x="5915914" y="60919"/>
                </a:cubicBezTo>
                <a:cubicBezTo>
                  <a:pt x="5914066" y="58853"/>
                  <a:pt x="5912699" y="56321"/>
                  <a:pt x="5911814" y="53324"/>
                </a:cubicBezTo>
                <a:cubicBezTo>
                  <a:pt x="5910928" y="50327"/>
                  <a:pt x="5910486" y="46933"/>
                  <a:pt x="5910486" y="43144"/>
                </a:cubicBezTo>
                <a:cubicBezTo>
                  <a:pt x="5910486" y="39851"/>
                  <a:pt x="5910959" y="36737"/>
                  <a:pt x="5911907" y="33802"/>
                </a:cubicBezTo>
                <a:cubicBezTo>
                  <a:pt x="5912854" y="30867"/>
                  <a:pt x="5914236" y="28289"/>
                  <a:pt x="5916053" y="26068"/>
                </a:cubicBezTo>
                <a:cubicBezTo>
                  <a:pt x="5917871" y="23847"/>
                  <a:pt x="5920099" y="22084"/>
                  <a:pt x="5922739" y="20780"/>
                </a:cubicBezTo>
                <a:cubicBezTo>
                  <a:pt x="5925380" y="19475"/>
                  <a:pt x="5928377" y="18823"/>
                  <a:pt x="5931732" y="18823"/>
                </a:cubicBezTo>
                <a:cubicBezTo>
                  <a:pt x="5934993" y="18823"/>
                  <a:pt x="5937882" y="19336"/>
                  <a:pt x="5940398" y="20361"/>
                </a:cubicBezTo>
                <a:cubicBezTo>
                  <a:pt x="5942914" y="21386"/>
                  <a:pt x="5945033" y="22838"/>
                  <a:pt x="5946757" y="24717"/>
                </a:cubicBezTo>
                <a:cubicBezTo>
                  <a:pt x="5948481" y="26596"/>
                  <a:pt x="5949786" y="28879"/>
                  <a:pt x="5950671" y="31566"/>
                </a:cubicBezTo>
                <a:cubicBezTo>
                  <a:pt x="5951556" y="34253"/>
                  <a:pt x="5951999" y="37258"/>
                  <a:pt x="5951999" y="40581"/>
                </a:cubicBezTo>
                <a:moveTo>
                  <a:pt x="5943566" y="39416"/>
                </a:moveTo>
                <a:cubicBezTo>
                  <a:pt x="5943659" y="37335"/>
                  <a:pt x="5943457" y="35433"/>
                  <a:pt x="5942960" y="33709"/>
                </a:cubicBezTo>
                <a:cubicBezTo>
                  <a:pt x="5942463" y="31985"/>
                  <a:pt x="5941694" y="30502"/>
                  <a:pt x="5940654" y="29260"/>
                </a:cubicBezTo>
                <a:cubicBezTo>
                  <a:pt x="5939613" y="28017"/>
                  <a:pt x="5938316" y="27046"/>
                  <a:pt x="5936763" y="26348"/>
                </a:cubicBezTo>
                <a:cubicBezTo>
                  <a:pt x="5935210" y="25649"/>
                  <a:pt x="5933409" y="25299"/>
                  <a:pt x="5931359" y="25299"/>
                </a:cubicBezTo>
                <a:cubicBezTo>
                  <a:pt x="5929588" y="25299"/>
                  <a:pt x="5927973" y="25641"/>
                  <a:pt x="5926513" y="26324"/>
                </a:cubicBezTo>
                <a:cubicBezTo>
                  <a:pt x="5925053" y="27008"/>
                  <a:pt x="5923795" y="27970"/>
                  <a:pt x="5922739" y="29213"/>
                </a:cubicBezTo>
                <a:cubicBezTo>
                  <a:pt x="5921683" y="30455"/>
                  <a:pt x="5920829" y="31946"/>
                  <a:pt x="5920177" y="33686"/>
                </a:cubicBezTo>
                <a:cubicBezTo>
                  <a:pt x="5919525" y="35425"/>
                  <a:pt x="5919121" y="37335"/>
                  <a:pt x="5918965" y="39416"/>
                </a:cubicBezTo>
                <a:lnTo>
                  <a:pt x="5943566" y="39416"/>
                </a:lnTo>
                <a:close/>
                <a:moveTo>
                  <a:pt x="5961972" y="44029"/>
                </a:moveTo>
                <a:cubicBezTo>
                  <a:pt x="5961972" y="40053"/>
                  <a:pt x="5962515" y="36520"/>
                  <a:pt x="5963602" y="33429"/>
                </a:cubicBezTo>
                <a:cubicBezTo>
                  <a:pt x="5964689" y="30339"/>
                  <a:pt x="5966235" y="27730"/>
                  <a:pt x="5968238" y="25602"/>
                </a:cubicBezTo>
                <a:cubicBezTo>
                  <a:pt x="5970242" y="23474"/>
                  <a:pt x="5972649" y="21859"/>
                  <a:pt x="5975460" y="20757"/>
                </a:cubicBezTo>
                <a:cubicBezTo>
                  <a:pt x="5978271" y="19654"/>
                  <a:pt x="5981400" y="19103"/>
                  <a:pt x="5984848" y="19103"/>
                </a:cubicBezTo>
                <a:cubicBezTo>
                  <a:pt x="5986339" y="19103"/>
                  <a:pt x="5987807" y="19196"/>
                  <a:pt x="5989251" y="19382"/>
                </a:cubicBezTo>
                <a:cubicBezTo>
                  <a:pt x="5990695" y="19568"/>
                  <a:pt x="5992116" y="19864"/>
                  <a:pt x="5993514" y="20267"/>
                </a:cubicBezTo>
                <a:lnTo>
                  <a:pt x="5993514" y="559"/>
                </a:lnTo>
                <a:lnTo>
                  <a:pt x="6001668" y="559"/>
                </a:lnTo>
                <a:lnTo>
                  <a:pt x="6001668" y="66440"/>
                </a:lnTo>
                <a:lnTo>
                  <a:pt x="5994399" y="66440"/>
                </a:lnTo>
                <a:lnTo>
                  <a:pt x="5994120" y="57587"/>
                </a:lnTo>
                <a:cubicBezTo>
                  <a:pt x="5991852" y="60880"/>
                  <a:pt x="5989398" y="63318"/>
                  <a:pt x="5986758" y="64902"/>
                </a:cubicBezTo>
                <a:cubicBezTo>
                  <a:pt x="5984118" y="66486"/>
                  <a:pt x="5981260" y="67278"/>
                  <a:pt x="5978185" y="67278"/>
                </a:cubicBezTo>
                <a:cubicBezTo>
                  <a:pt x="5975514" y="67278"/>
                  <a:pt x="5973161" y="66719"/>
                  <a:pt x="5971127" y="65601"/>
                </a:cubicBezTo>
                <a:cubicBezTo>
                  <a:pt x="5969092" y="64483"/>
                  <a:pt x="5967399" y="62906"/>
                  <a:pt x="5966048" y="60872"/>
                </a:cubicBezTo>
                <a:cubicBezTo>
                  <a:pt x="5964697" y="58837"/>
                  <a:pt x="5963680" y="56391"/>
                  <a:pt x="5962997" y="53534"/>
                </a:cubicBezTo>
                <a:cubicBezTo>
                  <a:pt x="5962313" y="50676"/>
                  <a:pt x="5961972" y="47508"/>
                  <a:pt x="5961972" y="44029"/>
                </a:cubicBezTo>
                <a:moveTo>
                  <a:pt x="5970265" y="43517"/>
                </a:moveTo>
                <a:cubicBezTo>
                  <a:pt x="5970265" y="49170"/>
                  <a:pt x="5971096" y="53386"/>
                  <a:pt x="5972757" y="56166"/>
                </a:cubicBezTo>
                <a:cubicBezTo>
                  <a:pt x="5974419" y="58946"/>
                  <a:pt x="5976772" y="60336"/>
                  <a:pt x="5979816" y="60336"/>
                </a:cubicBezTo>
                <a:cubicBezTo>
                  <a:pt x="5981866" y="60336"/>
                  <a:pt x="5984033" y="59420"/>
                  <a:pt x="5986316" y="57587"/>
                </a:cubicBezTo>
                <a:cubicBezTo>
                  <a:pt x="5988599" y="55755"/>
                  <a:pt x="5990998" y="53037"/>
                  <a:pt x="5993514" y="49434"/>
                </a:cubicBezTo>
                <a:lnTo>
                  <a:pt x="5993514" y="27722"/>
                </a:lnTo>
                <a:cubicBezTo>
                  <a:pt x="5992178" y="27101"/>
                  <a:pt x="5990703" y="26627"/>
                  <a:pt x="5989088" y="26301"/>
                </a:cubicBezTo>
                <a:cubicBezTo>
                  <a:pt x="5987473" y="25975"/>
                  <a:pt x="5985873" y="25812"/>
                  <a:pt x="5984289" y="25812"/>
                </a:cubicBezTo>
                <a:cubicBezTo>
                  <a:pt x="5979878" y="25812"/>
                  <a:pt x="5976438" y="27241"/>
                  <a:pt x="5973969" y="30098"/>
                </a:cubicBezTo>
                <a:cubicBezTo>
                  <a:pt x="5971499" y="32956"/>
                  <a:pt x="5970265" y="37429"/>
                  <a:pt x="5970265" y="43517"/>
                </a:cubicBezTo>
                <a:close/>
                <a:moveTo>
                  <a:pt x="6108213" y="42212"/>
                </a:moveTo>
                <a:cubicBezTo>
                  <a:pt x="6108213" y="46095"/>
                  <a:pt x="6107677" y="49566"/>
                  <a:pt x="6106605" y="52625"/>
                </a:cubicBezTo>
                <a:cubicBezTo>
                  <a:pt x="6105534" y="55685"/>
                  <a:pt x="6104012" y="58278"/>
                  <a:pt x="6102039" y="60406"/>
                </a:cubicBezTo>
                <a:cubicBezTo>
                  <a:pt x="6100067" y="62534"/>
                  <a:pt x="6097668" y="64164"/>
                  <a:pt x="6094841" y="65298"/>
                </a:cubicBezTo>
                <a:cubicBezTo>
                  <a:pt x="6092014" y="66432"/>
                  <a:pt x="6088831" y="66999"/>
                  <a:pt x="6085290" y="66999"/>
                </a:cubicBezTo>
                <a:cubicBezTo>
                  <a:pt x="6082525" y="66999"/>
                  <a:pt x="6079699" y="66735"/>
                  <a:pt x="6076810" y="66207"/>
                </a:cubicBezTo>
                <a:cubicBezTo>
                  <a:pt x="6073921" y="65679"/>
                  <a:pt x="6071064" y="64840"/>
                  <a:pt x="6068237" y="63691"/>
                </a:cubicBezTo>
                <a:lnTo>
                  <a:pt x="6068237" y="559"/>
                </a:lnTo>
                <a:lnTo>
                  <a:pt x="6076344" y="559"/>
                </a:lnTo>
                <a:lnTo>
                  <a:pt x="6076344" y="18715"/>
                </a:lnTo>
                <a:lnTo>
                  <a:pt x="6075971" y="27396"/>
                </a:lnTo>
                <a:cubicBezTo>
                  <a:pt x="6078301" y="24259"/>
                  <a:pt x="6080794" y="22046"/>
                  <a:pt x="6083449" y="20757"/>
                </a:cubicBezTo>
                <a:cubicBezTo>
                  <a:pt x="6086105" y="19468"/>
                  <a:pt x="6088955" y="18823"/>
                  <a:pt x="6091999" y="18823"/>
                </a:cubicBezTo>
                <a:cubicBezTo>
                  <a:pt x="6094670" y="18823"/>
                  <a:pt x="6097015" y="19382"/>
                  <a:pt x="6099034" y="20500"/>
                </a:cubicBezTo>
                <a:cubicBezTo>
                  <a:pt x="6101053" y="21619"/>
                  <a:pt x="6102746" y="23195"/>
                  <a:pt x="6104113" y="25229"/>
                </a:cubicBezTo>
                <a:cubicBezTo>
                  <a:pt x="6105479" y="27264"/>
                  <a:pt x="6106504" y="29718"/>
                  <a:pt x="6107188" y="32591"/>
                </a:cubicBezTo>
                <a:cubicBezTo>
                  <a:pt x="6107871" y="35464"/>
                  <a:pt x="6108213" y="38671"/>
                  <a:pt x="6108213" y="42212"/>
                </a:cubicBezTo>
                <a:moveTo>
                  <a:pt x="6099920" y="42585"/>
                </a:moveTo>
                <a:cubicBezTo>
                  <a:pt x="6099920" y="40131"/>
                  <a:pt x="6099741" y="37879"/>
                  <a:pt x="6099384" y="35829"/>
                </a:cubicBezTo>
                <a:cubicBezTo>
                  <a:pt x="6099027" y="33779"/>
                  <a:pt x="6098460" y="32024"/>
                  <a:pt x="6097683" y="30564"/>
                </a:cubicBezTo>
                <a:cubicBezTo>
                  <a:pt x="6096907" y="29104"/>
                  <a:pt x="6095913" y="27963"/>
                  <a:pt x="6094701" y="27140"/>
                </a:cubicBezTo>
                <a:cubicBezTo>
                  <a:pt x="6093490" y="26316"/>
                  <a:pt x="6092046" y="25905"/>
                  <a:pt x="6090368" y="25905"/>
                </a:cubicBezTo>
                <a:cubicBezTo>
                  <a:pt x="6089343" y="25905"/>
                  <a:pt x="6088303" y="26068"/>
                  <a:pt x="6087247" y="26394"/>
                </a:cubicBezTo>
                <a:cubicBezTo>
                  <a:pt x="6086191" y="26720"/>
                  <a:pt x="6085096" y="27264"/>
                  <a:pt x="6083962" y="28025"/>
                </a:cubicBezTo>
                <a:cubicBezTo>
                  <a:pt x="6082828" y="28786"/>
                  <a:pt x="6081632" y="29795"/>
                  <a:pt x="6080374" y="31053"/>
                </a:cubicBezTo>
                <a:cubicBezTo>
                  <a:pt x="6079116" y="32311"/>
                  <a:pt x="6077773" y="33872"/>
                  <a:pt x="6076344" y="35736"/>
                </a:cubicBezTo>
                <a:lnTo>
                  <a:pt x="6076344" y="58426"/>
                </a:lnTo>
                <a:cubicBezTo>
                  <a:pt x="6077928" y="59047"/>
                  <a:pt x="6079543" y="59536"/>
                  <a:pt x="6081190" y="59894"/>
                </a:cubicBezTo>
                <a:cubicBezTo>
                  <a:pt x="6082836" y="60251"/>
                  <a:pt x="6084405" y="60429"/>
                  <a:pt x="6085895" y="60429"/>
                </a:cubicBezTo>
                <a:cubicBezTo>
                  <a:pt x="6087759" y="60429"/>
                  <a:pt x="6089537" y="60134"/>
                  <a:pt x="6091230" y="59544"/>
                </a:cubicBezTo>
                <a:cubicBezTo>
                  <a:pt x="6092923" y="58954"/>
                  <a:pt x="6094414" y="57968"/>
                  <a:pt x="6095703" y="56586"/>
                </a:cubicBezTo>
                <a:cubicBezTo>
                  <a:pt x="6096992" y="55203"/>
                  <a:pt x="6098017" y="53371"/>
                  <a:pt x="6098778" y="51088"/>
                </a:cubicBezTo>
                <a:cubicBezTo>
                  <a:pt x="6099539" y="48805"/>
                  <a:pt x="6099920" y="45970"/>
                  <a:pt x="6099920" y="42585"/>
                </a:cubicBezTo>
                <a:close/>
                <a:moveTo>
                  <a:pt x="6161702" y="19662"/>
                </a:moveTo>
                <a:lnTo>
                  <a:pt x="6145768" y="61501"/>
                </a:lnTo>
                <a:cubicBezTo>
                  <a:pt x="6144121" y="65756"/>
                  <a:pt x="6142421" y="69421"/>
                  <a:pt x="6140666" y="72497"/>
                </a:cubicBezTo>
                <a:cubicBezTo>
                  <a:pt x="6138911" y="75572"/>
                  <a:pt x="6136993" y="78095"/>
                  <a:pt x="6134912" y="80068"/>
                </a:cubicBezTo>
                <a:cubicBezTo>
                  <a:pt x="6132831" y="82040"/>
                  <a:pt x="6130548" y="83492"/>
                  <a:pt x="6128063" y="84424"/>
                </a:cubicBezTo>
                <a:cubicBezTo>
                  <a:pt x="6125578" y="85356"/>
                  <a:pt x="6122798" y="85822"/>
                  <a:pt x="6119723" y="85822"/>
                </a:cubicBezTo>
                <a:cubicBezTo>
                  <a:pt x="6118915" y="85822"/>
                  <a:pt x="6118185" y="85806"/>
                  <a:pt x="6117533" y="85775"/>
                </a:cubicBezTo>
                <a:cubicBezTo>
                  <a:pt x="6116881" y="85744"/>
                  <a:pt x="6116166" y="85697"/>
                  <a:pt x="6115390" y="85635"/>
                </a:cubicBezTo>
                <a:lnTo>
                  <a:pt x="6115390" y="78274"/>
                </a:lnTo>
                <a:cubicBezTo>
                  <a:pt x="6116073" y="78367"/>
                  <a:pt x="6116819" y="78453"/>
                  <a:pt x="6117626" y="78530"/>
                </a:cubicBezTo>
                <a:cubicBezTo>
                  <a:pt x="6118434" y="78608"/>
                  <a:pt x="6119288" y="78647"/>
                  <a:pt x="6120189" y="78647"/>
                </a:cubicBezTo>
                <a:cubicBezTo>
                  <a:pt x="6121680" y="78647"/>
                  <a:pt x="6123070" y="78429"/>
                  <a:pt x="6124359" y="77994"/>
                </a:cubicBezTo>
                <a:cubicBezTo>
                  <a:pt x="6125648" y="77559"/>
                  <a:pt x="6126867" y="76853"/>
                  <a:pt x="6128016" y="75874"/>
                </a:cubicBezTo>
                <a:cubicBezTo>
                  <a:pt x="6129166" y="74896"/>
                  <a:pt x="6130268" y="73630"/>
                  <a:pt x="6131324" y="72077"/>
                </a:cubicBezTo>
                <a:cubicBezTo>
                  <a:pt x="6132380" y="70524"/>
                  <a:pt x="6133405" y="68645"/>
                  <a:pt x="6134399" y="66440"/>
                </a:cubicBezTo>
                <a:lnTo>
                  <a:pt x="6115716" y="19662"/>
                </a:lnTo>
                <a:lnTo>
                  <a:pt x="6124941" y="19662"/>
                </a:lnTo>
                <a:lnTo>
                  <a:pt x="6136776" y="50598"/>
                </a:lnTo>
                <a:lnTo>
                  <a:pt x="6139152" y="57867"/>
                </a:lnTo>
                <a:lnTo>
                  <a:pt x="6141854" y="50412"/>
                </a:lnTo>
                <a:lnTo>
                  <a:pt x="6152803" y="19662"/>
                </a:lnTo>
                <a:lnTo>
                  <a:pt x="6161702" y="19662"/>
                </a:lnTo>
                <a:close/>
                <a:moveTo>
                  <a:pt x="6261505" y="65741"/>
                </a:moveTo>
                <a:cubicBezTo>
                  <a:pt x="6259673" y="66223"/>
                  <a:pt x="6257778" y="66569"/>
                  <a:pt x="6255821" y="66777"/>
                </a:cubicBezTo>
                <a:cubicBezTo>
                  <a:pt x="6253864" y="66987"/>
                  <a:pt x="6251876" y="67092"/>
                  <a:pt x="6249857" y="67092"/>
                </a:cubicBezTo>
                <a:cubicBezTo>
                  <a:pt x="6243987" y="67092"/>
                  <a:pt x="6239607" y="65764"/>
                  <a:pt x="6236719" y="63108"/>
                </a:cubicBezTo>
                <a:cubicBezTo>
                  <a:pt x="6233830" y="60453"/>
                  <a:pt x="6232386" y="56376"/>
                  <a:pt x="6232386" y="50878"/>
                </a:cubicBezTo>
                <a:lnTo>
                  <a:pt x="6232386" y="26464"/>
                </a:lnTo>
                <a:lnTo>
                  <a:pt x="6219293" y="26464"/>
                </a:lnTo>
                <a:lnTo>
                  <a:pt x="6219293" y="19662"/>
                </a:lnTo>
                <a:lnTo>
                  <a:pt x="6232386" y="19662"/>
                </a:lnTo>
                <a:lnTo>
                  <a:pt x="6232386" y="6762"/>
                </a:lnTo>
                <a:lnTo>
                  <a:pt x="6240492" y="4659"/>
                </a:lnTo>
                <a:lnTo>
                  <a:pt x="6240492" y="19662"/>
                </a:lnTo>
                <a:lnTo>
                  <a:pt x="6261505" y="19662"/>
                </a:lnTo>
                <a:lnTo>
                  <a:pt x="6261505" y="26464"/>
                </a:lnTo>
                <a:lnTo>
                  <a:pt x="6240492" y="26464"/>
                </a:lnTo>
                <a:lnTo>
                  <a:pt x="6240492" y="50226"/>
                </a:lnTo>
                <a:cubicBezTo>
                  <a:pt x="6240492" y="53580"/>
                  <a:pt x="6241385" y="56089"/>
                  <a:pt x="6243171" y="57750"/>
                </a:cubicBezTo>
                <a:cubicBezTo>
                  <a:pt x="6244958" y="59412"/>
                  <a:pt x="6247590" y="60243"/>
                  <a:pt x="6251069" y="60243"/>
                </a:cubicBezTo>
                <a:cubicBezTo>
                  <a:pt x="6252560" y="60243"/>
                  <a:pt x="6254190" y="60123"/>
                  <a:pt x="6255961" y="59883"/>
                </a:cubicBezTo>
                <a:cubicBezTo>
                  <a:pt x="6257731" y="59643"/>
                  <a:pt x="6259580" y="59265"/>
                  <a:pt x="6261505" y="58752"/>
                </a:cubicBezTo>
                <a:lnTo>
                  <a:pt x="6261505" y="65741"/>
                </a:lnTo>
                <a:close/>
                <a:moveTo>
                  <a:pt x="6313271" y="66440"/>
                </a:moveTo>
                <a:lnTo>
                  <a:pt x="6305164" y="66440"/>
                </a:lnTo>
                <a:lnTo>
                  <a:pt x="6305164" y="36574"/>
                </a:lnTo>
                <a:cubicBezTo>
                  <a:pt x="6305164" y="32971"/>
                  <a:pt x="6304488" y="30277"/>
                  <a:pt x="6303137" y="28491"/>
                </a:cubicBezTo>
                <a:cubicBezTo>
                  <a:pt x="6301786" y="26705"/>
                  <a:pt x="6299852" y="25812"/>
                  <a:pt x="6297336" y="25812"/>
                </a:cubicBezTo>
                <a:cubicBezTo>
                  <a:pt x="6296249" y="25812"/>
                  <a:pt x="6295232" y="25959"/>
                  <a:pt x="6294285" y="26254"/>
                </a:cubicBezTo>
                <a:cubicBezTo>
                  <a:pt x="6293337" y="26549"/>
                  <a:pt x="6292351" y="27062"/>
                  <a:pt x="6291326" y="27792"/>
                </a:cubicBezTo>
                <a:cubicBezTo>
                  <a:pt x="6290301" y="28522"/>
                  <a:pt x="6289183" y="29508"/>
                  <a:pt x="6287971" y="30750"/>
                </a:cubicBezTo>
                <a:cubicBezTo>
                  <a:pt x="6286760" y="31993"/>
                  <a:pt x="6285362" y="33546"/>
                  <a:pt x="6283778" y="35410"/>
                </a:cubicBezTo>
                <a:lnTo>
                  <a:pt x="6283778" y="66440"/>
                </a:lnTo>
                <a:lnTo>
                  <a:pt x="6275671" y="66440"/>
                </a:lnTo>
                <a:lnTo>
                  <a:pt x="6275671" y="559"/>
                </a:lnTo>
                <a:lnTo>
                  <a:pt x="6283778" y="559"/>
                </a:lnTo>
                <a:lnTo>
                  <a:pt x="6283778" y="19649"/>
                </a:lnTo>
                <a:lnTo>
                  <a:pt x="6283499" y="27023"/>
                </a:lnTo>
                <a:cubicBezTo>
                  <a:pt x="6284772" y="25501"/>
                  <a:pt x="6286022" y="24220"/>
                  <a:pt x="6287249" y="23179"/>
                </a:cubicBezTo>
                <a:cubicBezTo>
                  <a:pt x="6288476" y="22139"/>
                  <a:pt x="6289703" y="21292"/>
                  <a:pt x="6290930" y="20640"/>
                </a:cubicBezTo>
                <a:cubicBezTo>
                  <a:pt x="6292157" y="19988"/>
                  <a:pt x="6293407" y="19522"/>
                  <a:pt x="6294681" y="19242"/>
                </a:cubicBezTo>
                <a:cubicBezTo>
                  <a:pt x="6295954" y="18963"/>
                  <a:pt x="6297274" y="18823"/>
                  <a:pt x="6298641" y="18823"/>
                </a:cubicBezTo>
                <a:cubicBezTo>
                  <a:pt x="6303300" y="18823"/>
                  <a:pt x="6306903" y="20244"/>
                  <a:pt x="6309450" y="23086"/>
                </a:cubicBezTo>
                <a:cubicBezTo>
                  <a:pt x="6311997" y="25928"/>
                  <a:pt x="6313271" y="30207"/>
                  <a:pt x="6313271" y="35922"/>
                </a:cubicBezTo>
                <a:lnTo>
                  <a:pt x="6313271" y="66440"/>
                </a:lnTo>
                <a:close/>
                <a:moveTo>
                  <a:pt x="6343464" y="26371"/>
                </a:moveTo>
                <a:lnTo>
                  <a:pt x="6329626" y="26371"/>
                </a:lnTo>
                <a:lnTo>
                  <a:pt x="6329626" y="19662"/>
                </a:lnTo>
                <a:lnTo>
                  <a:pt x="6351664" y="19662"/>
                </a:lnTo>
                <a:lnTo>
                  <a:pt x="6351664" y="59684"/>
                </a:lnTo>
                <a:lnTo>
                  <a:pt x="6365595" y="59684"/>
                </a:lnTo>
                <a:lnTo>
                  <a:pt x="6365595" y="66440"/>
                </a:lnTo>
                <a:lnTo>
                  <a:pt x="6328089" y="66440"/>
                </a:lnTo>
                <a:lnTo>
                  <a:pt x="6328089" y="59684"/>
                </a:lnTo>
                <a:lnTo>
                  <a:pt x="6343464" y="59684"/>
                </a:lnTo>
                <a:lnTo>
                  <a:pt x="6343464" y="26371"/>
                </a:lnTo>
                <a:moveTo>
                  <a:pt x="6346306" y="0"/>
                </a:moveTo>
                <a:cubicBezTo>
                  <a:pt x="6347207" y="0"/>
                  <a:pt x="6348045" y="163"/>
                  <a:pt x="6348822" y="489"/>
                </a:cubicBezTo>
                <a:cubicBezTo>
                  <a:pt x="6349599" y="815"/>
                  <a:pt x="6350274" y="1274"/>
                  <a:pt x="6350849" y="1864"/>
                </a:cubicBezTo>
                <a:cubicBezTo>
                  <a:pt x="6351423" y="2454"/>
                  <a:pt x="6351874" y="3129"/>
                  <a:pt x="6352200" y="3890"/>
                </a:cubicBezTo>
                <a:cubicBezTo>
                  <a:pt x="6352526" y="4651"/>
                  <a:pt x="6352689" y="5482"/>
                  <a:pt x="6352689" y="6383"/>
                </a:cubicBezTo>
                <a:cubicBezTo>
                  <a:pt x="6352689" y="7253"/>
                  <a:pt x="6352526" y="8076"/>
                  <a:pt x="6352200" y="8852"/>
                </a:cubicBezTo>
                <a:cubicBezTo>
                  <a:pt x="6351874" y="9629"/>
                  <a:pt x="6351423" y="10312"/>
                  <a:pt x="6350849" y="10902"/>
                </a:cubicBezTo>
                <a:cubicBezTo>
                  <a:pt x="6350274" y="11493"/>
                  <a:pt x="6349599" y="11951"/>
                  <a:pt x="6348822" y="12277"/>
                </a:cubicBezTo>
                <a:cubicBezTo>
                  <a:pt x="6348045" y="12603"/>
                  <a:pt x="6347207" y="12766"/>
                  <a:pt x="6346306" y="12766"/>
                </a:cubicBezTo>
                <a:cubicBezTo>
                  <a:pt x="6345405" y="12766"/>
                  <a:pt x="6344567" y="12603"/>
                  <a:pt x="6343790" y="12277"/>
                </a:cubicBezTo>
                <a:cubicBezTo>
                  <a:pt x="6343014" y="11951"/>
                  <a:pt x="6342338" y="11493"/>
                  <a:pt x="6341763" y="10902"/>
                </a:cubicBezTo>
                <a:cubicBezTo>
                  <a:pt x="6341189" y="10312"/>
                  <a:pt x="6340738" y="9629"/>
                  <a:pt x="6340412" y="8852"/>
                </a:cubicBezTo>
                <a:cubicBezTo>
                  <a:pt x="6340086" y="8076"/>
                  <a:pt x="6339923" y="7253"/>
                  <a:pt x="6339923" y="6383"/>
                </a:cubicBezTo>
                <a:cubicBezTo>
                  <a:pt x="6339923" y="5482"/>
                  <a:pt x="6340086" y="4651"/>
                  <a:pt x="6340412" y="3890"/>
                </a:cubicBezTo>
                <a:cubicBezTo>
                  <a:pt x="6340738" y="3129"/>
                  <a:pt x="6341189" y="2454"/>
                  <a:pt x="6341763" y="1864"/>
                </a:cubicBezTo>
                <a:cubicBezTo>
                  <a:pt x="6342338" y="1274"/>
                  <a:pt x="6343014" y="815"/>
                  <a:pt x="6343790" y="489"/>
                </a:cubicBezTo>
                <a:cubicBezTo>
                  <a:pt x="6344567" y="163"/>
                  <a:pt x="6345405" y="0"/>
                  <a:pt x="6346306" y="0"/>
                </a:cubicBezTo>
                <a:close/>
                <a:moveTo>
                  <a:pt x="6416428" y="53674"/>
                </a:moveTo>
                <a:cubicBezTo>
                  <a:pt x="6416428" y="55320"/>
                  <a:pt x="6416149" y="56795"/>
                  <a:pt x="6415590" y="58100"/>
                </a:cubicBezTo>
                <a:cubicBezTo>
                  <a:pt x="6415031" y="59404"/>
                  <a:pt x="6414270" y="60561"/>
                  <a:pt x="6413307" y="61571"/>
                </a:cubicBezTo>
                <a:cubicBezTo>
                  <a:pt x="6412344" y="62580"/>
                  <a:pt x="6411226" y="63442"/>
                  <a:pt x="6409952" y="64157"/>
                </a:cubicBezTo>
                <a:cubicBezTo>
                  <a:pt x="6408679" y="64871"/>
                  <a:pt x="6407320" y="65461"/>
                  <a:pt x="6405875" y="65927"/>
                </a:cubicBezTo>
                <a:cubicBezTo>
                  <a:pt x="6404431" y="66393"/>
                  <a:pt x="6402948" y="66735"/>
                  <a:pt x="6401426" y="66952"/>
                </a:cubicBezTo>
                <a:cubicBezTo>
                  <a:pt x="6399904" y="67170"/>
                  <a:pt x="6398413" y="67278"/>
                  <a:pt x="6396953" y="67278"/>
                </a:cubicBezTo>
                <a:cubicBezTo>
                  <a:pt x="6393785" y="67278"/>
                  <a:pt x="6390873" y="67139"/>
                  <a:pt x="6388217" y="66859"/>
                </a:cubicBezTo>
                <a:cubicBezTo>
                  <a:pt x="6385562" y="66579"/>
                  <a:pt x="6382960" y="66129"/>
                  <a:pt x="6380413" y="65508"/>
                </a:cubicBezTo>
                <a:lnTo>
                  <a:pt x="6380413" y="58053"/>
                </a:lnTo>
                <a:cubicBezTo>
                  <a:pt x="6383147" y="58830"/>
                  <a:pt x="6385864" y="59420"/>
                  <a:pt x="6388567" y="59824"/>
                </a:cubicBezTo>
                <a:cubicBezTo>
                  <a:pt x="6391269" y="60227"/>
                  <a:pt x="6393956" y="60429"/>
                  <a:pt x="6396627" y="60429"/>
                </a:cubicBezTo>
                <a:cubicBezTo>
                  <a:pt x="6400510" y="60429"/>
                  <a:pt x="6403383" y="59901"/>
                  <a:pt x="6405246" y="58845"/>
                </a:cubicBezTo>
                <a:cubicBezTo>
                  <a:pt x="6407110" y="57789"/>
                  <a:pt x="6408042" y="56283"/>
                  <a:pt x="6408042" y="54326"/>
                </a:cubicBezTo>
                <a:cubicBezTo>
                  <a:pt x="6408042" y="53487"/>
                  <a:pt x="6407894" y="52734"/>
                  <a:pt x="6407599" y="52066"/>
                </a:cubicBezTo>
                <a:cubicBezTo>
                  <a:pt x="6407304" y="51398"/>
                  <a:pt x="6406768" y="50762"/>
                  <a:pt x="6405992" y="50156"/>
                </a:cubicBezTo>
                <a:cubicBezTo>
                  <a:pt x="6405215" y="49550"/>
                  <a:pt x="6404012" y="48921"/>
                  <a:pt x="6402381" y="48269"/>
                </a:cubicBezTo>
                <a:cubicBezTo>
                  <a:pt x="6400750" y="47617"/>
                  <a:pt x="6398522" y="46871"/>
                  <a:pt x="6395695" y="46033"/>
                </a:cubicBezTo>
                <a:cubicBezTo>
                  <a:pt x="6393583" y="45411"/>
                  <a:pt x="6391634" y="44705"/>
                  <a:pt x="6389848" y="43913"/>
                </a:cubicBezTo>
                <a:cubicBezTo>
                  <a:pt x="6388062" y="43121"/>
                  <a:pt x="6386517" y="42181"/>
                  <a:pt x="6385212" y="41094"/>
                </a:cubicBezTo>
                <a:cubicBezTo>
                  <a:pt x="6383908" y="40007"/>
                  <a:pt x="6382882" y="38733"/>
                  <a:pt x="6382137" y="37273"/>
                </a:cubicBezTo>
                <a:cubicBezTo>
                  <a:pt x="6381392" y="35813"/>
                  <a:pt x="6381019" y="34090"/>
                  <a:pt x="6381019" y="32102"/>
                </a:cubicBezTo>
                <a:cubicBezTo>
                  <a:pt x="6381019" y="30797"/>
                  <a:pt x="6381322" y="29368"/>
                  <a:pt x="6381927" y="27815"/>
                </a:cubicBezTo>
                <a:cubicBezTo>
                  <a:pt x="6382533" y="26262"/>
                  <a:pt x="6383566" y="24818"/>
                  <a:pt x="6385026" y="23482"/>
                </a:cubicBezTo>
                <a:cubicBezTo>
                  <a:pt x="6386486" y="22147"/>
                  <a:pt x="6388458" y="21036"/>
                  <a:pt x="6390943" y="20151"/>
                </a:cubicBezTo>
                <a:cubicBezTo>
                  <a:pt x="6393428" y="19266"/>
                  <a:pt x="6396534" y="18823"/>
                  <a:pt x="6400261" y="18823"/>
                </a:cubicBezTo>
                <a:cubicBezTo>
                  <a:pt x="6402094" y="18823"/>
                  <a:pt x="6404128" y="18924"/>
                  <a:pt x="6406365" y="19126"/>
                </a:cubicBezTo>
                <a:cubicBezTo>
                  <a:pt x="6408601" y="19328"/>
                  <a:pt x="6410931" y="19677"/>
                  <a:pt x="6413353" y="20174"/>
                </a:cubicBezTo>
                <a:lnTo>
                  <a:pt x="6413353" y="27396"/>
                </a:lnTo>
                <a:cubicBezTo>
                  <a:pt x="6410806" y="26775"/>
                  <a:pt x="6408391" y="26316"/>
                  <a:pt x="6406108" y="26021"/>
                </a:cubicBezTo>
                <a:cubicBezTo>
                  <a:pt x="6403825" y="25726"/>
                  <a:pt x="6401845" y="25579"/>
                  <a:pt x="6400168" y="25579"/>
                </a:cubicBezTo>
                <a:cubicBezTo>
                  <a:pt x="6398149" y="25579"/>
                  <a:pt x="6396448" y="25734"/>
                  <a:pt x="6395066" y="26045"/>
                </a:cubicBezTo>
                <a:cubicBezTo>
                  <a:pt x="6393684" y="26355"/>
                  <a:pt x="6392566" y="26782"/>
                  <a:pt x="6391712" y="27326"/>
                </a:cubicBezTo>
                <a:cubicBezTo>
                  <a:pt x="6390857" y="27870"/>
                  <a:pt x="6390244" y="28506"/>
                  <a:pt x="6389871" y="29236"/>
                </a:cubicBezTo>
                <a:cubicBezTo>
                  <a:pt x="6389499" y="29966"/>
                  <a:pt x="6389312" y="30750"/>
                  <a:pt x="6389312" y="31589"/>
                </a:cubicBezTo>
                <a:cubicBezTo>
                  <a:pt x="6389312" y="32428"/>
                  <a:pt x="6389475" y="33189"/>
                  <a:pt x="6389801" y="33872"/>
                </a:cubicBezTo>
                <a:cubicBezTo>
                  <a:pt x="6390127" y="34555"/>
                  <a:pt x="6390733" y="35215"/>
                  <a:pt x="6391618" y="35852"/>
                </a:cubicBezTo>
                <a:cubicBezTo>
                  <a:pt x="6392504" y="36489"/>
                  <a:pt x="6393738" y="37126"/>
                  <a:pt x="6395322" y="37762"/>
                </a:cubicBezTo>
                <a:cubicBezTo>
                  <a:pt x="6396907" y="38399"/>
                  <a:pt x="6398972" y="39090"/>
                  <a:pt x="6401519" y="39836"/>
                </a:cubicBezTo>
                <a:cubicBezTo>
                  <a:pt x="6404284" y="40643"/>
                  <a:pt x="6406613" y="41490"/>
                  <a:pt x="6408508" y="42375"/>
                </a:cubicBezTo>
                <a:cubicBezTo>
                  <a:pt x="6410403" y="43260"/>
                  <a:pt x="6411940" y="44246"/>
                  <a:pt x="6413120" y="45334"/>
                </a:cubicBezTo>
                <a:cubicBezTo>
                  <a:pt x="6414301" y="46421"/>
                  <a:pt x="6415147" y="47648"/>
                  <a:pt x="6415660" y="49014"/>
                </a:cubicBezTo>
                <a:cubicBezTo>
                  <a:pt x="6416172" y="50381"/>
                  <a:pt x="6416428" y="51934"/>
                  <a:pt x="6416428" y="53674"/>
                </a:cubicBezTo>
                <a:close/>
                <a:moveTo>
                  <a:pt x="6524618" y="8107"/>
                </a:moveTo>
                <a:cubicBezTo>
                  <a:pt x="6520363" y="7206"/>
                  <a:pt x="6516698" y="6756"/>
                  <a:pt x="6513623" y="6756"/>
                </a:cubicBezTo>
                <a:cubicBezTo>
                  <a:pt x="6506323" y="6756"/>
                  <a:pt x="6502674" y="10576"/>
                  <a:pt x="6502674" y="18217"/>
                </a:cubicBezTo>
                <a:lnTo>
                  <a:pt x="6502674" y="26417"/>
                </a:lnTo>
                <a:lnTo>
                  <a:pt x="6523174" y="26417"/>
                </a:lnTo>
                <a:lnTo>
                  <a:pt x="6523174" y="33173"/>
                </a:lnTo>
                <a:lnTo>
                  <a:pt x="6502674" y="33173"/>
                </a:lnTo>
                <a:lnTo>
                  <a:pt x="6502674" y="66440"/>
                </a:lnTo>
                <a:lnTo>
                  <a:pt x="6494427" y="66440"/>
                </a:lnTo>
                <a:lnTo>
                  <a:pt x="6494427" y="33173"/>
                </a:lnTo>
                <a:lnTo>
                  <a:pt x="6479378" y="33173"/>
                </a:lnTo>
                <a:lnTo>
                  <a:pt x="6479378" y="26417"/>
                </a:lnTo>
                <a:lnTo>
                  <a:pt x="6494427" y="26417"/>
                </a:lnTo>
                <a:lnTo>
                  <a:pt x="6494427" y="18683"/>
                </a:lnTo>
                <a:cubicBezTo>
                  <a:pt x="6494427" y="6228"/>
                  <a:pt x="6500919" y="0"/>
                  <a:pt x="6513902" y="0"/>
                </a:cubicBezTo>
                <a:cubicBezTo>
                  <a:pt x="6517132" y="0"/>
                  <a:pt x="6520705" y="373"/>
                  <a:pt x="6524618" y="1118"/>
                </a:cubicBezTo>
                <a:lnTo>
                  <a:pt x="6524618" y="8107"/>
                </a:lnTo>
                <a:moveTo>
                  <a:pt x="6475650" y="19662"/>
                </a:moveTo>
                <a:lnTo>
                  <a:pt x="6475650" y="19662"/>
                </a:lnTo>
                <a:close/>
                <a:moveTo>
                  <a:pt x="6550898" y="26371"/>
                </a:moveTo>
                <a:lnTo>
                  <a:pt x="6537060" y="26371"/>
                </a:lnTo>
                <a:lnTo>
                  <a:pt x="6537060" y="19662"/>
                </a:lnTo>
                <a:lnTo>
                  <a:pt x="6559098" y="19662"/>
                </a:lnTo>
                <a:lnTo>
                  <a:pt x="6559098" y="59684"/>
                </a:lnTo>
                <a:lnTo>
                  <a:pt x="6573029" y="59684"/>
                </a:lnTo>
                <a:lnTo>
                  <a:pt x="6573029" y="66440"/>
                </a:lnTo>
                <a:lnTo>
                  <a:pt x="6535523" y="66440"/>
                </a:lnTo>
                <a:lnTo>
                  <a:pt x="6535523" y="59684"/>
                </a:lnTo>
                <a:lnTo>
                  <a:pt x="6550898" y="59684"/>
                </a:lnTo>
                <a:lnTo>
                  <a:pt x="6550898" y="26371"/>
                </a:lnTo>
                <a:moveTo>
                  <a:pt x="6553740" y="0"/>
                </a:moveTo>
                <a:cubicBezTo>
                  <a:pt x="6554641" y="0"/>
                  <a:pt x="6555479" y="163"/>
                  <a:pt x="6556256" y="489"/>
                </a:cubicBezTo>
                <a:cubicBezTo>
                  <a:pt x="6557032" y="815"/>
                  <a:pt x="6557708" y="1274"/>
                  <a:pt x="6558283" y="1864"/>
                </a:cubicBezTo>
                <a:cubicBezTo>
                  <a:pt x="6558857" y="2454"/>
                  <a:pt x="6559308" y="3129"/>
                  <a:pt x="6559634" y="3890"/>
                </a:cubicBezTo>
                <a:cubicBezTo>
                  <a:pt x="6559960" y="4651"/>
                  <a:pt x="6560123" y="5482"/>
                  <a:pt x="6560123" y="6383"/>
                </a:cubicBezTo>
                <a:cubicBezTo>
                  <a:pt x="6560123" y="7253"/>
                  <a:pt x="6559960" y="8076"/>
                  <a:pt x="6559634" y="8852"/>
                </a:cubicBezTo>
                <a:cubicBezTo>
                  <a:pt x="6559308" y="9629"/>
                  <a:pt x="6558857" y="10312"/>
                  <a:pt x="6558283" y="10902"/>
                </a:cubicBezTo>
                <a:cubicBezTo>
                  <a:pt x="6557708" y="11493"/>
                  <a:pt x="6557032" y="11951"/>
                  <a:pt x="6556256" y="12277"/>
                </a:cubicBezTo>
                <a:cubicBezTo>
                  <a:pt x="6555479" y="12603"/>
                  <a:pt x="6554641" y="12766"/>
                  <a:pt x="6553740" y="12766"/>
                </a:cubicBezTo>
                <a:cubicBezTo>
                  <a:pt x="6552839" y="12766"/>
                  <a:pt x="6552001" y="12603"/>
                  <a:pt x="6551224" y="12277"/>
                </a:cubicBezTo>
                <a:cubicBezTo>
                  <a:pt x="6550448" y="11951"/>
                  <a:pt x="6549772" y="11493"/>
                  <a:pt x="6549197" y="10902"/>
                </a:cubicBezTo>
                <a:cubicBezTo>
                  <a:pt x="6548623" y="10312"/>
                  <a:pt x="6548172" y="9629"/>
                  <a:pt x="6547846" y="8852"/>
                </a:cubicBezTo>
                <a:cubicBezTo>
                  <a:pt x="6547520" y="8076"/>
                  <a:pt x="6547357" y="7253"/>
                  <a:pt x="6547357" y="6383"/>
                </a:cubicBezTo>
                <a:cubicBezTo>
                  <a:pt x="6547357" y="5482"/>
                  <a:pt x="6547520" y="4651"/>
                  <a:pt x="6547846" y="3890"/>
                </a:cubicBezTo>
                <a:cubicBezTo>
                  <a:pt x="6548172" y="3129"/>
                  <a:pt x="6548623" y="2454"/>
                  <a:pt x="6549197" y="1864"/>
                </a:cubicBezTo>
                <a:cubicBezTo>
                  <a:pt x="6549772" y="1274"/>
                  <a:pt x="6550448" y="815"/>
                  <a:pt x="6551224" y="489"/>
                </a:cubicBezTo>
                <a:cubicBezTo>
                  <a:pt x="6552001" y="163"/>
                  <a:pt x="6552839" y="0"/>
                  <a:pt x="6553740" y="0"/>
                </a:cubicBezTo>
                <a:close/>
                <a:moveTo>
                  <a:pt x="6602757" y="7222"/>
                </a:moveTo>
                <a:lnTo>
                  <a:pt x="6588919" y="7222"/>
                </a:lnTo>
                <a:lnTo>
                  <a:pt x="6588919" y="559"/>
                </a:lnTo>
                <a:lnTo>
                  <a:pt x="6610957" y="559"/>
                </a:lnTo>
                <a:lnTo>
                  <a:pt x="6610957" y="59684"/>
                </a:lnTo>
                <a:lnTo>
                  <a:pt x="6624888" y="59684"/>
                </a:lnTo>
                <a:lnTo>
                  <a:pt x="6624888" y="66440"/>
                </a:lnTo>
                <a:lnTo>
                  <a:pt x="6587381" y="66440"/>
                </a:lnTo>
                <a:lnTo>
                  <a:pt x="6587381" y="59684"/>
                </a:lnTo>
                <a:lnTo>
                  <a:pt x="6602757" y="59684"/>
                </a:lnTo>
                <a:lnTo>
                  <a:pt x="6602757" y="7222"/>
                </a:lnTo>
                <a:close/>
                <a:moveTo>
                  <a:pt x="6678190" y="40581"/>
                </a:moveTo>
                <a:cubicBezTo>
                  <a:pt x="6678190" y="41731"/>
                  <a:pt x="6678175" y="42693"/>
                  <a:pt x="6678144" y="43470"/>
                </a:cubicBezTo>
                <a:cubicBezTo>
                  <a:pt x="6678113" y="44246"/>
                  <a:pt x="6678066" y="44976"/>
                  <a:pt x="6678004" y="45660"/>
                </a:cubicBezTo>
                <a:lnTo>
                  <a:pt x="6645157" y="45660"/>
                </a:lnTo>
                <a:cubicBezTo>
                  <a:pt x="6645157" y="50443"/>
                  <a:pt x="6646493" y="54116"/>
                  <a:pt x="6649164" y="56679"/>
                </a:cubicBezTo>
                <a:cubicBezTo>
                  <a:pt x="6651835" y="59241"/>
                  <a:pt x="6655687" y="60522"/>
                  <a:pt x="6660719" y="60522"/>
                </a:cubicBezTo>
                <a:cubicBezTo>
                  <a:pt x="6662085" y="60522"/>
                  <a:pt x="6663452" y="60467"/>
                  <a:pt x="6664819" y="60357"/>
                </a:cubicBezTo>
                <a:cubicBezTo>
                  <a:pt x="6666185" y="60245"/>
                  <a:pt x="6667505" y="60094"/>
                  <a:pt x="6668779" y="59904"/>
                </a:cubicBezTo>
                <a:cubicBezTo>
                  <a:pt x="6670052" y="59712"/>
                  <a:pt x="6671272" y="59498"/>
                  <a:pt x="6672436" y="59260"/>
                </a:cubicBezTo>
                <a:cubicBezTo>
                  <a:pt x="6673601" y="59021"/>
                  <a:pt x="6674681" y="58759"/>
                  <a:pt x="6675675" y="58472"/>
                </a:cubicBezTo>
                <a:lnTo>
                  <a:pt x="6675675" y="65135"/>
                </a:lnTo>
                <a:cubicBezTo>
                  <a:pt x="6673469" y="65770"/>
                  <a:pt x="6670977" y="66286"/>
                  <a:pt x="6668197" y="66683"/>
                </a:cubicBezTo>
                <a:cubicBezTo>
                  <a:pt x="6665417" y="67080"/>
                  <a:pt x="6662536" y="67278"/>
                  <a:pt x="6659554" y="67278"/>
                </a:cubicBezTo>
                <a:cubicBezTo>
                  <a:pt x="6655547" y="67278"/>
                  <a:pt x="6652099" y="66735"/>
                  <a:pt x="6649211" y="65648"/>
                </a:cubicBezTo>
                <a:cubicBezTo>
                  <a:pt x="6646322" y="64560"/>
                  <a:pt x="6643953" y="62984"/>
                  <a:pt x="6642105" y="60919"/>
                </a:cubicBezTo>
                <a:cubicBezTo>
                  <a:pt x="6640257" y="58853"/>
                  <a:pt x="6638890" y="56321"/>
                  <a:pt x="6638005" y="53324"/>
                </a:cubicBezTo>
                <a:cubicBezTo>
                  <a:pt x="6637120" y="50327"/>
                  <a:pt x="6636677" y="46933"/>
                  <a:pt x="6636677" y="43144"/>
                </a:cubicBezTo>
                <a:cubicBezTo>
                  <a:pt x="6636677" y="39851"/>
                  <a:pt x="6637151" y="36737"/>
                  <a:pt x="6638098" y="33802"/>
                </a:cubicBezTo>
                <a:cubicBezTo>
                  <a:pt x="6639046" y="30867"/>
                  <a:pt x="6640428" y="28289"/>
                  <a:pt x="6642245" y="26068"/>
                </a:cubicBezTo>
                <a:cubicBezTo>
                  <a:pt x="6644062" y="23847"/>
                  <a:pt x="6646291" y="22084"/>
                  <a:pt x="6648931" y="20780"/>
                </a:cubicBezTo>
                <a:cubicBezTo>
                  <a:pt x="6651571" y="19475"/>
                  <a:pt x="6654569" y="18823"/>
                  <a:pt x="6657923" y="18823"/>
                </a:cubicBezTo>
                <a:cubicBezTo>
                  <a:pt x="6661185" y="18823"/>
                  <a:pt x="6664073" y="19336"/>
                  <a:pt x="6666589" y="20361"/>
                </a:cubicBezTo>
                <a:cubicBezTo>
                  <a:pt x="6669105" y="21386"/>
                  <a:pt x="6671225" y="22838"/>
                  <a:pt x="6672949" y="24717"/>
                </a:cubicBezTo>
                <a:cubicBezTo>
                  <a:pt x="6674673" y="26596"/>
                  <a:pt x="6675977" y="28879"/>
                  <a:pt x="6676863" y="31566"/>
                </a:cubicBezTo>
                <a:cubicBezTo>
                  <a:pt x="6677748" y="34253"/>
                  <a:pt x="6678190" y="37258"/>
                  <a:pt x="6678190" y="40581"/>
                </a:cubicBezTo>
                <a:moveTo>
                  <a:pt x="6669757" y="39416"/>
                </a:moveTo>
                <a:cubicBezTo>
                  <a:pt x="6669851" y="37335"/>
                  <a:pt x="6669649" y="35433"/>
                  <a:pt x="6669152" y="33709"/>
                </a:cubicBezTo>
                <a:cubicBezTo>
                  <a:pt x="6668655" y="31985"/>
                  <a:pt x="6667886" y="30502"/>
                  <a:pt x="6666845" y="29260"/>
                </a:cubicBezTo>
                <a:cubicBezTo>
                  <a:pt x="6665805" y="28017"/>
                  <a:pt x="6664508" y="27046"/>
                  <a:pt x="6662955" y="26348"/>
                </a:cubicBezTo>
                <a:cubicBezTo>
                  <a:pt x="6661402" y="25649"/>
                  <a:pt x="6659600" y="25299"/>
                  <a:pt x="6657550" y="25299"/>
                </a:cubicBezTo>
                <a:cubicBezTo>
                  <a:pt x="6655780" y="25299"/>
                  <a:pt x="6654165" y="25641"/>
                  <a:pt x="6652705" y="26324"/>
                </a:cubicBezTo>
                <a:cubicBezTo>
                  <a:pt x="6651245" y="27008"/>
                  <a:pt x="6649987" y="27970"/>
                  <a:pt x="6648931" y="29213"/>
                </a:cubicBezTo>
                <a:cubicBezTo>
                  <a:pt x="6647875" y="30455"/>
                  <a:pt x="6647021" y="31946"/>
                  <a:pt x="6646368" y="33686"/>
                </a:cubicBezTo>
                <a:cubicBezTo>
                  <a:pt x="6645716" y="35425"/>
                  <a:pt x="6645312" y="37335"/>
                  <a:pt x="6645157" y="39416"/>
                </a:cubicBezTo>
                <a:lnTo>
                  <a:pt x="6669757" y="39416"/>
                </a:lnTo>
                <a:close/>
                <a:moveTo>
                  <a:pt x="6708943" y="51763"/>
                </a:moveTo>
                <a:cubicBezTo>
                  <a:pt x="6709999" y="51763"/>
                  <a:pt x="6711000" y="51965"/>
                  <a:pt x="6711948" y="52369"/>
                </a:cubicBezTo>
                <a:cubicBezTo>
                  <a:pt x="6712895" y="52773"/>
                  <a:pt x="6713718" y="53332"/>
                  <a:pt x="6714417" y="54046"/>
                </a:cubicBezTo>
                <a:cubicBezTo>
                  <a:pt x="6715116" y="54761"/>
                  <a:pt x="6715667" y="55592"/>
                  <a:pt x="6716071" y="56539"/>
                </a:cubicBezTo>
                <a:cubicBezTo>
                  <a:pt x="6716475" y="57486"/>
                  <a:pt x="6716677" y="58504"/>
                  <a:pt x="6716677" y="59591"/>
                </a:cubicBezTo>
                <a:cubicBezTo>
                  <a:pt x="6716677" y="60647"/>
                  <a:pt x="6716475" y="61641"/>
                  <a:pt x="6716071" y="62573"/>
                </a:cubicBezTo>
                <a:cubicBezTo>
                  <a:pt x="6715667" y="63504"/>
                  <a:pt x="6715116" y="64320"/>
                  <a:pt x="6714417" y="65019"/>
                </a:cubicBezTo>
                <a:cubicBezTo>
                  <a:pt x="6713718" y="65717"/>
                  <a:pt x="6712895" y="66269"/>
                  <a:pt x="6711948" y="66673"/>
                </a:cubicBezTo>
                <a:cubicBezTo>
                  <a:pt x="6711000" y="67076"/>
                  <a:pt x="6709999" y="67278"/>
                  <a:pt x="6708943" y="67278"/>
                </a:cubicBezTo>
                <a:cubicBezTo>
                  <a:pt x="6707856" y="67278"/>
                  <a:pt x="6706846" y="67076"/>
                  <a:pt x="6705914" y="66673"/>
                </a:cubicBezTo>
                <a:cubicBezTo>
                  <a:pt x="6704982" y="66269"/>
                  <a:pt x="6704167" y="65717"/>
                  <a:pt x="6703468" y="65019"/>
                </a:cubicBezTo>
                <a:cubicBezTo>
                  <a:pt x="6702769" y="64320"/>
                  <a:pt x="6702218" y="63504"/>
                  <a:pt x="6701814" y="62573"/>
                </a:cubicBezTo>
                <a:cubicBezTo>
                  <a:pt x="6701410" y="61641"/>
                  <a:pt x="6701208" y="60647"/>
                  <a:pt x="6701208" y="59591"/>
                </a:cubicBezTo>
                <a:cubicBezTo>
                  <a:pt x="6701208" y="58504"/>
                  <a:pt x="6701410" y="57486"/>
                  <a:pt x="6701814" y="56539"/>
                </a:cubicBezTo>
                <a:cubicBezTo>
                  <a:pt x="6702218" y="55592"/>
                  <a:pt x="6702769" y="54761"/>
                  <a:pt x="6703468" y="54046"/>
                </a:cubicBezTo>
                <a:cubicBezTo>
                  <a:pt x="6704167" y="53332"/>
                  <a:pt x="6704982" y="52773"/>
                  <a:pt x="6705914" y="52369"/>
                </a:cubicBezTo>
                <a:cubicBezTo>
                  <a:pt x="6706846" y="51965"/>
                  <a:pt x="6707856" y="51763"/>
                  <a:pt x="6708943" y="51763"/>
                </a:cubicBezTo>
                <a:close/>
                <a:moveTo>
                  <a:pt x="6757260" y="559"/>
                </a:moveTo>
                <a:lnTo>
                  <a:pt x="6755956" y="22457"/>
                </a:lnTo>
                <a:lnTo>
                  <a:pt x="6748315" y="22457"/>
                </a:lnTo>
                <a:lnTo>
                  <a:pt x="6746963" y="559"/>
                </a:lnTo>
                <a:lnTo>
                  <a:pt x="6757260" y="559"/>
                </a:lnTo>
                <a:moveTo>
                  <a:pt x="6775384" y="559"/>
                </a:moveTo>
                <a:lnTo>
                  <a:pt x="6774080" y="22457"/>
                </a:lnTo>
                <a:lnTo>
                  <a:pt x="6766439" y="22457"/>
                </a:lnTo>
                <a:lnTo>
                  <a:pt x="6765088" y="559"/>
                </a:lnTo>
                <a:lnTo>
                  <a:pt x="6775384" y="559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&quot;bug_scenario&quot;">
            <a:extLst xmlns:a="http://schemas.openxmlformats.org/drawingml/2006/main">
              <a:ext uri="{FF2B5EF4-FFF2-40B4-BE49-F238E27FC236}">
                <a16:creationId xmlns:a16="http://schemas.microsoft.com/office/drawing/2014/main" id="{97FEBE1C-5D61-4E7F-AD38-AC6C5179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56" y="4459683"/>
            <a:ext cx="702598" cy="86008"/>
          </a:xfrm>
          <a:custGeom xmlns:a="http://schemas.openxmlformats.org/drawingml/2006/main">
            <a:pathLst>
              <a:path w="702598" h="86008">
                <a:moveTo>
                  <a:pt x="10297" y="559"/>
                </a:moveTo>
                <a:lnTo>
                  <a:pt x="8992" y="22457"/>
                </a:lnTo>
                <a:lnTo>
                  <a:pt x="1351" y="22457"/>
                </a:lnTo>
                <a:lnTo>
                  <a:pt x="0" y="559"/>
                </a:lnTo>
                <a:lnTo>
                  <a:pt x="10297" y="559"/>
                </a:lnTo>
                <a:moveTo>
                  <a:pt x="28421" y="559"/>
                </a:moveTo>
                <a:lnTo>
                  <a:pt x="27116" y="22457"/>
                </a:lnTo>
                <a:lnTo>
                  <a:pt x="19475" y="22457"/>
                </a:lnTo>
                <a:lnTo>
                  <a:pt x="18124" y="559"/>
                </a:lnTo>
                <a:lnTo>
                  <a:pt x="28421" y="559"/>
                </a:lnTo>
                <a:close/>
                <a:moveTo>
                  <a:pt x="87268" y="42212"/>
                </a:moveTo>
                <a:cubicBezTo>
                  <a:pt x="87268" y="46095"/>
                  <a:pt x="86732" y="49566"/>
                  <a:pt x="85661" y="52625"/>
                </a:cubicBezTo>
                <a:cubicBezTo>
                  <a:pt x="84589" y="55685"/>
                  <a:pt x="83067" y="58278"/>
                  <a:pt x="81095" y="60406"/>
                </a:cubicBezTo>
                <a:cubicBezTo>
                  <a:pt x="79122" y="62534"/>
                  <a:pt x="76723" y="64164"/>
                  <a:pt x="73896" y="65298"/>
                </a:cubicBezTo>
                <a:cubicBezTo>
                  <a:pt x="71070" y="66432"/>
                  <a:pt x="67886" y="66999"/>
                  <a:pt x="64345" y="66999"/>
                </a:cubicBezTo>
                <a:cubicBezTo>
                  <a:pt x="61581" y="66999"/>
                  <a:pt x="58754" y="66735"/>
                  <a:pt x="55865" y="66207"/>
                </a:cubicBezTo>
                <a:cubicBezTo>
                  <a:pt x="52977" y="65679"/>
                  <a:pt x="50119" y="64840"/>
                  <a:pt x="47292" y="63691"/>
                </a:cubicBezTo>
                <a:lnTo>
                  <a:pt x="47292" y="559"/>
                </a:lnTo>
                <a:lnTo>
                  <a:pt x="55399" y="559"/>
                </a:lnTo>
                <a:lnTo>
                  <a:pt x="55399" y="18715"/>
                </a:lnTo>
                <a:lnTo>
                  <a:pt x="55027" y="27396"/>
                </a:lnTo>
                <a:cubicBezTo>
                  <a:pt x="57356" y="24259"/>
                  <a:pt x="59849" y="22046"/>
                  <a:pt x="62505" y="20757"/>
                </a:cubicBezTo>
                <a:cubicBezTo>
                  <a:pt x="65160" y="19468"/>
                  <a:pt x="68010" y="18823"/>
                  <a:pt x="71054" y="18823"/>
                </a:cubicBezTo>
                <a:cubicBezTo>
                  <a:pt x="73725" y="18823"/>
                  <a:pt x="76071" y="19382"/>
                  <a:pt x="78090" y="20500"/>
                </a:cubicBezTo>
                <a:cubicBezTo>
                  <a:pt x="80108" y="21619"/>
                  <a:pt x="81801" y="23195"/>
                  <a:pt x="83168" y="25229"/>
                </a:cubicBezTo>
                <a:cubicBezTo>
                  <a:pt x="84535" y="27264"/>
                  <a:pt x="85560" y="29718"/>
                  <a:pt x="86243" y="32591"/>
                </a:cubicBezTo>
                <a:cubicBezTo>
                  <a:pt x="86926" y="35464"/>
                  <a:pt x="87268" y="38671"/>
                  <a:pt x="87268" y="42212"/>
                </a:cubicBezTo>
                <a:moveTo>
                  <a:pt x="78975" y="42585"/>
                </a:moveTo>
                <a:cubicBezTo>
                  <a:pt x="78975" y="40131"/>
                  <a:pt x="78796" y="37879"/>
                  <a:pt x="78439" y="35829"/>
                </a:cubicBezTo>
                <a:cubicBezTo>
                  <a:pt x="78082" y="33779"/>
                  <a:pt x="77515" y="32024"/>
                  <a:pt x="76738" y="30564"/>
                </a:cubicBezTo>
                <a:cubicBezTo>
                  <a:pt x="75962" y="29104"/>
                  <a:pt x="74968" y="27963"/>
                  <a:pt x="73757" y="27140"/>
                </a:cubicBezTo>
                <a:cubicBezTo>
                  <a:pt x="72545" y="26316"/>
                  <a:pt x="71101" y="25905"/>
                  <a:pt x="69423" y="25905"/>
                </a:cubicBezTo>
                <a:cubicBezTo>
                  <a:pt x="68398" y="25905"/>
                  <a:pt x="67358" y="26068"/>
                  <a:pt x="66302" y="26394"/>
                </a:cubicBezTo>
                <a:cubicBezTo>
                  <a:pt x="65246" y="26720"/>
                  <a:pt x="64151" y="27264"/>
                  <a:pt x="63017" y="28025"/>
                </a:cubicBezTo>
                <a:cubicBezTo>
                  <a:pt x="61883" y="28786"/>
                  <a:pt x="60688" y="29795"/>
                  <a:pt x="59430" y="31053"/>
                </a:cubicBezTo>
                <a:cubicBezTo>
                  <a:pt x="58172" y="32311"/>
                  <a:pt x="56828" y="33872"/>
                  <a:pt x="55399" y="35736"/>
                </a:cubicBezTo>
                <a:lnTo>
                  <a:pt x="55399" y="58426"/>
                </a:lnTo>
                <a:cubicBezTo>
                  <a:pt x="56984" y="59047"/>
                  <a:pt x="58599" y="59536"/>
                  <a:pt x="60245" y="59894"/>
                </a:cubicBezTo>
                <a:cubicBezTo>
                  <a:pt x="61891" y="60251"/>
                  <a:pt x="63460" y="60429"/>
                  <a:pt x="64951" y="60429"/>
                </a:cubicBezTo>
                <a:cubicBezTo>
                  <a:pt x="66814" y="60429"/>
                  <a:pt x="68593" y="60134"/>
                  <a:pt x="70285" y="59544"/>
                </a:cubicBezTo>
                <a:cubicBezTo>
                  <a:pt x="71978" y="58954"/>
                  <a:pt x="73469" y="57968"/>
                  <a:pt x="74758" y="56586"/>
                </a:cubicBezTo>
                <a:cubicBezTo>
                  <a:pt x="76047" y="55203"/>
                  <a:pt x="77072" y="53371"/>
                  <a:pt x="77833" y="51088"/>
                </a:cubicBezTo>
                <a:cubicBezTo>
                  <a:pt x="78594" y="48805"/>
                  <a:pt x="78975" y="45970"/>
                  <a:pt x="78975" y="42585"/>
                </a:cubicBezTo>
                <a:close/>
                <a:moveTo>
                  <a:pt x="136750" y="66440"/>
                </a:moveTo>
                <a:lnTo>
                  <a:pt x="129482" y="66440"/>
                </a:lnTo>
                <a:lnTo>
                  <a:pt x="129203" y="58892"/>
                </a:lnTo>
                <a:cubicBezTo>
                  <a:pt x="127805" y="60507"/>
                  <a:pt x="126477" y="61850"/>
                  <a:pt x="125219" y="62922"/>
                </a:cubicBezTo>
                <a:cubicBezTo>
                  <a:pt x="123961" y="63994"/>
                  <a:pt x="122711" y="64856"/>
                  <a:pt x="121468" y="65508"/>
                </a:cubicBezTo>
                <a:cubicBezTo>
                  <a:pt x="120226" y="66160"/>
                  <a:pt x="118976" y="66618"/>
                  <a:pt x="117718" y="66882"/>
                </a:cubicBezTo>
                <a:cubicBezTo>
                  <a:pt x="116460" y="67146"/>
                  <a:pt x="115132" y="67278"/>
                  <a:pt x="113734" y="67278"/>
                </a:cubicBezTo>
                <a:cubicBezTo>
                  <a:pt x="108920" y="67278"/>
                  <a:pt x="105286" y="65865"/>
                  <a:pt x="102832" y="63038"/>
                </a:cubicBezTo>
                <a:cubicBezTo>
                  <a:pt x="100378" y="60212"/>
                  <a:pt x="99151" y="55941"/>
                  <a:pt x="99151" y="50226"/>
                </a:cubicBezTo>
                <a:lnTo>
                  <a:pt x="99151" y="19662"/>
                </a:lnTo>
                <a:lnTo>
                  <a:pt x="107258" y="19662"/>
                </a:lnTo>
                <a:lnTo>
                  <a:pt x="107258" y="49573"/>
                </a:lnTo>
                <a:cubicBezTo>
                  <a:pt x="107258" y="56749"/>
                  <a:pt x="109960" y="60336"/>
                  <a:pt x="115365" y="60336"/>
                </a:cubicBezTo>
                <a:cubicBezTo>
                  <a:pt x="116359" y="60336"/>
                  <a:pt x="117329" y="60189"/>
                  <a:pt x="118277" y="59894"/>
                </a:cubicBezTo>
                <a:cubicBezTo>
                  <a:pt x="119224" y="59598"/>
                  <a:pt x="120218" y="59086"/>
                  <a:pt x="121259" y="58356"/>
                </a:cubicBezTo>
                <a:cubicBezTo>
                  <a:pt x="122299" y="57626"/>
                  <a:pt x="123417" y="56640"/>
                  <a:pt x="124613" y="55397"/>
                </a:cubicBezTo>
                <a:cubicBezTo>
                  <a:pt x="125809" y="54155"/>
                  <a:pt x="127153" y="52586"/>
                  <a:pt x="128643" y="50692"/>
                </a:cubicBezTo>
                <a:lnTo>
                  <a:pt x="128643" y="19662"/>
                </a:lnTo>
                <a:lnTo>
                  <a:pt x="136750" y="19662"/>
                </a:lnTo>
                <a:lnTo>
                  <a:pt x="136750" y="66440"/>
                </a:lnTo>
                <a:close/>
                <a:moveTo>
                  <a:pt x="184695" y="26278"/>
                </a:moveTo>
                <a:cubicBezTo>
                  <a:pt x="185565" y="27365"/>
                  <a:pt x="186240" y="28631"/>
                  <a:pt x="186722" y="30075"/>
                </a:cubicBezTo>
                <a:cubicBezTo>
                  <a:pt x="187203" y="31519"/>
                  <a:pt x="187444" y="33080"/>
                  <a:pt x="187444" y="34757"/>
                </a:cubicBezTo>
                <a:cubicBezTo>
                  <a:pt x="187444" y="37180"/>
                  <a:pt x="187001" y="39393"/>
                  <a:pt x="186116" y="41397"/>
                </a:cubicBezTo>
                <a:cubicBezTo>
                  <a:pt x="185231" y="43400"/>
                  <a:pt x="183981" y="45116"/>
                  <a:pt x="182366" y="46545"/>
                </a:cubicBezTo>
                <a:cubicBezTo>
                  <a:pt x="180750" y="47974"/>
                  <a:pt x="178817" y="49084"/>
                  <a:pt x="176565" y="49876"/>
                </a:cubicBezTo>
                <a:cubicBezTo>
                  <a:pt x="174313" y="50668"/>
                  <a:pt x="171836" y="51064"/>
                  <a:pt x="169134" y="51064"/>
                </a:cubicBezTo>
                <a:cubicBezTo>
                  <a:pt x="167177" y="51064"/>
                  <a:pt x="165344" y="50855"/>
                  <a:pt x="163636" y="50435"/>
                </a:cubicBezTo>
                <a:cubicBezTo>
                  <a:pt x="161927" y="50016"/>
                  <a:pt x="160576" y="49496"/>
                  <a:pt x="159582" y="48875"/>
                </a:cubicBezTo>
                <a:cubicBezTo>
                  <a:pt x="158992" y="49744"/>
                  <a:pt x="158495" y="50566"/>
                  <a:pt x="158091" y="51340"/>
                </a:cubicBezTo>
                <a:cubicBezTo>
                  <a:pt x="157688" y="52112"/>
                  <a:pt x="157486" y="52977"/>
                  <a:pt x="157486" y="53934"/>
                </a:cubicBezTo>
                <a:cubicBezTo>
                  <a:pt x="157486" y="55107"/>
                  <a:pt x="158053" y="56079"/>
                  <a:pt x="159186" y="56850"/>
                </a:cubicBezTo>
                <a:cubicBezTo>
                  <a:pt x="160320" y="57621"/>
                  <a:pt x="161819" y="58038"/>
                  <a:pt x="163682" y="58100"/>
                </a:cubicBezTo>
                <a:lnTo>
                  <a:pt x="175983" y="58566"/>
                </a:lnTo>
                <a:cubicBezTo>
                  <a:pt x="178312" y="58628"/>
                  <a:pt x="180463" y="58923"/>
                  <a:pt x="182436" y="59452"/>
                </a:cubicBezTo>
                <a:cubicBezTo>
                  <a:pt x="184408" y="59981"/>
                  <a:pt x="186101" y="60744"/>
                  <a:pt x="187514" y="61740"/>
                </a:cubicBezTo>
                <a:cubicBezTo>
                  <a:pt x="188927" y="62735"/>
                  <a:pt x="190030" y="63963"/>
                  <a:pt x="190822" y="65426"/>
                </a:cubicBezTo>
                <a:cubicBezTo>
                  <a:pt x="191614" y="66888"/>
                  <a:pt x="192010" y="68584"/>
                  <a:pt x="192010" y="70513"/>
                </a:cubicBezTo>
                <a:cubicBezTo>
                  <a:pt x="192010" y="72598"/>
                  <a:pt x="191560" y="74574"/>
                  <a:pt x="190659" y="76441"/>
                </a:cubicBezTo>
                <a:cubicBezTo>
                  <a:pt x="189758" y="78307"/>
                  <a:pt x="188368" y="79948"/>
                  <a:pt x="186489" y="81364"/>
                </a:cubicBezTo>
                <a:cubicBezTo>
                  <a:pt x="184610" y="82780"/>
                  <a:pt x="182226" y="83908"/>
                  <a:pt x="179337" y="84747"/>
                </a:cubicBezTo>
                <a:cubicBezTo>
                  <a:pt x="176448" y="85588"/>
                  <a:pt x="173016" y="86008"/>
                  <a:pt x="169040" y="86008"/>
                </a:cubicBezTo>
                <a:cubicBezTo>
                  <a:pt x="165251" y="86008"/>
                  <a:pt x="162028" y="85705"/>
                  <a:pt x="159373" y="85098"/>
                </a:cubicBezTo>
                <a:cubicBezTo>
                  <a:pt x="156717" y="84491"/>
                  <a:pt x="154535" y="83651"/>
                  <a:pt x="152827" y="82578"/>
                </a:cubicBezTo>
                <a:cubicBezTo>
                  <a:pt x="151118" y="81504"/>
                  <a:pt x="149876" y="80228"/>
                  <a:pt x="149099" y="78750"/>
                </a:cubicBezTo>
                <a:cubicBezTo>
                  <a:pt x="148323" y="77273"/>
                  <a:pt x="147934" y="75647"/>
                  <a:pt x="147934" y="73874"/>
                </a:cubicBezTo>
                <a:cubicBezTo>
                  <a:pt x="147934" y="71603"/>
                  <a:pt x="148462" y="69611"/>
                  <a:pt x="149519" y="67900"/>
                </a:cubicBezTo>
                <a:cubicBezTo>
                  <a:pt x="150575" y="66190"/>
                  <a:pt x="152205" y="64541"/>
                  <a:pt x="154411" y="62954"/>
                </a:cubicBezTo>
                <a:cubicBezTo>
                  <a:pt x="153603" y="62582"/>
                  <a:pt x="152904" y="62117"/>
                  <a:pt x="152314" y="61559"/>
                </a:cubicBezTo>
                <a:cubicBezTo>
                  <a:pt x="151724" y="61001"/>
                  <a:pt x="151242" y="60389"/>
                  <a:pt x="150870" y="59723"/>
                </a:cubicBezTo>
                <a:cubicBezTo>
                  <a:pt x="150497" y="59056"/>
                  <a:pt x="150217" y="58351"/>
                  <a:pt x="150031" y="57608"/>
                </a:cubicBezTo>
                <a:cubicBezTo>
                  <a:pt x="149845" y="56863"/>
                  <a:pt x="149751" y="56135"/>
                  <a:pt x="149751" y="55422"/>
                </a:cubicBezTo>
                <a:cubicBezTo>
                  <a:pt x="149751" y="53407"/>
                  <a:pt x="150225" y="51563"/>
                  <a:pt x="151173" y="49889"/>
                </a:cubicBezTo>
                <a:cubicBezTo>
                  <a:pt x="152120" y="48216"/>
                  <a:pt x="153246" y="46635"/>
                  <a:pt x="154550" y="45147"/>
                </a:cubicBezTo>
                <a:cubicBezTo>
                  <a:pt x="153960" y="44433"/>
                  <a:pt x="153440" y="43734"/>
                  <a:pt x="152990" y="43051"/>
                </a:cubicBezTo>
                <a:cubicBezTo>
                  <a:pt x="152539" y="42367"/>
                  <a:pt x="152151" y="41630"/>
                  <a:pt x="151825" y="40838"/>
                </a:cubicBezTo>
                <a:cubicBezTo>
                  <a:pt x="151499" y="40045"/>
                  <a:pt x="151250" y="39191"/>
                  <a:pt x="151079" y="38275"/>
                </a:cubicBezTo>
                <a:cubicBezTo>
                  <a:pt x="150909" y="37359"/>
                  <a:pt x="150823" y="36310"/>
                  <a:pt x="150823" y="35130"/>
                </a:cubicBezTo>
                <a:cubicBezTo>
                  <a:pt x="150823" y="32707"/>
                  <a:pt x="151266" y="30494"/>
                  <a:pt x="152151" y="28491"/>
                </a:cubicBezTo>
                <a:cubicBezTo>
                  <a:pt x="153036" y="26487"/>
                  <a:pt x="154279" y="24771"/>
                  <a:pt x="155878" y="23342"/>
                </a:cubicBezTo>
                <a:cubicBezTo>
                  <a:pt x="157478" y="21914"/>
                  <a:pt x="159404" y="20803"/>
                  <a:pt x="161656" y="20011"/>
                </a:cubicBezTo>
                <a:cubicBezTo>
                  <a:pt x="163908" y="19219"/>
                  <a:pt x="166400" y="18823"/>
                  <a:pt x="169134" y="18823"/>
                </a:cubicBezTo>
                <a:cubicBezTo>
                  <a:pt x="170283" y="18823"/>
                  <a:pt x="171386" y="18901"/>
                  <a:pt x="172442" y="19056"/>
                </a:cubicBezTo>
                <a:cubicBezTo>
                  <a:pt x="173498" y="19211"/>
                  <a:pt x="174430" y="19413"/>
                  <a:pt x="175237" y="19662"/>
                </a:cubicBezTo>
                <a:lnTo>
                  <a:pt x="192196" y="19662"/>
                </a:lnTo>
                <a:lnTo>
                  <a:pt x="192196" y="26278"/>
                </a:lnTo>
                <a:lnTo>
                  <a:pt x="184695" y="26278"/>
                </a:lnTo>
                <a:moveTo>
                  <a:pt x="156554" y="73175"/>
                </a:moveTo>
                <a:cubicBezTo>
                  <a:pt x="156554" y="75387"/>
                  <a:pt x="157703" y="76999"/>
                  <a:pt x="160002" y="78012"/>
                </a:cubicBezTo>
                <a:cubicBezTo>
                  <a:pt x="162300" y="79025"/>
                  <a:pt x="165499" y="79532"/>
                  <a:pt x="169600" y="79532"/>
                </a:cubicBezTo>
                <a:cubicBezTo>
                  <a:pt x="172178" y="79532"/>
                  <a:pt x="174344" y="79298"/>
                  <a:pt x="176099" y="78830"/>
                </a:cubicBezTo>
                <a:cubicBezTo>
                  <a:pt x="177854" y="78363"/>
                  <a:pt x="179267" y="77748"/>
                  <a:pt x="180339" y="76984"/>
                </a:cubicBezTo>
                <a:cubicBezTo>
                  <a:pt x="181410" y="76220"/>
                  <a:pt x="182179" y="75347"/>
                  <a:pt x="182645" y="74366"/>
                </a:cubicBezTo>
                <a:cubicBezTo>
                  <a:pt x="183111" y="73385"/>
                  <a:pt x="183344" y="72380"/>
                  <a:pt x="183344" y="71351"/>
                </a:cubicBezTo>
                <a:cubicBezTo>
                  <a:pt x="183344" y="69449"/>
                  <a:pt x="182568" y="68047"/>
                  <a:pt x="181014" y="67143"/>
                </a:cubicBezTo>
                <a:cubicBezTo>
                  <a:pt x="179461" y="66239"/>
                  <a:pt x="177085" y="65710"/>
                  <a:pt x="173886" y="65554"/>
                </a:cubicBezTo>
                <a:lnTo>
                  <a:pt x="161679" y="65135"/>
                </a:lnTo>
                <a:cubicBezTo>
                  <a:pt x="160654" y="65820"/>
                  <a:pt x="159808" y="66490"/>
                  <a:pt x="159140" y="67144"/>
                </a:cubicBezTo>
                <a:cubicBezTo>
                  <a:pt x="158472" y="67800"/>
                  <a:pt x="157952" y="68462"/>
                  <a:pt x="157579" y="69132"/>
                </a:cubicBezTo>
                <a:cubicBezTo>
                  <a:pt x="157206" y="69802"/>
                  <a:pt x="156942" y="70471"/>
                  <a:pt x="156787" y="71141"/>
                </a:cubicBezTo>
                <a:cubicBezTo>
                  <a:pt x="156632" y="71812"/>
                  <a:pt x="156554" y="72490"/>
                  <a:pt x="156554" y="73175"/>
                </a:cubicBezTo>
                <a:moveTo>
                  <a:pt x="159023" y="34944"/>
                </a:moveTo>
                <a:cubicBezTo>
                  <a:pt x="159023" y="36435"/>
                  <a:pt x="159272" y="37801"/>
                  <a:pt x="159769" y="39044"/>
                </a:cubicBezTo>
                <a:cubicBezTo>
                  <a:pt x="160266" y="40286"/>
                  <a:pt x="160965" y="41342"/>
                  <a:pt x="161865" y="42212"/>
                </a:cubicBezTo>
                <a:cubicBezTo>
                  <a:pt x="162766" y="43082"/>
                  <a:pt x="163830" y="43757"/>
                  <a:pt x="165057" y="44239"/>
                </a:cubicBezTo>
                <a:cubicBezTo>
                  <a:pt x="166284" y="44720"/>
                  <a:pt x="167643" y="44961"/>
                  <a:pt x="169134" y="44961"/>
                </a:cubicBezTo>
                <a:cubicBezTo>
                  <a:pt x="170749" y="44961"/>
                  <a:pt x="172185" y="44689"/>
                  <a:pt x="173443" y="44146"/>
                </a:cubicBezTo>
                <a:cubicBezTo>
                  <a:pt x="174701" y="43602"/>
                  <a:pt x="175757" y="42864"/>
                  <a:pt x="176612" y="41932"/>
                </a:cubicBezTo>
                <a:cubicBezTo>
                  <a:pt x="177466" y="41001"/>
                  <a:pt x="178118" y="39929"/>
                  <a:pt x="178568" y="38718"/>
                </a:cubicBezTo>
                <a:cubicBezTo>
                  <a:pt x="179019" y="37506"/>
                  <a:pt x="179244" y="36248"/>
                  <a:pt x="179244" y="34944"/>
                </a:cubicBezTo>
                <a:cubicBezTo>
                  <a:pt x="179244" y="33453"/>
                  <a:pt x="178995" y="32086"/>
                  <a:pt x="178499" y="30844"/>
                </a:cubicBezTo>
                <a:cubicBezTo>
                  <a:pt x="178002" y="29601"/>
                  <a:pt x="177303" y="28545"/>
                  <a:pt x="176402" y="27675"/>
                </a:cubicBezTo>
                <a:cubicBezTo>
                  <a:pt x="175501" y="26806"/>
                  <a:pt x="174437" y="26130"/>
                  <a:pt x="173210" y="25649"/>
                </a:cubicBezTo>
                <a:cubicBezTo>
                  <a:pt x="171983" y="25167"/>
                  <a:pt x="170625" y="24927"/>
                  <a:pt x="169134" y="24927"/>
                </a:cubicBezTo>
                <a:cubicBezTo>
                  <a:pt x="167518" y="24927"/>
                  <a:pt x="166082" y="25206"/>
                  <a:pt x="164824" y="25765"/>
                </a:cubicBezTo>
                <a:cubicBezTo>
                  <a:pt x="163566" y="26324"/>
                  <a:pt x="162510" y="27062"/>
                  <a:pt x="161656" y="27978"/>
                </a:cubicBezTo>
                <a:cubicBezTo>
                  <a:pt x="160801" y="28895"/>
                  <a:pt x="160149" y="29958"/>
                  <a:pt x="159699" y="31170"/>
                </a:cubicBezTo>
                <a:cubicBezTo>
                  <a:pt x="159248" y="32381"/>
                  <a:pt x="159023" y="33639"/>
                  <a:pt x="159023" y="34944"/>
                </a:cubicBezTo>
                <a:close/>
                <a:moveTo>
                  <a:pt x="247875" y="85542"/>
                </a:moveTo>
                <a:lnTo>
                  <a:pt x="195413" y="85542"/>
                </a:lnTo>
                <a:lnTo>
                  <a:pt x="195413" y="78833"/>
                </a:lnTo>
                <a:lnTo>
                  <a:pt x="247875" y="78833"/>
                </a:lnTo>
                <a:lnTo>
                  <a:pt x="247875" y="85542"/>
                </a:lnTo>
                <a:close/>
                <a:moveTo>
                  <a:pt x="291767" y="53674"/>
                </a:moveTo>
                <a:cubicBezTo>
                  <a:pt x="291767" y="55320"/>
                  <a:pt x="291487" y="56795"/>
                  <a:pt x="290928" y="58100"/>
                </a:cubicBezTo>
                <a:cubicBezTo>
                  <a:pt x="290369" y="59404"/>
                  <a:pt x="289608" y="60561"/>
                  <a:pt x="288645" y="61571"/>
                </a:cubicBezTo>
                <a:cubicBezTo>
                  <a:pt x="287682" y="62580"/>
                  <a:pt x="286564" y="63442"/>
                  <a:pt x="285291" y="64157"/>
                </a:cubicBezTo>
                <a:cubicBezTo>
                  <a:pt x="284017" y="64871"/>
                  <a:pt x="282658" y="65461"/>
                  <a:pt x="281214" y="65927"/>
                </a:cubicBezTo>
                <a:cubicBezTo>
                  <a:pt x="279769" y="66393"/>
                  <a:pt x="278286" y="66735"/>
                  <a:pt x="276764" y="66952"/>
                </a:cubicBezTo>
                <a:cubicBezTo>
                  <a:pt x="275242" y="67170"/>
                  <a:pt x="273751" y="67278"/>
                  <a:pt x="272291" y="67278"/>
                </a:cubicBezTo>
                <a:cubicBezTo>
                  <a:pt x="269123" y="67278"/>
                  <a:pt x="266211" y="67139"/>
                  <a:pt x="263556" y="66859"/>
                </a:cubicBezTo>
                <a:cubicBezTo>
                  <a:pt x="260900" y="66579"/>
                  <a:pt x="258298" y="66129"/>
                  <a:pt x="255751" y="65508"/>
                </a:cubicBezTo>
                <a:lnTo>
                  <a:pt x="255751" y="58053"/>
                </a:lnTo>
                <a:cubicBezTo>
                  <a:pt x="258485" y="58830"/>
                  <a:pt x="261203" y="59420"/>
                  <a:pt x="263905" y="59824"/>
                </a:cubicBezTo>
                <a:cubicBezTo>
                  <a:pt x="266607" y="60227"/>
                  <a:pt x="269294" y="60429"/>
                  <a:pt x="271965" y="60429"/>
                </a:cubicBezTo>
                <a:cubicBezTo>
                  <a:pt x="275848" y="60429"/>
                  <a:pt x="278721" y="59901"/>
                  <a:pt x="280585" y="58845"/>
                </a:cubicBezTo>
                <a:cubicBezTo>
                  <a:pt x="282448" y="57789"/>
                  <a:pt x="283380" y="56283"/>
                  <a:pt x="283380" y="54326"/>
                </a:cubicBezTo>
                <a:cubicBezTo>
                  <a:pt x="283380" y="53487"/>
                  <a:pt x="283233" y="52734"/>
                  <a:pt x="282938" y="52066"/>
                </a:cubicBezTo>
                <a:cubicBezTo>
                  <a:pt x="282643" y="51398"/>
                  <a:pt x="282107" y="50762"/>
                  <a:pt x="281330" y="50156"/>
                </a:cubicBezTo>
                <a:cubicBezTo>
                  <a:pt x="280554" y="49550"/>
                  <a:pt x="279350" y="48921"/>
                  <a:pt x="277719" y="48269"/>
                </a:cubicBezTo>
                <a:cubicBezTo>
                  <a:pt x="276089" y="47617"/>
                  <a:pt x="273860" y="46871"/>
                  <a:pt x="271033" y="46033"/>
                </a:cubicBezTo>
                <a:cubicBezTo>
                  <a:pt x="268921" y="45411"/>
                  <a:pt x="266972" y="44705"/>
                  <a:pt x="265186" y="43913"/>
                </a:cubicBezTo>
                <a:cubicBezTo>
                  <a:pt x="263400" y="43121"/>
                  <a:pt x="261855" y="42181"/>
                  <a:pt x="260550" y="41094"/>
                </a:cubicBezTo>
                <a:cubicBezTo>
                  <a:pt x="259246" y="40007"/>
                  <a:pt x="258221" y="38733"/>
                  <a:pt x="257475" y="37273"/>
                </a:cubicBezTo>
                <a:cubicBezTo>
                  <a:pt x="256730" y="35813"/>
                  <a:pt x="256357" y="34090"/>
                  <a:pt x="256357" y="32102"/>
                </a:cubicBezTo>
                <a:cubicBezTo>
                  <a:pt x="256357" y="30797"/>
                  <a:pt x="256660" y="29368"/>
                  <a:pt x="257266" y="27815"/>
                </a:cubicBezTo>
                <a:cubicBezTo>
                  <a:pt x="257871" y="26262"/>
                  <a:pt x="258904" y="24818"/>
                  <a:pt x="260364" y="23482"/>
                </a:cubicBezTo>
                <a:cubicBezTo>
                  <a:pt x="261824" y="22147"/>
                  <a:pt x="263796" y="21036"/>
                  <a:pt x="266281" y="20151"/>
                </a:cubicBezTo>
                <a:cubicBezTo>
                  <a:pt x="268766" y="19266"/>
                  <a:pt x="271872" y="18823"/>
                  <a:pt x="275599" y="18823"/>
                </a:cubicBezTo>
                <a:cubicBezTo>
                  <a:pt x="277432" y="18823"/>
                  <a:pt x="279467" y="18924"/>
                  <a:pt x="281703" y="19126"/>
                </a:cubicBezTo>
                <a:cubicBezTo>
                  <a:pt x="283939" y="19328"/>
                  <a:pt x="286269" y="19677"/>
                  <a:pt x="288692" y="20174"/>
                </a:cubicBezTo>
                <a:lnTo>
                  <a:pt x="288692" y="27396"/>
                </a:lnTo>
                <a:cubicBezTo>
                  <a:pt x="286145" y="26775"/>
                  <a:pt x="283730" y="26316"/>
                  <a:pt x="281447" y="26021"/>
                </a:cubicBezTo>
                <a:cubicBezTo>
                  <a:pt x="279164" y="25726"/>
                  <a:pt x="277184" y="25579"/>
                  <a:pt x="275506" y="25579"/>
                </a:cubicBezTo>
                <a:cubicBezTo>
                  <a:pt x="273487" y="25579"/>
                  <a:pt x="271787" y="25734"/>
                  <a:pt x="270405" y="26045"/>
                </a:cubicBezTo>
                <a:cubicBezTo>
                  <a:pt x="269022" y="26355"/>
                  <a:pt x="267904" y="26782"/>
                  <a:pt x="267050" y="27326"/>
                </a:cubicBezTo>
                <a:cubicBezTo>
                  <a:pt x="266196" y="27870"/>
                  <a:pt x="265582" y="28506"/>
                  <a:pt x="265210" y="29236"/>
                </a:cubicBezTo>
                <a:cubicBezTo>
                  <a:pt x="264837" y="29966"/>
                  <a:pt x="264650" y="30750"/>
                  <a:pt x="264650" y="31589"/>
                </a:cubicBezTo>
                <a:cubicBezTo>
                  <a:pt x="264650" y="32428"/>
                  <a:pt x="264814" y="33189"/>
                  <a:pt x="265140" y="33872"/>
                </a:cubicBezTo>
                <a:cubicBezTo>
                  <a:pt x="265466" y="34555"/>
                  <a:pt x="266071" y="35215"/>
                  <a:pt x="266957" y="35852"/>
                </a:cubicBezTo>
                <a:cubicBezTo>
                  <a:pt x="267842" y="36489"/>
                  <a:pt x="269077" y="37126"/>
                  <a:pt x="270661" y="37762"/>
                </a:cubicBezTo>
                <a:cubicBezTo>
                  <a:pt x="272245" y="38399"/>
                  <a:pt x="274310" y="39090"/>
                  <a:pt x="276857" y="39836"/>
                </a:cubicBezTo>
                <a:cubicBezTo>
                  <a:pt x="279622" y="40643"/>
                  <a:pt x="281951" y="41490"/>
                  <a:pt x="283846" y="42375"/>
                </a:cubicBezTo>
                <a:cubicBezTo>
                  <a:pt x="285741" y="43260"/>
                  <a:pt x="287278" y="44246"/>
                  <a:pt x="288459" y="45334"/>
                </a:cubicBezTo>
                <a:cubicBezTo>
                  <a:pt x="289639" y="46421"/>
                  <a:pt x="290485" y="47648"/>
                  <a:pt x="290998" y="49014"/>
                </a:cubicBezTo>
                <a:cubicBezTo>
                  <a:pt x="291511" y="50381"/>
                  <a:pt x="291767" y="51934"/>
                  <a:pt x="291767" y="53674"/>
                </a:cubicBezTo>
                <a:close/>
                <a:moveTo>
                  <a:pt x="342926" y="64716"/>
                </a:moveTo>
                <a:cubicBezTo>
                  <a:pt x="340814" y="65523"/>
                  <a:pt x="338648" y="66121"/>
                  <a:pt x="336427" y="66510"/>
                </a:cubicBezTo>
                <a:cubicBezTo>
                  <a:pt x="334206" y="66898"/>
                  <a:pt x="331915" y="67092"/>
                  <a:pt x="329555" y="67092"/>
                </a:cubicBezTo>
                <a:cubicBezTo>
                  <a:pt x="322162" y="67092"/>
                  <a:pt x="316470" y="65088"/>
                  <a:pt x="312479" y="61082"/>
                </a:cubicBezTo>
                <a:cubicBezTo>
                  <a:pt x="308487" y="57075"/>
                  <a:pt x="306492" y="51220"/>
                  <a:pt x="306492" y="43517"/>
                </a:cubicBezTo>
                <a:cubicBezTo>
                  <a:pt x="306492" y="39820"/>
                  <a:pt x="307066" y="36466"/>
                  <a:pt x="308216" y="33453"/>
                </a:cubicBezTo>
                <a:cubicBezTo>
                  <a:pt x="309365" y="30440"/>
                  <a:pt x="310980" y="27862"/>
                  <a:pt x="313061" y="25719"/>
                </a:cubicBezTo>
                <a:cubicBezTo>
                  <a:pt x="315142" y="23575"/>
                  <a:pt x="317627" y="21921"/>
                  <a:pt x="320516" y="20757"/>
                </a:cubicBezTo>
                <a:cubicBezTo>
                  <a:pt x="323404" y="19592"/>
                  <a:pt x="326588" y="19009"/>
                  <a:pt x="330067" y="19009"/>
                </a:cubicBezTo>
                <a:cubicBezTo>
                  <a:pt x="332490" y="19009"/>
                  <a:pt x="334757" y="19184"/>
                  <a:pt x="336869" y="19534"/>
                </a:cubicBezTo>
                <a:cubicBezTo>
                  <a:pt x="338982" y="19882"/>
                  <a:pt x="341001" y="20453"/>
                  <a:pt x="342926" y="21246"/>
                </a:cubicBezTo>
                <a:lnTo>
                  <a:pt x="342926" y="28980"/>
                </a:lnTo>
                <a:cubicBezTo>
                  <a:pt x="340907" y="27907"/>
                  <a:pt x="338850" y="27127"/>
                  <a:pt x="336753" y="26639"/>
                </a:cubicBezTo>
                <a:cubicBezTo>
                  <a:pt x="334656" y="26150"/>
                  <a:pt x="332490" y="25905"/>
                  <a:pt x="330253" y="25905"/>
                </a:cubicBezTo>
                <a:cubicBezTo>
                  <a:pt x="328172" y="25905"/>
                  <a:pt x="326208" y="26301"/>
                  <a:pt x="324360" y="27093"/>
                </a:cubicBezTo>
                <a:cubicBezTo>
                  <a:pt x="322511" y="27885"/>
                  <a:pt x="320889" y="29027"/>
                  <a:pt x="319491" y="30518"/>
                </a:cubicBezTo>
                <a:cubicBezTo>
                  <a:pt x="318093" y="32008"/>
                  <a:pt x="316990" y="33826"/>
                  <a:pt x="316183" y="35969"/>
                </a:cubicBezTo>
                <a:cubicBezTo>
                  <a:pt x="315375" y="38112"/>
                  <a:pt x="314971" y="40535"/>
                  <a:pt x="314971" y="43237"/>
                </a:cubicBezTo>
                <a:cubicBezTo>
                  <a:pt x="314971" y="48890"/>
                  <a:pt x="316346" y="53122"/>
                  <a:pt x="319095" y="55933"/>
                </a:cubicBezTo>
                <a:cubicBezTo>
                  <a:pt x="321844" y="58744"/>
                  <a:pt x="325656" y="60150"/>
                  <a:pt x="330533" y="60150"/>
                </a:cubicBezTo>
                <a:cubicBezTo>
                  <a:pt x="332738" y="60150"/>
                  <a:pt x="334874" y="59901"/>
                  <a:pt x="336939" y="59404"/>
                </a:cubicBezTo>
                <a:cubicBezTo>
                  <a:pt x="339005" y="58907"/>
                  <a:pt x="341001" y="58162"/>
                  <a:pt x="342926" y="57168"/>
                </a:cubicBezTo>
                <a:lnTo>
                  <a:pt x="342926" y="64716"/>
                </a:lnTo>
                <a:close/>
                <a:moveTo>
                  <a:pt x="397953" y="40581"/>
                </a:moveTo>
                <a:cubicBezTo>
                  <a:pt x="397953" y="41731"/>
                  <a:pt x="397938" y="42693"/>
                  <a:pt x="397906" y="43470"/>
                </a:cubicBezTo>
                <a:cubicBezTo>
                  <a:pt x="397875" y="44246"/>
                  <a:pt x="397829" y="44976"/>
                  <a:pt x="397767" y="45660"/>
                </a:cubicBezTo>
                <a:lnTo>
                  <a:pt x="364920" y="45660"/>
                </a:lnTo>
                <a:cubicBezTo>
                  <a:pt x="364920" y="50443"/>
                  <a:pt x="366255" y="54116"/>
                  <a:pt x="368926" y="56679"/>
                </a:cubicBezTo>
                <a:cubicBezTo>
                  <a:pt x="371598" y="59241"/>
                  <a:pt x="375449" y="60522"/>
                  <a:pt x="380481" y="60522"/>
                </a:cubicBezTo>
                <a:cubicBezTo>
                  <a:pt x="381848" y="60522"/>
                  <a:pt x="383215" y="60467"/>
                  <a:pt x="384581" y="60357"/>
                </a:cubicBezTo>
                <a:cubicBezTo>
                  <a:pt x="385948" y="60245"/>
                  <a:pt x="387268" y="60094"/>
                  <a:pt x="388542" y="59904"/>
                </a:cubicBezTo>
                <a:cubicBezTo>
                  <a:pt x="389815" y="59712"/>
                  <a:pt x="391034" y="59498"/>
                  <a:pt x="392199" y="59260"/>
                </a:cubicBezTo>
                <a:cubicBezTo>
                  <a:pt x="393364" y="59021"/>
                  <a:pt x="394443" y="58759"/>
                  <a:pt x="395437" y="58472"/>
                </a:cubicBezTo>
                <a:lnTo>
                  <a:pt x="395437" y="65135"/>
                </a:lnTo>
                <a:cubicBezTo>
                  <a:pt x="393232" y="65770"/>
                  <a:pt x="390739" y="66286"/>
                  <a:pt x="387959" y="66683"/>
                </a:cubicBezTo>
                <a:cubicBezTo>
                  <a:pt x="385179" y="67080"/>
                  <a:pt x="382298" y="67278"/>
                  <a:pt x="379316" y="67278"/>
                </a:cubicBezTo>
                <a:cubicBezTo>
                  <a:pt x="375310" y="67278"/>
                  <a:pt x="371862" y="66735"/>
                  <a:pt x="368973" y="65648"/>
                </a:cubicBezTo>
                <a:cubicBezTo>
                  <a:pt x="366084" y="64560"/>
                  <a:pt x="363716" y="62984"/>
                  <a:pt x="361868" y="60919"/>
                </a:cubicBezTo>
                <a:cubicBezTo>
                  <a:pt x="360020" y="58853"/>
                  <a:pt x="358653" y="56321"/>
                  <a:pt x="357768" y="53324"/>
                </a:cubicBezTo>
                <a:cubicBezTo>
                  <a:pt x="356883" y="50327"/>
                  <a:pt x="356440" y="46933"/>
                  <a:pt x="356440" y="43144"/>
                </a:cubicBezTo>
                <a:cubicBezTo>
                  <a:pt x="356440" y="39851"/>
                  <a:pt x="356914" y="36737"/>
                  <a:pt x="357861" y="33802"/>
                </a:cubicBezTo>
                <a:cubicBezTo>
                  <a:pt x="358808" y="30867"/>
                  <a:pt x="360191" y="28289"/>
                  <a:pt x="362008" y="26068"/>
                </a:cubicBezTo>
                <a:cubicBezTo>
                  <a:pt x="363825" y="23847"/>
                  <a:pt x="366053" y="22084"/>
                  <a:pt x="368694" y="20780"/>
                </a:cubicBezTo>
                <a:cubicBezTo>
                  <a:pt x="371334" y="19475"/>
                  <a:pt x="374331" y="18823"/>
                  <a:pt x="377686" y="18823"/>
                </a:cubicBezTo>
                <a:cubicBezTo>
                  <a:pt x="380947" y="18823"/>
                  <a:pt x="383836" y="19336"/>
                  <a:pt x="386352" y="20361"/>
                </a:cubicBezTo>
                <a:cubicBezTo>
                  <a:pt x="388868" y="21386"/>
                  <a:pt x="390988" y="22838"/>
                  <a:pt x="392711" y="24717"/>
                </a:cubicBezTo>
                <a:cubicBezTo>
                  <a:pt x="394435" y="26596"/>
                  <a:pt x="395740" y="28879"/>
                  <a:pt x="396625" y="31566"/>
                </a:cubicBezTo>
                <a:cubicBezTo>
                  <a:pt x="397510" y="34253"/>
                  <a:pt x="397953" y="37258"/>
                  <a:pt x="397953" y="40581"/>
                </a:cubicBezTo>
                <a:moveTo>
                  <a:pt x="389520" y="39416"/>
                </a:moveTo>
                <a:cubicBezTo>
                  <a:pt x="389613" y="37335"/>
                  <a:pt x="389411" y="35433"/>
                  <a:pt x="388914" y="33709"/>
                </a:cubicBezTo>
                <a:cubicBezTo>
                  <a:pt x="388417" y="31985"/>
                  <a:pt x="387649" y="30502"/>
                  <a:pt x="386608" y="29260"/>
                </a:cubicBezTo>
                <a:cubicBezTo>
                  <a:pt x="385567" y="28017"/>
                  <a:pt x="384271" y="27046"/>
                  <a:pt x="382718" y="26348"/>
                </a:cubicBezTo>
                <a:cubicBezTo>
                  <a:pt x="381165" y="25649"/>
                  <a:pt x="379363" y="25299"/>
                  <a:pt x="377313" y="25299"/>
                </a:cubicBezTo>
                <a:cubicBezTo>
                  <a:pt x="375542" y="25299"/>
                  <a:pt x="373927" y="25641"/>
                  <a:pt x="372467" y="26324"/>
                </a:cubicBezTo>
                <a:cubicBezTo>
                  <a:pt x="371008" y="27008"/>
                  <a:pt x="369750" y="27970"/>
                  <a:pt x="368694" y="29213"/>
                </a:cubicBezTo>
                <a:cubicBezTo>
                  <a:pt x="367637" y="30455"/>
                  <a:pt x="366783" y="31946"/>
                  <a:pt x="366131" y="33686"/>
                </a:cubicBezTo>
                <a:cubicBezTo>
                  <a:pt x="365479" y="35425"/>
                  <a:pt x="365075" y="37335"/>
                  <a:pt x="364920" y="39416"/>
                </a:cubicBezTo>
                <a:lnTo>
                  <a:pt x="389520" y="39416"/>
                </a:lnTo>
                <a:close/>
                <a:moveTo>
                  <a:pt x="410302" y="19662"/>
                </a:moveTo>
                <a:lnTo>
                  <a:pt x="417524" y="19662"/>
                </a:lnTo>
                <a:lnTo>
                  <a:pt x="417850" y="27210"/>
                </a:lnTo>
                <a:cubicBezTo>
                  <a:pt x="419216" y="25594"/>
                  <a:pt x="420536" y="24251"/>
                  <a:pt x="421810" y="23179"/>
                </a:cubicBezTo>
                <a:cubicBezTo>
                  <a:pt x="423083" y="22108"/>
                  <a:pt x="424334" y="21246"/>
                  <a:pt x="425561" y="20593"/>
                </a:cubicBezTo>
                <a:cubicBezTo>
                  <a:pt x="426787" y="19941"/>
                  <a:pt x="428038" y="19483"/>
                  <a:pt x="429311" y="19219"/>
                </a:cubicBezTo>
                <a:cubicBezTo>
                  <a:pt x="430585" y="18955"/>
                  <a:pt x="431905" y="18823"/>
                  <a:pt x="433271" y="18823"/>
                </a:cubicBezTo>
                <a:cubicBezTo>
                  <a:pt x="438086" y="18823"/>
                  <a:pt x="441728" y="20244"/>
                  <a:pt x="444197" y="23086"/>
                </a:cubicBezTo>
                <a:cubicBezTo>
                  <a:pt x="446667" y="25928"/>
                  <a:pt x="447901" y="30207"/>
                  <a:pt x="447901" y="35922"/>
                </a:cubicBezTo>
                <a:lnTo>
                  <a:pt x="447901" y="66440"/>
                </a:lnTo>
                <a:lnTo>
                  <a:pt x="439794" y="66440"/>
                </a:lnTo>
                <a:lnTo>
                  <a:pt x="439794" y="36574"/>
                </a:lnTo>
                <a:cubicBezTo>
                  <a:pt x="439794" y="32909"/>
                  <a:pt x="439111" y="30199"/>
                  <a:pt x="437744" y="28444"/>
                </a:cubicBezTo>
                <a:cubicBezTo>
                  <a:pt x="436378" y="26689"/>
                  <a:pt x="434343" y="25812"/>
                  <a:pt x="431641" y="25812"/>
                </a:cubicBezTo>
                <a:cubicBezTo>
                  <a:pt x="430647" y="25812"/>
                  <a:pt x="429676" y="25959"/>
                  <a:pt x="428729" y="26254"/>
                </a:cubicBezTo>
                <a:cubicBezTo>
                  <a:pt x="427781" y="26549"/>
                  <a:pt x="426795" y="27062"/>
                  <a:pt x="425770" y="27792"/>
                </a:cubicBezTo>
                <a:cubicBezTo>
                  <a:pt x="424745" y="28522"/>
                  <a:pt x="423635" y="29508"/>
                  <a:pt x="422439" y="30750"/>
                </a:cubicBezTo>
                <a:cubicBezTo>
                  <a:pt x="421243" y="31993"/>
                  <a:pt x="419900" y="33546"/>
                  <a:pt x="418409" y="35410"/>
                </a:cubicBezTo>
                <a:lnTo>
                  <a:pt x="418409" y="66440"/>
                </a:lnTo>
                <a:lnTo>
                  <a:pt x="410302" y="66440"/>
                </a:lnTo>
                <a:lnTo>
                  <a:pt x="410302" y="19662"/>
                </a:lnTo>
                <a:close/>
                <a:moveTo>
                  <a:pt x="492212" y="66440"/>
                </a:moveTo>
                <a:lnTo>
                  <a:pt x="492026" y="60137"/>
                </a:lnTo>
                <a:cubicBezTo>
                  <a:pt x="489479" y="62657"/>
                  <a:pt x="486893" y="64478"/>
                  <a:pt x="484268" y="65598"/>
                </a:cubicBezTo>
                <a:cubicBezTo>
                  <a:pt x="481643" y="66718"/>
                  <a:pt x="478887" y="67278"/>
                  <a:pt x="475998" y="67278"/>
                </a:cubicBezTo>
                <a:cubicBezTo>
                  <a:pt x="473327" y="67278"/>
                  <a:pt x="471044" y="66936"/>
                  <a:pt x="469149" y="66252"/>
                </a:cubicBezTo>
                <a:cubicBezTo>
                  <a:pt x="467254" y="65567"/>
                  <a:pt x="465694" y="64626"/>
                  <a:pt x="464467" y="63429"/>
                </a:cubicBezTo>
                <a:cubicBezTo>
                  <a:pt x="463240" y="62231"/>
                  <a:pt x="462339" y="60823"/>
                  <a:pt x="461764" y="59205"/>
                </a:cubicBezTo>
                <a:cubicBezTo>
                  <a:pt x="461190" y="57587"/>
                  <a:pt x="460902" y="55829"/>
                  <a:pt x="460902" y="53931"/>
                </a:cubicBezTo>
                <a:cubicBezTo>
                  <a:pt x="460902" y="49233"/>
                  <a:pt x="462650" y="45554"/>
                  <a:pt x="466144" y="42895"/>
                </a:cubicBezTo>
                <a:cubicBezTo>
                  <a:pt x="469638" y="40234"/>
                  <a:pt x="474802" y="38904"/>
                  <a:pt x="481636" y="38904"/>
                </a:cubicBezTo>
                <a:lnTo>
                  <a:pt x="491327" y="38904"/>
                </a:lnTo>
                <a:lnTo>
                  <a:pt x="491327" y="34818"/>
                </a:lnTo>
                <a:cubicBezTo>
                  <a:pt x="491327" y="32064"/>
                  <a:pt x="490442" y="29858"/>
                  <a:pt x="488671" y="28202"/>
                </a:cubicBezTo>
                <a:cubicBezTo>
                  <a:pt x="486901" y="26547"/>
                  <a:pt x="484198" y="25719"/>
                  <a:pt x="480564" y="25719"/>
                </a:cubicBezTo>
                <a:cubicBezTo>
                  <a:pt x="477924" y="25719"/>
                  <a:pt x="475323" y="26018"/>
                  <a:pt x="472760" y="26617"/>
                </a:cubicBezTo>
                <a:cubicBezTo>
                  <a:pt x="470197" y="27215"/>
                  <a:pt x="467550" y="28065"/>
                  <a:pt x="464816" y="29166"/>
                </a:cubicBezTo>
                <a:lnTo>
                  <a:pt x="464816" y="21851"/>
                </a:lnTo>
                <a:cubicBezTo>
                  <a:pt x="465841" y="21473"/>
                  <a:pt x="466983" y="21102"/>
                  <a:pt x="468241" y="20739"/>
                </a:cubicBezTo>
                <a:cubicBezTo>
                  <a:pt x="469499" y="20376"/>
                  <a:pt x="470826" y="20053"/>
                  <a:pt x="472224" y="19769"/>
                </a:cubicBezTo>
                <a:cubicBezTo>
                  <a:pt x="473622" y="19485"/>
                  <a:pt x="475082" y="19256"/>
                  <a:pt x="476604" y="19084"/>
                </a:cubicBezTo>
                <a:cubicBezTo>
                  <a:pt x="478126" y="18910"/>
                  <a:pt x="479663" y="18823"/>
                  <a:pt x="481216" y="18823"/>
                </a:cubicBezTo>
                <a:cubicBezTo>
                  <a:pt x="484043" y="18823"/>
                  <a:pt x="486590" y="19134"/>
                  <a:pt x="488857" y="19755"/>
                </a:cubicBezTo>
                <a:cubicBezTo>
                  <a:pt x="491125" y="20376"/>
                  <a:pt x="493043" y="21323"/>
                  <a:pt x="494611" y="22597"/>
                </a:cubicBezTo>
                <a:cubicBezTo>
                  <a:pt x="496180" y="23870"/>
                  <a:pt x="497384" y="25470"/>
                  <a:pt x="498222" y="27396"/>
                </a:cubicBezTo>
                <a:cubicBezTo>
                  <a:pt x="499061" y="29322"/>
                  <a:pt x="499480" y="31589"/>
                  <a:pt x="499480" y="34198"/>
                </a:cubicBezTo>
                <a:lnTo>
                  <a:pt x="499480" y="66440"/>
                </a:lnTo>
                <a:lnTo>
                  <a:pt x="492212" y="66440"/>
                </a:lnTo>
                <a:moveTo>
                  <a:pt x="491327" y="45101"/>
                </a:moveTo>
                <a:lnTo>
                  <a:pt x="481030" y="45101"/>
                </a:lnTo>
                <a:cubicBezTo>
                  <a:pt x="479011" y="45101"/>
                  <a:pt x="477272" y="45304"/>
                  <a:pt x="475812" y="45709"/>
                </a:cubicBezTo>
                <a:cubicBezTo>
                  <a:pt x="474352" y="46114"/>
                  <a:pt x="473156" y="46690"/>
                  <a:pt x="472224" y="47438"/>
                </a:cubicBezTo>
                <a:cubicBezTo>
                  <a:pt x="471292" y="48185"/>
                  <a:pt x="470601" y="49081"/>
                  <a:pt x="470151" y="50125"/>
                </a:cubicBezTo>
                <a:cubicBezTo>
                  <a:pt x="469700" y="51169"/>
                  <a:pt x="469475" y="52345"/>
                  <a:pt x="469475" y="53653"/>
                </a:cubicBezTo>
                <a:cubicBezTo>
                  <a:pt x="469475" y="54557"/>
                  <a:pt x="469615" y="55422"/>
                  <a:pt x="469895" y="56248"/>
                </a:cubicBezTo>
                <a:cubicBezTo>
                  <a:pt x="470174" y="57073"/>
                  <a:pt x="470625" y="57805"/>
                  <a:pt x="471246" y="58443"/>
                </a:cubicBezTo>
                <a:cubicBezTo>
                  <a:pt x="471867" y="59082"/>
                  <a:pt x="472675" y="59588"/>
                  <a:pt x="473669" y="59962"/>
                </a:cubicBezTo>
                <a:cubicBezTo>
                  <a:pt x="474662" y="60336"/>
                  <a:pt x="475874" y="60522"/>
                  <a:pt x="477303" y="60522"/>
                </a:cubicBezTo>
                <a:cubicBezTo>
                  <a:pt x="479166" y="60522"/>
                  <a:pt x="481302" y="59954"/>
                  <a:pt x="483709" y="58818"/>
                </a:cubicBezTo>
                <a:cubicBezTo>
                  <a:pt x="486116" y="57680"/>
                  <a:pt x="488656" y="55880"/>
                  <a:pt x="491327" y="53419"/>
                </a:cubicBezTo>
                <a:lnTo>
                  <a:pt x="491327" y="45101"/>
                </a:lnTo>
                <a:close/>
                <a:moveTo>
                  <a:pt x="515929" y="19662"/>
                </a:moveTo>
                <a:lnTo>
                  <a:pt x="523337" y="19662"/>
                </a:lnTo>
                <a:lnTo>
                  <a:pt x="523570" y="28259"/>
                </a:lnTo>
                <a:cubicBezTo>
                  <a:pt x="526335" y="24943"/>
                  <a:pt x="529060" y="22542"/>
                  <a:pt x="531747" y="21055"/>
                </a:cubicBezTo>
                <a:cubicBezTo>
                  <a:pt x="534434" y="19567"/>
                  <a:pt x="537144" y="18823"/>
                  <a:pt x="539877" y="18823"/>
                </a:cubicBezTo>
                <a:cubicBezTo>
                  <a:pt x="544723" y="18823"/>
                  <a:pt x="548396" y="20388"/>
                  <a:pt x="550896" y="23517"/>
                </a:cubicBezTo>
                <a:cubicBezTo>
                  <a:pt x="553397" y="26647"/>
                  <a:pt x="554554" y="31294"/>
                  <a:pt x="554367" y="37460"/>
                </a:cubicBezTo>
                <a:lnTo>
                  <a:pt x="546167" y="37460"/>
                </a:lnTo>
                <a:cubicBezTo>
                  <a:pt x="546260" y="33376"/>
                  <a:pt x="545662" y="30414"/>
                  <a:pt x="544373" y="28574"/>
                </a:cubicBezTo>
                <a:cubicBezTo>
                  <a:pt x="543084" y="26732"/>
                  <a:pt x="541197" y="25812"/>
                  <a:pt x="538712" y="25812"/>
                </a:cubicBezTo>
                <a:cubicBezTo>
                  <a:pt x="537625" y="25812"/>
                  <a:pt x="536530" y="26005"/>
                  <a:pt x="535428" y="26393"/>
                </a:cubicBezTo>
                <a:cubicBezTo>
                  <a:pt x="534325" y="26779"/>
                  <a:pt x="533191" y="27397"/>
                  <a:pt x="532027" y="28248"/>
                </a:cubicBezTo>
                <a:cubicBezTo>
                  <a:pt x="530862" y="29098"/>
                  <a:pt x="529627" y="30188"/>
                  <a:pt x="528322" y="31519"/>
                </a:cubicBezTo>
                <a:cubicBezTo>
                  <a:pt x="527018" y="32849"/>
                  <a:pt x="525620" y="34457"/>
                  <a:pt x="524129" y="36344"/>
                </a:cubicBezTo>
                <a:lnTo>
                  <a:pt x="524129" y="66440"/>
                </a:lnTo>
                <a:lnTo>
                  <a:pt x="515929" y="66440"/>
                </a:lnTo>
                <a:lnTo>
                  <a:pt x="515929" y="19662"/>
                </a:lnTo>
                <a:close/>
                <a:moveTo>
                  <a:pt x="581812" y="26371"/>
                </a:moveTo>
                <a:lnTo>
                  <a:pt x="567974" y="26371"/>
                </a:lnTo>
                <a:lnTo>
                  <a:pt x="567974" y="19662"/>
                </a:lnTo>
                <a:lnTo>
                  <a:pt x="590012" y="19662"/>
                </a:lnTo>
                <a:lnTo>
                  <a:pt x="590012" y="59684"/>
                </a:lnTo>
                <a:lnTo>
                  <a:pt x="603943" y="59684"/>
                </a:lnTo>
                <a:lnTo>
                  <a:pt x="603943" y="66440"/>
                </a:lnTo>
                <a:lnTo>
                  <a:pt x="566436" y="66440"/>
                </a:lnTo>
                <a:lnTo>
                  <a:pt x="566436" y="59684"/>
                </a:lnTo>
                <a:lnTo>
                  <a:pt x="581812" y="59684"/>
                </a:lnTo>
                <a:lnTo>
                  <a:pt x="581812" y="26371"/>
                </a:lnTo>
                <a:moveTo>
                  <a:pt x="584654" y="0"/>
                </a:moveTo>
                <a:cubicBezTo>
                  <a:pt x="585555" y="0"/>
                  <a:pt x="586393" y="163"/>
                  <a:pt x="587170" y="489"/>
                </a:cubicBezTo>
                <a:cubicBezTo>
                  <a:pt x="587946" y="815"/>
                  <a:pt x="588622" y="1274"/>
                  <a:pt x="589196" y="1864"/>
                </a:cubicBezTo>
                <a:cubicBezTo>
                  <a:pt x="589771" y="2454"/>
                  <a:pt x="590221" y="3129"/>
                  <a:pt x="590548" y="3890"/>
                </a:cubicBezTo>
                <a:cubicBezTo>
                  <a:pt x="590874" y="4651"/>
                  <a:pt x="591037" y="5482"/>
                  <a:pt x="591037" y="6383"/>
                </a:cubicBezTo>
                <a:cubicBezTo>
                  <a:pt x="591037" y="7253"/>
                  <a:pt x="590874" y="8076"/>
                  <a:pt x="590548" y="8852"/>
                </a:cubicBezTo>
                <a:cubicBezTo>
                  <a:pt x="590221" y="9629"/>
                  <a:pt x="589771" y="10312"/>
                  <a:pt x="589196" y="10902"/>
                </a:cubicBezTo>
                <a:cubicBezTo>
                  <a:pt x="588622" y="11493"/>
                  <a:pt x="587946" y="11951"/>
                  <a:pt x="587170" y="12277"/>
                </a:cubicBezTo>
                <a:cubicBezTo>
                  <a:pt x="586393" y="12603"/>
                  <a:pt x="585555" y="12766"/>
                  <a:pt x="584654" y="12766"/>
                </a:cubicBezTo>
                <a:cubicBezTo>
                  <a:pt x="583753" y="12766"/>
                  <a:pt x="582914" y="12603"/>
                  <a:pt x="582138" y="12277"/>
                </a:cubicBezTo>
                <a:cubicBezTo>
                  <a:pt x="581361" y="11951"/>
                  <a:pt x="580686" y="11493"/>
                  <a:pt x="580111" y="10902"/>
                </a:cubicBezTo>
                <a:cubicBezTo>
                  <a:pt x="579536" y="10312"/>
                  <a:pt x="579086" y="9629"/>
                  <a:pt x="578760" y="8852"/>
                </a:cubicBezTo>
                <a:cubicBezTo>
                  <a:pt x="578434" y="8076"/>
                  <a:pt x="578271" y="7253"/>
                  <a:pt x="578271" y="6383"/>
                </a:cubicBezTo>
                <a:cubicBezTo>
                  <a:pt x="578271" y="5482"/>
                  <a:pt x="578434" y="4651"/>
                  <a:pt x="578760" y="3890"/>
                </a:cubicBezTo>
                <a:cubicBezTo>
                  <a:pt x="579086" y="3129"/>
                  <a:pt x="579536" y="2454"/>
                  <a:pt x="580111" y="1864"/>
                </a:cubicBezTo>
                <a:cubicBezTo>
                  <a:pt x="580686" y="1274"/>
                  <a:pt x="581361" y="815"/>
                  <a:pt x="582138" y="489"/>
                </a:cubicBezTo>
                <a:cubicBezTo>
                  <a:pt x="582914" y="163"/>
                  <a:pt x="583753" y="0"/>
                  <a:pt x="584654" y="0"/>
                </a:cubicBezTo>
                <a:close/>
                <a:moveTo>
                  <a:pt x="658457" y="42678"/>
                </a:moveTo>
                <a:cubicBezTo>
                  <a:pt x="658457" y="46312"/>
                  <a:pt x="657944" y="49643"/>
                  <a:pt x="656919" y="52672"/>
                </a:cubicBezTo>
                <a:cubicBezTo>
                  <a:pt x="655894" y="55700"/>
                  <a:pt x="654419" y="58294"/>
                  <a:pt x="652493" y="60453"/>
                </a:cubicBezTo>
                <a:cubicBezTo>
                  <a:pt x="650567" y="62611"/>
                  <a:pt x="648222" y="64289"/>
                  <a:pt x="645458" y="65485"/>
                </a:cubicBezTo>
                <a:cubicBezTo>
                  <a:pt x="642693" y="66680"/>
                  <a:pt x="639556" y="67278"/>
                  <a:pt x="636046" y="67278"/>
                </a:cubicBezTo>
                <a:cubicBezTo>
                  <a:pt x="632692" y="67278"/>
                  <a:pt x="629687" y="66758"/>
                  <a:pt x="627031" y="65717"/>
                </a:cubicBezTo>
                <a:cubicBezTo>
                  <a:pt x="624375" y="64677"/>
                  <a:pt x="622123" y="63147"/>
                  <a:pt x="620275" y="61128"/>
                </a:cubicBezTo>
                <a:cubicBezTo>
                  <a:pt x="618427" y="59109"/>
                  <a:pt x="617014" y="56609"/>
                  <a:pt x="616035" y="53627"/>
                </a:cubicBezTo>
                <a:cubicBezTo>
                  <a:pt x="615057" y="50645"/>
                  <a:pt x="614568" y="47213"/>
                  <a:pt x="614568" y="43330"/>
                </a:cubicBezTo>
                <a:cubicBezTo>
                  <a:pt x="614568" y="39696"/>
                  <a:pt x="615080" y="36380"/>
                  <a:pt x="616105" y="33383"/>
                </a:cubicBezTo>
                <a:cubicBezTo>
                  <a:pt x="617130" y="30385"/>
                  <a:pt x="618606" y="27807"/>
                  <a:pt x="620531" y="25649"/>
                </a:cubicBezTo>
                <a:cubicBezTo>
                  <a:pt x="622457" y="23490"/>
                  <a:pt x="624802" y="21813"/>
                  <a:pt x="627567" y="20617"/>
                </a:cubicBezTo>
                <a:cubicBezTo>
                  <a:pt x="630331" y="19421"/>
                  <a:pt x="633468" y="18823"/>
                  <a:pt x="636978" y="18823"/>
                </a:cubicBezTo>
                <a:cubicBezTo>
                  <a:pt x="640333" y="18823"/>
                  <a:pt x="643338" y="19343"/>
                  <a:pt x="645994" y="20384"/>
                </a:cubicBezTo>
                <a:cubicBezTo>
                  <a:pt x="648649" y="21424"/>
                  <a:pt x="650901" y="22946"/>
                  <a:pt x="652749" y="24950"/>
                </a:cubicBezTo>
                <a:cubicBezTo>
                  <a:pt x="654598" y="26953"/>
                  <a:pt x="656011" y="29446"/>
                  <a:pt x="656989" y="32428"/>
                </a:cubicBezTo>
                <a:cubicBezTo>
                  <a:pt x="657968" y="35410"/>
                  <a:pt x="658457" y="38826"/>
                  <a:pt x="658457" y="42678"/>
                </a:cubicBezTo>
                <a:moveTo>
                  <a:pt x="650164" y="43051"/>
                </a:moveTo>
                <a:cubicBezTo>
                  <a:pt x="650164" y="40162"/>
                  <a:pt x="649845" y="37638"/>
                  <a:pt x="649208" y="35480"/>
                </a:cubicBezTo>
                <a:cubicBezTo>
                  <a:pt x="648572" y="33321"/>
                  <a:pt x="647663" y="31519"/>
                  <a:pt x="646483" y="30075"/>
                </a:cubicBezTo>
                <a:cubicBezTo>
                  <a:pt x="645303" y="28631"/>
                  <a:pt x="643866" y="27543"/>
                  <a:pt x="642173" y="26813"/>
                </a:cubicBezTo>
                <a:cubicBezTo>
                  <a:pt x="640480" y="26084"/>
                  <a:pt x="638593" y="25719"/>
                  <a:pt x="636512" y="25719"/>
                </a:cubicBezTo>
                <a:cubicBezTo>
                  <a:pt x="634089" y="25719"/>
                  <a:pt x="632016" y="26192"/>
                  <a:pt x="630292" y="27140"/>
                </a:cubicBezTo>
                <a:cubicBezTo>
                  <a:pt x="628568" y="28087"/>
                  <a:pt x="627155" y="29353"/>
                  <a:pt x="626052" y="30937"/>
                </a:cubicBezTo>
                <a:cubicBezTo>
                  <a:pt x="624950" y="32521"/>
                  <a:pt x="624142" y="34361"/>
                  <a:pt x="623630" y="36458"/>
                </a:cubicBezTo>
                <a:cubicBezTo>
                  <a:pt x="623117" y="38555"/>
                  <a:pt x="622861" y="40752"/>
                  <a:pt x="622861" y="43051"/>
                </a:cubicBezTo>
                <a:cubicBezTo>
                  <a:pt x="622861" y="45939"/>
                  <a:pt x="623179" y="48471"/>
                  <a:pt x="623816" y="50645"/>
                </a:cubicBezTo>
                <a:cubicBezTo>
                  <a:pt x="624453" y="52819"/>
                  <a:pt x="625361" y="54629"/>
                  <a:pt x="626542" y="56073"/>
                </a:cubicBezTo>
                <a:cubicBezTo>
                  <a:pt x="627722" y="57517"/>
                  <a:pt x="629151" y="58604"/>
                  <a:pt x="630828" y="59334"/>
                </a:cubicBezTo>
                <a:cubicBezTo>
                  <a:pt x="632505" y="60064"/>
                  <a:pt x="634400" y="60429"/>
                  <a:pt x="636512" y="60429"/>
                </a:cubicBezTo>
                <a:cubicBezTo>
                  <a:pt x="638935" y="60429"/>
                  <a:pt x="641008" y="59956"/>
                  <a:pt x="642732" y="59008"/>
                </a:cubicBezTo>
                <a:cubicBezTo>
                  <a:pt x="644456" y="58061"/>
                  <a:pt x="645869" y="56795"/>
                  <a:pt x="646972" y="55211"/>
                </a:cubicBezTo>
                <a:cubicBezTo>
                  <a:pt x="648075" y="53627"/>
                  <a:pt x="648882" y="51787"/>
                  <a:pt x="649395" y="49690"/>
                </a:cubicBezTo>
                <a:cubicBezTo>
                  <a:pt x="649907" y="47593"/>
                  <a:pt x="650164" y="45380"/>
                  <a:pt x="650164" y="43051"/>
                </a:cubicBezTo>
                <a:close/>
                <a:moveTo>
                  <a:pt x="684474" y="559"/>
                </a:moveTo>
                <a:lnTo>
                  <a:pt x="683170" y="22457"/>
                </a:lnTo>
                <a:lnTo>
                  <a:pt x="675529" y="22457"/>
                </a:lnTo>
                <a:lnTo>
                  <a:pt x="674178" y="559"/>
                </a:lnTo>
                <a:lnTo>
                  <a:pt x="684474" y="559"/>
                </a:lnTo>
                <a:moveTo>
                  <a:pt x="702598" y="559"/>
                </a:moveTo>
                <a:lnTo>
                  <a:pt x="701294" y="22457"/>
                </a:lnTo>
                <a:lnTo>
                  <a:pt x="693653" y="22457"/>
                </a:lnTo>
                <a:lnTo>
                  <a:pt x="692302" y="559"/>
                </a:lnTo>
                <a:lnTo>
                  <a:pt x="702598" y="559"/>
                </a:lnTo>
                <a:close/>
              </a:path>
            </a:pathLst>
          </a:custGeom>
          <a:solidFill xmlns:a="http://schemas.openxmlformats.org/drawingml/2006/main">
            <a:srgbClr val="9CDCF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:">
            <a:extLst xmlns:a="http://schemas.openxmlformats.org/drawingml/2006/main">
              <a:ext uri="{FF2B5EF4-FFF2-40B4-BE49-F238E27FC236}">
                <a16:creationId xmlns:a16="http://schemas.microsoft.com/office/drawing/2014/main" id="{191062E6-441B-4189-A941-A39246C9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74" y="4478506"/>
            <a:ext cx="14304" cy="48455"/>
          </a:xfrm>
          <a:custGeom xmlns:a="http://schemas.openxmlformats.org/drawingml/2006/main">
            <a:pathLst>
              <a:path w="14304" h="48455">
                <a:moveTo>
                  <a:pt x="7129" y="0"/>
                </a:moveTo>
                <a:cubicBezTo>
                  <a:pt x="8091" y="0"/>
                  <a:pt x="9008" y="194"/>
                  <a:pt x="9877" y="582"/>
                </a:cubicBezTo>
                <a:cubicBezTo>
                  <a:pt x="10747" y="971"/>
                  <a:pt x="11508" y="1491"/>
                  <a:pt x="12160" y="2143"/>
                </a:cubicBezTo>
                <a:cubicBezTo>
                  <a:pt x="12813" y="2795"/>
                  <a:pt x="13333" y="3556"/>
                  <a:pt x="13721" y="4426"/>
                </a:cubicBezTo>
                <a:cubicBezTo>
                  <a:pt x="14109" y="5296"/>
                  <a:pt x="14304" y="6212"/>
                  <a:pt x="14304" y="7175"/>
                </a:cubicBezTo>
                <a:cubicBezTo>
                  <a:pt x="14304" y="8169"/>
                  <a:pt x="14109" y="9093"/>
                  <a:pt x="13721" y="9947"/>
                </a:cubicBezTo>
                <a:cubicBezTo>
                  <a:pt x="13333" y="10801"/>
                  <a:pt x="12813" y="11555"/>
                  <a:pt x="12160" y="12207"/>
                </a:cubicBezTo>
                <a:cubicBezTo>
                  <a:pt x="11508" y="12859"/>
                  <a:pt x="10747" y="13372"/>
                  <a:pt x="9877" y="13745"/>
                </a:cubicBezTo>
                <a:cubicBezTo>
                  <a:pt x="9008" y="14117"/>
                  <a:pt x="8091" y="14304"/>
                  <a:pt x="7129" y="14304"/>
                </a:cubicBezTo>
                <a:cubicBezTo>
                  <a:pt x="6135" y="14304"/>
                  <a:pt x="5210" y="14117"/>
                  <a:pt x="4356" y="13745"/>
                </a:cubicBezTo>
                <a:cubicBezTo>
                  <a:pt x="3502" y="13372"/>
                  <a:pt x="2749" y="12859"/>
                  <a:pt x="2097" y="12207"/>
                </a:cubicBezTo>
                <a:cubicBezTo>
                  <a:pt x="1444" y="11555"/>
                  <a:pt x="932" y="10801"/>
                  <a:pt x="559" y="9947"/>
                </a:cubicBezTo>
                <a:cubicBezTo>
                  <a:pt x="186" y="9093"/>
                  <a:pt x="0" y="8169"/>
                  <a:pt x="0" y="7175"/>
                </a:cubicBezTo>
                <a:cubicBezTo>
                  <a:pt x="0" y="6212"/>
                  <a:pt x="186" y="5296"/>
                  <a:pt x="559" y="4426"/>
                </a:cubicBezTo>
                <a:cubicBezTo>
                  <a:pt x="932" y="3556"/>
                  <a:pt x="1444" y="2795"/>
                  <a:pt x="2097" y="2143"/>
                </a:cubicBezTo>
                <a:cubicBezTo>
                  <a:pt x="2749" y="1491"/>
                  <a:pt x="3502" y="971"/>
                  <a:pt x="4356" y="582"/>
                </a:cubicBezTo>
                <a:cubicBezTo>
                  <a:pt x="5210" y="194"/>
                  <a:pt x="6135" y="0"/>
                  <a:pt x="7129" y="0"/>
                </a:cubicBezTo>
                <a:moveTo>
                  <a:pt x="7129" y="34152"/>
                </a:moveTo>
                <a:cubicBezTo>
                  <a:pt x="8091" y="34152"/>
                  <a:pt x="9008" y="34346"/>
                  <a:pt x="9877" y="34734"/>
                </a:cubicBezTo>
                <a:cubicBezTo>
                  <a:pt x="10747" y="35122"/>
                  <a:pt x="11508" y="35643"/>
                  <a:pt x="12160" y="36295"/>
                </a:cubicBezTo>
                <a:cubicBezTo>
                  <a:pt x="12813" y="36947"/>
                  <a:pt x="13333" y="37708"/>
                  <a:pt x="13721" y="38578"/>
                </a:cubicBezTo>
                <a:cubicBezTo>
                  <a:pt x="14109" y="39448"/>
                  <a:pt x="14304" y="40364"/>
                  <a:pt x="14304" y="41327"/>
                </a:cubicBezTo>
                <a:cubicBezTo>
                  <a:pt x="14304" y="42321"/>
                  <a:pt x="14109" y="43245"/>
                  <a:pt x="13721" y="44099"/>
                </a:cubicBezTo>
                <a:cubicBezTo>
                  <a:pt x="13333" y="44953"/>
                  <a:pt x="12813" y="45706"/>
                  <a:pt x="12160" y="46359"/>
                </a:cubicBezTo>
                <a:cubicBezTo>
                  <a:pt x="11508" y="47011"/>
                  <a:pt x="10747" y="47523"/>
                  <a:pt x="9877" y="47896"/>
                </a:cubicBezTo>
                <a:cubicBezTo>
                  <a:pt x="9008" y="48269"/>
                  <a:pt x="8091" y="48455"/>
                  <a:pt x="7129" y="48455"/>
                </a:cubicBezTo>
                <a:cubicBezTo>
                  <a:pt x="6135" y="48455"/>
                  <a:pt x="5210" y="48269"/>
                  <a:pt x="4356" y="47896"/>
                </a:cubicBezTo>
                <a:cubicBezTo>
                  <a:pt x="3502" y="47523"/>
                  <a:pt x="2749" y="47011"/>
                  <a:pt x="2097" y="46359"/>
                </a:cubicBezTo>
                <a:cubicBezTo>
                  <a:pt x="1444" y="45706"/>
                  <a:pt x="932" y="44953"/>
                  <a:pt x="559" y="44099"/>
                </a:cubicBezTo>
                <a:cubicBezTo>
                  <a:pt x="186" y="43245"/>
                  <a:pt x="0" y="42321"/>
                  <a:pt x="0" y="41327"/>
                </a:cubicBezTo>
                <a:cubicBezTo>
                  <a:pt x="0" y="40364"/>
                  <a:pt x="186" y="39448"/>
                  <a:pt x="559" y="38578"/>
                </a:cubicBezTo>
                <a:cubicBezTo>
                  <a:pt x="932" y="37708"/>
                  <a:pt x="1444" y="36947"/>
                  <a:pt x="2097" y="36295"/>
                </a:cubicBezTo>
                <a:cubicBezTo>
                  <a:pt x="2749" y="35643"/>
                  <a:pt x="3502" y="35122"/>
                  <a:pt x="4356" y="34734"/>
                </a:cubicBezTo>
                <a:cubicBezTo>
                  <a:pt x="5210" y="34346"/>
                  <a:pt x="6135" y="34152"/>
                  <a:pt x="7129" y="34152"/>
                </a:cubicBez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&quot;ThebugoccurswhenusingtheCascaderSelectcomponentwiththepopupPropssetto{v2:true}.Thisresultsina">
            <a:extLst xmlns:a="http://schemas.openxmlformats.org/drawingml/2006/main">
              <a:ext uri="{FF2B5EF4-FFF2-40B4-BE49-F238E27FC236}">
                <a16:creationId xmlns:a16="http://schemas.microsoft.com/office/drawing/2014/main" id="{65FCF50C-C457-4626-8DFE-B4B70CF5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627" y="4458658"/>
            <a:ext cx="6150585" cy="87033"/>
          </a:xfrm>
          <a:custGeom xmlns:a="http://schemas.openxmlformats.org/drawingml/2006/main">
            <a:pathLst>
              <a:path w="6150585" h="87033">
                <a:moveTo>
                  <a:pt x="10297" y="1584"/>
                </a:moveTo>
                <a:lnTo>
                  <a:pt x="8992" y="23482"/>
                </a:lnTo>
                <a:lnTo>
                  <a:pt x="1351" y="23482"/>
                </a:lnTo>
                <a:lnTo>
                  <a:pt x="0" y="1584"/>
                </a:lnTo>
                <a:lnTo>
                  <a:pt x="10297" y="1584"/>
                </a:lnTo>
                <a:moveTo>
                  <a:pt x="28421" y="1584"/>
                </a:moveTo>
                <a:lnTo>
                  <a:pt x="27116" y="23482"/>
                </a:lnTo>
                <a:lnTo>
                  <a:pt x="19475" y="23482"/>
                </a:lnTo>
                <a:lnTo>
                  <a:pt x="18124" y="1584"/>
                </a:lnTo>
                <a:lnTo>
                  <a:pt x="28421" y="1584"/>
                </a:lnTo>
                <a:close/>
                <a:moveTo>
                  <a:pt x="88293" y="13605"/>
                </a:moveTo>
                <a:lnTo>
                  <a:pt x="70262" y="13605"/>
                </a:lnTo>
                <a:lnTo>
                  <a:pt x="70262" y="67465"/>
                </a:lnTo>
                <a:lnTo>
                  <a:pt x="61876" y="67465"/>
                </a:lnTo>
                <a:lnTo>
                  <a:pt x="61876" y="13605"/>
                </a:lnTo>
                <a:lnTo>
                  <a:pt x="43845" y="13605"/>
                </a:lnTo>
                <a:lnTo>
                  <a:pt x="43845" y="6523"/>
                </a:lnTo>
                <a:lnTo>
                  <a:pt x="88293" y="6523"/>
                </a:lnTo>
                <a:lnTo>
                  <a:pt x="88293" y="13605"/>
                </a:lnTo>
                <a:close/>
                <a:moveTo>
                  <a:pt x="136750" y="67465"/>
                </a:moveTo>
                <a:lnTo>
                  <a:pt x="128643" y="67465"/>
                </a:lnTo>
                <a:lnTo>
                  <a:pt x="128643" y="37599"/>
                </a:lnTo>
                <a:cubicBezTo>
                  <a:pt x="128643" y="33996"/>
                  <a:pt x="127968" y="31302"/>
                  <a:pt x="126617" y="29516"/>
                </a:cubicBezTo>
                <a:cubicBezTo>
                  <a:pt x="125266" y="27730"/>
                  <a:pt x="123332" y="26837"/>
                  <a:pt x="120816" y="26837"/>
                </a:cubicBezTo>
                <a:cubicBezTo>
                  <a:pt x="119729" y="26837"/>
                  <a:pt x="118712" y="26984"/>
                  <a:pt x="117764" y="27279"/>
                </a:cubicBezTo>
                <a:cubicBezTo>
                  <a:pt x="116817" y="27574"/>
                  <a:pt x="115831" y="28087"/>
                  <a:pt x="114806" y="28817"/>
                </a:cubicBezTo>
                <a:cubicBezTo>
                  <a:pt x="113781" y="29547"/>
                  <a:pt x="112663" y="30533"/>
                  <a:pt x="111451" y="31775"/>
                </a:cubicBezTo>
                <a:cubicBezTo>
                  <a:pt x="110240" y="33018"/>
                  <a:pt x="108842" y="34571"/>
                  <a:pt x="107258" y="36435"/>
                </a:cubicBezTo>
                <a:lnTo>
                  <a:pt x="107258" y="67465"/>
                </a:lnTo>
                <a:lnTo>
                  <a:pt x="99151" y="67465"/>
                </a:lnTo>
                <a:lnTo>
                  <a:pt x="99151" y="1584"/>
                </a:lnTo>
                <a:lnTo>
                  <a:pt x="107258" y="1584"/>
                </a:lnTo>
                <a:lnTo>
                  <a:pt x="107258" y="20674"/>
                </a:lnTo>
                <a:lnTo>
                  <a:pt x="106978" y="28048"/>
                </a:lnTo>
                <a:cubicBezTo>
                  <a:pt x="108252" y="26526"/>
                  <a:pt x="109502" y="25245"/>
                  <a:pt x="110729" y="24204"/>
                </a:cubicBezTo>
                <a:cubicBezTo>
                  <a:pt x="111956" y="23164"/>
                  <a:pt x="113183" y="22317"/>
                  <a:pt x="114410" y="21665"/>
                </a:cubicBezTo>
                <a:cubicBezTo>
                  <a:pt x="115637" y="21013"/>
                  <a:pt x="116887" y="20547"/>
                  <a:pt x="118160" y="20267"/>
                </a:cubicBezTo>
                <a:cubicBezTo>
                  <a:pt x="119434" y="19988"/>
                  <a:pt x="120754" y="19848"/>
                  <a:pt x="122121" y="19848"/>
                </a:cubicBezTo>
                <a:cubicBezTo>
                  <a:pt x="126780" y="19848"/>
                  <a:pt x="130383" y="21269"/>
                  <a:pt x="132930" y="24111"/>
                </a:cubicBezTo>
                <a:cubicBezTo>
                  <a:pt x="135477" y="26953"/>
                  <a:pt x="136750" y="31232"/>
                  <a:pt x="136750" y="36947"/>
                </a:cubicBezTo>
                <a:lnTo>
                  <a:pt x="136750" y="67465"/>
                </a:lnTo>
                <a:close/>
                <a:moveTo>
                  <a:pt x="190519" y="41606"/>
                </a:moveTo>
                <a:cubicBezTo>
                  <a:pt x="190519" y="42756"/>
                  <a:pt x="190504" y="43718"/>
                  <a:pt x="190473" y="44495"/>
                </a:cubicBezTo>
                <a:cubicBezTo>
                  <a:pt x="190441" y="45272"/>
                  <a:pt x="190395" y="46001"/>
                  <a:pt x="190333" y="46685"/>
                </a:cubicBezTo>
                <a:lnTo>
                  <a:pt x="157486" y="46685"/>
                </a:lnTo>
                <a:cubicBezTo>
                  <a:pt x="157486" y="51468"/>
                  <a:pt x="158821" y="55141"/>
                  <a:pt x="161493" y="57704"/>
                </a:cubicBezTo>
                <a:cubicBezTo>
                  <a:pt x="164164" y="60266"/>
                  <a:pt x="168015" y="61548"/>
                  <a:pt x="173047" y="61548"/>
                </a:cubicBezTo>
                <a:cubicBezTo>
                  <a:pt x="174414" y="61548"/>
                  <a:pt x="175781" y="61492"/>
                  <a:pt x="177147" y="61382"/>
                </a:cubicBezTo>
                <a:cubicBezTo>
                  <a:pt x="178514" y="61270"/>
                  <a:pt x="179834" y="61119"/>
                  <a:pt x="181108" y="60929"/>
                </a:cubicBezTo>
                <a:cubicBezTo>
                  <a:pt x="182381" y="60737"/>
                  <a:pt x="183600" y="60523"/>
                  <a:pt x="184765" y="60285"/>
                </a:cubicBezTo>
                <a:cubicBezTo>
                  <a:pt x="185930" y="60046"/>
                  <a:pt x="187009" y="59784"/>
                  <a:pt x="188003" y="59497"/>
                </a:cubicBezTo>
                <a:lnTo>
                  <a:pt x="188003" y="66160"/>
                </a:lnTo>
                <a:cubicBezTo>
                  <a:pt x="185798" y="66795"/>
                  <a:pt x="183305" y="67311"/>
                  <a:pt x="180525" y="67708"/>
                </a:cubicBezTo>
                <a:cubicBezTo>
                  <a:pt x="177745" y="68105"/>
                  <a:pt x="174864" y="68303"/>
                  <a:pt x="171883" y="68303"/>
                </a:cubicBezTo>
                <a:cubicBezTo>
                  <a:pt x="167876" y="68303"/>
                  <a:pt x="164428" y="67760"/>
                  <a:pt x="161539" y="66673"/>
                </a:cubicBezTo>
                <a:cubicBezTo>
                  <a:pt x="158650" y="65585"/>
                  <a:pt x="156282" y="64009"/>
                  <a:pt x="154434" y="61944"/>
                </a:cubicBezTo>
                <a:cubicBezTo>
                  <a:pt x="152586" y="59878"/>
                  <a:pt x="151219" y="57347"/>
                  <a:pt x="150334" y="54349"/>
                </a:cubicBezTo>
                <a:cubicBezTo>
                  <a:pt x="149449" y="51352"/>
                  <a:pt x="149006" y="47958"/>
                  <a:pt x="149006" y="44169"/>
                </a:cubicBezTo>
                <a:cubicBezTo>
                  <a:pt x="149006" y="40876"/>
                  <a:pt x="149480" y="37762"/>
                  <a:pt x="150427" y="34827"/>
                </a:cubicBezTo>
                <a:cubicBezTo>
                  <a:pt x="151374" y="31892"/>
                  <a:pt x="152757" y="29314"/>
                  <a:pt x="154574" y="27093"/>
                </a:cubicBezTo>
                <a:cubicBezTo>
                  <a:pt x="156391" y="24872"/>
                  <a:pt x="158619" y="23109"/>
                  <a:pt x="161260" y="21805"/>
                </a:cubicBezTo>
                <a:cubicBezTo>
                  <a:pt x="163900" y="20500"/>
                  <a:pt x="166897" y="19848"/>
                  <a:pt x="170252" y="19848"/>
                </a:cubicBezTo>
                <a:cubicBezTo>
                  <a:pt x="173513" y="19848"/>
                  <a:pt x="176402" y="20361"/>
                  <a:pt x="178918" y="21386"/>
                </a:cubicBezTo>
                <a:cubicBezTo>
                  <a:pt x="181434" y="22411"/>
                  <a:pt x="183554" y="23863"/>
                  <a:pt x="185278" y="25742"/>
                </a:cubicBezTo>
                <a:cubicBezTo>
                  <a:pt x="187001" y="27621"/>
                  <a:pt x="188306" y="29904"/>
                  <a:pt x="189191" y="32591"/>
                </a:cubicBezTo>
                <a:cubicBezTo>
                  <a:pt x="190077" y="35278"/>
                  <a:pt x="190519" y="38283"/>
                  <a:pt x="190519" y="41606"/>
                </a:cubicBezTo>
                <a:moveTo>
                  <a:pt x="182086" y="40442"/>
                </a:moveTo>
                <a:cubicBezTo>
                  <a:pt x="182179" y="38360"/>
                  <a:pt x="181977" y="36458"/>
                  <a:pt x="181480" y="34734"/>
                </a:cubicBezTo>
                <a:cubicBezTo>
                  <a:pt x="180983" y="33010"/>
                  <a:pt x="180215" y="31527"/>
                  <a:pt x="179174" y="30285"/>
                </a:cubicBezTo>
                <a:cubicBezTo>
                  <a:pt x="178134" y="29042"/>
                  <a:pt x="176837" y="28071"/>
                  <a:pt x="175284" y="27373"/>
                </a:cubicBezTo>
                <a:cubicBezTo>
                  <a:pt x="173731" y="26674"/>
                  <a:pt x="171929" y="26324"/>
                  <a:pt x="169879" y="26324"/>
                </a:cubicBezTo>
                <a:cubicBezTo>
                  <a:pt x="168109" y="26324"/>
                  <a:pt x="166493" y="26666"/>
                  <a:pt x="165034" y="27349"/>
                </a:cubicBezTo>
                <a:cubicBezTo>
                  <a:pt x="163574" y="28033"/>
                  <a:pt x="162316" y="28996"/>
                  <a:pt x="161260" y="30238"/>
                </a:cubicBezTo>
                <a:cubicBezTo>
                  <a:pt x="160204" y="31480"/>
                  <a:pt x="159349" y="32971"/>
                  <a:pt x="158697" y="34711"/>
                </a:cubicBezTo>
                <a:cubicBezTo>
                  <a:pt x="158045" y="36450"/>
                  <a:pt x="157641" y="38360"/>
                  <a:pt x="157486" y="40442"/>
                </a:cubicBezTo>
                <a:lnTo>
                  <a:pt x="182086" y="40442"/>
                </a:lnTo>
                <a:close/>
                <a:moveTo>
                  <a:pt x="307148" y="43237"/>
                </a:moveTo>
                <a:cubicBezTo>
                  <a:pt x="307148" y="47120"/>
                  <a:pt x="306612" y="50591"/>
                  <a:pt x="305541" y="53650"/>
                </a:cubicBezTo>
                <a:cubicBezTo>
                  <a:pt x="304469" y="56710"/>
                  <a:pt x="302947" y="59303"/>
                  <a:pt x="300975" y="61431"/>
                </a:cubicBezTo>
                <a:cubicBezTo>
                  <a:pt x="299002" y="63559"/>
                  <a:pt x="296603" y="65189"/>
                  <a:pt x="293776" y="66323"/>
                </a:cubicBezTo>
                <a:cubicBezTo>
                  <a:pt x="290950" y="67457"/>
                  <a:pt x="287766" y="68024"/>
                  <a:pt x="284225" y="68024"/>
                </a:cubicBezTo>
                <a:cubicBezTo>
                  <a:pt x="281461" y="68024"/>
                  <a:pt x="278634" y="67760"/>
                  <a:pt x="275745" y="67232"/>
                </a:cubicBezTo>
                <a:cubicBezTo>
                  <a:pt x="272857" y="66704"/>
                  <a:pt x="269999" y="65865"/>
                  <a:pt x="267173" y="64716"/>
                </a:cubicBezTo>
                <a:lnTo>
                  <a:pt x="267173" y="1584"/>
                </a:lnTo>
                <a:lnTo>
                  <a:pt x="275279" y="1584"/>
                </a:lnTo>
                <a:lnTo>
                  <a:pt x="275279" y="19740"/>
                </a:lnTo>
                <a:lnTo>
                  <a:pt x="274907" y="28421"/>
                </a:lnTo>
                <a:cubicBezTo>
                  <a:pt x="277236" y="25284"/>
                  <a:pt x="279729" y="23071"/>
                  <a:pt x="282385" y="21782"/>
                </a:cubicBezTo>
                <a:cubicBezTo>
                  <a:pt x="285040" y="20493"/>
                  <a:pt x="287890" y="19848"/>
                  <a:pt x="290934" y="19848"/>
                </a:cubicBezTo>
                <a:cubicBezTo>
                  <a:pt x="293606" y="19848"/>
                  <a:pt x="295951" y="20407"/>
                  <a:pt x="297970" y="21525"/>
                </a:cubicBezTo>
                <a:cubicBezTo>
                  <a:pt x="299989" y="22644"/>
                  <a:pt x="301681" y="24220"/>
                  <a:pt x="303048" y="26254"/>
                </a:cubicBezTo>
                <a:cubicBezTo>
                  <a:pt x="304415" y="28289"/>
                  <a:pt x="305440" y="30743"/>
                  <a:pt x="306123" y="33616"/>
                </a:cubicBezTo>
                <a:cubicBezTo>
                  <a:pt x="306806" y="36489"/>
                  <a:pt x="307148" y="39696"/>
                  <a:pt x="307148" y="43237"/>
                </a:cubicBezTo>
                <a:moveTo>
                  <a:pt x="298855" y="43610"/>
                </a:moveTo>
                <a:cubicBezTo>
                  <a:pt x="298855" y="41156"/>
                  <a:pt x="298676" y="38904"/>
                  <a:pt x="298319" y="36854"/>
                </a:cubicBezTo>
                <a:cubicBezTo>
                  <a:pt x="297962" y="34804"/>
                  <a:pt x="297395" y="33049"/>
                  <a:pt x="296618" y="31589"/>
                </a:cubicBezTo>
                <a:cubicBezTo>
                  <a:pt x="295842" y="30129"/>
                  <a:pt x="294848" y="28988"/>
                  <a:pt x="293637" y="28165"/>
                </a:cubicBezTo>
                <a:cubicBezTo>
                  <a:pt x="292425" y="27342"/>
                  <a:pt x="290981" y="26930"/>
                  <a:pt x="289304" y="26930"/>
                </a:cubicBezTo>
                <a:cubicBezTo>
                  <a:pt x="288279" y="26930"/>
                  <a:pt x="287238" y="27093"/>
                  <a:pt x="286182" y="27419"/>
                </a:cubicBezTo>
                <a:cubicBezTo>
                  <a:pt x="285126" y="27745"/>
                  <a:pt x="284031" y="28289"/>
                  <a:pt x="282897" y="29050"/>
                </a:cubicBezTo>
                <a:cubicBezTo>
                  <a:pt x="281763" y="29811"/>
                  <a:pt x="280568" y="30820"/>
                  <a:pt x="279310" y="32078"/>
                </a:cubicBezTo>
                <a:cubicBezTo>
                  <a:pt x="278052" y="33336"/>
                  <a:pt x="276708" y="34897"/>
                  <a:pt x="275279" y="36761"/>
                </a:cubicBezTo>
                <a:lnTo>
                  <a:pt x="275279" y="59451"/>
                </a:lnTo>
                <a:cubicBezTo>
                  <a:pt x="276864" y="60072"/>
                  <a:pt x="278479" y="60561"/>
                  <a:pt x="280125" y="60919"/>
                </a:cubicBezTo>
                <a:cubicBezTo>
                  <a:pt x="281771" y="61276"/>
                  <a:pt x="283340" y="61454"/>
                  <a:pt x="284831" y="61454"/>
                </a:cubicBezTo>
                <a:cubicBezTo>
                  <a:pt x="286694" y="61454"/>
                  <a:pt x="288473" y="61159"/>
                  <a:pt x="290166" y="60569"/>
                </a:cubicBezTo>
                <a:cubicBezTo>
                  <a:pt x="291858" y="59979"/>
                  <a:pt x="293349" y="58993"/>
                  <a:pt x="294638" y="57611"/>
                </a:cubicBezTo>
                <a:cubicBezTo>
                  <a:pt x="295927" y="56228"/>
                  <a:pt x="296952" y="54396"/>
                  <a:pt x="297713" y="52113"/>
                </a:cubicBezTo>
                <a:cubicBezTo>
                  <a:pt x="298474" y="49830"/>
                  <a:pt x="298855" y="46995"/>
                  <a:pt x="298855" y="43610"/>
                </a:cubicBezTo>
                <a:close/>
                <a:moveTo>
                  <a:pt x="356630" y="67465"/>
                </a:moveTo>
                <a:lnTo>
                  <a:pt x="349362" y="67465"/>
                </a:lnTo>
                <a:lnTo>
                  <a:pt x="349083" y="59917"/>
                </a:lnTo>
                <a:cubicBezTo>
                  <a:pt x="347685" y="61532"/>
                  <a:pt x="346357" y="62875"/>
                  <a:pt x="345099" y="63947"/>
                </a:cubicBezTo>
                <a:cubicBezTo>
                  <a:pt x="343841" y="65019"/>
                  <a:pt x="342591" y="65881"/>
                  <a:pt x="341348" y="66533"/>
                </a:cubicBezTo>
                <a:cubicBezTo>
                  <a:pt x="340106" y="67185"/>
                  <a:pt x="338856" y="67643"/>
                  <a:pt x="337598" y="67907"/>
                </a:cubicBezTo>
                <a:cubicBezTo>
                  <a:pt x="336340" y="68171"/>
                  <a:pt x="335012" y="68303"/>
                  <a:pt x="333614" y="68303"/>
                </a:cubicBezTo>
                <a:cubicBezTo>
                  <a:pt x="328800" y="68303"/>
                  <a:pt x="325166" y="66890"/>
                  <a:pt x="322712" y="64063"/>
                </a:cubicBezTo>
                <a:cubicBezTo>
                  <a:pt x="320258" y="61237"/>
                  <a:pt x="319031" y="56966"/>
                  <a:pt x="319031" y="51251"/>
                </a:cubicBezTo>
                <a:lnTo>
                  <a:pt x="319031" y="20687"/>
                </a:lnTo>
                <a:lnTo>
                  <a:pt x="327138" y="20687"/>
                </a:lnTo>
                <a:lnTo>
                  <a:pt x="327138" y="50598"/>
                </a:lnTo>
                <a:cubicBezTo>
                  <a:pt x="327138" y="57774"/>
                  <a:pt x="329840" y="61361"/>
                  <a:pt x="335245" y="61361"/>
                </a:cubicBezTo>
                <a:cubicBezTo>
                  <a:pt x="336239" y="61361"/>
                  <a:pt x="337210" y="61214"/>
                  <a:pt x="338157" y="60919"/>
                </a:cubicBezTo>
                <a:cubicBezTo>
                  <a:pt x="339104" y="60623"/>
                  <a:pt x="340098" y="60111"/>
                  <a:pt x="341139" y="59381"/>
                </a:cubicBezTo>
                <a:cubicBezTo>
                  <a:pt x="342179" y="58651"/>
                  <a:pt x="343297" y="57665"/>
                  <a:pt x="344493" y="56422"/>
                </a:cubicBezTo>
                <a:cubicBezTo>
                  <a:pt x="345689" y="55180"/>
                  <a:pt x="347033" y="53611"/>
                  <a:pt x="348524" y="51717"/>
                </a:cubicBezTo>
                <a:lnTo>
                  <a:pt x="348524" y="20687"/>
                </a:lnTo>
                <a:lnTo>
                  <a:pt x="356630" y="20687"/>
                </a:lnTo>
                <a:lnTo>
                  <a:pt x="356630" y="67465"/>
                </a:lnTo>
                <a:close/>
                <a:moveTo>
                  <a:pt x="404575" y="27303"/>
                </a:moveTo>
                <a:cubicBezTo>
                  <a:pt x="405445" y="28390"/>
                  <a:pt x="406121" y="29656"/>
                  <a:pt x="406602" y="31100"/>
                </a:cubicBezTo>
                <a:cubicBezTo>
                  <a:pt x="407083" y="32544"/>
                  <a:pt x="407324" y="34105"/>
                  <a:pt x="407324" y="35782"/>
                </a:cubicBezTo>
                <a:cubicBezTo>
                  <a:pt x="407324" y="38205"/>
                  <a:pt x="406882" y="40418"/>
                  <a:pt x="405996" y="42422"/>
                </a:cubicBezTo>
                <a:cubicBezTo>
                  <a:pt x="405111" y="44425"/>
                  <a:pt x="403861" y="46141"/>
                  <a:pt x="402246" y="47570"/>
                </a:cubicBezTo>
                <a:cubicBezTo>
                  <a:pt x="400630" y="48999"/>
                  <a:pt x="398697" y="50109"/>
                  <a:pt x="396445" y="50901"/>
                </a:cubicBezTo>
                <a:cubicBezTo>
                  <a:pt x="394193" y="51693"/>
                  <a:pt x="391716" y="52089"/>
                  <a:pt x="389014" y="52089"/>
                </a:cubicBezTo>
                <a:cubicBezTo>
                  <a:pt x="387057" y="52089"/>
                  <a:pt x="385224" y="51880"/>
                  <a:pt x="383516" y="51460"/>
                </a:cubicBezTo>
                <a:cubicBezTo>
                  <a:pt x="381807" y="51041"/>
                  <a:pt x="380456" y="50521"/>
                  <a:pt x="379462" y="49900"/>
                </a:cubicBezTo>
                <a:cubicBezTo>
                  <a:pt x="378872" y="50769"/>
                  <a:pt x="378375" y="51591"/>
                  <a:pt x="377971" y="52365"/>
                </a:cubicBezTo>
                <a:cubicBezTo>
                  <a:pt x="377568" y="53137"/>
                  <a:pt x="377366" y="54002"/>
                  <a:pt x="377366" y="54959"/>
                </a:cubicBezTo>
                <a:cubicBezTo>
                  <a:pt x="377366" y="56132"/>
                  <a:pt x="377933" y="57104"/>
                  <a:pt x="379066" y="57876"/>
                </a:cubicBezTo>
                <a:cubicBezTo>
                  <a:pt x="380200" y="58646"/>
                  <a:pt x="381699" y="59063"/>
                  <a:pt x="383562" y="59125"/>
                </a:cubicBezTo>
                <a:lnTo>
                  <a:pt x="395863" y="59591"/>
                </a:lnTo>
                <a:cubicBezTo>
                  <a:pt x="398192" y="59653"/>
                  <a:pt x="400343" y="59948"/>
                  <a:pt x="402316" y="60477"/>
                </a:cubicBezTo>
                <a:cubicBezTo>
                  <a:pt x="404288" y="61006"/>
                  <a:pt x="405981" y="61769"/>
                  <a:pt x="407394" y="62765"/>
                </a:cubicBezTo>
                <a:cubicBezTo>
                  <a:pt x="408807" y="63760"/>
                  <a:pt x="409910" y="64988"/>
                  <a:pt x="410702" y="66451"/>
                </a:cubicBezTo>
                <a:cubicBezTo>
                  <a:pt x="411494" y="67913"/>
                  <a:pt x="411890" y="69609"/>
                  <a:pt x="411890" y="71538"/>
                </a:cubicBezTo>
                <a:cubicBezTo>
                  <a:pt x="411890" y="73623"/>
                  <a:pt x="411440" y="75599"/>
                  <a:pt x="410539" y="77466"/>
                </a:cubicBezTo>
                <a:cubicBezTo>
                  <a:pt x="409638" y="79332"/>
                  <a:pt x="408248" y="80973"/>
                  <a:pt x="406369" y="82389"/>
                </a:cubicBezTo>
                <a:cubicBezTo>
                  <a:pt x="404490" y="83805"/>
                  <a:pt x="402106" y="84933"/>
                  <a:pt x="399217" y="85772"/>
                </a:cubicBezTo>
                <a:cubicBezTo>
                  <a:pt x="396329" y="86613"/>
                  <a:pt x="392896" y="87033"/>
                  <a:pt x="388920" y="87033"/>
                </a:cubicBezTo>
                <a:cubicBezTo>
                  <a:pt x="385131" y="87033"/>
                  <a:pt x="381908" y="86730"/>
                  <a:pt x="379253" y="86123"/>
                </a:cubicBezTo>
                <a:cubicBezTo>
                  <a:pt x="376597" y="85516"/>
                  <a:pt x="374415" y="84676"/>
                  <a:pt x="372707" y="83603"/>
                </a:cubicBezTo>
                <a:cubicBezTo>
                  <a:pt x="370998" y="82529"/>
                  <a:pt x="369756" y="81253"/>
                  <a:pt x="368979" y="79775"/>
                </a:cubicBezTo>
                <a:cubicBezTo>
                  <a:pt x="368203" y="78298"/>
                  <a:pt x="367814" y="76672"/>
                  <a:pt x="367814" y="74899"/>
                </a:cubicBezTo>
                <a:cubicBezTo>
                  <a:pt x="367814" y="72628"/>
                  <a:pt x="368342" y="70636"/>
                  <a:pt x="369399" y="68925"/>
                </a:cubicBezTo>
                <a:cubicBezTo>
                  <a:pt x="370455" y="67215"/>
                  <a:pt x="372085" y="65566"/>
                  <a:pt x="374291" y="63979"/>
                </a:cubicBezTo>
                <a:cubicBezTo>
                  <a:pt x="373483" y="63607"/>
                  <a:pt x="372784" y="63142"/>
                  <a:pt x="372194" y="62584"/>
                </a:cubicBezTo>
                <a:cubicBezTo>
                  <a:pt x="371604" y="62026"/>
                  <a:pt x="371122" y="61414"/>
                  <a:pt x="370750" y="60748"/>
                </a:cubicBezTo>
                <a:cubicBezTo>
                  <a:pt x="370377" y="60081"/>
                  <a:pt x="370097" y="59376"/>
                  <a:pt x="369911" y="58633"/>
                </a:cubicBezTo>
                <a:cubicBezTo>
                  <a:pt x="369725" y="57888"/>
                  <a:pt x="369632" y="57160"/>
                  <a:pt x="369632" y="56447"/>
                </a:cubicBezTo>
                <a:cubicBezTo>
                  <a:pt x="369632" y="54432"/>
                  <a:pt x="370105" y="52588"/>
                  <a:pt x="371053" y="50914"/>
                </a:cubicBezTo>
                <a:cubicBezTo>
                  <a:pt x="372000" y="49241"/>
                  <a:pt x="373126" y="47660"/>
                  <a:pt x="374430" y="46172"/>
                </a:cubicBezTo>
                <a:cubicBezTo>
                  <a:pt x="373840" y="45458"/>
                  <a:pt x="373320" y="44759"/>
                  <a:pt x="372870" y="44076"/>
                </a:cubicBezTo>
                <a:cubicBezTo>
                  <a:pt x="372419" y="43392"/>
                  <a:pt x="372031" y="42655"/>
                  <a:pt x="371705" y="41863"/>
                </a:cubicBezTo>
                <a:cubicBezTo>
                  <a:pt x="371379" y="41071"/>
                  <a:pt x="371130" y="40216"/>
                  <a:pt x="370959" y="39300"/>
                </a:cubicBezTo>
                <a:cubicBezTo>
                  <a:pt x="370789" y="38384"/>
                  <a:pt x="370703" y="37335"/>
                  <a:pt x="370703" y="36155"/>
                </a:cubicBezTo>
                <a:cubicBezTo>
                  <a:pt x="370703" y="33732"/>
                  <a:pt x="371146" y="31519"/>
                  <a:pt x="372031" y="29516"/>
                </a:cubicBezTo>
                <a:cubicBezTo>
                  <a:pt x="372916" y="27512"/>
                  <a:pt x="374159" y="25796"/>
                  <a:pt x="375758" y="24367"/>
                </a:cubicBezTo>
                <a:cubicBezTo>
                  <a:pt x="377358" y="22939"/>
                  <a:pt x="379284" y="21828"/>
                  <a:pt x="381536" y="21036"/>
                </a:cubicBezTo>
                <a:cubicBezTo>
                  <a:pt x="383788" y="20244"/>
                  <a:pt x="386280" y="19848"/>
                  <a:pt x="389014" y="19848"/>
                </a:cubicBezTo>
                <a:cubicBezTo>
                  <a:pt x="390163" y="19848"/>
                  <a:pt x="391266" y="19926"/>
                  <a:pt x="392322" y="20081"/>
                </a:cubicBezTo>
                <a:cubicBezTo>
                  <a:pt x="393378" y="20236"/>
                  <a:pt x="394310" y="20438"/>
                  <a:pt x="395117" y="20687"/>
                </a:cubicBezTo>
                <a:lnTo>
                  <a:pt x="412076" y="20687"/>
                </a:lnTo>
                <a:lnTo>
                  <a:pt x="412076" y="27303"/>
                </a:lnTo>
                <a:lnTo>
                  <a:pt x="404575" y="27303"/>
                </a:lnTo>
                <a:moveTo>
                  <a:pt x="376434" y="74200"/>
                </a:moveTo>
                <a:cubicBezTo>
                  <a:pt x="376434" y="76412"/>
                  <a:pt x="377583" y="78024"/>
                  <a:pt x="379882" y="79037"/>
                </a:cubicBezTo>
                <a:cubicBezTo>
                  <a:pt x="382180" y="80050"/>
                  <a:pt x="385379" y="80557"/>
                  <a:pt x="389480" y="80557"/>
                </a:cubicBezTo>
                <a:cubicBezTo>
                  <a:pt x="392058" y="80557"/>
                  <a:pt x="394224" y="80323"/>
                  <a:pt x="395979" y="79855"/>
                </a:cubicBezTo>
                <a:cubicBezTo>
                  <a:pt x="397734" y="79388"/>
                  <a:pt x="399147" y="78773"/>
                  <a:pt x="400219" y="78009"/>
                </a:cubicBezTo>
                <a:cubicBezTo>
                  <a:pt x="401291" y="77245"/>
                  <a:pt x="402059" y="76372"/>
                  <a:pt x="402525" y="75391"/>
                </a:cubicBezTo>
                <a:cubicBezTo>
                  <a:pt x="402991" y="74410"/>
                  <a:pt x="403224" y="73405"/>
                  <a:pt x="403224" y="72376"/>
                </a:cubicBezTo>
                <a:cubicBezTo>
                  <a:pt x="403224" y="70474"/>
                  <a:pt x="402448" y="69072"/>
                  <a:pt x="400894" y="68168"/>
                </a:cubicBezTo>
                <a:cubicBezTo>
                  <a:pt x="399341" y="67264"/>
                  <a:pt x="396965" y="66735"/>
                  <a:pt x="393766" y="66579"/>
                </a:cubicBezTo>
                <a:lnTo>
                  <a:pt x="381559" y="66160"/>
                </a:lnTo>
                <a:cubicBezTo>
                  <a:pt x="380534" y="66845"/>
                  <a:pt x="379688" y="67515"/>
                  <a:pt x="379020" y="68169"/>
                </a:cubicBezTo>
                <a:cubicBezTo>
                  <a:pt x="378352" y="68825"/>
                  <a:pt x="377832" y="69487"/>
                  <a:pt x="377459" y="70157"/>
                </a:cubicBezTo>
                <a:cubicBezTo>
                  <a:pt x="377086" y="70827"/>
                  <a:pt x="376822" y="71496"/>
                  <a:pt x="376667" y="72166"/>
                </a:cubicBezTo>
                <a:cubicBezTo>
                  <a:pt x="376512" y="72837"/>
                  <a:pt x="376434" y="73515"/>
                  <a:pt x="376434" y="74200"/>
                </a:cubicBezTo>
                <a:moveTo>
                  <a:pt x="378903" y="35969"/>
                </a:moveTo>
                <a:cubicBezTo>
                  <a:pt x="378903" y="37460"/>
                  <a:pt x="379152" y="38826"/>
                  <a:pt x="379649" y="40069"/>
                </a:cubicBezTo>
                <a:cubicBezTo>
                  <a:pt x="380146" y="41311"/>
                  <a:pt x="380845" y="42367"/>
                  <a:pt x="381745" y="43237"/>
                </a:cubicBezTo>
                <a:cubicBezTo>
                  <a:pt x="382646" y="44107"/>
                  <a:pt x="383710" y="44782"/>
                  <a:pt x="384937" y="45264"/>
                </a:cubicBezTo>
                <a:cubicBezTo>
                  <a:pt x="386164" y="45745"/>
                  <a:pt x="387523" y="45986"/>
                  <a:pt x="389014" y="45986"/>
                </a:cubicBezTo>
                <a:cubicBezTo>
                  <a:pt x="390629" y="45986"/>
                  <a:pt x="392065" y="45714"/>
                  <a:pt x="393323" y="45171"/>
                </a:cubicBezTo>
                <a:cubicBezTo>
                  <a:pt x="394581" y="44627"/>
                  <a:pt x="395637" y="43889"/>
                  <a:pt x="396492" y="42957"/>
                </a:cubicBezTo>
                <a:cubicBezTo>
                  <a:pt x="397346" y="42026"/>
                  <a:pt x="397998" y="40954"/>
                  <a:pt x="398448" y="39743"/>
                </a:cubicBezTo>
                <a:cubicBezTo>
                  <a:pt x="398899" y="38531"/>
                  <a:pt x="399124" y="37273"/>
                  <a:pt x="399124" y="35969"/>
                </a:cubicBezTo>
                <a:cubicBezTo>
                  <a:pt x="399124" y="34478"/>
                  <a:pt x="398876" y="33111"/>
                  <a:pt x="398379" y="31869"/>
                </a:cubicBezTo>
                <a:cubicBezTo>
                  <a:pt x="397882" y="30626"/>
                  <a:pt x="397183" y="29570"/>
                  <a:pt x="396282" y="28700"/>
                </a:cubicBezTo>
                <a:cubicBezTo>
                  <a:pt x="395381" y="27831"/>
                  <a:pt x="394317" y="27155"/>
                  <a:pt x="393090" y="26674"/>
                </a:cubicBezTo>
                <a:cubicBezTo>
                  <a:pt x="391863" y="26192"/>
                  <a:pt x="390505" y="25952"/>
                  <a:pt x="389014" y="25952"/>
                </a:cubicBezTo>
                <a:cubicBezTo>
                  <a:pt x="387398" y="25952"/>
                  <a:pt x="385962" y="26231"/>
                  <a:pt x="384704" y="26790"/>
                </a:cubicBezTo>
                <a:cubicBezTo>
                  <a:pt x="383446" y="27349"/>
                  <a:pt x="382390" y="28087"/>
                  <a:pt x="381536" y="29003"/>
                </a:cubicBezTo>
                <a:cubicBezTo>
                  <a:pt x="380681" y="29920"/>
                  <a:pt x="380029" y="30983"/>
                  <a:pt x="379579" y="32195"/>
                </a:cubicBezTo>
                <a:cubicBezTo>
                  <a:pt x="379128" y="33406"/>
                  <a:pt x="378903" y="34664"/>
                  <a:pt x="378903" y="35969"/>
                </a:cubicBezTo>
                <a:close/>
                <a:moveTo>
                  <a:pt x="528811" y="43703"/>
                </a:moveTo>
                <a:cubicBezTo>
                  <a:pt x="528811" y="47337"/>
                  <a:pt x="528298" y="50668"/>
                  <a:pt x="527273" y="53697"/>
                </a:cubicBezTo>
                <a:cubicBezTo>
                  <a:pt x="526248" y="56725"/>
                  <a:pt x="524773" y="59319"/>
                  <a:pt x="522847" y="61478"/>
                </a:cubicBezTo>
                <a:cubicBezTo>
                  <a:pt x="520921" y="63636"/>
                  <a:pt x="518576" y="65314"/>
                  <a:pt x="515812" y="66510"/>
                </a:cubicBezTo>
                <a:cubicBezTo>
                  <a:pt x="513047" y="67705"/>
                  <a:pt x="509910" y="68303"/>
                  <a:pt x="506400" y="68303"/>
                </a:cubicBezTo>
                <a:cubicBezTo>
                  <a:pt x="503046" y="68303"/>
                  <a:pt x="500040" y="67783"/>
                  <a:pt x="497385" y="66742"/>
                </a:cubicBezTo>
                <a:cubicBezTo>
                  <a:pt x="494729" y="65702"/>
                  <a:pt x="492477" y="64172"/>
                  <a:pt x="490629" y="62153"/>
                </a:cubicBezTo>
                <a:cubicBezTo>
                  <a:pt x="488781" y="60134"/>
                  <a:pt x="487367" y="57634"/>
                  <a:pt x="486389" y="54652"/>
                </a:cubicBezTo>
                <a:cubicBezTo>
                  <a:pt x="485411" y="51670"/>
                  <a:pt x="484921" y="48238"/>
                  <a:pt x="484921" y="44355"/>
                </a:cubicBezTo>
                <a:cubicBezTo>
                  <a:pt x="484921" y="40721"/>
                  <a:pt x="485434" y="37405"/>
                  <a:pt x="486459" y="34408"/>
                </a:cubicBezTo>
                <a:cubicBezTo>
                  <a:pt x="487484" y="31411"/>
                  <a:pt x="488959" y="28832"/>
                  <a:pt x="490885" y="26674"/>
                </a:cubicBezTo>
                <a:cubicBezTo>
                  <a:pt x="492811" y="24515"/>
                  <a:pt x="495156" y="22838"/>
                  <a:pt x="497920" y="21642"/>
                </a:cubicBezTo>
                <a:cubicBezTo>
                  <a:pt x="500685" y="20446"/>
                  <a:pt x="503822" y="19848"/>
                  <a:pt x="507332" y="19848"/>
                </a:cubicBezTo>
                <a:cubicBezTo>
                  <a:pt x="510687" y="19848"/>
                  <a:pt x="513692" y="20368"/>
                  <a:pt x="516347" y="21409"/>
                </a:cubicBezTo>
                <a:cubicBezTo>
                  <a:pt x="519003" y="22449"/>
                  <a:pt x="521255" y="23971"/>
                  <a:pt x="523103" y="25975"/>
                </a:cubicBezTo>
                <a:cubicBezTo>
                  <a:pt x="524951" y="27978"/>
                  <a:pt x="526365" y="30471"/>
                  <a:pt x="527343" y="33453"/>
                </a:cubicBezTo>
                <a:cubicBezTo>
                  <a:pt x="528321" y="36435"/>
                  <a:pt x="528811" y="39851"/>
                  <a:pt x="528811" y="43703"/>
                </a:cubicBezTo>
                <a:moveTo>
                  <a:pt x="520517" y="44076"/>
                </a:moveTo>
                <a:cubicBezTo>
                  <a:pt x="520517" y="41187"/>
                  <a:pt x="520199" y="38663"/>
                  <a:pt x="519562" y="36505"/>
                </a:cubicBezTo>
                <a:cubicBezTo>
                  <a:pt x="518925" y="34346"/>
                  <a:pt x="518017" y="32544"/>
                  <a:pt x="516837" y="31100"/>
                </a:cubicBezTo>
                <a:cubicBezTo>
                  <a:pt x="515656" y="29656"/>
                  <a:pt x="514220" y="28568"/>
                  <a:pt x="512527" y="27838"/>
                </a:cubicBezTo>
                <a:cubicBezTo>
                  <a:pt x="510834" y="27109"/>
                  <a:pt x="508947" y="26744"/>
                  <a:pt x="506866" y="26744"/>
                </a:cubicBezTo>
                <a:cubicBezTo>
                  <a:pt x="504443" y="26744"/>
                  <a:pt x="502370" y="27217"/>
                  <a:pt x="500646" y="28165"/>
                </a:cubicBezTo>
                <a:cubicBezTo>
                  <a:pt x="498922" y="29112"/>
                  <a:pt x="497509" y="30378"/>
                  <a:pt x="496406" y="31962"/>
                </a:cubicBezTo>
                <a:cubicBezTo>
                  <a:pt x="495304" y="33546"/>
                  <a:pt x="494496" y="35386"/>
                  <a:pt x="493983" y="37483"/>
                </a:cubicBezTo>
                <a:cubicBezTo>
                  <a:pt x="493471" y="39580"/>
                  <a:pt x="493215" y="41777"/>
                  <a:pt x="493215" y="44076"/>
                </a:cubicBezTo>
                <a:cubicBezTo>
                  <a:pt x="493215" y="46964"/>
                  <a:pt x="493533" y="49496"/>
                  <a:pt x="494170" y="51670"/>
                </a:cubicBezTo>
                <a:cubicBezTo>
                  <a:pt x="494807" y="53844"/>
                  <a:pt x="495715" y="55654"/>
                  <a:pt x="496895" y="57098"/>
                </a:cubicBezTo>
                <a:cubicBezTo>
                  <a:pt x="498076" y="58542"/>
                  <a:pt x="499505" y="59629"/>
                  <a:pt x="501182" y="60359"/>
                </a:cubicBezTo>
                <a:cubicBezTo>
                  <a:pt x="502859" y="61089"/>
                  <a:pt x="504754" y="61454"/>
                  <a:pt x="506866" y="61454"/>
                </a:cubicBezTo>
                <a:cubicBezTo>
                  <a:pt x="509289" y="61454"/>
                  <a:pt x="511362" y="60981"/>
                  <a:pt x="513086" y="60033"/>
                </a:cubicBezTo>
                <a:cubicBezTo>
                  <a:pt x="514810" y="59086"/>
                  <a:pt x="516223" y="57820"/>
                  <a:pt x="517326" y="56236"/>
                </a:cubicBezTo>
                <a:cubicBezTo>
                  <a:pt x="518428" y="54652"/>
                  <a:pt x="519236" y="52812"/>
                  <a:pt x="519749" y="50715"/>
                </a:cubicBezTo>
                <a:cubicBezTo>
                  <a:pt x="520261" y="48618"/>
                  <a:pt x="520517" y="46405"/>
                  <a:pt x="520517" y="44076"/>
                </a:cubicBezTo>
                <a:close/>
                <a:moveTo>
                  <a:pt x="576290" y="65741"/>
                </a:moveTo>
                <a:cubicBezTo>
                  <a:pt x="574177" y="66548"/>
                  <a:pt x="572011" y="67146"/>
                  <a:pt x="569790" y="67535"/>
                </a:cubicBezTo>
                <a:cubicBezTo>
                  <a:pt x="567569" y="67923"/>
                  <a:pt x="565278" y="68117"/>
                  <a:pt x="562918" y="68117"/>
                </a:cubicBezTo>
                <a:cubicBezTo>
                  <a:pt x="555525" y="68117"/>
                  <a:pt x="549833" y="66113"/>
                  <a:pt x="545842" y="62107"/>
                </a:cubicBezTo>
                <a:cubicBezTo>
                  <a:pt x="541851" y="58100"/>
                  <a:pt x="539855" y="52245"/>
                  <a:pt x="539855" y="44542"/>
                </a:cubicBezTo>
                <a:cubicBezTo>
                  <a:pt x="539855" y="40845"/>
                  <a:pt x="540430" y="37491"/>
                  <a:pt x="541579" y="34478"/>
                </a:cubicBezTo>
                <a:cubicBezTo>
                  <a:pt x="542728" y="31465"/>
                  <a:pt x="544343" y="28887"/>
                  <a:pt x="546424" y="26744"/>
                </a:cubicBezTo>
                <a:cubicBezTo>
                  <a:pt x="548505" y="24600"/>
                  <a:pt x="550990" y="22946"/>
                  <a:pt x="553879" y="21782"/>
                </a:cubicBezTo>
                <a:cubicBezTo>
                  <a:pt x="556768" y="20617"/>
                  <a:pt x="559951" y="20034"/>
                  <a:pt x="563430" y="20034"/>
                </a:cubicBezTo>
                <a:cubicBezTo>
                  <a:pt x="565853" y="20034"/>
                  <a:pt x="568120" y="20209"/>
                  <a:pt x="570233" y="20559"/>
                </a:cubicBezTo>
                <a:cubicBezTo>
                  <a:pt x="572345" y="20907"/>
                  <a:pt x="574364" y="21478"/>
                  <a:pt x="576290" y="22271"/>
                </a:cubicBezTo>
                <a:lnTo>
                  <a:pt x="576290" y="30005"/>
                </a:lnTo>
                <a:cubicBezTo>
                  <a:pt x="574271" y="28932"/>
                  <a:pt x="572213" y="28152"/>
                  <a:pt x="570116" y="27664"/>
                </a:cubicBezTo>
                <a:cubicBezTo>
                  <a:pt x="568020" y="27175"/>
                  <a:pt x="565853" y="26930"/>
                  <a:pt x="563617" y="26930"/>
                </a:cubicBezTo>
                <a:cubicBezTo>
                  <a:pt x="561536" y="26930"/>
                  <a:pt x="559571" y="27326"/>
                  <a:pt x="557723" y="28118"/>
                </a:cubicBezTo>
                <a:cubicBezTo>
                  <a:pt x="555875" y="28910"/>
                  <a:pt x="554252" y="30052"/>
                  <a:pt x="552854" y="31543"/>
                </a:cubicBezTo>
                <a:cubicBezTo>
                  <a:pt x="551456" y="33033"/>
                  <a:pt x="550354" y="34851"/>
                  <a:pt x="549546" y="36994"/>
                </a:cubicBezTo>
                <a:cubicBezTo>
                  <a:pt x="548738" y="39137"/>
                  <a:pt x="548335" y="41560"/>
                  <a:pt x="548335" y="44262"/>
                </a:cubicBezTo>
                <a:cubicBezTo>
                  <a:pt x="548335" y="49915"/>
                  <a:pt x="549709" y="54147"/>
                  <a:pt x="552458" y="56958"/>
                </a:cubicBezTo>
                <a:cubicBezTo>
                  <a:pt x="555207" y="59769"/>
                  <a:pt x="559020" y="61175"/>
                  <a:pt x="563896" y="61175"/>
                </a:cubicBezTo>
                <a:cubicBezTo>
                  <a:pt x="566101" y="61175"/>
                  <a:pt x="568237" y="60926"/>
                  <a:pt x="570303" y="60429"/>
                </a:cubicBezTo>
                <a:cubicBezTo>
                  <a:pt x="572368" y="59932"/>
                  <a:pt x="574364" y="59187"/>
                  <a:pt x="576290" y="58193"/>
                </a:cubicBezTo>
                <a:lnTo>
                  <a:pt x="576290" y="65741"/>
                </a:lnTo>
                <a:close/>
                <a:moveTo>
                  <a:pt x="628148" y="65741"/>
                </a:moveTo>
                <a:cubicBezTo>
                  <a:pt x="626036" y="66548"/>
                  <a:pt x="623869" y="67146"/>
                  <a:pt x="621648" y="67535"/>
                </a:cubicBezTo>
                <a:cubicBezTo>
                  <a:pt x="619428" y="67923"/>
                  <a:pt x="617137" y="68117"/>
                  <a:pt x="614776" y="68117"/>
                </a:cubicBezTo>
                <a:cubicBezTo>
                  <a:pt x="607384" y="68117"/>
                  <a:pt x="601692" y="66113"/>
                  <a:pt x="597700" y="62107"/>
                </a:cubicBezTo>
                <a:cubicBezTo>
                  <a:pt x="593709" y="58100"/>
                  <a:pt x="591713" y="52245"/>
                  <a:pt x="591713" y="44542"/>
                </a:cubicBezTo>
                <a:cubicBezTo>
                  <a:pt x="591713" y="40845"/>
                  <a:pt x="592288" y="37491"/>
                  <a:pt x="593437" y="34478"/>
                </a:cubicBezTo>
                <a:cubicBezTo>
                  <a:pt x="594587" y="31465"/>
                  <a:pt x="596202" y="28887"/>
                  <a:pt x="598283" y="26744"/>
                </a:cubicBezTo>
                <a:cubicBezTo>
                  <a:pt x="600364" y="24600"/>
                  <a:pt x="602849" y="22946"/>
                  <a:pt x="605737" y="21782"/>
                </a:cubicBezTo>
                <a:cubicBezTo>
                  <a:pt x="608626" y="20617"/>
                  <a:pt x="611810" y="20034"/>
                  <a:pt x="615289" y="20034"/>
                </a:cubicBezTo>
                <a:cubicBezTo>
                  <a:pt x="617711" y="20034"/>
                  <a:pt x="619979" y="20209"/>
                  <a:pt x="622091" y="20559"/>
                </a:cubicBezTo>
                <a:cubicBezTo>
                  <a:pt x="624203" y="20907"/>
                  <a:pt x="626222" y="21478"/>
                  <a:pt x="628148" y="22271"/>
                </a:cubicBezTo>
                <a:lnTo>
                  <a:pt x="628148" y="30005"/>
                </a:lnTo>
                <a:cubicBezTo>
                  <a:pt x="626129" y="28932"/>
                  <a:pt x="624071" y="28152"/>
                  <a:pt x="621975" y="27664"/>
                </a:cubicBezTo>
                <a:cubicBezTo>
                  <a:pt x="619878" y="27175"/>
                  <a:pt x="617711" y="26930"/>
                  <a:pt x="615475" y="26930"/>
                </a:cubicBezTo>
                <a:cubicBezTo>
                  <a:pt x="613394" y="26930"/>
                  <a:pt x="611429" y="27326"/>
                  <a:pt x="609581" y="28118"/>
                </a:cubicBezTo>
                <a:cubicBezTo>
                  <a:pt x="607733" y="28910"/>
                  <a:pt x="606110" y="30052"/>
                  <a:pt x="604712" y="31543"/>
                </a:cubicBezTo>
                <a:cubicBezTo>
                  <a:pt x="603315" y="33033"/>
                  <a:pt x="602212" y="34851"/>
                  <a:pt x="601404" y="36994"/>
                </a:cubicBezTo>
                <a:cubicBezTo>
                  <a:pt x="600597" y="39137"/>
                  <a:pt x="600193" y="41560"/>
                  <a:pt x="600193" y="44262"/>
                </a:cubicBezTo>
                <a:cubicBezTo>
                  <a:pt x="600193" y="49915"/>
                  <a:pt x="601568" y="54147"/>
                  <a:pt x="604316" y="56958"/>
                </a:cubicBezTo>
                <a:cubicBezTo>
                  <a:pt x="607065" y="59769"/>
                  <a:pt x="610878" y="61175"/>
                  <a:pt x="615755" y="61175"/>
                </a:cubicBezTo>
                <a:cubicBezTo>
                  <a:pt x="617960" y="61175"/>
                  <a:pt x="620095" y="60926"/>
                  <a:pt x="622161" y="60429"/>
                </a:cubicBezTo>
                <a:cubicBezTo>
                  <a:pt x="624227" y="59932"/>
                  <a:pt x="626222" y="59187"/>
                  <a:pt x="628148" y="58193"/>
                </a:cubicBezTo>
                <a:lnTo>
                  <a:pt x="628148" y="65741"/>
                </a:lnTo>
                <a:close/>
                <a:moveTo>
                  <a:pt x="681264" y="67465"/>
                </a:moveTo>
                <a:lnTo>
                  <a:pt x="673996" y="67465"/>
                </a:lnTo>
                <a:lnTo>
                  <a:pt x="673717" y="59917"/>
                </a:lnTo>
                <a:cubicBezTo>
                  <a:pt x="672319" y="61532"/>
                  <a:pt x="670991" y="62875"/>
                  <a:pt x="669733" y="63947"/>
                </a:cubicBezTo>
                <a:cubicBezTo>
                  <a:pt x="668475" y="65019"/>
                  <a:pt x="667225" y="65881"/>
                  <a:pt x="665982" y="66533"/>
                </a:cubicBezTo>
                <a:cubicBezTo>
                  <a:pt x="664740" y="67185"/>
                  <a:pt x="663490" y="67643"/>
                  <a:pt x="662232" y="67907"/>
                </a:cubicBezTo>
                <a:cubicBezTo>
                  <a:pt x="660974" y="68171"/>
                  <a:pt x="659646" y="68303"/>
                  <a:pt x="658248" y="68303"/>
                </a:cubicBezTo>
                <a:cubicBezTo>
                  <a:pt x="653434" y="68303"/>
                  <a:pt x="649800" y="66890"/>
                  <a:pt x="647346" y="64063"/>
                </a:cubicBezTo>
                <a:cubicBezTo>
                  <a:pt x="644892" y="61237"/>
                  <a:pt x="643665" y="56966"/>
                  <a:pt x="643665" y="51251"/>
                </a:cubicBezTo>
                <a:lnTo>
                  <a:pt x="643665" y="20687"/>
                </a:lnTo>
                <a:lnTo>
                  <a:pt x="651772" y="20687"/>
                </a:lnTo>
                <a:lnTo>
                  <a:pt x="651772" y="50598"/>
                </a:lnTo>
                <a:cubicBezTo>
                  <a:pt x="651772" y="57774"/>
                  <a:pt x="654474" y="61361"/>
                  <a:pt x="659879" y="61361"/>
                </a:cubicBezTo>
                <a:cubicBezTo>
                  <a:pt x="660873" y="61361"/>
                  <a:pt x="661844" y="61214"/>
                  <a:pt x="662791" y="60919"/>
                </a:cubicBezTo>
                <a:cubicBezTo>
                  <a:pt x="663738" y="60623"/>
                  <a:pt x="664732" y="60111"/>
                  <a:pt x="665773" y="59381"/>
                </a:cubicBezTo>
                <a:cubicBezTo>
                  <a:pt x="666813" y="58651"/>
                  <a:pt x="667932" y="57665"/>
                  <a:pt x="669127" y="56422"/>
                </a:cubicBezTo>
                <a:cubicBezTo>
                  <a:pt x="670323" y="55180"/>
                  <a:pt x="671667" y="53611"/>
                  <a:pt x="673158" y="51717"/>
                </a:cubicBezTo>
                <a:lnTo>
                  <a:pt x="673158" y="20687"/>
                </a:lnTo>
                <a:lnTo>
                  <a:pt x="681264" y="20687"/>
                </a:lnTo>
                <a:lnTo>
                  <a:pt x="681264" y="67465"/>
                </a:lnTo>
                <a:close/>
                <a:moveTo>
                  <a:pt x="697434" y="20687"/>
                </a:moveTo>
                <a:lnTo>
                  <a:pt x="704842" y="20687"/>
                </a:lnTo>
                <a:lnTo>
                  <a:pt x="705075" y="29284"/>
                </a:lnTo>
                <a:cubicBezTo>
                  <a:pt x="707839" y="25969"/>
                  <a:pt x="710565" y="23567"/>
                  <a:pt x="713252" y="22080"/>
                </a:cubicBezTo>
                <a:cubicBezTo>
                  <a:pt x="715938" y="20592"/>
                  <a:pt x="718648" y="19848"/>
                  <a:pt x="721382" y="19848"/>
                </a:cubicBezTo>
                <a:cubicBezTo>
                  <a:pt x="726227" y="19848"/>
                  <a:pt x="729900" y="21413"/>
                  <a:pt x="732401" y="24542"/>
                </a:cubicBezTo>
                <a:cubicBezTo>
                  <a:pt x="734901" y="27672"/>
                  <a:pt x="736058" y="32319"/>
                  <a:pt x="735872" y="38485"/>
                </a:cubicBezTo>
                <a:lnTo>
                  <a:pt x="727672" y="38485"/>
                </a:lnTo>
                <a:cubicBezTo>
                  <a:pt x="727765" y="34401"/>
                  <a:pt x="727167" y="31439"/>
                  <a:pt x="725878" y="29599"/>
                </a:cubicBezTo>
                <a:cubicBezTo>
                  <a:pt x="724589" y="27757"/>
                  <a:pt x="722702" y="26837"/>
                  <a:pt x="720217" y="26837"/>
                </a:cubicBezTo>
                <a:cubicBezTo>
                  <a:pt x="719130" y="26837"/>
                  <a:pt x="718035" y="27030"/>
                  <a:pt x="716932" y="27418"/>
                </a:cubicBezTo>
                <a:cubicBezTo>
                  <a:pt x="715830" y="27804"/>
                  <a:pt x="714696" y="28422"/>
                  <a:pt x="713531" y="29273"/>
                </a:cubicBezTo>
                <a:cubicBezTo>
                  <a:pt x="712366" y="30123"/>
                  <a:pt x="711132" y="31213"/>
                  <a:pt x="709827" y="32544"/>
                </a:cubicBezTo>
                <a:cubicBezTo>
                  <a:pt x="708523" y="33874"/>
                  <a:pt x="707125" y="35482"/>
                  <a:pt x="705634" y="37369"/>
                </a:cubicBezTo>
                <a:lnTo>
                  <a:pt x="705634" y="67465"/>
                </a:lnTo>
                <a:lnTo>
                  <a:pt x="697434" y="67465"/>
                </a:lnTo>
                <a:lnTo>
                  <a:pt x="697434" y="20687"/>
                </a:lnTo>
                <a:close/>
                <a:moveTo>
                  <a:pt x="784422" y="54699"/>
                </a:moveTo>
                <a:cubicBezTo>
                  <a:pt x="784422" y="56345"/>
                  <a:pt x="784143" y="57820"/>
                  <a:pt x="783584" y="59125"/>
                </a:cubicBezTo>
                <a:cubicBezTo>
                  <a:pt x="783025" y="60429"/>
                  <a:pt x="782264" y="61586"/>
                  <a:pt x="781301" y="62596"/>
                </a:cubicBezTo>
                <a:cubicBezTo>
                  <a:pt x="780338" y="63605"/>
                  <a:pt x="779220" y="64467"/>
                  <a:pt x="777946" y="65182"/>
                </a:cubicBezTo>
                <a:cubicBezTo>
                  <a:pt x="776673" y="65896"/>
                  <a:pt x="775314" y="66486"/>
                  <a:pt x="773869" y="66952"/>
                </a:cubicBezTo>
                <a:cubicBezTo>
                  <a:pt x="772425" y="67418"/>
                  <a:pt x="770942" y="67760"/>
                  <a:pt x="769420" y="67977"/>
                </a:cubicBezTo>
                <a:cubicBezTo>
                  <a:pt x="767898" y="68195"/>
                  <a:pt x="766407" y="68303"/>
                  <a:pt x="764947" y="68303"/>
                </a:cubicBezTo>
                <a:cubicBezTo>
                  <a:pt x="761779" y="68303"/>
                  <a:pt x="758867" y="68164"/>
                  <a:pt x="756211" y="67884"/>
                </a:cubicBezTo>
                <a:cubicBezTo>
                  <a:pt x="753555" y="67604"/>
                  <a:pt x="750954" y="67154"/>
                  <a:pt x="748407" y="66533"/>
                </a:cubicBezTo>
                <a:lnTo>
                  <a:pt x="748407" y="59078"/>
                </a:lnTo>
                <a:cubicBezTo>
                  <a:pt x="751140" y="59855"/>
                  <a:pt x="753858" y="60445"/>
                  <a:pt x="756561" y="60849"/>
                </a:cubicBezTo>
                <a:cubicBezTo>
                  <a:pt x="759263" y="61252"/>
                  <a:pt x="761950" y="61454"/>
                  <a:pt x="764621" y="61454"/>
                </a:cubicBezTo>
                <a:cubicBezTo>
                  <a:pt x="768504" y="61454"/>
                  <a:pt x="771377" y="60926"/>
                  <a:pt x="773240" y="59870"/>
                </a:cubicBezTo>
                <a:cubicBezTo>
                  <a:pt x="775104" y="58814"/>
                  <a:pt x="776036" y="57308"/>
                  <a:pt x="776036" y="55351"/>
                </a:cubicBezTo>
                <a:cubicBezTo>
                  <a:pt x="776036" y="54512"/>
                  <a:pt x="775888" y="53759"/>
                  <a:pt x="775593" y="53091"/>
                </a:cubicBezTo>
                <a:cubicBezTo>
                  <a:pt x="775298" y="52423"/>
                  <a:pt x="774762" y="51787"/>
                  <a:pt x="773986" y="51181"/>
                </a:cubicBezTo>
                <a:cubicBezTo>
                  <a:pt x="773209" y="50575"/>
                  <a:pt x="772006" y="49946"/>
                  <a:pt x="770375" y="49294"/>
                </a:cubicBezTo>
                <a:cubicBezTo>
                  <a:pt x="768744" y="48642"/>
                  <a:pt x="766516" y="47896"/>
                  <a:pt x="763689" y="47058"/>
                </a:cubicBezTo>
                <a:cubicBezTo>
                  <a:pt x="761577" y="46436"/>
                  <a:pt x="759628" y="45730"/>
                  <a:pt x="757842" y="44938"/>
                </a:cubicBezTo>
                <a:cubicBezTo>
                  <a:pt x="756056" y="44146"/>
                  <a:pt x="754510" y="43206"/>
                  <a:pt x="753206" y="42119"/>
                </a:cubicBezTo>
                <a:cubicBezTo>
                  <a:pt x="751901" y="41032"/>
                  <a:pt x="750876" y="39758"/>
                  <a:pt x="750131" y="38298"/>
                </a:cubicBezTo>
                <a:cubicBezTo>
                  <a:pt x="749385" y="36838"/>
                  <a:pt x="749013" y="35115"/>
                  <a:pt x="749013" y="33127"/>
                </a:cubicBezTo>
                <a:cubicBezTo>
                  <a:pt x="749013" y="31822"/>
                  <a:pt x="749316" y="30393"/>
                  <a:pt x="749921" y="28840"/>
                </a:cubicBezTo>
                <a:cubicBezTo>
                  <a:pt x="750527" y="27287"/>
                  <a:pt x="751560" y="25843"/>
                  <a:pt x="753020" y="24507"/>
                </a:cubicBezTo>
                <a:cubicBezTo>
                  <a:pt x="754479" y="23172"/>
                  <a:pt x="756452" y="22061"/>
                  <a:pt x="758937" y="21176"/>
                </a:cubicBezTo>
                <a:cubicBezTo>
                  <a:pt x="761422" y="20291"/>
                  <a:pt x="764528" y="19848"/>
                  <a:pt x="768255" y="19848"/>
                </a:cubicBezTo>
                <a:cubicBezTo>
                  <a:pt x="770088" y="19848"/>
                  <a:pt x="772122" y="19949"/>
                  <a:pt x="774359" y="20151"/>
                </a:cubicBezTo>
                <a:cubicBezTo>
                  <a:pt x="776595" y="20353"/>
                  <a:pt x="778924" y="20702"/>
                  <a:pt x="781347" y="21199"/>
                </a:cubicBezTo>
                <a:lnTo>
                  <a:pt x="781347" y="28421"/>
                </a:lnTo>
                <a:cubicBezTo>
                  <a:pt x="778800" y="27800"/>
                  <a:pt x="776385" y="27342"/>
                  <a:pt x="774102" y="27046"/>
                </a:cubicBezTo>
                <a:cubicBezTo>
                  <a:pt x="771819" y="26751"/>
                  <a:pt x="769839" y="26604"/>
                  <a:pt x="768162" y="26604"/>
                </a:cubicBezTo>
                <a:cubicBezTo>
                  <a:pt x="766143" y="26604"/>
                  <a:pt x="764442" y="26759"/>
                  <a:pt x="763060" y="27070"/>
                </a:cubicBezTo>
                <a:cubicBezTo>
                  <a:pt x="761678" y="27380"/>
                  <a:pt x="760560" y="27807"/>
                  <a:pt x="759705" y="28351"/>
                </a:cubicBezTo>
                <a:cubicBezTo>
                  <a:pt x="758851" y="28895"/>
                  <a:pt x="758238" y="29531"/>
                  <a:pt x="757865" y="30261"/>
                </a:cubicBezTo>
                <a:cubicBezTo>
                  <a:pt x="757492" y="30991"/>
                  <a:pt x="757306" y="31775"/>
                  <a:pt x="757306" y="32614"/>
                </a:cubicBezTo>
                <a:cubicBezTo>
                  <a:pt x="757306" y="33453"/>
                  <a:pt x="757469" y="34214"/>
                  <a:pt x="757795" y="34897"/>
                </a:cubicBezTo>
                <a:cubicBezTo>
                  <a:pt x="758121" y="35580"/>
                  <a:pt x="758727" y="36241"/>
                  <a:pt x="759612" y="36877"/>
                </a:cubicBezTo>
                <a:cubicBezTo>
                  <a:pt x="760498" y="37514"/>
                  <a:pt x="761732" y="38151"/>
                  <a:pt x="763316" y="38788"/>
                </a:cubicBezTo>
                <a:cubicBezTo>
                  <a:pt x="764900" y="39424"/>
                  <a:pt x="766966" y="40115"/>
                  <a:pt x="769513" y="40861"/>
                </a:cubicBezTo>
                <a:cubicBezTo>
                  <a:pt x="772277" y="41668"/>
                  <a:pt x="774607" y="42515"/>
                  <a:pt x="776502" y="43400"/>
                </a:cubicBezTo>
                <a:cubicBezTo>
                  <a:pt x="778396" y="44285"/>
                  <a:pt x="779934" y="45272"/>
                  <a:pt x="781114" y="46359"/>
                </a:cubicBezTo>
                <a:cubicBezTo>
                  <a:pt x="782295" y="47446"/>
                  <a:pt x="783141" y="48673"/>
                  <a:pt x="783654" y="50039"/>
                </a:cubicBezTo>
                <a:cubicBezTo>
                  <a:pt x="784166" y="51406"/>
                  <a:pt x="784422" y="52959"/>
                  <a:pt x="784422" y="54699"/>
                </a:cubicBezTo>
                <a:close/>
                <a:moveTo>
                  <a:pt x="906875" y="20687"/>
                </a:moveTo>
                <a:lnTo>
                  <a:pt x="900073" y="67465"/>
                </a:lnTo>
                <a:lnTo>
                  <a:pt x="890242" y="67465"/>
                </a:lnTo>
                <a:lnTo>
                  <a:pt x="883486" y="47896"/>
                </a:lnTo>
                <a:lnTo>
                  <a:pt x="882135" y="43144"/>
                </a:lnTo>
                <a:lnTo>
                  <a:pt x="880598" y="48176"/>
                </a:lnTo>
                <a:lnTo>
                  <a:pt x="874121" y="67465"/>
                </a:lnTo>
                <a:lnTo>
                  <a:pt x="864570" y="67465"/>
                </a:lnTo>
                <a:lnTo>
                  <a:pt x="857814" y="20687"/>
                </a:lnTo>
                <a:lnTo>
                  <a:pt x="865735" y="20687"/>
                </a:lnTo>
                <a:lnTo>
                  <a:pt x="869649" y="52462"/>
                </a:lnTo>
                <a:lnTo>
                  <a:pt x="870487" y="59544"/>
                </a:lnTo>
                <a:lnTo>
                  <a:pt x="872491" y="53347"/>
                </a:lnTo>
                <a:lnTo>
                  <a:pt x="879293" y="32335"/>
                </a:lnTo>
                <a:lnTo>
                  <a:pt x="885117" y="32335"/>
                </a:lnTo>
                <a:lnTo>
                  <a:pt x="892432" y="53068"/>
                </a:lnTo>
                <a:lnTo>
                  <a:pt x="894529" y="59265"/>
                </a:lnTo>
                <a:lnTo>
                  <a:pt x="895227" y="52695"/>
                </a:lnTo>
                <a:lnTo>
                  <a:pt x="898862" y="20687"/>
                </a:lnTo>
                <a:lnTo>
                  <a:pt x="906875" y="20687"/>
                </a:lnTo>
                <a:close/>
                <a:moveTo>
                  <a:pt x="953003" y="67465"/>
                </a:moveTo>
                <a:lnTo>
                  <a:pt x="944896" y="67465"/>
                </a:lnTo>
                <a:lnTo>
                  <a:pt x="944896" y="37599"/>
                </a:lnTo>
                <a:cubicBezTo>
                  <a:pt x="944896" y="33996"/>
                  <a:pt x="944221" y="31302"/>
                  <a:pt x="942870" y="29516"/>
                </a:cubicBezTo>
                <a:cubicBezTo>
                  <a:pt x="941518" y="27730"/>
                  <a:pt x="939585" y="26837"/>
                  <a:pt x="937069" y="26837"/>
                </a:cubicBezTo>
                <a:cubicBezTo>
                  <a:pt x="935982" y="26837"/>
                  <a:pt x="934965" y="26984"/>
                  <a:pt x="934017" y="27279"/>
                </a:cubicBezTo>
                <a:cubicBezTo>
                  <a:pt x="933070" y="27574"/>
                  <a:pt x="932084" y="28087"/>
                  <a:pt x="931059" y="28817"/>
                </a:cubicBezTo>
                <a:cubicBezTo>
                  <a:pt x="930034" y="29547"/>
                  <a:pt x="928915" y="30533"/>
                  <a:pt x="927704" y="31775"/>
                </a:cubicBezTo>
                <a:cubicBezTo>
                  <a:pt x="926493" y="33018"/>
                  <a:pt x="925095" y="34571"/>
                  <a:pt x="923511" y="36435"/>
                </a:cubicBezTo>
                <a:lnTo>
                  <a:pt x="923511" y="67465"/>
                </a:lnTo>
                <a:lnTo>
                  <a:pt x="915404" y="67465"/>
                </a:lnTo>
                <a:lnTo>
                  <a:pt x="915404" y="1584"/>
                </a:lnTo>
                <a:lnTo>
                  <a:pt x="923511" y="1584"/>
                </a:lnTo>
                <a:lnTo>
                  <a:pt x="923511" y="20674"/>
                </a:lnTo>
                <a:lnTo>
                  <a:pt x="923231" y="28048"/>
                </a:lnTo>
                <a:cubicBezTo>
                  <a:pt x="924505" y="26526"/>
                  <a:pt x="925755" y="25245"/>
                  <a:pt x="926982" y="24204"/>
                </a:cubicBezTo>
                <a:cubicBezTo>
                  <a:pt x="928209" y="23164"/>
                  <a:pt x="929436" y="22317"/>
                  <a:pt x="930663" y="21665"/>
                </a:cubicBezTo>
                <a:cubicBezTo>
                  <a:pt x="931889" y="21013"/>
                  <a:pt x="933140" y="20547"/>
                  <a:pt x="934413" y="20267"/>
                </a:cubicBezTo>
                <a:cubicBezTo>
                  <a:pt x="935687" y="19988"/>
                  <a:pt x="937007" y="19848"/>
                  <a:pt x="938373" y="19848"/>
                </a:cubicBezTo>
                <a:cubicBezTo>
                  <a:pt x="943033" y="19848"/>
                  <a:pt x="946636" y="21269"/>
                  <a:pt x="949183" y="24111"/>
                </a:cubicBezTo>
                <a:cubicBezTo>
                  <a:pt x="951730" y="26953"/>
                  <a:pt x="953003" y="31232"/>
                  <a:pt x="953003" y="36947"/>
                </a:cubicBezTo>
                <a:lnTo>
                  <a:pt x="953003" y="67465"/>
                </a:lnTo>
                <a:close/>
                <a:moveTo>
                  <a:pt x="1006772" y="41606"/>
                </a:moveTo>
                <a:cubicBezTo>
                  <a:pt x="1006772" y="42756"/>
                  <a:pt x="1006756" y="43718"/>
                  <a:pt x="1006725" y="44495"/>
                </a:cubicBezTo>
                <a:cubicBezTo>
                  <a:pt x="1006694" y="45272"/>
                  <a:pt x="1006648" y="46001"/>
                  <a:pt x="1006586" y="46685"/>
                </a:cubicBezTo>
                <a:lnTo>
                  <a:pt x="973739" y="46685"/>
                </a:lnTo>
                <a:cubicBezTo>
                  <a:pt x="973739" y="51468"/>
                  <a:pt x="975074" y="55141"/>
                  <a:pt x="977745" y="57704"/>
                </a:cubicBezTo>
                <a:cubicBezTo>
                  <a:pt x="980417" y="60266"/>
                  <a:pt x="984268" y="61548"/>
                  <a:pt x="989300" y="61548"/>
                </a:cubicBezTo>
                <a:cubicBezTo>
                  <a:pt x="990667" y="61548"/>
                  <a:pt x="992033" y="61492"/>
                  <a:pt x="993400" y="61382"/>
                </a:cubicBezTo>
                <a:cubicBezTo>
                  <a:pt x="994767" y="61270"/>
                  <a:pt x="996087" y="61119"/>
                  <a:pt x="997360" y="60929"/>
                </a:cubicBezTo>
                <a:cubicBezTo>
                  <a:pt x="998634" y="60737"/>
                  <a:pt x="999853" y="60523"/>
                  <a:pt x="1001018" y="60285"/>
                </a:cubicBezTo>
                <a:cubicBezTo>
                  <a:pt x="1002183" y="60046"/>
                  <a:pt x="1003262" y="59784"/>
                  <a:pt x="1004256" y="59497"/>
                </a:cubicBezTo>
                <a:lnTo>
                  <a:pt x="1004256" y="66160"/>
                </a:lnTo>
                <a:cubicBezTo>
                  <a:pt x="1002051" y="66795"/>
                  <a:pt x="999558" y="67311"/>
                  <a:pt x="996778" y="67708"/>
                </a:cubicBezTo>
                <a:cubicBezTo>
                  <a:pt x="993998" y="68105"/>
                  <a:pt x="991117" y="68303"/>
                  <a:pt x="988135" y="68303"/>
                </a:cubicBezTo>
                <a:cubicBezTo>
                  <a:pt x="984128" y="68303"/>
                  <a:pt x="980681" y="67760"/>
                  <a:pt x="977792" y="66673"/>
                </a:cubicBezTo>
                <a:cubicBezTo>
                  <a:pt x="974903" y="65585"/>
                  <a:pt x="972535" y="64009"/>
                  <a:pt x="970687" y="61944"/>
                </a:cubicBezTo>
                <a:cubicBezTo>
                  <a:pt x="968839" y="59878"/>
                  <a:pt x="967472" y="57347"/>
                  <a:pt x="966587" y="54349"/>
                </a:cubicBezTo>
                <a:cubicBezTo>
                  <a:pt x="965701" y="51352"/>
                  <a:pt x="965259" y="47958"/>
                  <a:pt x="965259" y="44169"/>
                </a:cubicBezTo>
                <a:cubicBezTo>
                  <a:pt x="965259" y="40876"/>
                  <a:pt x="965733" y="37762"/>
                  <a:pt x="966680" y="34827"/>
                </a:cubicBezTo>
                <a:cubicBezTo>
                  <a:pt x="967627" y="31892"/>
                  <a:pt x="969009" y="29314"/>
                  <a:pt x="970827" y="27093"/>
                </a:cubicBezTo>
                <a:cubicBezTo>
                  <a:pt x="972644" y="24872"/>
                  <a:pt x="974872" y="23109"/>
                  <a:pt x="977512" y="21805"/>
                </a:cubicBezTo>
                <a:cubicBezTo>
                  <a:pt x="980153" y="20500"/>
                  <a:pt x="983150" y="19848"/>
                  <a:pt x="986505" y="19848"/>
                </a:cubicBezTo>
                <a:cubicBezTo>
                  <a:pt x="989766" y="19848"/>
                  <a:pt x="992655" y="20361"/>
                  <a:pt x="995171" y="21386"/>
                </a:cubicBezTo>
                <a:cubicBezTo>
                  <a:pt x="997687" y="22411"/>
                  <a:pt x="999807" y="23863"/>
                  <a:pt x="1001530" y="25742"/>
                </a:cubicBezTo>
                <a:cubicBezTo>
                  <a:pt x="1003254" y="27621"/>
                  <a:pt x="1004559" y="29904"/>
                  <a:pt x="1005444" y="32591"/>
                </a:cubicBezTo>
                <a:cubicBezTo>
                  <a:pt x="1006329" y="35278"/>
                  <a:pt x="1006772" y="38283"/>
                  <a:pt x="1006772" y="41606"/>
                </a:cubicBezTo>
                <a:moveTo>
                  <a:pt x="998339" y="40442"/>
                </a:moveTo>
                <a:cubicBezTo>
                  <a:pt x="998432" y="38360"/>
                  <a:pt x="998230" y="36458"/>
                  <a:pt x="997733" y="34734"/>
                </a:cubicBezTo>
                <a:cubicBezTo>
                  <a:pt x="997236" y="33010"/>
                  <a:pt x="996467" y="31527"/>
                  <a:pt x="995427" y="30285"/>
                </a:cubicBezTo>
                <a:cubicBezTo>
                  <a:pt x="994386" y="29042"/>
                  <a:pt x="993090" y="28071"/>
                  <a:pt x="991537" y="27373"/>
                </a:cubicBezTo>
                <a:cubicBezTo>
                  <a:pt x="989983" y="26674"/>
                  <a:pt x="988182" y="26324"/>
                  <a:pt x="986132" y="26324"/>
                </a:cubicBezTo>
                <a:cubicBezTo>
                  <a:pt x="984361" y="26324"/>
                  <a:pt x="982746" y="26666"/>
                  <a:pt x="981286" y="27349"/>
                </a:cubicBezTo>
                <a:cubicBezTo>
                  <a:pt x="979826" y="28033"/>
                  <a:pt x="978569" y="28996"/>
                  <a:pt x="977512" y="30238"/>
                </a:cubicBezTo>
                <a:cubicBezTo>
                  <a:pt x="976456" y="31480"/>
                  <a:pt x="975602" y="32971"/>
                  <a:pt x="974950" y="34711"/>
                </a:cubicBezTo>
                <a:cubicBezTo>
                  <a:pt x="974298" y="36450"/>
                  <a:pt x="973894" y="38360"/>
                  <a:pt x="973739" y="40442"/>
                </a:cubicBezTo>
                <a:lnTo>
                  <a:pt x="998339" y="40442"/>
                </a:lnTo>
                <a:close/>
                <a:moveTo>
                  <a:pt x="1019121" y="20687"/>
                </a:moveTo>
                <a:lnTo>
                  <a:pt x="1026342" y="20687"/>
                </a:lnTo>
                <a:lnTo>
                  <a:pt x="1026669" y="28235"/>
                </a:lnTo>
                <a:cubicBezTo>
                  <a:pt x="1028035" y="26619"/>
                  <a:pt x="1029355" y="25276"/>
                  <a:pt x="1030629" y="24204"/>
                </a:cubicBezTo>
                <a:cubicBezTo>
                  <a:pt x="1031902" y="23133"/>
                  <a:pt x="1033153" y="22271"/>
                  <a:pt x="1034380" y="21619"/>
                </a:cubicBezTo>
                <a:cubicBezTo>
                  <a:pt x="1035606" y="20966"/>
                  <a:pt x="1036857" y="20508"/>
                  <a:pt x="1038130" y="20244"/>
                </a:cubicBezTo>
                <a:cubicBezTo>
                  <a:pt x="1039404" y="19980"/>
                  <a:pt x="1040724" y="19848"/>
                  <a:pt x="1042090" y="19848"/>
                </a:cubicBezTo>
                <a:cubicBezTo>
                  <a:pt x="1046905" y="19848"/>
                  <a:pt x="1050547" y="21269"/>
                  <a:pt x="1053016" y="24111"/>
                </a:cubicBezTo>
                <a:cubicBezTo>
                  <a:pt x="1055486" y="26953"/>
                  <a:pt x="1056720" y="31232"/>
                  <a:pt x="1056720" y="36947"/>
                </a:cubicBezTo>
                <a:lnTo>
                  <a:pt x="1056720" y="67465"/>
                </a:lnTo>
                <a:lnTo>
                  <a:pt x="1048613" y="67465"/>
                </a:lnTo>
                <a:lnTo>
                  <a:pt x="1048613" y="37599"/>
                </a:lnTo>
                <a:cubicBezTo>
                  <a:pt x="1048613" y="33934"/>
                  <a:pt x="1047930" y="31224"/>
                  <a:pt x="1046563" y="29469"/>
                </a:cubicBezTo>
                <a:cubicBezTo>
                  <a:pt x="1045197" y="27714"/>
                  <a:pt x="1043162" y="26837"/>
                  <a:pt x="1040460" y="26837"/>
                </a:cubicBezTo>
                <a:cubicBezTo>
                  <a:pt x="1039466" y="26837"/>
                  <a:pt x="1038495" y="26984"/>
                  <a:pt x="1037548" y="27279"/>
                </a:cubicBezTo>
                <a:cubicBezTo>
                  <a:pt x="1036600" y="27574"/>
                  <a:pt x="1035614" y="28087"/>
                  <a:pt x="1034589" y="28817"/>
                </a:cubicBezTo>
                <a:cubicBezTo>
                  <a:pt x="1033564" y="29547"/>
                  <a:pt x="1032454" y="30533"/>
                  <a:pt x="1031258" y="31775"/>
                </a:cubicBezTo>
                <a:cubicBezTo>
                  <a:pt x="1030062" y="33018"/>
                  <a:pt x="1028719" y="34571"/>
                  <a:pt x="1027228" y="36435"/>
                </a:cubicBezTo>
                <a:lnTo>
                  <a:pt x="1027228" y="67465"/>
                </a:lnTo>
                <a:lnTo>
                  <a:pt x="1019121" y="67465"/>
                </a:lnTo>
                <a:lnTo>
                  <a:pt x="1019121" y="20687"/>
                </a:lnTo>
                <a:close/>
                <a:moveTo>
                  <a:pt x="1173920" y="67465"/>
                </a:moveTo>
                <a:lnTo>
                  <a:pt x="1166652" y="67465"/>
                </a:lnTo>
                <a:lnTo>
                  <a:pt x="1166372" y="59917"/>
                </a:lnTo>
                <a:cubicBezTo>
                  <a:pt x="1164975" y="61532"/>
                  <a:pt x="1163647" y="62875"/>
                  <a:pt x="1162389" y="63947"/>
                </a:cubicBezTo>
                <a:cubicBezTo>
                  <a:pt x="1161131" y="65019"/>
                  <a:pt x="1159881" y="65881"/>
                  <a:pt x="1158638" y="66533"/>
                </a:cubicBezTo>
                <a:cubicBezTo>
                  <a:pt x="1157396" y="67185"/>
                  <a:pt x="1156146" y="67643"/>
                  <a:pt x="1154888" y="67907"/>
                </a:cubicBezTo>
                <a:cubicBezTo>
                  <a:pt x="1153630" y="68171"/>
                  <a:pt x="1152302" y="68303"/>
                  <a:pt x="1150904" y="68303"/>
                </a:cubicBezTo>
                <a:cubicBezTo>
                  <a:pt x="1146090" y="68303"/>
                  <a:pt x="1142455" y="66890"/>
                  <a:pt x="1140002" y="64063"/>
                </a:cubicBezTo>
                <a:cubicBezTo>
                  <a:pt x="1137548" y="61237"/>
                  <a:pt x="1136321" y="56966"/>
                  <a:pt x="1136321" y="51251"/>
                </a:cubicBezTo>
                <a:lnTo>
                  <a:pt x="1136321" y="20687"/>
                </a:lnTo>
                <a:lnTo>
                  <a:pt x="1144428" y="20687"/>
                </a:lnTo>
                <a:lnTo>
                  <a:pt x="1144428" y="50598"/>
                </a:lnTo>
                <a:cubicBezTo>
                  <a:pt x="1144428" y="57774"/>
                  <a:pt x="1147130" y="61361"/>
                  <a:pt x="1152535" y="61361"/>
                </a:cubicBezTo>
                <a:cubicBezTo>
                  <a:pt x="1153529" y="61361"/>
                  <a:pt x="1154499" y="61214"/>
                  <a:pt x="1155447" y="60919"/>
                </a:cubicBezTo>
                <a:cubicBezTo>
                  <a:pt x="1156394" y="60623"/>
                  <a:pt x="1157388" y="60111"/>
                  <a:pt x="1158429" y="59381"/>
                </a:cubicBezTo>
                <a:cubicBezTo>
                  <a:pt x="1159469" y="58651"/>
                  <a:pt x="1160587" y="57665"/>
                  <a:pt x="1161783" y="56422"/>
                </a:cubicBezTo>
                <a:cubicBezTo>
                  <a:pt x="1162979" y="55180"/>
                  <a:pt x="1164322" y="53611"/>
                  <a:pt x="1165813" y="51717"/>
                </a:cubicBezTo>
                <a:lnTo>
                  <a:pt x="1165813" y="20687"/>
                </a:lnTo>
                <a:lnTo>
                  <a:pt x="1173920" y="20687"/>
                </a:lnTo>
                <a:lnTo>
                  <a:pt x="1173920" y="67465"/>
                </a:lnTo>
                <a:close/>
                <a:moveTo>
                  <a:pt x="1225220" y="54699"/>
                </a:moveTo>
                <a:cubicBezTo>
                  <a:pt x="1225220" y="56345"/>
                  <a:pt x="1224940" y="57820"/>
                  <a:pt x="1224381" y="59125"/>
                </a:cubicBezTo>
                <a:cubicBezTo>
                  <a:pt x="1223822" y="60429"/>
                  <a:pt x="1223061" y="61586"/>
                  <a:pt x="1222098" y="62596"/>
                </a:cubicBezTo>
                <a:cubicBezTo>
                  <a:pt x="1221135" y="63605"/>
                  <a:pt x="1220017" y="64467"/>
                  <a:pt x="1218743" y="65182"/>
                </a:cubicBezTo>
                <a:cubicBezTo>
                  <a:pt x="1217470" y="65896"/>
                  <a:pt x="1216111" y="66486"/>
                  <a:pt x="1214667" y="66952"/>
                </a:cubicBezTo>
                <a:cubicBezTo>
                  <a:pt x="1213222" y="67418"/>
                  <a:pt x="1211739" y="67760"/>
                  <a:pt x="1210217" y="67977"/>
                </a:cubicBezTo>
                <a:cubicBezTo>
                  <a:pt x="1208695" y="68195"/>
                  <a:pt x="1207204" y="68303"/>
                  <a:pt x="1205744" y="68303"/>
                </a:cubicBezTo>
                <a:cubicBezTo>
                  <a:pt x="1202576" y="68303"/>
                  <a:pt x="1199664" y="68164"/>
                  <a:pt x="1197008" y="67884"/>
                </a:cubicBezTo>
                <a:cubicBezTo>
                  <a:pt x="1194353" y="67604"/>
                  <a:pt x="1191751" y="67154"/>
                  <a:pt x="1189204" y="66533"/>
                </a:cubicBezTo>
                <a:lnTo>
                  <a:pt x="1189204" y="59078"/>
                </a:lnTo>
                <a:cubicBezTo>
                  <a:pt x="1191938" y="59855"/>
                  <a:pt x="1194656" y="60445"/>
                  <a:pt x="1197358" y="60849"/>
                </a:cubicBezTo>
                <a:cubicBezTo>
                  <a:pt x="1200060" y="61252"/>
                  <a:pt x="1202747" y="61454"/>
                  <a:pt x="1205418" y="61454"/>
                </a:cubicBezTo>
                <a:cubicBezTo>
                  <a:pt x="1209301" y="61454"/>
                  <a:pt x="1212174" y="60926"/>
                  <a:pt x="1214038" y="59870"/>
                </a:cubicBezTo>
                <a:cubicBezTo>
                  <a:pt x="1215901" y="58814"/>
                  <a:pt x="1216833" y="57308"/>
                  <a:pt x="1216833" y="55351"/>
                </a:cubicBezTo>
                <a:cubicBezTo>
                  <a:pt x="1216833" y="54512"/>
                  <a:pt x="1216686" y="53759"/>
                  <a:pt x="1216391" y="53091"/>
                </a:cubicBezTo>
                <a:cubicBezTo>
                  <a:pt x="1216096" y="52423"/>
                  <a:pt x="1215560" y="51787"/>
                  <a:pt x="1214783" y="51181"/>
                </a:cubicBezTo>
                <a:cubicBezTo>
                  <a:pt x="1214007" y="50575"/>
                  <a:pt x="1212803" y="49946"/>
                  <a:pt x="1211172" y="49294"/>
                </a:cubicBezTo>
                <a:cubicBezTo>
                  <a:pt x="1209542" y="48642"/>
                  <a:pt x="1207313" y="47896"/>
                  <a:pt x="1204486" y="47058"/>
                </a:cubicBezTo>
                <a:cubicBezTo>
                  <a:pt x="1202374" y="46436"/>
                  <a:pt x="1200425" y="45730"/>
                  <a:pt x="1198639" y="44938"/>
                </a:cubicBezTo>
                <a:cubicBezTo>
                  <a:pt x="1196853" y="44146"/>
                  <a:pt x="1195308" y="43206"/>
                  <a:pt x="1194003" y="42119"/>
                </a:cubicBezTo>
                <a:cubicBezTo>
                  <a:pt x="1192699" y="41032"/>
                  <a:pt x="1191674" y="39758"/>
                  <a:pt x="1190928" y="38298"/>
                </a:cubicBezTo>
                <a:cubicBezTo>
                  <a:pt x="1190183" y="36838"/>
                  <a:pt x="1189810" y="35115"/>
                  <a:pt x="1189810" y="33127"/>
                </a:cubicBezTo>
                <a:cubicBezTo>
                  <a:pt x="1189810" y="31822"/>
                  <a:pt x="1190113" y="30393"/>
                  <a:pt x="1190719" y="28840"/>
                </a:cubicBezTo>
                <a:cubicBezTo>
                  <a:pt x="1191324" y="27287"/>
                  <a:pt x="1192357" y="25843"/>
                  <a:pt x="1193817" y="24507"/>
                </a:cubicBezTo>
                <a:cubicBezTo>
                  <a:pt x="1195277" y="23172"/>
                  <a:pt x="1197249" y="22061"/>
                  <a:pt x="1199734" y="21176"/>
                </a:cubicBezTo>
                <a:cubicBezTo>
                  <a:pt x="1202219" y="20291"/>
                  <a:pt x="1205325" y="19848"/>
                  <a:pt x="1209052" y="19848"/>
                </a:cubicBezTo>
                <a:cubicBezTo>
                  <a:pt x="1210885" y="19848"/>
                  <a:pt x="1212920" y="19949"/>
                  <a:pt x="1215156" y="20151"/>
                </a:cubicBezTo>
                <a:cubicBezTo>
                  <a:pt x="1217392" y="20353"/>
                  <a:pt x="1219722" y="20702"/>
                  <a:pt x="1222145" y="21199"/>
                </a:cubicBezTo>
                <a:lnTo>
                  <a:pt x="1222145" y="28421"/>
                </a:lnTo>
                <a:cubicBezTo>
                  <a:pt x="1219598" y="27800"/>
                  <a:pt x="1217183" y="27342"/>
                  <a:pt x="1214900" y="27046"/>
                </a:cubicBezTo>
                <a:cubicBezTo>
                  <a:pt x="1212617" y="26751"/>
                  <a:pt x="1210637" y="26604"/>
                  <a:pt x="1208959" y="26604"/>
                </a:cubicBezTo>
                <a:cubicBezTo>
                  <a:pt x="1206940" y="26604"/>
                  <a:pt x="1205240" y="26759"/>
                  <a:pt x="1203857" y="27070"/>
                </a:cubicBezTo>
                <a:cubicBezTo>
                  <a:pt x="1202475" y="27380"/>
                  <a:pt x="1201357" y="27807"/>
                  <a:pt x="1200503" y="28351"/>
                </a:cubicBezTo>
                <a:cubicBezTo>
                  <a:pt x="1199649" y="28895"/>
                  <a:pt x="1199035" y="29531"/>
                  <a:pt x="1198662" y="30261"/>
                </a:cubicBezTo>
                <a:cubicBezTo>
                  <a:pt x="1198290" y="30991"/>
                  <a:pt x="1198103" y="31775"/>
                  <a:pt x="1198103" y="32614"/>
                </a:cubicBezTo>
                <a:cubicBezTo>
                  <a:pt x="1198103" y="33453"/>
                  <a:pt x="1198266" y="34214"/>
                  <a:pt x="1198593" y="34897"/>
                </a:cubicBezTo>
                <a:cubicBezTo>
                  <a:pt x="1198919" y="35580"/>
                  <a:pt x="1199524" y="36241"/>
                  <a:pt x="1200410" y="36877"/>
                </a:cubicBezTo>
                <a:cubicBezTo>
                  <a:pt x="1201295" y="37514"/>
                  <a:pt x="1202530" y="38151"/>
                  <a:pt x="1204114" y="38788"/>
                </a:cubicBezTo>
                <a:cubicBezTo>
                  <a:pt x="1205698" y="39424"/>
                  <a:pt x="1207763" y="40115"/>
                  <a:pt x="1210310" y="40861"/>
                </a:cubicBezTo>
                <a:cubicBezTo>
                  <a:pt x="1213075" y="41668"/>
                  <a:pt x="1215404" y="42515"/>
                  <a:pt x="1217299" y="43400"/>
                </a:cubicBezTo>
                <a:cubicBezTo>
                  <a:pt x="1219194" y="44285"/>
                  <a:pt x="1220731" y="45272"/>
                  <a:pt x="1221912" y="46359"/>
                </a:cubicBezTo>
                <a:cubicBezTo>
                  <a:pt x="1223092" y="47446"/>
                  <a:pt x="1223938" y="48673"/>
                  <a:pt x="1224451" y="50039"/>
                </a:cubicBezTo>
                <a:cubicBezTo>
                  <a:pt x="1224963" y="51406"/>
                  <a:pt x="1225220" y="52959"/>
                  <a:pt x="1225220" y="54699"/>
                </a:cubicBezTo>
                <a:close/>
                <a:moveTo>
                  <a:pt x="1255972" y="27396"/>
                </a:moveTo>
                <a:lnTo>
                  <a:pt x="1242134" y="27396"/>
                </a:lnTo>
                <a:lnTo>
                  <a:pt x="1242134" y="20687"/>
                </a:lnTo>
                <a:lnTo>
                  <a:pt x="1264172" y="20687"/>
                </a:lnTo>
                <a:lnTo>
                  <a:pt x="1264172" y="60709"/>
                </a:lnTo>
                <a:lnTo>
                  <a:pt x="1278103" y="60709"/>
                </a:lnTo>
                <a:lnTo>
                  <a:pt x="1278103" y="67465"/>
                </a:lnTo>
                <a:lnTo>
                  <a:pt x="1240597" y="67465"/>
                </a:lnTo>
                <a:lnTo>
                  <a:pt x="1240597" y="60709"/>
                </a:lnTo>
                <a:lnTo>
                  <a:pt x="1255972" y="60709"/>
                </a:lnTo>
                <a:lnTo>
                  <a:pt x="1255972" y="27396"/>
                </a:lnTo>
                <a:moveTo>
                  <a:pt x="1258814" y="1025"/>
                </a:moveTo>
                <a:cubicBezTo>
                  <a:pt x="1259715" y="1025"/>
                  <a:pt x="1260554" y="1188"/>
                  <a:pt x="1261330" y="1514"/>
                </a:cubicBezTo>
                <a:cubicBezTo>
                  <a:pt x="1262107" y="1840"/>
                  <a:pt x="1262782" y="2299"/>
                  <a:pt x="1263357" y="2889"/>
                </a:cubicBezTo>
                <a:cubicBezTo>
                  <a:pt x="1263932" y="3479"/>
                  <a:pt x="1264382" y="4154"/>
                  <a:pt x="1264708" y="4915"/>
                </a:cubicBezTo>
                <a:cubicBezTo>
                  <a:pt x="1265034" y="5676"/>
                  <a:pt x="1265197" y="6507"/>
                  <a:pt x="1265197" y="7408"/>
                </a:cubicBezTo>
                <a:cubicBezTo>
                  <a:pt x="1265197" y="8278"/>
                  <a:pt x="1265034" y="9101"/>
                  <a:pt x="1264708" y="9877"/>
                </a:cubicBezTo>
                <a:cubicBezTo>
                  <a:pt x="1264382" y="10654"/>
                  <a:pt x="1263932" y="11337"/>
                  <a:pt x="1263357" y="11927"/>
                </a:cubicBezTo>
                <a:cubicBezTo>
                  <a:pt x="1262782" y="12518"/>
                  <a:pt x="1262107" y="12976"/>
                  <a:pt x="1261330" y="13302"/>
                </a:cubicBezTo>
                <a:cubicBezTo>
                  <a:pt x="1260554" y="13628"/>
                  <a:pt x="1259715" y="13791"/>
                  <a:pt x="1258814" y="13791"/>
                </a:cubicBezTo>
                <a:cubicBezTo>
                  <a:pt x="1257914" y="13791"/>
                  <a:pt x="1257075" y="13628"/>
                  <a:pt x="1256298" y="13302"/>
                </a:cubicBezTo>
                <a:cubicBezTo>
                  <a:pt x="1255522" y="12976"/>
                  <a:pt x="1254846" y="12518"/>
                  <a:pt x="1254272" y="11927"/>
                </a:cubicBezTo>
                <a:cubicBezTo>
                  <a:pt x="1253697" y="11337"/>
                  <a:pt x="1253247" y="10654"/>
                  <a:pt x="1252920" y="9877"/>
                </a:cubicBezTo>
                <a:cubicBezTo>
                  <a:pt x="1252594" y="9101"/>
                  <a:pt x="1252431" y="8278"/>
                  <a:pt x="1252431" y="7408"/>
                </a:cubicBezTo>
                <a:cubicBezTo>
                  <a:pt x="1252431" y="6507"/>
                  <a:pt x="1252594" y="5676"/>
                  <a:pt x="1252920" y="4915"/>
                </a:cubicBezTo>
                <a:cubicBezTo>
                  <a:pt x="1253247" y="4154"/>
                  <a:pt x="1253697" y="3479"/>
                  <a:pt x="1254272" y="2889"/>
                </a:cubicBezTo>
                <a:cubicBezTo>
                  <a:pt x="1254846" y="2299"/>
                  <a:pt x="1255522" y="1840"/>
                  <a:pt x="1256298" y="1514"/>
                </a:cubicBezTo>
                <a:cubicBezTo>
                  <a:pt x="1257075" y="1188"/>
                  <a:pt x="1257914" y="1025"/>
                  <a:pt x="1258814" y="1025"/>
                </a:cubicBezTo>
                <a:close/>
                <a:moveTo>
                  <a:pt x="1291896" y="20687"/>
                </a:moveTo>
                <a:lnTo>
                  <a:pt x="1299118" y="20687"/>
                </a:lnTo>
                <a:lnTo>
                  <a:pt x="1299444" y="28235"/>
                </a:lnTo>
                <a:cubicBezTo>
                  <a:pt x="1300811" y="26619"/>
                  <a:pt x="1302131" y="25276"/>
                  <a:pt x="1303404" y="24204"/>
                </a:cubicBezTo>
                <a:cubicBezTo>
                  <a:pt x="1304678" y="23133"/>
                  <a:pt x="1305928" y="22271"/>
                  <a:pt x="1307155" y="21619"/>
                </a:cubicBezTo>
                <a:cubicBezTo>
                  <a:pt x="1308382" y="20966"/>
                  <a:pt x="1309632" y="20508"/>
                  <a:pt x="1310906" y="20244"/>
                </a:cubicBezTo>
                <a:cubicBezTo>
                  <a:pt x="1312179" y="19980"/>
                  <a:pt x="1313499" y="19848"/>
                  <a:pt x="1314866" y="19848"/>
                </a:cubicBezTo>
                <a:cubicBezTo>
                  <a:pt x="1319680" y="19848"/>
                  <a:pt x="1323322" y="21269"/>
                  <a:pt x="1325792" y="24111"/>
                </a:cubicBezTo>
                <a:cubicBezTo>
                  <a:pt x="1328261" y="26953"/>
                  <a:pt x="1329496" y="31232"/>
                  <a:pt x="1329496" y="36947"/>
                </a:cubicBezTo>
                <a:lnTo>
                  <a:pt x="1329496" y="67465"/>
                </a:lnTo>
                <a:lnTo>
                  <a:pt x="1321389" y="67465"/>
                </a:lnTo>
                <a:lnTo>
                  <a:pt x="1321389" y="37599"/>
                </a:lnTo>
                <a:cubicBezTo>
                  <a:pt x="1321389" y="33934"/>
                  <a:pt x="1320705" y="31224"/>
                  <a:pt x="1319339" y="29469"/>
                </a:cubicBezTo>
                <a:cubicBezTo>
                  <a:pt x="1317972" y="27714"/>
                  <a:pt x="1315938" y="26837"/>
                  <a:pt x="1313235" y="26837"/>
                </a:cubicBezTo>
                <a:cubicBezTo>
                  <a:pt x="1312241" y="26837"/>
                  <a:pt x="1311271" y="26984"/>
                  <a:pt x="1310323" y="27279"/>
                </a:cubicBezTo>
                <a:cubicBezTo>
                  <a:pt x="1309376" y="27574"/>
                  <a:pt x="1308390" y="28087"/>
                  <a:pt x="1307365" y="28817"/>
                </a:cubicBezTo>
                <a:cubicBezTo>
                  <a:pt x="1306340" y="29547"/>
                  <a:pt x="1305229" y="30533"/>
                  <a:pt x="1304033" y="31775"/>
                </a:cubicBezTo>
                <a:cubicBezTo>
                  <a:pt x="1302838" y="33018"/>
                  <a:pt x="1301494" y="34571"/>
                  <a:pt x="1300003" y="36435"/>
                </a:cubicBezTo>
                <a:lnTo>
                  <a:pt x="1300003" y="67465"/>
                </a:lnTo>
                <a:lnTo>
                  <a:pt x="1291896" y="67465"/>
                </a:lnTo>
                <a:lnTo>
                  <a:pt x="1291896" y="20687"/>
                </a:lnTo>
                <a:close/>
                <a:moveTo>
                  <a:pt x="1377441" y="27303"/>
                </a:moveTo>
                <a:cubicBezTo>
                  <a:pt x="1378310" y="28390"/>
                  <a:pt x="1378986" y="29656"/>
                  <a:pt x="1379467" y="31100"/>
                </a:cubicBezTo>
                <a:cubicBezTo>
                  <a:pt x="1379949" y="32544"/>
                  <a:pt x="1380189" y="34105"/>
                  <a:pt x="1380189" y="35782"/>
                </a:cubicBezTo>
                <a:cubicBezTo>
                  <a:pt x="1380189" y="38205"/>
                  <a:pt x="1379747" y="40418"/>
                  <a:pt x="1378862" y="42422"/>
                </a:cubicBezTo>
                <a:cubicBezTo>
                  <a:pt x="1377976" y="44425"/>
                  <a:pt x="1376726" y="46141"/>
                  <a:pt x="1375111" y="47570"/>
                </a:cubicBezTo>
                <a:cubicBezTo>
                  <a:pt x="1373496" y="48999"/>
                  <a:pt x="1371562" y="50109"/>
                  <a:pt x="1369310" y="50901"/>
                </a:cubicBezTo>
                <a:cubicBezTo>
                  <a:pt x="1367058" y="51693"/>
                  <a:pt x="1364581" y="52089"/>
                  <a:pt x="1361879" y="52089"/>
                </a:cubicBezTo>
                <a:cubicBezTo>
                  <a:pt x="1359922" y="52089"/>
                  <a:pt x="1358089" y="51880"/>
                  <a:pt x="1356381" y="51460"/>
                </a:cubicBezTo>
                <a:cubicBezTo>
                  <a:pt x="1354673" y="51041"/>
                  <a:pt x="1353322" y="50521"/>
                  <a:pt x="1352328" y="49900"/>
                </a:cubicBezTo>
                <a:cubicBezTo>
                  <a:pt x="1351737" y="50769"/>
                  <a:pt x="1351241" y="51591"/>
                  <a:pt x="1350837" y="52365"/>
                </a:cubicBezTo>
                <a:cubicBezTo>
                  <a:pt x="1350433" y="53137"/>
                  <a:pt x="1350231" y="54002"/>
                  <a:pt x="1350231" y="54959"/>
                </a:cubicBezTo>
                <a:cubicBezTo>
                  <a:pt x="1350231" y="56132"/>
                  <a:pt x="1350798" y="57104"/>
                  <a:pt x="1351932" y="57876"/>
                </a:cubicBezTo>
                <a:cubicBezTo>
                  <a:pt x="1353065" y="58646"/>
                  <a:pt x="1354564" y="59063"/>
                  <a:pt x="1356428" y="59125"/>
                </a:cubicBezTo>
                <a:lnTo>
                  <a:pt x="1368728" y="59591"/>
                </a:lnTo>
                <a:cubicBezTo>
                  <a:pt x="1371057" y="59653"/>
                  <a:pt x="1373208" y="59948"/>
                  <a:pt x="1375181" y="60477"/>
                </a:cubicBezTo>
                <a:cubicBezTo>
                  <a:pt x="1377153" y="61006"/>
                  <a:pt x="1378846" y="61769"/>
                  <a:pt x="1380259" y="62765"/>
                </a:cubicBezTo>
                <a:cubicBezTo>
                  <a:pt x="1381673" y="63760"/>
                  <a:pt x="1382775" y="64988"/>
                  <a:pt x="1383567" y="66451"/>
                </a:cubicBezTo>
                <a:cubicBezTo>
                  <a:pt x="1384359" y="67913"/>
                  <a:pt x="1384755" y="69609"/>
                  <a:pt x="1384755" y="71538"/>
                </a:cubicBezTo>
                <a:cubicBezTo>
                  <a:pt x="1384755" y="73623"/>
                  <a:pt x="1384305" y="75599"/>
                  <a:pt x="1383404" y="77466"/>
                </a:cubicBezTo>
                <a:cubicBezTo>
                  <a:pt x="1382503" y="79332"/>
                  <a:pt x="1381114" y="80973"/>
                  <a:pt x="1379234" y="82389"/>
                </a:cubicBezTo>
                <a:cubicBezTo>
                  <a:pt x="1377355" y="83805"/>
                  <a:pt x="1374971" y="84933"/>
                  <a:pt x="1372082" y="85772"/>
                </a:cubicBezTo>
                <a:cubicBezTo>
                  <a:pt x="1369194" y="86613"/>
                  <a:pt x="1365762" y="87033"/>
                  <a:pt x="1361786" y="87033"/>
                </a:cubicBezTo>
                <a:cubicBezTo>
                  <a:pt x="1357996" y="87033"/>
                  <a:pt x="1354774" y="86730"/>
                  <a:pt x="1352118" y="86123"/>
                </a:cubicBezTo>
                <a:cubicBezTo>
                  <a:pt x="1349462" y="85516"/>
                  <a:pt x="1347280" y="84676"/>
                  <a:pt x="1345572" y="83603"/>
                </a:cubicBezTo>
                <a:cubicBezTo>
                  <a:pt x="1343864" y="82529"/>
                  <a:pt x="1342621" y="81253"/>
                  <a:pt x="1341845" y="79775"/>
                </a:cubicBezTo>
                <a:cubicBezTo>
                  <a:pt x="1341068" y="78298"/>
                  <a:pt x="1340680" y="76672"/>
                  <a:pt x="1340680" y="74899"/>
                </a:cubicBezTo>
                <a:cubicBezTo>
                  <a:pt x="1340680" y="72628"/>
                  <a:pt x="1341208" y="70636"/>
                  <a:pt x="1342264" y="68925"/>
                </a:cubicBezTo>
                <a:cubicBezTo>
                  <a:pt x="1343320" y="67215"/>
                  <a:pt x="1344951" y="65566"/>
                  <a:pt x="1347156" y="63979"/>
                </a:cubicBezTo>
                <a:cubicBezTo>
                  <a:pt x="1346348" y="63607"/>
                  <a:pt x="1345650" y="63142"/>
                  <a:pt x="1345059" y="62584"/>
                </a:cubicBezTo>
                <a:cubicBezTo>
                  <a:pt x="1344469" y="62026"/>
                  <a:pt x="1343988" y="61414"/>
                  <a:pt x="1343615" y="60748"/>
                </a:cubicBezTo>
                <a:cubicBezTo>
                  <a:pt x="1343242" y="60081"/>
                  <a:pt x="1342963" y="59376"/>
                  <a:pt x="1342776" y="58633"/>
                </a:cubicBezTo>
                <a:cubicBezTo>
                  <a:pt x="1342590" y="57888"/>
                  <a:pt x="1342497" y="57160"/>
                  <a:pt x="1342497" y="56447"/>
                </a:cubicBezTo>
                <a:cubicBezTo>
                  <a:pt x="1342497" y="54432"/>
                  <a:pt x="1342971" y="52588"/>
                  <a:pt x="1343918" y="50914"/>
                </a:cubicBezTo>
                <a:cubicBezTo>
                  <a:pt x="1344865" y="49241"/>
                  <a:pt x="1345991" y="47660"/>
                  <a:pt x="1347296" y="46172"/>
                </a:cubicBezTo>
                <a:cubicBezTo>
                  <a:pt x="1346706" y="45458"/>
                  <a:pt x="1346185" y="44759"/>
                  <a:pt x="1345735" y="44076"/>
                </a:cubicBezTo>
                <a:cubicBezTo>
                  <a:pt x="1345285" y="43392"/>
                  <a:pt x="1344896" y="42655"/>
                  <a:pt x="1344570" y="41863"/>
                </a:cubicBezTo>
                <a:cubicBezTo>
                  <a:pt x="1344244" y="41071"/>
                  <a:pt x="1343996" y="40216"/>
                  <a:pt x="1343825" y="39300"/>
                </a:cubicBezTo>
                <a:cubicBezTo>
                  <a:pt x="1343654" y="38384"/>
                  <a:pt x="1343568" y="37335"/>
                  <a:pt x="1343568" y="36155"/>
                </a:cubicBezTo>
                <a:cubicBezTo>
                  <a:pt x="1343568" y="33732"/>
                  <a:pt x="1344011" y="31519"/>
                  <a:pt x="1344896" y="29516"/>
                </a:cubicBezTo>
                <a:cubicBezTo>
                  <a:pt x="1345782" y="27512"/>
                  <a:pt x="1347024" y="25796"/>
                  <a:pt x="1348624" y="24367"/>
                </a:cubicBezTo>
                <a:cubicBezTo>
                  <a:pt x="1350223" y="22939"/>
                  <a:pt x="1352149" y="21828"/>
                  <a:pt x="1354401" y="21036"/>
                </a:cubicBezTo>
                <a:cubicBezTo>
                  <a:pt x="1356653" y="20244"/>
                  <a:pt x="1359146" y="19848"/>
                  <a:pt x="1361879" y="19848"/>
                </a:cubicBezTo>
                <a:cubicBezTo>
                  <a:pt x="1363028" y="19848"/>
                  <a:pt x="1364131" y="19926"/>
                  <a:pt x="1365187" y="20081"/>
                </a:cubicBezTo>
                <a:cubicBezTo>
                  <a:pt x="1366243" y="20236"/>
                  <a:pt x="1367175" y="20438"/>
                  <a:pt x="1367982" y="20687"/>
                </a:cubicBezTo>
                <a:lnTo>
                  <a:pt x="1384942" y="20687"/>
                </a:lnTo>
                <a:lnTo>
                  <a:pt x="1384942" y="27303"/>
                </a:lnTo>
                <a:lnTo>
                  <a:pt x="1377441" y="27303"/>
                </a:lnTo>
                <a:moveTo>
                  <a:pt x="1349299" y="74200"/>
                </a:moveTo>
                <a:cubicBezTo>
                  <a:pt x="1349299" y="76412"/>
                  <a:pt x="1350448" y="78024"/>
                  <a:pt x="1352747" y="79037"/>
                </a:cubicBezTo>
                <a:cubicBezTo>
                  <a:pt x="1355045" y="80050"/>
                  <a:pt x="1358245" y="80557"/>
                  <a:pt x="1362345" y="80557"/>
                </a:cubicBezTo>
                <a:cubicBezTo>
                  <a:pt x="1364923" y="80557"/>
                  <a:pt x="1367089" y="80323"/>
                  <a:pt x="1368844" y="79855"/>
                </a:cubicBezTo>
                <a:cubicBezTo>
                  <a:pt x="1370599" y="79388"/>
                  <a:pt x="1372013" y="78773"/>
                  <a:pt x="1373084" y="78009"/>
                </a:cubicBezTo>
                <a:cubicBezTo>
                  <a:pt x="1374156" y="77245"/>
                  <a:pt x="1374925" y="76372"/>
                  <a:pt x="1375390" y="75391"/>
                </a:cubicBezTo>
                <a:cubicBezTo>
                  <a:pt x="1375856" y="74410"/>
                  <a:pt x="1376089" y="73405"/>
                  <a:pt x="1376089" y="72376"/>
                </a:cubicBezTo>
                <a:cubicBezTo>
                  <a:pt x="1376089" y="70474"/>
                  <a:pt x="1375313" y="69072"/>
                  <a:pt x="1373760" y="68168"/>
                </a:cubicBezTo>
                <a:cubicBezTo>
                  <a:pt x="1372207" y="67264"/>
                  <a:pt x="1369831" y="66735"/>
                  <a:pt x="1366631" y="66579"/>
                </a:cubicBezTo>
                <a:lnTo>
                  <a:pt x="1354424" y="66160"/>
                </a:lnTo>
                <a:cubicBezTo>
                  <a:pt x="1353399" y="66845"/>
                  <a:pt x="1352553" y="67515"/>
                  <a:pt x="1351885" y="68169"/>
                </a:cubicBezTo>
                <a:cubicBezTo>
                  <a:pt x="1351217" y="68825"/>
                  <a:pt x="1350697" y="69487"/>
                  <a:pt x="1350324" y="70157"/>
                </a:cubicBezTo>
                <a:cubicBezTo>
                  <a:pt x="1349951" y="70827"/>
                  <a:pt x="1349687" y="71496"/>
                  <a:pt x="1349532" y="72166"/>
                </a:cubicBezTo>
                <a:cubicBezTo>
                  <a:pt x="1349377" y="72837"/>
                  <a:pt x="1349299" y="73515"/>
                  <a:pt x="1349299" y="74200"/>
                </a:cubicBezTo>
                <a:moveTo>
                  <a:pt x="1351769" y="35969"/>
                </a:moveTo>
                <a:cubicBezTo>
                  <a:pt x="1351769" y="37460"/>
                  <a:pt x="1352017" y="38826"/>
                  <a:pt x="1352514" y="40069"/>
                </a:cubicBezTo>
                <a:cubicBezTo>
                  <a:pt x="1353011" y="41311"/>
                  <a:pt x="1353710" y="42367"/>
                  <a:pt x="1354611" y="43237"/>
                </a:cubicBezTo>
                <a:cubicBezTo>
                  <a:pt x="1355511" y="44107"/>
                  <a:pt x="1356575" y="44782"/>
                  <a:pt x="1357802" y="45264"/>
                </a:cubicBezTo>
                <a:cubicBezTo>
                  <a:pt x="1359029" y="45745"/>
                  <a:pt x="1360388" y="45986"/>
                  <a:pt x="1361879" y="45986"/>
                </a:cubicBezTo>
                <a:cubicBezTo>
                  <a:pt x="1363494" y="45986"/>
                  <a:pt x="1364931" y="45714"/>
                  <a:pt x="1366189" y="45171"/>
                </a:cubicBezTo>
                <a:cubicBezTo>
                  <a:pt x="1367447" y="44627"/>
                  <a:pt x="1368503" y="43889"/>
                  <a:pt x="1369357" y="42957"/>
                </a:cubicBezTo>
                <a:cubicBezTo>
                  <a:pt x="1370211" y="42026"/>
                  <a:pt x="1370863" y="40954"/>
                  <a:pt x="1371314" y="39743"/>
                </a:cubicBezTo>
                <a:cubicBezTo>
                  <a:pt x="1371764" y="38531"/>
                  <a:pt x="1371989" y="37273"/>
                  <a:pt x="1371989" y="35969"/>
                </a:cubicBezTo>
                <a:cubicBezTo>
                  <a:pt x="1371989" y="34478"/>
                  <a:pt x="1371741" y="33111"/>
                  <a:pt x="1371244" y="31869"/>
                </a:cubicBezTo>
                <a:cubicBezTo>
                  <a:pt x="1370747" y="30626"/>
                  <a:pt x="1370048" y="29570"/>
                  <a:pt x="1369147" y="28700"/>
                </a:cubicBezTo>
                <a:cubicBezTo>
                  <a:pt x="1368246" y="27831"/>
                  <a:pt x="1367183" y="27155"/>
                  <a:pt x="1365956" y="26674"/>
                </a:cubicBezTo>
                <a:cubicBezTo>
                  <a:pt x="1364729" y="26192"/>
                  <a:pt x="1363370" y="25952"/>
                  <a:pt x="1361879" y="25952"/>
                </a:cubicBezTo>
                <a:cubicBezTo>
                  <a:pt x="1360264" y="25952"/>
                  <a:pt x="1358827" y="26231"/>
                  <a:pt x="1357569" y="26790"/>
                </a:cubicBezTo>
                <a:cubicBezTo>
                  <a:pt x="1356311" y="27349"/>
                  <a:pt x="1355255" y="28087"/>
                  <a:pt x="1354401" y="29003"/>
                </a:cubicBezTo>
                <a:cubicBezTo>
                  <a:pt x="1353547" y="29920"/>
                  <a:pt x="1352895" y="30983"/>
                  <a:pt x="1352444" y="32195"/>
                </a:cubicBezTo>
                <a:cubicBezTo>
                  <a:pt x="1351994" y="33406"/>
                  <a:pt x="1351769" y="34664"/>
                  <a:pt x="1351769" y="35969"/>
                </a:cubicBezTo>
                <a:close/>
                <a:moveTo>
                  <a:pt x="1497610" y="66766"/>
                </a:moveTo>
                <a:cubicBezTo>
                  <a:pt x="1495778" y="67248"/>
                  <a:pt x="1493883" y="67594"/>
                  <a:pt x="1491926" y="67802"/>
                </a:cubicBezTo>
                <a:cubicBezTo>
                  <a:pt x="1489969" y="68012"/>
                  <a:pt x="1487981" y="68117"/>
                  <a:pt x="1485962" y="68117"/>
                </a:cubicBezTo>
                <a:cubicBezTo>
                  <a:pt x="1480092" y="68117"/>
                  <a:pt x="1475712" y="66789"/>
                  <a:pt x="1472824" y="64133"/>
                </a:cubicBezTo>
                <a:cubicBezTo>
                  <a:pt x="1469935" y="61478"/>
                  <a:pt x="1468490" y="57401"/>
                  <a:pt x="1468490" y="51903"/>
                </a:cubicBezTo>
                <a:lnTo>
                  <a:pt x="1468490" y="27489"/>
                </a:lnTo>
                <a:lnTo>
                  <a:pt x="1455398" y="27489"/>
                </a:lnTo>
                <a:lnTo>
                  <a:pt x="1455398" y="20687"/>
                </a:lnTo>
                <a:lnTo>
                  <a:pt x="1468490" y="20687"/>
                </a:lnTo>
                <a:lnTo>
                  <a:pt x="1468490" y="7787"/>
                </a:lnTo>
                <a:lnTo>
                  <a:pt x="1476597" y="5684"/>
                </a:lnTo>
                <a:lnTo>
                  <a:pt x="1476597" y="20687"/>
                </a:lnTo>
                <a:lnTo>
                  <a:pt x="1497610" y="20687"/>
                </a:lnTo>
                <a:lnTo>
                  <a:pt x="1497610" y="27489"/>
                </a:lnTo>
                <a:lnTo>
                  <a:pt x="1476597" y="27489"/>
                </a:lnTo>
                <a:lnTo>
                  <a:pt x="1476597" y="51251"/>
                </a:lnTo>
                <a:cubicBezTo>
                  <a:pt x="1476597" y="54605"/>
                  <a:pt x="1477490" y="57114"/>
                  <a:pt x="1479276" y="58775"/>
                </a:cubicBezTo>
                <a:cubicBezTo>
                  <a:pt x="1481062" y="60437"/>
                  <a:pt x="1483695" y="61268"/>
                  <a:pt x="1487174" y="61268"/>
                </a:cubicBezTo>
                <a:cubicBezTo>
                  <a:pt x="1488665" y="61268"/>
                  <a:pt x="1490295" y="61148"/>
                  <a:pt x="1492066" y="60908"/>
                </a:cubicBezTo>
                <a:cubicBezTo>
                  <a:pt x="1493836" y="60668"/>
                  <a:pt x="1495684" y="60291"/>
                  <a:pt x="1497610" y="59777"/>
                </a:cubicBezTo>
                <a:lnTo>
                  <a:pt x="1497610" y="66766"/>
                </a:lnTo>
                <a:close/>
                <a:moveTo>
                  <a:pt x="1549376" y="67465"/>
                </a:moveTo>
                <a:lnTo>
                  <a:pt x="1541269" y="67465"/>
                </a:lnTo>
                <a:lnTo>
                  <a:pt x="1541269" y="37599"/>
                </a:lnTo>
                <a:cubicBezTo>
                  <a:pt x="1541269" y="33996"/>
                  <a:pt x="1540593" y="31302"/>
                  <a:pt x="1539242" y="29516"/>
                </a:cubicBezTo>
                <a:cubicBezTo>
                  <a:pt x="1537891" y="27730"/>
                  <a:pt x="1535957" y="26837"/>
                  <a:pt x="1533441" y="26837"/>
                </a:cubicBezTo>
                <a:cubicBezTo>
                  <a:pt x="1532354" y="26837"/>
                  <a:pt x="1531337" y="26984"/>
                  <a:pt x="1530390" y="27279"/>
                </a:cubicBezTo>
                <a:cubicBezTo>
                  <a:pt x="1529442" y="27574"/>
                  <a:pt x="1528456" y="28087"/>
                  <a:pt x="1527431" y="28817"/>
                </a:cubicBezTo>
                <a:cubicBezTo>
                  <a:pt x="1526406" y="29547"/>
                  <a:pt x="1525288" y="30533"/>
                  <a:pt x="1524077" y="31775"/>
                </a:cubicBezTo>
                <a:cubicBezTo>
                  <a:pt x="1522865" y="33018"/>
                  <a:pt x="1521467" y="34571"/>
                  <a:pt x="1519883" y="36435"/>
                </a:cubicBezTo>
                <a:lnTo>
                  <a:pt x="1519883" y="67465"/>
                </a:lnTo>
                <a:lnTo>
                  <a:pt x="1511776" y="67465"/>
                </a:lnTo>
                <a:lnTo>
                  <a:pt x="1511776" y="1584"/>
                </a:lnTo>
                <a:lnTo>
                  <a:pt x="1519883" y="1584"/>
                </a:lnTo>
                <a:lnTo>
                  <a:pt x="1519883" y="20674"/>
                </a:lnTo>
                <a:lnTo>
                  <a:pt x="1519604" y="28048"/>
                </a:lnTo>
                <a:cubicBezTo>
                  <a:pt x="1520877" y="26526"/>
                  <a:pt x="1522127" y="25245"/>
                  <a:pt x="1523354" y="24204"/>
                </a:cubicBezTo>
                <a:cubicBezTo>
                  <a:pt x="1524581" y="23164"/>
                  <a:pt x="1525808" y="22317"/>
                  <a:pt x="1527035" y="21665"/>
                </a:cubicBezTo>
                <a:cubicBezTo>
                  <a:pt x="1528262" y="21013"/>
                  <a:pt x="1529512" y="20547"/>
                  <a:pt x="1530786" y="20267"/>
                </a:cubicBezTo>
                <a:cubicBezTo>
                  <a:pt x="1532059" y="19988"/>
                  <a:pt x="1533379" y="19848"/>
                  <a:pt x="1534746" y="19848"/>
                </a:cubicBezTo>
                <a:cubicBezTo>
                  <a:pt x="1539405" y="19848"/>
                  <a:pt x="1543008" y="21269"/>
                  <a:pt x="1545555" y="24111"/>
                </a:cubicBezTo>
                <a:cubicBezTo>
                  <a:pt x="1548102" y="26953"/>
                  <a:pt x="1549376" y="31232"/>
                  <a:pt x="1549376" y="36947"/>
                </a:cubicBezTo>
                <a:lnTo>
                  <a:pt x="1549376" y="67465"/>
                </a:lnTo>
                <a:close/>
                <a:moveTo>
                  <a:pt x="1603145" y="41606"/>
                </a:moveTo>
                <a:cubicBezTo>
                  <a:pt x="1603145" y="42756"/>
                  <a:pt x="1603129" y="43718"/>
                  <a:pt x="1603098" y="44495"/>
                </a:cubicBezTo>
                <a:cubicBezTo>
                  <a:pt x="1603067" y="45272"/>
                  <a:pt x="1603020" y="46001"/>
                  <a:pt x="1602958" y="46685"/>
                </a:cubicBezTo>
                <a:lnTo>
                  <a:pt x="1570111" y="46685"/>
                </a:lnTo>
                <a:cubicBezTo>
                  <a:pt x="1570111" y="51468"/>
                  <a:pt x="1571447" y="55141"/>
                  <a:pt x="1574118" y="57704"/>
                </a:cubicBezTo>
                <a:cubicBezTo>
                  <a:pt x="1576789" y="60266"/>
                  <a:pt x="1580641" y="61548"/>
                  <a:pt x="1585673" y="61548"/>
                </a:cubicBezTo>
                <a:cubicBezTo>
                  <a:pt x="1587039" y="61548"/>
                  <a:pt x="1588406" y="61492"/>
                  <a:pt x="1589773" y="61382"/>
                </a:cubicBezTo>
                <a:cubicBezTo>
                  <a:pt x="1591139" y="61270"/>
                  <a:pt x="1592459" y="61119"/>
                  <a:pt x="1593733" y="60929"/>
                </a:cubicBezTo>
                <a:cubicBezTo>
                  <a:pt x="1595007" y="60737"/>
                  <a:pt x="1596226" y="60523"/>
                  <a:pt x="1597390" y="60285"/>
                </a:cubicBezTo>
                <a:cubicBezTo>
                  <a:pt x="1598555" y="60046"/>
                  <a:pt x="1599635" y="59784"/>
                  <a:pt x="1600629" y="59497"/>
                </a:cubicBezTo>
                <a:lnTo>
                  <a:pt x="1600629" y="66160"/>
                </a:lnTo>
                <a:cubicBezTo>
                  <a:pt x="1598423" y="66795"/>
                  <a:pt x="1595931" y="67311"/>
                  <a:pt x="1593151" y="67708"/>
                </a:cubicBezTo>
                <a:cubicBezTo>
                  <a:pt x="1590371" y="68105"/>
                  <a:pt x="1587490" y="68303"/>
                  <a:pt x="1584508" y="68303"/>
                </a:cubicBezTo>
                <a:cubicBezTo>
                  <a:pt x="1580501" y="68303"/>
                  <a:pt x="1577053" y="67760"/>
                  <a:pt x="1574165" y="66673"/>
                </a:cubicBezTo>
                <a:cubicBezTo>
                  <a:pt x="1571276" y="65585"/>
                  <a:pt x="1568907" y="64009"/>
                  <a:pt x="1567059" y="61944"/>
                </a:cubicBezTo>
                <a:cubicBezTo>
                  <a:pt x="1565211" y="59878"/>
                  <a:pt x="1563844" y="57347"/>
                  <a:pt x="1562959" y="54349"/>
                </a:cubicBezTo>
                <a:cubicBezTo>
                  <a:pt x="1562074" y="51352"/>
                  <a:pt x="1561631" y="47958"/>
                  <a:pt x="1561631" y="44169"/>
                </a:cubicBezTo>
                <a:cubicBezTo>
                  <a:pt x="1561631" y="40876"/>
                  <a:pt x="1562105" y="37762"/>
                  <a:pt x="1563052" y="34827"/>
                </a:cubicBezTo>
                <a:cubicBezTo>
                  <a:pt x="1564000" y="31892"/>
                  <a:pt x="1565382" y="29314"/>
                  <a:pt x="1567199" y="27093"/>
                </a:cubicBezTo>
                <a:cubicBezTo>
                  <a:pt x="1569016" y="24872"/>
                  <a:pt x="1571245" y="23109"/>
                  <a:pt x="1573885" y="21805"/>
                </a:cubicBezTo>
                <a:cubicBezTo>
                  <a:pt x="1576525" y="20500"/>
                  <a:pt x="1579523" y="19848"/>
                  <a:pt x="1582877" y="19848"/>
                </a:cubicBezTo>
                <a:cubicBezTo>
                  <a:pt x="1586139" y="19848"/>
                  <a:pt x="1589027" y="20361"/>
                  <a:pt x="1591543" y="21386"/>
                </a:cubicBezTo>
                <a:cubicBezTo>
                  <a:pt x="1594059" y="22411"/>
                  <a:pt x="1596179" y="23863"/>
                  <a:pt x="1597903" y="25742"/>
                </a:cubicBezTo>
                <a:cubicBezTo>
                  <a:pt x="1599627" y="27621"/>
                  <a:pt x="1600931" y="29904"/>
                  <a:pt x="1601817" y="32591"/>
                </a:cubicBezTo>
                <a:cubicBezTo>
                  <a:pt x="1602702" y="35278"/>
                  <a:pt x="1603145" y="38283"/>
                  <a:pt x="1603145" y="41606"/>
                </a:cubicBezTo>
                <a:moveTo>
                  <a:pt x="1594711" y="40442"/>
                </a:moveTo>
                <a:cubicBezTo>
                  <a:pt x="1594805" y="38360"/>
                  <a:pt x="1594603" y="36458"/>
                  <a:pt x="1594106" y="34734"/>
                </a:cubicBezTo>
                <a:cubicBezTo>
                  <a:pt x="1593609" y="33010"/>
                  <a:pt x="1592840" y="31527"/>
                  <a:pt x="1591799" y="30285"/>
                </a:cubicBezTo>
                <a:cubicBezTo>
                  <a:pt x="1590759" y="29042"/>
                  <a:pt x="1589462" y="28071"/>
                  <a:pt x="1587909" y="27373"/>
                </a:cubicBezTo>
                <a:cubicBezTo>
                  <a:pt x="1586356" y="26674"/>
                  <a:pt x="1584554" y="26324"/>
                  <a:pt x="1582504" y="26324"/>
                </a:cubicBezTo>
                <a:cubicBezTo>
                  <a:pt x="1580734" y="26324"/>
                  <a:pt x="1579119" y="26666"/>
                  <a:pt x="1577659" y="27349"/>
                </a:cubicBezTo>
                <a:cubicBezTo>
                  <a:pt x="1576199" y="28033"/>
                  <a:pt x="1574941" y="28996"/>
                  <a:pt x="1573885" y="30238"/>
                </a:cubicBezTo>
                <a:cubicBezTo>
                  <a:pt x="1572829" y="31480"/>
                  <a:pt x="1571975" y="32971"/>
                  <a:pt x="1571322" y="34711"/>
                </a:cubicBezTo>
                <a:cubicBezTo>
                  <a:pt x="1570670" y="36450"/>
                  <a:pt x="1570266" y="38360"/>
                  <a:pt x="1570111" y="40442"/>
                </a:cubicBezTo>
                <a:lnTo>
                  <a:pt x="1594711" y="40442"/>
                </a:lnTo>
                <a:close/>
                <a:moveTo>
                  <a:pt x="1719998" y="65182"/>
                </a:moveTo>
                <a:cubicBezTo>
                  <a:pt x="1715122" y="67201"/>
                  <a:pt x="1710012" y="68210"/>
                  <a:pt x="1704669" y="68210"/>
                </a:cubicBezTo>
                <a:cubicBezTo>
                  <a:pt x="1696066" y="68210"/>
                  <a:pt x="1689457" y="65638"/>
                  <a:pt x="1684845" y="60493"/>
                </a:cubicBezTo>
                <a:cubicBezTo>
                  <a:pt x="1680232" y="55349"/>
                  <a:pt x="1677926" y="47741"/>
                  <a:pt x="1677926" y="37669"/>
                </a:cubicBezTo>
                <a:cubicBezTo>
                  <a:pt x="1677926" y="32790"/>
                  <a:pt x="1678563" y="28376"/>
                  <a:pt x="1679836" y="24429"/>
                </a:cubicBezTo>
                <a:cubicBezTo>
                  <a:pt x="1681110" y="20481"/>
                  <a:pt x="1682927" y="17132"/>
                  <a:pt x="1685287" y="14381"/>
                </a:cubicBezTo>
                <a:cubicBezTo>
                  <a:pt x="1687648" y="11629"/>
                  <a:pt x="1690506" y="9507"/>
                  <a:pt x="1693860" y="8015"/>
                </a:cubicBezTo>
                <a:cubicBezTo>
                  <a:pt x="1697215" y="6523"/>
                  <a:pt x="1700973" y="5777"/>
                  <a:pt x="1705135" y="5777"/>
                </a:cubicBezTo>
                <a:cubicBezTo>
                  <a:pt x="1707962" y="5777"/>
                  <a:pt x="1710587" y="6018"/>
                  <a:pt x="1713009" y="6500"/>
                </a:cubicBezTo>
                <a:cubicBezTo>
                  <a:pt x="1715432" y="6981"/>
                  <a:pt x="1717762" y="7719"/>
                  <a:pt x="1719998" y="8713"/>
                </a:cubicBezTo>
                <a:lnTo>
                  <a:pt x="1719998" y="16866"/>
                </a:lnTo>
                <a:cubicBezTo>
                  <a:pt x="1717793" y="15655"/>
                  <a:pt x="1715510" y="14731"/>
                  <a:pt x="1713149" y="14094"/>
                </a:cubicBezTo>
                <a:cubicBezTo>
                  <a:pt x="1710789" y="13457"/>
                  <a:pt x="1708210" y="13139"/>
                  <a:pt x="1705415" y="13139"/>
                </a:cubicBezTo>
                <a:cubicBezTo>
                  <a:pt x="1702557" y="13139"/>
                  <a:pt x="1699971" y="13675"/>
                  <a:pt x="1697657" y="14748"/>
                </a:cubicBezTo>
                <a:cubicBezTo>
                  <a:pt x="1695343" y="15820"/>
                  <a:pt x="1693379" y="17375"/>
                  <a:pt x="1691764" y="19411"/>
                </a:cubicBezTo>
                <a:cubicBezTo>
                  <a:pt x="1690148" y="21448"/>
                  <a:pt x="1688906" y="23935"/>
                  <a:pt x="1688036" y="26873"/>
                </a:cubicBezTo>
                <a:cubicBezTo>
                  <a:pt x="1687167" y="29811"/>
                  <a:pt x="1686732" y="33162"/>
                  <a:pt x="1686732" y="36924"/>
                </a:cubicBezTo>
                <a:cubicBezTo>
                  <a:pt x="1686732" y="44821"/>
                  <a:pt x="1688331" y="50775"/>
                  <a:pt x="1691531" y="54786"/>
                </a:cubicBezTo>
                <a:cubicBezTo>
                  <a:pt x="1694730" y="58797"/>
                  <a:pt x="1699420" y="60802"/>
                  <a:pt x="1705601" y="60802"/>
                </a:cubicBezTo>
                <a:cubicBezTo>
                  <a:pt x="1708210" y="60802"/>
                  <a:pt x="1710711" y="60499"/>
                  <a:pt x="1713103" y="59894"/>
                </a:cubicBezTo>
                <a:cubicBezTo>
                  <a:pt x="1715494" y="59288"/>
                  <a:pt x="1717793" y="58441"/>
                  <a:pt x="1719998" y="57354"/>
                </a:cubicBezTo>
                <a:lnTo>
                  <a:pt x="1719998" y="65182"/>
                </a:lnTo>
                <a:close/>
                <a:moveTo>
                  <a:pt x="1763004" y="67465"/>
                </a:moveTo>
                <a:lnTo>
                  <a:pt x="1762818" y="61162"/>
                </a:lnTo>
                <a:cubicBezTo>
                  <a:pt x="1760271" y="63682"/>
                  <a:pt x="1757685" y="65503"/>
                  <a:pt x="1755060" y="66623"/>
                </a:cubicBezTo>
                <a:cubicBezTo>
                  <a:pt x="1752436" y="67743"/>
                  <a:pt x="1749679" y="68303"/>
                  <a:pt x="1746790" y="68303"/>
                </a:cubicBezTo>
                <a:cubicBezTo>
                  <a:pt x="1744119" y="68303"/>
                  <a:pt x="1741836" y="67961"/>
                  <a:pt x="1739941" y="67277"/>
                </a:cubicBezTo>
                <a:cubicBezTo>
                  <a:pt x="1738047" y="66593"/>
                  <a:pt x="1736486" y="65651"/>
                  <a:pt x="1735259" y="64454"/>
                </a:cubicBezTo>
                <a:cubicBezTo>
                  <a:pt x="1734032" y="63256"/>
                  <a:pt x="1733131" y="61848"/>
                  <a:pt x="1732557" y="60230"/>
                </a:cubicBezTo>
                <a:cubicBezTo>
                  <a:pt x="1731982" y="58612"/>
                  <a:pt x="1731695" y="56854"/>
                  <a:pt x="1731695" y="54956"/>
                </a:cubicBezTo>
                <a:cubicBezTo>
                  <a:pt x="1731695" y="50258"/>
                  <a:pt x="1733442" y="46579"/>
                  <a:pt x="1736936" y="43920"/>
                </a:cubicBezTo>
                <a:cubicBezTo>
                  <a:pt x="1740431" y="41259"/>
                  <a:pt x="1745594" y="39929"/>
                  <a:pt x="1752428" y="39929"/>
                </a:cubicBezTo>
                <a:lnTo>
                  <a:pt x="1762119" y="39929"/>
                </a:lnTo>
                <a:lnTo>
                  <a:pt x="1762119" y="35844"/>
                </a:lnTo>
                <a:cubicBezTo>
                  <a:pt x="1762119" y="33089"/>
                  <a:pt x="1761234" y="30883"/>
                  <a:pt x="1759463" y="29227"/>
                </a:cubicBezTo>
                <a:cubicBezTo>
                  <a:pt x="1757693" y="27572"/>
                  <a:pt x="1754990" y="26744"/>
                  <a:pt x="1751356" y="26744"/>
                </a:cubicBezTo>
                <a:cubicBezTo>
                  <a:pt x="1748716" y="26744"/>
                  <a:pt x="1746115" y="27043"/>
                  <a:pt x="1743552" y="27642"/>
                </a:cubicBezTo>
                <a:cubicBezTo>
                  <a:pt x="1740990" y="28240"/>
                  <a:pt x="1738342" y="29090"/>
                  <a:pt x="1735608" y="30191"/>
                </a:cubicBezTo>
                <a:lnTo>
                  <a:pt x="1735608" y="22876"/>
                </a:lnTo>
                <a:cubicBezTo>
                  <a:pt x="1736633" y="22498"/>
                  <a:pt x="1737775" y="22127"/>
                  <a:pt x="1739033" y="21764"/>
                </a:cubicBezTo>
                <a:cubicBezTo>
                  <a:pt x="1740291" y="21401"/>
                  <a:pt x="1741619" y="21078"/>
                  <a:pt x="1743016" y="20794"/>
                </a:cubicBezTo>
                <a:cubicBezTo>
                  <a:pt x="1744414" y="20510"/>
                  <a:pt x="1745874" y="20281"/>
                  <a:pt x="1747396" y="20109"/>
                </a:cubicBezTo>
                <a:cubicBezTo>
                  <a:pt x="1748918" y="19935"/>
                  <a:pt x="1750456" y="19848"/>
                  <a:pt x="1752009" y="19848"/>
                </a:cubicBezTo>
                <a:cubicBezTo>
                  <a:pt x="1754835" y="19848"/>
                  <a:pt x="1757382" y="20159"/>
                  <a:pt x="1759650" y="20780"/>
                </a:cubicBezTo>
                <a:cubicBezTo>
                  <a:pt x="1761917" y="21401"/>
                  <a:pt x="1763835" y="22348"/>
                  <a:pt x="1765404" y="23622"/>
                </a:cubicBezTo>
                <a:cubicBezTo>
                  <a:pt x="1766972" y="24895"/>
                  <a:pt x="1768176" y="26495"/>
                  <a:pt x="1769015" y="28421"/>
                </a:cubicBezTo>
                <a:cubicBezTo>
                  <a:pt x="1769853" y="30347"/>
                  <a:pt x="1770272" y="32614"/>
                  <a:pt x="1770272" y="35223"/>
                </a:cubicBezTo>
                <a:lnTo>
                  <a:pt x="1770272" y="67465"/>
                </a:lnTo>
                <a:lnTo>
                  <a:pt x="1763004" y="67465"/>
                </a:lnTo>
                <a:moveTo>
                  <a:pt x="1762119" y="46126"/>
                </a:moveTo>
                <a:lnTo>
                  <a:pt x="1751822" y="46126"/>
                </a:lnTo>
                <a:cubicBezTo>
                  <a:pt x="1749803" y="46126"/>
                  <a:pt x="1748064" y="46329"/>
                  <a:pt x="1746604" y="46734"/>
                </a:cubicBezTo>
                <a:cubicBezTo>
                  <a:pt x="1745144" y="47139"/>
                  <a:pt x="1743948" y="47715"/>
                  <a:pt x="1743016" y="48463"/>
                </a:cubicBezTo>
                <a:cubicBezTo>
                  <a:pt x="1742085" y="49210"/>
                  <a:pt x="1741393" y="50106"/>
                  <a:pt x="1740943" y="51150"/>
                </a:cubicBezTo>
                <a:cubicBezTo>
                  <a:pt x="1740493" y="52194"/>
                  <a:pt x="1740267" y="53370"/>
                  <a:pt x="1740267" y="54678"/>
                </a:cubicBezTo>
                <a:cubicBezTo>
                  <a:pt x="1740267" y="55582"/>
                  <a:pt x="1740407" y="56447"/>
                  <a:pt x="1740687" y="57273"/>
                </a:cubicBezTo>
                <a:cubicBezTo>
                  <a:pt x="1740966" y="58098"/>
                  <a:pt x="1741417" y="58830"/>
                  <a:pt x="1742038" y="59468"/>
                </a:cubicBezTo>
                <a:cubicBezTo>
                  <a:pt x="1742659" y="60107"/>
                  <a:pt x="1743467" y="60613"/>
                  <a:pt x="1744461" y="60987"/>
                </a:cubicBezTo>
                <a:cubicBezTo>
                  <a:pt x="1745455" y="61361"/>
                  <a:pt x="1746666" y="61548"/>
                  <a:pt x="1748095" y="61548"/>
                </a:cubicBezTo>
                <a:cubicBezTo>
                  <a:pt x="1749959" y="61548"/>
                  <a:pt x="1752094" y="60979"/>
                  <a:pt x="1754501" y="59843"/>
                </a:cubicBezTo>
                <a:cubicBezTo>
                  <a:pt x="1756908" y="58705"/>
                  <a:pt x="1759448" y="56905"/>
                  <a:pt x="1762119" y="54444"/>
                </a:cubicBezTo>
                <a:lnTo>
                  <a:pt x="1762119" y="46126"/>
                </a:lnTo>
                <a:close/>
                <a:moveTo>
                  <a:pt x="1821851" y="54699"/>
                </a:moveTo>
                <a:cubicBezTo>
                  <a:pt x="1821851" y="56345"/>
                  <a:pt x="1821572" y="57820"/>
                  <a:pt x="1821013" y="59125"/>
                </a:cubicBezTo>
                <a:cubicBezTo>
                  <a:pt x="1820454" y="60429"/>
                  <a:pt x="1819693" y="61586"/>
                  <a:pt x="1818730" y="62596"/>
                </a:cubicBezTo>
                <a:cubicBezTo>
                  <a:pt x="1817767" y="63605"/>
                  <a:pt x="1816649" y="64467"/>
                  <a:pt x="1815375" y="65182"/>
                </a:cubicBezTo>
                <a:cubicBezTo>
                  <a:pt x="1814102" y="65896"/>
                  <a:pt x="1812743" y="66486"/>
                  <a:pt x="1811298" y="66952"/>
                </a:cubicBezTo>
                <a:cubicBezTo>
                  <a:pt x="1809854" y="67418"/>
                  <a:pt x="1808371" y="67760"/>
                  <a:pt x="1806849" y="67977"/>
                </a:cubicBezTo>
                <a:cubicBezTo>
                  <a:pt x="1805327" y="68195"/>
                  <a:pt x="1803836" y="68303"/>
                  <a:pt x="1802376" y="68303"/>
                </a:cubicBezTo>
                <a:cubicBezTo>
                  <a:pt x="1799208" y="68303"/>
                  <a:pt x="1796296" y="68164"/>
                  <a:pt x="1793640" y="67884"/>
                </a:cubicBezTo>
                <a:cubicBezTo>
                  <a:pt x="1790984" y="67604"/>
                  <a:pt x="1788383" y="67154"/>
                  <a:pt x="1785836" y="66533"/>
                </a:cubicBezTo>
                <a:lnTo>
                  <a:pt x="1785836" y="59078"/>
                </a:lnTo>
                <a:cubicBezTo>
                  <a:pt x="1788569" y="59855"/>
                  <a:pt x="1791287" y="60445"/>
                  <a:pt x="1793990" y="60849"/>
                </a:cubicBezTo>
                <a:cubicBezTo>
                  <a:pt x="1796692" y="61252"/>
                  <a:pt x="1799379" y="61454"/>
                  <a:pt x="1802050" y="61454"/>
                </a:cubicBezTo>
                <a:cubicBezTo>
                  <a:pt x="1805933" y="61454"/>
                  <a:pt x="1808806" y="60926"/>
                  <a:pt x="1810669" y="59870"/>
                </a:cubicBezTo>
                <a:cubicBezTo>
                  <a:pt x="1812533" y="58814"/>
                  <a:pt x="1813465" y="57308"/>
                  <a:pt x="1813465" y="55351"/>
                </a:cubicBezTo>
                <a:cubicBezTo>
                  <a:pt x="1813465" y="54512"/>
                  <a:pt x="1813317" y="53759"/>
                  <a:pt x="1813022" y="53091"/>
                </a:cubicBezTo>
                <a:cubicBezTo>
                  <a:pt x="1812727" y="52423"/>
                  <a:pt x="1812191" y="51787"/>
                  <a:pt x="1811415" y="51181"/>
                </a:cubicBezTo>
                <a:cubicBezTo>
                  <a:pt x="1810638" y="50575"/>
                  <a:pt x="1809435" y="49946"/>
                  <a:pt x="1807804" y="49294"/>
                </a:cubicBezTo>
                <a:cubicBezTo>
                  <a:pt x="1806173" y="48642"/>
                  <a:pt x="1803945" y="47896"/>
                  <a:pt x="1801118" y="47058"/>
                </a:cubicBezTo>
                <a:cubicBezTo>
                  <a:pt x="1799006" y="46436"/>
                  <a:pt x="1797057" y="45730"/>
                  <a:pt x="1795271" y="44938"/>
                </a:cubicBezTo>
                <a:cubicBezTo>
                  <a:pt x="1793485" y="44146"/>
                  <a:pt x="1791940" y="43206"/>
                  <a:pt x="1790635" y="42119"/>
                </a:cubicBezTo>
                <a:cubicBezTo>
                  <a:pt x="1789330" y="41032"/>
                  <a:pt x="1788305" y="39758"/>
                  <a:pt x="1787560" y="38298"/>
                </a:cubicBezTo>
                <a:cubicBezTo>
                  <a:pt x="1786815" y="36838"/>
                  <a:pt x="1786442" y="35115"/>
                  <a:pt x="1786442" y="33127"/>
                </a:cubicBezTo>
                <a:cubicBezTo>
                  <a:pt x="1786442" y="31822"/>
                  <a:pt x="1786745" y="30393"/>
                  <a:pt x="1787350" y="28840"/>
                </a:cubicBezTo>
                <a:cubicBezTo>
                  <a:pt x="1787956" y="27287"/>
                  <a:pt x="1788989" y="25843"/>
                  <a:pt x="1790449" y="24507"/>
                </a:cubicBezTo>
                <a:cubicBezTo>
                  <a:pt x="1791909" y="23172"/>
                  <a:pt x="1793881" y="22061"/>
                  <a:pt x="1796366" y="21176"/>
                </a:cubicBezTo>
                <a:cubicBezTo>
                  <a:pt x="1798851" y="20291"/>
                  <a:pt x="1801957" y="19848"/>
                  <a:pt x="1805684" y="19848"/>
                </a:cubicBezTo>
                <a:cubicBezTo>
                  <a:pt x="1807517" y="19848"/>
                  <a:pt x="1809551" y="19949"/>
                  <a:pt x="1811788" y="20151"/>
                </a:cubicBezTo>
                <a:cubicBezTo>
                  <a:pt x="1814024" y="20353"/>
                  <a:pt x="1816354" y="20702"/>
                  <a:pt x="1818776" y="21199"/>
                </a:cubicBezTo>
                <a:lnTo>
                  <a:pt x="1818776" y="28421"/>
                </a:lnTo>
                <a:cubicBezTo>
                  <a:pt x="1816229" y="27800"/>
                  <a:pt x="1813814" y="27342"/>
                  <a:pt x="1811531" y="27046"/>
                </a:cubicBezTo>
                <a:cubicBezTo>
                  <a:pt x="1809248" y="26751"/>
                  <a:pt x="1807268" y="26604"/>
                  <a:pt x="1805591" y="26604"/>
                </a:cubicBezTo>
                <a:cubicBezTo>
                  <a:pt x="1803572" y="26604"/>
                  <a:pt x="1801871" y="26759"/>
                  <a:pt x="1800489" y="27070"/>
                </a:cubicBezTo>
                <a:cubicBezTo>
                  <a:pt x="1799107" y="27380"/>
                  <a:pt x="1797989" y="27807"/>
                  <a:pt x="1797135" y="28351"/>
                </a:cubicBezTo>
                <a:cubicBezTo>
                  <a:pt x="1796280" y="28895"/>
                  <a:pt x="1795667" y="29531"/>
                  <a:pt x="1795294" y="30261"/>
                </a:cubicBezTo>
                <a:cubicBezTo>
                  <a:pt x="1794921" y="30991"/>
                  <a:pt x="1794735" y="31775"/>
                  <a:pt x="1794735" y="32614"/>
                </a:cubicBezTo>
                <a:cubicBezTo>
                  <a:pt x="1794735" y="33453"/>
                  <a:pt x="1794898" y="34214"/>
                  <a:pt x="1795224" y="34897"/>
                </a:cubicBezTo>
                <a:cubicBezTo>
                  <a:pt x="1795550" y="35580"/>
                  <a:pt x="1796156" y="36241"/>
                  <a:pt x="1797041" y="36877"/>
                </a:cubicBezTo>
                <a:cubicBezTo>
                  <a:pt x="1797927" y="37514"/>
                  <a:pt x="1799161" y="38151"/>
                  <a:pt x="1800745" y="38788"/>
                </a:cubicBezTo>
                <a:cubicBezTo>
                  <a:pt x="1802330" y="39424"/>
                  <a:pt x="1804395" y="40115"/>
                  <a:pt x="1806942" y="40861"/>
                </a:cubicBezTo>
                <a:cubicBezTo>
                  <a:pt x="1809707" y="41668"/>
                  <a:pt x="1812036" y="42515"/>
                  <a:pt x="1813931" y="43400"/>
                </a:cubicBezTo>
                <a:cubicBezTo>
                  <a:pt x="1815826" y="44285"/>
                  <a:pt x="1817363" y="45272"/>
                  <a:pt x="1818543" y="46359"/>
                </a:cubicBezTo>
                <a:cubicBezTo>
                  <a:pt x="1819724" y="47446"/>
                  <a:pt x="1820570" y="48673"/>
                  <a:pt x="1821083" y="50039"/>
                </a:cubicBezTo>
                <a:cubicBezTo>
                  <a:pt x="1821595" y="51406"/>
                  <a:pt x="1821851" y="52959"/>
                  <a:pt x="1821851" y="54699"/>
                </a:cubicBezTo>
                <a:close/>
                <a:moveTo>
                  <a:pt x="1873011" y="65741"/>
                </a:moveTo>
                <a:cubicBezTo>
                  <a:pt x="1870899" y="66548"/>
                  <a:pt x="1868732" y="67146"/>
                  <a:pt x="1866512" y="67535"/>
                </a:cubicBezTo>
                <a:cubicBezTo>
                  <a:pt x="1864291" y="67923"/>
                  <a:pt x="1862000" y="68117"/>
                  <a:pt x="1859639" y="68117"/>
                </a:cubicBezTo>
                <a:cubicBezTo>
                  <a:pt x="1852247" y="68117"/>
                  <a:pt x="1846555" y="66113"/>
                  <a:pt x="1842563" y="62107"/>
                </a:cubicBezTo>
                <a:cubicBezTo>
                  <a:pt x="1838572" y="58100"/>
                  <a:pt x="1836576" y="52245"/>
                  <a:pt x="1836576" y="44542"/>
                </a:cubicBezTo>
                <a:cubicBezTo>
                  <a:pt x="1836576" y="40845"/>
                  <a:pt x="1837151" y="37491"/>
                  <a:pt x="1838300" y="34478"/>
                </a:cubicBezTo>
                <a:cubicBezTo>
                  <a:pt x="1839450" y="31465"/>
                  <a:pt x="1841065" y="28887"/>
                  <a:pt x="1843146" y="26744"/>
                </a:cubicBezTo>
                <a:cubicBezTo>
                  <a:pt x="1845227" y="24600"/>
                  <a:pt x="1847712" y="22946"/>
                  <a:pt x="1850600" y="21782"/>
                </a:cubicBezTo>
                <a:cubicBezTo>
                  <a:pt x="1853489" y="20617"/>
                  <a:pt x="1856673" y="20034"/>
                  <a:pt x="1860152" y="20034"/>
                </a:cubicBezTo>
                <a:cubicBezTo>
                  <a:pt x="1862575" y="20034"/>
                  <a:pt x="1864842" y="20209"/>
                  <a:pt x="1866954" y="20559"/>
                </a:cubicBezTo>
                <a:cubicBezTo>
                  <a:pt x="1869066" y="20907"/>
                  <a:pt x="1871085" y="21478"/>
                  <a:pt x="1873011" y="22271"/>
                </a:cubicBezTo>
                <a:lnTo>
                  <a:pt x="1873011" y="30005"/>
                </a:lnTo>
                <a:cubicBezTo>
                  <a:pt x="1870992" y="28932"/>
                  <a:pt x="1868934" y="28152"/>
                  <a:pt x="1866838" y="27664"/>
                </a:cubicBezTo>
                <a:cubicBezTo>
                  <a:pt x="1864741" y="27175"/>
                  <a:pt x="1862575" y="26930"/>
                  <a:pt x="1860338" y="26930"/>
                </a:cubicBezTo>
                <a:cubicBezTo>
                  <a:pt x="1858257" y="26930"/>
                  <a:pt x="1856292" y="27326"/>
                  <a:pt x="1854444" y="28118"/>
                </a:cubicBezTo>
                <a:cubicBezTo>
                  <a:pt x="1852596" y="28910"/>
                  <a:pt x="1850973" y="30052"/>
                  <a:pt x="1849575" y="31543"/>
                </a:cubicBezTo>
                <a:cubicBezTo>
                  <a:pt x="1848178" y="33033"/>
                  <a:pt x="1847075" y="34851"/>
                  <a:pt x="1846267" y="36994"/>
                </a:cubicBezTo>
                <a:cubicBezTo>
                  <a:pt x="1845460" y="39137"/>
                  <a:pt x="1845056" y="41560"/>
                  <a:pt x="1845056" y="44262"/>
                </a:cubicBezTo>
                <a:cubicBezTo>
                  <a:pt x="1845056" y="49915"/>
                  <a:pt x="1846431" y="54147"/>
                  <a:pt x="1849179" y="56958"/>
                </a:cubicBezTo>
                <a:cubicBezTo>
                  <a:pt x="1851928" y="59769"/>
                  <a:pt x="1855741" y="61175"/>
                  <a:pt x="1860618" y="61175"/>
                </a:cubicBezTo>
                <a:cubicBezTo>
                  <a:pt x="1862823" y="61175"/>
                  <a:pt x="1864958" y="60926"/>
                  <a:pt x="1867024" y="60429"/>
                </a:cubicBezTo>
                <a:cubicBezTo>
                  <a:pt x="1869090" y="59932"/>
                  <a:pt x="1871085" y="59187"/>
                  <a:pt x="1873011" y="58193"/>
                </a:cubicBezTo>
                <a:lnTo>
                  <a:pt x="1873011" y="65741"/>
                </a:lnTo>
                <a:close/>
                <a:moveTo>
                  <a:pt x="1918580" y="67465"/>
                </a:moveTo>
                <a:lnTo>
                  <a:pt x="1918393" y="61162"/>
                </a:lnTo>
                <a:cubicBezTo>
                  <a:pt x="1915846" y="63682"/>
                  <a:pt x="1913260" y="65503"/>
                  <a:pt x="1910636" y="66623"/>
                </a:cubicBezTo>
                <a:cubicBezTo>
                  <a:pt x="1908011" y="67743"/>
                  <a:pt x="1905254" y="68303"/>
                  <a:pt x="1902366" y="68303"/>
                </a:cubicBezTo>
                <a:cubicBezTo>
                  <a:pt x="1899695" y="68303"/>
                  <a:pt x="1897412" y="67961"/>
                  <a:pt x="1895517" y="67277"/>
                </a:cubicBezTo>
                <a:cubicBezTo>
                  <a:pt x="1893622" y="66593"/>
                  <a:pt x="1892061" y="65651"/>
                  <a:pt x="1890834" y="64454"/>
                </a:cubicBezTo>
                <a:cubicBezTo>
                  <a:pt x="1889607" y="63256"/>
                  <a:pt x="1888707" y="61848"/>
                  <a:pt x="1888132" y="60230"/>
                </a:cubicBezTo>
                <a:cubicBezTo>
                  <a:pt x="1887557" y="58612"/>
                  <a:pt x="1887270" y="56854"/>
                  <a:pt x="1887270" y="54956"/>
                </a:cubicBezTo>
                <a:cubicBezTo>
                  <a:pt x="1887270" y="50258"/>
                  <a:pt x="1889017" y="46579"/>
                  <a:pt x="1892512" y="43920"/>
                </a:cubicBezTo>
                <a:cubicBezTo>
                  <a:pt x="1896006" y="41259"/>
                  <a:pt x="1901170" y="39929"/>
                  <a:pt x="1908003" y="39929"/>
                </a:cubicBezTo>
                <a:lnTo>
                  <a:pt x="1917694" y="39929"/>
                </a:lnTo>
                <a:lnTo>
                  <a:pt x="1917694" y="35844"/>
                </a:lnTo>
                <a:cubicBezTo>
                  <a:pt x="1917694" y="33089"/>
                  <a:pt x="1916809" y="30883"/>
                  <a:pt x="1915039" y="29227"/>
                </a:cubicBezTo>
                <a:cubicBezTo>
                  <a:pt x="1913268" y="27572"/>
                  <a:pt x="1910566" y="26744"/>
                  <a:pt x="1906932" y="26744"/>
                </a:cubicBezTo>
                <a:cubicBezTo>
                  <a:pt x="1904292" y="26744"/>
                  <a:pt x="1901690" y="27043"/>
                  <a:pt x="1899128" y="27642"/>
                </a:cubicBezTo>
                <a:cubicBezTo>
                  <a:pt x="1896565" y="28240"/>
                  <a:pt x="1893917" y="29090"/>
                  <a:pt x="1891184" y="30191"/>
                </a:cubicBezTo>
                <a:lnTo>
                  <a:pt x="1891184" y="22876"/>
                </a:lnTo>
                <a:cubicBezTo>
                  <a:pt x="1892209" y="22498"/>
                  <a:pt x="1893350" y="22127"/>
                  <a:pt x="1894608" y="21764"/>
                </a:cubicBezTo>
                <a:cubicBezTo>
                  <a:pt x="1895866" y="21401"/>
                  <a:pt x="1897194" y="21078"/>
                  <a:pt x="1898592" y="20794"/>
                </a:cubicBezTo>
                <a:cubicBezTo>
                  <a:pt x="1899990" y="20510"/>
                  <a:pt x="1901449" y="20281"/>
                  <a:pt x="1902971" y="20109"/>
                </a:cubicBezTo>
                <a:cubicBezTo>
                  <a:pt x="1904493" y="19935"/>
                  <a:pt x="1906031" y="19848"/>
                  <a:pt x="1907584" y="19848"/>
                </a:cubicBezTo>
                <a:cubicBezTo>
                  <a:pt x="1910411" y="19848"/>
                  <a:pt x="1912958" y="20159"/>
                  <a:pt x="1915225" y="20780"/>
                </a:cubicBezTo>
                <a:cubicBezTo>
                  <a:pt x="1917493" y="21401"/>
                  <a:pt x="1919411" y="22348"/>
                  <a:pt x="1920979" y="23622"/>
                </a:cubicBezTo>
                <a:cubicBezTo>
                  <a:pt x="1922548" y="24895"/>
                  <a:pt x="1923751" y="26495"/>
                  <a:pt x="1924590" y="28421"/>
                </a:cubicBezTo>
                <a:cubicBezTo>
                  <a:pt x="1925429" y="30347"/>
                  <a:pt x="1925848" y="32614"/>
                  <a:pt x="1925848" y="35223"/>
                </a:cubicBezTo>
                <a:lnTo>
                  <a:pt x="1925848" y="67465"/>
                </a:lnTo>
                <a:lnTo>
                  <a:pt x="1918580" y="67465"/>
                </a:lnTo>
                <a:moveTo>
                  <a:pt x="1917694" y="46126"/>
                </a:moveTo>
                <a:lnTo>
                  <a:pt x="1907398" y="46126"/>
                </a:lnTo>
                <a:cubicBezTo>
                  <a:pt x="1905379" y="46126"/>
                  <a:pt x="1903639" y="46329"/>
                  <a:pt x="1902179" y="46734"/>
                </a:cubicBezTo>
                <a:cubicBezTo>
                  <a:pt x="1900720" y="47139"/>
                  <a:pt x="1899524" y="47715"/>
                  <a:pt x="1898592" y="48463"/>
                </a:cubicBezTo>
                <a:cubicBezTo>
                  <a:pt x="1897660" y="49210"/>
                  <a:pt x="1896969" y="50106"/>
                  <a:pt x="1896519" y="51150"/>
                </a:cubicBezTo>
                <a:cubicBezTo>
                  <a:pt x="1896068" y="52194"/>
                  <a:pt x="1895843" y="53370"/>
                  <a:pt x="1895843" y="54678"/>
                </a:cubicBezTo>
                <a:cubicBezTo>
                  <a:pt x="1895843" y="55582"/>
                  <a:pt x="1895983" y="56447"/>
                  <a:pt x="1896262" y="57273"/>
                </a:cubicBezTo>
                <a:cubicBezTo>
                  <a:pt x="1896542" y="58098"/>
                  <a:pt x="1896992" y="58830"/>
                  <a:pt x="1897613" y="59468"/>
                </a:cubicBezTo>
                <a:cubicBezTo>
                  <a:pt x="1898235" y="60107"/>
                  <a:pt x="1899042" y="60613"/>
                  <a:pt x="1900036" y="60987"/>
                </a:cubicBezTo>
                <a:cubicBezTo>
                  <a:pt x="1901030" y="61361"/>
                  <a:pt x="1902242" y="61548"/>
                  <a:pt x="1903670" y="61548"/>
                </a:cubicBezTo>
                <a:cubicBezTo>
                  <a:pt x="1905534" y="61548"/>
                  <a:pt x="1907669" y="60979"/>
                  <a:pt x="1910077" y="59843"/>
                </a:cubicBezTo>
                <a:cubicBezTo>
                  <a:pt x="1912484" y="58705"/>
                  <a:pt x="1915023" y="56905"/>
                  <a:pt x="1917694" y="54444"/>
                </a:cubicBezTo>
                <a:lnTo>
                  <a:pt x="1917694" y="46126"/>
                </a:lnTo>
                <a:close/>
                <a:moveTo>
                  <a:pt x="1938010" y="45054"/>
                </a:moveTo>
                <a:cubicBezTo>
                  <a:pt x="1938010" y="41078"/>
                  <a:pt x="1938554" y="37545"/>
                  <a:pt x="1939641" y="34454"/>
                </a:cubicBezTo>
                <a:cubicBezTo>
                  <a:pt x="1940728" y="31364"/>
                  <a:pt x="1942274" y="28755"/>
                  <a:pt x="1944277" y="26627"/>
                </a:cubicBezTo>
                <a:cubicBezTo>
                  <a:pt x="1946280" y="24499"/>
                  <a:pt x="1948688" y="22884"/>
                  <a:pt x="1951499" y="21782"/>
                </a:cubicBezTo>
                <a:cubicBezTo>
                  <a:pt x="1954310" y="20679"/>
                  <a:pt x="1957439" y="20128"/>
                  <a:pt x="1960887" y="20128"/>
                </a:cubicBezTo>
                <a:cubicBezTo>
                  <a:pt x="1962378" y="20128"/>
                  <a:pt x="1963845" y="20221"/>
                  <a:pt x="1965290" y="20407"/>
                </a:cubicBezTo>
                <a:cubicBezTo>
                  <a:pt x="1966734" y="20593"/>
                  <a:pt x="1968155" y="20889"/>
                  <a:pt x="1969553" y="21292"/>
                </a:cubicBezTo>
                <a:lnTo>
                  <a:pt x="1969553" y="1584"/>
                </a:lnTo>
                <a:lnTo>
                  <a:pt x="1977706" y="1584"/>
                </a:lnTo>
                <a:lnTo>
                  <a:pt x="1977706" y="67465"/>
                </a:lnTo>
                <a:lnTo>
                  <a:pt x="1970438" y="67465"/>
                </a:lnTo>
                <a:lnTo>
                  <a:pt x="1970159" y="58612"/>
                </a:lnTo>
                <a:cubicBezTo>
                  <a:pt x="1967891" y="61905"/>
                  <a:pt x="1965437" y="64343"/>
                  <a:pt x="1962797" y="65927"/>
                </a:cubicBezTo>
                <a:cubicBezTo>
                  <a:pt x="1960157" y="67511"/>
                  <a:pt x="1957299" y="68303"/>
                  <a:pt x="1954224" y="68303"/>
                </a:cubicBezTo>
                <a:cubicBezTo>
                  <a:pt x="1951553" y="68303"/>
                  <a:pt x="1949200" y="67744"/>
                  <a:pt x="1947166" y="66626"/>
                </a:cubicBezTo>
                <a:cubicBezTo>
                  <a:pt x="1945131" y="65508"/>
                  <a:pt x="1943438" y="63931"/>
                  <a:pt x="1942087" y="61897"/>
                </a:cubicBezTo>
                <a:cubicBezTo>
                  <a:pt x="1940736" y="59862"/>
                  <a:pt x="1939719" y="57416"/>
                  <a:pt x="1939035" y="54559"/>
                </a:cubicBezTo>
                <a:cubicBezTo>
                  <a:pt x="1938352" y="51701"/>
                  <a:pt x="1938010" y="48533"/>
                  <a:pt x="1938010" y="45054"/>
                </a:cubicBezTo>
                <a:moveTo>
                  <a:pt x="1946304" y="44542"/>
                </a:moveTo>
                <a:cubicBezTo>
                  <a:pt x="1946304" y="50195"/>
                  <a:pt x="1947135" y="54411"/>
                  <a:pt x="1948796" y="57191"/>
                </a:cubicBezTo>
                <a:cubicBezTo>
                  <a:pt x="1950458" y="59971"/>
                  <a:pt x="1952811" y="61361"/>
                  <a:pt x="1955855" y="61361"/>
                </a:cubicBezTo>
                <a:cubicBezTo>
                  <a:pt x="1957905" y="61361"/>
                  <a:pt x="1960071" y="60445"/>
                  <a:pt x="1962354" y="58612"/>
                </a:cubicBezTo>
                <a:cubicBezTo>
                  <a:pt x="1964637" y="56780"/>
                  <a:pt x="1967037" y="54062"/>
                  <a:pt x="1969553" y="50459"/>
                </a:cubicBezTo>
                <a:lnTo>
                  <a:pt x="1969553" y="28747"/>
                </a:lnTo>
                <a:cubicBezTo>
                  <a:pt x="1968217" y="28126"/>
                  <a:pt x="1966742" y="27652"/>
                  <a:pt x="1965127" y="27326"/>
                </a:cubicBezTo>
                <a:cubicBezTo>
                  <a:pt x="1963512" y="27000"/>
                  <a:pt x="1961912" y="26837"/>
                  <a:pt x="1960328" y="26837"/>
                </a:cubicBezTo>
                <a:cubicBezTo>
                  <a:pt x="1955917" y="26837"/>
                  <a:pt x="1952477" y="28266"/>
                  <a:pt x="1950008" y="31123"/>
                </a:cubicBezTo>
                <a:cubicBezTo>
                  <a:pt x="1947538" y="33981"/>
                  <a:pt x="1946304" y="38454"/>
                  <a:pt x="1946304" y="44542"/>
                </a:cubicBezTo>
                <a:close/>
                <a:moveTo>
                  <a:pt x="2031755" y="41606"/>
                </a:moveTo>
                <a:cubicBezTo>
                  <a:pt x="2031755" y="42756"/>
                  <a:pt x="2031739" y="43718"/>
                  <a:pt x="2031708" y="44495"/>
                </a:cubicBezTo>
                <a:cubicBezTo>
                  <a:pt x="2031677" y="45272"/>
                  <a:pt x="2031630" y="46001"/>
                  <a:pt x="2031568" y="46685"/>
                </a:cubicBezTo>
                <a:lnTo>
                  <a:pt x="1998721" y="46685"/>
                </a:lnTo>
                <a:cubicBezTo>
                  <a:pt x="1998721" y="51468"/>
                  <a:pt x="2000057" y="55141"/>
                  <a:pt x="2002728" y="57704"/>
                </a:cubicBezTo>
                <a:cubicBezTo>
                  <a:pt x="2005399" y="60266"/>
                  <a:pt x="2009251" y="61548"/>
                  <a:pt x="2014283" y="61548"/>
                </a:cubicBezTo>
                <a:cubicBezTo>
                  <a:pt x="2015650" y="61548"/>
                  <a:pt x="2017016" y="61492"/>
                  <a:pt x="2018383" y="61382"/>
                </a:cubicBezTo>
                <a:cubicBezTo>
                  <a:pt x="2019750" y="61270"/>
                  <a:pt x="2021070" y="61119"/>
                  <a:pt x="2022343" y="60929"/>
                </a:cubicBezTo>
                <a:cubicBezTo>
                  <a:pt x="2023617" y="60737"/>
                  <a:pt x="2024836" y="60523"/>
                  <a:pt x="2026001" y="60285"/>
                </a:cubicBezTo>
                <a:cubicBezTo>
                  <a:pt x="2027165" y="60046"/>
                  <a:pt x="2028245" y="59784"/>
                  <a:pt x="2029239" y="59497"/>
                </a:cubicBezTo>
                <a:lnTo>
                  <a:pt x="2029239" y="66160"/>
                </a:lnTo>
                <a:cubicBezTo>
                  <a:pt x="2027033" y="66795"/>
                  <a:pt x="2024541" y="67311"/>
                  <a:pt x="2021761" y="67708"/>
                </a:cubicBezTo>
                <a:cubicBezTo>
                  <a:pt x="2018981" y="68105"/>
                  <a:pt x="2016100" y="68303"/>
                  <a:pt x="2013118" y="68303"/>
                </a:cubicBezTo>
                <a:cubicBezTo>
                  <a:pt x="2009111" y="68303"/>
                  <a:pt x="2005663" y="67760"/>
                  <a:pt x="2002775" y="66673"/>
                </a:cubicBezTo>
                <a:cubicBezTo>
                  <a:pt x="1999886" y="65585"/>
                  <a:pt x="1997518" y="64009"/>
                  <a:pt x="1995670" y="61944"/>
                </a:cubicBezTo>
                <a:cubicBezTo>
                  <a:pt x="1993821" y="59878"/>
                  <a:pt x="1992455" y="57347"/>
                  <a:pt x="1991569" y="54349"/>
                </a:cubicBezTo>
                <a:cubicBezTo>
                  <a:pt x="1990684" y="51352"/>
                  <a:pt x="1990242" y="47958"/>
                  <a:pt x="1990242" y="44169"/>
                </a:cubicBezTo>
                <a:cubicBezTo>
                  <a:pt x="1990242" y="40876"/>
                  <a:pt x="1990715" y="37762"/>
                  <a:pt x="1991663" y="34827"/>
                </a:cubicBezTo>
                <a:cubicBezTo>
                  <a:pt x="1992610" y="31892"/>
                  <a:pt x="1993992" y="29314"/>
                  <a:pt x="1995809" y="27093"/>
                </a:cubicBezTo>
                <a:cubicBezTo>
                  <a:pt x="1997626" y="24872"/>
                  <a:pt x="1999855" y="23109"/>
                  <a:pt x="2002495" y="21805"/>
                </a:cubicBezTo>
                <a:cubicBezTo>
                  <a:pt x="2005135" y="20500"/>
                  <a:pt x="2008133" y="19848"/>
                  <a:pt x="2011487" y="19848"/>
                </a:cubicBezTo>
                <a:cubicBezTo>
                  <a:pt x="2014749" y="19848"/>
                  <a:pt x="2017637" y="20361"/>
                  <a:pt x="2020153" y="21386"/>
                </a:cubicBezTo>
                <a:cubicBezTo>
                  <a:pt x="2022669" y="22411"/>
                  <a:pt x="2024789" y="23863"/>
                  <a:pt x="2026513" y="25742"/>
                </a:cubicBezTo>
                <a:cubicBezTo>
                  <a:pt x="2028237" y="27621"/>
                  <a:pt x="2029542" y="29904"/>
                  <a:pt x="2030427" y="32591"/>
                </a:cubicBezTo>
                <a:cubicBezTo>
                  <a:pt x="2031312" y="35278"/>
                  <a:pt x="2031755" y="38283"/>
                  <a:pt x="2031755" y="41606"/>
                </a:cubicBezTo>
                <a:moveTo>
                  <a:pt x="2023322" y="40442"/>
                </a:moveTo>
                <a:cubicBezTo>
                  <a:pt x="2023415" y="38360"/>
                  <a:pt x="2023213" y="36458"/>
                  <a:pt x="2022716" y="34734"/>
                </a:cubicBezTo>
                <a:cubicBezTo>
                  <a:pt x="2022219" y="33010"/>
                  <a:pt x="2021450" y="31527"/>
                  <a:pt x="2020410" y="30285"/>
                </a:cubicBezTo>
                <a:cubicBezTo>
                  <a:pt x="2019369" y="29042"/>
                  <a:pt x="2018072" y="28071"/>
                  <a:pt x="2016519" y="27373"/>
                </a:cubicBezTo>
                <a:cubicBezTo>
                  <a:pt x="2014966" y="26674"/>
                  <a:pt x="2013165" y="26324"/>
                  <a:pt x="2011115" y="26324"/>
                </a:cubicBezTo>
                <a:cubicBezTo>
                  <a:pt x="2009344" y="26324"/>
                  <a:pt x="2007729" y="26666"/>
                  <a:pt x="2006269" y="27349"/>
                </a:cubicBezTo>
                <a:cubicBezTo>
                  <a:pt x="2004809" y="28033"/>
                  <a:pt x="2003551" y="28996"/>
                  <a:pt x="2002495" y="30238"/>
                </a:cubicBezTo>
                <a:cubicBezTo>
                  <a:pt x="2001439" y="31480"/>
                  <a:pt x="2000585" y="32971"/>
                  <a:pt x="1999933" y="34711"/>
                </a:cubicBezTo>
                <a:cubicBezTo>
                  <a:pt x="1999280" y="36450"/>
                  <a:pt x="1998877" y="38360"/>
                  <a:pt x="1998721" y="40442"/>
                </a:cubicBezTo>
                <a:lnTo>
                  <a:pt x="2023322" y="40442"/>
                </a:lnTo>
                <a:close/>
                <a:moveTo>
                  <a:pt x="2046014" y="20687"/>
                </a:moveTo>
                <a:lnTo>
                  <a:pt x="2053422" y="20687"/>
                </a:lnTo>
                <a:lnTo>
                  <a:pt x="2053655" y="29284"/>
                </a:lnTo>
                <a:cubicBezTo>
                  <a:pt x="2056419" y="25969"/>
                  <a:pt x="2059145" y="23567"/>
                  <a:pt x="2061832" y="22080"/>
                </a:cubicBezTo>
                <a:cubicBezTo>
                  <a:pt x="2064518" y="20592"/>
                  <a:pt x="2067228" y="19848"/>
                  <a:pt x="2069962" y="19848"/>
                </a:cubicBezTo>
                <a:cubicBezTo>
                  <a:pt x="2074807" y="19848"/>
                  <a:pt x="2078480" y="21413"/>
                  <a:pt x="2080981" y="24542"/>
                </a:cubicBezTo>
                <a:cubicBezTo>
                  <a:pt x="2083481" y="27672"/>
                  <a:pt x="2084638" y="32319"/>
                  <a:pt x="2084452" y="38485"/>
                </a:cubicBezTo>
                <a:lnTo>
                  <a:pt x="2076252" y="38485"/>
                </a:lnTo>
                <a:cubicBezTo>
                  <a:pt x="2076345" y="34401"/>
                  <a:pt x="2075747" y="31439"/>
                  <a:pt x="2074458" y="29599"/>
                </a:cubicBezTo>
                <a:cubicBezTo>
                  <a:pt x="2073169" y="27757"/>
                  <a:pt x="2071282" y="26837"/>
                  <a:pt x="2068797" y="26837"/>
                </a:cubicBezTo>
                <a:cubicBezTo>
                  <a:pt x="2067710" y="26837"/>
                  <a:pt x="2066615" y="27030"/>
                  <a:pt x="2065512" y="27418"/>
                </a:cubicBezTo>
                <a:cubicBezTo>
                  <a:pt x="2064410" y="27804"/>
                  <a:pt x="2063276" y="28422"/>
                  <a:pt x="2062111" y="29273"/>
                </a:cubicBezTo>
                <a:cubicBezTo>
                  <a:pt x="2060946" y="30123"/>
                  <a:pt x="2059712" y="31213"/>
                  <a:pt x="2058407" y="32544"/>
                </a:cubicBezTo>
                <a:cubicBezTo>
                  <a:pt x="2057103" y="33874"/>
                  <a:pt x="2055705" y="35482"/>
                  <a:pt x="2054214" y="37369"/>
                </a:cubicBezTo>
                <a:lnTo>
                  <a:pt x="2054214" y="67465"/>
                </a:lnTo>
                <a:lnTo>
                  <a:pt x="2046014" y="67465"/>
                </a:lnTo>
                <a:lnTo>
                  <a:pt x="2046014" y="20687"/>
                </a:lnTo>
                <a:close/>
                <a:moveTo>
                  <a:pt x="2134959" y="50958"/>
                </a:moveTo>
                <a:cubicBezTo>
                  <a:pt x="2134959" y="53849"/>
                  <a:pt x="2134369" y="56382"/>
                  <a:pt x="2133189" y="58558"/>
                </a:cubicBezTo>
                <a:cubicBezTo>
                  <a:pt x="2132008" y="60735"/>
                  <a:pt x="2130362" y="62545"/>
                  <a:pt x="2128250" y="63991"/>
                </a:cubicBezTo>
                <a:cubicBezTo>
                  <a:pt x="2126138" y="65436"/>
                  <a:pt x="2123599" y="66516"/>
                  <a:pt x="2120632" y="67232"/>
                </a:cubicBezTo>
                <a:cubicBezTo>
                  <a:pt x="2117666" y="67946"/>
                  <a:pt x="2114397" y="68303"/>
                  <a:pt x="2110825" y="68303"/>
                </a:cubicBezTo>
                <a:cubicBezTo>
                  <a:pt x="2109209" y="68303"/>
                  <a:pt x="2107602" y="68241"/>
                  <a:pt x="2106002" y="68117"/>
                </a:cubicBezTo>
                <a:cubicBezTo>
                  <a:pt x="2104403" y="67993"/>
                  <a:pt x="2102865" y="67837"/>
                  <a:pt x="2101390" y="67651"/>
                </a:cubicBezTo>
                <a:cubicBezTo>
                  <a:pt x="2099914" y="67465"/>
                  <a:pt x="2098524" y="67247"/>
                  <a:pt x="2097220" y="66999"/>
                </a:cubicBezTo>
                <a:cubicBezTo>
                  <a:pt x="2095915" y="66750"/>
                  <a:pt x="2094735" y="66486"/>
                  <a:pt x="2093679" y="66207"/>
                </a:cubicBezTo>
                <a:lnTo>
                  <a:pt x="2093679" y="58193"/>
                </a:lnTo>
                <a:cubicBezTo>
                  <a:pt x="2096009" y="59063"/>
                  <a:pt x="2098625" y="59746"/>
                  <a:pt x="2101530" y="60243"/>
                </a:cubicBezTo>
                <a:cubicBezTo>
                  <a:pt x="2104434" y="60740"/>
                  <a:pt x="2107734" y="60988"/>
                  <a:pt x="2111430" y="60988"/>
                </a:cubicBezTo>
                <a:cubicBezTo>
                  <a:pt x="2114102" y="60988"/>
                  <a:pt x="2116377" y="60779"/>
                  <a:pt x="2118256" y="60359"/>
                </a:cubicBezTo>
                <a:cubicBezTo>
                  <a:pt x="2120135" y="59939"/>
                  <a:pt x="2121673" y="59317"/>
                  <a:pt x="2122869" y="58493"/>
                </a:cubicBezTo>
                <a:cubicBezTo>
                  <a:pt x="2124064" y="57668"/>
                  <a:pt x="2124934" y="56665"/>
                  <a:pt x="2125478" y="55483"/>
                </a:cubicBezTo>
                <a:cubicBezTo>
                  <a:pt x="2126021" y="54301"/>
                  <a:pt x="2126293" y="52948"/>
                  <a:pt x="2126293" y="51424"/>
                </a:cubicBezTo>
                <a:cubicBezTo>
                  <a:pt x="2126293" y="49777"/>
                  <a:pt x="2125835" y="48370"/>
                  <a:pt x="2124919" y="47205"/>
                </a:cubicBezTo>
                <a:cubicBezTo>
                  <a:pt x="2124002" y="46039"/>
                  <a:pt x="2122799" y="44998"/>
                  <a:pt x="2121308" y="44081"/>
                </a:cubicBezTo>
                <a:cubicBezTo>
                  <a:pt x="2119817" y="43164"/>
                  <a:pt x="2118116" y="42325"/>
                  <a:pt x="2116206" y="41563"/>
                </a:cubicBezTo>
                <a:cubicBezTo>
                  <a:pt x="2114296" y="40801"/>
                  <a:pt x="2112347" y="40016"/>
                  <a:pt x="2110359" y="39208"/>
                </a:cubicBezTo>
                <a:cubicBezTo>
                  <a:pt x="2108371" y="38400"/>
                  <a:pt x="2106422" y="37522"/>
                  <a:pt x="2104511" y="36574"/>
                </a:cubicBezTo>
                <a:cubicBezTo>
                  <a:pt x="2102601" y="35626"/>
                  <a:pt x="2100901" y="34507"/>
                  <a:pt x="2099410" y="33217"/>
                </a:cubicBezTo>
                <a:cubicBezTo>
                  <a:pt x="2097919" y="31927"/>
                  <a:pt x="2096715" y="30412"/>
                  <a:pt x="2095799" y="28671"/>
                </a:cubicBezTo>
                <a:cubicBezTo>
                  <a:pt x="2094883" y="26930"/>
                  <a:pt x="2094424" y="24862"/>
                  <a:pt x="2094424" y="22469"/>
                </a:cubicBezTo>
                <a:cubicBezTo>
                  <a:pt x="2094424" y="20387"/>
                  <a:pt x="2094859" y="18336"/>
                  <a:pt x="2095729" y="16316"/>
                </a:cubicBezTo>
                <a:cubicBezTo>
                  <a:pt x="2096599" y="14295"/>
                  <a:pt x="2097950" y="12500"/>
                  <a:pt x="2099782" y="10930"/>
                </a:cubicBezTo>
                <a:cubicBezTo>
                  <a:pt x="2101615" y="9360"/>
                  <a:pt x="2103968" y="8093"/>
                  <a:pt x="2106841" y="7130"/>
                </a:cubicBezTo>
                <a:cubicBezTo>
                  <a:pt x="2109714" y="6166"/>
                  <a:pt x="2113139" y="5684"/>
                  <a:pt x="2117115" y="5684"/>
                </a:cubicBezTo>
                <a:cubicBezTo>
                  <a:pt x="2118140" y="5684"/>
                  <a:pt x="2119250" y="5731"/>
                  <a:pt x="2120446" y="5824"/>
                </a:cubicBezTo>
                <a:cubicBezTo>
                  <a:pt x="2121642" y="5917"/>
                  <a:pt x="2122853" y="6049"/>
                  <a:pt x="2124080" y="6220"/>
                </a:cubicBezTo>
                <a:cubicBezTo>
                  <a:pt x="2125307" y="6391"/>
                  <a:pt x="2126518" y="6585"/>
                  <a:pt x="2127714" y="6802"/>
                </a:cubicBezTo>
                <a:cubicBezTo>
                  <a:pt x="2128910" y="7020"/>
                  <a:pt x="2130020" y="7253"/>
                  <a:pt x="2131045" y="7501"/>
                </a:cubicBezTo>
                <a:lnTo>
                  <a:pt x="2131045" y="14956"/>
                </a:lnTo>
                <a:cubicBezTo>
                  <a:pt x="2128654" y="14273"/>
                  <a:pt x="2126262" y="13752"/>
                  <a:pt x="2123870" y="13395"/>
                </a:cubicBezTo>
                <a:cubicBezTo>
                  <a:pt x="2121479" y="13038"/>
                  <a:pt x="2119165" y="12859"/>
                  <a:pt x="2116928" y="12859"/>
                </a:cubicBezTo>
                <a:cubicBezTo>
                  <a:pt x="2112176" y="12859"/>
                  <a:pt x="2108681" y="13652"/>
                  <a:pt x="2106445" y="15238"/>
                </a:cubicBezTo>
                <a:cubicBezTo>
                  <a:pt x="2104209" y="16824"/>
                  <a:pt x="2103090" y="18955"/>
                  <a:pt x="2103090" y="21630"/>
                </a:cubicBezTo>
                <a:cubicBezTo>
                  <a:pt x="2103090" y="23277"/>
                  <a:pt x="2103549" y="24692"/>
                  <a:pt x="2104465" y="25873"/>
                </a:cubicBezTo>
                <a:cubicBezTo>
                  <a:pt x="2105381" y="27054"/>
                  <a:pt x="2106585" y="28111"/>
                  <a:pt x="2108076" y="29044"/>
                </a:cubicBezTo>
                <a:cubicBezTo>
                  <a:pt x="2109567" y="29977"/>
                  <a:pt x="2111267" y="30824"/>
                  <a:pt x="2113178" y="31586"/>
                </a:cubicBezTo>
                <a:cubicBezTo>
                  <a:pt x="2115088" y="32347"/>
                  <a:pt x="2117037" y="33132"/>
                  <a:pt x="2119025" y="33941"/>
                </a:cubicBezTo>
                <a:cubicBezTo>
                  <a:pt x="2121013" y="34748"/>
                  <a:pt x="2122962" y="35634"/>
                  <a:pt x="2124872" y="36598"/>
                </a:cubicBezTo>
                <a:cubicBezTo>
                  <a:pt x="2126782" y="37561"/>
                  <a:pt x="2128483" y="38703"/>
                  <a:pt x="2129974" y="40024"/>
                </a:cubicBezTo>
                <a:cubicBezTo>
                  <a:pt x="2131465" y="41345"/>
                  <a:pt x="2132668" y="42891"/>
                  <a:pt x="2133585" y="44664"/>
                </a:cubicBezTo>
                <a:cubicBezTo>
                  <a:pt x="2134501" y="46435"/>
                  <a:pt x="2134959" y="48533"/>
                  <a:pt x="2134959" y="50958"/>
                </a:cubicBezTo>
                <a:close/>
                <a:moveTo>
                  <a:pt x="2187330" y="41606"/>
                </a:moveTo>
                <a:cubicBezTo>
                  <a:pt x="2187330" y="42756"/>
                  <a:pt x="2187315" y="43718"/>
                  <a:pt x="2187283" y="44495"/>
                </a:cubicBezTo>
                <a:cubicBezTo>
                  <a:pt x="2187252" y="45272"/>
                  <a:pt x="2187206" y="46001"/>
                  <a:pt x="2187144" y="46685"/>
                </a:cubicBezTo>
                <a:lnTo>
                  <a:pt x="2154297" y="46685"/>
                </a:lnTo>
                <a:cubicBezTo>
                  <a:pt x="2154297" y="51468"/>
                  <a:pt x="2155632" y="55141"/>
                  <a:pt x="2158304" y="57704"/>
                </a:cubicBezTo>
                <a:cubicBezTo>
                  <a:pt x="2160975" y="60266"/>
                  <a:pt x="2164826" y="61548"/>
                  <a:pt x="2169858" y="61548"/>
                </a:cubicBezTo>
                <a:cubicBezTo>
                  <a:pt x="2171225" y="61548"/>
                  <a:pt x="2172592" y="61492"/>
                  <a:pt x="2173958" y="61382"/>
                </a:cubicBezTo>
                <a:cubicBezTo>
                  <a:pt x="2175325" y="61270"/>
                  <a:pt x="2176645" y="61119"/>
                  <a:pt x="2177919" y="60929"/>
                </a:cubicBezTo>
                <a:cubicBezTo>
                  <a:pt x="2179192" y="60737"/>
                  <a:pt x="2180411" y="60523"/>
                  <a:pt x="2181576" y="60285"/>
                </a:cubicBezTo>
                <a:cubicBezTo>
                  <a:pt x="2182741" y="60046"/>
                  <a:pt x="2183820" y="59784"/>
                  <a:pt x="2184814" y="59497"/>
                </a:cubicBezTo>
                <a:lnTo>
                  <a:pt x="2184814" y="66160"/>
                </a:lnTo>
                <a:cubicBezTo>
                  <a:pt x="2182609" y="66795"/>
                  <a:pt x="2180116" y="67311"/>
                  <a:pt x="2177336" y="67708"/>
                </a:cubicBezTo>
                <a:cubicBezTo>
                  <a:pt x="2174556" y="68105"/>
                  <a:pt x="2171675" y="68303"/>
                  <a:pt x="2168693" y="68303"/>
                </a:cubicBezTo>
                <a:cubicBezTo>
                  <a:pt x="2164687" y="68303"/>
                  <a:pt x="2161239" y="67760"/>
                  <a:pt x="2158350" y="66673"/>
                </a:cubicBezTo>
                <a:cubicBezTo>
                  <a:pt x="2155461" y="65585"/>
                  <a:pt x="2153093" y="64009"/>
                  <a:pt x="2151245" y="61944"/>
                </a:cubicBezTo>
                <a:cubicBezTo>
                  <a:pt x="2149397" y="59878"/>
                  <a:pt x="2148030" y="57347"/>
                  <a:pt x="2147145" y="54349"/>
                </a:cubicBezTo>
                <a:cubicBezTo>
                  <a:pt x="2146260" y="51352"/>
                  <a:pt x="2145817" y="47958"/>
                  <a:pt x="2145817" y="44169"/>
                </a:cubicBezTo>
                <a:cubicBezTo>
                  <a:pt x="2145817" y="40876"/>
                  <a:pt x="2146291" y="37762"/>
                  <a:pt x="2147238" y="34827"/>
                </a:cubicBezTo>
                <a:cubicBezTo>
                  <a:pt x="2148185" y="31892"/>
                  <a:pt x="2149568" y="29314"/>
                  <a:pt x="2151385" y="27093"/>
                </a:cubicBezTo>
                <a:cubicBezTo>
                  <a:pt x="2153202" y="24872"/>
                  <a:pt x="2155430" y="23109"/>
                  <a:pt x="2158071" y="21805"/>
                </a:cubicBezTo>
                <a:cubicBezTo>
                  <a:pt x="2160711" y="20500"/>
                  <a:pt x="2163708" y="19848"/>
                  <a:pt x="2167063" y="19848"/>
                </a:cubicBezTo>
                <a:cubicBezTo>
                  <a:pt x="2170324" y="19848"/>
                  <a:pt x="2173213" y="20361"/>
                  <a:pt x="2175729" y="21386"/>
                </a:cubicBezTo>
                <a:cubicBezTo>
                  <a:pt x="2178245" y="22411"/>
                  <a:pt x="2180365" y="23863"/>
                  <a:pt x="2182089" y="25742"/>
                </a:cubicBezTo>
                <a:cubicBezTo>
                  <a:pt x="2183812" y="27621"/>
                  <a:pt x="2185117" y="29904"/>
                  <a:pt x="2186002" y="32591"/>
                </a:cubicBezTo>
                <a:cubicBezTo>
                  <a:pt x="2186887" y="35278"/>
                  <a:pt x="2187330" y="38283"/>
                  <a:pt x="2187330" y="41606"/>
                </a:cubicBezTo>
                <a:moveTo>
                  <a:pt x="2178897" y="40442"/>
                </a:moveTo>
                <a:cubicBezTo>
                  <a:pt x="2178990" y="38360"/>
                  <a:pt x="2178788" y="36458"/>
                  <a:pt x="2178291" y="34734"/>
                </a:cubicBezTo>
                <a:cubicBezTo>
                  <a:pt x="2177794" y="33010"/>
                  <a:pt x="2177026" y="31527"/>
                  <a:pt x="2175985" y="30285"/>
                </a:cubicBezTo>
                <a:cubicBezTo>
                  <a:pt x="2174944" y="29042"/>
                  <a:pt x="2173648" y="28071"/>
                  <a:pt x="2172095" y="27373"/>
                </a:cubicBezTo>
                <a:cubicBezTo>
                  <a:pt x="2170542" y="26674"/>
                  <a:pt x="2168740" y="26324"/>
                  <a:pt x="2166690" y="26324"/>
                </a:cubicBezTo>
                <a:cubicBezTo>
                  <a:pt x="2164920" y="26324"/>
                  <a:pt x="2163304" y="26666"/>
                  <a:pt x="2161844" y="27349"/>
                </a:cubicBezTo>
                <a:cubicBezTo>
                  <a:pt x="2160385" y="28033"/>
                  <a:pt x="2159127" y="28996"/>
                  <a:pt x="2158071" y="30238"/>
                </a:cubicBezTo>
                <a:cubicBezTo>
                  <a:pt x="2157014" y="31480"/>
                  <a:pt x="2156160" y="32971"/>
                  <a:pt x="2155508" y="34711"/>
                </a:cubicBezTo>
                <a:cubicBezTo>
                  <a:pt x="2154856" y="36450"/>
                  <a:pt x="2154452" y="38360"/>
                  <a:pt x="2154297" y="40442"/>
                </a:cubicBezTo>
                <a:lnTo>
                  <a:pt x="2178897" y="40442"/>
                </a:lnTo>
                <a:close/>
                <a:moveTo>
                  <a:pt x="2215613" y="8247"/>
                </a:moveTo>
                <a:lnTo>
                  <a:pt x="2201776" y="8247"/>
                </a:lnTo>
                <a:lnTo>
                  <a:pt x="2201776" y="1584"/>
                </a:lnTo>
                <a:lnTo>
                  <a:pt x="2223813" y="1584"/>
                </a:lnTo>
                <a:lnTo>
                  <a:pt x="2223813" y="60709"/>
                </a:lnTo>
                <a:lnTo>
                  <a:pt x="2237744" y="60709"/>
                </a:lnTo>
                <a:lnTo>
                  <a:pt x="2237744" y="67465"/>
                </a:lnTo>
                <a:lnTo>
                  <a:pt x="2200238" y="67465"/>
                </a:lnTo>
                <a:lnTo>
                  <a:pt x="2200238" y="60709"/>
                </a:lnTo>
                <a:lnTo>
                  <a:pt x="2215613" y="60709"/>
                </a:lnTo>
                <a:lnTo>
                  <a:pt x="2215613" y="8247"/>
                </a:lnTo>
                <a:close/>
                <a:moveTo>
                  <a:pt x="2291047" y="41606"/>
                </a:moveTo>
                <a:cubicBezTo>
                  <a:pt x="2291047" y="42756"/>
                  <a:pt x="2291032" y="43718"/>
                  <a:pt x="2291001" y="44495"/>
                </a:cubicBezTo>
                <a:cubicBezTo>
                  <a:pt x="2290969" y="45272"/>
                  <a:pt x="2290923" y="46001"/>
                  <a:pt x="2290861" y="46685"/>
                </a:cubicBezTo>
                <a:lnTo>
                  <a:pt x="2258014" y="46685"/>
                </a:lnTo>
                <a:cubicBezTo>
                  <a:pt x="2258014" y="51468"/>
                  <a:pt x="2259349" y="55141"/>
                  <a:pt x="2262021" y="57704"/>
                </a:cubicBezTo>
                <a:cubicBezTo>
                  <a:pt x="2264692" y="60266"/>
                  <a:pt x="2268543" y="61548"/>
                  <a:pt x="2273575" y="61548"/>
                </a:cubicBezTo>
                <a:cubicBezTo>
                  <a:pt x="2274942" y="61548"/>
                  <a:pt x="2276309" y="61492"/>
                  <a:pt x="2277675" y="61382"/>
                </a:cubicBezTo>
                <a:cubicBezTo>
                  <a:pt x="2279042" y="61270"/>
                  <a:pt x="2280362" y="61119"/>
                  <a:pt x="2281636" y="60929"/>
                </a:cubicBezTo>
                <a:cubicBezTo>
                  <a:pt x="2282909" y="60737"/>
                  <a:pt x="2284128" y="60523"/>
                  <a:pt x="2285293" y="60285"/>
                </a:cubicBezTo>
                <a:cubicBezTo>
                  <a:pt x="2286458" y="60046"/>
                  <a:pt x="2287537" y="59784"/>
                  <a:pt x="2288531" y="59497"/>
                </a:cubicBezTo>
                <a:lnTo>
                  <a:pt x="2288531" y="66160"/>
                </a:lnTo>
                <a:cubicBezTo>
                  <a:pt x="2286326" y="66795"/>
                  <a:pt x="2283833" y="67311"/>
                  <a:pt x="2281053" y="67708"/>
                </a:cubicBezTo>
                <a:cubicBezTo>
                  <a:pt x="2278273" y="68105"/>
                  <a:pt x="2275392" y="68303"/>
                  <a:pt x="2272410" y="68303"/>
                </a:cubicBezTo>
                <a:cubicBezTo>
                  <a:pt x="2268404" y="68303"/>
                  <a:pt x="2264956" y="67760"/>
                  <a:pt x="2262067" y="66673"/>
                </a:cubicBezTo>
                <a:cubicBezTo>
                  <a:pt x="2259178" y="65585"/>
                  <a:pt x="2256810" y="64009"/>
                  <a:pt x="2254962" y="61944"/>
                </a:cubicBezTo>
                <a:cubicBezTo>
                  <a:pt x="2253114" y="59878"/>
                  <a:pt x="2251747" y="57347"/>
                  <a:pt x="2250862" y="54349"/>
                </a:cubicBezTo>
                <a:cubicBezTo>
                  <a:pt x="2249977" y="51352"/>
                  <a:pt x="2249534" y="47958"/>
                  <a:pt x="2249534" y="44169"/>
                </a:cubicBezTo>
                <a:cubicBezTo>
                  <a:pt x="2249534" y="40876"/>
                  <a:pt x="2250008" y="37762"/>
                  <a:pt x="2250955" y="34827"/>
                </a:cubicBezTo>
                <a:cubicBezTo>
                  <a:pt x="2251902" y="31892"/>
                  <a:pt x="2253285" y="29314"/>
                  <a:pt x="2255102" y="27093"/>
                </a:cubicBezTo>
                <a:cubicBezTo>
                  <a:pt x="2256919" y="24872"/>
                  <a:pt x="2259147" y="23109"/>
                  <a:pt x="2261788" y="21805"/>
                </a:cubicBezTo>
                <a:cubicBezTo>
                  <a:pt x="2264428" y="20500"/>
                  <a:pt x="2267425" y="19848"/>
                  <a:pt x="2270780" y="19848"/>
                </a:cubicBezTo>
                <a:cubicBezTo>
                  <a:pt x="2274041" y="19848"/>
                  <a:pt x="2276930" y="20361"/>
                  <a:pt x="2279446" y="21386"/>
                </a:cubicBezTo>
                <a:cubicBezTo>
                  <a:pt x="2281962" y="22411"/>
                  <a:pt x="2284082" y="23863"/>
                  <a:pt x="2285806" y="25742"/>
                </a:cubicBezTo>
                <a:cubicBezTo>
                  <a:pt x="2287529" y="27621"/>
                  <a:pt x="2288834" y="29904"/>
                  <a:pt x="2289719" y="32591"/>
                </a:cubicBezTo>
                <a:cubicBezTo>
                  <a:pt x="2290604" y="35278"/>
                  <a:pt x="2291047" y="38283"/>
                  <a:pt x="2291047" y="41606"/>
                </a:cubicBezTo>
                <a:moveTo>
                  <a:pt x="2282614" y="40442"/>
                </a:moveTo>
                <a:cubicBezTo>
                  <a:pt x="2282707" y="38360"/>
                  <a:pt x="2282505" y="36458"/>
                  <a:pt x="2282008" y="34734"/>
                </a:cubicBezTo>
                <a:cubicBezTo>
                  <a:pt x="2281511" y="33010"/>
                  <a:pt x="2280743" y="31527"/>
                  <a:pt x="2279702" y="30285"/>
                </a:cubicBezTo>
                <a:cubicBezTo>
                  <a:pt x="2278662" y="29042"/>
                  <a:pt x="2277365" y="28071"/>
                  <a:pt x="2275812" y="27373"/>
                </a:cubicBezTo>
                <a:cubicBezTo>
                  <a:pt x="2274259" y="26674"/>
                  <a:pt x="2272457" y="26324"/>
                  <a:pt x="2270407" y="26324"/>
                </a:cubicBezTo>
                <a:cubicBezTo>
                  <a:pt x="2268637" y="26324"/>
                  <a:pt x="2267021" y="26666"/>
                  <a:pt x="2265562" y="27349"/>
                </a:cubicBezTo>
                <a:cubicBezTo>
                  <a:pt x="2264102" y="28033"/>
                  <a:pt x="2262844" y="28996"/>
                  <a:pt x="2261788" y="30238"/>
                </a:cubicBezTo>
                <a:cubicBezTo>
                  <a:pt x="2260732" y="31480"/>
                  <a:pt x="2259877" y="32971"/>
                  <a:pt x="2259225" y="34711"/>
                </a:cubicBezTo>
                <a:cubicBezTo>
                  <a:pt x="2258573" y="36450"/>
                  <a:pt x="2258169" y="38360"/>
                  <a:pt x="2258014" y="40442"/>
                </a:cubicBezTo>
                <a:lnTo>
                  <a:pt x="2282614" y="40442"/>
                </a:lnTo>
                <a:close/>
                <a:moveTo>
                  <a:pt x="2339737" y="65741"/>
                </a:moveTo>
                <a:cubicBezTo>
                  <a:pt x="2337625" y="66548"/>
                  <a:pt x="2335459" y="67146"/>
                  <a:pt x="2333238" y="67535"/>
                </a:cubicBezTo>
                <a:cubicBezTo>
                  <a:pt x="2331017" y="67923"/>
                  <a:pt x="2328726" y="68117"/>
                  <a:pt x="2326366" y="68117"/>
                </a:cubicBezTo>
                <a:cubicBezTo>
                  <a:pt x="2318973" y="68117"/>
                  <a:pt x="2313281" y="66113"/>
                  <a:pt x="2309290" y="62107"/>
                </a:cubicBezTo>
                <a:cubicBezTo>
                  <a:pt x="2305298" y="58100"/>
                  <a:pt x="2303303" y="52245"/>
                  <a:pt x="2303303" y="44542"/>
                </a:cubicBezTo>
                <a:cubicBezTo>
                  <a:pt x="2303303" y="40845"/>
                  <a:pt x="2303877" y="37491"/>
                  <a:pt x="2305027" y="34478"/>
                </a:cubicBezTo>
                <a:cubicBezTo>
                  <a:pt x="2306176" y="31465"/>
                  <a:pt x="2307791" y="28887"/>
                  <a:pt x="2309872" y="26744"/>
                </a:cubicBezTo>
                <a:cubicBezTo>
                  <a:pt x="2311953" y="24600"/>
                  <a:pt x="2314438" y="22946"/>
                  <a:pt x="2317327" y="21782"/>
                </a:cubicBezTo>
                <a:cubicBezTo>
                  <a:pt x="2320215" y="20617"/>
                  <a:pt x="2323399" y="20034"/>
                  <a:pt x="2326878" y="20034"/>
                </a:cubicBezTo>
                <a:cubicBezTo>
                  <a:pt x="2329301" y="20034"/>
                  <a:pt x="2331568" y="20209"/>
                  <a:pt x="2333680" y="20559"/>
                </a:cubicBezTo>
                <a:cubicBezTo>
                  <a:pt x="2335793" y="20907"/>
                  <a:pt x="2337812" y="21478"/>
                  <a:pt x="2339737" y="22271"/>
                </a:cubicBezTo>
                <a:lnTo>
                  <a:pt x="2339737" y="30005"/>
                </a:lnTo>
                <a:cubicBezTo>
                  <a:pt x="2337718" y="28932"/>
                  <a:pt x="2335661" y="28152"/>
                  <a:pt x="2333564" y="27664"/>
                </a:cubicBezTo>
                <a:cubicBezTo>
                  <a:pt x="2331467" y="27175"/>
                  <a:pt x="2329301" y="26930"/>
                  <a:pt x="2327064" y="26930"/>
                </a:cubicBezTo>
                <a:cubicBezTo>
                  <a:pt x="2324983" y="26930"/>
                  <a:pt x="2323019" y="27326"/>
                  <a:pt x="2321171" y="28118"/>
                </a:cubicBezTo>
                <a:cubicBezTo>
                  <a:pt x="2319322" y="28910"/>
                  <a:pt x="2317700" y="30052"/>
                  <a:pt x="2316302" y="31543"/>
                </a:cubicBezTo>
                <a:cubicBezTo>
                  <a:pt x="2314904" y="33033"/>
                  <a:pt x="2313801" y="34851"/>
                  <a:pt x="2312994" y="36994"/>
                </a:cubicBezTo>
                <a:cubicBezTo>
                  <a:pt x="2312186" y="39137"/>
                  <a:pt x="2311782" y="41560"/>
                  <a:pt x="2311782" y="44262"/>
                </a:cubicBezTo>
                <a:cubicBezTo>
                  <a:pt x="2311782" y="49915"/>
                  <a:pt x="2313157" y="54147"/>
                  <a:pt x="2315906" y="56958"/>
                </a:cubicBezTo>
                <a:cubicBezTo>
                  <a:pt x="2318655" y="59769"/>
                  <a:pt x="2322467" y="61175"/>
                  <a:pt x="2327344" y="61175"/>
                </a:cubicBezTo>
                <a:cubicBezTo>
                  <a:pt x="2329549" y="61175"/>
                  <a:pt x="2331685" y="60926"/>
                  <a:pt x="2333750" y="60429"/>
                </a:cubicBezTo>
                <a:cubicBezTo>
                  <a:pt x="2335816" y="59932"/>
                  <a:pt x="2337812" y="59187"/>
                  <a:pt x="2339737" y="58193"/>
                </a:cubicBezTo>
                <a:lnTo>
                  <a:pt x="2339737" y="65741"/>
                </a:lnTo>
                <a:close/>
                <a:moveTo>
                  <a:pt x="2392947" y="66766"/>
                </a:moveTo>
                <a:cubicBezTo>
                  <a:pt x="2391114" y="67248"/>
                  <a:pt x="2389220" y="67594"/>
                  <a:pt x="2387263" y="67802"/>
                </a:cubicBezTo>
                <a:cubicBezTo>
                  <a:pt x="2385306" y="68012"/>
                  <a:pt x="2383318" y="68117"/>
                  <a:pt x="2381299" y="68117"/>
                </a:cubicBezTo>
                <a:cubicBezTo>
                  <a:pt x="2375429" y="68117"/>
                  <a:pt x="2371049" y="66789"/>
                  <a:pt x="2368160" y="64133"/>
                </a:cubicBezTo>
                <a:cubicBezTo>
                  <a:pt x="2365272" y="61478"/>
                  <a:pt x="2363827" y="57401"/>
                  <a:pt x="2363827" y="51903"/>
                </a:cubicBezTo>
                <a:lnTo>
                  <a:pt x="2363827" y="27489"/>
                </a:lnTo>
                <a:lnTo>
                  <a:pt x="2350735" y="27489"/>
                </a:lnTo>
                <a:lnTo>
                  <a:pt x="2350735" y="20687"/>
                </a:lnTo>
                <a:lnTo>
                  <a:pt x="2363827" y="20687"/>
                </a:lnTo>
                <a:lnTo>
                  <a:pt x="2363827" y="7787"/>
                </a:lnTo>
                <a:lnTo>
                  <a:pt x="2371934" y="5684"/>
                </a:lnTo>
                <a:lnTo>
                  <a:pt x="2371934" y="20687"/>
                </a:lnTo>
                <a:lnTo>
                  <a:pt x="2392947" y="20687"/>
                </a:lnTo>
                <a:lnTo>
                  <a:pt x="2392947" y="27489"/>
                </a:lnTo>
                <a:lnTo>
                  <a:pt x="2371934" y="27489"/>
                </a:lnTo>
                <a:lnTo>
                  <a:pt x="2371934" y="51251"/>
                </a:lnTo>
                <a:cubicBezTo>
                  <a:pt x="2371934" y="54605"/>
                  <a:pt x="2372827" y="57114"/>
                  <a:pt x="2374613" y="58775"/>
                </a:cubicBezTo>
                <a:cubicBezTo>
                  <a:pt x="2376399" y="60437"/>
                  <a:pt x="2379032" y="61268"/>
                  <a:pt x="2382510" y="61268"/>
                </a:cubicBezTo>
                <a:cubicBezTo>
                  <a:pt x="2384001" y="61268"/>
                  <a:pt x="2385632" y="61148"/>
                  <a:pt x="2387403" y="60908"/>
                </a:cubicBezTo>
                <a:cubicBezTo>
                  <a:pt x="2389173" y="60668"/>
                  <a:pt x="2391021" y="60291"/>
                  <a:pt x="2392947" y="59777"/>
                </a:cubicBezTo>
                <a:lnTo>
                  <a:pt x="2392947" y="66766"/>
                </a:lnTo>
                <a:close/>
                <a:moveTo>
                  <a:pt x="2507759" y="65741"/>
                </a:moveTo>
                <a:cubicBezTo>
                  <a:pt x="2505647" y="66548"/>
                  <a:pt x="2503480" y="67146"/>
                  <a:pt x="2501259" y="67535"/>
                </a:cubicBezTo>
                <a:cubicBezTo>
                  <a:pt x="2499039" y="67923"/>
                  <a:pt x="2496748" y="68117"/>
                  <a:pt x="2494387" y="68117"/>
                </a:cubicBezTo>
                <a:cubicBezTo>
                  <a:pt x="2486995" y="68117"/>
                  <a:pt x="2481303" y="66113"/>
                  <a:pt x="2477311" y="62107"/>
                </a:cubicBezTo>
                <a:cubicBezTo>
                  <a:pt x="2473320" y="58100"/>
                  <a:pt x="2471324" y="52245"/>
                  <a:pt x="2471324" y="44542"/>
                </a:cubicBezTo>
                <a:cubicBezTo>
                  <a:pt x="2471324" y="40845"/>
                  <a:pt x="2471899" y="37491"/>
                  <a:pt x="2473048" y="34478"/>
                </a:cubicBezTo>
                <a:cubicBezTo>
                  <a:pt x="2474197" y="31465"/>
                  <a:pt x="2475813" y="28887"/>
                  <a:pt x="2477894" y="26744"/>
                </a:cubicBezTo>
                <a:cubicBezTo>
                  <a:pt x="2479975" y="24600"/>
                  <a:pt x="2482460" y="22946"/>
                  <a:pt x="2485348" y="21782"/>
                </a:cubicBezTo>
                <a:cubicBezTo>
                  <a:pt x="2488237" y="20617"/>
                  <a:pt x="2491421" y="20034"/>
                  <a:pt x="2494900" y="20034"/>
                </a:cubicBezTo>
                <a:cubicBezTo>
                  <a:pt x="2497322" y="20034"/>
                  <a:pt x="2499590" y="20209"/>
                  <a:pt x="2501702" y="20559"/>
                </a:cubicBezTo>
                <a:cubicBezTo>
                  <a:pt x="2503814" y="20907"/>
                  <a:pt x="2505833" y="21478"/>
                  <a:pt x="2507759" y="22271"/>
                </a:cubicBezTo>
                <a:lnTo>
                  <a:pt x="2507759" y="30005"/>
                </a:lnTo>
                <a:cubicBezTo>
                  <a:pt x="2505740" y="28932"/>
                  <a:pt x="2503682" y="28152"/>
                  <a:pt x="2501586" y="27664"/>
                </a:cubicBezTo>
                <a:cubicBezTo>
                  <a:pt x="2499489" y="27175"/>
                  <a:pt x="2497322" y="26930"/>
                  <a:pt x="2495086" y="26930"/>
                </a:cubicBezTo>
                <a:cubicBezTo>
                  <a:pt x="2493005" y="26930"/>
                  <a:pt x="2491040" y="27326"/>
                  <a:pt x="2489192" y="28118"/>
                </a:cubicBezTo>
                <a:cubicBezTo>
                  <a:pt x="2487344" y="28910"/>
                  <a:pt x="2485721" y="30052"/>
                  <a:pt x="2484323" y="31543"/>
                </a:cubicBezTo>
                <a:cubicBezTo>
                  <a:pt x="2482926" y="33033"/>
                  <a:pt x="2481823" y="34851"/>
                  <a:pt x="2481015" y="36994"/>
                </a:cubicBezTo>
                <a:cubicBezTo>
                  <a:pt x="2480208" y="39137"/>
                  <a:pt x="2479804" y="41560"/>
                  <a:pt x="2479804" y="44262"/>
                </a:cubicBezTo>
                <a:cubicBezTo>
                  <a:pt x="2479804" y="49915"/>
                  <a:pt x="2481178" y="54147"/>
                  <a:pt x="2483927" y="56958"/>
                </a:cubicBezTo>
                <a:cubicBezTo>
                  <a:pt x="2486676" y="59769"/>
                  <a:pt x="2490489" y="61175"/>
                  <a:pt x="2495366" y="61175"/>
                </a:cubicBezTo>
                <a:cubicBezTo>
                  <a:pt x="2497571" y="61175"/>
                  <a:pt x="2499706" y="60926"/>
                  <a:pt x="2501772" y="60429"/>
                </a:cubicBezTo>
                <a:cubicBezTo>
                  <a:pt x="2503837" y="59932"/>
                  <a:pt x="2505833" y="59187"/>
                  <a:pt x="2507759" y="58193"/>
                </a:cubicBezTo>
                <a:lnTo>
                  <a:pt x="2507759" y="65741"/>
                </a:lnTo>
                <a:close/>
                <a:moveTo>
                  <a:pt x="2563997" y="43703"/>
                </a:moveTo>
                <a:cubicBezTo>
                  <a:pt x="2563997" y="47337"/>
                  <a:pt x="2563485" y="50668"/>
                  <a:pt x="2562460" y="53697"/>
                </a:cubicBezTo>
                <a:cubicBezTo>
                  <a:pt x="2561434" y="56725"/>
                  <a:pt x="2559959" y="59319"/>
                  <a:pt x="2558033" y="61478"/>
                </a:cubicBezTo>
                <a:cubicBezTo>
                  <a:pt x="2556108" y="63636"/>
                  <a:pt x="2553762" y="65314"/>
                  <a:pt x="2550998" y="66510"/>
                </a:cubicBezTo>
                <a:cubicBezTo>
                  <a:pt x="2548234" y="67705"/>
                  <a:pt x="2545096" y="68303"/>
                  <a:pt x="2541586" y="68303"/>
                </a:cubicBezTo>
                <a:cubicBezTo>
                  <a:pt x="2538232" y="68303"/>
                  <a:pt x="2535227" y="67783"/>
                  <a:pt x="2532571" y="66742"/>
                </a:cubicBezTo>
                <a:cubicBezTo>
                  <a:pt x="2529915" y="65702"/>
                  <a:pt x="2527663" y="64172"/>
                  <a:pt x="2525815" y="62153"/>
                </a:cubicBezTo>
                <a:cubicBezTo>
                  <a:pt x="2523967" y="60134"/>
                  <a:pt x="2522554" y="57634"/>
                  <a:pt x="2521575" y="54652"/>
                </a:cubicBezTo>
                <a:cubicBezTo>
                  <a:pt x="2520597" y="51670"/>
                  <a:pt x="2520108" y="48238"/>
                  <a:pt x="2520108" y="44355"/>
                </a:cubicBezTo>
                <a:cubicBezTo>
                  <a:pt x="2520108" y="40721"/>
                  <a:pt x="2520620" y="37405"/>
                  <a:pt x="2521645" y="34408"/>
                </a:cubicBezTo>
                <a:cubicBezTo>
                  <a:pt x="2522670" y="31411"/>
                  <a:pt x="2524146" y="28832"/>
                  <a:pt x="2526071" y="26674"/>
                </a:cubicBezTo>
                <a:cubicBezTo>
                  <a:pt x="2527997" y="24515"/>
                  <a:pt x="2530342" y="22838"/>
                  <a:pt x="2533107" y="21642"/>
                </a:cubicBezTo>
                <a:cubicBezTo>
                  <a:pt x="2535871" y="20446"/>
                  <a:pt x="2539008" y="19848"/>
                  <a:pt x="2542518" y="19848"/>
                </a:cubicBezTo>
                <a:cubicBezTo>
                  <a:pt x="2545873" y="19848"/>
                  <a:pt x="2548878" y="20368"/>
                  <a:pt x="2551534" y="21409"/>
                </a:cubicBezTo>
                <a:cubicBezTo>
                  <a:pt x="2554189" y="22449"/>
                  <a:pt x="2556441" y="23971"/>
                  <a:pt x="2558290" y="25975"/>
                </a:cubicBezTo>
                <a:cubicBezTo>
                  <a:pt x="2560138" y="27978"/>
                  <a:pt x="2561551" y="30471"/>
                  <a:pt x="2562529" y="33453"/>
                </a:cubicBezTo>
                <a:cubicBezTo>
                  <a:pt x="2563508" y="36435"/>
                  <a:pt x="2563997" y="39851"/>
                  <a:pt x="2563997" y="43703"/>
                </a:cubicBezTo>
                <a:moveTo>
                  <a:pt x="2555704" y="44076"/>
                </a:moveTo>
                <a:cubicBezTo>
                  <a:pt x="2555704" y="41187"/>
                  <a:pt x="2555385" y="38663"/>
                  <a:pt x="2554749" y="36505"/>
                </a:cubicBezTo>
                <a:cubicBezTo>
                  <a:pt x="2554112" y="34346"/>
                  <a:pt x="2553203" y="32544"/>
                  <a:pt x="2552023" y="31100"/>
                </a:cubicBezTo>
                <a:cubicBezTo>
                  <a:pt x="2550843" y="29656"/>
                  <a:pt x="2549406" y="28568"/>
                  <a:pt x="2547713" y="27838"/>
                </a:cubicBezTo>
                <a:cubicBezTo>
                  <a:pt x="2546020" y="27109"/>
                  <a:pt x="2544133" y="26744"/>
                  <a:pt x="2542052" y="26744"/>
                </a:cubicBezTo>
                <a:cubicBezTo>
                  <a:pt x="2539630" y="26744"/>
                  <a:pt x="2537556" y="27217"/>
                  <a:pt x="2535832" y="28165"/>
                </a:cubicBezTo>
                <a:cubicBezTo>
                  <a:pt x="2534109" y="29112"/>
                  <a:pt x="2532695" y="30378"/>
                  <a:pt x="2531593" y="31962"/>
                </a:cubicBezTo>
                <a:cubicBezTo>
                  <a:pt x="2530490" y="33546"/>
                  <a:pt x="2529682" y="35386"/>
                  <a:pt x="2529170" y="37483"/>
                </a:cubicBezTo>
                <a:cubicBezTo>
                  <a:pt x="2528657" y="39580"/>
                  <a:pt x="2528401" y="41777"/>
                  <a:pt x="2528401" y="44076"/>
                </a:cubicBezTo>
                <a:cubicBezTo>
                  <a:pt x="2528401" y="46964"/>
                  <a:pt x="2528719" y="49496"/>
                  <a:pt x="2529356" y="51670"/>
                </a:cubicBezTo>
                <a:cubicBezTo>
                  <a:pt x="2529993" y="53844"/>
                  <a:pt x="2530901" y="55654"/>
                  <a:pt x="2532082" y="57098"/>
                </a:cubicBezTo>
                <a:cubicBezTo>
                  <a:pt x="2533262" y="58542"/>
                  <a:pt x="2534691" y="59629"/>
                  <a:pt x="2536368" y="60359"/>
                </a:cubicBezTo>
                <a:cubicBezTo>
                  <a:pt x="2538046" y="61089"/>
                  <a:pt x="2539940" y="61454"/>
                  <a:pt x="2542052" y="61454"/>
                </a:cubicBezTo>
                <a:cubicBezTo>
                  <a:pt x="2544475" y="61454"/>
                  <a:pt x="2546548" y="60981"/>
                  <a:pt x="2548272" y="60033"/>
                </a:cubicBezTo>
                <a:cubicBezTo>
                  <a:pt x="2549996" y="59086"/>
                  <a:pt x="2551410" y="57820"/>
                  <a:pt x="2552512" y="56236"/>
                </a:cubicBezTo>
                <a:cubicBezTo>
                  <a:pt x="2553615" y="54652"/>
                  <a:pt x="2554422" y="52812"/>
                  <a:pt x="2554935" y="50715"/>
                </a:cubicBezTo>
                <a:cubicBezTo>
                  <a:pt x="2555447" y="48618"/>
                  <a:pt x="2555704" y="46405"/>
                  <a:pt x="2555704" y="44076"/>
                </a:cubicBezTo>
                <a:close/>
                <a:moveTo>
                  <a:pt x="2608494" y="67465"/>
                </a:moveTo>
                <a:lnTo>
                  <a:pt x="2608494" y="33872"/>
                </a:lnTo>
                <a:cubicBezTo>
                  <a:pt x="2608494" y="32412"/>
                  <a:pt x="2608440" y="31216"/>
                  <a:pt x="2608331" y="30285"/>
                </a:cubicBezTo>
                <a:cubicBezTo>
                  <a:pt x="2608222" y="29353"/>
                  <a:pt x="2608051" y="28615"/>
                  <a:pt x="2607818" y="28071"/>
                </a:cubicBezTo>
                <a:cubicBezTo>
                  <a:pt x="2607585" y="27528"/>
                  <a:pt x="2607290" y="27147"/>
                  <a:pt x="2606933" y="26930"/>
                </a:cubicBezTo>
                <a:cubicBezTo>
                  <a:pt x="2606576" y="26713"/>
                  <a:pt x="2606133" y="26604"/>
                  <a:pt x="2605605" y="26604"/>
                </a:cubicBezTo>
                <a:cubicBezTo>
                  <a:pt x="2604984" y="26604"/>
                  <a:pt x="2604410" y="26790"/>
                  <a:pt x="2603881" y="27163"/>
                </a:cubicBezTo>
                <a:cubicBezTo>
                  <a:pt x="2603353" y="27536"/>
                  <a:pt x="2602787" y="28141"/>
                  <a:pt x="2602181" y="28980"/>
                </a:cubicBezTo>
                <a:cubicBezTo>
                  <a:pt x="2601575" y="29819"/>
                  <a:pt x="2600907" y="30929"/>
                  <a:pt x="2600177" y="32311"/>
                </a:cubicBezTo>
                <a:cubicBezTo>
                  <a:pt x="2599447" y="33693"/>
                  <a:pt x="2598586" y="35394"/>
                  <a:pt x="2597592" y="37413"/>
                </a:cubicBezTo>
                <a:lnTo>
                  <a:pt x="2597592" y="67465"/>
                </a:lnTo>
                <a:lnTo>
                  <a:pt x="2590184" y="67465"/>
                </a:lnTo>
                <a:lnTo>
                  <a:pt x="2590184" y="34757"/>
                </a:lnTo>
                <a:cubicBezTo>
                  <a:pt x="2590184" y="33049"/>
                  <a:pt x="2590129" y="31667"/>
                  <a:pt x="2590020" y="30611"/>
                </a:cubicBezTo>
                <a:cubicBezTo>
                  <a:pt x="2589912" y="29555"/>
                  <a:pt x="2589741" y="28731"/>
                  <a:pt x="2589508" y="28141"/>
                </a:cubicBezTo>
                <a:cubicBezTo>
                  <a:pt x="2589275" y="27551"/>
                  <a:pt x="2588972" y="27147"/>
                  <a:pt x="2588599" y="26930"/>
                </a:cubicBezTo>
                <a:cubicBezTo>
                  <a:pt x="2588227" y="26713"/>
                  <a:pt x="2587776" y="26604"/>
                  <a:pt x="2587248" y="26604"/>
                </a:cubicBezTo>
                <a:cubicBezTo>
                  <a:pt x="2586689" y="26604"/>
                  <a:pt x="2586161" y="26759"/>
                  <a:pt x="2585664" y="27070"/>
                </a:cubicBezTo>
                <a:cubicBezTo>
                  <a:pt x="2585167" y="27380"/>
                  <a:pt x="2584616" y="27939"/>
                  <a:pt x="2584010" y="28747"/>
                </a:cubicBezTo>
                <a:cubicBezTo>
                  <a:pt x="2583404" y="29555"/>
                  <a:pt x="2582729" y="30657"/>
                  <a:pt x="2581983" y="32055"/>
                </a:cubicBezTo>
                <a:cubicBezTo>
                  <a:pt x="2581238" y="33453"/>
                  <a:pt x="2580353" y="35239"/>
                  <a:pt x="2579328" y="37413"/>
                </a:cubicBezTo>
                <a:lnTo>
                  <a:pt x="2579328" y="67465"/>
                </a:lnTo>
                <a:lnTo>
                  <a:pt x="2571873" y="67465"/>
                </a:lnTo>
                <a:lnTo>
                  <a:pt x="2571873" y="20687"/>
                </a:lnTo>
                <a:lnTo>
                  <a:pt x="2578070" y="20687"/>
                </a:lnTo>
                <a:lnTo>
                  <a:pt x="2578442" y="29586"/>
                </a:lnTo>
                <a:cubicBezTo>
                  <a:pt x="2579250" y="27815"/>
                  <a:pt x="2580034" y="26309"/>
                  <a:pt x="2580795" y="25066"/>
                </a:cubicBezTo>
                <a:cubicBezTo>
                  <a:pt x="2581556" y="23824"/>
                  <a:pt x="2582341" y="22822"/>
                  <a:pt x="2583148" y="22061"/>
                </a:cubicBezTo>
                <a:cubicBezTo>
                  <a:pt x="2583956" y="21300"/>
                  <a:pt x="2584818" y="20741"/>
                  <a:pt x="2585734" y="20384"/>
                </a:cubicBezTo>
                <a:cubicBezTo>
                  <a:pt x="2586650" y="20027"/>
                  <a:pt x="2587668" y="19848"/>
                  <a:pt x="2588786" y="19848"/>
                </a:cubicBezTo>
                <a:cubicBezTo>
                  <a:pt x="2591302" y="19848"/>
                  <a:pt x="2593212" y="20671"/>
                  <a:pt x="2594517" y="22317"/>
                </a:cubicBezTo>
                <a:cubicBezTo>
                  <a:pt x="2595821" y="23964"/>
                  <a:pt x="2596473" y="26511"/>
                  <a:pt x="2596473" y="29958"/>
                </a:cubicBezTo>
                <a:cubicBezTo>
                  <a:pt x="2597219" y="28343"/>
                  <a:pt x="2597949" y="26907"/>
                  <a:pt x="2598663" y="25649"/>
                </a:cubicBezTo>
                <a:cubicBezTo>
                  <a:pt x="2599378" y="24391"/>
                  <a:pt x="2600146" y="23335"/>
                  <a:pt x="2600969" y="22480"/>
                </a:cubicBezTo>
                <a:cubicBezTo>
                  <a:pt x="2601793" y="21626"/>
                  <a:pt x="2602701" y="20974"/>
                  <a:pt x="2603695" y="20524"/>
                </a:cubicBezTo>
                <a:cubicBezTo>
                  <a:pt x="2604689" y="20073"/>
                  <a:pt x="2605838" y="19848"/>
                  <a:pt x="2607143" y="19848"/>
                </a:cubicBezTo>
                <a:cubicBezTo>
                  <a:pt x="2613013" y="19848"/>
                  <a:pt x="2615949" y="24367"/>
                  <a:pt x="2615949" y="33406"/>
                </a:cubicBezTo>
                <a:lnTo>
                  <a:pt x="2615949" y="67465"/>
                </a:lnTo>
                <a:lnTo>
                  <a:pt x="2608494" y="67465"/>
                </a:lnTo>
                <a:close/>
                <a:moveTo>
                  <a:pt x="2666969" y="43237"/>
                </a:moveTo>
                <a:cubicBezTo>
                  <a:pt x="2666969" y="47399"/>
                  <a:pt x="2666386" y="51033"/>
                  <a:pt x="2665221" y="54139"/>
                </a:cubicBezTo>
                <a:cubicBezTo>
                  <a:pt x="2664057" y="57246"/>
                  <a:pt x="2662449" y="59824"/>
                  <a:pt x="2660399" y="61874"/>
                </a:cubicBezTo>
                <a:cubicBezTo>
                  <a:pt x="2658349" y="63924"/>
                  <a:pt x="2655926" y="65461"/>
                  <a:pt x="2653131" y="66486"/>
                </a:cubicBezTo>
                <a:cubicBezTo>
                  <a:pt x="2650335" y="67511"/>
                  <a:pt x="2647307" y="68024"/>
                  <a:pt x="2644045" y="68024"/>
                </a:cubicBezTo>
                <a:cubicBezTo>
                  <a:pt x="2642555" y="68024"/>
                  <a:pt x="2641071" y="67946"/>
                  <a:pt x="2639596" y="67791"/>
                </a:cubicBezTo>
                <a:cubicBezTo>
                  <a:pt x="2638121" y="67635"/>
                  <a:pt x="2636622" y="67371"/>
                  <a:pt x="2635100" y="66999"/>
                </a:cubicBezTo>
                <a:lnTo>
                  <a:pt x="2635100" y="86567"/>
                </a:lnTo>
                <a:lnTo>
                  <a:pt x="2626993" y="86567"/>
                </a:lnTo>
                <a:lnTo>
                  <a:pt x="2626993" y="20687"/>
                </a:lnTo>
                <a:lnTo>
                  <a:pt x="2634215" y="20687"/>
                </a:lnTo>
                <a:lnTo>
                  <a:pt x="2634727" y="28514"/>
                </a:lnTo>
                <a:cubicBezTo>
                  <a:pt x="2637057" y="25315"/>
                  <a:pt x="2639542" y="23071"/>
                  <a:pt x="2642182" y="21782"/>
                </a:cubicBezTo>
                <a:cubicBezTo>
                  <a:pt x="2644822" y="20493"/>
                  <a:pt x="2647680" y="19848"/>
                  <a:pt x="2650755" y="19848"/>
                </a:cubicBezTo>
                <a:cubicBezTo>
                  <a:pt x="2653426" y="19848"/>
                  <a:pt x="2655771" y="20407"/>
                  <a:pt x="2657790" y="21525"/>
                </a:cubicBezTo>
                <a:cubicBezTo>
                  <a:pt x="2659809" y="22644"/>
                  <a:pt x="2661502" y="24220"/>
                  <a:pt x="2662868" y="26254"/>
                </a:cubicBezTo>
                <a:cubicBezTo>
                  <a:pt x="2664235" y="28289"/>
                  <a:pt x="2665260" y="30743"/>
                  <a:pt x="2665944" y="33616"/>
                </a:cubicBezTo>
                <a:cubicBezTo>
                  <a:pt x="2666627" y="36489"/>
                  <a:pt x="2666969" y="39696"/>
                  <a:pt x="2666969" y="43237"/>
                </a:cubicBezTo>
                <a:moveTo>
                  <a:pt x="2658675" y="43610"/>
                </a:moveTo>
                <a:cubicBezTo>
                  <a:pt x="2658675" y="41156"/>
                  <a:pt x="2658497" y="38904"/>
                  <a:pt x="2658139" y="36854"/>
                </a:cubicBezTo>
                <a:cubicBezTo>
                  <a:pt x="2657782" y="34804"/>
                  <a:pt x="2657215" y="33049"/>
                  <a:pt x="2656439" y="31589"/>
                </a:cubicBezTo>
                <a:cubicBezTo>
                  <a:pt x="2655662" y="30129"/>
                  <a:pt x="2654668" y="28988"/>
                  <a:pt x="2653457" y="28165"/>
                </a:cubicBezTo>
                <a:cubicBezTo>
                  <a:pt x="2652246" y="27342"/>
                  <a:pt x="2650801" y="26930"/>
                  <a:pt x="2649124" y="26930"/>
                </a:cubicBezTo>
                <a:cubicBezTo>
                  <a:pt x="2648099" y="26930"/>
                  <a:pt x="2647058" y="27093"/>
                  <a:pt x="2646002" y="27419"/>
                </a:cubicBezTo>
                <a:cubicBezTo>
                  <a:pt x="2644946" y="27745"/>
                  <a:pt x="2643851" y="28289"/>
                  <a:pt x="2642718" y="29050"/>
                </a:cubicBezTo>
                <a:cubicBezTo>
                  <a:pt x="2641584" y="29811"/>
                  <a:pt x="2640388" y="30820"/>
                  <a:pt x="2639130" y="32078"/>
                </a:cubicBezTo>
                <a:cubicBezTo>
                  <a:pt x="2637872" y="33336"/>
                  <a:pt x="2636529" y="34897"/>
                  <a:pt x="2635100" y="36761"/>
                </a:cubicBezTo>
                <a:lnTo>
                  <a:pt x="2635100" y="59451"/>
                </a:lnTo>
                <a:cubicBezTo>
                  <a:pt x="2636591" y="60072"/>
                  <a:pt x="2638159" y="60561"/>
                  <a:pt x="2639806" y="60919"/>
                </a:cubicBezTo>
                <a:cubicBezTo>
                  <a:pt x="2641452" y="61276"/>
                  <a:pt x="2643067" y="61454"/>
                  <a:pt x="2644651" y="61454"/>
                </a:cubicBezTo>
                <a:cubicBezTo>
                  <a:pt x="2649031" y="61454"/>
                  <a:pt x="2652463" y="59971"/>
                  <a:pt x="2654948" y="57005"/>
                </a:cubicBezTo>
                <a:cubicBezTo>
                  <a:pt x="2657433" y="54038"/>
                  <a:pt x="2658675" y="49573"/>
                  <a:pt x="2658675" y="43610"/>
                </a:cubicBezTo>
                <a:close/>
                <a:moveTo>
                  <a:pt x="2719572" y="43703"/>
                </a:moveTo>
                <a:cubicBezTo>
                  <a:pt x="2719572" y="47337"/>
                  <a:pt x="2719060" y="50668"/>
                  <a:pt x="2718035" y="53697"/>
                </a:cubicBezTo>
                <a:cubicBezTo>
                  <a:pt x="2717010" y="56725"/>
                  <a:pt x="2715535" y="59319"/>
                  <a:pt x="2713609" y="61478"/>
                </a:cubicBezTo>
                <a:cubicBezTo>
                  <a:pt x="2711683" y="63636"/>
                  <a:pt x="2709338" y="65314"/>
                  <a:pt x="2706573" y="66510"/>
                </a:cubicBezTo>
                <a:cubicBezTo>
                  <a:pt x="2703809" y="67705"/>
                  <a:pt x="2700672" y="68303"/>
                  <a:pt x="2697162" y="68303"/>
                </a:cubicBezTo>
                <a:cubicBezTo>
                  <a:pt x="2693807" y="68303"/>
                  <a:pt x="2690802" y="67783"/>
                  <a:pt x="2688146" y="66742"/>
                </a:cubicBezTo>
                <a:cubicBezTo>
                  <a:pt x="2685491" y="65702"/>
                  <a:pt x="2683239" y="64172"/>
                  <a:pt x="2681391" y="62153"/>
                </a:cubicBezTo>
                <a:cubicBezTo>
                  <a:pt x="2679543" y="60134"/>
                  <a:pt x="2678129" y="57634"/>
                  <a:pt x="2677151" y="54652"/>
                </a:cubicBezTo>
                <a:cubicBezTo>
                  <a:pt x="2676172" y="51670"/>
                  <a:pt x="2675683" y="48238"/>
                  <a:pt x="2675683" y="44355"/>
                </a:cubicBezTo>
                <a:cubicBezTo>
                  <a:pt x="2675683" y="40721"/>
                  <a:pt x="2676196" y="37405"/>
                  <a:pt x="2677221" y="34408"/>
                </a:cubicBezTo>
                <a:cubicBezTo>
                  <a:pt x="2678246" y="31411"/>
                  <a:pt x="2679721" y="28832"/>
                  <a:pt x="2681647" y="26674"/>
                </a:cubicBezTo>
                <a:cubicBezTo>
                  <a:pt x="2683573" y="24515"/>
                  <a:pt x="2685918" y="22838"/>
                  <a:pt x="2688682" y="21642"/>
                </a:cubicBezTo>
                <a:cubicBezTo>
                  <a:pt x="2691447" y="20446"/>
                  <a:pt x="2694584" y="19848"/>
                  <a:pt x="2698094" y="19848"/>
                </a:cubicBezTo>
                <a:cubicBezTo>
                  <a:pt x="2701448" y="19848"/>
                  <a:pt x="2704453" y="20368"/>
                  <a:pt x="2707109" y="21409"/>
                </a:cubicBezTo>
                <a:cubicBezTo>
                  <a:pt x="2709765" y="22449"/>
                  <a:pt x="2712017" y="23971"/>
                  <a:pt x="2713865" y="25975"/>
                </a:cubicBezTo>
                <a:cubicBezTo>
                  <a:pt x="2715713" y="27978"/>
                  <a:pt x="2717126" y="30471"/>
                  <a:pt x="2718105" y="33453"/>
                </a:cubicBezTo>
                <a:cubicBezTo>
                  <a:pt x="2719083" y="36435"/>
                  <a:pt x="2719572" y="39851"/>
                  <a:pt x="2719572" y="43703"/>
                </a:cubicBezTo>
                <a:moveTo>
                  <a:pt x="2711279" y="44076"/>
                </a:moveTo>
                <a:cubicBezTo>
                  <a:pt x="2711279" y="41187"/>
                  <a:pt x="2710961" y="38663"/>
                  <a:pt x="2710324" y="36505"/>
                </a:cubicBezTo>
                <a:cubicBezTo>
                  <a:pt x="2709687" y="34346"/>
                  <a:pt x="2708779" y="32544"/>
                  <a:pt x="2707598" y="31100"/>
                </a:cubicBezTo>
                <a:cubicBezTo>
                  <a:pt x="2706418" y="29656"/>
                  <a:pt x="2704982" y="28568"/>
                  <a:pt x="2703289" y="27838"/>
                </a:cubicBezTo>
                <a:cubicBezTo>
                  <a:pt x="2701596" y="27109"/>
                  <a:pt x="2699709" y="26744"/>
                  <a:pt x="2697628" y="26744"/>
                </a:cubicBezTo>
                <a:cubicBezTo>
                  <a:pt x="2695205" y="26744"/>
                  <a:pt x="2693132" y="27217"/>
                  <a:pt x="2691408" y="28165"/>
                </a:cubicBezTo>
                <a:cubicBezTo>
                  <a:pt x="2689684" y="29112"/>
                  <a:pt x="2688271" y="30378"/>
                  <a:pt x="2687168" y="31962"/>
                </a:cubicBezTo>
                <a:cubicBezTo>
                  <a:pt x="2686065" y="33546"/>
                  <a:pt x="2685258" y="35386"/>
                  <a:pt x="2684745" y="37483"/>
                </a:cubicBezTo>
                <a:cubicBezTo>
                  <a:pt x="2684233" y="39580"/>
                  <a:pt x="2683976" y="41777"/>
                  <a:pt x="2683976" y="44076"/>
                </a:cubicBezTo>
                <a:cubicBezTo>
                  <a:pt x="2683976" y="46964"/>
                  <a:pt x="2684295" y="49496"/>
                  <a:pt x="2684932" y="51670"/>
                </a:cubicBezTo>
                <a:cubicBezTo>
                  <a:pt x="2685568" y="53844"/>
                  <a:pt x="2686477" y="55654"/>
                  <a:pt x="2687657" y="57098"/>
                </a:cubicBezTo>
                <a:cubicBezTo>
                  <a:pt x="2688838" y="58542"/>
                  <a:pt x="2690266" y="59629"/>
                  <a:pt x="2691944" y="60359"/>
                </a:cubicBezTo>
                <a:cubicBezTo>
                  <a:pt x="2693621" y="61089"/>
                  <a:pt x="2695516" y="61454"/>
                  <a:pt x="2697628" y="61454"/>
                </a:cubicBezTo>
                <a:cubicBezTo>
                  <a:pt x="2700051" y="61454"/>
                  <a:pt x="2702124" y="60981"/>
                  <a:pt x="2703848" y="60033"/>
                </a:cubicBezTo>
                <a:cubicBezTo>
                  <a:pt x="2705572" y="59086"/>
                  <a:pt x="2706985" y="57820"/>
                  <a:pt x="2708088" y="56236"/>
                </a:cubicBezTo>
                <a:cubicBezTo>
                  <a:pt x="2709190" y="54652"/>
                  <a:pt x="2709998" y="52812"/>
                  <a:pt x="2710510" y="50715"/>
                </a:cubicBezTo>
                <a:cubicBezTo>
                  <a:pt x="2711023" y="48618"/>
                  <a:pt x="2711279" y="46405"/>
                  <a:pt x="2711279" y="44076"/>
                </a:cubicBezTo>
                <a:close/>
                <a:moveTo>
                  <a:pt x="2730710" y="20687"/>
                </a:moveTo>
                <a:lnTo>
                  <a:pt x="2737932" y="20687"/>
                </a:lnTo>
                <a:lnTo>
                  <a:pt x="2738258" y="28235"/>
                </a:lnTo>
                <a:cubicBezTo>
                  <a:pt x="2739624" y="26619"/>
                  <a:pt x="2740945" y="25276"/>
                  <a:pt x="2742218" y="24204"/>
                </a:cubicBezTo>
                <a:cubicBezTo>
                  <a:pt x="2743492" y="23133"/>
                  <a:pt x="2744742" y="22271"/>
                  <a:pt x="2745969" y="21619"/>
                </a:cubicBezTo>
                <a:cubicBezTo>
                  <a:pt x="2747196" y="20966"/>
                  <a:pt x="2748446" y="20508"/>
                  <a:pt x="2749719" y="20244"/>
                </a:cubicBezTo>
                <a:cubicBezTo>
                  <a:pt x="2750993" y="19980"/>
                  <a:pt x="2752313" y="19848"/>
                  <a:pt x="2753680" y="19848"/>
                </a:cubicBezTo>
                <a:cubicBezTo>
                  <a:pt x="2758494" y="19848"/>
                  <a:pt x="2762136" y="21269"/>
                  <a:pt x="2764605" y="24111"/>
                </a:cubicBezTo>
                <a:cubicBezTo>
                  <a:pt x="2767075" y="26953"/>
                  <a:pt x="2768309" y="31232"/>
                  <a:pt x="2768309" y="36947"/>
                </a:cubicBezTo>
                <a:lnTo>
                  <a:pt x="2768309" y="67465"/>
                </a:lnTo>
                <a:lnTo>
                  <a:pt x="2760202" y="67465"/>
                </a:lnTo>
                <a:lnTo>
                  <a:pt x="2760202" y="37599"/>
                </a:lnTo>
                <a:cubicBezTo>
                  <a:pt x="2760202" y="33934"/>
                  <a:pt x="2759519" y="31224"/>
                  <a:pt x="2758152" y="29469"/>
                </a:cubicBezTo>
                <a:cubicBezTo>
                  <a:pt x="2756786" y="27714"/>
                  <a:pt x="2754751" y="26837"/>
                  <a:pt x="2752049" y="26837"/>
                </a:cubicBezTo>
                <a:cubicBezTo>
                  <a:pt x="2751055" y="26837"/>
                  <a:pt x="2750084" y="26984"/>
                  <a:pt x="2749137" y="27279"/>
                </a:cubicBezTo>
                <a:cubicBezTo>
                  <a:pt x="2748190" y="27574"/>
                  <a:pt x="2747203" y="28087"/>
                  <a:pt x="2746178" y="28817"/>
                </a:cubicBezTo>
                <a:cubicBezTo>
                  <a:pt x="2745153" y="29547"/>
                  <a:pt x="2744043" y="30533"/>
                  <a:pt x="2742847" y="31775"/>
                </a:cubicBezTo>
                <a:cubicBezTo>
                  <a:pt x="2741651" y="33018"/>
                  <a:pt x="2740308" y="34571"/>
                  <a:pt x="2738817" y="36435"/>
                </a:cubicBezTo>
                <a:lnTo>
                  <a:pt x="2738817" y="67465"/>
                </a:lnTo>
                <a:lnTo>
                  <a:pt x="2730710" y="67465"/>
                </a:lnTo>
                <a:lnTo>
                  <a:pt x="2730710" y="20687"/>
                </a:lnTo>
                <a:close/>
                <a:moveTo>
                  <a:pt x="2822078" y="41606"/>
                </a:moveTo>
                <a:cubicBezTo>
                  <a:pt x="2822078" y="42756"/>
                  <a:pt x="2822063" y="43718"/>
                  <a:pt x="2822031" y="44495"/>
                </a:cubicBezTo>
                <a:cubicBezTo>
                  <a:pt x="2822000" y="45272"/>
                  <a:pt x="2821954" y="46001"/>
                  <a:pt x="2821892" y="46685"/>
                </a:cubicBezTo>
                <a:lnTo>
                  <a:pt x="2789045" y="46685"/>
                </a:lnTo>
                <a:cubicBezTo>
                  <a:pt x="2789045" y="51468"/>
                  <a:pt x="2790380" y="55141"/>
                  <a:pt x="2793051" y="57704"/>
                </a:cubicBezTo>
                <a:cubicBezTo>
                  <a:pt x="2795723" y="60266"/>
                  <a:pt x="2799574" y="61548"/>
                  <a:pt x="2804606" y="61548"/>
                </a:cubicBezTo>
                <a:cubicBezTo>
                  <a:pt x="2805973" y="61548"/>
                  <a:pt x="2807340" y="61492"/>
                  <a:pt x="2808706" y="61382"/>
                </a:cubicBezTo>
                <a:cubicBezTo>
                  <a:pt x="2810073" y="61270"/>
                  <a:pt x="2811393" y="61119"/>
                  <a:pt x="2812667" y="60929"/>
                </a:cubicBezTo>
                <a:cubicBezTo>
                  <a:pt x="2813940" y="60737"/>
                  <a:pt x="2815159" y="60523"/>
                  <a:pt x="2816324" y="60285"/>
                </a:cubicBezTo>
                <a:cubicBezTo>
                  <a:pt x="2817489" y="60046"/>
                  <a:pt x="2818568" y="59784"/>
                  <a:pt x="2819562" y="59497"/>
                </a:cubicBezTo>
                <a:lnTo>
                  <a:pt x="2819562" y="66160"/>
                </a:lnTo>
                <a:cubicBezTo>
                  <a:pt x="2817357" y="66795"/>
                  <a:pt x="2814864" y="67311"/>
                  <a:pt x="2812084" y="67708"/>
                </a:cubicBezTo>
                <a:cubicBezTo>
                  <a:pt x="2809304" y="68105"/>
                  <a:pt x="2806423" y="68303"/>
                  <a:pt x="2803441" y="68303"/>
                </a:cubicBezTo>
                <a:cubicBezTo>
                  <a:pt x="2799435" y="68303"/>
                  <a:pt x="2795987" y="67760"/>
                  <a:pt x="2793098" y="66673"/>
                </a:cubicBezTo>
                <a:cubicBezTo>
                  <a:pt x="2790209" y="65585"/>
                  <a:pt x="2787841" y="64009"/>
                  <a:pt x="2785993" y="61944"/>
                </a:cubicBezTo>
                <a:cubicBezTo>
                  <a:pt x="2784145" y="59878"/>
                  <a:pt x="2782778" y="57347"/>
                  <a:pt x="2781893" y="54349"/>
                </a:cubicBezTo>
                <a:cubicBezTo>
                  <a:pt x="2781008" y="51352"/>
                  <a:pt x="2780565" y="47958"/>
                  <a:pt x="2780565" y="44169"/>
                </a:cubicBezTo>
                <a:cubicBezTo>
                  <a:pt x="2780565" y="40876"/>
                  <a:pt x="2781039" y="37762"/>
                  <a:pt x="2781986" y="34827"/>
                </a:cubicBezTo>
                <a:cubicBezTo>
                  <a:pt x="2782933" y="31892"/>
                  <a:pt x="2784316" y="29314"/>
                  <a:pt x="2786133" y="27093"/>
                </a:cubicBezTo>
                <a:cubicBezTo>
                  <a:pt x="2787950" y="24872"/>
                  <a:pt x="2790178" y="23109"/>
                  <a:pt x="2792819" y="21805"/>
                </a:cubicBezTo>
                <a:cubicBezTo>
                  <a:pt x="2795459" y="20500"/>
                  <a:pt x="2798456" y="19848"/>
                  <a:pt x="2801811" y="19848"/>
                </a:cubicBezTo>
                <a:cubicBezTo>
                  <a:pt x="2805072" y="19848"/>
                  <a:pt x="2807961" y="20361"/>
                  <a:pt x="2810477" y="21386"/>
                </a:cubicBezTo>
                <a:cubicBezTo>
                  <a:pt x="2812993" y="22411"/>
                  <a:pt x="2815113" y="23863"/>
                  <a:pt x="2816836" y="25742"/>
                </a:cubicBezTo>
                <a:cubicBezTo>
                  <a:pt x="2818560" y="27621"/>
                  <a:pt x="2819865" y="29904"/>
                  <a:pt x="2820750" y="32591"/>
                </a:cubicBezTo>
                <a:cubicBezTo>
                  <a:pt x="2821635" y="35278"/>
                  <a:pt x="2822078" y="38283"/>
                  <a:pt x="2822078" y="41606"/>
                </a:cubicBezTo>
                <a:moveTo>
                  <a:pt x="2813645" y="40442"/>
                </a:moveTo>
                <a:cubicBezTo>
                  <a:pt x="2813738" y="38360"/>
                  <a:pt x="2813536" y="36458"/>
                  <a:pt x="2813039" y="34734"/>
                </a:cubicBezTo>
                <a:cubicBezTo>
                  <a:pt x="2812542" y="33010"/>
                  <a:pt x="2811774" y="31527"/>
                  <a:pt x="2810733" y="30285"/>
                </a:cubicBezTo>
                <a:cubicBezTo>
                  <a:pt x="2809692" y="29042"/>
                  <a:pt x="2808396" y="28071"/>
                  <a:pt x="2806843" y="27373"/>
                </a:cubicBezTo>
                <a:cubicBezTo>
                  <a:pt x="2805290" y="26674"/>
                  <a:pt x="2803488" y="26324"/>
                  <a:pt x="2801438" y="26324"/>
                </a:cubicBezTo>
                <a:cubicBezTo>
                  <a:pt x="2799667" y="26324"/>
                  <a:pt x="2798052" y="26666"/>
                  <a:pt x="2796592" y="27349"/>
                </a:cubicBezTo>
                <a:cubicBezTo>
                  <a:pt x="2795133" y="28033"/>
                  <a:pt x="2793875" y="28996"/>
                  <a:pt x="2792819" y="30238"/>
                </a:cubicBezTo>
                <a:cubicBezTo>
                  <a:pt x="2791762" y="31480"/>
                  <a:pt x="2790908" y="32971"/>
                  <a:pt x="2790256" y="34711"/>
                </a:cubicBezTo>
                <a:cubicBezTo>
                  <a:pt x="2789604" y="36450"/>
                  <a:pt x="2789200" y="38360"/>
                  <a:pt x="2789045" y="40442"/>
                </a:cubicBezTo>
                <a:lnTo>
                  <a:pt x="2813645" y="40442"/>
                </a:lnTo>
                <a:close/>
                <a:moveTo>
                  <a:pt x="2834427" y="20687"/>
                </a:moveTo>
                <a:lnTo>
                  <a:pt x="2841649" y="20687"/>
                </a:lnTo>
                <a:lnTo>
                  <a:pt x="2841975" y="28235"/>
                </a:lnTo>
                <a:cubicBezTo>
                  <a:pt x="2843341" y="26619"/>
                  <a:pt x="2844661" y="25276"/>
                  <a:pt x="2845935" y="24204"/>
                </a:cubicBezTo>
                <a:cubicBezTo>
                  <a:pt x="2847208" y="23133"/>
                  <a:pt x="2848459" y="22271"/>
                  <a:pt x="2849686" y="21619"/>
                </a:cubicBezTo>
                <a:cubicBezTo>
                  <a:pt x="2850913" y="20966"/>
                  <a:pt x="2852163" y="20508"/>
                  <a:pt x="2853436" y="20244"/>
                </a:cubicBezTo>
                <a:cubicBezTo>
                  <a:pt x="2854710" y="19980"/>
                  <a:pt x="2856030" y="19848"/>
                  <a:pt x="2857397" y="19848"/>
                </a:cubicBezTo>
                <a:cubicBezTo>
                  <a:pt x="2862211" y="19848"/>
                  <a:pt x="2865853" y="21269"/>
                  <a:pt x="2868322" y="24111"/>
                </a:cubicBezTo>
                <a:cubicBezTo>
                  <a:pt x="2870792" y="26953"/>
                  <a:pt x="2872026" y="31232"/>
                  <a:pt x="2872026" y="36947"/>
                </a:cubicBezTo>
                <a:lnTo>
                  <a:pt x="2872026" y="67465"/>
                </a:lnTo>
                <a:lnTo>
                  <a:pt x="2863919" y="67465"/>
                </a:lnTo>
                <a:lnTo>
                  <a:pt x="2863919" y="37599"/>
                </a:lnTo>
                <a:cubicBezTo>
                  <a:pt x="2863919" y="33934"/>
                  <a:pt x="2863236" y="31224"/>
                  <a:pt x="2861869" y="29469"/>
                </a:cubicBezTo>
                <a:cubicBezTo>
                  <a:pt x="2860503" y="27714"/>
                  <a:pt x="2858468" y="26837"/>
                  <a:pt x="2855766" y="26837"/>
                </a:cubicBezTo>
                <a:cubicBezTo>
                  <a:pt x="2854772" y="26837"/>
                  <a:pt x="2853801" y="26984"/>
                  <a:pt x="2852854" y="27279"/>
                </a:cubicBezTo>
                <a:cubicBezTo>
                  <a:pt x="2851906" y="27574"/>
                  <a:pt x="2850920" y="28087"/>
                  <a:pt x="2849895" y="28817"/>
                </a:cubicBezTo>
                <a:cubicBezTo>
                  <a:pt x="2848870" y="29547"/>
                  <a:pt x="2847760" y="30533"/>
                  <a:pt x="2846564" y="31775"/>
                </a:cubicBezTo>
                <a:cubicBezTo>
                  <a:pt x="2845368" y="33018"/>
                  <a:pt x="2844025" y="34571"/>
                  <a:pt x="2842534" y="36435"/>
                </a:cubicBezTo>
                <a:lnTo>
                  <a:pt x="2842534" y="67465"/>
                </a:lnTo>
                <a:lnTo>
                  <a:pt x="2834427" y="67465"/>
                </a:lnTo>
                <a:lnTo>
                  <a:pt x="2834427" y="20687"/>
                </a:lnTo>
                <a:close/>
                <a:moveTo>
                  <a:pt x="2923978" y="66766"/>
                </a:moveTo>
                <a:cubicBezTo>
                  <a:pt x="2922145" y="67248"/>
                  <a:pt x="2920251" y="67594"/>
                  <a:pt x="2918294" y="67802"/>
                </a:cubicBezTo>
                <a:cubicBezTo>
                  <a:pt x="2916337" y="68012"/>
                  <a:pt x="2914349" y="68117"/>
                  <a:pt x="2912330" y="68117"/>
                </a:cubicBezTo>
                <a:cubicBezTo>
                  <a:pt x="2906459" y="68117"/>
                  <a:pt x="2902080" y="66789"/>
                  <a:pt x="2899191" y="64133"/>
                </a:cubicBezTo>
                <a:cubicBezTo>
                  <a:pt x="2896303" y="61478"/>
                  <a:pt x="2894858" y="57401"/>
                  <a:pt x="2894858" y="51903"/>
                </a:cubicBezTo>
                <a:lnTo>
                  <a:pt x="2894858" y="27489"/>
                </a:lnTo>
                <a:lnTo>
                  <a:pt x="2881766" y="27489"/>
                </a:lnTo>
                <a:lnTo>
                  <a:pt x="2881766" y="20687"/>
                </a:lnTo>
                <a:lnTo>
                  <a:pt x="2894858" y="20687"/>
                </a:lnTo>
                <a:lnTo>
                  <a:pt x="2894858" y="7787"/>
                </a:lnTo>
                <a:lnTo>
                  <a:pt x="2902965" y="5684"/>
                </a:lnTo>
                <a:lnTo>
                  <a:pt x="2902965" y="20687"/>
                </a:lnTo>
                <a:lnTo>
                  <a:pt x="2923978" y="20687"/>
                </a:lnTo>
                <a:lnTo>
                  <a:pt x="2923978" y="27489"/>
                </a:lnTo>
                <a:lnTo>
                  <a:pt x="2902965" y="27489"/>
                </a:lnTo>
                <a:lnTo>
                  <a:pt x="2902965" y="51251"/>
                </a:lnTo>
                <a:cubicBezTo>
                  <a:pt x="2902965" y="54605"/>
                  <a:pt x="2903858" y="57114"/>
                  <a:pt x="2905644" y="58775"/>
                </a:cubicBezTo>
                <a:cubicBezTo>
                  <a:pt x="2907430" y="60437"/>
                  <a:pt x="2910063" y="61268"/>
                  <a:pt x="2913541" y="61268"/>
                </a:cubicBezTo>
                <a:cubicBezTo>
                  <a:pt x="2915032" y="61268"/>
                  <a:pt x="2916663" y="61148"/>
                  <a:pt x="2918434" y="60908"/>
                </a:cubicBezTo>
                <a:cubicBezTo>
                  <a:pt x="2920204" y="60668"/>
                  <a:pt x="2922052" y="60291"/>
                  <a:pt x="2923978" y="59777"/>
                </a:cubicBezTo>
                <a:lnTo>
                  <a:pt x="2923978" y="66766"/>
                </a:lnTo>
                <a:close/>
                <a:moveTo>
                  <a:pt x="3046815" y="20687"/>
                </a:moveTo>
                <a:lnTo>
                  <a:pt x="3040013" y="67465"/>
                </a:lnTo>
                <a:lnTo>
                  <a:pt x="3030182" y="67465"/>
                </a:lnTo>
                <a:lnTo>
                  <a:pt x="3023426" y="47896"/>
                </a:lnTo>
                <a:lnTo>
                  <a:pt x="3022075" y="43144"/>
                </a:lnTo>
                <a:lnTo>
                  <a:pt x="3020538" y="48176"/>
                </a:lnTo>
                <a:lnTo>
                  <a:pt x="3014061" y="67465"/>
                </a:lnTo>
                <a:lnTo>
                  <a:pt x="3004510" y="67465"/>
                </a:lnTo>
                <a:lnTo>
                  <a:pt x="2997754" y="20687"/>
                </a:lnTo>
                <a:lnTo>
                  <a:pt x="3005675" y="20687"/>
                </a:lnTo>
                <a:lnTo>
                  <a:pt x="3009589" y="52462"/>
                </a:lnTo>
                <a:lnTo>
                  <a:pt x="3010427" y="59544"/>
                </a:lnTo>
                <a:lnTo>
                  <a:pt x="3012431" y="53347"/>
                </a:lnTo>
                <a:lnTo>
                  <a:pt x="3019233" y="32335"/>
                </a:lnTo>
                <a:lnTo>
                  <a:pt x="3025057" y="32335"/>
                </a:lnTo>
                <a:lnTo>
                  <a:pt x="3032372" y="53068"/>
                </a:lnTo>
                <a:lnTo>
                  <a:pt x="3034469" y="59265"/>
                </a:lnTo>
                <a:lnTo>
                  <a:pt x="3035167" y="52695"/>
                </a:lnTo>
                <a:lnTo>
                  <a:pt x="3038802" y="20687"/>
                </a:lnTo>
                <a:lnTo>
                  <a:pt x="3046815" y="20687"/>
                </a:lnTo>
                <a:close/>
                <a:moveTo>
                  <a:pt x="3071278" y="27396"/>
                </a:moveTo>
                <a:lnTo>
                  <a:pt x="3057440" y="27396"/>
                </a:lnTo>
                <a:lnTo>
                  <a:pt x="3057440" y="20687"/>
                </a:lnTo>
                <a:lnTo>
                  <a:pt x="3079478" y="20687"/>
                </a:lnTo>
                <a:lnTo>
                  <a:pt x="3079478" y="60709"/>
                </a:lnTo>
                <a:lnTo>
                  <a:pt x="3093409" y="60709"/>
                </a:lnTo>
                <a:lnTo>
                  <a:pt x="3093409" y="67465"/>
                </a:lnTo>
                <a:lnTo>
                  <a:pt x="3055903" y="67465"/>
                </a:lnTo>
                <a:lnTo>
                  <a:pt x="3055903" y="60709"/>
                </a:lnTo>
                <a:lnTo>
                  <a:pt x="3071278" y="60709"/>
                </a:lnTo>
                <a:lnTo>
                  <a:pt x="3071278" y="27396"/>
                </a:lnTo>
                <a:moveTo>
                  <a:pt x="3074120" y="1025"/>
                </a:moveTo>
                <a:cubicBezTo>
                  <a:pt x="3075021" y="1025"/>
                  <a:pt x="3075859" y="1188"/>
                  <a:pt x="3076636" y="1514"/>
                </a:cubicBezTo>
                <a:cubicBezTo>
                  <a:pt x="3077412" y="1840"/>
                  <a:pt x="3078088" y="2299"/>
                  <a:pt x="3078663" y="2889"/>
                </a:cubicBezTo>
                <a:cubicBezTo>
                  <a:pt x="3079237" y="3479"/>
                  <a:pt x="3079688" y="4154"/>
                  <a:pt x="3080014" y="4915"/>
                </a:cubicBezTo>
                <a:cubicBezTo>
                  <a:pt x="3080340" y="5676"/>
                  <a:pt x="3080503" y="6507"/>
                  <a:pt x="3080503" y="7408"/>
                </a:cubicBezTo>
                <a:cubicBezTo>
                  <a:pt x="3080503" y="8278"/>
                  <a:pt x="3080340" y="9101"/>
                  <a:pt x="3080014" y="9877"/>
                </a:cubicBezTo>
                <a:cubicBezTo>
                  <a:pt x="3079688" y="10654"/>
                  <a:pt x="3079237" y="11337"/>
                  <a:pt x="3078663" y="11927"/>
                </a:cubicBezTo>
                <a:cubicBezTo>
                  <a:pt x="3078088" y="12518"/>
                  <a:pt x="3077412" y="12976"/>
                  <a:pt x="3076636" y="13302"/>
                </a:cubicBezTo>
                <a:cubicBezTo>
                  <a:pt x="3075859" y="13628"/>
                  <a:pt x="3075021" y="13791"/>
                  <a:pt x="3074120" y="13791"/>
                </a:cubicBezTo>
                <a:cubicBezTo>
                  <a:pt x="3073219" y="13791"/>
                  <a:pt x="3072381" y="13628"/>
                  <a:pt x="3071604" y="13302"/>
                </a:cubicBezTo>
                <a:cubicBezTo>
                  <a:pt x="3070828" y="12976"/>
                  <a:pt x="3070152" y="12518"/>
                  <a:pt x="3069577" y="11927"/>
                </a:cubicBezTo>
                <a:cubicBezTo>
                  <a:pt x="3069003" y="11337"/>
                  <a:pt x="3068552" y="10654"/>
                  <a:pt x="3068226" y="9877"/>
                </a:cubicBezTo>
                <a:cubicBezTo>
                  <a:pt x="3067900" y="9101"/>
                  <a:pt x="3067737" y="8278"/>
                  <a:pt x="3067737" y="7408"/>
                </a:cubicBezTo>
                <a:cubicBezTo>
                  <a:pt x="3067737" y="6507"/>
                  <a:pt x="3067900" y="5676"/>
                  <a:pt x="3068226" y="4915"/>
                </a:cubicBezTo>
                <a:cubicBezTo>
                  <a:pt x="3068552" y="4154"/>
                  <a:pt x="3069003" y="3479"/>
                  <a:pt x="3069577" y="2889"/>
                </a:cubicBezTo>
                <a:cubicBezTo>
                  <a:pt x="3070152" y="2299"/>
                  <a:pt x="3070828" y="1840"/>
                  <a:pt x="3071604" y="1514"/>
                </a:cubicBezTo>
                <a:cubicBezTo>
                  <a:pt x="3072381" y="1188"/>
                  <a:pt x="3073219" y="1025"/>
                  <a:pt x="3074120" y="1025"/>
                </a:cubicBezTo>
                <a:close/>
                <a:moveTo>
                  <a:pt x="3144895" y="66766"/>
                </a:moveTo>
                <a:cubicBezTo>
                  <a:pt x="3143063" y="67248"/>
                  <a:pt x="3141168" y="67594"/>
                  <a:pt x="3139211" y="67802"/>
                </a:cubicBezTo>
                <a:cubicBezTo>
                  <a:pt x="3137254" y="68012"/>
                  <a:pt x="3135266" y="68117"/>
                  <a:pt x="3133247" y="68117"/>
                </a:cubicBezTo>
                <a:cubicBezTo>
                  <a:pt x="3127377" y="68117"/>
                  <a:pt x="3122997" y="66789"/>
                  <a:pt x="3120109" y="64133"/>
                </a:cubicBezTo>
                <a:cubicBezTo>
                  <a:pt x="3117220" y="61478"/>
                  <a:pt x="3115776" y="57401"/>
                  <a:pt x="3115776" y="51903"/>
                </a:cubicBezTo>
                <a:lnTo>
                  <a:pt x="3115776" y="27489"/>
                </a:lnTo>
                <a:lnTo>
                  <a:pt x="3102683" y="27489"/>
                </a:lnTo>
                <a:lnTo>
                  <a:pt x="3102683" y="20687"/>
                </a:lnTo>
                <a:lnTo>
                  <a:pt x="3115776" y="20687"/>
                </a:lnTo>
                <a:lnTo>
                  <a:pt x="3115776" y="7787"/>
                </a:lnTo>
                <a:lnTo>
                  <a:pt x="3123882" y="5684"/>
                </a:lnTo>
                <a:lnTo>
                  <a:pt x="3123882" y="20687"/>
                </a:lnTo>
                <a:lnTo>
                  <a:pt x="3144895" y="20687"/>
                </a:lnTo>
                <a:lnTo>
                  <a:pt x="3144895" y="27489"/>
                </a:lnTo>
                <a:lnTo>
                  <a:pt x="3123882" y="27489"/>
                </a:lnTo>
                <a:lnTo>
                  <a:pt x="3123882" y="51251"/>
                </a:lnTo>
                <a:cubicBezTo>
                  <a:pt x="3123882" y="54605"/>
                  <a:pt x="3124775" y="57114"/>
                  <a:pt x="3126561" y="58775"/>
                </a:cubicBezTo>
                <a:cubicBezTo>
                  <a:pt x="3128347" y="60437"/>
                  <a:pt x="3130980" y="61268"/>
                  <a:pt x="3134459" y="61268"/>
                </a:cubicBezTo>
                <a:cubicBezTo>
                  <a:pt x="3135950" y="61268"/>
                  <a:pt x="3137580" y="61148"/>
                  <a:pt x="3139351" y="60908"/>
                </a:cubicBezTo>
                <a:cubicBezTo>
                  <a:pt x="3141121" y="60668"/>
                  <a:pt x="3142969" y="60291"/>
                  <a:pt x="3144895" y="59777"/>
                </a:cubicBezTo>
                <a:lnTo>
                  <a:pt x="3144895" y="66766"/>
                </a:lnTo>
                <a:close/>
                <a:moveTo>
                  <a:pt x="3196661" y="67465"/>
                </a:moveTo>
                <a:lnTo>
                  <a:pt x="3188554" y="67465"/>
                </a:lnTo>
                <a:lnTo>
                  <a:pt x="3188554" y="37599"/>
                </a:lnTo>
                <a:cubicBezTo>
                  <a:pt x="3188554" y="33996"/>
                  <a:pt x="3187878" y="31302"/>
                  <a:pt x="3186527" y="29516"/>
                </a:cubicBezTo>
                <a:cubicBezTo>
                  <a:pt x="3185176" y="27730"/>
                  <a:pt x="3183242" y="26837"/>
                  <a:pt x="3180726" y="26837"/>
                </a:cubicBezTo>
                <a:cubicBezTo>
                  <a:pt x="3179639" y="26837"/>
                  <a:pt x="3178622" y="26984"/>
                  <a:pt x="3177674" y="27279"/>
                </a:cubicBezTo>
                <a:cubicBezTo>
                  <a:pt x="3176727" y="27574"/>
                  <a:pt x="3175741" y="28087"/>
                  <a:pt x="3174716" y="28817"/>
                </a:cubicBezTo>
                <a:cubicBezTo>
                  <a:pt x="3173691" y="29547"/>
                  <a:pt x="3172573" y="30533"/>
                  <a:pt x="3171361" y="31775"/>
                </a:cubicBezTo>
                <a:cubicBezTo>
                  <a:pt x="3170150" y="33018"/>
                  <a:pt x="3168752" y="34571"/>
                  <a:pt x="3167168" y="36435"/>
                </a:cubicBezTo>
                <a:lnTo>
                  <a:pt x="3167168" y="67465"/>
                </a:lnTo>
                <a:lnTo>
                  <a:pt x="3159061" y="67465"/>
                </a:lnTo>
                <a:lnTo>
                  <a:pt x="3159061" y="1584"/>
                </a:lnTo>
                <a:lnTo>
                  <a:pt x="3167168" y="1584"/>
                </a:lnTo>
                <a:lnTo>
                  <a:pt x="3167168" y="20674"/>
                </a:lnTo>
                <a:lnTo>
                  <a:pt x="3166889" y="28048"/>
                </a:lnTo>
                <a:cubicBezTo>
                  <a:pt x="3168162" y="26526"/>
                  <a:pt x="3169412" y="25245"/>
                  <a:pt x="3170639" y="24204"/>
                </a:cubicBezTo>
                <a:cubicBezTo>
                  <a:pt x="3171866" y="23164"/>
                  <a:pt x="3173093" y="22317"/>
                  <a:pt x="3174320" y="21665"/>
                </a:cubicBezTo>
                <a:cubicBezTo>
                  <a:pt x="3175547" y="21013"/>
                  <a:pt x="3176797" y="20547"/>
                  <a:pt x="3178071" y="20267"/>
                </a:cubicBezTo>
                <a:cubicBezTo>
                  <a:pt x="3179344" y="19988"/>
                  <a:pt x="3180664" y="19848"/>
                  <a:pt x="3182031" y="19848"/>
                </a:cubicBezTo>
                <a:cubicBezTo>
                  <a:pt x="3186690" y="19848"/>
                  <a:pt x="3190293" y="21269"/>
                  <a:pt x="3192840" y="24111"/>
                </a:cubicBezTo>
                <a:cubicBezTo>
                  <a:pt x="3195387" y="26953"/>
                  <a:pt x="3196661" y="31232"/>
                  <a:pt x="3196661" y="36947"/>
                </a:cubicBezTo>
                <a:lnTo>
                  <a:pt x="3196661" y="67465"/>
                </a:lnTo>
                <a:close/>
                <a:moveTo>
                  <a:pt x="3312916" y="66766"/>
                </a:moveTo>
                <a:cubicBezTo>
                  <a:pt x="3311084" y="67248"/>
                  <a:pt x="3309189" y="67594"/>
                  <a:pt x="3307232" y="67802"/>
                </a:cubicBezTo>
                <a:cubicBezTo>
                  <a:pt x="3305275" y="68012"/>
                  <a:pt x="3303287" y="68117"/>
                  <a:pt x="3301268" y="68117"/>
                </a:cubicBezTo>
                <a:cubicBezTo>
                  <a:pt x="3295398" y="68117"/>
                  <a:pt x="3291018" y="66789"/>
                  <a:pt x="3288130" y="64133"/>
                </a:cubicBezTo>
                <a:cubicBezTo>
                  <a:pt x="3285241" y="61478"/>
                  <a:pt x="3283797" y="57401"/>
                  <a:pt x="3283797" y="51903"/>
                </a:cubicBezTo>
                <a:lnTo>
                  <a:pt x="3283797" y="27489"/>
                </a:lnTo>
                <a:lnTo>
                  <a:pt x="3270704" y="27489"/>
                </a:lnTo>
                <a:lnTo>
                  <a:pt x="3270704" y="20687"/>
                </a:lnTo>
                <a:lnTo>
                  <a:pt x="3283797" y="20687"/>
                </a:lnTo>
                <a:lnTo>
                  <a:pt x="3283797" y="7787"/>
                </a:lnTo>
                <a:lnTo>
                  <a:pt x="3291903" y="5684"/>
                </a:lnTo>
                <a:lnTo>
                  <a:pt x="3291903" y="20687"/>
                </a:lnTo>
                <a:lnTo>
                  <a:pt x="3312916" y="20687"/>
                </a:lnTo>
                <a:lnTo>
                  <a:pt x="3312916" y="27489"/>
                </a:lnTo>
                <a:lnTo>
                  <a:pt x="3291903" y="27489"/>
                </a:lnTo>
                <a:lnTo>
                  <a:pt x="3291903" y="51251"/>
                </a:lnTo>
                <a:cubicBezTo>
                  <a:pt x="3291903" y="54605"/>
                  <a:pt x="3292796" y="57114"/>
                  <a:pt x="3294582" y="58775"/>
                </a:cubicBezTo>
                <a:cubicBezTo>
                  <a:pt x="3296368" y="60437"/>
                  <a:pt x="3299001" y="61268"/>
                  <a:pt x="3302480" y="61268"/>
                </a:cubicBezTo>
                <a:cubicBezTo>
                  <a:pt x="3303971" y="61268"/>
                  <a:pt x="3305601" y="61148"/>
                  <a:pt x="3307372" y="60908"/>
                </a:cubicBezTo>
                <a:cubicBezTo>
                  <a:pt x="3309142" y="60668"/>
                  <a:pt x="3310990" y="60291"/>
                  <a:pt x="3312916" y="59777"/>
                </a:cubicBezTo>
                <a:lnTo>
                  <a:pt x="3312916" y="66766"/>
                </a:lnTo>
                <a:close/>
                <a:moveTo>
                  <a:pt x="3364682" y="67465"/>
                </a:moveTo>
                <a:lnTo>
                  <a:pt x="3356575" y="67465"/>
                </a:lnTo>
                <a:lnTo>
                  <a:pt x="3356575" y="37599"/>
                </a:lnTo>
                <a:cubicBezTo>
                  <a:pt x="3356575" y="33996"/>
                  <a:pt x="3355899" y="31302"/>
                  <a:pt x="3354548" y="29516"/>
                </a:cubicBezTo>
                <a:cubicBezTo>
                  <a:pt x="3353197" y="27730"/>
                  <a:pt x="3351263" y="26837"/>
                  <a:pt x="3348747" y="26837"/>
                </a:cubicBezTo>
                <a:cubicBezTo>
                  <a:pt x="3347660" y="26837"/>
                  <a:pt x="3346643" y="26984"/>
                  <a:pt x="3345695" y="27279"/>
                </a:cubicBezTo>
                <a:cubicBezTo>
                  <a:pt x="3344748" y="27574"/>
                  <a:pt x="3343762" y="28087"/>
                  <a:pt x="3342737" y="28817"/>
                </a:cubicBezTo>
                <a:cubicBezTo>
                  <a:pt x="3341712" y="29547"/>
                  <a:pt x="3340594" y="30533"/>
                  <a:pt x="3339382" y="31775"/>
                </a:cubicBezTo>
                <a:cubicBezTo>
                  <a:pt x="3338171" y="33018"/>
                  <a:pt x="3336773" y="34571"/>
                  <a:pt x="3335189" y="36435"/>
                </a:cubicBezTo>
                <a:lnTo>
                  <a:pt x="3335189" y="67465"/>
                </a:lnTo>
                <a:lnTo>
                  <a:pt x="3327082" y="67465"/>
                </a:lnTo>
                <a:lnTo>
                  <a:pt x="3327082" y="1584"/>
                </a:lnTo>
                <a:lnTo>
                  <a:pt x="3335189" y="1584"/>
                </a:lnTo>
                <a:lnTo>
                  <a:pt x="3335189" y="20674"/>
                </a:lnTo>
                <a:lnTo>
                  <a:pt x="3334910" y="28048"/>
                </a:lnTo>
                <a:cubicBezTo>
                  <a:pt x="3336183" y="26526"/>
                  <a:pt x="3337433" y="25245"/>
                  <a:pt x="3338660" y="24204"/>
                </a:cubicBezTo>
                <a:cubicBezTo>
                  <a:pt x="3339887" y="23164"/>
                  <a:pt x="3341114" y="22317"/>
                  <a:pt x="3342341" y="21665"/>
                </a:cubicBezTo>
                <a:cubicBezTo>
                  <a:pt x="3343568" y="21013"/>
                  <a:pt x="3344818" y="20547"/>
                  <a:pt x="3346092" y="20267"/>
                </a:cubicBezTo>
                <a:cubicBezTo>
                  <a:pt x="3347365" y="19988"/>
                  <a:pt x="3348685" y="19848"/>
                  <a:pt x="3350052" y="19848"/>
                </a:cubicBezTo>
                <a:cubicBezTo>
                  <a:pt x="3354711" y="19848"/>
                  <a:pt x="3358314" y="21269"/>
                  <a:pt x="3360861" y="24111"/>
                </a:cubicBezTo>
                <a:cubicBezTo>
                  <a:pt x="3363408" y="26953"/>
                  <a:pt x="3364682" y="31232"/>
                  <a:pt x="3364682" y="36947"/>
                </a:cubicBezTo>
                <a:lnTo>
                  <a:pt x="3364682" y="67465"/>
                </a:lnTo>
                <a:close/>
                <a:moveTo>
                  <a:pt x="3418450" y="41606"/>
                </a:moveTo>
                <a:cubicBezTo>
                  <a:pt x="3418450" y="42756"/>
                  <a:pt x="3418435" y="43718"/>
                  <a:pt x="3418404" y="44495"/>
                </a:cubicBezTo>
                <a:cubicBezTo>
                  <a:pt x="3418373" y="45272"/>
                  <a:pt x="3418326" y="46001"/>
                  <a:pt x="3418264" y="46685"/>
                </a:cubicBezTo>
                <a:lnTo>
                  <a:pt x="3385417" y="46685"/>
                </a:lnTo>
                <a:cubicBezTo>
                  <a:pt x="3385417" y="51468"/>
                  <a:pt x="3386752" y="55141"/>
                  <a:pt x="3389424" y="57704"/>
                </a:cubicBezTo>
                <a:cubicBezTo>
                  <a:pt x="3392095" y="60266"/>
                  <a:pt x="3395947" y="61548"/>
                  <a:pt x="3400978" y="61548"/>
                </a:cubicBezTo>
                <a:cubicBezTo>
                  <a:pt x="3402345" y="61548"/>
                  <a:pt x="3403712" y="61492"/>
                  <a:pt x="3405079" y="61382"/>
                </a:cubicBezTo>
                <a:cubicBezTo>
                  <a:pt x="3406445" y="61270"/>
                  <a:pt x="3407765" y="61119"/>
                  <a:pt x="3409039" y="60929"/>
                </a:cubicBezTo>
                <a:cubicBezTo>
                  <a:pt x="3410312" y="60737"/>
                  <a:pt x="3411531" y="60523"/>
                  <a:pt x="3412696" y="60285"/>
                </a:cubicBezTo>
                <a:cubicBezTo>
                  <a:pt x="3413861" y="60046"/>
                  <a:pt x="3414940" y="59784"/>
                  <a:pt x="3415934" y="59497"/>
                </a:cubicBezTo>
                <a:lnTo>
                  <a:pt x="3415934" y="66160"/>
                </a:lnTo>
                <a:cubicBezTo>
                  <a:pt x="3413729" y="66795"/>
                  <a:pt x="3411236" y="67311"/>
                  <a:pt x="3408456" y="67708"/>
                </a:cubicBezTo>
                <a:cubicBezTo>
                  <a:pt x="3405676" y="68105"/>
                  <a:pt x="3402796" y="68303"/>
                  <a:pt x="3399814" y="68303"/>
                </a:cubicBezTo>
                <a:cubicBezTo>
                  <a:pt x="3395807" y="68303"/>
                  <a:pt x="3392359" y="67760"/>
                  <a:pt x="3389470" y="66673"/>
                </a:cubicBezTo>
                <a:cubicBezTo>
                  <a:pt x="3386582" y="65585"/>
                  <a:pt x="3384213" y="64009"/>
                  <a:pt x="3382365" y="61944"/>
                </a:cubicBezTo>
                <a:cubicBezTo>
                  <a:pt x="3380517" y="59878"/>
                  <a:pt x="3379150" y="57347"/>
                  <a:pt x="3378265" y="54349"/>
                </a:cubicBezTo>
                <a:cubicBezTo>
                  <a:pt x="3377380" y="51352"/>
                  <a:pt x="3376937" y="47958"/>
                  <a:pt x="3376937" y="44169"/>
                </a:cubicBezTo>
                <a:cubicBezTo>
                  <a:pt x="3376937" y="40876"/>
                  <a:pt x="3377411" y="37762"/>
                  <a:pt x="3378358" y="34827"/>
                </a:cubicBezTo>
                <a:cubicBezTo>
                  <a:pt x="3379306" y="31892"/>
                  <a:pt x="3380688" y="29314"/>
                  <a:pt x="3382505" y="27093"/>
                </a:cubicBezTo>
                <a:cubicBezTo>
                  <a:pt x="3384322" y="24872"/>
                  <a:pt x="3386551" y="23109"/>
                  <a:pt x="3389191" y="21805"/>
                </a:cubicBezTo>
                <a:cubicBezTo>
                  <a:pt x="3391831" y="20500"/>
                  <a:pt x="3394828" y="19848"/>
                  <a:pt x="3398183" y="19848"/>
                </a:cubicBezTo>
                <a:cubicBezTo>
                  <a:pt x="3401444" y="19848"/>
                  <a:pt x="3404333" y="20361"/>
                  <a:pt x="3406849" y="21386"/>
                </a:cubicBezTo>
                <a:cubicBezTo>
                  <a:pt x="3409365" y="22411"/>
                  <a:pt x="3411485" y="23863"/>
                  <a:pt x="3413209" y="25742"/>
                </a:cubicBezTo>
                <a:cubicBezTo>
                  <a:pt x="3414933" y="27621"/>
                  <a:pt x="3416237" y="29904"/>
                  <a:pt x="3417122" y="32591"/>
                </a:cubicBezTo>
                <a:cubicBezTo>
                  <a:pt x="3418008" y="35278"/>
                  <a:pt x="3418450" y="38283"/>
                  <a:pt x="3418450" y="41606"/>
                </a:cubicBezTo>
                <a:moveTo>
                  <a:pt x="3410017" y="40442"/>
                </a:moveTo>
                <a:cubicBezTo>
                  <a:pt x="3410110" y="38360"/>
                  <a:pt x="3409909" y="36458"/>
                  <a:pt x="3409412" y="34734"/>
                </a:cubicBezTo>
                <a:cubicBezTo>
                  <a:pt x="3408915" y="33010"/>
                  <a:pt x="3408146" y="31527"/>
                  <a:pt x="3407105" y="30285"/>
                </a:cubicBezTo>
                <a:cubicBezTo>
                  <a:pt x="3406065" y="29042"/>
                  <a:pt x="3404768" y="28071"/>
                  <a:pt x="3403215" y="27373"/>
                </a:cubicBezTo>
                <a:cubicBezTo>
                  <a:pt x="3401662" y="26674"/>
                  <a:pt x="3399860" y="26324"/>
                  <a:pt x="3397810" y="26324"/>
                </a:cubicBezTo>
                <a:cubicBezTo>
                  <a:pt x="3396040" y="26324"/>
                  <a:pt x="3394425" y="26666"/>
                  <a:pt x="3392965" y="27349"/>
                </a:cubicBezTo>
                <a:cubicBezTo>
                  <a:pt x="3391505" y="28033"/>
                  <a:pt x="3390247" y="28996"/>
                  <a:pt x="3389191" y="30238"/>
                </a:cubicBezTo>
                <a:cubicBezTo>
                  <a:pt x="3388135" y="31480"/>
                  <a:pt x="3387281" y="32971"/>
                  <a:pt x="3386628" y="34711"/>
                </a:cubicBezTo>
                <a:cubicBezTo>
                  <a:pt x="3385976" y="36450"/>
                  <a:pt x="3385572" y="38360"/>
                  <a:pt x="3385417" y="40442"/>
                </a:cubicBezTo>
                <a:lnTo>
                  <a:pt x="3410017" y="40442"/>
                </a:lnTo>
                <a:close/>
                <a:moveTo>
                  <a:pt x="3535252" y="43237"/>
                </a:moveTo>
                <a:cubicBezTo>
                  <a:pt x="3535252" y="47399"/>
                  <a:pt x="3534670" y="51033"/>
                  <a:pt x="3533505" y="54139"/>
                </a:cubicBezTo>
                <a:cubicBezTo>
                  <a:pt x="3532340" y="57246"/>
                  <a:pt x="3530733" y="59824"/>
                  <a:pt x="3528682" y="61874"/>
                </a:cubicBezTo>
                <a:cubicBezTo>
                  <a:pt x="3526632" y="63924"/>
                  <a:pt x="3524210" y="65461"/>
                  <a:pt x="3521414" y="66486"/>
                </a:cubicBezTo>
                <a:cubicBezTo>
                  <a:pt x="3518619" y="67511"/>
                  <a:pt x="3515590" y="68024"/>
                  <a:pt x="3512329" y="68024"/>
                </a:cubicBezTo>
                <a:cubicBezTo>
                  <a:pt x="3510838" y="68024"/>
                  <a:pt x="3509355" y="67946"/>
                  <a:pt x="3507879" y="67791"/>
                </a:cubicBezTo>
                <a:cubicBezTo>
                  <a:pt x="3506404" y="67635"/>
                  <a:pt x="3504905" y="67371"/>
                  <a:pt x="3503383" y="66999"/>
                </a:cubicBezTo>
                <a:lnTo>
                  <a:pt x="3503383" y="86567"/>
                </a:lnTo>
                <a:lnTo>
                  <a:pt x="3495276" y="86567"/>
                </a:lnTo>
                <a:lnTo>
                  <a:pt x="3495276" y="20687"/>
                </a:lnTo>
                <a:lnTo>
                  <a:pt x="3502498" y="20687"/>
                </a:lnTo>
                <a:lnTo>
                  <a:pt x="3503011" y="28514"/>
                </a:lnTo>
                <a:cubicBezTo>
                  <a:pt x="3505340" y="25315"/>
                  <a:pt x="3507825" y="23071"/>
                  <a:pt x="3510465" y="21782"/>
                </a:cubicBezTo>
                <a:cubicBezTo>
                  <a:pt x="3513105" y="20493"/>
                  <a:pt x="3515963" y="19848"/>
                  <a:pt x="3519038" y="19848"/>
                </a:cubicBezTo>
                <a:cubicBezTo>
                  <a:pt x="3521709" y="19848"/>
                  <a:pt x="3524054" y="20407"/>
                  <a:pt x="3526073" y="21525"/>
                </a:cubicBezTo>
                <a:cubicBezTo>
                  <a:pt x="3528092" y="22644"/>
                  <a:pt x="3529785" y="24220"/>
                  <a:pt x="3531152" y="26254"/>
                </a:cubicBezTo>
                <a:cubicBezTo>
                  <a:pt x="3532519" y="28289"/>
                  <a:pt x="3533544" y="30743"/>
                  <a:pt x="3534227" y="33616"/>
                </a:cubicBezTo>
                <a:cubicBezTo>
                  <a:pt x="3534910" y="36489"/>
                  <a:pt x="3535252" y="39696"/>
                  <a:pt x="3535252" y="43237"/>
                </a:cubicBezTo>
                <a:moveTo>
                  <a:pt x="3526959" y="43610"/>
                </a:moveTo>
                <a:cubicBezTo>
                  <a:pt x="3526959" y="41156"/>
                  <a:pt x="3526780" y="38904"/>
                  <a:pt x="3526423" y="36854"/>
                </a:cubicBezTo>
                <a:cubicBezTo>
                  <a:pt x="3526066" y="34804"/>
                  <a:pt x="3525499" y="33049"/>
                  <a:pt x="3524722" y="31589"/>
                </a:cubicBezTo>
                <a:cubicBezTo>
                  <a:pt x="3523946" y="30129"/>
                  <a:pt x="3522952" y="28988"/>
                  <a:pt x="3521740" y="28165"/>
                </a:cubicBezTo>
                <a:cubicBezTo>
                  <a:pt x="3520529" y="27342"/>
                  <a:pt x="3519085" y="26930"/>
                  <a:pt x="3517407" y="26930"/>
                </a:cubicBezTo>
                <a:cubicBezTo>
                  <a:pt x="3516382" y="26930"/>
                  <a:pt x="3515342" y="27093"/>
                  <a:pt x="3514286" y="27419"/>
                </a:cubicBezTo>
                <a:cubicBezTo>
                  <a:pt x="3513230" y="27745"/>
                  <a:pt x="3512135" y="28289"/>
                  <a:pt x="3511001" y="29050"/>
                </a:cubicBezTo>
                <a:cubicBezTo>
                  <a:pt x="3509867" y="29811"/>
                  <a:pt x="3508671" y="30820"/>
                  <a:pt x="3507413" y="32078"/>
                </a:cubicBezTo>
                <a:cubicBezTo>
                  <a:pt x="3506155" y="33336"/>
                  <a:pt x="3504812" y="34897"/>
                  <a:pt x="3503383" y="36761"/>
                </a:cubicBezTo>
                <a:lnTo>
                  <a:pt x="3503383" y="59451"/>
                </a:lnTo>
                <a:cubicBezTo>
                  <a:pt x="3504874" y="60072"/>
                  <a:pt x="3506443" y="60561"/>
                  <a:pt x="3508089" y="60919"/>
                </a:cubicBezTo>
                <a:cubicBezTo>
                  <a:pt x="3509735" y="61276"/>
                  <a:pt x="3511350" y="61454"/>
                  <a:pt x="3512935" y="61454"/>
                </a:cubicBezTo>
                <a:cubicBezTo>
                  <a:pt x="3517314" y="61454"/>
                  <a:pt x="3520746" y="59971"/>
                  <a:pt x="3523231" y="57005"/>
                </a:cubicBezTo>
                <a:cubicBezTo>
                  <a:pt x="3525716" y="54038"/>
                  <a:pt x="3526959" y="49573"/>
                  <a:pt x="3526959" y="43610"/>
                </a:cubicBezTo>
                <a:close/>
                <a:moveTo>
                  <a:pt x="3587856" y="43703"/>
                </a:moveTo>
                <a:cubicBezTo>
                  <a:pt x="3587856" y="47337"/>
                  <a:pt x="3587343" y="50668"/>
                  <a:pt x="3586318" y="53697"/>
                </a:cubicBezTo>
                <a:cubicBezTo>
                  <a:pt x="3585293" y="56725"/>
                  <a:pt x="3583818" y="59319"/>
                  <a:pt x="3581892" y="61478"/>
                </a:cubicBezTo>
                <a:cubicBezTo>
                  <a:pt x="3579966" y="63636"/>
                  <a:pt x="3577621" y="65314"/>
                  <a:pt x="3574857" y="66510"/>
                </a:cubicBezTo>
                <a:cubicBezTo>
                  <a:pt x="3572092" y="67705"/>
                  <a:pt x="3568955" y="68303"/>
                  <a:pt x="3565445" y="68303"/>
                </a:cubicBezTo>
                <a:cubicBezTo>
                  <a:pt x="3562091" y="68303"/>
                  <a:pt x="3559086" y="67783"/>
                  <a:pt x="3556430" y="66742"/>
                </a:cubicBezTo>
                <a:cubicBezTo>
                  <a:pt x="3553774" y="65702"/>
                  <a:pt x="3551522" y="64172"/>
                  <a:pt x="3549674" y="62153"/>
                </a:cubicBezTo>
                <a:cubicBezTo>
                  <a:pt x="3547826" y="60134"/>
                  <a:pt x="3546413" y="57634"/>
                  <a:pt x="3545434" y="54652"/>
                </a:cubicBezTo>
                <a:cubicBezTo>
                  <a:pt x="3544456" y="51670"/>
                  <a:pt x="3543967" y="48238"/>
                  <a:pt x="3543967" y="44355"/>
                </a:cubicBezTo>
                <a:cubicBezTo>
                  <a:pt x="3543967" y="40721"/>
                  <a:pt x="3544479" y="37405"/>
                  <a:pt x="3545504" y="34408"/>
                </a:cubicBezTo>
                <a:cubicBezTo>
                  <a:pt x="3546529" y="31411"/>
                  <a:pt x="3548004" y="28832"/>
                  <a:pt x="3549930" y="26674"/>
                </a:cubicBezTo>
                <a:cubicBezTo>
                  <a:pt x="3551856" y="24515"/>
                  <a:pt x="3554201" y="22838"/>
                  <a:pt x="3556966" y="21642"/>
                </a:cubicBezTo>
                <a:cubicBezTo>
                  <a:pt x="3559730" y="20446"/>
                  <a:pt x="3562867" y="19848"/>
                  <a:pt x="3566377" y="19848"/>
                </a:cubicBezTo>
                <a:cubicBezTo>
                  <a:pt x="3569732" y="19848"/>
                  <a:pt x="3572737" y="20368"/>
                  <a:pt x="3575393" y="21409"/>
                </a:cubicBezTo>
                <a:cubicBezTo>
                  <a:pt x="3578048" y="22449"/>
                  <a:pt x="3580300" y="23971"/>
                  <a:pt x="3582148" y="25975"/>
                </a:cubicBezTo>
                <a:cubicBezTo>
                  <a:pt x="3583997" y="27978"/>
                  <a:pt x="3585410" y="30471"/>
                  <a:pt x="3586388" y="33453"/>
                </a:cubicBezTo>
                <a:cubicBezTo>
                  <a:pt x="3587367" y="36435"/>
                  <a:pt x="3587856" y="39851"/>
                  <a:pt x="3587856" y="43703"/>
                </a:cubicBezTo>
                <a:moveTo>
                  <a:pt x="3579563" y="44076"/>
                </a:moveTo>
                <a:cubicBezTo>
                  <a:pt x="3579563" y="41187"/>
                  <a:pt x="3579244" y="38663"/>
                  <a:pt x="3578607" y="36505"/>
                </a:cubicBezTo>
                <a:cubicBezTo>
                  <a:pt x="3577971" y="34346"/>
                  <a:pt x="3577062" y="32544"/>
                  <a:pt x="3575882" y="31100"/>
                </a:cubicBezTo>
                <a:cubicBezTo>
                  <a:pt x="3574701" y="29656"/>
                  <a:pt x="3573265" y="28568"/>
                  <a:pt x="3571572" y="27838"/>
                </a:cubicBezTo>
                <a:cubicBezTo>
                  <a:pt x="3569879" y="27109"/>
                  <a:pt x="3567992" y="26744"/>
                  <a:pt x="3565911" y="26744"/>
                </a:cubicBezTo>
                <a:cubicBezTo>
                  <a:pt x="3563488" y="26744"/>
                  <a:pt x="3561415" y="27217"/>
                  <a:pt x="3559691" y="28165"/>
                </a:cubicBezTo>
                <a:cubicBezTo>
                  <a:pt x="3557967" y="29112"/>
                  <a:pt x="3556554" y="30378"/>
                  <a:pt x="3555451" y="31962"/>
                </a:cubicBezTo>
                <a:cubicBezTo>
                  <a:pt x="3554349" y="33546"/>
                  <a:pt x="3553541" y="35386"/>
                  <a:pt x="3553029" y="37483"/>
                </a:cubicBezTo>
                <a:cubicBezTo>
                  <a:pt x="3552516" y="39580"/>
                  <a:pt x="3552260" y="41777"/>
                  <a:pt x="3552260" y="44076"/>
                </a:cubicBezTo>
                <a:cubicBezTo>
                  <a:pt x="3552260" y="46964"/>
                  <a:pt x="3552578" y="49496"/>
                  <a:pt x="3553215" y="51670"/>
                </a:cubicBezTo>
                <a:cubicBezTo>
                  <a:pt x="3553852" y="53844"/>
                  <a:pt x="3554760" y="55654"/>
                  <a:pt x="3555941" y="57098"/>
                </a:cubicBezTo>
                <a:cubicBezTo>
                  <a:pt x="3557121" y="58542"/>
                  <a:pt x="3558550" y="59629"/>
                  <a:pt x="3560227" y="60359"/>
                </a:cubicBezTo>
                <a:cubicBezTo>
                  <a:pt x="3561904" y="61089"/>
                  <a:pt x="3563799" y="61454"/>
                  <a:pt x="3565911" y="61454"/>
                </a:cubicBezTo>
                <a:cubicBezTo>
                  <a:pt x="3568334" y="61454"/>
                  <a:pt x="3570407" y="60981"/>
                  <a:pt x="3572131" y="60033"/>
                </a:cubicBezTo>
                <a:cubicBezTo>
                  <a:pt x="3573855" y="59086"/>
                  <a:pt x="3575268" y="57820"/>
                  <a:pt x="3576371" y="56236"/>
                </a:cubicBezTo>
                <a:cubicBezTo>
                  <a:pt x="3577474" y="54652"/>
                  <a:pt x="3578281" y="52812"/>
                  <a:pt x="3578794" y="50715"/>
                </a:cubicBezTo>
                <a:cubicBezTo>
                  <a:pt x="3579306" y="48618"/>
                  <a:pt x="3579563" y="46405"/>
                  <a:pt x="3579563" y="44076"/>
                </a:cubicBezTo>
                <a:close/>
                <a:moveTo>
                  <a:pt x="3638969" y="43237"/>
                </a:moveTo>
                <a:cubicBezTo>
                  <a:pt x="3638969" y="47399"/>
                  <a:pt x="3638386" y="51033"/>
                  <a:pt x="3637222" y="54139"/>
                </a:cubicBezTo>
                <a:cubicBezTo>
                  <a:pt x="3636057" y="57246"/>
                  <a:pt x="3634449" y="59824"/>
                  <a:pt x="3632399" y="61874"/>
                </a:cubicBezTo>
                <a:cubicBezTo>
                  <a:pt x="3630349" y="63924"/>
                  <a:pt x="3627927" y="65461"/>
                  <a:pt x="3625131" y="66486"/>
                </a:cubicBezTo>
                <a:cubicBezTo>
                  <a:pt x="3622336" y="67511"/>
                  <a:pt x="3619307" y="68024"/>
                  <a:pt x="3616046" y="68024"/>
                </a:cubicBezTo>
                <a:cubicBezTo>
                  <a:pt x="3614555" y="68024"/>
                  <a:pt x="3613072" y="67946"/>
                  <a:pt x="3611596" y="67791"/>
                </a:cubicBezTo>
                <a:cubicBezTo>
                  <a:pt x="3610121" y="67635"/>
                  <a:pt x="3608622" y="67371"/>
                  <a:pt x="3607100" y="66999"/>
                </a:cubicBezTo>
                <a:lnTo>
                  <a:pt x="3607100" y="86567"/>
                </a:lnTo>
                <a:lnTo>
                  <a:pt x="3598993" y="86567"/>
                </a:lnTo>
                <a:lnTo>
                  <a:pt x="3598993" y="20687"/>
                </a:lnTo>
                <a:lnTo>
                  <a:pt x="3606215" y="20687"/>
                </a:lnTo>
                <a:lnTo>
                  <a:pt x="3606727" y="28514"/>
                </a:lnTo>
                <a:cubicBezTo>
                  <a:pt x="3609057" y="25315"/>
                  <a:pt x="3611542" y="23071"/>
                  <a:pt x="3614182" y="21782"/>
                </a:cubicBezTo>
                <a:cubicBezTo>
                  <a:pt x="3616822" y="20493"/>
                  <a:pt x="3619680" y="19848"/>
                  <a:pt x="3622755" y="19848"/>
                </a:cubicBezTo>
                <a:cubicBezTo>
                  <a:pt x="3625426" y="19848"/>
                  <a:pt x="3627771" y="20407"/>
                  <a:pt x="3629790" y="21525"/>
                </a:cubicBezTo>
                <a:cubicBezTo>
                  <a:pt x="3631809" y="22644"/>
                  <a:pt x="3633502" y="24220"/>
                  <a:pt x="3634869" y="26254"/>
                </a:cubicBezTo>
                <a:cubicBezTo>
                  <a:pt x="3636235" y="28289"/>
                  <a:pt x="3637261" y="30743"/>
                  <a:pt x="3637944" y="33616"/>
                </a:cubicBezTo>
                <a:cubicBezTo>
                  <a:pt x="3638627" y="36489"/>
                  <a:pt x="3638969" y="39696"/>
                  <a:pt x="3638969" y="43237"/>
                </a:cubicBezTo>
                <a:moveTo>
                  <a:pt x="3630676" y="43610"/>
                </a:moveTo>
                <a:cubicBezTo>
                  <a:pt x="3630676" y="41156"/>
                  <a:pt x="3630497" y="38904"/>
                  <a:pt x="3630140" y="36854"/>
                </a:cubicBezTo>
                <a:cubicBezTo>
                  <a:pt x="3629783" y="34804"/>
                  <a:pt x="3629216" y="33049"/>
                  <a:pt x="3628439" y="31589"/>
                </a:cubicBezTo>
                <a:cubicBezTo>
                  <a:pt x="3627663" y="30129"/>
                  <a:pt x="3626669" y="28988"/>
                  <a:pt x="3625457" y="28165"/>
                </a:cubicBezTo>
                <a:cubicBezTo>
                  <a:pt x="3624246" y="27342"/>
                  <a:pt x="3622802" y="26930"/>
                  <a:pt x="3621124" y="26930"/>
                </a:cubicBezTo>
                <a:cubicBezTo>
                  <a:pt x="3620099" y="26930"/>
                  <a:pt x="3619059" y="27093"/>
                  <a:pt x="3618003" y="27419"/>
                </a:cubicBezTo>
                <a:cubicBezTo>
                  <a:pt x="3616947" y="27745"/>
                  <a:pt x="3615852" y="28289"/>
                  <a:pt x="3614718" y="29050"/>
                </a:cubicBezTo>
                <a:cubicBezTo>
                  <a:pt x="3613584" y="29811"/>
                  <a:pt x="3612388" y="30820"/>
                  <a:pt x="3611130" y="32078"/>
                </a:cubicBezTo>
                <a:cubicBezTo>
                  <a:pt x="3609872" y="33336"/>
                  <a:pt x="3608529" y="34897"/>
                  <a:pt x="3607100" y="36761"/>
                </a:cubicBezTo>
                <a:lnTo>
                  <a:pt x="3607100" y="59451"/>
                </a:lnTo>
                <a:cubicBezTo>
                  <a:pt x="3608591" y="60072"/>
                  <a:pt x="3610160" y="60561"/>
                  <a:pt x="3611806" y="60919"/>
                </a:cubicBezTo>
                <a:cubicBezTo>
                  <a:pt x="3613452" y="61276"/>
                  <a:pt x="3615067" y="61454"/>
                  <a:pt x="3616651" y="61454"/>
                </a:cubicBezTo>
                <a:cubicBezTo>
                  <a:pt x="3621031" y="61454"/>
                  <a:pt x="3624463" y="59971"/>
                  <a:pt x="3626948" y="57005"/>
                </a:cubicBezTo>
                <a:cubicBezTo>
                  <a:pt x="3629433" y="54038"/>
                  <a:pt x="3630676" y="49573"/>
                  <a:pt x="3630676" y="43610"/>
                </a:cubicBezTo>
                <a:close/>
                <a:moveTo>
                  <a:pt x="3688451" y="67465"/>
                </a:moveTo>
                <a:lnTo>
                  <a:pt x="3681183" y="67465"/>
                </a:lnTo>
                <a:lnTo>
                  <a:pt x="3680903" y="59917"/>
                </a:lnTo>
                <a:cubicBezTo>
                  <a:pt x="3679506" y="61532"/>
                  <a:pt x="3678178" y="62875"/>
                  <a:pt x="3676920" y="63947"/>
                </a:cubicBezTo>
                <a:cubicBezTo>
                  <a:pt x="3675662" y="65019"/>
                  <a:pt x="3674412" y="65881"/>
                  <a:pt x="3673169" y="66533"/>
                </a:cubicBezTo>
                <a:cubicBezTo>
                  <a:pt x="3671927" y="67185"/>
                  <a:pt x="3670676" y="67643"/>
                  <a:pt x="3669419" y="67907"/>
                </a:cubicBezTo>
                <a:cubicBezTo>
                  <a:pt x="3668161" y="68171"/>
                  <a:pt x="3666833" y="68303"/>
                  <a:pt x="3665435" y="68303"/>
                </a:cubicBezTo>
                <a:cubicBezTo>
                  <a:pt x="3660620" y="68303"/>
                  <a:pt x="3656986" y="66890"/>
                  <a:pt x="3654532" y="64063"/>
                </a:cubicBezTo>
                <a:cubicBezTo>
                  <a:pt x="3652079" y="61237"/>
                  <a:pt x="3650852" y="56966"/>
                  <a:pt x="3650852" y="51251"/>
                </a:cubicBezTo>
                <a:lnTo>
                  <a:pt x="3650852" y="20687"/>
                </a:lnTo>
                <a:lnTo>
                  <a:pt x="3658959" y="20687"/>
                </a:lnTo>
                <a:lnTo>
                  <a:pt x="3658959" y="50598"/>
                </a:lnTo>
                <a:cubicBezTo>
                  <a:pt x="3658959" y="57774"/>
                  <a:pt x="3661661" y="61361"/>
                  <a:pt x="3667066" y="61361"/>
                </a:cubicBezTo>
                <a:cubicBezTo>
                  <a:pt x="3668060" y="61361"/>
                  <a:pt x="3669030" y="61214"/>
                  <a:pt x="3669978" y="60919"/>
                </a:cubicBezTo>
                <a:cubicBezTo>
                  <a:pt x="3670925" y="60623"/>
                  <a:pt x="3671919" y="60111"/>
                  <a:pt x="3672959" y="59381"/>
                </a:cubicBezTo>
                <a:cubicBezTo>
                  <a:pt x="3674000" y="58651"/>
                  <a:pt x="3675118" y="57665"/>
                  <a:pt x="3676314" y="56422"/>
                </a:cubicBezTo>
                <a:cubicBezTo>
                  <a:pt x="3677510" y="55180"/>
                  <a:pt x="3678853" y="53611"/>
                  <a:pt x="3680344" y="51717"/>
                </a:cubicBezTo>
                <a:lnTo>
                  <a:pt x="3680344" y="20687"/>
                </a:lnTo>
                <a:lnTo>
                  <a:pt x="3688451" y="20687"/>
                </a:lnTo>
                <a:lnTo>
                  <a:pt x="3688451" y="67465"/>
                </a:lnTo>
                <a:close/>
                <a:moveTo>
                  <a:pt x="3742686" y="43237"/>
                </a:moveTo>
                <a:cubicBezTo>
                  <a:pt x="3742686" y="47399"/>
                  <a:pt x="3742103" y="51033"/>
                  <a:pt x="3740939" y="54139"/>
                </a:cubicBezTo>
                <a:cubicBezTo>
                  <a:pt x="3739774" y="57246"/>
                  <a:pt x="3738166" y="59824"/>
                  <a:pt x="3736116" y="61874"/>
                </a:cubicBezTo>
                <a:cubicBezTo>
                  <a:pt x="3734066" y="63924"/>
                  <a:pt x="3731644" y="65461"/>
                  <a:pt x="3728848" y="66486"/>
                </a:cubicBezTo>
                <a:cubicBezTo>
                  <a:pt x="3726053" y="67511"/>
                  <a:pt x="3723024" y="68024"/>
                  <a:pt x="3719763" y="68024"/>
                </a:cubicBezTo>
                <a:cubicBezTo>
                  <a:pt x="3718272" y="68024"/>
                  <a:pt x="3716789" y="67946"/>
                  <a:pt x="3715313" y="67791"/>
                </a:cubicBezTo>
                <a:cubicBezTo>
                  <a:pt x="3713838" y="67635"/>
                  <a:pt x="3712339" y="67371"/>
                  <a:pt x="3710817" y="66999"/>
                </a:cubicBezTo>
                <a:lnTo>
                  <a:pt x="3710817" y="86567"/>
                </a:lnTo>
                <a:lnTo>
                  <a:pt x="3702710" y="86567"/>
                </a:lnTo>
                <a:lnTo>
                  <a:pt x="3702710" y="20687"/>
                </a:lnTo>
                <a:lnTo>
                  <a:pt x="3709932" y="20687"/>
                </a:lnTo>
                <a:lnTo>
                  <a:pt x="3710444" y="28514"/>
                </a:lnTo>
                <a:cubicBezTo>
                  <a:pt x="3712774" y="25315"/>
                  <a:pt x="3715259" y="23071"/>
                  <a:pt x="3717899" y="21782"/>
                </a:cubicBezTo>
                <a:cubicBezTo>
                  <a:pt x="3720539" y="20493"/>
                  <a:pt x="3723397" y="19848"/>
                  <a:pt x="3726472" y="19848"/>
                </a:cubicBezTo>
                <a:cubicBezTo>
                  <a:pt x="3729143" y="19848"/>
                  <a:pt x="3731488" y="20407"/>
                  <a:pt x="3733507" y="21525"/>
                </a:cubicBezTo>
                <a:cubicBezTo>
                  <a:pt x="3735526" y="22644"/>
                  <a:pt x="3737219" y="24220"/>
                  <a:pt x="3738586" y="26254"/>
                </a:cubicBezTo>
                <a:cubicBezTo>
                  <a:pt x="3739952" y="28289"/>
                  <a:pt x="3740977" y="30743"/>
                  <a:pt x="3741661" y="33616"/>
                </a:cubicBezTo>
                <a:cubicBezTo>
                  <a:pt x="3742344" y="36489"/>
                  <a:pt x="3742686" y="39696"/>
                  <a:pt x="3742686" y="43237"/>
                </a:cubicBezTo>
                <a:moveTo>
                  <a:pt x="3734393" y="43610"/>
                </a:moveTo>
                <a:cubicBezTo>
                  <a:pt x="3734393" y="41156"/>
                  <a:pt x="3734214" y="38904"/>
                  <a:pt x="3733857" y="36854"/>
                </a:cubicBezTo>
                <a:cubicBezTo>
                  <a:pt x="3733500" y="34804"/>
                  <a:pt x="3732933" y="33049"/>
                  <a:pt x="3732156" y="31589"/>
                </a:cubicBezTo>
                <a:cubicBezTo>
                  <a:pt x="3731380" y="30129"/>
                  <a:pt x="3730386" y="28988"/>
                  <a:pt x="3729174" y="28165"/>
                </a:cubicBezTo>
                <a:cubicBezTo>
                  <a:pt x="3727963" y="27342"/>
                  <a:pt x="3726519" y="26930"/>
                  <a:pt x="3724841" y="26930"/>
                </a:cubicBezTo>
                <a:cubicBezTo>
                  <a:pt x="3723816" y="26930"/>
                  <a:pt x="3722776" y="27093"/>
                  <a:pt x="3721720" y="27419"/>
                </a:cubicBezTo>
                <a:cubicBezTo>
                  <a:pt x="3720664" y="27745"/>
                  <a:pt x="3719569" y="28289"/>
                  <a:pt x="3718435" y="29050"/>
                </a:cubicBezTo>
                <a:cubicBezTo>
                  <a:pt x="3717301" y="29811"/>
                  <a:pt x="3716105" y="30820"/>
                  <a:pt x="3714847" y="32078"/>
                </a:cubicBezTo>
                <a:cubicBezTo>
                  <a:pt x="3713589" y="33336"/>
                  <a:pt x="3712246" y="34897"/>
                  <a:pt x="3710817" y="36761"/>
                </a:cubicBezTo>
                <a:lnTo>
                  <a:pt x="3710817" y="59451"/>
                </a:lnTo>
                <a:cubicBezTo>
                  <a:pt x="3712308" y="60072"/>
                  <a:pt x="3713877" y="60561"/>
                  <a:pt x="3715523" y="60919"/>
                </a:cubicBezTo>
                <a:cubicBezTo>
                  <a:pt x="3717169" y="61276"/>
                  <a:pt x="3718784" y="61454"/>
                  <a:pt x="3720368" y="61454"/>
                </a:cubicBezTo>
                <a:cubicBezTo>
                  <a:pt x="3724748" y="61454"/>
                  <a:pt x="3728180" y="59971"/>
                  <a:pt x="3730665" y="57005"/>
                </a:cubicBezTo>
                <a:cubicBezTo>
                  <a:pt x="3733150" y="54038"/>
                  <a:pt x="3734393" y="49573"/>
                  <a:pt x="3734393" y="43610"/>
                </a:cubicBezTo>
                <a:close/>
                <a:moveTo>
                  <a:pt x="3794451" y="25159"/>
                </a:moveTo>
                <a:cubicBezTo>
                  <a:pt x="3794451" y="27644"/>
                  <a:pt x="3793985" y="30106"/>
                  <a:pt x="3793053" y="32544"/>
                </a:cubicBezTo>
                <a:cubicBezTo>
                  <a:pt x="3792122" y="34983"/>
                  <a:pt x="3790677" y="37165"/>
                  <a:pt x="3788720" y="39090"/>
                </a:cubicBezTo>
                <a:cubicBezTo>
                  <a:pt x="3786764" y="41016"/>
                  <a:pt x="3784263" y="42577"/>
                  <a:pt x="3781219" y="43773"/>
                </a:cubicBezTo>
                <a:cubicBezTo>
                  <a:pt x="3778175" y="44969"/>
                  <a:pt x="3774541" y="45567"/>
                  <a:pt x="3770317" y="45567"/>
                </a:cubicBezTo>
                <a:lnTo>
                  <a:pt x="3762769" y="45567"/>
                </a:lnTo>
                <a:lnTo>
                  <a:pt x="3762769" y="67465"/>
                </a:lnTo>
                <a:lnTo>
                  <a:pt x="3754476" y="67465"/>
                </a:lnTo>
                <a:lnTo>
                  <a:pt x="3754476" y="6523"/>
                </a:lnTo>
                <a:lnTo>
                  <a:pt x="3771621" y="6523"/>
                </a:lnTo>
                <a:cubicBezTo>
                  <a:pt x="3774634" y="6523"/>
                  <a:pt x="3777523" y="6857"/>
                  <a:pt x="3780287" y="7525"/>
                </a:cubicBezTo>
                <a:cubicBezTo>
                  <a:pt x="3783052" y="8192"/>
                  <a:pt x="3785482" y="9272"/>
                  <a:pt x="3787579" y="10763"/>
                </a:cubicBezTo>
                <a:cubicBezTo>
                  <a:pt x="3789675" y="12254"/>
                  <a:pt x="3791345" y="14179"/>
                  <a:pt x="3792587" y="16540"/>
                </a:cubicBezTo>
                <a:cubicBezTo>
                  <a:pt x="3793830" y="18901"/>
                  <a:pt x="3794451" y="21774"/>
                  <a:pt x="3794451" y="25159"/>
                </a:cubicBezTo>
                <a:moveTo>
                  <a:pt x="3785832" y="25532"/>
                </a:moveTo>
                <a:cubicBezTo>
                  <a:pt x="3785832" y="21619"/>
                  <a:pt x="3784550" y="18621"/>
                  <a:pt x="3781988" y="16540"/>
                </a:cubicBezTo>
                <a:cubicBezTo>
                  <a:pt x="3779425" y="14459"/>
                  <a:pt x="3775846" y="13418"/>
                  <a:pt x="3771249" y="13418"/>
                </a:cubicBezTo>
                <a:lnTo>
                  <a:pt x="3762769" y="13418"/>
                </a:lnTo>
                <a:lnTo>
                  <a:pt x="3762769" y="38485"/>
                </a:lnTo>
                <a:lnTo>
                  <a:pt x="3770503" y="38485"/>
                </a:lnTo>
                <a:cubicBezTo>
                  <a:pt x="3775411" y="38485"/>
                  <a:pt x="3779192" y="37413"/>
                  <a:pt x="3781848" y="35270"/>
                </a:cubicBezTo>
                <a:cubicBezTo>
                  <a:pt x="3784504" y="33127"/>
                  <a:pt x="3785832" y="29881"/>
                  <a:pt x="3785832" y="25532"/>
                </a:cubicBezTo>
                <a:close/>
                <a:moveTo>
                  <a:pt x="3808337" y="20687"/>
                </a:moveTo>
                <a:lnTo>
                  <a:pt x="3815746" y="20687"/>
                </a:lnTo>
                <a:lnTo>
                  <a:pt x="3815978" y="29284"/>
                </a:lnTo>
                <a:cubicBezTo>
                  <a:pt x="3818743" y="25969"/>
                  <a:pt x="3821469" y="23567"/>
                  <a:pt x="3824155" y="22080"/>
                </a:cubicBezTo>
                <a:cubicBezTo>
                  <a:pt x="3826842" y="20592"/>
                  <a:pt x="3829552" y="19848"/>
                  <a:pt x="3832286" y="19848"/>
                </a:cubicBezTo>
                <a:cubicBezTo>
                  <a:pt x="3837131" y="19848"/>
                  <a:pt x="3840804" y="21413"/>
                  <a:pt x="3843304" y="24542"/>
                </a:cubicBezTo>
                <a:cubicBezTo>
                  <a:pt x="3845805" y="27672"/>
                  <a:pt x="3846962" y="32319"/>
                  <a:pt x="3846776" y="38485"/>
                </a:cubicBezTo>
                <a:lnTo>
                  <a:pt x="3838575" y="38485"/>
                </a:lnTo>
                <a:cubicBezTo>
                  <a:pt x="3838669" y="34401"/>
                  <a:pt x="3838071" y="31439"/>
                  <a:pt x="3836782" y="29599"/>
                </a:cubicBezTo>
                <a:cubicBezTo>
                  <a:pt x="3835493" y="27757"/>
                  <a:pt x="3833606" y="26837"/>
                  <a:pt x="3831121" y="26837"/>
                </a:cubicBezTo>
                <a:cubicBezTo>
                  <a:pt x="3830034" y="26837"/>
                  <a:pt x="3828939" y="27030"/>
                  <a:pt x="3827836" y="27418"/>
                </a:cubicBezTo>
                <a:cubicBezTo>
                  <a:pt x="3826733" y="27804"/>
                  <a:pt x="3825600" y="28422"/>
                  <a:pt x="3824435" y="29273"/>
                </a:cubicBezTo>
                <a:cubicBezTo>
                  <a:pt x="3823270" y="30123"/>
                  <a:pt x="3822035" y="31213"/>
                  <a:pt x="3820731" y="32544"/>
                </a:cubicBezTo>
                <a:cubicBezTo>
                  <a:pt x="3819426" y="33874"/>
                  <a:pt x="3818029" y="35482"/>
                  <a:pt x="3816538" y="37369"/>
                </a:cubicBezTo>
                <a:lnTo>
                  <a:pt x="3816538" y="67465"/>
                </a:lnTo>
                <a:lnTo>
                  <a:pt x="3808337" y="67465"/>
                </a:lnTo>
                <a:lnTo>
                  <a:pt x="3808337" y="20687"/>
                </a:lnTo>
                <a:close/>
                <a:moveTo>
                  <a:pt x="3899007" y="43703"/>
                </a:moveTo>
                <a:cubicBezTo>
                  <a:pt x="3899007" y="47337"/>
                  <a:pt x="3898494" y="50668"/>
                  <a:pt x="3897469" y="53697"/>
                </a:cubicBezTo>
                <a:cubicBezTo>
                  <a:pt x="3896444" y="56725"/>
                  <a:pt x="3894969" y="59319"/>
                  <a:pt x="3893043" y="61478"/>
                </a:cubicBezTo>
                <a:cubicBezTo>
                  <a:pt x="3891117" y="63636"/>
                  <a:pt x="3888772" y="65314"/>
                  <a:pt x="3886008" y="66510"/>
                </a:cubicBezTo>
                <a:cubicBezTo>
                  <a:pt x="3883243" y="67705"/>
                  <a:pt x="3880106" y="68303"/>
                  <a:pt x="3876596" y="68303"/>
                </a:cubicBezTo>
                <a:cubicBezTo>
                  <a:pt x="3873242" y="68303"/>
                  <a:pt x="3870236" y="67783"/>
                  <a:pt x="3867581" y="66742"/>
                </a:cubicBezTo>
                <a:cubicBezTo>
                  <a:pt x="3864925" y="65702"/>
                  <a:pt x="3862673" y="64172"/>
                  <a:pt x="3860825" y="62153"/>
                </a:cubicBezTo>
                <a:cubicBezTo>
                  <a:pt x="3858977" y="60134"/>
                  <a:pt x="3857564" y="57634"/>
                  <a:pt x="3856585" y="54652"/>
                </a:cubicBezTo>
                <a:cubicBezTo>
                  <a:pt x="3855607" y="51670"/>
                  <a:pt x="3855117" y="48238"/>
                  <a:pt x="3855117" y="44355"/>
                </a:cubicBezTo>
                <a:cubicBezTo>
                  <a:pt x="3855117" y="40721"/>
                  <a:pt x="3855630" y="37405"/>
                  <a:pt x="3856655" y="34408"/>
                </a:cubicBezTo>
                <a:cubicBezTo>
                  <a:pt x="3857680" y="31411"/>
                  <a:pt x="3859155" y="28832"/>
                  <a:pt x="3861081" y="26674"/>
                </a:cubicBezTo>
                <a:cubicBezTo>
                  <a:pt x="3863007" y="24515"/>
                  <a:pt x="3865352" y="22838"/>
                  <a:pt x="3868117" y="21642"/>
                </a:cubicBezTo>
                <a:cubicBezTo>
                  <a:pt x="3870881" y="20446"/>
                  <a:pt x="3874018" y="19848"/>
                  <a:pt x="3877528" y="19848"/>
                </a:cubicBezTo>
                <a:cubicBezTo>
                  <a:pt x="3880883" y="19848"/>
                  <a:pt x="3883888" y="20368"/>
                  <a:pt x="3886543" y="21409"/>
                </a:cubicBezTo>
                <a:cubicBezTo>
                  <a:pt x="3889199" y="22449"/>
                  <a:pt x="3891451" y="23971"/>
                  <a:pt x="3893299" y="25975"/>
                </a:cubicBezTo>
                <a:cubicBezTo>
                  <a:pt x="3895147" y="27978"/>
                  <a:pt x="3896561" y="30471"/>
                  <a:pt x="3897539" y="33453"/>
                </a:cubicBezTo>
                <a:cubicBezTo>
                  <a:pt x="3898518" y="36435"/>
                  <a:pt x="3899007" y="39851"/>
                  <a:pt x="3899007" y="43703"/>
                </a:cubicBezTo>
                <a:moveTo>
                  <a:pt x="3890713" y="44076"/>
                </a:moveTo>
                <a:cubicBezTo>
                  <a:pt x="3890713" y="41187"/>
                  <a:pt x="3890395" y="38663"/>
                  <a:pt x="3889758" y="36505"/>
                </a:cubicBezTo>
                <a:cubicBezTo>
                  <a:pt x="3889122" y="34346"/>
                  <a:pt x="3888213" y="32544"/>
                  <a:pt x="3887033" y="31100"/>
                </a:cubicBezTo>
                <a:cubicBezTo>
                  <a:pt x="3885852" y="29656"/>
                  <a:pt x="3884416" y="28568"/>
                  <a:pt x="3882723" y="27838"/>
                </a:cubicBezTo>
                <a:cubicBezTo>
                  <a:pt x="3881030" y="27109"/>
                  <a:pt x="3879143" y="26744"/>
                  <a:pt x="3877062" y="26744"/>
                </a:cubicBezTo>
                <a:cubicBezTo>
                  <a:pt x="3874639" y="26744"/>
                  <a:pt x="3872566" y="27217"/>
                  <a:pt x="3870842" y="28165"/>
                </a:cubicBezTo>
                <a:cubicBezTo>
                  <a:pt x="3869118" y="29112"/>
                  <a:pt x="3867705" y="30378"/>
                  <a:pt x="3866602" y="31962"/>
                </a:cubicBezTo>
                <a:cubicBezTo>
                  <a:pt x="3865500" y="33546"/>
                  <a:pt x="3864692" y="35386"/>
                  <a:pt x="3864180" y="37483"/>
                </a:cubicBezTo>
                <a:cubicBezTo>
                  <a:pt x="3863667" y="39580"/>
                  <a:pt x="3863411" y="41777"/>
                  <a:pt x="3863411" y="44076"/>
                </a:cubicBezTo>
                <a:cubicBezTo>
                  <a:pt x="3863411" y="46964"/>
                  <a:pt x="3863729" y="49496"/>
                  <a:pt x="3864366" y="51670"/>
                </a:cubicBezTo>
                <a:cubicBezTo>
                  <a:pt x="3865003" y="53844"/>
                  <a:pt x="3865911" y="55654"/>
                  <a:pt x="3867091" y="57098"/>
                </a:cubicBezTo>
                <a:cubicBezTo>
                  <a:pt x="3868272" y="58542"/>
                  <a:pt x="3869701" y="59629"/>
                  <a:pt x="3871378" y="60359"/>
                </a:cubicBezTo>
                <a:cubicBezTo>
                  <a:pt x="3873055" y="61089"/>
                  <a:pt x="3874950" y="61454"/>
                  <a:pt x="3877062" y="61454"/>
                </a:cubicBezTo>
                <a:cubicBezTo>
                  <a:pt x="3879485" y="61454"/>
                  <a:pt x="3881558" y="60981"/>
                  <a:pt x="3883282" y="60033"/>
                </a:cubicBezTo>
                <a:cubicBezTo>
                  <a:pt x="3885006" y="59086"/>
                  <a:pt x="3886419" y="57820"/>
                  <a:pt x="3887522" y="56236"/>
                </a:cubicBezTo>
                <a:cubicBezTo>
                  <a:pt x="3888625" y="54652"/>
                  <a:pt x="3889432" y="52812"/>
                  <a:pt x="3889945" y="50715"/>
                </a:cubicBezTo>
                <a:cubicBezTo>
                  <a:pt x="3890457" y="48618"/>
                  <a:pt x="3890713" y="46405"/>
                  <a:pt x="3890713" y="44076"/>
                </a:cubicBezTo>
                <a:close/>
                <a:moveTo>
                  <a:pt x="3950120" y="43237"/>
                </a:moveTo>
                <a:cubicBezTo>
                  <a:pt x="3950120" y="47399"/>
                  <a:pt x="3949537" y="51033"/>
                  <a:pt x="3948373" y="54139"/>
                </a:cubicBezTo>
                <a:cubicBezTo>
                  <a:pt x="3947208" y="57246"/>
                  <a:pt x="3945600" y="59824"/>
                  <a:pt x="3943550" y="61874"/>
                </a:cubicBezTo>
                <a:cubicBezTo>
                  <a:pt x="3941500" y="63924"/>
                  <a:pt x="3939078" y="65461"/>
                  <a:pt x="3936282" y="66486"/>
                </a:cubicBezTo>
                <a:cubicBezTo>
                  <a:pt x="3933487" y="67511"/>
                  <a:pt x="3930458" y="68024"/>
                  <a:pt x="3927197" y="68024"/>
                </a:cubicBezTo>
                <a:cubicBezTo>
                  <a:pt x="3925706" y="68024"/>
                  <a:pt x="3924223" y="67946"/>
                  <a:pt x="3922747" y="67791"/>
                </a:cubicBezTo>
                <a:cubicBezTo>
                  <a:pt x="3921272" y="67635"/>
                  <a:pt x="3919773" y="67371"/>
                  <a:pt x="3918251" y="66999"/>
                </a:cubicBezTo>
                <a:lnTo>
                  <a:pt x="3918251" y="86567"/>
                </a:lnTo>
                <a:lnTo>
                  <a:pt x="3910144" y="86567"/>
                </a:lnTo>
                <a:lnTo>
                  <a:pt x="3910144" y="20687"/>
                </a:lnTo>
                <a:lnTo>
                  <a:pt x="3917366" y="20687"/>
                </a:lnTo>
                <a:lnTo>
                  <a:pt x="3917878" y="28514"/>
                </a:lnTo>
                <a:cubicBezTo>
                  <a:pt x="3920208" y="25315"/>
                  <a:pt x="3922693" y="23071"/>
                  <a:pt x="3925333" y="21782"/>
                </a:cubicBezTo>
                <a:cubicBezTo>
                  <a:pt x="3927973" y="20493"/>
                  <a:pt x="3930831" y="19848"/>
                  <a:pt x="3933906" y="19848"/>
                </a:cubicBezTo>
                <a:cubicBezTo>
                  <a:pt x="3936577" y="19848"/>
                  <a:pt x="3938922" y="20407"/>
                  <a:pt x="3940941" y="21525"/>
                </a:cubicBezTo>
                <a:cubicBezTo>
                  <a:pt x="3942960" y="22644"/>
                  <a:pt x="3944653" y="24220"/>
                  <a:pt x="3946020" y="26254"/>
                </a:cubicBezTo>
                <a:cubicBezTo>
                  <a:pt x="3947386" y="28289"/>
                  <a:pt x="3948411" y="30743"/>
                  <a:pt x="3949095" y="33616"/>
                </a:cubicBezTo>
                <a:cubicBezTo>
                  <a:pt x="3949778" y="36489"/>
                  <a:pt x="3950120" y="39696"/>
                  <a:pt x="3950120" y="43237"/>
                </a:cubicBezTo>
                <a:moveTo>
                  <a:pt x="3941826" y="43610"/>
                </a:moveTo>
                <a:cubicBezTo>
                  <a:pt x="3941826" y="41156"/>
                  <a:pt x="3941648" y="38904"/>
                  <a:pt x="3941291" y="36854"/>
                </a:cubicBezTo>
                <a:cubicBezTo>
                  <a:pt x="3940933" y="34804"/>
                  <a:pt x="3940367" y="33049"/>
                  <a:pt x="3939590" y="31589"/>
                </a:cubicBezTo>
                <a:cubicBezTo>
                  <a:pt x="3938814" y="30129"/>
                  <a:pt x="3937820" y="28988"/>
                  <a:pt x="3936608" y="28165"/>
                </a:cubicBezTo>
                <a:cubicBezTo>
                  <a:pt x="3935397" y="27342"/>
                  <a:pt x="3933952" y="26930"/>
                  <a:pt x="3932275" y="26930"/>
                </a:cubicBezTo>
                <a:cubicBezTo>
                  <a:pt x="3931250" y="26930"/>
                  <a:pt x="3930210" y="27093"/>
                  <a:pt x="3929154" y="27419"/>
                </a:cubicBezTo>
                <a:cubicBezTo>
                  <a:pt x="3928097" y="27745"/>
                  <a:pt x="3927003" y="28289"/>
                  <a:pt x="3925869" y="29050"/>
                </a:cubicBezTo>
                <a:cubicBezTo>
                  <a:pt x="3924735" y="29811"/>
                  <a:pt x="3923539" y="30820"/>
                  <a:pt x="3922281" y="32078"/>
                </a:cubicBezTo>
                <a:cubicBezTo>
                  <a:pt x="3921023" y="33336"/>
                  <a:pt x="3919680" y="34897"/>
                  <a:pt x="3918251" y="36761"/>
                </a:cubicBezTo>
                <a:lnTo>
                  <a:pt x="3918251" y="59451"/>
                </a:lnTo>
                <a:cubicBezTo>
                  <a:pt x="3919742" y="60072"/>
                  <a:pt x="3921311" y="60561"/>
                  <a:pt x="3922957" y="60919"/>
                </a:cubicBezTo>
                <a:cubicBezTo>
                  <a:pt x="3924603" y="61276"/>
                  <a:pt x="3926218" y="61454"/>
                  <a:pt x="3927802" y="61454"/>
                </a:cubicBezTo>
                <a:cubicBezTo>
                  <a:pt x="3932182" y="61454"/>
                  <a:pt x="3935614" y="59971"/>
                  <a:pt x="3938099" y="57005"/>
                </a:cubicBezTo>
                <a:cubicBezTo>
                  <a:pt x="3940584" y="54038"/>
                  <a:pt x="3941826" y="49573"/>
                  <a:pt x="3941826" y="43610"/>
                </a:cubicBezTo>
                <a:close/>
                <a:moveTo>
                  <a:pt x="3999043" y="54699"/>
                </a:moveTo>
                <a:cubicBezTo>
                  <a:pt x="3999043" y="56345"/>
                  <a:pt x="3998763" y="57820"/>
                  <a:pt x="3998204" y="59125"/>
                </a:cubicBezTo>
                <a:cubicBezTo>
                  <a:pt x="3997645" y="60429"/>
                  <a:pt x="3996884" y="61586"/>
                  <a:pt x="3995921" y="62596"/>
                </a:cubicBezTo>
                <a:cubicBezTo>
                  <a:pt x="3994958" y="63605"/>
                  <a:pt x="3993840" y="64467"/>
                  <a:pt x="3992567" y="65182"/>
                </a:cubicBezTo>
                <a:cubicBezTo>
                  <a:pt x="3991293" y="65896"/>
                  <a:pt x="3989934" y="66486"/>
                  <a:pt x="3988490" y="66952"/>
                </a:cubicBezTo>
                <a:cubicBezTo>
                  <a:pt x="3987046" y="67418"/>
                  <a:pt x="3985562" y="67760"/>
                  <a:pt x="3984040" y="67977"/>
                </a:cubicBezTo>
                <a:cubicBezTo>
                  <a:pt x="3982518" y="68195"/>
                  <a:pt x="3981028" y="68303"/>
                  <a:pt x="3979568" y="68303"/>
                </a:cubicBezTo>
                <a:cubicBezTo>
                  <a:pt x="3976399" y="68303"/>
                  <a:pt x="3973487" y="68164"/>
                  <a:pt x="3970832" y="67884"/>
                </a:cubicBezTo>
                <a:cubicBezTo>
                  <a:pt x="3968176" y="67604"/>
                  <a:pt x="3965575" y="67154"/>
                  <a:pt x="3963028" y="66533"/>
                </a:cubicBezTo>
                <a:lnTo>
                  <a:pt x="3963028" y="59078"/>
                </a:lnTo>
                <a:cubicBezTo>
                  <a:pt x="3965761" y="59855"/>
                  <a:pt x="3968479" y="60445"/>
                  <a:pt x="3971181" y="60849"/>
                </a:cubicBezTo>
                <a:cubicBezTo>
                  <a:pt x="3973883" y="61252"/>
                  <a:pt x="3976570" y="61454"/>
                  <a:pt x="3979242" y="61454"/>
                </a:cubicBezTo>
                <a:cubicBezTo>
                  <a:pt x="3983124" y="61454"/>
                  <a:pt x="3985997" y="60926"/>
                  <a:pt x="3987861" y="59870"/>
                </a:cubicBezTo>
                <a:cubicBezTo>
                  <a:pt x="3989725" y="58814"/>
                  <a:pt x="3990656" y="57308"/>
                  <a:pt x="3990656" y="55351"/>
                </a:cubicBezTo>
                <a:cubicBezTo>
                  <a:pt x="3990656" y="54512"/>
                  <a:pt x="3990509" y="53759"/>
                  <a:pt x="3990214" y="53091"/>
                </a:cubicBezTo>
                <a:cubicBezTo>
                  <a:pt x="3989919" y="52423"/>
                  <a:pt x="3989383" y="51787"/>
                  <a:pt x="3988606" y="51181"/>
                </a:cubicBezTo>
                <a:cubicBezTo>
                  <a:pt x="3987830" y="50575"/>
                  <a:pt x="3986626" y="49946"/>
                  <a:pt x="3984996" y="49294"/>
                </a:cubicBezTo>
                <a:cubicBezTo>
                  <a:pt x="3983365" y="48642"/>
                  <a:pt x="3981136" y="47896"/>
                  <a:pt x="3978310" y="47058"/>
                </a:cubicBezTo>
                <a:cubicBezTo>
                  <a:pt x="3976198" y="46436"/>
                  <a:pt x="3974248" y="45730"/>
                  <a:pt x="3972462" y="44938"/>
                </a:cubicBezTo>
                <a:cubicBezTo>
                  <a:pt x="3970676" y="44146"/>
                  <a:pt x="3969131" y="43206"/>
                  <a:pt x="3967827" y="42119"/>
                </a:cubicBezTo>
                <a:cubicBezTo>
                  <a:pt x="3966522" y="41032"/>
                  <a:pt x="3965497" y="39758"/>
                  <a:pt x="3964752" y="38298"/>
                </a:cubicBezTo>
                <a:cubicBezTo>
                  <a:pt x="3964006" y="36838"/>
                  <a:pt x="3963633" y="35115"/>
                  <a:pt x="3963633" y="33127"/>
                </a:cubicBezTo>
                <a:cubicBezTo>
                  <a:pt x="3963633" y="31822"/>
                  <a:pt x="3963936" y="30393"/>
                  <a:pt x="3964542" y="28840"/>
                </a:cubicBezTo>
                <a:cubicBezTo>
                  <a:pt x="3965148" y="27287"/>
                  <a:pt x="3966180" y="25843"/>
                  <a:pt x="3967640" y="24507"/>
                </a:cubicBezTo>
                <a:cubicBezTo>
                  <a:pt x="3969100" y="23172"/>
                  <a:pt x="3971072" y="22061"/>
                  <a:pt x="3973557" y="21176"/>
                </a:cubicBezTo>
                <a:cubicBezTo>
                  <a:pt x="3976042" y="20291"/>
                  <a:pt x="3979148" y="19848"/>
                  <a:pt x="3982876" y="19848"/>
                </a:cubicBezTo>
                <a:cubicBezTo>
                  <a:pt x="3984708" y="19848"/>
                  <a:pt x="3986743" y="19949"/>
                  <a:pt x="3988979" y="20151"/>
                </a:cubicBezTo>
                <a:cubicBezTo>
                  <a:pt x="3991216" y="20353"/>
                  <a:pt x="3993545" y="20702"/>
                  <a:pt x="3995968" y="21199"/>
                </a:cubicBezTo>
                <a:lnTo>
                  <a:pt x="3995968" y="28421"/>
                </a:lnTo>
                <a:cubicBezTo>
                  <a:pt x="3993421" y="27800"/>
                  <a:pt x="3991006" y="27342"/>
                  <a:pt x="3988723" y="27046"/>
                </a:cubicBezTo>
                <a:cubicBezTo>
                  <a:pt x="3986440" y="26751"/>
                  <a:pt x="3984460" y="26604"/>
                  <a:pt x="3982782" y="26604"/>
                </a:cubicBezTo>
                <a:cubicBezTo>
                  <a:pt x="3980764" y="26604"/>
                  <a:pt x="3979063" y="26759"/>
                  <a:pt x="3977681" y="27070"/>
                </a:cubicBezTo>
                <a:cubicBezTo>
                  <a:pt x="3976298" y="27380"/>
                  <a:pt x="3975180" y="27807"/>
                  <a:pt x="3974326" y="28351"/>
                </a:cubicBezTo>
                <a:cubicBezTo>
                  <a:pt x="3973472" y="28895"/>
                  <a:pt x="3972858" y="29531"/>
                  <a:pt x="3972486" y="30261"/>
                </a:cubicBezTo>
                <a:cubicBezTo>
                  <a:pt x="3972113" y="30991"/>
                  <a:pt x="3971927" y="31775"/>
                  <a:pt x="3971927" y="32614"/>
                </a:cubicBezTo>
                <a:cubicBezTo>
                  <a:pt x="3971927" y="33453"/>
                  <a:pt x="3972090" y="34214"/>
                  <a:pt x="3972416" y="34897"/>
                </a:cubicBezTo>
                <a:cubicBezTo>
                  <a:pt x="3972742" y="35580"/>
                  <a:pt x="3973348" y="36241"/>
                  <a:pt x="3974233" y="36877"/>
                </a:cubicBezTo>
                <a:cubicBezTo>
                  <a:pt x="3975118" y="37514"/>
                  <a:pt x="3976353" y="38151"/>
                  <a:pt x="3977937" y="38788"/>
                </a:cubicBezTo>
                <a:cubicBezTo>
                  <a:pt x="3979521" y="39424"/>
                  <a:pt x="3981587" y="40115"/>
                  <a:pt x="3984134" y="40861"/>
                </a:cubicBezTo>
                <a:cubicBezTo>
                  <a:pt x="3986898" y="41668"/>
                  <a:pt x="3989228" y="42515"/>
                  <a:pt x="3991122" y="43400"/>
                </a:cubicBezTo>
                <a:cubicBezTo>
                  <a:pt x="3993017" y="44285"/>
                  <a:pt x="3994555" y="45272"/>
                  <a:pt x="3995735" y="46359"/>
                </a:cubicBezTo>
                <a:cubicBezTo>
                  <a:pt x="3996915" y="47446"/>
                  <a:pt x="3997762" y="48673"/>
                  <a:pt x="3998274" y="50039"/>
                </a:cubicBezTo>
                <a:cubicBezTo>
                  <a:pt x="3998787" y="51406"/>
                  <a:pt x="3999043" y="52959"/>
                  <a:pt x="3999043" y="54699"/>
                </a:cubicBezTo>
                <a:close/>
                <a:moveTo>
                  <a:pt x="4116244" y="54699"/>
                </a:moveTo>
                <a:cubicBezTo>
                  <a:pt x="4116244" y="56345"/>
                  <a:pt x="4115964" y="57820"/>
                  <a:pt x="4115405" y="59125"/>
                </a:cubicBezTo>
                <a:cubicBezTo>
                  <a:pt x="4114846" y="60429"/>
                  <a:pt x="4114085" y="61586"/>
                  <a:pt x="4113122" y="62596"/>
                </a:cubicBezTo>
                <a:cubicBezTo>
                  <a:pt x="4112159" y="63605"/>
                  <a:pt x="4111041" y="64467"/>
                  <a:pt x="4109768" y="65182"/>
                </a:cubicBezTo>
                <a:cubicBezTo>
                  <a:pt x="4108494" y="65896"/>
                  <a:pt x="4107135" y="66486"/>
                  <a:pt x="4105691" y="66952"/>
                </a:cubicBezTo>
                <a:cubicBezTo>
                  <a:pt x="4104247" y="67418"/>
                  <a:pt x="4102763" y="67760"/>
                  <a:pt x="4101241" y="67977"/>
                </a:cubicBezTo>
                <a:cubicBezTo>
                  <a:pt x="4099719" y="68195"/>
                  <a:pt x="4098228" y="68303"/>
                  <a:pt x="4096769" y="68303"/>
                </a:cubicBezTo>
                <a:cubicBezTo>
                  <a:pt x="4093600" y="68303"/>
                  <a:pt x="4090688" y="68164"/>
                  <a:pt x="4088033" y="67884"/>
                </a:cubicBezTo>
                <a:cubicBezTo>
                  <a:pt x="4085377" y="67604"/>
                  <a:pt x="4082776" y="67154"/>
                  <a:pt x="4080229" y="66533"/>
                </a:cubicBezTo>
                <a:lnTo>
                  <a:pt x="4080229" y="59078"/>
                </a:lnTo>
                <a:cubicBezTo>
                  <a:pt x="4082962" y="59855"/>
                  <a:pt x="4085680" y="60445"/>
                  <a:pt x="4088382" y="60849"/>
                </a:cubicBezTo>
                <a:cubicBezTo>
                  <a:pt x="4091084" y="61252"/>
                  <a:pt x="4093771" y="61454"/>
                  <a:pt x="4096442" y="61454"/>
                </a:cubicBezTo>
                <a:cubicBezTo>
                  <a:pt x="4100325" y="61454"/>
                  <a:pt x="4103198" y="60926"/>
                  <a:pt x="4105062" y="59870"/>
                </a:cubicBezTo>
                <a:cubicBezTo>
                  <a:pt x="4106926" y="58814"/>
                  <a:pt x="4107857" y="57308"/>
                  <a:pt x="4107857" y="55351"/>
                </a:cubicBezTo>
                <a:cubicBezTo>
                  <a:pt x="4107857" y="54512"/>
                  <a:pt x="4107710" y="53759"/>
                  <a:pt x="4107415" y="53091"/>
                </a:cubicBezTo>
                <a:cubicBezTo>
                  <a:pt x="4107120" y="52423"/>
                  <a:pt x="4106584" y="51787"/>
                  <a:pt x="4105807" y="51181"/>
                </a:cubicBezTo>
                <a:cubicBezTo>
                  <a:pt x="4105031" y="50575"/>
                  <a:pt x="4103827" y="49946"/>
                  <a:pt x="4102197" y="49294"/>
                </a:cubicBezTo>
                <a:cubicBezTo>
                  <a:pt x="4100566" y="48642"/>
                  <a:pt x="4098337" y="47896"/>
                  <a:pt x="4095511" y="47058"/>
                </a:cubicBezTo>
                <a:cubicBezTo>
                  <a:pt x="4093398" y="46436"/>
                  <a:pt x="4091449" y="45730"/>
                  <a:pt x="4089663" y="44938"/>
                </a:cubicBezTo>
                <a:cubicBezTo>
                  <a:pt x="4087877" y="44146"/>
                  <a:pt x="4086332" y="43206"/>
                  <a:pt x="4085028" y="42119"/>
                </a:cubicBezTo>
                <a:cubicBezTo>
                  <a:pt x="4083723" y="41032"/>
                  <a:pt x="4082698" y="39758"/>
                  <a:pt x="4081952" y="38298"/>
                </a:cubicBezTo>
                <a:cubicBezTo>
                  <a:pt x="4081207" y="36838"/>
                  <a:pt x="4080834" y="35115"/>
                  <a:pt x="4080834" y="33127"/>
                </a:cubicBezTo>
                <a:cubicBezTo>
                  <a:pt x="4080834" y="31822"/>
                  <a:pt x="4081137" y="30393"/>
                  <a:pt x="4081743" y="28840"/>
                </a:cubicBezTo>
                <a:cubicBezTo>
                  <a:pt x="4082349" y="27287"/>
                  <a:pt x="4083381" y="25843"/>
                  <a:pt x="4084841" y="24507"/>
                </a:cubicBezTo>
                <a:cubicBezTo>
                  <a:pt x="4086301" y="23172"/>
                  <a:pt x="4088273" y="22061"/>
                  <a:pt x="4090758" y="21176"/>
                </a:cubicBezTo>
                <a:cubicBezTo>
                  <a:pt x="4093243" y="20291"/>
                  <a:pt x="4096349" y="19848"/>
                  <a:pt x="4100077" y="19848"/>
                </a:cubicBezTo>
                <a:cubicBezTo>
                  <a:pt x="4101909" y="19848"/>
                  <a:pt x="4103944" y="19949"/>
                  <a:pt x="4106180" y="20151"/>
                </a:cubicBezTo>
                <a:cubicBezTo>
                  <a:pt x="4108417" y="20353"/>
                  <a:pt x="4110746" y="20702"/>
                  <a:pt x="4113169" y="21199"/>
                </a:cubicBezTo>
                <a:lnTo>
                  <a:pt x="4113169" y="28421"/>
                </a:lnTo>
                <a:cubicBezTo>
                  <a:pt x="4110622" y="27800"/>
                  <a:pt x="4108207" y="27342"/>
                  <a:pt x="4105924" y="27046"/>
                </a:cubicBezTo>
                <a:cubicBezTo>
                  <a:pt x="4103641" y="26751"/>
                  <a:pt x="4101661" y="26604"/>
                  <a:pt x="4099983" y="26604"/>
                </a:cubicBezTo>
                <a:cubicBezTo>
                  <a:pt x="4097964" y="26604"/>
                  <a:pt x="4096264" y="26759"/>
                  <a:pt x="4094882" y="27070"/>
                </a:cubicBezTo>
                <a:cubicBezTo>
                  <a:pt x="4093499" y="27380"/>
                  <a:pt x="4092381" y="27807"/>
                  <a:pt x="4091527" y="28351"/>
                </a:cubicBezTo>
                <a:cubicBezTo>
                  <a:pt x="4090673" y="28895"/>
                  <a:pt x="4090059" y="29531"/>
                  <a:pt x="4089687" y="30261"/>
                </a:cubicBezTo>
                <a:cubicBezTo>
                  <a:pt x="4089314" y="30991"/>
                  <a:pt x="4089128" y="31775"/>
                  <a:pt x="4089128" y="32614"/>
                </a:cubicBezTo>
                <a:cubicBezTo>
                  <a:pt x="4089128" y="33453"/>
                  <a:pt x="4089291" y="34214"/>
                  <a:pt x="4089617" y="34897"/>
                </a:cubicBezTo>
                <a:cubicBezTo>
                  <a:pt x="4089943" y="35580"/>
                  <a:pt x="4090549" y="36241"/>
                  <a:pt x="4091434" y="36877"/>
                </a:cubicBezTo>
                <a:cubicBezTo>
                  <a:pt x="4092319" y="37514"/>
                  <a:pt x="4093554" y="38151"/>
                  <a:pt x="4095138" y="38788"/>
                </a:cubicBezTo>
                <a:cubicBezTo>
                  <a:pt x="4096722" y="39424"/>
                  <a:pt x="4098788" y="40115"/>
                  <a:pt x="4101335" y="40861"/>
                </a:cubicBezTo>
                <a:cubicBezTo>
                  <a:pt x="4104099" y="41668"/>
                  <a:pt x="4106429" y="42515"/>
                  <a:pt x="4108323" y="43400"/>
                </a:cubicBezTo>
                <a:cubicBezTo>
                  <a:pt x="4110218" y="44285"/>
                  <a:pt x="4111756" y="45272"/>
                  <a:pt x="4112936" y="46359"/>
                </a:cubicBezTo>
                <a:cubicBezTo>
                  <a:pt x="4114116" y="47446"/>
                  <a:pt x="4114963" y="48673"/>
                  <a:pt x="4115475" y="50039"/>
                </a:cubicBezTo>
                <a:cubicBezTo>
                  <a:pt x="4115988" y="51406"/>
                  <a:pt x="4116244" y="52959"/>
                  <a:pt x="4116244" y="54699"/>
                </a:cubicBezTo>
                <a:close/>
                <a:moveTo>
                  <a:pt x="4170571" y="41606"/>
                </a:moveTo>
                <a:cubicBezTo>
                  <a:pt x="4170571" y="42756"/>
                  <a:pt x="4170556" y="43718"/>
                  <a:pt x="4170525" y="44495"/>
                </a:cubicBezTo>
                <a:cubicBezTo>
                  <a:pt x="4170494" y="45272"/>
                  <a:pt x="4170447" y="46001"/>
                  <a:pt x="4170385" y="46685"/>
                </a:cubicBezTo>
                <a:lnTo>
                  <a:pt x="4137538" y="46685"/>
                </a:lnTo>
                <a:cubicBezTo>
                  <a:pt x="4137538" y="51468"/>
                  <a:pt x="4138874" y="55141"/>
                  <a:pt x="4141545" y="57704"/>
                </a:cubicBezTo>
                <a:cubicBezTo>
                  <a:pt x="4144216" y="60266"/>
                  <a:pt x="4148068" y="61548"/>
                  <a:pt x="4153100" y="61548"/>
                </a:cubicBezTo>
                <a:cubicBezTo>
                  <a:pt x="4154466" y="61548"/>
                  <a:pt x="4155833" y="61492"/>
                  <a:pt x="4157200" y="61382"/>
                </a:cubicBezTo>
                <a:cubicBezTo>
                  <a:pt x="4158566" y="61270"/>
                  <a:pt x="4159886" y="61119"/>
                  <a:pt x="4161160" y="60929"/>
                </a:cubicBezTo>
                <a:cubicBezTo>
                  <a:pt x="4162433" y="60737"/>
                  <a:pt x="4163653" y="60523"/>
                  <a:pt x="4164817" y="60285"/>
                </a:cubicBezTo>
                <a:cubicBezTo>
                  <a:pt x="4165982" y="60046"/>
                  <a:pt x="4167062" y="59784"/>
                  <a:pt x="4168056" y="59497"/>
                </a:cubicBezTo>
                <a:lnTo>
                  <a:pt x="4168056" y="66160"/>
                </a:lnTo>
                <a:cubicBezTo>
                  <a:pt x="4165850" y="66795"/>
                  <a:pt x="4163358" y="67311"/>
                  <a:pt x="4160578" y="67708"/>
                </a:cubicBezTo>
                <a:cubicBezTo>
                  <a:pt x="4157798" y="68105"/>
                  <a:pt x="4154917" y="68303"/>
                  <a:pt x="4151935" y="68303"/>
                </a:cubicBezTo>
                <a:cubicBezTo>
                  <a:pt x="4147928" y="68303"/>
                  <a:pt x="4144480" y="67760"/>
                  <a:pt x="4141591" y="66673"/>
                </a:cubicBezTo>
                <a:cubicBezTo>
                  <a:pt x="4138703" y="65585"/>
                  <a:pt x="4136334" y="64009"/>
                  <a:pt x="4134486" y="61944"/>
                </a:cubicBezTo>
                <a:cubicBezTo>
                  <a:pt x="4132638" y="59878"/>
                  <a:pt x="4131271" y="57347"/>
                  <a:pt x="4130386" y="54349"/>
                </a:cubicBezTo>
                <a:cubicBezTo>
                  <a:pt x="4129501" y="51352"/>
                  <a:pt x="4129058" y="47958"/>
                  <a:pt x="4129058" y="44169"/>
                </a:cubicBezTo>
                <a:cubicBezTo>
                  <a:pt x="4129058" y="40876"/>
                  <a:pt x="4129532" y="37762"/>
                  <a:pt x="4130479" y="34827"/>
                </a:cubicBezTo>
                <a:cubicBezTo>
                  <a:pt x="4131427" y="31892"/>
                  <a:pt x="4132809" y="29314"/>
                  <a:pt x="4134626" y="27093"/>
                </a:cubicBezTo>
                <a:cubicBezTo>
                  <a:pt x="4136443" y="24872"/>
                  <a:pt x="4138672" y="23109"/>
                  <a:pt x="4141312" y="21805"/>
                </a:cubicBezTo>
                <a:cubicBezTo>
                  <a:pt x="4143952" y="20500"/>
                  <a:pt x="4146950" y="19848"/>
                  <a:pt x="4150304" y="19848"/>
                </a:cubicBezTo>
                <a:cubicBezTo>
                  <a:pt x="4153566" y="19848"/>
                  <a:pt x="4156454" y="20361"/>
                  <a:pt x="4158970" y="21386"/>
                </a:cubicBezTo>
                <a:cubicBezTo>
                  <a:pt x="4161486" y="22411"/>
                  <a:pt x="4163606" y="23863"/>
                  <a:pt x="4165330" y="25742"/>
                </a:cubicBezTo>
                <a:cubicBezTo>
                  <a:pt x="4167054" y="27621"/>
                  <a:pt x="4168358" y="29904"/>
                  <a:pt x="4169244" y="32591"/>
                </a:cubicBezTo>
                <a:cubicBezTo>
                  <a:pt x="4170129" y="35278"/>
                  <a:pt x="4170571" y="38283"/>
                  <a:pt x="4170571" y="41606"/>
                </a:cubicBezTo>
                <a:moveTo>
                  <a:pt x="4162138" y="40442"/>
                </a:moveTo>
                <a:cubicBezTo>
                  <a:pt x="4162232" y="38360"/>
                  <a:pt x="4162030" y="36458"/>
                  <a:pt x="4161533" y="34734"/>
                </a:cubicBezTo>
                <a:cubicBezTo>
                  <a:pt x="4161036" y="33010"/>
                  <a:pt x="4160267" y="31527"/>
                  <a:pt x="4159226" y="30285"/>
                </a:cubicBezTo>
                <a:cubicBezTo>
                  <a:pt x="4158186" y="29042"/>
                  <a:pt x="4156889" y="28071"/>
                  <a:pt x="4155336" y="27373"/>
                </a:cubicBezTo>
                <a:cubicBezTo>
                  <a:pt x="4153783" y="26674"/>
                  <a:pt x="4151981" y="26324"/>
                  <a:pt x="4149931" y="26324"/>
                </a:cubicBezTo>
                <a:cubicBezTo>
                  <a:pt x="4148161" y="26324"/>
                  <a:pt x="4146546" y="26666"/>
                  <a:pt x="4145086" y="27349"/>
                </a:cubicBezTo>
                <a:cubicBezTo>
                  <a:pt x="4143626" y="28033"/>
                  <a:pt x="4142368" y="28996"/>
                  <a:pt x="4141312" y="30238"/>
                </a:cubicBezTo>
                <a:cubicBezTo>
                  <a:pt x="4140256" y="31480"/>
                  <a:pt x="4139402" y="32971"/>
                  <a:pt x="4138749" y="34711"/>
                </a:cubicBezTo>
                <a:cubicBezTo>
                  <a:pt x="4138097" y="36450"/>
                  <a:pt x="4137693" y="38360"/>
                  <a:pt x="4137538" y="40442"/>
                </a:cubicBezTo>
                <a:lnTo>
                  <a:pt x="4162138" y="40442"/>
                </a:lnTo>
                <a:close/>
                <a:moveTo>
                  <a:pt x="4220613" y="66766"/>
                </a:moveTo>
                <a:cubicBezTo>
                  <a:pt x="4218780" y="67248"/>
                  <a:pt x="4216886" y="67594"/>
                  <a:pt x="4214929" y="67802"/>
                </a:cubicBezTo>
                <a:cubicBezTo>
                  <a:pt x="4212972" y="68012"/>
                  <a:pt x="4210984" y="68117"/>
                  <a:pt x="4208965" y="68117"/>
                </a:cubicBezTo>
                <a:cubicBezTo>
                  <a:pt x="4203094" y="68117"/>
                  <a:pt x="4198715" y="66789"/>
                  <a:pt x="4195826" y="64133"/>
                </a:cubicBezTo>
                <a:cubicBezTo>
                  <a:pt x="4192937" y="61478"/>
                  <a:pt x="4191493" y="57401"/>
                  <a:pt x="4191493" y="51903"/>
                </a:cubicBezTo>
                <a:lnTo>
                  <a:pt x="4191493" y="27489"/>
                </a:lnTo>
                <a:lnTo>
                  <a:pt x="4178401" y="27489"/>
                </a:lnTo>
                <a:lnTo>
                  <a:pt x="4178401" y="20687"/>
                </a:lnTo>
                <a:lnTo>
                  <a:pt x="4191493" y="20687"/>
                </a:lnTo>
                <a:lnTo>
                  <a:pt x="4191493" y="7787"/>
                </a:lnTo>
                <a:lnTo>
                  <a:pt x="4199600" y="5684"/>
                </a:lnTo>
                <a:lnTo>
                  <a:pt x="4199600" y="20687"/>
                </a:lnTo>
                <a:lnTo>
                  <a:pt x="4220613" y="20687"/>
                </a:lnTo>
                <a:lnTo>
                  <a:pt x="4220613" y="27489"/>
                </a:lnTo>
                <a:lnTo>
                  <a:pt x="4199600" y="27489"/>
                </a:lnTo>
                <a:lnTo>
                  <a:pt x="4199600" y="51251"/>
                </a:lnTo>
                <a:cubicBezTo>
                  <a:pt x="4199600" y="54605"/>
                  <a:pt x="4200493" y="57114"/>
                  <a:pt x="4202279" y="58775"/>
                </a:cubicBezTo>
                <a:cubicBezTo>
                  <a:pt x="4204065" y="60437"/>
                  <a:pt x="4206697" y="61268"/>
                  <a:pt x="4210176" y="61268"/>
                </a:cubicBezTo>
                <a:cubicBezTo>
                  <a:pt x="4211667" y="61268"/>
                  <a:pt x="4213298" y="61148"/>
                  <a:pt x="4215068" y="60908"/>
                </a:cubicBezTo>
                <a:cubicBezTo>
                  <a:pt x="4216839" y="60668"/>
                  <a:pt x="4218687" y="60291"/>
                  <a:pt x="4220613" y="59777"/>
                </a:cubicBezTo>
                <a:lnTo>
                  <a:pt x="4220613" y="66766"/>
                </a:lnTo>
                <a:close/>
                <a:moveTo>
                  <a:pt x="4336776" y="66766"/>
                </a:moveTo>
                <a:cubicBezTo>
                  <a:pt x="4334943" y="67248"/>
                  <a:pt x="4333048" y="67594"/>
                  <a:pt x="4331091" y="67802"/>
                </a:cubicBezTo>
                <a:cubicBezTo>
                  <a:pt x="4329135" y="68012"/>
                  <a:pt x="4327147" y="68117"/>
                  <a:pt x="4325128" y="68117"/>
                </a:cubicBezTo>
                <a:cubicBezTo>
                  <a:pt x="4319257" y="68117"/>
                  <a:pt x="4314878" y="66789"/>
                  <a:pt x="4311989" y="64133"/>
                </a:cubicBezTo>
                <a:cubicBezTo>
                  <a:pt x="4309100" y="61478"/>
                  <a:pt x="4307656" y="57401"/>
                  <a:pt x="4307656" y="51903"/>
                </a:cubicBezTo>
                <a:lnTo>
                  <a:pt x="4307656" y="27489"/>
                </a:lnTo>
                <a:lnTo>
                  <a:pt x="4294564" y="27489"/>
                </a:lnTo>
                <a:lnTo>
                  <a:pt x="4294564" y="20687"/>
                </a:lnTo>
                <a:lnTo>
                  <a:pt x="4307656" y="20687"/>
                </a:lnTo>
                <a:lnTo>
                  <a:pt x="4307656" y="7787"/>
                </a:lnTo>
                <a:lnTo>
                  <a:pt x="4315763" y="5684"/>
                </a:lnTo>
                <a:lnTo>
                  <a:pt x="4315763" y="20687"/>
                </a:lnTo>
                <a:lnTo>
                  <a:pt x="4336776" y="20687"/>
                </a:lnTo>
                <a:lnTo>
                  <a:pt x="4336776" y="27489"/>
                </a:lnTo>
                <a:lnTo>
                  <a:pt x="4315763" y="27489"/>
                </a:lnTo>
                <a:lnTo>
                  <a:pt x="4315763" y="51251"/>
                </a:lnTo>
                <a:cubicBezTo>
                  <a:pt x="4315763" y="54605"/>
                  <a:pt x="4316656" y="57114"/>
                  <a:pt x="4318442" y="58775"/>
                </a:cubicBezTo>
                <a:cubicBezTo>
                  <a:pt x="4320228" y="60437"/>
                  <a:pt x="4322860" y="61268"/>
                  <a:pt x="4326339" y="61268"/>
                </a:cubicBezTo>
                <a:cubicBezTo>
                  <a:pt x="4327830" y="61268"/>
                  <a:pt x="4329461" y="61148"/>
                  <a:pt x="4331231" y="60908"/>
                </a:cubicBezTo>
                <a:cubicBezTo>
                  <a:pt x="4333002" y="60668"/>
                  <a:pt x="4334850" y="60291"/>
                  <a:pt x="4336776" y="59777"/>
                </a:cubicBezTo>
                <a:lnTo>
                  <a:pt x="4336776" y="66766"/>
                </a:lnTo>
                <a:close/>
                <a:moveTo>
                  <a:pt x="4391663" y="43703"/>
                </a:moveTo>
                <a:cubicBezTo>
                  <a:pt x="4391663" y="47337"/>
                  <a:pt x="4391150" y="50668"/>
                  <a:pt x="4390125" y="53697"/>
                </a:cubicBezTo>
                <a:cubicBezTo>
                  <a:pt x="4389100" y="56725"/>
                  <a:pt x="4387625" y="59319"/>
                  <a:pt x="4385699" y="61478"/>
                </a:cubicBezTo>
                <a:cubicBezTo>
                  <a:pt x="4383773" y="63636"/>
                  <a:pt x="4381428" y="65314"/>
                  <a:pt x="4378664" y="66510"/>
                </a:cubicBezTo>
                <a:cubicBezTo>
                  <a:pt x="4375899" y="67705"/>
                  <a:pt x="4372762" y="68303"/>
                  <a:pt x="4369252" y="68303"/>
                </a:cubicBezTo>
                <a:cubicBezTo>
                  <a:pt x="4365897" y="68303"/>
                  <a:pt x="4362892" y="67783"/>
                  <a:pt x="4360237" y="66742"/>
                </a:cubicBezTo>
                <a:cubicBezTo>
                  <a:pt x="4357581" y="65702"/>
                  <a:pt x="4355329" y="64172"/>
                  <a:pt x="4353481" y="62153"/>
                </a:cubicBezTo>
                <a:cubicBezTo>
                  <a:pt x="4351633" y="60134"/>
                  <a:pt x="4350219" y="57634"/>
                  <a:pt x="4349241" y="54652"/>
                </a:cubicBezTo>
                <a:cubicBezTo>
                  <a:pt x="4348263" y="51670"/>
                  <a:pt x="4347773" y="48238"/>
                  <a:pt x="4347773" y="44355"/>
                </a:cubicBezTo>
                <a:cubicBezTo>
                  <a:pt x="4347773" y="40721"/>
                  <a:pt x="4348286" y="37405"/>
                  <a:pt x="4349311" y="34408"/>
                </a:cubicBezTo>
                <a:cubicBezTo>
                  <a:pt x="4350336" y="31411"/>
                  <a:pt x="4351811" y="28832"/>
                  <a:pt x="4353737" y="26674"/>
                </a:cubicBezTo>
                <a:cubicBezTo>
                  <a:pt x="4355663" y="24515"/>
                  <a:pt x="4358008" y="22838"/>
                  <a:pt x="4360772" y="21642"/>
                </a:cubicBezTo>
                <a:cubicBezTo>
                  <a:pt x="4363537" y="20446"/>
                  <a:pt x="4366674" y="19848"/>
                  <a:pt x="4370184" y="19848"/>
                </a:cubicBezTo>
                <a:cubicBezTo>
                  <a:pt x="4373538" y="19848"/>
                  <a:pt x="4376544" y="20368"/>
                  <a:pt x="4379199" y="21409"/>
                </a:cubicBezTo>
                <a:cubicBezTo>
                  <a:pt x="4381855" y="22449"/>
                  <a:pt x="4384107" y="23971"/>
                  <a:pt x="4385955" y="25975"/>
                </a:cubicBezTo>
                <a:cubicBezTo>
                  <a:pt x="4387803" y="27978"/>
                  <a:pt x="4389217" y="30471"/>
                  <a:pt x="4390195" y="33453"/>
                </a:cubicBezTo>
                <a:cubicBezTo>
                  <a:pt x="4391173" y="36435"/>
                  <a:pt x="4391663" y="39851"/>
                  <a:pt x="4391663" y="43703"/>
                </a:cubicBezTo>
                <a:moveTo>
                  <a:pt x="4383369" y="44076"/>
                </a:moveTo>
                <a:cubicBezTo>
                  <a:pt x="4383369" y="41187"/>
                  <a:pt x="4383051" y="38663"/>
                  <a:pt x="4382414" y="36505"/>
                </a:cubicBezTo>
                <a:cubicBezTo>
                  <a:pt x="4381777" y="34346"/>
                  <a:pt x="4380869" y="32544"/>
                  <a:pt x="4379689" y="31100"/>
                </a:cubicBezTo>
                <a:cubicBezTo>
                  <a:pt x="4378508" y="29656"/>
                  <a:pt x="4377072" y="28568"/>
                  <a:pt x="4375379" y="27838"/>
                </a:cubicBezTo>
                <a:cubicBezTo>
                  <a:pt x="4373686" y="27109"/>
                  <a:pt x="4371799" y="26744"/>
                  <a:pt x="4369718" y="26744"/>
                </a:cubicBezTo>
                <a:cubicBezTo>
                  <a:pt x="4367295" y="26744"/>
                  <a:pt x="4365222" y="27217"/>
                  <a:pt x="4363498" y="28165"/>
                </a:cubicBezTo>
                <a:cubicBezTo>
                  <a:pt x="4361774" y="29112"/>
                  <a:pt x="4360361" y="30378"/>
                  <a:pt x="4359258" y="31962"/>
                </a:cubicBezTo>
                <a:cubicBezTo>
                  <a:pt x="4358155" y="33546"/>
                  <a:pt x="4357348" y="35386"/>
                  <a:pt x="4356835" y="37483"/>
                </a:cubicBezTo>
                <a:cubicBezTo>
                  <a:pt x="4356323" y="39580"/>
                  <a:pt x="4356067" y="41777"/>
                  <a:pt x="4356067" y="44076"/>
                </a:cubicBezTo>
                <a:cubicBezTo>
                  <a:pt x="4356067" y="46964"/>
                  <a:pt x="4356385" y="49496"/>
                  <a:pt x="4357022" y="51670"/>
                </a:cubicBezTo>
                <a:cubicBezTo>
                  <a:pt x="4357658" y="53844"/>
                  <a:pt x="4358567" y="55654"/>
                  <a:pt x="4359747" y="57098"/>
                </a:cubicBezTo>
                <a:cubicBezTo>
                  <a:pt x="4360928" y="58542"/>
                  <a:pt x="4362356" y="59629"/>
                  <a:pt x="4364034" y="60359"/>
                </a:cubicBezTo>
                <a:cubicBezTo>
                  <a:pt x="4365711" y="61089"/>
                  <a:pt x="4367606" y="61454"/>
                  <a:pt x="4369718" y="61454"/>
                </a:cubicBezTo>
                <a:cubicBezTo>
                  <a:pt x="4372141" y="61454"/>
                  <a:pt x="4374214" y="60981"/>
                  <a:pt x="4375938" y="60033"/>
                </a:cubicBezTo>
                <a:cubicBezTo>
                  <a:pt x="4377662" y="59086"/>
                  <a:pt x="4379075" y="57820"/>
                  <a:pt x="4380178" y="56236"/>
                </a:cubicBezTo>
                <a:cubicBezTo>
                  <a:pt x="4381280" y="54652"/>
                  <a:pt x="4382088" y="52812"/>
                  <a:pt x="4382601" y="50715"/>
                </a:cubicBezTo>
                <a:cubicBezTo>
                  <a:pt x="4383113" y="48618"/>
                  <a:pt x="4383369" y="46405"/>
                  <a:pt x="4383369" y="44076"/>
                </a:cubicBezTo>
                <a:close/>
                <a:moveTo>
                  <a:pt x="4501442" y="86567"/>
                </a:moveTo>
                <a:lnTo>
                  <a:pt x="4497994" y="86567"/>
                </a:lnTo>
                <a:cubicBezTo>
                  <a:pt x="4492000" y="86567"/>
                  <a:pt x="4487542" y="85162"/>
                  <a:pt x="4484622" y="82351"/>
                </a:cubicBezTo>
                <a:cubicBezTo>
                  <a:pt x="4481703" y="79540"/>
                  <a:pt x="4480243" y="75277"/>
                  <a:pt x="4480243" y="69561"/>
                </a:cubicBezTo>
                <a:lnTo>
                  <a:pt x="4480243" y="53534"/>
                </a:lnTo>
                <a:cubicBezTo>
                  <a:pt x="4480243" y="52012"/>
                  <a:pt x="4480072" y="50653"/>
                  <a:pt x="4479730" y="49457"/>
                </a:cubicBezTo>
                <a:cubicBezTo>
                  <a:pt x="4479389" y="48261"/>
                  <a:pt x="4478791" y="47252"/>
                  <a:pt x="4477937" y="46429"/>
                </a:cubicBezTo>
                <a:cubicBezTo>
                  <a:pt x="4477082" y="45605"/>
                  <a:pt x="4475949" y="44976"/>
                  <a:pt x="4474535" y="44542"/>
                </a:cubicBezTo>
                <a:cubicBezTo>
                  <a:pt x="4473122" y="44107"/>
                  <a:pt x="4471344" y="43889"/>
                  <a:pt x="4469201" y="43889"/>
                </a:cubicBezTo>
                <a:lnTo>
                  <a:pt x="4467197" y="43889"/>
                </a:lnTo>
                <a:lnTo>
                  <a:pt x="4467197" y="37413"/>
                </a:lnTo>
                <a:lnTo>
                  <a:pt x="4469201" y="37413"/>
                </a:lnTo>
                <a:cubicBezTo>
                  <a:pt x="4471468" y="37413"/>
                  <a:pt x="4473316" y="37227"/>
                  <a:pt x="4474745" y="36854"/>
                </a:cubicBezTo>
                <a:cubicBezTo>
                  <a:pt x="4476174" y="36481"/>
                  <a:pt x="4477292" y="35914"/>
                  <a:pt x="4478100" y="35153"/>
                </a:cubicBezTo>
                <a:cubicBezTo>
                  <a:pt x="4478907" y="34392"/>
                  <a:pt x="4479466" y="33422"/>
                  <a:pt x="4479777" y="32241"/>
                </a:cubicBezTo>
                <a:cubicBezTo>
                  <a:pt x="4480088" y="31061"/>
                  <a:pt x="4480243" y="29663"/>
                  <a:pt x="4480243" y="28048"/>
                </a:cubicBezTo>
                <a:lnTo>
                  <a:pt x="4480243" y="17006"/>
                </a:lnTo>
                <a:cubicBezTo>
                  <a:pt x="4480243" y="14397"/>
                  <a:pt x="4480553" y="12044"/>
                  <a:pt x="4481175" y="9947"/>
                </a:cubicBezTo>
                <a:cubicBezTo>
                  <a:pt x="4481796" y="7851"/>
                  <a:pt x="4482813" y="6065"/>
                  <a:pt x="4484226" y="4589"/>
                </a:cubicBezTo>
                <a:cubicBezTo>
                  <a:pt x="4485640" y="3114"/>
                  <a:pt x="4487472" y="1980"/>
                  <a:pt x="4489724" y="1188"/>
                </a:cubicBezTo>
                <a:cubicBezTo>
                  <a:pt x="4491976" y="396"/>
                  <a:pt x="4494733" y="0"/>
                  <a:pt x="4497994" y="0"/>
                </a:cubicBezTo>
                <a:lnTo>
                  <a:pt x="4501442" y="0"/>
                </a:lnTo>
                <a:lnTo>
                  <a:pt x="4501442" y="6523"/>
                </a:lnTo>
                <a:lnTo>
                  <a:pt x="4498693" y="6523"/>
                </a:lnTo>
                <a:cubicBezTo>
                  <a:pt x="4491487" y="6523"/>
                  <a:pt x="4487884" y="10017"/>
                  <a:pt x="4487884" y="17006"/>
                </a:cubicBezTo>
                <a:lnTo>
                  <a:pt x="4487884" y="27862"/>
                </a:lnTo>
                <a:cubicBezTo>
                  <a:pt x="4487884" y="35441"/>
                  <a:pt x="4484607" y="39712"/>
                  <a:pt x="4478053" y="40674"/>
                </a:cubicBezTo>
                <a:cubicBezTo>
                  <a:pt x="4484669" y="41327"/>
                  <a:pt x="4487977" y="45582"/>
                  <a:pt x="4487977" y="53441"/>
                </a:cubicBezTo>
                <a:lnTo>
                  <a:pt x="4487977" y="69375"/>
                </a:lnTo>
                <a:cubicBezTo>
                  <a:pt x="4487977" y="76488"/>
                  <a:pt x="4491549" y="80044"/>
                  <a:pt x="4498693" y="80044"/>
                </a:cubicBezTo>
                <a:lnTo>
                  <a:pt x="4501442" y="80044"/>
                </a:lnTo>
                <a:lnTo>
                  <a:pt x="4501442" y="86567"/>
                </a:lnTo>
                <a:close/>
                <a:moveTo>
                  <a:pt x="4579925" y="20687"/>
                </a:moveTo>
                <a:lnTo>
                  <a:pt x="4589150" y="20687"/>
                </a:lnTo>
                <a:lnTo>
                  <a:pt x="4600612" y="51623"/>
                </a:lnTo>
                <a:lnTo>
                  <a:pt x="4603081" y="59171"/>
                </a:lnTo>
                <a:lnTo>
                  <a:pt x="4605644" y="51437"/>
                </a:lnTo>
                <a:lnTo>
                  <a:pt x="4617012" y="20687"/>
                </a:lnTo>
                <a:lnTo>
                  <a:pt x="4625911" y="20687"/>
                </a:lnTo>
                <a:lnTo>
                  <a:pt x="4607554" y="67465"/>
                </a:lnTo>
                <a:lnTo>
                  <a:pt x="4598236" y="67465"/>
                </a:lnTo>
                <a:lnTo>
                  <a:pt x="4579925" y="20687"/>
                </a:lnTo>
                <a:close/>
                <a:moveTo>
                  <a:pt x="4675673" y="67465"/>
                </a:moveTo>
                <a:lnTo>
                  <a:pt x="4635557" y="67465"/>
                </a:lnTo>
                <a:lnTo>
                  <a:pt x="4635557" y="60196"/>
                </a:lnTo>
                <a:lnTo>
                  <a:pt x="4651305" y="44526"/>
                </a:lnTo>
                <a:cubicBezTo>
                  <a:pt x="4653884" y="41976"/>
                  <a:pt x="4655980" y="39768"/>
                  <a:pt x="4657595" y="37904"/>
                </a:cubicBezTo>
                <a:cubicBezTo>
                  <a:pt x="4659211" y="36038"/>
                  <a:pt x="4660468" y="34336"/>
                  <a:pt x="4661369" y="32798"/>
                </a:cubicBezTo>
                <a:cubicBezTo>
                  <a:pt x="4662270" y="31258"/>
                  <a:pt x="4662876" y="29805"/>
                  <a:pt x="4663186" y="28437"/>
                </a:cubicBezTo>
                <a:cubicBezTo>
                  <a:pt x="4663497" y="27069"/>
                  <a:pt x="4663652" y="25593"/>
                  <a:pt x="4663652" y="24008"/>
                </a:cubicBezTo>
                <a:cubicBezTo>
                  <a:pt x="4663652" y="22515"/>
                  <a:pt x="4663450" y="21092"/>
                  <a:pt x="4663047" y="19740"/>
                </a:cubicBezTo>
                <a:cubicBezTo>
                  <a:pt x="4662643" y="18387"/>
                  <a:pt x="4662022" y="17198"/>
                  <a:pt x="4661183" y="16172"/>
                </a:cubicBezTo>
                <a:cubicBezTo>
                  <a:pt x="4660344" y="15145"/>
                  <a:pt x="4659257" y="14336"/>
                  <a:pt x="4657921" y="13746"/>
                </a:cubicBezTo>
                <a:cubicBezTo>
                  <a:pt x="4656586" y="13155"/>
                  <a:pt x="4654986" y="12859"/>
                  <a:pt x="4653123" y="12859"/>
                </a:cubicBezTo>
                <a:cubicBezTo>
                  <a:pt x="4650544" y="12859"/>
                  <a:pt x="4648199" y="13438"/>
                  <a:pt x="4646087" y="14596"/>
                </a:cubicBezTo>
                <a:cubicBezTo>
                  <a:pt x="4643975" y="15754"/>
                  <a:pt x="4642034" y="17256"/>
                  <a:pt x="4640263" y="19103"/>
                </a:cubicBezTo>
                <a:lnTo>
                  <a:pt x="4635790" y="13726"/>
                </a:lnTo>
                <a:cubicBezTo>
                  <a:pt x="4638089" y="11294"/>
                  <a:pt x="4640737" y="9346"/>
                  <a:pt x="4643734" y="7881"/>
                </a:cubicBezTo>
                <a:cubicBezTo>
                  <a:pt x="4646732" y="6417"/>
                  <a:pt x="4650218" y="5684"/>
                  <a:pt x="4654194" y="5684"/>
                </a:cubicBezTo>
                <a:cubicBezTo>
                  <a:pt x="4656896" y="5684"/>
                  <a:pt x="4659358" y="6088"/>
                  <a:pt x="4661579" y="6897"/>
                </a:cubicBezTo>
                <a:cubicBezTo>
                  <a:pt x="4663800" y="7705"/>
                  <a:pt x="4665718" y="8870"/>
                  <a:pt x="4667333" y="10394"/>
                </a:cubicBezTo>
                <a:cubicBezTo>
                  <a:pt x="4668948" y="11917"/>
                  <a:pt x="4670198" y="13782"/>
                  <a:pt x="4671084" y="15990"/>
                </a:cubicBezTo>
                <a:cubicBezTo>
                  <a:pt x="4671969" y="18197"/>
                  <a:pt x="4672411" y="20684"/>
                  <a:pt x="4672411" y="23452"/>
                </a:cubicBezTo>
                <a:cubicBezTo>
                  <a:pt x="4672411" y="25783"/>
                  <a:pt x="4672101" y="27944"/>
                  <a:pt x="4671480" y="29934"/>
                </a:cubicBezTo>
                <a:cubicBezTo>
                  <a:pt x="4670858" y="31923"/>
                  <a:pt x="4669919" y="33904"/>
                  <a:pt x="4668661" y="35878"/>
                </a:cubicBezTo>
                <a:cubicBezTo>
                  <a:pt x="4667403" y="37853"/>
                  <a:pt x="4665819" y="39897"/>
                  <a:pt x="4663908" y="42011"/>
                </a:cubicBezTo>
                <a:cubicBezTo>
                  <a:pt x="4661998" y="44124"/>
                  <a:pt x="4659739" y="46440"/>
                  <a:pt x="4657129" y="48959"/>
                </a:cubicBezTo>
                <a:lnTo>
                  <a:pt x="4646087" y="59730"/>
                </a:lnTo>
                <a:lnTo>
                  <a:pt x="4675673" y="59730"/>
                </a:lnTo>
                <a:lnTo>
                  <a:pt x="4675673" y="67465"/>
                </a:lnTo>
                <a:close/>
                <a:moveTo>
                  <a:pt x="4706798" y="19848"/>
                </a:moveTo>
                <a:cubicBezTo>
                  <a:pt x="4707761" y="19848"/>
                  <a:pt x="4708677" y="20042"/>
                  <a:pt x="4709547" y="20430"/>
                </a:cubicBezTo>
                <a:cubicBezTo>
                  <a:pt x="4710416" y="20819"/>
                  <a:pt x="4711177" y="21339"/>
                  <a:pt x="4711830" y="21991"/>
                </a:cubicBezTo>
                <a:cubicBezTo>
                  <a:pt x="4712482" y="22644"/>
                  <a:pt x="4713002" y="23405"/>
                  <a:pt x="4713391" y="24274"/>
                </a:cubicBezTo>
                <a:cubicBezTo>
                  <a:pt x="4713779" y="25144"/>
                  <a:pt x="4713973" y="26060"/>
                  <a:pt x="4713973" y="27023"/>
                </a:cubicBezTo>
                <a:cubicBezTo>
                  <a:pt x="4713973" y="28017"/>
                  <a:pt x="4713779" y="28941"/>
                  <a:pt x="4713391" y="29795"/>
                </a:cubicBezTo>
                <a:cubicBezTo>
                  <a:pt x="4713002" y="30650"/>
                  <a:pt x="4712482" y="31403"/>
                  <a:pt x="4711830" y="32055"/>
                </a:cubicBezTo>
                <a:cubicBezTo>
                  <a:pt x="4711177" y="32707"/>
                  <a:pt x="4710416" y="33220"/>
                  <a:pt x="4709547" y="33593"/>
                </a:cubicBezTo>
                <a:cubicBezTo>
                  <a:pt x="4708677" y="33965"/>
                  <a:pt x="4707761" y="34152"/>
                  <a:pt x="4706798" y="34152"/>
                </a:cubicBezTo>
                <a:cubicBezTo>
                  <a:pt x="4705804" y="34152"/>
                  <a:pt x="4704880" y="33965"/>
                  <a:pt x="4704026" y="33593"/>
                </a:cubicBezTo>
                <a:cubicBezTo>
                  <a:pt x="4703171" y="33220"/>
                  <a:pt x="4702418" y="32707"/>
                  <a:pt x="4701766" y="32055"/>
                </a:cubicBezTo>
                <a:cubicBezTo>
                  <a:pt x="4701114" y="31403"/>
                  <a:pt x="4700601" y="30650"/>
                  <a:pt x="4700228" y="29795"/>
                </a:cubicBezTo>
                <a:cubicBezTo>
                  <a:pt x="4699856" y="28941"/>
                  <a:pt x="4699669" y="28017"/>
                  <a:pt x="4699669" y="27023"/>
                </a:cubicBezTo>
                <a:cubicBezTo>
                  <a:pt x="4699669" y="26060"/>
                  <a:pt x="4699856" y="25144"/>
                  <a:pt x="4700228" y="24274"/>
                </a:cubicBezTo>
                <a:cubicBezTo>
                  <a:pt x="4700601" y="23405"/>
                  <a:pt x="4701114" y="22644"/>
                  <a:pt x="4701766" y="21991"/>
                </a:cubicBezTo>
                <a:cubicBezTo>
                  <a:pt x="4702418" y="21339"/>
                  <a:pt x="4703171" y="20819"/>
                  <a:pt x="4704026" y="20430"/>
                </a:cubicBezTo>
                <a:cubicBezTo>
                  <a:pt x="4704880" y="20042"/>
                  <a:pt x="4705804" y="19848"/>
                  <a:pt x="4706798" y="19848"/>
                </a:cubicBezTo>
                <a:moveTo>
                  <a:pt x="4706798" y="54000"/>
                </a:moveTo>
                <a:cubicBezTo>
                  <a:pt x="4707761" y="54000"/>
                  <a:pt x="4708677" y="54194"/>
                  <a:pt x="4709547" y="54582"/>
                </a:cubicBezTo>
                <a:cubicBezTo>
                  <a:pt x="4710416" y="54970"/>
                  <a:pt x="4711177" y="55491"/>
                  <a:pt x="4711830" y="56143"/>
                </a:cubicBezTo>
                <a:cubicBezTo>
                  <a:pt x="4712482" y="56795"/>
                  <a:pt x="4713002" y="57556"/>
                  <a:pt x="4713391" y="58426"/>
                </a:cubicBezTo>
                <a:cubicBezTo>
                  <a:pt x="4713779" y="59296"/>
                  <a:pt x="4713973" y="60212"/>
                  <a:pt x="4713973" y="61175"/>
                </a:cubicBezTo>
                <a:cubicBezTo>
                  <a:pt x="4713973" y="62169"/>
                  <a:pt x="4713779" y="63093"/>
                  <a:pt x="4713391" y="63947"/>
                </a:cubicBezTo>
                <a:cubicBezTo>
                  <a:pt x="4713002" y="64801"/>
                  <a:pt x="4712482" y="65554"/>
                  <a:pt x="4711830" y="66207"/>
                </a:cubicBezTo>
                <a:cubicBezTo>
                  <a:pt x="4711177" y="66859"/>
                  <a:pt x="4710416" y="67371"/>
                  <a:pt x="4709547" y="67744"/>
                </a:cubicBezTo>
                <a:cubicBezTo>
                  <a:pt x="4708677" y="68117"/>
                  <a:pt x="4707761" y="68303"/>
                  <a:pt x="4706798" y="68303"/>
                </a:cubicBezTo>
                <a:cubicBezTo>
                  <a:pt x="4705804" y="68303"/>
                  <a:pt x="4704880" y="68117"/>
                  <a:pt x="4704026" y="67744"/>
                </a:cubicBezTo>
                <a:cubicBezTo>
                  <a:pt x="4703171" y="67371"/>
                  <a:pt x="4702418" y="66859"/>
                  <a:pt x="4701766" y="66207"/>
                </a:cubicBezTo>
                <a:cubicBezTo>
                  <a:pt x="4701114" y="65554"/>
                  <a:pt x="4700601" y="64801"/>
                  <a:pt x="4700228" y="63947"/>
                </a:cubicBezTo>
                <a:cubicBezTo>
                  <a:pt x="4699856" y="63093"/>
                  <a:pt x="4699669" y="62169"/>
                  <a:pt x="4699669" y="61175"/>
                </a:cubicBezTo>
                <a:cubicBezTo>
                  <a:pt x="4699669" y="60212"/>
                  <a:pt x="4699856" y="59296"/>
                  <a:pt x="4700228" y="58426"/>
                </a:cubicBezTo>
                <a:cubicBezTo>
                  <a:pt x="4700601" y="57556"/>
                  <a:pt x="4701114" y="56795"/>
                  <a:pt x="4701766" y="56143"/>
                </a:cubicBezTo>
                <a:cubicBezTo>
                  <a:pt x="4702418" y="55491"/>
                  <a:pt x="4703171" y="54970"/>
                  <a:pt x="4704026" y="54582"/>
                </a:cubicBezTo>
                <a:cubicBezTo>
                  <a:pt x="4704880" y="54194"/>
                  <a:pt x="4705804" y="54000"/>
                  <a:pt x="4706798" y="54000"/>
                </a:cubicBezTo>
                <a:close/>
                <a:moveTo>
                  <a:pt x="4841877" y="66766"/>
                </a:moveTo>
                <a:cubicBezTo>
                  <a:pt x="4840044" y="67248"/>
                  <a:pt x="4838150" y="67594"/>
                  <a:pt x="4836193" y="67802"/>
                </a:cubicBezTo>
                <a:cubicBezTo>
                  <a:pt x="4834236" y="68012"/>
                  <a:pt x="4832248" y="68117"/>
                  <a:pt x="4830229" y="68117"/>
                </a:cubicBezTo>
                <a:cubicBezTo>
                  <a:pt x="4824359" y="68117"/>
                  <a:pt x="4819979" y="66789"/>
                  <a:pt x="4817090" y="64133"/>
                </a:cubicBezTo>
                <a:cubicBezTo>
                  <a:pt x="4814202" y="61478"/>
                  <a:pt x="4812757" y="57401"/>
                  <a:pt x="4812757" y="51903"/>
                </a:cubicBezTo>
                <a:lnTo>
                  <a:pt x="4812757" y="27489"/>
                </a:lnTo>
                <a:lnTo>
                  <a:pt x="4799665" y="27489"/>
                </a:lnTo>
                <a:lnTo>
                  <a:pt x="4799665" y="20687"/>
                </a:lnTo>
                <a:lnTo>
                  <a:pt x="4812757" y="20687"/>
                </a:lnTo>
                <a:lnTo>
                  <a:pt x="4812757" y="7787"/>
                </a:lnTo>
                <a:lnTo>
                  <a:pt x="4820864" y="5684"/>
                </a:lnTo>
                <a:lnTo>
                  <a:pt x="4820864" y="20687"/>
                </a:lnTo>
                <a:lnTo>
                  <a:pt x="4841877" y="20687"/>
                </a:lnTo>
                <a:lnTo>
                  <a:pt x="4841877" y="27489"/>
                </a:lnTo>
                <a:lnTo>
                  <a:pt x="4820864" y="27489"/>
                </a:lnTo>
                <a:lnTo>
                  <a:pt x="4820864" y="51251"/>
                </a:lnTo>
                <a:cubicBezTo>
                  <a:pt x="4820864" y="54605"/>
                  <a:pt x="4821757" y="57114"/>
                  <a:pt x="4823543" y="58775"/>
                </a:cubicBezTo>
                <a:cubicBezTo>
                  <a:pt x="4825329" y="60437"/>
                  <a:pt x="4827962" y="61268"/>
                  <a:pt x="4831441" y="61268"/>
                </a:cubicBezTo>
                <a:cubicBezTo>
                  <a:pt x="4832931" y="61268"/>
                  <a:pt x="4834562" y="61148"/>
                  <a:pt x="4836333" y="60908"/>
                </a:cubicBezTo>
                <a:cubicBezTo>
                  <a:pt x="4838103" y="60668"/>
                  <a:pt x="4839951" y="60291"/>
                  <a:pt x="4841877" y="59777"/>
                </a:cubicBezTo>
                <a:lnTo>
                  <a:pt x="4841877" y="66766"/>
                </a:lnTo>
                <a:close/>
                <a:moveTo>
                  <a:pt x="4857953" y="20687"/>
                </a:moveTo>
                <a:lnTo>
                  <a:pt x="4865361" y="20687"/>
                </a:lnTo>
                <a:lnTo>
                  <a:pt x="4865594" y="29284"/>
                </a:lnTo>
                <a:cubicBezTo>
                  <a:pt x="4868359" y="25969"/>
                  <a:pt x="4871084" y="23567"/>
                  <a:pt x="4873771" y="22080"/>
                </a:cubicBezTo>
                <a:cubicBezTo>
                  <a:pt x="4876458" y="20592"/>
                  <a:pt x="4879168" y="19848"/>
                  <a:pt x="4881901" y="19848"/>
                </a:cubicBezTo>
                <a:cubicBezTo>
                  <a:pt x="4886747" y="19848"/>
                  <a:pt x="4890420" y="21413"/>
                  <a:pt x="4892920" y="24542"/>
                </a:cubicBezTo>
                <a:cubicBezTo>
                  <a:pt x="4895421" y="27672"/>
                  <a:pt x="4896578" y="32319"/>
                  <a:pt x="4896391" y="38485"/>
                </a:cubicBezTo>
                <a:lnTo>
                  <a:pt x="4888191" y="38485"/>
                </a:lnTo>
                <a:cubicBezTo>
                  <a:pt x="4888284" y="34401"/>
                  <a:pt x="4887686" y="31439"/>
                  <a:pt x="4886397" y="29599"/>
                </a:cubicBezTo>
                <a:cubicBezTo>
                  <a:pt x="4885108" y="27757"/>
                  <a:pt x="4883221" y="26837"/>
                  <a:pt x="4880737" y="26837"/>
                </a:cubicBezTo>
                <a:cubicBezTo>
                  <a:pt x="4879649" y="26837"/>
                  <a:pt x="4878554" y="27030"/>
                  <a:pt x="4877452" y="27418"/>
                </a:cubicBezTo>
                <a:cubicBezTo>
                  <a:pt x="4876349" y="27804"/>
                  <a:pt x="4875215" y="28422"/>
                  <a:pt x="4874051" y="29273"/>
                </a:cubicBezTo>
                <a:cubicBezTo>
                  <a:pt x="4872886" y="30123"/>
                  <a:pt x="4871651" y="31213"/>
                  <a:pt x="4870347" y="32544"/>
                </a:cubicBezTo>
                <a:cubicBezTo>
                  <a:pt x="4869042" y="33874"/>
                  <a:pt x="4867644" y="35482"/>
                  <a:pt x="4866153" y="37369"/>
                </a:cubicBezTo>
                <a:lnTo>
                  <a:pt x="4866153" y="67465"/>
                </a:lnTo>
                <a:lnTo>
                  <a:pt x="4857953" y="67465"/>
                </a:lnTo>
                <a:lnTo>
                  <a:pt x="4857953" y="20687"/>
                </a:lnTo>
                <a:close/>
                <a:moveTo>
                  <a:pt x="4945501" y="67465"/>
                </a:moveTo>
                <a:lnTo>
                  <a:pt x="4938233" y="67465"/>
                </a:lnTo>
                <a:lnTo>
                  <a:pt x="4937953" y="59917"/>
                </a:lnTo>
                <a:cubicBezTo>
                  <a:pt x="4936555" y="61532"/>
                  <a:pt x="4935227" y="62875"/>
                  <a:pt x="4933969" y="63947"/>
                </a:cubicBezTo>
                <a:cubicBezTo>
                  <a:pt x="4932711" y="65019"/>
                  <a:pt x="4931461" y="65881"/>
                  <a:pt x="4930219" y="66533"/>
                </a:cubicBezTo>
                <a:cubicBezTo>
                  <a:pt x="4928976" y="67185"/>
                  <a:pt x="4927726" y="67643"/>
                  <a:pt x="4926468" y="67907"/>
                </a:cubicBezTo>
                <a:cubicBezTo>
                  <a:pt x="4925210" y="68171"/>
                  <a:pt x="4923882" y="68303"/>
                  <a:pt x="4922485" y="68303"/>
                </a:cubicBezTo>
                <a:cubicBezTo>
                  <a:pt x="4917670" y="68303"/>
                  <a:pt x="4914036" y="66890"/>
                  <a:pt x="4911582" y="64063"/>
                </a:cubicBezTo>
                <a:cubicBezTo>
                  <a:pt x="4909128" y="61237"/>
                  <a:pt x="4907901" y="56966"/>
                  <a:pt x="4907901" y="51251"/>
                </a:cubicBezTo>
                <a:lnTo>
                  <a:pt x="4907901" y="20687"/>
                </a:lnTo>
                <a:lnTo>
                  <a:pt x="4916008" y="20687"/>
                </a:lnTo>
                <a:lnTo>
                  <a:pt x="4916008" y="50598"/>
                </a:lnTo>
                <a:cubicBezTo>
                  <a:pt x="4916008" y="57774"/>
                  <a:pt x="4918711" y="61361"/>
                  <a:pt x="4924115" y="61361"/>
                </a:cubicBezTo>
                <a:cubicBezTo>
                  <a:pt x="4925109" y="61361"/>
                  <a:pt x="4926080" y="61214"/>
                  <a:pt x="4927027" y="60919"/>
                </a:cubicBezTo>
                <a:cubicBezTo>
                  <a:pt x="4927975" y="60623"/>
                  <a:pt x="4928969" y="60111"/>
                  <a:pt x="4930009" y="59381"/>
                </a:cubicBezTo>
                <a:cubicBezTo>
                  <a:pt x="4931050" y="58651"/>
                  <a:pt x="4932168" y="57665"/>
                  <a:pt x="4933364" y="56422"/>
                </a:cubicBezTo>
                <a:cubicBezTo>
                  <a:pt x="4934560" y="55180"/>
                  <a:pt x="4935903" y="53611"/>
                  <a:pt x="4937394" y="51717"/>
                </a:cubicBezTo>
                <a:lnTo>
                  <a:pt x="4937394" y="20687"/>
                </a:lnTo>
                <a:lnTo>
                  <a:pt x="4945501" y="20687"/>
                </a:lnTo>
                <a:lnTo>
                  <a:pt x="4945501" y="67465"/>
                </a:lnTo>
                <a:close/>
                <a:moveTo>
                  <a:pt x="4999270" y="41606"/>
                </a:moveTo>
                <a:cubicBezTo>
                  <a:pt x="4999270" y="42756"/>
                  <a:pt x="4999254" y="43718"/>
                  <a:pt x="4999223" y="44495"/>
                </a:cubicBezTo>
                <a:cubicBezTo>
                  <a:pt x="4999192" y="45272"/>
                  <a:pt x="4999145" y="46001"/>
                  <a:pt x="4999083" y="46685"/>
                </a:cubicBezTo>
                <a:lnTo>
                  <a:pt x="4966236" y="46685"/>
                </a:lnTo>
                <a:cubicBezTo>
                  <a:pt x="4966236" y="51468"/>
                  <a:pt x="4967572" y="55141"/>
                  <a:pt x="4970243" y="57704"/>
                </a:cubicBezTo>
                <a:cubicBezTo>
                  <a:pt x="4972914" y="60266"/>
                  <a:pt x="4976766" y="61548"/>
                  <a:pt x="4981798" y="61548"/>
                </a:cubicBezTo>
                <a:cubicBezTo>
                  <a:pt x="4983164" y="61548"/>
                  <a:pt x="4984531" y="61492"/>
                  <a:pt x="4985898" y="61382"/>
                </a:cubicBezTo>
                <a:cubicBezTo>
                  <a:pt x="4987264" y="61270"/>
                  <a:pt x="4988585" y="61119"/>
                  <a:pt x="4989858" y="60929"/>
                </a:cubicBezTo>
                <a:cubicBezTo>
                  <a:pt x="4991132" y="60737"/>
                  <a:pt x="4992351" y="60523"/>
                  <a:pt x="4993516" y="60285"/>
                </a:cubicBezTo>
                <a:cubicBezTo>
                  <a:pt x="4994680" y="60046"/>
                  <a:pt x="4995760" y="59784"/>
                  <a:pt x="4996754" y="59497"/>
                </a:cubicBezTo>
                <a:lnTo>
                  <a:pt x="4996754" y="66160"/>
                </a:lnTo>
                <a:cubicBezTo>
                  <a:pt x="4994548" y="66795"/>
                  <a:pt x="4992056" y="67311"/>
                  <a:pt x="4989276" y="67708"/>
                </a:cubicBezTo>
                <a:cubicBezTo>
                  <a:pt x="4986496" y="68105"/>
                  <a:pt x="4983615" y="68303"/>
                  <a:pt x="4980633" y="68303"/>
                </a:cubicBezTo>
                <a:cubicBezTo>
                  <a:pt x="4976626" y="68303"/>
                  <a:pt x="4973178" y="67760"/>
                  <a:pt x="4970290" y="66673"/>
                </a:cubicBezTo>
                <a:cubicBezTo>
                  <a:pt x="4967401" y="65585"/>
                  <a:pt x="4965033" y="64009"/>
                  <a:pt x="4963184" y="61944"/>
                </a:cubicBezTo>
                <a:cubicBezTo>
                  <a:pt x="4961336" y="59878"/>
                  <a:pt x="4959970" y="57347"/>
                  <a:pt x="4959084" y="54349"/>
                </a:cubicBezTo>
                <a:cubicBezTo>
                  <a:pt x="4958199" y="51352"/>
                  <a:pt x="4957756" y="47958"/>
                  <a:pt x="4957756" y="44169"/>
                </a:cubicBezTo>
                <a:cubicBezTo>
                  <a:pt x="4957756" y="40876"/>
                  <a:pt x="4958230" y="37762"/>
                  <a:pt x="4959178" y="34827"/>
                </a:cubicBezTo>
                <a:cubicBezTo>
                  <a:pt x="4960125" y="31892"/>
                  <a:pt x="4961507" y="29314"/>
                  <a:pt x="4963324" y="27093"/>
                </a:cubicBezTo>
                <a:cubicBezTo>
                  <a:pt x="4965141" y="24872"/>
                  <a:pt x="4967370" y="23109"/>
                  <a:pt x="4970010" y="21805"/>
                </a:cubicBezTo>
                <a:cubicBezTo>
                  <a:pt x="4972650" y="20500"/>
                  <a:pt x="4975648" y="19848"/>
                  <a:pt x="4979002" y="19848"/>
                </a:cubicBezTo>
                <a:cubicBezTo>
                  <a:pt x="4982264" y="19848"/>
                  <a:pt x="4985152" y="20361"/>
                  <a:pt x="4987668" y="21386"/>
                </a:cubicBezTo>
                <a:cubicBezTo>
                  <a:pt x="4990184" y="22411"/>
                  <a:pt x="4992304" y="23863"/>
                  <a:pt x="4994028" y="25742"/>
                </a:cubicBezTo>
                <a:cubicBezTo>
                  <a:pt x="4995752" y="27621"/>
                  <a:pt x="4997056" y="29904"/>
                  <a:pt x="4997942" y="32591"/>
                </a:cubicBezTo>
                <a:cubicBezTo>
                  <a:pt x="4998827" y="35278"/>
                  <a:pt x="4999270" y="38283"/>
                  <a:pt x="4999270" y="41606"/>
                </a:cubicBezTo>
                <a:moveTo>
                  <a:pt x="4990837" y="40442"/>
                </a:moveTo>
                <a:cubicBezTo>
                  <a:pt x="4990930" y="38360"/>
                  <a:pt x="4990728" y="36458"/>
                  <a:pt x="4990231" y="34734"/>
                </a:cubicBezTo>
                <a:cubicBezTo>
                  <a:pt x="4989734" y="33010"/>
                  <a:pt x="4988965" y="31527"/>
                  <a:pt x="4987925" y="30285"/>
                </a:cubicBezTo>
                <a:cubicBezTo>
                  <a:pt x="4986884" y="29042"/>
                  <a:pt x="4985587" y="28071"/>
                  <a:pt x="4984034" y="27373"/>
                </a:cubicBezTo>
                <a:cubicBezTo>
                  <a:pt x="4982481" y="26674"/>
                  <a:pt x="4980680" y="26324"/>
                  <a:pt x="4978630" y="26324"/>
                </a:cubicBezTo>
                <a:cubicBezTo>
                  <a:pt x="4976859" y="26324"/>
                  <a:pt x="4975244" y="26666"/>
                  <a:pt x="4973784" y="27349"/>
                </a:cubicBezTo>
                <a:cubicBezTo>
                  <a:pt x="4972324" y="28033"/>
                  <a:pt x="4971066" y="28996"/>
                  <a:pt x="4970010" y="30238"/>
                </a:cubicBezTo>
                <a:cubicBezTo>
                  <a:pt x="4968954" y="31480"/>
                  <a:pt x="4968100" y="32971"/>
                  <a:pt x="4967448" y="34711"/>
                </a:cubicBezTo>
                <a:cubicBezTo>
                  <a:pt x="4966795" y="36450"/>
                  <a:pt x="4966391" y="38360"/>
                  <a:pt x="4966236" y="40442"/>
                </a:cubicBezTo>
                <a:lnTo>
                  <a:pt x="4990837" y="40442"/>
                </a:lnTo>
                <a:close/>
                <a:moveTo>
                  <a:pt x="5079310" y="0"/>
                </a:moveTo>
                <a:lnTo>
                  <a:pt x="5082758" y="0"/>
                </a:lnTo>
                <a:cubicBezTo>
                  <a:pt x="5088753" y="0"/>
                  <a:pt x="5093210" y="1406"/>
                  <a:pt x="5096130" y="4217"/>
                </a:cubicBezTo>
                <a:cubicBezTo>
                  <a:pt x="5099050" y="7028"/>
                  <a:pt x="5100510" y="11291"/>
                  <a:pt x="5100510" y="17006"/>
                </a:cubicBezTo>
                <a:lnTo>
                  <a:pt x="5100510" y="27769"/>
                </a:lnTo>
                <a:cubicBezTo>
                  <a:pt x="5100510" y="29291"/>
                  <a:pt x="5100680" y="30650"/>
                  <a:pt x="5101022" y="31845"/>
                </a:cubicBezTo>
                <a:cubicBezTo>
                  <a:pt x="5101364" y="33041"/>
                  <a:pt x="5101962" y="34051"/>
                  <a:pt x="5102816" y="34874"/>
                </a:cubicBezTo>
                <a:cubicBezTo>
                  <a:pt x="5103670" y="35697"/>
                  <a:pt x="5104812" y="36326"/>
                  <a:pt x="5106240" y="36761"/>
                </a:cubicBezTo>
                <a:cubicBezTo>
                  <a:pt x="5107669" y="37196"/>
                  <a:pt x="5109455" y="37413"/>
                  <a:pt x="5111598" y="37413"/>
                </a:cubicBezTo>
                <a:lnTo>
                  <a:pt x="5113602" y="37413"/>
                </a:lnTo>
                <a:lnTo>
                  <a:pt x="5113602" y="43889"/>
                </a:lnTo>
                <a:lnTo>
                  <a:pt x="5111598" y="43889"/>
                </a:lnTo>
                <a:cubicBezTo>
                  <a:pt x="5109331" y="43889"/>
                  <a:pt x="5107475" y="44076"/>
                  <a:pt x="5106031" y="44448"/>
                </a:cubicBezTo>
                <a:cubicBezTo>
                  <a:pt x="5104586" y="44821"/>
                  <a:pt x="5103460" y="45388"/>
                  <a:pt x="5102653" y="46149"/>
                </a:cubicBezTo>
                <a:cubicBezTo>
                  <a:pt x="5101845" y="46910"/>
                  <a:pt x="5101286" y="47881"/>
                  <a:pt x="5100976" y="49061"/>
                </a:cubicBezTo>
                <a:cubicBezTo>
                  <a:pt x="5100665" y="50241"/>
                  <a:pt x="5100510" y="51639"/>
                  <a:pt x="5100510" y="53254"/>
                </a:cubicBezTo>
                <a:lnTo>
                  <a:pt x="5100510" y="69561"/>
                </a:lnTo>
                <a:cubicBezTo>
                  <a:pt x="5100510" y="72170"/>
                  <a:pt x="5100199" y="74523"/>
                  <a:pt x="5099578" y="76620"/>
                </a:cubicBezTo>
                <a:cubicBezTo>
                  <a:pt x="5098957" y="78717"/>
                  <a:pt x="5097947" y="80503"/>
                  <a:pt x="5096549" y="81978"/>
                </a:cubicBezTo>
                <a:cubicBezTo>
                  <a:pt x="5095152" y="83453"/>
                  <a:pt x="5093319" y="84587"/>
                  <a:pt x="5091052" y="85379"/>
                </a:cubicBezTo>
                <a:cubicBezTo>
                  <a:pt x="5088784" y="86171"/>
                  <a:pt x="5086020" y="86567"/>
                  <a:pt x="5082758" y="86567"/>
                </a:cubicBezTo>
                <a:lnTo>
                  <a:pt x="5079310" y="86567"/>
                </a:lnTo>
                <a:lnTo>
                  <a:pt x="5079310" y="80044"/>
                </a:lnTo>
                <a:lnTo>
                  <a:pt x="5082106" y="80044"/>
                </a:lnTo>
                <a:cubicBezTo>
                  <a:pt x="5089281" y="80044"/>
                  <a:pt x="5092869" y="76550"/>
                  <a:pt x="5092869" y="69561"/>
                </a:cubicBezTo>
                <a:lnTo>
                  <a:pt x="5092869" y="53441"/>
                </a:lnTo>
                <a:cubicBezTo>
                  <a:pt x="5092869" y="45862"/>
                  <a:pt x="5096146" y="41606"/>
                  <a:pt x="5102699" y="40674"/>
                </a:cubicBezTo>
                <a:cubicBezTo>
                  <a:pt x="5096083" y="39960"/>
                  <a:pt x="5092775" y="35689"/>
                  <a:pt x="5092775" y="27862"/>
                </a:cubicBezTo>
                <a:lnTo>
                  <a:pt x="5092775" y="17192"/>
                </a:lnTo>
                <a:cubicBezTo>
                  <a:pt x="5092775" y="10079"/>
                  <a:pt x="5089219" y="6523"/>
                  <a:pt x="5082106" y="6523"/>
                </a:cubicBezTo>
                <a:lnTo>
                  <a:pt x="5079310" y="6523"/>
                </a:lnTo>
                <a:lnTo>
                  <a:pt x="5079310" y="0"/>
                </a:lnTo>
                <a:close/>
                <a:moveTo>
                  <a:pt x="5146358" y="52788"/>
                </a:moveTo>
                <a:cubicBezTo>
                  <a:pt x="5147414" y="52788"/>
                  <a:pt x="5148416" y="52990"/>
                  <a:pt x="5149363" y="53394"/>
                </a:cubicBezTo>
                <a:cubicBezTo>
                  <a:pt x="5150311" y="53798"/>
                  <a:pt x="5151134" y="54357"/>
                  <a:pt x="5151833" y="55071"/>
                </a:cubicBezTo>
                <a:cubicBezTo>
                  <a:pt x="5152531" y="55786"/>
                  <a:pt x="5153083" y="56617"/>
                  <a:pt x="5153487" y="57564"/>
                </a:cubicBezTo>
                <a:cubicBezTo>
                  <a:pt x="5153890" y="58511"/>
                  <a:pt x="5154092" y="59529"/>
                  <a:pt x="5154092" y="60616"/>
                </a:cubicBezTo>
                <a:cubicBezTo>
                  <a:pt x="5154092" y="61672"/>
                  <a:pt x="5153890" y="62666"/>
                  <a:pt x="5153487" y="63598"/>
                </a:cubicBezTo>
                <a:cubicBezTo>
                  <a:pt x="5153083" y="64529"/>
                  <a:pt x="5152531" y="65345"/>
                  <a:pt x="5151833" y="66044"/>
                </a:cubicBezTo>
                <a:cubicBezTo>
                  <a:pt x="5151134" y="66742"/>
                  <a:pt x="5150311" y="67294"/>
                  <a:pt x="5149363" y="67698"/>
                </a:cubicBezTo>
                <a:cubicBezTo>
                  <a:pt x="5148416" y="68101"/>
                  <a:pt x="5147414" y="68303"/>
                  <a:pt x="5146358" y="68303"/>
                </a:cubicBezTo>
                <a:cubicBezTo>
                  <a:pt x="5145271" y="68303"/>
                  <a:pt x="5144261" y="68101"/>
                  <a:pt x="5143330" y="67698"/>
                </a:cubicBezTo>
                <a:cubicBezTo>
                  <a:pt x="5142398" y="67294"/>
                  <a:pt x="5141582" y="66742"/>
                  <a:pt x="5140884" y="66044"/>
                </a:cubicBezTo>
                <a:cubicBezTo>
                  <a:pt x="5140185" y="65345"/>
                  <a:pt x="5139633" y="64529"/>
                  <a:pt x="5139230" y="63598"/>
                </a:cubicBezTo>
                <a:cubicBezTo>
                  <a:pt x="5138826" y="62666"/>
                  <a:pt x="5138624" y="61672"/>
                  <a:pt x="5138624" y="60616"/>
                </a:cubicBezTo>
                <a:cubicBezTo>
                  <a:pt x="5138624" y="59529"/>
                  <a:pt x="5138826" y="58511"/>
                  <a:pt x="5139230" y="57564"/>
                </a:cubicBezTo>
                <a:cubicBezTo>
                  <a:pt x="5139633" y="56617"/>
                  <a:pt x="5140185" y="55786"/>
                  <a:pt x="5140884" y="55071"/>
                </a:cubicBezTo>
                <a:cubicBezTo>
                  <a:pt x="5141582" y="54357"/>
                  <a:pt x="5142398" y="53798"/>
                  <a:pt x="5143330" y="53394"/>
                </a:cubicBezTo>
                <a:cubicBezTo>
                  <a:pt x="5144261" y="52990"/>
                  <a:pt x="5145271" y="52788"/>
                  <a:pt x="5146358" y="52788"/>
                </a:cubicBezTo>
                <a:close/>
                <a:moveTo>
                  <a:pt x="5286155" y="13605"/>
                </a:moveTo>
                <a:lnTo>
                  <a:pt x="5268124" y="13605"/>
                </a:lnTo>
                <a:lnTo>
                  <a:pt x="5268124" y="67465"/>
                </a:lnTo>
                <a:lnTo>
                  <a:pt x="5259738" y="67465"/>
                </a:lnTo>
                <a:lnTo>
                  <a:pt x="5259738" y="13605"/>
                </a:lnTo>
                <a:lnTo>
                  <a:pt x="5241707" y="13605"/>
                </a:lnTo>
                <a:lnTo>
                  <a:pt x="5241707" y="6523"/>
                </a:lnTo>
                <a:lnTo>
                  <a:pt x="5286155" y="6523"/>
                </a:lnTo>
                <a:lnTo>
                  <a:pt x="5286155" y="13605"/>
                </a:lnTo>
                <a:close/>
                <a:moveTo>
                  <a:pt x="5334613" y="67465"/>
                </a:moveTo>
                <a:lnTo>
                  <a:pt x="5326506" y="67465"/>
                </a:lnTo>
                <a:lnTo>
                  <a:pt x="5326506" y="37599"/>
                </a:lnTo>
                <a:cubicBezTo>
                  <a:pt x="5326506" y="33996"/>
                  <a:pt x="5325830" y="31302"/>
                  <a:pt x="5324479" y="29516"/>
                </a:cubicBezTo>
                <a:cubicBezTo>
                  <a:pt x="5323128" y="27730"/>
                  <a:pt x="5321194" y="26837"/>
                  <a:pt x="5318678" y="26837"/>
                </a:cubicBezTo>
                <a:cubicBezTo>
                  <a:pt x="5317591" y="26837"/>
                  <a:pt x="5316574" y="26984"/>
                  <a:pt x="5315627" y="27279"/>
                </a:cubicBezTo>
                <a:cubicBezTo>
                  <a:pt x="5314679" y="27574"/>
                  <a:pt x="5313693" y="28087"/>
                  <a:pt x="5312668" y="28817"/>
                </a:cubicBezTo>
                <a:cubicBezTo>
                  <a:pt x="5311643" y="29547"/>
                  <a:pt x="5310525" y="30533"/>
                  <a:pt x="5309313" y="31775"/>
                </a:cubicBezTo>
                <a:cubicBezTo>
                  <a:pt x="5308102" y="33018"/>
                  <a:pt x="5306704" y="34571"/>
                  <a:pt x="5305120" y="36435"/>
                </a:cubicBezTo>
                <a:lnTo>
                  <a:pt x="5305120" y="67465"/>
                </a:lnTo>
                <a:lnTo>
                  <a:pt x="5297013" y="67465"/>
                </a:lnTo>
                <a:lnTo>
                  <a:pt x="5297013" y="1584"/>
                </a:lnTo>
                <a:lnTo>
                  <a:pt x="5305120" y="1584"/>
                </a:lnTo>
                <a:lnTo>
                  <a:pt x="5305120" y="20674"/>
                </a:lnTo>
                <a:lnTo>
                  <a:pt x="5304841" y="28048"/>
                </a:lnTo>
                <a:cubicBezTo>
                  <a:pt x="5306114" y="26526"/>
                  <a:pt x="5307364" y="25245"/>
                  <a:pt x="5308591" y="24204"/>
                </a:cubicBezTo>
                <a:cubicBezTo>
                  <a:pt x="5309818" y="23164"/>
                  <a:pt x="5311045" y="22317"/>
                  <a:pt x="5312272" y="21665"/>
                </a:cubicBezTo>
                <a:cubicBezTo>
                  <a:pt x="5313499" y="21013"/>
                  <a:pt x="5314749" y="20547"/>
                  <a:pt x="5316023" y="20267"/>
                </a:cubicBezTo>
                <a:cubicBezTo>
                  <a:pt x="5317296" y="19988"/>
                  <a:pt x="5318616" y="19848"/>
                  <a:pt x="5319983" y="19848"/>
                </a:cubicBezTo>
                <a:cubicBezTo>
                  <a:pt x="5324642" y="19848"/>
                  <a:pt x="5328245" y="21269"/>
                  <a:pt x="5330792" y="24111"/>
                </a:cubicBezTo>
                <a:cubicBezTo>
                  <a:pt x="5333339" y="26953"/>
                  <a:pt x="5334613" y="31232"/>
                  <a:pt x="5334613" y="36947"/>
                </a:cubicBezTo>
                <a:lnTo>
                  <a:pt x="5334613" y="67465"/>
                </a:lnTo>
                <a:close/>
                <a:moveTo>
                  <a:pt x="5364806" y="27396"/>
                </a:moveTo>
                <a:lnTo>
                  <a:pt x="5350968" y="27396"/>
                </a:lnTo>
                <a:lnTo>
                  <a:pt x="5350968" y="20687"/>
                </a:lnTo>
                <a:lnTo>
                  <a:pt x="5373006" y="20687"/>
                </a:lnTo>
                <a:lnTo>
                  <a:pt x="5373006" y="60709"/>
                </a:lnTo>
                <a:lnTo>
                  <a:pt x="5386937" y="60709"/>
                </a:lnTo>
                <a:lnTo>
                  <a:pt x="5386937" y="67465"/>
                </a:lnTo>
                <a:lnTo>
                  <a:pt x="5349431" y="67465"/>
                </a:lnTo>
                <a:lnTo>
                  <a:pt x="5349431" y="60709"/>
                </a:lnTo>
                <a:lnTo>
                  <a:pt x="5364806" y="60709"/>
                </a:lnTo>
                <a:lnTo>
                  <a:pt x="5364806" y="27396"/>
                </a:lnTo>
                <a:moveTo>
                  <a:pt x="5367648" y="1025"/>
                </a:moveTo>
                <a:cubicBezTo>
                  <a:pt x="5368549" y="1025"/>
                  <a:pt x="5369388" y="1188"/>
                  <a:pt x="5370164" y="1514"/>
                </a:cubicBezTo>
                <a:cubicBezTo>
                  <a:pt x="5370941" y="1840"/>
                  <a:pt x="5371616" y="2299"/>
                  <a:pt x="5372191" y="2889"/>
                </a:cubicBezTo>
                <a:cubicBezTo>
                  <a:pt x="5372765" y="3479"/>
                  <a:pt x="5373216" y="4154"/>
                  <a:pt x="5373542" y="4915"/>
                </a:cubicBezTo>
                <a:cubicBezTo>
                  <a:pt x="5373868" y="5676"/>
                  <a:pt x="5374031" y="6507"/>
                  <a:pt x="5374031" y="7408"/>
                </a:cubicBezTo>
                <a:cubicBezTo>
                  <a:pt x="5374031" y="8278"/>
                  <a:pt x="5373868" y="9101"/>
                  <a:pt x="5373542" y="9877"/>
                </a:cubicBezTo>
                <a:cubicBezTo>
                  <a:pt x="5373216" y="10654"/>
                  <a:pt x="5372765" y="11337"/>
                  <a:pt x="5372191" y="11927"/>
                </a:cubicBezTo>
                <a:cubicBezTo>
                  <a:pt x="5371616" y="12518"/>
                  <a:pt x="5370941" y="12976"/>
                  <a:pt x="5370164" y="13302"/>
                </a:cubicBezTo>
                <a:cubicBezTo>
                  <a:pt x="5369388" y="13628"/>
                  <a:pt x="5368549" y="13791"/>
                  <a:pt x="5367648" y="13791"/>
                </a:cubicBezTo>
                <a:cubicBezTo>
                  <a:pt x="5366747" y="13791"/>
                  <a:pt x="5365909" y="13628"/>
                  <a:pt x="5365132" y="13302"/>
                </a:cubicBezTo>
                <a:cubicBezTo>
                  <a:pt x="5364356" y="12976"/>
                  <a:pt x="5363680" y="12518"/>
                  <a:pt x="5363105" y="11927"/>
                </a:cubicBezTo>
                <a:cubicBezTo>
                  <a:pt x="5362531" y="11337"/>
                  <a:pt x="5362080" y="10654"/>
                  <a:pt x="5361754" y="9877"/>
                </a:cubicBezTo>
                <a:cubicBezTo>
                  <a:pt x="5361428" y="9101"/>
                  <a:pt x="5361265" y="8278"/>
                  <a:pt x="5361265" y="7408"/>
                </a:cubicBezTo>
                <a:cubicBezTo>
                  <a:pt x="5361265" y="6507"/>
                  <a:pt x="5361428" y="5676"/>
                  <a:pt x="5361754" y="4915"/>
                </a:cubicBezTo>
                <a:cubicBezTo>
                  <a:pt x="5362080" y="4154"/>
                  <a:pt x="5362531" y="3479"/>
                  <a:pt x="5363105" y="2889"/>
                </a:cubicBezTo>
                <a:cubicBezTo>
                  <a:pt x="5363680" y="2299"/>
                  <a:pt x="5364356" y="1840"/>
                  <a:pt x="5365132" y="1514"/>
                </a:cubicBezTo>
                <a:cubicBezTo>
                  <a:pt x="5365909" y="1188"/>
                  <a:pt x="5366747" y="1025"/>
                  <a:pt x="5367648" y="1025"/>
                </a:cubicBezTo>
                <a:close/>
                <a:moveTo>
                  <a:pt x="5437770" y="54699"/>
                </a:moveTo>
                <a:cubicBezTo>
                  <a:pt x="5437770" y="56345"/>
                  <a:pt x="5437491" y="57820"/>
                  <a:pt x="5436932" y="59125"/>
                </a:cubicBezTo>
                <a:cubicBezTo>
                  <a:pt x="5436373" y="60429"/>
                  <a:pt x="5435612" y="61586"/>
                  <a:pt x="5434649" y="62596"/>
                </a:cubicBezTo>
                <a:cubicBezTo>
                  <a:pt x="5433686" y="63605"/>
                  <a:pt x="5432568" y="64467"/>
                  <a:pt x="5431294" y="65182"/>
                </a:cubicBezTo>
                <a:cubicBezTo>
                  <a:pt x="5430021" y="65896"/>
                  <a:pt x="5428662" y="66486"/>
                  <a:pt x="5427218" y="66952"/>
                </a:cubicBezTo>
                <a:cubicBezTo>
                  <a:pt x="5425773" y="67418"/>
                  <a:pt x="5424290" y="67760"/>
                  <a:pt x="5422768" y="67977"/>
                </a:cubicBezTo>
                <a:cubicBezTo>
                  <a:pt x="5421246" y="68195"/>
                  <a:pt x="5419755" y="68303"/>
                  <a:pt x="5418295" y="68303"/>
                </a:cubicBezTo>
                <a:cubicBezTo>
                  <a:pt x="5415127" y="68303"/>
                  <a:pt x="5412215" y="68164"/>
                  <a:pt x="5409559" y="67884"/>
                </a:cubicBezTo>
                <a:cubicBezTo>
                  <a:pt x="5406904" y="67604"/>
                  <a:pt x="5404302" y="67154"/>
                  <a:pt x="5401755" y="66533"/>
                </a:cubicBezTo>
                <a:lnTo>
                  <a:pt x="5401755" y="59078"/>
                </a:lnTo>
                <a:cubicBezTo>
                  <a:pt x="5404489" y="59855"/>
                  <a:pt x="5407206" y="60445"/>
                  <a:pt x="5409909" y="60849"/>
                </a:cubicBezTo>
                <a:cubicBezTo>
                  <a:pt x="5412611" y="61252"/>
                  <a:pt x="5415298" y="61454"/>
                  <a:pt x="5417969" y="61454"/>
                </a:cubicBezTo>
                <a:cubicBezTo>
                  <a:pt x="5421852" y="61454"/>
                  <a:pt x="5424725" y="60926"/>
                  <a:pt x="5426589" y="59870"/>
                </a:cubicBezTo>
                <a:cubicBezTo>
                  <a:pt x="5428452" y="58814"/>
                  <a:pt x="5429384" y="57308"/>
                  <a:pt x="5429384" y="55351"/>
                </a:cubicBezTo>
                <a:cubicBezTo>
                  <a:pt x="5429384" y="54512"/>
                  <a:pt x="5429236" y="53759"/>
                  <a:pt x="5428941" y="53091"/>
                </a:cubicBezTo>
                <a:cubicBezTo>
                  <a:pt x="5428646" y="52423"/>
                  <a:pt x="5428111" y="51787"/>
                  <a:pt x="5427334" y="51181"/>
                </a:cubicBezTo>
                <a:cubicBezTo>
                  <a:pt x="5426557" y="50575"/>
                  <a:pt x="5425354" y="49946"/>
                  <a:pt x="5423723" y="49294"/>
                </a:cubicBezTo>
                <a:cubicBezTo>
                  <a:pt x="5422092" y="48642"/>
                  <a:pt x="5419864" y="47896"/>
                  <a:pt x="5417037" y="47058"/>
                </a:cubicBezTo>
                <a:cubicBezTo>
                  <a:pt x="5414925" y="46436"/>
                  <a:pt x="5412976" y="45730"/>
                  <a:pt x="5411190" y="44938"/>
                </a:cubicBezTo>
                <a:cubicBezTo>
                  <a:pt x="5409404" y="44146"/>
                  <a:pt x="5407859" y="43206"/>
                  <a:pt x="5406554" y="42119"/>
                </a:cubicBezTo>
                <a:cubicBezTo>
                  <a:pt x="5405250" y="41032"/>
                  <a:pt x="5404225" y="39758"/>
                  <a:pt x="5403479" y="38298"/>
                </a:cubicBezTo>
                <a:cubicBezTo>
                  <a:pt x="5402734" y="36838"/>
                  <a:pt x="5402361" y="35115"/>
                  <a:pt x="5402361" y="33127"/>
                </a:cubicBezTo>
                <a:cubicBezTo>
                  <a:pt x="5402361" y="31822"/>
                  <a:pt x="5402664" y="30393"/>
                  <a:pt x="5403269" y="28840"/>
                </a:cubicBezTo>
                <a:cubicBezTo>
                  <a:pt x="5403875" y="27287"/>
                  <a:pt x="5404908" y="25843"/>
                  <a:pt x="5406368" y="24507"/>
                </a:cubicBezTo>
                <a:cubicBezTo>
                  <a:pt x="5407828" y="23172"/>
                  <a:pt x="5409800" y="22061"/>
                  <a:pt x="5412285" y="21176"/>
                </a:cubicBezTo>
                <a:cubicBezTo>
                  <a:pt x="5414770" y="20291"/>
                  <a:pt x="5417876" y="19848"/>
                  <a:pt x="5421603" y="19848"/>
                </a:cubicBezTo>
                <a:cubicBezTo>
                  <a:pt x="5423436" y="19848"/>
                  <a:pt x="5425470" y="19949"/>
                  <a:pt x="5427707" y="20151"/>
                </a:cubicBezTo>
                <a:cubicBezTo>
                  <a:pt x="5429943" y="20353"/>
                  <a:pt x="5432273" y="20702"/>
                  <a:pt x="5434695" y="21199"/>
                </a:cubicBezTo>
                <a:lnTo>
                  <a:pt x="5434695" y="28421"/>
                </a:lnTo>
                <a:cubicBezTo>
                  <a:pt x="5432148" y="27800"/>
                  <a:pt x="5429733" y="27342"/>
                  <a:pt x="5427450" y="27046"/>
                </a:cubicBezTo>
                <a:cubicBezTo>
                  <a:pt x="5425167" y="26751"/>
                  <a:pt x="5423187" y="26604"/>
                  <a:pt x="5421510" y="26604"/>
                </a:cubicBezTo>
                <a:cubicBezTo>
                  <a:pt x="5419491" y="26604"/>
                  <a:pt x="5417790" y="26759"/>
                  <a:pt x="5416408" y="27070"/>
                </a:cubicBezTo>
                <a:cubicBezTo>
                  <a:pt x="5415026" y="27380"/>
                  <a:pt x="5413908" y="27807"/>
                  <a:pt x="5413054" y="28351"/>
                </a:cubicBezTo>
                <a:cubicBezTo>
                  <a:pt x="5412199" y="28895"/>
                  <a:pt x="5411586" y="29531"/>
                  <a:pt x="5411213" y="30261"/>
                </a:cubicBezTo>
                <a:cubicBezTo>
                  <a:pt x="5410841" y="30991"/>
                  <a:pt x="5410654" y="31775"/>
                  <a:pt x="5410654" y="32614"/>
                </a:cubicBezTo>
                <a:cubicBezTo>
                  <a:pt x="5410654" y="33453"/>
                  <a:pt x="5410817" y="34214"/>
                  <a:pt x="5411143" y="34897"/>
                </a:cubicBezTo>
                <a:cubicBezTo>
                  <a:pt x="5411470" y="35580"/>
                  <a:pt x="5412075" y="36241"/>
                  <a:pt x="5412960" y="36877"/>
                </a:cubicBezTo>
                <a:cubicBezTo>
                  <a:pt x="5413846" y="37514"/>
                  <a:pt x="5415080" y="38151"/>
                  <a:pt x="5416665" y="38788"/>
                </a:cubicBezTo>
                <a:cubicBezTo>
                  <a:pt x="5418249" y="39424"/>
                  <a:pt x="5420314" y="40115"/>
                  <a:pt x="5422861" y="40861"/>
                </a:cubicBezTo>
                <a:cubicBezTo>
                  <a:pt x="5425626" y="41668"/>
                  <a:pt x="5427955" y="42515"/>
                  <a:pt x="5429850" y="43400"/>
                </a:cubicBezTo>
                <a:cubicBezTo>
                  <a:pt x="5431745" y="44285"/>
                  <a:pt x="5433282" y="45272"/>
                  <a:pt x="5434462" y="46359"/>
                </a:cubicBezTo>
                <a:cubicBezTo>
                  <a:pt x="5435643" y="47446"/>
                  <a:pt x="5436489" y="48673"/>
                  <a:pt x="5437002" y="50039"/>
                </a:cubicBezTo>
                <a:cubicBezTo>
                  <a:pt x="5437514" y="51406"/>
                  <a:pt x="5437770" y="52959"/>
                  <a:pt x="5437770" y="54699"/>
                </a:cubicBezTo>
                <a:close/>
                <a:moveTo>
                  <a:pt x="5518804" y="20687"/>
                </a:moveTo>
                <a:lnTo>
                  <a:pt x="5526212" y="20687"/>
                </a:lnTo>
                <a:lnTo>
                  <a:pt x="5526445" y="29284"/>
                </a:lnTo>
                <a:cubicBezTo>
                  <a:pt x="5529209" y="25969"/>
                  <a:pt x="5531935" y="23567"/>
                  <a:pt x="5534621" y="22080"/>
                </a:cubicBezTo>
                <a:cubicBezTo>
                  <a:pt x="5537308" y="20592"/>
                  <a:pt x="5540018" y="19848"/>
                  <a:pt x="5542752" y="19848"/>
                </a:cubicBezTo>
                <a:cubicBezTo>
                  <a:pt x="5547597" y="19848"/>
                  <a:pt x="5551270" y="21413"/>
                  <a:pt x="5553771" y="24542"/>
                </a:cubicBezTo>
                <a:cubicBezTo>
                  <a:pt x="5556271" y="27672"/>
                  <a:pt x="5557428" y="32319"/>
                  <a:pt x="5557242" y="38485"/>
                </a:cubicBezTo>
                <a:lnTo>
                  <a:pt x="5549041" y="38485"/>
                </a:lnTo>
                <a:cubicBezTo>
                  <a:pt x="5549135" y="34401"/>
                  <a:pt x="5548537" y="31439"/>
                  <a:pt x="5547248" y="29599"/>
                </a:cubicBezTo>
                <a:cubicBezTo>
                  <a:pt x="5545959" y="27757"/>
                  <a:pt x="5544072" y="26837"/>
                  <a:pt x="5541587" y="26837"/>
                </a:cubicBezTo>
                <a:cubicBezTo>
                  <a:pt x="5540500" y="26837"/>
                  <a:pt x="5539405" y="27030"/>
                  <a:pt x="5538302" y="27418"/>
                </a:cubicBezTo>
                <a:cubicBezTo>
                  <a:pt x="5537199" y="27804"/>
                  <a:pt x="5536066" y="28422"/>
                  <a:pt x="5534901" y="29273"/>
                </a:cubicBezTo>
                <a:cubicBezTo>
                  <a:pt x="5533736" y="30123"/>
                  <a:pt x="5532501" y="31213"/>
                  <a:pt x="5531197" y="32544"/>
                </a:cubicBezTo>
                <a:cubicBezTo>
                  <a:pt x="5529892" y="33874"/>
                  <a:pt x="5528495" y="35482"/>
                  <a:pt x="5527004" y="37369"/>
                </a:cubicBezTo>
                <a:lnTo>
                  <a:pt x="5527004" y="67465"/>
                </a:lnTo>
                <a:lnTo>
                  <a:pt x="5518804" y="67465"/>
                </a:lnTo>
                <a:lnTo>
                  <a:pt x="5518804" y="20687"/>
                </a:lnTo>
                <a:close/>
                <a:moveTo>
                  <a:pt x="5608261" y="41606"/>
                </a:moveTo>
                <a:cubicBezTo>
                  <a:pt x="5608261" y="42756"/>
                  <a:pt x="5608246" y="43718"/>
                  <a:pt x="5608215" y="44495"/>
                </a:cubicBezTo>
                <a:cubicBezTo>
                  <a:pt x="5608183" y="45272"/>
                  <a:pt x="5608137" y="46001"/>
                  <a:pt x="5608075" y="46685"/>
                </a:cubicBezTo>
                <a:lnTo>
                  <a:pt x="5575228" y="46685"/>
                </a:lnTo>
                <a:cubicBezTo>
                  <a:pt x="5575228" y="51468"/>
                  <a:pt x="5576563" y="55141"/>
                  <a:pt x="5579235" y="57704"/>
                </a:cubicBezTo>
                <a:cubicBezTo>
                  <a:pt x="5581906" y="60266"/>
                  <a:pt x="5585757" y="61548"/>
                  <a:pt x="5590789" y="61548"/>
                </a:cubicBezTo>
                <a:cubicBezTo>
                  <a:pt x="5592156" y="61548"/>
                  <a:pt x="5593523" y="61492"/>
                  <a:pt x="5594889" y="61382"/>
                </a:cubicBezTo>
                <a:cubicBezTo>
                  <a:pt x="5596256" y="61270"/>
                  <a:pt x="5597576" y="61119"/>
                  <a:pt x="5598850" y="60929"/>
                </a:cubicBezTo>
                <a:cubicBezTo>
                  <a:pt x="5600123" y="60737"/>
                  <a:pt x="5601342" y="60523"/>
                  <a:pt x="5602507" y="60285"/>
                </a:cubicBezTo>
                <a:cubicBezTo>
                  <a:pt x="5603672" y="60046"/>
                  <a:pt x="5604751" y="59784"/>
                  <a:pt x="5605745" y="59497"/>
                </a:cubicBezTo>
                <a:lnTo>
                  <a:pt x="5605745" y="66160"/>
                </a:lnTo>
                <a:cubicBezTo>
                  <a:pt x="5603540" y="66795"/>
                  <a:pt x="5601047" y="67311"/>
                  <a:pt x="5598267" y="67708"/>
                </a:cubicBezTo>
                <a:cubicBezTo>
                  <a:pt x="5595487" y="68105"/>
                  <a:pt x="5592606" y="68303"/>
                  <a:pt x="5589624" y="68303"/>
                </a:cubicBezTo>
                <a:cubicBezTo>
                  <a:pt x="5585618" y="68303"/>
                  <a:pt x="5582170" y="67760"/>
                  <a:pt x="5579281" y="66673"/>
                </a:cubicBezTo>
                <a:cubicBezTo>
                  <a:pt x="5576392" y="65585"/>
                  <a:pt x="5574024" y="64009"/>
                  <a:pt x="5572176" y="61944"/>
                </a:cubicBezTo>
                <a:cubicBezTo>
                  <a:pt x="5570328" y="59878"/>
                  <a:pt x="5568961" y="57347"/>
                  <a:pt x="5568076" y="54349"/>
                </a:cubicBezTo>
                <a:cubicBezTo>
                  <a:pt x="5567191" y="51352"/>
                  <a:pt x="5566748" y="47958"/>
                  <a:pt x="5566748" y="44169"/>
                </a:cubicBezTo>
                <a:cubicBezTo>
                  <a:pt x="5566748" y="40876"/>
                  <a:pt x="5567222" y="37762"/>
                  <a:pt x="5568169" y="34827"/>
                </a:cubicBezTo>
                <a:cubicBezTo>
                  <a:pt x="5569116" y="31892"/>
                  <a:pt x="5570499" y="29314"/>
                  <a:pt x="5572316" y="27093"/>
                </a:cubicBezTo>
                <a:cubicBezTo>
                  <a:pt x="5574133" y="24872"/>
                  <a:pt x="5576361" y="23109"/>
                  <a:pt x="5579002" y="21805"/>
                </a:cubicBezTo>
                <a:cubicBezTo>
                  <a:pt x="5581642" y="20500"/>
                  <a:pt x="5584639" y="19848"/>
                  <a:pt x="5587994" y="19848"/>
                </a:cubicBezTo>
                <a:cubicBezTo>
                  <a:pt x="5591255" y="19848"/>
                  <a:pt x="5594144" y="20361"/>
                  <a:pt x="5596660" y="21386"/>
                </a:cubicBezTo>
                <a:cubicBezTo>
                  <a:pt x="5599176" y="22411"/>
                  <a:pt x="5601296" y="23863"/>
                  <a:pt x="5603020" y="25742"/>
                </a:cubicBezTo>
                <a:cubicBezTo>
                  <a:pt x="5604743" y="27621"/>
                  <a:pt x="5606048" y="29904"/>
                  <a:pt x="5606933" y="32591"/>
                </a:cubicBezTo>
                <a:cubicBezTo>
                  <a:pt x="5607819" y="35278"/>
                  <a:pt x="5608261" y="38283"/>
                  <a:pt x="5608261" y="41606"/>
                </a:cubicBezTo>
                <a:moveTo>
                  <a:pt x="5599828" y="40442"/>
                </a:moveTo>
                <a:cubicBezTo>
                  <a:pt x="5599921" y="38360"/>
                  <a:pt x="5599719" y="36458"/>
                  <a:pt x="5599222" y="34734"/>
                </a:cubicBezTo>
                <a:cubicBezTo>
                  <a:pt x="5598725" y="33010"/>
                  <a:pt x="5597957" y="31527"/>
                  <a:pt x="5596916" y="30285"/>
                </a:cubicBezTo>
                <a:cubicBezTo>
                  <a:pt x="5595876" y="29042"/>
                  <a:pt x="5594579" y="28071"/>
                  <a:pt x="5593026" y="27373"/>
                </a:cubicBezTo>
                <a:cubicBezTo>
                  <a:pt x="5591473" y="26674"/>
                  <a:pt x="5589671" y="26324"/>
                  <a:pt x="5587621" y="26324"/>
                </a:cubicBezTo>
                <a:cubicBezTo>
                  <a:pt x="5585851" y="26324"/>
                  <a:pt x="5584235" y="26666"/>
                  <a:pt x="5582776" y="27349"/>
                </a:cubicBezTo>
                <a:cubicBezTo>
                  <a:pt x="5581316" y="28033"/>
                  <a:pt x="5580058" y="28996"/>
                  <a:pt x="5579002" y="30238"/>
                </a:cubicBezTo>
                <a:cubicBezTo>
                  <a:pt x="5577946" y="31480"/>
                  <a:pt x="5577091" y="32971"/>
                  <a:pt x="5576439" y="34711"/>
                </a:cubicBezTo>
                <a:cubicBezTo>
                  <a:pt x="5575787" y="36450"/>
                  <a:pt x="5575383" y="38360"/>
                  <a:pt x="5575228" y="40442"/>
                </a:cubicBezTo>
                <a:lnTo>
                  <a:pt x="5599828" y="40442"/>
                </a:lnTo>
                <a:close/>
                <a:moveTo>
                  <a:pt x="5657650" y="54699"/>
                </a:moveTo>
                <a:cubicBezTo>
                  <a:pt x="5657650" y="56345"/>
                  <a:pt x="5657371" y="57820"/>
                  <a:pt x="5656812" y="59125"/>
                </a:cubicBezTo>
                <a:cubicBezTo>
                  <a:pt x="5656253" y="60429"/>
                  <a:pt x="5655492" y="61586"/>
                  <a:pt x="5654529" y="62596"/>
                </a:cubicBezTo>
                <a:cubicBezTo>
                  <a:pt x="5653566" y="63605"/>
                  <a:pt x="5652448" y="64467"/>
                  <a:pt x="5651174" y="65182"/>
                </a:cubicBezTo>
                <a:cubicBezTo>
                  <a:pt x="5649901" y="65896"/>
                  <a:pt x="5648542" y="66486"/>
                  <a:pt x="5647097" y="66952"/>
                </a:cubicBezTo>
                <a:cubicBezTo>
                  <a:pt x="5645653" y="67418"/>
                  <a:pt x="5644170" y="67760"/>
                  <a:pt x="5642648" y="67977"/>
                </a:cubicBezTo>
                <a:cubicBezTo>
                  <a:pt x="5641126" y="68195"/>
                  <a:pt x="5639635" y="68303"/>
                  <a:pt x="5638175" y="68303"/>
                </a:cubicBezTo>
                <a:cubicBezTo>
                  <a:pt x="5635007" y="68303"/>
                  <a:pt x="5632095" y="68164"/>
                  <a:pt x="5629439" y="67884"/>
                </a:cubicBezTo>
                <a:cubicBezTo>
                  <a:pt x="5626783" y="67604"/>
                  <a:pt x="5624182" y="67154"/>
                  <a:pt x="5621635" y="66533"/>
                </a:cubicBezTo>
                <a:lnTo>
                  <a:pt x="5621635" y="59078"/>
                </a:lnTo>
                <a:cubicBezTo>
                  <a:pt x="5624368" y="59855"/>
                  <a:pt x="5627086" y="60445"/>
                  <a:pt x="5629788" y="60849"/>
                </a:cubicBezTo>
                <a:cubicBezTo>
                  <a:pt x="5632491" y="61252"/>
                  <a:pt x="5635178" y="61454"/>
                  <a:pt x="5637849" y="61454"/>
                </a:cubicBezTo>
                <a:cubicBezTo>
                  <a:pt x="5641731" y="61454"/>
                  <a:pt x="5644605" y="60926"/>
                  <a:pt x="5646468" y="59870"/>
                </a:cubicBezTo>
                <a:cubicBezTo>
                  <a:pt x="5648332" y="58814"/>
                  <a:pt x="5649264" y="57308"/>
                  <a:pt x="5649264" y="55351"/>
                </a:cubicBezTo>
                <a:cubicBezTo>
                  <a:pt x="5649264" y="54512"/>
                  <a:pt x="5649116" y="53759"/>
                  <a:pt x="5648821" y="53091"/>
                </a:cubicBezTo>
                <a:cubicBezTo>
                  <a:pt x="5648526" y="52423"/>
                  <a:pt x="5647990" y="51787"/>
                  <a:pt x="5647214" y="51181"/>
                </a:cubicBezTo>
                <a:cubicBezTo>
                  <a:pt x="5646437" y="50575"/>
                  <a:pt x="5645234" y="49946"/>
                  <a:pt x="5643603" y="49294"/>
                </a:cubicBezTo>
                <a:cubicBezTo>
                  <a:pt x="5641972" y="48642"/>
                  <a:pt x="5639744" y="47896"/>
                  <a:pt x="5636917" y="47058"/>
                </a:cubicBezTo>
                <a:cubicBezTo>
                  <a:pt x="5634805" y="46436"/>
                  <a:pt x="5632856" y="45730"/>
                  <a:pt x="5631070" y="44938"/>
                </a:cubicBezTo>
                <a:cubicBezTo>
                  <a:pt x="5629284" y="44146"/>
                  <a:pt x="5627738" y="43206"/>
                  <a:pt x="5626434" y="42119"/>
                </a:cubicBezTo>
                <a:cubicBezTo>
                  <a:pt x="5625129" y="41032"/>
                  <a:pt x="5624104" y="39758"/>
                  <a:pt x="5623359" y="38298"/>
                </a:cubicBezTo>
                <a:cubicBezTo>
                  <a:pt x="5622613" y="36838"/>
                  <a:pt x="5622241" y="35115"/>
                  <a:pt x="5622241" y="33127"/>
                </a:cubicBezTo>
                <a:cubicBezTo>
                  <a:pt x="5622241" y="31822"/>
                  <a:pt x="5622543" y="30393"/>
                  <a:pt x="5623149" y="28840"/>
                </a:cubicBezTo>
                <a:cubicBezTo>
                  <a:pt x="5623755" y="27287"/>
                  <a:pt x="5624788" y="25843"/>
                  <a:pt x="5626248" y="24507"/>
                </a:cubicBezTo>
                <a:cubicBezTo>
                  <a:pt x="5627707" y="23172"/>
                  <a:pt x="5629680" y="22061"/>
                  <a:pt x="5632165" y="21176"/>
                </a:cubicBezTo>
                <a:cubicBezTo>
                  <a:pt x="5634650" y="20291"/>
                  <a:pt x="5637756" y="19848"/>
                  <a:pt x="5641483" y="19848"/>
                </a:cubicBezTo>
                <a:cubicBezTo>
                  <a:pt x="5643316" y="19848"/>
                  <a:pt x="5645350" y="19949"/>
                  <a:pt x="5647586" y="20151"/>
                </a:cubicBezTo>
                <a:cubicBezTo>
                  <a:pt x="5649823" y="20353"/>
                  <a:pt x="5652152" y="20702"/>
                  <a:pt x="5654575" y="21199"/>
                </a:cubicBezTo>
                <a:lnTo>
                  <a:pt x="5654575" y="28421"/>
                </a:lnTo>
                <a:cubicBezTo>
                  <a:pt x="5652028" y="27800"/>
                  <a:pt x="5649613" y="27342"/>
                  <a:pt x="5647330" y="27046"/>
                </a:cubicBezTo>
                <a:cubicBezTo>
                  <a:pt x="5645047" y="26751"/>
                  <a:pt x="5643067" y="26604"/>
                  <a:pt x="5641390" y="26604"/>
                </a:cubicBezTo>
                <a:cubicBezTo>
                  <a:pt x="5639371" y="26604"/>
                  <a:pt x="5637670" y="26759"/>
                  <a:pt x="5636288" y="27070"/>
                </a:cubicBezTo>
                <a:cubicBezTo>
                  <a:pt x="5634906" y="27380"/>
                  <a:pt x="5633788" y="27807"/>
                  <a:pt x="5632933" y="28351"/>
                </a:cubicBezTo>
                <a:cubicBezTo>
                  <a:pt x="5632079" y="28895"/>
                  <a:pt x="5631466" y="29531"/>
                  <a:pt x="5631093" y="30261"/>
                </a:cubicBezTo>
                <a:cubicBezTo>
                  <a:pt x="5630720" y="30991"/>
                  <a:pt x="5630534" y="31775"/>
                  <a:pt x="5630534" y="32614"/>
                </a:cubicBezTo>
                <a:cubicBezTo>
                  <a:pt x="5630534" y="33453"/>
                  <a:pt x="5630697" y="34214"/>
                  <a:pt x="5631023" y="34897"/>
                </a:cubicBezTo>
                <a:cubicBezTo>
                  <a:pt x="5631349" y="35580"/>
                  <a:pt x="5631955" y="36241"/>
                  <a:pt x="5632840" y="36877"/>
                </a:cubicBezTo>
                <a:cubicBezTo>
                  <a:pt x="5633725" y="37514"/>
                  <a:pt x="5634960" y="38151"/>
                  <a:pt x="5636544" y="38788"/>
                </a:cubicBezTo>
                <a:cubicBezTo>
                  <a:pt x="5638128" y="39424"/>
                  <a:pt x="5640194" y="40115"/>
                  <a:pt x="5642741" y="40861"/>
                </a:cubicBezTo>
                <a:cubicBezTo>
                  <a:pt x="5645505" y="41668"/>
                  <a:pt x="5647835" y="42515"/>
                  <a:pt x="5649730" y="43400"/>
                </a:cubicBezTo>
                <a:cubicBezTo>
                  <a:pt x="5651624" y="44285"/>
                  <a:pt x="5653162" y="45272"/>
                  <a:pt x="5654342" y="46359"/>
                </a:cubicBezTo>
                <a:cubicBezTo>
                  <a:pt x="5655523" y="47446"/>
                  <a:pt x="5656369" y="48673"/>
                  <a:pt x="5656882" y="50039"/>
                </a:cubicBezTo>
                <a:cubicBezTo>
                  <a:pt x="5657394" y="51406"/>
                  <a:pt x="5657650" y="52959"/>
                  <a:pt x="5657650" y="54699"/>
                </a:cubicBezTo>
                <a:close/>
                <a:moveTo>
                  <a:pt x="5710068" y="67465"/>
                </a:moveTo>
                <a:lnTo>
                  <a:pt x="5702800" y="67465"/>
                </a:lnTo>
                <a:lnTo>
                  <a:pt x="5702520" y="59917"/>
                </a:lnTo>
                <a:cubicBezTo>
                  <a:pt x="5701122" y="61532"/>
                  <a:pt x="5699794" y="62875"/>
                  <a:pt x="5698536" y="63947"/>
                </a:cubicBezTo>
                <a:cubicBezTo>
                  <a:pt x="5697278" y="65019"/>
                  <a:pt x="5696028" y="65881"/>
                  <a:pt x="5694786" y="66533"/>
                </a:cubicBezTo>
                <a:cubicBezTo>
                  <a:pt x="5693543" y="67185"/>
                  <a:pt x="5692293" y="67643"/>
                  <a:pt x="5691035" y="67907"/>
                </a:cubicBezTo>
                <a:cubicBezTo>
                  <a:pt x="5689777" y="68171"/>
                  <a:pt x="5688449" y="68303"/>
                  <a:pt x="5687052" y="68303"/>
                </a:cubicBezTo>
                <a:cubicBezTo>
                  <a:pt x="5682237" y="68303"/>
                  <a:pt x="5678603" y="66890"/>
                  <a:pt x="5676149" y="64063"/>
                </a:cubicBezTo>
                <a:cubicBezTo>
                  <a:pt x="5673695" y="61237"/>
                  <a:pt x="5672468" y="56966"/>
                  <a:pt x="5672468" y="51251"/>
                </a:cubicBezTo>
                <a:lnTo>
                  <a:pt x="5672468" y="20687"/>
                </a:lnTo>
                <a:lnTo>
                  <a:pt x="5680575" y="20687"/>
                </a:lnTo>
                <a:lnTo>
                  <a:pt x="5680575" y="50598"/>
                </a:lnTo>
                <a:cubicBezTo>
                  <a:pt x="5680575" y="57774"/>
                  <a:pt x="5683278" y="61361"/>
                  <a:pt x="5688682" y="61361"/>
                </a:cubicBezTo>
                <a:cubicBezTo>
                  <a:pt x="5689676" y="61361"/>
                  <a:pt x="5690647" y="61214"/>
                  <a:pt x="5691594" y="60919"/>
                </a:cubicBezTo>
                <a:cubicBezTo>
                  <a:pt x="5692542" y="60623"/>
                  <a:pt x="5693536" y="60111"/>
                  <a:pt x="5694576" y="59381"/>
                </a:cubicBezTo>
                <a:cubicBezTo>
                  <a:pt x="5695617" y="58651"/>
                  <a:pt x="5696735" y="57665"/>
                  <a:pt x="5697931" y="56422"/>
                </a:cubicBezTo>
                <a:cubicBezTo>
                  <a:pt x="5699127" y="55180"/>
                  <a:pt x="5700470" y="53611"/>
                  <a:pt x="5701961" y="51717"/>
                </a:cubicBezTo>
                <a:lnTo>
                  <a:pt x="5701961" y="20687"/>
                </a:lnTo>
                <a:lnTo>
                  <a:pt x="5710068" y="20687"/>
                </a:lnTo>
                <a:lnTo>
                  <a:pt x="5710068" y="67465"/>
                </a:lnTo>
                <a:close/>
                <a:moveTo>
                  <a:pt x="5740261" y="8247"/>
                </a:moveTo>
                <a:lnTo>
                  <a:pt x="5726424" y="8247"/>
                </a:lnTo>
                <a:lnTo>
                  <a:pt x="5726424" y="1584"/>
                </a:lnTo>
                <a:lnTo>
                  <a:pt x="5748461" y="1584"/>
                </a:lnTo>
                <a:lnTo>
                  <a:pt x="5748461" y="60709"/>
                </a:lnTo>
                <a:lnTo>
                  <a:pt x="5762392" y="60709"/>
                </a:lnTo>
                <a:lnTo>
                  <a:pt x="5762392" y="67465"/>
                </a:lnTo>
                <a:lnTo>
                  <a:pt x="5724886" y="67465"/>
                </a:lnTo>
                <a:lnTo>
                  <a:pt x="5724886" y="60709"/>
                </a:lnTo>
                <a:lnTo>
                  <a:pt x="5740261" y="60709"/>
                </a:lnTo>
                <a:lnTo>
                  <a:pt x="5740261" y="8247"/>
                </a:lnTo>
                <a:close/>
                <a:moveTo>
                  <a:pt x="5813878" y="66766"/>
                </a:moveTo>
                <a:cubicBezTo>
                  <a:pt x="5812045" y="67248"/>
                  <a:pt x="5810151" y="67594"/>
                  <a:pt x="5808194" y="67802"/>
                </a:cubicBezTo>
                <a:cubicBezTo>
                  <a:pt x="5806237" y="68012"/>
                  <a:pt x="5804249" y="68117"/>
                  <a:pt x="5802230" y="68117"/>
                </a:cubicBezTo>
                <a:cubicBezTo>
                  <a:pt x="5796360" y="68117"/>
                  <a:pt x="5791980" y="66789"/>
                  <a:pt x="5789091" y="64133"/>
                </a:cubicBezTo>
                <a:cubicBezTo>
                  <a:pt x="5786203" y="61478"/>
                  <a:pt x="5784758" y="57401"/>
                  <a:pt x="5784758" y="51903"/>
                </a:cubicBezTo>
                <a:lnTo>
                  <a:pt x="5784758" y="27489"/>
                </a:lnTo>
                <a:lnTo>
                  <a:pt x="5771666" y="27489"/>
                </a:lnTo>
                <a:lnTo>
                  <a:pt x="5771666" y="20687"/>
                </a:lnTo>
                <a:lnTo>
                  <a:pt x="5784758" y="20687"/>
                </a:lnTo>
                <a:lnTo>
                  <a:pt x="5784758" y="7787"/>
                </a:lnTo>
                <a:lnTo>
                  <a:pt x="5792865" y="5684"/>
                </a:lnTo>
                <a:lnTo>
                  <a:pt x="5792865" y="20687"/>
                </a:lnTo>
                <a:lnTo>
                  <a:pt x="5813878" y="20687"/>
                </a:lnTo>
                <a:lnTo>
                  <a:pt x="5813878" y="27489"/>
                </a:lnTo>
                <a:lnTo>
                  <a:pt x="5792865" y="27489"/>
                </a:lnTo>
                <a:lnTo>
                  <a:pt x="5792865" y="51251"/>
                </a:lnTo>
                <a:cubicBezTo>
                  <a:pt x="5792865" y="54605"/>
                  <a:pt x="5793758" y="57114"/>
                  <a:pt x="5795544" y="58775"/>
                </a:cubicBezTo>
                <a:cubicBezTo>
                  <a:pt x="5797330" y="60437"/>
                  <a:pt x="5799963" y="61268"/>
                  <a:pt x="5803441" y="61268"/>
                </a:cubicBezTo>
                <a:cubicBezTo>
                  <a:pt x="5804932" y="61268"/>
                  <a:pt x="5806563" y="61148"/>
                  <a:pt x="5808334" y="60908"/>
                </a:cubicBezTo>
                <a:cubicBezTo>
                  <a:pt x="5810104" y="60668"/>
                  <a:pt x="5811952" y="60291"/>
                  <a:pt x="5813878" y="59777"/>
                </a:cubicBezTo>
                <a:lnTo>
                  <a:pt x="5813878" y="66766"/>
                </a:lnTo>
                <a:close/>
                <a:moveTo>
                  <a:pt x="5865084" y="54699"/>
                </a:moveTo>
                <a:cubicBezTo>
                  <a:pt x="5865084" y="56345"/>
                  <a:pt x="5864805" y="57820"/>
                  <a:pt x="5864246" y="59125"/>
                </a:cubicBezTo>
                <a:cubicBezTo>
                  <a:pt x="5863686" y="60429"/>
                  <a:pt x="5862925" y="61586"/>
                  <a:pt x="5861963" y="62596"/>
                </a:cubicBezTo>
                <a:cubicBezTo>
                  <a:pt x="5861000" y="63605"/>
                  <a:pt x="5859881" y="64467"/>
                  <a:pt x="5858608" y="65182"/>
                </a:cubicBezTo>
                <a:cubicBezTo>
                  <a:pt x="5857334" y="65896"/>
                  <a:pt x="5855976" y="66486"/>
                  <a:pt x="5854531" y="66952"/>
                </a:cubicBezTo>
                <a:cubicBezTo>
                  <a:pt x="5853087" y="67418"/>
                  <a:pt x="5851604" y="67760"/>
                  <a:pt x="5850082" y="67977"/>
                </a:cubicBezTo>
                <a:cubicBezTo>
                  <a:pt x="5848560" y="68195"/>
                  <a:pt x="5847069" y="68303"/>
                  <a:pt x="5845609" y="68303"/>
                </a:cubicBezTo>
                <a:cubicBezTo>
                  <a:pt x="5842441" y="68303"/>
                  <a:pt x="5839529" y="68164"/>
                  <a:pt x="5836873" y="67884"/>
                </a:cubicBezTo>
                <a:cubicBezTo>
                  <a:pt x="5834217" y="67604"/>
                  <a:pt x="5831616" y="67154"/>
                  <a:pt x="5829069" y="66533"/>
                </a:cubicBezTo>
                <a:lnTo>
                  <a:pt x="5829069" y="59078"/>
                </a:lnTo>
                <a:cubicBezTo>
                  <a:pt x="5831802" y="59855"/>
                  <a:pt x="5834520" y="60445"/>
                  <a:pt x="5837222" y="60849"/>
                </a:cubicBezTo>
                <a:cubicBezTo>
                  <a:pt x="5839925" y="61252"/>
                  <a:pt x="5842612" y="61454"/>
                  <a:pt x="5845283" y="61454"/>
                </a:cubicBezTo>
                <a:cubicBezTo>
                  <a:pt x="5849165" y="61454"/>
                  <a:pt x="5852039" y="60926"/>
                  <a:pt x="5853902" y="59870"/>
                </a:cubicBezTo>
                <a:cubicBezTo>
                  <a:pt x="5855766" y="58814"/>
                  <a:pt x="5856698" y="57308"/>
                  <a:pt x="5856698" y="55351"/>
                </a:cubicBezTo>
                <a:cubicBezTo>
                  <a:pt x="5856698" y="54512"/>
                  <a:pt x="5856550" y="53759"/>
                  <a:pt x="5856255" y="53091"/>
                </a:cubicBezTo>
                <a:cubicBezTo>
                  <a:pt x="5855960" y="52423"/>
                  <a:pt x="5855424" y="51787"/>
                  <a:pt x="5854648" y="51181"/>
                </a:cubicBezTo>
                <a:cubicBezTo>
                  <a:pt x="5853871" y="50575"/>
                  <a:pt x="5852668" y="49946"/>
                  <a:pt x="5851037" y="49294"/>
                </a:cubicBezTo>
                <a:cubicBezTo>
                  <a:pt x="5849406" y="48642"/>
                  <a:pt x="5847177" y="47896"/>
                  <a:pt x="5844351" y="47058"/>
                </a:cubicBezTo>
                <a:cubicBezTo>
                  <a:pt x="5842239" y="46436"/>
                  <a:pt x="5840290" y="45730"/>
                  <a:pt x="5838504" y="44938"/>
                </a:cubicBezTo>
                <a:cubicBezTo>
                  <a:pt x="5836718" y="44146"/>
                  <a:pt x="5835172" y="43206"/>
                  <a:pt x="5833868" y="42119"/>
                </a:cubicBezTo>
                <a:cubicBezTo>
                  <a:pt x="5832563" y="41032"/>
                  <a:pt x="5831538" y="39758"/>
                  <a:pt x="5830793" y="38298"/>
                </a:cubicBezTo>
                <a:cubicBezTo>
                  <a:pt x="5830047" y="36838"/>
                  <a:pt x="5829675" y="35115"/>
                  <a:pt x="5829675" y="33127"/>
                </a:cubicBezTo>
                <a:cubicBezTo>
                  <a:pt x="5829675" y="31822"/>
                  <a:pt x="5829977" y="30393"/>
                  <a:pt x="5830583" y="28840"/>
                </a:cubicBezTo>
                <a:cubicBezTo>
                  <a:pt x="5831189" y="27287"/>
                  <a:pt x="5832222" y="25843"/>
                  <a:pt x="5833681" y="24507"/>
                </a:cubicBezTo>
                <a:cubicBezTo>
                  <a:pt x="5835141" y="23172"/>
                  <a:pt x="5837114" y="22061"/>
                  <a:pt x="5839599" y="21176"/>
                </a:cubicBezTo>
                <a:cubicBezTo>
                  <a:pt x="5842083" y="20291"/>
                  <a:pt x="5845190" y="19848"/>
                  <a:pt x="5848917" y="19848"/>
                </a:cubicBezTo>
                <a:cubicBezTo>
                  <a:pt x="5850750" y="19848"/>
                  <a:pt x="5852784" y="19949"/>
                  <a:pt x="5855020" y="20151"/>
                </a:cubicBezTo>
                <a:cubicBezTo>
                  <a:pt x="5857257" y="20353"/>
                  <a:pt x="5859586" y="20702"/>
                  <a:pt x="5862009" y="21199"/>
                </a:cubicBezTo>
                <a:lnTo>
                  <a:pt x="5862009" y="28421"/>
                </a:lnTo>
                <a:cubicBezTo>
                  <a:pt x="5859462" y="27800"/>
                  <a:pt x="5857047" y="27342"/>
                  <a:pt x="5854764" y="27046"/>
                </a:cubicBezTo>
                <a:cubicBezTo>
                  <a:pt x="5852481" y="26751"/>
                  <a:pt x="5850501" y="26604"/>
                  <a:pt x="5848824" y="26604"/>
                </a:cubicBezTo>
                <a:cubicBezTo>
                  <a:pt x="5846805" y="26604"/>
                  <a:pt x="5845104" y="26759"/>
                  <a:pt x="5843722" y="27070"/>
                </a:cubicBezTo>
                <a:cubicBezTo>
                  <a:pt x="5842340" y="27380"/>
                  <a:pt x="5841222" y="27807"/>
                  <a:pt x="5840367" y="28351"/>
                </a:cubicBezTo>
                <a:cubicBezTo>
                  <a:pt x="5839513" y="28895"/>
                  <a:pt x="5838900" y="29531"/>
                  <a:pt x="5838527" y="30261"/>
                </a:cubicBezTo>
                <a:cubicBezTo>
                  <a:pt x="5838154" y="30991"/>
                  <a:pt x="5837968" y="31775"/>
                  <a:pt x="5837968" y="32614"/>
                </a:cubicBezTo>
                <a:cubicBezTo>
                  <a:pt x="5837968" y="33453"/>
                  <a:pt x="5838131" y="34214"/>
                  <a:pt x="5838457" y="34897"/>
                </a:cubicBezTo>
                <a:cubicBezTo>
                  <a:pt x="5838783" y="35580"/>
                  <a:pt x="5839389" y="36241"/>
                  <a:pt x="5840274" y="36877"/>
                </a:cubicBezTo>
                <a:cubicBezTo>
                  <a:pt x="5841159" y="37514"/>
                  <a:pt x="5842394" y="38151"/>
                  <a:pt x="5843978" y="38788"/>
                </a:cubicBezTo>
                <a:cubicBezTo>
                  <a:pt x="5845562" y="39424"/>
                  <a:pt x="5847628" y="40115"/>
                  <a:pt x="5850175" y="40861"/>
                </a:cubicBezTo>
                <a:cubicBezTo>
                  <a:pt x="5852939" y="41668"/>
                  <a:pt x="5855269" y="42515"/>
                  <a:pt x="5857164" y="43400"/>
                </a:cubicBezTo>
                <a:cubicBezTo>
                  <a:pt x="5859058" y="44285"/>
                  <a:pt x="5860596" y="45272"/>
                  <a:pt x="5861776" y="46359"/>
                </a:cubicBezTo>
                <a:cubicBezTo>
                  <a:pt x="5862957" y="47446"/>
                  <a:pt x="5863803" y="48673"/>
                  <a:pt x="5864315" y="50039"/>
                </a:cubicBezTo>
                <a:cubicBezTo>
                  <a:pt x="5864828" y="51406"/>
                  <a:pt x="5865084" y="52959"/>
                  <a:pt x="5865084" y="54699"/>
                </a:cubicBezTo>
                <a:close/>
                <a:moveTo>
                  <a:pt x="5961179" y="27396"/>
                </a:moveTo>
                <a:lnTo>
                  <a:pt x="5947341" y="27396"/>
                </a:lnTo>
                <a:lnTo>
                  <a:pt x="5947341" y="20687"/>
                </a:lnTo>
                <a:lnTo>
                  <a:pt x="5969379" y="20687"/>
                </a:lnTo>
                <a:lnTo>
                  <a:pt x="5969379" y="60709"/>
                </a:lnTo>
                <a:lnTo>
                  <a:pt x="5983310" y="60709"/>
                </a:lnTo>
                <a:lnTo>
                  <a:pt x="5983310" y="67465"/>
                </a:lnTo>
                <a:lnTo>
                  <a:pt x="5945803" y="67465"/>
                </a:lnTo>
                <a:lnTo>
                  <a:pt x="5945803" y="60709"/>
                </a:lnTo>
                <a:lnTo>
                  <a:pt x="5961179" y="60709"/>
                </a:lnTo>
                <a:lnTo>
                  <a:pt x="5961179" y="27396"/>
                </a:lnTo>
                <a:moveTo>
                  <a:pt x="5964021" y="1025"/>
                </a:moveTo>
                <a:cubicBezTo>
                  <a:pt x="5964921" y="1025"/>
                  <a:pt x="5965760" y="1188"/>
                  <a:pt x="5966537" y="1514"/>
                </a:cubicBezTo>
                <a:cubicBezTo>
                  <a:pt x="5967313" y="1840"/>
                  <a:pt x="5967989" y="2299"/>
                  <a:pt x="5968563" y="2889"/>
                </a:cubicBezTo>
                <a:cubicBezTo>
                  <a:pt x="5969138" y="3479"/>
                  <a:pt x="5969588" y="4154"/>
                  <a:pt x="5969914" y="4915"/>
                </a:cubicBezTo>
                <a:cubicBezTo>
                  <a:pt x="5970241" y="5676"/>
                  <a:pt x="5970404" y="6507"/>
                  <a:pt x="5970404" y="7408"/>
                </a:cubicBezTo>
                <a:cubicBezTo>
                  <a:pt x="5970404" y="8278"/>
                  <a:pt x="5970241" y="9101"/>
                  <a:pt x="5969914" y="9877"/>
                </a:cubicBezTo>
                <a:cubicBezTo>
                  <a:pt x="5969588" y="10654"/>
                  <a:pt x="5969138" y="11337"/>
                  <a:pt x="5968563" y="11927"/>
                </a:cubicBezTo>
                <a:cubicBezTo>
                  <a:pt x="5967989" y="12518"/>
                  <a:pt x="5967313" y="12976"/>
                  <a:pt x="5966537" y="13302"/>
                </a:cubicBezTo>
                <a:cubicBezTo>
                  <a:pt x="5965760" y="13628"/>
                  <a:pt x="5964921" y="13791"/>
                  <a:pt x="5964021" y="13791"/>
                </a:cubicBezTo>
                <a:cubicBezTo>
                  <a:pt x="5963120" y="13791"/>
                  <a:pt x="5962281" y="13628"/>
                  <a:pt x="5961505" y="13302"/>
                </a:cubicBezTo>
                <a:cubicBezTo>
                  <a:pt x="5960728" y="12976"/>
                  <a:pt x="5960053" y="12518"/>
                  <a:pt x="5959478" y="11927"/>
                </a:cubicBezTo>
                <a:cubicBezTo>
                  <a:pt x="5958903" y="11337"/>
                  <a:pt x="5958453" y="10654"/>
                  <a:pt x="5958127" y="9877"/>
                </a:cubicBezTo>
                <a:cubicBezTo>
                  <a:pt x="5957801" y="9101"/>
                  <a:pt x="5957638" y="8278"/>
                  <a:pt x="5957638" y="7408"/>
                </a:cubicBezTo>
                <a:cubicBezTo>
                  <a:pt x="5957638" y="6507"/>
                  <a:pt x="5957801" y="5676"/>
                  <a:pt x="5958127" y="4915"/>
                </a:cubicBezTo>
                <a:cubicBezTo>
                  <a:pt x="5958453" y="4154"/>
                  <a:pt x="5958903" y="3479"/>
                  <a:pt x="5959478" y="2889"/>
                </a:cubicBezTo>
                <a:cubicBezTo>
                  <a:pt x="5960053" y="2299"/>
                  <a:pt x="5960728" y="1840"/>
                  <a:pt x="5961505" y="1514"/>
                </a:cubicBezTo>
                <a:cubicBezTo>
                  <a:pt x="5962281" y="1188"/>
                  <a:pt x="5963120" y="1025"/>
                  <a:pt x="5964021" y="1025"/>
                </a:cubicBezTo>
                <a:close/>
                <a:moveTo>
                  <a:pt x="5997103" y="20687"/>
                </a:moveTo>
                <a:lnTo>
                  <a:pt x="6004324" y="20687"/>
                </a:lnTo>
                <a:lnTo>
                  <a:pt x="6004651" y="28235"/>
                </a:lnTo>
                <a:cubicBezTo>
                  <a:pt x="6006017" y="26619"/>
                  <a:pt x="6007337" y="25276"/>
                  <a:pt x="6008611" y="24204"/>
                </a:cubicBezTo>
                <a:cubicBezTo>
                  <a:pt x="6009884" y="23133"/>
                  <a:pt x="6011135" y="22271"/>
                  <a:pt x="6012361" y="21619"/>
                </a:cubicBezTo>
                <a:cubicBezTo>
                  <a:pt x="6013588" y="20966"/>
                  <a:pt x="6014839" y="20508"/>
                  <a:pt x="6016112" y="20244"/>
                </a:cubicBezTo>
                <a:cubicBezTo>
                  <a:pt x="6017386" y="19980"/>
                  <a:pt x="6018706" y="19848"/>
                  <a:pt x="6020072" y="19848"/>
                </a:cubicBezTo>
                <a:cubicBezTo>
                  <a:pt x="6024887" y="19848"/>
                  <a:pt x="6028529" y="21269"/>
                  <a:pt x="6030998" y="24111"/>
                </a:cubicBezTo>
                <a:cubicBezTo>
                  <a:pt x="6033467" y="26953"/>
                  <a:pt x="6034702" y="31232"/>
                  <a:pt x="6034702" y="36947"/>
                </a:cubicBezTo>
                <a:lnTo>
                  <a:pt x="6034702" y="67465"/>
                </a:lnTo>
                <a:lnTo>
                  <a:pt x="6026595" y="67465"/>
                </a:lnTo>
                <a:lnTo>
                  <a:pt x="6026595" y="37599"/>
                </a:lnTo>
                <a:cubicBezTo>
                  <a:pt x="6026595" y="33934"/>
                  <a:pt x="6025912" y="31224"/>
                  <a:pt x="6024545" y="29469"/>
                </a:cubicBezTo>
                <a:cubicBezTo>
                  <a:pt x="6023178" y="27714"/>
                  <a:pt x="6021144" y="26837"/>
                  <a:pt x="6018442" y="26837"/>
                </a:cubicBezTo>
                <a:cubicBezTo>
                  <a:pt x="6017448" y="26837"/>
                  <a:pt x="6016477" y="26984"/>
                  <a:pt x="6015530" y="27279"/>
                </a:cubicBezTo>
                <a:cubicBezTo>
                  <a:pt x="6014582" y="27574"/>
                  <a:pt x="6013596" y="28087"/>
                  <a:pt x="6012571" y="28817"/>
                </a:cubicBezTo>
                <a:cubicBezTo>
                  <a:pt x="6011546" y="29547"/>
                  <a:pt x="6010436" y="30533"/>
                  <a:pt x="6009240" y="31775"/>
                </a:cubicBezTo>
                <a:cubicBezTo>
                  <a:pt x="6008044" y="33018"/>
                  <a:pt x="6006701" y="34571"/>
                  <a:pt x="6005210" y="36435"/>
                </a:cubicBezTo>
                <a:lnTo>
                  <a:pt x="6005210" y="67465"/>
                </a:lnTo>
                <a:lnTo>
                  <a:pt x="5997103" y="67465"/>
                </a:lnTo>
                <a:lnTo>
                  <a:pt x="5997103" y="20687"/>
                </a:lnTo>
                <a:close/>
                <a:moveTo>
                  <a:pt x="6143317" y="67465"/>
                </a:moveTo>
                <a:lnTo>
                  <a:pt x="6143130" y="61162"/>
                </a:lnTo>
                <a:cubicBezTo>
                  <a:pt x="6140583" y="63682"/>
                  <a:pt x="6137998" y="65503"/>
                  <a:pt x="6135373" y="66623"/>
                </a:cubicBezTo>
                <a:cubicBezTo>
                  <a:pt x="6132748" y="67743"/>
                  <a:pt x="6129992" y="68303"/>
                  <a:pt x="6127103" y="68303"/>
                </a:cubicBezTo>
                <a:cubicBezTo>
                  <a:pt x="6124432" y="68303"/>
                  <a:pt x="6122149" y="67961"/>
                  <a:pt x="6120254" y="67277"/>
                </a:cubicBezTo>
                <a:cubicBezTo>
                  <a:pt x="6118359" y="66593"/>
                  <a:pt x="6116798" y="65651"/>
                  <a:pt x="6115572" y="64454"/>
                </a:cubicBezTo>
                <a:cubicBezTo>
                  <a:pt x="6114345" y="63256"/>
                  <a:pt x="6113444" y="61848"/>
                  <a:pt x="6112869" y="60230"/>
                </a:cubicBezTo>
                <a:cubicBezTo>
                  <a:pt x="6112295" y="58612"/>
                  <a:pt x="6112007" y="56854"/>
                  <a:pt x="6112007" y="54956"/>
                </a:cubicBezTo>
                <a:cubicBezTo>
                  <a:pt x="6112007" y="50258"/>
                  <a:pt x="6113754" y="46579"/>
                  <a:pt x="6117249" y="43920"/>
                </a:cubicBezTo>
                <a:cubicBezTo>
                  <a:pt x="6120743" y="41259"/>
                  <a:pt x="6125907" y="39929"/>
                  <a:pt x="6132741" y="39929"/>
                </a:cubicBezTo>
                <a:lnTo>
                  <a:pt x="6142432" y="39929"/>
                </a:lnTo>
                <a:lnTo>
                  <a:pt x="6142432" y="35844"/>
                </a:lnTo>
                <a:cubicBezTo>
                  <a:pt x="6142432" y="33089"/>
                  <a:pt x="6141546" y="30883"/>
                  <a:pt x="6139776" y="29227"/>
                </a:cubicBezTo>
                <a:cubicBezTo>
                  <a:pt x="6138005" y="27572"/>
                  <a:pt x="6135303" y="26744"/>
                  <a:pt x="6131669" y="26744"/>
                </a:cubicBezTo>
                <a:cubicBezTo>
                  <a:pt x="6129029" y="26744"/>
                  <a:pt x="6126427" y="27043"/>
                  <a:pt x="6123865" y="27642"/>
                </a:cubicBezTo>
                <a:cubicBezTo>
                  <a:pt x="6121302" y="28240"/>
                  <a:pt x="6118654" y="29090"/>
                  <a:pt x="6115921" y="30191"/>
                </a:cubicBezTo>
                <a:lnTo>
                  <a:pt x="6115921" y="22876"/>
                </a:lnTo>
                <a:cubicBezTo>
                  <a:pt x="6116946" y="22498"/>
                  <a:pt x="6118087" y="22127"/>
                  <a:pt x="6119345" y="21764"/>
                </a:cubicBezTo>
                <a:cubicBezTo>
                  <a:pt x="6120603" y="21401"/>
                  <a:pt x="6121931" y="21078"/>
                  <a:pt x="6123329" y="20794"/>
                </a:cubicBezTo>
                <a:cubicBezTo>
                  <a:pt x="6124727" y="20510"/>
                  <a:pt x="6126187" y="20281"/>
                  <a:pt x="6127709" y="20109"/>
                </a:cubicBezTo>
                <a:cubicBezTo>
                  <a:pt x="6129231" y="19935"/>
                  <a:pt x="6130768" y="19848"/>
                  <a:pt x="6132321" y="19848"/>
                </a:cubicBezTo>
                <a:cubicBezTo>
                  <a:pt x="6135148" y="19848"/>
                  <a:pt x="6137695" y="20159"/>
                  <a:pt x="6139962" y="20780"/>
                </a:cubicBezTo>
                <a:cubicBezTo>
                  <a:pt x="6142230" y="21401"/>
                  <a:pt x="6144148" y="22348"/>
                  <a:pt x="6145716" y="23622"/>
                </a:cubicBezTo>
                <a:cubicBezTo>
                  <a:pt x="6147285" y="24895"/>
                  <a:pt x="6148488" y="26495"/>
                  <a:pt x="6149327" y="28421"/>
                </a:cubicBezTo>
                <a:cubicBezTo>
                  <a:pt x="6150166" y="30347"/>
                  <a:pt x="6150585" y="32614"/>
                  <a:pt x="6150585" y="35223"/>
                </a:cubicBezTo>
                <a:lnTo>
                  <a:pt x="6150585" y="67465"/>
                </a:lnTo>
                <a:lnTo>
                  <a:pt x="6143317" y="67465"/>
                </a:lnTo>
                <a:moveTo>
                  <a:pt x="6142432" y="46126"/>
                </a:moveTo>
                <a:lnTo>
                  <a:pt x="6132135" y="46126"/>
                </a:lnTo>
                <a:cubicBezTo>
                  <a:pt x="6130116" y="46126"/>
                  <a:pt x="6128376" y="46329"/>
                  <a:pt x="6126917" y="46734"/>
                </a:cubicBezTo>
                <a:cubicBezTo>
                  <a:pt x="6125457" y="47139"/>
                  <a:pt x="6124261" y="47715"/>
                  <a:pt x="6123329" y="48463"/>
                </a:cubicBezTo>
                <a:cubicBezTo>
                  <a:pt x="6122397" y="49210"/>
                  <a:pt x="6121706" y="50106"/>
                  <a:pt x="6121256" y="51150"/>
                </a:cubicBezTo>
                <a:cubicBezTo>
                  <a:pt x="6120805" y="52194"/>
                  <a:pt x="6120580" y="53370"/>
                  <a:pt x="6120580" y="54678"/>
                </a:cubicBezTo>
                <a:cubicBezTo>
                  <a:pt x="6120580" y="55582"/>
                  <a:pt x="6120720" y="56447"/>
                  <a:pt x="6120999" y="57273"/>
                </a:cubicBezTo>
                <a:cubicBezTo>
                  <a:pt x="6121279" y="58098"/>
                  <a:pt x="6121729" y="58830"/>
                  <a:pt x="6122351" y="59468"/>
                </a:cubicBezTo>
                <a:cubicBezTo>
                  <a:pt x="6122972" y="60107"/>
                  <a:pt x="6123779" y="60613"/>
                  <a:pt x="6124773" y="60987"/>
                </a:cubicBezTo>
                <a:cubicBezTo>
                  <a:pt x="6125767" y="61361"/>
                  <a:pt x="6126979" y="61548"/>
                  <a:pt x="6128407" y="61548"/>
                </a:cubicBezTo>
                <a:cubicBezTo>
                  <a:pt x="6130271" y="61548"/>
                  <a:pt x="6132407" y="60979"/>
                  <a:pt x="6134814" y="59843"/>
                </a:cubicBezTo>
                <a:cubicBezTo>
                  <a:pt x="6137221" y="58705"/>
                  <a:pt x="6139760" y="56905"/>
                  <a:pt x="6142432" y="54444"/>
                </a:cubicBezTo>
                <a:lnTo>
                  <a:pt x="6142432" y="46126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TypeError:Cannotreadpropertiesofnull(reading'getInstance').&quot;">
            <a:extLst xmlns:a="http://schemas.openxmlformats.org/drawingml/2006/main">
              <a:ext uri="{FF2B5EF4-FFF2-40B4-BE49-F238E27FC236}">
                <a16:creationId xmlns:a16="http://schemas.microsoft.com/office/drawing/2014/main" id="{47C9ED24-F5AD-4D98-A7D7-4F0F3201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42" y="4578051"/>
            <a:ext cx="3459544" cy="88990"/>
          </a:xfrm>
          <a:custGeom xmlns:a="http://schemas.openxmlformats.org/drawingml/2006/main">
            <a:pathLst>
              <a:path w="3459544" h="88990">
                <a:moveTo>
                  <a:pt x="44448" y="15562"/>
                </a:moveTo>
                <a:lnTo>
                  <a:pt x="26417" y="15562"/>
                </a:lnTo>
                <a:lnTo>
                  <a:pt x="26417" y="69421"/>
                </a:lnTo>
                <a:lnTo>
                  <a:pt x="18031" y="69421"/>
                </a:lnTo>
                <a:lnTo>
                  <a:pt x="18031" y="15562"/>
                </a:lnTo>
                <a:lnTo>
                  <a:pt x="0" y="15562"/>
                </a:lnTo>
                <a:lnTo>
                  <a:pt x="0" y="8480"/>
                </a:lnTo>
                <a:lnTo>
                  <a:pt x="44448" y="8480"/>
                </a:lnTo>
                <a:lnTo>
                  <a:pt x="44448" y="15562"/>
                </a:lnTo>
                <a:close/>
                <a:moveTo>
                  <a:pt x="96913" y="22644"/>
                </a:moveTo>
                <a:lnTo>
                  <a:pt x="80978" y="64483"/>
                </a:lnTo>
                <a:cubicBezTo>
                  <a:pt x="79332" y="68738"/>
                  <a:pt x="77631" y="72403"/>
                  <a:pt x="75876" y="75478"/>
                </a:cubicBezTo>
                <a:cubicBezTo>
                  <a:pt x="74121" y="78553"/>
                  <a:pt x="72203" y="81077"/>
                  <a:pt x="70122" y="83050"/>
                </a:cubicBezTo>
                <a:cubicBezTo>
                  <a:pt x="68041" y="85022"/>
                  <a:pt x="65758" y="86474"/>
                  <a:pt x="63273" y="87406"/>
                </a:cubicBezTo>
                <a:cubicBezTo>
                  <a:pt x="60789" y="88338"/>
                  <a:pt x="58009" y="88804"/>
                  <a:pt x="54933" y="88804"/>
                </a:cubicBezTo>
                <a:cubicBezTo>
                  <a:pt x="54126" y="88804"/>
                  <a:pt x="53396" y="88788"/>
                  <a:pt x="52744" y="88757"/>
                </a:cubicBezTo>
                <a:cubicBezTo>
                  <a:pt x="52091" y="88726"/>
                  <a:pt x="51377" y="88679"/>
                  <a:pt x="50600" y="88617"/>
                </a:cubicBezTo>
                <a:lnTo>
                  <a:pt x="50600" y="81256"/>
                </a:lnTo>
                <a:cubicBezTo>
                  <a:pt x="51284" y="81349"/>
                  <a:pt x="52029" y="81434"/>
                  <a:pt x="52837" y="81512"/>
                </a:cubicBezTo>
                <a:cubicBezTo>
                  <a:pt x="53644" y="81590"/>
                  <a:pt x="54499" y="81628"/>
                  <a:pt x="55399" y="81628"/>
                </a:cubicBezTo>
                <a:cubicBezTo>
                  <a:pt x="56890" y="81628"/>
                  <a:pt x="58280" y="81411"/>
                  <a:pt x="59569" y="80976"/>
                </a:cubicBezTo>
                <a:cubicBezTo>
                  <a:pt x="60858" y="80541"/>
                  <a:pt x="62078" y="79835"/>
                  <a:pt x="63227" y="78856"/>
                </a:cubicBezTo>
                <a:cubicBezTo>
                  <a:pt x="64376" y="77878"/>
                  <a:pt x="65479" y="76612"/>
                  <a:pt x="66535" y="75059"/>
                </a:cubicBezTo>
                <a:cubicBezTo>
                  <a:pt x="67591" y="73506"/>
                  <a:pt x="68616" y="71627"/>
                  <a:pt x="69610" y="69421"/>
                </a:cubicBezTo>
                <a:lnTo>
                  <a:pt x="50927" y="22644"/>
                </a:lnTo>
                <a:lnTo>
                  <a:pt x="60152" y="22644"/>
                </a:lnTo>
                <a:lnTo>
                  <a:pt x="71986" y="53580"/>
                </a:lnTo>
                <a:lnTo>
                  <a:pt x="74362" y="60849"/>
                </a:lnTo>
                <a:lnTo>
                  <a:pt x="77065" y="53394"/>
                </a:lnTo>
                <a:lnTo>
                  <a:pt x="88014" y="22644"/>
                </a:lnTo>
                <a:lnTo>
                  <a:pt x="96913" y="22644"/>
                </a:lnTo>
                <a:close/>
                <a:moveTo>
                  <a:pt x="147140" y="45194"/>
                </a:moveTo>
                <a:cubicBezTo>
                  <a:pt x="147140" y="49356"/>
                  <a:pt x="146558" y="52990"/>
                  <a:pt x="145393" y="56096"/>
                </a:cubicBezTo>
                <a:cubicBezTo>
                  <a:pt x="144228" y="59202"/>
                  <a:pt x="142621" y="61780"/>
                  <a:pt x="140571" y="63831"/>
                </a:cubicBezTo>
                <a:cubicBezTo>
                  <a:pt x="138521" y="65881"/>
                  <a:pt x="136098" y="67418"/>
                  <a:pt x="133303" y="68443"/>
                </a:cubicBezTo>
                <a:cubicBezTo>
                  <a:pt x="130507" y="69468"/>
                  <a:pt x="127479" y="69981"/>
                  <a:pt x="124217" y="69981"/>
                </a:cubicBezTo>
                <a:cubicBezTo>
                  <a:pt x="122726" y="69981"/>
                  <a:pt x="121243" y="69903"/>
                  <a:pt x="119768" y="69748"/>
                </a:cubicBezTo>
                <a:cubicBezTo>
                  <a:pt x="118292" y="69592"/>
                  <a:pt x="116794" y="69328"/>
                  <a:pt x="115272" y="68956"/>
                </a:cubicBezTo>
                <a:lnTo>
                  <a:pt x="115272" y="88524"/>
                </a:lnTo>
                <a:lnTo>
                  <a:pt x="107165" y="88524"/>
                </a:lnTo>
                <a:lnTo>
                  <a:pt x="107165" y="22644"/>
                </a:lnTo>
                <a:lnTo>
                  <a:pt x="114386" y="22644"/>
                </a:lnTo>
                <a:lnTo>
                  <a:pt x="114899" y="30471"/>
                </a:lnTo>
                <a:cubicBezTo>
                  <a:pt x="117229" y="27272"/>
                  <a:pt x="119713" y="25027"/>
                  <a:pt x="122354" y="23738"/>
                </a:cubicBezTo>
                <a:cubicBezTo>
                  <a:pt x="124994" y="22449"/>
                  <a:pt x="127851" y="21805"/>
                  <a:pt x="130926" y="21805"/>
                </a:cubicBezTo>
                <a:cubicBezTo>
                  <a:pt x="133598" y="21805"/>
                  <a:pt x="135943" y="22364"/>
                  <a:pt x="137962" y="23482"/>
                </a:cubicBezTo>
                <a:cubicBezTo>
                  <a:pt x="139981" y="24600"/>
                  <a:pt x="141674" y="26177"/>
                  <a:pt x="143040" y="28211"/>
                </a:cubicBezTo>
                <a:cubicBezTo>
                  <a:pt x="144407" y="30246"/>
                  <a:pt x="145432" y="32700"/>
                  <a:pt x="146115" y="35573"/>
                </a:cubicBezTo>
                <a:cubicBezTo>
                  <a:pt x="146799" y="38446"/>
                  <a:pt x="147140" y="41653"/>
                  <a:pt x="147140" y="45194"/>
                </a:cubicBezTo>
                <a:moveTo>
                  <a:pt x="138847" y="45567"/>
                </a:moveTo>
                <a:cubicBezTo>
                  <a:pt x="138847" y="43113"/>
                  <a:pt x="138668" y="40861"/>
                  <a:pt x="138311" y="38811"/>
                </a:cubicBezTo>
                <a:cubicBezTo>
                  <a:pt x="137954" y="36761"/>
                  <a:pt x="137387" y="35006"/>
                  <a:pt x="136611" y="33546"/>
                </a:cubicBezTo>
                <a:cubicBezTo>
                  <a:pt x="135834" y="32086"/>
                  <a:pt x="134840" y="30945"/>
                  <a:pt x="133629" y="30121"/>
                </a:cubicBezTo>
                <a:cubicBezTo>
                  <a:pt x="132417" y="29298"/>
                  <a:pt x="130973" y="28887"/>
                  <a:pt x="129296" y="28887"/>
                </a:cubicBezTo>
                <a:cubicBezTo>
                  <a:pt x="128271" y="28887"/>
                  <a:pt x="127230" y="29050"/>
                  <a:pt x="126174" y="29376"/>
                </a:cubicBezTo>
                <a:cubicBezTo>
                  <a:pt x="125118" y="29702"/>
                  <a:pt x="124023" y="30246"/>
                  <a:pt x="122889" y="31007"/>
                </a:cubicBezTo>
                <a:cubicBezTo>
                  <a:pt x="121756" y="31768"/>
                  <a:pt x="120560" y="32777"/>
                  <a:pt x="119302" y="34035"/>
                </a:cubicBezTo>
                <a:cubicBezTo>
                  <a:pt x="118044" y="35293"/>
                  <a:pt x="116700" y="36854"/>
                  <a:pt x="115272" y="38718"/>
                </a:cubicBezTo>
                <a:lnTo>
                  <a:pt x="115272" y="61408"/>
                </a:lnTo>
                <a:cubicBezTo>
                  <a:pt x="116763" y="62029"/>
                  <a:pt x="118331" y="62518"/>
                  <a:pt x="119977" y="62875"/>
                </a:cubicBezTo>
                <a:cubicBezTo>
                  <a:pt x="121624" y="63233"/>
                  <a:pt x="123239" y="63411"/>
                  <a:pt x="124823" y="63411"/>
                </a:cubicBezTo>
                <a:cubicBezTo>
                  <a:pt x="129203" y="63411"/>
                  <a:pt x="132635" y="61928"/>
                  <a:pt x="135120" y="58962"/>
                </a:cubicBezTo>
                <a:cubicBezTo>
                  <a:pt x="137605" y="55995"/>
                  <a:pt x="138847" y="51530"/>
                  <a:pt x="138847" y="45567"/>
                </a:cubicBezTo>
                <a:close/>
                <a:moveTo>
                  <a:pt x="198533" y="43563"/>
                </a:moveTo>
                <a:cubicBezTo>
                  <a:pt x="198533" y="44712"/>
                  <a:pt x="198517" y="45675"/>
                  <a:pt x="198486" y="46452"/>
                </a:cubicBezTo>
                <a:cubicBezTo>
                  <a:pt x="198455" y="47228"/>
                  <a:pt x="198409" y="47958"/>
                  <a:pt x="198347" y="48642"/>
                </a:cubicBezTo>
                <a:lnTo>
                  <a:pt x="165499" y="48642"/>
                </a:lnTo>
                <a:cubicBezTo>
                  <a:pt x="165499" y="53425"/>
                  <a:pt x="166835" y="57098"/>
                  <a:pt x="169506" y="59661"/>
                </a:cubicBezTo>
                <a:cubicBezTo>
                  <a:pt x="172178" y="62223"/>
                  <a:pt x="176029" y="63504"/>
                  <a:pt x="181061" y="63504"/>
                </a:cubicBezTo>
                <a:cubicBezTo>
                  <a:pt x="182428" y="63504"/>
                  <a:pt x="183794" y="63449"/>
                  <a:pt x="185161" y="63338"/>
                </a:cubicBezTo>
                <a:cubicBezTo>
                  <a:pt x="186528" y="63227"/>
                  <a:pt x="187848" y="63076"/>
                  <a:pt x="189121" y="62886"/>
                </a:cubicBezTo>
                <a:cubicBezTo>
                  <a:pt x="190395" y="62694"/>
                  <a:pt x="191614" y="62480"/>
                  <a:pt x="192779" y="62242"/>
                </a:cubicBezTo>
                <a:cubicBezTo>
                  <a:pt x="193944" y="62003"/>
                  <a:pt x="195023" y="61741"/>
                  <a:pt x="196017" y="61454"/>
                </a:cubicBezTo>
                <a:lnTo>
                  <a:pt x="196017" y="68117"/>
                </a:lnTo>
                <a:cubicBezTo>
                  <a:pt x="193812" y="68752"/>
                  <a:pt x="191319" y="69268"/>
                  <a:pt x="188539" y="69665"/>
                </a:cubicBezTo>
                <a:cubicBezTo>
                  <a:pt x="185759" y="70062"/>
                  <a:pt x="182878" y="70260"/>
                  <a:pt x="179896" y="70260"/>
                </a:cubicBezTo>
                <a:cubicBezTo>
                  <a:pt x="175889" y="70260"/>
                  <a:pt x="172442" y="69717"/>
                  <a:pt x="169553" y="68629"/>
                </a:cubicBezTo>
                <a:cubicBezTo>
                  <a:pt x="166664" y="67542"/>
                  <a:pt x="164296" y="65966"/>
                  <a:pt x="162448" y="63900"/>
                </a:cubicBezTo>
                <a:cubicBezTo>
                  <a:pt x="160600" y="61835"/>
                  <a:pt x="159233" y="59303"/>
                  <a:pt x="158348" y="56306"/>
                </a:cubicBezTo>
                <a:cubicBezTo>
                  <a:pt x="157462" y="53309"/>
                  <a:pt x="157020" y="49915"/>
                  <a:pt x="157020" y="46126"/>
                </a:cubicBezTo>
                <a:cubicBezTo>
                  <a:pt x="157020" y="42833"/>
                  <a:pt x="157493" y="39719"/>
                  <a:pt x="158441" y="36784"/>
                </a:cubicBezTo>
                <a:cubicBezTo>
                  <a:pt x="159388" y="33849"/>
                  <a:pt x="160770" y="31271"/>
                  <a:pt x="162587" y="29050"/>
                </a:cubicBezTo>
                <a:cubicBezTo>
                  <a:pt x="164405" y="26829"/>
                  <a:pt x="166633" y="25066"/>
                  <a:pt x="169273" y="23762"/>
                </a:cubicBezTo>
                <a:cubicBezTo>
                  <a:pt x="171914" y="22457"/>
                  <a:pt x="174911" y="21805"/>
                  <a:pt x="178266" y="21805"/>
                </a:cubicBezTo>
                <a:cubicBezTo>
                  <a:pt x="181527" y="21805"/>
                  <a:pt x="184416" y="22317"/>
                  <a:pt x="186932" y="23342"/>
                </a:cubicBezTo>
                <a:cubicBezTo>
                  <a:pt x="189448" y="24367"/>
                  <a:pt x="191567" y="25820"/>
                  <a:pt x="193291" y="27699"/>
                </a:cubicBezTo>
                <a:cubicBezTo>
                  <a:pt x="195015" y="29578"/>
                  <a:pt x="196320" y="31861"/>
                  <a:pt x="197205" y="34548"/>
                </a:cubicBezTo>
                <a:cubicBezTo>
                  <a:pt x="198090" y="37234"/>
                  <a:pt x="198533" y="40240"/>
                  <a:pt x="198533" y="43563"/>
                </a:cubicBezTo>
                <a:moveTo>
                  <a:pt x="190100" y="42398"/>
                </a:moveTo>
                <a:cubicBezTo>
                  <a:pt x="190193" y="40317"/>
                  <a:pt x="189991" y="38415"/>
                  <a:pt x="189494" y="36691"/>
                </a:cubicBezTo>
                <a:cubicBezTo>
                  <a:pt x="188997" y="34967"/>
                  <a:pt x="188228" y="33484"/>
                  <a:pt x="187188" y="32241"/>
                </a:cubicBezTo>
                <a:cubicBezTo>
                  <a:pt x="186147" y="30999"/>
                  <a:pt x="184851" y="30028"/>
                  <a:pt x="183297" y="29329"/>
                </a:cubicBezTo>
                <a:cubicBezTo>
                  <a:pt x="181744" y="28631"/>
                  <a:pt x="179943" y="28281"/>
                  <a:pt x="177893" y="28281"/>
                </a:cubicBezTo>
                <a:cubicBezTo>
                  <a:pt x="176122" y="28281"/>
                  <a:pt x="174507" y="28623"/>
                  <a:pt x="173047" y="29306"/>
                </a:cubicBezTo>
                <a:cubicBezTo>
                  <a:pt x="171587" y="29989"/>
                  <a:pt x="170329" y="30952"/>
                  <a:pt x="169273" y="32195"/>
                </a:cubicBezTo>
                <a:cubicBezTo>
                  <a:pt x="168217" y="33437"/>
                  <a:pt x="167363" y="34928"/>
                  <a:pt x="166711" y="36668"/>
                </a:cubicBezTo>
                <a:cubicBezTo>
                  <a:pt x="166059" y="38407"/>
                  <a:pt x="165655" y="40317"/>
                  <a:pt x="165499" y="42398"/>
                </a:cubicBezTo>
                <a:lnTo>
                  <a:pt x="190100" y="42398"/>
                </a:lnTo>
                <a:close/>
                <a:moveTo>
                  <a:pt x="247409" y="69421"/>
                </a:moveTo>
                <a:lnTo>
                  <a:pt x="212792" y="69421"/>
                </a:lnTo>
                <a:lnTo>
                  <a:pt x="212792" y="8480"/>
                </a:lnTo>
                <a:lnTo>
                  <a:pt x="247409" y="8480"/>
                </a:lnTo>
                <a:lnTo>
                  <a:pt x="247409" y="15468"/>
                </a:lnTo>
                <a:lnTo>
                  <a:pt x="221085" y="15468"/>
                </a:lnTo>
                <a:lnTo>
                  <a:pt x="221085" y="34385"/>
                </a:lnTo>
                <a:lnTo>
                  <a:pt x="246384" y="34385"/>
                </a:lnTo>
                <a:lnTo>
                  <a:pt x="246384" y="41373"/>
                </a:lnTo>
                <a:lnTo>
                  <a:pt x="221085" y="41373"/>
                </a:lnTo>
                <a:lnTo>
                  <a:pt x="221085" y="62340"/>
                </a:lnTo>
                <a:lnTo>
                  <a:pt x="247409" y="62340"/>
                </a:lnTo>
                <a:lnTo>
                  <a:pt x="247409" y="69421"/>
                </a:lnTo>
                <a:close/>
                <a:moveTo>
                  <a:pt x="264650" y="22644"/>
                </a:moveTo>
                <a:lnTo>
                  <a:pt x="272059" y="22644"/>
                </a:lnTo>
                <a:lnTo>
                  <a:pt x="272291" y="31241"/>
                </a:lnTo>
                <a:cubicBezTo>
                  <a:pt x="275056" y="27925"/>
                  <a:pt x="277782" y="25524"/>
                  <a:pt x="280468" y="24037"/>
                </a:cubicBezTo>
                <a:cubicBezTo>
                  <a:pt x="283155" y="22549"/>
                  <a:pt x="285865" y="21805"/>
                  <a:pt x="288599" y="21805"/>
                </a:cubicBezTo>
                <a:cubicBezTo>
                  <a:pt x="293444" y="21805"/>
                  <a:pt x="297117" y="23370"/>
                  <a:pt x="299617" y="26499"/>
                </a:cubicBezTo>
                <a:cubicBezTo>
                  <a:pt x="302118" y="29628"/>
                  <a:pt x="303275" y="34276"/>
                  <a:pt x="303089" y="40442"/>
                </a:cubicBezTo>
                <a:lnTo>
                  <a:pt x="294888" y="40442"/>
                </a:lnTo>
                <a:cubicBezTo>
                  <a:pt x="294982" y="36358"/>
                  <a:pt x="294384" y="33396"/>
                  <a:pt x="293095" y="31556"/>
                </a:cubicBezTo>
                <a:cubicBezTo>
                  <a:pt x="291806" y="29714"/>
                  <a:pt x="289919" y="28794"/>
                  <a:pt x="287434" y="28794"/>
                </a:cubicBezTo>
                <a:cubicBezTo>
                  <a:pt x="286347" y="28794"/>
                  <a:pt x="285252" y="28987"/>
                  <a:pt x="284149" y="29375"/>
                </a:cubicBezTo>
                <a:cubicBezTo>
                  <a:pt x="283046" y="29761"/>
                  <a:pt x="281913" y="30379"/>
                  <a:pt x="280748" y="31229"/>
                </a:cubicBezTo>
                <a:cubicBezTo>
                  <a:pt x="279583" y="32080"/>
                  <a:pt x="278348" y="33170"/>
                  <a:pt x="277044" y="34501"/>
                </a:cubicBezTo>
                <a:cubicBezTo>
                  <a:pt x="275739" y="35831"/>
                  <a:pt x="274341" y="37439"/>
                  <a:pt x="272851" y="39326"/>
                </a:cubicBezTo>
                <a:lnTo>
                  <a:pt x="272851" y="69421"/>
                </a:lnTo>
                <a:lnTo>
                  <a:pt x="264650" y="69421"/>
                </a:lnTo>
                <a:lnTo>
                  <a:pt x="264650" y="22644"/>
                </a:lnTo>
                <a:close/>
                <a:moveTo>
                  <a:pt x="316509" y="22644"/>
                </a:moveTo>
                <a:lnTo>
                  <a:pt x="323917" y="22644"/>
                </a:lnTo>
                <a:lnTo>
                  <a:pt x="324150" y="31241"/>
                </a:lnTo>
                <a:cubicBezTo>
                  <a:pt x="326914" y="27925"/>
                  <a:pt x="329640" y="25524"/>
                  <a:pt x="332327" y="24037"/>
                </a:cubicBezTo>
                <a:cubicBezTo>
                  <a:pt x="335014" y="22549"/>
                  <a:pt x="337724" y="21805"/>
                  <a:pt x="340457" y="21805"/>
                </a:cubicBezTo>
                <a:cubicBezTo>
                  <a:pt x="345303" y="21805"/>
                  <a:pt x="348976" y="23370"/>
                  <a:pt x="351476" y="26499"/>
                </a:cubicBezTo>
                <a:cubicBezTo>
                  <a:pt x="353976" y="29628"/>
                  <a:pt x="355133" y="34276"/>
                  <a:pt x="354947" y="40442"/>
                </a:cubicBezTo>
                <a:lnTo>
                  <a:pt x="346747" y="40442"/>
                </a:lnTo>
                <a:cubicBezTo>
                  <a:pt x="346840" y="36358"/>
                  <a:pt x="346242" y="33396"/>
                  <a:pt x="344953" y="31556"/>
                </a:cubicBezTo>
                <a:cubicBezTo>
                  <a:pt x="343664" y="29714"/>
                  <a:pt x="341777" y="28794"/>
                  <a:pt x="339292" y="28794"/>
                </a:cubicBezTo>
                <a:cubicBezTo>
                  <a:pt x="338205" y="28794"/>
                  <a:pt x="337110" y="28987"/>
                  <a:pt x="336008" y="29375"/>
                </a:cubicBezTo>
                <a:cubicBezTo>
                  <a:pt x="334905" y="29761"/>
                  <a:pt x="333771" y="30379"/>
                  <a:pt x="332606" y="31229"/>
                </a:cubicBezTo>
                <a:cubicBezTo>
                  <a:pt x="331442" y="32080"/>
                  <a:pt x="330207" y="33170"/>
                  <a:pt x="328902" y="34501"/>
                </a:cubicBezTo>
                <a:cubicBezTo>
                  <a:pt x="327598" y="35831"/>
                  <a:pt x="326200" y="37439"/>
                  <a:pt x="324709" y="39326"/>
                </a:cubicBezTo>
                <a:lnTo>
                  <a:pt x="324709" y="69421"/>
                </a:lnTo>
                <a:lnTo>
                  <a:pt x="316509" y="69421"/>
                </a:lnTo>
                <a:lnTo>
                  <a:pt x="316509" y="22644"/>
                </a:lnTo>
                <a:close/>
                <a:moveTo>
                  <a:pt x="407178" y="45660"/>
                </a:moveTo>
                <a:cubicBezTo>
                  <a:pt x="407178" y="49294"/>
                  <a:pt x="406666" y="52625"/>
                  <a:pt x="405641" y="55654"/>
                </a:cubicBezTo>
                <a:cubicBezTo>
                  <a:pt x="404616" y="58682"/>
                  <a:pt x="403140" y="61276"/>
                  <a:pt x="401214" y="63434"/>
                </a:cubicBezTo>
                <a:cubicBezTo>
                  <a:pt x="399289" y="65593"/>
                  <a:pt x="396944" y="67271"/>
                  <a:pt x="394179" y="68466"/>
                </a:cubicBezTo>
                <a:cubicBezTo>
                  <a:pt x="391415" y="69662"/>
                  <a:pt x="388278" y="70260"/>
                  <a:pt x="384768" y="70260"/>
                </a:cubicBezTo>
                <a:cubicBezTo>
                  <a:pt x="381413" y="70260"/>
                  <a:pt x="378408" y="69740"/>
                  <a:pt x="375752" y="68699"/>
                </a:cubicBezTo>
                <a:cubicBezTo>
                  <a:pt x="373096" y="67659"/>
                  <a:pt x="370844" y="66129"/>
                  <a:pt x="368996" y="64110"/>
                </a:cubicBezTo>
                <a:cubicBezTo>
                  <a:pt x="367148" y="62091"/>
                  <a:pt x="365735" y="59591"/>
                  <a:pt x="364757" y="56609"/>
                </a:cubicBezTo>
                <a:cubicBezTo>
                  <a:pt x="363778" y="53627"/>
                  <a:pt x="363289" y="50195"/>
                  <a:pt x="363289" y="46312"/>
                </a:cubicBezTo>
                <a:cubicBezTo>
                  <a:pt x="363289" y="42678"/>
                  <a:pt x="363801" y="39362"/>
                  <a:pt x="364826" y="36365"/>
                </a:cubicBezTo>
                <a:cubicBezTo>
                  <a:pt x="365851" y="33367"/>
                  <a:pt x="367327" y="30789"/>
                  <a:pt x="369253" y="28631"/>
                </a:cubicBezTo>
                <a:cubicBezTo>
                  <a:pt x="371178" y="26472"/>
                  <a:pt x="373524" y="24795"/>
                  <a:pt x="376288" y="23599"/>
                </a:cubicBezTo>
                <a:cubicBezTo>
                  <a:pt x="379052" y="22403"/>
                  <a:pt x="382190" y="21805"/>
                  <a:pt x="385699" y="21805"/>
                </a:cubicBezTo>
                <a:cubicBezTo>
                  <a:pt x="389054" y="21805"/>
                  <a:pt x="392059" y="22325"/>
                  <a:pt x="394715" y="23366"/>
                </a:cubicBezTo>
                <a:cubicBezTo>
                  <a:pt x="397371" y="24406"/>
                  <a:pt x="399623" y="25928"/>
                  <a:pt x="401471" y="27932"/>
                </a:cubicBezTo>
                <a:cubicBezTo>
                  <a:pt x="403319" y="29935"/>
                  <a:pt x="404732" y="32428"/>
                  <a:pt x="405711" y="35410"/>
                </a:cubicBezTo>
                <a:cubicBezTo>
                  <a:pt x="406689" y="38391"/>
                  <a:pt x="407178" y="41808"/>
                  <a:pt x="407178" y="45660"/>
                </a:cubicBezTo>
                <a:moveTo>
                  <a:pt x="398885" y="46033"/>
                </a:moveTo>
                <a:cubicBezTo>
                  <a:pt x="398885" y="43144"/>
                  <a:pt x="398567" y="40620"/>
                  <a:pt x="397930" y="38461"/>
                </a:cubicBezTo>
                <a:cubicBezTo>
                  <a:pt x="397293" y="36303"/>
                  <a:pt x="396384" y="34501"/>
                  <a:pt x="395204" y="33057"/>
                </a:cubicBezTo>
                <a:cubicBezTo>
                  <a:pt x="394024" y="31612"/>
                  <a:pt x="392587" y="30525"/>
                  <a:pt x="390894" y="29795"/>
                </a:cubicBezTo>
                <a:cubicBezTo>
                  <a:pt x="389202" y="29065"/>
                  <a:pt x="387315" y="28700"/>
                  <a:pt x="385234" y="28700"/>
                </a:cubicBezTo>
                <a:cubicBezTo>
                  <a:pt x="382811" y="28700"/>
                  <a:pt x="380737" y="29174"/>
                  <a:pt x="379014" y="30121"/>
                </a:cubicBezTo>
                <a:cubicBezTo>
                  <a:pt x="377290" y="31069"/>
                  <a:pt x="375876" y="32335"/>
                  <a:pt x="374774" y="33919"/>
                </a:cubicBezTo>
                <a:cubicBezTo>
                  <a:pt x="373671" y="35503"/>
                  <a:pt x="372863" y="37343"/>
                  <a:pt x="372351" y="39440"/>
                </a:cubicBezTo>
                <a:cubicBezTo>
                  <a:pt x="371838" y="41536"/>
                  <a:pt x="371582" y="43734"/>
                  <a:pt x="371582" y="46033"/>
                </a:cubicBezTo>
                <a:cubicBezTo>
                  <a:pt x="371582" y="48921"/>
                  <a:pt x="371901" y="51453"/>
                  <a:pt x="372537" y="53627"/>
                </a:cubicBezTo>
                <a:cubicBezTo>
                  <a:pt x="373174" y="55801"/>
                  <a:pt x="374083" y="57611"/>
                  <a:pt x="375263" y="59055"/>
                </a:cubicBezTo>
                <a:cubicBezTo>
                  <a:pt x="376443" y="60499"/>
                  <a:pt x="377872" y="61586"/>
                  <a:pt x="379549" y="62316"/>
                </a:cubicBezTo>
                <a:cubicBezTo>
                  <a:pt x="381227" y="63046"/>
                  <a:pt x="383121" y="63411"/>
                  <a:pt x="385234" y="63411"/>
                </a:cubicBezTo>
                <a:cubicBezTo>
                  <a:pt x="387656" y="63411"/>
                  <a:pt x="389730" y="62937"/>
                  <a:pt x="391454" y="61990"/>
                </a:cubicBezTo>
                <a:cubicBezTo>
                  <a:pt x="393177" y="61043"/>
                  <a:pt x="394591" y="59777"/>
                  <a:pt x="395693" y="58193"/>
                </a:cubicBezTo>
                <a:cubicBezTo>
                  <a:pt x="396796" y="56609"/>
                  <a:pt x="397604" y="54768"/>
                  <a:pt x="398116" y="52672"/>
                </a:cubicBezTo>
                <a:cubicBezTo>
                  <a:pt x="398629" y="50575"/>
                  <a:pt x="398885" y="48362"/>
                  <a:pt x="398885" y="46033"/>
                </a:cubicBezTo>
                <a:close/>
                <a:moveTo>
                  <a:pt x="420226" y="22644"/>
                </a:moveTo>
                <a:lnTo>
                  <a:pt x="427634" y="22644"/>
                </a:lnTo>
                <a:lnTo>
                  <a:pt x="427867" y="31241"/>
                </a:lnTo>
                <a:cubicBezTo>
                  <a:pt x="430631" y="27925"/>
                  <a:pt x="433357" y="25524"/>
                  <a:pt x="436044" y="24037"/>
                </a:cubicBezTo>
                <a:cubicBezTo>
                  <a:pt x="438730" y="22549"/>
                  <a:pt x="441441" y="21805"/>
                  <a:pt x="444174" y="21805"/>
                </a:cubicBezTo>
                <a:cubicBezTo>
                  <a:pt x="449019" y="21805"/>
                  <a:pt x="452692" y="23370"/>
                  <a:pt x="455193" y="26499"/>
                </a:cubicBezTo>
                <a:cubicBezTo>
                  <a:pt x="457693" y="29628"/>
                  <a:pt x="458850" y="34276"/>
                  <a:pt x="458664" y="40442"/>
                </a:cubicBezTo>
                <a:lnTo>
                  <a:pt x="450464" y="40442"/>
                </a:lnTo>
                <a:cubicBezTo>
                  <a:pt x="450557" y="36358"/>
                  <a:pt x="449959" y="33396"/>
                  <a:pt x="448670" y="31556"/>
                </a:cubicBezTo>
                <a:cubicBezTo>
                  <a:pt x="447381" y="29714"/>
                  <a:pt x="445494" y="28794"/>
                  <a:pt x="443009" y="28794"/>
                </a:cubicBezTo>
                <a:cubicBezTo>
                  <a:pt x="441922" y="28794"/>
                  <a:pt x="440827" y="28987"/>
                  <a:pt x="439724" y="29375"/>
                </a:cubicBezTo>
                <a:cubicBezTo>
                  <a:pt x="438622" y="29761"/>
                  <a:pt x="437488" y="30379"/>
                  <a:pt x="436323" y="31229"/>
                </a:cubicBezTo>
                <a:cubicBezTo>
                  <a:pt x="435158" y="32080"/>
                  <a:pt x="433924" y="33170"/>
                  <a:pt x="432619" y="34501"/>
                </a:cubicBezTo>
                <a:cubicBezTo>
                  <a:pt x="431315" y="35831"/>
                  <a:pt x="429917" y="37439"/>
                  <a:pt x="428426" y="39326"/>
                </a:cubicBezTo>
                <a:lnTo>
                  <a:pt x="428426" y="69421"/>
                </a:lnTo>
                <a:lnTo>
                  <a:pt x="420226" y="69421"/>
                </a:lnTo>
                <a:lnTo>
                  <a:pt x="420226" y="22644"/>
                </a:lnTo>
                <a:close/>
                <a:moveTo>
                  <a:pt x="488968" y="21805"/>
                </a:moveTo>
                <a:cubicBezTo>
                  <a:pt x="489931" y="21805"/>
                  <a:pt x="490847" y="21999"/>
                  <a:pt x="491717" y="22387"/>
                </a:cubicBezTo>
                <a:cubicBezTo>
                  <a:pt x="492586" y="22776"/>
                  <a:pt x="493347" y="23296"/>
                  <a:pt x="494000" y="23948"/>
                </a:cubicBezTo>
                <a:cubicBezTo>
                  <a:pt x="494652" y="24600"/>
                  <a:pt x="495172" y="25361"/>
                  <a:pt x="495561" y="26231"/>
                </a:cubicBezTo>
                <a:cubicBezTo>
                  <a:pt x="495949" y="27101"/>
                  <a:pt x="496143" y="28017"/>
                  <a:pt x="496143" y="28980"/>
                </a:cubicBezTo>
                <a:cubicBezTo>
                  <a:pt x="496143" y="29974"/>
                  <a:pt x="495949" y="30898"/>
                  <a:pt x="495561" y="31752"/>
                </a:cubicBezTo>
                <a:cubicBezTo>
                  <a:pt x="495172" y="32606"/>
                  <a:pt x="494652" y="33360"/>
                  <a:pt x="494000" y="34012"/>
                </a:cubicBezTo>
                <a:cubicBezTo>
                  <a:pt x="493347" y="34664"/>
                  <a:pt x="492586" y="35177"/>
                  <a:pt x="491717" y="35549"/>
                </a:cubicBezTo>
                <a:cubicBezTo>
                  <a:pt x="490847" y="35922"/>
                  <a:pt x="489931" y="36108"/>
                  <a:pt x="488968" y="36108"/>
                </a:cubicBezTo>
                <a:cubicBezTo>
                  <a:pt x="487974" y="36108"/>
                  <a:pt x="487050" y="35922"/>
                  <a:pt x="486196" y="35549"/>
                </a:cubicBezTo>
                <a:cubicBezTo>
                  <a:pt x="485341" y="35177"/>
                  <a:pt x="484588" y="34664"/>
                  <a:pt x="483936" y="34012"/>
                </a:cubicBezTo>
                <a:cubicBezTo>
                  <a:pt x="483284" y="33360"/>
                  <a:pt x="482771" y="32606"/>
                  <a:pt x="482398" y="31752"/>
                </a:cubicBezTo>
                <a:cubicBezTo>
                  <a:pt x="482026" y="30898"/>
                  <a:pt x="481839" y="29974"/>
                  <a:pt x="481839" y="28980"/>
                </a:cubicBezTo>
                <a:cubicBezTo>
                  <a:pt x="481839" y="28017"/>
                  <a:pt x="482026" y="27101"/>
                  <a:pt x="482398" y="26231"/>
                </a:cubicBezTo>
                <a:cubicBezTo>
                  <a:pt x="482771" y="25361"/>
                  <a:pt x="483284" y="24600"/>
                  <a:pt x="483936" y="23948"/>
                </a:cubicBezTo>
                <a:cubicBezTo>
                  <a:pt x="484588" y="23296"/>
                  <a:pt x="485341" y="22776"/>
                  <a:pt x="486196" y="22387"/>
                </a:cubicBezTo>
                <a:cubicBezTo>
                  <a:pt x="487050" y="21999"/>
                  <a:pt x="487974" y="21805"/>
                  <a:pt x="488968" y="21805"/>
                </a:cubicBezTo>
                <a:moveTo>
                  <a:pt x="488968" y="55957"/>
                </a:moveTo>
                <a:cubicBezTo>
                  <a:pt x="489931" y="55957"/>
                  <a:pt x="490847" y="56151"/>
                  <a:pt x="491717" y="56539"/>
                </a:cubicBezTo>
                <a:cubicBezTo>
                  <a:pt x="492586" y="56927"/>
                  <a:pt x="493347" y="57447"/>
                  <a:pt x="494000" y="58100"/>
                </a:cubicBezTo>
                <a:cubicBezTo>
                  <a:pt x="494652" y="58752"/>
                  <a:pt x="495172" y="59513"/>
                  <a:pt x="495561" y="60383"/>
                </a:cubicBezTo>
                <a:cubicBezTo>
                  <a:pt x="495949" y="61252"/>
                  <a:pt x="496143" y="62169"/>
                  <a:pt x="496143" y="63132"/>
                </a:cubicBezTo>
                <a:cubicBezTo>
                  <a:pt x="496143" y="64126"/>
                  <a:pt x="495949" y="65050"/>
                  <a:pt x="495561" y="65904"/>
                </a:cubicBezTo>
                <a:cubicBezTo>
                  <a:pt x="495172" y="66758"/>
                  <a:pt x="494652" y="67511"/>
                  <a:pt x="494000" y="68164"/>
                </a:cubicBezTo>
                <a:cubicBezTo>
                  <a:pt x="493347" y="68816"/>
                  <a:pt x="492586" y="69328"/>
                  <a:pt x="491717" y="69701"/>
                </a:cubicBezTo>
                <a:cubicBezTo>
                  <a:pt x="490847" y="70074"/>
                  <a:pt x="489931" y="70260"/>
                  <a:pt x="488968" y="70260"/>
                </a:cubicBezTo>
                <a:cubicBezTo>
                  <a:pt x="487974" y="70260"/>
                  <a:pt x="487050" y="70074"/>
                  <a:pt x="486196" y="69701"/>
                </a:cubicBezTo>
                <a:cubicBezTo>
                  <a:pt x="485341" y="69328"/>
                  <a:pt x="484588" y="68816"/>
                  <a:pt x="483936" y="68164"/>
                </a:cubicBezTo>
                <a:cubicBezTo>
                  <a:pt x="483284" y="67511"/>
                  <a:pt x="482771" y="66758"/>
                  <a:pt x="482398" y="65904"/>
                </a:cubicBezTo>
                <a:cubicBezTo>
                  <a:pt x="482026" y="65050"/>
                  <a:pt x="481839" y="64126"/>
                  <a:pt x="481839" y="63132"/>
                </a:cubicBezTo>
                <a:cubicBezTo>
                  <a:pt x="481839" y="62169"/>
                  <a:pt x="482026" y="61252"/>
                  <a:pt x="482398" y="60383"/>
                </a:cubicBezTo>
                <a:cubicBezTo>
                  <a:pt x="482771" y="59513"/>
                  <a:pt x="483284" y="58752"/>
                  <a:pt x="483936" y="58100"/>
                </a:cubicBezTo>
                <a:cubicBezTo>
                  <a:pt x="484588" y="57447"/>
                  <a:pt x="485341" y="56927"/>
                  <a:pt x="486196" y="56539"/>
                </a:cubicBezTo>
                <a:cubicBezTo>
                  <a:pt x="487050" y="56151"/>
                  <a:pt x="487974" y="55957"/>
                  <a:pt x="488968" y="55957"/>
                </a:cubicBezTo>
                <a:close/>
                <a:moveTo>
                  <a:pt x="612812" y="67139"/>
                </a:moveTo>
                <a:cubicBezTo>
                  <a:pt x="607936" y="69157"/>
                  <a:pt x="602826" y="70167"/>
                  <a:pt x="597484" y="70167"/>
                </a:cubicBezTo>
                <a:cubicBezTo>
                  <a:pt x="588880" y="70167"/>
                  <a:pt x="582271" y="67595"/>
                  <a:pt x="577659" y="62450"/>
                </a:cubicBezTo>
                <a:cubicBezTo>
                  <a:pt x="573046" y="57306"/>
                  <a:pt x="570740" y="49698"/>
                  <a:pt x="570740" y="39626"/>
                </a:cubicBezTo>
                <a:cubicBezTo>
                  <a:pt x="570740" y="34747"/>
                  <a:pt x="571377" y="30333"/>
                  <a:pt x="572650" y="26385"/>
                </a:cubicBezTo>
                <a:cubicBezTo>
                  <a:pt x="573924" y="22438"/>
                  <a:pt x="575741" y="19088"/>
                  <a:pt x="578102" y="16338"/>
                </a:cubicBezTo>
                <a:cubicBezTo>
                  <a:pt x="580462" y="13586"/>
                  <a:pt x="583320" y="11464"/>
                  <a:pt x="586674" y="9972"/>
                </a:cubicBezTo>
                <a:cubicBezTo>
                  <a:pt x="590029" y="8480"/>
                  <a:pt x="593787" y="7734"/>
                  <a:pt x="597950" y="7734"/>
                </a:cubicBezTo>
                <a:cubicBezTo>
                  <a:pt x="600776" y="7734"/>
                  <a:pt x="603401" y="7975"/>
                  <a:pt x="605824" y="8456"/>
                </a:cubicBezTo>
                <a:cubicBezTo>
                  <a:pt x="608246" y="8938"/>
                  <a:pt x="610576" y="9676"/>
                  <a:pt x="612812" y="10669"/>
                </a:cubicBezTo>
                <a:lnTo>
                  <a:pt x="612812" y="18823"/>
                </a:lnTo>
                <a:cubicBezTo>
                  <a:pt x="610607" y="17612"/>
                  <a:pt x="608324" y="16688"/>
                  <a:pt x="605963" y="16051"/>
                </a:cubicBezTo>
                <a:cubicBezTo>
                  <a:pt x="603603" y="15414"/>
                  <a:pt x="601025" y="15096"/>
                  <a:pt x="598229" y="15096"/>
                </a:cubicBezTo>
                <a:cubicBezTo>
                  <a:pt x="595372" y="15096"/>
                  <a:pt x="592786" y="15632"/>
                  <a:pt x="590472" y="16705"/>
                </a:cubicBezTo>
                <a:cubicBezTo>
                  <a:pt x="588158" y="17777"/>
                  <a:pt x="586193" y="19332"/>
                  <a:pt x="584578" y="21368"/>
                </a:cubicBezTo>
                <a:cubicBezTo>
                  <a:pt x="582963" y="23405"/>
                  <a:pt x="581720" y="25892"/>
                  <a:pt x="580850" y="28830"/>
                </a:cubicBezTo>
                <a:cubicBezTo>
                  <a:pt x="579981" y="31768"/>
                  <a:pt x="579546" y="35118"/>
                  <a:pt x="579546" y="38881"/>
                </a:cubicBezTo>
                <a:cubicBezTo>
                  <a:pt x="579546" y="46778"/>
                  <a:pt x="581146" y="52732"/>
                  <a:pt x="584345" y="56743"/>
                </a:cubicBezTo>
                <a:cubicBezTo>
                  <a:pt x="587544" y="60754"/>
                  <a:pt x="592234" y="62759"/>
                  <a:pt x="598415" y="62759"/>
                </a:cubicBezTo>
                <a:cubicBezTo>
                  <a:pt x="601025" y="62759"/>
                  <a:pt x="603525" y="62456"/>
                  <a:pt x="605917" y="61850"/>
                </a:cubicBezTo>
                <a:cubicBezTo>
                  <a:pt x="608308" y="61245"/>
                  <a:pt x="610607" y="60398"/>
                  <a:pt x="612812" y="59311"/>
                </a:cubicBezTo>
                <a:lnTo>
                  <a:pt x="612812" y="67139"/>
                </a:lnTo>
                <a:close/>
                <a:moveTo>
                  <a:pt x="655818" y="69421"/>
                </a:moveTo>
                <a:lnTo>
                  <a:pt x="655632" y="63119"/>
                </a:lnTo>
                <a:cubicBezTo>
                  <a:pt x="653085" y="65639"/>
                  <a:pt x="650499" y="67460"/>
                  <a:pt x="647875" y="68580"/>
                </a:cubicBezTo>
                <a:cubicBezTo>
                  <a:pt x="645250" y="69700"/>
                  <a:pt x="642493" y="70260"/>
                  <a:pt x="639605" y="70260"/>
                </a:cubicBezTo>
                <a:cubicBezTo>
                  <a:pt x="636933" y="70260"/>
                  <a:pt x="634650" y="69918"/>
                  <a:pt x="632756" y="69234"/>
                </a:cubicBezTo>
                <a:cubicBezTo>
                  <a:pt x="630861" y="68549"/>
                  <a:pt x="629300" y="67608"/>
                  <a:pt x="628073" y="66411"/>
                </a:cubicBezTo>
                <a:cubicBezTo>
                  <a:pt x="626846" y="65213"/>
                  <a:pt x="625946" y="63805"/>
                  <a:pt x="625371" y="62187"/>
                </a:cubicBezTo>
                <a:cubicBezTo>
                  <a:pt x="624796" y="60569"/>
                  <a:pt x="624509" y="58811"/>
                  <a:pt x="624509" y="56913"/>
                </a:cubicBezTo>
                <a:cubicBezTo>
                  <a:pt x="624509" y="52215"/>
                  <a:pt x="626256" y="48536"/>
                  <a:pt x="629750" y="45877"/>
                </a:cubicBezTo>
                <a:cubicBezTo>
                  <a:pt x="633245" y="43216"/>
                  <a:pt x="638409" y="41886"/>
                  <a:pt x="645242" y="41886"/>
                </a:cubicBezTo>
                <a:lnTo>
                  <a:pt x="654933" y="41886"/>
                </a:lnTo>
                <a:lnTo>
                  <a:pt x="654933" y="37800"/>
                </a:lnTo>
                <a:cubicBezTo>
                  <a:pt x="654933" y="35046"/>
                  <a:pt x="654048" y="32840"/>
                  <a:pt x="652278" y="31184"/>
                </a:cubicBezTo>
                <a:cubicBezTo>
                  <a:pt x="650507" y="29528"/>
                  <a:pt x="647805" y="28700"/>
                  <a:pt x="644171" y="28700"/>
                </a:cubicBezTo>
                <a:cubicBezTo>
                  <a:pt x="641530" y="28700"/>
                  <a:pt x="638929" y="29000"/>
                  <a:pt x="636366" y="29599"/>
                </a:cubicBezTo>
                <a:cubicBezTo>
                  <a:pt x="633804" y="30197"/>
                  <a:pt x="631156" y="31047"/>
                  <a:pt x="628423" y="32148"/>
                </a:cubicBezTo>
                <a:lnTo>
                  <a:pt x="628423" y="24833"/>
                </a:lnTo>
                <a:cubicBezTo>
                  <a:pt x="629448" y="24455"/>
                  <a:pt x="630589" y="24084"/>
                  <a:pt x="631847" y="23721"/>
                </a:cubicBezTo>
                <a:cubicBezTo>
                  <a:pt x="633105" y="23358"/>
                  <a:pt x="634433" y="23035"/>
                  <a:pt x="635831" y="22751"/>
                </a:cubicBezTo>
                <a:cubicBezTo>
                  <a:pt x="637228" y="22467"/>
                  <a:pt x="638688" y="22238"/>
                  <a:pt x="640210" y="22065"/>
                </a:cubicBezTo>
                <a:cubicBezTo>
                  <a:pt x="641732" y="21892"/>
                  <a:pt x="643270" y="21805"/>
                  <a:pt x="644823" y="21805"/>
                </a:cubicBezTo>
                <a:cubicBezTo>
                  <a:pt x="647649" y="21805"/>
                  <a:pt x="650196" y="22115"/>
                  <a:pt x="652464" y="22737"/>
                </a:cubicBezTo>
                <a:cubicBezTo>
                  <a:pt x="654731" y="23358"/>
                  <a:pt x="656649" y="24305"/>
                  <a:pt x="658218" y="25579"/>
                </a:cubicBezTo>
                <a:cubicBezTo>
                  <a:pt x="659787" y="26852"/>
                  <a:pt x="660990" y="28452"/>
                  <a:pt x="661829" y="30378"/>
                </a:cubicBezTo>
                <a:cubicBezTo>
                  <a:pt x="662667" y="32304"/>
                  <a:pt x="663087" y="34571"/>
                  <a:pt x="663087" y="37180"/>
                </a:cubicBezTo>
                <a:lnTo>
                  <a:pt x="663087" y="69421"/>
                </a:lnTo>
                <a:lnTo>
                  <a:pt x="655818" y="69421"/>
                </a:lnTo>
                <a:moveTo>
                  <a:pt x="654933" y="48083"/>
                </a:moveTo>
                <a:lnTo>
                  <a:pt x="644637" y="48083"/>
                </a:lnTo>
                <a:cubicBezTo>
                  <a:pt x="642618" y="48083"/>
                  <a:pt x="640878" y="48285"/>
                  <a:pt x="639418" y="48691"/>
                </a:cubicBezTo>
                <a:cubicBezTo>
                  <a:pt x="637958" y="49096"/>
                  <a:pt x="636763" y="49672"/>
                  <a:pt x="635831" y="50419"/>
                </a:cubicBezTo>
                <a:cubicBezTo>
                  <a:pt x="634899" y="51167"/>
                  <a:pt x="634208" y="52063"/>
                  <a:pt x="633757" y="53107"/>
                </a:cubicBezTo>
                <a:cubicBezTo>
                  <a:pt x="633307" y="54151"/>
                  <a:pt x="633082" y="55327"/>
                  <a:pt x="633082" y="56635"/>
                </a:cubicBezTo>
                <a:cubicBezTo>
                  <a:pt x="633082" y="57539"/>
                  <a:pt x="633222" y="58404"/>
                  <a:pt x="633501" y="59230"/>
                </a:cubicBezTo>
                <a:cubicBezTo>
                  <a:pt x="633781" y="60055"/>
                  <a:pt x="634231" y="60787"/>
                  <a:pt x="634852" y="61425"/>
                </a:cubicBezTo>
                <a:cubicBezTo>
                  <a:pt x="635473" y="62064"/>
                  <a:pt x="636281" y="62570"/>
                  <a:pt x="637275" y="62944"/>
                </a:cubicBezTo>
                <a:cubicBezTo>
                  <a:pt x="638269" y="63318"/>
                  <a:pt x="639480" y="63504"/>
                  <a:pt x="640909" y="63504"/>
                </a:cubicBezTo>
                <a:cubicBezTo>
                  <a:pt x="642773" y="63504"/>
                  <a:pt x="644908" y="62936"/>
                  <a:pt x="647316" y="61799"/>
                </a:cubicBezTo>
                <a:cubicBezTo>
                  <a:pt x="649723" y="60662"/>
                  <a:pt x="652262" y="58862"/>
                  <a:pt x="654933" y="56401"/>
                </a:cubicBezTo>
                <a:lnTo>
                  <a:pt x="654933" y="48083"/>
                </a:lnTo>
                <a:close/>
                <a:moveTo>
                  <a:pt x="677625" y="22644"/>
                </a:moveTo>
                <a:lnTo>
                  <a:pt x="684847" y="22644"/>
                </a:lnTo>
                <a:lnTo>
                  <a:pt x="685173" y="30191"/>
                </a:lnTo>
                <a:cubicBezTo>
                  <a:pt x="686540" y="28576"/>
                  <a:pt x="687860" y="27233"/>
                  <a:pt x="689133" y="26161"/>
                </a:cubicBezTo>
                <a:cubicBezTo>
                  <a:pt x="690407" y="25090"/>
                  <a:pt x="691657" y="24228"/>
                  <a:pt x="692884" y="23575"/>
                </a:cubicBezTo>
                <a:cubicBezTo>
                  <a:pt x="694111" y="22923"/>
                  <a:pt x="695361" y="22465"/>
                  <a:pt x="696635" y="22201"/>
                </a:cubicBezTo>
                <a:cubicBezTo>
                  <a:pt x="697908" y="21937"/>
                  <a:pt x="699228" y="21805"/>
                  <a:pt x="700595" y="21805"/>
                </a:cubicBezTo>
                <a:cubicBezTo>
                  <a:pt x="705409" y="21805"/>
                  <a:pt x="709051" y="23226"/>
                  <a:pt x="711521" y="26068"/>
                </a:cubicBezTo>
                <a:cubicBezTo>
                  <a:pt x="713990" y="28910"/>
                  <a:pt x="715225" y="33189"/>
                  <a:pt x="715225" y="38904"/>
                </a:cubicBezTo>
                <a:lnTo>
                  <a:pt x="715225" y="69421"/>
                </a:lnTo>
                <a:lnTo>
                  <a:pt x="707118" y="69421"/>
                </a:lnTo>
                <a:lnTo>
                  <a:pt x="707118" y="39556"/>
                </a:lnTo>
                <a:cubicBezTo>
                  <a:pt x="707118" y="35891"/>
                  <a:pt x="706434" y="33181"/>
                  <a:pt x="705068" y="31426"/>
                </a:cubicBezTo>
                <a:cubicBezTo>
                  <a:pt x="703701" y="29671"/>
                  <a:pt x="701667" y="28794"/>
                  <a:pt x="698964" y="28794"/>
                </a:cubicBezTo>
                <a:cubicBezTo>
                  <a:pt x="697970" y="28794"/>
                  <a:pt x="697000" y="28941"/>
                  <a:pt x="696052" y="29236"/>
                </a:cubicBezTo>
                <a:cubicBezTo>
                  <a:pt x="695105" y="29531"/>
                  <a:pt x="694119" y="30044"/>
                  <a:pt x="693094" y="30774"/>
                </a:cubicBezTo>
                <a:cubicBezTo>
                  <a:pt x="692069" y="31504"/>
                  <a:pt x="690958" y="32490"/>
                  <a:pt x="689762" y="33732"/>
                </a:cubicBezTo>
                <a:cubicBezTo>
                  <a:pt x="688567" y="34975"/>
                  <a:pt x="687223" y="36528"/>
                  <a:pt x="685732" y="38391"/>
                </a:cubicBezTo>
                <a:lnTo>
                  <a:pt x="685732" y="69421"/>
                </a:lnTo>
                <a:lnTo>
                  <a:pt x="677625" y="69421"/>
                </a:lnTo>
                <a:lnTo>
                  <a:pt x="677625" y="22644"/>
                </a:lnTo>
                <a:close/>
                <a:moveTo>
                  <a:pt x="729484" y="22644"/>
                </a:moveTo>
                <a:lnTo>
                  <a:pt x="736706" y="22644"/>
                </a:lnTo>
                <a:lnTo>
                  <a:pt x="737032" y="30191"/>
                </a:lnTo>
                <a:cubicBezTo>
                  <a:pt x="738398" y="28576"/>
                  <a:pt x="739718" y="27233"/>
                  <a:pt x="740992" y="26161"/>
                </a:cubicBezTo>
                <a:cubicBezTo>
                  <a:pt x="742265" y="25090"/>
                  <a:pt x="743516" y="24228"/>
                  <a:pt x="744743" y="23575"/>
                </a:cubicBezTo>
                <a:cubicBezTo>
                  <a:pt x="745969" y="22923"/>
                  <a:pt x="747220" y="22465"/>
                  <a:pt x="748493" y="22201"/>
                </a:cubicBezTo>
                <a:cubicBezTo>
                  <a:pt x="749767" y="21937"/>
                  <a:pt x="751087" y="21805"/>
                  <a:pt x="752453" y="21805"/>
                </a:cubicBezTo>
                <a:cubicBezTo>
                  <a:pt x="757268" y="21805"/>
                  <a:pt x="760910" y="23226"/>
                  <a:pt x="763379" y="26068"/>
                </a:cubicBezTo>
                <a:cubicBezTo>
                  <a:pt x="765849" y="28910"/>
                  <a:pt x="767083" y="33189"/>
                  <a:pt x="767083" y="38904"/>
                </a:cubicBezTo>
                <a:lnTo>
                  <a:pt x="767083" y="69421"/>
                </a:lnTo>
                <a:lnTo>
                  <a:pt x="758976" y="69421"/>
                </a:lnTo>
                <a:lnTo>
                  <a:pt x="758976" y="39556"/>
                </a:lnTo>
                <a:cubicBezTo>
                  <a:pt x="758976" y="35891"/>
                  <a:pt x="758293" y="33181"/>
                  <a:pt x="756926" y="31426"/>
                </a:cubicBezTo>
                <a:cubicBezTo>
                  <a:pt x="755560" y="29671"/>
                  <a:pt x="753525" y="28794"/>
                  <a:pt x="750823" y="28794"/>
                </a:cubicBezTo>
                <a:cubicBezTo>
                  <a:pt x="749829" y="28794"/>
                  <a:pt x="748858" y="28941"/>
                  <a:pt x="747911" y="29236"/>
                </a:cubicBezTo>
                <a:cubicBezTo>
                  <a:pt x="746963" y="29531"/>
                  <a:pt x="745977" y="30044"/>
                  <a:pt x="744952" y="30774"/>
                </a:cubicBezTo>
                <a:cubicBezTo>
                  <a:pt x="743927" y="31504"/>
                  <a:pt x="742817" y="32490"/>
                  <a:pt x="741621" y="33732"/>
                </a:cubicBezTo>
                <a:cubicBezTo>
                  <a:pt x="740425" y="34975"/>
                  <a:pt x="739082" y="36528"/>
                  <a:pt x="737591" y="38391"/>
                </a:cubicBezTo>
                <a:lnTo>
                  <a:pt x="737591" y="69421"/>
                </a:lnTo>
                <a:lnTo>
                  <a:pt x="729484" y="69421"/>
                </a:lnTo>
                <a:lnTo>
                  <a:pt x="729484" y="22644"/>
                </a:lnTo>
                <a:close/>
                <a:moveTo>
                  <a:pt x="822063" y="45660"/>
                </a:moveTo>
                <a:cubicBezTo>
                  <a:pt x="822063" y="49294"/>
                  <a:pt x="821551" y="52625"/>
                  <a:pt x="820526" y="55654"/>
                </a:cubicBezTo>
                <a:cubicBezTo>
                  <a:pt x="819501" y="58682"/>
                  <a:pt x="818025" y="61276"/>
                  <a:pt x="816100" y="63434"/>
                </a:cubicBezTo>
                <a:cubicBezTo>
                  <a:pt x="814174" y="65593"/>
                  <a:pt x="811829" y="67271"/>
                  <a:pt x="809064" y="68466"/>
                </a:cubicBezTo>
                <a:cubicBezTo>
                  <a:pt x="806300" y="69662"/>
                  <a:pt x="803163" y="70260"/>
                  <a:pt x="799653" y="70260"/>
                </a:cubicBezTo>
                <a:cubicBezTo>
                  <a:pt x="796298" y="70260"/>
                  <a:pt x="793293" y="69740"/>
                  <a:pt x="790637" y="68699"/>
                </a:cubicBezTo>
                <a:cubicBezTo>
                  <a:pt x="787982" y="67659"/>
                  <a:pt x="785730" y="66129"/>
                  <a:pt x="783882" y="64110"/>
                </a:cubicBezTo>
                <a:cubicBezTo>
                  <a:pt x="782033" y="62091"/>
                  <a:pt x="780620" y="59591"/>
                  <a:pt x="779642" y="56609"/>
                </a:cubicBezTo>
                <a:cubicBezTo>
                  <a:pt x="778663" y="53627"/>
                  <a:pt x="778174" y="50195"/>
                  <a:pt x="778174" y="46312"/>
                </a:cubicBezTo>
                <a:cubicBezTo>
                  <a:pt x="778174" y="42678"/>
                  <a:pt x="778687" y="39362"/>
                  <a:pt x="779712" y="36365"/>
                </a:cubicBezTo>
                <a:cubicBezTo>
                  <a:pt x="780737" y="33367"/>
                  <a:pt x="782212" y="30789"/>
                  <a:pt x="784138" y="28631"/>
                </a:cubicBezTo>
                <a:cubicBezTo>
                  <a:pt x="786064" y="26472"/>
                  <a:pt x="788409" y="24795"/>
                  <a:pt x="791173" y="23599"/>
                </a:cubicBezTo>
                <a:cubicBezTo>
                  <a:pt x="793938" y="22403"/>
                  <a:pt x="797075" y="21805"/>
                  <a:pt x="800585" y="21805"/>
                </a:cubicBezTo>
                <a:cubicBezTo>
                  <a:pt x="803939" y="21805"/>
                  <a:pt x="806944" y="22325"/>
                  <a:pt x="809600" y="23366"/>
                </a:cubicBezTo>
                <a:cubicBezTo>
                  <a:pt x="812256" y="24406"/>
                  <a:pt x="814508" y="25928"/>
                  <a:pt x="816356" y="27932"/>
                </a:cubicBezTo>
                <a:cubicBezTo>
                  <a:pt x="818204" y="29935"/>
                  <a:pt x="819617" y="32428"/>
                  <a:pt x="820596" y="35410"/>
                </a:cubicBezTo>
                <a:cubicBezTo>
                  <a:pt x="821574" y="38391"/>
                  <a:pt x="822063" y="41808"/>
                  <a:pt x="822063" y="45660"/>
                </a:cubicBezTo>
                <a:moveTo>
                  <a:pt x="813770" y="46033"/>
                </a:moveTo>
                <a:cubicBezTo>
                  <a:pt x="813770" y="43144"/>
                  <a:pt x="813452" y="40620"/>
                  <a:pt x="812815" y="38461"/>
                </a:cubicBezTo>
                <a:cubicBezTo>
                  <a:pt x="812178" y="36303"/>
                  <a:pt x="811270" y="34501"/>
                  <a:pt x="810089" y="33057"/>
                </a:cubicBezTo>
                <a:cubicBezTo>
                  <a:pt x="808909" y="31612"/>
                  <a:pt x="807472" y="30525"/>
                  <a:pt x="805780" y="29795"/>
                </a:cubicBezTo>
                <a:cubicBezTo>
                  <a:pt x="804087" y="29065"/>
                  <a:pt x="802200" y="28700"/>
                  <a:pt x="800119" y="28700"/>
                </a:cubicBezTo>
                <a:cubicBezTo>
                  <a:pt x="797696" y="28700"/>
                  <a:pt x="795623" y="29174"/>
                  <a:pt x="793899" y="30121"/>
                </a:cubicBezTo>
                <a:cubicBezTo>
                  <a:pt x="792175" y="31069"/>
                  <a:pt x="790762" y="32335"/>
                  <a:pt x="789659" y="33919"/>
                </a:cubicBezTo>
                <a:cubicBezTo>
                  <a:pt x="788556" y="35503"/>
                  <a:pt x="787749" y="37343"/>
                  <a:pt x="787236" y="39440"/>
                </a:cubicBezTo>
                <a:cubicBezTo>
                  <a:pt x="786724" y="41536"/>
                  <a:pt x="786467" y="43734"/>
                  <a:pt x="786467" y="46033"/>
                </a:cubicBezTo>
                <a:cubicBezTo>
                  <a:pt x="786467" y="48921"/>
                  <a:pt x="786786" y="51453"/>
                  <a:pt x="787422" y="53627"/>
                </a:cubicBezTo>
                <a:cubicBezTo>
                  <a:pt x="788059" y="55801"/>
                  <a:pt x="788968" y="57611"/>
                  <a:pt x="790148" y="59055"/>
                </a:cubicBezTo>
                <a:cubicBezTo>
                  <a:pt x="791328" y="60499"/>
                  <a:pt x="792757" y="61586"/>
                  <a:pt x="794435" y="62316"/>
                </a:cubicBezTo>
                <a:cubicBezTo>
                  <a:pt x="796112" y="63046"/>
                  <a:pt x="798007" y="63411"/>
                  <a:pt x="800119" y="63411"/>
                </a:cubicBezTo>
                <a:cubicBezTo>
                  <a:pt x="802541" y="63411"/>
                  <a:pt x="804615" y="62937"/>
                  <a:pt x="806339" y="61990"/>
                </a:cubicBezTo>
                <a:cubicBezTo>
                  <a:pt x="808063" y="61043"/>
                  <a:pt x="809476" y="59777"/>
                  <a:pt x="810579" y="58193"/>
                </a:cubicBezTo>
                <a:cubicBezTo>
                  <a:pt x="811681" y="56609"/>
                  <a:pt x="812489" y="54768"/>
                  <a:pt x="813001" y="52672"/>
                </a:cubicBezTo>
                <a:cubicBezTo>
                  <a:pt x="813514" y="50575"/>
                  <a:pt x="813770" y="48362"/>
                  <a:pt x="813770" y="46033"/>
                </a:cubicBezTo>
                <a:close/>
                <a:moveTo>
                  <a:pt x="870893" y="68723"/>
                </a:moveTo>
                <a:cubicBezTo>
                  <a:pt x="869061" y="69205"/>
                  <a:pt x="867166" y="69551"/>
                  <a:pt x="865209" y="69759"/>
                </a:cubicBezTo>
                <a:cubicBezTo>
                  <a:pt x="863252" y="69969"/>
                  <a:pt x="861264" y="70074"/>
                  <a:pt x="859245" y="70074"/>
                </a:cubicBezTo>
                <a:cubicBezTo>
                  <a:pt x="853375" y="70074"/>
                  <a:pt x="848995" y="68746"/>
                  <a:pt x="846107" y="66090"/>
                </a:cubicBezTo>
                <a:cubicBezTo>
                  <a:pt x="843218" y="63434"/>
                  <a:pt x="841774" y="59358"/>
                  <a:pt x="841774" y="53860"/>
                </a:cubicBezTo>
                <a:lnTo>
                  <a:pt x="841774" y="29446"/>
                </a:lnTo>
                <a:lnTo>
                  <a:pt x="828681" y="29446"/>
                </a:lnTo>
                <a:lnTo>
                  <a:pt x="828681" y="22644"/>
                </a:lnTo>
                <a:lnTo>
                  <a:pt x="841774" y="22644"/>
                </a:lnTo>
                <a:lnTo>
                  <a:pt x="841774" y="9743"/>
                </a:lnTo>
                <a:lnTo>
                  <a:pt x="849881" y="7641"/>
                </a:lnTo>
                <a:lnTo>
                  <a:pt x="849881" y="22644"/>
                </a:lnTo>
                <a:lnTo>
                  <a:pt x="870893" y="22644"/>
                </a:lnTo>
                <a:lnTo>
                  <a:pt x="870893" y="29446"/>
                </a:lnTo>
                <a:lnTo>
                  <a:pt x="849881" y="29446"/>
                </a:lnTo>
                <a:lnTo>
                  <a:pt x="849881" y="53208"/>
                </a:lnTo>
                <a:cubicBezTo>
                  <a:pt x="849881" y="56562"/>
                  <a:pt x="850774" y="59070"/>
                  <a:pt x="852560" y="60732"/>
                </a:cubicBezTo>
                <a:cubicBezTo>
                  <a:pt x="854346" y="62394"/>
                  <a:pt x="856978" y="63225"/>
                  <a:pt x="860457" y="63225"/>
                </a:cubicBezTo>
                <a:cubicBezTo>
                  <a:pt x="861948" y="63225"/>
                  <a:pt x="863578" y="63105"/>
                  <a:pt x="865349" y="62865"/>
                </a:cubicBezTo>
                <a:cubicBezTo>
                  <a:pt x="867119" y="62624"/>
                  <a:pt x="868968" y="62247"/>
                  <a:pt x="870893" y="61734"/>
                </a:cubicBezTo>
                <a:lnTo>
                  <a:pt x="870893" y="68723"/>
                </a:lnTo>
                <a:close/>
                <a:moveTo>
                  <a:pt x="939001" y="22644"/>
                </a:moveTo>
                <a:lnTo>
                  <a:pt x="946409" y="22644"/>
                </a:lnTo>
                <a:lnTo>
                  <a:pt x="946642" y="31241"/>
                </a:lnTo>
                <a:cubicBezTo>
                  <a:pt x="949406" y="27925"/>
                  <a:pt x="952132" y="25524"/>
                  <a:pt x="954819" y="24037"/>
                </a:cubicBezTo>
                <a:cubicBezTo>
                  <a:pt x="957506" y="22549"/>
                  <a:pt x="960216" y="21805"/>
                  <a:pt x="962949" y="21805"/>
                </a:cubicBezTo>
                <a:cubicBezTo>
                  <a:pt x="967795" y="21805"/>
                  <a:pt x="971468" y="23370"/>
                  <a:pt x="973968" y="26499"/>
                </a:cubicBezTo>
                <a:cubicBezTo>
                  <a:pt x="976468" y="29628"/>
                  <a:pt x="977625" y="34276"/>
                  <a:pt x="977439" y="40442"/>
                </a:cubicBezTo>
                <a:lnTo>
                  <a:pt x="969239" y="40442"/>
                </a:lnTo>
                <a:cubicBezTo>
                  <a:pt x="969332" y="36358"/>
                  <a:pt x="968734" y="33396"/>
                  <a:pt x="967445" y="31556"/>
                </a:cubicBezTo>
                <a:cubicBezTo>
                  <a:pt x="966156" y="29714"/>
                  <a:pt x="964269" y="28794"/>
                  <a:pt x="961784" y="28794"/>
                </a:cubicBezTo>
                <a:cubicBezTo>
                  <a:pt x="960697" y="28794"/>
                  <a:pt x="959602" y="28987"/>
                  <a:pt x="958500" y="29375"/>
                </a:cubicBezTo>
                <a:cubicBezTo>
                  <a:pt x="957397" y="29761"/>
                  <a:pt x="956263" y="30379"/>
                  <a:pt x="955098" y="31229"/>
                </a:cubicBezTo>
                <a:cubicBezTo>
                  <a:pt x="953934" y="32080"/>
                  <a:pt x="952699" y="33170"/>
                  <a:pt x="951394" y="34501"/>
                </a:cubicBezTo>
                <a:cubicBezTo>
                  <a:pt x="950090" y="35831"/>
                  <a:pt x="948692" y="37439"/>
                  <a:pt x="947201" y="39326"/>
                </a:cubicBezTo>
                <a:lnTo>
                  <a:pt x="947201" y="69421"/>
                </a:lnTo>
                <a:lnTo>
                  <a:pt x="939001" y="69421"/>
                </a:lnTo>
                <a:lnTo>
                  <a:pt x="939001" y="22644"/>
                </a:lnTo>
                <a:close/>
                <a:moveTo>
                  <a:pt x="1028459" y="43563"/>
                </a:moveTo>
                <a:cubicBezTo>
                  <a:pt x="1028459" y="44712"/>
                  <a:pt x="1028443" y="45675"/>
                  <a:pt x="1028412" y="46452"/>
                </a:cubicBezTo>
                <a:cubicBezTo>
                  <a:pt x="1028381" y="47228"/>
                  <a:pt x="1028335" y="47958"/>
                  <a:pt x="1028272" y="48642"/>
                </a:cubicBezTo>
                <a:lnTo>
                  <a:pt x="995425" y="48642"/>
                </a:lnTo>
                <a:cubicBezTo>
                  <a:pt x="995425" y="53425"/>
                  <a:pt x="996761" y="57098"/>
                  <a:pt x="999432" y="59661"/>
                </a:cubicBezTo>
                <a:cubicBezTo>
                  <a:pt x="1002104" y="62223"/>
                  <a:pt x="1005955" y="63504"/>
                  <a:pt x="1010987" y="63504"/>
                </a:cubicBezTo>
                <a:cubicBezTo>
                  <a:pt x="1012354" y="63504"/>
                  <a:pt x="1013720" y="63449"/>
                  <a:pt x="1015087" y="63338"/>
                </a:cubicBezTo>
                <a:cubicBezTo>
                  <a:pt x="1016454" y="63227"/>
                  <a:pt x="1017774" y="63076"/>
                  <a:pt x="1019047" y="62886"/>
                </a:cubicBezTo>
                <a:cubicBezTo>
                  <a:pt x="1020321" y="62694"/>
                  <a:pt x="1021540" y="62480"/>
                  <a:pt x="1022705" y="62242"/>
                </a:cubicBezTo>
                <a:cubicBezTo>
                  <a:pt x="1023870" y="62003"/>
                  <a:pt x="1024949" y="61741"/>
                  <a:pt x="1025943" y="61454"/>
                </a:cubicBezTo>
                <a:lnTo>
                  <a:pt x="1025943" y="68117"/>
                </a:lnTo>
                <a:cubicBezTo>
                  <a:pt x="1023738" y="68752"/>
                  <a:pt x="1021245" y="69268"/>
                  <a:pt x="1018465" y="69665"/>
                </a:cubicBezTo>
                <a:cubicBezTo>
                  <a:pt x="1015685" y="70062"/>
                  <a:pt x="1012804" y="70260"/>
                  <a:pt x="1009822" y="70260"/>
                </a:cubicBezTo>
                <a:cubicBezTo>
                  <a:pt x="1005815" y="70260"/>
                  <a:pt x="1002368" y="69717"/>
                  <a:pt x="999479" y="68629"/>
                </a:cubicBezTo>
                <a:cubicBezTo>
                  <a:pt x="996590" y="67542"/>
                  <a:pt x="994222" y="65966"/>
                  <a:pt x="992374" y="63900"/>
                </a:cubicBezTo>
                <a:cubicBezTo>
                  <a:pt x="990525" y="61835"/>
                  <a:pt x="989159" y="59303"/>
                  <a:pt x="988274" y="56306"/>
                </a:cubicBezTo>
                <a:cubicBezTo>
                  <a:pt x="987388" y="53309"/>
                  <a:pt x="986946" y="49915"/>
                  <a:pt x="986946" y="46126"/>
                </a:cubicBezTo>
                <a:cubicBezTo>
                  <a:pt x="986946" y="42833"/>
                  <a:pt x="987419" y="39719"/>
                  <a:pt x="988367" y="36784"/>
                </a:cubicBezTo>
                <a:cubicBezTo>
                  <a:pt x="989314" y="33849"/>
                  <a:pt x="990696" y="31271"/>
                  <a:pt x="992513" y="29050"/>
                </a:cubicBezTo>
                <a:cubicBezTo>
                  <a:pt x="994330" y="26829"/>
                  <a:pt x="996559" y="25066"/>
                  <a:pt x="999199" y="23762"/>
                </a:cubicBezTo>
                <a:cubicBezTo>
                  <a:pt x="1001839" y="22457"/>
                  <a:pt x="1004837" y="21805"/>
                  <a:pt x="1008191" y="21805"/>
                </a:cubicBezTo>
                <a:cubicBezTo>
                  <a:pt x="1011453" y="21805"/>
                  <a:pt x="1014342" y="22317"/>
                  <a:pt x="1016858" y="23342"/>
                </a:cubicBezTo>
                <a:cubicBezTo>
                  <a:pt x="1019373" y="24367"/>
                  <a:pt x="1021493" y="25820"/>
                  <a:pt x="1023217" y="27699"/>
                </a:cubicBezTo>
                <a:cubicBezTo>
                  <a:pt x="1024941" y="29578"/>
                  <a:pt x="1026246" y="31861"/>
                  <a:pt x="1027131" y="34548"/>
                </a:cubicBezTo>
                <a:cubicBezTo>
                  <a:pt x="1028016" y="37234"/>
                  <a:pt x="1028459" y="40240"/>
                  <a:pt x="1028459" y="43563"/>
                </a:cubicBezTo>
                <a:moveTo>
                  <a:pt x="1020026" y="42398"/>
                </a:moveTo>
                <a:cubicBezTo>
                  <a:pt x="1020119" y="40317"/>
                  <a:pt x="1019917" y="38415"/>
                  <a:pt x="1019420" y="36691"/>
                </a:cubicBezTo>
                <a:cubicBezTo>
                  <a:pt x="1018923" y="34967"/>
                  <a:pt x="1018154" y="33484"/>
                  <a:pt x="1017114" y="32241"/>
                </a:cubicBezTo>
                <a:cubicBezTo>
                  <a:pt x="1016073" y="30999"/>
                  <a:pt x="1014776" y="30028"/>
                  <a:pt x="1013223" y="29329"/>
                </a:cubicBezTo>
                <a:cubicBezTo>
                  <a:pt x="1011670" y="28631"/>
                  <a:pt x="1009869" y="28281"/>
                  <a:pt x="1007819" y="28281"/>
                </a:cubicBezTo>
                <a:cubicBezTo>
                  <a:pt x="1006048" y="28281"/>
                  <a:pt x="1004433" y="28623"/>
                  <a:pt x="1002973" y="29306"/>
                </a:cubicBezTo>
                <a:cubicBezTo>
                  <a:pt x="1001513" y="29989"/>
                  <a:pt x="1000255" y="30952"/>
                  <a:pt x="999199" y="32195"/>
                </a:cubicBezTo>
                <a:cubicBezTo>
                  <a:pt x="998143" y="33437"/>
                  <a:pt x="997289" y="34928"/>
                  <a:pt x="996637" y="36668"/>
                </a:cubicBezTo>
                <a:cubicBezTo>
                  <a:pt x="995984" y="38407"/>
                  <a:pt x="995581" y="40317"/>
                  <a:pt x="995425" y="42398"/>
                </a:cubicBezTo>
                <a:lnTo>
                  <a:pt x="1020026" y="42398"/>
                </a:lnTo>
                <a:close/>
                <a:moveTo>
                  <a:pt x="1070859" y="69421"/>
                </a:moveTo>
                <a:lnTo>
                  <a:pt x="1070673" y="63119"/>
                </a:lnTo>
                <a:cubicBezTo>
                  <a:pt x="1068126" y="65639"/>
                  <a:pt x="1065540" y="67460"/>
                  <a:pt x="1062915" y="68580"/>
                </a:cubicBezTo>
                <a:cubicBezTo>
                  <a:pt x="1060291" y="69700"/>
                  <a:pt x="1057534" y="70260"/>
                  <a:pt x="1054645" y="70260"/>
                </a:cubicBezTo>
                <a:cubicBezTo>
                  <a:pt x="1051974" y="70260"/>
                  <a:pt x="1049691" y="69918"/>
                  <a:pt x="1047796" y="69234"/>
                </a:cubicBezTo>
                <a:cubicBezTo>
                  <a:pt x="1045902" y="68549"/>
                  <a:pt x="1044341" y="67608"/>
                  <a:pt x="1043114" y="66411"/>
                </a:cubicBezTo>
                <a:cubicBezTo>
                  <a:pt x="1041887" y="65213"/>
                  <a:pt x="1040986" y="63805"/>
                  <a:pt x="1040412" y="62187"/>
                </a:cubicBezTo>
                <a:cubicBezTo>
                  <a:pt x="1039837" y="60569"/>
                  <a:pt x="1039550" y="58811"/>
                  <a:pt x="1039550" y="56913"/>
                </a:cubicBezTo>
                <a:cubicBezTo>
                  <a:pt x="1039550" y="52215"/>
                  <a:pt x="1041297" y="48536"/>
                  <a:pt x="1044791" y="45877"/>
                </a:cubicBezTo>
                <a:cubicBezTo>
                  <a:pt x="1048286" y="43216"/>
                  <a:pt x="1053449" y="41886"/>
                  <a:pt x="1060283" y="41886"/>
                </a:cubicBezTo>
                <a:lnTo>
                  <a:pt x="1069974" y="41886"/>
                </a:lnTo>
                <a:lnTo>
                  <a:pt x="1069974" y="37800"/>
                </a:lnTo>
                <a:cubicBezTo>
                  <a:pt x="1069974" y="35046"/>
                  <a:pt x="1069089" y="32840"/>
                  <a:pt x="1067318" y="31184"/>
                </a:cubicBezTo>
                <a:cubicBezTo>
                  <a:pt x="1065548" y="29528"/>
                  <a:pt x="1062845" y="28700"/>
                  <a:pt x="1059211" y="28700"/>
                </a:cubicBezTo>
                <a:cubicBezTo>
                  <a:pt x="1056571" y="28700"/>
                  <a:pt x="1053970" y="29000"/>
                  <a:pt x="1051407" y="29599"/>
                </a:cubicBezTo>
                <a:cubicBezTo>
                  <a:pt x="1048845" y="30197"/>
                  <a:pt x="1046197" y="31047"/>
                  <a:pt x="1043463" y="32148"/>
                </a:cubicBezTo>
                <a:lnTo>
                  <a:pt x="1043463" y="24833"/>
                </a:lnTo>
                <a:cubicBezTo>
                  <a:pt x="1044488" y="24455"/>
                  <a:pt x="1045630" y="24084"/>
                  <a:pt x="1046888" y="23721"/>
                </a:cubicBezTo>
                <a:cubicBezTo>
                  <a:pt x="1048146" y="23358"/>
                  <a:pt x="1049474" y="23035"/>
                  <a:pt x="1050871" y="22751"/>
                </a:cubicBezTo>
                <a:cubicBezTo>
                  <a:pt x="1052269" y="22467"/>
                  <a:pt x="1053729" y="22238"/>
                  <a:pt x="1055251" y="22065"/>
                </a:cubicBezTo>
                <a:cubicBezTo>
                  <a:pt x="1056773" y="21892"/>
                  <a:pt x="1058311" y="21805"/>
                  <a:pt x="1059864" y="21805"/>
                </a:cubicBezTo>
                <a:cubicBezTo>
                  <a:pt x="1062690" y="21805"/>
                  <a:pt x="1065237" y="22115"/>
                  <a:pt x="1067505" y="22737"/>
                </a:cubicBezTo>
                <a:cubicBezTo>
                  <a:pt x="1069772" y="23358"/>
                  <a:pt x="1071690" y="24305"/>
                  <a:pt x="1073259" y="25579"/>
                </a:cubicBezTo>
                <a:cubicBezTo>
                  <a:pt x="1074827" y="26852"/>
                  <a:pt x="1076031" y="28452"/>
                  <a:pt x="1076870" y="30378"/>
                </a:cubicBezTo>
                <a:cubicBezTo>
                  <a:pt x="1077708" y="32304"/>
                  <a:pt x="1078127" y="34571"/>
                  <a:pt x="1078127" y="37180"/>
                </a:cubicBezTo>
                <a:lnTo>
                  <a:pt x="1078127" y="69421"/>
                </a:lnTo>
                <a:lnTo>
                  <a:pt x="1070859" y="69421"/>
                </a:lnTo>
                <a:moveTo>
                  <a:pt x="1069974" y="48083"/>
                </a:moveTo>
                <a:lnTo>
                  <a:pt x="1059677" y="48083"/>
                </a:lnTo>
                <a:cubicBezTo>
                  <a:pt x="1057658" y="48083"/>
                  <a:pt x="1055919" y="48285"/>
                  <a:pt x="1054459" y="48691"/>
                </a:cubicBezTo>
                <a:cubicBezTo>
                  <a:pt x="1052999" y="49096"/>
                  <a:pt x="1051803" y="49672"/>
                  <a:pt x="1050871" y="50419"/>
                </a:cubicBezTo>
                <a:cubicBezTo>
                  <a:pt x="1049940" y="51167"/>
                  <a:pt x="1049248" y="52063"/>
                  <a:pt x="1048798" y="53107"/>
                </a:cubicBezTo>
                <a:cubicBezTo>
                  <a:pt x="1048348" y="54151"/>
                  <a:pt x="1048122" y="55327"/>
                  <a:pt x="1048122" y="56635"/>
                </a:cubicBezTo>
                <a:cubicBezTo>
                  <a:pt x="1048122" y="57539"/>
                  <a:pt x="1048262" y="58404"/>
                  <a:pt x="1048542" y="59230"/>
                </a:cubicBezTo>
                <a:cubicBezTo>
                  <a:pt x="1048821" y="60055"/>
                  <a:pt x="1049272" y="60787"/>
                  <a:pt x="1049893" y="61425"/>
                </a:cubicBezTo>
                <a:cubicBezTo>
                  <a:pt x="1050514" y="62064"/>
                  <a:pt x="1051322" y="62570"/>
                  <a:pt x="1052316" y="62944"/>
                </a:cubicBezTo>
                <a:cubicBezTo>
                  <a:pt x="1053310" y="63318"/>
                  <a:pt x="1054521" y="63504"/>
                  <a:pt x="1055950" y="63504"/>
                </a:cubicBezTo>
                <a:cubicBezTo>
                  <a:pt x="1057814" y="63504"/>
                  <a:pt x="1059949" y="62936"/>
                  <a:pt x="1062356" y="61799"/>
                </a:cubicBezTo>
                <a:cubicBezTo>
                  <a:pt x="1064763" y="60662"/>
                  <a:pt x="1067303" y="58862"/>
                  <a:pt x="1069974" y="56401"/>
                </a:cubicBezTo>
                <a:lnTo>
                  <a:pt x="1069974" y="48083"/>
                </a:lnTo>
                <a:close/>
                <a:moveTo>
                  <a:pt x="1090290" y="47011"/>
                </a:moveTo>
                <a:cubicBezTo>
                  <a:pt x="1090290" y="43035"/>
                  <a:pt x="1090833" y="39502"/>
                  <a:pt x="1091921" y="36411"/>
                </a:cubicBezTo>
                <a:cubicBezTo>
                  <a:pt x="1093008" y="33321"/>
                  <a:pt x="1094553" y="30712"/>
                  <a:pt x="1096556" y="28584"/>
                </a:cubicBezTo>
                <a:cubicBezTo>
                  <a:pt x="1098560" y="26456"/>
                  <a:pt x="1100967" y="24841"/>
                  <a:pt x="1103778" y="23738"/>
                </a:cubicBezTo>
                <a:cubicBezTo>
                  <a:pt x="1106589" y="22636"/>
                  <a:pt x="1109719" y="22084"/>
                  <a:pt x="1113166" y="22084"/>
                </a:cubicBezTo>
                <a:cubicBezTo>
                  <a:pt x="1114657" y="22084"/>
                  <a:pt x="1116125" y="22178"/>
                  <a:pt x="1117569" y="22364"/>
                </a:cubicBezTo>
                <a:cubicBezTo>
                  <a:pt x="1119014" y="22550"/>
                  <a:pt x="1120435" y="22845"/>
                  <a:pt x="1121832" y="23249"/>
                </a:cubicBezTo>
                <a:lnTo>
                  <a:pt x="1121832" y="3541"/>
                </a:lnTo>
                <a:lnTo>
                  <a:pt x="1129986" y="3541"/>
                </a:lnTo>
                <a:lnTo>
                  <a:pt x="1129986" y="69421"/>
                </a:lnTo>
                <a:lnTo>
                  <a:pt x="1122718" y="69421"/>
                </a:lnTo>
                <a:lnTo>
                  <a:pt x="1122438" y="60569"/>
                </a:lnTo>
                <a:cubicBezTo>
                  <a:pt x="1120171" y="63862"/>
                  <a:pt x="1117717" y="66300"/>
                  <a:pt x="1115077" y="67884"/>
                </a:cubicBezTo>
                <a:cubicBezTo>
                  <a:pt x="1112436" y="69468"/>
                  <a:pt x="1109579" y="70260"/>
                  <a:pt x="1106504" y="70260"/>
                </a:cubicBezTo>
                <a:cubicBezTo>
                  <a:pt x="1103833" y="70260"/>
                  <a:pt x="1101480" y="69701"/>
                  <a:pt x="1099445" y="68583"/>
                </a:cubicBezTo>
                <a:cubicBezTo>
                  <a:pt x="1097411" y="67465"/>
                  <a:pt x="1095718" y="65888"/>
                  <a:pt x="1094367" y="63854"/>
                </a:cubicBezTo>
                <a:cubicBezTo>
                  <a:pt x="1093015" y="61819"/>
                  <a:pt x="1091998" y="59373"/>
                  <a:pt x="1091315" y="56516"/>
                </a:cubicBezTo>
                <a:cubicBezTo>
                  <a:pt x="1090632" y="53658"/>
                  <a:pt x="1090290" y="50490"/>
                  <a:pt x="1090290" y="47011"/>
                </a:cubicBezTo>
                <a:moveTo>
                  <a:pt x="1098583" y="46498"/>
                </a:moveTo>
                <a:cubicBezTo>
                  <a:pt x="1098583" y="52152"/>
                  <a:pt x="1099414" y="56368"/>
                  <a:pt x="1101076" y="59148"/>
                </a:cubicBezTo>
                <a:cubicBezTo>
                  <a:pt x="1102738" y="61928"/>
                  <a:pt x="1105090" y="63318"/>
                  <a:pt x="1108134" y="63318"/>
                </a:cubicBezTo>
                <a:cubicBezTo>
                  <a:pt x="1110185" y="63318"/>
                  <a:pt x="1112351" y="62402"/>
                  <a:pt x="1114634" y="60569"/>
                </a:cubicBezTo>
                <a:cubicBezTo>
                  <a:pt x="1116917" y="58736"/>
                  <a:pt x="1119316" y="56019"/>
                  <a:pt x="1121832" y="52416"/>
                </a:cubicBezTo>
                <a:lnTo>
                  <a:pt x="1121832" y="30704"/>
                </a:lnTo>
                <a:cubicBezTo>
                  <a:pt x="1120497" y="30083"/>
                  <a:pt x="1119021" y="29609"/>
                  <a:pt x="1117406" y="29283"/>
                </a:cubicBezTo>
                <a:cubicBezTo>
                  <a:pt x="1115791" y="28957"/>
                  <a:pt x="1114191" y="28794"/>
                  <a:pt x="1112607" y="28794"/>
                </a:cubicBezTo>
                <a:cubicBezTo>
                  <a:pt x="1108197" y="28794"/>
                  <a:pt x="1104757" y="30222"/>
                  <a:pt x="1102287" y="33080"/>
                </a:cubicBezTo>
                <a:cubicBezTo>
                  <a:pt x="1099818" y="35938"/>
                  <a:pt x="1098583" y="40410"/>
                  <a:pt x="1098583" y="46498"/>
                </a:cubicBezTo>
                <a:close/>
                <a:moveTo>
                  <a:pt x="1236359" y="45194"/>
                </a:moveTo>
                <a:cubicBezTo>
                  <a:pt x="1236359" y="49356"/>
                  <a:pt x="1235776" y="52990"/>
                  <a:pt x="1234612" y="56096"/>
                </a:cubicBezTo>
                <a:cubicBezTo>
                  <a:pt x="1233447" y="59202"/>
                  <a:pt x="1231839" y="61780"/>
                  <a:pt x="1229789" y="63831"/>
                </a:cubicBezTo>
                <a:cubicBezTo>
                  <a:pt x="1227739" y="65881"/>
                  <a:pt x="1225316" y="67418"/>
                  <a:pt x="1222521" y="68443"/>
                </a:cubicBezTo>
                <a:cubicBezTo>
                  <a:pt x="1219725" y="69468"/>
                  <a:pt x="1216697" y="69981"/>
                  <a:pt x="1213436" y="69981"/>
                </a:cubicBezTo>
                <a:cubicBezTo>
                  <a:pt x="1211945" y="69981"/>
                  <a:pt x="1210462" y="69903"/>
                  <a:pt x="1208986" y="69748"/>
                </a:cubicBezTo>
                <a:cubicBezTo>
                  <a:pt x="1207511" y="69592"/>
                  <a:pt x="1206012" y="69328"/>
                  <a:pt x="1204490" y="68956"/>
                </a:cubicBezTo>
                <a:lnTo>
                  <a:pt x="1204490" y="88524"/>
                </a:lnTo>
                <a:lnTo>
                  <a:pt x="1196383" y="88524"/>
                </a:lnTo>
                <a:lnTo>
                  <a:pt x="1196383" y="22644"/>
                </a:lnTo>
                <a:lnTo>
                  <a:pt x="1203605" y="22644"/>
                </a:lnTo>
                <a:lnTo>
                  <a:pt x="1204117" y="30471"/>
                </a:lnTo>
                <a:cubicBezTo>
                  <a:pt x="1206447" y="27272"/>
                  <a:pt x="1208932" y="25027"/>
                  <a:pt x="1211572" y="23738"/>
                </a:cubicBezTo>
                <a:cubicBezTo>
                  <a:pt x="1214212" y="22449"/>
                  <a:pt x="1217070" y="21805"/>
                  <a:pt x="1220145" y="21805"/>
                </a:cubicBezTo>
                <a:cubicBezTo>
                  <a:pt x="1222816" y="21805"/>
                  <a:pt x="1225161" y="22364"/>
                  <a:pt x="1227180" y="23482"/>
                </a:cubicBezTo>
                <a:cubicBezTo>
                  <a:pt x="1229199" y="24600"/>
                  <a:pt x="1230892" y="26177"/>
                  <a:pt x="1232259" y="28211"/>
                </a:cubicBezTo>
                <a:cubicBezTo>
                  <a:pt x="1233625" y="30246"/>
                  <a:pt x="1234650" y="32700"/>
                  <a:pt x="1235334" y="35573"/>
                </a:cubicBezTo>
                <a:cubicBezTo>
                  <a:pt x="1236017" y="38446"/>
                  <a:pt x="1236359" y="41653"/>
                  <a:pt x="1236359" y="45194"/>
                </a:cubicBezTo>
                <a:moveTo>
                  <a:pt x="1228065" y="45567"/>
                </a:moveTo>
                <a:cubicBezTo>
                  <a:pt x="1228065" y="43113"/>
                  <a:pt x="1227887" y="40861"/>
                  <a:pt x="1227530" y="38811"/>
                </a:cubicBezTo>
                <a:cubicBezTo>
                  <a:pt x="1227172" y="36761"/>
                  <a:pt x="1226606" y="35006"/>
                  <a:pt x="1225829" y="33546"/>
                </a:cubicBezTo>
                <a:cubicBezTo>
                  <a:pt x="1225052" y="32086"/>
                  <a:pt x="1224059" y="30945"/>
                  <a:pt x="1222847" y="30121"/>
                </a:cubicBezTo>
                <a:cubicBezTo>
                  <a:pt x="1221636" y="29298"/>
                  <a:pt x="1220191" y="28887"/>
                  <a:pt x="1218514" y="28887"/>
                </a:cubicBezTo>
                <a:cubicBezTo>
                  <a:pt x="1217489" y="28887"/>
                  <a:pt x="1216449" y="29050"/>
                  <a:pt x="1215392" y="29376"/>
                </a:cubicBezTo>
                <a:cubicBezTo>
                  <a:pt x="1214336" y="29702"/>
                  <a:pt x="1213242" y="30246"/>
                  <a:pt x="1212108" y="31007"/>
                </a:cubicBezTo>
                <a:cubicBezTo>
                  <a:pt x="1210974" y="31768"/>
                  <a:pt x="1209778" y="32777"/>
                  <a:pt x="1208520" y="34035"/>
                </a:cubicBezTo>
                <a:cubicBezTo>
                  <a:pt x="1207262" y="35293"/>
                  <a:pt x="1205919" y="36854"/>
                  <a:pt x="1204490" y="38718"/>
                </a:cubicBezTo>
                <a:lnTo>
                  <a:pt x="1204490" y="61408"/>
                </a:lnTo>
                <a:cubicBezTo>
                  <a:pt x="1205981" y="62029"/>
                  <a:pt x="1207550" y="62518"/>
                  <a:pt x="1209196" y="62875"/>
                </a:cubicBezTo>
                <a:cubicBezTo>
                  <a:pt x="1210842" y="63233"/>
                  <a:pt x="1212457" y="63411"/>
                  <a:pt x="1214041" y="63411"/>
                </a:cubicBezTo>
                <a:cubicBezTo>
                  <a:pt x="1218421" y="63411"/>
                  <a:pt x="1221853" y="61928"/>
                  <a:pt x="1224338" y="58962"/>
                </a:cubicBezTo>
                <a:cubicBezTo>
                  <a:pt x="1226823" y="55995"/>
                  <a:pt x="1228065" y="51530"/>
                  <a:pt x="1228065" y="45567"/>
                </a:cubicBezTo>
                <a:close/>
                <a:moveTo>
                  <a:pt x="1250152" y="22644"/>
                </a:moveTo>
                <a:lnTo>
                  <a:pt x="1257560" y="22644"/>
                </a:lnTo>
                <a:lnTo>
                  <a:pt x="1257793" y="31241"/>
                </a:lnTo>
                <a:cubicBezTo>
                  <a:pt x="1260557" y="27925"/>
                  <a:pt x="1263283" y="25524"/>
                  <a:pt x="1265970" y="24037"/>
                </a:cubicBezTo>
                <a:cubicBezTo>
                  <a:pt x="1268656" y="22549"/>
                  <a:pt x="1271367" y="21805"/>
                  <a:pt x="1274100" y="21805"/>
                </a:cubicBezTo>
                <a:cubicBezTo>
                  <a:pt x="1278945" y="21805"/>
                  <a:pt x="1282618" y="23370"/>
                  <a:pt x="1285119" y="26499"/>
                </a:cubicBezTo>
                <a:cubicBezTo>
                  <a:pt x="1287619" y="29628"/>
                  <a:pt x="1288776" y="34276"/>
                  <a:pt x="1288590" y="40442"/>
                </a:cubicBezTo>
                <a:lnTo>
                  <a:pt x="1280390" y="40442"/>
                </a:lnTo>
                <a:cubicBezTo>
                  <a:pt x="1280483" y="36358"/>
                  <a:pt x="1279885" y="33396"/>
                  <a:pt x="1278596" y="31556"/>
                </a:cubicBezTo>
                <a:cubicBezTo>
                  <a:pt x="1277307" y="29714"/>
                  <a:pt x="1275420" y="28794"/>
                  <a:pt x="1272935" y="28794"/>
                </a:cubicBezTo>
                <a:cubicBezTo>
                  <a:pt x="1271848" y="28794"/>
                  <a:pt x="1270753" y="28987"/>
                  <a:pt x="1269650" y="29375"/>
                </a:cubicBezTo>
                <a:cubicBezTo>
                  <a:pt x="1268548" y="29761"/>
                  <a:pt x="1267414" y="30379"/>
                  <a:pt x="1266249" y="31229"/>
                </a:cubicBezTo>
                <a:cubicBezTo>
                  <a:pt x="1265084" y="32080"/>
                  <a:pt x="1263850" y="33170"/>
                  <a:pt x="1262545" y="34501"/>
                </a:cubicBezTo>
                <a:cubicBezTo>
                  <a:pt x="1261241" y="35831"/>
                  <a:pt x="1259843" y="37439"/>
                  <a:pt x="1258352" y="39326"/>
                </a:cubicBezTo>
                <a:lnTo>
                  <a:pt x="1258352" y="69421"/>
                </a:lnTo>
                <a:lnTo>
                  <a:pt x="1250152" y="69421"/>
                </a:lnTo>
                <a:lnTo>
                  <a:pt x="1250152" y="22644"/>
                </a:lnTo>
                <a:close/>
                <a:moveTo>
                  <a:pt x="1340821" y="45660"/>
                </a:moveTo>
                <a:cubicBezTo>
                  <a:pt x="1340821" y="49294"/>
                  <a:pt x="1340309" y="52625"/>
                  <a:pt x="1339284" y="55654"/>
                </a:cubicBezTo>
                <a:cubicBezTo>
                  <a:pt x="1338259" y="58682"/>
                  <a:pt x="1336783" y="61276"/>
                  <a:pt x="1334857" y="63434"/>
                </a:cubicBezTo>
                <a:cubicBezTo>
                  <a:pt x="1332932" y="65593"/>
                  <a:pt x="1330586" y="67271"/>
                  <a:pt x="1327822" y="68466"/>
                </a:cubicBezTo>
                <a:cubicBezTo>
                  <a:pt x="1325058" y="69662"/>
                  <a:pt x="1321920" y="70260"/>
                  <a:pt x="1318411" y="70260"/>
                </a:cubicBezTo>
                <a:cubicBezTo>
                  <a:pt x="1315056" y="70260"/>
                  <a:pt x="1312051" y="69740"/>
                  <a:pt x="1309395" y="68699"/>
                </a:cubicBezTo>
                <a:cubicBezTo>
                  <a:pt x="1306739" y="67659"/>
                  <a:pt x="1304487" y="66129"/>
                  <a:pt x="1302639" y="64110"/>
                </a:cubicBezTo>
                <a:cubicBezTo>
                  <a:pt x="1300791" y="62091"/>
                  <a:pt x="1299378" y="59591"/>
                  <a:pt x="1298399" y="56609"/>
                </a:cubicBezTo>
                <a:cubicBezTo>
                  <a:pt x="1297421" y="53627"/>
                  <a:pt x="1296932" y="50195"/>
                  <a:pt x="1296932" y="46312"/>
                </a:cubicBezTo>
                <a:cubicBezTo>
                  <a:pt x="1296932" y="42678"/>
                  <a:pt x="1297444" y="39362"/>
                  <a:pt x="1298469" y="36365"/>
                </a:cubicBezTo>
                <a:cubicBezTo>
                  <a:pt x="1299494" y="33367"/>
                  <a:pt x="1300970" y="30789"/>
                  <a:pt x="1302896" y="28631"/>
                </a:cubicBezTo>
                <a:cubicBezTo>
                  <a:pt x="1304821" y="26472"/>
                  <a:pt x="1307166" y="24795"/>
                  <a:pt x="1309931" y="23599"/>
                </a:cubicBezTo>
                <a:cubicBezTo>
                  <a:pt x="1312695" y="22403"/>
                  <a:pt x="1315832" y="21805"/>
                  <a:pt x="1319342" y="21805"/>
                </a:cubicBezTo>
                <a:cubicBezTo>
                  <a:pt x="1322697" y="21805"/>
                  <a:pt x="1325702" y="22325"/>
                  <a:pt x="1328358" y="23366"/>
                </a:cubicBezTo>
                <a:cubicBezTo>
                  <a:pt x="1331014" y="24406"/>
                  <a:pt x="1333265" y="25928"/>
                  <a:pt x="1335114" y="27932"/>
                </a:cubicBezTo>
                <a:cubicBezTo>
                  <a:pt x="1336962" y="29935"/>
                  <a:pt x="1338375" y="32428"/>
                  <a:pt x="1339353" y="35410"/>
                </a:cubicBezTo>
                <a:cubicBezTo>
                  <a:pt x="1340332" y="38391"/>
                  <a:pt x="1340821" y="41808"/>
                  <a:pt x="1340821" y="45660"/>
                </a:cubicBezTo>
                <a:moveTo>
                  <a:pt x="1332528" y="46033"/>
                </a:moveTo>
                <a:cubicBezTo>
                  <a:pt x="1332528" y="43144"/>
                  <a:pt x="1332209" y="40620"/>
                  <a:pt x="1331573" y="38461"/>
                </a:cubicBezTo>
                <a:cubicBezTo>
                  <a:pt x="1330936" y="36303"/>
                  <a:pt x="1330027" y="34501"/>
                  <a:pt x="1328847" y="33057"/>
                </a:cubicBezTo>
                <a:cubicBezTo>
                  <a:pt x="1327667" y="31612"/>
                  <a:pt x="1326230" y="30525"/>
                  <a:pt x="1324537" y="29795"/>
                </a:cubicBezTo>
                <a:cubicBezTo>
                  <a:pt x="1322845" y="29065"/>
                  <a:pt x="1320958" y="28700"/>
                  <a:pt x="1318876" y="28700"/>
                </a:cubicBezTo>
                <a:cubicBezTo>
                  <a:pt x="1316454" y="28700"/>
                  <a:pt x="1314380" y="29174"/>
                  <a:pt x="1312656" y="30121"/>
                </a:cubicBezTo>
                <a:cubicBezTo>
                  <a:pt x="1310933" y="31069"/>
                  <a:pt x="1309519" y="32335"/>
                  <a:pt x="1308417" y="33919"/>
                </a:cubicBezTo>
                <a:cubicBezTo>
                  <a:pt x="1307314" y="35503"/>
                  <a:pt x="1306506" y="37343"/>
                  <a:pt x="1305994" y="39440"/>
                </a:cubicBezTo>
                <a:cubicBezTo>
                  <a:pt x="1305481" y="41536"/>
                  <a:pt x="1305225" y="43734"/>
                  <a:pt x="1305225" y="46033"/>
                </a:cubicBezTo>
                <a:cubicBezTo>
                  <a:pt x="1305225" y="48921"/>
                  <a:pt x="1305543" y="51453"/>
                  <a:pt x="1306180" y="53627"/>
                </a:cubicBezTo>
                <a:cubicBezTo>
                  <a:pt x="1306817" y="55801"/>
                  <a:pt x="1307726" y="57611"/>
                  <a:pt x="1308906" y="59055"/>
                </a:cubicBezTo>
                <a:cubicBezTo>
                  <a:pt x="1310086" y="60499"/>
                  <a:pt x="1311515" y="61586"/>
                  <a:pt x="1313192" y="62316"/>
                </a:cubicBezTo>
                <a:cubicBezTo>
                  <a:pt x="1314870" y="63046"/>
                  <a:pt x="1316764" y="63411"/>
                  <a:pt x="1318876" y="63411"/>
                </a:cubicBezTo>
                <a:cubicBezTo>
                  <a:pt x="1321299" y="63411"/>
                  <a:pt x="1323373" y="62937"/>
                  <a:pt x="1325096" y="61990"/>
                </a:cubicBezTo>
                <a:cubicBezTo>
                  <a:pt x="1326820" y="61043"/>
                  <a:pt x="1328234" y="59777"/>
                  <a:pt x="1329336" y="58193"/>
                </a:cubicBezTo>
                <a:cubicBezTo>
                  <a:pt x="1330439" y="56609"/>
                  <a:pt x="1331247" y="54768"/>
                  <a:pt x="1331759" y="52672"/>
                </a:cubicBezTo>
                <a:cubicBezTo>
                  <a:pt x="1332272" y="50575"/>
                  <a:pt x="1332528" y="48362"/>
                  <a:pt x="1332528" y="46033"/>
                </a:cubicBezTo>
                <a:close/>
                <a:moveTo>
                  <a:pt x="1391934" y="45194"/>
                </a:moveTo>
                <a:cubicBezTo>
                  <a:pt x="1391934" y="49356"/>
                  <a:pt x="1391352" y="52990"/>
                  <a:pt x="1390187" y="56096"/>
                </a:cubicBezTo>
                <a:cubicBezTo>
                  <a:pt x="1389022" y="59202"/>
                  <a:pt x="1387415" y="61780"/>
                  <a:pt x="1385365" y="63831"/>
                </a:cubicBezTo>
                <a:cubicBezTo>
                  <a:pt x="1383315" y="65881"/>
                  <a:pt x="1380892" y="67418"/>
                  <a:pt x="1378096" y="68443"/>
                </a:cubicBezTo>
                <a:cubicBezTo>
                  <a:pt x="1375301" y="69468"/>
                  <a:pt x="1372272" y="69981"/>
                  <a:pt x="1369011" y="69981"/>
                </a:cubicBezTo>
                <a:cubicBezTo>
                  <a:pt x="1367520" y="69981"/>
                  <a:pt x="1366037" y="69903"/>
                  <a:pt x="1364562" y="69748"/>
                </a:cubicBezTo>
                <a:cubicBezTo>
                  <a:pt x="1363086" y="69592"/>
                  <a:pt x="1361587" y="69328"/>
                  <a:pt x="1360065" y="68956"/>
                </a:cubicBezTo>
                <a:lnTo>
                  <a:pt x="1360065" y="88524"/>
                </a:lnTo>
                <a:lnTo>
                  <a:pt x="1351958" y="88524"/>
                </a:lnTo>
                <a:lnTo>
                  <a:pt x="1351958" y="22644"/>
                </a:lnTo>
                <a:lnTo>
                  <a:pt x="1359180" y="22644"/>
                </a:lnTo>
                <a:lnTo>
                  <a:pt x="1359693" y="30471"/>
                </a:lnTo>
                <a:cubicBezTo>
                  <a:pt x="1362022" y="27272"/>
                  <a:pt x="1364507" y="25027"/>
                  <a:pt x="1367147" y="23738"/>
                </a:cubicBezTo>
                <a:cubicBezTo>
                  <a:pt x="1369788" y="22449"/>
                  <a:pt x="1372645" y="21805"/>
                  <a:pt x="1375720" y="21805"/>
                </a:cubicBezTo>
                <a:cubicBezTo>
                  <a:pt x="1378391" y="21805"/>
                  <a:pt x="1380737" y="22364"/>
                  <a:pt x="1382756" y="23482"/>
                </a:cubicBezTo>
                <a:cubicBezTo>
                  <a:pt x="1384775" y="24600"/>
                  <a:pt x="1386467" y="26177"/>
                  <a:pt x="1387834" y="28211"/>
                </a:cubicBezTo>
                <a:cubicBezTo>
                  <a:pt x="1389201" y="30246"/>
                  <a:pt x="1390226" y="32700"/>
                  <a:pt x="1390909" y="35573"/>
                </a:cubicBezTo>
                <a:cubicBezTo>
                  <a:pt x="1391592" y="38446"/>
                  <a:pt x="1391934" y="41653"/>
                  <a:pt x="1391934" y="45194"/>
                </a:cubicBezTo>
                <a:moveTo>
                  <a:pt x="1383641" y="45567"/>
                </a:moveTo>
                <a:cubicBezTo>
                  <a:pt x="1383641" y="43113"/>
                  <a:pt x="1383462" y="40861"/>
                  <a:pt x="1383105" y="38811"/>
                </a:cubicBezTo>
                <a:cubicBezTo>
                  <a:pt x="1382748" y="36761"/>
                  <a:pt x="1382181" y="35006"/>
                  <a:pt x="1381404" y="33546"/>
                </a:cubicBezTo>
                <a:cubicBezTo>
                  <a:pt x="1380628" y="32086"/>
                  <a:pt x="1379634" y="30945"/>
                  <a:pt x="1378423" y="30121"/>
                </a:cubicBezTo>
                <a:cubicBezTo>
                  <a:pt x="1377211" y="29298"/>
                  <a:pt x="1375767" y="28887"/>
                  <a:pt x="1374090" y="28887"/>
                </a:cubicBezTo>
                <a:cubicBezTo>
                  <a:pt x="1373064" y="28887"/>
                  <a:pt x="1372024" y="29050"/>
                  <a:pt x="1370968" y="29376"/>
                </a:cubicBezTo>
                <a:cubicBezTo>
                  <a:pt x="1369912" y="29702"/>
                  <a:pt x="1368817" y="30246"/>
                  <a:pt x="1367683" y="31007"/>
                </a:cubicBezTo>
                <a:cubicBezTo>
                  <a:pt x="1366549" y="31768"/>
                  <a:pt x="1365354" y="32777"/>
                  <a:pt x="1364096" y="34035"/>
                </a:cubicBezTo>
                <a:cubicBezTo>
                  <a:pt x="1362838" y="35293"/>
                  <a:pt x="1361494" y="36854"/>
                  <a:pt x="1360065" y="38718"/>
                </a:cubicBezTo>
                <a:lnTo>
                  <a:pt x="1360065" y="61408"/>
                </a:lnTo>
                <a:cubicBezTo>
                  <a:pt x="1361556" y="62029"/>
                  <a:pt x="1363125" y="62518"/>
                  <a:pt x="1364771" y="62875"/>
                </a:cubicBezTo>
                <a:cubicBezTo>
                  <a:pt x="1366417" y="63233"/>
                  <a:pt x="1368033" y="63411"/>
                  <a:pt x="1369617" y="63411"/>
                </a:cubicBezTo>
                <a:cubicBezTo>
                  <a:pt x="1373996" y="63411"/>
                  <a:pt x="1377429" y="61928"/>
                  <a:pt x="1379913" y="58962"/>
                </a:cubicBezTo>
                <a:cubicBezTo>
                  <a:pt x="1382398" y="55995"/>
                  <a:pt x="1383641" y="51530"/>
                  <a:pt x="1383641" y="45567"/>
                </a:cubicBezTo>
                <a:close/>
                <a:moveTo>
                  <a:pt x="1443327" y="43563"/>
                </a:moveTo>
                <a:cubicBezTo>
                  <a:pt x="1443327" y="44712"/>
                  <a:pt x="1443311" y="45675"/>
                  <a:pt x="1443280" y="46452"/>
                </a:cubicBezTo>
                <a:cubicBezTo>
                  <a:pt x="1443249" y="47228"/>
                  <a:pt x="1443202" y="47958"/>
                  <a:pt x="1443140" y="48642"/>
                </a:cubicBezTo>
                <a:lnTo>
                  <a:pt x="1410293" y="48642"/>
                </a:lnTo>
                <a:cubicBezTo>
                  <a:pt x="1410293" y="53425"/>
                  <a:pt x="1411629" y="57098"/>
                  <a:pt x="1414300" y="59661"/>
                </a:cubicBezTo>
                <a:cubicBezTo>
                  <a:pt x="1416971" y="62223"/>
                  <a:pt x="1420823" y="63504"/>
                  <a:pt x="1425855" y="63504"/>
                </a:cubicBezTo>
                <a:cubicBezTo>
                  <a:pt x="1427221" y="63504"/>
                  <a:pt x="1428588" y="63449"/>
                  <a:pt x="1429955" y="63338"/>
                </a:cubicBezTo>
                <a:cubicBezTo>
                  <a:pt x="1431322" y="63227"/>
                  <a:pt x="1432642" y="63076"/>
                  <a:pt x="1433915" y="62886"/>
                </a:cubicBezTo>
                <a:cubicBezTo>
                  <a:pt x="1435189" y="62694"/>
                  <a:pt x="1436408" y="62480"/>
                  <a:pt x="1437573" y="62242"/>
                </a:cubicBezTo>
                <a:cubicBezTo>
                  <a:pt x="1438737" y="62003"/>
                  <a:pt x="1439817" y="61741"/>
                  <a:pt x="1440811" y="61454"/>
                </a:cubicBezTo>
                <a:lnTo>
                  <a:pt x="1440811" y="68117"/>
                </a:lnTo>
                <a:cubicBezTo>
                  <a:pt x="1438605" y="68752"/>
                  <a:pt x="1436113" y="69268"/>
                  <a:pt x="1433333" y="69665"/>
                </a:cubicBezTo>
                <a:cubicBezTo>
                  <a:pt x="1430553" y="70062"/>
                  <a:pt x="1427672" y="70260"/>
                  <a:pt x="1424690" y="70260"/>
                </a:cubicBezTo>
                <a:cubicBezTo>
                  <a:pt x="1420683" y="70260"/>
                  <a:pt x="1417235" y="69717"/>
                  <a:pt x="1414347" y="68629"/>
                </a:cubicBezTo>
                <a:cubicBezTo>
                  <a:pt x="1411458" y="67542"/>
                  <a:pt x="1409090" y="65966"/>
                  <a:pt x="1407241" y="63900"/>
                </a:cubicBezTo>
                <a:cubicBezTo>
                  <a:pt x="1405393" y="61835"/>
                  <a:pt x="1404027" y="59303"/>
                  <a:pt x="1403141" y="56306"/>
                </a:cubicBezTo>
                <a:cubicBezTo>
                  <a:pt x="1402256" y="53309"/>
                  <a:pt x="1401814" y="49915"/>
                  <a:pt x="1401814" y="46126"/>
                </a:cubicBezTo>
                <a:cubicBezTo>
                  <a:pt x="1401814" y="42833"/>
                  <a:pt x="1402287" y="39719"/>
                  <a:pt x="1403235" y="36784"/>
                </a:cubicBezTo>
                <a:cubicBezTo>
                  <a:pt x="1404182" y="33849"/>
                  <a:pt x="1405564" y="31271"/>
                  <a:pt x="1407381" y="29050"/>
                </a:cubicBezTo>
                <a:cubicBezTo>
                  <a:pt x="1409198" y="26829"/>
                  <a:pt x="1411427" y="25066"/>
                  <a:pt x="1414067" y="23762"/>
                </a:cubicBezTo>
                <a:cubicBezTo>
                  <a:pt x="1416707" y="22457"/>
                  <a:pt x="1419705" y="21805"/>
                  <a:pt x="1423059" y="21805"/>
                </a:cubicBezTo>
                <a:cubicBezTo>
                  <a:pt x="1426321" y="21805"/>
                  <a:pt x="1429209" y="22317"/>
                  <a:pt x="1431725" y="23342"/>
                </a:cubicBezTo>
                <a:cubicBezTo>
                  <a:pt x="1434241" y="24367"/>
                  <a:pt x="1436361" y="25820"/>
                  <a:pt x="1438085" y="27699"/>
                </a:cubicBezTo>
                <a:cubicBezTo>
                  <a:pt x="1439809" y="29578"/>
                  <a:pt x="1441114" y="31861"/>
                  <a:pt x="1441999" y="34548"/>
                </a:cubicBezTo>
                <a:cubicBezTo>
                  <a:pt x="1442884" y="37234"/>
                  <a:pt x="1443327" y="40240"/>
                  <a:pt x="1443327" y="43563"/>
                </a:cubicBezTo>
                <a:moveTo>
                  <a:pt x="1434894" y="42398"/>
                </a:moveTo>
                <a:cubicBezTo>
                  <a:pt x="1434987" y="40317"/>
                  <a:pt x="1434785" y="38415"/>
                  <a:pt x="1434288" y="36691"/>
                </a:cubicBezTo>
                <a:cubicBezTo>
                  <a:pt x="1433791" y="34967"/>
                  <a:pt x="1433022" y="33484"/>
                  <a:pt x="1431982" y="32241"/>
                </a:cubicBezTo>
                <a:cubicBezTo>
                  <a:pt x="1430941" y="30999"/>
                  <a:pt x="1429644" y="30028"/>
                  <a:pt x="1428091" y="29329"/>
                </a:cubicBezTo>
                <a:cubicBezTo>
                  <a:pt x="1426538" y="28631"/>
                  <a:pt x="1424737" y="28281"/>
                  <a:pt x="1422687" y="28281"/>
                </a:cubicBezTo>
                <a:cubicBezTo>
                  <a:pt x="1420916" y="28281"/>
                  <a:pt x="1419301" y="28623"/>
                  <a:pt x="1417841" y="29306"/>
                </a:cubicBezTo>
                <a:cubicBezTo>
                  <a:pt x="1416381" y="29989"/>
                  <a:pt x="1415123" y="30952"/>
                  <a:pt x="1414067" y="32195"/>
                </a:cubicBezTo>
                <a:cubicBezTo>
                  <a:pt x="1413011" y="33437"/>
                  <a:pt x="1412157" y="34928"/>
                  <a:pt x="1411505" y="36668"/>
                </a:cubicBezTo>
                <a:cubicBezTo>
                  <a:pt x="1410852" y="38407"/>
                  <a:pt x="1410448" y="40317"/>
                  <a:pt x="1410293" y="42398"/>
                </a:cubicBezTo>
                <a:lnTo>
                  <a:pt x="1434894" y="42398"/>
                </a:lnTo>
                <a:close/>
                <a:moveTo>
                  <a:pt x="1457586" y="22644"/>
                </a:moveTo>
                <a:lnTo>
                  <a:pt x="1464994" y="22644"/>
                </a:lnTo>
                <a:lnTo>
                  <a:pt x="1465227" y="31241"/>
                </a:lnTo>
                <a:cubicBezTo>
                  <a:pt x="1467991" y="27925"/>
                  <a:pt x="1470717" y="25524"/>
                  <a:pt x="1473404" y="24037"/>
                </a:cubicBezTo>
                <a:cubicBezTo>
                  <a:pt x="1476090" y="22549"/>
                  <a:pt x="1478800" y="21805"/>
                  <a:pt x="1481534" y="21805"/>
                </a:cubicBezTo>
                <a:cubicBezTo>
                  <a:pt x="1486379" y="21805"/>
                  <a:pt x="1490052" y="23370"/>
                  <a:pt x="1492553" y="26499"/>
                </a:cubicBezTo>
                <a:cubicBezTo>
                  <a:pt x="1495053" y="29628"/>
                  <a:pt x="1496210" y="34276"/>
                  <a:pt x="1496024" y="40442"/>
                </a:cubicBezTo>
                <a:lnTo>
                  <a:pt x="1487824" y="40442"/>
                </a:lnTo>
                <a:cubicBezTo>
                  <a:pt x="1487917" y="36358"/>
                  <a:pt x="1487319" y="33396"/>
                  <a:pt x="1486030" y="31556"/>
                </a:cubicBezTo>
                <a:cubicBezTo>
                  <a:pt x="1484741" y="29714"/>
                  <a:pt x="1482854" y="28794"/>
                  <a:pt x="1480369" y="28794"/>
                </a:cubicBezTo>
                <a:cubicBezTo>
                  <a:pt x="1479282" y="28794"/>
                  <a:pt x="1478187" y="28987"/>
                  <a:pt x="1477084" y="29375"/>
                </a:cubicBezTo>
                <a:cubicBezTo>
                  <a:pt x="1475982" y="29761"/>
                  <a:pt x="1474848" y="30379"/>
                  <a:pt x="1473683" y="31229"/>
                </a:cubicBezTo>
                <a:cubicBezTo>
                  <a:pt x="1472518" y="32080"/>
                  <a:pt x="1471284" y="33170"/>
                  <a:pt x="1469979" y="34501"/>
                </a:cubicBezTo>
                <a:cubicBezTo>
                  <a:pt x="1468674" y="35831"/>
                  <a:pt x="1467277" y="37439"/>
                  <a:pt x="1465786" y="39326"/>
                </a:cubicBezTo>
                <a:lnTo>
                  <a:pt x="1465786" y="69421"/>
                </a:lnTo>
                <a:lnTo>
                  <a:pt x="1457586" y="69421"/>
                </a:lnTo>
                <a:lnTo>
                  <a:pt x="1457586" y="22644"/>
                </a:lnTo>
                <a:close/>
                <a:moveTo>
                  <a:pt x="1545226" y="68723"/>
                </a:moveTo>
                <a:cubicBezTo>
                  <a:pt x="1543394" y="69205"/>
                  <a:pt x="1541499" y="69551"/>
                  <a:pt x="1539542" y="69759"/>
                </a:cubicBezTo>
                <a:cubicBezTo>
                  <a:pt x="1537585" y="69969"/>
                  <a:pt x="1535598" y="70074"/>
                  <a:pt x="1533579" y="70074"/>
                </a:cubicBezTo>
                <a:cubicBezTo>
                  <a:pt x="1527708" y="70074"/>
                  <a:pt x="1523328" y="68746"/>
                  <a:pt x="1520440" y="66090"/>
                </a:cubicBezTo>
                <a:cubicBezTo>
                  <a:pt x="1517551" y="63434"/>
                  <a:pt x="1516107" y="59358"/>
                  <a:pt x="1516107" y="53860"/>
                </a:cubicBezTo>
                <a:lnTo>
                  <a:pt x="1516107" y="29446"/>
                </a:lnTo>
                <a:lnTo>
                  <a:pt x="1503014" y="29446"/>
                </a:lnTo>
                <a:lnTo>
                  <a:pt x="1503014" y="22644"/>
                </a:lnTo>
                <a:lnTo>
                  <a:pt x="1516107" y="22644"/>
                </a:lnTo>
                <a:lnTo>
                  <a:pt x="1516107" y="9743"/>
                </a:lnTo>
                <a:lnTo>
                  <a:pt x="1524214" y="7641"/>
                </a:lnTo>
                <a:lnTo>
                  <a:pt x="1524214" y="22644"/>
                </a:lnTo>
                <a:lnTo>
                  <a:pt x="1545226" y="22644"/>
                </a:lnTo>
                <a:lnTo>
                  <a:pt x="1545226" y="29446"/>
                </a:lnTo>
                <a:lnTo>
                  <a:pt x="1524214" y="29446"/>
                </a:lnTo>
                <a:lnTo>
                  <a:pt x="1524214" y="53208"/>
                </a:lnTo>
                <a:cubicBezTo>
                  <a:pt x="1524214" y="56562"/>
                  <a:pt x="1525107" y="59070"/>
                  <a:pt x="1526893" y="60732"/>
                </a:cubicBezTo>
                <a:cubicBezTo>
                  <a:pt x="1528679" y="62394"/>
                  <a:pt x="1531311" y="63225"/>
                  <a:pt x="1534790" y="63225"/>
                </a:cubicBezTo>
                <a:cubicBezTo>
                  <a:pt x="1536281" y="63225"/>
                  <a:pt x="1537912" y="63105"/>
                  <a:pt x="1539682" y="62865"/>
                </a:cubicBezTo>
                <a:cubicBezTo>
                  <a:pt x="1541453" y="62624"/>
                  <a:pt x="1543301" y="62247"/>
                  <a:pt x="1545226" y="61734"/>
                </a:cubicBezTo>
                <a:lnTo>
                  <a:pt x="1545226" y="68723"/>
                </a:lnTo>
                <a:close/>
                <a:moveTo>
                  <a:pt x="1575327" y="29353"/>
                </a:moveTo>
                <a:lnTo>
                  <a:pt x="1561489" y="29353"/>
                </a:lnTo>
                <a:lnTo>
                  <a:pt x="1561489" y="22644"/>
                </a:lnTo>
                <a:lnTo>
                  <a:pt x="1583527" y="22644"/>
                </a:lnTo>
                <a:lnTo>
                  <a:pt x="1583527" y="62666"/>
                </a:lnTo>
                <a:lnTo>
                  <a:pt x="1597458" y="62666"/>
                </a:lnTo>
                <a:lnTo>
                  <a:pt x="1597458" y="69421"/>
                </a:lnTo>
                <a:lnTo>
                  <a:pt x="1559951" y="69421"/>
                </a:lnTo>
                <a:lnTo>
                  <a:pt x="1559951" y="62666"/>
                </a:lnTo>
                <a:lnTo>
                  <a:pt x="1575327" y="62666"/>
                </a:lnTo>
                <a:lnTo>
                  <a:pt x="1575327" y="29353"/>
                </a:lnTo>
                <a:moveTo>
                  <a:pt x="1578169" y="2982"/>
                </a:moveTo>
                <a:cubicBezTo>
                  <a:pt x="1579070" y="2982"/>
                  <a:pt x="1579908" y="3145"/>
                  <a:pt x="1580685" y="3471"/>
                </a:cubicBezTo>
                <a:cubicBezTo>
                  <a:pt x="1581461" y="3797"/>
                  <a:pt x="1582137" y="4255"/>
                  <a:pt x="1582711" y="4846"/>
                </a:cubicBezTo>
                <a:cubicBezTo>
                  <a:pt x="1583286" y="5436"/>
                  <a:pt x="1583736" y="6111"/>
                  <a:pt x="1584063" y="6872"/>
                </a:cubicBezTo>
                <a:cubicBezTo>
                  <a:pt x="1584389" y="7633"/>
                  <a:pt x="1584552" y="8464"/>
                  <a:pt x="1584552" y="9365"/>
                </a:cubicBezTo>
                <a:cubicBezTo>
                  <a:pt x="1584552" y="10235"/>
                  <a:pt x="1584389" y="11058"/>
                  <a:pt x="1584063" y="11834"/>
                </a:cubicBezTo>
                <a:cubicBezTo>
                  <a:pt x="1583736" y="12611"/>
                  <a:pt x="1583286" y="13294"/>
                  <a:pt x="1582711" y="13884"/>
                </a:cubicBezTo>
                <a:cubicBezTo>
                  <a:pt x="1582137" y="14474"/>
                  <a:pt x="1581461" y="14933"/>
                  <a:pt x="1580685" y="15259"/>
                </a:cubicBezTo>
                <a:cubicBezTo>
                  <a:pt x="1579908" y="15585"/>
                  <a:pt x="1579070" y="15748"/>
                  <a:pt x="1578169" y="15748"/>
                </a:cubicBezTo>
                <a:cubicBezTo>
                  <a:pt x="1577268" y="15748"/>
                  <a:pt x="1576429" y="15585"/>
                  <a:pt x="1575653" y="15259"/>
                </a:cubicBezTo>
                <a:cubicBezTo>
                  <a:pt x="1574876" y="14933"/>
                  <a:pt x="1574201" y="14474"/>
                  <a:pt x="1573626" y="13884"/>
                </a:cubicBezTo>
                <a:cubicBezTo>
                  <a:pt x="1573051" y="13294"/>
                  <a:pt x="1572601" y="12611"/>
                  <a:pt x="1572275" y="11834"/>
                </a:cubicBezTo>
                <a:cubicBezTo>
                  <a:pt x="1571949" y="11058"/>
                  <a:pt x="1571786" y="10235"/>
                  <a:pt x="1571786" y="9365"/>
                </a:cubicBezTo>
                <a:cubicBezTo>
                  <a:pt x="1571786" y="8464"/>
                  <a:pt x="1571949" y="7633"/>
                  <a:pt x="1572275" y="6872"/>
                </a:cubicBezTo>
                <a:cubicBezTo>
                  <a:pt x="1572601" y="6111"/>
                  <a:pt x="1573051" y="5436"/>
                  <a:pt x="1573626" y="4846"/>
                </a:cubicBezTo>
                <a:cubicBezTo>
                  <a:pt x="1574201" y="4255"/>
                  <a:pt x="1574876" y="3797"/>
                  <a:pt x="1575653" y="3471"/>
                </a:cubicBezTo>
                <a:cubicBezTo>
                  <a:pt x="1576429" y="3145"/>
                  <a:pt x="1577268" y="2982"/>
                  <a:pt x="1578169" y="2982"/>
                </a:cubicBezTo>
                <a:close/>
                <a:moveTo>
                  <a:pt x="1650761" y="43563"/>
                </a:moveTo>
                <a:cubicBezTo>
                  <a:pt x="1650761" y="44712"/>
                  <a:pt x="1650745" y="45675"/>
                  <a:pt x="1650714" y="46452"/>
                </a:cubicBezTo>
                <a:cubicBezTo>
                  <a:pt x="1650683" y="47228"/>
                  <a:pt x="1650636" y="47958"/>
                  <a:pt x="1650574" y="48642"/>
                </a:cubicBezTo>
                <a:lnTo>
                  <a:pt x="1617727" y="48642"/>
                </a:lnTo>
                <a:cubicBezTo>
                  <a:pt x="1617727" y="53425"/>
                  <a:pt x="1619063" y="57098"/>
                  <a:pt x="1621734" y="59661"/>
                </a:cubicBezTo>
                <a:cubicBezTo>
                  <a:pt x="1624405" y="62223"/>
                  <a:pt x="1628257" y="63504"/>
                  <a:pt x="1633289" y="63504"/>
                </a:cubicBezTo>
                <a:cubicBezTo>
                  <a:pt x="1634655" y="63504"/>
                  <a:pt x="1636022" y="63449"/>
                  <a:pt x="1637389" y="63338"/>
                </a:cubicBezTo>
                <a:cubicBezTo>
                  <a:pt x="1638756" y="63227"/>
                  <a:pt x="1640076" y="63076"/>
                  <a:pt x="1641349" y="62886"/>
                </a:cubicBezTo>
                <a:cubicBezTo>
                  <a:pt x="1642623" y="62694"/>
                  <a:pt x="1643842" y="62480"/>
                  <a:pt x="1645007" y="62242"/>
                </a:cubicBezTo>
                <a:cubicBezTo>
                  <a:pt x="1646171" y="62003"/>
                  <a:pt x="1647251" y="61741"/>
                  <a:pt x="1648245" y="61454"/>
                </a:cubicBezTo>
                <a:lnTo>
                  <a:pt x="1648245" y="68117"/>
                </a:lnTo>
                <a:cubicBezTo>
                  <a:pt x="1646039" y="68752"/>
                  <a:pt x="1643547" y="69268"/>
                  <a:pt x="1640767" y="69665"/>
                </a:cubicBezTo>
                <a:cubicBezTo>
                  <a:pt x="1637987" y="70062"/>
                  <a:pt x="1635106" y="70260"/>
                  <a:pt x="1632124" y="70260"/>
                </a:cubicBezTo>
                <a:cubicBezTo>
                  <a:pt x="1628117" y="70260"/>
                  <a:pt x="1624669" y="69717"/>
                  <a:pt x="1621781" y="68629"/>
                </a:cubicBezTo>
                <a:cubicBezTo>
                  <a:pt x="1618892" y="67542"/>
                  <a:pt x="1616524" y="65966"/>
                  <a:pt x="1614675" y="63900"/>
                </a:cubicBezTo>
                <a:cubicBezTo>
                  <a:pt x="1612827" y="61835"/>
                  <a:pt x="1611461" y="59303"/>
                  <a:pt x="1610575" y="56306"/>
                </a:cubicBezTo>
                <a:cubicBezTo>
                  <a:pt x="1609690" y="53309"/>
                  <a:pt x="1609248" y="49915"/>
                  <a:pt x="1609248" y="46126"/>
                </a:cubicBezTo>
                <a:cubicBezTo>
                  <a:pt x="1609248" y="42833"/>
                  <a:pt x="1609721" y="39719"/>
                  <a:pt x="1610669" y="36784"/>
                </a:cubicBezTo>
                <a:cubicBezTo>
                  <a:pt x="1611616" y="33849"/>
                  <a:pt x="1612998" y="31271"/>
                  <a:pt x="1614815" y="29050"/>
                </a:cubicBezTo>
                <a:cubicBezTo>
                  <a:pt x="1616632" y="26829"/>
                  <a:pt x="1618861" y="25066"/>
                  <a:pt x="1621501" y="23762"/>
                </a:cubicBezTo>
                <a:cubicBezTo>
                  <a:pt x="1624141" y="22457"/>
                  <a:pt x="1627139" y="21805"/>
                  <a:pt x="1630493" y="21805"/>
                </a:cubicBezTo>
                <a:cubicBezTo>
                  <a:pt x="1633755" y="21805"/>
                  <a:pt x="1636643" y="22317"/>
                  <a:pt x="1639159" y="23342"/>
                </a:cubicBezTo>
                <a:cubicBezTo>
                  <a:pt x="1641675" y="24367"/>
                  <a:pt x="1643795" y="25820"/>
                  <a:pt x="1645519" y="27699"/>
                </a:cubicBezTo>
                <a:cubicBezTo>
                  <a:pt x="1647243" y="29578"/>
                  <a:pt x="1648548" y="31861"/>
                  <a:pt x="1649433" y="34548"/>
                </a:cubicBezTo>
                <a:cubicBezTo>
                  <a:pt x="1650318" y="37234"/>
                  <a:pt x="1650761" y="40240"/>
                  <a:pt x="1650761" y="43563"/>
                </a:cubicBezTo>
                <a:moveTo>
                  <a:pt x="1642328" y="42398"/>
                </a:moveTo>
                <a:cubicBezTo>
                  <a:pt x="1642421" y="40317"/>
                  <a:pt x="1642219" y="38415"/>
                  <a:pt x="1641722" y="36691"/>
                </a:cubicBezTo>
                <a:cubicBezTo>
                  <a:pt x="1641225" y="34967"/>
                  <a:pt x="1640456" y="33484"/>
                  <a:pt x="1639416" y="32241"/>
                </a:cubicBezTo>
                <a:cubicBezTo>
                  <a:pt x="1638375" y="30999"/>
                  <a:pt x="1637078" y="30028"/>
                  <a:pt x="1635525" y="29329"/>
                </a:cubicBezTo>
                <a:cubicBezTo>
                  <a:pt x="1633972" y="28631"/>
                  <a:pt x="1632171" y="28281"/>
                  <a:pt x="1630121" y="28281"/>
                </a:cubicBezTo>
                <a:cubicBezTo>
                  <a:pt x="1628350" y="28281"/>
                  <a:pt x="1626735" y="28623"/>
                  <a:pt x="1625275" y="29306"/>
                </a:cubicBezTo>
                <a:cubicBezTo>
                  <a:pt x="1623815" y="29989"/>
                  <a:pt x="1622557" y="30952"/>
                  <a:pt x="1621501" y="32195"/>
                </a:cubicBezTo>
                <a:cubicBezTo>
                  <a:pt x="1620445" y="33437"/>
                  <a:pt x="1619591" y="34928"/>
                  <a:pt x="1618939" y="36668"/>
                </a:cubicBezTo>
                <a:cubicBezTo>
                  <a:pt x="1618286" y="38407"/>
                  <a:pt x="1617882" y="40317"/>
                  <a:pt x="1617727" y="42398"/>
                </a:cubicBezTo>
                <a:lnTo>
                  <a:pt x="1642328" y="42398"/>
                </a:lnTo>
                <a:close/>
                <a:moveTo>
                  <a:pt x="1700150" y="56655"/>
                </a:moveTo>
                <a:cubicBezTo>
                  <a:pt x="1700150" y="58302"/>
                  <a:pt x="1699870" y="59777"/>
                  <a:pt x="1699311" y="61082"/>
                </a:cubicBezTo>
                <a:cubicBezTo>
                  <a:pt x="1698752" y="62386"/>
                  <a:pt x="1697991" y="63543"/>
                  <a:pt x="1697028" y="64553"/>
                </a:cubicBezTo>
                <a:cubicBezTo>
                  <a:pt x="1696065" y="65562"/>
                  <a:pt x="1694947" y="66424"/>
                  <a:pt x="1693674" y="67139"/>
                </a:cubicBezTo>
                <a:cubicBezTo>
                  <a:pt x="1692400" y="67853"/>
                  <a:pt x="1691041" y="68443"/>
                  <a:pt x="1689597" y="68909"/>
                </a:cubicBezTo>
                <a:cubicBezTo>
                  <a:pt x="1688152" y="69375"/>
                  <a:pt x="1686669" y="69717"/>
                  <a:pt x="1685147" y="69934"/>
                </a:cubicBezTo>
                <a:cubicBezTo>
                  <a:pt x="1683625" y="70151"/>
                  <a:pt x="1682134" y="70260"/>
                  <a:pt x="1680674" y="70260"/>
                </a:cubicBezTo>
                <a:cubicBezTo>
                  <a:pt x="1677506" y="70260"/>
                  <a:pt x="1674594" y="70120"/>
                  <a:pt x="1671939" y="69841"/>
                </a:cubicBezTo>
                <a:cubicBezTo>
                  <a:pt x="1669283" y="69561"/>
                  <a:pt x="1666681" y="69111"/>
                  <a:pt x="1664134" y="68490"/>
                </a:cubicBezTo>
                <a:lnTo>
                  <a:pt x="1664134" y="61035"/>
                </a:lnTo>
                <a:cubicBezTo>
                  <a:pt x="1666868" y="61812"/>
                  <a:pt x="1669586" y="62402"/>
                  <a:pt x="1672288" y="62805"/>
                </a:cubicBezTo>
                <a:cubicBezTo>
                  <a:pt x="1674990" y="63209"/>
                  <a:pt x="1677677" y="63411"/>
                  <a:pt x="1680348" y="63411"/>
                </a:cubicBezTo>
                <a:cubicBezTo>
                  <a:pt x="1684231" y="63411"/>
                  <a:pt x="1687104" y="62883"/>
                  <a:pt x="1688968" y="61827"/>
                </a:cubicBezTo>
                <a:cubicBezTo>
                  <a:pt x="1690831" y="60771"/>
                  <a:pt x="1691763" y="59265"/>
                  <a:pt x="1691763" y="57308"/>
                </a:cubicBezTo>
                <a:cubicBezTo>
                  <a:pt x="1691763" y="56469"/>
                  <a:pt x="1691616" y="55716"/>
                  <a:pt x="1691321" y="55048"/>
                </a:cubicBezTo>
                <a:cubicBezTo>
                  <a:pt x="1691026" y="54380"/>
                  <a:pt x="1690490" y="53743"/>
                  <a:pt x="1689713" y="53138"/>
                </a:cubicBezTo>
                <a:cubicBezTo>
                  <a:pt x="1688937" y="52532"/>
                  <a:pt x="1687733" y="51903"/>
                  <a:pt x="1686102" y="51251"/>
                </a:cubicBezTo>
                <a:cubicBezTo>
                  <a:pt x="1684472" y="50598"/>
                  <a:pt x="1682243" y="49853"/>
                  <a:pt x="1679417" y="49014"/>
                </a:cubicBezTo>
                <a:cubicBezTo>
                  <a:pt x="1677304" y="48393"/>
                  <a:pt x="1675355" y="47687"/>
                  <a:pt x="1673569" y="46894"/>
                </a:cubicBezTo>
                <a:cubicBezTo>
                  <a:pt x="1671783" y="46102"/>
                  <a:pt x="1670238" y="45163"/>
                  <a:pt x="1668933" y="44076"/>
                </a:cubicBezTo>
                <a:cubicBezTo>
                  <a:pt x="1667629" y="42989"/>
                  <a:pt x="1666604" y="41715"/>
                  <a:pt x="1665858" y="40255"/>
                </a:cubicBezTo>
                <a:cubicBezTo>
                  <a:pt x="1665113" y="38795"/>
                  <a:pt x="1664740" y="37071"/>
                  <a:pt x="1664740" y="35083"/>
                </a:cubicBezTo>
                <a:cubicBezTo>
                  <a:pt x="1664740" y="33779"/>
                  <a:pt x="1665043" y="32350"/>
                  <a:pt x="1665649" y="30797"/>
                </a:cubicBezTo>
                <a:cubicBezTo>
                  <a:pt x="1666254" y="29244"/>
                  <a:pt x="1667287" y="27800"/>
                  <a:pt x="1668747" y="26464"/>
                </a:cubicBezTo>
                <a:cubicBezTo>
                  <a:pt x="1670207" y="25128"/>
                  <a:pt x="1672179" y="24018"/>
                  <a:pt x="1674664" y="23133"/>
                </a:cubicBezTo>
                <a:cubicBezTo>
                  <a:pt x="1677149" y="22247"/>
                  <a:pt x="1680255" y="21805"/>
                  <a:pt x="1683982" y="21805"/>
                </a:cubicBezTo>
                <a:cubicBezTo>
                  <a:pt x="1685815" y="21805"/>
                  <a:pt x="1687850" y="21906"/>
                  <a:pt x="1690086" y="22108"/>
                </a:cubicBezTo>
                <a:cubicBezTo>
                  <a:pt x="1692322" y="22310"/>
                  <a:pt x="1694652" y="22659"/>
                  <a:pt x="1697075" y="23156"/>
                </a:cubicBezTo>
                <a:lnTo>
                  <a:pt x="1697075" y="30378"/>
                </a:lnTo>
                <a:cubicBezTo>
                  <a:pt x="1694528" y="29757"/>
                  <a:pt x="1692113" y="29298"/>
                  <a:pt x="1689830" y="29003"/>
                </a:cubicBezTo>
                <a:cubicBezTo>
                  <a:pt x="1687547" y="28708"/>
                  <a:pt x="1685567" y="28561"/>
                  <a:pt x="1683889" y="28561"/>
                </a:cubicBezTo>
                <a:cubicBezTo>
                  <a:pt x="1681870" y="28561"/>
                  <a:pt x="1680170" y="28716"/>
                  <a:pt x="1678788" y="29027"/>
                </a:cubicBezTo>
                <a:cubicBezTo>
                  <a:pt x="1677405" y="29337"/>
                  <a:pt x="1676287" y="29764"/>
                  <a:pt x="1675433" y="30308"/>
                </a:cubicBezTo>
                <a:cubicBezTo>
                  <a:pt x="1674579" y="30851"/>
                  <a:pt x="1673965" y="31488"/>
                  <a:pt x="1673593" y="32218"/>
                </a:cubicBezTo>
                <a:cubicBezTo>
                  <a:pt x="1673220" y="32948"/>
                  <a:pt x="1673033" y="33732"/>
                  <a:pt x="1673033" y="34571"/>
                </a:cubicBezTo>
                <a:cubicBezTo>
                  <a:pt x="1673033" y="35410"/>
                  <a:pt x="1673197" y="36171"/>
                  <a:pt x="1673523" y="36854"/>
                </a:cubicBezTo>
                <a:cubicBezTo>
                  <a:pt x="1673849" y="37537"/>
                  <a:pt x="1674454" y="38197"/>
                  <a:pt x="1675340" y="38834"/>
                </a:cubicBezTo>
                <a:cubicBezTo>
                  <a:pt x="1676225" y="39471"/>
                  <a:pt x="1677460" y="40108"/>
                  <a:pt x="1679044" y="40744"/>
                </a:cubicBezTo>
                <a:cubicBezTo>
                  <a:pt x="1680628" y="41381"/>
                  <a:pt x="1682693" y="42072"/>
                  <a:pt x="1685240" y="42818"/>
                </a:cubicBezTo>
                <a:cubicBezTo>
                  <a:pt x="1688005" y="43625"/>
                  <a:pt x="1690334" y="44472"/>
                  <a:pt x="1692229" y="45357"/>
                </a:cubicBezTo>
                <a:cubicBezTo>
                  <a:pt x="1694124" y="46242"/>
                  <a:pt x="1695661" y="47228"/>
                  <a:pt x="1696842" y="48315"/>
                </a:cubicBezTo>
                <a:cubicBezTo>
                  <a:pt x="1698022" y="49403"/>
                  <a:pt x="1698868" y="50630"/>
                  <a:pt x="1699381" y="51996"/>
                </a:cubicBezTo>
                <a:cubicBezTo>
                  <a:pt x="1699894" y="53363"/>
                  <a:pt x="1700150" y="54916"/>
                  <a:pt x="1700150" y="56655"/>
                </a:cubicBezTo>
                <a:close/>
                <a:moveTo>
                  <a:pt x="1807547" y="45660"/>
                </a:moveTo>
                <a:cubicBezTo>
                  <a:pt x="1807547" y="49294"/>
                  <a:pt x="1807035" y="52625"/>
                  <a:pt x="1806010" y="55654"/>
                </a:cubicBezTo>
                <a:cubicBezTo>
                  <a:pt x="1804985" y="58682"/>
                  <a:pt x="1803510" y="61276"/>
                  <a:pt x="1801584" y="63434"/>
                </a:cubicBezTo>
                <a:cubicBezTo>
                  <a:pt x="1799658" y="65593"/>
                  <a:pt x="1797313" y="67271"/>
                  <a:pt x="1794548" y="68466"/>
                </a:cubicBezTo>
                <a:cubicBezTo>
                  <a:pt x="1791784" y="69662"/>
                  <a:pt x="1788647" y="70260"/>
                  <a:pt x="1785137" y="70260"/>
                </a:cubicBezTo>
                <a:cubicBezTo>
                  <a:pt x="1781782" y="70260"/>
                  <a:pt x="1778777" y="69740"/>
                  <a:pt x="1776121" y="68699"/>
                </a:cubicBezTo>
                <a:cubicBezTo>
                  <a:pt x="1773466" y="67659"/>
                  <a:pt x="1771214" y="66129"/>
                  <a:pt x="1769366" y="64110"/>
                </a:cubicBezTo>
                <a:cubicBezTo>
                  <a:pt x="1767518" y="62091"/>
                  <a:pt x="1766104" y="59591"/>
                  <a:pt x="1765126" y="56609"/>
                </a:cubicBezTo>
                <a:cubicBezTo>
                  <a:pt x="1764147" y="53627"/>
                  <a:pt x="1763658" y="50195"/>
                  <a:pt x="1763658" y="46312"/>
                </a:cubicBezTo>
                <a:cubicBezTo>
                  <a:pt x="1763658" y="42678"/>
                  <a:pt x="1764171" y="39362"/>
                  <a:pt x="1765196" y="36365"/>
                </a:cubicBezTo>
                <a:cubicBezTo>
                  <a:pt x="1766221" y="33367"/>
                  <a:pt x="1767696" y="30789"/>
                  <a:pt x="1769622" y="28631"/>
                </a:cubicBezTo>
                <a:cubicBezTo>
                  <a:pt x="1771548" y="26472"/>
                  <a:pt x="1773893" y="24795"/>
                  <a:pt x="1776657" y="23599"/>
                </a:cubicBezTo>
                <a:cubicBezTo>
                  <a:pt x="1779422" y="22403"/>
                  <a:pt x="1782559" y="21805"/>
                  <a:pt x="1786069" y="21805"/>
                </a:cubicBezTo>
                <a:cubicBezTo>
                  <a:pt x="1789423" y="21805"/>
                  <a:pt x="1792428" y="22325"/>
                  <a:pt x="1795084" y="23366"/>
                </a:cubicBezTo>
                <a:cubicBezTo>
                  <a:pt x="1797740" y="24406"/>
                  <a:pt x="1799992" y="25928"/>
                  <a:pt x="1801840" y="27932"/>
                </a:cubicBezTo>
                <a:cubicBezTo>
                  <a:pt x="1803688" y="29935"/>
                  <a:pt x="1805101" y="32428"/>
                  <a:pt x="1806080" y="35410"/>
                </a:cubicBezTo>
                <a:cubicBezTo>
                  <a:pt x="1807058" y="38391"/>
                  <a:pt x="1807547" y="41808"/>
                  <a:pt x="1807547" y="45660"/>
                </a:cubicBezTo>
                <a:moveTo>
                  <a:pt x="1799254" y="46033"/>
                </a:moveTo>
                <a:cubicBezTo>
                  <a:pt x="1799254" y="43144"/>
                  <a:pt x="1798936" y="40620"/>
                  <a:pt x="1798299" y="38461"/>
                </a:cubicBezTo>
                <a:cubicBezTo>
                  <a:pt x="1797662" y="36303"/>
                  <a:pt x="1796754" y="34501"/>
                  <a:pt x="1795573" y="33057"/>
                </a:cubicBezTo>
                <a:cubicBezTo>
                  <a:pt x="1794393" y="31612"/>
                  <a:pt x="1792957" y="30525"/>
                  <a:pt x="1791264" y="29795"/>
                </a:cubicBezTo>
                <a:cubicBezTo>
                  <a:pt x="1789571" y="29065"/>
                  <a:pt x="1787684" y="28700"/>
                  <a:pt x="1785603" y="28700"/>
                </a:cubicBezTo>
                <a:cubicBezTo>
                  <a:pt x="1783180" y="28700"/>
                  <a:pt x="1781107" y="29174"/>
                  <a:pt x="1779383" y="30121"/>
                </a:cubicBezTo>
                <a:cubicBezTo>
                  <a:pt x="1777659" y="31069"/>
                  <a:pt x="1776246" y="32335"/>
                  <a:pt x="1775143" y="33919"/>
                </a:cubicBezTo>
                <a:cubicBezTo>
                  <a:pt x="1774040" y="35503"/>
                  <a:pt x="1773233" y="37343"/>
                  <a:pt x="1772720" y="39440"/>
                </a:cubicBezTo>
                <a:cubicBezTo>
                  <a:pt x="1772208" y="41536"/>
                  <a:pt x="1771951" y="43734"/>
                  <a:pt x="1771951" y="46033"/>
                </a:cubicBezTo>
                <a:cubicBezTo>
                  <a:pt x="1771951" y="48921"/>
                  <a:pt x="1772270" y="51453"/>
                  <a:pt x="1772907" y="53627"/>
                </a:cubicBezTo>
                <a:cubicBezTo>
                  <a:pt x="1773543" y="55801"/>
                  <a:pt x="1774452" y="57611"/>
                  <a:pt x="1775632" y="59055"/>
                </a:cubicBezTo>
                <a:cubicBezTo>
                  <a:pt x="1776813" y="60499"/>
                  <a:pt x="1778241" y="61586"/>
                  <a:pt x="1779919" y="62316"/>
                </a:cubicBezTo>
                <a:cubicBezTo>
                  <a:pt x="1781596" y="63046"/>
                  <a:pt x="1783491" y="63411"/>
                  <a:pt x="1785603" y="63411"/>
                </a:cubicBezTo>
                <a:cubicBezTo>
                  <a:pt x="1788026" y="63411"/>
                  <a:pt x="1790099" y="62937"/>
                  <a:pt x="1791823" y="61990"/>
                </a:cubicBezTo>
                <a:cubicBezTo>
                  <a:pt x="1793547" y="61043"/>
                  <a:pt x="1794960" y="59777"/>
                  <a:pt x="1796063" y="58193"/>
                </a:cubicBezTo>
                <a:cubicBezTo>
                  <a:pt x="1797165" y="56609"/>
                  <a:pt x="1797973" y="54768"/>
                  <a:pt x="1798485" y="52672"/>
                </a:cubicBezTo>
                <a:cubicBezTo>
                  <a:pt x="1798998" y="50575"/>
                  <a:pt x="1799254" y="48362"/>
                  <a:pt x="1799254" y="46033"/>
                </a:cubicBezTo>
                <a:close/>
                <a:moveTo>
                  <a:pt x="1860198" y="11089"/>
                </a:moveTo>
                <a:cubicBezTo>
                  <a:pt x="1855943" y="10188"/>
                  <a:pt x="1852277" y="9738"/>
                  <a:pt x="1849202" y="9738"/>
                </a:cubicBezTo>
                <a:cubicBezTo>
                  <a:pt x="1841903" y="9738"/>
                  <a:pt x="1838253" y="13558"/>
                  <a:pt x="1838253" y="21199"/>
                </a:cubicBezTo>
                <a:lnTo>
                  <a:pt x="1838253" y="29399"/>
                </a:lnTo>
                <a:lnTo>
                  <a:pt x="1858754" y="29399"/>
                </a:lnTo>
                <a:lnTo>
                  <a:pt x="1858754" y="36155"/>
                </a:lnTo>
                <a:lnTo>
                  <a:pt x="1838253" y="36155"/>
                </a:lnTo>
                <a:lnTo>
                  <a:pt x="1838253" y="69421"/>
                </a:lnTo>
                <a:lnTo>
                  <a:pt x="1830007" y="69421"/>
                </a:lnTo>
                <a:lnTo>
                  <a:pt x="1830007" y="36155"/>
                </a:lnTo>
                <a:lnTo>
                  <a:pt x="1814958" y="36155"/>
                </a:lnTo>
                <a:lnTo>
                  <a:pt x="1814958" y="29399"/>
                </a:lnTo>
                <a:lnTo>
                  <a:pt x="1830007" y="29399"/>
                </a:lnTo>
                <a:lnTo>
                  <a:pt x="1830007" y="21665"/>
                </a:lnTo>
                <a:cubicBezTo>
                  <a:pt x="1830007" y="9210"/>
                  <a:pt x="1836498" y="2982"/>
                  <a:pt x="1849482" y="2982"/>
                </a:cubicBezTo>
                <a:cubicBezTo>
                  <a:pt x="1852712" y="2982"/>
                  <a:pt x="1856284" y="3355"/>
                  <a:pt x="1860198" y="4100"/>
                </a:cubicBezTo>
                <a:lnTo>
                  <a:pt x="1860198" y="11089"/>
                </a:lnTo>
                <a:moveTo>
                  <a:pt x="1811230" y="22644"/>
                </a:moveTo>
                <a:lnTo>
                  <a:pt x="1811230" y="22644"/>
                </a:lnTo>
                <a:close/>
                <a:moveTo>
                  <a:pt x="1922402" y="22644"/>
                </a:moveTo>
                <a:lnTo>
                  <a:pt x="1929624" y="22644"/>
                </a:lnTo>
                <a:lnTo>
                  <a:pt x="1929950" y="30191"/>
                </a:lnTo>
                <a:cubicBezTo>
                  <a:pt x="1931316" y="28576"/>
                  <a:pt x="1932636" y="27233"/>
                  <a:pt x="1933910" y="26161"/>
                </a:cubicBezTo>
                <a:cubicBezTo>
                  <a:pt x="1935183" y="25090"/>
                  <a:pt x="1936434" y="24228"/>
                  <a:pt x="1937661" y="23575"/>
                </a:cubicBezTo>
                <a:cubicBezTo>
                  <a:pt x="1938888" y="22923"/>
                  <a:pt x="1940138" y="22465"/>
                  <a:pt x="1941411" y="22201"/>
                </a:cubicBezTo>
                <a:cubicBezTo>
                  <a:pt x="1942685" y="21937"/>
                  <a:pt x="1944005" y="21805"/>
                  <a:pt x="1945372" y="21805"/>
                </a:cubicBezTo>
                <a:cubicBezTo>
                  <a:pt x="1950186" y="21805"/>
                  <a:pt x="1953828" y="23226"/>
                  <a:pt x="1956297" y="26068"/>
                </a:cubicBezTo>
                <a:cubicBezTo>
                  <a:pt x="1958767" y="28910"/>
                  <a:pt x="1960001" y="33189"/>
                  <a:pt x="1960001" y="38904"/>
                </a:cubicBezTo>
                <a:lnTo>
                  <a:pt x="1960001" y="69421"/>
                </a:lnTo>
                <a:lnTo>
                  <a:pt x="1951894" y="69421"/>
                </a:lnTo>
                <a:lnTo>
                  <a:pt x="1951894" y="39556"/>
                </a:lnTo>
                <a:cubicBezTo>
                  <a:pt x="1951894" y="35891"/>
                  <a:pt x="1951211" y="33181"/>
                  <a:pt x="1949844" y="31426"/>
                </a:cubicBezTo>
                <a:cubicBezTo>
                  <a:pt x="1948478" y="29671"/>
                  <a:pt x="1946443" y="28794"/>
                  <a:pt x="1943741" y="28794"/>
                </a:cubicBezTo>
                <a:cubicBezTo>
                  <a:pt x="1942747" y="28794"/>
                  <a:pt x="1941776" y="28941"/>
                  <a:pt x="1940829" y="29236"/>
                </a:cubicBezTo>
                <a:cubicBezTo>
                  <a:pt x="1939881" y="29531"/>
                  <a:pt x="1938895" y="30044"/>
                  <a:pt x="1937870" y="30774"/>
                </a:cubicBezTo>
                <a:cubicBezTo>
                  <a:pt x="1936845" y="31504"/>
                  <a:pt x="1935735" y="32490"/>
                  <a:pt x="1934539" y="33732"/>
                </a:cubicBezTo>
                <a:cubicBezTo>
                  <a:pt x="1933343" y="34975"/>
                  <a:pt x="1932000" y="36528"/>
                  <a:pt x="1930509" y="38391"/>
                </a:cubicBezTo>
                <a:lnTo>
                  <a:pt x="1930509" y="69421"/>
                </a:lnTo>
                <a:lnTo>
                  <a:pt x="1922402" y="69421"/>
                </a:lnTo>
                <a:lnTo>
                  <a:pt x="1922402" y="22644"/>
                </a:lnTo>
                <a:close/>
                <a:moveTo>
                  <a:pt x="2011860" y="69421"/>
                </a:moveTo>
                <a:lnTo>
                  <a:pt x="2004591" y="69421"/>
                </a:lnTo>
                <a:lnTo>
                  <a:pt x="2004312" y="61874"/>
                </a:lnTo>
                <a:cubicBezTo>
                  <a:pt x="2002914" y="63489"/>
                  <a:pt x="2001586" y="64832"/>
                  <a:pt x="2000328" y="65904"/>
                </a:cubicBezTo>
                <a:cubicBezTo>
                  <a:pt x="1999070" y="66975"/>
                  <a:pt x="1997820" y="67837"/>
                  <a:pt x="1996578" y="68490"/>
                </a:cubicBezTo>
                <a:cubicBezTo>
                  <a:pt x="1995335" y="69142"/>
                  <a:pt x="1994085" y="69600"/>
                  <a:pt x="1992827" y="69864"/>
                </a:cubicBezTo>
                <a:cubicBezTo>
                  <a:pt x="1991569" y="70128"/>
                  <a:pt x="1990241" y="70260"/>
                  <a:pt x="1988843" y="70260"/>
                </a:cubicBezTo>
                <a:cubicBezTo>
                  <a:pt x="1984029" y="70260"/>
                  <a:pt x="1980395" y="68847"/>
                  <a:pt x="1977941" y="66020"/>
                </a:cubicBezTo>
                <a:cubicBezTo>
                  <a:pt x="1975487" y="63194"/>
                  <a:pt x="1974260" y="58923"/>
                  <a:pt x="1974260" y="53208"/>
                </a:cubicBezTo>
                <a:lnTo>
                  <a:pt x="1974260" y="22644"/>
                </a:lnTo>
                <a:lnTo>
                  <a:pt x="1982367" y="22644"/>
                </a:lnTo>
                <a:lnTo>
                  <a:pt x="1982367" y="52555"/>
                </a:lnTo>
                <a:cubicBezTo>
                  <a:pt x="1982367" y="59730"/>
                  <a:pt x="1985070" y="63318"/>
                  <a:pt x="1990474" y="63318"/>
                </a:cubicBezTo>
                <a:cubicBezTo>
                  <a:pt x="1991468" y="63318"/>
                  <a:pt x="1992439" y="63170"/>
                  <a:pt x="1993386" y="62875"/>
                </a:cubicBezTo>
                <a:cubicBezTo>
                  <a:pt x="1994334" y="62580"/>
                  <a:pt x="1995327" y="62068"/>
                  <a:pt x="1996368" y="61338"/>
                </a:cubicBezTo>
                <a:cubicBezTo>
                  <a:pt x="1997409" y="60608"/>
                  <a:pt x="1998527" y="59622"/>
                  <a:pt x="1999723" y="58379"/>
                </a:cubicBezTo>
                <a:cubicBezTo>
                  <a:pt x="2000918" y="57137"/>
                  <a:pt x="2002262" y="55568"/>
                  <a:pt x="2003753" y="53674"/>
                </a:cubicBezTo>
                <a:lnTo>
                  <a:pt x="2003753" y="22644"/>
                </a:lnTo>
                <a:lnTo>
                  <a:pt x="2011860" y="22644"/>
                </a:lnTo>
                <a:lnTo>
                  <a:pt x="2011860" y="69421"/>
                </a:lnTo>
                <a:close/>
                <a:moveTo>
                  <a:pt x="2042053" y="10204"/>
                </a:moveTo>
                <a:lnTo>
                  <a:pt x="2028215" y="10204"/>
                </a:lnTo>
                <a:lnTo>
                  <a:pt x="2028215" y="3541"/>
                </a:lnTo>
                <a:lnTo>
                  <a:pt x="2050253" y="3541"/>
                </a:lnTo>
                <a:lnTo>
                  <a:pt x="2050253" y="62666"/>
                </a:lnTo>
                <a:lnTo>
                  <a:pt x="2064184" y="62666"/>
                </a:lnTo>
                <a:lnTo>
                  <a:pt x="2064184" y="69421"/>
                </a:lnTo>
                <a:lnTo>
                  <a:pt x="2026678" y="69421"/>
                </a:lnTo>
                <a:lnTo>
                  <a:pt x="2026678" y="62666"/>
                </a:lnTo>
                <a:lnTo>
                  <a:pt x="2042053" y="62666"/>
                </a:lnTo>
                <a:lnTo>
                  <a:pt x="2042053" y="10204"/>
                </a:lnTo>
                <a:close/>
                <a:moveTo>
                  <a:pt x="2093912" y="10204"/>
                </a:moveTo>
                <a:lnTo>
                  <a:pt x="2080074" y="10204"/>
                </a:lnTo>
                <a:lnTo>
                  <a:pt x="2080074" y="3541"/>
                </a:lnTo>
                <a:lnTo>
                  <a:pt x="2102112" y="3541"/>
                </a:lnTo>
                <a:lnTo>
                  <a:pt x="2102112" y="62666"/>
                </a:lnTo>
                <a:lnTo>
                  <a:pt x="2116043" y="62666"/>
                </a:lnTo>
                <a:lnTo>
                  <a:pt x="2116043" y="69421"/>
                </a:lnTo>
                <a:lnTo>
                  <a:pt x="2078536" y="69421"/>
                </a:lnTo>
                <a:lnTo>
                  <a:pt x="2078536" y="62666"/>
                </a:lnTo>
                <a:lnTo>
                  <a:pt x="2093912" y="62666"/>
                </a:lnTo>
                <a:lnTo>
                  <a:pt x="2093912" y="10204"/>
                </a:lnTo>
                <a:close/>
                <a:moveTo>
                  <a:pt x="2209696" y="88990"/>
                </a:moveTo>
                <a:cubicBezTo>
                  <a:pt x="2195376" y="75720"/>
                  <a:pt x="2188217" y="61052"/>
                  <a:pt x="2188217" y="44984"/>
                </a:cubicBezTo>
                <a:cubicBezTo>
                  <a:pt x="2188217" y="41224"/>
                  <a:pt x="2188597" y="37471"/>
                  <a:pt x="2189358" y="33726"/>
                </a:cubicBezTo>
                <a:cubicBezTo>
                  <a:pt x="2190119" y="29982"/>
                  <a:pt x="2191346" y="26229"/>
                  <a:pt x="2193039" y="22469"/>
                </a:cubicBezTo>
                <a:cubicBezTo>
                  <a:pt x="2194732" y="18708"/>
                  <a:pt x="2196968" y="14948"/>
                  <a:pt x="2199748" y="11188"/>
                </a:cubicBezTo>
                <a:cubicBezTo>
                  <a:pt x="2202528" y="7427"/>
                  <a:pt x="2205906" y="3698"/>
                  <a:pt x="2209882" y="0"/>
                </a:cubicBezTo>
                <a:lnTo>
                  <a:pt x="2214588" y="4802"/>
                </a:lnTo>
                <a:cubicBezTo>
                  <a:pt x="2202536" y="16704"/>
                  <a:pt x="2196510" y="29896"/>
                  <a:pt x="2196510" y="44379"/>
                </a:cubicBezTo>
                <a:cubicBezTo>
                  <a:pt x="2196510" y="51589"/>
                  <a:pt x="2198032" y="58519"/>
                  <a:pt x="2201076" y="65170"/>
                </a:cubicBezTo>
                <a:cubicBezTo>
                  <a:pt x="2204120" y="71820"/>
                  <a:pt x="2208624" y="78097"/>
                  <a:pt x="2214588" y="84002"/>
                </a:cubicBezTo>
                <a:lnTo>
                  <a:pt x="2209696" y="88990"/>
                </a:lnTo>
                <a:close/>
                <a:moveTo>
                  <a:pt x="2235463" y="22644"/>
                </a:moveTo>
                <a:lnTo>
                  <a:pt x="2242871" y="22644"/>
                </a:lnTo>
                <a:lnTo>
                  <a:pt x="2243104" y="31241"/>
                </a:lnTo>
                <a:cubicBezTo>
                  <a:pt x="2245868" y="27925"/>
                  <a:pt x="2248594" y="25524"/>
                  <a:pt x="2251281" y="24037"/>
                </a:cubicBezTo>
                <a:cubicBezTo>
                  <a:pt x="2253968" y="22549"/>
                  <a:pt x="2256678" y="21805"/>
                  <a:pt x="2259411" y="21805"/>
                </a:cubicBezTo>
                <a:cubicBezTo>
                  <a:pt x="2264257" y="21805"/>
                  <a:pt x="2267930" y="23370"/>
                  <a:pt x="2270430" y="26499"/>
                </a:cubicBezTo>
                <a:cubicBezTo>
                  <a:pt x="2272930" y="29628"/>
                  <a:pt x="2274087" y="34276"/>
                  <a:pt x="2273901" y="40442"/>
                </a:cubicBezTo>
                <a:lnTo>
                  <a:pt x="2265701" y="40442"/>
                </a:lnTo>
                <a:cubicBezTo>
                  <a:pt x="2265794" y="36358"/>
                  <a:pt x="2265196" y="33396"/>
                  <a:pt x="2263907" y="31556"/>
                </a:cubicBezTo>
                <a:cubicBezTo>
                  <a:pt x="2262618" y="29714"/>
                  <a:pt x="2260731" y="28794"/>
                  <a:pt x="2258246" y="28794"/>
                </a:cubicBezTo>
                <a:cubicBezTo>
                  <a:pt x="2257159" y="28794"/>
                  <a:pt x="2256064" y="28987"/>
                  <a:pt x="2254962" y="29375"/>
                </a:cubicBezTo>
                <a:cubicBezTo>
                  <a:pt x="2253859" y="29761"/>
                  <a:pt x="2252725" y="30379"/>
                  <a:pt x="2251560" y="31229"/>
                </a:cubicBezTo>
                <a:cubicBezTo>
                  <a:pt x="2250396" y="32080"/>
                  <a:pt x="2249161" y="33170"/>
                  <a:pt x="2247856" y="34501"/>
                </a:cubicBezTo>
                <a:cubicBezTo>
                  <a:pt x="2246552" y="35831"/>
                  <a:pt x="2245154" y="37439"/>
                  <a:pt x="2243663" y="39326"/>
                </a:cubicBezTo>
                <a:lnTo>
                  <a:pt x="2243663" y="69421"/>
                </a:lnTo>
                <a:lnTo>
                  <a:pt x="2235463" y="69421"/>
                </a:lnTo>
                <a:lnTo>
                  <a:pt x="2235463" y="22644"/>
                </a:lnTo>
                <a:close/>
                <a:moveTo>
                  <a:pt x="2324921" y="43563"/>
                </a:moveTo>
                <a:cubicBezTo>
                  <a:pt x="2324921" y="44712"/>
                  <a:pt x="2324905" y="45675"/>
                  <a:pt x="2324874" y="46452"/>
                </a:cubicBezTo>
                <a:cubicBezTo>
                  <a:pt x="2324843" y="47228"/>
                  <a:pt x="2324797" y="47958"/>
                  <a:pt x="2324735" y="48642"/>
                </a:cubicBezTo>
                <a:lnTo>
                  <a:pt x="2291887" y="48642"/>
                </a:lnTo>
                <a:cubicBezTo>
                  <a:pt x="2291887" y="53425"/>
                  <a:pt x="2293223" y="57098"/>
                  <a:pt x="2295894" y="59661"/>
                </a:cubicBezTo>
                <a:cubicBezTo>
                  <a:pt x="2298566" y="62223"/>
                  <a:pt x="2302417" y="63504"/>
                  <a:pt x="2307449" y="63504"/>
                </a:cubicBezTo>
                <a:cubicBezTo>
                  <a:pt x="2308816" y="63504"/>
                  <a:pt x="2310182" y="63449"/>
                  <a:pt x="2311549" y="63338"/>
                </a:cubicBezTo>
                <a:cubicBezTo>
                  <a:pt x="2312916" y="63227"/>
                  <a:pt x="2314236" y="63076"/>
                  <a:pt x="2315509" y="62886"/>
                </a:cubicBezTo>
                <a:cubicBezTo>
                  <a:pt x="2316783" y="62694"/>
                  <a:pt x="2318002" y="62480"/>
                  <a:pt x="2319167" y="62242"/>
                </a:cubicBezTo>
                <a:cubicBezTo>
                  <a:pt x="2320332" y="62003"/>
                  <a:pt x="2321411" y="61741"/>
                  <a:pt x="2322405" y="61454"/>
                </a:cubicBezTo>
                <a:lnTo>
                  <a:pt x="2322405" y="68117"/>
                </a:lnTo>
                <a:cubicBezTo>
                  <a:pt x="2320200" y="68752"/>
                  <a:pt x="2317707" y="69268"/>
                  <a:pt x="2314927" y="69665"/>
                </a:cubicBezTo>
                <a:cubicBezTo>
                  <a:pt x="2312147" y="70062"/>
                  <a:pt x="2309266" y="70260"/>
                  <a:pt x="2306284" y="70260"/>
                </a:cubicBezTo>
                <a:cubicBezTo>
                  <a:pt x="2302277" y="70260"/>
                  <a:pt x="2298830" y="69717"/>
                  <a:pt x="2295941" y="68629"/>
                </a:cubicBezTo>
                <a:cubicBezTo>
                  <a:pt x="2293052" y="67542"/>
                  <a:pt x="2290684" y="65966"/>
                  <a:pt x="2288836" y="63900"/>
                </a:cubicBezTo>
                <a:cubicBezTo>
                  <a:pt x="2286988" y="61835"/>
                  <a:pt x="2285621" y="59303"/>
                  <a:pt x="2284736" y="56306"/>
                </a:cubicBezTo>
                <a:cubicBezTo>
                  <a:pt x="2283850" y="53309"/>
                  <a:pt x="2283408" y="49915"/>
                  <a:pt x="2283408" y="46126"/>
                </a:cubicBezTo>
                <a:cubicBezTo>
                  <a:pt x="2283408" y="42833"/>
                  <a:pt x="2283881" y="39719"/>
                  <a:pt x="2284829" y="36784"/>
                </a:cubicBezTo>
                <a:cubicBezTo>
                  <a:pt x="2285776" y="33849"/>
                  <a:pt x="2287158" y="31271"/>
                  <a:pt x="2288975" y="29050"/>
                </a:cubicBezTo>
                <a:cubicBezTo>
                  <a:pt x="2290793" y="26829"/>
                  <a:pt x="2293021" y="25066"/>
                  <a:pt x="2295661" y="23762"/>
                </a:cubicBezTo>
                <a:cubicBezTo>
                  <a:pt x="2298302" y="22457"/>
                  <a:pt x="2301299" y="21805"/>
                  <a:pt x="2304654" y="21805"/>
                </a:cubicBezTo>
                <a:cubicBezTo>
                  <a:pt x="2307915" y="21805"/>
                  <a:pt x="2310804" y="22317"/>
                  <a:pt x="2313320" y="23342"/>
                </a:cubicBezTo>
                <a:cubicBezTo>
                  <a:pt x="2315836" y="24367"/>
                  <a:pt x="2317955" y="25820"/>
                  <a:pt x="2319679" y="27699"/>
                </a:cubicBezTo>
                <a:cubicBezTo>
                  <a:pt x="2321403" y="29578"/>
                  <a:pt x="2322708" y="31861"/>
                  <a:pt x="2323593" y="34548"/>
                </a:cubicBezTo>
                <a:cubicBezTo>
                  <a:pt x="2324478" y="37234"/>
                  <a:pt x="2324921" y="40240"/>
                  <a:pt x="2324921" y="43563"/>
                </a:cubicBezTo>
                <a:moveTo>
                  <a:pt x="2316488" y="42398"/>
                </a:moveTo>
                <a:cubicBezTo>
                  <a:pt x="2316581" y="40317"/>
                  <a:pt x="2316379" y="38415"/>
                  <a:pt x="2315882" y="36691"/>
                </a:cubicBezTo>
                <a:cubicBezTo>
                  <a:pt x="2315385" y="34967"/>
                  <a:pt x="2314616" y="33484"/>
                  <a:pt x="2313576" y="32241"/>
                </a:cubicBezTo>
                <a:cubicBezTo>
                  <a:pt x="2312535" y="30999"/>
                  <a:pt x="2311238" y="30028"/>
                  <a:pt x="2309685" y="29329"/>
                </a:cubicBezTo>
                <a:cubicBezTo>
                  <a:pt x="2308132" y="28631"/>
                  <a:pt x="2306331" y="28281"/>
                  <a:pt x="2304281" y="28281"/>
                </a:cubicBezTo>
                <a:cubicBezTo>
                  <a:pt x="2302510" y="28281"/>
                  <a:pt x="2300895" y="28623"/>
                  <a:pt x="2299435" y="29306"/>
                </a:cubicBezTo>
                <a:cubicBezTo>
                  <a:pt x="2297975" y="29989"/>
                  <a:pt x="2296717" y="30952"/>
                  <a:pt x="2295661" y="32195"/>
                </a:cubicBezTo>
                <a:cubicBezTo>
                  <a:pt x="2294605" y="33437"/>
                  <a:pt x="2293751" y="34928"/>
                  <a:pt x="2293099" y="36668"/>
                </a:cubicBezTo>
                <a:cubicBezTo>
                  <a:pt x="2292447" y="38407"/>
                  <a:pt x="2292043" y="40317"/>
                  <a:pt x="2291887" y="42398"/>
                </a:cubicBezTo>
                <a:lnTo>
                  <a:pt x="2316488" y="42398"/>
                </a:lnTo>
                <a:close/>
                <a:moveTo>
                  <a:pt x="2367321" y="69421"/>
                </a:moveTo>
                <a:lnTo>
                  <a:pt x="2367135" y="63119"/>
                </a:lnTo>
                <a:cubicBezTo>
                  <a:pt x="2364588" y="65639"/>
                  <a:pt x="2362002" y="67460"/>
                  <a:pt x="2359377" y="68580"/>
                </a:cubicBezTo>
                <a:cubicBezTo>
                  <a:pt x="2356753" y="69700"/>
                  <a:pt x="2353996" y="70260"/>
                  <a:pt x="2351107" y="70260"/>
                </a:cubicBezTo>
                <a:cubicBezTo>
                  <a:pt x="2348436" y="70260"/>
                  <a:pt x="2346153" y="69918"/>
                  <a:pt x="2344258" y="69234"/>
                </a:cubicBezTo>
                <a:cubicBezTo>
                  <a:pt x="2342364" y="68549"/>
                  <a:pt x="2340803" y="67608"/>
                  <a:pt x="2339576" y="66411"/>
                </a:cubicBezTo>
                <a:cubicBezTo>
                  <a:pt x="2338349" y="65213"/>
                  <a:pt x="2337448" y="63805"/>
                  <a:pt x="2336874" y="62187"/>
                </a:cubicBezTo>
                <a:cubicBezTo>
                  <a:pt x="2336299" y="60569"/>
                  <a:pt x="2336012" y="58811"/>
                  <a:pt x="2336012" y="56913"/>
                </a:cubicBezTo>
                <a:cubicBezTo>
                  <a:pt x="2336012" y="52215"/>
                  <a:pt x="2337759" y="48536"/>
                  <a:pt x="2341253" y="45877"/>
                </a:cubicBezTo>
                <a:cubicBezTo>
                  <a:pt x="2344748" y="43216"/>
                  <a:pt x="2349912" y="41886"/>
                  <a:pt x="2356745" y="41886"/>
                </a:cubicBezTo>
                <a:lnTo>
                  <a:pt x="2366436" y="41886"/>
                </a:lnTo>
                <a:lnTo>
                  <a:pt x="2366436" y="37800"/>
                </a:lnTo>
                <a:cubicBezTo>
                  <a:pt x="2366436" y="35046"/>
                  <a:pt x="2365551" y="32840"/>
                  <a:pt x="2363780" y="31184"/>
                </a:cubicBezTo>
                <a:cubicBezTo>
                  <a:pt x="2362010" y="29528"/>
                  <a:pt x="2359308" y="28700"/>
                  <a:pt x="2355673" y="28700"/>
                </a:cubicBezTo>
                <a:cubicBezTo>
                  <a:pt x="2353033" y="28700"/>
                  <a:pt x="2350432" y="29000"/>
                  <a:pt x="2347869" y="29599"/>
                </a:cubicBezTo>
                <a:cubicBezTo>
                  <a:pt x="2345307" y="30197"/>
                  <a:pt x="2342659" y="31047"/>
                  <a:pt x="2339925" y="32148"/>
                </a:cubicBezTo>
                <a:lnTo>
                  <a:pt x="2339925" y="24833"/>
                </a:lnTo>
                <a:cubicBezTo>
                  <a:pt x="2340950" y="24455"/>
                  <a:pt x="2342092" y="24084"/>
                  <a:pt x="2343350" y="23721"/>
                </a:cubicBezTo>
                <a:cubicBezTo>
                  <a:pt x="2344608" y="23358"/>
                  <a:pt x="2345936" y="23035"/>
                  <a:pt x="2347333" y="22751"/>
                </a:cubicBezTo>
                <a:cubicBezTo>
                  <a:pt x="2348731" y="22467"/>
                  <a:pt x="2350191" y="22238"/>
                  <a:pt x="2351713" y="22065"/>
                </a:cubicBezTo>
                <a:cubicBezTo>
                  <a:pt x="2353235" y="21892"/>
                  <a:pt x="2354773" y="21805"/>
                  <a:pt x="2356326" y="21805"/>
                </a:cubicBezTo>
                <a:cubicBezTo>
                  <a:pt x="2359152" y="21805"/>
                  <a:pt x="2361699" y="22115"/>
                  <a:pt x="2363967" y="22737"/>
                </a:cubicBezTo>
                <a:cubicBezTo>
                  <a:pt x="2366234" y="23358"/>
                  <a:pt x="2368152" y="24305"/>
                  <a:pt x="2369721" y="25579"/>
                </a:cubicBezTo>
                <a:cubicBezTo>
                  <a:pt x="2371289" y="26852"/>
                  <a:pt x="2372493" y="28452"/>
                  <a:pt x="2373332" y="30378"/>
                </a:cubicBezTo>
                <a:cubicBezTo>
                  <a:pt x="2374170" y="32304"/>
                  <a:pt x="2374590" y="34571"/>
                  <a:pt x="2374590" y="37180"/>
                </a:cubicBezTo>
                <a:lnTo>
                  <a:pt x="2374590" y="69421"/>
                </a:lnTo>
                <a:lnTo>
                  <a:pt x="2367321" y="69421"/>
                </a:lnTo>
                <a:moveTo>
                  <a:pt x="2366436" y="48083"/>
                </a:moveTo>
                <a:lnTo>
                  <a:pt x="2356139" y="48083"/>
                </a:lnTo>
                <a:cubicBezTo>
                  <a:pt x="2354120" y="48083"/>
                  <a:pt x="2352381" y="48285"/>
                  <a:pt x="2350921" y="48691"/>
                </a:cubicBezTo>
                <a:cubicBezTo>
                  <a:pt x="2349461" y="49096"/>
                  <a:pt x="2348265" y="49672"/>
                  <a:pt x="2347333" y="50419"/>
                </a:cubicBezTo>
                <a:cubicBezTo>
                  <a:pt x="2346402" y="51167"/>
                  <a:pt x="2345711" y="52063"/>
                  <a:pt x="2345260" y="53107"/>
                </a:cubicBezTo>
                <a:cubicBezTo>
                  <a:pt x="2344810" y="54151"/>
                  <a:pt x="2344585" y="55327"/>
                  <a:pt x="2344585" y="56635"/>
                </a:cubicBezTo>
                <a:cubicBezTo>
                  <a:pt x="2344585" y="57539"/>
                  <a:pt x="2344724" y="58404"/>
                  <a:pt x="2345004" y="59230"/>
                </a:cubicBezTo>
                <a:cubicBezTo>
                  <a:pt x="2345283" y="60055"/>
                  <a:pt x="2345734" y="60787"/>
                  <a:pt x="2346355" y="61425"/>
                </a:cubicBezTo>
                <a:cubicBezTo>
                  <a:pt x="2346976" y="62064"/>
                  <a:pt x="2347784" y="62570"/>
                  <a:pt x="2348778" y="62944"/>
                </a:cubicBezTo>
                <a:cubicBezTo>
                  <a:pt x="2349772" y="63318"/>
                  <a:pt x="2350983" y="63504"/>
                  <a:pt x="2352412" y="63504"/>
                </a:cubicBezTo>
                <a:cubicBezTo>
                  <a:pt x="2354276" y="63504"/>
                  <a:pt x="2356411" y="62936"/>
                  <a:pt x="2358818" y="61799"/>
                </a:cubicBezTo>
                <a:cubicBezTo>
                  <a:pt x="2361226" y="60662"/>
                  <a:pt x="2363765" y="58862"/>
                  <a:pt x="2366436" y="56401"/>
                </a:cubicBezTo>
                <a:lnTo>
                  <a:pt x="2366436" y="48083"/>
                </a:lnTo>
                <a:close/>
                <a:moveTo>
                  <a:pt x="2386752" y="47011"/>
                </a:moveTo>
                <a:cubicBezTo>
                  <a:pt x="2386752" y="43035"/>
                  <a:pt x="2387296" y="39502"/>
                  <a:pt x="2388383" y="36411"/>
                </a:cubicBezTo>
                <a:cubicBezTo>
                  <a:pt x="2389470" y="33321"/>
                  <a:pt x="2391015" y="30712"/>
                  <a:pt x="2393019" y="28584"/>
                </a:cubicBezTo>
                <a:cubicBezTo>
                  <a:pt x="2395022" y="26456"/>
                  <a:pt x="2397429" y="24841"/>
                  <a:pt x="2400240" y="23738"/>
                </a:cubicBezTo>
                <a:cubicBezTo>
                  <a:pt x="2403051" y="22636"/>
                  <a:pt x="2406181" y="22084"/>
                  <a:pt x="2409628" y="22084"/>
                </a:cubicBezTo>
                <a:cubicBezTo>
                  <a:pt x="2411119" y="22084"/>
                  <a:pt x="2412587" y="22178"/>
                  <a:pt x="2414031" y="22364"/>
                </a:cubicBezTo>
                <a:cubicBezTo>
                  <a:pt x="2415476" y="22550"/>
                  <a:pt x="2416897" y="22845"/>
                  <a:pt x="2418295" y="23249"/>
                </a:cubicBezTo>
                <a:lnTo>
                  <a:pt x="2418295" y="3541"/>
                </a:lnTo>
                <a:lnTo>
                  <a:pt x="2426448" y="3541"/>
                </a:lnTo>
                <a:lnTo>
                  <a:pt x="2426448" y="69421"/>
                </a:lnTo>
                <a:lnTo>
                  <a:pt x="2419180" y="69421"/>
                </a:lnTo>
                <a:lnTo>
                  <a:pt x="2418900" y="60569"/>
                </a:lnTo>
                <a:cubicBezTo>
                  <a:pt x="2416633" y="63862"/>
                  <a:pt x="2414179" y="66300"/>
                  <a:pt x="2411539" y="67884"/>
                </a:cubicBezTo>
                <a:cubicBezTo>
                  <a:pt x="2408899" y="69468"/>
                  <a:pt x="2406041" y="70260"/>
                  <a:pt x="2402966" y="70260"/>
                </a:cubicBezTo>
                <a:cubicBezTo>
                  <a:pt x="2400295" y="70260"/>
                  <a:pt x="2397942" y="69701"/>
                  <a:pt x="2395907" y="68583"/>
                </a:cubicBezTo>
                <a:cubicBezTo>
                  <a:pt x="2393873" y="67465"/>
                  <a:pt x="2392180" y="65888"/>
                  <a:pt x="2390829" y="63854"/>
                </a:cubicBezTo>
                <a:cubicBezTo>
                  <a:pt x="2389478" y="61819"/>
                  <a:pt x="2388460" y="59373"/>
                  <a:pt x="2387777" y="56516"/>
                </a:cubicBezTo>
                <a:cubicBezTo>
                  <a:pt x="2387094" y="53658"/>
                  <a:pt x="2386752" y="50490"/>
                  <a:pt x="2386752" y="47011"/>
                </a:cubicBezTo>
                <a:moveTo>
                  <a:pt x="2395045" y="46498"/>
                </a:moveTo>
                <a:cubicBezTo>
                  <a:pt x="2395045" y="52152"/>
                  <a:pt x="2395876" y="56368"/>
                  <a:pt x="2397538" y="59148"/>
                </a:cubicBezTo>
                <a:cubicBezTo>
                  <a:pt x="2399200" y="61928"/>
                  <a:pt x="2401553" y="63318"/>
                  <a:pt x="2404597" y="63318"/>
                </a:cubicBezTo>
                <a:cubicBezTo>
                  <a:pt x="2406647" y="63318"/>
                  <a:pt x="2408813" y="62402"/>
                  <a:pt x="2411096" y="60569"/>
                </a:cubicBezTo>
                <a:cubicBezTo>
                  <a:pt x="2413379" y="58736"/>
                  <a:pt x="2415779" y="56019"/>
                  <a:pt x="2418295" y="52416"/>
                </a:cubicBezTo>
                <a:lnTo>
                  <a:pt x="2418295" y="30704"/>
                </a:lnTo>
                <a:cubicBezTo>
                  <a:pt x="2416959" y="30083"/>
                  <a:pt x="2415483" y="29609"/>
                  <a:pt x="2413868" y="29283"/>
                </a:cubicBezTo>
                <a:cubicBezTo>
                  <a:pt x="2412253" y="28957"/>
                  <a:pt x="2410654" y="28794"/>
                  <a:pt x="2409069" y="28794"/>
                </a:cubicBezTo>
                <a:cubicBezTo>
                  <a:pt x="2404659" y="28794"/>
                  <a:pt x="2401219" y="30222"/>
                  <a:pt x="2398749" y="33080"/>
                </a:cubicBezTo>
                <a:cubicBezTo>
                  <a:pt x="2396280" y="35938"/>
                  <a:pt x="2395045" y="40410"/>
                  <a:pt x="2395045" y="46498"/>
                </a:cubicBezTo>
                <a:close/>
                <a:moveTo>
                  <a:pt x="2456921" y="29353"/>
                </a:moveTo>
                <a:lnTo>
                  <a:pt x="2443083" y="29353"/>
                </a:lnTo>
                <a:lnTo>
                  <a:pt x="2443083" y="22644"/>
                </a:lnTo>
                <a:lnTo>
                  <a:pt x="2465121" y="22644"/>
                </a:lnTo>
                <a:lnTo>
                  <a:pt x="2465121" y="62666"/>
                </a:lnTo>
                <a:lnTo>
                  <a:pt x="2479052" y="62666"/>
                </a:lnTo>
                <a:lnTo>
                  <a:pt x="2479052" y="69421"/>
                </a:lnTo>
                <a:lnTo>
                  <a:pt x="2441546" y="69421"/>
                </a:lnTo>
                <a:lnTo>
                  <a:pt x="2441546" y="62666"/>
                </a:lnTo>
                <a:lnTo>
                  <a:pt x="2456921" y="62666"/>
                </a:lnTo>
                <a:lnTo>
                  <a:pt x="2456921" y="29353"/>
                </a:lnTo>
                <a:moveTo>
                  <a:pt x="2459763" y="2982"/>
                </a:moveTo>
                <a:cubicBezTo>
                  <a:pt x="2460664" y="2982"/>
                  <a:pt x="2461502" y="3145"/>
                  <a:pt x="2462279" y="3471"/>
                </a:cubicBezTo>
                <a:cubicBezTo>
                  <a:pt x="2463056" y="3797"/>
                  <a:pt x="2463731" y="4255"/>
                  <a:pt x="2464306" y="4846"/>
                </a:cubicBezTo>
                <a:cubicBezTo>
                  <a:pt x="2464880" y="5436"/>
                  <a:pt x="2465331" y="6111"/>
                  <a:pt x="2465657" y="6872"/>
                </a:cubicBezTo>
                <a:cubicBezTo>
                  <a:pt x="2465983" y="7633"/>
                  <a:pt x="2466146" y="8464"/>
                  <a:pt x="2466146" y="9365"/>
                </a:cubicBezTo>
                <a:cubicBezTo>
                  <a:pt x="2466146" y="10235"/>
                  <a:pt x="2465983" y="11058"/>
                  <a:pt x="2465657" y="11834"/>
                </a:cubicBezTo>
                <a:cubicBezTo>
                  <a:pt x="2465331" y="12611"/>
                  <a:pt x="2464880" y="13294"/>
                  <a:pt x="2464306" y="13884"/>
                </a:cubicBezTo>
                <a:cubicBezTo>
                  <a:pt x="2463731" y="14474"/>
                  <a:pt x="2463056" y="14933"/>
                  <a:pt x="2462279" y="15259"/>
                </a:cubicBezTo>
                <a:cubicBezTo>
                  <a:pt x="2461502" y="15585"/>
                  <a:pt x="2460664" y="15748"/>
                  <a:pt x="2459763" y="15748"/>
                </a:cubicBezTo>
                <a:cubicBezTo>
                  <a:pt x="2458862" y="15748"/>
                  <a:pt x="2458024" y="15585"/>
                  <a:pt x="2457247" y="15259"/>
                </a:cubicBezTo>
                <a:cubicBezTo>
                  <a:pt x="2456471" y="14933"/>
                  <a:pt x="2455795" y="14474"/>
                  <a:pt x="2455220" y="13884"/>
                </a:cubicBezTo>
                <a:cubicBezTo>
                  <a:pt x="2454646" y="13294"/>
                  <a:pt x="2454195" y="12611"/>
                  <a:pt x="2453869" y="11834"/>
                </a:cubicBezTo>
                <a:cubicBezTo>
                  <a:pt x="2453543" y="11058"/>
                  <a:pt x="2453380" y="10235"/>
                  <a:pt x="2453380" y="9365"/>
                </a:cubicBezTo>
                <a:cubicBezTo>
                  <a:pt x="2453380" y="8464"/>
                  <a:pt x="2453543" y="7633"/>
                  <a:pt x="2453869" y="6872"/>
                </a:cubicBezTo>
                <a:cubicBezTo>
                  <a:pt x="2454195" y="6111"/>
                  <a:pt x="2454646" y="5436"/>
                  <a:pt x="2455220" y="4846"/>
                </a:cubicBezTo>
                <a:cubicBezTo>
                  <a:pt x="2455795" y="4255"/>
                  <a:pt x="2456471" y="3797"/>
                  <a:pt x="2457247" y="3471"/>
                </a:cubicBezTo>
                <a:cubicBezTo>
                  <a:pt x="2458024" y="3145"/>
                  <a:pt x="2458862" y="2982"/>
                  <a:pt x="2459763" y="2982"/>
                </a:cubicBezTo>
                <a:close/>
                <a:moveTo>
                  <a:pt x="2492845" y="22644"/>
                </a:moveTo>
                <a:lnTo>
                  <a:pt x="2500067" y="22644"/>
                </a:lnTo>
                <a:lnTo>
                  <a:pt x="2500393" y="30191"/>
                </a:lnTo>
                <a:cubicBezTo>
                  <a:pt x="2501760" y="28576"/>
                  <a:pt x="2503080" y="27233"/>
                  <a:pt x="2504353" y="26161"/>
                </a:cubicBezTo>
                <a:cubicBezTo>
                  <a:pt x="2505627" y="25090"/>
                  <a:pt x="2506877" y="24228"/>
                  <a:pt x="2508104" y="23575"/>
                </a:cubicBezTo>
                <a:cubicBezTo>
                  <a:pt x="2509331" y="22923"/>
                  <a:pt x="2510581" y="22465"/>
                  <a:pt x="2511855" y="22201"/>
                </a:cubicBezTo>
                <a:cubicBezTo>
                  <a:pt x="2513128" y="21937"/>
                  <a:pt x="2514448" y="21805"/>
                  <a:pt x="2515815" y="21805"/>
                </a:cubicBezTo>
                <a:cubicBezTo>
                  <a:pt x="2520629" y="21805"/>
                  <a:pt x="2524271" y="23226"/>
                  <a:pt x="2526741" y="26068"/>
                </a:cubicBezTo>
                <a:cubicBezTo>
                  <a:pt x="2529210" y="28910"/>
                  <a:pt x="2530445" y="33189"/>
                  <a:pt x="2530445" y="38904"/>
                </a:cubicBezTo>
                <a:lnTo>
                  <a:pt x="2530445" y="69421"/>
                </a:lnTo>
                <a:lnTo>
                  <a:pt x="2522338" y="69421"/>
                </a:lnTo>
                <a:lnTo>
                  <a:pt x="2522338" y="39556"/>
                </a:lnTo>
                <a:cubicBezTo>
                  <a:pt x="2522338" y="35891"/>
                  <a:pt x="2521654" y="33181"/>
                  <a:pt x="2520288" y="31426"/>
                </a:cubicBezTo>
                <a:cubicBezTo>
                  <a:pt x="2518921" y="29671"/>
                  <a:pt x="2516886" y="28794"/>
                  <a:pt x="2514184" y="28794"/>
                </a:cubicBezTo>
                <a:cubicBezTo>
                  <a:pt x="2513190" y="28794"/>
                  <a:pt x="2512219" y="28941"/>
                  <a:pt x="2511272" y="29236"/>
                </a:cubicBezTo>
                <a:cubicBezTo>
                  <a:pt x="2510325" y="29531"/>
                  <a:pt x="2509339" y="30044"/>
                  <a:pt x="2508314" y="30774"/>
                </a:cubicBezTo>
                <a:cubicBezTo>
                  <a:pt x="2507289" y="31504"/>
                  <a:pt x="2506178" y="32490"/>
                  <a:pt x="2504982" y="33732"/>
                </a:cubicBezTo>
                <a:cubicBezTo>
                  <a:pt x="2503786" y="34975"/>
                  <a:pt x="2502443" y="36528"/>
                  <a:pt x="2500952" y="38391"/>
                </a:cubicBezTo>
                <a:lnTo>
                  <a:pt x="2500952" y="69421"/>
                </a:lnTo>
                <a:lnTo>
                  <a:pt x="2492845" y="69421"/>
                </a:lnTo>
                <a:lnTo>
                  <a:pt x="2492845" y="22644"/>
                </a:lnTo>
                <a:close/>
                <a:moveTo>
                  <a:pt x="2578389" y="29260"/>
                </a:moveTo>
                <a:cubicBezTo>
                  <a:pt x="2579259" y="30347"/>
                  <a:pt x="2579935" y="31612"/>
                  <a:pt x="2580416" y="33057"/>
                </a:cubicBezTo>
                <a:cubicBezTo>
                  <a:pt x="2580898" y="34501"/>
                  <a:pt x="2581138" y="36062"/>
                  <a:pt x="2581138" y="37739"/>
                </a:cubicBezTo>
                <a:cubicBezTo>
                  <a:pt x="2581138" y="40162"/>
                  <a:pt x="2580696" y="42375"/>
                  <a:pt x="2579810" y="44379"/>
                </a:cubicBezTo>
                <a:cubicBezTo>
                  <a:pt x="2578925" y="46382"/>
                  <a:pt x="2577675" y="48098"/>
                  <a:pt x="2576060" y="49527"/>
                </a:cubicBezTo>
                <a:cubicBezTo>
                  <a:pt x="2574445" y="50956"/>
                  <a:pt x="2572511" y="52066"/>
                  <a:pt x="2570259" y="52858"/>
                </a:cubicBezTo>
                <a:cubicBezTo>
                  <a:pt x="2568007" y="53650"/>
                  <a:pt x="2565530" y="54046"/>
                  <a:pt x="2562828" y="54046"/>
                </a:cubicBezTo>
                <a:cubicBezTo>
                  <a:pt x="2560871" y="54046"/>
                  <a:pt x="2559038" y="53837"/>
                  <a:pt x="2557330" y="53417"/>
                </a:cubicBezTo>
                <a:cubicBezTo>
                  <a:pt x="2555622" y="52998"/>
                  <a:pt x="2554270" y="52478"/>
                  <a:pt x="2553276" y="51856"/>
                </a:cubicBezTo>
                <a:cubicBezTo>
                  <a:pt x="2552686" y="52726"/>
                  <a:pt x="2552189" y="53548"/>
                  <a:pt x="2551786" y="54321"/>
                </a:cubicBezTo>
                <a:cubicBezTo>
                  <a:pt x="2551382" y="55094"/>
                  <a:pt x="2551180" y="55959"/>
                  <a:pt x="2551180" y="56916"/>
                </a:cubicBezTo>
                <a:cubicBezTo>
                  <a:pt x="2551180" y="58089"/>
                  <a:pt x="2551747" y="59061"/>
                  <a:pt x="2552880" y="59832"/>
                </a:cubicBezTo>
                <a:cubicBezTo>
                  <a:pt x="2554014" y="60603"/>
                  <a:pt x="2555513" y="61019"/>
                  <a:pt x="2557377" y="61082"/>
                </a:cubicBezTo>
                <a:lnTo>
                  <a:pt x="2569677" y="61548"/>
                </a:lnTo>
                <a:cubicBezTo>
                  <a:pt x="2572006" y="61610"/>
                  <a:pt x="2574157" y="61905"/>
                  <a:pt x="2576130" y="62434"/>
                </a:cubicBezTo>
                <a:cubicBezTo>
                  <a:pt x="2578102" y="62963"/>
                  <a:pt x="2579795" y="63726"/>
                  <a:pt x="2581208" y="64722"/>
                </a:cubicBezTo>
                <a:cubicBezTo>
                  <a:pt x="2582621" y="65716"/>
                  <a:pt x="2583724" y="66945"/>
                  <a:pt x="2584516" y="68408"/>
                </a:cubicBezTo>
                <a:cubicBezTo>
                  <a:pt x="2585308" y="69870"/>
                  <a:pt x="2585704" y="71566"/>
                  <a:pt x="2585704" y="73495"/>
                </a:cubicBezTo>
                <a:cubicBezTo>
                  <a:pt x="2585704" y="75580"/>
                  <a:pt x="2585254" y="77556"/>
                  <a:pt x="2584353" y="79423"/>
                </a:cubicBezTo>
                <a:cubicBezTo>
                  <a:pt x="2583452" y="81289"/>
                  <a:pt x="2582062" y="82930"/>
                  <a:pt x="2580183" y="84345"/>
                </a:cubicBezTo>
                <a:cubicBezTo>
                  <a:pt x="2578304" y="85762"/>
                  <a:pt x="2575920" y="86889"/>
                  <a:pt x="2573031" y="87729"/>
                </a:cubicBezTo>
                <a:cubicBezTo>
                  <a:pt x="2570143" y="88570"/>
                  <a:pt x="2566710" y="88990"/>
                  <a:pt x="2562735" y="88990"/>
                </a:cubicBezTo>
                <a:cubicBezTo>
                  <a:pt x="2558945" y="88990"/>
                  <a:pt x="2555723" y="88687"/>
                  <a:pt x="2553067" y="88080"/>
                </a:cubicBezTo>
                <a:cubicBezTo>
                  <a:pt x="2550411" y="87473"/>
                  <a:pt x="2548229" y="86633"/>
                  <a:pt x="2546521" y="85560"/>
                </a:cubicBezTo>
                <a:cubicBezTo>
                  <a:pt x="2544812" y="84486"/>
                  <a:pt x="2543570" y="83210"/>
                  <a:pt x="2542793" y="81732"/>
                </a:cubicBezTo>
                <a:cubicBezTo>
                  <a:pt x="2542017" y="80255"/>
                  <a:pt x="2541629" y="78629"/>
                  <a:pt x="2541629" y="76856"/>
                </a:cubicBezTo>
                <a:cubicBezTo>
                  <a:pt x="2541629" y="74584"/>
                  <a:pt x="2542157" y="72593"/>
                  <a:pt x="2543213" y="70882"/>
                </a:cubicBezTo>
                <a:cubicBezTo>
                  <a:pt x="2544269" y="69172"/>
                  <a:pt x="2545899" y="67523"/>
                  <a:pt x="2548105" y="65936"/>
                </a:cubicBezTo>
                <a:cubicBezTo>
                  <a:pt x="2547297" y="65564"/>
                  <a:pt x="2546598" y="65099"/>
                  <a:pt x="2546008" y="64541"/>
                </a:cubicBezTo>
                <a:cubicBezTo>
                  <a:pt x="2545418" y="63983"/>
                  <a:pt x="2544937" y="63371"/>
                  <a:pt x="2544564" y="62705"/>
                </a:cubicBezTo>
                <a:cubicBezTo>
                  <a:pt x="2544191" y="62038"/>
                  <a:pt x="2543912" y="61333"/>
                  <a:pt x="2543725" y="60589"/>
                </a:cubicBezTo>
                <a:cubicBezTo>
                  <a:pt x="2543539" y="59845"/>
                  <a:pt x="2543446" y="59116"/>
                  <a:pt x="2543446" y="58404"/>
                </a:cubicBezTo>
                <a:cubicBezTo>
                  <a:pt x="2543446" y="56389"/>
                  <a:pt x="2543919" y="54545"/>
                  <a:pt x="2544867" y="52871"/>
                </a:cubicBezTo>
                <a:cubicBezTo>
                  <a:pt x="2545814" y="51198"/>
                  <a:pt x="2546940" y="49617"/>
                  <a:pt x="2548245" y="48129"/>
                </a:cubicBezTo>
                <a:cubicBezTo>
                  <a:pt x="2547654" y="47415"/>
                  <a:pt x="2547134" y="46716"/>
                  <a:pt x="2546684" y="46033"/>
                </a:cubicBezTo>
                <a:cubicBezTo>
                  <a:pt x="2546233" y="45349"/>
                  <a:pt x="2545845" y="44611"/>
                  <a:pt x="2545519" y="43819"/>
                </a:cubicBezTo>
                <a:cubicBezTo>
                  <a:pt x="2545193" y="43027"/>
                  <a:pt x="2544944" y="42173"/>
                  <a:pt x="2544774" y="41257"/>
                </a:cubicBezTo>
                <a:cubicBezTo>
                  <a:pt x="2544603" y="40341"/>
                  <a:pt x="2544517" y="39292"/>
                  <a:pt x="2544517" y="38112"/>
                </a:cubicBezTo>
                <a:cubicBezTo>
                  <a:pt x="2544517" y="35689"/>
                  <a:pt x="2544960" y="33476"/>
                  <a:pt x="2545845" y="31473"/>
                </a:cubicBezTo>
                <a:cubicBezTo>
                  <a:pt x="2546730" y="29469"/>
                  <a:pt x="2547973" y="27753"/>
                  <a:pt x="2549572" y="26324"/>
                </a:cubicBezTo>
                <a:cubicBezTo>
                  <a:pt x="2551172" y="24895"/>
                  <a:pt x="2553098" y="23785"/>
                  <a:pt x="2555350" y="22993"/>
                </a:cubicBezTo>
                <a:cubicBezTo>
                  <a:pt x="2557602" y="22201"/>
                  <a:pt x="2560094" y="21805"/>
                  <a:pt x="2562828" y="21805"/>
                </a:cubicBezTo>
                <a:cubicBezTo>
                  <a:pt x="2563977" y="21805"/>
                  <a:pt x="2565080" y="21883"/>
                  <a:pt x="2566136" y="22038"/>
                </a:cubicBezTo>
                <a:cubicBezTo>
                  <a:pt x="2567192" y="22193"/>
                  <a:pt x="2568124" y="22395"/>
                  <a:pt x="2568931" y="22644"/>
                </a:cubicBezTo>
                <a:lnTo>
                  <a:pt x="2585891" y="22644"/>
                </a:lnTo>
                <a:lnTo>
                  <a:pt x="2585891" y="29260"/>
                </a:lnTo>
                <a:lnTo>
                  <a:pt x="2578389" y="29260"/>
                </a:lnTo>
                <a:moveTo>
                  <a:pt x="2550248" y="76157"/>
                </a:moveTo>
                <a:cubicBezTo>
                  <a:pt x="2550248" y="78369"/>
                  <a:pt x="2551397" y="79981"/>
                  <a:pt x="2553696" y="80994"/>
                </a:cubicBezTo>
                <a:cubicBezTo>
                  <a:pt x="2555994" y="82007"/>
                  <a:pt x="2559194" y="82514"/>
                  <a:pt x="2563294" y="82514"/>
                </a:cubicBezTo>
                <a:cubicBezTo>
                  <a:pt x="2565872" y="82514"/>
                  <a:pt x="2568038" y="82280"/>
                  <a:pt x="2569793" y="81812"/>
                </a:cubicBezTo>
                <a:cubicBezTo>
                  <a:pt x="2571548" y="81345"/>
                  <a:pt x="2572961" y="80730"/>
                  <a:pt x="2574033" y="79966"/>
                </a:cubicBezTo>
                <a:cubicBezTo>
                  <a:pt x="2575105" y="79202"/>
                  <a:pt x="2575873" y="78329"/>
                  <a:pt x="2576339" y="77348"/>
                </a:cubicBezTo>
                <a:cubicBezTo>
                  <a:pt x="2576805" y="76367"/>
                  <a:pt x="2577038" y="75361"/>
                  <a:pt x="2577038" y="74333"/>
                </a:cubicBezTo>
                <a:cubicBezTo>
                  <a:pt x="2577038" y="72431"/>
                  <a:pt x="2576262" y="71028"/>
                  <a:pt x="2574709" y="70125"/>
                </a:cubicBezTo>
                <a:cubicBezTo>
                  <a:pt x="2573156" y="69221"/>
                  <a:pt x="2570779" y="68692"/>
                  <a:pt x="2567580" y="68536"/>
                </a:cubicBezTo>
                <a:lnTo>
                  <a:pt x="2555373" y="68117"/>
                </a:lnTo>
                <a:cubicBezTo>
                  <a:pt x="2554348" y="68802"/>
                  <a:pt x="2553502" y="69472"/>
                  <a:pt x="2552834" y="70126"/>
                </a:cubicBezTo>
                <a:cubicBezTo>
                  <a:pt x="2552166" y="70781"/>
                  <a:pt x="2551646" y="71444"/>
                  <a:pt x="2551273" y="72114"/>
                </a:cubicBezTo>
                <a:cubicBezTo>
                  <a:pt x="2550900" y="72783"/>
                  <a:pt x="2550636" y="73453"/>
                  <a:pt x="2550481" y="74123"/>
                </a:cubicBezTo>
                <a:cubicBezTo>
                  <a:pt x="2550326" y="74794"/>
                  <a:pt x="2550248" y="75472"/>
                  <a:pt x="2550248" y="76157"/>
                </a:cubicBezTo>
                <a:moveTo>
                  <a:pt x="2552717" y="37926"/>
                </a:moveTo>
                <a:cubicBezTo>
                  <a:pt x="2552717" y="39416"/>
                  <a:pt x="2552966" y="40783"/>
                  <a:pt x="2553463" y="42026"/>
                </a:cubicBezTo>
                <a:cubicBezTo>
                  <a:pt x="2553960" y="43268"/>
                  <a:pt x="2554659" y="44324"/>
                  <a:pt x="2555559" y="45194"/>
                </a:cubicBezTo>
                <a:cubicBezTo>
                  <a:pt x="2556460" y="46064"/>
                  <a:pt x="2557524" y="46739"/>
                  <a:pt x="2558751" y="47221"/>
                </a:cubicBezTo>
                <a:cubicBezTo>
                  <a:pt x="2559978" y="47702"/>
                  <a:pt x="2561337" y="47943"/>
                  <a:pt x="2562828" y="47943"/>
                </a:cubicBezTo>
                <a:cubicBezTo>
                  <a:pt x="2564443" y="47943"/>
                  <a:pt x="2565880" y="47671"/>
                  <a:pt x="2567137" y="47127"/>
                </a:cubicBezTo>
                <a:cubicBezTo>
                  <a:pt x="2568395" y="46584"/>
                  <a:pt x="2569452" y="45846"/>
                  <a:pt x="2570306" y="44914"/>
                </a:cubicBezTo>
                <a:cubicBezTo>
                  <a:pt x="2571160" y="43982"/>
                  <a:pt x="2571812" y="42911"/>
                  <a:pt x="2572263" y="41699"/>
                </a:cubicBezTo>
                <a:cubicBezTo>
                  <a:pt x="2572713" y="40488"/>
                  <a:pt x="2572938" y="39230"/>
                  <a:pt x="2572938" y="37926"/>
                </a:cubicBezTo>
                <a:cubicBezTo>
                  <a:pt x="2572938" y="36435"/>
                  <a:pt x="2572690" y="35068"/>
                  <a:pt x="2572193" y="33826"/>
                </a:cubicBezTo>
                <a:cubicBezTo>
                  <a:pt x="2571696" y="32583"/>
                  <a:pt x="2570997" y="31527"/>
                  <a:pt x="2570096" y="30657"/>
                </a:cubicBezTo>
                <a:cubicBezTo>
                  <a:pt x="2569195" y="29788"/>
                  <a:pt x="2568131" y="29112"/>
                  <a:pt x="2566905" y="28631"/>
                </a:cubicBezTo>
                <a:cubicBezTo>
                  <a:pt x="2565678" y="28149"/>
                  <a:pt x="2564319" y="27908"/>
                  <a:pt x="2562828" y="27908"/>
                </a:cubicBezTo>
                <a:cubicBezTo>
                  <a:pt x="2561213" y="27908"/>
                  <a:pt x="2559776" y="28188"/>
                  <a:pt x="2558518" y="28747"/>
                </a:cubicBezTo>
                <a:cubicBezTo>
                  <a:pt x="2557260" y="29306"/>
                  <a:pt x="2556204" y="30044"/>
                  <a:pt x="2555350" y="30960"/>
                </a:cubicBezTo>
                <a:cubicBezTo>
                  <a:pt x="2554496" y="31876"/>
                  <a:pt x="2553843" y="32940"/>
                  <a:pt x="2553393" y="34152"/>
                </a:cubicBezTo>
                <a:cubicBezTo>
                  <a:pt x="2552943" y="35363"/>
                  <a:pt x="2552717" y="36621"/>
                  <a:pt x="2552717" y="37926"/>
                </a:cubicBezTo>
                <a:close/>
                <a:moveTo>
                  <a:pt x="2672814" y="3541"/>
                </a:moveTo>
                <a:lnTo>
                  <a:pt x="2671463" y="25439"/>
                </a:lnTo>
                <a:lnTo>
                  <a:pt x="2663450" y="25439"/>
                </a:lnTo>
                <a:lnTo>
                  <a:pt x="2662145" y="3541"/>
                </a:lnTo>
                <a:lnTo>
                  <a:pt x="2672814" y="3541"/>
                </a:lnTo>
                <a:close/>
                <a:moveTo>
                  <a:pt x="2734224" y="29260"/>
                </a:moveTo>
                <a:cubicBezTo>
                  <a:pt x="2735094" y="30347"/>
                  <a:pt x="2735769" y="31612"/>
                  <a:pt x="2736251" y="33057"/>
                </a:cubicBezTo>
                <a:cubicBezTo>
                  <a:pt x="2736732" y="34501"/>
                  <a:pt x="2736973" y="36062"/>
                  <a:pt x="2736973" y="37739"/>
                </a:cubicBezTo>
                <a:cubicBezTo>
                  <a:pt x="2736973" y="40162"/>
                  <a:pt x="2736530" y="42375"/>
                  <a:pt x="2735645" y="44379"/>
                </a:cubicBezTo>
                <a:cubicBezTo>
                  <a:pt x="2734760" y="46382"/>
                  <a:pt x="2733510" y="48098"/>
                  <a:pt x="2731894" y="49527"/>
                </a:cubicBezTo>
                <a:cubicBezTo>
                  <a:pt x="2730279" y="50956"/>
                  <a:pt x="2728346" y="52066"/>
                  <a:pt x="2726094" y="52858"/>
                </a:cubicBezTo>
                <a:cubicBezTo>
                  <a:pt x="2723842" y="53650"/>
                  <a:pt x="2721365" y="54046"/>
                  <a:pt x="2718662" y="54046"/>
                </a:cubicBezTo>
                <a:cubicBezTo>
                  <a:pt x="2716706" y="54046"/>
                  <a:pt x="2714873" y="53837"/>
                  <a:pt x="2713165" y="53417"/>
                </a:cubicBezTo>
                <a:cubicBezTo>
                  <a:pt x="2711456" y="52998"/>
                  <a:pt x="2710105" y="52478"/>
                  <a:pt x="2709111" y="51856"/>
                </a:cubicBezTo>
                <a:cubicBezTo>
                  <a:pt x="2708521" y="52726"/>
                  <a:pt x="2708024" y="53548"/>
                  <a:pt x="2707620" y="54321"/>
                </a:cubicBezTo>
                <a:cubicBezTo>
                  <a:pt x="2707216" y="55094"/>
                  <a:pt x="2707014" y="55959"/>
                  <a:pt x="2707014" y="56916"/>
                </a:cubicBezTo>
                <a:cubicBezTo>
                  <a:pt x="2707014" y="58089"/>
                  <a:pt x="2707581" y="59061"/>
                  <a:pt x="2708715" y="59832"/>
                </a:cubicBezTo>
                <a:cubicBezTo>
                  <a:pt x="2709849" y="60603"/>
                  <a:pt x="2711347" y="61019"/>
                  <a:pt x="2713211" y="61082"/>
                </a:cubicBezTo>
                <a:lnTo>
                  <a:pt x="2725511" y="61548"/>
                </a:lnTo>
                <a:cubicBezTo>
                  <a:pt x="2727841" y="61610"/>
                  <a:pt x="2729992" y="61905"/>
                  <a:pt x="2731964" y="62434"/>
                </a:cubicBezTo>
                <a:cubicBezTo>
                  <a:pt x="2733937" y="62963"/>
                  <a:pt x="2735629" y="63726"/>
                  <a:pt x="2737043" y="64722"/>
                </a:cubicBezTo>
                <a:cubicBezTo>
                  <a:pt x="2738456" y="65716"/>
                  <a:pt x="2739559" y="66945"/>
                  <a:pt x="2740351" y="68408"/>
                </a:cubicBezTo>
                <a:cubicBezTo>
                  <a:pt x="2741143" y="69870"/>
                  <a:pt x="2741539" y="71566"/>
                  <a:pt x="2741539" y="73495"/>
                </a:cubicBezTo>
                <a:cubicBezTo>
                  <a:pt x="2741539" y="75580"/>
                  <a:pt x="2741088" y="77556"/>
                  <a:pt x="2740188" y="79423"/>
                </a:cubicBezTo>
                <a:cubicBezTo>
                  <a:pt x="2739287" y="81289"/>
                  <a:pt x="2737897" y="82930"/>
                  <a:pt x="2736018" y="84345"/>
                </a:cubicBezTo>
                <a:cubicBezTo>
                  <a:pt x="2734139" y="85762"/>
                  <a:pt x="2731755" y="86889"/>
                  <a:pt x="2728866" y="87729"/>
                </a:cubicBezTo>
                <a:cubicBezTo>
                  <a:pt x="2725977" y="88570"/>
                  <a:pt x="2722545" y="88990"/>
                  <a:pt x="2718569" y="88990"/>
                </a:cubicBezTo>
                <a:cubicBezTo>
                  <a:pt x="2714780" y="88990"/>
                  <a:pt x="2711557" y="88687"/>
                  <a:pt x="2708901" y="88080"/>
                </a:cubicBezTo>
                <a:cubicBezTo>
                  <a:pt x="2706246" y="87473"/>
                  <a:pt x="2704064" y="86633"/>
                  <a:pt x="2702355" y="85560"/>
                </a:cubicBezTo>
                <a:cubicBezTo>
                  <a:pt x="2700647" y="84486"/>
                  <a:pt x="2699405" y="83210"/>
                  <a:pt x="2698628" y="81732"/>
                </a:cubicBezTo>
                <a:cubicBezTo>
                  <a:pt x="2697851" y="80255"/>
                  <a:pt x="2697463" y="78629"/>
                  <a:pt x="2697463" y="76856"/>
                </a:cubicBezTo>
                <a:cubicBezTo>
                  <a:pt x="2697463" y="74584"/>
                  <a:pt x="2697991" y="72593"/>
                  <a:pt x="2699047" y="70882"/>
                </a:cubicBezTo>
                <a:cubicBezTo>
                  <a:pt x="2700103" y="69172"/>
                  <a:pt x="2701734" y="67523"/>
                  <a:pt x="2703939" y="65936"/>
                </a:cubicBezTo>
                <a:cubicBezTo>
                  <a:pt x="2703132" y="65564"/>
                  <a:pt x="2702433" y="65099"/>
                  <a:pt x="2701843" y="64541"/>
                </a:cubicBezTo>
                <a:cubicBezTo>
                  <a:pt x="2701253" y="63983"/>
                  <a:pt x="2700771" y="63371"/>
                  <a:pt x="2700398" y="62705"/>
                </a:cubicBezTo>
                <a:cubicBezTo>
                  <a:pt x="2700026" y="62038"/>
                  <a:pt x="2699746" y="61333"/>
                  <a:pt x="2699560" y="60589"/>
                </a:cubicBezTo>
                <a:cubicBezTo>
                  <a:pt x="2699373" y="59845"/>
                  <a:pt x="2699280" y="59116"/>
                  <a:pt x="2699280" y="58404"/>
                </a:cubicBezTo>
                <a:cubicBezTo>
                  <a:pt x="2699280" y="56389"/>
                  <a:pt x="2699754" y="54545"/>
                  <a:pt x="2700701" y="52871"/>
                </a:cubicBezTo>
                <a:cubicBezTo>
                  <a:pt x="2701649" y="51198"/>
                  <a:pt x="2702775" y="49617"/>
                  <a:pt x="2704079" y="48129"/>
                </a:cubicBezTo>
                <a:cubicBezTo>
                  <a:pt x="2703489" y="47415"/>
                  <a:pt x="2702969" y="46716"/>
                  <a:pt x="2702518" y="46033"/>
                </a:cubicBezTo>
                <a:cubicBezTo>
                  <a:pt x="2702068" y="45349"/>
                  <a:pt x="2701680" y="44611"/>
                  <a:pt x="2701354" y="43819"/>
                </a:cubicBezTo>
                <a:cubicBezTo>
                  <a:pt x="2701027" y="43027"/>
                  <a:pt x="2700779" y="42173"/>
                  <a:pt x="2700608" y="41257"/>
                </a:cubicBezTo>
                <a:cubicBezTo>
                  <a:pt x="2700437" y="40341"/>
                  <a:pt x="2700352" y="39292"/>
                  <a:pt x="2700352" y="38112"/>
                </a:cubicBezTo>
                <a:cubicBezTo>
                  <a:pt x="2700352" y="35689"/>
                  <a:pt x="2700794" y="33476"/>
                  <a:pt x="2701680" y="31473"/>
                </a:cubicBezTo>
                <a:cubicBezTo>
                  <a:pt x="2702565" y="29469"/>
                  <a:pt x="2703807" y="27753"/>
                  <a:pt x="2705407" y="26324"/>
                </a:cubicBezTo>
                <a:cubicBezTo>
                  <a:pt x="2707007" y="24895"/>
                  <a:pt x="2708932" y="23785"/>
                  <a:pt x="2711184" y="22993"/>
                </a:cubicBezTo>
                <a:cubicBezTo>
                  <a:pt x="2713436" y="22201"/>
                  <a:pt x="2715929" y="21805"/>
                  <a:pt x="2718662" y="21805"/>
                </a:cubicBezTo>
                <a:cubicBezTo>
                  <a:pt x="2719812" y="21805"/>
                  <a:pt x="2720914" y="21883"/>
                  <a:pt x="2721970" y="22038"/>
                </a:cubicBezTo>
                <a:cubicBezTo>
                  <a:pt x="2723026" y="22193"/>
                  <a:pt x="2723958" y="22395"/>
                  <a:pt x="2724766" y="22644"/>
                </a:cubicBezTo>
                <a:lnTo>
                  <a:pt x="2741725" y="22644"/>
                </a:lnTo>
                <a:lnTo>
                  <a:pt x="2741725" y="29260"/>
                </a:lnTo>
                <a:lnTo>
                  <a:pt x="2734224" y="29260"/>
                </a:lnTo>
                <a:moveTo>
                  <a:pt x="2706083" y="76157"/>
                </a:moveTo>
                <a:cubicBezTo>
                  <a:pt x="2706083" y="78369"/>
                  <a:pt x="2707232" y="79981"/>
                  <a:pt x="2709530" y="80994"/>
                </a:cubicBezTo>
                <a:cubicBezTo>
                  <a:pt x="2711829" y="82007"/>
                  <a:pt x="2715028" y="82514"/>
                  <a:pt x="2719128" y="82514"/>
                </a:cubicBezTo>
                <a:cubicBezTo>
                  <a:pt x="2721706" y="82514"/>
                  <a:pt x="2723873" y="82280"/>
                  <a:pt x="2725628" y="81812"/>
                </a:cubicBezTo>
                <a:cubicBezTo>
                  <a:pt x="2727383" y="81345"/>
                  <a:pt x="2728796" y="80730"/>
                  <a:pt x="2729868" y="79966"/>
                </a:cubicBezTo>
                <a:cubicBezTo>
                  <a:pt x="2730939" y="79202"/>
                  <a:pt x="2731708" y="78329"/>
                  <a:pt x="2732174" y="77348"/>
                </a:cubicBezTo>
                <a:cubicBezTo>
                  <a:pt x="2732640" y="76367"/>
                  <a:pt x="2732873" y="75361"/>
                  <a:pt x="2732873" y="74333"/>
                </a:cubicBezTo>
                <a:cubicBezTo>
                  <a:pt x="2732873" y="72431"/>
                  <a:pt x="2732096" y="71028"/>
                  <a:pt x="2730543" y="70125"/>
                </a:cubicBezTo>
                <a:cubicBezTo>
                  <a:pt x="2728990" y="69221"/>
                  <a:pt x="2726614" y="68692"/>
                  <a:pt x="2723415" y="68536"/>
                </a:cubicBezTo>
                <a:lnTo>
                  <a:pt x="2711208" y="68117"/>
                </a:lnTo>
                <a:cubicBezTo>
                  <a:pt x="2710183" y="68802"/>
                  <a:pt x="2709336" y="69472"/>
                  <a:pt x="2708668" y="70126"/>
                </a:cubicBezTo>
                <a:cubicBezTo>
                  <a:pt x="2708001" y="70781"/>
                  <a:pt x="2707480" y="71444"/>
                  <a:pt x="2707108" y="72114"/>
                </a:cubicBezTo>
                <a:cubicBezTo>
                  <a:pt x="2706735" y="72783"/>
                  <a:pt x="2706471" y="73453"/>
                  <a:pt x="2706316" y="74123"/>
                </a:cubicBezTo>
                <a:cubicBezTo>
                  <a:pt x="2706160" y="74794"/>
                  <a:pt x="2706083" y="75472"/>
                  <a:pt x="2706083" y="76157"/>
                </a:cubicBezTo>
                <a:moveTo>
                  <a:pt x="2708552" y="37926"/>
                </a:moveTo>
                <a:cubicBezTo>
                  <a:pt x="2708552" y="39416"/>
                  <a:pt x="2708800" y="40783"/>
                  <a:pt x="2709297" y="42026"/>
                </a:cubicBezTo>
                <a:cubicBezTo>
                  <a:pt x="2709794" y="43268"/>
                  <a:pt x="2710493" y="44324"/>
                  <a:pt x="2711394" y="45194"/>
                </a:cubicBezTo>
                <a:cubicBezTo>
                  <a:pt x="2712295" y="46064"/>
                  <a:pt x="2713359" y="46739"/>
                  <a:pt x="2714586" y="47221"/>
                </a:cubicBezTo>
                <a:cubicBezTo>
                  <a:pt x="2715813" y="47702"/>
                  <a:pt x="2717171" y="47943"/>
                  <a:pt x="2718662" y="47943"/>
                </a:cubicBezTo>
                <a:cubicBezTo>
                  <a:pt x="2720278" y="47943"/>
                  <a:pt x="2721714" y="47671"/>
                  <a:pt x="2722972" y="47127"/>
                </a:cubicBezTo>
                <a:cubicBezTo>
                  <a:pt x="2724230" y="46584"/>
                  <a:pt x="2725286" y="45846"/>
                  <a:pt x="2726140" y="44914"/>
                </a:cubicBezTo>
                <a:cubicBezTo>
                  <a:pt x="2726995" y="43982"/>
                  <a:pt x="2727647" y="42911"/>
                  <a:pt x="2728097" y="41699"/>
                </a:cubicBezTo>
                <a:cubicBezTo>
                  <a:pt x="2728548" y="40488"/>
                  <a:pt x="2728773" y="39230"/>
                  <a:pt x="2728773" y="37926"/>
                </a:cubicBezTo>
                <a:cubicBezTo>
                  <a:pt x="2728773" y="36435"/>
                  <a:pt x="2728524" y="35068"/>
                  <a:pt x="2728027" y="33826"/>
                </a:cubicBezTo>
                <a:cubicBezTo>
                  <a:pt x="2727530" y="32583"/>
                  <a:pt x="2726831" y="31527"/>
                  <a:pt x="2725931" y="30657"/>
                </a:cubicBezTo>
                <a:cubicBezTo>
                  <a:pt x="2725030" y="29788"/>
                  <a:pt x="2723966" y="29112"/>
                  <a:pt x="2722739" y="28631"/>
                </a:cubicBezTo>
                <a:cubicBezTo>
                  <a:pt x="2721512" y="28149"/>
                  <a:pt x="2720153" y="27908"/>
                  <a:pt x="2718662" y="27908"/>
                </a:cubicBezTo>
                <a:cubicBezTo>
                  <a:pt x="2717047" y="27908"/>
                  <a:pt x="2715611" y="28188"/>
                  <a:pt x="2714353" y="28747"/>
                </a:cubicBezTo>
                <a:cubicBezTo>
                  <a:pt x="2713095" y="29306"/>
                  <a:pt x="2712039" y="30044"/>
                  <a:pt x="2711184" y="30960"/>
                </a:cubicBezTo>
                <a:cubicBezTo>
                  <a:pt x="2710330" y="31876"/>
                  <a:pt x="2709678" y="32940"/>
                  <a:pt x="2709228" y="34152"/>
                </a:cubicBezTo>
                <a:cubicBezTo>
                  <a:pt x="2708777" y="35363"/>
                  <a:pt x="2708552" y="36621"/>
                  <a:pt x="2708552" y="37926"/>
                </a:cubicBezTo>
                <a:close/>
                <a:moveTo>
                  <a:pt x="2791906" y="43563"/>
                </a:moveTo>
                <a:cubicBezTo>
                  <a:pt x="2791906" y="44712"/>
                  <a:pt x="2791891" y="45675"/>
                  <a:pt x="2791860" y="46452"/>
                </a:cubicBezTo>
                <a:cubicBezTo>
                  <a:pt x="2791829" y="47228"/>
                  <a:pt x="2791782" y="47958"/>
                  <a:pt x="2791720" y="48642"/>
                </a:cubicBezTo>
                <a:lnTo>
                  <a:pt x="2758873" y="48642"/>
                </a:lnTo>
                <a:cubicBezTo>
                  <a:pt x="2758873" y="53425"/>
                  <a:pt x="2760209" y="57098"/>
                  <a:pt x="2762880" y="59661"/>
                </a:cubicBezTo>
                <a:cubicBezTo>
                  <a:pt x="2765551" y="62223"/>
                  <a:pt x="2769403" y="63504"/>
                  <a:pt x="2774435" y="63504"/>
                </a:cubicBezTo>
                <a:cubicBezTo>
                  <a:pt x="2775801" y="63504"/>
                  <a:pt x="2777168" y="63449"/>
                  <a:pt x="2778535" y="63338"/>
                </a:cubicBezTo>
                <a:cubicBezTo>
                  <a:pt x="2779901" y="63227"/>
                  <a:pt x="2781221" y="63076"/>
                  <a:pt x="2782495" y="62886"/>
                </a:cubicBezTo>
                <a:cubicBezTo>
                  <a:pt x="2783768" y="62694"/>
                  <a:pt x="2784988" y="62480"/>
                  <a:pt x="2786152" y="62242"/>
                </a:cubicBezTo>
                <a:cubicBezTo>
                  <a:pt x="2787317" y="62003"/>
                  <a:pt x="2788397" y="61741"/>
                  <a:pt x="2789390" y="61454"/>
                </a:cubicBezTo>
                <a:lnTo>
                  <a:pt x="2789390" y="68117"/>
                </a:lnTo>
                <a:cubicBezTo>
                  <a:pt x="2787185" y="68752"/>
                  <a:pt x="2784692" y="69268"/>
                  <a:pt x="2781913" y="69665"/>
                </a:cubicBezTo>
                <a:cubicBezTo>
                  <a:pt x="2779133" y="70062"/>
                  <a:pt x="2776252" y="70260"/>
                  <a:pt x="2773270" y="70260"/>
                </a:cubicBezTo>
                <a:cubicBezTo>
                  <a:pt x="2769263" y="70260"/>
                  <a:pt x="2765815" y="69717"/>
                  <a:pt x="2762926" y="68629"/>
                </a:cubicBezTo>
                <a:cubicBezTo>
                  <a:pt x="2760038" y="67542"/>
                  <a:pt x="2757669" y="65966"/>
                  <a:pt x="2755821" y="63900"/>
                </a:cubicBezTo>
                <a:cubicBezTo>
                  <a:pt x="2753973" y="61835"/>
                  <a:pt x="2752606" y="59303"/>
                  <a:pt x="2751721" y="56306"/>
                </a:cubicBezTo>
                <a:cubicBezTo>
                  <a:pt x="2750836" y="53309"/>
                  <a:pt x="2750393" y="49915"/>
                  <a:pt x="2750393" y="46126"/>
                </a:cubicBezTo>
                <a:cubicBezTo>
                  <a:pt x="2750393" y="42833"/>
                  <a:pt x="2750867" y="39719"/>
                  <a:pt x="2751814" y="36784"/>
                </a:cubicBezTo>
                <a:cubicBezTo>
                  <a:pt x="2752762" y="33849"/>
                  <a:pt x="2754144" y="31271"/>
                  <a:pt x="2755961" y="29050"/>
                </a:cubicBezTo>
                <a:cubicBezTo>
                  <a:pt x="2757778" y="26829"/>
                  <a:pt x="2760007" y="25066"/>
                  <a:pt x="2762647" y="23762"/>
                </a:cubicBezTo>
                <a:cubicBezTo>
                  <a:pt x="2765287" y="22457"/>
                  <a:pt x="2768284" y="21805"/>
                  <a:pt x="2771639" y="21805"/>
                </a:cubicBezTo>
                <a:cubicBezTo>
                  <a:pt x="2774900" y="21805"/>
                  <a:pt x="2777789" y="22317"/>
                  <a:pt x="2780305" y="23342"/>
                </a:cubicBezTo>
                <a:cubicBezTo>
                  <a:pt x="2782821" y="24367"/>
                  <a:pt x="2784941" y="25820"/>
                  <a:pt x="2786665" y="27699"/>
                </a:cubicBezTo>
                <a:cubicBezTo>
                  <a:pt x="2788389" y="29578"/>
                  <a:pt x="2789693" y="31861"/>
                  <a:pt x="2790579" y="34548"/>
                </a:cubicBezTo>
                <a:cubicBezTo>
                  <a:pt x="2791464" y="37234"/>
                  <a:pt x="2791906" y="40240"/>
                  <a:pt x="2791906" y="43563"/>
                </a:cubicBezTo>
                <a:moveTo>
                  <a:pt x="2783473" y="42398"/>
                </a:moveTo>
                <a:cubicBezTo>
                  <a:pt x="2783567" y="40317"/>
                  <a:pt x="2783365" y="38415"/>
                  <a:pt x="2782868" y="36691"/>
                </a:cubicBezTo>
                <a:cubicBezTo>
                  <a:pt x="2782371" y="34967"/>
                  <a:pt x="2781602" y="33484"/>
                  <a:pt x="2780561" y="32241"/>
                </a:cubicBezTo>
                <a:cubicBezTo>
                  <a:pt x="2779521" y="30999"/>
                  <a:pt x="2778224" y="30028"/>
                  <a:pt x="2776671" y="29329"/>
                </a:cubicBezTo>
                <a:cubicBezTo>
                  <a:pt x="2775118" y="28631"/>
                  <a:pt x="2773316" y="28281"/>
                  <a:pt x="2771266" y="28281"/>
                </a:cubicBezTo>
                <a:cubicBezTo>
                  <a:pt x="2769496" y="28281"/>
                  <a:pt x="2767881" y="28623"/>
                  <a:pt x="2766421" y="29306"/>
                </a:cubicBezTo>
                <a:cubicBezTo>
                  <a:pt x="2764961" y="29989"/>
                  <a:pt x="2763703" y="30952"/>
                  <a:pt x="2762647" y="32195"/>
                </a:cubicBezTo>
                <a:cubicBezTo>
                  <a:pt x="2761591" y="33437"/>
                  <a:pt x="2760737" y="34928"/>
                  <a:pt x="2760084" y="36668"/>
                </a:cubicBezTo>
                <a:cubicBezTo>
                  <a:pt x="2759432" y="38407"/>
                  <a:pt x="2759028" y="40317"/>
                  <a:pt x="2758873" y="42398"/>
                </a:cubicBezTo>
                <a:lnTo>
                  <a:pt x="2783473" y="42398"/>
                </a:lnTo>
                <a:close/>
                <a:moveTo>
                  <a:pt x="2841948" y="68723"/>
                </a:moveTo>
                <a:cubicBezTo>
                  <a:pt x="2840115" y="69205"/>
                  <a:pt x="2838220" y="69551"/>
                  <a:pt x="2836264" y="69759"/>
                </a:cubicBezTo>
                <a:cubicBezTo>
                  <a:pt x="2834307" y="69969"/>
                  <a:pt x="2832319" y="70074"/>
                  <a:pt x="2830300" y="70074"/>
                </a:cubicBezTo>
                <a:cubicBezTo>
                  <a:pt x="2824429" y="70074"/>
                  <a:pt x="2820050" y="68746"/>
                  <a:pt x="2817161" y="66090"/>
                </a:cubicBezTo>
                <a:cubicBezTo>
                  <a:pt x="2814272" y="63434"/>
                  <a:pt x="2812828" y="59358"/>
                  <a:pt x="2812828" y="53860"/>
                </a:cubicBezTo>
                <a:lnTo>
                  <a:pt x="2812828" y="29446"/>
                </a:lnTo>
                <a:lnTo>
                  <a:pt x="2799736" y="29446"/>
                </a:lnTo>
                <a:lnTo>
                  <a:pt x="2799736" y="22644"/>
                </a:lnTo>
                <a:lnTo>
                  <a:pt x="2812828" y="22644"/>
                </a:lnTo>
                <a:lnTo>
                  <a:pt x="2812828" y="9743"/>
                </a:lnTo>
                <a:lnTo>
                  <a:pt x="2820935" y="7641"/>
                </a:lnTo>
                <a:lnTo>
                  <a:pt x="2820935" y="22644"/>
                </a:lnTo>
                <a:lnTo>
                  <a:pt x="2841948" y="22644"/>
                </a:lnTo>
                <a:lnTo>
                  <a:pt x="2841948" y="29446"/>
                </a:lnTo>
                <a:lnTo>
                  <a:pt x="2820935" y="29446"/>
                </a:lnTo>
                <a:lnTo>
                  <a:pt x="2820935" y="53208"/>
                </a:lnTo>
                <a:cubicBezTo>
                  <a:pt x="2820935" y="56562"/>
                  <a:pt x="2821828" y="59070"/>
                  <a:pt x="2823614" y="60732"/>
                </a:cubicBezTo>
                <a:cubicBezTo>
                  <a:pt x="2825400" y="62394"/>
                  <a:pt x="2828032" y="63225"/>
                  <a:pt x="2831511" y="63225"/>
                </a:cubicBezTo>
                <a:cubicBezTo>
                  <a:pt x="2833002" y="63225"/>
                  <a:pt x="2834633" y="63105"/>
                  <a:pt x="2836403" y="62865"/>
                </a:cubicBezTo>
                <a:cubicBezTo>
                  <a:pt x="2838174" y="62624"/>
                  <a:pt x="2840022" y="62247"/>
                  <a:pt x="2841948" y="61734"/>
                </a:cubicBezTo>
                <a:lnTo>
                  <a:pt x="2841948" y="68723"/>
                </a:lnTo>
                <a:close/>
                <a:moveTo>
                  <a:pt x="2870697" y="15468"/>
                </a:moveTo>
                <a:lnTo>
                  <a:pt x="2856673" y="15468"/>
                </a:lnTo>
                <a:lnTo>
                  <a:pt x="2856673" y="8480"/>
                </a:lnTo>
                <a:lnTo>
                  <a:pt x="2893107" y="8480"/>
                </a:lnTo>
                <a:lnTo>
                  <a:pt x="2893107" y="15468"/>
                </a:lnTo>
                <a:lnTo>
                  <a:pt x="2879083" y="15468"/>
                </a:lnTo>
                <a:lnTo>
                  <a:pt x="2879083" y="62340"/>
                </a:lnTo>
                <a:lnTo>
                  <a:pt x="2893107" y="62340"/>
                </a:lnTo>
                <a:lnTo>
                  <a:pt x="2893107" y="69421"/>
                </a:lnTo>
                <a:lnTo>
                  <a:pt x="2856673" y="69421"/>
                </a:lnTo>
                <a:lnTo>
                  <a:pt x="2856673" y="62340"/>
                </a:lnTo>
                <a:lnTo>
                  <a:pt x="2870697" y="62340"/>
                </a:lnTo>
                <a:lnTo>
                  <a:pt x="2870697" y="15468"/>
                </a:lnTo>
                <a:close/>
                <a:moveTo>
                  <a:pt x="2907972" y="22644"/>
                </a:moveTo>
                <a:lnTo>
                  <a:pt x="2915194" y="22644"/>
                </a:lnTo>
                <a:lnTo>
                  <a:pt x="2915520" y="30191"/>
                </a:lnTo>
                <a:cubicBezTo>
                  <a:pt x="2916887" y="28576"/>
                  <a:pt x="2918207" y="27233"/>
                  <a:pt x="2919480" y="26161"/>
                </a:cubicBezTo>
                <a:cubicBezTo>
                  <a:pt x="2920754" y="25090"/>
                  <a:pt x="2922004" y="24228"/>
                  <a:pt x="2923231" y="23575"/>
                </a:cubicBezTo>
                <a:cubicBezTo>
                  <a:pt x="2924458" y="22923"/>
                  <a:pt x="2925708" y="22465"/>
                  <a:pt x="2926982" y="22201"/>
                </a:cubicBezTo>
                <a:cubicBezTo>
                  <a:pt x="2928255" y="21937"/>
                  <a:pt x="2929575" y="21805"/>
                  <a:pt x="2930942" y="21805"/>
                </a:cubicBezTo>
                <a:cubicBezTo>
                  <a:pt x="2935756" y="21805"/>
                  <a:pt x="2939398" y="23226"/>
                  <a:pt x="2941868" y="26068"/>
                </a:cubicBezTo>
                <a:cubicBezTo>
                  <a:pt x="2944337" y="28910"/>
                  <a:pt x="2945572" y="33189"/>
                  <a:pt x="2945572" y="38904"/>
                </a:cubicBezTo>
                <a:lnTo>
                  <a:pt x="2945572" y="69421"/>
                </a:lnTo>
                <a:lnTo>
                  <a:pt x="2937465" y="69421"/>
                </a:lnTo>
                <a:lnTo>
                  <a:pt x="2937465" y="39556"/>
                </a:lnTo>
                <a:cubicBezTo>
                  <a:pt x="2937465" y="35891"/>
                  <a:pt x="2936781" y="33181"/>
                  <a:pt x="2935415" y="31426"/>
                </a:cubicBezTo>
                <a:cubicBezTo>
                  <a:pt x="2934048" y="29671"/>
                  <a:pt x="2932013" y="28794"/>
                  <a:pt x="2929311" y="28794"/>
                </a:cubicBezTo>
                <a:cubicBezTo>
                  <a:pt x="2928317" y="28794"/>
                  <a:pt x="2927347" y="28941"/>
                  <a:pt x="2926399" y="29236"/>
                </a:cubicBezTo>
                <a:cubicBezTo>
                  <a:pt x="2925452" y="29531"/>
                  <a:pt x="2924466" y="30044"/>
                  <a:pt x="2923441" y="30774"/>
                </a:cubicBezTo>
                <a:cubicBezTo>
                  <a:pt x="2922416" y="31504"/>
                  <a:pt x="2921305" y="32490"/>
                  <a:pt x="2920109" y="33732"/>
                </a:cubicBezTo>
                <a:cubicBezTo>
                  <a:pt x="2918913" y="34975"/>
                  <a:pt x="2917570" y="36528"/>
                  <a:pt x="2916079" y="38391"/>
                </a:cubicBezTo>
                <a:lnTo>
                  <a:pt x="2916079" y="69421"/>
                </a:lnTo>
                <a:lnTo>
                  <a:pt x="2907972" y="69421"/>
                </a:lnTo>
                <a:lnTo>
                  <a:pt x="2907972" y="22644"/>
                </a:lnTo>
                <a:close/>
                <a:moveTo>
                  <a:pt x="2996871" y="56655"/>
                </a:moveTo>
                <a:cubicBezTo>
                  <a:pt x="2996871" y="58302"/>
                  <a:pt x="2996591" y="59777"/>
                  <a:pt x="2996032" y="61082"/>
                </a:cubicBezTo>
                <a:cubicBezTo>
                  <a:pt x="2995473" y="62386"/>
                  <a:pt x="2994712" y="63543"/>
                  <a:pt x="2993749" y="64553"/>
                </a:cubicBezTo>
                <a:cubicBezTo>
                  <a:pt x="2992786" y="65562"/>
                  <a:pt x="2991668" y="66424"/>
                  <a:pt x="2990395" y="67139"/>
                </a:cubicBezTo>
                <a:cubicBezTo>
                  <a:pt x="2989121" y="67853"/>
                  <a:pt x="2987762" y="68443"/>
                  <a:pt x="2986318" y="68909"/>
                </a:cubicBezTo>
                <a:cubicBezTo>
                  <a:pt x="2984874" y="69375"/>
                  <a:pt x="2983390" y="69717"/>
                  <a:pt x="2981868" y="69934"/>
                </a:cubicBezTo>
                <a:cubicBezTo>
                  <a:pt x="2980346" y="70151"/>
                  <a:pt x="2978856" y="70260"/>
                  <a:pt x="2977396" y="70260"/>
                </a:cubicBezTo>
                <a:cubicBezTo>
                  <a:pt x="2974227" y="70260"/>
                  <a:pt x="2971315" y="70120"/>
                  <a:pt x="2968660" y="69841"/>
                </a:cubicBezTo>
                <a:cubicBezTo>
                  <a:pt x="2966004" y="69561"/>
                  <a:pt x="2963403" y="69111"/>
                  <a:pt x="2960856" y="68490"/>
                </a:cubicBezTo>
                <a:lnTo>
                  <a:pt x="2960856" y="61035"/>
                </a:lnTo>
                <a:cubicBezTo>
                  <a:pt x="2963589" y="61812"/>
                  <a:pt x="2966307" y="62402"/>
                  <a:pt x="2969009" y="62805"/>
                </a:cubicBezTo>
                <a:cubicBezTo>
                  <a:pt x="2971712" y="63209"/>
                  <a:pt x="2974398" y="63411"/>
                  <a:pt x="2977070" y="63411"/>
                </a:cubicBezTo>
                <a:cubicBezTo>
                  <a:pt x="2980952" y="63411"/>
                  <a:pt x="2983825" y="62883"/>
                  <a:pt x="2985689" y="61827"/>
                </a:cubicBezTo>
                <a:cubicBezTo>
                  <a:pt x="2987553" y="60771"/>
                  <a:pt x="2988484" y="59265"/>
                  <a:pt x="2988484" y="57308"/>
                </a:cubicBezTo>
                <a:cubicBezTo>
                  <a:pt x="2988484" y="56469"/>
                  <a:pt x="2988337" y="55716"/>
                  <a:pt x="2988042" y="55048"/>
                </a:cubicBezTo>
                <a:cubicBezTo>
                  <a:pt x="2987747" y="54380"/>
                  <a:pt x="2987211" y="53743"/>
                  <a:pt x="2986434" y="53138"/>
                </a:cubicBezTo>
                <a:cubicBezTo>
                  <a:pt x="2985658" y="52532"/>
                  <a:pt x="2984454" y="51903"/>
                  <a:pt x="2982824" y="51251"/>
                </a:cubicBezTo>
                <a:cubicBezTo>
                  <a:pt x="2981193" y="50598"/>
                  <a:pt x="2978964" y="49853"/>
                  <a:pt x="2976138" y="49014"/>
                </a:cubicBezTo>
                <a:cubicBezTo>
                  <a:pt x="2974026" y="48393"/>
                  <a:pt x="2972076" y="47687"/>
                  <a:pt x="2970290" y="46894"/>
                </a:cubicBezTo>
                <a:cubicBezTo>
                  <a:pt x="2968504" y="46102"/>
                  <a:pt x="2966959" y="45163"/>
                  <a:pt x="2965655" y="44076"/>
                </a:cubicBezTo>
                <a:cubicBezTo>
                  <a:pt x="2964350" y="42989"/>
                  <a:pt x="2963325" y="41715"/>
                  <a:pt x="2962580" y="40255"/>
                </a:cubicBezTo>
                <a:cubicBezTo>
                  <a:pt x="2961834" y="38795"/>
                  <a:pt x="2961461" y="37071"/>
                  <a:pt x="2961461" y="35083"/>
                </a:cubicBezTo>
                <a:cubicBezTo>
                  <a:pt x="2961461" y="33779"/>
                  <a:pt x="2961764" y="32350"/>
                  <a:pt x="2962370" y="30797"/>
                </a:cubicBezTo>
                <a:cubicBezTo>
                  <a:pt x="2962976" y="29244"/>
                  <a:pt x="2964008" y="27800"/>
                  <a:pt x="2965468" y="26464"/>
                </a:cubicBezTo>
                <a:cubicBezTo>
                  <a:pt x="2966928" y="25128"/>
                  <a:pt x="2968900" y="24018"/>
                  <a:pt x="2971385" y="23133"/>
                </a:cubicBezTo>
                <a:cubicBezTo>
                  <a:pt x="2973870" y="22247"/>
                  <a:pt x="2976976" y="21805"/>
                  <a:pt x="2980704" y="21805"/>
                </a:cubicBezTo>
                <a:cubicBezTo>
                  <a:pt x="2982536" y="21805"/>
                  <a:pt x="2984571" y="21906"/>
                  <a:pt x="2986807" y="22108"/>
                </a:cubicBezTo>
                <a:cubicBezTo>
                  <a:pt x="2989044" y="22310"/>
                  <a:pt x="2991373" y="22659"/>
                  <a:pt x="2993796" y="23156"/>
                </a:cubicBezTo>
                <a:lnTo>
                  <a:pt x="2993796" y="30378"/>
                </a:lnTo>
                <a:cubicBezTo>
                  <a:pt x="2991249" y="29757"/>
                  <a:pt x="2988834" y="29298"/>
                  <a:pt x="2986551" y="29003"/>
                </a:cubicBezTo>
                <a:cubicBezTo>
                  <a:pt x="2984268" y="28708"/>
                  <a:pt x="2982288" y="28561"/>
                  <a:pt x="2980611" y="28561"/>
                </a:cubicBezTo>
                <a:cubicBezTo>
                  <a:pt x="2978592" y="28561"/>
                  <a:pt x="2976891" y="28716"/>
                  <a:pt x="2975509" y="29027"/>
                </a:cubicBezTo>
                <a:cubicBezTo>
                  <a:pt x="2974127" y="29337"/>
                  <a:pt x="2973008" y="29764"/>
                  <a:pt x="2972154" y="30308"/>
                </a:cubicBezTo>
                <a:cubicBezTo>
                  <a:pt x="2971300" y="30851"/>
                  <a:pt x="2970686" y="31488"/>
                  <a:pt x="2970314" y="32218"/>
                </a:cubicBezTo>
                <a:cubicBezTo>
                  <a:pt x="2969941" y="32948"/>
                  <a:pt x="2969755" y="33732"/>
                  <a:pt x="2969755" y="34571"/>
                </a:cubicBezTo>
                <a:cubicBezTo>
                  <a:pt x="2969755" y="35410"/>
                  <a:pt x="2969918" y="36171"/>
                  <a:pt x="2970244" y="36854"/>
                </a:cubicBezTo>
                <a:cubicBezTo>
                  <a:pt x="2970570" y="37537"/>
                  <a:pt x="2971176" y="38197"/>
                  <a:pt x="2972061" y="38834"/>
                </a:cubicBezTo>
                <a:cubicBezTo>
                  <a:pt x="2972946" y="39471"/>
                  <a:pt x="2974181" y="40108"/>
                  <a:pt x="2975765" y="40744"/>
                </a:cubicBezTo>
                <a:cubicBezTo>
                  <a:pt x="2977349" y="41381"/>
                  <a:pt x="2979415" y="42072"/>
                  <a:pt x="2981962" y="42818"/>
                </a:cubicBezTo>
                <a:cubicBezTo>
                  <a:pt x="2984726" y="43625"/>
                  <a:pt x="2987056" y="44472"/>
                  <a:pt x="2988950" y="45357"/>
                </a:cubicBezTo>
                <a:cubicBezTo>
                  <a:pt x="2990845" y="46242"/>
                  <a:pt x="2992383" y="47228"/>
                  <a:pt x="2993563" y="48315"/>
                </a:cubicBezTo>
                <a:cubicBezTo>
                  <a:pt x="2994743" y="49403"/>
                  <a:pt x="2995590" y="50630"/>
                  <a:pt x="2996102" y="51996"/>
                </a:cubicBezTo>
                <a:cubicBezTo>
                  <a:pt x="2996615" y="53363"/>
                  <a:pt x="2996871" y="54916"/>
                  <a:pt x="2996871" y="56655"/>
                </a:cubicBezTo>
                <a:close/>
                <a:moveTo>
                  <a:pt x="3049382" y="68723"/>
                </a:moveTo>
                <a:cubicBezTo>
                  <a:pt x="3047549" y="69205"/>
                  <a:pt x="3045654" y="69551"/>
                  <a:pt x="3043698" y="69759"/>
                </a:cubicBezTo>
                <a:cubicBezTo>
                  <a:pt x="3041741" y="69969"/>
                  <a:pt x="3039753" y="70074"/>
                  <a:pt x="3037734" y="70074"/>
                </a:cubicBezTo>
                <a:cubicBezTo>
                  <a:pt x="3031863" y="70074"/>
                  <a:pt x="3027484" y="68746"/>
                  <a:pt x="3024595" y="66090"/>
                </a:cubicBezTo>
                <a:cubicBezTo>
                  <a:pt x="3021706" y="63434"/>
                  <a:pt x="3020262" y="59358"/>
                  <a:pt x="3020262" y="53860"/>
                </a:cubicBezTo>
                <a:lnTo>
                  <a:pt x="3020262" y="29446"/>
                </a:lnTo>
                <a:lnTo>
                  <a:pt x="3007170" y="29446"/>
                </a:lnTo>
                <a:lnTo>
                  <a:pt x="3007170" y="22644"/>
                </a:lnTo>
                <a:lnTo>
                  <a:pt x="3020262" y="22644"/>
                </a:lnTo>
                <a:lnTo>
                  <a:pt x="3020262" y="9743"/>
                </a:lnTo>
                <a:lnTo>
                  <a:pt x="3028369" y="7641"/>
                </a:lnTo>
                <a:lnTo>
                  <a:pt x="3028369" y="22644"/>
                </a:lnTo>
                <a:lnTo>
                  <a:pt x="3049382" y="22644"/>
                </a:lnTo>
                <a:lnTo>
                  <a:pt x="3049382" y="29446"/>
                </a:lnTo>
                <a:lnTo>
                  <a:pt x="3028369" y="29446"/>
                </a:lnTo>
                <a:lnTo>
                  <a:pt x="3028369" y="53208"/>
                </a:lnTo>
                <a:cubicBezTo>
                  <a:pt x="3028369" y="56562"/>
                  <a:pt x="3029262" y="59070"/>
                  <a:pt x="3031048" y="60732"/>
                </a:cubicBezTo>
                <a:cubicBezTo>
                  <a:pt x="3032834" y="62394"/>
                  <a:pt x="3035466" y="63225"/>
                  <a:pt x="3038945" y="63225"/>
                </a:cubicBezTo>
                <a:cubicBezTo>
                  <a:pt x="3040436" y="63225"/>
                  <a:pt x="3042067" y="63105"/>
                  <a:pt x="3043837" y="62865"/>
                </a:cubicBezTo>
                <a:cubicBezTo>
                  <a:pt x="3045608" y="62624"/>
                  <a:pt x="3047456" y="62247"/>
                  <a:pt x="3049382" y="61734"/>
                </a:cubicBezTo>
                <a:lnTo>
                  <a:pt x="3049382" y="68723"/>
                </a:lnTo>
                <a:close/>
                <a:moveTo>
                  <a:pt x="3093599" y="69421"/>
                </a:moveTo>
                <a:lnTo>
                  <a:pt x="3093413" y="63119"/>
                </a:lnTo>
                <a:cubicBezTo>
                  <a:pt x="3090866" y="65639"/>
                  <a:pt x="3088280" y="67460"/>
                  <a:pt x="3085655" y="68580"/>
                </a:cubicBezTo>
                <a:cubicBezTo>
                  <a:pt x="3083031" y="69700"/>
                  <a:pt x="3080274" y="70260"/>
                  <a:pt x="3077385" y="70260"/>
                </a:cubicBezTo>
                <a:cubicBezTo>
                  <a:pt x="3074714" y="70260"/>
                  <a:pt x="3072431" y="69918"/>
                  <a:pt x="3070536" y="69234"/>
                </a:cubicBezTo>
                <a:cubicBezTo>
                  <a:pt x="3068642" y="68549"/>
                  <a:pt x="3067081" y="67608"/>
                  <a:pt x="3065854" y="66411"/>
                </a:cubicBezTo>
                <a:cubicBezTo>
                  <a:pt x="3064627" y="65213"/>
                  <a:pt x="3063726" y="63805"/>
                  <a:pt x="3063152" y="62187"/>
                </a:cubicBezTo>
                <a:cubicBezTo>
                  <a:pt x="3062577" y="60569"/>
                  <a:pt x="3062290" y="58811"/>
                  <a:pt x="3062290" y="56913"/>
                </a:cubicBezTo>
                <a:cubicBezTo>
                  <a:pt x="3062290" y="52215"/>
                  <a:pt x="3064037" y="48536"/>
                  <a:pt x="3067531" y="45877"/>
                </a:cubicBezTo>
                <a:cubicBezTo>
                  <a:pt x="3071026" y="43216"/>
                  <a:pt x="3076189" y="41886"/>
                  <a:pt x="3083023" y="41886"/>
                </a:cubicBezTo>
                <a:lnTo>
                  <a:pt x="3092714" y="41886"/>
                </a:lnTo>
                <a:lnTo>
                  <a:pt x="3092714" y="37800"/>
                </a:lnTo>
                <a:cubicBezTo>
                  <a:pt x="3092714" y="35046"/>
                  <a:pt x="3091829" y="32840"/>
                  <a:pt x="3090058" y="31184"/>
                </a:cubicBezTo>
                <a:cubicBezTo>
                  <a:pt x="3088288" y="29528"/>
                  <a:pt x="3085585" y="28700"/>
                  <a:pt x="3081951" y="28700"/>
                </a:cubicBezTo>
                <a:cubicBezTo>
                  <a:pt x="3079311" y="28700"/>
                  <a:pt x="3076710" y="29000"/>
                  <a:pt x="3074147" y="29599"/>
                </a:cubicBezTo>
                <a:cubicBezTo>
                  <a:pt x="3071585" y="30197"/>
                  <a:pt x="3068937" y="31047"/>
                  <a:pt x="3066203" y="32148"/>
                </a:cubicBezTo>
                <a:lnTo>
                  <a:pt x="3066203" y="24833"/>
                </a:lnTo>
                <a:cubicBezTo>
                  <a:pt x="3067228" y="24455"/>
                  <a:pt x="3068370" y="24084"/>
                  <a:pt x="3069628" y="23721"/>
                </a:cubicBezTo>
                <a:cubicBezTo>
                  <a:pt x="3070886" y="23358"/>
                  <a:pt x="3072214" y="23035"/>
                  <a:pt x="3073611" y="22751"/>
                </a:cubicBezTo>
                <a:cubicBezTo>
                  <a:pt x="3075009" y="22467"/>
                  <a:pt x="3076469" y="22238"/>
                  <a:pt x="3077991" y="22065"/>
                </a:cubicBezTo>
                <a:cubicBezTo>
                  <a:pt x="3079513" y="21892"/>
                  <a:pt x="3081051" y="21805"/>
                  <a:pt x="3082604" y="21805"/>
                </a:cubicBezTo>
                <a:cubicBezTo>
                  <a:pt x="3085430" y="21805"/>
                  <a:pt x="3087977" y="22115"/>
                  <a:pt x="3090245" y="22737"/>
                </a:cubicBezTo>
                <a:cubicBezTo>
                  <a:pt x="3092512" y="23358"/>
                  <a:pt x="3094430" y="24305"/>
                  <a:pt x="3095999" y="25579"/>
                </a:cubicBezTo>
                <a:cubicBezTo>
                  <a:pt x="3097567" y="26852"/>
                  <a:pt x="3098771" y="28452"/>
                  <a:pt x="3099610" y="30378"/>
                </a:cubicBezTo>
                <a:cubicBezTo>
                  <a:pt x="3100448" y="32304"/>
                  <a:pt x="3100867" y="34571"/>
                  <a:pt x="3100867" y="37180"/>
                </a:cubicBezTo>
                <a:lnTo>
                  <a:pt x="3100867" y="69421"/>
                </a:lnTo>
                <a:lnTo>
                  <a:pt x="3093599" y="69421"/>
                </a:lnTo>
                <a:moveTo>
                  <a:pt x="3092714" y="48083"/>
                </a:moveTo>
                <a:lnTo>
                  <a:pt x="3082417" y="48083"/>
                </a:lnTo>
                <a:cubicBezTo>
                  <a:pt x="3080398" y="48083"/>
                  <a:pt x="3078659" y="48285"/>
                  <a:pt x="3077199" y="48691"/>
                </a:cubicBezTo>
                <a:cubicBezTo>
                  <a:pt x="3075739" y="49096"/>
                  <a:pt x="3074543" y="49672"/>
                  <a:pt x="3073611" y="50419"/>
                </a:cubicBezTo>
                <a:cubicBezTo>
                  <a:pt x="3072680" y="51167"/>
                  <a:pt x="3071988" y="52063"/>
                  <a:pt x="3071538" y="53107"/>
                </a:cubicBezTo>
                <a:cubicBezTo>
                  <a:pt x="3071088" y="54151"/>
                  <a:pt x="3070862" y="55327"/>
                  <a:pt x="3070862" y="56635"/>
                </a:cubicBezTo>
                <a:cubicBezTo>
                  <a:pt x="3070862" y="57539"/>
                  <a:pt x="3071002" y="58404"/>
                  <a:pt x="3071282" y="59230"/>
                </a:cubicBezTo>
                <a:cubicBezTo>
                  <a:pt x="3071561" y="60055"/>
                  <a:pt x="3072012" y="60787"/>
                  <a:pt x="3072633" y="61425"/>
                </a:cubicBezTo>
                <a:cubicBezTo>
                  <a:pt x="3073254" y="62064"/>
                  <a:pt x="3074062" y="62570"/>
                  <a:pt x="3075056" y="62944"/>
                </a:cubicBezTo>
                <a:cubicBezTo>
                  <a:pt x="3076050" y="63318"/>
                  <a:pt x="3077261" y="63504"/>
                  <a:pt x="3078690" y="63504"/>
                </a:cubicBezTo>
                <a:cubicBezTo>
                  <a:pt x="3080554" y="63504"/>
                  <a:pt x="3082689" y="62936"/>
                  <a:pt x="3085096" y="61799"/>
                </a:cubicBezTo>
                <a:cubicBezTo>
                  <a:pt x="3087503" y="60662"/>
                  <a:pt x="3090043" y="58862"/>
                  <a:pt x="3092714" y="56401"/>
                </a:cubicBezTo>
                <a:lnTo>
                  <a:pt x="3092714" y="48083"/>
                </a:lnTo>
                <a:close/>
                <a:moveTo>
                  <a:pt x="3115406" y="22644"/>
                </a:moveTo>
                <a:lnTo>
                  <a:pt x="3122628" y="22644"/>
                </a:lnTo>
                <a:lnTo>
                  <a:pt x="3122954" y="30191"/>
                </a:lnTo>
                <a:cubicBezTo>
                  <a:pt x="3124321" y="28576"/>
                  <a:pt x="3125641" y="27233"/>
                  <a:pt x="3126914" y="26161"/>
                </a:cubicBezTo>
                <a:cubicBezTo>
                  <a:pt x="3128188" y="25090"/>
                  <a:pt x="3129438" y="24228"/>
                  <a:pt x="3130665" y="23575"/>
                </a:cubicBezTo>
                <a:cubicBezTo>
                  <a:pt x="3131892" y="22923"/>
                  <a:pt x="3133142" y="22465"/>
                  <a:pt x="3134415" y="22201"/>
                </a:cubicBezTo>
                <a:cubicBezTo>
                  <a:pt x="3135689" y="21937"/>
                  <a:pt x="3137009" y="21805"/>
                  <a:pt x="3138376" y="21805"/>
                </a:cubicBezTo>
                <a:cubicBezTo>
                  <a:pt x="3143190" y="21805"/>
                  <a:pt x="3146832" y="23226"/>
                  <a:pt x="3149301" y="26068"/>
                </a:cubicBezTo>
                <a:cubicBezTo>
                  <a:pt x="3151771" y="28910"/>
                  <a:pt x="3153006" y="33189"/>
                  <a:pt x="3153006" y="38904"/>
                </a:cubicBezTo>
                <a:lnTo>
                  <a:pt x="3153006" y="69421"/>
                </a:lnTo>
                <a:lnTo>
                  <a:pt x="3144899" y="69421"/>
                </a:lnTo>
                <a:lnTo>
                  <a:pt x="3144899" y="39556"/>
                </a:lnTo>
                <a:cubicBezTo>
                  <a:pt x="3144899" y="35891"/>
                  <a:pt x="3144215" y="33181"/>
                  <a:pt x="3142849" y="31426"/>
                </a:cubicBezTo>
                <a:cubicBezTo>
                  <a:pt x="3141482" y="29671"/>
                  <a:pt x="3139447" y="28794"/>
                  <a:pt x="3136745" y="28794"/>
                </a:cubicBezTo>
                <a:cubicBezTo>
                  <a:pt x="3135751" y="28794"/>
                  <a:pt x="3134780" y="28941"/>
                  <a:pt x="3133833" y="29236"/>
                </a:cubicBezTo>
                <a:cubicBezTo>
                  <a:pt x="3132886" y="29531"/>
                  <a:pt x="3131900" y="30044"/>
                  <a:pt x="3130875" y="30774"/>
                </a:cubicBezTo>
                <a:cubicBezTo>
                  <a:pt x="3129849" y="31504"/>
                  <a:pt x="3128739" y="32490"/>
                  <a:pt x="3127543" y="33732"/>
                </a:cubicBezTo>
                <a:cubicBezTo>
                  <a:pt x="3126347" y="34975"/>
                  <a:pt x="3125004" y="36528"/>
                  <a:pt x="3123513" y="38391"/>
                </a:cubicBezTo>
                <a:lnTo>
                  <a:pt x="3123513" y="69421"/>
                </a:lnTo>
                <a:lnTo>
                  <a:pt x="3115406" y="69421"/>
                </a:lnTo>
                <a:lnTo>
                  <a:pt x="3115406" y="22644"/>
                </a:lnTo>
                <a:close/>
                <a:moveTo>
                  <a:pt x="3203606" y="67698"/>
                </a:moveTo>
                <a:cubicBezTo>
                  <a:pt x="3201494" y="68505"/>
                  <a:pt x="3199327" y="69103"/>
                  <a:pt x="3197107" y="69491"/>
                </a:cubicBezTo>
                <a:cubicBezTo>
                  <a:pt x="3194886" y="69880"/>
                  <a:pt x="3192595" y="70074"/>
                  <a:pt x="3190234" y="70074"/>
                </a:cubicBezTo>
                <a:cubicBezTo>
                  <a:pt x="3182842" y="70074"/>
                  <a:pt x="3177150" y="68070"/>
                  <a:pt x="3173158" y="64063"/>
                </a:cubicBezTo>
                <a:cubicBezTo>
                  <a:pt x="3169167" y="60057"/>
                  <a:pt x="3167171" y="54202"/>
                  <a:pt x="3167171" y="46498"/>
                </a:cubicBezTo>
                <a:cubicBezTo>
                  <a:pt x="3167171" y="42802"/>
                  <a:pt x="3167746" y="39448"/>
                  <a:pt x="3168895" y="36435"/>
                </a:cubicBezTo>
                <a:cubicBezTo>
                  <a:pt x="3170045" y="33422"/>
                  <a:pt x="3171660" y="30844"/>
                  <a:pt x="3173741" y="28700"/>
                </a:cubicBezTo>
                <a:cubicBezTo>
                  <a:pt x="3175822" y="26557"/>
                  <a:pt x="3178307" y="24903"/>
                  <a:pt x="3181195" y="23738"/>
                </a:cubicBezTo>
                <a:cubicBezTo>
                  <a:pt x="3184084" y="22574"/>
                  <a:pt x="3187268" y="21991"/>
                  <a:pt x="3190747" y="21991"/>
                </a:cubicBezTo>
                <a:cubicBezTo>
                  <a:pt x="3193170" y="21991"/>
                  <a:pt x="3195437" y="22166"/>
                  <a:pt x="3197549" y="22515"/>
                </a:cubicBezTo>
                <a:cubicBezTo>
                  <a:pt x="3199661" y="22864"/>
                  <a:pt x="3201680" y="23435"/>
                  <a:pt x="3203606" y="24228"/>
                </a:cubicBezTo>
                <a:lnTo>
                  <a:pt x="3203606" y="31962"/>
                </a:lnTo>
                <a:cubicBezTo>
                  <a:pt x="3201587" y="30889"/>
                  <a:pt x="3199529" y="30109"/>
                  <a:pt x="3197433" y="29621"/>
                </a:cubicBezTo>
                <a:cubicBezTo>
                  <a:pt x="3195336" y="29131"/>
                  <a:pt x="3193170" y="28887"/>
                  <a:pt x="3190933" y="28887"/>
                </a:cubicBezTo>
                <a:cubicBezTo>
                  <a:pt x="3188852" y="28887"/>
                  <a:pt x="3186887" y="29283"/>
                  <a:pt x="3185039" y="30075"/>
                </a:cubicBezTo>
                <a:cubicBezTo>
                  <a:pt x="3183191" y="30867"/>
                  <a:pt x="3181568" y="32008"/>
                  <a:pt x="3180170" y="33499"/>
                </a:cubicBezTo>
                <a:cubicBezTo>
                  <a:pt x="3178773" y="34990"/>
                  <a:pt x="3177670" y="36807"/>
                  <a:pt x="3176862" y="38951"/>
                </a:cubicBezTo>
                <a:cubicBezTo>
                  <a:pt x="3176055" y="41094"/>
                  <a:pt x="3175651" y="43517"/>
                  <a:pt x="3175651" y="46219"/>
                </a:cubicBezTo>
                <a:cubicBezTo>
                  <a:pt x="3175651" y="51872"/>
                  <a:pt x="3177026" y="56104"/>
                  <a:pt x="3179774" y="58915"/>
                </a:cubicBezTo>
                <a:cubicBezTo>
                  <a:pt x="3182523" y="61726"/>
                  <a:pt x="3186336" y="63132"/>
                  <a:pt x="3191213" y="63132"/>
                </a:cubicBezTo>
                <a:cubicBezTo>
                  <a:pt x="3193418" y="63132"/>
                  <a:pt x="3195553" y="62883"/>
                  <a:pt x="3197619" y="62386"/>
                </a:cubicBezTo>
                <a:cubicBezTo>
                  <a:pt x="3199685" y="61889"/>
                  <a:pt x="3201680" y="61144"/>
                  <a:pt x="3203606" y="60150"/>
                </a:cubicBezTo>
                <a:lnTo>
                  <a:pt x="3203606" y="67698"/>
                </a:lnTo>
                <a:close/>
                <a:moveTo>
                  <a:pt x="3258633" y="43563"/>
                </a:moveTo>
                <a:cubicBezTo>
                  <a:pt x="3258633" y="44712"/>
                  <a:pt x="3258617" y="45675"/>
                  <a:pt x="3258586" y="46452"/>
                </a:cubicBezTo>
                <a:cubicBezTo>
                  <a:pt x="3258555" y="47228"/>
                  <a:pt x="3258508" y="47958"/>
                  <a:pt x="3258446" y="48642"/>
                </a:cubicBezTo>
                <a:lnTo>
                  <a:pt x="3225599" y="48642"/>
                </a:lnTo>
                <a:cubicBezTo>
                  <a:pt x="3225599" y="53425"/>
                  <a:pt x="3226935" y="57098"/>
                  <a:pt x="3229606" y="59661"/>
                </a:cubicBezTo>
                <a:cubicBezTo>
                  <a:pt x="3232277" y="62223"/>
                  <a:pt x="3236129" y="63504"/>
                  <a:pt x="3241161" y="63504"/>
                </a:cubicBezTo>
                <a:cubicBezTo>
                  <a:pt x="3242528" y="63504"/>
                  <a:pt x="3243894" y="63449"/>
                  <a:pt x="3245261" y="63338"/>
                </a:cubicBezTo>
                <a:cubicBezTo>
                  <a:pt x="3246628" y="63227"/>
                  <a:pt x="3247948" y="63076"/>
                  <a:pt x="3249221" y="62886"/>
                </a:cubicBezTo>
                <a:cubicBezTo>
                  <a:pt x="3250495" y="62694"/>
                  <a:pt x="3251714" y="62480"/>
                  <a:pt x="3252879" y="62242"/>
                </a:cubicBezTo>
                <a:cubicBezTo>
                  <a:pt x="3254043" y="62003"/>
                  <a:pt x="3255123" y="61741"/>
                  <a:pt x="3256117" y="61454"/>
                </a:cubicBezTo>
                <a:lnTo>
                  <a:pt x="3256117" y="68117"/>
                </a:lnTo>
                <a:cubicBezTo>
                  <a:pt x="3253911" y="68752"/>
                  <a:pt x="3251419" y="69268"/>
                  <a:pt x="3248639" y="69665"/>
                </a:cubicBezTo>
                <a:cubicBezTo>
                  <a:pt x="3245859" y="70062"/>
                  <a:pt x="3242978" y="70260"/>
                  <a:pt x="3239996" y="70260"/>
                </a:cubicBezTo>
                <a:cubicBezTo>
                  <a:pt x="3235989" y="70260"/>
                  <a:pt x="3232541" y="69717"/>
                  <a:pt x="3229653" y="68629"/>
                </a:cubicBezTo>
                <a:cubicBezTo>
                  <a:pt x="3226764" y="67542"/>
                  <a:pt x="3224396" y="65966"/>
                  <a:pt x="3222548" y="63900"/>
                </a:cubicBezTo>
                <a:cubicBezTo>
                  <a:pt x="3220699" y="61835"/>
                  <a:pt x="3219333" y="59303"/>
                  <a:pt x="3218447" y="56306"/>
                </a:cubicBezTo>
                <a:cubicBezTo>
                  <a:pt x="3217562" y="53309"/>
                  <a:pt x="3217120" y="49915"/>
                  <a:pt x="3217120" y="46126"/>
                </a:cubicBezTo>
                <a:cubicBezTo>
                  <a:pt x="3217120" y="42833"/>
                  <a:pt x="3217593" y="39719"/>
                  <a:pt x="3218541" y="36784"/>
                </a:cubicBezTo>
                <a:cubicBezTo>
                  <a:pt x="3219488" y="33849"/>
                  <a:pt x="3220870" y="31271"/>
                  <a:pt x="3222687" y="29050"/>
                </a:cubicBezTo>
                <a:cubicBezTo>
                  <a:pt x="3224504" y="26829"/>
                  <a:pt x="3226733" y="25066"/>
                  <a:pt x="3229373" y="23762"/>
                </a:cubicBezTo>
                <a:cubicBezTo>
                  <a:pt x="3232013" y="22457"/>
                  <a:pt x="3235011" y="21805"/>
                  <a:pt x="3238365" y="21805"/>
                </a:cubicBezTo>
                <a:cubicBezTo>
                  <a:pt x="3241627" y="21805"/>
                  <a:pt x="3244515" y="22317"/>
                  <a:pt x="3247031" y="23342"/>
                </a:cubicBezTo>
                <a:cubicBezTo>
                  <a:pt x="3249547" y="24367"/>
                  <a:pt x="3251667" y="25820"/>
                  <a:pt x="3253391" y="27699"/>
                </a:cubicBezTo>
                <a:cubicBezTo>
                  <a:pt x="3255115" y="29578"/>
                  <a:pt x="3256420" y="31861"/>
                  <a:pt x="3257305" y="34548"/>
                </a:cubicBezTo>
                <a:cubicBezTo>
                  <a:pt x="3258190" y="37234"/>
                  <a:pt x="3258633" y="40240"/>
                  <a:pt x="3258633" y="43563"/>
                </a:cubicBezTo>
                <a:moveTo>
                  <a:pt x="3250200" y="42398"/>
                </a:moveTo>
                <a:cubicBezTo>
                  <a:pt x="3250293" y="40317"/>
                  <a:pt x="3250091" y="38415"/>
                  <a:pt x="3249594" y="36691"/>
                </a:cubicBezTo>
                <a:cubicBezTo>
                  <a:pt x="3249097" y="34967"/>
                  <a:pt x="3248328" y="33484"/>
                  <a:pt x="3247288" y="32241"/>
                </a:cubicBezTo>
                <a:cubicBezTo>
                  <a:pt x="3246247" y="30999"/>
                  <a:pt x="3244950" y="30028"/>
                  <a:pt x="3243397" y="29329"/>
                </a:cubicBezTo>
                <a:cubicBezTo>
                  <a:pt x="3241844" y="28631"/>
                  <a:pt x="3240043" y="28281"/>
                  <a:pt x="3237993" y="28281"/>
                </a:cubicBezTo>
                <a:cubicBezTo>
                  <a:pt x="3236222" y="28281"/>
                  <a:pt x="3234607" y="28623"/>
                  <a:pt x="3233147" y="29306"/>
                </a:cubicBezTo>
                <a:cubicBezTo>
                  <a:pt x="3231687" y="29989"/>
                  <a:pt x="3230429" y="30952"/>
                  <a:pt x="3229373" y="32195"/>
                </a:cubicBezTo>
                <a:cubicBezTo>
                  <a:pt x="3228317" y="33437"/>
                  <a:pt x="3227463" y="34928"/>
                  <a:pt x="3226811" y="36668"/>
                </a:cubicBezTo>
                <a:cubicBezTo>
                  <a:pt x="3226158" y="38407"/>
                  <a:pt x="3225755" y="40317"/>
                  <a:pt x="3225599" y="42398"/>
                </a:cubicBezTo>
                <a:lnTo>
                  <a:pt x="3250200" y="42398"/>
                </a:lnTo>
                <a:close/>
                <a:moveTo>
                  <a:pt x="3295116" y="3541"/>
                </a:moveTo>
                <a:lnTo>
                  <a:pt x="3293765" y="25439"/>
                </a:lnTo>
                <a:lnTo>
                  <a:pt x="3285751" y="25439"/>
                </a:lnTo>
                <a:lnTo>
                  <a:pt x="3284446" y="3541"/>
                </a:lnTo>
                <a:lnTo>
                  <a:pt x="3295116" y="3541"/>
                </a:lnTo>
                <a:close/>
                <a:moveTo>
                  <a:pt x="3332391" y="0"/>
                </a:moveTo>
                <a:cubicBezTo>
                  <a:pt x="3346710" y="13270"/>
                  <a:pt x="3353870" y="28032"/>
                  <a:pt x="3353870" y="44285"/>
                </a:cubicBezTo>
                <a:cubicBezTo>
                  <a:pt x="3353870" y="47642"/>
                  <a:pt x="3353528" y="51123"/>
                  <a:pt x="3352845" y="54728"/>
                </a:cubicBezTo>
                <a:cubicBezTo>
                  <a:pt x="3352162" y="58333"/>
                  <a:pt x="3350997" y="62023"/>
                  <a:pt x="3349351" y="65799"/>
                </a:cubicBezTo>
                <a:cubicBezTo>
                  <a:pt x="3347704" y="69575"/>
                  <a:pt x="3345491" y="73405"/>
                  <a:pt x="3342711" y="77290"/>
                </a:cubicBezTo>
                <a:cubicBezTo>
                  <a:pt x="3339931" y="81174"/>
                  <a:pt x="3336429" y="85074"/>
                  <a:pt x="3332205" y="88990"/>
                </a:cubicBezTo>
                <a:lnTo>
                  <a:pt x="3327499" y="84188"/>
                </a:lnTo>
                <a:cubicBezTo>
                  <a:pt x="3333556" y="78190"/>
                  <a:pt x="3338075" y="71929"/>
                  <a:pt x="3341057" y="65403"/>
                </a:cubicBezTo>
                <a:cubicBezTo>
                  <a:pt x="3344039" y="58876"/>
                  <a:pt x="3345530" y="52039"/>
                  <a:pt x="3345530" y="44891"/>
                </a:cubicBezTo>
                <a:cubicBezTo>
                  <a:pt x="3345530" y="30098"/>
                  <a:pt x="3339520" y="16797"/>
                  <a:pt x="3327499" y="4988"/>
                </a:cubicBezTo>
                <a:lnTo>
                  <a:pt x="3332391" y="0"/>
                </a:lnTo>
                <a:close/>
                <a:moveTo>
                  <a:pt x="3393102" y="54745"/>
                </a:moveTo>
                <a:cubicBezTo>
                  <a:pt x="3394158" y="54745"/>
                  <a:pt x="3395160" y="54947"/>
                  <a:pt x="3396107" y="55351"/>
                </a:cubicBezTo>
                <a:cubicBezTo>
                  <a:pt x="3397055" y="55755"/>
                  <a:pt x="3397878" y="56314"/>
                  <a:pt x="3398577" y="57028"/>
                </a:cubicBezTo>
                <a:cubicBezTo>
                  <a:pt x="3399276" y="57743"/>
                  <a:pt x="3399827" y="58573"/>
                  <a:pt x="3400231" y="59521"/>
                </a:cubicBezTo>
                <a:cubicBezTo>
                  <a:pt x="3400634" y="60468"/>
                  <a:pt x="3400836" y="61485"/>
                  <a:pt x="3400836" y="62573"/>
                </a:cubicBezTo>
                <a:cubicBezTo>
                  <a:pt x="3400836" y="63629"/>
                  <a:pt x="3400634" y="64623"/>
                  <a:pt x="3400231" y="65554"/>
                </a:cubicBezTo>
                <a:cubicBezTo>
                  <a:pt x="3399827" y="66486"/>
                  <a:pt x="3399276" y="67302"/>
                  <a:pt x="3398577" y="68000"/>
                </a:cubicBezTo>
                <a:cubicBezTo>
                  <a:pt x="3397878" y="68699"/>
                  <a:pt x="3397055" y="69251"/>
                  <a:pt x="3396107" y="69654"/>
                </a:cubicBezTo>
                <a:cubicBezTo>
                  <a:pt x="3395160" y="70058"/>
                  <a:pt x="3394158" y="70260"/>
                  <a:pt x="3393102" y="70260"/>
                </a:cubicBezTo>
                <a:cubicBezTo>
                  <a:pt x="3392015" y="70260"/>
                  <a:pt x="3391006" y="70058"/>
                  <a:pt x="3390074" y="69654"/>
                </a:cubicBezTo>
                <a:cubicBezTo>
                  <a:pt x="3389142" y="69251"/>
                  <a:pt x="3388326" y="68699"/>
                  <a:pt x="3387628" y="68000"/>
                </a:cubicBezTo>
                <a:cubicBezTo>
                  <a:pt x="3386929" y="67302"/>
                  <a:pt x="3386377" y="66486"/>
                  <a:pt x="3385974" y="65554"/>
                </a:cubicBezTo>
                <a:cubicBezTo>
                  <a:pt x="3385570" y="64623"/>
                  <a:pt x="3385368" y="63629"/>
                  <a:pt x="3385368" y="62573"/>
                </a:cubicBezTo>
                <a:cubicBezTo>
                  <a:pt x="3385368" y="61485"/>
                  <a:pt x="3385570" y="60468"/>
                  <a:pt x="3385974" y="59521"/>
                </a:cubicBezTo>
                <a:cubicBezTo>
                  <a:pt x="3386377" y="58573"/>
                  <a:pt x="3386929" y="57743"/>
                  <a:pt x="3387628" y="57028"/>
                </a:cubicBezTo>
                <a:cubicBezTo>
                  <a:pt x="3388326" y="56314"/>
                  <a:pt x="3389142" y="55755"/>
                  <a:pt x="3390074" y="55351"/>
                </a:cubicBezTo>
                <a:cubicBezTo>
                  <a:pt x="3391006" y="54947"/>
                  <a:pt x="3392015" y="54745"/>
                  <a:pt x="3393102" y="54745"/>
                </a:cubicBezTo>
                <a:close/>
                <a:moveTo>
                  <a:pt x="3441420" y="3541"/>
                </a:moveTo>
                <a:lnTo>
                  <a:pt x="3440115" y="25439"/>
                </a:lnTo>
                <a:lnTo>
                  <a:pt x="3432474" y="25439"/>
                </a:lnTo>
                <a:lnTo>
                  <a:pt x="3431123" y="3541"/>
                </a:lnTo>
                <a:lnTo>
                  <a:pt x="3441420" y="3541"/>
                </a:lnTo>
                <a:moveTo>
                  <a:pt x="3459544" y="3541"/>
                </a:moveTo>
                <a:lnTo>
                  <a:pt x="3458239" y="25439"/>
                </a:lnTo>
                <a:lnTo>
                  <a:pt x="3450598" y="25439"/>
                </a:lnTo>
                <a:lnTo>
                  <a:pt x="3449247" y="3541"/>
                </a:lnTo>
                <a:lnTo>
                  <a:pt x="3459544" y="3541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696EF3-3C46-47FC-A12F-D493713B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07" y="3556542"/>
            <a:ext cx="177356" cy="177356"/>
          </a:xfrm>
          <a:custGeom xmlns:a="http://schemas.openxmlformats.org/drawingml/2006/main">
            <a:pathLst>
              <a:path w="177356" h="177356">
                <a:moveTo>
                  <a:pt x="0" y="88678"/>
                </a:moveTo>
                <a:cubicBezTo>
                  <a:pt x="0" y="39758"/>
                  <a:pt x="39672" y="0"/>
                  <a:pt x="88678" y="0"/>
                </a:cubicBezTo>
                <a:cubicBezTo>
                  <a:pt x="137598" y="0"/>
                  <a:pt x="177356" y="39758"/>
                  <a:pt x="177356" y="88678"/>
                </a:cubicBezTo>
                <a:cubicBezTo>
                  <a:pt x="177356" y="137684"/>
                  <a:pt x="137598" y="177356"/>
                  <a:pt x="88678" y="177356"/>
                </a:cubicBezTo>
                <a:cubicBezTo>
                  <a:pt x="39672" y="177356"/>
                  <a:pt x="0" y="137684"/>
                  <a:pt x="0" y="88678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1">
            <a:extLst xmlns:a="http://schemas.openxmlformats.org/drawingml/2006/main">
              <a:ext uri="{FF2B5EF4-FFF2-40B4-BE49-F238E27FC236}">
                <a16:creationId xmlns:a16="http://schemas.microsoft.com/office/drawing/2014/main" id="{3AFF2F29-1330-4600-96FC-C38CF3C4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1942" y="3605286"/>
            <a:ext cx="33440" cy="90323"/>
          </a:xfrm>
          <a:custGeom xmlns:a="http://schemas.openxmlformats.org/drawingml/2006/main">
            <a:pathLst>
              <a:path w="33440" h="90323">
                <a:moveTo>
                  <a:pt x="32145" y="62039"/>
                </a:moveTo>
                <a:cubicBezTo>
                  <a:pt x="32145" y="73026"/>
                  <a:pt x="32577" y="82311"/>
                  <a:pt x="33440" y="89891"/>
                </a:cubicBezTo>
                <a:lnTo>
                  <a:pt x="33152" y="90323"/>
                </a:lnTo>
                <a:cubicBezTo>
                  <a:pt x="30419" y="90035"/>
                  <a:pt x="28070" y="89891"/>
                  <a:pt x="26104" y="89891"/>
                </a:cubicBezTo>
                <a:lnTo>
                  <a:pt x="19273" y="90323"/>
                </a:lnTo>
                <a:lnTo>
                  <a:pt x="19129" y="89891"/>
                </a:lnTo>
                <a:cubicBezTo>
                  <a:pt x="19896" y="83512"/>
                  <a:pt x="20303" y="74230"/>
                  <a:pt x="20351" y="62045"/>
                </a:cubicBezTo>
                <a:lnTo>
                  <a:pt x="20351" y="25495"/>
                </a:lnTo>
                <a:cubicBezTo>
                  <a:pt x="20351" y="18012"/>
                  <a:pt x="19464" y="14270"/>
                  <a:pt x="17691" y="14270"/>
                </a:cubicBezTo>
                <a:cubicBezTo>
                  <a:pt x="16588" y="14270"/>
                  <a:pt x="14023" y="14624"/>
                  <a:pt x="9996" y="15331"/>
                </a:cubicBezTo>
                <a:cubicBezTo>
                  <a:pt x="5969" y="16038"/>
                  <a:pt x="2924" y="16489"/>
                  <a:pt x="863" y="16684"/>
                </a:cubicBezTo>
                <a:lnTo>
                  <a:pt x="0" y="12369"/>
                </a:lnTo>
                <a:cubicBezTo>
                  <a:pt x="4123" y="11075"/>
                  <a:pt x="9816" y="8905"/>
                  <a:pt x="17079" y="5861"/>
                </a:cubicBezTo>
                <a:cubicBezTo>
                  <a:pt x="24343" y="2817"/>
                  <a:pt x="29412" y="863"/>
                  <a:pt x="32289" y="0"/>
                </a:cubicBezTo>
                <a:cubicBezTo>
                  <a:pt x="32960" y="0"/>
                  <a:pt x="33296" y="240"/>
                  <a:pt x="33296" y="719"/>
                </a:cubicBezTo>
                <a:cubicBezTo>
                  <a:pt x="32529" y="6237"/>
                  <a:pt x="32145" y="14202"/>
                  <a:pt x="32145" y="24615"/>
                </a:cubicBezTo>
                <a:lnTo>
                  <a:pt x="32145" y="620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22361-572F-4BF8-B684-144E377F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908" y="4736334"/>
            <a:ext cx="248731" cy="12810"/>
          </a:xfrm>
          <a:custGeom xmlns:a="http://schemas.openxmlformats.org/drawingml/2006/main">
            <a:pathLst>
              <a:path w="248731" h="12810">
                <a:moveTo>
                  <a:pt x="52809" y="2564"/>
                </a:moveTo>
                <a:cubicBezTo>
                  <a:pt x="52809" y="2564"/>
                  <a:pt x="93630" y="524"/>
                  <a:pt x="120757" y="276"/>
                </a:cubicBezTo>
                <a:cubicBezTo>
                  <a:pt x="150901" y="0"/>
                  <a:pt x="198920" y="2564"/>
                  <a:pt x="198920" y="2564"/>
                </a:cubicBezTo>
                <a:lnTo>
                  <a:pt x="248731" y="8198"/>
                </a:lnTo>
                <a:cubicBezTo>
                  <a:pt x="248731" y="8198"/>
                  <a:pt x="170906" y="12810"/>
                  <a:pt x="120757" y="12775"/>
                </a:cubicBezTo>
                <a:cubicBezTo>
                  <a:pt x="71573" y="12741"/>
                  <a:pt x="0" y="8198"/>
                  <a:pt x="0" y="8198"/>
                </a:cubicBezTo>
                <a:lnTo>
                  <a:pt x="52809" y="25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80C62E-A3F8-4034-B4BF-1C1A5333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729" y="4498626"/>
            <a:ext cx="245664" cy="243421"/>
          </a:xfrm>
          <a:custGeom xmlns:a="http://schemas.openxmlformats.org/drawingml/2006/main">
            <a:pathLst>
              <a:path w="245664" h="243421">
                <a:moveTo>
                  <a:pt x="33840" y="43617"/>
                </a:moveTo>
                <a:cubicBezTo>
                  <a:pt x="26800" y="65196"/>
                  <a:pt x="21537" y="91320"/>
                  <a:pt x="22988" y="110234"/>
                </a:cubicBezTo>
                <a:lnTo>
                  <a:pt x="23037" y="110878"/>
                </a:lnTo>
                <a:lnTo>
                  <a:pt x="22871" y="111501"/>
                </a:lnTo>
                <a:lnTo>
                  <a:pt x="22758" y="111927"/>
                </a:lnTo>
                <a:lnTo>
                  <a:pt x="22793" y="112320"/>
                </a:lnTo>
                <a:cubicBezTo>
                  <a:pt x="23960" y="125333"/>
                  <a:pt x="25666" y="144356"/>
                  <a:pt x="17301" y="149376"/>
                </a:cubicBezTo>
                <a:cubicBezTo>
                  <a:pt x="17306" y="153051"/>
                  <a:pt x="17519" y="156517"/>
                  <a:pt x="17945" y="159742"/>
                </a:cubicBezTo>
                <a:lnTo>
                  <a:pt x="18082" y="159609"/>
                </a:lnTo>
                <a:lnTo>
                  <a:pt x="24557" y="178274"/>
                </a:lnTo>
                <a:cubicBezTo>
                  <a:pt x="24220" y="178691"/>
                  <a:pt x="23892" y="179117"/>
                  <a:pt x="23574" y="179550"/>
                </a:cubicBezTo>
                <a:cubicBezTo>
                  <a:pt x="33331" y="203998"/>
                  <a:pt x="49077" y="218624"/>
                  <a:pt x="62875" y="224246"/>
                </a:cubicBezTo>
                <a:cubicBezTo>
                  <a:pt x="76633" y="229851"/>
                  <a:pt x="102449" y="235774"/>
                  <a:pt x="130059" y="234919"/>
                </a:cubicBezTo>
                <a:cubicBezTo>
                  <a:pt x="157679" y="234065"/>
                  <a:pt x="186490" y="226459"/>
                  <a:pt x="206965" y="205692"/>
                </a:cubicBezTo>
                <a:cubicBezTo>
                  <a:pt x="213914" y="198648"/>
                  <a:pt x="218688" y="190810"/>
                  <a:pt x="221704" y="182459"/>
                </a:cubicBezTo>
                <a:cubicBezTo>
                  <a:pt x="221507" y="182203"/>
                  <a:pt x="221310" y="181951"/>
                  <a:pt x="221103" y="181702"/>
                </a:cubicBezTo>
                <a:lnTo>
                  <a:pt x="224621" y="171566"/>
                </a:lnTo>
                <a:cubicBezTo>
                  <a:pt x="225888" y="164662"/>
                  <a:pt x="226161" y="157516"/>
                  <a:pt x="225648" y="150265"/>
                </a:cubicBezTo>
                <a:cubicBezTo>
                  <a:pt x="222195" y="145503"/>
                  <a:pt x="221649" y="136937"/>
                  <a:pt x="221966" y="128382"/>
                </a:cubicBezTo>
                <a:cubicBezTo>
                  <a:pt x="220535" y="122821"/>
                  <a:pt x="218776" y="117292"/>
                  <a:pt x="216765" y="111840"/>
                </a:cubicBezTo>
                <a:lnTo>
                  <a:pt x="216492" y="111086"/>
                </a:lnTo>
                <a:lnTo>
                  <a:pt x="216536" y="110299"/>
                </a:lnTo>
                <a:cubicBezTo>
                  <a:pt x="218808" y="72331"/>
                  <a:pt x="214602" y="48086"/>
                  <a:pt x="209336" y="33358"/>
                </a:cubicBezTo>
                <a:cubicBezTo>
                  <a:pt x="206702" y="25994"/>
                  <a:pt x="203818" y="21066"/>
                  <a:pt x="201403" y="17985"/>
                </a:cubicBezTo>
                <a:cubicBezTo>
                  <a:pt x="200191" y="16444"/>
                  <a:pt x="199120" y="15406"/>
                  <a:pt x="198290" y="14761"/>
                </a:cubicBezTo>
                <a:cubicBezTo>
                  <a:pt x="197809" y="14390"/>
                  <a:pt x="197481" y="14193"/>
                  <a:pt x="197295" y="14106"/>
                </a:cubicBezTo>
                <a:cubicBezTo>
                  <a:pt x="197263" y="14106"/>
                  <a:pt x="197230" y="14117"/>
                  <a:pt x="197197" y="14128"/>
                </a:cubicBezTo>
                <a:cubicBezTo>
                  <a:pt x="196782" y="14215"/>
                  <a:pt x="196181" y="14401"/>
                  <a:pt x="195372" y="14696"/>
                </a:cubicBezTo>
                <a:cubicBezTo>
                  <a:pt x="193755" y="15286"/>
                  <a:pt x="191625" y="16247"/>
                  <a:pt x="189101" y="17515"/>
                </a:cubicBezTo>
                <a:cubicBezTo>
                  <a:pt x="184053" y="20061"/>
                  <a:pt x="177695" y="23721"/>
                  <a:pt x="171194" y="27895"/>
                </a:cubicBezTo>
                <a:cubicBezTo>
                  <a:pt x="164704" y="32068"/>
                  <a:pt x="158148" y="36712"/>
                  <a:pt x="152696" y="41192"/>
                </a:cubicBezTo>
                <a:cubicBezTo>
                  <a:pt x="147157" y="45748"/>
                  <a:pt x="143104" y="49867"/>
                  <a:pt x="141246" y="52970"/>
                </a:cubicBezTo>
                <a:lnTo>
                  <a:pt x="139739" y="55505"/>
                </a:lnTo>
                <a:lnTo>
                  <a:pt x="136909" y="54674"/>
                </a:lnTo>
                <a:cubicBezTo>
                  <a:pt x="131053" y="52970"/>
                  <a:pt x="123481" y="52183"/>
                  <a:pt x="116161" y="52063"/>
                </a:cubicBezTo>
                <a:cubicBezTo>
                  <a:pt x="108851" y="51932"/>
                  <a:pt x="102121" y="52478"/>
                  <a:pt x="98028" y="53265"/>
                </a:cubicBezTo>
                <a:lnTo>
                  <a:pt x="95227" y="53800"/>
                </a:lnTo>
                <a:lnTo>
                  <a:pt x="93923" y="51265"/>
                </a:lnTo>
                <a:cubicBezTo>
                  <a:pt x="84813" y="33554"/>
                  <a:pt x="74858" y="22552"/>
                  <a:pt x="66734" y="16018"/>
                </a:cubicBezTo>
                <a:cubicBezTo>
                  <a:pt x="62665" y="12751"/>
                  <a:pt x="59066" y="10609"/>
                  <a:pt x="56270" y="9298"/>
                </a:cubicBezTo>
                <a:cubicBezTo>
                  <a:pt x="53689" y="8096"/>
                  <a:pt x="52051" y="7714"/>
                  <a:pt x="51422" y="7637"/>
                </a:cubicBezTo>
                <a:cubicBezTo>
                  <a:pt x="51369" y="7670"/>
                  <a:pt x="51315" y="7703"/>
                  <a:pt x="51264" y="7736"/>
                </a:cubicBezTo>
                <a:cubicBezTo>
                  <a:pt x="50895" y="7987"/>
                  <a:pt x="50351" y="8468"/>
                  <a:pt x="49652" y="9276"/>
                </a:cubicBezTo>
                <a:cubicBezTo>
                  <a:pt x="48256" y="10893"/>
                  <a:pt x="46608" y="13406"/>
                  <a:pt x="44809" y="16761"/>
                </a:cubicBezTo>
                <a:cubicBezTo>
                  <a:pt x="41229" y="23437"/>
                  <a:pt x="37346" y="32866"/>
                  <a:pt x="33840" y="43617"/>
                </a:cubicBezTo>
                <a:close/>
                <a:moveTo>
                  <a:pt x="224195" y="109928"/>
                </a:moveTo>
                <a:cubicBezTo>
                  <a:pt x="226391" y="71741"/>
                  <a:pt x="222184" y="46644"/>
                  <a:pt x="216514" y="30790"/>
                </a:cubicBezTo>
                <a:cubicBezTo>
                  <a:pt x="213662" y="22814"/>
                  <a:pt x="210417" y="17111"/>
                  <a:pt x="207380" y="13265"/>
                </a:cubicBezTo>
                <a:cubicBezTo>
                  <a:pt x="205872" y="11353"/>
                  <a:pt x="204375" y="9845"/>
                  <a:pt x="202977" y="8752"/>
                </a:cubicBezTo>
                <a:cubicBezTo>
                  <a:pt x="201644" y="7714"/>
                  <a:pt x="200136" y="6840"/>
                  <a:pt x="198585" y="6545"/>
                </a:cubicBezTo>
                <a:cubicBezTo>
                  <a:pt x="197448" y="6326"/>
                  <a:pt x="196312" y="6523"/>
                  <a:pt x="195547" y="6687"/>
                </a:cubicBezTo>
                <a:cubicBezTo>
                  <a:pt x="194673" y="6884"/>
                  <a:pt x="193712" y="7190"/>
                  <a:pt x="192728" y="7550"/>
                </a:cubicBezTo>
                <a:cubicBezTo>
                  <a:pt x="190740" y="8282"/>
                  <a:pt x="188336" y="9375"/>
                  <a:pt x="185670" y="10719"/>
                </a:cubicBezTo>
                <a:cubicBezTo>
                  <a:pt x="180350" y="13396"/>
                  <a:pt x="173750" y="17198"/>
                  <a:pt x="167075" y="21492"/>
                </a:cubicBezTo>
                <a:cubicBezTo>
                  <a:pt x="160410" y="25775"/>
                  <a:pt x="153592" y="30593"/>
                  <a:pt x="147856" y="35302"/>
                </a:cubicBezTo>
                <a:cubicBezTo>
                  <a:pt x="144546" y="38034"/>
                  <a:pt x="141476" y="40820"/>
                  <a:pt x="138974" y="43530"/>
                </a:cubicBezTo>
                <a:cubicBezTo>
                  <a:pt x="139411" y="40449"/>
                  <a:pt x="139323" y="37870"/>
                  <a:pt x="137685" y="38602"/>
                </a:cubicBezTo>
                <a:cubicBezTo>
                  <a:pt x="135150" y="39728"/>
                  <a:pt x="133937" y="43759"/>
                  <a:pt x="133566" y="46065"/>
                </a:cubicBezTo>
                <a:cubicBezTo>
                  <a:pt x="128048" y="45016"/>
                  <a:pt x="121973" y="44535"/>
                  <a:pt x="116292" y="44448"/>
                </a:cubicBezTo>
                <a:cubicBezTo>
                  <a:pt x="111233" y="44360"/>
                  <a:pt x="106328" y="44568"/>
                  <a:pt x="102220" y="44994"/>
                </a:cubicBezTo>
                <a:cubicBezTo>
                  <a:pt x="101881" y="42721"/>
                  <a:pt x="100679" y="38493"/>
                  <a:pt x="98072" y="37335"/>
                </a:cubicBezTo>
                <a:cubicBezTo>
                  <a:pt x="96808" y="36766"/>
                  <a:pt x="96466" y="38187"/>
                  <a:pt x="96576" y="40274"/>
                </a:cubicBezTo>
                <a:cubicBezTo>
                  <a:pt x="88160" y="25917"/>
                  <a:pt x="79245" y="16302"/>
                  <a:pt x="71507" y="10085"/>
                </a:cubicBezTo>
                <a:cubicBezTo>
                  <a:pt x="67006" y="6468"/>
                  <a:pt x="62892" y="3988"/>
                  <a:pt x="59500" y="2404"/>
                </a:cubicBezTo>
                <a:cubicBezTo>
                  <a:pt x="56250" y="874"/>
                  <a:pt x="53305" y="0"/>
                  <a:pt x="51220" y="0"/>
                </a:cubicBezTo>
                <a:cubicBezTo>
                  <a:pt x="49543" y="0"/>
                  <a:pt x="48101" y="677"/>
                  <a:pt x="47001" y="1420"/>
                </a:cubicBezTo>
                <a:cubicBezTo>
                  <a:pt x="45880" y="2174"/>
                  <a:pt x="44840" y="3190"/>
                  <a:pt x="43882" y="4294"/>
                </a:cubicBezTo>
                <a:cubicBezTo>
                  <a:pt x="41968" y="6523"/>
                  <a:pt x="40017" y="9582"/>
                  <a:pt x="38096" y="13155"/>
                </a:cubicBezTo>
                <a:cubicBezTo>
                  <a:pt x="34236" y="20355"/>
                  <a:pt x="30190" y="30233"/>
                  <a:pt x="26597" y="41257"/>
                </a:cubicBezTo>
                <a:cubicBezTo>
                  <a:pt x="19515" y="62967"/>
                  <a:pt x="13948" y="89856"/>
                  <a:pt x="15345" y="110168"/>
                </a:cubicBezTo>
                <a:cubicBezTo>
                  <a:pt x="14980" y="111556"/>
                  <a:pt x="14629" y="112943"/>
                  <a:pt x="14298" y="114320"/>
                </a:cubicBezTo>
                <a:cubicBezTo>
                  <a:pt x="10284" y="120133"/>
                  <a:pt x="6513" y="128469"/>
                  <a:pt x="3988" y="140182"/>
                </a:cubicBezTo>
                <a:cubicBezTo>
                  <a:pt x="0" y="158670"/>
                  <a:pt x="3636" y="156888"/>
                  <a:pt x="9321" y="153471"/>
                </a:cubicBezTo>
                <a:cubicBezTo>
                  <a:pt x="8895" y="157383"/>
                  <a:pt x="8265" y="161976"/>
                  <a:pt x="5512" y="164179"/>
                </a:cubicBezTo>
                <a:cubicBezTo>
                  <a:pt x="536" y="168161"/>
                  <a:pt x="3831" y="170908"/>
                  <a:pt x="11805" y="168187"/>
                </a:cubicBezTo>
                <a:cubicBezTo>
                  <a:pt x="11865" y="168422"/>
                  <a:pt x="11926" y="168654"/>
                  <a:pt x="11988" y="168887"/>
                </a:cubicBezTo>
                <a:cubicBezTo>
                  <a:pt x="9504" y="174747"/>
                  <a:pt x="8112" y="182807"/>
                  <a:pt x="11226" y="192367"/>
                </a:cubicBezTo>
                <a:cubicBezTo>
                  <a:pt x="12857" y="197381"/>
                  <a:pt x="15311" y="193156"/>
                  <a:pt x="18643" y="187400"/>
                </a:cubicBezTo>
                <a:cubicBezTo>
                  <a:pt x="29149" y="210541"/>
                  <a:pt x="45028" y="225202"/>
                  <a:pt x="60001" y="231302"/>
                </a:cubicBezTo>
                <a:cubicBezTo>
                  <a:pt x="74757" y="237314"/>
                  <a:pt x="101630" y="243421"/>
                  <a:pt x="130299" y="242534"/>
                </a:cubicBezTo>
                <a:cubicBezTo>
                  <a:pt x="158957" y="241648"/>
                  <a:pt x="190008" y="233742"/>
                  <a:pt x="212395" y="211040"/>
                </a:cubicBezTo>
                <a:cubicBezTo>
                  <a:pt x="218710" y="204625"/>
                  <a:pt x="223408" y="197660"/>
                  <a:pt x="226730" y="190339"/>
                </a:cubicBezTo>
                <a:lnTo>
                  <a:pt x="227003" y="190803"/>
                </a:lnTo>
                <a:cubicBezTo>
                  <a:pt x="230346" y="196572"/>
                  <a:pt x="232804" y="200817"/>
                  <a:pt x="234432" y="195796"/>
                </a:cubicBezTo>
                <a:cubicBezTo>
                  <a:pt x="237710" y="185732"/>
                  <a:pt x="235995" y="177333"/>
                  <a:pt x="233274" y="171410"/>
                </a:cubicBezTo>
                <a:lnTo>
                  <a:pt x="233296" y="171417"/>
                </a:lnTo>
                <a:cubicBezTo>
                  <a:pt x="241676" y="174464"/>
                  <a:pt x="245238" y="171681"/>
                  <a:pt x="240146" y="167608"/>
                </a:cubicBezTo>
                <a:cubicBezTo>
                  <a:pt x="237393" y="165404"/>
                  <a:pt x="236770" y="160811"/>
                  <a:pt x="236344" y="156899"/>
                </a:cubicBezTo>
                <a:cubicBezTo>
                  <a:pt x="242026" y="160317"/>
                  <a:pt x="245664" y="162098"/>
                  <a:pt x="241676" y="143613"/>
                </a:cubicBezTo>
                <a:cubicBezTo>
                  <a:pt x="237655" y="124984"/>
                  <a:pt x="230488" y="114878"/>
                  <a:pt x="224195" y="109928"/>
                </a:cubicBezTo>
                <a:close/>
                <a:moveTo>
                  <a:pt x="51536" y="7583"/>
                </a:moveTo>
                <a:lnTo>
                  <a:pt x="51531" y="7583"/>
                </a:lnTo>
                <a:lnTo>
                  <a:pt x="51535" y="7583"/>
                </a:lnTo>
                <a:lnTo>
                  <a:pt x="51536" y="75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F2E313-D62A-49F1-83C4-FA05F444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698" y="4505815"/>
            <a:ext cx="217912" cy="241173"/>
          </a:xfrm>
          <a:custGeom xmlns:a="http://schemas.openxmlformats.org/drawingml/2006/main">
            <a:pathLst>
              <a:path w="217912" h="241173">
                <a:moveTo>
                  <a:pt x="38297" y="0"/>
                </a:moveTo>
                <a:cubicBezTo>
                  <a:pt x="28318" y="0"/>
                  <a:pt x="4297" y="65557"/>
                  <a:pt x="7221" y="103765"/>
                </a:cubicBezTo>
                <a:cubicBezTo>
                  <a:pt x="1339" y="125934"/>
                  <a:pt x="0" y="145913"/>
                  <a:pt x="3927" y="160014"/>
                </a:cubicBezTo>
                <a:cubicBezTo>
                  <a:pt x="12797" y="191868"/>
                  <a:pt x="31473" y="210944"/>
                  <a:pt x="48211" y="217778"/>
                </a:cubicBezTo>
                <a:cubicBezTo>
                  <a:pt x="75878" y="229074"/>
                  <a:pt x="150467" y="241173"/>
                  <a:pt x="192040" y="198906"/>
                </a:cubicBezTo>
                <a:cubicBezTo>
                  <a:pt x="217912" y="172608"/>
                  <a:pt x="214219" y="135932"/>
                  <a:pt x="202397" y="103766"/>
                </a:cubicBezTo>
                <a:cubicBezTo>
                  <a:pt x="206822" y="29260"/>
                  <a:pt x="187691" y="7037"/>
                  <a:pt x="182250" y="5988"/>
                </a:cubicBezTo>
                <a:cubicBezTo>
                  <a:pt x="176798" y="4950"/>
                  <a:pt x="131063" y="31478"/>
                  <a:pt x="122475" y="45901"/>
                </a:cubicBezTo>
                <a:cubicBezTo>
                  <a:pt x="110206" y="42317"/>
                  <a:pt x="91610" y="42798"/>
                  <a:pt x="83017" y="44448"/>
                </a:cubicBezTo>
                <a:cubicBezTo>
                  <a:pt x="64902" y="9145"/>
                  <a:pt x="43103" y="0"/>
                  <a:pt x="38298" y="0"/>
                </a:cubicBezTo>
                <a:lnTo>
                  <a:pt x="3829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069002-A73E-48C9-AA72-696BA510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476" y="4546111"/>
            <a:ext cx="190073" cy="187927"/>
          </a:xfrm>
          <a:custGeom xmlns:a="http://schemas.openxmlformats.org/drawingml/2006/main">
            <a:pathLst>
              <a:path w="190073" h="187927">
                <a:moveTo>
                  <a:pt x="41138" y="101077"/>
                </a:moveTo>
                <a:cubicBezTo>
                  <a:pt x="51813" y="104042"/>
                  <a:pt x="55685" y="103688"/>
                  <a:pt x="61707" y="99176"/>
                </a:cubicBezTo>
                <a:cubicBezTo>
                  <a:pt x="69461" y="93353"/>
                  <a:pt x="74347" y="74035"/>
                  <a:pt x="78084" y="37848"/>
                </a:cubicBezTo>
                <a:cubicBezTo>
                  <a:pt x="79340" y="25655"/>
                  <a:pt x="73091" y="7583"/>
                  <a:pt x="73899" y="3944"/>
                </a:cubicBezTo>
                <a:cubicBezTo>
                  <a:pt x="74468" y="0"/>
                  <a:pt x="108173" y="1661"/>
                  <a:pt x="108938" y="5463"/>
                </a:cubicBezTo>
                <a:cubicBezTo>
                  <a:pt x="109725" y="9386"/>
                  <a:pt x="104371" y="21470"/>
                  <a:pt x="103607" y="37848"/>
                </a:cubicBezTo>
                <a:cubicBezTo>
                  <a:pt x="104754" y="77084"/>
                  <a:pt x="111080" y="87715"/>
                  <a:pt x="119220" y="96882"/>
                </a:cubicBezTo>
                <a:cubicBezTo>
                  <a:pt x="122268" y="100313"/>
                  <a:pt x="126463" y="101602"/>
                  <a:pt x="132931" y="101078"/>
                </a:cubicBezTo>
                <a:cubicBezTo>
                  <a:pt x="147026" y="99930"/>
                  <a:pt x="173510" y="84077"/>
                  <a:pt x="184359" y="99177"/>
                </a:cubicBezTo>
                <a:cubicBezTo>
                  <a:pt x="189385" y="106161"/>
                  <a:pt x="190073" y="131551"/>
                  <a:pt x="176361" y="152882"/>
                </a:cubicBezTo>
                <a:cubicBezTo>
                  <a:pt x="157733" y="181862"/>
                  <a:pt x="111987" y="187927"/>
                  <a:pt x="94080" y="187927"/>
                </a:cubicBezTo>
                <a:cubicBezTo>
                  <a:pt x="58642" y="187927"/>
                  <a:pt x="40758" y="178023"/>
                  <a:pt x="27045" y="166976"/>
                </a:cubicBezTo>
                <a:cubicBezTo>
                  <a:pt x="13333" y="155929"/>
                  <a:pt x="0" y="139931"/>
                  <a:pt x="2666" y="114408"/>
                </a:cubicBezTo>
                <a:cubicBezTo>
                  <a:pt x="5336" y="88851"/>
                  <a:pt x="34282" y="99176"/>
                  <a:pt x="41138" y="10107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BF430B-E092-4394-B8EC-EEB2247F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660" y="4661663"/>
            <a:ext cx="82659" cy="33468"/>
          </a:xfrm>
          <a:custGeom xmlns:a="http://schemas.openxmlformats.org/drawingml/2006/main">
            <a:pathLst>
              <a:path w="82659" h="33468">
                <a:moveTo>
                  <a:pt x="39994" y="32759"/>
                </a:moveTo>
                <a:cubicBezTo>
                  <a:pt x="19421" y="32211"/>
                  <a:pt x="2286" y="18284"/>
                  <a:pt x="0" y="380"/>
                </a:cubicBezTo>
                <a:cubicBezTo>
                  <a:pt x="17902" y="16379"/>
                  <a:pt x="27287" y="5713"/>
                  <a:pt x="41895" y="5713"/>
                </a:cubicBezTo>
                <a:cubicBezTo>
                  <a:pt x="55989" y="5713"/>
                  <a:pt x="61332" y="18664"/>
                  <a:pt x="82659" y="0"/>
                </a:cubicBezTo>
                <a:cubicBezTo>
                  <a:pt x="82659" y="14475"/>
                  <a:pt x="66653" y="33468"/>
                  <a:pt x="39994" y="327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EABF1F-8037-4917-98C7-FD140ADC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0184" y="4669143"/>
            <a:ext cx="36820" cy="45703"/>
          </a:xfrm>
          <a:custGeom xmlns:a="http://schemas.openxmlformats.org/drawingml/2006/main">
            <a:pathLst>
              <a:path w="36820" h="45703">
                <a:moveTo>
                  <a:pt x="1464" y="29707"/>
                </a:moveTo>
                <a:cubicBezTo>
                  <a:pt x="0" y="18919"/>
                  <a:pt x="1333" y="7744"/>
                  <a:pt x="4130" y="763"/>
                </a:cubicBezTo>
                <a:lnTo>
                  <a:pt x="36820" y="0"/>
                </a:lnTo>
                <a:cubicBezTo>
                  <a:pt x="36186" y="6856"/>
                  <a:pt x="34471" y="18890"/>
                  <a:pt x="35684" y="28945"/>
                </a:cubicBezTo>
                <a:cubicBezTo>
                  <a:pt x="36743" y="37705"/>
                  <a:pt x="32646" y="45703"/>
                  <a:pt x="18956" y="45703"/>
                </a:cubicBezTo>
                <a:cubicBezTo>
                  <a:pt x="7550" y="45703"/>
                  <a:pt x="2600" y="38085"/>
                  <a:pt x="1464" y="29707"/>
                </a:cubicBezTo>
                <a:close/>
              </a:path>
            </a:pathLst>
          </a:custGeom>
          <a:solidFill xmlns:a="http://schemas.openxmlformats.org/drawingml/2006/main">
            <a:srgbClr val="FF8F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97934D-BC92-48D7-9E4A-8ED831A3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900" y="4666996"/>
            <a:ext cx="40982" cy="49348"/>
          </a:xfrm>
          <a:custGeom xmlns:a="http://schemas.openxmlformats.org/drawingml/2006/main">
            <a:pathLst>
              <a:path w="40982" h="49348">
                <a:moveTo>
                  <a:pt x="40982" y="1773"/>
                </a:moveTo>
                <a:lnTo>
                  <a:pt x="40447" y="904"/>
                </a:lnTo>
                <a:cubicBezTo>
                  <a:pt x="40338" y="2107"/>
                  <a:pt x="40196" y="3449"/>
                  <a:pt x="40043" y="4898"/>
                </a:cubicBezTo>
                <a:cubicBezTo>
                  <a:pt x="39300" y="12099"/>
                  <a:pt x="38273" y="21920"/>
                  <a:pt x="39289" y="30352"/>
                </a:cubicBezTo>
                <a:cubicBezTo>
                  <a:pt x="39857" y="35128"/>
                  <a:pt x="39060" y="39927"/>
                  <a:pt x="36055" y="43550"/>
                </a:cubicBezTo>
                <a:cubicBezTo>
                  <a:pt x="33029" y="47197"/>
                  <a:pt x="28025" y="49348"/>
                  <a:pt x="20792" y="49348"/>
                </a:cubicBezTo>
                <a:cubicBezTo>
                  <a:pt x="14630" y="49348"/>
                  <a:pt x="10063" y="47246"/>
                  <a:pt x="6894" y="43865"/>
                </a:cubicBezTo>
                <a:cubicBezTo>
                  <a:pt x="3769" y="40521"/>
                  <a:pt x="2131" y="36063"/>
                  <a:pt x="1519" y="31535"/>
                </a:cubicBezTo>
                <a:cubicBezTo>
                  <a:pt x="0" y="20218"/>
                  <a:pt x="1377" y="8439"/>
                  <a:pt x="4316" y="960"/>
                </a:cubicBezTo>
                <a:lnTo>
                  <a:pt x="4698" y="0"/>
                </a:lnTo>
                <a:lnTo>
                  <a:pt x="40982" y="1773"/>
                </a:lnTo>
                <a:close/>
                <a:moveTo>
                  <a:pt x="6829" y="3084"/>
                </a:moveTo>
                <a:cubicBezTo>
                  <a:pt x="4359" y="10026"/>
                  <a:pt x="3190" y="20721"/>
                  <a:pt x="4578" y="31111"/>
                </a:cubicBezTo>
                <a:cubicBezTo>
                  <a:pt x="5124" y="35204"/>
                  <a:pt x="6577" y="38975"/>
                  <a:pt x="9134" y="41704"/>
                </a:cubicBezTo>
                <a:cubicBezTo>
                  <a:pt x="11658" y="44397"/>
                  <a:pt x="15384" y="46213"/>
                  <a:pt x="20792" y="46213"/>
                </a:cubicBezTo>
                <a:cubicBezTo>
                  <a:pt x="27435" y="46213"/>
                  <a:pt x="31444" y="44252"/>
                  <a:pt x="33695" y="41529"/>
                </a:cubicBezTo>
                <a:cubicBezTo>
                  <a:pt x="35979" y="38786"/>
                  <a:pt x="36732" y="34964"/>
                  <a:pt x="36219" y="30728"/>
                </a:cubicBezTo>
                <a:cubicBezTo>
                  <a:pt x="35170" y="21900"/>
                  <a:pt x="36241" y="11627"/>
                  <a:pt x="36984" y="4450"/>
                </a:cubicBezTo>
                <a:cubicBezTo>
                  <a:pt x="37060" y="3723"/>
                  <a:pt x="37137" y="3027"/>
                  <a:pt x="37202" y="2367"/>
                </a:cubicBezTo>
                <a:lnTo>
                  <a:pt x="6829" y="3084"/>
                </a:lnTo>
                <a:close/>
              </a:path>
            </a:pathLst>
          </a:custGeom>
          <a:solidFill xmlns:a="http://schemas.openxmlformats.org/drawingml/2006/main">
            <a:srgbClr val="DF413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B2B47-079D-4CD0-91A4-8223FD9C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940" y="4667377"/>
            <a:ext cx="11046" cy="30052"/>
          </a:xfrm>
          <a:custGeom xmlns:a="http://schemas.openxmlformats.org/drawingml/2006/main">
            <a:pathLst>
              <a:path w="11046" h="30052">
                <a:moveTo>
                  <a:pt x="11046" y="3047"/>
                </a:moveTo>
                <a:cubicBezTo>
                  <a:pt x="8380" y="6095"/>
                  <a:pt x="6097" y="11198"/>
                  <a:pt x="6097" y="23997"/>
                </a:cubicBezTo>
                <a:lnTo>
                  <a:pt x="6097" y="24681"/>
                </a:lnTo>
                <a:cubicBezTo>
                  <a:pt x="6239" y="28636"/>
                  <a:pt x="6108" y="30052"/>
                  <a:pt x="6097" y="24681"/>
                </a:cubicBezTo>
                <a:cubicBezTo>
                  <a:pt x="5867" y="18118"/>
                  <a:pt x="4928" y="4559"/>
                  <a:pt x="1530" y="3429"/>
                </a:cubicBezTo>
                <a:cubicBezTo>
                  <a:pt x="382" y="3047"/>
                  <a:pt x="0" y="0"/>
                  <a:pt x="11046" y="3047"/>
                </a:cubicBezTo>
                <a:close/>
              </a:path>
            </a:pathLst>
          </a:custGeom>
          <a:solidFill xmlns:a="http://schemas.openxmlformats.org/drawingml/2006/main">
            <a:srgbClr val="D74D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15E77-83B2-4B9B-B8A7-2ED86970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058" y="4635388"/>
            <a:ext cx="83621" cy="40133"/>
          </a:xfrm>
          <a:custGeom xmlns:a="http://schemas.openxmlformats.org/drawingml/2006/main">
            <a:pathLst>
              <a:path w="83621" h="40133">
                <a:moveTo>
                  <a:pt x="39612" y="20131"/>
                </a:moveTo>
                <a:cubicBezTo>
                  <a:pt x="48364" y="20131"/>
                  <a:pt x="55455" y="13564"/>
                  <a:pt x="55455" y="7921"/>
                </a:cubicBezTo>
                <a:cubicBezTo>
                  <a:pt x="55455" y="2284"/>
                  <a:pt x="48364" y="0"/>
                  <a:pt x="39612" y="0"/>
                </a:cubicBezTo>
                <a:cubicBezTo>
                  <a:pt x="30861" y="0"/>
                  <a:pt x="23770" y="2284"/>
                  <a:pt x="23770" y="7921"/>
                </a:cubicBezTo>
                <a:cubicBezTo>
                  <a:pt x="23770" y="13564"/>
                  <a:pt x="30861" y="20131"/>
                  <a:pt x="39612" y="20131"/>
                </a:cubicBezTo>
                <a:close/>
                <a:moveTo>
                  <a:pt x="6263" y="24496"/>
                </a:moveTo>
                <a:cubicBezTo>
                  <a:pt x="5597" y="22950"/>
                  <a:pt x="3805" y="22237"/>
                  <a:pt x="2259" y="22902"/>
                </a:cubicBezTo>
                <a:cubicBezTo>
                  <a:pt x="713" y="23568"/>
                  <a:pt x="0" y="25361"/>
                  <a:pt x="665" y="26907"/>
                </a:cubicBezTo>
                <a:cubicBezTo>
                  <a:pt x="1785" y="29506"/>
                  <a:pt x="4468" y="33402"/>
                  <a:pt x="8745" y="36057"/>
                </a:cubicBezTo>
                <a:cubicBezTo>
                  <a:pt x="13166" y="38800"/>
                  <a:pt x="19170" y="40133"/>
                  <a:pt x="26480" y="37553"/>
                </a:cubicBezTo>
                <a:cubicBezTo>
                  <a:pt x="37689" y="33599"/>
                  <a:pt x="46485" y="34510"/>
                  <a:pt x="55662" y="37570"/>
                </a:cubicBezTo>
                <a:cubicBezTo>
                  <a:pt x="60568" y="39206"/>
                  <a:pt x="66577" y="39078"/>
                  <a:pt x="71690" y="37373"/>
                </a:cubicBezTo>
                <a:cubicBezTo>
                  <a:pt x="76782" y="35676"/>
                  <a:pt x="81655" y="32165"/>
                  <a:pt x="83162" y="26483"/>
                </a:cubicBezTo>
                <a:cubicBezTo>
                  <a:pt x="83621" y="24864"/>
                  <a:pt x="82671" y="23180"/>
                  <a:pt x="81054" y="22722"/>
                </a:cubicBezTo>
                <a:cubicBezTo>
                  <a:pt x="79437" y="22265"/>
                  <a:pt x="77754" y="23208"/>
                  <a:pt x="77295" y="24828"/>
                </a:cubicBezTo>
                <a:cubicBezTo>
                  <a:pt x="77284" y="24858"/>
                  <a:pt x="77273" y="24889"/>
                  <a:pt x="77273" y="24920"/>
                </a:cubicBezTo>
                <a:cubicBezTo>
                  <a:pt x="76487" y="27863"/>
                  <a:pt x="73788" y="30250"/>
                  <a:pt x="69768" y="31591"/>
                </a:cubicBezTo>
                <a:cubicBezTo>
                  <a:pt x="65780" y="32920"/>
                  <a:pt x="61125" y="32969"/>
                  <a:pt x="57585" y="31789"/>
                </a:cubicBezTo>
                <a:cubicBezTo>
                  <a:pt x="47402" y="28395"/>
                  <a:pt x="37187" y="27310"/>
                  <a:pt x="24458" y="31806"/>
                </a:cubicBezTo>
                <a:cubicBezTo>
                  <a:pt x="18974" y="33740"/>
                  <a:pt x="14889" y="32696"/>
                  <a:pt x="11959" y="30878"/>
                </a:cubicBezTo>
                <a:cubicBezTo>
                  <a:pt x="8887" y="28972"/>
                  <a:pt x="6963" y="26122"/>
                  <a:pt x="6263" y="244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3321DB-5540-445B-99CA-085E650F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581" y="4640032"/>
            <a:ext cx="6107" cy="3376"/>
          </a:xfrm>
          <a:custGeom xmlns:a="http://schemas.openxmlformats.org/drawingml/2006/main">
            <a:pathLst>
              <a:path w="6107" h="3376">
                <a:moveTo>
                  <a:pt x="5889" y="754"/>
                </a:moveTo>
                <a:cubicBezTo>
                  <a:pt x="6107" y="1399"/>
                  <a:pt x="5004" y="2338"/>
                  <a:pt x="3431" y="2863"/>
                </a:cubicBezTo>
                <a:cubicBezTo>
                  <a:pt x="1868" y="3376"/>
                  <a:pt x="415" y="3267"/>
                  <a:pt x="208" y="2622"/>
                </a:cubicBezTo>
                <a:cubicBezTo>
                  <a:pt x="0" y="1978"/>
                  <a:pt x="1093" y="1038"/>
                  <a:pt x="2666" y="514"/>
                </a:cubicBezTo>
                <a:cubicBezTo>
                  <a:pt x="4239" y="0"/>
                  <a:pt x="5681" y="109"/>
                  <a:pt x="5889" y="754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5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A86F9F-5FBC-42EF-A3CD-3E7FFD3D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1" y="4623828"/>
            <a:ext cx="34099" cy="9528"/>
          </a:xfrm>
          <a:custGeom xmlns:a="http://schemas.openxmlformats.org/drawingml/2006/main">
            <a:pathLst>
              <a:path w="34099" h="9528">
                <a:moveTo>
                  <a:pt x="17241" y="4698"/>
                </a:moveTo>
                <a:cubicBezTo>
                  <a:pt x="12029" y="4589"/>
                  <a:pt x="7003" y="5802"/>
                  <a:pt x="3922" y="8009"/>
                </a:cubicBezTo>
                <a:cubicBezTo>
                  <a:pt x="2895" y="8741"/>
                  <a:pt x="1475" y="8501"/>
                  <a:pt x="743" y="7473"/>
                </a:cubicBezTo>
                <a:cubicBezTo>
                  <a:pt x="0" y="6446"/>
                  <a:pt x="240" y="5015"/>
                  <a:pt x="1267" y="4283"/>
                </a:cubicBezTo>
                <a:cubicBezTo>
                  <a:pt x="5430" y="1311"/>
                  <a:pt x="11549" y="0"/>
                  <a:pt x="17339" y="131"/>
                </a:cubicBezTo>
                <a:cubicBezTo>
                  <a:pt x="23119" y="262"/>
                  <a:pt x="29161" y="1825"/>
                  <a:pt x="33061" y="5266"/>
                </a:cubicBezTo>
                <a:cubicBezTo>
                  <a:pt x="34001" y="6097"/>
                  <a:pt x="34099" y="7550"/>
                  <a:pt x="33258" y="8490"/>
                </a:cubicBezTo>
                <a:cubicBezTo>
                  <a:pt x="32428" y="9440"/>
                  <a:pt x="30985" y="9528"/>
                  <a:pt x="30035" y="8697"/>
                </a:cubicBezTo>
                <a:cubicBezTo>
                  <a:pt x="27271" y="6250"/>
                  <a:pt x="22463" y="4818"/>
                  <a:pt x="17241" y="4698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23C7F-F934-48B9-B965-F7AC47C5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424" y="4614049"/>
            <a:ext cx="108176" cy="28943"/>
          </a:xfrm>
          <a:custGeom xmlns:a="http://schemas.openxmlformats.org/drawingml/2006/main">
            <a:pathLst>
              <a:path w="108176" h="28943">
                <a:moveTo>
                  <a:pt x="94464" y="27425"/>
                </a:moveTo>
                <a:cubicBezTo>
                  <a:pt x="102036" y="27425"/>
                  <a:pt x="108176" y="21284"/>
                  <a:pt x="108176" y="13712"/>
                </a:cubicBezTo>
                <a:cubicBezTo>
                  <a:pt x="108176" y="6141"/>
                  <a:pt x="102036" y="0"/>
                  <a:pt x="94464" y="0"/>
                </a:cubicBezTo>
                <a:cubicBezTo>
                  <a:pt x="86893" y="0"/>
                  <a:pt x="80752" y="6140"/>
                  <a:pt x="80752" y="13712"/>
                </a:cubicBezTo>
                <a:cubicBezTo>
                  <a:pt x="80752" y="21284"/>
                  <a:pt x="86893" y="27425"/>
                  <a:pt x="94464" y="27425"/>
                </a:cubicBezTo>
                <a:close/>
                <a:moveTo>
                  <a:pt x="13712" y="28943"/>
                </a:moveTo>
                <a:cubicBezTo>
                  <a:pt x="21286" y="28943"/>
                  <a:pt x="27425" y="22803"/>
                  <a:pt x="27425" y="15231"/>
                </a:cubicBezTo>
                <a:cubicBezTo>
                  <a:pt x="27425" y="7659"/>
                  <a:pt x="21286" y="1519"/>
                  <a:pt x="13712" y="1519"/>
                </a:cubicBezTo>
                <a:cubicBezTo>
                  <a:pt x="6138" y="1519"/>
                  <a:pt x="0" y="7659"/>
                  <a:pt x="0" y="15231"/>
                </a:cubicBezTo>
                <a:cubicBezTo>
                  <a:pt x="0" y="22803"/>
                  <a:pt x="6138" y="28943"/>
                  <a:pt x="13712" y="289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14650A-CD71-4CB9-BCA5-79543B1A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233" y="4617852"/>
            <a:ext cx="95222" cy="16007"/>
          </a:xfrm>
          <a:custGeom xmlns:a="http://schemas.openxmlformats.org/drawingml/2006/main">
            <a:pathLst>
              <a:path w="95222" h="16007">
                <a:moveTo>
                  <a:pt x="87989" y="14477"/>
                </a:moveTo>
                <a:cubicBezTo>
                  <a:pt x="91988" y="14477"/>
                  <a:pt x="95222" y="11243"/>
                  <a:pt x="95222" y="7244"/>
                </a:cubicBezTo>
                <a:cubicBezTo>
                  <a:pt x="95222" y="3245"/>
                  <a:pt x="91988" y="0"/>
                  <a:pt x="87989" y="0"/>
                </a:cubicBezTo>
                <a:cubicBezTo>
                  <a:pt x="83991" y="0"/>
                  <a:pt x="80757" y="3245"/>
                  <a:pt x="80757" y="7244"/>
                </a:cubicBezTo>
                <a:cubicBezTo>
                  <a:pt x="80757" y="11243"/>
                  <a:pt x="83991" y="14477"/>
                  <a:pt x="87989" y="14477"/>
                </a:cubicBezTo>
                <a:close/>
                <a:moveTo>
                  <a:pt x="7237" y="16007"/>
                </a:moveTo>
                <a:cubicBezTo>
                  <a:pt x="11234" y="16007"/>
                  <a:pt x="14474" y="12762"/>
                  <a:pt x="14474" y="8763"/>
                </a:cubicBezTo>
                <a:cubicBezTo>
                  <a:pt x="14474" y="4775"/>
                  <a:pt x="11234" y="1530"/>
                  <a:pt x="7237" y="1530"/>
                </a:cubicBezTo>
                <a:cubicBezTo>
                  <a:pt x="3241" y="1530"/>
                  <a:pt x="0" y="4775"/>
                  <a:pt x="0" y="8763"/>
                </a:cubicBezTo>
                <a:cubicBezTo>
                  <a:pt x="0" y="12762"/>
                  <a:pt x="3241" y="16007"/>
                  <a:pt x="7237" y="160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C5E0B9-076A-4A1F-9207-D4B1CA9E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309" y="4620900"/>
            <a:ext cx="85296" cy="6129"/>
          </a:xfrm>
          <a:custGeom xmlns:a="http://schemas.openxmlformats.org/drawingml/2006/main">
            <a:pathLst>
              <a:path w="85296" h="6129">
                <a:moveTo>
                  <a:pt x="82630" y="5332"/>
                </a:moveTo>
                <a:cubicBezTo>
                  <a:pt x="84105" y="5332"/>
                  <a:pt x="85296" y="4141"/>
                  <a:pt x="85296" y="2666"/>
                </a:cubicBezTo>
                <a:cubicBezTo>
                  <a:pt x="85296" y="1202"/>
                  <a:pt x="84105" y="0"/>
                  <a:pt x="82630" y="0"/>
                </a:cubicBezTo>
                <a:cubicBezTo>
                  <a:pt x="81155" y="0"/>
                  <a:pt x="79965" y="1202"/>
                  <a:pt x="79965" y="2666"/>
                </a:cubicBezTo>
                <a:cubicBezTo>
                  <a:pt x="79965" y="4141"/>
                  <a:pt x="81155" y="5332"/>
                  <a:pt x="82630" y="5332"/>
                </a:cubicBezTo>
                <a:close/>
                <a:moveTo>
                  <a:pt x="2639" y="6097"/>
                </a:moveTo>
                <a:cubicBezTo>
                  <a:pt x="4111" y="6129"/>
                  <a:pt x="5333" y="4971"/>
                  <a:pt x="5368" y="3496"/>
                </a:cubicBezTo>
                <a:cubicBezTo>
                  <a:pt x="5403" y="2021"/>
                  <a:pt x="4237" y="797"/>
                  <a:pt x="2765" y="765"/>
                </a:cubicBezTo>
                <a:cubicBezTo>
                  <a:pt x="2723" y="765"/>
                  <a:pt x="2680" y="765"/>
                  <a:pt x="2639" y="765"/>
                </a:cubicBezTo>
                <a:cubicBezTo>
                  <a:pt x="1166" y="797"/>
                  <a:pt x="0" y="2021"/>
                  <a:pt x="35" y="3496"/>
                </a:cubicBezTo>
                <a:cubicBezTo>
                  <a:pt x="69" y="4917"/>
                  <a:pt x="1215" y="6064"/>
                  <a:pt x="2639" y="609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687D7C-4696-4E55-B428-B3A58069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569" y="4633094"/>
            <a:ext cx="154653" cy="14475"/>
          </a:xfrm>
          <a:custGeom xmlns:a="http://schemas.openxmlformats.org/drawingml/2006/main">
            <a:pathLst>
              <a:path w="154653" h="14475">
                <a:moveTo>
                  <a:pt x="141695" y="12194"/>
                </a:moveTo>
                <a:cubicBezTo>
                  <a:pt x="148851" y="12194"/>
                  <a:pt x="154653" y="9462"/>
                  <a:pt x="154653" y="6097"/>
                </a:cubicBezTo>
                <a:cubicBezTo>
                  <a:pt x="154653" y="2732"/>
                  <a:pt x="148851" y="0"/>
                  <a:pt x="141695" y="0"/>
                </a:cubicBezTo>
                <a:cubicBezTo>
                  <a:pt x="134550" y="0"/>
                  <a:pt x="128748" y="2732"/>
                  <a:pt x="128748" y="6097"/>
                </a:cubicBezTo>
                <a:cubicBezTo>
                  <a:pt x="128748" y="9462"/>
                  <a:pt x="134550" y="12194"/>
                  <a:pt x="141695" y="12194"/>
                </a:cubicBezTo>
                <a:close/>
                <a:moveTo>
                  <a:pt x="12951" y="14475"/>
                </a:moveTo>
                <a:cubicBezTo>
                  <a:pt x="20104" y="14475"/>
                  <a:pt x="25903" y="11745"/>
                  <a:pt x="25903" y="8380"/>
                </a:cubicBezTo>
                <a:cubicBezTo>
                  <a:pt x="25903" y="5015"/>
                  <a:pt x="20103" y="2283"/>
                  <a:pt x="12951" y="2283"/>
                </a:cubicBezTo>
                <a:cubicBezTo>
                  <a:pt x="5799" y="2283"/>
                  <a:pt x="0" y="5015"/>
                  <a:pt x="0" y="8380"/>
                </a:cubicBezTo>
                <a:cubicBezTo>
                  <a:pt x="0" y="11745"/>
                  <a:pt x="5799" y="14475"/>
                  <a:pt x="12951" y="14475"/>
                </a:cubicBezTo>
                <a:close/>
              </a:path>
            </a:pathLst>
          </a:custGeom>
          <a:solidFill xmlns:a="http://schemas.openxmlformats.org/drawingml/2006/main">
            <a:srgbClr val="FF8F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3A0B77-B603-4385-8BBD-18ED11C4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388" y="4524870"/>
            <a:ext cx="173841" cy="65273"/>
          </a:xfrm>
          <a:custGeom xmlns:a="http://schemas.openxmlformats.org/drawingml/2006/main">
            <a:pathLst>
              <a:path w="173841" h="65273">
                <a:moveTo>
                  <a:pt x="5711" y="61263"/>
                </a:moveTo>
                <a:cubicBezTo>
                  <a:pt x="0" y="61459"/>
                  <a:pt x="1333" y="0"/>
                  <a:pt x="19962" y="164"/>
                </a:cubicBezTo>
                <a:cubicBezTo>
                  <a:pt x="23026" y="393"/>
                  <a:pt x="46608" y="20956"/>
                  <a:pt x="45871" y="26835"/>
                </a:cubicBezTo>
                <a:cubicBezTo>
                  <a:pt x="45450" y="30189"/>
                  <a:pt x="36271" y="37061"/>
                  <a:pt x="26278" y="44557"/>
                </a:cubicBezTo>
                <a:cubicBezTo>
                  <a:pt x="18756" y="50195"/>
                  <a:pt x="10771" y="56171"/>
                  <a:pt x="5711" y="61263"/>
                </a:cubicBezTo>
                <a:close/>
                <a:moveTo>
                  <a:pt x="168127" y="65076"/>
                </a:moveTo>
                <a:cubicBezTo>
                  <a:pt x="173841" y="65273"/>
                  <a:pt x="172508" y="3814"/>
                  <a:pt x="153879" y="3966"/>
                </a:cubicBezTo>
                <a:cubicBezTo>
                  <a:pt x="150809" y="4207"/>
                  <a:pt x="127231" y="24770"/>
                  <a:pt x="127974" y="30637"/>
                </a:cubicBezTo>
                <a:cubicBezTo>
                  <a:pt x="128390" y="33991"/>
                  <a:pt x="137567" y="40875"/>
                  <a:pt x="147564" y="48359"/>
                </a:cubicBezTo>
                <a:cubicBezTo>
                  <a:pt x="155081" y="53997"/>
                  <a:pt x="163068" y="59985"/>
                  <a:pt x="168127" y="65076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9ADA9-066D-4E07-A2D0-AE48B3CB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9221" y="4692918"/>
            <a:ext cx="201857" cy="61865"/>
          </a:xfrm>
          <a:custGeom xmlns:a="http://schemas.openxmlformats.org/drawingml/2006/main">
            <a:pathLst>
              <a:path w="201857" h="61865">
                <a:moveTo>
                  <a:pt x="16897" y="47843"/>
                </a:moveTo>
                <a:cubicBezTo>
                  <a:pt x="11376" y="50446"/>
                  <a:pt x="298" y="52794"/>
                  <a:pt x="166" y="41365"/>
                </a:cubicBezTo>
                <a:cubicBezTo>
                  <a:pt x="0" y="27078"/>
                  <a:pt x="6791" y="0"/>
                  <a:pt x="35783" y="7476"/>
                </a:cubicBezTo>
                <a:cubicBezTo>
                  <a:pt x="64772" y="14950"/>
                  <a:pt x="67919" y="37212"/>
                  <a:pt x="66594" y="41365"/>
                </a:cubicBezTo>
                <a:cubicBezTo>
                  <a:pt x="65268" y="45518"/>
                  <a:pt x="62453" y="51332"/>
                  <a:pt x="53176" y="47843"/>
                </a:cubicBezTo>
                <a:cubicBezTo>
                  <a:pt x="50912" y="53381"/>
                  <a:pt x="43965" y="61865"/>
                  <a:pt x="34292" y="51499"/>
                </a:cubicBezTo>
                <a:cubicBezTo>
                  <a:pt x="30592" y="54765"/>
                  <a:pt x="21934" y="58610"/>
                  <a:pt x="16897" y="47843"/>
                </a:cubicBezTo>
                <a:close/>
                <a:moveTo>
                  <a:pt x="185337" y="47971"/>
                </a:moveTo>
                <a:cubicBezTo>
                  <a:pt x="190734" y="50536"/>
                  <a:pt x="201562" y="52848"/>
                  <a:pt x="201693" y="41588"/>
                </a:cubicBezTo>
                <a:cubicBezTo>
                  <a:pt x="201857" y="27516"/>
                  <a:pt x="195214" y="842"/>
                  <a:pt x="166872" y="8205"/>
                </a:cubicBezTo>
                <a:cubicBezTo>
                  <a:pt x="138542" y="15569"/>
                  <a:pt x="135461" y="37499"/>
                  <a:pt x="136761" y="41588"/>
                </a:cubicBezTo>
                <a:cubicBezTo>
                  <a:pt x="138050" y="45680"/>
                  <a:pt x="140804" y="51409"/>
                  <a:pt x="149872" y="47971"/>
                </a:cubicBezTo>
                <a:cubicBezTo>
                  <a:pt x="152090" y="53427"/>
                  <a:pt x="158875" y="61783"/>
                  <a:pt x="168336" y="51572"/>
                </a:cubicBezTo>
                <a:cubicBezTo>
                  <a:pt x="171953" y="54790"/>
                  <a:pt x="180420" y="58577"/>
                  <a:pt x="185337" y="4797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2DC83B-FF27-486E-8113-F2F53F02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578" y="4693388"/>
            <a:ext cx="214252" cy="61866"/>
          </a:xfrm>
          <a:custGeom xmlns:a="http://schemas.openxmlformats.org/drawingml/2006/main">
            <a:pathLst>
              <a:path w="214252" h="61866">
                <a:moveTo>
                  <a:pt x="7711" y="41686"/>
                </a:moveTo>
                <a:cubicBezTo>
                  <a:pt x="7629" y="34549"/>
                  <a:pt x="9324" y="24485"/>
                  <a:pt x="14332" y="17306"/>
                </a:cubicBezTo>
                <a:cubicBezTo>
                  <a:pt x="16784" y="13790"/>
                  <a:pt x="19973" y="11040"/>
                  <a:pt x="24112" y="9541"/>
                </a:cubicBezTo>
                <a:cubicBezTo>
                  <a:pt x="28254" y="8041"/>
                  <a:pt x="33679" y="7677"/>
                  <a:pt x="40800" y="9508"/>
                </a:cubicBezTo>
                <a:cubicBezTo>
                  <a:pt x="55269" y="13228"/>
                  <a:pt x="62964" y="20508"/>
                  <a:pt x="66943" y="27071"/>
                </a:cubicBezTo>
                <a:cubicBezTo>
                  <a:pt x="68958" y="30392"/>
                  <a:pt x="70054" y="33585"/>
                  <a:pt x="70567" y="36132"/>
                </a:cubicBezTo>
                <a:cubicBezTo>
                  <a:pt x="70825" y="37406"/>
                  <a:pt x="70930" y="38485"/>
                  <a:pt x="70943" y="39308"/>
                </a:cubicBezTo>
                <a:cubicBezTo>
                  <a:pt x="70956" y="40135"/>
                  <a:pt x="70873" y="40525"/>
                  <a:pt x="70864" y="40565"/>
                </a:cubicBezTo>
                <a:lnTo>
                  <a:pt x="70863" y="40570"/>
                </a:lnTo>
                <a:cubicBezTo>
                  <a:pt x="70189" y="42673"/>
                  <a:pt x="69379" y="44297"/>
                  <a:pt x="68235" y="45160"/>
                </a:cubicBezTo>
                <a:cubicBezTo>
                  <a:pt x="67420" y="45776"/>
                  <a:pt x="65677" y="46569"/>
                  <a:pt x="61570" y="45029"/>
                </a:cubicBezTo>
                <a:lnTo>
                  <a:pt x="58110" y="43732"/>
                </a:lnTo>
                <a:lnTo>
                  <a:pt x="56708" y="47151"/>
                </a:lnTo>
                <a:cubicBezTo>
                  <a:pt x="55663" y="49699"/>
                  <a:pt x="53714" y="52382"/>
                  <a:pt x="51536" y="53403"/>
                </a:cubicBezTo>
                <a:cubicBezTo>
                  <a:pt x="50582" y="53850"/>
                  <a:pt x="49557" y="54000"/>
                  <a:pt x="48328" y="53656"/>
                </a:cubicBezTo>
                <a:cubicBezTo>
                  <a:pt x="47021" y="53289"/>
                  <a:pt x="45204" y="52279"/>
                  <a:pt x="42946" y="49866"/>
                </a:cubicBezTo>
                <a:lnTo>
                  <a:pt x="40421" y="47168"/>
                </a:lnTo>
                <a:lnTo>
                  <a:pt x="37648" y="49610"/>
                </a:lnTo>
                <a:cubicBezTo>
                  <a:pt x="36074" y="50995"/>
                  <a:pt x="33642" y="52283"/>
                  <a:pt x="31429" y="52300"/>
                </a:cubicBezTo>
                <a:cubicBezTo>
                  <a:pt x="30363" y="52318"/>
                  <a:pt x="29319" y="51994"/>
                  <a:pt x="28452" y="51375"/>
                </a:cubicBezTo>
                <a:cubicBezTo>
                  <a:pt x="27448" y="50675"/>
                  <a:pt x="26256" y="49377"/>
                  <a:pt x="25130" y="46978"/>
                </a:cubicBezTo>
                <a:lnTo>
                  <a:pt x="23511" y="43527"/>
                </a:lnTo>
                <a:lnTo>
                  <a:pt x="20061" y="45148"/>
                </a:lnTo>
                <a:cubicBezTo>
                  <a:pt x="17409" y="46396"/>
                  <a:pt x="13815" y="47358"/>
                  <a:pt x="11202" y="46971"/>
                </a:cubicBezTo>
                <a:cubicBezTo>
                  <a:pt x="10010" y="46794"/>
                  <a:pt x="9283" y="46380"/>
                  <a:pt x="8815" y="45831"/>
                </a:cubicBezTo>
                <a:cubicBezTo>
                  <a:pt x="8337" y="45270"/>
                  <a:pt x="7739" y="44109"/>
                  <a:pt x="7711" y="41686"/>
                </a:cubicBezTo>
                <a:close/>
                <a:moveTo>
                  <a:pt x="42698" y="2130"/>
                </a:moveTo>
                <a:cubicBezTo>
                  <a:pt x="34416" y="0"/>
                  <a:pt x="27388" y="252"/>
                  <a:pt x="21518" y="2378"/>
                </a:cubicBezTo>
                <a:cubicBezTo>
                  <a:pt x="15643" y="4505"/>
                  <a:pt x="11264" y="8388"/>
                  <a:pt x="8084" y="12947"/>
                </a:cubicBezTo>
                <a:cubicBezTo>
                  <a:pt x="1826" y="21919"/>
                  <a:pt x="0" y="33773"/>
                  <a:pt x="94" y="41774"/>
                </a:cubicBezTo>
                <a:cubicBezTo>
                  <a:pt x="136" y="45408"/>
                  <a:pt x="1062" y="48477"/>
                  <a:pt x="3014" y="50770"/>
                </a:cubicBezTo>
                <a:cubicBezTo>
                  <a:pt x="4978" y="53075"/>
                  <a:pt x="7585" y="54137"/>
                  <a:pt x="10087" y="54507"/>
                </a:cubicBezTo>
                <a:cubicBezTo>
                  <a:pt x="13454" y="55006"/>
                  <a:pt x="17044" y="54328"/>
                  <a:pt x="19996" y="53354"/>
                </a:cubicBezTo>
                <a:cubicBezTo>
                  <a:pt x="21194" y="55134"/>
                  <a:pt x="22564" y="56557"/>
                  <a:pt x="24097" y="57625"/>
                </a:cubicBezTo>
                <a:cubicBezTo>
                  <a:pt x="26258" y="59146"/>
                  <a:pt x="28842" y="59948"/>
                  <a:pt x="31484" y="59917"/>
                </a:cubicBezTo>
                <a:cubicBezTo>
                  <a:pt x="34645" y="59894"/>
                  <a:pt x="37547" y="58770"/>
                  <a:pt x="39827" y="57402"/>
                </a:cubicBezTo>
                <a:cubicBezTo>
                  <a:pt x="41932" y="59175"/>
                  <a:pt x="44080" y="60376"/>
                  <a:pt x="46271" y="60990"/>
                </a:cubicBezTo>
                <a:cubicBezTo>
                  <a:pt x="49392" y="61866"/>
                  <a:pt x="52291" y="61461"/>
                  <a:pt x="54768" y="60301"/>
                </a:cubicBezTo>
                <a:cubicBezTo>
                  <a:pt x="58113" y="58734"/>
                  <a:pt x="60570" y="55866"/>
                  <a:pt x="62198" y="53145"/>
                </a:cubicBezTo>
                <a:cubicBezTo>
                  <a:pt x="66461" y="54058"/>
                  <a:pt x="70024" y="53355"/>
                  <a:pt x="72826" y="51240"/>
                </a:cubicBezTo>
                <a:cubicBezTo>
                  <a:pt x="75994" y="48847"/>
                  <a:pt x="77384" y="45188"/>
                  <a:pt x="78119" y="42892"/>
                </a:cubicBezTo>
                <a:cubicBezTo>
                  <a:pt x="78766" y="40867"/>
                  <a:pt x="78677" y="37800"/>
                  <a:pt x="78035" y="34623"/>
                </a:cubicBezTo>
                <a:cubicBezTo>
                  <a:pt x="77355" y="31261"/>
                  <a:pt x="75953" y="27236"/>
                  <a:pt x="73457" y="23120"/>
                </a:cubicBezTo>
                <a:cubicBezTo>
                  <a:pt x="68415" y="14806"/>
                  <a:pt x="59036" y="6332"/>
                  <a:pt x="42698" y="2130"/>
                </a:cubicBezTo>
                <a:close/>
                <a:moveTo>
                  <a:pt x="206549" y="41687"/>
                </a:moveTo>
                <a:cubicBezTo>
                  <a:pt x="206626" y="34550"/>
                  <a:pt x="204932" y="24486"/>
                  <a:pt x="199928" y="17306"/>
                </a:cubicBezTo>
                <a:cubicBezTo>
                  <a:pt x="197470" y="13790"/>
                  <a:pt x="194280" y="11040"/>
                  <a:pt x="190150" y="9541"/>
                </a:cubicBezTo>
                <a:cubicBezTo>
                  <a:pt x="185998" y="8041"/>
                  <a:pt x="180579" y="7677"/>
                  <a:pt x="173455" y="9508"/>
                </a:cubicBezTo>
                <a:cubicBezTo>
                  <a:pt x="158989" y="13228"/>
                  <a:pt x="151287" y="20509"/>
                  <a:pt x="147310" y="27071"/>
                </a:cubicBezTo>
                <a:cubicBezTo>
                  <a:pt x="145299" y="30392"/>
                  <a:pt x="144207" y="33585"/>
                  <a:pt x="143693" y="36132"/>
                </a:cubicBezTo>
                <a:cubicBezTo>
                  <a:pt x="143431" y="37406"/>
                  <a:pt x="143322" y="38485"/>
                  <a:pt x="143311" y="39308"/>
                </a:cubicBezTo>
                <a:cubicBezTo>
                  <a:pt x="143300" y="40135"/>
                  <a:pt x="143387" y="40524"/>
                  <a:pt x="143387" y="40566"/>
                </a:cubicBezTo>
                <a:lnTo>
                  <a:pt x="143387" y="40570"/>
                </a:lnTo>
                <a:cubicBezTo>
                  <a:pt x="144065" y="42673"/>
                  <a:pt x="144873" y="44297"/>
                  <a:pt x="146021" y="45160"/>
                </a:cubicBezTo>
                <a:cubicBezTo>
                  <a:pt x="146840" y="45776"/>
                  <a:pt x="148577" y="46570"/>
                  <a:pt x="152685" y="45029"/>
                </a:cubicBezTo>
                <a:lnTo>
                  <a:pt x="156149" y="43732"/>
                </a:lnTo>
                <a:lnTo>
                  <a:pt x="157547" y="47151"/>
                </a:lnTo>
                <a:cubicBezTo>
                  <a:pt x="158596" y="49699"/>
                  <a:pt x="160541" y="52382"/>
                  <a:pt x="162726" y="53403"/>
                </a:cubicBezTo>
                <a:cubicBezTo>
                  <a:pt x="163677" y="53850"/>
                  <a:pt x="164704" y="54000"/>
                  <a:pt x="165927" y="53656"/>
                </a:cubicBezTo>
                <a:cubicBezTo>
                  <a:pt x="167238" y="53289"/>
                  <a:pt x="169052" y="52279"/>
                  <a:pt x="171314" y="49866"/>
                </a:cubicBezTo>
                <a:lnTo>
                  <a:pt x="173838" y="47168"/>
                </a:lnTo>
                <a:lnTo>
                  <a:pt x="176613" y="49610"/>
                </a:lnTo>
                <a:cubicBezTo>
                  <a:pt x="178186" y="50996"/>
                  <a:pt x="180611" y="52283"/>
                  <a:pt x="182829" y="52300"/>
                </a:cubicBezTo>
                <a:cubicBezTo>
                  <a:pt x="183889" y="52318"/>
                  <a:pt x="184938" y="51994"/>
                  <a:pt x="185801" y="51375"/>
                </a:cubicBezTo>
                <a:cubicBezTo>
                  <a:pt x="186806" y="50676"/>
                  <a:pt x="187997" y="49378"/>
                  <a:pt x="189123" y="46978"/>
                </a:cubicBezTo>
                <a:lnTo>
                  <a:pt x="190740" y="43528"/>
                </a:lnTo>
                <a:lnTo>
                  <a:pt x="194192" y="45148"/>
                </a:lnTo>
                <a:cubicBezTo>
                  <a:pt x="196847" y="46396"/>
                  <a:pt x="200442" y="47358"/>
                  <a:pt x="203053" y="46972"/>
                </a:cubicBezTo>
                <a:cubicBezTo>
                  <a:pt x="204244" y="46795"/>
                  <a:pt x="204976" y="46381"/>
                  <a:pt x="205446" y="45831"/>
                </a:cubicBezTo>
                <a:cubicBezTo>
                  <a:pt x="205916" y="45271"/>
                  <a:pt x="206516" y="44109"/>
                  <a:pt x="206549" y="41687"/>
                </a:cubicBezTo>
                <a:close/>
                <a:moveTo>
                  <a:pt x="171554" y="2130"/>
                </a:moveTo>
                <a:cubicBezTo>
                  <a:pt x="179836" y="0"/>
                  <a:pt x="186872" y="253"/>
                  <a:pt x="192739" y="2378"/>
                </a:cubicBezTo>
                <a:cubicBezTo>
                  <a:pt x="198617" y="4505"/>
                  <a:pt x="202987" y="8388"/>
                  <a:pt x="206178" y="12948"/>
                </a:cubicBezTo>
                <a:cubicBezTo>
                  <a:pt x="212427" y="21919"/>
                  <a:pt x="214252" y="33773"/>
                  <a:pt x="214164" y="41774"/>
                </a:cubicBezTo>
                <a:cubicBezTo>
                  <a:pt x="214121" y="45408"/>
                  <a:pt x="213192" y="48477"/>
                  <a:pt x="211236" y="50771"/>
                </a:cubicBezTo>
                <a:cubicBezTo>
                  <a:pt x="209281" y="53075"/>
                  <a:pt x="206669" y="54137"/>
                  <a:pt x="204167" y="54508"/>
                </a:cubicBezTo>
                <a:cubicBezTo>
                  <a:pt x="200802" y="55007"/>
                  <a:pt x="197208" y="54328"/>
                  <a:pt x="194258" y="53355"/>
                </a:cubicBezTo>
                <a:cubicBezTo>
                  <a:pt x="193067" y="55134"/>
                  <a:pt x="191690" y="56558"/>
                  <a:pt x="190161" y="57626"/>
                </a:cubicBezTo>
                <a:cubicBezTo>
                  <a:pt x="187997" y="59147"/>
                  <a:pt x="185419" y="59948"/>
                  <a:pt x="182775" y="59917"/>
                </a:cubicBezTo>
                <a:cubicBezTo>
                  <a:pt x="179606" y="59894"/>
                  <a:pt x="176711" y="58770"/>
                  <a:pt x="174428" y="57403"/>
                </a:cubicBezTo>
                <a:cubicBezTo>
                  <a:pt x="172319" y="59175"/>
                  <a:pt x="170177" y="60376"/>
                  <a:pt x="167981" y="60990"/>
                </a:cubicBezTo>
                <a:cubicBezTo>
                  <a:pt x="164867" y="61866"/>
                  <a:pt x="161961" y="61462"/>
                  <a:pt x="159492" y="60302"/>
                </a:cubicBezTo>
                <a:cubicBezTo>
                  <a:pt x="156149" y="58734"/>
                  <a:pt x="153690" y="55866"/>
                  <a:pt x="152062" y="53145"/>
                </a:cubicBezTo>
                <a:cubicBezTo>
                  <a:pt x="147791" y="54058"/>
                  <a:pt x="144229" y="53355"/>
                  <a:pt x="141432" y="51240"/>
                </a:cubicBezTo>
                <a:cubicBezTo>
                  <a:pt x="138263" y="48848"/>
                  <a:pt x="136876" y="45188"/>
                  <a:pt x="136133" y="42892"/>
                </a:cubicBezTo>
                <a:cubicBezTo>
                  <a:pt x="135488" y="40867"/>
                  <a:pt x="135576" y="37800"/>
                  <a:pt x="136220" y="34623"/>
                </a:cubicBezTo>
                <a:cubicBezTo>
                  <a:pt x="136898" y="31261"/>
                  <a:pt x="138307" y="27236"/>
                  <a:pt x="140798" y="23120"/>
                </a:cubicBezTo>
                <a:cubicBezTo>
                  <a:pt x="145846" y="14806"/>
                  <a:pt x="155220" y="6332"/>
                  <a:pt x="171554" y="21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DE0D4E-4D9B-412A-A4E9-B50D1A83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405" y="6210163"/>
            <a:ext cx="123772" cy="156064"/>
          </a:xfrm>
          <a:custGeom xmlns:a="http://schemas.openxmlformats.org/drawingml/2006/main">
            <a:pathLst>
              <a:path w="123772" h="156064">
                <a:moveTo>
                  <a:pt x="2561" y="89492"/>
                </a:moveTo>
                <a:cubicBezTo>
                  <a:pt x="5125" y="86931"/>
                  <a:pt x="9279" y="86931"/>
                  <a:pt x="11843" y="89492"/>
                </a:cubicBezTo>
                <a:lnTo>
                  <a:pt x="55357" y="133012"/>
                </a:lnTo>
                <a:lnTo>
                  <a:pt x="55357" y="6567"/>
                </a:lnTo>
                <a:cubicBezTo>
                  <a:pt x="55357" y="2941"/>
                  <a:pt x="58298" y="0"/>
                  <a:pt x="61924" y="0"/>
                </a:cubicBezTo>
                <a:cubicBezTo>
                  <a:pt x="65551" y="0"/>
                  <a:pt x="68491" y="2941"/>
                  <a:pt x="68491" y="6567"/>
                </a:cubicBezTo>
                <a:lnTo>
                  <a:pt x="68492" y="133012"/>
                </a:lnTo>
                <a:lnTo>
                  <a:pt x="112010" y="89492"/>
                </a:lnTo>
                <a:cubicBezTo>
                  <a:pt x="114476" y="86836"/>
                  <a:pt x="118628" y="86683"/>
                  <a:pt x="121284" y="89149"/>
                </a:cubicBezTo>
                <a:cubicBezTo>
                  <a:pt x="122211" y="90010"/>
                  <a:pt x="122868" y="91119"/>
                  <a:pt x="123174" y="92345"/>
                </a:cubicBezTo>
                <a:cubicBezTo>
                  <a:pt x="123772" y="94673"/>
                  <a:pt x="123050" y="97139"/>
                  <a:pt x="121292" y="98774"/>
                </a:cubicBezTo>
                <a:lnTo>
                  <a:pt x="66565" y="153503"/>
                </a:lnTo>
                <a:cubicBezTo>
                  <a:pt x="64004" y="156064"/>
                  <a:pt x="59852" y="156064"/>
                  <a:pt x="57284" y="153503"/>
                </a:cubicBezTo>
                <a:lnTo>
                  <a:pt x="2561" y="98774"/>
                </a:lnTo>
                <a:cubicBezTo>
                  <a:pt x="0" y="96213"/>
                  <a:pt x="0" y="92053"/>
                  <a:pt x="2561" y="894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70DB8E-67F9-4565-AA73-4EA1E3E7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7" y="5135547"/>
            <a:ext cx="7136851" cy="1029045"/>
          </a:xfrm>
          <a:custGeom xmlns:a="http://schemas.openxmlformats.org/drawingml/2006/main">
            <a:pathLst>
              <a:path w="7136851" h="1029045">
                <a:moveTo>
                  <a:pt x="0" y="1029045"/>
                </a:moveTo>
                <a:lnTo>
                  <a:pt x="0" y="0"/>
                </a:lnTo>
                <a:lnTo>
                  <a:pt x="7136851" y="0"/>
                </a:lnTo>
                <a:lnTo>
                  <a:pt x="7136851" y="1029045"/>
                </a:lnTo>
                <a:lnTo>
                  <a:pt x="0" y="1029045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B6B9CC-17F9-4C1A-A406-9BB512C6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7" y="5135547"/>
            <a:ext cx="7136851" cy="1029045"/>
          </a:xfrm>
          <a:custGeom xmlns:a="http://schemas.openxmlformats.org/drawingml/2006/main">
            <a:pathLst>
              <a:path w="7136851" h="1029045" fill="none">
                <a:moveTo>
                  <a:pt x="0" y="1029045"/>
                </a:moveTo>
                <a:lnTo>
                  <a:pt x="7136851" y="1029045"/>
                </a:lnTo>
                <a:lnTo>
                  <a:pt x="7136851" y="0"/>
                </a:lnTo>
                <a:lnTo>
                  <a:pt x="0" y="0"/>
                </a:lnTo>
                <a:lnTo>
                  <a:pt x="0" y="10290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643" cap="flat">
            <a:solidFill>
              <a:srgbClr val="7F7F7F"/>
            </a:solidFill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2B2B0-44E0-42CC-8606-3FBE088E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7" y="4961043"/>
            <a:ext cx="7136877" cy="245118"/>
          </a:xfrm>
          <a:custGeom xmlns:a="http://schemas.openxmlformats.org/drawingml/2006/main">
            <a:pathLst>
              <a:path w="7136877" h="245118">
                <a:moveTo>
                  <a:pt x="0" y="1210"/>
                </a:moveTo>
                <a:cubicBezTo>
                  <a:pt x="0" y="519"/>
                  <a:pt x="553" y="0"/>
                  <a:pt x="1227" y="0"/>
                </a:cubicBezTo>
                <a:lnTo>
                  <a:pt x="7135667" y="0"/>
                </a:lnTo>
                <a:cubicBezTo>
                  <a:pt x="7136358" y="0"/>
                  <a:pt x="7136877" y="519"/>
                  <a:pt x="7136877" y="1210"/>
                </a:cubicBezTo>
                <a:lnTo>
                  <a:pt x="7136877" y="243908"/>
                </a:lnTo>
                <a:cubicBezTo>
                  <a:pt x="7136877" y="244513"/>
                  <a:pt x="7136358" y="245118"/>
                  <a:pt x="7135667" y="245118"/>
                </a:cubicBezTo>
                <a:lnTo>
                  <a:pt x="1227" y="245118"/>
                </a:lnTo>
                <a:cubicBezTo>
                  <a:pt x="553" y="245118"/>
                  <a:pt x="0" y="244513"/>
                  <a:pt x="0" y="243908"/>
                </a:cubicBezTo>
                <a:lnTo>
                  <a:pt x="0" y="1210"/>
                </a:lnTo>
                <a:close/>
              </a:path>
            </a:pathLst>
          </a:custGeom>
          <a:solidFill xmlns:a="http://schemas.openxmlformats.org/drawingml/2006/main">
            <a:srgbClr val="F7F8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DD2D1-BCAF-4AA7-BBF7-3A0F90A1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7" y="4961043"/>
            <a:ext cx="7136877" cy="245118"/>
          </a:xfrm>
          <a:custGeom xmlns:a="http://schemas.openxmlformats.org/drawingml/2006/main">
            <a:pathLst>
              <a:path w="7136877" h="245118" fill="none">
                <a:moveTo>
                  <a:pt x="0" y="1210"/>
                </a:moveTo>
                <a:cubicBezTo>
                  <a:pt x="0" y="519"/>
                  <a:pt x="553" y="0"/>
                  <a:pt x="1227" y="0"/>
                </a:cubicBezTo>
                <a:lnTo>
                  <a:pt x="7135667" y="0"/>
                </a:lnTo>
                <a:cubicBezTo>
                  <a:pt x="7136358" y="0"/>
                  <a:pt x="7136877" y="519"/>
                  <a:pt x="7136877" y="1210"/>
                </a:cubicBezTo>
                <a:lnTo>
                  <a:pt x="7136877" y="243908"/>
                </a:lnTo>
                <a:cubicBezTo>
                  <a:pt x="7136877" y="244513"/>
                  <a:pt x="7136358" y="245118"/>
                  <a:pt x="7135667" y="245118"/>
                </a:cubicBezTo>
                <a:lnTo>
                  <a:pt x="1227" y="245118"/>
                </a:lnTo>
                <a:cubicBezTo>
                  <a:pt x="553" y="245118"/>
                  <a:pt x="0" y="244513"/>
                  <a:pt x="0" y="243908"/>
                </a:cubicBezTo>
                <a:lnTo>
                  <a:pt x="0" y="12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643" cap="flat">
            <a:solidFill>
              <a:srgbClr val="7F7F7F"/>
            </a:solidFill>
            <a:miter/>
          </a:ln>
        </p:spPr>
      </p:sp>
      <p:sp>
        <p:nvSpPr>
          <p:cNvPr id="140" name="Text ReproGeneration">
            <a:extLst xmlns:a="http://schemas.openxmlformats.org/drawingml/2006/main">
              <a:ext uri="{FF2B5EF4-FFF2-40B4-BE49-F238E27FC236}">
                <a16:creationId xmlns:a16="http://schemas.microsoft.com/office/drawing/2014/main" id="{78A73890-B627-4AF4-9357-43CE9B59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4281" y="5051662"/>
            <a:ext cx="965172" cy="111110"/>
          </a:xfrm>
          <a:custGeom xmlns:a="http://schemas.openxmlformats.org/drawingml/2006/main">
            <a:pathLst>
              <a:path w="965172" h="111110">
                <a:moveTo>
                  <a:pt x="29558" y="9259"/>
                </a:moveTo>
                <a:cubicBezTo>
                  <a:pt x="25522" y="9259"/>
                  <a:pt x="22713" y="9764"/>
                  <a:pt x="21130" y="10773"/>
                </a:cubicBezTo>
                <a:cubicBezTo>
                  <a:pt x="19547" y="11782"/>
                  <a:pt x="18756" y="13256"/>
                  <a:pt x="18756" y="15195"/>
                </a:cubicBezTo>
                <a:lnTo>
                  <a:pt x="18756" y="39648"/>
                </a:lnTo>
                <a:lnTo>
                  <a:pt x="25285" y="39648"/>
                </a:lnTo>
                <a:cubicBezTo>
                  <a:pt x="27619" y="39648"/>
                  <a:pt x="29439" y="39609"/>
                  <a:pt x="30745" y="39530"/>
                </a:cubicBezTo>
                <a:cubicBezTo>
                  <a:pt x="32051" y="39450"/>
                  <a:pt x="33475" y="39253"/>
                  <a:pt x="35019" y="38936"/>
                </a:cubicBezTo>
                <a:cubicBezTo>
                  <a:pt x="36562" y="38619"/>
                  <a:pt x="37719" y="38135"/>
                  <a:pt x="38491" y="37482"/>
                </a:cubicBezTo>
                <a:cubicBezTo>
                  <a:pt x="39262" y="36829"/>
                  <a:pt x="40014" y="35909"/>
                  <a:pt x="40746" y="34722"/>
                </a:cubicBezTo>
                <a:cubicBezTo>
                  <a:pt x="41478" y="33535"/>
                  <a:pt x="41983" y="32051"/>
                  <a:pt x="42260" y="30270"/>
                </a:cubicBezTo>
                <a:cubicBezTo>
                  <a:pt x="42537" y="28490"/>
                  <a:pt x="42675" y="26353"/>
                  <a:pt x="42675" y="23860"/>
                </a:cubicBezTo>
                <a:cubicBezTo>
                  <a:pt x="42675" y="20378"/>
                  <a:pt x="42369" y="17598"/>
                  <a:pt x="41755" y="15521"/>
                </a:cubicBezTo>
                <a:cubicBezTo>
                  <a:pt x="41142" y="13444"/>
                  <a:pt x="40133" y="11980"/>
                  <a:pt x="38728" y="11129"/>
                </a:cubicBezTo>
                <a:cubicBezTo>
                  <a:pt x="37324" y="10278"/>
                  <a:pt x="36028" y="9754"/>
                  <a:pt x="34841" y="9556"/>
                </a:cubicBezTo>
                <a:cubicBezTo>
                  <a:pt x="33654" y="9358"/>
                  <a:pt x="31893" y="9259"/>
                  <a:pt x="29558" y="9259"/>
                </a:cubicBezTo>
                <a:moveTo>
                  <a:pt x="18756" y="46533"/>
                </a:moveTo>
                <a:lnTo>
                  <a:pt x="18756" y="58167"/>
                </a:lnTo>
                <a:cubicBezTo>
                  <a:pt x="18756" y="68613"/>
                  <a:pt x="19151" y="76724"/>
                  <a:pt x="19943" y="82502"/>
                </a:cubicBezTo>
                <a:lnTo>
                  <a:pt x="19705" y="82858"/>
                </a:lnTo>
                <a:cubicBezTo>
                  <a:pt x="15986" y="82620"/>
                  <a:pt x="12741" y="82502"/>
                  <a:pt x="9971" y="82502"/>
                </a:cubicBezTo>
                <a:lnTo>
                  <a:pt x="119" y="82858"/>
                </a:lnTo>
                <a:lnTo>
                  <a:pt x="0" y="82502"/>
                </a:lnTo>
                <a:cubicBezTo>
                  <a:pt x="989" y="75928"/>
                  <a:pt x="1484" y="67810"/>
                  <a:pt x="1484" y="58148"/>
                </a:cubicBezTo>
                <a:lnTo>
                  <a:pt x="1484" y="28390"/>
                </a:lnTo>
                <a:cubicBezTo>
                  <a:pt x="1484" y="19044"/>
                  <a:pt x="989" y="10926"/>
                  <a:pt x="0" y="4036"/>
                </a:cubicBezTo>
                <a:lnTo>
                  <a:pt x="237" y="3680"/>
                </a:lnTo>
                <a:cubicBezTo>
                  <a:pt x="4273" y="3917"/>
                  <a:pt x="7676" y="4036"/>
                  <a:pt x="10446" y="4036"/>
                </a:cubicBezTo>
                <a:cubicBezTo>
                  <a:pt x="11752" y="4036"/>
                  <a:pt x="15402" y="3898"/>
                  <a:pt x="21397" y="3621"/>
                </a:cubicBezTo>
                <a:cubicBezTo>
                  <a:pt x="27392" y="3344"/>
                  <a:pt x="30884" y="3205"/>
                  <a:pt x="31873" y="3205"/>
                </a:cubicBezTo>
                <a:cubicBezTo>
                  <a:pt x="42161" y="3205"/>
                  <a:pt x="49422" y="4570"/>
                  <a:pt x="53656" y="7300"/>
                </a:cubicBezTo>
                <a:cubicBezTo>
                  <a:pt x="58918" y="10703"/>
                  <a:pt x="61550" y="16184"/>
                  <a:pt x="61550" y="23741"/>
                </a:cubicBezTo>
                <a:cubicBezTo>
                  <a:pt x="61550" y="34247"/>
                  <a:pt x="55357" y="41086"/>
                  <a:pt x="42972" y="44257"/>
                </a:cubicBezTo>
                <a:cubicBezTo>
                  <a:pt x="45109" y="47108"/>
                  <a:pt x="49491" y="53551"/>
                  <a:pt x="56119" y="63588"/>
                </a:cubicBezTo>
                <a:cubicBezTo>
                  <a:pt x="62747" y="73625"/>
                  <a:pt x="67188" y="79930"/>
                  <a:pt x="69444" y="82502"/>
                </a:cubicBezTo>
                <a:lnTo>
                  <a:pt x="69206" y="82858"/>
                </a:lnTo>
                <a:cubicBezTo>
                  <a:pt x="67584" y="82620"/>
                  <a:pt x="63805" y="82502"/>
                  <a:pt x="57870" y="82502"/>
                </a:cubicBezTo>
                <a:cubicBezTo>
                  <a:pt x="53082" y="82502"/>
                  <a:pt x="49916" y="82620"/>
                  <a:pt x="48373" y="82858"/>
                </a:cubicBezTo>
                <a:cubicBezTo>
                  <a:pt x="46988" y="78663"/>
                  <a:pt x="42735" y="71422"/>
                  <a:pt x="35612" y="61134"/>
                </a:cubicBezTo>
                <a:cubicBezTo>
                  <a:pt x="35019" y="60264"/>
                  <a:pt x="33545" y="57998"/>
                  <a:pt x="31190" y="54338"/>
                </a:cubicBezTo>
                <a:cubicBezTo>
                  <a:pt x="28836" y="50678"/>
                  <a:pt x="26986" y="48037"/>
                  <a:pt x="25641" y="46415"/>
                </a:cubicBezTo>
                <a:cubicBezTo>
                  <a:pt x="24889" y="46454"/>
                  <a:pt x="24088" y="46484"/>
                  <a:pt x="23237" y="46504"/>
                </a:cubicBezTo>
                <a:cubicBezTo>
                  <a:pt x="22386" y="46523"/>
                  <a:pt x="21634" y="46533"/>
                  <a:pt x="20982" y="46533"/>
                </a:cubicBezTo>
                <a:cubicBezTo>
                  <a:pt x="20329" y="46533"/>
                  <a:pt x="19587" y="46533"/>
                  <a:pt x="18756" y="46533"/>
                </a:cubicBezTo>
                <a:close/>
                <a:moveTo>
                  <a:pt x="92876" y="48433"/>
                </a:moveTo>
                <a:lnTo>
                  <a:pt x="111394" y="48433"/>
                </a:lnTo>
                <a:cubicBezTo>
                  <a:pt x="111553" y="48280"/>
                  <a:pt x="111632" y="47464"/>
                  <a:pt x="111632" y="45984"/>
                </a:cubicBezTo>
                <a:cubicBezTo>
                  <a:pt x="111632" y="41773"/>
                  <a:pt x="110761" y="38813"/>
                  <a:pt x="109020" y="37105"/>
                </a:cubicBezTo>
                <a:cubicBezTo>
                  <a:pt x="107279" y="35398"/>
                  <a:pt x="105340" y="34544"/>
                  <a:pt x="103203" y="34544"/>
                </a:cubicBezTo>
                <a:cubicBezTo>
                  <a:pt x="100354" y="34544"/>
                  <a:pt x="98178" y="35664"/>
                  <a:pt x="96675" y="37903"/>
                </a:cubicBezTo>
                <a:cubicBezTo>
                  <a:pt x="94221" y="41355"/>
                  <a:pt x="92955" y="44865"/>
                  <a:pt x="92876" y="48433"/>
                </a:cubicBezTo>
                <a:moveTo>
                  <a:pt x="125698" y="66773"/>
                </a:moveTo>
                <a:cubicBezTo>
                  <a:pt x="126925" y="66773"/>
                  <a:pt x="127538" y="68019"/>
                  <a:pt x="127538" y="70512"/>
                </a:cubicBezTo>
                <a:cubicBezTo>
                  <a:pt x="121524" y="79296"/>
                  <a:pt x="113946" y="83689"/>
                  <a:pt x="104806" y="83689"/>
                </a:cubicBezTo>
                <a:cubicBezTo>
                  <a:pt x="96061" y="83689"/>
                  <a:pt x="89453" y="81666"/>
                  <a:pt x="84982" y="77620"/>
                </a:cubicBezTo>
                <a:cubicBezTo>
                  <a:pt x="82489" y="75359"/>
                  <a:pt x="80511" y="72415"/>
                  <a:pt x="79046" y="68787"/>
                </a:cubicBezTo>
                <a:cubicBezTo>
                  <a:pt x="77582" y="65158"/>
                  <a:pt x="76850" y="61519"/>
                  <a:pt x="76850" y="57870"/>
                </a:cubicBezTo>
                <a:cubicBezTo>
                  <a:pt x="76850" y="48967"/>
                  <a:pt x="79541" y="41844"/>
                  <a:pt x="84922" y="36502"/>
                </a:cubicBezTo>
                <a:cubicBezTo>
                  <a:pt x="90304" y="31161"/>
                  <a:pt x="96655" y="28490"/>
                  <a:pt x="103975" y="28490"/>
                </a:cubicBezTo>
                <a:cubicBezTo>
                  <a:pt x="112166" y="28490"/>
                  <a:pt x="118062" y="30550"/>
                  <a:pt x="121662" y="34672"/>
                </a:cubicBezTo>
                <a:cubicBezTo>
                  <a:pt x="125263" y="38793"/>
                  <a:pt x="127064" y="43775"/>
                  <a:pt x="127064" y="49618"/>
                </a:cubicBezTo>
                <a:cubicBezTo>
                  <a:pt x="127064" y="52864"/>
                  <a:pt x="125877" y="54487"/>
                  <a:pt x="123502" y="54487"/>
                </a:cubicBezTo>
                <a:lnTo>
                  <a:pt x="92401" y="54487"/>
                </a:lnTo>
                <a:lnTo>
                  <a:pt x="92401" y="56445"/>
                </a:lnTo>
                <a:cubicBezTo>
                  <a:pt x="92401" y="63330"/>
                  <a:pt x="93905" y="68049"/>
                  <a:pt x="96912" y="70601"/>
                </a:cubicBezTo>
                <a:cubicBezTo>
                  <a:pt x="99919" y="73153"/>
                  <a:pt x="104133" y="74429"/>
                  <a:pt x="109554" y="74429"/>
                </a:cubicBezTo>
                <a:cubicBezTo>
                  <a:pt x="111968" y="74429"/>
                  <a:pt x="114678" y="73757"/>
                  <a:pt x="117686" y="72411"/>
                </a:cubicBezTo>
                <a:cubicBezTo>
                  <a:pt x="120693" y="71066"/>
                  <a:pt x="123364" y="69187"/>
                  <a:pt x="125698" y="66773"/>
                </a:cubicBezTo>
                <a:close/>
                <a:moveTo>
                  <a:pt x="158764" y="48195"/>
                </a:moveTo>
                <a:lnTo>
                  <a:pt x="158764" y="73242"/>
                </a:lnTo>
                <a:cubicBezTo>
                  <a:pt x="162246" y="76171"/>
                  <a:pt x="165847" y="77635"/>
                  <a:pt x="169566" y="77635"/>
                </a:cubicBezTo>
                <a:cubicBezTo>
                  <a:pt x="173048" y="77635"/>
                  <a:pt x="175947" y="75874"/>
                  <a:pt x="178261" y="72352"/>
                </a:cubicBezTo>
                <a:cubicBezTo>
                  <a:pt x="180576" y="68830"/>
                  <a:pt x="181734" y="64181"/>
                  <a:pt x="181734" y="58404"/>
                </a:cubicBezTo>
                <a:cubicBezTo>
                  <a:pt x="181734" y="44159"/>
                  <a:pt x="178410" y="37037"/>
                  <a:pt x="171762" y="37037"/>
                </a:cubicBezTo>
                <a:cubicBezTo>
                  <a:pt x="169665" y="37037"/>
                  <a:pt x="167301" y="38125"/>
                  <a:pt x="164669" y="40301"/>
                </a:cubicBezTo>
                <a:cubicBezTo>
                  <a:pt x="162038" y="42477"/>
                  <a:pt x="160069" y="45109"/>
                  <a:pt x="158764" y="48195"/>
                </a:cubicBezTo>
                <a:moveTo>
                  <a:pt x="159239" y="38995"/>
                </a:moveTo>
                <a:cubicBezTo>
                  <a:pt x="164026" y="32387"/>
                  <a:pt x="169705" y="29083"/>
                  <a:pt x="176273" y="29083"/>
                </a:cubicBezTo>
                <a:cubicBezTo>
                  <a:pt x="181615" y="29083"/>
                  <a:pt x="186106" y="30551"/>
                  <a:pt x="189746" y="33487"/>
                </a:cubicBezTo>
                <a:cubicBezTo>
                  <a:pt x="195919" y="38444"/>
                  <a:pt x="199005" y="45266"/>
                  <a:pt x="199005" y="53952"/>
                </a:cubicBezTo>
                <a:cubicBezTo>
                  <a:pt x="199005" y="62460"/>
                  <a:pt x="196394" y="69543"/>
                  <a:pt x="191171" y="75201"/>
                </a:cubicBezTo>
                <a:cubicBezTo>
                  <a:pt x="185948" y="80859"/>
                  <a:pt x="179478" y="83689"/>
                  <a:pt x="171762" y="83689"/>
                </a:cubicBezTo>
                <a:cubicBezTo>
                  <a:pt x="166658" y="83689"/>
                  <a:pt x="162325" y="82561"/>
                  <a:pt x="158764" y="80305"/>
                </a:cubicBezTo>
                <a:lnTo>
                  <a:pt x="158764" y="86430"/>
                </a:lnTo>
                <a:cubicBezTo>
                  <a:pt x="158764" y="97214"/>
                  <a:pt x="159179" y="105322"/>
                  <a:pt x="160010" y="110754"/>
                </a:cubicBezTo>
                <a:lnTo>
                  <a:pt x="159773" y="111110"/>
                </a:lnTo>
                <a:cubicBezTo>
                  <a:pt x="156449" y="110873"/>
                  <a:pt x="153402" y="110754"/>
                  <a:pt x="150632" y="110754"/>
                </a:cubicBezTo>
                <a:lnTo>
                  <a:pt x="141611" y="111110"/>
                </a:lnTo>
                <a:lnTo>
                  <a:pt x="141492" y="110754"/>
                </a:lnTo>
                <a:cubicBezTo>
                  <a:pt x="142283" y="105642"/>
                  <a:pt x="142699" y="97538"/>
                  <a:pt x="142738" y="86441"/>
                </a:cubicBezTo>
                <a:lnTo>
                  <a:pt x="142738" y="53928"/>
                </a:lnTo>
                <a:cubicBezTo>
                  <a:pt x="142738" y="43149"/>
                  <a:pt x="142283" y="35263"/>
                  <a:pt x="141373" y="30270"/>
                </a:cubicBezTo>
                <a:lnTo>
                  <a:pt x="141611" y="29914"/>
                </a:lnTo>
                <a:cubicBezTo>
                  <a:pt x="148575" y="30237"/>
                  <a:pt x="153857" y="30118"/>
                  <a:pt x="157458" y="29558"/>
                </a:cubicBezTo>
                <a:cubicBezTo>
                  <a:pt x="158012" y="29558"/>
                  <a:pt x="158368" y="29967"/>
                  <a:pt x="158526" y="30784"/>
                </a:cubicBezTo>
                <a:cubicBezTo>
                  <a:pt x="158685" y="31600"/>
                  <a:pt x="158764" y="34219"/>
                  <a:pt x="158764" y="38639"/>
                </a:cubicBezTo>
                <a:lnTo>
                  <a:pt x="159239" y="38995"/>
                </a:lnTo>
                <a:close/>
                <a:moveTo>
                  <a:pt x="231112" y="40060"/>
                </a:moveTo>
                <a:cubicBezTo>
                  <a:pt x="233051" y="37196"/>
                  <a:pt x="235336" y="34651"/>
                  <a:pt x="237968" y="32424"/>
                </a:cubicBezTo>
                <a:cubicBezTo>
                  <a:pt x="240599" y="30197"/>
                  <a:pt x="243220" y="29083"/>
                  <a:pt x="245832" y="29083"/>
                </a:cubicBezTo>
                <a:cubicBezTo>
                  <a:pt x="248008" y="29083"/>
                  <a:pt x="250066" y="29362"/>
                  <a:pt x="252005" y="29920"/>
                </a:cubicBezTo>
                <a:lnTo>
                  <a:pt x="252480" y="30396"/>
                </a:lnTo>
                <a:lnTo>
                  <a:pt x="250046" y="42972"/>
                </a:lnTo>
                <a:lnTo>
                  <a:pt x="247850" y="43209"/>
                </a:lnTo>
                <a:cubicBezTo>
                  <a:pt x="245911" y="41666"/>
                  <a:pt x="243577" y="40914"/>
                  <a:pt x="240846" y="40954"/>
                </a:cubicBezTo>
                <a:cubicBezTo>
                  <a:pt x="239778" y="40954"/>
                  <a:pt x="238571" y="41152"/>
                  <a:pt x="237226" y="41548"/>
                </a:cubicBezTo>
                <a:cubicBezTo>
                  <a:pt x="235880" y="41943"/>
                  <a:pt x="234446" y="43031"/>
                  <a:pt x="232923" y="44812"/>
                </a:cubicBezTo>
                <a:cubicBezTo>
                  <a:pt x="231399" y="46593"/>
                  <a:pt x="230637" y="48907"/>
                  <a:pt x="230637" y="51756"/>
                </a:cubicBezTo>
                <a:lnTo>
                  <a:pt x="230637" y="60600"/>
                </a:lnTo>
                <a:cubicBezTo>
                  <a:pt x="230637" y="69424"/>
                  <a:pt x="231033" y="76724"/>
                  <a:pt x="231824" y="82502"/>
                </a:cubicBezTo>
                <a:lnTo>
                  <a:pt x="231587" y="82858"/>
                </a:lnTo>
                <a:cubicBezTo>
                  <a:pt x="227709" y="82620"/>
                  <a:pt x="224385" y="82502"/>
                  <a:pt x="221616" y="82502"/>
                </a:cubicBezTo>
                <a:lnTo>
                  <a:pt x="213484" y="82858"/>
                </a:lnTo>
                <a:lnTo>
                  <a:pt x="213366" y="82502"/>
                </a:lnTo>
                <a:cubicBezTo>
                  <a:pt x="214157" y="76995"/>
                  <a:pt x="214553" y="69686"/>
                  <a:pt x="214553" y="60574"/>
                </a:cubicBezTo>
                <a:lnTo>
                  <a:pt x="214553" y="53919"/>
                </a:lnTo>
                <a:cubicBezTo>
                  <a:pt x="214553" y="43145"/>
                  <a:pt x="214117" y="35262"/>
                  <a:pt x="213247" y="30270"/>
                </a:cubicBezTo>
                <a:lnTo>
                  <a:pt x="213484" y="29914"/>
                </a:lnTo>
                <a:cubicBezTo>
                  <a:pt x="220448" y="30236"/>
                  <a:pt x="225711" y="30117"/>
                  <a:pt x="229272" y="29558"/>
                </a:cubicBezTo>
                <a:cubicBezTo>
                  <a:pt x="229826" y="29558"/>
                  <a:pt x="230182" y="29966"/>
                  <a:pt x="230341" y="30782"/>
                </a:cubicBezTo>
                <a:cubicBezTo>
                  <a:pt x="230499" y="31597"/>
                  <a:pt x="230578" y="34570"/>
                  <a:pt x="230578" y="39702"/>
                </a:cubicBezTo>
                <a:lnTo>
                  <a:pt x="231112" y="40060"/>
                </a:lnTo>
                <a:close/>
                <a:moveTo>
                  <a:pt x="259911" y="57545"/>
                </a:moveTo>
                <a:cubicBezTo>
                  <a:pt x="259911" y="48395"/>
                  <a:pt x="262602" y="41344"/>
                  <a:pt x="267983" y="36393"/>
                </a:cubicBezTo>
                <a:cubicBezTo>
                  <a:pt x="273365" y="31441"/>
                  <a:pt x="280566" y="29004"/>
                  <a:pt x="289588" y="29083"/>
                </a:cubicBezTo>
                <a:cubicBezTo>
                  <a:pt x="299401" y="29083"/>
                  <a:pt x="306712" y="31599"/>
                  <a:pt x="311519" y="36630"/>
                </a:cubicBezTo>
                <a:cubicBezTo>
                  <a:pt x="316327" y="41661"/>
                  <a:pt x="318731" y="48276"/>
                  <a:pt x="318731" y="56475"/>
                </a:cubicBezTo>
                <a:cubicBezTo>
                  <a:pt x="318731" y="64912"/>
                  <a:pt x="316139" y="71557"/>
                  <a:pt x="310955" y="76410"/>
                </a:cubicBezTo>
                <a:cubicBezTo>
                  <a:pt x="305772" y="81263"/>
                  <a:pt x="298570" y="83689"/>
                  <a:pt x="289351" y="83689"/>
                </a:cubicBezTo>
                <a:cubicBezTo>
                  <a:pt x="280289" y="83689"/>
                  <a:pt x="273117" y="81361"/>
                  <a:pt x="267835" y="76707"/>
                </a:cubicBezTo>
                <a:cubicBezTo>
                  <a:pt x="262552" y="72053"/>
                  <a:pt x="259911" y="65666"/>
                  <a:pt x="259911" y="57545"/>
                </a:cubicBezTo>
                <a:moveTo>
                  <a:pt x="288698" y="35137"/>
                </a:moveTo>
                <a:cubicBezTo>
                  <a:pt x="285374" y="35137"/>
                  <a:pt x="282822" y="36118"/>
                  <a:pt x="281041" y="38079"/>
                </a:cubicBezTo>
                <a:cubicBezTo>
                  <a:pt x="279260" y="40040"/>
                  <a:pt x="278172" y="42279"/>
                  <a:pt x="277777" y="44795"/>
                </a:cubicBezTo>
                <a:cubicBezTo>
                  <a:pt x="277381" y="47312"/>
                  <a:pt x="277183" y="50631"/>
                  <a:pt x="277183" y="54752"/>
                </a:cubicBezTo>
                <a:cubicBezTo>
                  <a:pt x="277183" y="70007"/>
                  <a:pt x="281793" y="77635"/>
                  <a:pt x="291012" y="77635"/>
                </a:cubicBezTo>
                <a:cubicBezTo>
                  <a:pt x="297977" y="77635"/>
                  <a:pt x="301459" y="71671"/>
                  <a:pt x="301459" y="59745"/>
                </a:cubicBezTo>
                <a:cubicBezTo>
                  <a:pt x="301459" y="50909"/>
                  <a:pt x="300568" y="44599"/>
                  <a:pt x="298788" y="40815"/>
                </a:cubicBezTo>
                <a:cubicBezTo>
                  <a:pt x="297007" y="37030"/>
                  <a:pt x="293644" y="35137"/>
                  <a:pt x="288698" y="35137"/>
                </a:cubicBezTo>
                <a:close/>
                <a:moveTo>
                  <a:pt x="419744" y="68765"/>
                </a:moveTo>
                <a:cubicBezTo>
                  <a:pt x="419744" y="59017"/>
                  <a:pt x="419348" y="51247"/>
                  <a:pt x="418557" y="45454"/>
                </a:cubicBezTo>
                <a:lnTo>
                  <a:pt x="418794" y="45094"/>
                </a:lnTo>
                <a:cubicBezTo>
                  <a:pt x="422672" y="45334"/>
                  <a:pt x="425996" y="45454"/>
                  <a:pt x="428765" y="45454"/>
                </a:cubicBezTo>
                <a:lnTo>
                  <a:pt x="437609" y="45094"/>
                </a:lnTo>
                <a:lnTo>
                  <a:pt x="437728" y="45454"/>
                </a:lnTo>
                <a:cubicBezTo>
                  <a:pt x="436936" y="50848"/>
                  <a:pt x="436541" y="57799"/>
                  <a:pt x="436541" y="66309"/>
                </a:cubicBezTo>
                <a:cubicBezTo>
                  <a:pt x="436541" y="69744"/>
                  <a:pt x="436936" y="71961"/>
                  <a:pt x="437728" y="72960"/>
                </a:cubicBezTo>
                <a:lnTo>
                  <a:pt x="437728" y="73320"/>
                </a:lnTo>
                <a:cubicBezTo>
                  <a:pt x="433692" y="76551"/>
                  <a:pt x="428449" y="79088"/>
                  <a:pt x="421999" y="80929"/>
                </a:cubicBezTo>
                <a:cubicBezTo>
                  <a:pt x="415549" y="82769"/>
                  <a:pt x="408763" y="83689"/>
                  <a:pt x="401641" y="83689"/>
                </a:cubicBezTo>
                <a:cubicBezTo>
                  <a:pt x="390878" y="83689"/>
                  <a:pt x="382015" y="81371"/>
                  <a:pt x="375050" y="76737"/>
                </a:cubicBezTo>
                <a:cubicBezTo>
                  <a:pt x="369788" y="73202"/>
                  <a:pt x="365653" y="68655"/>
                  <a:pt x="362645" y="63098"/>
                </a:cubicBezTo>
                <a:cubicBezTo>
                  <a:pt x="359638" y="57542"/>
                  <a:pt x="358135" y="51660"/>
                  <a:pt x="358135" y="45454"/>
                </a:cubicBezTo>
                <a:cubicBezTo>
                  <a:pt x="358135" y="31153"/>
                  <a:pt x="362824" y="20189"/>
                  <a:pt x="372201" y="12561"/>
                </a:cubicBezTo>
                <a:cubicBezTo>
                  <a:pt x="380630" y="5770"/>
                  <a:pt x="391056" y="2374"/>
                  <a:pt x="403481" y="2374"/>
                </a:cubicBezTo>
                <a:cubicBezTo>
                  <a:pt x="407873" y="2374"/>
                  <a:pt x="412493" y="2824"/>
                  <a:pt x="417340" y="3723"/>
                </a:cubicBezTo>
                <a:cubicBezTo>
                  <a:pt x="422187" y="4620"/>
                  <a:pt x="425936" y="5548"/>
                  <a:pt x="428587" y="6507"/>
                </a:cubicBezTo>
                <a:lnTo>
                  <a:pt x="432505" y="7942"/>
                </a:lnTo>
                <a:lnTo>
                  <a:pt x="432742" y="8302"/>
                </a:lnTo>
                <a:cubicBezTo>
                  <a:pt x="431515" y="13535"/>
                  <a:pt x="430704" y="18848"/>
                  <a:pt x="430309" y="24240"/>
                </a:cubicBezTo>
                <a:lnTo>
                  <a:pt x="426688" y="24361"/>
                </a:lnTo>
                <a:cubicBezTo>
                  <a:pt x="424353" y="19527"/>
                  <a:pt x="420871" y="15802"/>
                  <a:pt x="416242" y="13186"/>
                </a:cubicBezTo>
                <a:cubicBezTo>
                  <a:pt x="411612" y="10568"/>
                  <a:pt x="406785" y="9259"/>
                  <a:pt x="401760" y="9259"/>
                </a:cubicBezTo>
                <a:cubicBezTo>
                  <a:pt x="393806" y="9259"/>
                  <a:pt x="387742" y="12326"/>
                  <a:pt x="383568" y="18459"/>
                </a:cubicBezTo>
                <a:cubicBezTo>
                  <a:pt x="379393" y="24591"/>
                  <a:pt x="377306" y="32771"/>
                  <a:pt x="377306" y="42998"/>
                </a:cubicBezTo>
                <a:cubicBezTo>
                  <a:pt x="377306" y="51667"/>
                  <a:pt x="379868" y="59608"/>
                  <a:pt x="384992" y="66819"/>
                </a:cubicBezTo>
                <a:cubicBezTo>
                  <a:pt x="390116" y="74029"/>
                  <a:pt x="396596" y="77635"/>
                  <a:pt x="404430" y="77635"/>
                </a:cubicBezTo>
                <a:cubicBezTo>
                  <a:pt x="411395" y="77635"/>
                  <a:pt x="416499" y="76077"/>
                  <a:pt x="419744" y="72960"/>
                </a:cubicBezTo>
                <a:lnTo>
                  <a:pt x="419744" y="68765"/>
                </a:lnTo>
                <a:close/>
                <a:moveTo>
                  <a:pt x="466175" y="48433"/>
                </a:moveTo>
                <a:lnTo>
                  <a:pt x="484694" y="48433"/>
                </a:lnTo>
                <a:cubicBezTo>
                  <a:pt x="484852" y="48280"/>
                  <a:pt x="484931" y="47464"/>
                  <a:pt x="484931" y="45984"/>
                </a:cubicBezTo>
                <a:cubicBezTo>
                  <a:pt x="484931" y="41773"/>
                  <a:pt x="484060" y="38813"/>
                  <a:pt x="482319" y="37105"/>
                </a:cubicBezTo>
                <a:cubicBezTo>
                  <a:pt x="480578" y="35398"/>
                  <a:pt x="478639" y="34544"/>
                  <a:pt x="476503" y="34544"/>
                </a:cubicBezTo>
                <a:cubicBezTo>
                  <a:pt x="473654" y="34544"/>
                  <a:pt x="471477" y="35664"/>
                  <a:pt x="469974" y="37903"/>
                </a:cubicBezTo>
                <a:cubicBezTo>
                  <a:pt x="467521" y="41355"/>
                  <a:pt x="466254" y="44865"/>
                  <a:pt x="466175" y="48433"/>
                </a:cubicBezTo>
                <a:moveTo>
                  <a:pt x="498998" y="66773"/>
                </a:moveTo>
                <a:cubicBezTo>
                  <a:pt x="500224" y="66773"/>
                  <a:pt x="500838" y="68019"/>
                  <a:pt x="500838" y="70512"/>
                </a:cubicBezTo>
                <a:cubicBezTo>
                  <a:pt x="494823" y="79296"/>
                  <a:pt x="487246" y="83689"/>
                  <a:pt x="478105" y="83689"/>
                </a:cubicBezTo>
                <a:cubicBezTo>
                  <a:pt x="469360" y="83689"/>
                  <a:pt x="462752" y="81666"/>
                  <a:pt x="458281" y="77620"/>
                </a:cubicBezTo>
                <a:cubicBezTo>
                  <a:pt x="455788" y="75359"/>
                  <a:pt x="453810" y="72415"/>
                  <a:pt x="452346" y="68787"/>
                </a:cubicBezTo>
                <a:cubicBezTo>
                  <a:pt x="450882" y="65158"/>
                  <a:pt x="450150" y="61519"/>
                  <a:pt x="450150" y="57870"/>
                </a:cubicBezTo>
                <a:cubicBezTo>
                  <a:pt x="450150" y="48967"/>
                  <a:pt x="452840" y="41844"/>
                  <a:pt x="458222" y="36502"/>
                </a:cubicBezTo>
                <a:cubicBezTo>
                  <a:pt x="463603" y="31161"/>
                  <a:pt x="469954" y="28490"/>
                  <a:pt x="477274" y="28490"/>
                </a:cubicBezTo>
                <a:cubicBezTo>
                  <a:pt x="485465" y="28490"/>
                  <a:pt x="491361" y="30550"/>
                  <a:pt x="494962" y="34672"/>
                </a:cubicBezTo>
                <a:cubicBezTo>
                  <a:pt x="498562" y="38793"/>
                  <a:pt x="500363" y="43775"/>
                  <a:pt x="500363" y="49618"/>
                </a:cubicBezTo>
                <a:cubicBezTo>
                  <a:pt x="500363" y="52864"/>
                  <a:pt x="499176" y="54487"/>
                  <a:pt x="496802" y="54487"/>
                </a:cubicBezTo>
                <a:lnTo>
                  <a:pt x="465700" y="54487"/>
                </a:lnTo>
                <a:lnTo>
                  <a:pt x="465700" y="56445"/>
                </a:lnTo>
                <a:cubicBezTo>
                  <a:pt x="465700" y="63330"/>
                  <a:pt x="467204" y="68049"/>
                  <a:pt x="470211" y="70601"/>
                </a:cubicBezTo>
                <a:cubicBezTo>
                  <a:pt x="473218" y="73153"/>
                  <a:pt x="477433" y="74429"/>
                  <a:pt x="482854" y="74429"/>
                </a:cubicBezTo>
                <a:cubicBezTo>
                  <a:pt x="485267" y="74429"/>
                  <a:pt x="487978" y="73757"/>
                  <a:pt x="490985" y="72411"/>
                </a:cubicBezTo>
                <a:cubicBezTo>
                  <a:pt x="493992" y="71066"/>
                  <a:pt x="496663" y="69187"/>
                  <a:pt x="498998" y="66773"/>
                </a:cubicBezTo>
                <a:close/>
                <a:moveTo>
                  <a:pt x="568566" y="60570"/>
                </a:moveTo>
                <a:cubicBezTo>
                  <a:pt x="568566" y="69486"/>
                  <a:pt x="569001" y="76796"/>
                  <a:pt x="569872" y="82502"/>
                </a:cubicBezTo>
                <a:lnTo>
                  <a:pt x="569634" y="82858"/>
                </a:lnTo>
                <a:cubicBezTo>
                  <a:pt x="566073" y="82620"/>
                  <a:pt x="562908" y="82502"/>
                  <a:pt x="560138" y="82502"/>
                </a:cubicBezTo>
                <a:lnTo>
                  <a:pt x="552006" y="82858"/>
                </a:lnTo>
                <a:lnTo>
                  <a:pt x="551769" y="82502"/>
                </a:lnTo>
                <a:cubicBezTo>
                  <a:pt x="552244" y="78182"/>
                  <a:pt x="552481" y="70872"/>
                  <a:pt x="552481" y="60570"/>
                </a:cubicBezTo>
                <a:lnTo>
                  <a:pt x="552481" y="49753"/>
                </a:lnTo>
                <a:cubicBezTo>
                  <a:pt x="552481" y="42225"/>
                  <a:pt x="550384" y="38461"/>
                  <a:pt x="546190" y="38461"/>
                </a:cubicBezTo>
                <a:cubicBezTo>
                  <a:pt x="541718" y="38461"/>
                  <a:pt x="537010" y="41690"/>
                  <a:pt x="532064" y="48149"/>
                </a:cubicBezTo>
                <a:lnTo>
                  <a:pt x="532064" y="60570"/>
                </a:lnTo>
                <a:cubicBezTo>
                  <a:pt x="532064" y="69644"/>
                  <a:pt x="532301" y="76954"/>
                  <a:pt x="532776" y="82502"/>
                </a:cubicBezTo>
                <a:lnTo>
                  <a:pt x="532420" y="82858"/>
                </a:lnTo>
                <a:cubicBezTo>
                  <a:pt x="530164" y="82620"/>
                  <a:pt x="527652" y="82502"/>
                  <a:pt x="524882" y="82502"/>
                </a:cubicBezTo>
                <a:lnTo>
                  <a:pt x="514910" y="82858"/>
                </a:lnTo>
                <a:lnTo>
                  <a:pt x="514673" y="82502"/>
                </a:lnTo>
                <a:cubicBezTo>
                  <a:pt x="515583" y="76916"/>
                  <a:pt x="516038" y="69607"/>
                  <a:pt x="516038" y="60574"/>
                </a:cubicBezTo>
                <a:lnTo>
                  <a:pt x="516038" y="53919"/>
                </a:lnTo>
                <a:cubicBezTo>
                  <a:pt x="516038" y="43145"/>
                  <a:pt x="515583" y="35262"/>
                  <a:pt x="514673" y="30270"/>
                </a:cubicBezTo>
                <a:lnTo>
                  <a:pt x="514910" y="29914"/>
                </a:lnTo>
                <a:cubicBezTo>
                  <a:pt x="521874" y="30231"/>
                  <a:pt x="527157" y="30112"/>
                  <a:pt x="530758" y="29558"/>
                </a:cubicBezTo>
                <a:cubicBezTo>
                  <a:pt x="531312" y="29558"/>
                  <a:pt x="531668" y="29964"/>
                  <a:pt x="531826" y="30775"/>
                </a:cubicBezTo>
                <a:cubicBezTo>
                  <a:pt x="531984" y="31586"/>
                  <a:pt x="532064" y="34544"/>
                  <a:pt x="532064" y="39650"/>
                </a:cubicBezTo>
                <a:lnTo>
                  <a:pt x="532538" y="40006"/>
                </a:lnTo>
                <a:cubicBezTo>
                  <a:pt x="535308" y="36524"/>
                  <a:pt x="538395" y="33833"/>
                  <a:pt x="541798" y="31934"/>
                </a:cubicBezTo>
                <a:cubicBezTo>
                  <a:pt x="545200" y="30034"/>
                  <a:pt x="548485" y="29083"/>
                  <a:pt x="551650" y="29083"/>
                </a:cubicBezTo>
                <a:cubicBezTo>
                  <a:pt x="557229" y="29083"/>
                  <a:pt x="561444" y="30519"/>
                  <a:pt x="564293" y="33390"/>
                </a:cubicBezTo>
                <a:cubicBezTo>
                  <a:pt x="567142" y="36260"/>
                  <a:pt x="568566" y="40823"/>
                  <a:pt x="568566" y="47079"/>
                </a:cubicBezTo>
                <a:lnTo>
                  <a:pt x="568566" y="60570"/>
                </a:lnTo>
                <a:close/>
                <a:moveTo>
                  <a:pt x="600130" y="48433"/>
                </a:moveTo>
                <a:lnTo>
                  <a:pt x="618649" y="48433"/>
                </a:lnTo>
                <a:cubicBezTo>
                  <a:pt x="618807" y="48280"/>
                  <a:pt x="618886" y="47464"/>
                  <a:pt x="618886" y="45984"/>
                </a:cubicBezTo>
                <a:cubicBezTo>
                  <a:pt x="618886" y="41773"/>
                  <a:pt x="618015" y="38813"/>
                  <a:pt x="616274" y="37105"/>
                </a:cubicBezTo>
                <a:cubicBezTo>
                  <a:pt x="614533" y="35398"/>
                  <a:pt x="612594" y="34544"/>
                  <a:pt x="610458" y="34544"/>
                </a:cubicBezTo>
                <a:cubicBezTo>
                  <a:pt x="607609" y="34544"/>
                  <a:pt x="605432" y="35664"/>
                  <a:pt x="603929" y="37903"/>
                </a:cubicBezTo>
                <a:cubicBezTo>
                  <a:pt x="601476" y="41355"/>
                  <a:pt x="600209" y="44865"/>
                  <a:pt x="600130" y="48433"/>
                </a:cubicBezTo>
                <a:moveTo>
                  <a:pt x="632953" y="66773"/>
                </a:moveTo>
                <a:cubicBezTo>
                  <a:pt x="634179" y="66773"/>
                  <a:pt x="634793" y="68019"/>
                  <a:pt x="634793" y="70512"/>
                </a:cubicBezTo>
                <a:cubicBezTo>
                  <a:pt x="628778" y="79296"/>
                  <a:pt x="621201" y="83689"/>
                  <a:pt x="612060" y="83689"/>
                </a:cubicBezTo>
                <a:cubicBezTo>
                  <a:pt x="603316" y="83689"/>
                  <a:pt x="596707" y="81666"/>
                  <a:pt x="592236" y="77620"/>
                </a:cubicBezTo>
                <a:cubicBezTo>
                  <a:pt x="589743" y="75359"/>
                  <a:pt x="587765" y="72415"/>
                  <a:pt x="586301" y="68787"/>
                </a:cubicBezTo>
                <a:cubicBezTo>
                  <a:pt x="584837" y="65158"/>
                  <a:pt x="584105" y="61519"/>
                  <a:pt x="584105" y="57870"/>
                </a:cubicBezTo>
                <a:cubicBezTo>
                  <a:pt x="584105" y="48967"/>
                  <a:pt x="586795" y="41844"/>
                  <a:pt x="592177" y="36502"/>
                </a:cubicBezTo>
                <a:cubicBezTo>
                  <a:pt x="597558" y="31161"/>
                  <a:pt x="603909" y="28490"/>
                  <a:pt x="611229" y="28490"/>
                </a:cubicBezTo>
                <a:cubicBezTo>
                  <a:pt x="619420" y="28490"/>
                  <a:pt x="625316" y="30550"/>
                  <a:pt x="628917" y="34672"/>
                </a:cubicBezTo>
                <a:cubicBezTo>
                  <a:pt x="632518" y="38793"/>
                  <a:pt x="634318" y="43775"/>
                  <a:pt x="634318" y="49618"/>
                </a:cubicBezTo>
                <a:cubicBezTo>
                  <a:pt x="634318" y="52864"/>
                  <a:pt x="633131" y="54487"/>
                  <a:pt x="630757" y="54487"/>
                </a:cubicBezTo>
                <a:lnTo>
                  <a:pt x="599655" y="54487"/>
                </a:lnTo>
                <a:lnTo>
                  <a:pt x="599655" y="56445"/>
                </a:lnTo>
                <a:cubicBezTo>
                  <a:pt x="599655" y="63330"/>
                  <a:pt x="601159" y="68049"/>
                  <a:pt x="604166" y="70601"/>
                </a:cubicBezTo>
                <a:cubicBezTo>
                  <a:pt x="607173" y="73153"/>
                  <a:pt x="611388" y="74429"/>
                  <a:pt x="616809" y="74429"/>
                </a:cubicBezTo>
                <a:cubicBezTo>
                  <a:pt x="619222" y="74429"/>
                  <a:pt x="621933" y="73757"/>
                  <a:pt x="624940" y="72411"/>
                </a:cubicBezTo>
                <a:cubicBezTo>
                  <a:pt x="627947" y="71066"/>
                  <a:pt x="630618" y="69187"/>
                  <a:pt x="632953" y="66773"/>
                </a:cubicBezTo>
                <a:close/>
                <a:moveTo>
                  <a:pt x="667621" y="40060"/>
                </a:moveTo>
                <a:cubicBezTo>
                  <a:pt x="669559" y="37196"/>
                  <a:pt x="671845" y="34651"/>
                  <a:pt x="674476" y="32424"/>
                </a:cubicBezTo>
                <a:cubicBezTo>
                  <a:pt x="677107" y="30197"/>
                  <a:pt x="679729" y="29083"/>
                  <a:pt x="682340" y="29083"/>
                </a:cubicBezTo>
                <a:cubicBezTo>
                  <a:pt x="684517" y="29083"/>
                  <a:pt x="686574" y="29362"/>
                  <a:pt x="688513" y="29920"/>
                </a:cubicBezTo>
                <a:lnTo>
                  <a:pt x="688988" y="30396"/>
                </a:lnTo>
                <a:lnTo>
                  <a:pt x="686554" y="42972"/>
                </a:lnTo>
                <a:lnTo>
                  <a:pt x="684358" y="43209"/>
                </a:lnTo>
                <a:cubicBezTo>
                  <a:pt x="682419" y="41666"/>
                  <a:pt x="680085" y="40914"/>
                  <a:pt x="677355" y="40954"/>
                </a:cubicBezTo>
                <a:cubicBezTo>
                  <a:pt x="676286" y="40954"/>
                  <a:pt x="675079" y="41152"/>
                  <a:pt x="673734" y="41548"/>
                </a:cubicBezTo>
                <a:cubicBezTo>
                  <a:pt x="672389" y="41943"/>
                  <a:pt x="670954" y="43031"/>
                  <a:pt x="669431" y="44812"/>
                </a:cubicBezTo>
                <a:cubicBezTo>
                  <a:pt x="667907" y="46593"/>
                  <a:pt x="667146" y="48907"/>
                  <a:pt x="667146" y="51756"/>
                </a:cubicBezTo>
                <a:lnTo>
                  <a:pt x="667146" y="60600"/>
                </a:lnTo>
                <a:cubicBezTo>
                  <a:pt x="667146" y="69424"/>
                  <a:pt x="667541" y="76724"/>
                  <a:pt x="668333" y="82502"/>
                </a:cubicBezTo>
                <a:lnTo>
                  <a:pt x="668095" y="82858"/>
                </a:lnTo>
                <a:cubicBezTo>
                  <a:pt x="664218" y="82620"/>
                  <a:pt x="660894" y="82502"/>
                  <a:pt x="658124" y="82502"/>
                </a:cubicBezTo>
                <a:lnTo>
                  <a:pt x="649992" y="82858"/>
                </a:lnTo>
                <a:lnTo>
                  <a:pt x="649874" y="82502"/>
                </a:lnTo>
                <a:cubicBezTo>
                  <a:pt x="650665" y="76995"/>
                  <a:pt x="651061" y="69686"/>
                  <a:pt x="651061" y="60574"/>
                </a:cubicBezTo>
                <a:lnTo>
                  <a:pt x="651061" y="53919"/>
                </a:lnTo>
                <a:cubicBezTo>
                  <a:pt x="651061" y="43145"/>
                  <a:pt x="650626" y="35262"/>
                  <a:pt x="649755" y="30270"/>
                </a:cubicBezTo>
                <a:lnTo>
                  <a:pt x="649992" y="29914"/>
                </a:lnTo>
                <a:cubicBezTo>
                  <a:pt x="656957" y="30236"/>
                  <a:pt x="662219" y="30117"/>
                  <a:pt x="665781" y="29558"/>
                </a:cubicBezTo>
                <a:cubicBezTo>
                  <a:pt x="666335" y="29558"/>
                  <a:pt x="666691" y="29966"/>
                  <a:pt x="666849" y="30782"/>
                </a:cubicBezTo>
                <a:cubicBezTo>
                  <a:pt x="667007" y="31597"/>
                  <a:pt x="667086" y="34570"/>
                  <a:pt x="667086" y="39702"/>
                </a:cubicBezTo>
                <a:lnTo>
                  <a:pt x="667621" y="40060"/>
                </a:lnTo>
                <a:close/>
                <a:moveTo>
                  <a:pt x="729242" y="55496"/>
                </a:moveTo>
                <a:lnTo>
                  <a:pt x="719508" y="58048"/>
                </a:lnTo>
                <a:cubicBezTo>
                  <a:pt x="714404" y="59433"/>
                  <a:pt x="711852" y="63251"/>
                  <a:pt x="711852" y="69503"/>
                </a:cubicBezTo>
                <a:cubicBezTo>
                  <a:pt x="711852" y="71205"/>
                  <a:pt x="712465" y="72787"/>
                  <a:pt x="713692" y="74251"/>
                </a:cubicBezTo>
                <a:cubicBezTo>
                  <a:pt x="714918" y="75715"/>
                  <a:pt x="716422" y="76448"/>
                  <a:pt x="718203" y="76448"/>
                </a:cubicBezTo>
                <a:cubicBezTo>
                  <a:pt x="721447" y="76448"/>
                  <a:pt x="724435" y="75063"/>
                  <a:pt x="727165" y="72293"/>
                </a:cubicBezTo>
                <a:cubicBezTo>
                  <a:pt x="727561" y="71897"/>
                  <a:pt x="727966" y="71086"/>
                  <a:pt x="728382" y="69859"/>
                </a:cubicBezTo>
                <a:cubicBezTo>
                  <a:pt x="728797" y="68633"/>
                  <a:pt x="729005" y="67624"/>
                  <a:pt x="729005" y="66832"/>
                </a:cubicBezTo>
                <a:lnTo>
                  <a:pt x="729242" y="55496"/>
                </a:lnTo>
                <a:moveTo>
                  <a:pt x="744556" y="72714"/>
                </a:moveTo>
                <a:cubicBezTo>
                  <a:pt x="744556" y="74596"/>
                  <a:pt x="745100" y="75808"/>
                  <a:pt x="746188" y="76349"/>
                </a:cubicBezTo>
                <a:cubicBezTo>
                  <a:pt x="747276" y="76890"/>
                  <a:pt x="749205" y="77160"/>
                  <a:pt x="751975" y="77160"/>
                </a:cubicBezTo>
                <a:cubicBezTo>
                  <a:pt x="752608" y="77714"/>
                  <a:pt x="753004" y="78564"/>
                  <a:pt x="753162" y="79712"/>
                </a:cubicBezTo>
                <a:cubicBezTo>
                  <a:pt x="749680" y="82403"/>
                  <a:pt x="744872" y="83728"/>
                  <a:pt x="738739" y="83689"/>
                </a:cubicBezTo>
                <a:cubicBezTo>
                  <a:pt x="736127" y="83689"/>
                  <a:pt x="734090" y="83145"/>
                  <a:pt x="732625" y="82056"/>
                </a:cubicBezTo>
                <a:cubicBezTo>
                  <a:pt x="731161" y="80968"/>
                  <a:pt x="729994" y="79178"/>
                  <a:pt x="729124" y="76685"/>
                </a:cubicBezTo>
                <a:lnTo>
                  <a:pt x="728886" y="76685"/>
                </a:lnTo>
                <a:cubicBezTo>
                  <a:pt x="724177" y="81394"/>
                  <a:pt x="718618" y="83728"/>
                  <a:pt x="712208" y="83689"/>
                </a:cubicBezTo>
                <a:cubicBezTo>
                  <a:pt x="707657" y="83689"/>
                  <a:pt x="703750" y="82494"/>
                  <a:pt x="700485" y="80105"/>
                </a:cubicBezTo>
                <a:cubicBezTo>
                  <a:pt x="697221" y="77715"/>
                  <a:pt x="695589" y="74509"/>
                  <a:pt x="695589" y="70486"/>
                </a:cubicBezTo>
                <a:cubicBezTo>
                  <a:pt x="695589" y="66403"/>
                  <a:pt x="697231" y="62870"/>
                  <a:pt x="700515" y="59886"/>
                </a:cubicBezTo>
                <a:cubicBezTo>
                  <a:pt x="703799" y="56902"/>
                  <a:pt x="708389" y="54674"/>
                  <a:pt x="714285" y="53201"/>
                </a:cubicBezTo>
                <a:lnTo>
                  <a:pt x="728530" y="49605"/>
                </a:lnTo>
                <a:cubicBezTo>
                  <a:pt x="729005" y="49439"/>
                  <a:pt x="729242" y="48922"/>
                  <a:pt x="729242" y="48052"/>
                </a:cubicBezTo>
                <a:cubicBezTo>
                  <a:pt x="729242" y="43292"/>
                  <a:pt x="728550" y="39949"/>
                  <a:pt x="727165" y="38025"/>
                </a:cubicBezTo>
                <a:cubicBezTo>
                  <a:pt x="725780" y="36100"/>
                  <a:pt x="723683" y="35137"/>
                  <a:pt x="720873" y="35137"/>
                </a:cubicBezTo>
                <a:cubicBezTo>
                  <a:pt x="715294" y="35137"/>
                  <a:pt x="710308" y="38369"/>
                  <a:pt x="705916" y="44832"/>
                </a:cubicBezTo>
                <a:lnTo>
                  <a:pt x="701880" y="44712"/>
                </a:lnTo>
                <a:lnTo>
                  <a:pt x="699447" y="35499"/>
                </a:lnTo>
                <a:lnTo>
                  <a:pt x="699803" y="35006"/>
                </a:lnTo>
                <a:cubicBezTo>
                  <a:pt x="701425" y="33653"/>
                  <a:pt x="704512" y="32328"/>
                  <a:pt x="709062" y="31031"/>
                </a:cubicBezTo>
                <a:cubicBezTo>
                  <a:pt x="713612" y="29732"/>
                  <a:pt x="717906" y="29083"/>
                  <a:pt x="721942" y="29083"/>
                </a:cubicBezTo>
                <a:cubicBezTo>
                  <a:pt x="725226" y="29044"/>
                  <a:pt x="728639" y="29433"/>
                  <a:pt x="732180" y="30250"/>
                </a:cubicBezTo>
                <a:cubicBezTo>
                  <a:pt x="735722" y="31066"/>
                  <a:pt x="738383" y="32271"/>
                  <a:pt x="740163" y="33865"/>
                </a:cubicBezTo>
                <a:cubicBezTo>
                  <a:pt x="743408" y="36742"/>
                  <a:pt x="745030" y="41603"/>
                  <a:pt x="745030" y="48446"/>
                </a:cubicBezTo>
                <a:cubicBezTo>
                  <a:pt x="745030" y="48687"/>
                  <a:pt x="744951" y="52441"/>
                  <a:pt x="744793" y="59708"/>
                </a:cubicBezTo>
                <a:cubicBezTo>
                  <a:pt x="744635" y="66974"/>
                  <a:pt x="744556" y="71309"/>
                  <a:pt x="744556" y="72714"/>
                </a:cubicBezTo>
                <a:close/>
                <a:moveTo>
                  <a:pt x="756215" y="36324"/>
                </a:moveTo>
                <a:cubicBezTo>
                  <a:pt x="755146" y="36324"/>
                  <a:pt x="754632" y="35678"/>
                  <a:pt x="754671" y="34384"/>
                </a:cubicBezTo>
                <a:cubicBezTo>
                  <a:pt x="754671" y="33483"/>
                  <a:pt x="754948" y="32572"/>
                  <a:pt x="755502" y="31652"/>
                </a:cubicBezTo>
                <a:cubicBezTo>
                  <a:pt x="756056" y="30731"/>
                  <a:pt x="756630" y="30270"/>
                  <a:pt x="757224" y="30270"/>
                </a:cubicBezTo>
                <a:lnTo>
                  <a:pt x="764227" y="30270"/>
                </a:lnTo>
                <a:cubicBezTo>
                  <a:pt x="764227" y="25483"/>
                  <a:pt x="763950" y="21407"/>
                  <a:pt x="763396" y="18044"/>
                </a:cubicBezTo>
                <a:lnTo>
                  <a:pt x="763634" y="17628"/>
                </a:lnTo>
                <a:cubicBezTo>
                  <a:pt x="766879" y="16916"/>
                  <a:pt x="772141" y="15096"/>
                  <a:pt x="779422" y="12167"/>
                </a:cubicBezTo>
                <a:cubicBezTo>
                  <a:pt x="780134" y="12167"/>
                  <a:pt x="780510" y="12583"/>
                  <a:pt x="780550" y="13414"/>
                </a:cubicBezTo>
                <a:cubicBezTo>
                  <a:pt x="780154" y="19349"/>
                  <a:pt x="779956" y="24968"/>
                  <a:pt x="779956" y="30270"/>
                </a:cubicBezTo>
                <a:lnTo>
                  <a:pt x="792955" y="30270"/>
                </a:lnTo>
                <a:cubicBezTo>
                  <a:pt x="793588" y="30270"/>
                  <a:pt x="793904" y="30525"/>
                  <a:pt x="793904" y="31035"/>
                </a:cubicBezTo>
                <a:lnTo>
                  <a:pt x="793904" y="34737"/>
                </a:lnTo>
                <a:cubicBezTo>
                  <a:pt x="793904" y="35795"/>
                  <a:pt x="792935" y="36324"/>
                  <a:pt x="790996" y="36324"/>
                </a:cubicBezTo>
                <a:lnTo>
                  <a:pt x="779956" y="36324"/>
                </a:lnTo>
                <a:lnTo>
                  <a:pt x="779659" y="49343"/>
                </a:lnTo>
                <a:cubicBezTo>
                  <a:pt x="779580" y="53781"/>
                  <a:pt x="779541" y="59507"/>
                  <a:pt x="779541" y="66521"/>
                </a:cubicBezTo>
                <a:cubicBezTo>
                  <a:pt x="779541" y="67155"/>
                  <a:pt x="779560" y="67760"/>
                  <a:pt x="779600" y="68335"/>
                </a:cubicBezTo>
                <a:cubicBezTo>
                  <a:pt x="779640" y="68910"/>
                  <a:pt x="779699" y="69485"/>
                  <a:pt x="779778" y="70060"/>
                </a:cubicBezTo>
                <a:cubicBezTo>
                  <a:pt x="779857" y="70633"/>
                  <a:pt x="779966" y="71168"/>
                  <a:pt x="780104" y="71664"/>
                </a:cubicBezTo>
                <a:cubicBezTo>
                  <a:pt x="780243" y="72159"/>
                  <a:pt x="780401" y="72624"/>
                  <a:pt x="780579" y="73061"/>
                </a:cubicBezTo>
                <a:cubicBezTo>
                  <a:pt x="780757" y="73496"/>
                  <a:pt x="780965" y="73882"/>
                  <a:pt x="781203" y="74220"/>
                </a:cubicBezTo>
                <a:cubicBezTo>
                  <a:pt x="781440" y="74556"/>
                  <a:pt x="781697" y="74854"/>
                  <a:pt x="781974" y="75112"/>
                </a:cubicBezTo>
                <a:cubicBezTo>
                  <a:pt x="782251" y="75369"/>
                  <a:pt x="782568" y="75557"/>
                  <a:pt x="782924" y="75676"/>
                </a:cubicBezTo>
                <a:cubicBezTo>
                  <a:pt x="783280" y="75795"/>
                  <a:pt x="783656" y="75854"/>
                  <a:pt x="784052" y="75854"/>
                </a:cubicBezTo>
                <a:cubicBezTo>
                  <a:pt x="786821" y="75854"/>
                  <a:pt x="789176" y="75379"/>
                  <a:pt x="791115" y="74428"/>
                </a:cubicBezTo>
                <a:cubicBezTo>
                  <a:pt x="792500" y="75303"/>
                  <a:pt x="793192" y="76975"/>
                  <a:pt x="793192" y="79443"/>
                </a:cubicBezTo>
                <a:cubicBezTo>
                  <a:pt x="788483" y="82313"/>
                  <a:pt x="782528" y="83728"/>
                  <a:pt x="775327" y="83689"/>
                </a:cubicBezTo>
                <a:cubicBezTo>
                  <a:pt x="771686" y="83689"/>
                  <a:pt x="768808" y="82486"/>
                  <a:pt x="766691" y="80079"/>
                </a:cubicBezTo>
                <a:cubicBezTo>
                  <a:pt x="764574" y="77672"/>
                  <a:pt x="763515" y="74896"/>
                  <a:pt x="763515" y="71753"/>
                </a:cubicBezTo>
                <a:cubicBezTo>
                  <a:pt x="763515" y="67434"/>
                  <a:pt x="763634" y="60400"/>
                  <a:pt x="763871" y="50651"/>
                </a:cubicBezTo>
                <a:lnTo>
                  <a:pt x="764227" y="36324"/>
                </a:lnTo>
                <a:lnTo>
                  <a:pt x="756215" y="36324"/>
                </a:lnTo>
                <a:close/>
                <a:moveTo>
                  <a:pt x="808315" y="14831"/>
                </a:moveTo>
                <a:cubicBezTo>
                  <a:pt x="806574" y="13163"/>
                  <a:pt x="805703" y="11108"/>
                  <a:pt x="805703" y="8666"/>
                </a:cubicBezTo>
                <a:cubicBezTo>
                  <a:pt x="805703" y="6223"/>
                  <a:pt x="806574" y="4169"/>
                  <a:pt x="808315" y="2502"/>
                </a:cubicBezTo>
                <a:cubicBezTo>
                  <a:pt x="810056" y="834"/>
                  <a:pt x="812222" y="0"/>
                  <a:pt x="814814" y="0"/>
                </a:cubicBezTo>
                <a:cubicBezTo>
                  <a:pt x="817406" y="0"/>
                  <a:pt x="819572" y="834"/>
                  <a:pt x="821313" y="2502"/>
                </a:cubicBezTo>
                <a:cubicBezTo>
                  <a:pt x="823054" y="4169"/>
                  <a:pt x="823925" y="6223"/>
                  <a:pt x="823925" y="8666"/>
                </a:cubicBezTo>
                <a:cubicBezTo>
                  <a:pt x="823925" y="11108"/>
                  <a:pt x="823054" y="13163"/>
                  <a:pt x="821313" y="14831"/>
                </a:cubicBezTo>
                <a:cubicBezTo>
                  <a:pt x="819572" y="16498"/>
                  <a:pt x="817406" y="17331"/>
                  <a:pt x="814814" y="17331"/>
                </a:cubicBezTo>
                <a:cubicBezTo>
                  <a:pt x="812222" y="17331"/>
                  <a:pt x="810056" y="16498"/>
                  <a:pt x="808315" y="14831"/>
                </a:cubicBezTo>
                <a:moveTo>
                  <a:pt x="806772" y="53919"/>
                </a:moveTo>
                <a:cubicBezTo>
                  <a:pt x="806772" y="42630"/>
                  <a:pt x="806376" y="34786"/>
                  <a:pt x="805584" y="30389"/>
                </a:cubicBezTo>
                <a:lnTo>
                  <a:pt x="805941" y="29914"/>
                </a:lnTo>
                <a:cubicBezTo>
                  <a:pt x="806336" y="29914"/>
                  <a:pt x="807573" y="29974"/>
                  <a:pt x="809650" y="30092"/>
                </a:cubicBezTo>
                <a:cubicBezTo>
                  <a:pt x="811728" y="30211"/>
                  <a:pt x="813360" y="30270"/>
                  <a:pt x="814547" y="30270"/>
                </a:cubicBezTo>
                <a:cubicBezTo>
                  <a:pt x="816565" y="30270"/>
                  <a:pt x="819374" y="30073"/>
                  <a:pt x="822975" y="29677"/>
                </a:cubicBezTo>
                <a:cubicBezTo>
                  <a:pt x="823687" y="29677"/>
                  <a:pt x="824043" y="30092"/>
                  <a:pt x="824043" y="30923"/>
                </a:cubicBezTo>
                <a:cubicBezTo>
                  <a:pt x="823252" y="40827"/>
                  <a:pt x="822856" y="48036"/>
                  <a:pt x="822856" y="52552"/>
                </a:cubicBezTo>
                <a:lnTo>
                  <a:pt x="822856" y="60574"/>
                </a:lnTo>
                <a:cubicBezTo>
                  <a:pt x="822856" y="69408"/>
                  <a:pt x="823252" y="76717"/>
                  <a:pt x="824043" y="82502"/>
                </a:cubicBezTo>
                <a:lnTo>
                  <a:pt x="823806" y="82858"/>
                </a:lnTo>
                <a:cubicBezTo>
                  <a:pt x="820166" y="82620"/>
                  <a:pt x="817168" y="82502"/>
                  <a:pt x="814814" y="82502"/>
                </a:cubicBezTo>
                <a:cubicBezTo>
                  <a:pt x="812460" y="82502"/>
                  <a:pt x="809462" y="82620"/>
                  <a:pt x="805822" y="82858"/>
                </a:cubicBezTo>
                <a:lnTo>
                  <a:pt x="805584" y="82502"/>
                </a:lnTo>
                <a:cubicBezTo>
                  <a:pt x="806376" y="76995"/>
                  <a:pt x="806772" y="69686"/>
                  <a:pt x="806772" y="60574"/>
                </a:cubicBezTo>
                <a:lnTo>
                  <a:pt x="806772" y="53919"/>
                </a:lnTo>
                <a:close/>
                <a:moveTo>
                  <a:pt x="838519" y="57545"/>
                </a:moveTo>
                <a:cubicBezTo>
                  <a:pt x="838519" y="48395"/>
                  <a:pt x="841210" y="41344"/>
                  <a:pt x="846591" y="36393"/>
                </a:cubicBezTo>
                <a:cubicBezTo>
                  <a:pt x="851972" y="31441"/>
                  <a:pt x="859174" y="29004"/>
                  <a:pt x="868196" y="29083"/>
                </a:cubicBezTo>
                <a:cubicBezTo>
                  <a:pt x="878009" y="29083"/>
                  <a:pt x="885319" y="31599"/>
                  <a:pt x="890127" y="36630"/>
                </a:cubicBezTo>
                <a:cubicBezTo>
                  <a:pt x="894935" y="41661"/>
                  <a:pt x="897338" y="48276"/>
                  <a:pt x="897338" y="56475"/>
                </a:cubicBezTo>
                <a:cubicBezTo>
                  <a:pt x="897338" y="64912"/>
                  <a:pt x="894747" y="71557"/>
                  <a:pt x="889563" y="76410"/>
                </a:cubicBezTo>
                <a:cubicBezTo>
                  <a:pt x="884380" y="81263"/>
                  <a:pt x="877178" y="83689"/>
                  <a:pt x="867958" y="83689"/>
                </a:cubicBezTo>
                <a:cubicBezTo>
                  <a:pt x="858897" y="83689"/>
                  <a:pt x="851725" y="81361"/>
                  <a:pt x="846443" y="76707"/>
                </a:cubicBezTo>
                <a:cubicBezTo>
                  <a:pt x="841160" y="72053"/>
                  <a:pt x="838519" y="65666"/>
                  <a:pt x="838519" y="57545"/>
                </a:cubicBezTo>
                <a:moveTo>
                  <a:pt x="867305" y="35137"/>
                </a:moveTo>
                <a:cubicBezTo>
                  <a:pt x="863982" y="35137"/>
                  <a:pt x="861429" y="36118"/>
                  <a:pt x="859649" y="38079"/>
                </a:cubicBezTo>
                <a:cubicBezTo>
                  <a:pt x="857868" y="40040"/>
                  <a:pt x="856780" y="42279"/>
                  <a:pt x="856384" y="44795"/>
                </a:cubicBezTo>
                <a:cubicBezTo>
                  <a:pt x="855989" y="47312"/>
                  <a:pt x="855791" y="50631"/>
                  <a:pt x="855791" y="54752"/>
                </a:cubicBezTo>
                <a:cubicBezTo>
                  <a:pt x="855791" y="70007"/>
                  <a:pt x="860401" y="77635"/>
                  <a:pt x="869620" y="77635"/>
                </a:cubicBezTo>
                <a:cubicBezTo>
                  <a:pt x="876584" y="77635"/>
                  <a:pt x="880066" y="71671"/>
                  <a:pt x="880066" y="59745"/>
                </a:cubicBezTo>
                <a:cubicBezTo>
                  <a:pt x="880066" y="50909"/>
                  <a:pt x="879176" y="44599"/>
                  <a:pt x="877396" y="40815"/>
                </a:cubicBezTo>
                <a:cubicBezTo>
                  <a:pt x="875615" y="37030"/>
                  <a:pt x="872252" y="35137"/>
                  <a:pt x="867305" y="35137"/>
                </a:cubicBezTo>
                <a:close/>
                <a:moveTo>
                  <a:pt x="963866" y="60570"/>
                </a:moveTo>
                <a:cubicBezTo>
                  <a:pt x="963866" y="69486"/>
                  <a:pt x="964301" y="76796"/>
                  <a:pt x="965172" y="82502"/>
                </a:cubicBezTo>
                <a:lnTo>
                  <a:pt x="964934" y="82858"/>
                </a:lnTo>
                <a:cubicBezTo>
                  <a:pt x="961373" y="82620"/>
                  <a:pt x="958208" y="82502"/>
                  <a:pt x="955438" y="82502"/>
                </a:cubicBezTo>
                <a:lnTo>
                  <a:pt x="947306" y="82858"/>
                </a:lnTo>
                <a:lnTo>
                  <a:pt x="947069" y="82502"/>
                </a:lnTo>
                <a:cubicBezTo>
                  <a:pt x="947544" y="78182"/>
                  <a:pt x="947781" y="70872"/>
                  <a:pt x="947781" y="60570"/>
                </a:cubicBezTo>
                <a:lnTo>
                  <a:pt x="947781" y="49753"/>
                </a:lnTo>
                <a:cubicBezTo>
                  <a:pt x="947781" y="42225"/>
                  <a:pt x="945684" y="38461"/>
                  <a:pt x="941490" y="38461"/>
                </a:cubicBezTo>
                <a:cubicBezTo>
                  <a:pt x="937018" y="38461"/>
                  <a:pt x="932310" y="41690"/>
                  <a:pt x="927363" y="48149"/>
                </a:cubicBezTo>
                <a:lnTo>
                  <a:pt x="927363" y="60570"/>
                </a:lnTo>
                <a:cubicBezTo>
                  <a:pt x="927363" y="69644"/>
                  <a:pt x="927601" y="76954"/>
                  <a:pt x="928076" y="82502"/>
                </a:cubicBezTo>
                <a:lnTo>
                  <a:pt x="927720" y="82858"/>
                </a:lnTo>
                <a:cubicBezTo>
                  <a:pt x="925464" y="82620"/>
                  <a:pt x="922952" y="82502"/>
                  <a:pt x="920182" y="82502"/>
                </a:cubicBezTo>
                <a:lnTo>
                  <a:pt x="910210" y="82858"/>
                </a:lnTo>
                <a:lnTo>
                  <a:pt x="909973" y="82502"/>
                </a:lnTo>
                <a:cubicBezTo>
                  <a:pt x="910883" y="76916"/>
                  <a:pt x="911338" y="69607"/>
                  <a:pt x="911338" y="60574"/>
                </a:cubicBezTo>
                <a:lnTo>
                  <a:pt x="911338" y="53919"/>
                </a:lnTo>
                <a:cubicBezTo>
                  <a:pt x="911338" y="43145"/>
                  <a:pt x="910883" y="35262"/>
                  <a:pt x="909973" y="30270"/>
                </a:cubicBezTo>
                <a:lnTo>
                  <a:pt x="910210" y="29914"/>
                </a:lnTo>
                <a:cubicBezTo>
                  <a:pt x="917174" y="30231"/>
                  <a:pt x="922457" y="30112"/>
                  <a:pt x="926058" y="29558"/>
                </a:cubicBezTo>
                <a:cubicBezTo>
                  <a:pt x="926612" y="29558"/>
                  <a:pt x="926968" y="29964"/>
                  <a:pt x="927126" y="30775"/>
                </a:cubicBezTo>
                <a:cubicBezTo>
                  <a:pt x="927284" y="31586"/>
                  <a:pt x="927363" y="34544"/>
                  <a:pt x="927363" y="39650"/>
                </a:cubicBezTo>
                <a:lnTo>
                  <a:pt x="927838" y="40006"/>
                </a:lnTo>
                <a:cubicBezTo>
                  <a:pt x="930608" y="36524"/>
                  <a:pt x="933695" y="33833"/>
                  <a:pt x="937097" y="31934"/>
                </a:cubicBezTo>
                <a:cubicBezTo>
                  <a:pt x="940500" y="30034"/>
                  <a:pt x="943785" y="29083"/>
                  <a:pt x="946950" y="29083"/>
                </a:cubicBezTo>
                <a:cubicBezTo>
                  <a:pt x="952529" y="29083"/>
                  <a:pt x="956744" y="30519"/>
                  <a:pt x="959593" y="33390"/>
                </a:cubicBezTo>
                <a:cubicBezTo>
                  <a:pt x="962441" y="36260"/>
                  <a:pt x="963866" y="40823"/>
                  <a:pt x="963866" y="47079"/>
                </a:cubicBezTo>
                <a:lnTo>
                  <a:pt x="963866" y="605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&quot;reproduce_code&quot;">
            <a:extLst xmlns:a="http://schemas.openxmlformats.org/drawingml/2006/main">
              <a:ext uri="{FF2B5EF4-FFF2-40B4-BE49-F238E27FC236}">
                <a16:creationId xmlns:a16="http://schemas.microsoft.com/office/drawing/2014/main" id="{A29CF4AB-19E1-415E-A532-22FD5668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82" y="5293551"/>
            <a:ext cx="806377" cy="85168"/>
          </a:xfrm>
          <a:custGeom xmlns:a="http://schemas.openxmlformats.org/drawingml/2006/main">
            <a:pathLst>
              <a:path w="806377" h="85168">
                <a:moveTo>
                  <a:pt x="10319" y="0"/>
                </a:moveTo>
                <a:lnTo>
                  <a:pt x="9012" y="21946"/>
                </a:lnTo>
                <a:lnTo>
                  <a:pt x="1354" y="21946"/>
                </a:lnTo>
                <a:lnTo>
                  <a:pt x="0" y="0"/>
                </a:lnTo>
                <a:lnTo>
                  <a:pt x="10319" y="0"/>
                </a:lnTo>
                <a:moveTo>
                  <a:pt x="28483" y="0"/>
                </a:moveTo>
                <a:lnTo>
                  <a:pt x="27175" y="21946"/>
                </a:lnTo>
                <a:lnTo>
                  <a:pt x="19518" y="21946"/>
                </a:lnTo>
                <a:lnTo>
                  <a:pt x="18164" y="0"/>
                </a:lnTo>
                <a:lnTo>
                  <a:pt x="28483" y="0"/>
                </a:lnTo>
                <a:close/>
                <a:moveTo>
                  <a:pt x="49197" y="19144"/>
                </a:moveTo>
                <a:lnTo>
                  <a:pt x="56621" y="19144"/>
                </a:lnTo>
                <a:lnTo>
                  <a:pt x="56855" y="27760"/>
                </a:lnTo>
                <a:cubicBezTo>
                  <a:pt x="59625" y="24437"/>
                  <a:pt x="62357" y="22031"/>
                  <a:pt x="65049" y="20540"/>
                </a:cubicBezTo>
                <a:cubicBezTo>
                  <a:pt x="67742" y="19049"/>
                  <a:pt x="70458" y="18304"/>
                  <a:pt x="73197" y="18304"/>
                </a:cubicBezTo>
                <a:cubicBezTo>
                  <a:pt x="78053" y="18304"/>
                  <a:pt x="81734" y="19872"/>
                  <a:pt x="84240" y="23008"/>
                </a:cubicBezTo>
                <a:cubicBezTo>
                  <a:pt x="86746" y="26144"/>
                  <a:pt x="87905" y="30802"/>
                  <a:pt x="87719" y="36981"/>
                </a:cubicBezTo>
                <a:lnTo>
                  <a:pt x="79501" y="36981"/>
                </a:lnTo>
                <a:cubicBezTo>
                  <a:pt x="79594" y="32888"/>
                  <a:pt x="78995" y="29920"/>
                  <a:pt x="77703" y="28076"/>
                </a:cubicBezTo>
                <a:cubicBezTo>
                  <a:pt x="76411" y="26230"/>
                  <a:pt x="74520" y="25308"/>
                  <a:pt x="72030" y="25308"/>
                </a:cubicBezTo>
                <a:cubicBezTo>
                  <a:pt x="70940" y="25308"/>
                  <a:pt x="69843" y="25502"/>
                  <a:pt x="68738" y="25890"/>
                </a:cubicBezTo>
                <a:cubicBezTo>
                  <a:pt x="67633" y="26277"/>
                  <a:pt x="66497" y="26897"/>
                  <a:pt x="65329" y="27749"/>
                </a:cubicBezTo>
                <a:cubicBezTo>
                  <a:pt x="64162" y="28601"/>
                  <a:pt x="62925" y="29694"/>
                  <a:pt x="61617" y="31027"/>
                </a:cubicBezTo>
                <a:cubicBezTo>
                  <a:pt x="60310" y="32360"/>
                  <a:pt x="58909" y="33972"/>
                  <a:pt x="57415" y="35863"/>
                </a:cubicBezTo>
                <a:lnTo>
                  <a:pt x="57415" y="66024"/>
                </a:lnTo>
                <a:lnTo>
                  <a:pt x="49197" y="66024"/>
                </a:lnTo>
                <a:lnTo>
                  <a:pt x="49197" y="19144"/>
                </a:lnTo>
                <a:close/>
                <a:moveTo>
                  <a:pt x="138737" y="40109"/>
                </a:moveTo>
                <a:cubicBezTo>
                  <a:pt x="138737" y="41261"/>
                  <a:pt x="138721" y="42226"/>
                  <a:pt x="138690" y="43004"/>
                </a:cubicBezTo>
                <a:cubicBezTo>
                  <a:pt x="138659" y="43782"/>
                  <a:pt x="138612" y="44514"/>
                  <a:pt x="138550" y="45199"/>
                </a:cubicBezTo>
                <a:lnTo>
                  <a:pt x="105631" y="45199"/>
                </a:lnTo>
                <a:cubicBezTo>
                  <a:pt x="105631" y="49993"/>
                  <a:pt x="106970" y="53673"/>
                  <a:pt x="109647" y="56242"/>
                </a:cubicBezTo>
                <a:cubicBezTo>
                  <a:pt x="112324" y="58810"/>
                  <a:pt x="116184" y="60094"/>
                  <a:pt x="121227" y="60094"/>
                </a:cubicBezTo>
                <a:cubicBezTo>
                  <a:pt x="122596" y="60094"/>
                  <a:pt x="123966" y="60038"/>
                  <a:pt x="125336" y="59927"/>
                </a:cubicBezTo>
                <a:cubicBezTo>
                  <a:pt x="126705" y="59816"/>
                  <a:pt x="128028" y="59664"/>
                  <a:pt x="129305" y="59474"/>
                </a:cubicBezTo>
                <a:cubicBezTo>
                  <a:pt x="130581" y="59282"/>
                  <a:pt x="131803" y="59067"/>
                  <a:pt x="132970" y="58829"/>
                </a:cubicBezTo>
                <a:cubicBezTo>
                  <a:pt x="134137" y="58589"/>
                  <a:pt x="135219" y="58326"/>
                  <a:pt x="136215" y="58039"/>
                </a:cubicBezTo>
                <a:lnTo>
                  <a:pt x="136215" y="64716"/>
                </a:lnTo>
                <a:cubicBezTo>
                  <a:pt x="134005" y="65353"/>
                  <a:pt x="131507" y="65870"/>
                  <a:pt x="128721" y="66267"/>
                </a:cubicBezTo>
                <a:cubicBezTo>
                  <a:pt x="125935" y="66665"/>
                  <a:pt x="123048" y="66864"/>
                  <a:pt x="120059" y="66864"/>
                </a:cubicBezTo>
                <a:cubicBezTo>
                  <a:pt x="116044" y="66864"/>
                  <a:pt x="112589" y="66319"/>
                  <a:pt x="109694" y="65230"/>
                </a:cubicBezTo>
                <a:cubicBezTo>
                  <a:pt x="106799" y="64140"/>
                  <a:pt x="104425" y="62561"/>
                  <a:pt x="102573" y="60491"/>
                </a:cubicBezTo>
                <a:cubicBezTo>
                  <a:pt x="100721" y="58421"/>
                  <a:pt x="99351" y="55884"/>
                  <a:pt x="98464" y="52880"/>
                </a:cubicBezTo>
                <a:cubicBezTo>
                  <a:pt x="97577" y="49876"/>
                  <a:pt x="97133" y="46475"/>
                  <a:pt x="97133" y="42677"/>
                </a:cubicBezTo>
                <a:cubicBezTo>
                  <a:pt x="97133" y="39378"/>
                  <a:pt x="97608" y="36257"/>
                  <a:pt x="98557" y="33315"/>
                </a:cubicBezTo>
                <a:cubicBezTo>
                  <a:pt x="99507" y="30374"/>
                  <a:pt x="100892" y="27790"/>
                  <a:pt x="102713" y="25564"/>
                </a:cubicBezTo>
                <a:cubicBezTo>
                  <a:pt x="104534" y="23339"/>
                  <a:pt x="106768" y="21572"/>
                  <a:pt x="109413" y="20265"/>
                </a:cubicBezTo>
                <a:cubicBezTo>
                  <a:pt x="112059" y="18957"/>
                  <a:pt x="115063" y="18304"/>
                  <a:pt x="118425" y="18304"/>
                </a:cubicBezTo>
                <a:cubicBezTo>
                  <a:pt x="121694" y="18304"/>
                  <a:pt x="124589" y="18817"/>
                  <a:pt x="127110" y="19844"/>
                </a:cubicBezTo>
                <a:cubicBezTo>
                  <a:pt x="129632" y="20872"/>
                  <a:pt x="131756" y="22327"/>
                  <a:pt x="133484" y="24210"/>
                </a:cubicBezTo>
                <a:cubicBezTo>
                  <a:pt x="135211" y="26094"/>
                  <a:pt x="136519" y="28381"/>
                  <a:pt x="137406" y="31074"/>
                </a:cubicBezTo>
                <a:cubicBezTo>
                  <a:pt x="138293" y="33767"/>
                  <a:pt x="138737" y="36778"/>
                  <a:pt x="138737" y="40109"/>
                </a:cubicBezTo>
                <a:moveTo>
                  <a:pt x="130285" y="38942"/>
                </a:moveTo>
                <a:cubicBezTo>
                  <a:pt x="130379" y="36856"/>
                  <a:pt x="130176" y="34950"/>
                  <a:pt x="129678" y="33222"/>
                </a:cubicBezTo>
                <a:cubicBezTo>
                  <a:pt x="129180" y="31494"/>
                  <a:pt x="128410" y="30008"/>
                  <a:pt x="127367" y="28763"/>
                </a:cubicBezTo>
                <a:cubicBezTo>
                  <a:pt x="126324" y="27518"/>
                  <a:pt x="125024" y="26545"/>
                  <a:pt x="123468" y="25845"/>
                </a:cubicBezTo>
                <a:cubicBezTo>
                  <a:pt x="121912" y="25144"/>
                  <a:pt x="120106" y="24794"/>
                  <a:pt x="118052" y="24794"/>
                </a:cubicBezTo>
                <a:cubicBezTo>
                  <a:pt x="116277" y="24794"/>
                  <a:pt x="114659" y="25136"/>
                  <a:pt x="113196" y="25821"/>
                </a:cubicBezTo>
                <a:cubicBezTo>
                  <a:pt x="111733" y="26506"/>
                  <a:pt x="110472" y="27471"/>
                  <a:pt x="109413" y="28716"/>
                </a:cubicBezTo>
                <a:cubicBezTo>
                  <a:pt x="108355" y="29961"/>
                  <a:pt x="107499" y="31455"/>
                  <a:pt x="106845" y="33199"/>
                </a:cubicBezTo>
                <a:cubicBezTo>
                  <a:pt x="106192" y="34942"/>
                  <a:pt x="105787" y="36856"/>
                  <a:pt x="105631" y="38942"/>
                </a:cubicBezTo>
                <a:lnTo>
                  <a:pt x="130285" y="38942"/>
                </a:lnTo>
                <a:close/>
                <a:moveTo>
                  <a:pt x="191062" y="41743"/>
                </a:moveTo>
                <a:cubicBezTo>
                  <a:pt x="191062" y="45915"/>
                  <a:pt x="190478" y="49557"/>
                  <a:pt x="189311" y="52670"/>
                </a:cubicBezTo>
                <a:cubicBezTo>
                  <a:pt x="188144" y="55782"/>
                  <a:pt x="186533" y="58366"/>
                  <a:pt x="184478" y="60421"/>
                </a:cubicBezTo>
                <a:cubicBezTo>
                  <a:pt x="182424" y="62475"/>
                  <a:pt x="179996" y="64016"/>
                  <a:pt x="177194" y="65043"/>
                </a:cubicBezTo>
                <a:cubicBezTo>
                  <a:pt x="174393" y="66070"/>
                  <a:pt x="171358" y="66584"/>
                  <a:pt x="168089" y="66584"/>
                </a:cubicBezTo>
                <a:cubicBezTo>
                  <a:pt x="166595" y="66584"/>
                  <a:pt x="165109" y="66506"/>
                  <a:pt x="163630" y="66351"/>
                </a:cubicBezTo>
                <a:cubicBezTo>
                  <a:pt x="162151" y="66195"/>
                  <a:pt x="160649" y="65930"/>
                  <a:pt x="159124" y="65557"/>
                </a:cubicBezTo>
                <a:lnTo>
                  <a:pt x="159124" y="85168"/>
                </a:lnTo>
                <a:lnTo>
                  <a:pt x="151000" y="85168"/>
                </a:lnTo>
                <a:lnTo>
                  <a:pt x="151000" y="19144"/>
                </a:lnTo>
                <a:lnTo>
                  <a:pt x="158237" y="19144"/>
                </a:lnTo>
                <a:lnTo>
                  <a:pt x="158751" y="26988"/>
                </a:lnTo>
                <a:cubicBezTo>
                  <a:pt x="161085" y="23782"/>
                  <a:pt x="163575" y="21533"/>
                  <a:pt x="166221" y="20241"/>
                </a:cubicBezTo>
                <a:cubicBezTo>
                  <a:pt x="168867" y="18950"/>
                  <a:pt x="171731" y="18304"/>
                  <a:pt x="174813" y="18304"/>
                </a:cubicBezTo>
                <a:cubicBezTo>
                  <a:pt x="177490" y="18304"/>
                  <a:pt x="179840" y="18864"/>
                  <a:pt x="181864" y="19985"/>
                </a:cubicBezTo>
                <a:cubicBezTo>
                  <a:pt x="183887" y="21105"/>
                  <a:pt x="185583" y="22685"/>
                  <a:pt x="186953" y="24724"/>
                </a:cubicBezTo>
                <a:cubicBezTo>
                  <a:pt x="188323" y="26763"/>
                  <a:pt x="189350" y="29222"/>
                  <a:pt x="190035" y="32101"/>
                </a:cubicBezTo>
                <a:cubicBezTo>
                  <a:pt x="190720" y="34981"/>
                  <a:pt x="191062" y="38195"/>
                  <a:pt x="191062" y="41743"/>
                </a:cubicBezTo>
                <a:moveTo>
                  <a:pt x="182751" y="42117"/>
                </a:moveTo>
                <a:cubicBezTo>
                  <a:pt x="182751" y="39658"/>
                  <a:pt x="182572" y="37401"/>
                  <a:pt x="182214" y="35347"/>
                </a:cubicBezTo>
                <a:cubicBezTo>
                  <a:pt x="181856" y="33292"/>
                  <a:pt x="181288" y="31533"/>
                  <a:pt x="180509" y="30070"/>
                </a:cubicBezTo>
                <a:cubicBezTo>
                  <a:pt x="179731" y="28607"/>
                  <a:pt x="178735" y="27463"/>
                  <a:pt x="177521" y="26638"/>
                </a:cubicBezTo>
                <a:cubicBezTo>
                  <a:pt x="176307" y="25813"/>
                  <a:pt x="174860" y="25401"/>
                  <a:pt x="173179" y="25401"/>
                </a:cubicBezTo>
                <a:cubicBezTo>
                  <a:pt x="172151" y="25401"/>
                  <a:pt x="171109" y="25564"/>
                  <a:pt x="170050" y="25891"/>
                </a:cubicBezTo>
                <a:cubicBezTo>
                  <a:pt x="168992" y="26218"/>
                  <a:pt x="167895" y="26763"/>
                  <a:pt x="166758" y="27525"/>
                </a:cubicBezTo>
                <a:cubicBezTo>
                  <a:pt x="165622" y="28288"/>
                  <a:pt x="164424" y="29300"/>
                  <a:pt x="163163" y="30560"/>
                </a:cubicBezTo>
                <a:cubicBezTo>
                  <a:pt x="161902" y="31821"/>
                  <a:pt x="160556" y="33385"/>
                  <a:pt x="159124" y="35253"/>
                </a:cubicBezTo>
                <a:lnTo>
                  <a:pt x="159124" y="57993"/>
                </a:lnTo>
                <a:cubicBezTo>
                  <a:pt x="160618" y="58615"/>
                  <a:pt x="162190" y="59105"/>
                  <a:pt x="163840" y="59463"/>
                </a:cubicBezTo>
                <a:cubicBezTo>
                  <a:pt x="165490" y="59821"/>
                  <a:pt x="167109" y="60000"/>
                  <a:pt x="168696" y="60000"/>
                </a:cubicBezTo>
                <a:cubicBezTo>
                  <a:pt x="173085" y="60000"/>
                  <a:pt x="176525" y="58514"/>
                  <a:pt x="179015" y="55541"/>
                </a:cubicBezTo>
                <a:cubicBezTo>
                  <a:pt x="181506" y="52568"/>
                  <a:pt x="182751" y="48094"/>
                  <a:pt x="182751" y="42117"/>
                </a:cubicBezTo>
                <a:close/>
                <a:moveTo>
                  <a:pt x="204772" y="19144"/>
                </a:moveTo>
                <a:lnTo>
                  <a:pt x="212197" y="19144"/>
                </a:lnTo>
                <a:lnTo>
                  <a:pt x="212430" y="27760"/>
                </a:lnTo>
                <a:cubicBezTo>
                  <a:pt x="215200" y="24437"/>
                  <a:pt x="217932" y="22031"/>
                  <a:pt x="220625" y="20540"/>
                </a:cubicBezTo>
                <a:cubicBezTo>
                  <a:pt x="223317" y="19049"/>
                  <a:pt x="226033" y="18304"/>
                  <a:pt x="228773" y="18304"/>
                </a:cubicBezTo>
                <a:cubicBezTo>
                  <a:pt x="233629" y="18304"/>
                  <a:pt x="237310" y="19872"/>
                  <a:pt x="239815" y="23008"/>
                </a:cubicBezTo>
                <a:cubicBezTo>
                  <a:pt x="242321" y="26144"/>
                  <a:pt x="243481" y="30802"/>
                  <a:pt x="243294" y="36981"/>
                </a:cubicBezTo>
                <a:lnTo>
                  <a:pt x="235076" y="36981"/>
                </a:lnTo>
                <a:cubicBezTo>
                  <a:pt x="235169" y="32888"/>
                  <a:pt x="234570" y="29920"/>
                  <a:pt x="233278" y="28076"/>
                </a:cubicBezTo>
                <a:cubicBezTo>
                  <a:pt x="231987" y="26230"/>
                  <a:pt x="230096" y="25308"/>
                  <a:pt x="227605" y="25308"/>
                </a:cubicBezTo>
                <a:cubicBezTo>
                  <a:pt x="226516" y="25308"/>
                  <a:pt x="225418" y="25502"/>
                  <a:pt x="224313" y="25890"/>
                </a:cubicBezTo>
                <a:cubicBezTo>
                  <a:pt x="223208" y="26277"/>
                  <a:pt x="222072" y="26897"/>
                  <a:pt x="220905" y="27749"/>
                </a:cubicBezTo>
                <a:cubicBezTo>
                  <a:pt x="219737" y="28601"/>
                  <a:pt x="218500" y="29694"/>
                  <a:pt x="217193" y="31027"/>
                </a:cubicBezTo>
                <a:cubicBezTo>
                  <a:pt x="215885" y="32360"/>
                  <a:pt x="214485" y="33972"/>
                  <a:pt x="212990" y="35863"/>
                </a:cubicBezTo>
                <a:lnTo>
                  <a:pt x="212990" y="66024"/>
                </a:lnTo>
                <a:lnTo>
                  <a:pt x="204772" y="66024"/>
                </a:lnTo>
                <a:lnTo>
                  <a:pt x="204772" y="19144"/>
                </a:lnTo>
                <a:close/>
                <a:moveTo>
                  <a:pt x="295526" y="42210"/>
                </a:moveTo>
                <a:cubicBezTo>
                  <a:pt x="295526" y="45852"/>
                  <a:pt x="295012" y="49191"/>
                  <a:pt x="293985" y="52226"/>
                </a:cubicBezTo>
                <a:cubicBezTo>
                  <a:pt x="292958" y="55261"/>
                  <a:pt x="291479" y="57860"/>
                  <a:pt x="289549" y="60024"/>
                </a:cubicBezTo>
                <a:cubicBezTo>
                  <a:pt x="287619" y="62187"/>
                  <a:pt x="285269" y="63868"/>
                  <a:pt x="282499" y="65067"/>
                </a:cubicBezTo>
                <a:cubicBezTo>
                  <a:pt x="279728" y="66265"/>
                  <a:pt x="276584" y="66864"/>
                  <a:pt x="273067" y="66864"/>
                </a:cubicBezTo>
                <a:cubicBezTo>
                  <a:pt x="269705" y="66864"/>
                  <a:pt x="266693" y="66343"/>
                  <a:pt x="264032" y="65300"/>
                </a:cubicBezTo>
                <a:cubicBezTo>
                  <a:pt x="261370" y="64257"/>
                  <a:pt x="259113" y="62724"/>
                  <a:pt x="257261" y="60701"/>
                </a:cubicBezTo>
                <a:cubicBezTo>
                  <a:pt x="255409" y="58677"/>
                  <a:pt x="253993" y="56172"/>
                  <a:pt x="253012" y="53183"/>
                </a:cubicBezTo>
                <a:cubicBezTo>
                  <a:pt x="252032" y="50195"/>
                  <a:pt x="251541" y="46755"/>
                  <a:pt x="251541" y="42864"/>
                </a:cubicBezTo>
                <a:cubicBezTo>
                  <a:pt x="251541" y="39222"/>
                  <a:pt x="252055" y="35899"/>
                  <a:pt x="253082" y="32895"/>
                </a:cubicBezTo>
                <a:cubicBezTo>
                  <a:pt x="254109" y="29891"/>
                  <a:pt x="255588" y="27308"/>
                  <a:pt x="257518" y="25144"/>
                </a:cubicBezTo>
                <a:cubicBezTo>
                  <a:pt x="259448" y="22981"/>
                  <a:pt x="261798" y="21300"/>
                  <a:pt x="264569" y="20101"/>
                </a:cubicBezTo>
                <a:cubicBezTo>
                  <a:pt x="267339" y="18903"/>
                  <a:pt x="270483" y="18304"/>
                  <a:pt x="274001" y="18304"/>
                </a:cubicBezTo>
                <a:cubicBezTo>
                  <a:pt x="277363" y="18304"/>
                  <a:pt x="280374" y="18825"/>
                  <a:pt x="283036" y="19868"/>
                </a:cubicBezTo>
                <a:cubicBezTo>
                  <a:pt x="285697" y="20911"/>
                  <a:pt x="287954" y="22436"/>
                  <a:pt x="289806" y="24444"/>
                </a:cubicBezTo>
                <a:cubicBezTo>
                  <a:pt x="291658" y="26452"/>
                  <a:pt x="293075" y="28950"/>
                  <a:pt x="294055" y="31938"/>
                </a:cubicBezTo>
                <a:cubicBezTo>
                  <a:pt x="295036" y="34926"/>
                  <a:pt x="295526" y="38350"/>
                  <a:pt x="295526" y="42210"/>
                </a:cubicBezTo>
                <a:moveTo>
                  <a:pt x="287215" y="42584"/>
                </a:moveTo>
                <a:cubicBezTo>
                  <a:pt x="287215" y="39689"/>
                  <a:pt x="286896" y="37160"/>
                  <a:pt x="286258" y="34996"/>
                </a:cubicBezTo>
                <a:cubicBezTo>
                  <a:pt x="285619" y="32833"/>
                  <a:pt x="284709" y="31027"/>
                  <a:pt x="283526" y="29580"/>
                </a:cubicBezTo>
                <a:cubicBezTo>
                  <a:pt x="282343" y="28132"/>
                  <a:pt x="280903" y="27043"/>
                  <a:pt x="279207" y="26311"/>
                </a:cubicBezTo>
                <a:cubicBezTo>
                  <a:pt x="277510" y="25580"/>
                  <a:pt x="275619" y="25214"/>
                  <a:pt x="273534" y="25214"/>
                </a:cubicBezTo>
                <a:cubicBezTo>
                  <a:pt x="271106" y="25214"/>
                  <a:pt x="269028" y="25689"/>
                  <a:pt x="267300" y="26638"/>
                </a:cubicBezTo>
                <a:cubicBezTo>
                  <a:pt x="265573" y="27588"/>
                  <a:pt x="264156" y="28856"/>
                  <a:pt x="263051" y="30444"/>
                </a:cubicBezTo>
                <a:cubicBezTo>
                  <a:pt x="261946" y="32031"/>
                  <a:pt x="261137" y="33876"/>
                  <a:pt x="260623" y="35977"/>
                </a:cubicBezTo>
                <a:cubicBezTo>
                  <a:pt x="260110" y="38078"/>
                  <a:pt x="259853" y="40280"/>
                  <a:pt x="259853" y="42584"/>
                </a:cubicBezTo>
                <a:cubicBezTo>
                  <a:pt x="259853" y="45479"/>
                  <a:pt x="260172" y="48016"/>
                  <a:pt x="260810" y="50195"/>
                </a:cubicBezTo>
                <a:cubicBezTo>
                  <a:pt x="261448" y="52374"/>
                  <a:pt x="262359" y="54187"/>
                  <a:pt x="263541" y="55635"/>
                </a:cubicBezTo>
                <a:cubicBezTo>
                  <a:pt x="264724" y="57082"/>
                  <a:pt x="266156" y="58172"/>
                  <a:pt x="267837" y="58903"/>
                </a:cubicBezTo>
                <a:cubicBezTo>
                  <a:pt x="269518" y="59635"/>
                  <a:pt x="271417" y="60000"/>
                  <a:pt x="273534" y="60000"/>
                </a:cubicBezTo>
                <a:cubicBezTo>
                  <a:pt x="275962" y="60000"/>
                  <a:pt x="278040" y="59526"/>
                  <a:pt x="279767" y="58576"/>
                </a:cubicBezTo>
                <a:cubicBezTo>
                  <a:pt x="281495" y="57627"/>
                  <a:pt x="282911" y="56358"/>
                  <a:pt x="284016" y="54771"/>
                </a:cubicBezTo>
                <a:cubicBezTo>
                  <a:pt x="285121" y="53183"/>
                  <a:pt x="285931" y="51339"/>
                  <a:pt x="286444" y="49238"/>
                </a:cubicBezTo>
                <a:cubicBezTo>
                  <a:pt x="286958" y="47136"/>
                  <a:pt x="287215" y="44919"/>
                  <a:pt x="287215" y="42584"/>
                </a:cubicBezTo>
                <a:close/>
                <a:moveTo>
                  <a:pt x="304194" y="43564"/>
                </a:moveTo>
                <a:cubicBezTo>
                  <a:pt x="304194" y="39580"/>
                  <a:pt x="304738" y="36039"/>
                  <a:pt x="305828" y="32942"/>
                </a:cubicBezTo>
                <a:cubicBezTo>
                  <a:pt x="306917" y="29845"/>
                  <a:pt x="308466" y="27230"/>
                  <a:pt x="310474" y="25097"/>
                </a:cubicBezTo>
                <a:cubicBezTo>
                  <a:pt x="312482" y="22965"/>
                  <a:pt x="314894" y="21346"/>
                  <a:pt x="317711" y="20241"/>
                </a:cubicBezTo>
                <a:cubicBezTo>
                  <a:pt x="320528" y="19136"/>
                  <a:pt x="323665" y="18584"/>
                  <a:pt x="327120" y="18584"/>
                </a:cubicBezTo>
                <a:cubicBezTo>
                  <a:pt x="328614" y="18584"/>
                  <a:pt x="330085" y="18677"/>
                  <a:pt x="331532" y="18864"/>
                </a:cubicBezTo>
                <a:cubicBezTo>
                  <a:pt x="332980" y="19051"/>
                  <a:pt x="334404" y="19346"/>
                  <a:pt x="335805" y="19751"/>
                </a:cubicBezTo>
                <a:lnTo>
                  <a:pt x="335805" y="0"/>
                </a:lnTo>
                <a:lnTo>
                  <a:pt x="343976" y="0"/>
                </a:lnTo>
                <a:lnTo>
                  <a:pt x="343976" y="66024"/>
                </a:lnTo>
                <a:lnTo>
                  <a:pt x="336692" y="66024"/>
                </a:lnTo>
                <a:lnTo>
                  <a:pt x="336412" y="57152"/>
                </a:lnTo>
                <a:cubicBezTo>
                  <a:pt x="334139" y="60452"/>
                  <a:pt x="331680" y="62895"/>
                  <a:pt x="329034" y="64483"/>
                </a:cubicBezTo>
                <a:cubicBezTo>
                  <a:pt x="326388" y="66070"/>
                  <a:pt x="323525" y="66864"/>
                  <a:pt x="320443" y="66864"/>
                </a:cubicBezTo>
                <a:cubicBezTo>
                  <a:pt x="317766" y="66864"/>
                  <a:pt x="315408" y="66304"/>
                  <a:pt x="313369" y="65183"/>
                </a:cubicBezTo>
                <a:cubicBezTo>
                  <a:pt x="311330" y="64063"/>
                  <a:pt x="309633" y="62483"/>
                  <a:pt x="308279" y="60444"/>
                </a:cubicBezTo>
                <a:cubicBezTo>
                  <a:pt x="306925" y="58405"/>
                  <a:pt x="305906" y="55954"/>
                  <a:pt x="305221" y="53090"/>
                </a:cubicBezTo>
                <a:cubicBezTo>
                  <a:pt x="304536" y="50226"/>
                  <a:pt x="304194" y="47051"/>
                  <a:pt x="304194" y="43564"/>
                </a:cubicBezTo>
                <a:moveTo>
                  <a:pt x="312505" y="43051"/>
                </a:moveTo>
                <a:cubicBezTo>
                  <a:pt x="312505" y="48716"/>
                  <a:pt x="313338" y="52942"/>
                  <a:pt x="315003" y="55728"/>
                </a:cubicBezTo>
                <a:cubicBezTo>
                  <a:pt x="316668" y="58514"/>
                  <a:pt x="319026" y="59907"/>
                  <a:pt x="322077" y="59907"/>
                </a:cubicBezTo>
                <a:cubicBezTo>
                  <a:pt x="324132" y="59907"/>
                  <a:pt x="326303" y="58989"/>
                  <a:pt x="328591" y="57152"/>
                </a:cubicBezTo>
                <a:cubicBezTo>
                  <a:pt x="330879" y="55316"/>
                  <a:pt x="333283" y="52592"/>
                  <a:pt x="335805" y="48981"/>
                </a:cubicBezTo>
                <a:lnTo>
                  <a:pt x="335805" y="27222"/>
                </a:lnTo>
                <a:cubicBezTo>
                  <a:pt x="334466" y="26599"/>
                  <a:pt x="332988" y="26125"/>
                  <a:pt x="331369" y="25798"/>
                </a:cubicBezTo>
                <a:cubicBezTo>
                  <a:pt x="329750" y="25471"/>
                  <a:pt x="328147" y="25308"/>
                  <a:pt x="326560" y="25308"/>
                </a:cubicBezTo>
                <a:cubicBezTo>
                  <a:pt x="322139" y="25308"/>
                  <a:pt x="318692" y="26739"/>
                  <a:pt x="316217" y="29603"/>
                </a:cubicBezTo>
                <a:cubicBezTo>
                  <a:pt x="313742" y="32467"/>
                  <a:pt x="312505" y="36950"/>
                  <a:pt x="312505" y="43051"/>
                </a:cubicBezTo>
                <a:close/>
                <a:moveTo>
                  <a:pt x="396115" y="66024"/>
                </a:moveTo>
                <a:lnTo>
                  <a:pt x="388831" y="66024"/>
                </a:lnTo>
                <a:lnTo>
                  <a:pt x="388550" y="58459"/>
                </a:lnTo>
                <a:cubicBezTo>
                  <a:pt x="387150" y="60078"/>
                  <a:pt x="385819" y="61424"/>
                  <a:pt x="384558" y="62498"/>
                </a:cubicBezTo>
                <a:cubicBezTo>
                  <a:pt x="383297" y="63572"/>
                  <a:pt x="382044" y="64436"/>
                  <a:pt x="380799" y="65090"/>
                </a:cubicBezTo>
                <a:cubicBezTo>
                  <a:pt x="379554" y="65744"/>
                  <a:pt x="378301" y="66203"/>
                  <a:pt x="377041" y="66467"/>
                </a:cubicBezTo>
                <a:cubicBezTo>
                  <a:pt x="375780" y="66732"/>
                  <a:pt x="374449" y="66864"/>
                  <a:pt x="373048" y="66864"/>
                </a:cubicBezTo>
                <a:cubicBezTo>
                  <a:pt x="368223" y="66864"/>
                  <a:pt x="364581" y="65448"/>
                  <a:pt x="362122" y="62615"/>
                </a:cubicBezTo>
                <a:cubicBezTo>
                  <a:pt x="359663" y="59782"/>
                  <a:pt x="358433" y="55502"/>
                  <a:pt x="358433" y="49775"/>
                </a:cubicBezTo>
                <a:lnTo>
                  <a:pt x="358433" y="19144"/>
                </a:lnTo>
                <a:lnTo>
                  <a:pt x="366558" y="19144"/>
                </a:lnTo>
                <a:lnTo>
                  <a:pt x="366558" y="49121"/>
                </a:lnTo>
                <a:cubicBezTo>
                  <a:pt x="366558" y="56312"/>
                  <a:pt x="369266" y="59907"/>
                  <a:pt x="374683" y="59907"/>
                </a:cubicBezTo>
                <a:cubicBezTo>
                  <a:pt x="375679" y="59907"/>
                  <a:pt x="376651" y="59759"/>
                  <a:pt x="377601" y="59463"/>
                </a:cubicBezTo>
                <a:cubicBezTo>
                  <a:pt x="378550" y="59168"/>
                  <a:pt x="379546" y="58654"/>
                  <a:pt x="380589" y="57923"/>
                </a:cubicBezTo>
                <a:cubicBezTo>
                  <a:pt x="381632" y="57191"/>
                  <a:pt x="382753" y="56203"/>
                  <a:pt x="383951" y="54958"/>
                </a:cubicBezTo>
                <a:cubicBezTo>
                  <a:pt x="385150" y="53712"/>
                  <a:pt x="386496" y="52140"/>
                  <a:pt x="387990" y="50242"/>
                </a:cubicBezTo>
                <a:lnTo>
                  <a:pt x="387990" y="19144"/>
                </a:lnTo>
                <a:lnTo>
                  <a:pt x="396115" y="19144"/>
                </a:lnTo>
                <a:lnTo>
                  <a:pt x="396115" y="66024"/>
                </a:lnTo>
                <a:close/>
                <a:moveTo>
                  <a:pt x="446712" y="64296"/>
                </a:moveTo>
                <a:cubicBezTo>
                  <a:pt x="444596" y="65105"/>
                  <a:pt x="442424" y="65705"/>
                  <a:pt x="440199" y="66094"/>
                </a:cubicBezTo>
                <a:cubicBezTo>
                  <a:pt x="437973" y="66483"/>
                  <a:pt x="435677" y="66677"/>
                  <a:pt x="433311" y="66677"/>
                </a:cubicBezTo>
                <a:cubicBezTo>
                  <a:pt x="425903" y="66677"/>
                  <a:pt x="420199" y="64670"/>
                  <a:pt x="416199" y="60654"/>
                </a:cubicBezTo>
                <a:cubicBezTo>
                  <a:pt x="412199" y="56638"/>
                  <a:pt x="410199" y="50771"/>
                  <a:pt x="410199" y="43051"/>
                </a:cubicBezTo>
                <a:cubicBezTo>
                  <a:pt x="410199" y="39347"/>
                  <a:pt x="410774" y="35985"/>
                  <a:pt x="411926" y="32965"/>
                </a:cubicBezTo>
                <a:cubicBezTo>
                  <a:pt x="413078" y="29946"/>
                  <a:pt x="414697" y="27362"/>
                  <a:pt x="416782" y="25214"/>
                </a:cubicBezTo>
                <a:cubicBezTo>
                  <a:pt x="418868" y="23066"/>
                  <a:pt x="421358" y="21409"/>
                  <a:pt x="424253" y="20241"/>
                </a:cubicBezTo>
                <a:cubicBezTo>
                  <a:pt x="427148" y="19074"/>
                  <a:pt x="430339" y="18490"/>
                  <a:pt x="433825" y="18490"/>
                </a:cubicBezTo>
                <a:cubicBezTo>
                  <a:pt x="436253" y="18490"/>
                  <a:pt x="438526" y="18665"/>
                  <a:pt x="440642" y="19016"/>
                </a:cubicBezTo>
                <a:cubicBezTo>
                  <a:pt x="442759" y="19365"/>
                  <a:pt x="444782" y="19937"/>
                  <a:pt x="446712" y="20732"/>
                </a:cubicBezTo>
                <a:lnTo>
                  <a:pt x="446712" y="28483"/>
                </a:lnTo>
                <a:cubicBezTo>
                  <a:pt x="444689" y="27408"/>
                  <a:pt x="442627" y="26626"/>
                  <a:pt x="440526" y="26136"/>
                </a:cubicBezTo>
                <a:cubicBezTo>
                  <a:pt x="438424" y="25646"/>
                  <a:pt x="436253" y="25401"/>
                  <a:pt x="434012" y="25401"/>
                </a:cubicBezTo>
                <a:cubicBezTo>
                  <a:pt x="431926" y="25401"/>
                  <a:pt x="429957" y="25798"/>
                  <a:pt x="428105" y="26592"/>
                </a:cubicBezTo>
                <a:cubicBezTo>
                  <a:pt x="426253" y="27385"/>
                  <a:pt x="424627" y="28529"/>
                  <a:pt x="423226" y="30024"/>
                </a:cubicBezTo>
                <a:cubicBezTo>
                  <a:pt x="421825" y="31518"/>
                  <a:pt x="420720" y="33339"/>
                  <a:pt x="419911" y="35487"/>
                </a:cubicBezTo>
                <a:cubicBezTo>
                  <a:pt x="419101" y="37634"/>
                  <a:pt x="418697" y="40062"/>
                  <a:pt x="418697" y="42771"/>
                </a:cubicBezTo>
                <a:cubicBezTo>
                  <a:pt x="418697" y="48436"/>
                  <a:pt x="420074" y="52677"/>
                  <a:pt x="422829" y="55495"/>
                </a:cubicBezTo>
                <a:cubicBezTo>
                  <a:pt x="425584" y="58312"/>
                  <a:pt x="429405" y="59720"/>
                  <a:pt x="434292" y="59720"/>
                </a:cubicBezTo>
                <a:cubicBezTo>
                  <a:pt x="436502" y="59720"/>
                  <a:pt x="438642" y="59471"/>
                  <a:pt x="440712" y="58973"/>
                </a:cubicBezTo>
                <a:cubicBezTo>
                  <a:pt x="442782" y="58475"/>
                  <a:pt x="444782" y="57728"/>
                  <a:pt x="446712" y="56732"/>
                </a:cubicBezTo>
                <a:lnTo>
                  <a:pt x="446712" y="64296"/>
                </a:lnTo>
                <a:close/>
                <a:moveTo>
                  <a:pt x="501746" y="40109"/>
                </a:moveTo>
                <a:cubicBezTo>
                  <a:pt x="501746" y="41261"/>
                  <a:pt x="501730" y="42226"/>
                  <a:pt x="501699" y="43004"/>
                </a:cubicBezTo>
                <a:cubicBezTo>
                  <a:pt x="501668" y="43782"/>
                  <a:pt x="501622" y="44514"/>
                  <a:pt x="501559" y="45199"/>
                </a:cubicBezTo>
                <a:lnTo>
                  <a:pt x="468641" y="45199"/>
                </a:lnTo>
                <a:cubicBezTo>
                  <a:pt x="468641" y="49993"/>
                  <a:pt x="469979" y="53673"/>
                  <a:pt x="472656" y="56242"/>
                </a:cubicBezTo>
                <a:cubicBezTo>
                  <a:pt x="475333" y="58810"/>
                  <a:pt x="479193" y="60094"/>
                  <a:pt x="484236" y="60094"/>
                </a:cubicBezTo>
                <a:cubicBezTo>
                  <a:pt x="485606" y="60094"/>
                  <a:pt x="486976" y="60038"/>
                  <a:pt x="488345" y="59927"/>
                </a:cubicBezTo>
                <a:cubicBezTo>
                  <a:pt x="489715" y="59816"/>
                  <a:pt x="491038" y="59664"/>
                  <a:pt x="492314" y="59474"/>
                </a:cubicBezTo>
                <a:cubicBezTo>
                  <a:pt x="493590" y="59282"/>
                  <a:pt x="494812" y="59067"/>
                  <a:pt x="495979" y="58829"/>
                </a:cubicBezTo>
                <a:cubicBezTo>
                  <a:pt x="497147" y="58589"/>
                  <a:pt x="498229" y="58326"/>
                  <a:pt x="499225" y="58039"/>
                </a:cubicBezTo>
                <a:lnTo>
                  <a:pt x="499225" y="64716"/>
                </a:lnTo>
                <a:cubicBezTo>
                  <a:pt x="497015" y="65353"/>
                  <a:pt x="494516" y="65870"/>
                  <a:pt x="491730" y="66267"/>
                </a:cubicBezTo>
                <a:cubicBezTo>
                  <a:pt x="488944" y="66665"/>
                  <a:pt x="486057" y="66864"/>
                  <a:pt x="483069" y="66864"/>
                </a:cubicBezTo>
                <a:cubicBezTo>
                  <a:pt x="479053" y="66864"/>
                  <a:pt x="475598" y="66319"/>
                  <a:pt x="472703" y="65230"/>
                </a:cubicBezTo>
                <a:cubicBezTo>
                  <a:pt x="469808" y="64140"/>
                  <a:pt x="467435" y="62561"/>
                  <a:pt x="465582" y="60491"/>
                </a:cubicBezTo>
                <a:cubicBezTo>
                  <a:pt x="463730" y="58421"/>
                  <a:pt x="462361" y="55884"/>
                  <a:pt x="461473" y="52880"/>
                </a:cubicBezTo>
                <a:cubicBezTo>
                  <a:pt x="460586" y="49876"/>
                  <a:pt x="460143" y="46475"/>
                  <a:pt x="460143" y="42677"/>
                </a:cubicBezTo>
                <a:cubicBezTo>
                  <a:pt x="460143" y="39378"/>
                  <a:pt x="460617" y="36257"/>
                  <a:pt x="461567" y="33315"/>
                </a:cubicBezTo>
                <a:cubicBezTo>
                  <a:pt x="462516" y="30374"/>
                  <a:pt x="463901" y="27790"/>
                  <a:pt x="465722" y="25564"/>
                </a:cubicBezTo>
                <a:cubicBezTo>
                  <a:pt x="467544" y="23339"/>
                  <a:pt x="469777" y="21572"/>
                  <a:pt x="472423" y="20265"/>
                </a:cubicBezTo>
                <a:cubicBezTo>
                  <a:pt x="475069" y="18957"/>
                  <a:pt x="478073" y="18304"/>
                  <a:pt x="481435" y="18304"/>
                </a:cubicBezTo>
                <a:cubicBezTo>
                  <a:pt x="484703" y="18304"/>
                  <a:pt x="487598" y="18817"/>
                  <a:pt x="490120" y="19844"/>
                </a:cubicBezTo>
                <a:cubicBezTo>
                  <a:pt x="492641" y="20872"/>
                  <a:pt x="494765" y="22327"/>
                  <a:pt x="496493" y="24210"/>
                </a:cubicBezTo>
                <a:cubicBezTo>
                  <a:pt x="498221" y="26094"/>
                  <a:pt x="499528" y="28381"/>
                  <a:pt x="500415" y="31074"/>
                </a:cubicBezTo>
                <a:cubicBezTo>
                  <a:pt x="501302" y="33767"/>
                  <a:pt x="501746" y="36778"/>
                  <a:pt x="501746" y="40109"/>
                </a:cubicBezTo>
                <a:moveTo>
                  <a:pt x="493295" y="38942"/>
                </a:moveTo>
                <a:cubicBezTo>
                  <a:pt x="493388" y="36856"/>
                  <a:pt x="493186" y="34950"/>
                  <a:pt x="492688" y="33222"/>
                </a:cubicBezTo>
                <a:cubicBezTo>
                  <a:pt x="492190" y="31494"/>
                  <a:pt x="491419" y="30008"/>
                  <a:pt x="490376" y="28763"/>
                </a:cubicBezTo>
                <a:cubicBezTo>
                  <a:pt x="489334" y="27518"/>
                  <a:pt x="488034" y="26545"/>
                  <a:pt x="486477" y="25845"/>
                </a:cubicBezTo>
                <a:cubicBezTo>
                  <a:pt x="484921" y="25144"/>
                  <a:pt x="483116" y="24794"/>
                  <a:pt x="481061" y="24794"/>
                </a:cubicBezTo>
                <a:cubicBezTo>
                  <a:pt x="479287" y="24794"/>
                  <a:pt x="477668" y="25136"/>
                  <a:pt x="476205" y="25821"/>
                </a:cubicBezTo>
                <a:cubicBezTo>
                  <a:pt x="474742" y="26506"/>
                  <a:pt x="473481" y="27471"/>
                  <a:pt x="472423" y="28716"/>
                </a:cubicBezTo>
                <a:cubicBezTo>
                  <a:pt x="471365" y="29961"/>
                  <a:pt x="470509" y="31455"/>
                  <a:pt x="469855" y="33199"/>
                </a:cubicBezTo>
                <a:cubicBezTo>
                  <a:pt x="469201" y="34942"/>
                  <a:pt x="468796" y="36856"/>
                  <a:pt x="468641" y="38942"/>
                </a:cubicBezTo>
                <a:lnTo>
                  <a:pt x="493295" y="38942"/>
                </a:lnTo>
                <a:close/>
                <a:moveTo>
                  <a:pt x="559114" y="85168"/>
                </a:moveTo>
                <a:lnTo>
                  <a:pt x="506538" y="85168"/>
                </a:lnTo>
                <a:lnTo>
                  <a:pt x="506538" y="78444"/>
                </a:lnTo>
                <a:lnTo>
                  <a:pt x="559114" y="78444"/>
                </a:lnTo>
                <a:lnTo>
                  <a:pt x="559114" y="85168"/>
                </a:lnTo>
                <a:close/>
                <a:moveTo>
                  <a:pt x="602288" y="64296"/>
                </a:moveTo>
                <a:cubicBezTo>
                  <a:pt x="600171" y="65105"/>
                  <a:pt x="598000" y="65705"/>
                  <a:pt x="595774" y="66094"/>
                </a:cubicBezTo>
                <a:cubicBezTo>
                  <a:pt x="593549" y="66483"/>
                  <a:pt x="591253" y="66677"/>
                  <a:pt x="588887" y="66677"/>
                </a:cubicBezTo>
                <a:cubicBezTo>
                  <a:pt x="581478" y="66677"/>
                  <a:pt x="575774" y="64670"/>
                  <a:pt x="571774" y="60654"/>
                </a:cubicBezTo>
                <a:cubicBezTo>
                  <a:pt x="567774" y="56638"/>
                  <a:pt x="565774" y="50771"/>
                  <a:pt x="565774" y="43051"/>
                </a:cubicBezTo>
                <a:cubicBezTo>
                  <a:pt x="565774" y="39347"/>
                  <a:pt x="566350" y="35985"/>
                  <a:pt x="567502" y="32965"/>
                </a:cubicBezTo>
                <a:cubicBezTo>
                  <a:pt x="568653" y="29946"/>
                  <a:pt x="570272" y="27362"/>
                  <a:pt x="572358" y="25214"/>
                </a:cubicBezTo>
                <a:cubicBezTo>
                  <a:pt x="574443" y="23066"/>
                  <a:pt x="576934" y="21409"/>
                  <a:pt x="579829" y="20241"/>
                </a:cubicBezTo>
                <a:cubicBezTo>
                  <a:pt x="582724" y="19074"/>
                  <a:pt x="585914" y="18490"/>
                  <a:pt x="589401" y="18490"/>
                </a:cubicBezTo>
                <a:cubicBezTo>
                  <a:pt x="591829" y="18490"/>
                  <a:pt x="594101" y="18665"/>
                  <a:pt x="596218" y="19016"/>
                </a:cubicBezTo>
                <a:cubicBezTo>
                  <a:pt x="598335" y="19365"/>
                  <a:pt x="600358" y="19937"/>
                  <a:pt x="602288" y="20732"/>
                </a:cubicBezTo>
                <a:lnTo>
                  <a:pt x="602288" y="28483"/>
                </a:lnTo>
                <a:cubicBezTo>
                  <a:pt x="600265" y="27408"/>
                  <a:pt x="598202" y="26626"/>
                  <a:pt x="596101" y="26136"/>
                </a:cubicBezTo>
                <a:cubicBezTo>
                  <a:pt x="594000" y="25646"/>
                  <a:pt x="591829" y="25401"/>
                  <a:pt x="589587" y="25401"/>
                </a:cubicBezTo>
                <a:cubicBezTo>
                  <a:pt x="587502" y="25401"/>
                  <a:pt x="585533" y="25798"/>
                  <a:pt x="583681" y="26592"/>
                </a:cubicBezTo>
                <a:cubicBezTo>
                  <a:pt x="581829" y="27385"/>
                  <a:pt x="580202" y="28529"/>
                  <a:pt x="578801" y="30024"/>
                </a:cubicBezTo>
                <a:cubicBezTo>
                  <a:pt x="577401" y="31518"/>
                  <a:pt x="576296" y="33339"/>
                  <a:pt x="575486" y="35487"/>
                </a:cubicBezTo>
                <a:cubicBezTo>
                  <a:pt x="574677" y="37634"/>
                  <a:pt x="574272" y="40062"/>
                  <a:pt x="574272" y="42771"/>
                </a:cubicBezTo>
                <a:cubicBezTo>
                  <a:pt x="574272" y="48436"/>
                  <a:pt x="575650" y="52677"/>
                  <a:pt x="578404" y="55495"/>
                </a:cubicBezTo>
                <a:cubicBezTo>
                  <a:pt x="581159" y="58312"/>
                  <a:pt x="584980" y="59720"/>
                  <a:pt x="589868" y="59720"/>
                </a:cubicBezTo>
                <a:cubicBezTo>
                  <a:pt x="592078" y="59720"/>
                  <a:pt x="594218" y="59471"/>
                  <a:pt x="596288" y="58973"/>
                </a:cubicBezTo>
                <a:cubicBezTo>
                  <a:pt x="598358" y="58475"/>
                  <a:pt x="600358" y="57728"/>
                  <a:pt x="602288" y="56732"/>
                </a:cubicBezTo>
                <a:lnTo>
                  <a:pt x="602288" y="64296"/>
                </a:lnTo>
                <a:close/>
                <a:moveTo>
                  <a:pt x="658535" y="42210"/>
                </a:moveTo>
                <a:cubicBezTo>
                  <a:pt x="658535" y="45852"/>
                  <a:pt x="658022" y="49191"/>
                  <a:pt x="656995" y="52226"/>
                </a:cubicBezTo>
                <a:cubicBezTo>
                  <a:pt x="655967" y="55261"/>
                  <a:pt x="654489" y="57860"/>
                  <a:pt x="652559" y="60024"/>
                </a:cubicBezTo>
                <a:cubicBezTo>
                  <a:pt x="650629" y="62187"/>
                  <a:pt x="648279" y="63868"/>
                  <a:pt x="645508" y="65067"/>
                </a:cubicBezTo>
                <a:cubicBezTo>
                  <a:pt x="642738" y="66265"/>
                  <a:pt x="639594" y="66864"/>
                  <a:pt x="636076" y="66864"/>
                </a:cubicBezTo>
                <a:cubicBezTo>
                  <a:pt x="632714" y="66864"/>
                  <a:pt x="629703" y="66343"/>
                  <a:pt x="627041" y="65300"/>
                </a:cubicBezTo>
                <a:cubicBezTo>
                  <a:pt x="624380" y="64257"/>
                  <a:pt x="622123" y="62724"/>
                  <a:pt x="620271" y="60701"/>
                </a:cubicBezTo>
                <a:cubicBezTo>
                  <a:pt x="618418" y="58677"/>
                  <a:pt x="617002" y="56172"/>
                  <a:pt x="616022" y="53183"/>
                </a:cubicBezTo>
                <a:cubicBezTo>
                  <a:pt x="615041" y="50195"/>
                  <a:pt x="614551" y="46755"/>
                  <a:pt x="614551" y="42864"/>
                </a:cubicBezTo>
                <a:cubicBezTo>
                  <a:pt x="614551" y="39222"/>
                  <a:pt x="615064" y="35899"/>
                  <a:pt x="616092" y="32895"/>
                </a:cubicBezTo>
                <a:cubicBezTo>
                  <a:pt x="617119" y="29891"/>
                  <a:pt x="618597" y="27308"/>
                  <a:pt x="620527" y="25144"/>
                </a:cubicBezTo>
                <a:cubicBezTo>
                  <a:pt x="622457" y="22981"/>
                  <a:pt x="624808" y="21300"/>
                  <a:pt x="627578" y="20101"/>
                </a:cubicBezTo>
                <a:cubicBezTo>
                  <a:pt x="630349" y="18903"/>
                  <a:pt x="633493" y="18304"/>
                  <a:pt x="637010" y="18304"/>
                </a:cubicBezTo>
                <a:cubicBezTo>
                  <a:pt x="640372" y="18304"/>
                  <a:pt x="643384" y="18825"/>
                  <a:pt x="646045" y="19868"/>
                </a:cubicBezTo>
                <a:cubicBezTo>
                  <a:pt x="648707" y="20911"/>
                  <a:pt x="650963" y="22436"/>
                  <a:pt x="652816" y="24444"/>
                </a:cubicBezTo>
                <a:cubicBezTo>
                  <a:pt x="654668" y="26452"/>
                  <a:pt x="656084" y="28950"/>
                  <a:pt x="657065" y="31938"/>
                </a:cubicBezTo>
                <a:cubicBezTo>
                  <a:pt x="658045" y="34926"/>
                  <a:pt x="658535" y="38350"/>
                  <a:pt x="658535" y="42210"/>
                </a:cubicBezTo>
                <a:moveTo>
                  <a:pt x="650224" y="42584"/>
                </a:moveTo>
                <a:cubicBezTo>
                  <a:pt x="650224" y="39689"/>
                  <a:pt x="649905" y="37160"/>
                  <a:pt x="649267" y="34996"/>
                </a:cubicBezTo>
                <a:cubicBezTo>
                  <a:pt x="648629" y="32833"/>
                  <a:pt x="647718" y="31027"/>
                  <a:pt x="646535" y="29580"/>
                </a:cubicBezTo>
                <a:cubicBezTo>
                  <a:pt x="645353" y="28132"/>
                  <a:pt x="643913" y="27043"/>
                  <a:pt x="642216" y="26311"/>
                </a:cubicBezTo>
                <a:cubicBezTo>
                  <a:pt x="640520" y="25580"/>
                  <a:pt x="638629" y="25214"/>
                  <a:pt x="636543" y="25214"/>
                </a:cubicBezTo>
                <a:cubicBezTo>
                  <a:pt x="634115" y="25214"/>
                  <a:pt x="632037" y="25689"/>
                  <a:pt x="630310" y="26638"/>
                </a:cubicBezTo>
                <a:cubicBezTo>
                  <a:pt x="628582" y="27588"/>
                  <a:pt x="627166" y="28856"/>
                  <a:pt x="626061" y="30444"/>
                </a:cubicBezTo>
                <a:cubicBezTo>
                  <a:pt x="624955" y="32031"/>
                  <a:pt x="624146" y="33876"/>
                  <a:pt x="623633" y="35977"/>
                </a:cubicBezTo>
                <a:cubicBezTo>
                  <a:pt x="623119" y="38078"/>
                  <a:pt x="622862" y="40280"/>
                  <a:pt x="622862" y="42584"/>
                </a:cubicBezTo>
                <a:cubicBezTo>
                  <a:pt x="622862" y="45479"/>
                  <a:pt x="623181" y="48016"/>
                  <a:pt x="623819" y="50195"/>
                </a:cubicBezTo>
                <a:cubicBezTo>
                  <a:pt x="624457" y="52374"/>
                  <a:pt x="625368" y="54187"/>
                  <a:pt x="626551" y="55635"/>
                </a:cubicBezTo>
                <a:cubicBezTo>
                  <a:pt x="627734" y="57082"/>
                  <a:pt x="629166" y="58172"/>
                  <a:pt x="630847" y="58903"/>
                </a:cubicBezTo>
                <a:cubicBezTo>
                  <a:pt x="632528" y="59635"/>
                  <a:pt x="634426" y="60000"/>
                  <a:pt x="636543" y="60000"/>
                </a:cubicBezTo>
                <a:cubicBezTo>
                  <a:pt x="638971" y="60000"/>
                  <a:pt x="641049" y="59526"/>
                  <a:pt x="642777" y="58576"/>
                </a:cubicBezTo>
                <a:cubicBezTo>
                  <a:pt x="644504" y="57627"/>
                  <a:pt x="645921" y="56358"/>
                  <a:pt x="647026" y="54771"/>
                </a:cubicBezTo>
                <a:cubicBezTo>
                  <a:pt x="648131" y="53183"/>
                  <a:pt x="648940" y="51339"/>
                  <a:pt x="649454" y="49238"/>
                </a:cubicBezTo>
                <a:cubicBezTo>
                  <a:pt x="649967" y="47136"/>
                  <a:pt x="650224" y="44919"/>
                  <a:pt x="650224" y="42584"/>
                </a:cubicBezTo>
                <a:close/>
                <a:moveTo>
                  <a:pt x="667203" y="43564"/>
                </a:moveTo>
                <a:cubicBezTo>
                  <a:pt x="667203" y="39580"/>
                  <a:pt x="667748" y="36039"/>
                  <a:pt x="668837" y="32942"/>
                </a:cubicBezTo>
                <a:cubicBezTo>
                  <a:pt x="669927" y="29845"/>
                  <a:pt x="671475" y="27230"/>
                  <a:pt x="673483" y="25097"/>
                </a:cubicBezTo>
                <a:cubicBezTo>
                  <a:pt x="675491" y="22965"/>
                  <a:pt x="677903" y="21346"/>
                  <a:pt x="680721" y="20241"/>
                </a:cubicBezTo>
                <a:cubicBezTo>
                  <a:pt x="683538" y="19136"/>
                  <a:pt x="686674" y="18584"/>
                  <a:pt x="690129" y="18584"/>
                </a:cubicBezTo>
                <a:cubicBezTo>
                  <a:pt x="691623" y="18584"/>
                  <a:pt x="693094" y="18677"/>
                  <a:pt x="694542" y="18864"/>
                </a:cubicBezTo>
                <a:cubicBezTo>
                  <a:pt x="695989" y="19051"/>
                  <a:pt x="697413" y="19346"/>
                  <a:pt x="698814" y="19751"/>
                </a:cubicBezTo>
                <a:lnTo>
                  <a:pt x="698814" y="0"/>
                </a:lnTo>
                <a:lnTo>
                  <a:pt x="706985" y="0"/>
                </a:lnTo>
                <a:lnTo>
                  <a:pt x="706985" y="66024"/>
                </a:lnTo>
                <a:lnTo>
                  <a:pt x="699701" y="66024"/>
                </a:lnTo>
                <a:lnTo>
                  <a:pt x="699421" y="57152"/>
                </a:lnTo>
                <a:cubicBezTo>
                  <a:pt x="697149" y="60452"/>
                  <a:pt x="694690" y="62895"/>
                  <a:pt x="692044" y="64483"/>
                </a:cubicBezTo>
                <a:cubicBezTo>
                  <a:pt x="689398" y="66070"/>
                  <a:pt x="686534" y="66864"/>
                  <a:pt x="683452" y="66864"/>
                </a:cubicBezTo>
                <a:cubicBezTo>
                  <a:pt x="680775" y="66864"/>
                  <a:pt x="678417" y="66304"/>
                  <a:pt x="676378" y="65183"/>
                </a:cubicBezTo>
                <a:cubicBezTo>
                  <a:pt x="674339" y="64063"/>
                  <a:pt x="672643" y="62483"/>
                  <a:pt x="671289" y="60444"/>
                </a:cubicBezTo>
                <a:cubicBezTo>
                  <a:pt x="669934" y="58405"/>
                  <a:pt x="668915" y="55954"/>
                  <a:pt x="668230" y="53090"/>
                </a:cubicBezTo>
                <a:cubicBezTo>
                  <a:pt x="667545" y="50226"/>
                  <a:pt x="667203" y="47051"/>
                  <a:pt x="667203" y="43564"/>
                </a:cubicBezTo>
                <a:moveTo>
                  <a:pt x="675514" y="43051"/>
                </a:moveTo>
                <a:cubicBezTo>
                  <a:pt x="675514" y="48716"/>
                  <a:pt x="676347" y="52942"/>
                  <a:pt x="678012" y="55728"/>
                </a:cubicBezTo>
                <a:cubicBezTo>
                  <a:pt x="679678" y="58514"/>
                  <a:pt x="682036" y="59907"/>
                  <a:pt x="685086" y="59907"/>
                </a:cubicBezTo>
                <a:cubicBezTo>
                  <a:pt x="687141" y="59907"/>
                  <a:pt x="689312" y="58989"/>
                  <a:pt x="691600" y="57152"/>
                </a:cubicBezTo>
                <a:cubicBezTo>
                  <a:pt x="693888" y="55316"/>
                  <a:pt x="696293" y="52592"/>
                  <a:pt x="698814" y="48981"/>
                </a:cubicBezTo>
                <a:lnTo>
                  <a:pt x="698814" y="27222"/>
                </a:lnTo>
                <a:cubicBezTo>
                  <a:pt x="697476" y="26599"/>
                  <a:pt x="695997" y="26125"/>
                  <a:pt x="694378" y="25798"/>
                </a:cubicBezTo>
                <a:cubicBezTo>
                  <a:pt x="692760" y="25471"/>
                  <a:pt x="691156" y="25308"/>
                  <a:pt x="689569" y="25308"/>
                </a:cubicBezTo>
                <a:cubicBezTo>
                  <a:pt x="685149" y="25308"/>
                  <a:pt x="681701" y="26739"/>
                  <a:pt x="679226" y="29603"/>
                </a:cubicBezTo>
                <a:cubicBezTo>
                  <a:pt x="676752" y="32467"/>
                  <a:pt x="675514" y="36950"/>
                  <a:pt x="675514" y="43051"/>
                </a:cubicBezTo>
                <a:close/>
                <a:moveTo>
                  <a:pt x="761038" y="40109"/>
                </a:moveTo>
                <a:cubicBezTo>
                  <a:pt x="761038" y="41261"/>
                  <a:pt x="761023" y="42226"/>
                  <a:pt x="760992" y="43004"/>
                </a:cubicBezTo>
                <a:cubicBezTo>
                  <a:pt x="760961" y="43782"/>
                  <a:pt x="760914" y="44514"/>
                  <a:pt x="760852" y="45199"/>
                </a:cubicBezTo>
                <a:lnTo>
                  <a:pt x="727933" y="45199"/>
                </a:lnTo>
                <a:cubicBezTo>
                  <a:pt x="727933" y="49993"/>
                  <a:pt x="729272" y="53673"/>
                  <a:pt x="731949" y="56242"/>
                </a:cubicBezTo>
                <a:cubicBezTo>
                  <a:pt x="734626" y="58810"/>
                  <a:pt x="738486" y="60094"/>
                  <a:pt x="743529" y="60094"/>
                </a:cubicBezTo>
                <a:cubicBezTo>
                  <a:pt x="744898" y="60094"/>
                  <a:pt x="746268" y="60038"/>
                  <a:pt x="747637" y="59927"/>
                </a:cubicBezTo>
                <a:cubicBezTo>
                  <a:pt x="749007" y="59816"/>
                  <a:pt x="750330" y="59664"/>
                  <a:pt x="751606" y="59474"/>
                </a:cubicBezTo>
                <a:cubicBezTo>
                  <a:pt x="752883" y="59282"/>
                  <a:pt x="754104" y="59067"/>
                  <a:pt x="755272" y="58829"/>
                </a:cubicBezTo>
                <a:cubicBezTo>
                  <a:pt x="756439" y="58589"/>
                  <a:pt x="757521" y="58326"/>
                  <a:pt x="758517" y="58039"/>
                </a:cubicBezTo>
                <a:lnTo>
                  <a:pt x="758517" y="64716"/>
                </a:lnTo>
                <a:cubicBezTo>
                  <a:pt x="756307" y="65353"/>
                  <a:pt x="753809" y="65870"/>
                  <a:pt x="751023" y="66267"/>
                </a:cubicBezTo>
                <a:cubicBezTo>
                  <a:pt x="748237" y="66665"/>
                  <a:pt x="745350" y="66864"/>
                  <a:pt x="742361" y="66864"/>
                </a:cubicBezTo>
                <a:cubicBezTo>
                  <a:pt x="738346" y="66864"/>
                  <a:pt x="734890" y="66319"/>
                  <a:pt x="731995" y="65230"/>
                </a:cubicBezTo>
                <a:cubicBezTo>
                  <a:pt x="729100" y="64140"/>
                  <a:pt x="726727" y="62561"/>
                  <a:pt x="724875" y="60491"/>
                </a:cubicBezTo>
                <a:cubicBezTo>
                  <a:pt x="723023" y="58421"/>
                  <a:pt x="721653" y="55884"/>
                  <a:pt x="720766" y="52880"/>
                </a:cubicBezTo>
                <a:cubicBezTo>
                  <a:pt x="719879" y="49876"/>
                  <a:pt x="719435" y="46475"/>
                  <a:pt x="719435" y="42677"/>
                </a:cubicBezTo>
                <a:cubicBezTo>
                  <a:pt x="719435" y="39378"/>
                  <a:pt x="719910" y="36257"/>
                  <a:pt x="720859" y="33315"/>
                </a:cubicBezTo>
                <a:cubicBezTo>
                  <a:pt x="721809" y="30374"/>
                  <a:pt x="723194" y="27790"/>
                  <a:pt x="725015" y="25564"/>
                </a:cubicBezTo>
                <a:cubicBezTo>
                  <a:pt x="726836" y="23339"/>
                  <a:pt x="729069" y="21572"/>
                  <a:pt x="731715" y="20265"/>
                </a:cubicBezTo>
                <a:cubicBezTo>
                  <a:pt x="734361" y="18957"/>
                  <a:pt x="737365" y="18304"/>
                  <a:pt x="740727" y="18304"/>
                </a:cubicBezTo>
                <a:cubicBezTo>
                  <a:pt x="743995" y="18304"/>
                  <a:pt x="746890" y="18817"/>
                  <a:pt x="749412" y="19844"/>
                </a:cubicBezTo>
                <a:cubicBezTo>
                  <a:pt x="751933" y="20872"/>
                  <a:pt x="754058" y="22327"/>
                  <a:pt x="755785" y="24210"/>
                </a:cubicBezTo>
                <a:cubicBezTo>
                  <a:pt x="757513" y="26094"/>
                  <a:pt x="758820" y="28381"/>
                  <a:pt x="759708" y="31074"/>
                </a:cubicBezTo>
                <a:cubicBezTo>
                  <a:pt x="760595" y="33767"/>
                  <a:pt x="761038" y="36778"/>
                  <a:pt x="761038" y="40109"/>
                </a:cubicBezTo>
                <a:moveTo>
                  <a:pt x="752587" y="38942"/>
                </a:moveTo>
                <a:cubicBezTo>
                  <a:pt x="752680" y="36856"/>
                  <a:pt x="752478" y="34950"/>
                  <a:pt x="751980" y="33222"/>
                </a:cubicBezTo>
                <a:cubicBezTo>
                  <a:pt x="751482" y="31494"/>
                  <a:pt x="750711" y="30008"/>
                  <a:pt x="749669" y="28763"/>
                </a:cubicBezTo>
                <a:cubicBezTo>
                  <a:pt x="748626" y="27518"/>
                  <a:pt x="747326" y="26545"/>
                  <a:pt x="745770" y="25845"/>
                </a:cubicBezTo>
                <a:cubicBezTo>
                  <a:pt x="744213" y="25144"/>
                  <a:pt x="742408" y="24794"/>
                  <a:pt x="740353" y="24794"/>
                </a:cubicBezTo>
                <a:cubicBezTo>
                  <a:pt x="738579" y="24794"/>
                  <a:pt x="736960" y="25136"/>
                  <a:pt x="735497" y="25821"/>
                </a:cubicBezTo>
                <a:cubicBezTo>
                  <a:pt x="734034" y="26506"/>
                  <a:pt x="732774" y="27471"/>
                  <a:pt x="731715" y="28716"/>
                </a:cubicBezTo>
                <a:cubicBezTo>
                  <a:pt x="730657" y="29961"/>
                  <a:pt x="729801" y="31455"/>
                  <a:pt x="729147" y="33199"/>
                </a:cubicBezTo>
                <a:cubicBezTo>
                  <a:pt x="728493" y="34942"/>
                  <a:pt x="728089" y="36856"/>
                  <a:pt x="727933" y="38942"/>
                </a:cubicBezTo>
                <a:lnTo>
                  <a:pt x="752587" y="38942"/>
                </a:lnTo>
                <a:close/>
                <a:moveTo>
                  <a:pt x="788214" y="0"/>
                </a:moveTo>
                <a:lnTo>
                  <a:pt x="786906" y="21946"/>
                </a:lnTo>
                <a:lnTo>
                  <a:pt x="779249" y="21946"/>
                </a:lnTo>
                <a:lnTo>
                  <a:pt x="777895" y="0"/>
                </a:lnTo>
                <a:lnTo>
                  <a:pt x="788214" y="0"/>
                </a:lnTo>
                <a:moveTo>
                  <a:pt x="806377" y="0"/>
                </a:moveTo>
                <a:lnTo>
                  <a:pt x="805070" y="21946"/>
                </a:lnTo>
                <a:lnTo>
                  <a:pt x="797412" y="21946"/>
                </a:lnTo>
                <a:lnTo>
                  <a:pt x="796058" y="0"/>
                </a:lnTo>
                <a:lnTo>
                  <a:pt x="806377" y="0"/>
                </a:lnTo>
                <a:close/>
              </a:path>
            </a:pathLst>
          </a:custGeom>
          <a:solidFill xmlns:a="http://schemas.openxmlformats.org/drawingml/2006/main">
            <a:srgbClr val="9CDCF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:">
            <a:extLst xmlns:a="http://schemas.openxmlformats.org/drawingml/2006/main">
              <a:ext uri="{FF2B5EF4-FFF2-40B4-BE49-F238E27FC236}">
                <a16:creationId xmlns:a16="http://schemas.microsoft.com/office/drawing/2014/main" id="{39DFEC03-7849-4623-AE38-D63DFED2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305" y="5311855"/>
            <a:ext cx="14335" cy="48561"/>
          </a:xfrm>
          <a:custGeom xmlns:a="http://schemas.openxmlformats.org/drawingml/2006/main">
            <a:pathLst>
              <a:path w="14335" h="48561">
                <a:moveTo>
                  <a:pt x="7144" y="0"/>
                </a:moveTo>
                <a:cubicBezTo>
                  <a:pt x="8109" y="0"/>
                  <a:pt x="9027" y="195"/>
                  <a:pt x="9899" y="584"/>
                </a:cubicBezTo>
                <a:cubicBezTo>
                  <a:pt x="10770" y="973"/>
                  <a:pt x="11533" y="1494"/>
                  <a:pt x="12187" y="2148"/>
                </a:cubicBezTo>
                <a:cubicBezTo>
                  <a:pt x="12841" y="2802"/>
                  <a:pt x="13362" y="3564"/>
                  <a:pt x="13751" y="4436"/>
                </a:cubicBezTo>
                <a:cubicBezTo>
                  <a:pt x="14140" y="5307"/>
                  <a:pt x="14335" y="6226"/>
                  <a:pt x="14335" y="7191"/>
                </a:cubicBezTo>
                <a:cubicBezTo>
                  <a:pt x="14335" y="8187"/>
                  <a:pt x="14140" y="9113"/>
                  <a:pt x="13751" y="9969"/>
                </a:cubicBezTo>
                <a:cubicBezTo>
                  <a:pt x="13362" y="10825"/>
                  <a:pt x="12841" y="11580"/>
                  <a:pt x="12187" y="12234"/>
                </a:cubicBezTo>
                <a:cubicBezTo>
                  <a:pt x="11533" y="12887"/>
                  <a:pt x="10770" y="13401"/>
                  <a:pt x="9899" y="13774"/>
                </a:cubicBezTo>
                <a:cubicBezTo>
                  <a:pt x="9027" y="14148"/>
                  <a:pt x="8109" y="14335"/>
                  <a:pt x="7144" y="14335"/>
                </a:cubicBezTo>
                <a:cubicBezTo>
                  <a:pt x="6148" y="14335"/>
                  <a:pt x="5222" y="14148"/>
                  <a:pt x="4366" y="13774"/>
                </a:cubicBezTo>
                <a:cubicBezTo>
                  <a:pt x="3510" y="13401"/>
                  <a:pt x="2755" y="12887"/>
                  <a:pt x="2101" y="12234"/>
                </a:cubicBezTo>
                <a:cubicBezTo>
                  <a:pt x="1447" y="11580"/>
                  <a:pt x="934" y="10825"/>
                  <a:pt x="560" y="9969"/>
                </a:cubicBezTo>
                <a:cubicBezTo>
                  <a:pt x="187" y="9113"/>
                  <a:pt x="0" y="8187"/>
                  <a:pt x="0" y="7191"/>
                </a:cubicBezTo>
                <a:cubicBezTo>
                  <a:pt x="0" y="6226"/>
                  <a:pt x="187" y="5307"/>
                  <a:pt x="560" y="4436"/>
                </a:cubicBezTo>
                <a:cubicBezTo>
                  <a:pt x="934" y="3564"/>
                  <a:pt x="1447" y="2802"/>
                  <a:pt x="2101" y="2148"/>
                </a:cubicBezTo>
                <a:cubicBezTo>
                  <a:pt x="2755" y="1494"/>
                  <a:pt x="3510" y="973"/>
                  <a:pt x="4366" y="584"/>
                </a:cubicBezTo>
                <a:cubicBezTo>
                  <a:pt x="5222" y="195"/>
                  <a:pt x="6148" y="0"/>
                  <a:pt x="7144" y="0"/>
                </a:cubicBezTo>
                <a:moveTo>
                  <a:pt x="7144" y="34226"/>
                </a:moveTo>
                <a:cubicBezTo>
                  <a:pt x="8109" y="34226"/>
                  <a:pt x="9027" y="34420"/>
                  <a:pt x="9899" y="34810"/>
                </a:cubicBezTo>
                <a:cubicBezTo>
                  <a:pt x="10770" y="35199"/>
                  <a:pt x="11533" y="35720"/>
                  <a:pt x="12187" y="36374"/>
                </a:cubicBezTo>
                <a:cubicBezTo>
                  <a:pt x="12841" y="37027"/>
                  <a:pt x="13362" y="37790"/>
                  <a:pt x="13751" y="38662"/>
                </a:cubicBezTo>
                <a:cubicBezTo>
                  <a:pt x="14140" y="39533"/>
                  <a:pt x="14335" y="40452"/>
                  <a:pt x="14335" y="41417"/>
                </a:cubicBezTo>
                <a:cubicBezTo>
                  <a:pt x="14335" y="42413"/>
                  <a:pt x="14140" y="43339"/>
                  <a:pt x="13751" y="44195"/>
                </a:cubicBezTo>
                <a:cubicBezTo>
                  <a:pt x="13362" y="45051"/>
                  <a:pt x="12841" y="45806"/>
                  <a:pt x="12187" y="46459"/>
                </a:cubicBezTo>
                <a:cubicBezTo>
                  <a:pt x="11533" y="47113"/>
                  <a:pt x="10770" y="47627"/>
                  <a:pt x="9899" y="48000"/>
                </a:cubicBezTo>
                <a:cubicBezTo>
                  <a:pt x="9027" y="48374"/>
                  <a:pt x="8109" y="48561"/>
                  <a:pt x="7144" y="48561"/>
                </a:cubicBezTo>
                <a:cubicBezTo>
                  <a:pt x="6148" y="48561"/>
                  <a:pt x="5222" y="48374"/>
                  <a:pt x="4366" y="48000"/>
                </a:cubicBezTo>
                <a:cubicBezTo>
                  <a:pt x="3510" y="47627"/>
                  <a:pt x="2755" y="47113"/>
                  <a:pt x="2101" y="46459"/>
                </a:cubicBezTo>
                <a:cubicBezTo>
                  <a:pt x="1447" y="45806"/>
                  <a:pt x="934" y="45051"/>
                  <a:pt x="560" y="44195"/>
                </a:cubicBezTo>
                <a:cubicBezTo>
                  <a:pt x="187" y="43339"/>
                  <a:pt x="0" y="42413"/>
                  <a:pt x="0" y="41417"/>
                </a:cubicBezTo>
                <a:cubicBezTo>
                  <a:pt x="0" y="40452"/>
                  <a:pt x="187" y="39533"/>
                  <a:pt x="560" y="38662"/>
                </a:cubicBezTo>
                <a:cubicBezTo>
                  <a:pt x="934" y="37790"/>
                  <a:pt x="1447" y="37027"/>
                  <a:pt x="2101" y="36374"/>
                </a:cubicBezTo>
                <a:cubicBezTo>
                  <a:pt x="2755" y="35720"/>
                  <a:pt x="3510" y="35199"/>
                  <a:pt x="4366" y="34810"/>
                </a:cubicBezTo>
                <a:cubicBezTo>
                  <a:pt x="5222" y="34420"/>
                  <a:pt x="6148" y="34226"/>
                  <a:pt x="7144" y="34226"/>
                </a:cubicBez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&quot;">
            <a:extLst xmlns:a="http://schemas.openxmlformats.org/drawingml/2006/main">
              <a:ext uri="{FF2B5EF4-FFF2-40B4-BE49-F238E27FC236}">
                <a16:creationId xmlns:a16="http://schemas.microsoft.com/office/drawing/2014/main" id="{48C8FA28-1CE7-452C-BD38-0A32E607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25" y="5293551"/>
            <a:ext cx="28483" cy="21946"/>
          </a:xfrm>
          <a:custGeom xmlns:a="http://schemas.openxmlformats.org/drawingml/2006/main">
            <a:pathLst>
              <a:path w="28483" h="21946">
                <a:moveTo>
                  <a:pt x="10319" y="0"/>
                </a:moveTo>
                <a:lnTo>
                  <a:pt x="9012" y="21946"/>
                </a:lnTo>
                <a:lnTo>
                  <a:pt x="1354" y="21946"/>
                </a:lnTo>
                <a:lnTo>
                  <a:pt x="0" y="0"/>
                </a:lnTo>
                <a:lnTo>
                  <a:pt x="10319" y="0"/>
                </a:lnTo>
                <a:moveTo>
                  <a:pt x="28483" y="0"/>
                </a:moveTo>
                <a:lnTo>
                  <a:pt x="27175" y="21946"/>
                </a:lnTo>
                <a:lnTo>
                  <a:pt x="19518" y="21946"/>
                </a:lnTo>
                <a:lnTo>
                  <a:pt x="18164" y="0"/>
                </a:lnTo>
                <a:lnTo>
                  <a:pt x="28483" y="0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importReactfrom‘react’;\nimportReactDOMfrom‘react-dom’;\nimport{CascaderSelect}from">
            <a:extLst xmlns:a="http://schemas.openxmlformats.org/drawingml/2006/main">
              <a:ext uri="{FF2B5EF4-FFF2-40B4-BE49-F238E27FC236}">
                <a16:creationId xmlns:a16="http://schemas.microsoft.com/office/drawing/2014/main" id="{762F7A71-8A0A-48CF-BBF9-D66BB09F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68" y="5291964"/>
            <a:ext cx="4811755" cy="86755"/>
          </a:xfrm>
          <a:custGeom xmlns:a="http://schemas.openxmlformats.org/drawingml/2006/main">
            <a:pathLst>
              <a:path w="4811755" h="86755">
                <a:moveTo>
                  <a:pt x="15409" y="27455"/>
                </a:moveTo>
                <a:lnTo>
                  <a:pt x="1541" y="27455"/>
                </a:lnTo>
                <a:lnTo>
                  <a:pt x="1541" y="20732"/>
                </a:lnTo>
                <a:lnTo>
                  <a:pt x="23627" y="20732"/>
                </a:lnTo>
                <a:lnTo>
                  <a:pt x="23627" y="60841"/>
                </a:lnTo>
                <a:lnTo>
                  <a:pt x="37588" y="60841"/>
                </a:lnTo>
                <a:lnTo>
                  <a:pt x="37588" y="67611"/>
                </a:lnTo>
                <a:lnTo>
                  <a:pt x="0" y="67611"/>
                </a:lnTo>
                <a:lnTo>
                  <a:pt x="0" y="60841"/>
                </a:lnTo>
                <a:lnTo>
                  <a:pt x="15409" y="60841"/>
                </a:lnTo>
                <a:lnTo>
                  <a:pt x="15409" y="27455"/>
                </a:lnTo>
                <a:moveTo>
                  <a:pt x="18257" y="1027"/>
                </a:moveTo>
                <a:cubicBezTo>
                  <a:pt x="19160" y="1027"/>
                  <a:pt x="20000" y="1191"/>
                  <a:pt x="20778" y="1518"/>
                </a:cubicBezTo>
                <a:cubicBezTo>
                  <a:pt x="21557" y="1844"/>
                  <a:pt x="22234" y="2304"/>
                  <a:pt x="22809" y="2895"/>
                </a:cubicBezTo>
                <a:cubicBezTo>
                  <a:pt x="23385" y="3486"/>
                  <a:pt x="23837" y="4163"/>
                  <a:pt x="24164" y="4926"/>
                </a:cubicBezTo>
                <a:cubicBezTo>
                  <a:pt x="24490" y="5689"/>
                  <a:pt x="24654" y="6521"/>
                  <a:pt x="24654" y="7424"/>
                </a:cubicBezTo>
                <a:cubicBezTo>
                  <a:pt x="24654" y="8296"/>
                  <a:pt x="24490" y="9121"/>
                  <a:pt x="24164" y="9899"/>
                </a:cubicBezTo>
                <a:cubicBezTo>
                  <a:pt x="23837" y="10677"/>
                  <a:pt x="23385" y="11362"/>
                  <a:pt x="22809" y="11953"/>
                </a:cubicBezTo>
                <a:cubicBezTo>
                  <a:pt x="22234" y="12545"/>
                  <a:pt x="21557" y="13004"/>
                  <a:pt x="20778" y="13331"/>
                </a:cubicBezTo>
                <a:cubicBezTo>
                  <a:pt x="20000" y="13658"/>
                  <a:pt x="19160" y="13821"/>
                  <a:pt x="18257" y="13821"/>
                </a:cubicBezTo>
                <a:cubicBezTo>
                  <a:pt x="17354" y="13821"/>
                  <a:pt x="16514" y="13658"/>
                  <a:pt x="15736" y="13331"/>
                </a:cubicBezTo>
                <a:cubicBezTo>
                  <a:pt x="14957" y="13004"/>
                  <a:pt x="14280" y="12545"/>
                  <a:pt x="13704" y="11953"/>
                </a:cubicBezTo>
                <a:cubicBezTo>
                  <a:pt x="13128" y="11362"/>
                  <a:pt x="12677" y="10677"/>
                  <a:pt x="12350" y="9899"/>
                </a:cubicBezTo>
                <a:cubicBezTo>
                  <a:pt x="12023" y="9121"/>
                  <a:pt x="11860" y="8296"/>
                  <a:pt x="11860" y="7424"/>
                </a:cubicBezTo>
                <a:cubicBezTo>
                  <a:pt x="11860" y="6521"/>
                  <a:pt x="12023" y="5689"/>
                  <a:pt x="12350" y="4926"/>
                </a:cubicBezTo>
                <a:cubicBezTo>
                  <a:pt x="12677" y="4163"/>
                  <a:pt x="13128" y="3486"/>
                  <a:pt x="13704" y="2895"/>
                </a:cubicBezTo>
                <a:cubicBezTo>
                  <a:pt x="14280" y="2304"/>
                  <a:pt x="14957" y="1844"/>
                  <a:pt x="15736" y="1518"/>
                </a:cubicBezTo>
                <a:cubicBezTo>
                  <a:pt x="16514" y="1191"/>
                  <a:pt x="17354" y="1027"/>
                  <a:pt x="18257" y="1027"/>
                </a:cubicBezTo>
                <a:close/>
                <a:moveTo>
                  <a:pt x="84730" y="67611"/>
                </a:moveTo>
                <a:lnTo>
                  <a:pt x="84730" y="33946"/>
                </a:lnTo>
                <a:cubicBezTo>
                  <a:pt x="84730" y="32483"/>
                  <a:pt x="84676" y="31284"/>
                  <a:pt x="84567" y="30350"/>
                </a:cubicBezTo>
                <a:cubicBezTo>
                  <a:pt x="84458" y="29417"/>
                  <a:pt x="84287" y="28677"/>
                  <a:pt x="84053" y="28132"/>
                </a:cubicBezTo>
                <a:cubicBezTo>
                  <a:pt x="83820" y="27588"/>
                  <a:pt x="83524" y="27206"/>
                  <a:pt x="83166" y="26988"/>
                </a:cubicBezTo>
                <a:cubicBezTo>
                  <a:pt x="82808" y="26771"/>
                  <a:pt x="82364" y="26662"/>
                  <a:pt x="81835" y="26662"/>
                </a:cubicBezTo>
                <a:cubicBezTo>
                  <a:pt x="81213" y="26662"/>
                  <a:pt x="80637" y="26848"/>
                  <a:pt x="80108" y="27222"/>
                </a:cubicBezTo>
                <a:cubicBezTo>
                  <a:pt x="79578" y="27595"/>
                  <a:pt x="79010" y="28203"/>
                  <a:pt x="78403" y="29043"/>
                </a:cubicBezTo>
                <a:cubicBezTo>
                  <a:pt x="77796" y="29883"/>
                  <a:pt x="77127" y="30996"/>
                  <a:pt x="76396" y="32382"/>
                </a:cubicBezTo>
                <a:cubicBezTo>
                  <a:pt x="75664" y="33767"/>
                  <a:pt x="74800" y="35471"/>
                  <a:pt x="73804" y="37494"/>
                </a:cubicBezTo>
                <a:lnTo>
                  <a:pt x="73804" y="67611"/>
                </a:lnTo>
                <a:lnTo>
                  <a:pt x="66380" y="67611"/>
                </a:lnTo>
                <a:lnTo>
                  <a:pt x="66380" y="34833"/>
                </a:lnTo>
                <a:cubicBezTo>
                  <a:pt x="66380" y="33121"/>
                  <a:pt x="66325" y="31736"/>
                  <a:pt x="66217" y="30677"/>
                </a:cubicBezTo>
                <a:cubicBezTo>
                  <a:pt x="66108" y="29619"/>
                  <a:pt x="65936" y="28794"/>
                  <a:pt x="65703" y="28203"/>
                </a:cubicBezTo>
                <a:cubicBezTo>
                  <a:pt x="65469" y="27611"/>
                  <a:pt x="65166" y="27206"/>
                  <a:pt x="64792" y="26988"/>
                </a:cubicBezTo>
                <a:cubicBezTo>
                  <a:pt x="64419" y="26771"/>
                  <a:pt x="63967" y="26662"/>
                  <a:pt x="63438" y="26662"/>
                </a:cubicBezTo>
                <a:cubicBezTo>
                  <a:pt x="62878" y="26662"/>
                  <a:pt x="62349" y="26817"/>
                  <a:pt x="61851" y="27129"/>
                </a:cubicBezTo>
                <a:cubicBezTo>
                  <a:pt x="61353" y="27440"/>
                  <a:pt x="60800" y="28000"/>
                  <a:pt x="60193" y="28810"/>
                </a:cubicBezTo>
                <a:cubicBezTo>
                  <a:pt x="59586" y="29619"/>
                  <a:pt x="58909" y="30724"/>
                  <a:pt x="58162" y="32125"/>
                </a:cubicBezTo>
                <a:cubicBezTo>
                  <a:pt x="57415" y="33525"/>
                  <a:pt x="56528" y="35315"/>
                  <a:pt x="55500" y="37494"/>
                </a:cubicBezTo>
                <a:lnTo>
                  <a:pt x="55500" y="67611"/>
                </a:lnTo>
                <a:lnTo>
                  <a:pt x="48030" y="67611"/>
                </a:lnTo>
                <a:lnTo>
                  <a:pt x="48030" y="20732"/>
                </a:lnTo>
                <a:lnTo>
                  <a:pt x="54240" y="20732"/>
                </a:lnTo>
                <a:lnTo>
                  <a:pt x="54613" y="29650"/>
                </a:lnTo>
                <a:cubicBezTo>
                  <a:pt x="55423" y="27876"/>
                  <a:pt x="56209" y="26366"/>
                  <a:pt x="56971" y="25121"/>
                </a:cubicBezTo>
                <a:cubicBezTo>
                  <a:pt x="57734" y="23876"/>
                  <a:pt x="58520" y="22872"/>
                  <a:pt x="59329" y="22109"/>
                </a:cubicBezTo>
                <a:cubicBezTo>
                  <a:pt x="60139" y="21346"/>
                  <a:pt x="61002" y="20786"/>
                  <a:pt x="61921" y="20428"/>
                </a:cubicBezTo>
                <a:cubicBezTo>
                  <a:pt x="62839" y="20070"/>
                  <a:pt x="63859" y="19891"/>
                  <a:pt x="64979" y="19891"/>
                </a:cubicBezTo>
                <a:cubicBezTo>
                  <a:pt x="67501" y="19891"/>
                  <a:pt x="69415" y="20716"/>
                  <a:pt x="70722" y="22366"/>
                </a:cubicBezTo>
                <a:cubicBezTo>
                  <a:pt x="72030" y="24016"/>
                  <a:pt x="72683" y="26568"/>
                  <a:pt x="72683" y="30024"/>
                </a:cubicBezTo>
                <a:cubicBezTo>
                  <a:pt x="73431" y="28405"/>
                  <a:pt x="74162" y="26965"/>
                  <a:pt x="74878" y="25704"/>
                </a:cubicBezTo>
                <a:cubicBezTo>
                  <a:pt x="75594" y="24444"/>
                  <a:pt x="76364" y="23385"/>
                  <a:pt x="77189" y="22529"/>
                </a:cubicBezTo>
                <a:cubicBezTo>
                  <a:pt x="78014" y="21673"/>
                  <a:pt x="78925" y="21020"/>
                  <a:pt x="79921" y="20568"/>
                </a:cubicBezTo>
                <a:cubicBezTo>
                  <a:pt x="80917" y="20117"/>
                  <a:pt x="82069" y="19891"/>
                  <a:pt x="83376" y="19891"/>
                </a:cubicBezTo>
                <a:cubicBezTo>
                  <a:pt x="89259" y="19891"/>
                  <a:pt x="92201" y="24420"/>
                  <a:pt x="92201" y="33479"/>
                </a:cubicBezTo>
                <a:lnTo>
                  <a:pt x="92201" y="67611"/>
                </a:lnTo>
                <a:lnTo>
                  <a:pt x="84730" y="67611"/>
                </a:lnTo>
                <a:close/>
                <a:moveTo>
                  <a:pt x="143219" y="43331"/>
                </a:moveTo>
                <a:cubicBezTo>
                  <a:pt x="143219" y="47502"/>
                  <a:pt x="142635" y="51144"/>
                  <a:pt x="141468" y="54257"/>
                </a:cubicBezTo>
                <a:cubicBezTo>
                  <a:pt x="140301" y="57370"/>
                  <a:pt x="138690" y="59954"/>
                  <a:pt x="136635" y="62008"/>
                </a:cubicBezTo>
                <a:cubicBezTo>
                  <a:pt x="134581" y="64063"/>
                  <a:pt x="132153" y="65604"/>
                  <a:pt x="129351" y="66631"/>
                </a:cubicBezTo>
                <a:cubicBezTo>
                  <a:pt x="126550" y="67658"/>
                  <a:pt x="123515" y="68172"/>
                  <a:pt x="120246" y="68172"/>
                </a:cubicBezTo>
                <a:cubicBezTo>
                  <a:pt x="118752" y="68172"/>
                  <a:pt x="117266" y="68094"/>
                  <a:pt x="115787" y="67938"/>
                </a:cubicBezTo>
                <a:cubicBezTo>
                  <a:pt x="114308" y="67783"/>
                  <a:pt x="112806" y="67518"/>
                  <a:pt x="111281" y="67144"/>
                </a:cubicBezTo>
                <a:lnTo>
                  <a:pt x="111281" y="86755"/>
                </a:lnTo>
                <a:lnTo>
                  <a:pt x="103157" y="86755"/>
                </a:lnTo>
                <a:lnTo>
                  <a:pt x="103157" y="20732"/>
                </a:lnTo>
                <a:lnTo>
                  <a:pt x="110394" y="20732"/>
                </a:lnTo>
                <a:lnTo>
                  <a:pt x="110908" y="28576"/>
                </a:lnTo>
                <a:cubicBezTo>
                  <a:pt x="113242" y="25370"/>
                  <a:pt x="115733" y="23121"/>
                  <a:pt x="118378" y="21829"/>
                </a:cubicBezTo>
                <a:cubicBezTo>
                  <a:pt x="121024" y="20537"/>
                  <a:pt x="123888" y="19891"/>
                  <a:pt x="126970" y="19891"/>
                </a:cubicBezTo>
                <a:cubicBezTo>
                  <a:pt x="129647" y="19891"/>
                  <a:pt x="131997" y="20451"/>
                  <a:pt x="134021" y="21572"/>
                </a:cubicBezTo>
                <a:cubicBezTo>
                  <a:pt x="136044" y="22693"/>
                  <a:pt x="137740" y="24273"/>
                  <a:pt x="139110" y="26311"/>
                </a:cubicBezTo>
                <a:cubicBezTo>
                  <a:pt x="140480" y="28350"/>
                  <a:pt x="141507" y="30810"/>
                  <a:pt x="142192" y="33689"/>
                </a:cubicBezTo>
                <a:cubicBezTo>
                  <a:pt x="142877" y="36568"/>
                  <a:pt x="143219" y="39782"/>
                  <a:pt x="143219" y="43331"/>
                </a:cubicBezTo>
                <a:moveTo>
                  <a:pt x="134908" y="43705"/>
                </a:moveTo>
                <a:cubicBezTo>
                  <a:pt x="134908" y="41245"/>
                  <a:pt x="134729" y="38989"/>
                  <a:pt x="134371" y="36934"/>
                </a:cubicBezTo>
                <a:cubicBezTo>
                  <a:pt x="134013" y="34880"/>
                  <a:pt x="133445" y="33121"/>
                  <a:pt x="132666" y="31658"/>
                </a:cubicBezTo>
                <a:cubicBezTo>
                  <a:pt x="131888" y="30195"/>
                  <a:pt x="130892" y="29051"/>
                  <a:pt x="129678" y="28226"/>
                </a:cubicBezTo>
                <a:cubicBezTo>
                  <a:pt x="128464" y="27401"/>
                  <a:pt x="127017" y="26988"/>
                  <a:pt x="125336" y="26988"/>
                </a:cubicBezTo>
                <a:cubicBezTo>
                  <a:pt x="124308" y="26988"/>
                  <a:pt x="123266" y="27152"/>
                  <a:pt x="122207" y="27479"/>
                </a:cubicBezTo>
                <a:cubicBezTo>
                  <a:pt x="121149" y="27806"/>
                  <a:pt x="120052" y="28350"/>
                  <a:pt x="118915" y="29113"/>
                </a:cubicBezTo>
                <a:cubicBezTo>
                  <a:pt x="117779" y="29876"/>
                  <a:pt x="116581" y="30887"/>
                  <a:pt x="115320" y="32148"/>
                </a:cubicBezTo>
                <a:cubicBezTo>
                  <a:pt x="114059" y="33409"/>
                  <a:pt x="112713" y="34973"/>
                  <a:pt x="111281" y="36841"/>
                </a:cubicBezTo>
                <a:lnTo>
                  <a:pt x="111281" y="59580"/>
                </a:lnTo>
                <a:cubicBezTo>
                  <a:pt x="112775" y="60203"/>
                  <a:pt x="114347" y="60693"/>
                  <a:pt x="115997" y="61051"/>
                </a:cubicBezTo>
                <a:cubicBezTo>
                  <a:pt x="117647" y="61409"/>
                  <a:pt x="119266" y="61588"/>
                  <a:pt x="120853" y="61588"/>
                </a:cubicBezTo>
                <a:cubicBezTo>
                  <a:pt x="125242" y="61588"/>
                  <a:pt x="128682" y="60102"/>
                  <a:pt x="131172" y="57129"/>
                </a:cubicBezTo>
                <a:cubicBezTo>
                  <a:pt x="133663" y="54156"/>
                  <a:pt x="134908" y="49681"/>
                  <a:pt x="134908" y="43705"/>
                </a:cubicBezTo>
                <a:close/>
                <a:moveTo>
                  <a:pt x="195825" y="43798"/>
                </a:moveTo>
                <a:cubicBezTo>
                  <a:pt x="195825" y="47440"/>
                  <a:pt x="195311" y="50779"/>
                  <a:pt x="194284" y="53814"/>
                </a:cubicBezTo>
                <a:cubicBezTo>
                  <a:pt x="193257" y="56849"/>
                  <a:pt x="191778" y="59448"/>
                  <a:pt x="189848" y="61611"/>
                </a:cubicBezTo>
                <a:cubicBezTo>
                  <a:pt x="187918" y="63775"/>
                  <a:pt x="185568" y="65456"/>
                  <a:pt x="182797" y="66654"/>
                </a:cubicBezTo>
                <a:cubicBezTo>
                  <a:pt x="180027" y="67853"/>
                  <a:pt x="176883" y="68452"/>
                  <a:pt x="173365" y="68452"/>
                </a:cubicBezTo>
                <a:cubicBezTo>
                  <a:pt x="170003" y="68452"/>
                  <a:pt x="166992" y="67930"/>
                  <a:pt x="164330" y="66888"/>
                </a:cubicBezTo>
                <a:cubicBezTo>
                  <a:pt x="161669" y="65845"/>
                  <a:pt x="159412" y="64312"/>
                  <a:pt x="157560" y="62288"/>
                </a:cubicBezTo>
                <a:cubicBezTo>
                  <a:pt x="155708" y="60265"/>
                  <a:pt x="154291" y="57759"/>
                  <a:pt x="153311" y="54771"/>
                </a:cubicBezTo>
                <a:cubicBezTo>
                  <a:pt x="152330" y="51782"/>
                  <a:pt x="151840" y="48343"/>
                  <a:pt x="151840" y="44452"/>
                </a:cubicBezTo>
                <a:cubicBezTo>
                  <a:pt x="151840" y="40810"/>
                  <a:pt x="152354" y="37487"/>
                  <a:pt x="153381" y="34483"/>
                </a:cubicBezTo>
                <a:cubicBezTo>
                  <a:pt x="154408" y="31479"/>
                  <a:pt x="155887" y="28895"/>
                  <a:pt x="157817" y="26732"/>
                </a:cubicBezTo>
                <a:cubicBezTo>
                  <a:pt x="159747" y="24568"/>
                  <a:pt x="162097" y="22887"/>
                  <a:pt x="164867" y="21689"/>
                </a:cubicBezTo>
                <a:cubicBezTo>
                  <a:pt x="167638" y="20490"/>
                  <a:pt x="170782" y="19891"/>
                  <a:pt x="174299" y="19891"/>
                </a:cubicBezTo>
                <a:cubicBezTo>
                  <a:pt x="177661" y="19891"/>
                  <a:pt x="180673" y="20413"/>
                  <a:pt x="183334" y="21455"/>
                </a:cubicBezTo>
                <a:cubicBezTo>
                  <a:pt x="185996" y="22498"/>
                  <a:pt x="188253" y="24023"/>
                  <a:pt x="190105" y="26031"/>
                </a:cubicBezTo>
                <a:cubicBezTo>
                  <a:pt x="191957" y="28039"/>
                  <a:pt x="193373" y="30537"/>
                  <a:pt x="194354" y="33525"/>
                </a:cubicBezTo>
                <a:cubicBezTo>
                  <a:pt x="195334" y="36514"/>
                  <a:pt x="195825" y="39938"/>
                  <a:pt x="195825" y="43798"/>
                </a:cubicBezTo>
                <a:moveTo>
                  <a:pt x="187513" y="44171"/>
                </a:moveTo>
                <a:cubicBezTo>
                  <a:pt x="187513" y="41277"/>
                  <a:pt x="187194" y="38747"/>
                  <a:pt x="186556" y="36584"/>
                </a:cubicBezTo>
                <a:cubicBezTo>
                  <a:pt x="185918" y="34420"/>
                  <a:pt x="185007" y="32615"/>
                  <a:pt x="183825" y="31168"/>
                </a:cubicBezTo>
                <a:cubicBezTo>
                  <a:pt x="182642" y="29720"/>
                  <a:pt x="181202" y="28631"/>
                  <a:pt x="179505" y="27899"/>
                </a:cubicBezTo>
                <a:cubicBezTo>
                  <a:pt x="177809" y="27167"/>
                  <a:pt x="175918" y="26802"/>
                  <a:pt x="173832" y="26802"/>
                </a:cubicBezTo>
                <a:cubicBezTo>
                  <a:pt x="171404" y="26802"/>
                  <a:pt x="169326" y="27276"/>
                  <a:pt x="167599" y="28226"/>
                </a:cubicBezTo>
                <a:cubicBezTo>
                  <a:pt x="165871" y="29175"/>
                  <a:pt x="164455" y="30444"/>
                  <a:pt x="163350" y="32031"/>
                </a:cubicBezTo>
                <a:cubicBezTo>
                  <a:pt x="162245" y="33619"/>
                  <a:pt x="161435" y="35463"/>
                  <a:pt x="160922" y="37564"/>
                </a:cubicBezTo>
                <a:cubicBezTo>
                  <a:pt x="160408" y="39666"/>
                  <a:pt x="160151" y="41868"/>
                  <a:pt x="160151" y="44171"/>
                </a:cubicBezTo>
                <a:cubicBezTo>
                  <a:pt x="160151" y="47066"/>
                  <a:pt x="160470" y="49603"/>
                  <a:pt x="161108" y="51782"/>
                </a:cubicBezTo>
                <a:cubicBezTo>
                  <a:pt x="161747" y="53961"/>
                  <a:pt x="162657" y="55775"/>
                  <a:pt x="163840" y="57222"/>
                </a:cubicBezTo>
                <a:cubicBezTo>
                  <a:pt x="165023" y="58670"/>
                  <a:pt x="166455" y="59759"/>
                  <a:pt x="168136" y="60491"/>
                </a:cubicBezTo>
                <a:cubicBezTo>
                  <a:pt x="169817" y="61222"/>
                  <a:pt x="171716" y="61588"/>
                  <a:pt x="173832" y="61588"/>
                </a:cubicBezTo>
                <a:cubicBezTo>
                  <a:pt x="176260" y="61588"/>
                  <a:pt x="178338" y="61113"/>
                  <a:pt x="180066" y="60164"/>
                </a:cubicBezTo>
                <a:cubicBezTo>
                  <a:pt x="181793" y="59214"/>
                  <a:pt x="183210" y="57946"/>
                  <a:pt x="184315" y="56358"/>
                </a:cubicBezTo>
                <a:cubicBezTo>
                  <a:pt x="185420" y="54771"/>
                  <a:pt x="186229" y="52926"/>
                  <a:pt x="186743" y="50825"/>
                </a:cubicBezTo>
                <a:cubicBezTo>
                  <a:pt x="187257" y="48724"/>
                  <a:pt x="187513" y="46506"/>
                  <a:pt x="187513" y="44171"/>
                </a:cubicBezTo>
                <a:close/>
                <a:moveTo>
                  <a:pt x="208788" y="20732"/>
                </a:moveTo>
                <a:lnTo>
                  <a:pt x="216212" y="20732"/>
                </a:lnTo>
                <a:lnTo>
                  <a:pt x="216446" y="29348"/>
                </a:lnTo>
                <a:cubicBezTo>
                  <a:pt x="219216" y="26025"/>
                  <a:pt x="221948" y="23618"/>
                  <a:pt x="224640" y="22128"/>
                </a:cubicBezTo>
                <a:cubicBezTo>
                  <a:pt x="227333" y="20637"/>
                  <a:pt x="230049" y="19891"/>
                  <a:pt x="232788" y="19891"/>
                </a:cubicBezTo>
                <a:cubicBezTo>
                  <a:pt x="237644" y="19891"/>
                  <a:pt x="241325" y="21459"/>
                  <a:pt x="243831" y="24595"/>
                </a:cubicBezTo>
                <a:cubicBezTo>
                  <a:pt x="246337" y="27732"/>
                  <a:pt x="247496" y="32389"/>
                  <a:pt x="247310" y="38568"/>
                </a:cubicBezTo>
                <a:lnTo>
                  <a:pt x="239092" y="38568"/>
                </a:lnTo>
                <a:cubicBezTo>
                  <a:pt x="239185" y="34476"/>
                  <a:pt x="238586" y="31507"/>
                  <a:pt x="237294" y="29663"/>
                </a:cubicBezTo>
                <a:cubicBezTo>
                  <a:pt x="236002" y="27818"/>
                  <a:pt x="234111" y="26895"/>
                  <a:pt x="231621" y="26895"/>
                </a:cubicBezTo>
                <a:cubicBezTo>
                  <a:pt x="230531" y="26895"/>
                  <a:pt x="229434" y="27089"/>
                  <a:pt x="228329" y="27477"/>
                </a:cubicBezTo>
                <a:cubicBezTo>
                  <a:pt x="227224" y="27864"/>
                  <a:pt x="226088" y="28484"/>
                  <a:pt x="224920" y="29336"/>
                </a:cubicBezTo>
                <a:cubicBezTo>
                  <a:pt x="223753" y="30188"/>
                  <a:pt x="222516" y="31281"/>
                  <a:pt x="221208" y="32615"/>
                </a:cubicBezTo>
                <a:cubicBezTo>
                  <a:pt x="219901" y="33948"/>
                  <a:pt x="218500" y="35560"/>
                  <a:pt x="217006" y="37451"/>
                </a:cubicBezTo>
                <a:lnTo>
                  <a:pt x="217006" y="67611"/>
                </a:lnTo>
                <a:lnTo>
                  <a:pt x="208788" y="67611"/>
                </a:lnTo>
                <a:lnTo>
                  <a:pt x="208788" y="20732"/>
                </a:lnTo>
                <a:close/>
                <a:moveTo>
                  <a:pt x="296507" y="66911"/>
                </a:moveTo>
                <a:cubicBezTo>
                  <a:pt x="294670" y="67394"/>
                  <a:pt x="292771" y="67741"/>
                  <a:pt x="290810" y="67950"/>
                </a:cubicBezTo>
                <a:cubicBezTo>
                  <a:pt x="288849" y="68160"/>
                  <a:pt x="286857" y="68265"/>
                  <a:pt x="284833" y="68265"/>
                </a:cubicBezTo>
                <a:cubicBezTo>
                  <a:pt x="278950" y="68265"/>
                  <a:pt x="274561" y="66934"/>
                  <a:pt x="271666" y="64273"/>
                </a:cubicBezTo>
                <a:cubicBezTo>
                  <a:pt x="268771" y="61611"/>
                  <a:pt x="267324" y="57526"/>
                  <a:pt x="267324" y="52016"/>
                </a:cubicBezTo>
                <a:lnTo>
                  <a:pt x="267324" y="27549"/>
                </a:lnTo>
                <a:lnTo>
                  <a:pt x="254203" y="27549"/>
                </a:lnTo>
                <a:lnTo>
                  <a:pt x="254203" y="20732"/>
                </a:lnTo>
                <a:lnTo>
                  <a:pt x="267324" y="20732"/>
                </a:lnTo>
                <a:lnTo>
                  <a:pt x="267324" y="7804"/>
                </a:lnTo>
                <a:lnTo>
                  <a:pt x="275448" y="5697"/>
                </a:lnTo>
                <a:lnTo>
                  <a:pt x="275448" y="20732"/>
                </a:lnTo>
                <a:lnTo>
                  <a:pt x="296507" y="20732"/>
                </a:lnTo>
                <a:lnTo>
                  <a:pt x="296507" y="27549"/>
                </a:lnTo>
                <a:lnTo>
                  <a:pt x="275448" y="27549"/>
                </a:lnTo>
                <a:lnTo>
                  <a:pt x="275448" y="51362"/>
                </a:lnTo>
                <a:cubicBezTo>
                  <a:pt x="275448" y="54724"/>
                  <a:pt x="276343" y="57238"/>
                  <a:pt x="278133" y="58903"/>
                </a:cubicBezTo>
                <a:cubicBezTo>
                  <a:pt x="279923" y="60568"/>
                  <a:pt x="282561" y="61401"/>
                  <a:pt x="286047" y="61401"/>
                </a:cubicBezTo>
                <a:cubicBezTo>
                  <a:pt x="287542" y="61401"/>
                  <a:pt x="289176" y="61281"/>
                  <a:pt x="290950" y="61041"/>
                </a:cubicBezTo>
                <a:cubicBezTo>
                  <a:pt x="292725" y="60799"/>
                  <a:pt x="294577" y="60422"/>
                  <a:pt x="296507" y="59907"/>
                </a:cubicBezTo>
                <a:lnTo>
                  <a:pt x="296507" y="66911"/>
                </a:lnTo>
                <a:close/>
                <a:moveTo>
                  <a:pt x="404052" y="67611"/>
                </a:moveTo>
                <a:lnTo>
                  <a:pt x="394667" y="67611"/>
                </a:lnTo>
                <a:lnTo>
                  <a:pt x="385562" y="48060"/>
                </a:lnTo>
                <a:cubicBezTo>
                  <a:pt x="384877" y="46563"/>
                  <a:pt x="384177" y="45324"/>
                  <a:pt x="383461" y="44342"/>
                </a:cubicBezTo>
                <a:cubicBezTo>
                  <a:pt x="382745" y="43360"/>
                  <a:pt x="381974" y="42580"/>
                  <a:pt x="381150" y="42003"/>
                </a:cubicBezTo>
                <a:cubicBezTo>
                  <a:pt x="380325" y="41426"/>
                  <a:pt x="379422" y="41013"/>
                  <a:pt x="378441" y="40764"/>
                </a:cubicBezTo>
                <a:cubicBezTo>
                  <a:pt x="377461" y="40514"/>
                  <a:pt x="376364" y="40389"/>
                  <a:pt x="375149" y="40389"/>
                </a:cubicBezTo>
                <a:lnTo>
                  <a:pt x="371227" y="40389"/>
                </a:lnTo>
                <a:lnTo>
                  <a:pt x="371227" y="67611"/>
                </a:lnTo>
                <a:lnTo>
                  <a:pt x="362916" y="67611"/>
                </a:lnTo>
                <a:lnTo>
                  <a:pt x="362916" y="6537"/>
                </a:lnTo>
                <a:lnTo>
                  <a:pt x="379258" y="6537"/>
                </a:lnTo>
                <a:cubicBezTo>
                  <a:pt x="382807" y="6537"/>
                  <a:pt x="385858" y="6926"/>
                  <a:pt x="388410" y="7704"/>
                </a:cubicBezTo>
                <a:cubicBezTo>
                  <a:pt x="390963" y="8483"/>
                  <a:pt x="393056" y="9572"/>
                  <a:pt x="394690" y="10973"/>
                </a:cubicBezTo>
                <a:cubicBezTo>
                  <a:pt x="396325" y="12374"/>
                  <a:pt x="397523" y="14062"/>
                  <a:pt x="398286" y="16039"/>
                </a:cubicBezTo>
                <a:cubicBezTo>
                  <a:pt x="399048" y="18016"/>
                  <a:pt x="399430" y="20202"/>
                  <a:pt x="399430" y="22599"/>
                </a:cubicBezTo>
                <a:cubicBezTo>
                  <a:pt x="399430" y="24498"/>
                  <a:pt x="399150" y="26296"/>
                  <a:pt x="398589" y="27992"/>
                </a:cubicBezTo>
                <a:cubicBezTo>
                  <a:pt x="398029" y="29689"/>
                  <a:pt x="397196" y="31230"/>
                  <a:pt x="396091" y="32615"/>
                </a:cubicBezTo>
                <a:cubicBezTo>
                  <a:pt x="394986" y="34000"/>
                  <a:pt x="393617" y="35199"/>
                  <a:pt x="391982" y="36210"/>
                </a:cubicBezTo>
                <a:cubicBezTo>
                  <a:pt x="390348" y="37222"/>
                  <a:pt x="388473" y="37977"/>
                  <a:pt x="386356" y="38475"/>
                </a:cubicBezTo>
                <a:cubicBezTo>
                  <a:pt x="388068" y="39069"/>
                  <a:pt x="389523" y="40110"/>
                  <a:pt x="390722" y="41596"/>
                </a:cubicBezTo>
                <a:cubicBezTo>
                  <a:pt x="391920" y="43082"/>
                  <a:pt x="393142" y="45062"/>
                  <a:pt x="394387" y="47533"/>
                </a:cubicBezTo>
                <a:lnTo>
                  <a:pt x="404052" y="67611"/>
                </a:lnTo>
                <a:moveTo>
                  <a:pt x="390745" y="23300"/>
                </a:moveTo>
                <a:cubicBezTo>
                  <a:pt x="390745" y="20031"/>
                  <a:pt x="389725" y="17588"/>
                  <a:pt x="387687" y="15969"/>
                </a:cubicBezTo>
                <a:cubicBezTo>
                  <a:pt x="385648" y="14350"/>
                  <a:pt x="382776" y="13541"/>
                  <a:pt x="379072" y="13541"/>
                </a:cubicBezTo>
                <a:lnTo>
                  <a:pt x="371227" y="13541"/>
                </a:lnTo>
                <a:lnTo>
                  <a:pt x="371227" y="33712"/>
                </a:lnTo>
                <a:lnTo>
                  <a:pt x="377951" y="33712"/>
                </a:lnTo>
                <a:cubicBezTo>
                  <a:pt x="379912" y="33712"/>
                  <a:pt x="381679" y="33487"/>
                  <a:pt x="383251" y="33035"/>
                </a:cubicBezTo>
                <a:cubicBezTo>
                  <a:pt x="384823" y="32584"/>
                  <a:pt x="386161" y="31915"/>
                  <a:pt x="387266" y="31027"/>
                </a:cubicBezTo>
                <a:cubicBezTo>
                  <a:pt x="388371" y="30140"/>
                  <a:pt x="389227" y="29051"/>
                  <a:pt x="389834" y="27759"/>
                </a:cubicBezTo>
                <a:cubicBezTo>
                  <a:pt x="390441" y="26467"/>
                  <a:pt x="390745" y="24981"/>
                  <a:pt x="390745" y="23300"/>
                </a:cubicBezTo>
                <a:close/>
                <a:moveTo>
                  <a:pt x="453903" y="41697"/>
                </a:moveTo>
                <a:cubicBezTo>
                  <a:pt x="453903" y="42849"/>
                  <a:pt x="453887" y="43813"/>
                  <a:pt x="453856" y="44592"/>
                </a:cubicBezTo>
                <a:cubicBezTo>
                  <a:pt x="453825" y="45370"/>
                  <a:pt x="453779" y="46101"/>
                  <a:pt x="453716" y="46786"/>
                </a:cubicBezTo>
                <a:lnTo>
                  <a:pt x="420798" y="46786"/>
                </a:lnTo>
                <a:cubicBezTo>
                  <a:pt x="420798" y="51580"/>
                  <a:pt x="422136" y="55261"/>
                  <a:pt x="424813" y="57829"/>
                </a:cubicBezTo>
                <a:cubicBezTo>
                  <a:pt x="427490" y="60397"/>
                  <a:pt x="431350" y="61681"/>
                  <a:pt x="436393" y="61681"/>
                </a:cubicBezTo>
                <a:cubicBezTo>
                  <a:pt x="437763" y="61681"/>
                  <a:pt x="439133" y="61626"/>
                  <a:pt x="440502" y="61515"/>
                </a:cubicBezTo>
                <a:cubicBezTo>
                  <a:pt x="441872" y="61403"/>
                  <a:pt x="443195" y="61252"/>
                  <a:pt x="444471" y="61061"/>
                </a:cubicBezTo>
                <a:cubicBezTo>
                  <a:pt x="445747" y="60870"/>
                  <a:pt x="446969" y="60655"/>
                  <a:pt x="448136" y="60416"/>
                </a:cubicBezTo>
                <a:cubicBezTo>
                  <a:pt x="449304" y="60177"/>
                  <a:pt x="450386" y="59914"/>
                  <a:pt x="451382" y="59627"/>
                </a:cubicBezTo>
                <a:lnTo>
                  <a:pt x="451382" y="66304"/>
                </a:lnTo>
                <a:cubicBezTo>
                  <a:pt x="449172" y="66940"/>
                  <a:pt x="446673" y="67457"/>
                  <a:pt x="443887" y="67855"/>
                </a:cubicBezTo>
                <a:cubicBezTo>
                  <a:pt x="441101" y="68253"/>
                  <a:pt x="438214" y="68452"/>
                  <a:pt x="435226" y="68452"/>
                </a:cubicBezTo>
                <a:cubicBezTo>
                  <a:pt x="431210" y="68452"/>
                  <a:pt x="427755" y="67907"/>
                  <a:pt x="424860" y="66818"/>
                </a:cubicBezTo>
                <a:cubicBezTo>
                  <a:pt x="421965" y="65728"/>
                  <a:pt x="419592" y="64148"/>
                  <a:pt x="417739" y="62078"/>
                </a:cubicBezTo>
                <a:cubicBezTo>
                  <a:pt x="415887" y="60008"/>
                  <a:pt x="414518" y="57471"/>
                  <a:pt x="413630" y="54467"/>
                </a:cubicBezTo>
                <a:cubicBezTo>
                  <a:pt x="412743" y="51463"/>
                  <a:pt x="412300" y="48063"/>
                  <a:pt x="412300" y="44265"/>
                </a:cubicBezTo>
                <a:cubicBezTo>
                  <a:pt x="412300" y="40965"/>
                  <a:pt x="412774" y="37845"/>
                  <a:pt x="413724" y="34903"/>
                </a:cubicBezTo>
                <a:cubicBezTo>
                  <a:pt x="414673" y="31961"/>
                  <a:pt x="416058" y="29378"/>
                  <a:pt x="417879" y="27152"/>
                </a:cubicBezTo>
                <a:cubicBezTo>
                  <a:pt x="419701" y="24926"/>
                  <a:pt x="421934" y="23160"/>
                  <a:pt x="424580" y="21852"/>
                </a:cubicBezTo>
                <a:cubicBezTo>
                  <a:pt x="427226" y="20545"/>
                  <a:pt x="430230" y="19891"/>
                  <a:pt x="433592" y="19891"/>
                </a:cubicBezTo>
                <a:cubicBezTo>
                  <a:pt x="436860" y="19891"/>
                  <a:pt x="439755" y="20405"/>
                  <a:pt x="442277" y="21432"/>
                </a:cubicBezTo>
                <a:cubicBezTo>
                  <a:pt x="444798" y="22459"/>
                  <a:pt x="446922" y="23915"/>
                  <a:pt x="448650" y="25798"/>
                </a:cubicBezTo>
                <a:cubicBezTo>
                  <a:pt x="450378" y="27681"/>
                  <a:pt x="451685" y="29969"/>
                  <a:pt x="452572" y="32662"/>
                </a:cubicBezTo>
                <a:cubicBezTo>
                  <a:pt x="453459" y="35354"/>
                  <a:pt x="453903" y="38366"/>
                  <a:pt x="453903" y="41697"/>
                </a:cubicBezTo>
                <a:moveTo>
                  <a:pt x="445452" y="40529"/>
                </a:moveTo>
                <a:cubicBezTo>
                  <a:pt x="445545" y="38444"/>
                  <a:pt x="445343" y="36537"/>
                  <a:pt x="444845" y="34810"/>
                </a:cubicBezTo>
                <a:cubicBezTo>
                  <a:pt x="444347" y="33082"/>
                  <a:pt x="443576" y="31596"/>
                  <a:pt x="442533" y="30350"/>
                </a:cubicBezTo>
                <a:cubicBezTo>
                  <a:pt x="441491" y="29105"/>
                  <a:pt x="440191" y="28132"/>
                  <a:pt x="438634" y="27432"/>
                </a:cubicBezTo>
                <a:cubicBezTo>
                  <a:pt x="437078" y="26732"/>
                  <a:pt x="435273" y="26381"/>
                  <a:pt x="433218" y="26381"/>
                </a:cubicBezTo>
                <a:cubicBezTo>
                  <a:pt x="431444" y="26381"/>
                  <a:pt x="429825" y="26724"/>
                  <a:pt x="428362" y="27409"/>
                </a:cubicBezTo>
                <a:cubicBezTo>
                  <a:pt x="426899" y="28094"/>
                  <a:pt x="425638" y="29059"/>
                  <a:pt x="424580" y="30304"/>
                </a:cubicBezTo>
                <a:cubicBezTo>
                  <a:pt x="423522" y="31549"/>
                  <a:pt x="422666" y="33043"/>
                  <a:pt x="422012" y="34786"/>
                </a:cubicBezTo>
                <a:cubicBezTo>
                  <a:pt x="421358" y="36529"/>
                  <a:pt x="420953" y="38444"/>
                  <a:pt x="420798" y="40529"/>
                </a:cubicBezTo>
                <a:lnTo>
                  <a:pt x="445452" y="40529"/>
                </a:lnTo>
                <a:close/>
                <a:moveTo>
                  <a:pt x="496283" y="67611"/>
                </a:moveTo>
                <a:lnTo>
                  <a:pt x="496096" y="61295"/>
                </a:lnTo>
                <a:cubicBezTo>
                  <a:pt x="493544" y="63821"/>
                  <a:pt x="490952" y="65645"/>
                  <a:pt x="488322" y="66768"/>
                </a:cubicBezTo>
                <a:cubicBezTo>
                  <a:pt x="485691" y="67890"/>
                  <a:pt x="482929" y="68452"/>
                  <a:pt x="480034" y="68452"/>
                </a:cubicBezTo>
                <a:cubicBezTo>
                  <a:pt x="477357" y="68452"/>
                  <a:pt x="475069" y="68109"/>
                  <a:pt x="473170" y="67423"/>
                </a:cubicBezTo>
                <a:cubicBezTo>
                  <a:pt x="471271" y="66737"/>
                  <a:pt x="469707" y="65794"/>
                  <a:pt x="468477" y="64594"/>
                </a:cubicBezTo>
                <a:cubicBezTo>
                  <a:pt x="467248" y="63393"/>
                  <a:pt x="466345" y="61982"/>
                  <a:pt x="465769" y="60361"/>
                </a:cubicBezTo>
                <a:cubicBezTo>
                  <a:pt x="465193" y="58739"/>
                  <a:pt x="464905" y="56977"/>
                  <a:pt x="464905" y="55076"/>
                </a:cubicBezTo>
                <a:cubicBezTo>
                  <a:pt x="464905" y="50368"/>
                  <a:pt x="466656" y="46681"/>
                  <a:pt x="470158" y="44015"/>
                </a:cubicBezTo>
                <a:cubicBezTo>
                  <a:pt x="473660" y="41349"/>
                  <a:pt x="478835" y="40016"/>
                  <a:pt x="485684" y="40016"/>
                </a:cubicBezTo>
                <a:lnTo>
                  <a:pt x="495396" y="40016"/>
                </a:lnTo>
                <a:lnTo>
                  <a:pt x="495396" y="35921"/>
                </a:lnTo>
                <a:cubicBezTo>
                  <a:pt x="495396" y="33161"/>
                  <a:pt x="494509" y="30951"/>
                  <a:pt x="492734" y="29291"/>
                </a:cubicBezTo>
                <a:cubicBezTo>
                  <a:pt x="490960" y="27631"/>
                  <a:pt x="488252" y="26802"/>
                  <a:pt x="484610" y="26802"/>
                </a:cubicBezTo>
                <a:cubicBezTo>
                  <a:pt x="481964" y="26802"/>
                  <a:pt x="479357" y="27102"/>
                  <a:pt x="476789" y="27702"/>
                </a:cubicBezTo>
                <a:cubicBezTo>
                  <a:pt x="474220" y="28301"/>
                  <a:pt x="471567" y="29153"/>
                  <a:pt x="468827" y="30257"/>
                </a:cubicBezTo>
                <a:lnTo>
                  <a:pt x="468827" y="22926"/>
                </a:lnTo>
                <a:cubicBezTo>
                  <a:pt x="469855" y="22547"/>
                  <a:pt x="470999" y="22175"/>
                  <a:pt x="472259" y="21811"/>
                </a:cubicBezTo>
                <a:cubicBezTo>
                  <a:pt x="473520" y="21448"/>
                  <a:pt x="474851" y="21124"/>
                  <a:pt x="476252" y="20840"/>
                </a:cubicBezTo>
                <a:cubicBezTo>
                  <a:pt x="477652" y="20555"/>
                  <a:pt x="479115" y="20326"/>
                  <a:pt x="480641" y="20152"/>
                </a:cubicBezTo>
                <a:cubicBezTo>
                  <a:pt x="482166" y="19978"/>
                  <a:pt x="483707" y="19891"/>
                  <a:pt x="485263" y="19891"/>
                </a:cubicBezTo>
                <a:cubicBezTo>
                  <a:pt x="488096" y="19891"/>
                  <a:pt x="490649" y="20202"/>
                  <a:pt x="492921" y="20825"/>
                </a:cubicBezTo>
                <a:cubicBezTo>
                  <a:pt x="495193" y="21448"/>
                  <a:pt x="497116" y="22397"/>
                  <a:pt x="498688" y="23673"/>
                </a:cubicBezTo>
                <a:cubicBezTo>
                  <a:pt x="500260" y="24950"/>
                  <a:pt x="501466" y="26553"/>
                  <a:pt x="502306" y="28483"/>
                </a:cubicBezTo>
                <a:cubicBezTo>
                  <a:pt x="503147" y="30413"/>
                  <a:pt x="503567" y="32685"/>
                  <a:pt x="503567" y="35300"/>
                </a:cubicBezTo>
                <a:lnTo>
                  <a:pt x="503567" y="67611"/>
                </a:lnTo>
                <a:lnTo>
                  <a:pt x="496283" y="67611"/>
                </a:lnTo>
                <a:moveTo>
                  <a:pt x="495396" y="46226"/>
                </a:moveTo>
                <a:lnTo>
                  <a:pt x="485077" y="46226"/>
                </a:lnTo>
                <a:cubicBezTo>
                  <a:pt x="483053" y="46226"/>
                  <a:pt x="481310" y="46429"/>
                  <a:pt x="479847" y="46836"/>
                </a:cubicBezTo>
                <a:cubicBezTo>
                  <a:pt x="478384" y="47242"/>
                  <a:pt x="477185" y="47819"/>
                  <a:pt x="476252" y="48568"/>
                </a:cubicBezTo>
                <a:cubicBezTo>
                  <a:pt x="475318" y="49317"/>
                  <a:pt x="474625" y="50215"/>
                  <a:pt x="474174" y="51261"/>
                </a:cubicBezTo>
                <a:cubicBezTo>
                  <a:pt x="473722" y="52307"/>
                  <a:pt x="473497" y="53486"/>
                  <a:pt x="473497" y="54797"/>
                </a:cubicBezTo>
                <a:cubicBezTo>
                  <a:pt x="473497" y="55703"/>
                  <a:pt x="473637" y="56569"/>
                  <a:pt x="473917" y="57397"/>
                </a:cubicBezTo>
                <a:cubicBezTo>
                  <a:pt x="474197" y="58224"/>
                  <a:pt x="474649" y="58958"/>
                  <a:pt x="475271" y="59598"/>
                </a:cubicBezTo>
                <a:cubicBezTo>
                  <a:pt x="475894" y="60238"/>
                  <a:pt x="476703" y="60745"/>
                  <a:pt x="477699" y="61120"/>
                </a:cubicBezTo>
                <a:cubicBezTo>
                  <a:pt x="478695" y="61494"/>
                  <a:pt x="479909" y="61681"/>
                  <a:pt x="481341" y="61681"/>
                </a:cubicBezTo>
                <a:cubicBezTo>
                  <a:pt x="483209" y="61681"/>
                  <a:pt x="485349" y="61112"/>
                  <a:pt x="487761" y="59973"/>
                </a:cubicBezTo>
                <a:cubicBezTo>
                  <a:pt x="490174" y="58833"/>
                  <a:pt x="492719" y="57029"/>
                  <a:pt x="495396" y="54562"/>
                </a:cubicBezTo>
                <a:lnTo>
                  <a:pt x="495396" y="46226"/>
                </a:lnTo>
                <a:close/>
                <a:moveTo>
                  <a:pt x="554445" y="65884"/>
                </a:moveTo>
                <a:cubicBezTo>
                  <a:pt x="552328" y="66693"/>
                  <a:pt x="550157" y="67292"/>
                  <a:pt x="547931" y="67681"/>
                </a:cubicBezTo>
                <a:cubicBezTo>
                  <a:pt x="545706" y="68070"/>
                  <a:pt x="543410" y="68265"/>
                  <a:pt x="541044" y="68265"/>
                </a:cubicBezTo>
                <a:cubicBezTo>
                  <a:pt x="533635" y="68265"/>
                  <a:pt x="527931" y="66257"/>
                  <a:pt x="523931" y="62242"/>
                </a:cubicBezTo>
                <a:cubicBezTo>
                  <a:pt x="519931" y="58226"/>
                  <a:pt x="517931" y="52358"/>
                  <a:pt x="517931" y="44638"/>
                </a:cubicBezTo>
                <a:cubicBezTo>
                  <a:pt x="517931" y="40934"/>
                  <a:pt x="518507" y="37572"/>
                  <a:pt x="519659" y="34553"/>
                </a:cubicBezTo>
                <a:cubicBezTo>
                  <a:pt x="520810" y="31533"/>
                  <a:pt x="522429" y="28950"/>
                  <a:pt x="524515" y="26802"/>
                </a:cubicBezTo>
                <a:cubicBezTo>
                  <a:pt x="526600" y="24654"/>
                  <a:pt x="529091" y="22996"/>
                  <a:pt x="531986" y="21829"/>
                </a:cubicBezTo>
                <a:cubicBezTo>
                  <a:pt x="534881" y="20662"/>
                  <a:pt x="538071" y="20078"/>
                  <a:pt x="541558" y="20078"/>
                </a:cubicBezTo>
                <a:cubicBezTo>
                  <a:pt x="543986" y="20078"/>
                  <a:pt x="546258" y="20253"/>
                  <a:pt x="548375" y="20603"/>
                </a:cubicBezTo>
                <a:cubicBezTo>
                  <a:pt x="550492" y="20952"/>
                  <a:pt x="552515" y="21524"/>
                  <a:pt x="554445" y="22319"/>
                </a:cubicBezTo>
                <a:lnTo>
                  <a:pt x="554445" y="30070"/>
                </a:lnTo>
                <a:cubicBezTo>
                  <a:pt x="552422" y="28995"/>
                  <a:pt x="550359" y="28213"/>
                  <a:pt x="548258" y="27724"/>
                </a:cubicBezTo>
                <a:cubicBezTo>
                  <a:pt x="546157" y="27234"/>
                  <a:pt x="543986" y="26988"/>
                  <a:pt x="541744" y="26988"/>
                </a:cubicBezTo>
                <a:cubicBezTo>
                  <a:pt x="539659" y="26988"/>
                  <a:pt x="537690" y="27385"/>
                  <a:pt x="535838" y="28179"/>
                </a:cubicBezTo>
                <a:cubicBezTo>
                  <a:pt x="533986" y="28973"/>
                  <a:pt x="532359" y="30117"/>
                  <a:pt x="530958" y="31611"/>
                </a:cubicBezTo>
                <a:cubicBezTo>
                  <a:pt x="529558" y="33105"/>
                  <a:pt x="528452" y="34926"/>
                  <a:pt x="527643" y="37074"/>
                </a:cubicBezTo>
                <a:cubicBezTo>
                  <a:pt x="526834" y="39222"/>
                  <a:pt x="526429" y="41650"/>
                  <a:pt x="526429" y="44358"/>
                </a:cubicBezTo>
                <a:cubicBezTo>
                  <a:pt x="526429" y="50024"/>
                  <a:pt x="527807" y="54265"/>
                  <a:pt x="530561" y="57082"/>
                </a:cubicBezTo>
                <a:cubicBezTo>
                  <a:pt x="533316" y="59899"/>
                  <a:pt x="537137" y="61308"/>
                  <a:pt x="542025" y="61308"/>
                </a:cubicBezTo>
                <a:cubicBezTo>
                  <a:pt x="544235" y="61308"/>
                  <a:pt x="546375" y="61059"/>
                  <a:pt x="548445" y="60561"/>
                </a:cubicBezTo>
                <a:cubicBezTo>
                  <a:pt x="550515" y="60063"/>
                  <a:pt x="552515" y="59316"/>
                  <a:pt x="554445" y="58319"/>
                </a:cubicBezTo>
                <a:lnTo>
                  <a:pt x="554445" y="65884"/>
                </a:lnTo>
                <a:close/>
                <a:moveTo>
                  <a:pt x="607657" y="66911"/>
                </a:moveTo>
                <a:cubicBezTo>
                  <a:pt x="605821" y="67394"/>
                  <a:pt x="603922" y="67741"/>
                  <a:pt x="601961" y="67950"/>
                </a:cubicBezTo>
                <a:cubicBezTo>
                  <a:pt x="600000" y="68160"/>
                  <a:pt x="598008" y="68265"/>
                  <a:pt x="595984" y="68265"/>
                </a:cubicBezTo>
                <a:cubicBezTo>
                  <a:pt x="590101" y="68265"/>
                  <a:pt x="585712" y="66934"/>
                  <a:pt x="582817" y="64273"/>
                </a:cubicBezTo>
                <a:cubicBezTo>
                  <a:pt x="579922" y="61611"/>
                  <a:pt x="578474" y="57526"/>
                  <a:pt x="578474" y="52016"/>
                </a:cubicBezTo>
                <a:lnTo>
                  <a:pt x="578474" y="27549"/>
                </a:lnTo>
                <a:lnTo>
                  <a:pt x="565354" y="27549"/>
                </a:lnTo>
                <a:lnTo>
                  <a:pt x="565354" y="20732"/>
                </a:lnTo>
                <a:lnTo>
                  <a:pt x="578474" y="20732"/>
                </a:lnTo>
                <a:lnTo>
                  <a:pt x="578474" y="7804"/>
                </a:lnTo>
                <a:lnTo>
                  <a:pt x="586599" y="5697"/>
                </a:lnTo>
                <a:lnTo>
                  <a:pt x="586599" y="20732"/>
                </a:lnTo>
                <a:lnTo>
                  <a:pt x="607657" y="20732"/>
                </a:lnTo>
                <a:lnTo>
                  <a:pt x="607657" y="27549"/>
                </a:lnTo>
                <a:lnTo>
                  <a:pt x="586599" y="27549"/>
                </a:lnTo>
                <a:lnTo>
                  <a:pt x="586599" y="51362"/>
                </a:lnTo>
                <a:cubicBezTo>
                  <a:pt x="586599" y="54724"/>
                  <a:pt x="587494" y="57238"/>
                  <a:pt x="589284" y="58903"/>
                </a:cubicBezTo>
                <a:cubicBezTo>
                  <a:pt x="591074" y="60568"/>
                  <a:pt x="593712" y="61401"/>
                  <a:pt x="597198" y="61401"/>
                </a:cubicBezTo>
                <a:cubicBezTo>
                  <a:pt x="598692" y="61401"/>
                  <a:pt x="600327" y="61281"/>
                  <a:pt x="602101" y="61041"/>
                </a:cubicBezTo>
                <a:cubicBezTo>
                  <a:pt x="603875" y="60799"/>
                  <a:pt x="605727" y="60422"/>
                  <a:pt x="607657" y="59907"/>
                </a:cubicBezTo>
                <a:lnTo>
                  <a:pt x="607657" y="66911"/>
                </a:lnTo>
                <a:close/>
                <a:moveTo>
                  <a:pt x="715203" y="9152"/>
                </a:moveTo>
                <a:cubicBezTo>
                  <a:pt x="710939" y="8249"/>
                  <a:pt x="707266" y="7798"/>
                  <a:pt x="704184" y="7798"/>
                </a:cubicBezTo>
                <a:cubicBezTo>
                  <a:pt x="696869" y="7798"/>
                  <a:pt x="693211" y="11627"/>
                  <a:pt x="693211" y="19284"/>
                </a:cubicBezTo>
                <a:lnTo>
                  <a:pt x="693211" y="27502"/>
                </a:lnTo>
                <a:lnTo>
                  <a:pt x="713756" y="27502"/>
                </a:lnTo>
                <a:lnTo>
                  <a:pt x="713756" y="34273"/>
                </a:lnTo>
                <a:lnTo>
                  <a:pt x="693211" y="34273"/>
                </a:lnTo>
                <a:lnTo>
                  <a:pt x="693211" y="67611"/>
                </a:lnTo>
                <a:lnTo>
                  <a:pt x="684946" y="67611"/>
                </a:lnTo>
                <a:lnTo>
                  <a:pt x="684946" y="34273"/>
                </a:lnTo>
                <a:lnTo>
                  <a:pt x="669865" y="34273"/>
                </a:lnTo>
                <a:lnTo>
                  <a:pt x="669865" y="27502"/>
                </a:lnTo>
                <a:lnTo>
                  <a:pt x="684946" y="27502"/>
                </a:lnTo>
                <a:lnTo>
                  <a:pt x="684946" y="19751"/>
                </a:lnTo>
                <a:cubicBezTo>
                  <a:pt x="684946" y="7269"/>
                  <a:pt x="691452" y="1027"/>
                  <a:pt x="704464" y="1027"/>
                </a:cubicBezTo>
                <a:cubicBezTo>
                  <a:pt x="707701" y="1027"/>
                  <a:pt x="711281" y="1401"/>
                  <a:pt x="715203" y="2148"/>
                </a:cubicBezTo>
                <a:lnTo>
                  <a:pt x="715203" y="9152"/>
                </a:lnTo>
                <a:moveTo>
                  <a:pt x="666129" y="20732"/>
                </a:moveTo>
                <a:lnTo>
                  <a:pt x="666129" y="20732"/>
                </a:lnTo>
                <a:close/>
                <a:moveTo>
                  <a:pt x="727373" y="20732"/>
                </a:moveTo>
                <a:lnTo>
                  <a:pt x="734797" y="20732"/>
                </a:lnTo>
                <a:lnTo>
                  <a:pt x="735030" y="29348"/>
                </a:lnTo>
                <a:cubicBezTo>
                  <a:pt x="737801" y="26025"/>
                  <a:pt x="740532" y="23618"/>
                  <a:pt x="743225" y="22128"/>
                </a:cubicBezTo>
                <a:cubicBezTo>
                  <a:pt x="745918" y="20637"/>
                  <a:pt x="748634" y="19891"/>
                  <a:pt x="751373" y="19891"/>
                </a:cubicBezTo>
                <a:cubicBezTo>
                  <a:pt x="756229" y="19891"/>
                  <a:pt x="759910" y="21459"/>
                  <a:pt x="762416" y="24595"/>
                </a:cubicBezTo>
                <a:cubicBezTo>
                  <a:pt x="764922" y="27732"/>
                  <a:pt x="766081" y="32389"/>
                  <a:pt x="765894" y="38568"/>
                </a:cubicBezTo>
                <a:lnTo>
                  <a:pt x="757677" y="38568"/>
                </a:lnTo>
                <a:cubicBezTo>
                  <a:pt x="757770" y="34476"/>
                  <a:pt x="757171" y="31507"/>
                  <a:pt x="755879" y="29663"/>
                </a:cubicBezTo>
                <a:cubicBezTo>
                  <a:pt x="754587" y="27818"/>
                  <a:pt x="752696" y="26895"/>
                  <a:pt x="750206" y="26895"/>
                </a:cubicBezTo>
                <a:cubicBezTo>
                  <a:pt x="749116" y="26895"/>
                  <a:pt x="748019" y="27089"/>
                  <a:pt x="746914" y="27477"/>
                </a:cubicBezTo>
                <a:cubicBezTo>
                  <a:pt x="745809" y="27864"/>
                  <a:pt x="744673" y="28484"/>
                  <a:pt x="743505" y="29336"/>
                </a:cubicBezTo>
                <a:cubicBezTo>
                  <a:pt x="742338" y="30188"/>
                  <a:pt x="741101" y="31281"/>
                  <a:pt x="739793" y="32615"/>
                </a:cubicBezTo>
                <a:cubicBezTo>
                  <a:pt x="738486" y="33948"/>
                  <a:pt x="737085" y="35560"/>
                  <a:pt x="735591" y="37451"/>
                </a:cubicBezTo>
                <a:lnTo>
                  <a:pt x="735591" y="67611"/>
                </a:lnTo>
                <a:lnTo>
                  <a:pt x="727373" y="67611"/>
                </a:lnTo>
                <a:lnTo>
                  <a:pt x="727373" y="20732"/>
                </a:lnTo>
                <a:close/>
                <a:moveTo>
                  <a:pt x="818127" y="43798"/>
                </a:moveTo>
                <a:cubicBezTo>
                  <a:pt x="818127" y="47440"/>
                  <a:pt x="817613" y="50779"/>
                  <a:pt x="816586" y="53814"/>
                </a:cubicBezTo>
                <a:cubicBezTo>
                  <a:pt x="815558" y="56849"/>
                  <a:pt x="814080" y="59448"/>
                  <a:pt x="812150" y="61611"/>
                </a:cubicBezTo>
                <a:cubicBezTo>
                  <a:pt x="810220" y="63775"/>
                  <a:pt x="807870" y="65456"/>
                  <a:pt x="805099" y="66654"/>
                </a:cubicBezTo>
                <a:cubicBezTo>
                  <a:pt x="802329" y="67853"/>
                  <a:pt x="799185" y="68452"/>
                  <a:pt x="795667" y="68452"/>
                </a:cubicBezTo>
                <a:cubicBezTo>
                  <a:pt x="792305" y="68452"/>
                  <a:pt x="789294" y="67930"/>
                  <a:pt x="786632" y="66888"/>
                </a:cubicBezTo>
                <a:cubicBezTo>
                  <a:pt x="783971" y="65845"/>
                  <a:pt x="781714" y="64312"/>
                  <a:pt x="779862" y="62288"/>
                </a:cubicBezTo>
                <a:cubicBezTo>
                  <a:pt x="778010" y="60265"/>
                  <a:pt x="776593" y="57759"/>
                  <a:pt x="775613" y="54771"/>
                </a:cubicBezTo>
                <a:cubicBezTo>
                  <a:pt x="774632" y="51782"/>
                  <a:pt x="774142" y="48343"/>
                  <a:pt x="774142" y="44452"/>
                </a:cubicBezTo>
                <a:cubicBezTo>
                  <a:pt x="774142" y="40810"/>
                  <a:pt x="774655" y="37487"/>
                  <a:pt x="775683" y="34483"/>
                </a:cubicBezTo>
                <a:cubicBezTo>
                  <a:pt x="776710" y="31479"/>
                  <a:pt x="778189" y="28895"/>
                  <a:pt x="780119" y="26732"/>
                </a:cubicBezTo>
                <a:cubicBezTo>
                  <a:pt x="782048" y="24568"/>
                  <a:pt x="784399" y="22887"/>
                  <a:pt x="787169" y="21689"/>
                </a:cubicBezTo>
                <a:cubicBezTo>
                  <a:pt x="789940" y="20490"/>
                  <a:pt x="793084" y="19891"/>
                  <a:pt x="796601" y="19891"/>
                </a:cubicBezTo>
                <a:cubicBezTo>
                  <a:pt x="799963" y="19891"/>
                  <a:pt x="802975" y="20413"/>
                  <a:pt x="805636" y="21455"/>
                </a:cubicBezTo>
                <a:cubicBezTo>
                  <a:pt x="808298" y="22498"/>
                  <a:pt x="810554" y="24023"/>
                  <a:pt x="812407" y="26031"/>
                </a:cubicBezTo>
                <a:cubicBezTo>
                  <a:pt x="814259" y="28039"/>
                  <a:pt x="815675" y="30537"/>
                  <a:pt x="816656" y="33525"/>
                </a:cubicBezTo>
                <a:cubicBezTo>
                  <a:pt x="817636" y="36514"/>
                  <a:pt x="818127" y="39938"/>
                  <a:pt x="818127" y="43798"/>
                </a:cubicBezTo>
                <a:moveTo>
                  <a:pt x="809815" y="44171"/>
                </a:moveTo>
                <a:cubicBezTo>
                  <a:pt x="809815" y="41277"/>
                  <a:pt x="809496" y="38747"/>
                  <a:pt x="808858" y="36584"/>
                </a:cubicBezTo>
                <a:cubicBezTo>
                  <a:pt x="808220" y="34420"/>
                  <a:pt x="807309" y="32615"/>
                  <a:pt x="806126" y="31168"/>
                </a:cubicBezTo>
                <a:cubicBezTo>
                  <a:pt x="804944" y="29720"/>
                  <a:pt x="803504" y="28631"/>
                  <a:pt x="801807" y="27899"/>
                </a:cubicBezTo>
                <a:cubicBezTo>
                  <a:pt x="800111" y="27167"/>
                  <a:pt x="798220" y="26802"/>
                  <a:pt x="796134" y="26802"/>
                </a:cubicBezTo>
                <a:cubicBezTo>
                  <a:pt x="793706" y="26802"/>
                  <a:pt x="791628" y="27276"/>
                  <a:pt x="789901" y="28226"/>
                </a:cubicBezTo>
                <a:cubicBezTo>
                  <a:pt x="788173" y="29175"/>
                  <a:pt x="786757" y="30444"/>
                  <a:pt x="785652" y="32031"/>
                </a:cubicBezTo>
                <a:cubicBezTo>
                  <a:pt x="784547" y="33619"/>
                  <a:pt x="783737" y="35463"/>
                  <a:pt x="783224" y="37564"/>
                </a:cubicBezTo>
                <a:cubicBezTo>
                  <a:pt x="782710" y="39666"/>
                  <a:pt x="782453" y="41868"/>
                  <a:pt x="782453" y="44171"/>
                </a:cubicBezTo>
                <a:cubicBezTo>
                  <a:pt x="782453" y="47066"/>
                  <a:pt x="782772" y="49603"/>
                  <a:pt x="783410" y="51782"/>
                </a:cubicBezTo>
                <a:cubicBezTo>
                  <a:pt x="784048" y="53961"/>
                  <a:pt x="784959" y="55775"/>
                  <a:pt x="786142" y="57222"/>
                </a:cubicBezTo>
                <a:cubicBezTo>
                  <a:pt x="787325" y="58670"/>
                  <a:pt x="788757" y="59759"/>
                  <a:pt x="790438" y="60491"/>
                </a:cubicBezTo>
                <a:cubicBezTo>
                  <a:pt x="792119" y="61222"/>
                  <a:pt x="794017" y="61588"/>
                  <a:pt x="796134" y="61588"/>
                </a:cubicBezTo>
                <a:cubicBezTo>
                  <a:pt x="798562" y="61588"/>
                  <a:pt x="800640" y="61113"/>
                  <a:pt x="802368" y="60164"/>
                </a:cubicBezTo>
                <a:cubicBezTo>
                  <a:pt x="804095" y="59214"/>
                  <a:pt x="805512" y="57946"/>
                  <a:pt x="806617" y="56358"/>
                </a:cubicBezTo>
                <a:cubicBezTo>
                  <a:pt x="807722" y="54771"/>
                  <a:pt x="808531" y="52926"/>
                  <a:pt x="809045" y="50825"/>
                </a:cubicBezTo>
                <a:cubicBezTo>
                  <a:pt x="809558" y="48724"/>
                  <a:pt x="809815" y="46506"/>
                  <a:pt x="809815" y="44171"/>
                </a:cubicBezTo>
                <a:close/>
                <a:moveTo>
                  <a:pt x="862608" y="67611"/>
                </a:moveTo>
                <a:lnTo>
                  <a:pt x="862608" y="33946"/>
                </a:lnTo>
                <a:cubicBezTo>
                  <a:pt x="862608" y="32483"/>
                  <a:pt x="862553" y="31284"/>
                  <a:pt x="862444" y="30350"/>
                </a:cubicBezTo>
                <a:cubicBezTo>
                  <a:pt x="862335" y="29417"/>
                  <a:pt x="862164" y="28677"/>
                  <a:pt x="861930" y="28132"/>
                </a:cubicBezTo>
                <a:cubicBezTo>
                  <a:pt x="861697" y="27588"/>
                  <a:pt x="861401" y="27206"/>
                  <a:pt x="861043" y="26988"/>
                </a:cubicBezTo>
                <a:cubicBezTo>
                  <a:pt x="860685" y="26771"/>
                  <a:pt x="860242" y="26662"/>
                  <a:pt x="859713" y="26662"/>
                </a:cubicBezTo>
                <a:cubicBezTo>
                  <a:pt x="859090" y="26662"/>
                  <a:pt x="858514" y="26848"/>
                  <a:pt x="857985" y="27222"/>
                </a:cubicBezTo>
                <a:cubicBezTo>
                  <a:pt x="857456" y="27595"/>
                  <a:pt x="856888" y="28203"/>
                  <a:pt x="856281" y="29043"/>
                </a:cubicBezTo>
                <a:cubicBezTo>
                  <a:pt x="855674" y="29883"/>
                  <a:pt x="855004" y="30996"/>
                  <a:pt x="854273" y="32382"/>
                </a:cubicBezTo>
                <a:cubicBezTo>
                  <a:pt x="853541" y="33767"/>
                  <a:pt x="852678" y="35471"/>
                  <a:pt x="851681" y="37494"/>
                </a:cubicBezTo>
                <a:lnTo>
                  <a:pt x="851681" y="67611"/>
                </a:lnTo>
                <a:lnTo>
                  <a:pt x="844257" y="67611"/>
                </a:lnTo>
                <a:lnTo>
                  <a:pt x="844257" y="34833"/>
                </a:lnTo>
                <a:cubicBezTo>
                  <a:pt x="844257" y="33121"/>
                  <a:pt x="844203" y="31736"/>
                  <a:pt x="844094" y="30677"/>
                </a:cubicBezTo>
                <a:cubicBezTo>
                  <a:pt x="843985" y="29619"/>
                  <a:pt x="843814" y="28794"/>
                  <a:pt x="843580" y="28203"/>
                </a:cubicBezTo>
                <a:cubicBezTo>
                  <a:pt x="843347" y="27611"/>
                  <a:pt x="843043" y="27206"/>
                  <a:pt x="842670" y="26988"/>
                </a:cubicBezTo>
                <a:cubicBezTo>
                  <a:pt x="842296" y="26771"/>
                  <a:pt x="841845" y="26662"/>
                  <a:pt x="841316" y="26662"/>
                </a:cubicBezTo>
                <a:cubicBezTo>
                  <a:pt x="840755" y="26662"/>
                  <a:pt x="840226" y="26817"/>
                  <a:pt x="839728" y="27129"/>
                </a:cubicBezTo>
                <a:cubicBezTo>
                  <a:pt x="839230" y="27440"/>
                  <a:pt x="838677" y="28000"/>
                  <a:pt x="838070" y="28810"/>
                </a:cubicBezTo>
                <a:cubicBezTo>
                  <a:pt x="837463" y="29619"/>
                  <a:pt x="836786" y="30724"/>
                  <a:pt x="836039" y="32125"/>
                </a:cubicBezTo>
                <a:cubicBezTo>
                  <a:pt x="835292" y="33525"/>
                  <a:pt x="834405" y="35315"/>
                  <a:pt x="833378" y="37494"/>
                </a:cubicBezTo>
                <a:lnTo>
                  <a:pt x="833378" y="67611"/>
                </a:lnTo>
                <a:lnTo>
                  <a:pt x="825907" y="67611"/>
                </a:lnTo>
                <a:lnTo>
                  <a:pt x="825907" y="20732"/>
                </a:lnTo>
                <a:lnTo>
                  <a:pt x="832117" y="20732"/>
                </a:lnTo>
                <a:lnTo>
                  <a:pt x="832491" y="29650"/>
                </a:lnTo>
                <a:cubicBezTo>
                  <a:pt x="833300" y="27876"/>
                  <a:pt x="834086" y="26366"/>
                  <a:pt x="834849" y="25121"/>
                </a:cubicBezTo>
                <a:cubicBezTo>
                  <a:pt x="835611" y="23876"/>
                  <a:pt x="836397" y="22872"/>
                  <a:pt x="837207" y="22109"/>
                </a:cubicBezTo>
                <a:cubicBezTo>
                  <a:pt x="838016" y="21346"/>
                  <a:pt x="838880" y="20786"/>
                  <a:pt x="839798" y="20428"/>
                </a:cubicBezTo>
                <a:cubicBezTo>
                  <a:pt x="840716" y="20070"/>
                  <a:pt x="841736" y="19891"/>
                  <a:pt x="842856" y="19891"/>
                </a:cubicBezTo>
                <a:cubicBezTo>
                  <a:pt x="845378" y="19891"/>
                  <a:pt x="847292" y="20716"/>
                  <a:pt x="848600" y="22366"/>
                </a:cubicBezTo>
                <a:cubicBezTo>
                  <a:pt x="849907" y="24016"/>
                  <a:pt x="850561" y="26568"/>
                  <a:pt x="850561" y="30024"/>
                </a:cubicBezTo>
                <a:cubicBezTo>
                  <a:pt x="851308" y="28405"/>
                  <a:pt x="852039" y="26965"/>
                  <a:pt x="852755" y="25704"/>
                </a:cubicBezTo>
                <a:cubicBezTo>
                  <a:pt x="853471" y="24444"/>
                  <a:pt x="854242" y="23385"/>
                  <a:pt x="855067" y="22529"/>
                </a:cubicBezTo>
                <a:cubicBezTo>
                  <a:pt x="855892" y="21673"/>
                  <a:pt x="856802" y="21020"/>
                  <a:pt x="857798" y="20568"/>
                </a:cubicBezTo>
                <a:cubicBezTo>
                  <a:pt x="858794" y="20117"/>
                  <a:pt x="859946" y="19891"/>
                  <a:pt x="861253" y="19891"/>
                </a:cubicBezTo>
                <a:cubicBezTo>
                  <a:pt x="867137" y="19891"/>
                  <a:pt x="870078" y="24420"/>
                  <a:pt x="870078" y="33479"/>
                </a:cubicBezTo>
                <a:lnTo>
                  <a:pt x="870078" y="67611"/>
                </a:lnTo>
                <a:lnTo>
                  <a:pt x="862608" y="67611"/>
                </a:lnTo>
                <a:close/>
                <a:moveTo>
                  <a:pt x="966931" y="7424"/>
                </a:moveTo>
                <a:cubicBezTo>
                  <a:pt x="965344" y="7393"/>
                  <a:pt x="963803" y="7534"/>
                  <a:pt x="962309" y="7846"/>
                </a:cubicBezTo>
                <a:cubicBezTo>
                  <a:pt x="960815" y="8157"/>
                  <a:pt x="959500" y="8648"/>
                  <a:pt x="958363" y="9320"/>
                </a:cubicBezTo>
                <a:cubicBezTo>
                  <a:pt x="957227" y="9990"/>
                  <a:pt x="956317" y="10824"/>
                  <a:pt x="955632" y="11822"/>
                </a:cubicBezTo>
                <a:cubicBezTo>
                  <a:pt x="954947" y="12820"/>
                  <a:pt x="954605" y="13974"/>
                  <a:pt x="954605" y="15283"/>
                </a:cubicBezTo>
                <a:cubicBezTo>
                  <a:pt x="954605" y="16593"/>
                  <a:pt x="954830" y="17647"/>
                  <a:pt x="955282" y="18442"/>
                </a:cubicBezTo>
                <a:cubicBezTo>
                  <a:pt x="955733" y="19237"/>
                  <a:pt x="956239" y="19978"/>
                  <a:pt x="956799" y="20665"/>
                </a:cubicBezTo>
                <a:cubicBezTo>
                  <a:pt x="957359" y="21350"/>
                  <a:pt x="957865" y="22091"/>
                  <a:pt x="958317" y="22887"/>
                </a:cubicBezTo>
                <a:cubicBezTo>
                  <a:pt x="958768" y="23682"/>
                  <a:pt x="958994" y="24718"/>
                  <a:pt x="958994" y="25996"/>
                </a:cubicBezTo>
                <a:cubicBezTo>
                  <a:pt x="958994" y="26651"/>
                  <a:pt x="958869" y="27337"/>
                  <a:pt x="958620" y="28055"/>
                </a:cubicBezTo>
                <a:cubicBezTo>
                  <a:pt x="958371" y="28772"/>
                  <a:pt x="957990" y="29427"/>
                  <a:pt x="957476" y="30021"/>
                </a:cubicBezTo>
                <a:cubicBezTo>
                  <a:pt x="956963" y="30613"/>
                  <a:pt x="956309" y="31096"/>
                  <a:pt x="955515" y="31471"/>
                </a:cubicBezTo>
                <a:cubicBezTo>
                  <a:pt x="954721" y="31845"/>
                  <a:pt x="953780" y="32031"/>
                  <a:pt x="952690" y="32031"/>
                </a:cubicBezTo>
                <a:cubicBezTo>
                  <a:pt x="951570" y="32031"/>
                  <a:pt x="950511" y="31806"/>
                  <a:pt x="949515" y="31354"/>
                </a:cubicBezTo>
                <a:cubicBezTo>
                  <a:pt x="948519" y="30902"/>
                  <a:pt x="947640" y="30208"/>
                  <a:pt x="946877" y="29274"/>
                </a:cubicBezTo>
                <a:cubicBezTo>
                  <a:pt x="946114" y="28338"/>
                  <a:pt x="945507" y="27168"/>
                  <a:pt x="945056" y="25766"/>
                </a:cubicBezTo>
                <a:cubicBezTo>
                  <a:pt x="944605" y="24362"/>
                  <a:pt x="944379" y="22725"/>
                  <a:pt x="944379" y="20854"/>
                </a:cubicBezTo>
                <a:cubicBezTo>
                  <a:pt x="944379" y="18267"/>
                  <a:pt x="944846" y="15773"/>
                  <a:pt x="945780" y="13373"/>
                </a:cubicBezTo>
                <a:cubicBezTo>
                  <a:pt x="946713" y="10972"/>
                  <a:pt x="948122" y="8860"/>
                  <a:pt x="950005" y="7036"/>
                </a:cubicBezTo>
                <a:cubicBezTo>
                  <a:pt x="951889" y="5212"/>
                  <a:pt x="954239" y="3755"/>
                  <a:pt x="957056" y="2664"/>
                </a:cubicBezTo>
                <a:cubicBezTo>
                  <a:pt x="959873" y="1573"/>
                  <a:pt x="963165" y="1027"/>
                  <a:pt x="966931" y="1027"/>
                </a:cubicBezTo>
                <a:lnTo>
                  <a:pt x="966931" y="7424"/>
                </a:lnTo>
                <a:close/>
                <a:moveTo>
                  <a:pt x="986665" y="20732"/>
                </a:moveTo>
                <a:lnTo>
                  <a:pt x="994089" y="20732"/>
                </a:lnTo>
                <a:lnTo>
                  <a:pt x="994323" y="29348"/>
                </a:lnTo>
                <a:cubicBezTo>
                  <a:pt x="997093" y="26025"/>
                  <a:pt x="999825" y="23618"/>
                  <a:pt x="1002517" y="22128"/>
                </a:cubicBezTo>
                <a:cubicBezTo>
                  <a:pt x="1005210" y="20637"/>
                  <a:pt x="1007926" y="19891"/>
                  <a:pt x="1010665" y="19891"/>
                </a:cubicBezTo>
                <a:cubicBezTo>
                  <a:pt x="1015521" y="19891"/>
                  <a:pt x="1019202" y="21459"/>
                  <a:pt x="1021708" y="24595"/>
                </a:cubicBezTo>
                <a:cubicBezTo>
                  <a:pt x="1024214" y="27732"/>
                  <a:pt x="1025374" y="32389"/>
                  <a:pt x="1025187" y="38568"/>
                </a:cubicBezTo>
                <a:lnTo>
                  <a:pt x="1016969" y="38568"/>
                </a:lnTo>
                <a:cubicBezTo>
                  <a:pt x="1017062" y="34476"/>
                  <a:pt x="1016463" y="31507"/>
                  <a:pt x="1015171" y="29663"/>
                </a:cubicBezTo>
                <a:cubicBezTo>
                  <a:pt x="1013879" y="27818"/>
                  <a:pt x="1011988" y="26895"/>
                  <a:pt x="1009498" y="26895"/>
                </a:cubicBezTo>
                <a:cubicBezTo>
                  <a:pt x="1008409" y="26895"/>
                  <a:pt x="1007311" y="27089"/>
                  <a:pt x="1006206" y="27477"/>
                </a:cubicBezTo>
                <a:cubicBezTo>
                  <a:pt x="1005101" y="27864"/>
                  <a:pt x="1003965" y="28484"/>
                  <a:pt x="1002798" y="29336"/>
                </a:cubicBezTo>
                <a:cubicBezTo>
                  <a:pt x="1001630" y="30188"/>
                  <a:pt x="1000393" y="31281"/>
                  <a:pt x="999086" y="32615"/>
                </a:cubicBezTo>
                <a:cubicBezTo>
                  <a:pt x="997778" y="33948"/>
                  <a:pt x="996377" y="35560"/>
                  <a:pt x="994883" y="37451"/>
                </a:cubicBezTo>
                <a:lnTo>
                  <a:pt x="994883" y="67611"/>
                </a:lnTo>
                <a:lnTo>
                  <a:pt x="986665" y="67611"/>
                </a:lnTo>
                <a:lnTo>
                  <a:pt x="986665" y="20732"/>
                </a:lnTo>
                <a:close/>
                <a:moveTo>
                  <a:pt x="1076205" y="41697"/>
                </a:moveTo>
                <a:cubicBezTo>
                  <a:pt x="1076205" y="42849"/>
                  <a:pt x="1076189" y="43813"/>
                  <a:pt x="1076158" y="44592"/>
                </a:cubicBezTo>
                <a:cubicBezTo>
                  <a:pt x="1076127" y="45370"/>
                  <a:pt x="1076080" y="46101"/>
                  <a:pt x="1076018" y="46786"/>
                </a:cubicBezTo>
                <a:lnTo>
                  <a:pt x="1043100" y="46786"/>
                </a:lnTo>
                <a:cubicBezTo>
                  <a:pt x="1043100" y="51580"/>
                  <a:pt x="1044438" y="55261"/>
                  <a:pt x="1047115" y="57829"/>
                </a:cubicBezTo>
                <a:cubicBezTo>
                  <a:pt x="1049792" y="60397"/>
                  <a:pt x="1053652" y="61681"/>
                  <a:pt x="1058695" y="61681"/>
                </a:cubicBezTo>
                <a:cubicBezTo>
                  <a:pt x="1060065" y="61681"/>
                  <a:pt x="1061434" y="61626"/>
                  <a:pt x="1062804" y="61515"/>
                </a:cubicBezTo>
                <a:cubicBezTo>
                  <a:pt x="1064174" y="61403"/>
                  <a:pt x="1065497" y="61252"/>
                  <a:pt x="1066773" y="61061"/>
                </a:cubicBezTo>
                <a:cubicBezTo>
                  <a:pt x="1068049" y="60870"/>
                  <a:pt x="1069271" y="60655"/>
                  <a:pt x="1070438" y="60416"/>
                </a:cubicBezTo>
                <a:cubicBezTo>
                  <a:pt x="1071606" y="60177"/>
                  <a:pt x="1072687" y="59914"/>
                  <a:pt x="1073683" y="59627"/>
                </a:cubicBezTo>
                <a:lnTo>
                  <a:pt x="1073683" y="66304"/>
                </a:lnTo>
                <a:cubicBezTo>
                  <a:pt x="1071473" y="66940"/>
                  <a:pt x="1068975" y="67457"/>
                  <a:pt x="1066189" y="67855"/>
                </a:cubicBezTo>
                <a:cubicBezTo>
                  <a:pt x="1063403" y="68253"/>
                  <a:pt x="1060516" y="68452"/>
                  <a:pt x="1057528" y="68452"/>
                </a:cubicBezTo>
                <a:cubicBezTo>
                  <a:pt x="1053512" y="68452"/>
                  <a:pt x="1050057" y="67907"/>
                  <a:pt x="1047162" y="66818"/>
                </a:cubicBezTo>
                <a:cubicBezTo>
                  <a:pt x="1044267" y="65728"/>
                  <a:pt x="1041893" y="64148"/>
                  <a:pt x="1040041" y="62078"/>
                </a:cubicBezTo>
                <a:cubicBezTo>
                  <a:pt x="1038189" y="60008"/>
                  <a:pt x="1036819" y="57471"/>
                  <a:pt x="1035932" y="54467"/>
                </a:cubicBezTo>
                <a:cubicBezTo>
                  <a:pt x="1035045" y="51463"/>
                  <a:pt x="1034602" y="48063"/>
                  <a:pt x="1034602" y="44265"/>
                </a:cubicBezTo>
                <a:cubicBezTo>
                  <a:pt x="1034602" y="40965"/>
                  <a:pt x="1035076" y="37845"/>
                  <a:pt x="1036026" y="34903"/>
                </a:cubicBezTo>
                <a:cubicBezTo>
                  <a:pt x="1036975" y="31961"/>
                  <a:pt x="1038360" y="29378"/>
                  <a:pt x="1040181" y="27152"/>
                </a:cubicBezTo>
                <a:cubicBezTo>
                  <a:pt x="1042002" y="24926"/>
                  <a:pt x="1044236" y="23160"/>
                  <a:pt x="1046882" y="21852"/>
                </a:cubicBezTo>
                <a:cubicBezTo>
                  <a:pt x="1049528" y="20545"/>
                  <a:pt x="1052532" y="19891"/>
                  <a:pt x="1055893" y="19891"/>
                </a:cubicBezTo>
                <a:cubicBezTo>
                  <a:pt x="1059162" y="19891"/>
                  <a:pt x="1062057" y="20405"/>
                  <a:pt x="1064578" y="21432"/>
                </a:cubicBezTo>
                <a:cubicBezTo>
                  <a:pt x="1067100" y="22459"/>
                  <a:pt x="1069224" y="23915"/>
                  <a:pt x="1070952" y="25798"/>
                </a:cubicBezTo>
                <a:cubicBezTo>
                  <a:pt x="1072680" y="27681"/>
                  <a:pt x="1073987" y="29969"/>
                  <a:pt x="1074874" y="32662"/>
                </a:cubicBezTo>
                <a:cubicBezTo>
                  <a:pt x="1075761" y="35354"/>
                  <a:pt x="1076205" y="38366"/>
                  <a:pt x="1076205" y="41697"/>
                </a:cubicBezTo>
                <a:moveTo>
                  <a:pt x="1067753" y="40529"/>
                </a:moveTo>
                <a:cubicBezTo>
                  <a:pt x="1067847" y="38444"/>
                  <a:pt x="1067645" y="36537"/>
                  <a:pt x="1067146" y="34810"/>
                </a:cubicBezTo>
                <a:cubicBezTo>
                  <a:pt x="1066648" y="33082"/>
                  <a:pt x="1065878" y="31596"/>
                  <a:pt x="1064835" y="30350"/>
                </a:cubicBezTo>
                <a:cubicBezTo>
                  <a:pt x="1063792" y="29105"/>
                  <a:pt x="1062493" y="28132"/>
                  <a:pt x="1060936" y="27432"/>
                </a:cubicBezTo>
                <a:cubicBezTo>
                  <a:pt x="1059380" y="26732"/>
                  <a:pt x="1057574" y="26381"/>
                  <a:pt x="1055520" y="26381"/>
                </a:cubicBezTo>
                <a:cubicBezTo>
                  <a:pt x="1053746" y="26381"/>
                  <a:pt x="1052127" y="26724"/>
                  <a:pt x="1050664" y="27409"/>
                </a:cubicBezTo>
                <a:cubicBezTo>
                  <a:pt x="1049201" y="28094"/>
                  <a:pt x="1047940" y="29059"/>
                  <a:pt x="1046882" y="30304"/>
                </a:cubicBezTo>
                <a:cubicBezTo>
                  <a:pt x="1045823" y="31549"/>
                  <a:pt x="1044967" y="33043"/>
                  <a:pt x="1044314" y="34786"/>
                </a:cubicBezTo>
                <a:cubicBezTo>
                  <a:pt x="1043660" y="36529"/>
                  <a:pt x="1043255" y="38444"/>
                  <a:pt x="1043100" y="40529"/>
                </a:cubicBezTo>
                <a:lnTo>
                  <a:pt x="1067753" y="40529"/>
                </a:lnTo>
                <a:close/>
                <a:moveTo>
                  <a:pt x="1118585" y="67611"/>
                </a:moveTo>
                <a:lnTo>
                  <a:pt x="1118398" y="61295"/>
                </a:lnTo>
                <a:cubicBezTo>
                  <a:pt x="1115845" y="63821"/>
                  <a:pt x="1113254" y="65645"/>
                  <a:pt x="1110624" y="66768"/>
                </a:cubicBezTo>
                <a:cubicBezTo>
                  <a:pt x="1107993" y="67890"/>
                  <a:pt x="1105231" y="68452"/>
                  <a:pt x="1102336" y="68452"/>
                </a:cubicBezTo>
                <a:cubicBezTo>
                  <a:pt x="1099658" y="68452"/>
                  <a:pt x="1097371" y="68109"/>
                  <a:pt x="1095472" y="67423"/>
                </a:cubicBezTo>
                <a:cubicBezTo>
                  <a:pt x="1093573" y="66737"/>
                  <a:pt x="1092009" y="65794"/>
                  <a:pt x="1090779" y="64594"/>
                </a:cubicBezTo>
                <a:cubicBezTo>
                  <a:pt x="1089549" y="63393"/>
                  <a:pt x="1088647" y="61982"/>
                  <a:pt x="1088071" y="60361"/>
                </a:cubicBezTo>
                <a:cubicBezTo>
                  <a:pt x="1087495" y="58739"/>
                  <a:pt x="1087207" y="56977"/>
                  <a:pt x="1087207" y="55076"/>
                </a:cubicBezTo>
                <a:cubicBezTo>
                  <a:pt x="1087207" y="50368"/>
                  <a:pt x="1088958" y="46681"/>
                  <a:pt x="1092460" y="44015"/>
                </a:cubicBezTo>
                <a:cubicBezTo>
                  <a:pt x="1095962" y="41349"/>
                  <a:pt x="1101137" y="40016"/>
                  <a:pt x="1107985" y="40016"/>
                </a:cubicBezTo>
                <a:lnTo>
                  <a:pt x="1117698" y="40016"/>
                </a:lnTo>
                <a:lnTo>
                  <a:pt x="1117698" y="35921"/>
                </a:lnTo>
                <a:cubicBezTo>
                  <a:pt x="1117698" y="33161"/>
                  <a:pt x="1116810" y="30951"/>
                  <a:pt x="1115036" y="29291"/>
                </a:cubicBezTo>
                <a:cubicBezTo>
                  <a:pt x="1113262" y="27631"/>
                  <a:pt x="1110554" y="26802"/>
                  <a:pt x="1106911" y="26802"/>
                </a:cubicBezTo>
                <a:cubicBezTo>
                  <a:pt x="1104266" y="26802"/>
                  <a:pt x="1101659" y="27102"/>
                  <a:pt x="1099090" y="27702"/>
                </a:cubicBezTo>
                <a:cubicBezTo>
                  <a:pt x="1096522" y="28301"/>
                  <a:pt x="1093869" y="29153"/>
                  <a:pt x="1091129" y="30257"/>
                </a:cubicBezTo>
                <a:lnTo>
                  <a:pt x="1091129" y="22926"/>
                </a:lnTo>
                <a:cubicBezTo>
                  <a:pt x="1092157" y="22547"/>
                  <a:pt x="1093300" y="22175"/>
                  <a:pt x="1094561" y="21811"/>
                </a:cubicBezTo>
                <a:cubicBezTo>
                  <a:pt x="1095822" y="21448"/>
                  <a:pt x="1097153" y="21124"/>
                  <a:pt x="1098553" y="20840"/>
                </a:cubicBezTo>
                <a:cubicBezTo>
                  <a:pt x="1099954" y="20555"/>
                  <a:pt x="1101417" y="20326"/>
                  <a:pt x="1102943" y="20152"/>
                </a:cubicBezTo>
                <a:cubicBezTo>
                  <a:pt x="1104468" y="19978"/>
                  <a:pt x="1106009" y="19891"/>
                  <a:pt x="1107565" y="19891"/>
                </a:cubicBezTo>
                <a:cubicBezTo>
                  <a:pt x="1110398" y="19891"/>
                  <a:pt x="1112950" y="20202"/>
                  <a:pt x="1115223" y="20825"/>
                </a:cubicBezTo>
                <a:cubicBezTo>
                  <a:pt x="1117495" y="21448"/>
                  <a:pt x="1119417" y="22397"/>
                  <a:pt x="1120989" y="23673"/>
                </a:cubicBezTo>
                <a:cubicBezTo>
                  <a:pt x="1122561" y="24950"/>
                  <a:pt x="1123768" y="26553"/>
                  <a:pt x="1124608" y="28483"/>
                </a:cubicBezTo>
                <a:cubicBezTo>
                  <a:pt x="1125449" y="30413"/>
                  <a:pt x="1125869" y="32685"/>
                  <a:pt x="1125869" y="35300"/>
                </a:cubicBezTo>
                <a:lnTo>
                  <a:pt x="1125869" y="67611"/>
                </a:lnTo>
                <a:lnTo>
                  <a:pt x="1118585" y="67611"/>
                </a:lnTo>
                <a:moveTo>
                  <a:pt x="1117698" y="46226"/>
                </a:moveTo>
                <a:lnTo>
                  <a:pt x="1107378" y="46226"/>
                </a:lnTo>
                <a:cubicBezTo>
                  <a:pt x="1105355" y="46226"/>
                  <a:pt x="1103612" y="46429"/>
                  <a:pt x="1102149" y="46836"/>
                </a:cubicBezTo>
                <a:cubicBezTo>
                  <a:pt x="1100686" y="47242"/>
                  <a:pt x="1099487" y="47819"/>
                  <a:pt x="1098553" y="48568"/>
                </a:cubicBezTo>
                <a:cubicBezTo>
                  <a:pt x="1097620" y="49317"/>
                  <a:pt x="1096927" y="50215"/>
                  <a:pt x="1096476" y="51261"/>
                </a:cubicBezTo>
                <a:cubicBezTo>
                  <a:pt x="1096024" y="52307"/>
                  <a:pt x="1095799" y="53486"/>
                  <a:pt x="1095799" y="54797"/>
                </a:cubicBezTo>
                <a:cubicBezTo>
                  <a:pt x="1095799" y="55703"/>
                  <a:pt x="1095939" y="56569"/>
                  <a:pt x="1096219" y="57397"/>
                </a:cubicBezTo>
                <a:cubicBezTo>
                  <a:pt x="1096499" y="58224"/>
                  <a:pt x="1096950" y="58958"/>
                  <a:pt x="1097573" y="59598"/>
                </a:cubicBezTo>
                <a:cubicBezTo>
                  <a:pt x="1098195" y="60238"/>
                  <a:pt x="1099005" y="60745"/>
                  <a:pt x="1100001" y="61120"/>
                </a:cubicBezTo>
                <a:cubicBezTo>
                  <a:pt x="1100997" y="61494"/>
                  <a:pt x="1102211" y="61681"/>
                  <a:pt x="1103643" y="61681"/>
                </a:cubicBezTo>
                <a:cubicBezTo>
                  <a:pt x="1105511" y="61681"/>
                  <a:pt x="1107651" y="61112"/>
                  <a:pt x="1110063" y="59973"/>
                </a:cubicBezTo>
                <a:cubicBezTo>
                  <a:pt x="1112476" y="58833"/>
                  <a:pt x="1115020" y="57029"/>
                  <a:pt x="1117698" y="54562"/>
                </a:cubicBezTo>
                <a:lnTo>
                  <a:pt x="1117698" y="46226"/>
                </a:lnTo>
                <a:close/>
                <a:moveTo>
                  <a:pt x="1176747" y="65884"/>
                </a:moveTo>
                <a:cubicBezTo>
                  <a:pt x="1174630" y="66693"/>
                  <a:pt x="1172459" y="67292"/>
                  <a:pt x="1170233" y="67681"/>
                </a:cubicBezTo>
                <a:cubicBezTo>
                  <a:pt x="1168007" y="68070"/>
                  <a:pt x="1165712" y="68265"/>
                  <a:pt x="1163346" y="68265"/>
                </a:cubicBezTo>
                <a:cubicBezTo>
                  <a:pt x="1155937" y="68265"/>
                  <a:pt x="1150233" y="66257"/>
                  <a:pt x="1146233" y="62242"/>
                </a:cubicBezTo>
                <a:cubicBezTo>
                  <a:pt x="1142233" y="58226"/>
                  <a:pt x="1140233" y="52358"/>
                  <a:pt x="1140233" y="44638"/>
                </a:cubicBezTo>
                <a:cubicBezTo>
                  <a:pt x="1140233" y="40934"/>
                  <a:pt x="1140809" y="37572"/>
                  <a:pt x="1141960" y="34553"/>
                </a:cubicBezTo>
                <a:cubicBezTo>
                  <a:pt x="1143112" y="31533"/>
                  <a:pt x="1144731" y="28950"/>
                  <a:pt x="1146817" y="26802"/>
                </a:cubicBezTo>
                <a:cubicBezTo>
                  <a:pt x="1148902" y="24654"/>
                  <a:pt x="1151392" y="22996"/>
                  <a:pt x="1154287" y="21829"/>
                </a:cubicBezTo>
                <a:cubicBezTo>
                  <a:pt x="1157182" y="20662"/>
                  <a:pt x="1160373" y="20078"/>
                  <a:pt x="1163859" y="20078"/>
                </a:cubicBezTo>
                <a:cubicBezTo>
                  <a:pt x="1166287" y="20078"/>
                  <a:pt x="1168560" y="20253"/>
                  <a:pt x="1170677" y="20603"/>
                </a:cubicBezTo>
                <a:cubicBezTo>
                  <a:pt x="1172793" y="20952"/>
                  <a:pt x="1174817" y="21524"/>
                  <a:pt x="1176747" y="22319"/>
                </a:cubicBezTo>
                <a:lnTo>
                  <a:pt x="1176747" y="30070"/>
                </a:lnTo>
                <a:cubicBezTo>
                  <a:pt x="1174723" y="28995"/>
                  <a:pt x="1172661" y="28213"/>
                  <a:pt x="1170560" y="27724"/>
                </a:cubicBezTo>
                <a:cubicBezTo>
                  <a:pt x="1168459" y="27234"/>
                  <a:pt x="1166287" y="26988"/>
                  <a:pt x="1164046" y="26988"/>
                </a:cubicBezTo>
                <a:cubicBezTo>
                  <a:pt x="1161961" y="26988"/>
                  <a:pt x="1159992" y="27385"/>
                  <a:pt x="1158140" y="28179"/>
                </a:cubicBezTo>
                <a:cubicBezTo>
                  <a:pt x="1156287" y="28973"/>
                  <a:pt x="1154661" y="30117"/>
                  <a:pt x="1153260" y="31611"/>
                </a:cubicBezTo>
                <a:cubicBezTo>
                  <a:pt x="1151859" y="33105"/>
                  <a:pt x="1150754" y="34926"/>
                  <a:pt x="1149945" y="37074"/>
                </a:cubicBezTo>
                <a:cubicBezTo>
                  <a:pt x="1149136" y="39222"/>
                  <a:pt x="1148731" y="41650"/>
                  <a:pt x="1148731" y="44358"/>
                </a:cubicBezTo>
                <a:cubicBezTo>
                  <a:pt x="1148731" y="50024"/>
                  <a:pt x="1150108" y="54265"/>
                  <a:pt x="1152863" y="57082"/>
                </a:cubicBezTo>
                <a:cubicBezTo>
                  <a:pt x="1155618" y="59899"/>
                  <a:pt x="1159439" y="61308"/>
                  <a:pt x="1164326" y="61308"/>
                </a:cubicBezTo>
                <a:cubicBezTo>
                  <a:pt x="1166536" y="61308"/>
                  <a:pt x="1168677" y="61059"/>
                  <a:pt x="1170747" y="60561"/>
                </a:cubicBezTo>
                <a:cubicBezTo>
                  <a:pt x="1172817" y="60063"/>
                  <a:pt x="1174817" y="59316"/>
                  <a:pt x="1176747" y="58319"/>
                </a:cubicBezTo>
                <a:lnTo>
                  <a:pt x="1176747" y="65884"/>
                </a:lnTo>
                <a:close/>
                <a:moveTo>
                  <a:pt x="1229959" y="66911"/>
                </a:moveTo>
                <a:cubicBezTo>
                  <a:pt x="1228122" y="67394"/>
                  <a:pt x="1226224" y="67741"/>
                  <a:pt x="1224263" y="67950"/>
                </a:cubicBezTo>
                <a:cubicBezTo>
                  <a:pt x="1222301" y="68160"/>
                  <a:pt x="1220309" y="68265"/>
                  <a:pt x="1218286" y="68265"/>
                </a:cubicBezTo>
                <a:cubicBezTo>
                  <a:pt x="1212403" y="68265"/>
                  <a:pt x="1208013" y="66934"/>
                  <a:pt x="1205118" y="64273"/>
                </a:cubicBezTo>
                <a:cubicBezTo>
                  <a:pt x="1202223" y="61611"/>
                  <a:pt x="1200776" y="57526"/>
                  <a:pt x="1200776" y="52016"/>
                </a:cubicBezTo>
                <a:lnTo>
                  <a:pt x="1200776" y="27549"/>
                </a:lnTo>
                <a:lnTo>
                  <a:pt x="1187655" y="27549"/>
                </a:lnTo>
                <a:lnTo>
                  <a:pt x="1187655" y="20732"/>
                </a:lnTo>
                <a:lnTo>
                  <a:pt x="1200776" y="20732"/>
                </a:lnTo>
                <a:lnTo>
                  <a:pt x="1200776" y="7804"/>
                </a:lnTo>
                <a:lnTo>
                  <a:pt x="1208901" y="5697"/>
                </a:lnTo>
                <a:lnTo>
                  <a:pt x="1208901" y="20732"/>
                </a:lnTo>
                <a:lnTo>
                  <a:pt x="1229959" y="20732"/>
                </a:lnTo>
                <a:lnTo>
                  <a:pt x="1229959" y="27549"/>
                </a:lnTo>
                <a:lnTo>
                  <a:pt x="1208901" y="27549"/>
                </a:lnTo>
                <a:lnTo>
                  <a:pt x="1208901" y="51362"/>
                </a:lnTo>
                <a:cubicBezTo>
                  <a:pt x="1208901" y="54724"/>
                  <a:pt x="1209796" y="57238"/>
                  <a:pt x="1211585" y="58903"/>
                </a:cubicBezTo>
                <a:cubicBezTo>
                  <a:pt x="1213375" y="60568"/>
                  <a:pt x="1216013" y="61401"/>
                  <a:pt x="1219500" y="61401"/>
                </a:cubicBezTo>
                <a:cubicBezTo>
                  <a:pt x="1220994" y="61401"/>
                  <a:pt x="1222628" y="61281"/>
                  <a:pt x="1224403" y="61041"/>
                </a:cubicBezTo>
                <a:cubicBezTo>
                  <a:pt x="1226177" y="60799"/>
                  <a:pt x="1228029" y="60422"/>
                  <a:pt x="1229959" y="59907"/>
                </a:cubicBezTo>
                <a:lnTo>
                  <a:pt x="1229959" y="66911"/>
                </a:lnTo>
                <a:close/>
                <a:moveTo>
                  <a:pt x="1247685" y="25634"/>
                </a:moveTo>
                <a:cubicBezTo>
                  <a:pt x="1249273" y="25697"/>
                  <a:pt x="1250814" y="25564"/>
                  <a:pt x="1252308" y="25238"/>
                </a:cubicBezTo>
                <a:cubicBezTo>
                  <a:pt x="1253802" y="24910"/>
                  <a:pt x="1255117" y="24411"/>
                  <a:pt x="1256253" y="23740"/>
                </a:cubicBezTo>
                <a:cubicBezTo>
                  <a:pt x="1257390" y="23069"/>
                  <a:pt x="1258300" y="22235"/>
                  <a:pt x="1258985" y="21237"/>
                </a:cubicBezTo>
                <a:cubicBezTo>
                  <a:pt x="1259670" y="20238"/>
                  <a:pt x="1260012" y="19085"/>
                  <a:pt x="1260012" y="17775"/>
                </a:cubicBezTo>
                <a:cubicBezTo>
                  <a:pt x="1260012" y="16465"/>
                  <a:pt x="1259787" y="15405"/>
                  <a:pt x="1259335" y="14594"/>
                </a:cubicBezTo>
                <a:cubicBezTo>
                  <a:pt x="1258884" y="13783"/>
                  <a:pt x="1258378" y="13035"/>
                  <a:pt x="1257818" y="12349"/>
                </a:cubicBezTo>
                <a:cubicBezTo>
                  <a:pt x="1257257" y="11662"/>
                  <a:pt x="1256752" y="10929"/>
                  <a:pt x="1256300" y="10150"/>
                </a:cubicBezTo>
                <a:cubicBezTo>
                  <a:pt x="1255849" y="9370"/>
                  <a:pt x="1255623" y="8341"/>
                  <a:pt x="1255623" y="7062"/>
                </a:cubicBezTo>
                <a:cubicBezTo>
                  <a:pt x="1255623" y="6376"/>
                  <a:pt x="1255748" y="5683"/>
                  <a:pt x="1255997" y="4982"/>
                </a:cubicBezTo>
                <a:cubicBezTo>
                  <a:pt x="1256246" y="4279"/>
                  <a:pt x="1256627" y="3632"/>
                  <a:pt x="1257141" y="3039"/>
                </a:cubicBezTo>
                <a:cubicBezTo>
                  <a:pt x="1257654" y="2446"/>
                  <a:pt x="1258308" y="1963"/>
                  <a:pt x="1259102" y="1589"/>
                </a:cubicBezTo>
                <a:cubicBezTo>
                  <a:pt x="1259896" y="1214"/>
                  <a:pt x="1260837" y="1027"/>
                  <a:pt x="1261927" y="1027"/>
                </a:cubicBezTo>
                <a:cubicBezTo>
                  <a:pt x="1263016" y="1027"/>
                  <a:pt x="1264067" y="1253"/>
                  <a:pt x="1265078" y="1706"/>
                </a:cubicBezTo>
                <a:cubicBezTo>
                  <a:pt x="1266090" y="2157"/>
                  <a:pt x="1266977" y="2843"/>
                  <a:pt x="1267740" y="3763"/>
                </a:cubicBezTo>
                <a:cubicBezTo>
                  <a:pt x="1268503" y="4682"/>
                  <a:pt x="1269110" y="5844"/>
                  <a:pt x="1269561" y="7248"/>
                </a:cubicBezTo>
                <a:cubicBezTo>
                  <a:pt x="1270012" y="8650"/>
                  <a:pt x="1270238" y="10303"/>
                  <a:pt x="1270238" y="12204"/>
                </a:cubicBezTo>
                <a:cubicBezTo>
                  <a:pt x="1270238" y="14792"/>
                  <a:pt x="1269763" y="17278"/>
                  <a:pt x="1268814" y="19664"/>
                </a:cubicBezTo>
                <a:cubicBezTo>
                  <a:pt x="1267864" y="22048"/>
                  <a:pt x="1266448" y="24160"/>
                  <a:pt x="1264565" y="25999"/>
                </a:cubicBezTo>
                <a:cubicBezTo>
                  <a:pt x="1262682" y="27839"/>
                  <a:pt x="1260331" y="29304"/>
                  <a:pt x="1257514" y="30396"/>
                </a:cubicBezTo>
                <a:cubicBezTo>
                  <a:pt x="1254697" y="31486"/>
                  <a:pt x="1251421" y="32031"/>
                  <a:pt x="1247685" y="32031"/>
                </a:cubicBezTo>
                <a:lnTo>
                  <a:pt x="1247685" y="25634"/>
                </a:lnTo>
                <a:close/>
                <a:moveTo>
                  <a:pt x="1300104" y="77183"/>
                </a:moveTo>
                <a:cubicBezTo>
                  <a:pt x="1301692" y="77246"/>
                  <a:pt x="1303233" y="77105"/>
                  <a:pt x="1304727" y="76760"/>
                </a:cubicBezTo>
                <a:cubicBezTo>
                  <a:pt x="1306221" y="76417"/>
                  <a:pt x="1307536" y="75909"/>
                  <a:pt x="1308672" y="75235"/>
                </a:cubicBezTo>
                <a:cubicBezTo>
                  <a:pt x="1309808" y="74563"/>
                  <a:pt x="1310719" y="73727"/>
                  <a:pt x="1311404" y="72726"/>
                </a:cubicBezTo>
                <a:cubicBezTo>
                  <a:pt x="1312089" y="71726"/>
                  <a:pt x="1312431" y="70584"/>
                  <a:pt x="1312431" y="69301"/>
                </a:cubicBezTo>
                <a:cubicBezTo>
                  <a:pt x="1312431" y="67988"/>
                  <a:pt x="1312205" y="66926"/>
                  <a:pt x="1311754" y="66117"/>
                </a:cubicBezTo>
                <a:cubicBezTo>
                  <a:pt x="1311303" y="65308"/>
                  <a:pt x="1310797" y="64561"/>
                  <a:pt x="1310236" y="63876"/>
                </a:cubicBezTo>
                <a:cubicBezTo>
                  <a:pt x="1309676" y="63191"/>
                  <a:pt x="1309170" y="62460"/>
                  <a:pt x="1308719" y="61681"/>
                </a:cubicBezTo>
                <a:cubicBezTo>
                  <a:pt x="1308268" y="60903"/>
                  <a:pt x="1308042" y="59860"/>
                  <a:pt x="1308042" y="58553"/>
                </a:cubicBezTo>
                <a:cubicBezTo>
                  <a:pt x="1308042" y="57899"/>
                  <a:pt x="1308166" y="57214"/>
                  <a:pt x="1308415" y="56498"/>
                </a:cubicBezTo>
                <a:cubicBezTo>
                  <a:pt x="1308664" y="55782"/>
                  <a:pt x="1309046" y="55129"/>
                  <a:pt x="1309559" y="54537"/>
                </a:cubicBezTo>
                <a:cubicBezTo>
                  <a:pt x="1310073" y="53946"/>
                  <a:pt x="1310727" y="53463"/>
                  <a:pt x="1311521" y="53090"/>
                </a:cubicBezTo>
                <a:cubicBezTo>
                  <a:pt x="1312314" y="52716"/>
                  <a:pt x="1313256" y="52530"/>
                  <a:pt x="1314345" y="52530"/>
                </a:cubicBezTo>
                <a:cubicBezTo>
                  <a:pt x="1315435" y="52530"/>
                  <a:pt x="1316486" y="52756"/>
                  <a:pt x="1317497" y="53208"/>
                </a:cubicBezTo>
                <a:cubicBezTo>
                  <a:pt x="1318509" y="53659"/>
                  <a:pt x="1319396" y="54353"/>
                  <a:pt x="1320159" y="55289"/>
                </a:cubicBezTo>
                <a:cubicBezTo>
                  <a:pt x="1320921" y="56224"/>
                  <a:pt x="1321528" y="57393"/>
                  <a:pt x="1321980" y="58797"/>
                </a:cubicBezTo>
                <a:cubicBezTo>
                  <a:pt x="1322431" y="60199"/>
                  <a:pt x="1322657" y="61852"/>
                  <a:pt x="1322657" y="63753"/>
                </a:cubicBezTo>
                <a:cubicBezTo>
                  <a:pt x="1322657" y="66341"/>
                  <a:pt x="1322182" y="68827"/>
                  <a:pt x="1321233" y="71211"/>
                </a:cubicBezTo>
                <a:cubicBezTo>
                  <a:pt x="1320283" y="73596"/>
                  <a:pt x="1318867" y="75709"/>
                  <a:pt x="1316984" y="77548"/>
                </a:cubicBezTo>
                <a:cubicBezTo>
                  <a:pt x="1315100" y="79388"/>
                  <a:pt x="1312750" y="80853"/>
                  <a:pt x="1309933" y="81943"/>
                </a:cubicBezTo>
                <a:cubicBezTo>
                  <a:pt x="1307116" y="83035"/>
                  <a:pt x="1303840" y="83580"/>
                  <a:pt x="1300104" y="83580"/>
                </a:cubicBezTo>
                <a:lnTo>
                  <a:pt x="1300104" y="77183"/>
                </a:lnTo>
                <a:moveTo>
                  <a:pt x="1314719" y="19891"/>
                </a:moveTo>
                <a:cubicBezTo>
                  <a:pt x="1315684" y="19891"/>
                  <a:pt x="1316602" y="20086"/>
                  <a:pt x="1317474" y="20475"/>
                </a:cubicBezTo>
                <a:cubicBezTo>
                  <a:pt x="1318345" y="20864"/>
                  <a:pt x="1319108" y="21385"/>
                  <a:pt x="1319762" y="22039"/>
                </a:cubicBezTo>
                <a:cubicBezTo>
                  <a:pt x="1320416" y="22693"/>
                  <a:pt x="1320937" y="23455"/>
                  <a:pt x="1321326" y="24327"/>
                </a:cubicBezTo>
                <a:cubicBezTo>
                  <a:pt x="1321715" y="25199"/>
                  <a:pt x="1321910" y="26117"/>
                  <a:pt x="1321910" y="27082"/>
                </a:cubicBezTo>
                <a:cubicBezTo>
                  <a:pt x="1321910" y="28078"/>
                  <a:pt x="1321715" y="29004"/>
                  <a:pt x="1321326" y="29860"/>
                </a:cubicBezTo>
                <a:cubicBezTo>
                  <a:pt x="1320937" y="30716"/>
                  <a:pt x="1320416" y="31471"/>
                  <a:pt x="1319762" y="32125"/>
                </a:cubicBezTo>
                <a:cubicBezTo>
                  <a:pt x="1319108" y="32778"/>
                  <a:pt x="1318345" y="33292"/>
                  <a:pt x="1317474" y="33666"/>
                </a:cubicBezTo>
                <a:cubicBezTo>
                  <a:pt x="1316602" y="34039"/>
                  <a:pt x="1315684" y="34226"/>
                  <a:pt x="1314719" y="34226"/>
                </a:cubicBezTo>
                <a:cubicBezTo>
                  <a:pt x="1313723" y="34226"/>
                  <a:pt x="1312797" y="34039"/>
                  <a:pt x="1311941" y="33666"/>
                </a:cubicBezTo>
                <a:cubicBezTo>
                  <a:pt x="1311085" y="33292"/>
                  <a:pt x="1310330" y="32778"/>
                  <a:pt x="1309676" y="32125"/>
                </a:cubicBezTo>
                <a:cubicBezTo>
                  <a:pt x="1309022" y="31471"/>
                  <a:pt x="1308509" y="30716"/>
                  <a:pt x="1308135" y="29860"/>
                </a:cubicBezTo>
                <a:cubicBezTo>
                  <a:pt x="1307762" y="29004"/>
                  <a:pt x="1307575" y="28078"/>
                  <a:pt x="1307575" y="27082"/>
                </a:cubicBezTo>
                <a:cubicBezTo>
                  <a:pt x="1307575" y="26117"/>
                  <a:pt x="1307762" y="25199"/>
                  <a:pt x="1308135" y="24327"/>
                </a:cubicBezTo>
                <a:cubicBezTo>
                  <a:pt x="1308509" y="23455"/>
                  <a:pt x="1309022" y="22693"/>
                  <a:pt x="1309676" y="22039"/>
                </a:cubicBezTo>
                <a:cubicBezTo>
                  <a:pt x="1310330" y="21385"/>
                  <a:pt x="1311085" y="20864"/>
                  <a:pt x="1311941" y="20475"/>
                </a:cubicBezTo>
                <a:cubicBezTo>
                  <a:pt x="1312797" y="20086"/>
                  <a:pt x="1313723" y="19891"/>
                  <a:pt x="1314719" y="19891"/>
                </a:cubicBezTo>
                <a:close/>
                <a:moveTo>
                  <a:pt x="1387543" y="77697"/>
                </a:moveTo>
                <a:lnTo>
                  <a:pt x="1379792" y="77697"/>
                </a:lnTo>
                <a:lnTo>
                  <a:pt x="1347760" y="1588"/>
                </a:lnTo>
                <a:lnTo>
                  <a:pt x="1355511" y="1588"/>
                </a:lnTo>
                <a:lnTo>
                  <a:pt x="1387543" y="77697"/>
                </a:lnTo>
                <a:close/>
                <a:moveTo>
                  <a:pt x="1399619" y="20732"/>
                </a:moveTo>
                <a:lnTo>
                  <a:pt x="1406856" y="20732"/>
                </a:lnTo>
                <a:lnTo>
                  <a:pt x="1407183" y="28296"/>
                </a:lnTo>
                <a:cubicBezTo>
                  <a:pt x="1408553" y="26677"/>
                  <a:pt x="1409876" y="25331"/>
                  <a:pt x="1411152" y="24257"/>
                </a:cubicBezTo>
                <a:cubicBezTo>
                  <a:pt x="1412428" y="23183"/>
                  <a:pt x="1413681" y="22319"/>
                  <a:pt x="1414911" y="21666"/>
                </a:cubicBezTo>
                <a:cubicBezTo>
                  <a:pt x="1416140" y="21012"/>
                  <a:pt x="1417393" y="20553"/>
                  <a:pt x="1418669" y="20288"/>
                </a:cubicBezTo>
                <a:cubicBezTo>
                  <a:pt x="1419946" y="20023"/>
                  <a:pt x="1421269" y="19891"/>
                  <a:pt x="1422638" y="19891"/>
                </a:cubicBezTo>
                <a:cubicBezTo>
                  <a:pt x="1427463" y="19891"/>
                  <a:pt x="1431113" y="21315"/>
                  <a:pt x="1433588" y="24164"/>
                </a:cubicBezTo>
                <a:cubicBezTo>
                  <a:pt x="1436063" y="27012"/>
                  <a:pt x="1437300" y="31300"/>
                  <a:pt x="1437300" y="37027"/>
                </a:cubicBezTo>
                <a:lnTo>
                  <a:pt x="1437300" y="67611"/>
                </a:lnTo>
                <a:lnTo>
                  <a:pt x="1429175" y="67611"/>
                </a:lnTo>
                <a:lnTo>
                  <a:pt x="1429175" y="37681"/>
                </a:lnTo>
                <a:cubicBezTo>
                  <a:pt x="1429175" y="34008"/>
                  <a:pt x="1428490" y="31292"/>
                  <a:pt x="1427121" y="29533"/>
                </a:cubicBezTo>
                <a:cubicBezTo>
                  <a:pt x="1425751" y="27774"/>
                  <a:pt x="1423712" y="26895"/>
                  <a:pt x="1421004" y="26895"/>
                </a:cubicBezTo>
                <a:cubicBezTo>
                  <a:pt x="1420008" y="26895"/>
                  <a:pt x="1419035" y="27043"/>
                  <a:pt x="1418086" y="27339"/>
                </a:cubicBezTo>
                <a:cubicBezTo>
                  <a:pt x="1417136" y="27634"/>
                  <a:pt x="1416148" y="28148"/>
                  <a:pt x="1415121" y="28880"/>
                </a:cubicBezTo>
                <a:cubicBezTo>
                  <a:pt x="1414094" y="29611"/>
                  <a:pt x="1412981" y="30599"/>
                  <a:pt x="1411782" y="31845"/>
                </a:cubicBezTo>
                <a:cubicBezTo>
                  <a:pt x="1410584" y="33090"/>
                  <a:pt x="1409237" y="34646"/>
                  <a:pt x="1407743" y="36514"/>
                </a:cubicBezTo>
                <a:lnTo>
                  <a:pt x="1407743" y="67611"/>
                </a:lnTo>
                <a:lnTo>
                  <a:pt x="1399619" y="67611"/>
                </a:lnTo>
                <a:lnTo>
                  <a:pt x="1399619" y="20732"/>
                </a:lnTo>
                <a:close/>
                <a:moveTo>
                  <a:pt x="1467446" y="27455"/>
                </a:moveTo>
                <a:lnTo>
                  <a:pt x="1453578" y="27455"/>
                </a:lnTo>
                <a:lnTo>
                  <a:pt x="1453578" y="20732"/>
                </a:lnTo>
                <a:lnTo>
                  <a:pt x="1475664" y="20732"/>
                </a:lnTo>
                <a:lnTo>
                  <a:pt x="1475664" y="60841"/>
                </a:lnTo>
                <a:lnTo>
                  <a:pt x="1489625" y="60841"/>
                </a:lnTo>
                <a:lnTo>
                  <a:pt x="1489625" y="67611"/>
                </a:lnTo>
                <a:lnTo>
                  <a:pt x="1452038" y="67611"/>
                </a:lnTo>
                <a:lnTo>
                  <a:pt x="1452038" y="60841"/>
                </a:lnTo>
                <a:lnTo>
                  <a:pt x="1467446" y="60841"/>
                </a:lnTo>
                <a:lnTo>
                  <a:pt x="1467446" y="27455"/>
                </a:lnTo>
                <a:moveTo>
                  <a:pt x="1470294" y="1027"/>
                </a:moveTo>
                <a:cubicBezTo>
                  <a:pt x="1471197" y="1027"/>
                  <a:pt x="1472038" y="1191"/>
                  <a:pt x="1472816" y="1518"/>
                </a:cubicBezTo>
                <a:cubicBezTo>
                  <a:pt x="1473594" y="1844"/>
                  <a:pt x="1474271" y="2304"/>
                  <a:pt x="1474847" y="2895"/>
                </a:cubicBezTo>
                <a:cubicBezTo>
                  <a:pt x="1475423" y="3486"/>
                  <a:pt x="1475874" y="4163"/>
                  <a:pt x="1476201" y="4926"/>
                </a:cubicBezTo>
                <a:cubicBezTo>
                  <a:pt x="1476528" y="5689"/>
                  <a:pt x="1476691" y="6521"/>
                  <a:pt x="1476691" y="7424"/>
                </a:cubicBezTo>
                <a:cubicBezTo>
                  <a:pt x="1476691" y="8296"/>
                  <a:pt x="1476528" y="9121"/>
                  <a:pt x="1476201" y="9899"/>
                </a:cubicBezTo>
                <a:cubicBezTo>
                  <a:pt x="1475874" y="10677"/>
                  <a:pt x="1475423" y="11362"/>
                  <a:pt x="1474847" y="11953"/>
                </a:cubicBezTo>
                <a:cubicBezTo>
                  <a:pt x="1474271" y="12545"/>
                  <a:pt x="1473594" y="13004"/>
                  <a:pt x="1472816" y="13331"/>
                </a:cubicBezTo>
                <a:cubicBezTo>
                  <a:pt x="1472038" y="13658"/>
                  <a:pt x="1471197" y="13821"/>
                  <a:pt x="1470294" y="13821"/>
                </a:cubicBezTo>
                <a:cubicBezTo>
                  <a:pt x="1469392" y="13821"/>
                  <a:pt x="1468551" y="13658"/>
                  <a:pt x="1467773" y="13331"/>
                </a:cubicBezTo>
                <a:cubicBezTo>
                  <a:pt x="1466995" y="13004"/>
                  <a:pt x="1466318" y="12545"/>
                  <a:pt x="1465742" y="11953"/>
                </a:cubicBezTo>
                <a:cubicBezTo>
                  <a:pt x="1465166" y="11362"/>
                  <a:pt x="1464715" y="10677"/>
                  <a:pt x="1464388" y="9899"/>
                </a:cubicBezTo>
                <a:cubicBezTo>
                  <a:pt x="1464061" y="9121"/>
                  <a:pt x="1463898" y="8296"/>
                  <a:pt x="1463898" y="7424"/>
                </a:cubicBezTo>
                <a:cubicBezTo>
                  <a:pt x="1463898" y="6521"/>
                  <a:pt x="1464061" y="5689"/>
                  <a:pt x="1464388" y="4926"/>
                </a:cubicBezTo>
                <a:cubicBezTo>
                  <a:pt x="1464715" y="4163"/>
                  <a:pt x="1465166" y="3486"/>
                  <a:pt x="1465742" y="2895"/>
                </a:cubicBezTo>
                <a:cubicBezTo>
                  <a:pt x="1466318" y="2304"/>
                  <a:pt x="1466995" y="1844"/>
                  <a:pt x="1467773" y="1518"/>
                </a:cubicBezTo>
                <a:cubicBezTo>
                  <a:pt x="1468551" y="1191"/>
                  <a:pt x="1469392" y="1027"/>
                  <a:pt x="1470294" y="1027"/>
                </a:cubicBezTo>
                <a:close/>
                <a:moveTo>
                  <a:pt x="1536768" y="67611"/>
                </a:moveTo>
                <a:lnTo>
                  <a:pt x="1536768" y="33946"/>
                </a:lnTo>
                <a:cubicBezTo>
                  <a:pt x="1536768" y="32483"/>
                  <a:pt x="1536713" y="31284"/>
                  <a:pt x="1536604" y="30350"/>
                </a:cubicBezTo>
                <a:cubicBezTo>
                  <a:pt x="1536495" y="29417"/>
                  <a:pt x="1536324" y="28677"/>
                  <a:pt x="1536091" y="28132"/>
                </a:cubicBezTo>
                <a:cubicBezTo>
                  <a:pt x="1535857" y="27588"/>
                  <a:pt x="1535562" y="27206"/>
                  <a:pt x="1535204" y="26988"/>
                </a:cubicBezTo>
                <a:cubicBezTo>
                  <a:pt x="1534846" y="26771"/>
                  <a:pt x="1534402" y="26662"/>
                  <a:pt x="1533873" y="26662"/>
                </a:cubicBezTo>
                <a:cubicBezTo>
                  <a:pt x="1533250" y="26662"/>
                  <a:pt x="1532674" y="26848"/>
                  <a:pt x="1532145" y="27222"/>
                </a:cubicBezTo>
                <a:cubicBezTo>
                  <a:pt x="1531616" y="27595"/>
                  <a:pt x="1531048" y="28203"/>
                  <a:pt x="1530441" y="29043"/>
                </a:cubicBezTo>
                <a:cubicBezTo>
                  <a:pt x="1529834" y="29883"/>
                  <a:pt x="1529165" y="30996"/>
                  <a:pt x="1528433" y="32382"/>
                </a:cubicBezTo>
                <a:cubicBezTo>
                  <a:pt x="1527702" y="33767"/>
                  <a:pt x="1526838" y="35471"/>
                  <a:pt x="1525842" y="37494"/>
                </a:cubicBezTo>
                <a:lnTo>
                  <a:pt x="1525842" y="67611"/>
                </a:lnTo>
                <a:lnTo>
                  <a:pt x="1518417" y="67611"/>
                </a:lnTo>
                <a:lnTo>
                  <a:pt x="1518417" y="34833"/>
                </a:lnTo>
                <a:cubicBezTo>
                  <a:pt x="1518417" y="33121"/>
                  <a:pt x="1518363" y="31736"/>
                  <a:pt x="1518254" y="30677"/>
                </a:cubicBezTo>
                <a:cubicBezTo>
                  <a:pt x="1518145" y="29619"/>
                  <a:pt x="1517974" y="28794"/>
                  <a:pt x="1517740" y="28203"/>
                </a:cubicBezTo>
                <a:cubicBezTo>
                  <a:pt x="1517507" y="27611"/>
                  <a:pt x="1517203" y="27206"/>
                  <a:pt x="1516830" y="26988"/>
                </a:cubicBezTo>
                <a:cubicBezTo>
                  <a:pt x="1516456" y="26771"/>
                  <a:pt x="1516005" y="26662"/>
                  <a:pt x="1515476" y="26662"/>
                </a:cubicBezTo>
                <a:cubicBezTo>
                  <a:pt x="1514916" y="26662"/>
                  <a:pt x="1514386" y="26817"/>
                  <a:pt x="1513888" y="27129"/>
                </a:cubicBezTo>
                <a:cubicBezTo>
                  <a:pt x="1513390" y="27440"/>
                  <a:pt x="1512838" y="28000"/>
                  <a:pt x="1512231" y="28810"/>
                </a:cubicBezTo>
                <a:cubicBezTo>
                  <a:pt x="1511624" y="29619"/>
                  <a:pt x="1510947" y="30724"/>
                  <a:pt x="1510200" y="32125"/>
                </a:cubicBezTo>
                <a:cubicBezTo>
                  <a:pt x="1509452" y="33525"/>
                  <a:pt x="1508565" y="35315"/>
                  <a:pt x="1507538" y="37494"/>
                </a:cubicBezTo>
                <a:lnTo>
                  <a:pt x="1507538" y="67611"/>
                </a:lnTo>
                <a:lnTo>
                  <a:pt x="1500067" y="67611"/>
                </a:lnTo>
                <a:lnTo>
                  <a:pt x="1500067" y="20732"/>
                </a:lnTo>
                <a:lnTo>
                  <a:pt x="1506277" y="20732"/>
                </a:lnTo>
                <a:lnTo>
                  <a:pt x="1506651" y="29650"/>
                </a:lnTo>
                <a:cubicBezTo>
                  <a:pt x="1507460" y="27876"/>
                  <a:pt x="1508246" y="26366"/>
                  <a:pt x="1509009" y="25121"/>
                </a:cubicBezTo>
                <a:cubicBezTo>
                  <a:pt x="1509772" y="23876"/>
                  <a:pt x="1510558" y="22872"/>
                  <a:pt x="1511367" y="22109"/>
                </a:cubicBezTo>
                <a:cubicBezTo>
                  <a:pt x="1512176" y="21346"/>
                  <a:pt x="1513040" y="20786"/>
                  <a:pt x="1513958" y="20428"/>
                </a:cubicBezTo>
                <a:cubicBezTo>
                  <a:pt x="1514877" y="20070"/>
                  <a:pt x="1515896" y="19891"/>
                  <a:pt x="1517017" y="19891"/>
                </a:cubicBezTo>
                <a:cubicBezTo>
                  <a:pt x="1519538" y="19891"/>
                  <a:pt x="1521453" y="20716"/>
                  <a:pt x="1522760" y="22366"/>
                </a:cubicBezTo>
                <a:cubicBezTo>
                  <a:pt x="1524067" y="24016"/>
                  <a:pt x="1524721" y="26568"/>
                  <a:pt x="1524721" y="30024"/>
                </a:cubicBezTo>
                <a:cubicBezTo>
                  <a:pt x="1525468" y="28405"/>
                  <a:pt x="1526200" y="26965"/>
                  <a:pt x="1526916" y="25704"/>
                </a:cubicBezTo>
                <a:cubicBezTo>
                  <a:pt x="1527632" y="24444"/>
                  <a:pt x="1528402" y="23385"/>
                  <a:pt x="1529227" y="22529"/>
                </a:cubicBezTo>
                <a:cubicBezTo>
                  <a:pt x="1530052" y="21673"/>
                  <a:pt x="1530962" y="21020"/>
                  <a:pt x="1531958" y="20568"/>
                </a:cubicBezTo>
                <a:cubicBezTo>
                  <a:pt x="1532955" y="20117"/>
                  <a:pt x="1534106" y="19891"/>
                  <a:pt x="1535414" y="19891"/>
                </a:cubicBezTo>
                <a:cubicBezTo>
                  <a:pt x="1541297" y="19891"/>
                  <a:pt x="1544239" y="24420"/>
                  <a:pt x="1544239" y="33479"/>
                </a:cubicBezTo>
                <a:lnTo>
                  <a:pt x="1544239" y="67611"/>
                </a:lnTo>
                <a:lnTo>
                  <a:pt x="1536768" y="67611"/>
                </a:lnTo>
                <a:close/>
                <a:moveTo>
                  <a:pt x="1595257" y="43331"/>
                </a:moveTo>
                <a:cubicBezTo>
                  <a:pt x="1595257" y="47502"/>
                  <a:pt x="1594673" y="51144"/>
                  <a:pt x="1593506" y="54257"/>
                </a:cubicBezTo>
                <a:cubicBezTo>
                  <a:pt x="1592338" y="57370"/>
                  <a:pt x="1590727" y="59954"/>
                  <a:pt x="1588673" y="62008"/>
                </a:cubicBezTo>
                <a:cubicBezTo>
                  <a:pt x="1586618" y="64063"/>
                  <a:pt x="1584190" y="65604"/>
                  <a:pt x="1581389" y="66631"/>
                </a:cubicBezTo>
                <a:cubicBezTo>
                  <a:pt x="1578587" y="67658"/>
                  <a:pt x="1575552" y="68172"/>
                  <a:pt x="1572284" y="68172"/>
                </a:cubicBezTo>
                <a:cubicBezTo>
                  <a:pt x="1570790" y="68172"/>
                  <a:pt x="1569303" y="68094"/>
                  <a:pt x="1567825" y="67938"/>
                </a:cubicBezTo>
                <a:cubicBezTo>
                  <a:pt x="1566346" y="67783"/>
                  <a:pt x="1564844" y="67518"/>
                  <a:pt x="1563319" y="67144"/>
                </a:cubicBezTo>
                <a:lnTo>
                  <a:pt x="1563319" y="86755"/>
                </a:lnTo>
                <a:lnTo>
                  <a:pt x="1555194" y="86755"/>
                </a:lnTo>
                <a:lnTo>
                  <a:pt x="1555194" y="20732"/>
                </a:lnTo>
                <a:lnTo>
                  <a:pt x="1562432" y="20732"/>
                </a:lnTo>
                <a:lnTo>
                  <a:pt x="1562945" y="28576"/>
                </a:lnTo>
                <a:cubicBezTo>
                  <a:pt x="1565280" y="25370"/>
                  <a:pt x="1567770" y="23121"/>
                  <a:pt x="1570416" y="21829"/>
                </a:cubicBezTo>
                <a:cubicBezTo>
                  <a:pt x="1573062" y="20537"/>
                  <a:pt x="1575926" y="19891"/>
                  <a:pt x="1579008" y="19891"/>
                </a:cubicBezTo>
                <a:cubicBezTo>
                  <a:pt x="1581685" y="19891"/>
                  <a:pt x="1584035" y="20451"/>
                  <a:pt x="1586058" y="21572"/>
                </a:cubicBezTo>
                <a:cubicBezTo>
                  <a:pt x="1588082" y="22693"/>
                  <a:pt x="1589778" y="24273"/>
                  <a:pt x="1591148" y="26311"/>
                </a:cubicBezTo>
                <a:cubicBezTo>
                  <a:pt x="1592517" y="28350"/>
                  <a:pt x="1593545" y="30810"/>
                  <a:pt x="1594229" y="33689"/>
                </a:cubicBezTo>
                <a:cubicBezTo>
                  <a:pt x="1594914" y="36568"/>
                  <a:pt x="1595257" y="39782"/>
                  <a:pt x="1595257" y="43331"/>
                </a:cubicBezTo>
                <a:moveTo>
                  <a:pt x="1586945" y="43705"/>
                </a:moveTo>
                <a:cubicBezTo>
                  <a:pt x="1586945" y="41245"/>
                  <a:pt x="1586766" y="38989"/>
                  <a:pt x="1586408" y="36934"/>
                </a:cubicBezTo>
                <a:cubicBezTo>
                  <a:pt x="1586050" y="34880"/>
                  <a:pt x="1585482" y="33121"/>
                  <a:pt x="1584704" y="31658"/>
                </a:cubicBezTo>
                <a:cubicBezTo>
                  <a:pt x="1583926" y="30195"/>
                  <a:pt x="1582930" y="29051"/>
                  <a:pt x="1581716" y="28226"/>
                </a:cubicBezTo>
                <a:cubicBezTo>
                  <a:pt x="1580502" y="27401"/>
                  <a:pt x="1579054" y="26988"/>
                  <a:pt x="1577373" y="26988"/>
                </a:cubicBezTo>
                <a:cubicBezTo>
                  <a:pt x="1576346" y="26988"/>
                  <a:pt x="1575303" y="27152"/>
                  <a:pt x="1574245" y="27479"/>
                </a:cubicBezTo>
                <a:cubicBezTo>
                  <a:pt x="1573186" y="27806"/>
                  <a:pt x="1572089" y="28350"/>
                  <a:pt x="1570953" y="29113"/>
                </a:cubicBezTo>
                <a:cubicBezTo>
                  <a:pt x="1569817" y="29876"/>
                  <a:pt x="1568618" y="30887"/>
                  <a:pt x="1567358" y="32148"/>
                </a:cubicBezTo>
                <a:cubicBezTo>
                  <a:pt x="1566097" y="33409"/>
                  <a:pt x="1564751" y="34973"/>
                  <a:pt x="1563319" y="36841"/>
                </a:cubicBezTo>
                <a:lnTo>
                  <a:pt x="1563319" y="59580"/>
                </a:lnTo>
                <a:cubicBezTo>
                  <a:pt x="1564813" y="60203"/>
                  <a:pt x="1566385" y="60693"/>
                  <a:pt x="1568035" y="61051"/>
                </a:cubicBezTo>
                <a:cubicBezTo>
                  <a:pt x="1569685" y="61409"/>
                  <a:pt x="1571303" y="61588"/>
                  <a:pt x="1572891" y="61588"/>
                </a:cubicBezTo>
                <a:cubicBezTo>
                  <a:pt x="1577280" y="61588"/>
                  <a:pt x="1580720" y="60102"/>
                  <a:pt x="1583210" y="57129"/>
                </a:cubicBezTo>
                <a:cubicBezTo>
                  <a:pt x="1585700" y="54156"/>
                  <a:pt x="1586945" y="49681"/>
                  <a:pt x="1586945" y="43705"/>
                </a:cubicBezTo>
                <a:close/>
                <a:moveTo>
                  <a:pt x="1647862" y="43798"/>
                </a:moveTo>
                <a:cubicBezTo>
                  <a:pt x="1647862" y="47440"/>
                  <a:pt x="1647349" y="50779"/>
                  <a:pt x="1646321" y="53814"/>
                </a:cubicBezTo>
                <a:cubicBezTo>
                  <a:pt x="1645294" y="56849"/>
                  <a:pt x="1643815" y="59448"/>
                  <a:pt x="1641886" y="61611"/>
                </a:cubicBezTo>
                <a:cubicBezTo>
                  <a:pt x="1639956" y="63775"/>
                  <a:pt x="1637605" y="65456"/>
                  <a:pt x="1634835" y="66654"/>
                </a:cubicBezTo>
                <a:cubicBezTo>
                  <a:pt x="1632064" y="67853"/>
                  <a:pt x="1628920" y="68452"/>
                  <a:pt x="1625403" y="68452"/>
                </a:cubicBezTo>
                <a:cubicBezTo>
                  <a:pt x="1622041" y="68452"/>
                  <a:pt x="1619029" y="67930"/>
                  <a:pt x="1616368" y="66888"/>
                </a:cubicBezTo>
                <a:cubicBezTo>
                  <a:pt x="1613706" y="65845"/>
                  <a:pt x="1611450" y="64312"/>
                  <a:pt x="1609597" y="62288"/>
                </a:cubicBezTo>
                <a:cubicBezTo>
                  <a:pt x="1607745" y="60265"/>
                  <a:pt x="1606329" y="57759"/>
                  <a:pt x="1605348" y="54771"/>
                </a:cubicBezTo>
                <a:cubicBezTo>
                  <a:pt x="1604368" y="51782"/>
                  <a:pt x="1603877" y="48343"/>
                  <a:pt x="1603877" y="44452"/>
                </a:cubicBezTo>
                <a:cubicBezTo>
                  <a:pt x="1603877" y="40810"/>
                  <a:pt x="1604391" y="37487"/>
                  <a:pt x="1605418" y="34483"/>
                </a:cubicBezTo>
                <a:cubicBezTo>
                  <a:pt x="1606446" y="31479"/>
                  <a:pt x="1607924" y="28895"/>
                  <a:pt x="1609854" y="26732"/>
                </a:cubicBezTo>
                <a:cubicBezTo>
                  <a:pt x="1611784" y="24568"/>
                  <a:pt x="1614134" y="22887"/>
                  <a:pt x="1616905" y="21689"/>
                </a:cubicBezTo>
                <a:cubicBezTo>
                  <a:pt x="1619675" y="20490"/>
                  <a:pt x="1622819" y="19891"/>
                  <a:pt x="1626337" y="19891"/>
                </a:cubicBezTo>
                <a:cubicBezTo>
                  <a:pt x="1629699" y="19891"/>
                  <a:pt x="1632710" y="20413"/>
                  <a:pt x="1635372" y="21455"/>
                </a:cubicBezTo>
                <a:cubicBezTo>
                  <a:pt x="1638033" y="22498"/>
                  <a:pt x="1640290" y="24023"/>
                  <a:pt x="1642142" y="26031"/>
                </a:cubicBezTo>
                <a:cubicBezTo>
                  <a:pt x="1643994" y="28039"/>
                  <a:pt x="1645411" y="30537"/>
                  <a:pt x="1646391" y="33525"/>
                </a:cubicBezTo>
                <a:cubicBezTo>
                  <a:pt x="1647372" y="36514"/>
                  <a:pt x="1647862" y="39938"/>
                  <a:pt x="1647862" y="43798"/>
                </a:cubicBezTo>
                <a:moveTo>
                  <a:pt x="1639551" y="44171"/>
                </a:moveTo>
                <a:cubicBezTo>
                  <a:pt x="1639551" y="41277"/>
                  <a:pt x="1639232" y="38747"/>
                  <a:pt x="1638594" y="36584"/>
                </a:cubicBezTo>
                <a:cubicBezTo>
                  <a:pt x="1637956" y="34420"/>
                  <a:pt x="1637045" y="32615"/>
                  <a:pt x="1635862" y="31168"/>
                </a:cubicBezTo>
                <a:cubicBezTo>
                  <a:pt x="1634679" y="29720"/>
                  <a:pt x="1633240" y="28631"/>
                  <a:pt x="1631543" y="27899"/>
                </a:cubicBezTo>
                <a:cubicBezTo>
                  <a:pt x="1629847" y="27167"/>
                  <a:pt x="1627955" y="26802"/>
                  <a:pt x="1625870" y="26802"/>
                </a:cubicBezTo>
                <a:cubicBezTo>
                  <a:pt x="1623442" y="26802"/>
                  <a:pt x="1621364" y="27276"/>
                  <a:pt x="1619636" y="28226"/>
                </a:cubicBezTo>
                <a:cubicBezTo>
                  <a:pt x="1617909" y="29175"/>
                  <a:pt x="1616492" y="30444"/>
                  <a:pt x="1615387" y="32031"/>
                </a:cubicBezTo>
                <a:cubicBezTo>
                  <a:pt x="1614282" y="33619"/>
                  <a:pt x="1613473" y="35463"/>
                  <a:pt x="1612959" y="37564"/>
                </a:cubicBezTo>
                <a:cubicBezTo>
                  <a:pt x="1612446" y="39666"/>
                  <a:pt x="1612189" y="41868"/>
                  <a:pt x="1612189" y="44171"/>
                </a:cubicBezTo>
                <a:cubicBezTo>
                  <a:pt x="1612189" y="47066"/>
                  <a:pt x="1612508" y="49603"/>
                  <a:pt x="1613146" y="51782"/>
                </a:cubicBezTo>
                <a:cubicBezTo>
                  <a:pt x="1613784" y="53961"/>
                  <a:pt x="1614695" y="55775"/>
                  <a:pt x="1615878" y="57222"/>
                </a:cubicBezTo>
                <a:cubicBezTo>
                  <a:pt x="1617060" y="58670"/>
                  <a:pt x="1618492" y="59759"/>
                  <a:pt x="1620173" y="60491"/>
                </a:cubicBezTo>
                <a:cubicBezTo>
                  <a:pt x="1621854" y="61222"/>
                  <a:pt x="1623753" y="61588"/>
                  <a:pt x="1625870" y="61588"/>
                </a:cubicBezTo>
                <a:cubicBezTo>
                  <a:pt x="1628298" y="61588"/>
                  <a:pt x="1630376" y="61113"/>
                  <a:pt x="1632103" y="60164"/>
                </a:cubicBezTo>
                <a:cubicBezTo>
                  <a:pt x="1633831" y="59214"/>
                  <a:pt x="1635247" y="57946"/>
                  <a:pt x="1636352" y="56358"/>
                </a:cubicBezTo>
                <a:cubicBezTo>
                  <a:pt x="1637457" y="54771"/>
                  <a:pt x="1638267" y="52926"/>
                  <a:pt x="1638780" y="50825"/>
                </a:cubicBezTo>
                <a:cubicBezTo>
                  <a:pt x="1639294" y="48724"/>
                  <a:pt x="1639551" y="46506"/>
                  <a:pt x="1639551" y="44171"/>
                </a:cubicBezTo>
                <a:close/>
                <a:moveTo>
                  <a:pt x="1660825" y="20732"/>
                </a:moveTo>
                <a:lnTo>
                  <a:pt x="1668250" y="20732"/>
                </a:lnTo>
                <a:lnTo>
                  <a:pt x="1668483" y="29348"/>
                </a:lnTo>
                <a:cubicBezTo>
                  <a:pt x="1671254" y="26025"/>
                  <a:pt x="1673985" y="23618"/>
                  <a:pt x="1676678" y="22128"/>
                </a:cubicBezTo>
                <a:cubicBezTo>
                  <a:pt x="1679370" y="20637"/>
                  <a:pt x="1682086" y="19891"/>
                  <a:pt x="1684826" y="19891"/>
                </a:cubicBezTo>
                <a:cubicBezTo>
                  <a:pt x="1689682" y="19891"/>
                  <a:pt x="1693363" y="21459"/>
                  <a:pt x="1695868" y="24595"/>
                </a:cubicBezTo>
                <a:cubicBezTo>
                  <a:pt x="1698374" y="27732"/>
                  <a:pt x="1699534" y="32389"/>
                  <a:pt x="1699347" y="38568"/>
                </a:cubicBezTo>
                <a:lnTo>
                  <a:pt x="1691129" y="38568"/>
                </a:lnTo>
                <a:cubicBezTo>
                  <a:pt x="1691223" y="34476"/>
                  <a:pt x="1690623" y="31507"/>
                  <a:pt x="1689331" y="29663"/>
                </a:cubicBezTo>
                <a:cubicBezTo>
                  <a:pt x="1688040" y="27818"/>
                  <a:pt x="1686149" y="26895"/>
                  <a:pt x="1683658" y="26895"/>
                </a:cubicBezTo>
                <a:cubicBezTo>
                  <a:pt x="1682569" y="26895"/>
                  <a:pt x="1681472" y="27089"/>
                  <a:pt x="1680366" y="27477"/>
                </a:cubicBezTo>
                <a:cubicBezTo>
                  <a:pt x="1679261" y="27864"/>
                  <a:pt x="1678125" y="28484"/>
                  <a:pt x="1676958" y="29336"/>
                </a:cubicBezTo>
                <a:cubicBezTo>
                  <a:pt x="1675791" y="30188"/>
                  <a:pt x="1674553" y="31281"/>
                  <a:pt x="1673246" y="32615"/>
                </a:cubicBezTo>
                <a:cubicBezTo>
                  <a:pt x="1671938" y="33948"/>
                  <a:pt x="1670538" y="35560"/>
                  <a:pt x="1669043" y="37451"/>
                </a:cubicBezTo>
                <a:lnTo>
                  <a:pt x="1669043" y="67611"/>
                </a:lnTo>
                <a:lnTo>
                  <a:pt x="1660825" y="67611"/>
                </a:lnTo>
                <a:lnTo>
                  <a:pt x="1660825" y="20732"/>
                </a:lnTo>
                <a:close/>
                <a:moveTo>
                  <a:pt x="1748544" y="66911"/>
                </a:moveTo>
                <a:cubicBezTo>
                  <a:pt x="1746708" y="67394"/>
                  <a:pt x="1744809" y="67741"/>
                  <a:pt x="1742848" y="67950"/>
                </a:cubicBezTo>
                <a:cubicBezTo>
                  <a:pt x="1740886" y="68160"/>
                  <a:pt x="1738894" y="68265"/>
                  <a:pt x="1736871" y="68265"/>
                </a:cubicBezTo>
                <a:cubicBezTo>
                  <a:pt x="1730988" y="68265"/>
                  <a:pt x="1726598" y="66934"/>
                  <a:pt x="1723703" y="64273"/>
                </a:cubicBezTo>
                <a:cubicBezTo>
                  <a:pt x="1720809" y="61611"/>
                  <a:pt x="1719361" y="57526"/>
                  <a:pt x="1719361" y="52016"/>
                </a:cubicBezTo>
                <a:lnTo>
                  <a:pt x="1719361" y="27549"/>
                </a:lnTo>
                <a:lnTo>
                  <a:pt x="1706240" y="27549"/>
                </a:lnTo>
                <a:lnTo>
                  <a:pt x="1706240" y="20732"/>
                </a:lnTo>
                <a:lnTo>
                  <a:pt x="1719361" y="20732"/>
                </a:lnTo>
                <a:lnTo>
                  <a:pt x="1719361" y="7804"/>
                </a:lnTo>
                <a:lnTo>
                  <a:pt x="1727486" y="5697"/>
                </a:lnTo>
                <a:lnTo>
                  <a:pt x="1727486" y="20732"/>
                </a:lnTo>
                <a:lnTo>
                  <a:pt x="1748544" y="20732"/>
                </a:lnTo>
                <a:lnTo>
                  <a:pt x="1748544" y="27549"/>
                </a:lnTo>
                <a:lnTo>
                  <a:pt x="1727486" y="27549"/>
                </a:lnTo>
                <a:lnTo>
                  <a:pt x="1727486" y="51362"/>
                </a:lnTo>
                <a:cubicBezTo>
                  <a:pt x="1727486" y="54724"/>
                  <a:pt x="1728381" y="57238"/>
                  <a:pt x="1730170" y="58903"/>
                </a:cubicBezTo>
                <a:cubicBezTo>
                  <a:pt x="1731960" y="60568"/>
                  <a:pt x="1734598" y="61401"/>
                  <a:pt x="1738085" y="61401"/>
                </a:cubicBezTo>
                <a:cubicBezTo>
                  <a:pt x="1739579" y="61401"/>
                  <a:pt x="1741213" y="61281"/>
                  <a:pt x="1742988" y="61041"/>
                </a:cubicBezTo>
                <a:cubicBezTo>
                  <a:pt x="1744762" y="60799"/>
                  <a:pt x="1746614" y="60422"/>
                  <a:pt x="1748544" y="59907"/>
                </a:cubicBezTo>
                <a:lnTo>
                  <a:pt x="1748544" y="66911"/>
                </a:lnTo>
                <a:close/>
                <a:moveTo>
                  <a:pt x="1856349" y="67611"/>
                </a:moveTo>
                <a:lnTo>
                  <a:pt x="1846964" y="67611"/>
                </a:lnTo>
                <a:lnTo>
                  <a:pt x="1837859" y="48060"/>
                </a:lnTo>
                <a:cubicBezTo>
                  <a:pt x="1837174" y="46563"/>
                  <a:pt x="1836473" y="45324"/>
                  <a:pt x="1835758" y="44342"/>
                </a:cubicBezTo>
                <a:cubicBezTo>
                  <a:pt x="1835042" y="43360"/>
                  <a:pt x="1834271" y="42580"/>
                  <a:pt x="1833446" y="42003"/>
                </a:cubicBezTo>
                <a:cubicBezTo>
                  <a:pt x="1832621" y="41426"/>
                  <a:pt x="1831719" y="41013"/>
                  <a:pt x="1830738" y="40764"/>
                </a:cubicBezTo>
                <a:cubicBezTo>
                  <a:pt x="1829758" y="40514"/>
                  <a:pt x="1828660" y="40389"/>
                  <a:pt x="1827446" y="40389"/>
                </a:cubicBezTo>
                <a:lnTo>
                  <a:pt x="1823524" y="40389"/>
                </a:lnTo>
                <a:lnTo>
                  <a:pt x="1823524" y="67611"/>
                </a:lnTo>
                <a:lnTo>
                  <a:pt x="1815213" y="67611"/>
                </a:lnTo>
                <a:lnTo>
                  <a:pt x="1815213" y="6537"/>
                </a:lnTo>
                <a:lnTo>
                  <a:pt x="1831555" y="6537"/>
                </a:lnTo>
                <a:cubicBezTo>
                  <a:pt x="1835104" y="6537"/>
                  <a:pt x="1838154" y="6926"/>
                  <a:pt x="1840707" y="7704"/>
                </a:cubicBezTo>
                <a:cubicBezTo>
                  <a:pt x="1843260" y="8483"/>
                  <a:pt x="1845353" y="9572"/>
                  <a:pt x="1846987" y="10973"/>
                </a:cubicBezTo>
                <a:cubicBezTo>
                  <a:pt x="1848621" y="12374"/>
                  <a:pt x="1849820" y="14062"/>
                  <a:pt x="1850583" y="16039"/>
                </a:cubicBezTo>
                <a:cubicBezTo>
                  <a:pt x="1851345" y="18016"/>
                  <a:pt x="1851727" y="20202"/>
                  <a:pt x="1851727" y="22599"/>
                </a:cubicBezTo>
                <a:cubicBezTo>
                  <a:pt x="1851727" y="24498"/>
                  <a:pt x="1851446" y="26296"/>
                  <a:pt x="1850886" y="27992"/>
                </a:cubicBezTo>
                <a:cubicBezTo>
                  <a:pt x="1850326" y="29689"/>
                  <a:pt x="1849493" y="31230"/>
                  <a:pt x="1848388" y="32615"/>
                </a:cubicBezTo>
                <a:cubicBezTo>
                  <a:pt x="1847283" y="34000"/>
                  <a:pt x="1845913" y="35199"/>
                  <a:pt x="1844279" y="36210"/>
                </a:cubicBezTo>
                <a:cubicBezTo>
                  <a:pt x="1842645" y="37222"/>
                  <a:pt x="1840769" y="37977"/>
                  <a:pt x="1838653" y="38475"/>
                </a:cubicBezTo>
                <a:cubicBezTo>
                  <a:pt x="1840365" y="39069"/>
                  <a:pt x="1841820" y="40110"/>
                  <a:pt x="1843018" y="41596"/>
                </a:cubicBezTo>
                <a:cubicBezTo>
                  <a:pt x="1844217" y="43082"/>
                  <a:pt x="1845439" y="45062"/>
                  <a:pt x="1846684" y="47533"/>
                </a:cubicBezTo>
                <a:lnTo>
                  <a:pt x="1856349" y="67611"/>
                </a:lnTo>
                <a:moveTo>
                  <a:pt x="1843042" y="23300"/>
                </a:moveTo>
                <a:cubicBezTo>
                  <a:pt x="1843042" y="20031"/>
                  <a:pt x="1842022" y="17588"/>
                  <a:pt x="1839983" y="15969"/>
                </a:cubicBezTo>
                <a:cubicBezTo>
                  <a:pt x="1837944" y="14350"/>
                  <a:pt x="1835073" y="13541"/>
                  <a:pt x="1831368" y="13541"/>
                </a:cubicBezTo>
                <a:lnTo>
                  <a:pt x="1823524" y="13541"/>
                </a:lnTo>
                <a:lnTo>
                  <a:pt x="1823524" y="33712"/>
                </a:lnTo>
                <a:lnTo>
                  <a:pt x="1830248" y="33712"/>
                </a:lnTo>
                <a:cubicBezTo>
                  <a:pt x="1832209" y="33712"/>
                  <a:pt x="1833975" y="33487"/>
                  <a:pt x="1835547" y="33035"/>
                </a:cubicBezTo>
                <a:cubicBezTo>
                  <a:pt x="1837119" y="32584"/>
                  <a:pt x="1838458" y="31915"/>
                  <a:pt x="1839563" y="31027"/>
                </a:cubicBezTo>
                <a:cubicBezTo>
                  <a:pt x="1840668" y="30140"/>
                  <a:pt x="1841524" y="29051"/>
                  <a:pt x="1842131" y="27759"/>
                </a:cubicBezTo>
                <a:cubicBezTo>
                  <a:pt x="1842738" y="26467"/>
                  <a:pt x="1843042" y="24981"/>
                  <a:pt x="1843042" y="23300"/>
                </a:cubicBezTo>
                <a:close/>
                <a:moveTo>
                  <a:pt x="1906200" y="41697"/>
                </a:moveTo>
                <a:cubicBezTo>
                  <a:pt x="1906200" y="42849"/>
                  <a:pt x="1906184" y="43813"/>
                  <a:pt x="1906153" y="44592"/>
                </a:cubicBezTo>
                <a:cubicBezTo>
                  <a:pt x="1906122" y="45370"/>
                  <a:pt x="1906075" y="46101"/>
                  <a:pt x="1906013" y="46786"/>
                </a:cubicBezTo>
                <a:lnTo>
                  <a:pt x="1873095" y="46786"/>
                </a:lnTo>
                <a:cubicBezTo>
                  <a:pt x="1873095" y="51580"/>
                  <a:pt x="1874433" y="55261"/>
                  <a:pt x="1877110" y="57829"/>
                </a:cubicBezTo>
                <a:cubicBezTo>
                  <a:pt x="1879787" y="60397"/>
                  <a:pt x="1883647" y="61681"/>
                  <a:pt x="1888690" y="61681"/>
                </a:cubicBezTo>
                <a:cubicBezTo>
                  <a:pt x="1890060" y="61681"/>
                  <a:pt x="1891429" y="61626"/>
                  <a:pt x="1892799" y="61515"/>
                </a:cubicBezTo>
                <a:cubicBezTo>
                  <a:pt x="1894169" y="61403"/>
                  <a:pt x="1895492" y="61252"/>
                  <a:pt x="1896768" y="61061"/>
                </a:cubicBezTo>
                <a:cubicBezTo>
                  <a:pt x="1898044" y="60870"/>
                  <a:pt x="1899266" y="60655"/>
                  <a:pt x="1900433" y="60416"/>
                </a:cubicBezTo>
                <a:cubicBezTo>
                  <a:pt x="1901601" y="60177"/>
                  <a:pt x="1902682" y="59914"/>
                  <a:pt x="1903678" y="59627"/>
                </a:cubicBezTo>
                <a:lnTo>
                  <a:pt x="1903678" y="66304"/>
                </a:lnTo>
                <a:cubicBezTo>
                  <a:pt x="1901468" y="66940"/>
                  <a:pt x="1898970" y="67457"/>
                  <a:pt x="1896184" y="67855"/>
                </a:cubicBezTo>
                <a:cubicBezTo>
                  <a:pt x="1893398" y="68253"/>
                  <a:pt x="1890511" y="68452"/>
                  <a:pt x="1887523" y="68452"/>
                </a:cubicBezTo>
                <a:cubicBezTo>
                  <a:pt x="1883507" y="68452"/>
                  <a:pt x="1880052" y="67907"/>
                  <a:pt x="1877157" y="66818"/>
                </a:cubicBezTo>
                <a:cubicBezTo>
                  <a:pt x="1874262" y="65728"/>
                  <a:pt x="1871888" y="64148"/>
                  <a:pt x="1870036" y="62078"/>
                </a:cubicBezTo>
                <a:cubicBezTo>
                  <a:pt x="1868184" y="60008"/>
                  <a:pt x="1866814" y="57471"/>
                  <a:pt x="1865927" y="54467"/>
                </a:cubicBezTo>
                <a:cubicBezTo>
                  <a:pt x="1865040" y="51463"/>
                  <a:pt x="1864596" y="48063"/>
                  <a:pt x="1864596" y="44265"/>
                </a:cubicBezTo>
                <a:cubicBezTo>
                  <a:pt x="1864596" y="40965"/>
                  <a:pt x="1865071" y="37845"/>
                  <a:pt x="1866021" y="34903"/>
                </a:cubicBezTo>
                <a:cubicBezTo>
                  <a:pt x="1866970" y="31961"/>
                  <a:pt x="1868355" y="29378"/>
                  <a:pt x="1870176" y="27152"/>
                </a:cubicBezTo>
                <a:cubicBezTo>
                  <a:pt x="1871997" y="24926"/>
                  <a:pt x="1874231" y="23160"/>
                  <a:pt x="1876877" y="21852"/>
                </a:cubicBezTo>
                <a:cubicBezTo>
                  <a:pt x="1879523" y="20545"/>
                  <a:pt x="1882526" y="19891"/>
                  <a:pt x="1885888" y="19891"/>
                </a:cubicBezTo>
                <a:cubicBezTo>
                  <a:pt x="1889157" y="19891"/>
                  <a:pt x="1892052" y="20405"/>
                  <a:pt x="1894573" y="21432"/>
                </a:cubicBezTo>
                <a:cubicBezTo>
                  <a:pt x="1897095" y="22459"/>
                  <a:pt x="1899219" y="23915"/>
                  <a:pt x="1900947" y="25798"/>
                </a:cubicBezTo>
                <a:cubicBezTo>
                  <a:pt x="1902674" y="27681"/>
                  <a:pt x="1903982" y="29969"/>
                  <a:pt x="1904869" y="32662"/>
                </a:cubicBezTo>
                <a:cubicBezTo>
                  <a:pt x="1905756" y="35354"/>
                  <a:pt x="1906200" y="38366"/>
                  <a:pt x="1906200" y="41697"/>
                </a:cubicBezTo>
                <a:moveTo>
                  <a:pt x="1897748" y="40529"/>
                </a:moveTo>
                <a:cubicBezTo>
                  <a:pt x="1897842" y="38444"/>
                  <a:pt x="1897639" y="36537"/>
                  <a:pt x="1897141" y="34810"/>
                </a:cubicBezTo>
                <a:cubicBezTo>
                  <a:pt x="1896643" y="33082"/>
                  <a:pt x="1895873" y="31596"/>
                  <a:pt x="1894830" y="30350"/>
                </a:cubicBezTo>
                <a:cubicBezTo>
                  <a:pt x="1893787" y="29105"/>
                  <a:pt x="1892488" y="28132"/>
                  <a:pt x="1890931" y="27432"/>
                </a:cubicBezTo>
                <a:cubicBezTo>
                  <a:pt x="1889375" y="26732"/>
                  <a:pt x="1887569" y="26381"/>
                  <a:pt x="1885515" y="26381"/>
                </a:cubicBezTo>
                <a:cubicBezTo>
                  <a:pt x="1883741" y="26381"/>
                  <a:pt x="1882122" y="26724"/>
                  <a:pt x="1880659" y="27409"/>
                </a:cubicBezTo>
                <a:cubicBezTo>
                  <a:pt x="1879196" y="28094"/>
                  <a:pt x="1877935" y="29059"/>
                  <a:pt x="1876877" y="30304"/>
                </a:cubicBezTo>
                <a:cubicBezTo>
                  <a:pt x="1875818" y="31549"/>
                  <a:pt x="1874962" y="33043"/>
                  <a:pt x="1874309" y="34786"/>
                </a:cubicBezTo>
                <a:cubicBezTo>
                  <a:pt x="1873655" y="36529"/>
                  <a:pt x="1873250" y="38444"/>
                  <a:pt x="1873095" y="40529"/>
                </a:cubicBezTo>
                <a:lnTo>
                  <a:pt x="1897748" y="40529"/>
                </a:lnTo>
                <a:close/>
                <a:moveTo>
                  <a:pt x="1948580" y="67611"/>
                </a:moveTo>
                <a:lnTo>
                  <a:pt x="1948393" y="61295"/>
                </a:lnTo>
                <a:cubicBezTo>
                  <a:pt x="1945840" y="63821"/>
                  <a:pt x="1943249" y="65645"/>
                  <a:pt x="1940618" y="66768"/>
                </a:cubicBezTo>
                <a:cubicBezTo>
                  <a:pt x="1937988" y="67890"/>
                  <a:pt x="1935225" y="68452"/>
                  <a:pt x="1932330" y="68452"/>
                </a:cubicBezTo>
                <a:cubicBezTo>
                  <a:pt x="1929653" y="68452"/>
                  <a:pt x="1927365" y="68109"/>
                  <a:pt x="1925467" y="67423"/>
                </a:cubicBezTo>
                <a:cubicBezTo>
                  <a:pt x="1923568" y="66737"/>
                  <a:pt x="1922004" y="65794"/>
                  <a:pt x="1920774" y="64594"/>
                </a:cubicBezTo>
                <a:cubicBezTo>
                  <a:pt x="1919544" y="63393"/>
                  <a:pt x="1918642" y="61982"/>
                  <a:pt x="1918066" y="60361"/>
                </a:cubicBezTo>
                <a:cubicBezTo>
                  <a:pt x="1917490" y="58739"/>
                  <a:pt x="1917202" y="56977"/>
                  <a:pt x="1917202" y="55076"/>
                </a:cubicBezTo>
                <a:cubicBezTo>
                  <a:pt x="1917202" y="50368"/>
                  <a:pt x="1918953" y="46681"/>
                  <a:pt x="1922455" y="44015"/>
                </a:cubicBezTo>
                <a:cubicBezTo>
                  <a:pt x="1925957" y="41349"/>
                  <a:pt x="1931132" y="40016"/>
                  <a:pt x="1937980" y="40016"/>
                </a:cubicBezTo>
                <a:lnTo>
                  <a:pt x="1947692" y="40016"/>
                </a:lnTo>
                <a:lnTo>
                  <a:pt x="1947692" y="35921"/>
                </a:lnTo>
                <a:cubicBezTo>
                  <a:pt x="1947692" y="33161"/>
                  <a:pt x="1946805" y="30951"/>
                  <a:pt x="1945031" y="29291"/>
                </a:cubicBezTo>
                <a:cubicBezTo>
                  <a:pt x="1943257" y="27631"/>
                  <a:pt x="1940548" y="26802"/>
                  <a:pt x="1936906" y="26802"/>
                </a:cubicBezTo>
                <a:cubicBezTo>
                  <a:pt x="1934260" y="26802"/>
                  <a:pt x="1931653" y="27102"/>
                  <a:pt x="1929085" y="27702"/>
                </a:cubicBezTo>
                <a:cubicBezTo>
                  <a:pt x="1926517" y="28301"/>
                  <a:pt x="1923864" y="29153"/>
                  <a:pt x="1921124" y="30257"/>
                </a:cubicBezTo>
                <a:lnTo>
                  <a:pt x="1921124" y="22926"/>
                </a:lnTo>
                <a:cubicBezTo>
                  <a:pt x="1922151" y="22547"/>
                  <a:pt x="1923295" y="22175"/>
                  <a:pt x="1924556" y="21811"/>
                </a:cubicBezTo>
                <a:cubicBezTo>
                  <a:pt x="1925817" y="21448"/>
                  <a:pt x="1927148" y="21124"/>
                  <a:pt x="1928548" y="20840"/>
                </a:cubicBezTo>
                <a:cubicBezTo>
                  <a:pt x="1929949" y="20555"/>
                  <a:pt x="1931412" y="20326"/>
                  <a:pt x="1932938" y="20152"/>
                </a:cubicBezTo>
                <a:cubicBezTo>
                  <a:pt x="1934463" y="19978"/>
                  <a:pt x="1936004" y="19891"/>
                  <a:pt x="1937560" y="19891"/>
                </a:cubicBezTo>
                <a:cubicBezTo>
                  <a:pt x="1940393" y="19891"/>
                  <a:pt x="1942945" y="20202"/>
                  <a:pt x="1945218" y="20825"/>
                </a:cubicBezTo>
                <a:cubicBezTo>
                  <a:pt x="1947490" y="21448"/>
                  <a:pt x="1949412" y="22397"/>
                  <a:pt x="1950984" y="23673"/>
                </a:cubicBezTo>
                <a:cubicBezTo>
                  <a:pt x="1952556" y="24950"/>
                  <a:pt x="1953763" y="26553"/>
                  <a:pt x="1954603" y="28483"/>
                </a:cubicBezTo>
                <a:cubicBezTo>
                  <a:pt x="1955443" y="30413"/>
                  <a:pt x="1955864" y="32685"/>
                  <a:pt x="1955864" y="35300"/>
                </a:cubicBezTo>
                <a:lnTo>
                  <a:pt x="1955864" y="67611"/>
                </a:lnTo>
                <a:lnTo>
                  <a:pt x="1948580" y="67611"/>
                </a:lnTo>
                <a:moveTo>
                  <a:pt x="1947692" y="46226"/>
                </a:moveTo>
                <a:lnTo>
                  <a:pt x="1937373" y="46226"/>
                </a:lnTo>
                <a:cubicBezTo>
                  <a:pt x="1935350" y="46226"/>
                  <a:pt x="1933607" y="46429"/>
                  <a:pt x="1932144" y="46836"/>
                </a:cubicBezTo>
                <a:cubicBezTo>
                  <a:pt x="1930681" y="47242"/>
                  <a:pt x="1929482" y="47819"/>
                  <a:pt x="1928548" y="48568"/>
                </a:cubicBezTo>
                <a:cubicBezTo>
                  <a:pt x="1927615" y="49317"/>
                  <a:pt x="1926922" y="50215"/>
                  <a:pt x="1926471" y="51261"/>
                </a:cubicBezTo>
                <a:cubicBezTo>
                  <a:pt x="1926019" y="52307"/>
                  <a:pt x="1925793" y="53486"/>
                  <a:pt x="1925793" y="54797"/>
                </a:cubicBezTo>
                <a:cubicBezTo>
                  <a:pt x="1925793" y="55703"/>
                  <a:pt x="1925934" y="56569"/>
                  <a:pt x="1926214" y="57397"/>
                </a:cubicBezTo>
                <a:cubicBezTo>
                  <a:pt x="1926494" y="58224"/>
                  <a:pt x="1926945" y="58958"/>
                  <a:pt x="1927568" y="59598"/>
                </a:cubicBezTo>
                <a:cubicBezTo>
                  <a:pt x="1928190" y="60238"/>
                  <a:pt x="1929000" y="60745"/>
                  <a:pt x="1929996" y="61120"/>
                </a:cubicBezTo>
                <a:cubicBezTo>
                  <a:pt x="1930992" y="61494"/>
                  <a:pt x="1932206" y="61681"/>
                  <a:pt x="1933638" y="61681"/>
                </a:cubicBezTo>
                <a:cubicBezTo>
                  <a:pt x="1935506" y="61681"/>
                  <a:pt x="1937646" y="61112"/>
                  <a:pt x="1940058" y="59973"/>
                </a:cubicBezTo>
                <a:cubicBezTo>
                  <a:pt x="1942471" y="58833"/>
                  <a:pt x="1945015" y="57029"/>
                  <a:pt x="1947692" y="54562"/>
                </a:cubicBezTo>
                <a:lnTo>
                  <a:pt x="1947692" y="46226"/>
                </a:lnTo>
                <a:close/>
                <a:moveTo>
                  <a:pt x="2006742" y="65884"/>
                </a:moveTo>
                <a:cubicBezTo>
                  <a:pt x="2004625" y="66693"/>
                  <a:pt x="2002454" y="67292"/>
                  <a:pt x="2000228" y="67681"/>
                </a:cubicBezTo>
                <a:cubicBezTo>
                  <a:pt x="1998002" y="68070"/>
                  <a:pt x="1995707" y="68265"/>
                  <a:pt x="1993341" y="68265"/>
                </a:cubicBezTo>
                <a:cubicBezTo>
                  <a:pt x="1985932" y="68265"/>
                  <a:pt x="1980228" y="66257"/>
                  <a:pt x="1976228" y="62242"/>
                </a:cubicBezTo>
                <a:cubicBezTo>
                  <a:pt x="1972228" y="58226"/>
                  <a:pt x="1970228" y="52358"/>
                  <a:pt x="1970228" y="44638"/>
                </a:cubicBezTo>
                <a:cubicBezTo>
                  <a:pt x="1970228" y="40934"/>
                  <a:pt x="1970804" y="37572"/>
                  <a:pt x="1971955" y="34553"/>
                </a:cubicBezTo>
                <a:cubicBezTo>
                  <a:pt x="1973107" y="31533"/>
                  <a:pt x="1974726" y="28950"/>
                  <a:pt x="1976811" y="26802"/>
                </a:cubicBezTo>
                <a:cubicBezTo>
                  <a:pt x="1978897" y="24654"/>
                  <a:pt x="1981387" y="22996"/>
                  <a:pt x="1984282" y="21829"/>
                </a:cubicBezTo>
                <a:cubicBezTo>
                  <a:pt x="1987177" y="20662"/>
                  <a:pt x="1990368" y="20078"/>
                  <a:pt x="1993854" y="20078"/>
                </a:cubicBezTo>
                <a:cubicBezTo>
                  <a:pt x="1996282" y="20078"/>
                  <a:pt x="1998555" y="20253"/>
                  <a:pt x="2000672" y="20603"/>
                </a:cubicBezTo>
                <a:cubicBezTo>
                  <a:pt x="2002788" y="20952"/>
                  <a:pt x="2004812" y="21524"/>
                  <a:pt x="2006742" y="22319"/>
                </a:cubicBezTo>
                <a:lnTo>
                  <a:pt x="2006742" y="30070"/>
                </a:lnTo>
                <a:cubicBezTo>
                  <a:pt x="2004718" y="28995"/>
                  <a:pt x="2002656" y="28213"/>
                  <a:pt x="2000555" y="27724"/>
                </a:cubicBezTo>
                <a:cubicBezTo>
                  <a:pt x="1998454" y="27234"/>
                  <a:pt x="1996282" y="26988"/>
                  <a:pt x="1994041" y="26988"/>
                </a:cubicBezTo>
                <a:cubicBezTo>
                  <a:pt x="1991956" y="26988"/>
                  <a:pt x="1989987" y="27385"/>
                  <a:pt x="1988135" y="28179"/>
                </a:cubicBezTo>
                <a:cubicBezTo>
                  <a:pt x="1986282" y="28973"/>
                  <a:pt x="1984656" y="30117"/>
                  <a:pt x="1983255" y="31611"/>
                </a:cubicBezTo>
                <a:cubicBezTo>
                  <a:pt x="1981854" y="33105"/>
                  <a:pt x="1980749" y="34926"/>
                  <a:pt x="1979940" y="37074"/>
                </a:cubicBezTo>
                <a:cubicBezTo>
                  <a:pt x="1979131" y="39222"/>
                  <a:pt x="1978726" y="41650"/>
                  <a:pt x="1978726" y="44358"/>
                </a:cubicBezTo>
                <a:cubicBezTo>
                  <a:pt x="1978726" y="50024"/>
                  <a:pt x="1980103" y="54265"/>
                  <a:pt x="1982858" y="57082"/>
                </a:cubicBezTo>
                <a:cubicBezTo>
                  <a:pt x="1985613" y="59899"/>
                  <a:pt x="1989434" y="61308"/>
                  <a:pt x="1994321" y="61308"/>
                </a:cubicBezTo>
                <a:cubicBezTo>
                  <a:pt x="1996531" y="61308"/>
                  <a:pt x="1998672" y="61059"/>
                  <a:pt x="2000742" y="60561"/>
                </a:cubicBezTo>
                <a:cubicBezTo>
                  <a:pt x="2002812" y="60063"/>
                  <a:pt x="2004812" y="59316"/>
                  <a:pt x="2006742" y="58319"/>
                </a:cubicBezTo>
                <a:lnTo>
                  <a:pt x="2006742" y="65884"/>
                </a:lnTo>
                <a:close/>
                <a:moveTo>
                  <a:pt x="2059954" y="66911"/>
                </a:moveTo>
                <a:cubicBezTo>
                  <a:pt x="2058118" y="67394"/>
                  <a:pt x="2056219" y="67741"/>
                  <a:pt x="2054258" y="67950"/>
                </a:cubicBezTo>
                <a:cubicBezTo>
                  <a:pt x="2052297" y="68160"/>
                  <a:pt x="2050304" y="68265"/>
                  <a:pt x="2048281" y="68265"/>
                </a:cubicBezTo>
                <a:cubicBezTo>
                  <a:pt x="2042398" y="68265"/>
                  <a:pt x="2038009" y="66934"/>
                  <a:pt x="2035114" y="64273"/>
                </a:cubicBezTo>
                <a:cubicBezTo>
                  <a:pt x="2032219" y="61611"/>
                  <a:pt x="2030771" y="57526"/>
                  <a:pt x="2030771" y="52016"/>
                </a:cubicBezTo>
                <a:lnTo>
                  <a:pt x="2030771" y="27549"/>
                </a:lnTo>
                <a:lnTo>
                  <a:pt x="2017650" y="27549"/>
                </a:lnTo>
                <a:lnTo>
                  <a:pt x="2017650" y="20732"/>
                </a:lnTo>
                <a:lnTo>
                  <a:pt x="2030771" y="20732"/>
                </a:lnTo>
                <a:lnTo>
                  <a:pt x="2030771" y="7804"/>
                </a:lnTo>
                <a:lnTo>
                  <a:pt x="2038896" y="5697"/>
                </a:lnTo>
                <a:lnTo>
                  <a:pt x="2038896" y="20732"/>
                </a:lnTo>
                <a:lnTo>
                  <a:pt x="2059954" y="20732"/>
                </a:lnTo>
                <a:lnTo>
                  <a:pt x="2059954" y="27549"/>
                </a:lnTo>
                <a:lnTo>
                  <a:pt x="2038896" y="27549"/>
                </a:lnTo>
                <a:lnTo>
                  <a:pt x="2038896" y="51362"/>
                </a:lnTo>
                <a:cubicBezTo>
                  <a:pt x="2038896" y="54724"/>
                  <a:pt x="2039791" y="57238"/>
                  <a:pt x="2041581" y="58903"/>
                </a:cubicBezTo>
                <a:cubicBezTo>
                  <a:pt x="2043370" y="60568"/>
                  <a:pt x="2046009" y="61401"/>
                  <a:pt x="2049495" y="61401"/>
                </a:cubicBezTo>
                <a:cubicBezTo>
                  <a:pt x="2050989" y="61401"/>
                  <a:pt x="2052623" y="61281"/>
                  <a:pt x="2054398" y="61041"/>
                </a:cubicBezTo>
                <a:cubicBezTo>
                  <a:pt x="2056172" y="60799"/>
                  <a:pt x="2058024" y="60422"/>
                  <a:pt x="2059954" y="59907"/>
                </a:cubicBezTo>
                <a:lnTo>
                  <a:pt x="2059954" y="66911"/>
                </a:lnTo>
                <a:close/>
                <a:moveTo>
                  <a:pt x="2115735" y="36397"/>
                </a:moveTo>
                <a:cubicBezTo>
                  <a:pt x="2115735" y="39325"/>
                  <a:pt x="2115509" y="42129"/>
                  <a:pt x="2115058" y="44808"/>
                </a:cubicBezTo>
                <a:cubicBezTo>
                  <a:pt x="2114606" y="47487"/>
                  <a:pt x="2113883" y="49979"/>
                  <a:pt x="2112887" y="52284"/>
                </a:cubicBezTo>
                <a:cubicBezTo>
                  <a:pt x="2111891" y="54590"/>
                  <a:pt x="2110599" y="56685"/>
                  <a:pt x="2109011" y="58570"/>
                </a:cubicBezTo>
                <a:cubicBezTo>
                  <a:pt x="2107424" y="60455"/>
                  <a:pt x="2105478" y="62067"/>
                  <a:pt x="2103175" y="63406"/>
                </a:cubicBezTo>
                <a:cubicBezTo>
                  <a:pt x="2100871" y="64746"/>
                  <a:pt x="2098194" y="65782"/>
                  <a:pt x="2095143" y="66514"/>
                </a:cubicBezTo>
                <a:cubicBezTo>
                  <a:pt x="2092093" y="67246"/>
                  <a:pt x="2088622" y="67611"/>
                  <a:pt x="2084731" y="67611"/>
                </a:cubicBezTo>
                <a:lnTo>
                  <a:pt x="2071657" y="67611"/>
                </a:lnTo>
                <a:lnTo>
                  <a:pt x="2071657" y="6537"/>
                </a:lnTo>
                <a:lnTo>
                  <a:pt x="2087392" y="6537"/>
                </a:lnTo>
                <a:cubicBezTo>
                  <a:pt x="2096918" y="6537"/>
                  <a:pt x="2104023" y="8990"/>
                  <a:pt x="2108708" y="13897"/>
                </a:cubicBezTo>
                <a:cubicBezTo>
                  <a:pt x="2113392" y="18804"/>
                  <a:pt x="2115735" y="26304"/>
                  <a:pt x="2115735" y="36397"/>
                </a:cubicBezTo>
                <a:moveTo>
                  <a:pt x="2107003" y="37004"/>
                </a:moveTo>
                <a:cubicBezTo>
                  <a:pt x="2107003" y="32673"/>
                  <a:pt x="2106599" y="29012"/>
                  <a:pt x="2105789" y="26021"/>
                </a:cubicBezTo>
                <a:cubicBezTo>
                  <a:pt x="2104980" y="23029"/>
                  <a:pt x="2103750" y="20614"/>
                  <a:pt x="2102101" y="18776"/>
                </a:cubicBezTo>
                <a:cubicBezTo>
                  <a:pt x="2100451" y="16938"/>
                  <a:pt x="2098381" y="15606"/>
                  <a:pt x="2095890" y="14780"/>
                </a:cubicBezTo>
                <a:cubicBezTo>
                  <a:pt x="2093400" y="13954"/>
                  <a:pt x="2090474" y="13541"/>
                  <a:pt x="2087112" y="13541"/>
                </a:cubicBezTo>
                <a:lnTo>
                  <a:pt x="2079968" y="13541"/>
                </a:lnTo>
                <a:lnTo>
                  <a:pt x="2079968" y="60421"/>
                </a:lnTo>
                <a:lnTo>
                  <a:pt x="2086178" y="60421"/>
                </a:lnTo>
                <a:cubicBezTo>
                  <a:pt x="2100062" y="60421"/>
                  <a:pt x="2107003" y="52615"/>
                  <a:pt x="2107003" y="37004"/>
                </a:cubicBezTo>
                <a:close/>
                <a:moveTo>
                  <a:pt x="2168434" y="36677"/>
                </a:moveTo>
                <a:cubicBezTo>
                  <a:pt x="2168434" y="42160"/>
                  <a:pt x="2167788" y="46895"/>
                  <a:pt x="2166496" y="50882"/>
                </a:cubicBezTo>
                <a:cubicBezTo>
                  <a:pt x="2165204" y="54869"/>
                  <a:pt x="2163461" y="58164"/>
                  <a:pt x="2161266" y="60765"/>
                </a:cubicBezTo>
                <a:cubicBezTo>
                  <a:pt x="2159072" y="63366"/>
                  <a:pt x="2156504" y="65298"/>
                  <a:pt x="2153562" y="66559"/>
                </a:cubicBezTo>
                <a:cubicBezTo>
                  <a:pt x="2150621" y="67821"/>
                  <a:pt x="2147515" y="68452"/>
                  <a:pt x="2144247" y="68452"/>
                </a:cubicBezTo>
                <a:cubicBezTo>
                  <a:pt x="2140325" y="68452"/>
                  <a:pt x="2136908" y="67743"/>
                  <a:pt x="2133998" y="66326"/>
                </a:cubicBezTo>
                <a:cubicBezTo>
                  <a:pt x="2131087" y="64908"/>
                  <a:pt x="2128675" y="62860"/>
                  <a:pt x="2126760" y="60181"/>
                </a:cubicBezTo>
                <a:cubicBezTo>
                  <a:pt x="2124846" y="57502"/>
                  <a:pt x="2123422" y="54239"/>
                  <a:pt x="2122488" y="50392"/>
                </a:cubicBezTo>
                <a:cubicBezTo>
                  <a:pt x="2121554" y="46545"/>
                  <a:pt x="2121087" y="42206"/>
                  <a:pt x="2121087" y="37378"/>
                </a:cubicBezTo>
                <a:cubicBezTo>
                  <a:pt x="2121087" y="31957"/>
                  <a:pt x="2121725" y="27254"/>
                  <a:pt x="2123002" y="23266"/>
                </a:cubicBezTo>
                <a:cubicBezTo>
                  <a:pt x="2124278" y="19279"/>
                  <a:pt x="2126013" y="15985"/>
                  <a:pt x="2128208" y="13383"/>
                </a:cubicBezTo>
                <a:cubicBezTo>
                  <a:pt x="2130402" y="10782"/>
                  <a:pt x="2132963" y="8851"/>
                  <a:pt x="2135889" y="7589"/>
                </a:cubicBezTo>
                <a:cubicBezTo>
                  <a:pt x="2138815" y="6327"/>
                  <a:pt x="2141912" y="5697"/>
                  <a:pt x="2145181" y="5697"/>
                </a:cubicBezTo>
                <a:cubicBezTo>
                  <a:pt x="2149103" y="5697"/>
                  <a:pt x="2152519" y="6413"/>
                  <a:pt x="2155430" y="7846"/>
                </a:cubicBezTo>
                <a:cubicBezTo>
                  <a:pt x="2158340" y="9279"/>
                  <a:pt x="2160761" y="11327"/>
                  <a:pt x="2162691" y="13990"/>
                </a:cubicBezTo>
                <a:cubicBezTo>
                  <a:pt x="2164621" y="16654"/>
                  <a:pt x="2166060" y="19901"/>
                  <a:pt x="2167010" y="23733"/>
                </a:cubicBezTo>
                <a:cubicBezTo>
                  <a:pt x="2167959" y="27565"/>
                  <a:pt x="2168434" y="31880"/>
                  <a:pt x="2168434" y="36677"/>
                </a:cubicBezTo>
                <a:moveTo>
                  <a:pt x="2159796" y="37284"/>
                </a:moveTo>
                <a:cubicBezTo>
                  <a:pt x="2159796" y="33702"/>
                  <a:pt x="2159523" y="30422"/>
                  <a:pt x="2158979" y="27447"/>
                </a:cubicBezTo>
                <a:cubicBezTo>
                  <a:pt x="2158434" y="24471"/>
                  <a:pt x="2157554" y="21908"/>
                  <a:pt x="2156340" y="19758"/>
                </a:cubicBezTo>
                <a:cubicBezTo>
                  <a:pt x="2155126" y="17608"/>
                  <a:pt x="2153562" y="15940"/>
                  <a:pt x="2151648" y="14756"/>
                </a:cubicBezTo>
                <a:cubicBezTo>
                  <a:pt x="2149733" y="13573"/>
                  <a:pt x="2147422" y="12981"/>
                  <a:pt x="2144714" y="12981"/>
                </a:cubicBezTo>
                <a:cubicBezTo>
                  <a:pt x="2142099" y="12981"/>
                  <a:pt x="2139850" y="13612"/>
                  <a:pt x="2137967" y="14875"/>
                </a:cubicBezTo>
                <a:cubicBezTo>
                  <a:pt x="2136083" y="16136"/>
                  <a:pt x="2134535" y="17850"/>
                  <a:pt x="2133321" y="20015"/>
                </a:cubicBezTo>
                <a:cubicBezTo>
                  <a:pt x="2132107" y="22181"/>
                  <a:pt x="2131204" y="24720"/>
                  <a:pt x="2130613" y="27633"/>
                </a:cubicBezTo>
                <a:cubicBezTo>
                  <a:pt x="2130021" y="30547"/>
                  <a:pt x="2129725" y="33639"/>
                  <a:pt x="2129725" y="36911"/>
                </a:cubicBezTo>
                <a:cubicBezTo>
                  <a:pt x="2129725" y="40525"/>
                  <a:pt x="2130006" y="43819"/>
                  <a:pt x="2130566" y="46795"/>
                </a:cubicBezTo>
                <a:cubicBezTo>
                  <a:pt x="2131126" y="49771"/>
                  <a:pt x="2132006" y="52326"/>
                  <a:pt x="2133204" y="54461"/>
                </a:cubicBezTo>
                <a:cubicBezTo>
                  <a:pt x="2134403" y="56596"/>
                  <a:pt x="2135951" y="58255"/>
                  <a:pt x="2137850" y="59439"/>
                </a:cubicBezTo>
                <a:cubicBezTo>
                  <a:pt x="2139749" y="60622"/>
                  <a:pt x="2142037" y="61214"/>
                  <a:pt x="2144714" y="61214"/>
                </a:cubicBezTo>
                <a:cubicBezTo>
                  <a:pt x="2147329" y="61214"/>
                  <a:pt x="2149585" y="60584"/>
                  <a:pt x="2151484" y="59322"/>
                </a:cubicBezTo>
                <a:cubicBezTo>
                  <a:pt x="2153383" y="58059"/>
                  <a:pt x="2154947" y="56345"/>
                  <a:pt x="2156177" y="54180"/>
                </a:cubicBezTo>
                <a:cubicBezTo>
                  <a:pt x="2157407" y="52014"/>
                  <a:pt x="2158317" y="49483"/>
                  <a:pt x="2158909" y="46585"/>
                </a:cubicBezTo>
                <a:cubicBezTo>
                  <a:pt x="2159500" y="43687"/>
                  <a:pt x="2159796" y="40587"/>
                  <a:pt x="2159796" y="37284"/>
                </a:cubicBezTo>
                <a:close/>
                <a:moveTo>
                  <a:pt x="2220572" y="67611"/>
                </a:moveTo>
                <a:lnTo>
                  <a:pt x="2212448" y="67611"/>
                </a:lnTo>
                <a:lnTo>
                  <a:pt x="2211234" y="29536"/>
                </a:lnTo>
                <a:lnTo>
                  <a:pt x="2210720" y="14905"/>
                </a:lnTo>
                <a:lnTo>
                  <a:pt x="2207872" y="23412"/>
                </a:lnTo>
                <a:lnTo>
                  <a:pt x="2198860" y="47720"/>
                </a:lnTo>
                <a:lnTo>
                  <a:pt x="2193117" y="47720"/>
                </a:lnTo>
                <a:lnTo>
                  <a:pt x="2184526" y="24347"/>
                </a:lnTo>
                <a:lnTo>
                  <a:pt x="2181677" y="14905"/>
                </a:lnTo>
                <a:lnTo>
                  <a:pt x="2181491" y="30190"/>
                </a:lnTo>
                <a:lnTo>
                  <a:pt x="2180417" y="67611"/>
                </a:lnTo>
                <a:lnTo>
                  <a:pt x="2172572" y="67611"/>
                </a:lnTo>
                <a:lnTo>
                  <a:pt x="2175561" y="6537"/>
                </a:lnTo>
                <a:lnTo>
                  <a:pt x="2185413" y="6537"/>
                </a:lnTo>
                <a:lnTo>
                  <a:pt x="2193631" y="29536"/>
                </a:lnTo>
                <a:lnTo>
                  <a:pt x="2196292" y="37296"/>
                </a:lnTo>
                <a:lnTo>
                  <a:pt x="2198860" y="29536"/>
                </a:lnTo>
                <a:lnTo>
                  <a:pt x="2207498" y="6537"/>
                </a:lnTo>
                <a:lnTo>
                  <a:pt x="2217631" y="6537"/>
                </a:lnTo>
                <a:lnTo>
                  <a:pt x="2220572" y="67611"/>
                </a:lnTo>
                <a:close/>
                <a:moveTo>
                  <a:pt x="2323075" y="9152"/>
                </a:moveTo>
                <a:cubicBezTo>
                  <a:pt x="2318811" y="8249"/>
                  <a:pt x="2315138" y="7798"/>
                  <a:pt x="2312056" y="7798"/>
                </a:cubicBezTo>
                <a:cubicBezTo>
                  <a:pt x="2304741" y="7798"/>
                  <a:pt x="2301083" y="11627"/>
                  <a:pt x="2301083" y="19284"/>
                </a:cubicBezTo>
                <a:lnTo>
                  <a:pt x="2301083" y="27502"/>
                </a:lnTo>
                <a:lnTo>
                  <a:pt x="2321628" y="27502"/>
                </a:lnTo>
                <a:lnTo>
                  <a:pt x="2321628" y="34273"/>
                </a:lnTo>
                <a:lnTo>
                  <a:pt x="2301083" y="34273"/>
                </a:lnTo>
                <a:lnTo>
                  <a:pt x="2301083" y="67611"/>
                </a:lnTo>
                <a:lnTo>
                  <a:pt x="2292818" y="67611"/>
                </a:lnTo>
                <a:lnTo>
                  <a:pt x="2292818" y="34273"/>
                </a:lnTo>
                <a:lnTo>
                  <a:pt x="2277737" y="34273"/>
                </a:lnTo>
                <a:lnTo>
                  <a:pt x="2277737" y="27502"/>
                </a:lnTo>
                <a:lnTo>
                  <a:pt x="2292818" y="27502"/>
                </a:lnTo>
                <a:lnTo>
                  <a:pt x="2292818" y="19751"/>
                </a:lnTo>
                <a:cubicBezTo>
                  <a:pt x="2292818" y="7269"/>
                  <a:pt x="2299324" y="1027"/>
                  <a:pt x="2312336" y="1027"/>
                </a:cubicBezTo>
                <a:cubicBezTo>
                  <a:pt x="2315573" y="1027"/>
                  <a:pt x="2319153" y="1401"/>
                  <a:pt x="2323075" y="2148"/>
                </a:cubicBezTo>
                <a:lnTo>
                  <a:pt x="2323075" y="9152"/>
                </a:lnTo>
                <a:moveTo>
                  <a:pt x="2274001" y="20732"/>
                </a:moveTo>
                <a:lnTo>
                  <a:pt x="2274001" y="20732"/>
                </a:lnTo>
                <a:close/>
                <a:moveTo>
                  <a:pt x="2335245" y="20732"/>
                </a:moveTo>
                <a:lnTo>
                  <a:pt x="2342669" y="20732"/>
                </a:lnTo>
                <a:lnTo>
                  <a:pt x="2342903" y="29348"/>
                </a:lnTo>
                <a:cubicBezTo>
                  <a:pt x="2345673" y="26025"/>
                  <a:pt x="2348405" y="23618"/>
                  <a:pt x="2351097" y="22128"/>
                </a:cubicBezTo>
                <a:cubicBezTo>
                  <a:pt x="2353790" y="20637"/>
                  <a:pt x="2356506" y="19891"/>
                  <a:pt x="2359245" y="19891"/>
                </a:cubicBezTo>
                <a:cubicBezTo>
                  <a:pt x="2364101" y="19891"/>
                  <a:pt x="2367782" y="21459"/>
                  <a:pt x="2370288" y="24595"/>
                </a:cubicBezTo>
                <a:cubicBezTo>
                  <a:pt x="2372794" y="27732"/>
                  <a:pt x="2373953" y="32389"/>
                  <a:pt x="2373767" y="38568"/>
                </a:cubicBezTo>
                <a:lnTo>
                  <a:pt x="2365549" y="38568"/>
                </a:lnTo>
                <a:cubicBezTo>
                  <a:pt x="2365642" y="34476"/>
                  <a:pt x="2365043" y="31507"/>
                  <a:pt x="2363751" y="29663"/>
                </a:cubicBezTo>
                <a:cubicBezTo>
                  <a:pt x="2362459" y="27818"/>
                  <a:pt x="2360568" y="26895"/>
                  <a:pt x="2358078" y="26895"/>
                </a:cubicBezTo>
                <a:cubicBezTo>
                  <a:pt x="2356988" y="26895"/>
                  <a:pt x="2355891" y="27089"/>
                  <a:pt x="2354786" y="27477"/>
                </a:cubicBezTo>
                <a:cubicBezTo>
                  <a:pt x="2353681" y="27864"/>
                  <a:pt x="2352545" y="28484"/>
                  <a:pt x="2351377" y="29336"/>
                </a:cubicBezTo>
                <a:cubicBezTo>
                  <a:pt x="2350210" y="30188"/>
                  <a:pt x="2348973" y="31281"/>
                  <a:pt x="2347665" y="32615"/>
                </a:cubicBezTo>
                <a:cubicBezTo>
                  <a:pt x="2346358" y="33948"/>
                  <a:pt x="2344957" y="35560"/>
                  <a:pt x="2343463" y="37451"/>
                </a:cubicBezTo>
                <a:lnTo>
                  <a:pt x="2343463" y="67611"/>
                </a:lnTo>
                <a:lnTo>
                  <a:pt x="2335245" y="67611"/>
                </a:lnTo>
                <a:lnTo>
                  <a:pt x="2335245" y="20732"/>
                </a:lnTo>
                <a:close/>
                <a:moveTo>
                  <a:pt x="2425999" y="43798"/>
                </a:moveTo>
                <a:cubicBezTo>
                  <a:pt x="2425999" y="47440"/>
                  <a:pt x="2425485" y="50779"/>
                  <a:pt x="2424458" y="53814"/>
                </a:cubicBezTo>
                <a:cubicBezTo>
                  <a:pt x="2423430" y="56849"/>
                  <a:pt x="2421952" y="59448"/>
                  <a:pt x="2420022" y="61611"/>
                </a:cubicBezTo>
                <a:cubicBezTo>
                  <a:pt x="2418092" y="63775"/>
                  <a:pt x="2415742" y="65456"/>
                  <a:pt x="2412971" y="66654"/>
                </a:cubicBezTo>
                <a:cubicBezTo>
                  <a:pt x="2410201" y="67853"/>
                  <a:pt x="2407057" y="68452"/>
                  <a:pt x="2403539" y="68452"/>
                </a:cubicBezTo>
                <a:cubicBezTo>
                  <a:pt x="2400177" y="68452"/>
                  <a:pt x="2397166" y="67930"/>
                  <a:pt x="2394504" y="66888"/>
                </a:cubicBezTo>
                <a:cubicBezTo>
                  <a:pt x="2391843" y="65845"/>
                  <a:pt x="2389586" y="64312"/>
                  <a:pt x="2387734" y="62288"/>
                </a:cubicBezTo>
                <a:cubicBezTo>
                  <a:pt x="2385882" y="60265"/>
                  <a:pt x="2384465" y="57759"/>
                  <a:pt x="2383485" y="54771"/>
                </a:cubicBezTo>
                <a:cubicBezTo>
                  <a:pt x="2382504" y="51782"/>
                  <a:pt x="2382014" y="48343"/>
                  <a:pt x="2382014" y="44452"/>
                </a:cubicBezTo>
                <a:cubicBezTo>
                  <a:pt x="2382014" y="40810"/>
                  <a:pt x="2382527" y="37487"/>
                  <a:pt x="2383555" y="34483"/>
                </a:cubicBezTo>
                <a:cubicBezTo>
                  <a:pt x="2384582" y="31479"/>
                  <a:pt x="2386061" y="28895"/>
                  <a:pt x="2387991" y="26732"/>
                </a:cubicBezTo>
                <a:cubicBezTo>
                  <a:pt x="2389921" y="24568"/>
                  <a:pt x="2392271" y="22887"/>
                  <a:pt x="2395041" y="21689"/>
                </a:cubicBezTo>
                <a:cubicBezTo>
                  <a:pt x="2397812" y="20490"/>
                  <a:pt x="2400956" y="19891"/>
                  <a:pt x="2404473" y="19891"/>
                </a:cubicBezTo>
                <a:cubicBezTo>
                  <a:pt x="2407835" y="19891"/>
                  <a:pt x="2410847" y="20413"/>
                  <a:pt x="2413508" y="21455"/>
                </a:cubicBezTo>
                <a:cubicBezTo>
                  <a:pt x="2416170" y="22498"/>
                  <a:pt x="2418427" y="24023"/>
                  <a:pt x="2420279" y="26031"/>
                </a:cubicBezTo>
                <a:cubicBezTo>
                  <a:pt x="2422131" y="28039"/>
                  <a:pt x="2423547" y="30537"/>
                  <a:pt x="2424528" y="33525"/>
                </a:cubicBezTo>
                <a:cubicBezTo>
                  <a:pt x="2425508" y="36514"/>
                  <a:pt x="2425999" y="39938"/>
                  <a:pt x="2425999" y="43798"/>
                </a:cubicBezTo>
                <a:moveTo>
                  <a:pt x="2417687" y="44171"/>
                </a:moveTo>
                <a:cubicBezTo>
                  <a:pt x="2417687" y="41277"/>
                  <a:pt x="2417368" y="38747"/>
                  <a:pt x="2416730" y="36584"/>
                </a:cubicBezTo>
                <a:cubicBezTo>
                  <a:pt x="2416092" y="34420"/>
                  <a:pt x="2415181" y="32615"/>
                  <a:pt x="2413998" y="31168"/>
                </a:cubicBezTo>
                <a:cubicBezTo>
                  <a:pt x="2412816" y="29720"/>
                  <a:pt x="2411376" y="28631"/>
                  <a:pt x="2409679" y="27899"/>
                </a:cubicBezTo>
                <a:cubicBezTo>
                  <a:pt x="2407983" y="27167"/>
                  <a:pt x="2406092" y="26802"/>
                  <a:pt x="2404006" y="26802"/>
                </a:cubicBezTo>
                <a:cubicBezTo>
                  <a:pt x="2401578" y="26802"/>
                  <a:pt x="2399500" y="27276"/>
                  <a:pt x="2397773" y="28226"/>
                </a:cubicBezTo>
                <a:cubicBezTo>
                  <a:pt x="2396045" y="29175"/>
                  <a:pt x="2394629" y="30444"/>
                  <a:pt x="2393524" y="32031"/>
                </a:cubicBezTo>
                <a:cubicBezTo>
                  <a:pt x="2392419" y="33619"/>
                  <a:pt x="2391609" y="35463"/>
                  <a:pt x="2391096" y="37564"/>
                </a:cubicBezTo>
                <a:cubicBezTo>
                  <a:pt x="2390582" y="39666"/>
                  <a:pt x="2390325" y="41868"/>
                  <a:pt x="2390325" y="44171"/>
                </a:cubicBezTo>
                <a:cubicBezTo>
                  <a:pt x="2390325" y="47066"/>
                  <a:pt x="2390644" y="49603"/>
                  <a:pt x="2391282" y="51782"/>
                </a:cubicBezTo>
                <a:cubicBezTo>
                  <a:pt x="2391921" y="53961"/>
                  <a:pt x="2392831" y="55775"/>
                  <a:pt x="2394014" y="57222"/>
                </a:cubicBezTo>
                <a:cubicBezTo>
                  <a:pt x="2395197" y="58670"/>
                  <a:pt x="2396629" y="59759"/>
                  <a:pt x="2398310" y="60491"/>
                </a:cubicBezTo>
                <a:cubicBezTo>
                  <a:pt x="2399991" y="61222"/>
                  <a:pt x="2401889" y="61588"/>
                  <a:pt x="2404006" y="61588"/>
                </a:cubicBezTo>
                <a:cubicBezTo>
                  <a:pt x="2406434" y="61588"/>
                  <a:pt x="2408512" y="61113"/>
                  <a:pt x="2410240" y="60164"/>
                </a:cubicBezTo>
                <a:cubicBezTo>
                  <a:pt x="2411967" y="59214"/>
                  <a:pt x="2413384" y="57946"/>
                  <a:pt x="2414489" y="56358"/>
                </a:cubicBezTo>
                <a:cubicBezTo>
                  <a:pt x="2415594" y="54771"/>
                  <a:pt x="2416403" y="52926"/>
                  <a:pt x="2416917" y="50825"/>
                </a:cubicBezTo>
                <a:cubicBezTo>
                  <a:pt x="2417430" y="48724"/>
                  <a:pt x="2417687" y="46506"/>
                  <a:pt x="2417687" y="44171"/>
                </a:cubicBezTo>
                <a:close/>
                <a:moveTo>
                  <a:pt x="2470480" y="67611"/>
                </a:moveTo>
                <a:lnTo>
                  <a:pt x="2470480" y="33946"/>
                </a:lnTo>
                <a:cubicBezTo>
                  <a:pt x="2470480" y="32483"/>
                  <a:pt x="2470425" y="31284"/>
                  <a:pt x="2470316" y="30350"/>
                </a:cubicBezTo>
                <a:cubicBezTo>
                  <a:pt x="2470207" y="29417"/>
                  <a:pt x="2470036" y="28677"/>
                  <a:pt x="2469802" y="28132"/>
                </a:cubicBezTo>
                <a:cubicBezTo>
                  <a:pt x="2469569" y="27588"/>
                  <a:pt x="2469273" y="27206"/>
                  <a:pt x="2468915" y="26988"/>
                </a:cubicBezTo>
                <a:cubicBezTo>
                  <a:pt x="2468557" y="26771"/>
                  <a:pt x="2468114" y="26662"/>
                  <a:pt x="2467585" y="26662"/>
                </a:cubicBezTo>
                <a:cubicBezTo>
                  <a:pt x="2466962" y="26662"/>
                  <a:pt x="2466386" y="26848"/>
                  <a:pt x="2465857" y="27222"/>
                </a:cubicBezTo>
                <a:cubicBezTo>
                  <a:pt x="2465328" y="27595"/>
                  <a:pt x="2464760" y="28203"/>
                  <a:pt x="2464153" y="29043"/>
                </a:cubicBezTo>
                <a:cubicBezTo>
                  <a:pt x="2463546" y="29883"/>
                  <a:pt x="2462876" y="30996"/>
                  <a:pt x="2462145" y="32382"/>
                </a:cubicBezTo>
                <a:cubicBezTo>
                  <a:pt x="2461413" y="33767"/>
                  <a:pt x="2460550" y="35471"/>
                  <a:pt x="2459553" y="37494"/>
                </a:cubicBezTo>
                <a:lnTo>
                  <a:pt x="2459553" y="67611"/>
                </a:lnTo>
                <a:lnTo>
                  <a:pt x="2452129" y="67611"/>
                </a:lnTo>
                <a:lnTo>
                  <a:pt x="2452129" y="34833"/>
                </a:lnTo>
                <a:cubicBezTo>
                  <a:pt x="2452129" y="33121"/>
                  <a:pt x="2452075" y="31736"/>
                  <a:pt x="2451966" y="30677"/>
                </a:cubicBezTo>
                <a:cubicBezTo>
                  <a:pt x="2451857" y="29619"/>
                  <a:pt x="2451686" y="28794"/>
                  <a:pt x="2451452" y="28203"/>
                </a:cubicBezTo>
                <a:cubicBezTo>
                  <a:pt x="2451219" y="27611"/>
                  <a:pt x="2450915" y="27206"/>
                  <a:pt x="2450542" y="26988"/>
                </a:cubicBezTo>
                <a:cubicBezTo>
                  <a:pt x="2450168" y="26771"/>
                  <a:pt x="2449717" y="26662"/>
                  <a:pt x="2449188" y="26662"/>
                </a:cubicBezTo>
                <a:cubicBezTo>
                  <a:pt x="2448627" y="26662"/>
                  <a:pt x="2448098" y="26817"/>
                  <a:pt x="2447600" y="27129"/>
                </a:cubicBezTo>
                <a:cubicBezTo>
                  <a:pt x="2447102" y="27440"/>
                  <a:pt x="2446549" y="28000"/>
                  <a:pt x="2445942" y="28810"/>
                </a:cubicBezTo>
                <a:cubicBezTo>
                  <a:pt x="2445335" y="29619"/>
                  <a:pt x="2444658" y="30724"/>
                  <a:pt x="2443911" y="32125"/>
                </a:cubicBezTo>
                <a:cubicBezTo>
                  <a:pt x="2443164" y="33525"/>
                  <a:pt x="2442277" y="35315"/>
                  <a:pt x="2441250" y="37494"/>
                </a:cubicBezTo>
                <a:lnTo>
                  <a:pt x="2441250" y="67611"/>
                </a:lnTo>
                <a:lnTo>
                  <a:pt x="2433779" y="67611"/>
                </a:lnTo>
                <a:lnTo>
                  <a:pt x="2433779" y="20732"/>
                </a:lnTo>
                <a:lnTo>
                  <a:pt x="2439989" y="20732"/>
                </a:lnTo>
                <a:lnTo>
                  <a:pt x="2440363" y="29650"/>
                </a:lnTo>
                <a:cubicBezTo>
                  <a:pt x="2441172" y="27876"/>
                  <a:pt x="2441958" y="26366"/>
                  <a:pt x="2442721" y="25121"/>
                </a:cubicBezTo>
                <a:cubicBezTo>
                  <a:pt x="2443483" y="23876"/>
                  <a:pt x="2444269" y="22872"/>
                  <a:pt x="2445079" y="22109"/>
                </a:cubicBezTo>
                <a:cubicBezTo>
                  <a:pt x="2445888" y="21346"/>
                  <a:pt x="2446752" y="20786"/>
                  <a:pt x="2447670" y="20428"/>
                </a:cubicBezTo>
                <a:cubicBezTo>
                  <a:pt x="2448588" y="20070"/>
                  <a:pt x="2449608" y="19891"/>
                  <a:pt x="2450728" y="19891"/>
                </a:cubicBezTo>
                <a:cubicBezTo>
                  <a:pt x="2453250" y="19891"/>
                  <a:pt x="2455164" y="20716"/>
                  <a:pt x="2456472" y="22366"/>
                </a:cubicBezTo>
                <a:cubicBezTo>
                  <a:pt x="2457779" y="24016"/>
                  <a:pt x="2458433" y="26568"/>
                  <a:pt x="2458433" y="30024"/>
                </a:cubicBezTo>
                <a:cubicBezTo>
                  <a:pt x="2459180" y="28405"/>
                  <a:pt x="2459911" y="26965"/>
                  <a:pt x="2460627" y="25704"/>
                </a:cubicBezTo>
                <a:cubicBezTo>
                  <a:pt x="2461343" y="24444"/>
                  <a:pt x="2462114" y="23385"/>
                  <a:pt x="2462939" y="22529"/>
                </a:cubicBezTo>
                <a:cubicBezTo>
                  <a:pt x="2463764" y="21673"/>
                  <a:pt x="2464674" y="21020"/>
                  <a:pt x="2465670" y="20568"/>
                </a:cubicBezTo>
                <a:cubicBezTo>
                  <a:pt x="2466666" y="20117"/>
                  <a:pt x="2467818" y="19891"/>
                  <a:pt x="2469125" y="19891"/>
                </a:cubicBezTo>
                <a:cubicBezTo>
                  <a:pt x="2475009" y="19891"/>
                  <a:pt x="2477950" y="24420"/>
                  <a:pt x="2477950" y="33479"/>
                </a:cubicBezTo>
                <a:lnTo>
                  <a:pt x="2477950" y="67611"/>
                </a:lnTo>
                <a:lnTo>
                  <a:pt x="2470480" y="67611"/>
                </a:lnTo>
                <a:close/>
                <a:moveTo>
                  <a:pt x="2574804" y="7424"/>
                </a:moveTo>
                <a:cubicBezTo>
                  <a:pt x="2573216" y="7393"/>
                  <a:pt x="2571675" y="7534"/>
                  <a:pt x="2570181" y="7846"/>
                </a:cubicBezTo>
                <a:cubicBezTo>
                  <a:pt x="2568687" y="8157"/>
                  <a:pt x="2567372" y="8648"/>
                  <a:pt x="2566235" y="9320"/>
                </a:cubicBezTo>
                <a:cubicBezTo>
                  <a:pt x="2565099" y="9990"/>
                  <a:pt x="2564189" y="10824"/>
                  <a:pt x="2563504" y="11822"/>
                </a:cubicBezTo>
                <a:cubicBezTo>
                  <a:pt x="2562819" y="12820"/>
                  <a:pt x="2562477" y="13974"/>
                  <a:pt x="2562477" y="15283"/>
                </a:cubicBezTo>
                <a:cubicBezTo>
                  <a:pt x="2562477" y="16593"/>
                  <a:pt x="2562702" y="17647"/>
                  <a:pt x="2563154" y="18442"/>
                </a:cubicBezTo>
                <a:cubicBezTo>
                  <a:pt x="2563605" y="19237"/>
                  <a:pt x="2564111" y="19978"/>
                  <a:pt x="2564671" y="20665"/>
                </a:cubicBezTo>
                <a:cubicBezTo>
                  <a:pt x="2565232" y="21350"/>
                  <a:pt x="2565737" y="22091"/>
                  <a:pt x="2566189" y="22887"/>
                </a:cubicBezTo>
                <a:cubicBezTo>
                  <a:pt x="2566640" y="23682"/>
                  <a:pt x="2566866" y="24718"/>
                  <a:pt x="2566866" y="25996"/>
                </a:cubicBezTo>
                <a:cubicBezTo>
                  <a:pt x="2566866" y="26651"/>
                  <a:pt x="2566741" y="27337"/>
                  <a:pt x="2566492" y="28055"/>
                </a:cubicBezTo>
                <a:cubicBezTo>
                  <a:pt x="2566243" y="28772"/>
                  <a:pt x="2565862" y="29427"/>
                  <a:pt x="2565348" y="30021"/>
                </a:cubicBezTo>
                <a:cubicBezTo>
                  <a:pt x="2564835" y="30613"/>
                  <a:pt x="2564181" y="31096"/>
                  <a:pt x="2563387" y="31471"/>
                </a:cubicBezTo>
                <a:cubicBezTo>
                  <a:pt x="2562593" y="31845"/>
                  <a:pt x="2561652" y="32031"/>
                  <a:pt x="2560562" y="32031"/>
                </a:cubicBezTo>
                <a:cubicBezTo>
                  <a:pt x="2559442" y="32031"/>
                  <a:pt x="2558383" y="31806"/>
                  <a:pt x="2557387" y="31354"/>
                </a:cubicBezTo>
                <a:cubicBezTo>
                  <a:pt x="2556391" y="30902"/>
                  <a:pt x="2555512" y="30208"/>
                  <a:pt x="2554749" y="29274"/>
                </a:cubicBezTo>
                <a:cubicBezTo>
                  <a:pt x="2553986" y="28338"/>
                  <a:pt x="2553379" y="27168"/>
                  <a:pt x="2552928" y="25766"/>
                </a:cubicBezTo>
                <a:cubicBezTo>
                  <a:pt x="2552477" y="24362"/>
                  <a:pt x="2552251" y="22725"/>
                  <a:pt x="2552251" y="20854"/>
                </a:cubicBezTo>
                <a:cubicBezTo>
                  <a:pt x="2552251" y="18267"/>
                  <a:pt x="2552718" y="15773"/>
                  <a:pt x="2553652" y="13373"/>
                </a:cubicBezTo>
                <a:cubicBezTo>
                  <a:pt x="2554586" y="10972"/>
                  <a:pt x="2555994" y="8860"/>
                  <a:pt x="2557877" y="7036"/>
                </a:cubicBezTo>
                <a:cubicBezTo>
                  <a:pt x="2559761" y="5212"/>
                  <a:pt x="2562111" y="3755"/>
                  <a:pt x="2564928" y="2664"/>
                </a:cubicBezTo>
                <a:cubicBezTo>
                  <a:pt x="2567745" y="1573"/>
                  <a:pt x="2571037" y="1027"/>
                  <a:pt x="2574804" y="1027"/>
                </a:cubicBezTo>
                <a:lnTo>
                  <a:pt x="2574804" y="7424"/>
                </a:lnTo>
                <a:close/>
                <a:moveTo>
                  <a:pt x="2594538" y="20732"/>
                </a:moveTo>
                <a:lnTo>
                  <a:pt x="2601962" y="20732"/>
                </a:lnTo>
                <a:lnTo>
                  <a:pt x="2602195" y="29348"/>
                </a:lnTo>
                <a:cubicBezTo>
                  <a:pt x="2604966" y="26025"/>
                  <a:pt x="2607697" y="23618"/>
                  <a:pt x="2610390" y="22128"/>
                </a:cubicBezTo>
                <a:cubicBezTo>
                  <a:pt x="2613083" y="20637"/>
                  <a:pt x="2615798" y="19891"/>
                  <a:pt x="2618538" y="19891"/>
                </a:cubicBezTo>
                <a:cubicBezTo>
                  <a:pt x="2623394" y="19891"/>
                  <a:pt x="2627075" y="21459"/>
                  <a:pt x="2629581" y="24595"/>
                </a:cubicBezTo>
                <a:cubicBezTo>
                  <a:pt x="2632087" y="27732"/>
                  <a:pt x="2633246" y="32389"/>
                  <a:pt x="2633059" y="38568"/>
                </a:cubicBezTo>
                <a:lnTo>
                  <a:pt x="2624841" y="38568"/>
                </a:lnTo>
                <a:cubicBezTo>
                  <a:pt x="2624935" y="34476"/>
                  <a:pt x="2624336" y="31507"/>
                  <a:pt x="2623044" y="29663"/>
                </a:cubicBezTo>
                <a:cubicBezTo>
                  <a:pt x="2621752" y="27818"/>
                  <a:pt x="2619861" y="26895"/>
                  <a:pt x="2617370" y="26895"/>
                </a:cubicBezTo>
                <a:cubicBezTo>
                  <a:pt x="2616281" y="26895"/>
                  <a:pt x="2615184" y="27089"/>
                  <a:pt x="2614079" y="27477"/>
                </a:cubicBezTo>
                <a:cubicBezTo>
                  <a:pt x="2612974" y="27864"/>
                  <a:pt x="2611837" y="28484"/>
                  <a:pt x="2610670" y="29336"/>
                </a:cubicBezTo>
                <a:cubicBezTo>
                  <a:pt x="2609503" y="30188"/>
                  <a:pt x="2608265" y="31281"/>
                  <a:pt x="2606958" y="32615"/>
                </a:cubicBezTo>
                <a:cubicBezTo>
                  <a:pt x="2605651" y="33948"/>
                  <a:pt x="2604250" y="35560"/>
                  <a:pt x="2602756" y="37451"/>
                </a:cubicBezTo>
                <a:lnTo>
                  <a:pt x="2602756" y="67611"/>
                </a:lnTo>
                <a:lnTo>
                  <a:pt x="2594538" y="67611"/>
                </a:lnTo>
                <a:lnTo>
                  <a:pt x="2594538" y="20732"/>
                </a:lnTo>
                <a:close/>
                <a:moveTo>
                  <a:pt x="2684077" y="41697"/>
                </a:moveTo>
                <a:cubicBezTo>
                  <a:pt x="2684077" y="42849"/>
                  <a:pt x="2684062" y="43813"/>
                  <a:pt x="2684031" y="44592"/>
                </a:cubicBezTo>
                <a:cubicBezTo>
                  <a:pt x="2683999" y="45370"/>
                  <a:pt x="2683953" y="46101"/>
                  <a:pt x="2683891" y="46786"/>
                </a:cubicBezTo>
                <a:lnTo>
                  <a:pt x="2650972" y="46786"/>
                </a:lnTo>
                <a:cubicBezTo>
                  <a:pt x="2650972" y="51580"/>
                  <a:pt x="2652311" y="55261"/>
                  <a:pt x="2654988" y="57829"/>
                </a:cubicBezTo>
                <a:cubicBezTo>
                  <a:pt x="2657665" y="60397"/>
                  <a:pt x="2661525" y="61681"/>
                  <a:pt x="2666567" y="61681"/>
                </a:cubicBezTo>
                <a:cubicBezTo>
                  <a:pt x="2667937" y="61681"/>
                  <a:pt x="2669307" y="61626"/>
                  <a:pt x="2670676" y="61515"/>
                </a:cubicBezTo>
                <a:cubicBezTo>
                  <a:pt x="2672046" y="61403"/>
                  <a:pt x="2673369" y="61252"/>
                  <a:pt x="2674645" y="61061"/>
                </a:cubicBezTo>
                <a:cubicBezTo>
                  <a:pt x="2675922" y="60870"/>
                  <a:pt x="2677143" y="60655"/>
                  <a:pt x="2678311" y="60416"/>
                </a:cubicBezTo>
                <a:cubicBezTo>
                  <a:pt x="2679478" y="60177"/>
                  <a:pt x="2680560" y="59914"/>
                  <a:pt x="2681556" y="59627"/>
                </a:cubicBezTo>
                <a:lnTo>
                  <a:pt x="2681556" y="66304"/>
                </a:lnTo>
                <a:cubicBezTo>
                  <a:pt x="2679346" y="66940"/>
                  <a:pt x="2676848" y="67457"/>
                  <a:pt x="2674062" y="67855"/>
                </a:cubicBezTo>
                <a:cubicBezTo>
                  <a:pt x="2671276" y="68253"/>
                  <a:pt x="2668388" y="68452"/>
                  <a:pt x="2665400" y="68452"/>
                </a:cubicBezTo>
                <a:cubicBezTo>
                  <a:pt x="2661385" y="68452"/>
                  <a:pt x="2657929" y="67907"/>
                  <a:pt x="2655034" y="66818"/>
                </a:cubicBezTo>
                <a:cubicBezTo>
                  <a:pt x="2652139" y="65728"/>
                  <a:pt x="2649766" y="64148"/>
                  <a:pt x="2647914" y="62078"/>
                </a:cubicBezTo>
                <a:cubicBezTo>
                  <a:pt x="2646062" y="60008"/>
                  <a:pt x="2644692" y="57471"/>
                  <a:pt x="2643805" y="54467"/>
                </a:cubicBezTo>
                <a:cubicBezTo>
                  <a:pt x="2642918" y="51463"/>
                  <a:pt x="2642474" y="48063"/>
                  <a:pt x="2642474" y="44265"/>
                </a:cubicBezTo>
                <a:cubicBezTo>
                  <a:pt x="2642474" y="40965"/>
                  <a:pt x="2642949" y="37845"/>
                  <a:pt x="2643898" y="34903"/>
                </a:cubicBezTo>
                <a:cubicBezTo>
                  <a:pt x="2644847" y="31961"/>
                  <a:pt x="2646233" y="29378"/>
                  <a:pt x="2648054" y="27152"/>
                </a:cubicBezTo>
                <a:cubicBezTo>
                  <a:pt x="2649875" y="24926"/>
                  <a:pt x="2652108" y="23160"/>
                  <a:pt x="2654754" y="21852"/>
                </a:cubicBezTo>
                <a:cubicBezTo>
                  <a:pt x="2657400" y="20545"/>
                  <a:pt x="2660404" y="19891"/>
                  <a:pt x="2663766" y="19891"/>
                </a:cubicBezTo>
                <a:cubicBezTo>
                  <a:pt x="2667034" y="19891"/>
                  <a:pt x="2669929" y="20405"/>
                  <a:pt x="2672451" y="21432"/>
                </a:cubicBezTo>
                <a:cubicBezTo>
                  <a:pt x="2674972" y="22459"/>
                  <a:pt x="2677097" y="23915"/>
                  <a:pt x="2678824" y="25798"/>
                </a:cubicBezTo>
                <a:cubicBezTo>
                  <a:pt x="2680552" y="27681"/>
                  <a:pt x="2681859" y="29969"/>
                  <a:pt x="2682747" y="32662"/>
                </a:cubicBezTo>
                <a:cubicBezTo>
                  <a:pt x="2683634" y="35354"/>
                  <a:pt x="2684077" y="38366"/>
                  <a:pt x="2684077" y="41697"/>
                </a:cubicBezTo>
                <a:moveTo>
                  <a:pt x="2675626" y="40529"/>
                </a:moveTo>
                <a:cubicBezTo>
                  <a:pt x="2675719" y="38444"/>
                  <a:pt x="2675517" y="36537"/>
                  <a:pt x="2675019" y="34810"/>
                </a:cubicBezTo>
                <a:cubicBezTo>
                  <a:pt x="2674521" y="33082"/>
                  <a:pt x="2673750" y="31596"/>
                  <a:pt x="2672708" y="30350"/>
                </a:cubicBezTo>
                <a:cubicBezTo>
                  <a:pt x="2671665" y="29105"/>
                  <a:pt x="2670365" y="28132"/>
                  <a:pt x="2668809" y="27432"/>
                </a:cubicBezTo>
                <a:cubicBezTo>
                  <a:pt x="2667252" y="26732"/>
                  <a:pt x="2665447" y="26381"/>
                  <a:pt x="2663392" y="26381"/>
                </a:cubicBezTo>
                <a:cubicBezTo>
                  <a:pt x="2661618" y="26381"/>
                  <a:pt x="2659999" y="26724"/>
                  <a:pt x="2658536" y="27409"/>
                </a:cubicBezTo>
                <a:cubicBezTo>
                  <a:pt x="2657073" y="28094"/>
                  <a:pt x="2655813" y="29059"/>
                  <a:pt x="2654754" y="30304"/>
                </a:cubicBezTo>
                <a:cubicBezTo>
                  <a:pt x="2653696" y="31549"/>
                  <a:pt x="2652840" y="33043"/>
                  <a:pt x="2652186" y="34786"/>
                </a:cubicBezTo>
                <a:cubicBezTo>
                  <a:pt x="2651532" y="36529"/>
                  <a:pt x="2651128" y="38444"/>
                  <a:pt x="2650972" y="40529"/>
                </a:cubicBezTo>
                <a:lnTo>
                  <a:pt x="2675626" y="40529"/>
                </a:lnTo>
                <a:close/>
                <a:moveTo>
                  <a:pt x="2726457" y="67611"/>
                </a:moveTo>
                <a:lnTo>
                  <a:pt x="2726270" y="61295"/>
                </a:lnTo>
                <a:cubicBezTo>
                  <a:pt x="2723718" y="63821"/>
                  <a:pt x="2721126" y="65645"/>
                  <a:pt x="2718496" y="66768"/>
                </a:cubicBezTo>
                <a:cubicBezTo>
                  <a:pt x="2715866" y="67890"/>
                  <a:pt x="2713103" y="68452"/>
                  <a:pt x="2710208" y="68452"/>
                </a:cubicBezTo>
                <a:cubicBezTo>
                  <a:pt x="2707531" y="68452"/>
                  <a:pt x="2705243" y="68109"/>
                  <a:pt x="2703344" y="67423"/>
                </a:cubicBezTo>
                <a:cubicBezTo>
                  <a:pt x="2701445" y="66737"/>
                  <a:pt x="2699881" y="65794"/>
                  <a:pt x="2698652" y="64594"/>
                </a:cubicBezTo>
                <a:cubicBezTo>
                  <a:pt x="2697422" y="63393"/>
                  <a:pt x="2696519" y="61982"/>
                  <a:pt x="2695943" y="60361"/>
                </a:cubicBezTo>
                <a:cubicBezTo>
                  <a:pt x="2695367" y="58739"/>
                  <a:pt x="2695080" y="56977"/>
                  <a:pt x="2695080" y="55076"/>
                </a:cubicBezTo>
                <a:cubicBezTo>
                  <a:pt x="2695080" y="50368"/>
                  <a:pt x="2696830" y="46681"/>
                  <a:pt x="2700332" y="44015"/>
                </a:cubicBezTo>
                <a:cubicBezTo>
                  <a:pt x="2703834" y="41349"/>
                  <a:pt x="2709010" y="40016"/>
                  <a:pt x="2715858" y="40016"/>
                </a:cubicBezTo>
                <a:lnTo>
                  <a:pt x="2725570" y="40016"/>
                </a:lnTo>
                <a:lnTo>
                  <a:pt x="2725570" y="35921"/>
                </a:lnTo>
                <a:cubicBezTo>
                  <a:pt x="2725570" y="33161"/>
                  <a:pt x="2724683" y="30951"/>
                  <a:pt x="2722908" y="29291"/>
                </a:cubicBezTo>
                <a:cubicBezTo>
                  <a:pt x="2721134" y="27631"/>
                  <a:pt x="2718426" y="26802"/>
                  <a:pt x="2714784" y="26802"/>
                </a:cubicBezTo>
                <a:cubicBezTo>
                  <a:pt x="2712138" y="26802"/>
                  <a:pt x="2709531" y="27102"/>
                  <a:pt x="2706963" y="27702"/>
                </a:cubicBezTo>
                <a:cubicBezTo>
                  <a:pt x="2704395" y="28301"/>
                  <a:pt x="2701741" y="29153"/>
                  <a:pt x="2699002" y="30257"/>
                </a:cubicBezTo>
                <a:lnTo>
                  <a:pt x="2699002" y="22926"/>
                </a:lnTo>
                <a:cubicBezTo>
                  <a:pt x="2700029" y="22547"/>
                  <a:pt x="2701173" y="22175"/>
                  <a:pt x="2702434" y="21811"/>
                </a:cubicBezTo>
                <a:cubicBezTo>
                  <a:pt x="2703694" y="21448"/>
                  <a:pt x="2705025" y="21124"/>
                  <a:pt x="2706426" y="20840"/>
                </a:cubicBezTo>
                <a:cubicBezTo>
                  <a:pt x="2707827" y="20555"/>
                  <a:pt x="2709290" y="20326"/>
                  <a:pt x="2710815" y="20152"/>
                </a:cubicBezTo>
                <a:cubicBezTo>
                  <a:pt x="2712340" y="19978"/>
                  <a:pt x="2713881" y="19891"/>
                  <a:pt x="2715438" y="19891"/>
                </a:cubicBezTo>
                <a:cubicBezTo>
                  <a:pt x="2718270" y="19891"/>
                  <a:pt x="2720823" y="20202"/>
                  <a:pt x="2723095" y="20825"/>
                </a:cubicBezTo>
                <a:cubicBezTo>
                  <a:pt x="2725368" y="21448"/>
                  <a:pt x="2727290" y="22397"/>
                  <a:pt x="2728862" y="23673"/>
                </a:cubicBezTo>
                <a:cubicBezTo>
                  <a:pt x="2730434" y="24950"/>
                  <a:pt x="2731640" y="26553"/>
                  <a:pt x="2732481" y="28483"/>
                </a:cubicBezTo>
                <a:cubicBezTo>
                  <a:pt x="2733321" y="30413"/>
                  <a:pt x="2733741" y="32685"/>
                  <a:pt x="2733741" y="35300"/>
                </a:cubicBezTo>
                <a:lnTo>
                  <a:pt x="2733741" y="67611"/>
                </a:lnTo>
                <a:lnTo>
                  <a:pt x="2726457" y="67611"/>
                </a:lnTo>
                <a:moveTo>
                  <a:pt x="2725570" y="46226"/>
                </a:moveTo>
                <a:lnTo>
                  <a:pt x="2715251" y="46226"/>
                </a:lnTo>
                <a:cubicBezTo>
                  <a:pt x="2713227" y="46226"/>
                  <a:pt x="2711484" y="46429"/>
                  <a:pt x="2710021" y="46836"/>
                </a:cubicBezTo>
                <a:cubicBezTo>
                  <a:pt x="2708558" y="47242"/>
                  <a:pt x="2707360" y="47819"/>
                  <a:pt x="2706426" y="48568"/>
                </a:cubicBezTo>
                <a:cubicBezTo>
                  <a:pt x="2705492" y="49317"/>
                  <a:pt x="2704799" y="50215"/>
                  <a:pt x="2704348" y="51261"/>
                </a:cubicBezTo>
                <a:cubicBezTo>
                  <a:pt x="2703897" y="52307"/>
                  <a:pt x="2703671" y="53486"/>
                  <a:pt x="2703671" y="54797"/>
                </a:cubicBezTo>
                <a:cubicBezTo>
                  <a:pt x="2703671" y="55703"/>
                  <a:pt x="2703811" y="56569"/>
                  <a:pt x="2704091" y="57397"/>
                </a:cubicBezTo>
                <a:cubicBezTo>
                  <a:pt x="2704371" y="58224"/>
                  <a:pt x="2704823" y="58958"/>
                  <a:pt x="2705445" y="59598"/>
                </a:cubicBezTo>
                <a:cubicBezTo>
                  <a:pt x="2706068" y="60238"/>
                  <a:pt x="2706877" y="60745"/>
                  <a:pt x="2707873" y="61120"/>
                </a:cubicBezTo>
                <a:cubicBezTo>
                  <a:pt x="2708869" y="61494"/>
                  <a:pt x="2710083" y="61681"/>
                  <a:pt x="2711515" y="61681"/>
                </a:cubicBezTo>
                <a:cubicBezTo>
                  <a:pt x="2713383" y="61681"/>
                  <a:pt x="2715523" y="61112"/>
                  <a:pt x="2717936" y="59973"/>
                </a:cubicBezTo>
                <a:cubicBezTo>
                  <a:pt x="2720348" y="58833"/>
                  <a:pt x="2722893" y="57029"/>
                  <a:pt x="2725570" y="54562"/>
                </a:cubicBezTo>
                <a:lnTo>
                  <a:pt x="2725570" y="46226"/>
                </a:lnTo>
                <a:close/>
                <a:moveTo>
                  <a:pt x="2784619" y="65884"/>
                </a:moveTo>
                <a:cubicBezTo>
                  <a:pt x="2782502" y="66693"/>
                  <a:pt x="2780331" y="67292"/>
                  <a:pt x="2778105" y="67681"/>
                </a:cubicBezTo>
                <a:cubicBezTo>
                  <a:pt x="2775880" y="68070"/>
                  <a:pt x="2773584" y="68265"/>
                  <a:pt x="2771218" y="68265"/>
                </a:cubicBezTo>
                <a:cubicBezTo>
                  <a:pt x="2763810" y="68265"/>
                  <a:pt x="2758105" y="66257"/>
                  <a:pt x="2754105" y="62242"/>
                </a:cubicBezTo>
                <a:cubicBezTo>
                  <a:pt x="2750105" y="58226"/>
                  <a:pt x="2748105" y="52358"/>
                  <a:pt x="2748105" y="44638"/>
                </a:cubicBezTo>
                <a:cubicBezTo>
                  <a:pt x="2748105" y="40934"/>
                  <a:pt x="2748681" y="37572"/>
                  <a:pt x="2749833" y="34553"/>
                </a:cubicBezTo>
                <a:cubicBezTo>
                  <a:pt x="2750985" y="31533"/>
                  <a:pt x="2752603" y="28950"/>
                  <a:pt x="2754689" y="26802"/>
                </a:cubicBezTo>
                <a:cubicBezTo>
                  <a:pt x="2756775" y="24654"/>
                  <a:pt x="2759265" y="22996"/>
                  <a:pt x="2762160" y="21829"/>
                </a:cubicBezTo>
                <a:cubicBezTo>
                  <a:pt x="2765055" y="20662"/>
                  <a:pt x="2768246" y="20078"/>
                  <a:pt x="2771732" y="20078"/>
                </a:cubicBezTo>
                <a:cubicBezTo>
                  <a:pt x="2774160" y="20078"/>
                  <a:pt x="2776432" y="20253"/>
                  <a:pt x="2778549" y="20603"/>
                </a:cubicBezTo>
                <a:cubicBezTo>
                  <a:pt x="2780666" y="20952"/>
                  <a:pt x="2782689" y="21524"/>
                  <a:pt x="2784619" y="22319"/>
                </a:cubicBezTo>
                <a:lnTo>
                  <a:pt x="2784619" y="30070"/>
                </a:lnTo>
                <a:cubicBezTo>
                  <a:pt x="2782596" y="28995"/>
                  <a:pt x="2780534" y="28213"/>
                  <a:pt x="2778432" y="27724"/>
                </a:cubicBezTo>
                <a:cubicBezTo>
                  <a:pt x="2776331" y="27234"/>
                  <a:pt x="2774160" y="26988"/>
                  <a:pt x="2771919" y="26988"/>
                </a:cubicBezTo>
                <a:cubicBezTo>
                  <a:pt x="2769833" y="26988"/>
                  <a:pt x="2767864" y="27385"/>
                  <a:pt x="2766012" y="28179"/>
                </a:cubicBezTo>
                <a:cubicBezTo>
                  <a:pt x="2764160" y="28973"/>
                  <a:pt x="2762533" y="30117"/>
                  <a:pt x="2761133" y="31611"/>
                </a:cubicBezTo>
                <a:cubicBezTo>
                  <a:pt x="2759732" y="33105"/>
                  <a:pt x="2758627" y="34926"/>
                  <a:pt x="2757817" y="37074"/>
                </a:cubicBezTo>
                <a:cubicBezTo>
                  <a:pt x="2757008" y="39222"/>
                  <a:pt x="2756603" y="41650"/>
                  <a:pt x="2756603" y="44358"/>
                </a:cubicBezTo>
                <a:cubicBezTo>
                  <a:pt x="2756603" y="50024"/>
                  <a:pt x="2757981" y="54265"/>
                  <a:pt x="2760736" y="57082"/>
                </a:cubicBezTo>
                <a:cubicBezTo>
                  <a:pt x="2763491" y="59899"/>
                  <a:pt x="2767312" y="61308"/>
                  <a:pt x="2772199" y="61308"/>
                </a:cubicBezTo>
                <a:cubicBezTo>
                  <a:pt x="2774409" y="61308"/>
                  <a:pt x="2776549" y="61059"/>
                  <a:pt x="2778619" y="60561"/>
                </a:cubicBezTo>
                <a:cubicBezTo>
                  <a:pt x="2780689" y="60063"/>
                  <a:pt x="2782689" y="59316"/>
                  <a:pt x="2784619" y="58319"/>
                </a:cubicBezTo>
                <a:lnTo>
                  <a:pt x="2784619" y="65884"/>
                </a:lnTo>
                <a:close/>
                <a:moveTo>
                  <a:pt x="2837832" y="66911"/>
                </a:moveTo>
                <a:cubicBezTo>
                  <a:pt x="2835995" y="67394"/>
                  <a:pt x="2834096" y="67741"/>
                  <a:pt x="2832135" y="67950"/>
                </a:cubicBezTo>
                <a:cubicBezTo>
                  <a:pt x="2830174" y="68160"/>
                  <a:pt x="2828182" y="68265"/>
                  <a:pt x="2826159" y="68265"/>
                </a:cubicBezTo>
                <a:cubicBezTo>
                  <a:pt x="2820275" y="68265"/>
                  <a:pt x="2815886" y="66934"/>
                  <a:pt x="2812991" y="64273"/>
                </a:cubicBezTo>
                <a:cubicBezTo>
                  <a:pt x="2810096" y="61611"/>
                  <a:pt x="2808649" y="57526"/>
                  <a:pt x="2808649" y="52016"/>
                </a:cubicBezTo>
                <a:lnTo>
                  <a:pt x="2808649" y="27549"/>
                </a:lnTo>
                <a:lnTo>
                  <a:pt x="2795528" y="27549"/>
                </a:lnTo>
                <a:lnTo>
                  <a:pt x="2795528" y="20732"/>
                </a:lnTo>
                <a:lnTo>
                  <a:pt x="2808649" y="20732"/>
                </a:lnTo>
                <a:lnTo>
                  <a:pt x="2808649" y="7804"/>
                </a:lnTo>
                <a:lnTo>
                  <a:pt x="2816773" y="5697"/>
                </a:lnTo>
                <a:lnTo>
                  <a:pt x="2816773" y="20732"/>
                </a:lnTo>
                <a:lnTo>
                  <a:pt x="2837832" y="20732"/>
                </a:lnTo>
                <a:lnTo>
                  <a:pt x="2837832" y="27549"/>
                </a:lnTo>
                <a:lnTo>
                  <a:pt x="2816773" y="27549"/>
                </a:lnTo>
                <a:lnTo>
                  <a:pt x="2816773" y="51362"/>
                </a:lnTo>
                <a:cubicBezTo>
                  <a:pt x="2816773" y="54724"/>
                  <a:pt x="2817668" y="57238"/>
                  <a:pt x="2819458" y="58903"/>
                </a:cubicBezTo>
                <a:cubicBezTo>
                  <a:pt x="2821248" y="60568"/>
                  <a:pt x="2823886" y="61401"/>
                  <a:pt x="2827373" y="61401"/>
                </a:cubicBezTo>
                <a:cubicBezTo>
                  <a:pt x="2828867" y="61401"/>
                  <a:pt x="2830501" y="61281"/>
                  <a:pt x="2832275" y="61041"/>
                </a:cubicBezTo>
                <a:cubicBezTo>
                  <a:pt x="2834050" y="60799"/>
                  <a:pt x="2835902" y="60422"/>
                  <a:pt x="2837832" y="59907"/>
                </a:cubicBezTo>
                <a:lnTo>
                  <a:pt x="2837832" y="66911"/>
                </a:lnTo>
                <a:close/>
                <a:moveTo>
                  <a:pt x="2884694" y="45946"/>
                </a:moveTo>
                <a:lnTo>
                  <a:pt x="2856772" y="45946"/>
                </a:lnTo>
                <a:lnTo>
                  <a:pt x="2856772" y="38288"/>
                </a:lnTo>
                <a:lnTo>
                  <a:pt x="2884694" y="38288"/>
                </a:lnTo>
                <a:lnTo>
                  <a:pt x="2884694" y="45946"/>
                </a:lnTo>
                <a:close/>
                <a:moveTo>
                  <a:pt x="2901393" y="45152"/>
                </a:moveTo>
                <a:cubicBezTo>
                  <a:pt x="2901393" y="41168"/>
                  <a:pt x="2901938" y="37627"/>
                  <a:pt x="2903027" y="34529"/>
                </a:cubicBezTo>
                <a:cubicBezTo>
                  <a:pt x="2904117" y="31432"/>
                  <a:pt x="2905665" y="28817"/>
                  <a:pt x="2907673" y="26685"/>
                </a:cubicBezTo>
                <a:cubicBezTo>
                  <a:pt x="2909681" y="24553"/>
                  <a:pt x="2912093" y="22934"/>
                  <a:pt x="2914910" y="21829"/>
                </a:cubicBezTo>
                <a:cubicBezTo>
                  <a:pt x="2917728" y="20724"/>
                  <a:pt x="2920864" y="20171"/>
                  <a:pt x="2924319" y="20171"/>
                </a:cubicBezTo>
                <a:cubicBezTo>
                  <a:pt x="2925813" y="20171"/>
                  <a:pt x="2927284" y="20265"/>
                  <a:pt x="2928731" y="20451"/>
                </a:cubicBezTo>
                <a:cubicBezTo>
                  <a:pt x="2930179" y="20638"/>
                  <a:pt x="2931603" y="20934"/>
                  <a:pt x="2933004" y="21339"/>
                </a:cubicBezTo>
                <a:lnTo>
                  <a:pt x="2933004" y="1588"/>
                </a:lnTo>
                <a:lnTo>
                  <a:pt x="2941175" y="1588"/>
                </a:lnTo>
                <a:lnTo>
                  <a:pt x="2941175" y="67611"/>
                </a:lnTo>
                <a:lnTo>
                  <a:pt x="2933891" y="67611"/>
                </a:lnTo>
                <a:lnTo>
                  <a:pt x="2933611" y="58740"/>
                </a:lnTo>
                <a:cubicBezTo>
                  <a:pt x="2931339" y="62039"/>
                  <a:pt x="2928879" y="64483"/>
                  <a:pt x="2926233" y="66070"/>
                </a:cubicBezTo>
                <a:cubicBezTo>
                  <a:pt x="2923587" y="67658"/>
                  <a:pt x="2920724" y="68452"/>
                  <a:pt x="2917642" y="68452"/>
                </a:cubicBezTo>
                <a:cubicBezTo>
                  <a:pt x="2914965" y="68452"/>
                  <a:pt x="2912607" y="67891"/>
                  <a:pt x="2910568" y="66771"/>
                </a:cubicBezTo>
                <a:cubicBezTo>
                  <a:pt x="2908529" y="65650"/>
                  <a:pt x="2906833" y="64070"/>
                  <a:pt x="2905478" y="62032"/>
                </a:cubicBezTo>
                <a:cubicBezTo>
                  <a:pt x="2904124" y="59993"/>
                  <a:pt x="2903105" y="57541"/>
                  <a:pt x="2902420" y="54677"/>
                </a:cubicBezTo>
                <a:cubicBezTo>
                  <a:pt x="2901735" y="51814"/>
                  <a:pt x="2901393" y="48638"/>
                  <a:pt x="2901393" y="45152"/>
                </a:cubicBezTo>
                <a:moveTo>
                  <a:pt x="2909704" y="44638"/>
                </a:moveTo>
                <a:cubicBezTo>
                  <a:pt x="2909704" y="50304"/>
                  <a:pt x="2910537" y="54530"/>
                  <a:pt x="2912202" y="57316"/>
                </a:cubicBezTo>
                <a:cubicBezTo>
                  <a:pt x="2913868" y="60102"/>
                  <a:pt x="2916226" y="61495"/>
                  <a:pt x="2919276" y="61495"/>
                </a:cubicBezTo>
                <a:cubicBezTo>
                  <a:pt x="2921331" y="61495"/>
                  <a:pt x="2923502" y="60576"/>
                  <a:pt x="2925790" y="58740"/>
                </a:cubicBezTo>
                <a:cubicBezTo>
                  <a:pt x="2928078" y="56903"/>
                  <a:pt x="2930482" y="54179"/>
                  <a:pt x="2933004" y="50568"/>
                </a:cubicBezTo>
                <a:lnTo>
                  <a:pt x="2933004" y="28810"/>
                </a:lnTo>
                <a:cubicBezTo>
                  <a:pt x="2931665" y="28187"/>
                  <a:pt x="2930187" y="27712"/>
                  <a:pt x="2928568" y="27385"/>
                </a:cubicBezTo>
                <a:cubicBezTo>
                  <a:pt x="2926949" y="27059"/>
                  <a:pt x="2925346" y="26895"/>
                  <a:pt x="2923759" y="26895"/>
                </a:cubicBezTo>
                <a:cubicBezTo>
                  <a:pt x="2919338" y="26895"/>
                  <a:pt x="2915891" y="28327"/>
                  <a:pt x="2913416" y="31191"/>
                </a:cubicBezTo>
                <a:cubicBezTo>
                  <a:pt x="2910941" y="34055"/>
                  <a:pt x="2909704" y="38537"/>
                  <a:pt x="2909704" y="44638"/>
                </a:cubicBezTo>
                <a:close/>
                <a:moveTo>
                  <a:pt x="2996442" y="43798"/>
                </a:moveTo>
                <a:cubicBezTo>
                  <a:pt x="2996442" y="47440"/>
                  <a:pt x="2995929" y="50779"/>
                  <a:pt x="2994901" y="53814"/>
                </a:cubicBezTo>
                <a:cubicBezTo>
                  <a:pt x="2993874" y="56849"/>
                  <a:pt x="2992395" y="59448"/>
                  <a:pt x="2990466" y="61611"/>
                </a:cubicBezTo>
                <a:cubicBezTo>
                  <a:pt x="2988536" y="63775"/>
                  <a:pt x="2986185" y="65456"/>
                  <a:pt x="2983415" y="66654"/>
                </a:cubicBezTo>
                <a:cubicBezTo>
                  <a:pt x="2980644" y="67853"/>
                  <a:pt x="2977500" y="68452"/>
                  <a:pt x="2973983" y="68452"/>
                </a:cubicBezTo>
                <a:cubicBezTo>
                  <a:pt x="2970621" y="68452"/>
                  <a:pt x="2967609" y="67930"/>
                  <a:pt x="2964948" y="66888"/>
                </a:cubicBezTo>
                <a:cubicBezTo>
                  <a:pt x="2962286" y="65845"/>
                  <a:pt x="2960030" y="64312"/>
                  <a:pt x="2958177" y="62288"/>
                </a:cubicBezTo>
                <a:cubicBezTo>
                  <a:pt x="2956325" y="60265"/>
                  <a:pt x="2954909" y="57759"/>
                  <a:pt x="2953928" y="54771"/>
                </a:cubicBezTo>
                <a:cubicBezTo>
                  <a:pt x="2952948" y="51782"/>
                  <a:pt x="2952458" y="48343"/>
                  <a:pt x="2952458" y="44452"/>
                </a:cubicBezTo>
                <a:cubicBezTo>
                  <a:pt x="2952458" y="40810"/>
                  <a:pt x="2952971" y="37487"/>
                  <a:pt x="2953998" y="34483"/>
                </a:cubicBezTo>
                <a:cubicBezTo>
                  <a:pt x="2955026" y="31479"/>
                  <a:pt x="2956504" y="28895"/>
                  <a:pt x="2958434" y="26732"/>
                </a:cubicBezTo>
                <a:cubicBezTo>
                  <a:pt x="2960364" y="24568"/>
                  <a:pt x="2962714" y="22887"/>
                  <a:pt x="2965485" y="21689"/>
                </a:cubicBezTo>
                <a:cubicBezTo>
                  <a:pt x="2968255" y="20490"/>
                  <a:pt x="2971399" y="19891"/>
                  <a:pt x="2974917" y="19891"/>
                </a:cubicBezTo>
                <a:cubicBezTo>
                  <a:pt x="2978279" y="19891"/>
                  <a:pt x="2981290" y="20413"/>
                  <a:pt x="2983952" y="21455"/>
                </a:cubicBezTo>
                <a:cubicBezTo>
                  <a:pt x="2986613" y="22498"/>
                  <a:pt x="2988870" y="24023"/>
                  <a:pt x="2990722" y="26031"/>
                </a:cubicBezTo>
                <a:cubicBezTo>
                  <a:pt x="2992574" y="28039"/>
                  <a:pt x="2993991" y="30537"/>
                  <a:pt x="2994971" y="33525"/>
                </a:cubicBezTo>
                <a:cubicBezTo>
                  <a:pt x="2995952" y="36514"/>
                  <a:pt x="2996442" y="39938"/>
                  <a:pt x="2996442" y="43798"/>
                </a:cubicBezTo>
                <a:moveTo>
                  <a:pt x="2988131" y="44171"/>
                </a:moveTo>
                <a:cubicBezTo>
                  <a:pt x="2988131" y="41277"/>
                  <a:pt x="2987812" y="38747"/>
                  <a:pt x="2987174" y="36584"/>
                </a:cubicBezTo>
                <a:cubicBezTo>
                  <a:pt x="2986536" y="34420"/>
                  <a:pt x="2985625" y="32615"/>
                  <a:pt x="2984442" y="31168"/>
                </a:cubicBezTo>
                <a:cubicBezTo>
                  <a:pt x="2983259" y="29720"/>
                  <a:pt x="2981820" y="28631"/>
                  <a:pt x="2980123" y="27899"/>
                </a:cubicBezTo>
                <a:cubicBezTo>
                  <a:pt x="2978427" y="27167"/>
                  <a:pt x="2976535" y="26802"/>
                  <a:pt x="2974450" y="26802"/>
                </a:cubicBezTo>
                <a:cubicBezTo>
                  <a:pt x="2972022" y="26802"/>
                  <a:pt x="2969944" y="27276"/>
                  <a:pt x="2968216" y="28226"/>
                </a:cubicBezTo>
                <a:cubicBezTo>
                  <a:pt x="2966489" y="29175"/>
                  <a:pt x="2965072" y="30444"/>
                  <a:pt x="2963967" y="32031"/>
                </a:cubicBezTo>
                <a:cubicBezTo>
                  <a:pt x="2962862" y="33619"/>
                  <a:pt x="2962053" y="35463"/>
                  <a:pt x="2961539" y="37564"/>
                </a:cubicBezTo>
                <a:cubicBezTo>
                  <a:pt x="2961026" y="39666"/>
                  <a:pt x="2960769" y="41868"/>
                  <a:pt x="2960769" y="44171"/>
                </a:cubicBezTo>
                <a:cubicBezTo>
                  <a:pt x="2960769" y="47066"/>
                  <a:pt x="2961088" y="49603"/>
                  <a:pt x="2961726" y="51782"/>
                </a:cubicBezTo>
                <a:cubicBezTo>
                  <a:pt x="2962364" y="53961"/>
                  <a:pt x="2963275" y="55775"/>
                  <a:pt x="2964458" y="57222"/>
                </a:cubicBezTo>
                <a:cubicBezTo>
                  <a:pt x="2965640" y="58670"/>
                  <a:pt x="2967072" y="59759"/>
                  <a:pt x="2968753" y="60491"/>
                </a:cubicBezTo>
                <a:cubicBezTo>
                  <a:pt x="2970434" y="61222"/>
                  <a:pt x="2972333" y="61588"/>
                  <a:pt x="2974450" y="61588"/>
                </a:cubicBezTo>
                <a:cubicBezTo>
                  <a:pt x="2976878" y="61588"/>
                  <a:pt x="2978956" y="61113"/>
                  <a:pt x="2980683" y="60164"/>
                </a:cubicBezTo>
                <a:cubicBezTo>
                  <a:pt x="2982411" y="59214"/>
                  <a:pt x="2983827" y="57946"/>
                  <a:pt x="2984932" y="56358"/>
                </a:cubicBezTo>
                <a:cubicBezTo>
                  <a:pt x="2986037" y="54771"/>
                  <a:pt x="2986847" y="52926"/>
                  <a:pt x="2987360" y="50825"/>
                </a:cubicBezTo>
                <a:cubicBezTo>
                  <a:pt x="2987874" y="48724"/>
                  <a:pt x="2988131" y="46506"/>
                  <a:pt x="2988131" y="44171"/>
                </a:cubicBezTo>
                <a:close/>
                <a:moveTo>
                  <a:pt x="3040923" y="67611"/>
                </a:moveTo>
                <a:lnTo>
                  <a:pt x="3040923" y="33946"/>
                </a:lnTo>
                <a:cubicBezTo>
                  <a:pt x="3040923" y="32483"/>
                  <a:pt x="3040868" y="31284"/>
                  <a:pt x="3040760" y="30350"/>
                </a:cubicBezTo>
                <a:cubicBezTo>
                  <a:pt x="3040651" y="29417"/>
                  <a:pt x="3040479" y="28677"/>
                  <a:pt x="3040246" y="28132"/>
                </a:cubicBezTo>
                <a:cubicBezTo>
                  <a:pt x="3040012" y="27588"/>
                  <a:pt x="3039717" y="27206"/>
                  <a:pt x="3039359" y="26988"/>
                </a:cubicBezTo>
                <a:cubicBezTo>
                  <a:pt x="3039001" y="26771"/>
                  <a:pt x="3038557" y="26662"/>
                  <a:pt x="3038028" y="26662"/>
                </a:cubicBezTo>
                <a:cubicBezTo>
                  <a:pt x="3037405" y="26662"/>
                  <a:pt x="3036830" y="26848"/>
                  <a:pt x="3036300" y="27222"/>
                </a:cubicBezTo>
                <a:cubicBezTo>
                  <a:pt x="3035771" y="27595"/>
                  <a:pt x="3035203" y="28203"/>
                  <a:pt x="3034596" y="29043"/>
                </a:cubicBezTo>
                <a:cubicBezTo>
                  <a:pt x="3033989" y="29883"/>
                  <a:pt x="3033320" y="30996"/>
                  <a:pt x="3032588" y="32382"/>
                </a:cubicBezTo>
                <a:cubicBezTo>
                  <a:pt x="3031857" y="33767"/>
                  <a:pt x="3030993" y="35471"/>
                  <a:pt x="3029997" y="37494"/>
                </a:cubicBezTo>
                <a:lnTo>
                  <a:pt x="3029997" y="67611"/>
                </a:lnTo>
                <a:lnTo>
                  <a:pt x="3022573" y="67611"/>
                </a:lnTo>
                <a:lnTo>
                  <a:pt x="3022573" y="34833"/>
                </a:lnTo>
                <a:cubicBezTo>
                  <a:pt x="3022573" y="33121"/>
                  <a:pt x="3022518" y="31736"/>
                  <a:pt x="3022409" y="30677"/>
                </a:cubicBezTo>
                <a:cubicBezTo>
                  <a:pt x="3022300" y="29619"/>
                  <a:pt x="3022129" y="28794"/>
                  <a:pt x="3021896" y="28203"/>
                </a:cubicBezTo>
                <a:cubicBezTo>
                  <a:pt x="3021662" y="27611"/>
                  <a:pt x="3021359" y="27206"/>
                  <a:pt x="3020985" y="26988"/>
                </a:cubicBezTo>
                <a:cubicBezTo>
                  <a:pt x="3020612" y="26771"/>
                  <a:pt x="3020160" y="26662"/>
                  <a:pt x="3019631" y="26662"/>
                </a:cubicBezTo>
                <a:cubicBezTo>
                  <a:pt x="3019071" y="26662"/>
                  <a:pt x="3018541" y="26817"/>
                  <a:pt x="3018043" y="27129"/>
                </a:cubicBezTo>
                <a:cubicBezTo>
                  <a:pt x="3017545" y="27440"/>
                  <a:pt x="3016993" y="28000"/>
                  <a:pt x="3016386" y="28810"/>
                </a:cubicBezTo>
                <a:cubicBezTo>
                  <a:pt x="3015779" y="29619"/>
                  <a:pt x="3015102" y="30724"/>
                  <a:pt x="3014355" y="32125"/>
                </a:cubicBezTo>
                <a:cubicBezTo>
                  <a:pt x="3013608" y="33525"/>
                  <a:pt x="3012720" y="35315"/>
                  <a:pt x="3011693" y="37494"/>
                </a:cubicBezTo>
                <a:lnTo>
                  <a:pt x="3011693" y="67611"/>
                </a:lnTo>
                <a:lnTo>
                  <a:pt x="3004222" y="67611"/>
                </a:lnTo>
                <a:lnTo>
                  <a:pt x="3004222" y="20732"/>
                </a:lnTo>
                <a:lnTo>
                  <a:pt x="3010432" y="20732"/>
                </a:lnTo>
                <a:lnTo>
                  <a:pt x="3010806" y="29650"/>
                </a:lnTo>
                <a:cubicBezTo>
                  <a:pt x="3011615" y="27876"/>
                  <a:pt x="3012401" y="26366"/>
                  <a:pt x="3013164" y="25121"/>
                </a:cubicBezTo>
                <a:cubicBezTo>
                  <a:pt x="3013927" y="23876"/>
                  <a:pt x="3014713" y="22872"/>
                  <a:pt x="3015522" y="22109"/>
                </a:cubicBezTo>
                <a:cubicBezTo>
                  <a:pt x="3016331" y="21346"/>
                  <a:pt x="3017195" y="20786"/>
                  <a:pt x="3018113" y="20428"/>
                </a:cubicBezTo>
                <a:cubicBezTo>
                  <a:pt x="3019032" y="20070"/>
                  <a:pt x="3020051" y="19891"/>
                  <a:pt x="3021172" y="19891"/>
                </a:cubicBezTo>
                <a:cubicBezTo>
                  <a:pt x="3023693" y="19891"/>
                  <a:pt x="3025608" y="20716"/>
                  <a:pt x="3026915" y="22366"/>
                </a:cubicBezTo>
                <a:cubicBezTo>
                  <a:pt x="3028222" y="24016"/>
                  <a:pt x="3028876" y="26568"/>
                  <a:pt x="3028876" y="30024"/>
                </a:cubicBezTo>
                <a:cubicBezTo>
                  <a:pt x="3029623" y="28405"/>
                  <a:pt x="3030355" y="26965"/>
                  <a:pt x="3031071" y="25704"/>
                </a:cubicBezTo>
                <a:cubicBezTo>
                  <a:pt x="3031787" y="24444"/>
                  <a:pt x="3032557" y="23385"/>
                  <a:pt x="3033382" y="22529"/>
                </a:cubicBezTo>
                <a:cubicBezTo>
                  <a:pt x="3034207" y="21673"/>
                  <a:pt x="3035117" y="21020"/>
                  <a:pt x="3036114" y="20568"/>
                </a:cubicBezTo>
                <a:cubicBezTo>
                  <a:pt x="3037110" y="20117"/>
                  <a:pt x="3038261" y="19891"/>
                  <a:pt x="3039569" y="19891"/>
                </a:cubicBezTo>
                <a:cubicBezTo>
                  <a:pt x="3045452" y="19891"/>
                  <a:pt x="3048394" y="24420"/>
                  <a:pt x="3048394" y="33479"/>
                </a:cubicBezTo>
                <a:lnTo>
                  <a:pt x="3048394" y="67611"/>
                </a:lnTo>
                <a:lnTo>
                  <a:pt x="3040923" y="67611"/>
                </a:lnTo>
                <a:close/>
                <a:moveTo>
                  <a:pt x="3062991" y="25634"/>
                </a:moveTo>
                <a:cubicBezTo>
                  <a:pt x="3064579" y="25697"/>
                  <a:pt x="3066120" y="25564"/>
                  <a:pt x="3067614" y="25238"/>
                </a:cubicBezTo>
                <a:cubicBezTo>
                  <a:pt x="3069108" y="24910"/>
                  <a:pt x="3070423" y="24411"/>
                  <a:pt x="3071559" y="23740"/>
                </a:cubicBezTo>
                <a:cubicBezTo>
                  <a:pt x="3072696" y="23069"/>
                  <a:pt x="3073606" y="22235"/>
                  <a:pt x="3074291" y="21237"/>
                </a:cubicBezTo>
                <a:cubicBezTo>
                  <a:pt x="3074976" y="20238"/>
                  <a:pt x="3075318" y="19085"/>
                  <a:pt x="3075318" y="17775"/>
                </a:cubicBezTo>
                <a:cubicBezTo>
                  <a:pt x="3075318" y="16465"/>
                  <a:pt x="3075093" y="15405"/>
                  <a:pt x="3074641" y="14594"/>
                </a:cubicBezTo>
                <a:cubicBezTo>
                  <a:pt x="3074190" y="13783"/>
                  <a:pt x="3073684" y="13035"/>
                  <a:pt x="3073124" y="12349"/>
                </a:cubicBezTo>
                <a:cubicBezTo>
                  <a:pt x="3072563" y="11662"/>
                  <a:pt x="3072058" y="10929"/>
                  <a:pt x="3071606" y="10150"/>
                </a:cubicBezTo>
                <a:cubicBezTo>
                  <a:pt x="3071155" y="9370"/>
                  <a:pt x="3070929" y="8341"/>
                  <a:pt x="3070929" y="7062"/>
                </a:cubicBezTo>
                <a:cubicBezTo>
                  <a:pt x="3070929" y="6376"/>
                  <a:pt x="3071054" y="5683"/>
                  <a:pt x="3071303" y="4982"/>
                </a:cubicBezTo>
                <a:cubicBezTo>
                  <a:pt x="3071552" y="4279"/>
                  <a:pt x="3071933" y="3632"/>
                  <a:pt x="3072447" y="3039"/>
                </a:cubicBezTo>
                <a:cubicBezTo>
                  <a:pt x="3072960" y="2446"/>
                  <a:pt x="3073614" y="1963"/>
                  <a:pt x="3074408" y="1589"/>
                </a:cubicBezTo>
                <a:cubicBezTo>
                  <a:pt x="3075202" y="1214"/>
                  <a:pt x="3076143" y="1027"/>
                  <a:pt x="3077233" y="1027"/>
                </a:cubicBezTo>
                <a:cubicBezTo>
                  <a:pt x="3078322" y="1027"/>
                  <a:pt x="3079373" y="1253"/>
                  <a:pt x="3080384" y="1706"/>
                </a:cubicBezTo>
                <a:cubicBezTo>
                  <a:pt x="3081396" y="2157"/>
                  <a:pt x="3082283" y="2843"/>
                  <a:pt x="3083046" y="3763"/>
                </a:cubicBezTo>
                <a:cubicBezTo>
                  <a:pt x="3083809" y="4682"/>
                  <a:pt x="3084416" y="5844"/>
                  <a:pt x="3084867" y="7248"/>
                </a:cubicBezTo>
                <a:cubicBezTo>
                  <a:pt x="3085318" y="8650"/>
                  <a:pt x="3085544" y="10303"/>
                  <a:pt x="3085544" y="12204"/>
                </a:cubicBezTo>
                <a:cubicBezTo>
                  <a:pt x="3085544" y="14792"/>
                  <a:pt x="3085069" y="17278"/>
                  <a:pt x="3084120" y="19664"/>
                </a:cubicBezTo>
                <a:cubicBezTo>
                  <a:pt x="3083170" y="22048"/>
                  <a:pt x="3081754" y="24160"/>
                  <a:pt x="3079871" y="25999"/>
                </a:cubicBezTo>
                <a:cubicBezTo>
                  <a:pt x="3077988" y="27839"/>
                  <a:pt x="3075637" y="29304"/>
                  <a:pt x="3072820" y="30396"/>
                </a:cubicBezTo>
                <a:cubicBezTo>
                  <a:pt x="3070003" y="31486"/>
                  <a:pt x="3066727" y="32031"/>
                  <a:pt x="3062991" y="32031"/>
                </a:cubicBezTo>
                <a:lnTo>
                  <a:pt x="3062991" y="25634"/>
                </a:lnTo>
                <a:close/>
                <a:moveTo>
                  <a:pt x="3115410" y="77183"/>
                </a:moveTo>
                <a:cubicBezTo>
                  <a:pt x="3116998" y="77246"/>
                  <a:pt x="3118539" y="77105"/>
                  <a:pt x="3120033" y="76760"/>
                </a:cubicBezTo>
                <a:cubicBezTo>
                  <a:pt x="3121527" y="76417"/>
                  <a:pt x="3122842" y="75909"/>
                  <a:pt x="3123978" y="75235"/>
                </a:cubicBezTo>
                <a:cubicBezTo>
                  <a:pt x="3125114" y="74563"/>
                  <a:pt x="3126025" y="73727"/>
                  <a:pt x="3126710" y="72726"/>
                </a:cubicBezTo>
                <a:cubicBezTo>
                  <a:pt x="3127395" y="71726"/>
                  <a:pt x="3127737" y="70584"/>
                  <a:pt x="3127737" y="69301"/>
                </a:cubicBezTo>
                <a:cubicBezTo>
                  <a:pt x="3127737" y="67988"/>
                  <a:pt x="3127511" y="66926"/>
                  <a:pt x="3127060" y="66117"/>
                </a:cubicBezTo>
                <a:cubicBezTo>
                  <a:pt x="3126609" y="65308"/>
                  <a:pt x="3126103" y="64561"/>
                  <a:pt x="3125542" y="63876"/>
                </a:cubicBezTo>
                <a:cubicBezTo>
                  <a:pt x="3124982" y="63191"/>
                  <a:pt x="3124476" y="62460"/>
                  <a:pt x="3124025" y="61681"/>
                </a:cubicBezTo>
                <a:cubicBezTo>
                  <a:pt x="3123574" y="60903"/>
                  <a:pt x="3123348" y="59860"/>
                  <a:pt x="3123348" y="58553"/>
                </a:cubicBezTo>
                <a:cubicBezTo>
                  <a:pt x="3123348" y="57899"/>
                  <a:pt x="3123472" y="57214"/>
                  <a:pt x="3123721" y="56498"/>
                </a:cubicBezTo>
                <a:cubicBezTo>
                  <a:pt x="3123971" y="55782"/>
                  <a:pt x="3124352" y="55129"/>
                  <a:pt x="3124865" y="54537"/>
                </a:cubicBezTo>
                <a:cubicBezTo>
                  <a:pt x="3125379" y="53946"/>
                  <a:pt x="3126033" y="53463"/>
                  <a:pt x="3126827" y="53090"/>
                </a:cubicBezTo>
                <a:cubicBezTo>
                  <a:pt x="3127620" y="52716"/>
                  <a:pt x="3128562" y="52530"/>
                  <a:pt x="3129651" y="52530"/>
                </a:cubicBezTo>
                <a:cubicBezTo>
                  <a:pt x="3130741" y="52530"/>
                  <a:pt x="3131792" y="52756"/>
                  <a:pt x="3132803" y="53208"/>
                </a:cubicBezTo>
                <a:cubicBezTo>
                  <a:pt x="3133815" y="53659"/>
                  <a:pt x="3134702" y="54353"/>
                  <a:pt x="3135465" y="55289"/>
                </a:cubicBezTo>
                <a:cubicBezTo>
                  <a:pt x="3136227" y="56224"/>
                  <a:pt x="3136834" y="57393"/>
                  <a:pt x="3137286" y="58797"/>
                </a:cubicBezTo>
                <a:cubicBezTo>
                  <a:pt x="3137737" y="60199"/>
                  <a:pt x="3137963" y="61852"/>
                  <a:pt x="3137963" y="63753"/>
                </a:cubicBezTo>
                <a:cubicBezTo>
                  <a:pt x="3137963" y="66341"/>
                  <a:pt x="3137488" y="68827"/>
                  <a:pt x="3136539" y="71211"/>
                </a:cubicBezTo>
                <a:cubicBezTo>
                  <a:pt x="3135589" y="73596"/>
                  <a:pt x="3134173" y="75709"/>
                  <a:pt x="3132290" y="77548"/>
                </a:cubicBezTo>
                <a:cubicBezTo>
                  <a:pt x="3130406" y="79388"/>
                  <a:pt x="3128056" y="80853"/>
                  <a:pt x="3125239" y="81943"/>
                </a:cubicBezTo>
                <a:cubicBezTo>
                  <a:pt x="3122422" y="83035"/>
                  <a:pt x="3119146" y="83580"/>
                  <a:pt x="3115410" y="83580"/>
                </a:cubicBezTo>
                <a:lnTo>
                  <a:pt x="3115410" y="77183"/>
                </a:lnTo>
                <a:moveTo>
                  <a:pt x="3130025" y="19891"/>
                </a:moveTo>
                <a:cubicBezTo>
                  <a:pt x="3130990" y="19891"/>
                  <a:pt x="3131908" y="20086"/>
                  <a:pt x="3132780" y="20475"/>
                </a:cubicBezTo>
                <a:cubicBezTo>
                  <a:pt x="3133651" y="20864"/>
                  <a:pt x="3134414" y="21385"/>
                  <a:pt x="3135068" y="22039"/>
                </a:cubicBezTo>
                <a:cubicBezTo>
                  <a:pt x="3135722" y="22693"/>
                  <a:pt x="3136243" y="23455"/>
                  <a:pt x="3136632" y="24327"/>
                </a:cubicBezTo>
                <a:cubicBezTo>
                  <a:pt x="3137021" y="25199"/>
                  <a:pt x="3137216" y="26117"/>
                  <a:pt x="3137216" y="27082"/>
                </a:cubicBezTo>
                <a:cubicBezTo>
                  <a:pt x="3137216" y="28078"/>
                  <a:pt x="3137021" y="29004"/>
                  <a:pt x="3136632" y="29860"/>
                </a:cubicBezTo>
                <a:cubicBezTo>
                  <a:pt x="3136243" y="30716"/>
                  <a:pt x="3135722" y="31471"/>
                  <a:pt x="3135068" y="32125"/>
                </a:cubicBezTo>
                <a:cubicBezTo>
                  <a:pt x="3134414" y="32778"/>
                  <a:pt x="3133651" y="33292"/>
                  <a:pt x="3132780" y="33666"/>
                </a:cubicBezTo>
                <a:cubicBezTo>
                  <a:pt x="3131908" y="34039"/>
                  <a:pt x="3130990" y="34226"/>
                  <a:pt x="3130025" y="34226"/>
                </a:cubicBezTo>
                <a:cubicBezTo>
                  <a:pt x="3129029" y="34226"/>
                  <a:pt x="3128103" y="34039"/>
                  <a:pt x="3127247" y="33666"/>
                </a:cubicBezTo>
                <a:cubicBezTo>
                  <a:pt x="3126391" y="33292"/>
                  <a:pt x="3125636" y="32778"/>
                  <a:pt x="3124982" y="32125"/>
                </a:cubicBezTo>
                <a:cubicBezTo>
                  <a:pt x="3124328" y="31471"/>
                  <a:pt x="3123815" y="30716"/>
                  <a:pt x="3123441" y="29860"/>
                </a:cubicBezTo>
                <a:cubicBezTo>
                  <a:pt x="3123068" y="29004"/>
                  <a:pt x="3122881" y="28078"/>
                  <a:pt x="3122881" y="27082"/>
                </a:cubicBezTo>
                <a:cubicBezTo>
                  <a:pt x="3122881" y="26117"/>
                  <a:pt x="3123068" y="25199"/>
                  <a:pt x="3123441" y="24327"/>
                </a:cubicBezTo>
                <a:cubicBezTo>
                  <a:pt x="3123815" y="23455"/>
                  <a:pt x="3124328" y="22693"/>
                  <a:pt x="3124982" y="22039"/>
                </a:cubicBezTo>
                <a:cubicBezTo>
                  <a:pt x="3125636" y="21385"/>
                  <a:pt x="3126391" y="20864"/>
                  <a:pt x="3127247" y="20475"/>
                </a:cubicBezTo>
                <a:cubicBezTo>
                  <a:pt x="3128103" y="20086"/>
                  <a:pt x="3129029" y="19891"/>
                  <a:pt x="3130025" y="19891"/>
                </a:cubicBezTo>
                <a:close/>
                <a:moveTo>
                  <a:pt x="3202849" y="77697"/>
                </a:moveTo>
                <a:lnTo>
                  <a:pt x="3195098" y="77697"/>
                </a:lnTo>
                <a:lnTo>
                  <a:pt x="3163066" y="1588"/>
                </a:lnTo>
                <a:lnTo>
                  <a:pt x="3170817" y="1588"/>
                </a:lnTo>
                <a:lnTo>
                  <a:pt x="3202849" y="77697"/>
                </a:lnTo>
                <a:close/>
                <a:moveTo>
                  <a:pt x="3215098" y="20732"/>
                </a:moveTo>
                <a:lnTo>
                  <a:pt x="3222335" y="20732"/>
                </a:lnTo>
                <a:lnTo>
                  <a:pt x="3222662" y="28296"/>
                </a:lnTo>
                <a:cubicBezTo>
                  <a:pt x="3224032" y="26677"/>
                  <a:pt x="3225355" y="25331"/>
                  <a:pt x="3226631" y="24257"/>
                </a:cubicBezTo>
                <a:cubicBezTo>
                  <a:pt x="3227907" y="23183"/>
                  <a:pt x="3229160" y="22319"/>
                  <a:pt x="3230390" y="21666"/>
                </a:cubicBezTo>
                <a:cubicBezTo>
                  <a:pt x="3231619" y="21012"/>
                  <a:pt x="3232872" y="20553"/>
                  <a:pt x="3234149" y="20288"/>
                </a:cubicBezTo>
                <a:cubicBezTo>
                  <a:pt x="3235425" y="20023"/>
                  <a:pt x="3236748" y="19891"/>
                  <a:pt x="3238118" y="19891"/>
                </a:cubicBezTo>
                <a:cubicBezTo>
                  <a:pt x="3242942" y="19891"/>
                  <a:pt x="3246592" y="21315"/>
                  <a:pt x="3249067" y="24164"/>
                </a:cubicBezTo>
                <a:cubicBezTo>
                  <a:pt x="3251542" y="27012"/>
                  <a:pt x="3252779" y="31300"/>
                  <a:pt x="3252779" y="37027"/>
                </a:cubicBezTo>
                <a:lnTo>
                  <a:pt x="3252779" y="67611"/>
                </a:lnTo>
                <a:lnTo>
                  <a:pt x="3244655" y="67611"/>
                </a:lnTo>
                <a:lnTo>
                  <a:pt x="3244655" y="37681"/>
                </a:lnTo>
                <a:cubicBezTo>
                  <a:pt x="3244655" y="34008"/>
                  <a:pt x="3243970" y="31292"/>
                  <a:pt x="3242600" y="29533"/>
                </a:cubicBezTo>
                <a:cubicBezTo>
                  <a:pt x="3241230" y="27774"/>
                  <a:pt x="3239191" y="26895"/>
                  <a:pt x="3236483" y="26895"/>
                </a:cubicBezTo>
                <a:cubicBezTo>
                  <a:pt x="3235487" y="26895"/>
                  <a:pt x="3234514" y="27043"/>
                  <a:pt x="3233565" y="27339"/>
                </a:cubicBezTo>
                <a:cubicBezTo>
                  <a:pt x="3232616" y="27634"/>
                  <a:pt x="3231627" y="28148"/>
                  <a:pt x="3230600" y="28880"/>
                </a:cubicBezTo>
                <a:cubicBezTo>
                  <a:pt x="3229573" y="29611"/>
                  <a:pt x="3228460" y="30599"/>
                  <a:pt x="3227261" y="31845"/>
                </a:cubicBezTo>
                <a:cubicBezTo>
                  <a:pt x="3226063" y="33090"/>
                  <a:pt x="3224717" y="34646"/>
                  <a:pt x="3223222" y="36514"/>
                </a:cubicBezTo>
                <a:lnTo>
                  <a:pt x="3223222" y="67611"/>
                </a:lnTo>
                <a:lnTo>
                  <a:pt x="3215098" y="67611"/>
                </a:lnTo>
                <a:lnTo>
                  <a:pt x="3215098" y="20732"/>
                </a:lnTo>
                <a:close/>
                <a:moveTo>
                  <a:pt x="3282925" y="27455"/>
                </a:moveTo>
                <a:lnTo>
                  <a:pt x="3269058" y="27455"/>
                </a:lnTo>
                <a:lnTo>
                  <a:pt x="3269058" y="20732"/>
                </a:lnTo>
                <a:lnTo>
                  <a:pt x="3291143" y="20732"/>
                </a:lnTo>
                <a:lnTo>
                  <a:pt x="3291143" y="60841"/>
                </a:lnTo>
                <a:lnTo>
                  <a:pt x="3305104" y="60841"/>
                </a:lnTo>
                <a:lnTo>
                  <a:pt x="3305104" y="67611"/>
                </a:lnTo>
                <a:lnTo>
                  <a:pt x="3267517" y="67611"/>
                </a:lnTo>
                <a:lnTo>
                  <a:pt x="3267517" y="60841"/>
                </a:lnTo>
                <a:lnTo>
                  <a:pt x="3282925" y="60841"/>
                </a:lnTo>
                <a:lnTo>
                  <a:pt x="3282925" y="27455"/>
                </a:lnTo>
                <a:moveTo>
                  <a:pt x="3285774" y="1027"/>
                </a:moveTo>
                <a:cubicBezTo>
                  <a:pt x="3286676" y="1027"/>
                  <a:pt x="3287517" y="1191"/>
                  <a:pt x="3288295" y="1518"/>
                </a:cubicBezTo>
                <a:cubicBezTo>
                  <a:pt x="3289073" y="1844"/>
                  <a:pt x="3289750" y="2304"/>
                  <a:pt x="3290326" y="2895"/>
                </a:cubicBezTo>
                <a:cubicBezTo>
                  <a:pt x="3290902" y="3486"/>
                  <a:pt x="3291353" y="4163"/>
                  <a:pt x="3291680" y="4926"/>
                </a:cubicBezTo>
                <a:cubicBezTo>
                  <a:pt x="3292007" y="5689"/>
                  <a:pt x="3292171" y="6521"/>
                  <a:pt x="3292171" y="7424"/>
                </a:cubicBezTo>
                <a:cubicBezTo>
                  <a:pt x="3292171" y="8296"/>
                  <a:pt x="3292007" y="9121"/>
                  <a:pt x="3291680" y="9899"/>
                </a:cubicBezTo>
                <a:cubicBezTo>
                  <a:pt x="3291353" y="10677"/>
                  <a:pt x="3290902" y="11362"/>
                  <a:pt x="3290326" y="11953"/>
                </a:cubicBezTo>
                <a:cubicBezTo>
                  <a:pt x="3289750" y="12545"/>
                  <a:pt x="3289073" y="13004"/>
                  <a:pt x="3288295" y="13331"/>
                </a:cubicBezTo>
                <a:cubicBezTo>
                  <a:pt x="3287517" y="13658"/>
                  <a:pt x="3286676" y="13821"/>
                  <a:pt x="3285774" y="13821"/>
                </a:cubicBezTo>
                <a:cubicBezTo>
                  <a:pt x="3284871" y="13821"/>
                  <a:pt x="3284030" y="13658"/>
                  <a:pt x="3283252" y="13331"/>
                </a:cubicBezTo>
                <a:cubicBezTo>
                  <a:pt x="3282474" y="13004"/>
                  <a:pt x="3281797" y="12545"/>
                  <a:pt x="3281221" y="11953"/>
                </a:cubicBezTo>
                <a:cubicBezTo>
                  <a:pt x="3280645" y="11362"/>
                  <a:pt x="3280194" y="10677"/>
                  <a:pt x="3279867" y="9899"/>
                </a:cubicBezTo>
                <a:cubicBezTo>
                  <a:pt x="3279540" y="9121"/>
                  <a:pt x="3279377" y="8296"/>
                  <a:pt x="3279377" y="7424"/>
                </a:cubicBezTo>
                <a:cubicBezTo>
                  <a:pt x="3279377" y="6521"/>
                  <a:pt x="3279540" y="5689"/>
                  <a:pt x="3279867" y="4926"/>
                </a:cubicBezTo>
                <a:cubicBezTo>
                  <a:pt x="3280194" y="4163"/>
                  <a:pt x="3280645" y="3486"/>
                  <a:pt x="3281221" y="2895"/>
                </a:cubicBezTo>
                <a:cubicBezTo>
                  <a:pt x="3281797" y="2304"/>
                  <a:pt x="3282474" y="1844"/>
                  <a:pt x="3283252" y="1518"/>
                </a:cubicBezTo>
                <a:cubicBezTo>
                  <a:pt x="3284030" y="1191"/>
                  <a:pt x="3284871" y="1027"/>
                  <a:pt x="3285774" y="1027"/>
                </a:cubicBezTo>
                <a:close/>
                <a:moveTo>
                  <a:pt x="3352247" y="67611"/>
                </a:moveTo>
                <a:lnTo>
                  <a:pt x="3352247" y="33946"/>
                </a:lnTo>
                <a:cubicBezTo>
                  <a:pt x="3352247" y="32483"/>
                  <a:pt x="3352193" y="31284"/>
                  <a:pt x="3352084" y="30350"/>
                </a:cubicBezTo>
                <a:cubicBezTo>
                  <a:pt x="3351975" y="29417"/>
                  <a:pt x="3351803" y="28677"/>
                  <a:pt x="3351570" y="28132"/>
                </a:cubicBezTo>
                <a:cubicBezTo>
                  <a:pt x="3351336" y="27588"/>
                  <a:pt x="3351041" y="27206"/>
                  <a:pt x="3350683" y="26988"/>
                </a:cubicBezTo>
                <a:cubicBezTo>
                  <a:pt x="3350325" y="26771"/>
                  <a:pt x="3349881" y="26662"/>
                  <a:pt x="3349352" y="26662"/>
                </a:cubicBezTo>
                <a:cubicBezTo>
                  <a:pt x="3348729" y="26662"/>
                  <a:pt x="3348154" y="26848"/>
                  <a:pt x="3347624" y="27222"/>
                </a:cubicBezTo>
                <a:cubicBezTo>
                  <a:pt x="3347095" y="27595"/>
                  <a:pt x="3346527" y="28203"/>
                  <a:pt x="3345920" y="29043"/>
                </a:cubicBezTo>
                <a:cubicBezTo>
                  <a:pt x="3345313" y="29883"/>
                  <a:pt x="3344644" y="30996"/>
                  <a:pt x="3343912" y="32382"/>
                </a:cubicBezTo>
                <a:cubicBezTo>
                  <a:pt x="3343181" y="33767"/>
                  <a:pt x="3342317" y="35471"/>
                  <a:pt x="3341321" y="37494"/>
                </a:cubicBezTo>
                <a:lnTo>
                  <a:pt x="3341321" y="67611"/>
                </a:lnTo>
                <a:lnTo>
                  <a:pt x="3333897" y="67611"/>
                </a:lnTo>
                <a:lnTo>
                  <a:pt x="3333897" y="34833"/>
                </a:lnTo>
                <a:cubicBezTo>
                  <a:pt x="3333897" y="33121"/>
                  <a:pt x="3333842" y="31736"/>
                  <a:pt x="3333733" y="30677"/>
                </a:cubicBezTo>
                <a:cubicBezTo>
                  <a:pt x="3333624" y="29619"/>
                  <a:pt x="3333453" y="28794"/>
                  <a:pt x="3333220" y="28203"/>
                </a:cubicBezTo>
                <a:cubicBezTo>
                  <a:pt x="3332986" y="27611"/>
                  <a:pt x="3332683" y="27206"/>
                  <a:pt x="3332309" y="26988"/>
                </a:cubicBezTo>
                <a:cubicBezTo>
                  <a:pt x="3331936" y="26771"/>
                  <a:pt x="3331484" y="26662"/>
                  <a:pt x="3330955" y="26662"/>
                </a:cubicBezTo>
                <a:cubicBezTo>
                  <a:pt x="3330395" y="26662"/>
                  <a:pt x="3329866" y="26817"/>
                  <a:pt x="3329367" y="27129"/>
                </a:cubicBezTo>
                <a:cubicBezTo>
                  <a:pt x="3328869" y="27440"/>
                  <a:pt x="3328317" y="28000"/>
                  <a:pt x="3327710" y="28810"/>
                </a:cubicBezTo>
                <a:cubicBezTo>
                  <a:pt x="3327103" y="29619"/>
                  <a:pt x="3326426" y="30724"/>
                  <a:pt x="3325679" y="32125"/>
                </a:cubicBezTo>
                <a:cubicBezTo>
                  <a:pt x="3324932" y="33525"/>
                  <a:pt x="3324044" y="35315"/>
                  <a:pt x="3323017" y="37494"/>
                </a:cubicBezTo>
                <a:lnTo>
                  <a:pt x="3323017" y="67611"/>
                </a:lnTo>
                <a:lnTo>
                  <a:pt x="3315546" y="67611"/>
                </a:lnTo>
                <a:lnTo>
                  <a:pt x="3315546" y="20732"/>
                </a:lnTo>
                <a:lnTo>
                  <a:pt x="3321757" y="20732"/>
                </a:lnTo>
                <a:lnTo>
                  <a:pt x="3322130" y="29650"/>
                </a:lnTo>
                <a:cubicBezTo>
                  <a:pt x="3322939" y="27876"/>
                  <a:pt x="3323725" y="26366"/>
                  <a:pt x="3324488" y="25121"/>
                </a:cubicBezTo>
                <a:cubicBezTo>
                  <a:pt x="3325251" y="23876"/>
                  <a:pt x="3326037" y="22872"/>
                  <a:pt x="3326846" y="22109"/>
                </a:cubicBezTo>
                <a:cubicBezTo>
                  <a:pt x="3327655" y="21346"/>
                  <a:pt x="3328519" y="20786"/>
                  <a:pt x="3329438" y="20428"/>
                </a:cubicBezTo>
                <a:cubicBezTo>
                  <a:pt x="3330356" y="20070"/>
                  <a:pt x="3331375" y="19891"/>
                  <a:pt x="3332496" y="19891"/>
                </a:cubicBezTo>
                <a:cubicBezTo>
                  <a:pt x="3335017" y="19891"/>
                  <a:pt x="3336932" y="20716"/>
                  <a:pt x="3338239" y="22366"/>
                </a:cubicBezTo>
                <a:cubicBezTo>
                  <a:pt x="3339547" y="24016"/>
                  <a:pt x="3340200" y="26568"/>
                  <a:pt x="3340200" y="30024"/>
                </a:cubicBezTo>
                <a:cubicBezTo>
                  <a:pt x="3340947" y="28405"/>
                  <a:pt x="3341679" y="26965"/>
                  <a:pt x="3342395" y="25704"/>
                </a:cubicBezTo>
                <a:cubicBezTo>
                  <a:pt x="3343111" y="24444"/>
                  <a:pt x="3343881" y="23385"/>
                  <a:pt x="3344706" y="22529"/>
                </a:cubicBezTo>
                <a:cubicBezTo>
                  <a:pt x="3345531" y="21673"/>
                  <a:pt x="3346441" y="21020"/>
                  <a:pt x="3347438" y="20568"/>
                </a:cubicBezTo>
                <a:cubicBezTo>
                  <a:pt x="3348434" y="20117"/>
                  <a:pt x="3349585" y="19891"/>
                  <a:pt x="3350893" y="19891"/>
                </a:cubicBezTo>
                <a:cubicBezTo>
                  <a:pt x="3356776" y="19891"/>
                  <a:pt x="3359718" y="24420"/>
                  <a:pt x="3359718" y="33479"/>
                </a:cubicBezTo>
                <a:lnTo>
                  <a:pt x="3359718" y="67611"/>
                </a:lnTo>
                <a:lnTo>
                  <a:pt x="3352247" y="67611"/>
                </a:lnTo>
                <a:close/>
                <a:moveTo>
                  <a:pt x="3410736" y="43331"/>
                </a:moveTo>
                <a:cubicBezTo>
                  <a:pt x="3410736" y="47502"/>
                  <a:pt x="3410152" y="51144"/>
                  <a:pt x="3408985" y="54257"/>
                </a:cubicBezTo>
                <a:cubicBezTo>
                  <a:pt x="3407817" y="57370"/>
                  <a:pt x="3406206" y="59954"/>
                  <a:pt x="3404152" y="62008"/>
                </a:cubicBezTo>
                <a:cubicBezTo>
                  <a:pt x="3402097" y="64063"/>
                  <a:pt x="3399669" y="65604"/>
                  <a:pt x="3396868" y="66631"/>
                </a:cubicBezTo>
                <a:cubicBezTo>
                  <a:pt x="3394066" y="67658"/>
                  <a:pt x="3391031" y="68172"/>
                  <a:pt x="3387763" y="68172"/>
                </a:cubicBezTo>
                <a:cubicBezTo>
                  <a:pt x="3386268" y="68172"/>
                  <a:pt x="3384782" y="68094"/>
                  <a:pt x="3383303" y="67938"/>
                </a:cubicBezTo>
                <a:cubicBezTo>
                  <a:pt x="3381825" y="67783"/>
                  <a:pt x="3380323" y="67518"/>
                  <a:pt x="3378798" y="67144"/>
                </a:cubicBezTo>
                <a:lnTo>
                  <a:pt x="3378798" y="86755"/>
                </a:lnTo>
                <a:lnTo>
                  <a:pt x="3370673" y="86755"/>
                </a:lnTo>
                <a:lnTo>
                  <a:pt x="3370673" y="20732"/>
                </a:lnTo>
                <a:lnTo>
                  <a:pt x="3377910" y="20732"/>
                </a:lnTo>
                <a:lnTo>
                  <a:pt x="3378424" y="28576"/>
                </a:lnTo>
                <a:cubicBezTo>
                  <a:pt x="3380759" y="25370"/>
                  <a:pt x="3383249" y="23121"/>
                  <a:pt x="3385895" y="21829"/>
                </a:cubicBezTo>
                <a:cubicBezTo>
                  <a:pt x="3388541" y="20537"/>
                  <a:pt x="3391405" y="19891"/>
                  <a:pt x="3394486" y="19891"/>
                </a:cubicBezTo>
                <a:cubicBezTo>
                  <a:pt x="3397163" y="19891"/>
                  <a:pt x="3399514" y="20451"/>
                  <a:pt x="3401537" y="21572"/>
                </a:cubicBezTo>
                <a:cubicBezTo>
                  <a:pt x="3403560" y="22693"/>
                  <a:pt x="3405257" y="24273"/>
                  <a:pt x="3406627" y="26311"/>
                </a:cubicBezTo>
                <a:cubicBezTo>
                  <a:pt x="3407996" y="28350"/>
                  <a:pt x="3409023" y="30810"/>
                  <a:pt x="3409708" y="33689"/>
                </a:cubicBezTo>
                <a:cubicBezTo>
                  <a:pt x="3410393" y="36568"/>
                  <a:pt x="3410736" y="39782"/>
                  <a:pt x="3410736" y="43331"/>
                </a:cubicBezTo>
                <a:moveTo>
                  <a:pt x="3402424" y="43705"/>
                </a:moveTo>
                <a:cubicBezTo>
                  <a:pt x="3402424" y="41245"/>
                  <a:pt x="3402245" y="38989"/>
                  <a:pt x="3401887" y="36934"/>
                </a:cubicBezTo>
                <a:cubicBezTo>
                  <a:pt x="3401529" y="34880"/>
                  <a:pt x="3400961" y="33121"/>
                  <a:pt x="3400183" y="31658"/>
                </a:cubicBezTo>
                <a:cubicBezTo>
                  <a:pt x="3399405" y="30195"/>
                  <a:pt x="3398409" y="29051"/>
                  <a:pt x="3397195" y="28226"/>
                </a:cubicBezTo>
                <a:cubicBezTo>
                  <a:pt x="3395981" y="27401"/>
                  <a:pt x="3394533" y="26988"/>
                  <a:pt x="3392852" y="26988"/>
                </a:cubicBezTo>
                <a:cubicBezTo>
                  <a:pt x="3391825" y="26988"/>
                  <a:pt x="3390782" y="27152"/>
                  <a:pt x="3389724" y="27479"/>
                </a:cubicBezTo>
                <a:cubicBezTo>
                  <a:pt x="3388665" y="27806"/>
                  <a:pt x="3387568" y="28350"/>
                  <a:pt x="3386432" y="29113"/>
                </a:cubicBezTo>
                <a:cubicBezTo>
                  <a:pt x="3385296" y="29876"/>
                  <a:pt x="3384097" y="30887"/>
                  <a:pt x="3382837" y="32148"/>
                </a:cubicBezTo>
                <a:cubicBezTo>
                  <a:pt x="3381576" y="33409"/>
                  <a:pt x="3380230" y="34973"/>
                  <a:pt x="3378798" y="36841"/>
                </a:cubicBezTo>
                <a:lnTo>
                  <a:pt x="3378798" y="59580"/>
                </a:lnTo>
                <a:cubicBezTo>
                  <a:pt x="3380292" y="60203"/>
                  <a:pt x="3381864" y="60693"/>
                  <a:pt x="3383514" y="61051"/>
                </a:cubicBezTo>
                <a:cubicBezTo>
                  <a:pt x="3385163" y="61409"/>
                  <a:pt x="3386782" y="61588"/>
                  <a:pt x="3388370" y="61588"/>
                </a:cubicBezTo>
                <a:cubicBezTo>
                  <a:pt x="3392759" y="61588"/>
                  <a:pt x="3396199" y="60102"/>
                  <a:pt x="3398689" y="57129"/>
                </a:cubicBezTo>
                <a:cubicBezTo>
                  <a:pt x="3401179" y="54156"/>
                  <a:pt x="3402424" y="49681"/>
                  <a:pt x="3402424" y="43705"/>
                </a:cubicBezTo>
                <a:close/>
                <a:moveTo>
                  <a:pt x="3463341" y="43798"/>
                </a:moveTo>
                <a:cubicBezTo>
                  <a:pt x="3463341" y="47440"/>
                  <a:pt x="3462828" y="50779"/>
                  <a:pt x="3461801" y="53814"/>
                </a:cubicBezTo>
                <a:cubicBezTo>
                  <a:pt x="3460773" y="56849"/>
                  <a:pt x="3459295" y="59448"/>
                  <a:pt x="3457365" y="61611"/>
                </a:cubicBezTo>
                <a:cubicBezTo>
                  <a:pt x="3455435" y="63775"/>
                  <a:pt x="3453085" y="65456"/>
                  <a:pt x="3450314" y="66654"/>
                </a:cubicBezTo>
                <a:cubicBezTo>
                  <a:pt x="3447544" y="67853"/>
                  <a:pt x="3444400" y="68452"/>
                  <a:pt x="3440882" y="68452"/>
                </a:cubicBezTo>
                <a:cubicBezTo>
                  <a:pt x="3437520" y="68452"/>
                  <a:pt x="3434509" y="67930"/>
                  <a:pt x="3431847" y="66888"/>
                </a:cubicBezTo>
                <a:cubicBezTo>
                  <a:pt x="3429186" y="65845"/>
                  <a:pt x="3426929" y="64312"/>
                  <a:pt x="3425077" y="62288"/>
                </a:cubicBezTo>
                <a:cubicBezTo>
                  <a:pt x="3423224" y="60265"/>
                  <a:pt x="3421808" y="57759"/>
                  <a:pt x="3420828" y="54771"/>
                </a:cubicBezTo>
                <a:cubicBezTo>
                  <a:pt x="3419847" y="51782"/>
                  <a:pt x="3419357" y="48343"/>
                  <a:pt x="3419357" y="44452"/>
                </a:cubicBezTo>
                <a:cubicBezTo>
                  <a:pt x="3419357" y="40810"/>
                  <a:pt x="3419870" y="37487"/>
                  <a:pt x="3420898" y="34483"/>
                </a:cubicBezTo>
                <a:cubicBezTo>
                  <a:pt x="3421925" y="31479"/>
                  <a:pt x="3423403" y="28895"/>
                  <a:pt x="3425333" y="26732"/>
                </a:cubicBezTo>
                <a:cubicBezTo>
                  <a:pt x="3427263" y="24568"/>
                  <a:pt x="3429614" y="22887"/>
                  <a:pt x="3432384" y="21689"/>
                </a:cubicBezTo>
                <a:cubicBezTo>
                  <a:pt x="3435154" y="20490"/>
                  <a:pt x="3438298" y="19891"/>
                  <a:pt x="3441816" y="19891"/>
                </a:cubicBezTo>
                <a:cubicBezTo>
                  <a:pt x="3445178" y="19891"/>
                  <a:pt x="3448190" y="20413"/>
                  <a:pt x="3450851" y="21455"/>
                </a:cubicBezTo>
                <a:cubicBezTo>
                  <a:pt x="3453513" y="22498"/>
                  <a:pt x="3455769" y="24023"/>
                  <a:pt x="3457622" y="26031"/>
                </a:cubicBezTo>
                <a:cubicBezTo>
                  <a:pt x="3459474" y="28039"/>
                  <a:pt x="3460890" y="30537"/>
                  <a:pt x="3461871" y="33525"/>
                </a:cubicBezTo>
                <a:cubicBezTo>
                  <a:pt x="3462851" y="36514"/>
                  <a:pt x="3463341" y="39938"/>
                  <a:pt x="3463341" y="43798"/>
                </a:cubicBezTo>
                <a:moveTo>
                  <a:pt x="3455030" y="44171"/>
                </a:moveTo>
                <a:cubicBezTo>
                  <a:pt x="3455030" y="41277"/>
                  <a:pt x="3454711" y="38747"/>
                  <a:pt x="3454073" y="36584"/>
                </a:cubicBezTo>
                <a:cubicBezTo>
                  <a:pt x="3453435" y="34420"/>
                  <a:pt x="3452524" y="32615"/>
                  <a:pt x="3451341" y="31168"/>
                </a:cubicBezTo>
                <a:cubicBezTo>
                  <a:pt x="3450158" y="29720"/>
                  <a:pt x="3448719" y="28631"/>
                  <a:pt x="3447022" y="27899"/>
                </a:cubicBezTo>
                <a:cubicBezTo>
                  <a:pt x="3445326" y="27167"/>
                  <a:pt x="3443435" y="26802"/>
                  <a:pt x="3441349" y="26802"/>
                </a:cubicBezTo>
                <a:cubicBezTo>
                  <a:pt x="3438921" y="26802"/>
                  <a:pt x="3436843" y="27276"/>
                  <a:pt x="3435116" y="28226"/>
                </a:cubicBezTo>
                <a:cubicBezTo>
                  <a:pt x="3433388" y="29175"/>
                  <a:pt x="3431972" y="30444"/>
                  <a:pt x="3430867" y="32031"/>
                </a:cubicBezTo>
                <a:cubicBezTo>
                  <a:pt x="3429761" y="33619"/>
                  <a:pt x="3428952" y="35463"/>
                  <a:pt x="3428438" y="37564"/>
                </a:cubicBezTo>
                <a:cubicBezTo>
                  <a:pt x="3427925" y="39666"/>
                  <a:pt x="3427668" y="41868"/>
                  <a:pt x="3427668" y="44171"/>
                </a:cubicBezTo>
                <a:cubicBezTo>
                  <a:pt x="3427668" y="47066"/>
                  <a:pt x="3427987" y="49603"/>
                  <a:pt x="3428625" y="51782"/>
                </a:cubicBezTo>
                <a:cubicBezTo>
                  <a:pt x="3429263" y="53961"/>
                  <a:pt x="3430174" y="55775"/>
                  <a:pt x="3431357" y="57222"/>
                </a:cubicBezTo>
                <a:cubicBezTo>
                  <a:pt x="3432540" y="58670"/>
                  <a:pt x="3433972" y="59759"/>
                  <a:pt x="3435653" y="60491"/>
                </a:cubicBezTo>
                <a:cubicBezTo>
                  <a:pt x="3437333" y="61222"/>
                  <a:pt x="3439232" y="61588"/>
                  <a:pt x="3441349" y="61588"/>
                </a:cubicBezTo>
                <a:cubicBezTo>
                  <a:pt x="3443777" y="61588"/>
                  <a:pt x="3445855" y="61113"/>
                  <a:pt x="3447583" y="60164"/>
                </a:cubicBezTo>
                <a:cubicBezTo>
                  <a:pt x="3449310" y="59214"/>
                  <a:pt x="3450727" y="57946"/>
                  <a:pt x="3451832" y="56358"/>
                </a:cubicBezTo>
                <a:cubicBezTo>
                  <a:pt x="3452937" y="54771"/>
                  <a:pt x="3453746" y="52926"/>
                  <a:pt x="3454260" y="50825"/>
                </a:cubicBezTo>
                <a:cubicBezTo>
                  <a:pt x="3454773" y="48724"/>
                  <a:pt x="3455030" y="46506"/>
                  <a:pt x="3455030" y="44171"/>
                </a:cubicBezTo>
                <a:close/>
                <a:moveTo>
                  <a:pt x="3476305" y="20732"/>
                </a:moveTo>
                <a:lnTo>
                  <a:pt x="3483729" y="20732"/>
                </a:lnTo>
                <a:lnTo>
                  <a:pt x="3483962" y="29348"/>
                </a:lnTo>
                <a:cubicBezTo>
                  <a:pt x="3486733" y="26025"/>
                  <a:pt x="3489464" y="23618"/>
                  <a:pt x="3492157" y="22128"/>
                </a:cubicBezTo>
                <a:cubicBezTo>
                  <a:pt x="3494850" y="20637"/>
                  <a:pt x="3497566" y="19891"/>
                  <a:pt x="3500305" y="19891"/>
                </a:cubicBezTo>
                <a:cubicBezTo>
                  <a:pt x="3505161" y="19891"/>
                  <a:pt x="3508842" y="21459"/>
                  <a:pt x="3511348" y="24595"/>
                </a:cubicBezTo>
                <a:cubicBezTo>
                  <a:pt x="3513854" y="27732"/>
                  <a:pt x="3515013" y="32389"/>
                  <a:pt x="3514826" y="38568"/>
                </a:cubicBezTo>
                <a:lnTo>
                  <a:pt x="3506608" y="38568"/>
                </a:lnTo>
                <a:cubicBezTo>
                  <a:pt x="3506702" y="34476"/>
                  <a:pt x="3506103" y="31507"/>
                  <a:pt x="3504811" y="29663"/>
                </a:cubicBezTo>
                <a:cubicBezTo>
                  <a:pt x="3503519" y="27818"/>
                  <a:pt x="3501628" y="26895"/>
                  <a:pt x="3499138" y="26895"/>
                </a:cubicBezTo>
                <a:cubicBezTo>
                  <a:pt x="3498048" y="26895"/>
                  <a:pt x="3496951" y="27089"/>
                  <a:pt x="3495846" y="27477"/>
                </a:cubicBezTo>
                <a:cubicBezTo>
                  <a:pt x="3494741" y="27864"/>
                  <a:pt x="3493604" y="28484"/>
                  <a:pt x="3492437" y="29336"/>
                </a:cubicBezTo>
                <a:cubicBezTo>
                  <a:pt x="3491270" y="30188"/>
                  <a:pt x="3490032" y="31281"/>
                  <a:pt x="3488725" y="32615"/>
                </a:cubicBezTo>
                <a:cubicBezTo>
                  <a:pt x="3487418" y="33948"/>
                  <a:pt x="3486017" y="35560"/>
                  <a:pt x="3484523" y="37451"/>
                </a:cubicBezTo>
                <a:lnTo>
                  <a:pt x="3484523" y="67611"/>
                </a:lnTo>
                <a:lnTo>
                  <a:pt x="3476305" y="67611"/>
                </a:lnTo>
                <a:lnTo>
                  <a:pt x="3476305" y="20732"/>
                </a:lnTo>
                <a:close/>
                <a:moveTo>
                  <a:pt x="3564023" y="66911"/>
                </a:moveTo>
                <a:cubicBezTo>
                  <a:pt x="3562187" y="67394"/>
                  <a:pt x="3560288" y="67741"/>
                  <a:pt x="3558327" y="67950"/>
                </a:cubicBezTo>
                <a:cubicBezTo>
                  <a:pt x="3556366" y="68160"/>
                  <a:pt x="3554373" y="68265"/>
                  <a:pt x="3552350" y="68265"/>
                </a:cubicBezTo>
                <a:cubicBezTo>
                  <a:pt x="3546467" y="68265"/>
                  <a:pt x="3542078" y="66934"/>
                  <a:pt x="3539183" y="64273"/>
                </a:cubicBezTo>
                <a:cubicBezTo>
                  <a:pt x="3536288" y="61611"/>
                  <a:pt x="3534840" y="57526"/>
                  <a:pt x="3534840" y="52016"/>
                </a:cubicBezTo>
                <a:lnTo>
                  <a:pt x="3534840" y="27549"/>
                </a:lnTo>
                <a:lnTo>
                  <a:pt x="3521720" y="27549"/>
                </a:lnTo>
                <a:lnTo>
                  <a:pt x="3521720" y="20732"/>
                </a:lnTo>
                <a:lnTo>
                  <a:pt x="3534840" y="20732"/>
                </a:lnTo>
                <a:lnTo>
                  <a:pt x="3534840" y="7804"/>
                </a:lnTo>
                <a:lnTo>
                  <a:pt x="3542965" y="5697"/>
                </a:lnTo>
                <a:lnTo>
                  <a:pt x="3542965" y="20732"/>
                </a:lnTo>
                <a:lnTo>
                  <a:pt x="3564023" y="20732"/>
                </a:lnTo>
                <a:lnTo>
                  <a:pt x="3564023" y="27549"/>
                </a:lnTo>
                <a:lnTo>
                  <a:pt x="3542965" y="27549"/>
                </a:lnTo>
                <a:lnTo>
                  <a:pt x="3542965" y="51362"/>
                </a:lnTo>
                <a:cubicBezTo>
                  <a:pt x="3542965" y="54724"/>
                  <a:pt x="3543860" y="57238"/>
                  <a:pt x="3545650" y="58903"/>
                </a:cubicBezTo>
                <a:cubicBezTo>
                  <a:pt x="3547440" y="60568"/>
                  <a:pt x="3550078" y="61401"/>
                  <a:pt x="3553564" y="61401"/>
                </a:cubicBezTo>
                <a:cubicBezTo>
                  <a:pt x="3555058" y="61401"/>
                  <a:pt x="3556693" y="61281"/>
                  <a:pt x="3558467" y="61041"/>
                </a:cubicBezTo>
                <a:cubicBezTo>
                  <a:pt x="3560241" y="60799"/>
                  <a:pt x="3562093" y="60422"/>
                  <a:pt x="3564023" y="59907"/>
                </a:cubicBezTo>
                <a:lnTo>
                  <a:pt x="3564023" y="66911"/>
                </a:lnTo>
                <a:close/>
                <a:moveTo>
                  <a:pt x="3664378" y="86755"/>
                </a:moveTo>
                <a:lnTo>
                  <a:pt x="3660923" y="86755"/>
                </a:lnTo>
                <a:cubicBezTo>
                  <a:pt x="3654915" y="86755"/>
                  <a:pt x="3650448" y="85347"/>
                  <a:pt x="3647522" y="82530"/>
                </a:cubicBezTo>
                <a:cubicBezTo>
                  <a:pt x="3644596" y="79713"/>
                  <a:pt x="3643133" y="75440"/>
                  <a:pt x="3643133" y="69712"/>
                </a:cubicBezTo>
                <a:lnTo>
                  <a:pt x="3643133" y="53650"/>
                </a:lnTo>
                <a:cubicBezTo>
                  <a:pt x="3643133" y="52125"/>
                  <a:pt x="3642962" y="50763"/>
                  <a:pt x="3642619" y="49565"/>
                </a:cubicBezTo>
                <a:cubicBezTo>
                  <a:pt x="3642277" y="48366"/>
                  <a:pt x="3641678" y="47354"/>
                  <a:pt x="3640822" y="46529"/>
                </a:cubicBezTo>
                <a:cubicBezTo>
                  <a:pt x="3639966" y="45705"/>
                  <a:pt x="3638829" y="45074"/>
                  <a:pt x="3637413" y="44638"/>
                </a:cubicBezTo>
                <a:cubicBezTo>
                  <a:pt x="3635997" y="44203"/>
                  <a:pt x="3634215" y="43985"/>
                  <a:pt x="3632067" y="43985"/>
                </a:cubicBezTo>
                <a:lnTo>
                  <a:pt x="3630059" y="43985"/>
                </a:lnTo>
                <a:lnTo>
                  <a:pt x="3630059" y="37494"/>
                </a:lnTo>
                <a:lnTo>
                  <a:pt x="3632067" y="37494"/>
                </a:lnTo>
                <a:cubicBezTo>
                  <a:pt x="3634339" y="37494"/>
                  <a:pt x="3636191" y="37308"/>
                  <a:pt x="3637623" y="36934"/>
                </a:cubicBezTo>
                <a:cubicBezTo>
                  <a:pt x="3639055" y="36561"/>
                  <a:pt x="3640176" y="35992"/>
                  <a:pt x="3640985" y="35230"/>
                </a:cubicBezTo>
                <a:cubicBezTo>
                  <a:pt x="3641794" y="34467"/>
                  <a:pt x="3642355" y="33494"/>
                  <a:pt x="3642666" y="32311"/>
                </a:cubicBezTo>
                <a:cubicBezTo>
                  <a:pt x="3642977" y="31129"/>
                  <a:pt x="3643133" y="29728"/>
                  <a:pt x="3643133" y="28109"/>
                </a:cubicBezTo>
                <a:lnTo>
                  <a:pt x="3643133" y="17043"/>
                </a:lnTo>
                <a:cubicBezTo>
                  <a:pt x="3643133" y="14428"/>
                  <a:pt x="3643444" y="12070"/>
                  <a:pt x="3644067" y="9969"/>
                </a:cubicBezTo>
                <a:cubicBezTo>
                  <a:pt x="3644689" y="7868"/>
                  <a:pt x="3645709" y="6078"/>
                  <a:pt x="3647125" y="4599"/>
                </a:cubicBezTo>
                <a:cubicBezTo>
                  <a:pt x="3648541" y="3121"/>
                  <a:pt x="3650378" y="1984"/>
                  <a:pt x="3652635" y="1191"/>
                </a:cubicBezTo>
                <a:cubicBezTo>
                  <a:pt x="3654892" y="397"/>
                  <a:pt x="3657654" y="0"/>
                  <a:pt x="3660923" y="0"/>
                </a:cubicBezTo>
                <a:lnTo>
                  <a:pt x="3664378" y="0"/>
                </a:lnTo>
                <a:lnTo>
                  <a:pt x="3664378" y="6537"/>
                </a:lnTo>
                <a:lnTo>
                  <a:pt x="3661623" y="6537"/>
                </a:lnTo>
                <a:cubicBezTo>
                  <a:pt x="3654401" y="6537"/>
                  <a:pt x="3650791" y="10039"/>
                  <a:pt x="3650791" y="17043"/>
                </a:cubicBezTo>
                <a:lnTo>
                  <a:pt x="3650791" y="27922"/>
                </a:lnTo>
                <a:cubicBezTo>
                  <a:pt x="3650791" y="35518"/>
                  <a:pt x="3647506" y="39798"/>
                  <a:pt x="3640938" y="40763"/>
                </a:cubicBezTo>
                <a:cubicBezTo>
                  <a:pt x="3647569" y="41417"/>
                  <a:pt x="3650884" y="45681"/>
                  <a:pt x="3650884" y="53557"/>
                </a:cubicBezTo>
                <a:lnTo>
                  <a:pt x="3650884" y="69526"/>
                </a:lnTo>
                <a:cubicBezTo>
                  <a:pt x="3650884" y="76654"/>
                  <a:pt x="3654464" y="80218"/>
                  <a:pt x="3661623" y="80218"/>
                </a:cubicBezTo>
                <a:lnTo>
                  <a:pt x="3664378" y="80218"/>
                </a:lnTo>
                <a:lnTo>
                  <a:pt x="3664378" y="86755"/>
                </a:lnTo>
                <a:close/>
                <a:moveTo>
                  <a:pt x="3772671" y="65323"/>
                </a:moveTo>
                <a:cubicBezTo>
                  <a:pt x="3767784" y="67347"/>
                  <a:pt x="3762663" y="68358"/>
                  <a:pt x="3757309" y="68358"/>
                </a:cubicBezTo>
                <a:cubicBezTo>
                  <a:pt x="3748686" y="68358"/>
                  <a:pt x="3742064" y="65781"/>
                  <a:pt x="3737441" y="60625"/>
                </a:cubicBezTo>
                <a:cubicBezTo>
                  <a:pt x="3732819" y="55469"/>
                  <a:pt x="3730507" y="47845"/>
                  <a:pt x="3730507" y="37751"/>
                </a:cubicBezTo>
                <a:cubicBezTo>
                  <a:pt x="3730507" y="32861"/>
                  <a:pt x="3731145" y="28438"/>
                  <a:pt x="3732422" y="24482"/>
                </a:cubicBezTo>
                <a:cubicBezTo>
                  <a:pt x="3733698" y="20525"/>
                  <a:pt x="3735519" y="17169"/>
                  <a:pt x="3737885" y="14412"/>
                </a:cubicBezTo>
                <a:cubicBezTo>
                  <a:pt x="3740251" y="11654"/>
                  <a:pt x="3743114" y="9528"/>
                  <a:pt x="3746476" y="8033"/>
                </a:cubicBezTo>
                <a:cubicBezTo>
                  <a:pt x="3749838" y="6537"/>
                  <a:pt x="3753605" y="5790"/>
                  <a:pt x="3757776" y="5790"/>
                </a:cubicBezTo>
                <a:cubicBezTo>
                  <a:pt x="3760609" y="5790"/>
                  <a:pt x="3763239" y="6031"/>
                  <a:pt x="3765667" y="6514"/>
                </a:cubicBezTo>
                <a:cubicBezTo>
                  <a:pt x="3768095" y="6996"/>
                  <a:pt x="3770430" y="7735"/>
                  <a:pt x="3772671" y="8732"/>
                </a:cubicBezTo>
                <a:lnTo>
                  <a:pt x="3772671" y="16903"/>
                </a:lnTo>
                <a:cubicBezTo>
                  <a:pt x="3770461" y="15689"/>
                  <a:pt x="3768173" y="14763"/>
                  <a:pt x="3765807" y="14125"/>
                </a:cubicBezTo>
                <a:cubicBezTo>
                  <a:pt x="3763441" y="13486"/>
                  <a:pt x="3760858" y="13167"/>
                  <a:pt x="3758056" y="13167"/>
                </a:cubicBezTo>
                <a:cubicBezTo>
                  <a:pt x="3755192" y="13167"/>
                  <a:pt x="3752601" y="13705"/>
                  <a:pt x="3750282" y="14780"/>
                </a:cubicBezTo>
                <a:cubicBezTo>
                  <a:pt x="3747963" y="15855"/>
                  <a:pt x="3745994" y="17413"/>
                  <a:pt x="3744375" y="19453"/>
                </a:cubicBezTo>
                <a:cubicBezTo>
                  <a:pt x="3742756" y="21494"/>
                  <a:pt x="3741511" y="23987"/>
                  <a:pt x="3740640" y="26932"/>
                </a:cubicBezTo>
                <a:cubicBezTo>
                  <a:pt x="3739768" y="29876"/>
                  <a:pt x="3739332" y="33234"/>
                  <a:pt x="3739332" y="37004"/>
                </a:cubicBezTo>
                <a:cubicBezTo>
                  <a:pt x="3739332" y="44919"/>
                  <a:pt x="3740935" y="50886"/>
                  <a:pt x="3744142" y="54905"/>
                </a:cubicBezTo>
                <a:cubicBezTo>
                  <a:pt x="3747348" y="58924"/>
                  <a:pt x="3752048" y="60934"/>
                  <a:pt x="3758243" y="60934"/>
                </a:cubicBezTo>
                <a:cubicBezTo>
                  <a:pt x="3760858" y="60934"/>
                  <a:pt x="3763364" y="60631"/>
                  <a:pt x="3765760" y="60024"/>
                </a:cubicBezTo>
                <a:cubicBezTo>
                  <a:pt x="3768157" y="59417"/>
                  <a:pt x="3770461" y="58568"/>
                  <a:pt x="3772671" y="57479"/>
                </a:cubicBezTo>
                <a:lnTo>
                  <a:pt x="3772671" y="65323"/>
                </a:lnTo>
                <a:close/>
                <a:moveTo>
                  <a:pt x="3815658" y="67611"/>
                </a:moveTo>
                <a:lnTo>
                  <a:pt x="3815471" y="61295"/>
                </a:lnTo>
                <a:cubicBezTo>
                  <a:pt x="3812919" y="63821"/>
                  <a:pt x="3810327" y="65645"/>
                  <a:pt x="3807697" y="66768"/>
                </a:cubicBezTo>
                <a:cubicBezTo>
                  <a:pt x="3805066" y="67890"/>
                  <a:pt x="3802304" y="68452"/>
                  <a:pt x="3799409" y="68452"/>
                </a:cubicBezTo>
                <a:cubicBezTo>
                  <a:pt x="3796732" y="68452"/>
                  <a:pt x="3794444" y="68109"/>
                  <a:pt x="3792545" y="67423"/>
                </a:cubicBezTo>
                <a:cubicBezTo>
                  <a:pt x="3790646" y="66737"/>
                  <a:pt x="3789082" y="65794"/>
                  <a:pt x="3787852" y="64594"/>
                </a:cubicBezTo>
                <a:cubicBezTo>
                  <a:pt x="3786623" y="63393"/>
                  <a:pt x="3785720" y="61982"/>
                  <a:pt x="3785144" y="60361"/>
                </a:cubicBezTo>
                <a:cubicBezTo>
                  <a:pt x="3784568" y="58739"/>
                  <a:pt x="3784280" y="56977"/>
                  <a:pt x="3784280" y="55076"/>
                </a:cubicBezTo>
                <a:cubicBezTo>
                  <a:pt x="3784280" y="50368"/>
                  <a:pt x="3786031" y="46681"/>
                  <a:pt x="3789533" y="44015"/>
                </a:cubicBezTo>
                <a:cubicBezTo>
                  <a:pt x="3793035" y="41349"/>
                  <a:pt x="3798210" y="40016"/>
                  <a:pt x="3805059" y="40016"/>
                </a:cubicBezTo>
                <a:lnTo>
                  <a:pt x="3814771" y="40016"/>
                </a:lnTo>
                <a:lnTo>
                  <a:pt x="3814771" y="35921"/>
                </a:lnTo>
                <a:cubicBezTo>
                  <a:pt x="3814771" y="33161"/>
                  <a:pt x="3813884" y="30951"/>
                  <a:pt x="3812109" y="29291"/>
                </a:cubicBezTo>
                <a:cubicBezTo>
                  <a:pt x="3810335" y="27631"/>
                  <a:pt x="3807627" y="26802"/>
                  <a:pt x="3803985" y="26802"/>
                </a:cubicBezTo>
                <a:cubicBezTo>
                  <a:pt x="3801339" y="26802"/>
                  <a:pt x="3798732" y="27102"/>
                  <a:pt x="3796164" y="27702"/>
                </a:cubicBezTo>
                <a:cubicBezTo>
                  <a:pt x="3793595" y="28301"/>
                  <a:pt x="3790942" y="29153"/>
                  <a:pt x="3788202" y="30257"/>
                </a:cubicBezTo>
                <a:lnTo>
                  <a:pt x="3788202" y="22926"/>
                </a:lnTo>
                <a:cubicBezTo>
                  <a:pt x="3789230" y="22547"/>
                  <a:pt x="3790374" y="22175"/>
                  <a:pt x="3791634" y="21811"/>
                </a:cubicBezTo>
                <a:cubicBezTo>
                  <a:pt x="3792895" y="21448"/>
                  <a:pt x="3794226" y="21124"/>
                  <a:pt x="3795627" y="20840"/>
                </a:cubicBezTo>
                <a:cubicBezTo>
                  <a:pt x="3797027" y="20555"/>
                  <a:pt x="3798490" y="20326"/>
                  <a:pt x="3800016" y="20152"/>
                </a:cubicBezTo>
                <a:cubicBezTo>
                  <a:pt x="3801541" y="19978"/>
                  <a:pt x="3803082" y="19891"/>
                  <a:pt x="3804638" y="19891"/>
                </a:cubicBezTo>
                <a:cubicBezTo>
                  <a:pt x="3807471" y="19891"/>
                  <a:pt x="3810024" y="20202"/>
                  <a:pt x="3812296" y="20825"/>
                </a:cubicBezTo>
                <a:cubicBezTo>
                  <a:pt x="3814568" y="21448"/>
                  <a:pt x="3816491" y="22397"/>
                  <a:pt x="3818063" y="23673"/>
                </a:cubicBezTo>
                <a:cubicBezTo>
                  <a:pt x="3819635" y="24950"/>
                  <a:pt x="3820841" y="26553"/>
                  <a:pt x="3821681" y="28483"/>
                </a:cubicBezTo>
                <a:cubicBezTo>
                  <a:pt x="3822522" y="30413"/>
                  <a:pt x="3822942" y="32685"/>
                  <a:pt x="3822942" y="35300"/>
                </a:cubicBezTo>
                <a:lnTo>
                  <a:pt x="3822942" y="67611"/>
                </a:lnTo>
                <a:lnTo>
                  <a:pt x="3815658" y="67611"/>
                </a:lnTo>
                <a:moveTo>
                  <a:pt x="3814771" y="46226"/>
                </a:moveTo>
                <a:lnTo>
                  <a:pt x="3804452" y="46226"/>
                </a:lnTo>
                <a:cubicBezTo>
                  <a:pt x="3802428" y="46226"/>
                  <a:pt x="3800685" y="46429"/>
                  <a:pt x="3799222" y="46836"/>
                </a:cubicBezTo>
                <a:cubicBezTo>
                  <a:pt x="3797759" y="47242"/>
                  <a:pt x="3796560" y="47819"/>
                  <a:pt x="3795627" y="48568"/>
                </a:cubicBezTo>
                <a:cubicBezTo>
                  <a:pt x="3794693" y="49317"/>
                  <a:pt x="3794000" y="50215"/>
                  <a:pt x="3793549" y="51261"/>
                </a:cubicBezTo>
                <a:cubicBezTo>
                  <a:pt x="3793097" y="52307"/>
                  <a:pt x="3792872" y="53486"/>
                  <a:pt x="3792872" y="54797"/>
                </a:cubicBezTo>
                <a:cubicBezTo>
                  <a:pt x="3792872" y="55703"/>
                  <a:pt x="3793012" y="56569"/>
                  <a:pt x="3793292" y="57397"/>
                </a:cubicBezTo>
                <a:cubicBezTo>
                  <a:pt x="3793572" y="58224"/>
                  <a:pt x="3794023" y="58958"/>
                  <a:pt x="3794646" y="59598"/>
                </a:cubicBezTo>
                <a:cubicBezTo>
                  <a:pt x="3795269" y="60238"/>
                  <a:pt x="3796078" y="60745"/>
                  <a:pt x="3797074" y="61120"/>
                </a:cubicBezTo>
                <a:cubicBezTo>
                  <a:pt x="3798070" y="61494"/>
                  <a:pt x="3799284" y="61681"/>
                  <a:pt x="3800716" y="61681"/>
                </a:cubicBezTo>
                <a:cubicBezTo>
                  <a:pt x="3802584" y="61681"/>
                  <a:pt x="3804724" y="61112"/>
                  <a:pt x="3807136" y="59973"/>
                </a:cubicBezTo>
                <a:cubicBezTo>
                  <a:pt x="3809549" y="58833"/>
                  <a:pt x="3812094" y="57029"/>
                  <a:pt x="3814771" y="54562"/>
                </a:cubicBezTo>
                <a:lnTo>
                  <a:pt x="3814771" y="46226"/>
                </a:lnTo>
                <a:close/>
                <a:moveTo>
                  <a:pt x="3874520" y="54817"/>
                </a:moveTo>
                <a:cubicBezTo>
                  <a:pt x="3874520" y="56467"/>
                  <a:pt x="3874240" y="57946"/>
                  <a:pt x="3873680" y="59253"/>
                </a:cubicBezTo>
                <a:cubicBezTo>
                  <a:pt x="3873119" y="60561"/>
                  <a:pt x="3872357" y="61720"/>
                  <a:pt x="3871392" y="62732"/>
                </a:cubicBezTo>
                <a:cubicBezTo>
                  <a:pt x="3870427" y="63744"/>
                  <a:pt x="3869306" y="64607"/>
                  <a:pt x="3868030" y="65323"/>
                </a:cubicBezTo>
                <a:cubicBezTo>
                  <a:pt x="3866754" y="66039"/>
                  <a:pt x="3865392" y="66631"/>
                  <a:pt x="3863944" y="67098"/>
                </a:cubicBezTo>
                <a:cubicBezTo>
                  <a:pt x="3862497" y="67565"/>
                  <a:pt x="3861010" y="67907"/>
                  <a:pt x="3859485" y="68125"/>
                </a:cubicBezTo>
                <a:cubicBezTo>
                  <a:pt x="3857960" y="68343"/>
                  <a:pt x="3856466" y="68452"/>
                  <a:pt x="3855003" y="68452"/>
                </a:cubicBezTo>
                <a:cubicBezTo>
                  <a:pt x="3851828" y="68452"/>
                  <a:pt x="3848909" y="68312"/>
                  <a:pt x="3846248" y="68032"/>
                </a:cubicBezTo>
                <a:cubicBezTo>
                  <a:pt x="3843586" y="67751"/>
                  <a:pt x="3840979" y="67300"/>
                  <a:pt x="3838427" y="66677"/>
                </a:cubicBezTo>
                <a:lnTo>
                  <a:pt x="3838427" y="59207"/>
                </a:lnTo>
                <a:cubicBezTo>
                  <a:pt x="3841166" y="59985"/>
                  <a:pt x="3843890" y="60576"/>
                  <a:pt x="3846598" y="60981"/>
                </a:cubicBezTo>
                <a:cubicBezTo>
                  <a:pt x="3849306" y="61386"/>
                  <a:pt x="3851999" y="61588"/>
                  <a:pt x="3854676" y="61588"/>
                </a:cubicBezTo>
                <a:cubicBezTo>
                  <a:pt x="3858567" y="61588"/>
                  <a:pt x="3861446" y="61059"/>
                  <a:pt x="3863314" y="60000"/>
                </a:cubicBezTo>
                <a:cubicBezTo>
                  <a:pt x="3865182" y="58942"/>
                  <a:pt x="3866116" y="57432"/>
                  <a:pt x="3866116" y="55471"/>
                </a:cubicBezTo>
                <a:cubicBezTo>
                  <a:pt x="3866116" y="54631"/>
                  <a:pt x="3865968" y="53876"/>
                  <a:pt x="3865672" y="53207"/>
                </a:cubicBezTo>
                <a:cubicBezTo>
                  <a:pt x="3865376" y="52537"/>
                  <a:pt x="3864839" y="51899"/>
                  <a:pt x="3864061" y="51292"/>
                </a:cubicBezTo>
                <a:cubicBezTo>
                  <a:pt x="3863283" y="50685"/>
                  <a:pt x="3862077" y="50055"/>
                  <a:pt x="3860442" y="49401"/>
                </a:cubicBezTo>
                <a:cubicBezTo>
                  <a:pt x="3858808" y="48747"/>
                  <a:pt x="3856575" y="48000"/>
                  <a:pt x="3853742" y="47160"/>
                </a:cubicBezTo>
                <a:cubicBezTo>
                  <a:pt x="3851625" y="46537"/>
                  <a:pt x="3849672" y="45829"/>
                  <a:pt x="3847882" y="45035"/>
                </a:cubicBezTo>
                <a:cubicBezTo>
                  <a:pt x="3846092" y="44242"/>
                  <a:pt x="3844543" y="43300"/>
                  <a:pt x="3843236" y="42210"/>
                </a:cubicBezTo>
                <a:cubicBezTo>
                  <a:pt x="3841929" y="41121"/>
                  <a:pt x="3840901" y="39845"/>
                  <a:pt x="3840154" y="38382"/>
                </a:cubicBezTo>
                <a:cubicBezTo>
                  <a:pt x="3839407" y="36919"/>
                  <a:pt x="3839034" y="35191"/>
                  <a:pt x="3839034" y="33199"/>
                </a:cubicBezTo>
                <a:cubicBezTo>
                  <a:pt x="3839034" y="31891"/>
                  <a:pt x="3839337" y="30459"/>
                  <a:pt x="3839944" y="28903"/>
                </a:cubicBezTo>
                <a:cubicBezTo>
                  <a:pt x="3840551" y="27346"/>
                  <a:pt x="3841586" y="25899"/>
                  <a:pt x="3843049" y="24560"/>
                </a:cubicBezTo>
                <a:cubicBezTo>
                  <a:pt x="3844512" y="23222"/>
                  <a:pt x="3846489" y="22109"/>
                  <a:pt x="3848979" y="21222"/>
                </a:cubicBezTo>
                <a:cubicBezTo>
                  <a:pt x="3851470" y="20335"/>
                  <a:pt x="3854582" y="19891"/>
                  <a:pt x="3858318" y="19891"/>
                </a:cubicBezTo>
                <a:cubicBezTo>
                  <a:pt x="3860154" y="19891"/>
                  <a:pt x="3862193" y="19992"/>
                  <a:pt x="3864435" y="20195"/>
                </a:cubicBezTo>
                <a:cubicBezTo>
                  <a:pt x="3866676" y="20397"/>
                  <a:pt x="3869010" y="20747"/>
                  <a:pt x="3871439" y="21245"/>
                </a:cubicBezTo>
                <a:lnTo>
                  <a:pt x="3871439" y="28483"/>
                </a:lnTo>
                <a:cubicBezTo>
                  <a:pt x="3868886" y="27860"/>
                  <a:pt x="3866466" y="27401"/>
                  <a:pt x="3864178" y="27105"/>
                </a:cubicBezTo>
                <a:cubicBezTo>
                  <a:pt x="3861890" y="26810"/>
                  <a:pt x="3859905" y="26662"/>
                  <a:pt x="3858224" y="26662"/>
                </a:cubicBezTo>
                <a:cubicBezTo>
                  <a:pt x="3856201" y="26662"/>
                  <a:pt x="3854497" y="26817"/>
                  <a:pt x="3853112" y="27129"/>
                </a:cubicBezTo>
                <a:cubicBezTo>
                  <a:pt x="3851726" y="27440"/>
                  <a:pt x="3850606" y="27868"/>
                  <a:pt x="3849750" y="28413"/>
                </a:cubicBezTo>
                <a:cubicBezTo>
                  <a:pt x="3848894" y="28957"/>
                  <a:pt x="3848279" y="29596"/>
                  <a:pt x="3847905" y="30327"/>
                </a:cubicBezTo>
                <a:cubicBezTo>
                  <a:pt x="3847532" y="31059"/>
                  <a:pt x="3847345" y="31845"/>
                  <a:pt x="3847345" y="32685"/>
                </a:cubicBezTo>
                <a:cubicBezTo>
                  <a:pt x="3847345" y="33525"/>
                  <a:pt x="3847508" y="34288"/>
                  <a:pt x="3847835" y="34973"/>
                </a:cubicBezTo>
                <a:cubicBezTo>
                  <a:pt x="3848162" y="35658"/>
                  <a:pt x="3848769" y="36319"/>
                  <a:pt x="3849656" y="36957"/>
                </a:cubicBezTo>
                <a:cubicBezTo>
                  <a:pt x="3850543" y="37596"/>
                  <a:pt x="3851781" y="38234"/>
                  <a:pt x="3853368" y="38872"/>
                </a:cubicBezTo>
                <a:cubicBezTo>
                  <a:pt x="3854956" y="39510"/>
                  <a:pt x="3857026" y="40203"/>
                  <a:pt x="3859579" y="40950"/>
                </a:cubicBezTo>
                <a:cubicBezTo>
                  <a:pt x="3862349" y="41759"/>
                  <a:pt x="3864684" y="42607"/>
                  <a:pt x="3866582" y="43494"/>
                </a:cubicBezTo>
                <a:cubicBezTo>
                  <a:pt x="3868481" y="44382"/>
                  <a:pt x="3870022" y="45370"/>
                  <a:pt x="3871205" y="46459"/>
                </a:cubicBezTo>
                <a:cubicBezTo>
                  <a:pt x="3872388" y="47549"/>
                  <a:pt x="3873236" y="48779"/>
                  <a:pt x="3873750" y="50148"/>
                </a:cubicBezTo>
                <a:cubicBezTo>
                  <a:pt x="3874263" y="51518"/>
                  <a:pt x="3874520" y="53074"/>
                  <a:pt x="3874520" y="54817"/>
                </a:cubicBezTo>
                <a:close/>
                <a:moveTo>
                  <a:pt x="3925678" y="65884"/>
                </a:moveTo>
                <a:cubicBezTo>
                  <a:pt x="3923562" y="66693"/>
                  <a:pt x="3921390" y="67292"/>
                  <a:pt x="3919165" y="67681"/>
                </a:cubicBezTo>
                <a:cubicBezTo>
                  <a:pt x="3916939" y="68070"/>
                  <a:pt x="3914643" y="68265"/>
                  <a:pt x="3912277" y="68265"/>
                </a:cubicBezTo>
                <a:cubicBezTo>
                  <a:pt x="3904869" y="68265"/>
                  <a:pt x="3899165" y="66257"/>
                  <a:pt x="3895165" y="62242"/>
                </a:cubicBezTo>
                <a:cubicBezTo>
                  <a:pt x="3891165" y="58226"/>
                  <a:pt x="3889164" y="52358"/>
                  <a:pt x="3889164" y="44638"/>
                </a:cubicBezTo>
                <a:cubicBezTo>
                  <a:pt x="3889164" y="40934"/>
                  <a:pt x="3889740" y="37572"/>
                  <a:pt x="3890892" y="34553"/>
                </a:cubicBezTo>
                <a:cubicBezTo>
                  <a:pt x="3892044" y="31533"/>
                  <a:pt x="3893663" y="28950"/>
                  <a:pt x="3895748" y="26802"/>
                </a:cubicBezTo>
                <a:cubicBezTo>
                  <a:pt x="3897834" y="24654"/>
                  <a:pt x="3900324" y="22996"/>
                  <a:pt x="3903219" y="21829"/>
                </a:cubicBezTo>
                <a:cubicBezTo>
                  <a:pt x="3906114" y="20662"/>
                  <a:pt x="3909305" y="20078"/>
                  <a:pt x="3912791" y="20078"/>
                </a:cubicBezTo>
                <a:cubicBezTo>
                  <a:pt x="3915219" y="20078"/>
                  <a:pt x="3917492" y="20253"/>
                  <a:pt x="3919608" y="20603"/>
                </a:cubicBezTo>
                <a:cubicBezTo>
                  <a:pt x="3921725" y="20952"/>
                  <a:pt x="3923748" y="21524"/>
                  <a:pt x="3925678" y="22319"/>
                </a:cubicBezTo>
                <a:lnTo>
                  <a:pt x="3925678" y="30070"/>
                </a:lnTo>
                <a:cubicBezTo>
                  <a:pt x="3923655" y="28995"/>
                  <a:pt x="3921593" y="28213"/>
                  <a:pt x="3919492" y="27724"/>
                </a:cubicBezTo>
                <a:cubicBezTo>
                  <a:pt x="3917390" y="27234"/>
                  <a:pt x="3915219" y="26988"/>
                  <a:pt x="3912978" y="26988"/>
                </a:cubicBezTo>
                <a:cubicBezTo>
                  <a:pt x="3910892" y="26988"/>
                  <a:pt x="3908923" y="27385"/>
                  <a:pt x="3907071" y="28179"/>
                </a:cubicBezTo>
                <a:cubicBezTo>
                  <a:pt x="3905219" y="28973"/>
                  <a:pt x="3903593" y="30117"/>
                  <a:pt x="3902192" y="31611"/>
                </a:cubicBezTo>
                <a:cubicBezTo>
                  <a:pt x="3900791" y="33105"/>
                  <a:pt x="3899686" y="34926"/>
                  <a:pt x="3898877" y="37074"/>
                </a:cubicBezTo>
                <a:cubicBezTo>
                  <a:pt x="3898067" y="39222"/>
                  <a:pt x="3897663" y="41650"/>
                  <a:pt x="3897663" y="44358"/>
                </a:cubicBezTo>
                <a:cubicBezTo>
                  <a:pt x="3897663" y="50024"/>
                  <a:pt x="3899040" y="54265"/>
                  <a:pt x="3901795" y="57082"/>
                </a:cubicBezTo>
                <a:cubicBezTo>
                  <a:pt x="3904550" y="59899"/>
                  <a:pt x="3908371" y="61308"/>
                  <a:pt x="3913258" y="61308"/>
                </a:cubicBezTo>
                <a:cubicBezTo>
                  <a:pt x="3915468" y="61308"/>
                  <a:pt x="3917608" y="61059"/>
                  <a:pt x="3919678" y="60561"/>
                </a:cubicBezTo>
                <a:cubicBezTo>
                  <a:pt x="3921748" y="60063"/>
                  <a:pt x="3923748" y="59316"/>
                  <a:pt x="3925678" y="58319"/>
                </a:cubicBezTo>
                <a:lnTo>
                  <a:pt x="3925678" y="65884"/>
                </a:lnTo>
                <a:close/>
                <a:moveTo>
                  <a:pt x="3971233" y="67611"/>
                </a:moveTo>
                <a:lnTo>
                  <a:pt x="3971047" y="61295"/>
                </a:lnTo>
                <a:cubicBezTo>
                  <a:pt x="3968494" y="63821"/>
                  <a:pt x="3965903" y="65645"/>
                  <a:pt x="3963272" y="66768"/>
                </a:cubicBezTo>
                <a:cubicBezTo>
                  <a:pt x="3960642" y="67890"/>
                  <a:pt x="3957879" y="68452"/>
                  <a:pt x="3954984" y="68452"/>
                </a:cubicBezTo>
                <a:cubicBezTo>
                  <a:pt x="3952307" y="68452"/>
                  <a:pt x="3950019" y="68109"/>
                  <a:pt x="3948120" y="67423"/>
                </a:cubicBezTo>
                <a:cubicBezTo>
                  <a:pt x="3946221" y="66737"/>
                  <a:pt x="3944657" y="65794"/>
                  <a:pt x="3943428" y="64594"/>
                </a:cubicBezTo>
                <a:cubicBezTo>
                  <a:pt x="3942198" y="63393"/>
                  <a:pt x="3941295" y="61982"/>
                  <a:pt x="3940719" y="60361"/>
                </a:cubicBezTo>
                <a:cubicBezTo>
                  <a:pt x="3940144" y="58739"/>
                  <a:pt x="3939856" y="56977"/>
                  <a:pt x="3939856" y="55076"/>
                </a:cubicBezTo>
                <a:cubicBezTo>
                  <a:pt x="3939856" y="50368"/>
                  <a:pt x="3941607" y="46681"/>
                  <a:pt x="3945109" y="44015"/>
                </a:cubicBezTo>
                <a:cubicBezTo>
                  <a:pt x="3948611" y="41349"/>
                  <a:pt x="3953786" y="40016"/>
                  <a:pt x="3960634" y="40016"/>
                </a:cubicBezTo>
                <a:lnTo>
                  <a:pt x="3970346" y="40016"/>
                </a:lnTo>
                <a:lnTo>
                  <a:pt x="3970346" y="35921"/>
                </a:lnTo>
                <a:cubicBezTo>
                  <a:pt x="3970346" y="33161"/>
                  <a:pt x="3969459" y="30951"/>
                  <a:pt x="3967685" y="29291"/>
                </a:cubicBezTo>
                <a:cubicBezTo>
                  <a:pt x="3965910" y="27631"/>
                  <a:pt x="3963202" y="26802"/>
                  <a:pt x="3959560" y="26802"/>
                </a:cubicBezTo>
                <a:cubicBezTo>
                  <a:pt x="3956914" y="26802"/>
                  <a:pt x="3954307" y="27102"/>
                  <a:pt x="3951739" y="27702"/>
                </a:cubicBezTo>
                <a:cubicBezTo>
                  <a:pt x="3949171" y="28301"/>
                  <a:pt x="3946517" y="29153"/>
                  <a:pt x="3943778" y="30257"/>
                </a:cubicBezTo>
                <a:lnTo>
                  <a:pt x="3943778" y="22926"/>
                </a:lnTo>
                <a:cubicBezTo>
                  <a:pt x="3944805" y="22547"/>
                  <a:pt x="3945949" y="22175"/>
                  <a:pt x="3947210" y="21811"/>
                </a:cubicBezTo>
                <a:cubicBezTo>
                  <a:pt x="3948470" y="21448"/>
                  <a:pt x="3949801" y="21124"/>
                  <a:pt x="3951202" y="20840"/>
                </a:cubicBezTo>
                <a:cubicBezTo>
                  <a:pt x="3952603" y="20555"/>
                  <a:pt x="3954066" y="20326"/>
                  <a:pt x="3955591" y="20152"/>
                </a:cubicBezTo>
                <a:cubicBezTo>
                  <a:pt x="3957116" y="19978"/>
                  <a:pt x="3958657" y="19891"/>
                  <a:pt x="3960214" y="19891"/>
                </a:cubicBezTo>
                <a:cubicBezTo>
                  <a:pt x="3963046" y="19891"/>
                  <a:pt x="3965599" y="20202"/>
                  <a:pt x="3967871" y="20825"/>
                </a:cubicBezTo>
                <a:cubicBezTo>
                  <a:pt x="3970144" y="21448"/>
                  <a:pt x="3972066" y="22397"/>
                  <a:pt x="3973638" y="23673"/>
                </a:cubicBezTo>
                <a:cubicBezTo>
                  <a:pt x="3975210" y="24950"/>
                  <a:pt x="3976416" y="26553"/>
                  <a:pt x="3977257" y="28483"/>
                </a:cubicBezTo>
                <a:cubicBezTo>
                  <a:pt x="3978097" y="30413"/>
                  <a:pt x="3978517" y="32685"/>
                  <a:pt x="3978517" y="35300"/>
                </a:cubicBezTo>
                <a:lnTo>
                  <a:pt x="3978517" y="67611"/>
                </a:lnTo>
                <a:lnTo>
                  <a:pt x="3971233" y="67611"/>
                </a:lnTo>
                <a:moveTo>
                  <a:pt x="3970346" y="46226"/>
                </a:moveTo>
                <a:lnTo>
                  <a:pt x="3960027" y="46226"/>
                </a:lnTo>
                <a:cubicBezTo>
                  <a:pt x="3958004" y="46226"/>
                  <a:pt x="3956260" y="46429"/>
                  <a:pt x="3954797" y="46836"/>
                </a:cubicBezTo>
                <a:cubicBezTo>
                  <a:pt x="3953334" y="47242"/>
                  <a:pt x="3952136" y="47819"/>
                  <a:pt x="3951202" y="48568"/>
                </a:cubicBezTo>
                <a:cubicBezTo>
                  <a:pt x="3950268" y="49317"/>
                  <a:pt x="3949576" y="50215"/>
                  <a:pt x="3949124" y="51261"/>
                </a:cubicBezTo>
                <a:cubicBezTo>
                  <a:pt x="3948673" y="52307"/>
                  <a:pt x="3948447" y="53486"/>
                  <a:pt x="3948447" y="54797"/>
                </a:cubicBezTo>
                <a:cubicBezTo>
                  <a:pt x="3948447" y="55703"/>
                  <a:pt x="3948587" y="56569"/>
                  <a:pt x="3948867" y="57397"/>
                </a:cubicBezTo>
                <a:cubicBezTo>
                  <a:pt x="3949148" y="58224"/>
                  <a:pt x="3949599" y="58958"/>
                  <a:pt x="3950221" y="59598"/>
                </a:cubicBezTo>
                <a:cubicBezTo>
                  <a:pt x="3950844" y="60238"/>
                  <a:pt x="3951653" y="60745"/>
                  <a:pt x="3952650" y="61120"/>
                </a:cubicBezTo>
                <a:cubicBezTo>
                  <a:pt x="3953646" y="61494"/>
                  <a:pt x="3954860" y="61681"/>
                  <a:pt x="3956292" y="61681"/>
                </a:cubicBezTo>
                <a:cubicBezTo>
                  <a:pt x="3958159" y="61681"/>
                  <a:pt x="3960299" y="61112"/>
                  <a:pt x="3962712" y="59973"/>
                </a:cubicBezTo>
                <a:cubicBezTo>
                  <a:pt x="3965124" y="58833"/>
                  <a:pt x="3967669" y="57029"/>
                  <a:pt x="3970346" y="54562"/>
                </a:cubicBezTo>
                <a:lnTo>
                  <a:pt x="3970346" y="46226"/>
                </a:lnTo>
                <a:close/>
                <a:moveTo>
                  <a:pt x="3990594" y="45152"/>
                </a:moveTo>
                <a:cubicBezTo>
                  <a:pt x="3990594" y="41168"/>
                  <a:pt x="3991139" y="37627"/>
                  <a:pt x="3992228" y="34529"/>
                </a:cubicBezTo>
                <a:cubicBezTo>
                  <a:pt x="3993318" y="31432"/>
                  <a:pt x="3994866" y="28817"/>
                  <a:pt x="3996874" y="26685"/>
                </a:cubicBezTo>
                <a:cubicBezTo>
                  <a:pt x="3998882" y="24553"/>
                  <a:pt x="4001295" y="22934"/>
                  <a:pt x="4004112" y="21829"/>
                </a:cubicBezTo>
                <a:cubicBezTo>
                  <a:pt x="4006929" y="20724"/>
                  <a:pt x="4010065" y="20171"/>
                  <a:pt x="4013520" y="20171"/>
                </a:cubicBezTo>
                <a:cubicBezTo>
                  <a:pt x="4015014" y="20171"/>
                  <a:pt x="4016485" y="20265"/>
                  <a:pt x="4017933" y="20451"/>
                </a:cubicBezTo>
                <a:cubicBezTo>
                  <a:pt x="4019380" y="20638"/>
                  <a:pt x="4020804" y="20934"/>
                  <a:pt x="4022205" y="21339"/>
                </a:cubicBezTo>
                <a:lnTo>
                  <a:pt x="4022205" y="1588"/>
                </a:lnTo>
                <a:lnTo>
                  <a:pt x="4030376" y="1588"/>
                </a:lnTo>
                <a:lnTo>
                  <a:pt x="4030376" y="67611"/>
                </a:lnTo>
                <a:lnTo>
                  <a:pt x="4023092" y="67611"/>
                </a:lnTo>
                <a:lnTo>
                  <a:pt x="4022812" y="58740"/>
                </a:lnTo>
                <a:cubicBezTo>
                  <a:pt x="4020540" y="62039"/>
                  <a:pt x="4018081" y="64483"/>
                  <a:pt x="4015435" y="66070"/>
                </a:cubicBezTo>
                <a:cubicBezTo>
                  <a:pt x="4012789" y="67658"/>
                  <a:pt x="4009925" y="68452"/>
                  <a:pt x="4006843" y="68452"/>
                </a:cubicBezTo>
                <a:cubicBezTo>
                  <a:pt x="4004166" y="68452"/>
                  <a:pt x="4001808" y="67891"/>
                  <a:pt x="3999769" y="66771"/>
                </a:cubicBezTo>
                <a:cubicBezTo>
                  <a:pt x="3997730" y="65650"/>
                  <a:pt x="3996034" y="64070"/>
                  <a:pt x="3994680" y="62032"/>
                </a:cubicBezTo>
                <a:cubicBezTo>
                  <a:pt x="3993326" y="59993"/>
                  <a:pt x="3992306" y="57541"/>
                  <a:pt x="3991621" y="54677"/>
                </a:cubicBezTo>
                <a:cubicBezTo>
                  <a:pt x="3990936" y="51814"/>
                  <a:pt x="3990594" y="48638"/>
                  <a:pt x="3990594" y="45152"/>
                </a:cubicBezTo>
                <a:moveTo>
                  <a:pt x="3998905" y="44638"/>
                </a:moveTo>
                <a:cubicBezTo>
                  <a:pt x="3998905" y="50304"/>
                  <a:pt x="3999738" y="54530"/>
                  <a:pt x="4001403" y="57316"/>
                </a:cubicBezTo>
                <a:cubicBezTo>
                  <a:pt x="4003069" y="60102"/>
                  <a:pt x="4005427" y="61495"/>
                  <a:pt x="4008477" y="61495"/>
                </a:cubicBezTo>
                <a:cubicBezTo>
                  <a:pt x="4010532" y="61495"/>
                  <a:pt x="4012703" y="60576"/>
                  <a:pt x="4014991" y="58740"/>
                </a:cubicBezTo>
                <a:cubicBezTo>
                  <a:pt x="4017279" y="56903"/>
                  <a:pt x="4019684" y="54179"/>
                  <a:pt x="4022205" y="50568"/>
                </a:cubicBezTo>
                <a:lnTo>
                  <a:pt x="4022205" y="28810"/>
                </a:lnTo>
                <a:cubicBezTo>
                  <a:pt x="4020867" y="28187"/>
                  <a:pt x="4019388" y="27712"/>
                  <a:pt x="4017769" y="27385"/>
                </a:cubicBezTo>
                <a:cubicBezTo>
                  <a:pt x="4016151" y="27059"/>
                  <a:pt x="4014548" y="26895"/>
                  <a:pt x="4012960" y="26895"/>
                </a:cubicBezTo>
                <a:cubicBezTo>
                  <a:pt x="4008540" y="26895"/>
                  <a:pt x="4005092" y="28327"/>
                  <a:pt x="4002617" y="31191"/>
                </a:cubicBezTo>
                <a:cubicBezTo>
                  <a:pt x="4000143" y="34055"/>
                  <a:pt x="3998905" y="38537"/>
                  <a:pt x="3998905" y="44638"/>
                </a:cubicBezTo>
                <a:close/>
                <a:moveTo>
                  <a:pt x="4084429" y="41697"/>
                </a:moveTo>
                <a:cubicBezTo>
                  <a:pt x="4084429" y="42849"/>
                  <a:pt x="4084414" y="43813"/>
                  <a:pt x="4084382" y="44592"/>
                </a:cubicBezTo>
                <a:cubicBezTo>
                  <a:pt x="4084351" y="45370"/>
                  <a:pt x="4084305" y="46101"/>
                  <a:pt x="4084242" y="46786"/>
                </a:cubicBezTo>
                <a:lnTo>
                  <a:pt x="4051324" y="46786"/>
                </a:lnTo>
                <a:cubicBezTo>
                  <a:pt x="4051324" y="51580"/>
                  <a:pt x="4052662" y="55261"/>
                  <a:pt x="4055340" y="57829"/>
                </a:cubicBezTo>
                <a:cubicBezTo>
                  <a:pt x="4058017" y="60397"/>
                  <a:pt x="4061877" y="61681"/>
                  <a:pt x="4066919" y="61681"/>
                </a:cubicBezTo>
                <a:cubicBezTo>
                  <a:pt x="4068289" y="61681"/>
                  <a:pt x="4069659" y="61626"/>
                  <a:pt x="4071028" y="61515"/>
                </a:cubicBezTo>
                <a:cubicBezTo>
                  <a:pt x="4072398" y="61403"/>
                  <a:pt x="4073721" y="61252"/>
                  <a:pt x="4074997" y="61061"/>
                </a:cubicBezTo>
                <a:cubicBezTo>
                  <a:pt x="4076273" y="60870"/>
                  <a:pt x="4077495" y="60655"/>
                  <a:pt x="4078663" y="60416"/>
                </a:cubicBezTo>
                <a:cubicBezTo>
                  <a:pt x="4079830" y="60177"/>
                  <a:pt x="4080912" y="59914"/>
                  <a:pt x="4081908" y="59627"/>
                </a:cubicBezTo>
                <a:lnTo>
                  <a:pt x="4081908" y="66304"/>
                </a:lnTo>
                <a:cubicBezTo>
                  <a:pt x="4079698" y="66940"/>
                  <a:pt x="4077200" y="67457"/>
                  <a:pt x="4074414" y="67855"/>
                </a:cubicBezTo>
                <a:cubicBezTo>
                  <a:pt x="4071628" y="68253"/>
                  <a:pt x="4068740" y="68452"/>
                  <a:pt x="4065752" y="68452"/>
                </a:cubicBezTo>
                <a:cubicBezTo>
                  <a:pt x="4061736" y="68452"/>
                  <a:pt x="4058281" y="67907"/>
                  <a:pt x="4055386" y="66818"/>
                </a:cubicBezTo>
                <a:cubicBezTo>
                  <a:pt x="4052491" y="65728"/>
                  <a:pt x="4050118" y="64148"/>
                  <a:pt x="4048266" y="62078"/>
                </a:cubicBezTo>
                <a:cubicBezTo>
                  <a:pt x="4046413" y="60008"/>
                  <a:pt x="4045044" y="57471"/>
                  <a:pt x="4044157" y="54467"/>
                </a:cubicBezTo>
                <a:cubicBezTo>
                  <a:pt x="4043269" y="51463"/>
                  <a:pt x="4042826" y="48063"/>
                  <a:pt x="4042826" y="44265"/>
                </a:cubicBezTo>
                <a:cubicBezTo>
                  <a:pt x="4042826" y="40965"/>
                  <a:pt x="4043301" y="37845"/>
                  <a:pt x="4044250" y="34903"/>
                </a:cubicBezTo>
                <a:cubicBezTo>
                  <a:pt x="4045199" y="31961"/>
                  <a:pt x="4046585" y="29378"/>
                  <a:pt x="4048406" y="27152"/>
                </a:cubicBezTo>
                <a:cubicBezTo>
                  <a:pt x="4050227" y="24926"/>
                  <a:pt x="4052460" y="23160"/>
                  <a:pt x="4055106" y="21852"/>
                </a:cubicBezTo>
                <a:cubicBezTo>
                  <a:pt x="4057752" y="20545"/>
                  <a:pt x="4060756" y="19891"/>
                  <a:pt x="4064118" y="19891"/>
                </a:cubicBezTo>
                <a:cubicBezTo>
                  <a:pt x="4067386" y="19891"/>
                  <a:pt x="4070281" y="20405"/>
                  <a:pt x="4072803" y="21432"/>
                </a:cubicBezTo>
                <a:cubicBezTo>
                  <a:pt x="4075324" y="22459"/>
                  <a:pt x="4077449" y="23915"/>
                  <a:pt x="4079176" y="25798"/>
                </a:cubicBezTo>
                <a:cubicBezTo>
                  <a:pt x="4080904" y="27681"/>
                  <a:pt x="4082211" y="29969"/>
                  <a:pt x="4083098" y="32662"/>
                </a:cubicBezTo>
                <a:cubicBezTo>
                  <a:pt x="4083986" y="35354"/>
                  <a:pt x="4084429" y="38366"/>
                  <a:pt x="4084429" y="41697"/>
                </a:cubicBezTo>
                <a:moveTo>
                  <a:pt x="4075978" y="40529"/>
                </a:moveTo>
                <a:cubicBezTo>
                  <a:pt x="4076071" y="38444"/>
                  <a:pt x="4075869" y="36537"/>
                  <a:pt x="4075371" y="34810"/>
                </a:cubicBezTo>
                <a:cubicBezTo>
                  <a:pt x="4074873" y="33082"/>
                  <a:pt x="4074102" y="31596"/>
                  <a:pt x="4073059" y="30350"/>
                </a:cubicBezTo>
                <a:cubicBezTo>
                  <a:pt x="4072017" y="29105"/>
                  <a:pt x="4070717" y="28132"/>
                  <a:pt x="4069161" y="27432"/>
                </a:cubicBezTo>
                <a:cubicBezTo>
                  <a:pt x="4067604" y="26732"/>
                  <a:pt x="4065799" y="26381"/>
                  <a:pt x="4063744" y="26381"/>
                </a:cubicBezTo>
                <a:cubicBezTo>
                  <a:pt x="4061970" y="26381"/>
                  <a:pt x="4060351" y="26724"/>
                  <a:pt x="4058888" y="27409"/>
                </a:cubicBezTo>
                <a:cubicBezTo>
                  <a:pt x="4057425" y="28094"/>
                  <a:pt x="4056164" y="29059"/>
                  <a:pt x="4055106" y="30304"/>
                </a:cubicBezTo>
                <a:cubicBezTo>
                  <a:pt x="4054048" y="31549"/>
                  <a:pt x="4053192" y="33043"/>
                  <a:pt x="4052538" y="34786"/>
                </a:cubicBezTo>
                <a:cubicBezTo>
                  <a:pt x="4051884" y="36529"/>
                  <a:pt x="4051480" y="38444"/>
                  <a:pt x="4051324" y="40529"/>
                </a:cubicBezTo>
                <a:lnTo>
                  <a:pt x="4075978" y="40529"/>
                </a:lnTo>
                <a:close/>
                <a:moveTo>
                  <a:pt x="4098607" y="20732"/>
                </a:moveTo>
                <a:lnTo>
                  <a:pt x="4106031" y="20732"/>
                </a:lnTo>
                <a:lnTo>
                  <a:pt x="4106264" y="29348"/>
                </a:lnTo>
                <a:cubicBezTo>
                  <a:pt x="4109035" y="26025"/>
                  <a:pt x="4111766" y="23618"/>
                  <a:pt x="4114459" y="22128"/>
                </a:cubicBezTo>
                <a:cubicBezTo>
                  <a:pt x="4117151" y="20637"/>
                  <a:pt x="4119867" y="19891"/>
                  <a:pt x="4122607" y="19891"/>
                </a:cubicBezTo>
                <a:cubicBezTo>
                  <a:pt x="4127463" y="19891"/>
                  <a:pt x="4131144" y="21459"/>
                  <a:pt x="4133650" y="24595"/>
                </a:cubicBezTo>
                <a:cubicBezTo>
                  <a:pt x="4136155" y="27732"/>
                  <a:pt x="4137315" y="32389"/>
                  <a:pt x="4137128" y="38568"/>
                </a:cubicBezTo>
                <a:lnTo>
                  <a:pt x="4128910" y="38568"/>
                </a:lnTo>
                <a:cubicBezTo>
                  <a:pt x="4129004" y="34476"/>
                  <a:pt x="4128404" y="31507"/>
                  <a:pt x="4127113" y="29663"/>
                </a:cubicBezTo>
                <a:cubicBezTo>
                  <a:pt x="4125821" y="27818"/>
                  <a:pt x="4123930" y="26895"/>
                  <a:pt x="4121439" y="26895"/>
                </a:cubicBezTo>
                <a:cubicBezTo>
                  <a:pt x="4120350" y="26895"/>
                  <a:pt x="4119253" y="27089"/>
                  <a:pt x="4118147" y="27477"/>
                </a:cubicBezTo>
                <a:cubicBezTo>
                  <a:pt x="4117042" y="27864"/>
                  <a:pt x="4115906" y="28484"/>
                  <a:pt x="4114739" y="29336"/>
                </a:cubicBezTo>
                <a:cubicBezTo>
                  <a:pt x="4113572" y="30188"/>
                  <a:pt x="4112334" y="31281"/>
                  <a:pt x="4111027" y="32615"/>
                </a:cubicBezTo>
                <a:cubicBezTo>
                  <a:pt x="4109719" y="33948"/>
                  <a:pt x="4108319" y="35560"/>
                  <a:pt x="4106824" y="37451"/>
                </a:cubicBezTo>
                <a:lnTo>
                  <a:pt x="4106824" y="67611"/>
                </a:lnTo>
                <a:lnTo>
                  <a:pt x="4098607" y="67611"/>
                </a:lnTo>
                <a:lnTo>
                  <a:pt x="4098607" y="20732"/>
                </a:lnTo>
                <a:close/>
                <a:moveTo>
                  <a:pt x="4187633" y="51069"/>
                </a:moveTo>
                <a:cubicBezTo>
                  <a:pt x="4187633" y="53966"/>
                  <a:pt x="4187041" y="56505"/>
                  <a:pt x="4185858" y="58686"/>
                </a:cubicBezTo>
                <a:cubicBezTo>
                  <a:pt x="4184675" y="60867"/>
                  <a:pt x="4183025" y="62681"/>
                  <a:pt x="4180909" y="64130"/>
                </a:cubicBezTo>
                <a:cubicBezTo>
                  <a:pt x="4178792" y="65578"/>
                  <a:pt x="4176247" y="66661"/>
                  <a:pt x="4173274" y="67378"/>
                </a:cubicBezTo>
                <a:cubicBezTo>
                  <a:pt x="4170302" y="68094"/>
                  <a:pt x="4167025" y="68452"/>
                  <a:pt x="4163446" y="68452"/>
                </a:cubicBezTo>
                <a:cubicBezTo>
                  <a:pt x="4161827" y="68452"/>
                  <a:pt x="4160216" y="68390"/>
                  <a:pt x="4158613" y="68265"/>
                </a:cubicBezTo>
                <a:cubicBezTo>
                  <a:pt x="4157010" y="68140"/>
                  <a:pt x="4155469" y="67985"/>
                  <a:pt x="4153990" y="67798"/>
                </a:cubicBezTo>
                <a:cubicBezTo>
                  <a:pt x="4152512" y="67611"/>
                  <a:pt x="4151119" y="67393"/>
                  <a:pt x="4149811" y="67144"/>
                </a:cubicBezTo>
                <a:cubicBezTo>
                  <a:pt x="4148504" y="66895"/>
                  <a:pt x="4147321" y="66631"/>
                  <a:pt x="4146263" y="66351"/>
                </a:cubicBezTo>
                <a:lnTo>
                  <a:pt x="4146263" y="58319"/>
                </a:lnTo>
                <a:cubicBezTo>
                  <a:pt x="4148597" y="59191"/>
                  <a:pt x="4151220" y="59876"/>
                  <a:pt x="4154130" y="60374"/>
                </a:cubicBezTo>
                <a:cubicBezTo>
                  <a:pt x="4157041" y="60872"/>
                  <a:pt x="4160348" y="61121"/>
                  <a:pt x="4164053" y="61121"/>
                </a:cubicBezTo>
                <a:cubicBezTo>
                  <a:pt x="4166730" y="61121"/>
                  <a:pt x="4169010" y="60911"/>
                  <a:pt x="4170893" y="60491"/>
                </a:cubicBezTo>
                <a:cubicBezTo>
                  <a:pt x="4172776" y="60069"/>
                  <a:pt x="4174317" y="59446"/>
                  <a:pt x="4175516" y="58620"/>
                </a:cubicBezTo>
                <a:cubicBezTo>
                  <a:pt x="4176714" y="57793"/>
                  <a:pt x="4177586" y="56788"/>
                  <a:pt x="4178131" y="55604"/>
                </a:cubicBezTo>
                <a:cubicBezTo>
                  <a:pt x="4178675" y="54419"/>
                  <a:pt x="4178948" y="53063"/>
                  <a:pt x="4178948" y="51536"/>
                </a:cubicBezTo>
                <a:cubicBezTo>
                  <a:pt x="4178948" y="49885"/>
                  <a:pt x="4178488" y="48475"/>
                  <a:pt x="4177570" y="47307"/>
                </a:cubicBezTo>
                <a:cubicBezTo>
                  <a:pt x="4176652" y="46139"/>
                  <a:pt x="4175446" y="45096"/>
                  <a:pt x="4173952" y="44177"/>
                </a:cubicBezTo>
                <a:cubicBezTo>
                  <a:pt x="4172457" y="43258"/>
                  <a:pt x="4170753" y="42417"/>
                  <a:pt x="4168839" y="41653"/>
                </a:cubicBezTo>
                <a:cubicBezTo>
                  <a:pt x="4166924" y="40889"/>
                  <a:pt x="4164971" y="40103"/>
                  <a:pt x="4162979" y="39294"/>
                </a:cubicBezTo>
                <a:cubicBezTo>
                  <a:pt x="4160986" y="38483"/>
                  <a:pt x="4159033" y="37603"/>
                  <a:pt x="4157119" y="36654"/>
                </a:cubicBezTo>
                <a:cubicBezTo>
                  <a:pt x="4155204" y="35704"/>
                  <a:pt x="4153500" y="34582"/>
                  <a:pt x="4152006" y="33289"/>
                </a:cubicBezTo>
                <a:cubicBezTo>
                  <a:pt x="4150512" y="31996"/>
                  <a:pt x="4149305" y="30478"/>
                  <a:pt x="4148387" y="28734"/>
                </a:cubicBezTo>
                <a:cubicBezTo>
                  <a:pt x="4147469" y="26988"/>
                  <a:pt x="4147010" y="24916"/>
                  <a:pt x="4147010" y="22518"/>
                </a:cubicBezTo>
                <a:cubicBezTo>
                  <a:pt x="4147010" y="20431"/>
                  <a:pt x="4147446" y="18376"/>
                  <a:pt x="4148317" y="16351"/>
                </a:cubicBezTo>
                <a:cubicBezTo>
                  <a:pt x="4149189" y="14326"/>
                  <a:pt x="4150543" y="12527"/>
                  <a:pt x="4152379" y="10954"/>
                </a:cubicBezTo>
                <a:cubicBezTo>
                  <a:pt x="4154216" y="9380"/>
                  <a:pt x="4156574" y="8110"/>
                  <a:pt x="4159453" y="7145"/>
                </a:cubicBezTo>
                <a:cubicBezTo>
                  <a:pt x="4162333" y="6180"/>
                  <a:pt x="4165765" y="5697"/>
                  <a:pt x="4169749" y="5697"/>
                </a:cubicBezTo>
                <a:cubicBezTo>
                  <a:pt x="4170776" y="5697"/>
                  <a:pt x="4171889" y="5743"/>
                  <a:pt x="4173088" y="5837"/>
                </a:cubicBezTo>
                <a:cubicBezTo>
                  <a:pt x="4174286" y="5930"/>
                  <a:pt x="4175500" y="6062"/>
                  <a:pt x="4176730" y="6234"/>
                </a:cubicBezTo>
                <a:cubicBezTo>
                  <a:pt x="4177959" y="6405"/>
                  <a:pt x="4179173" y="6599"/>
                  <a:pt x="4180372" y="6817"/>
                </a:cubicBezTo>
                <a:cubicBezTo>
                  <a:pt x="4181570" y="7035"/>
                  <a:pt x="4182683" y="7269"/>
                  <a:pt x="4183710" y="7518"/>
                </a:cubicBezTo>
                <a:lnTo>
                  <a:pt x="4183710" y="14988"/>
                </a:lnTo>
                <a:cubicBezTo>
                  <a:pt x="4181313" y="14304"/>
                  <a:pt x="4178917" y="13782"/>
                  <a:pt x="4176520" y="13424"/>
                </a:cubicBezTo>
                <a:cubicBezTo>
                  <a:pt x="4174123" y="13066"/>
                  <a:pt x="4171804" y="12887"/>
                  <a:pt x="4169562" y="12887"/>
                </a:cubicBezTo>
                <a:cubicBezTo>
                  <a:pt x="4164800" y="12887"/>
                  <a:pt x="4161298" y="13682"/>
                  <a:pt x="4159056" y="15271"/>
                </a:cubicBezTo>
                <a:cubicBezTo>
                  <a:pt x="4156815" y="16861"/>
                  <a:pt x="4155695" y="18996"/>
                  <a:pt x="4155695" y="21677"/>
                </a:cubicBezTo>
                <a:cubicBezTo>
                  <a:pt x="4155695" y="23328"/>
                  <a:pt x="4156154" y="24745"/>
                  <a:pt x="4157072" y="25929"/>
                </a:cubicBezTo>
                <a:cubicBezTo>
                  <a:pt x="4157990" y="27113"/>
                  <a:pt x="4159197" y="28172"/>
                  <a:pt x="4160691" y="29107"/>
                </a:cubicBezTo>
                <a:cubicBezTo>
                  <a:pt x="4162185" y="30042"/>
                  <a:pt x="4163889" y="30891"/>
                  <a:pt x="4165804" y="31655"/>
                </a:cubicBezTo>
                <a:cubicBezTo>
                  <a:pt x="4167718" y="32418"/>
                  <a:pt x="4169671" y="33204"/>
                  <a:pt x="4171664" y="34014"/>
                </a:cubicBezTo>
                <a:cubicBezTo>
                  <a:pt x="4173656" y="34824"/>
                  <a:pt x="4175609" y="35711"/>
                  <a:pt x="4177524" y="36677"/>
                </a:cubicBezTo>
                <a:cubicBezTo>
                  <a:pt x="4179438" y="37642"/>
                  <a:pt x="4181142" y="38787"/>
                  <a:pt x="4182636" y="40111"/>
                </a:cubicBezTo>
                <a:cubicBezTo>
                  <a:pt x="4184131" y="41435"/>
                  <a:pt x="4185337" y="42985"/>
                  <a:pt x="4186255" y="44761"/>
                </a:cubicBezTo>
                <a:cubicBezTo>
                  <a:pt x="4187173" y="46536"/>
                  <a:pt x="4187633" y="48639"/>
                  <a:pt x="4187633" y="51069"/>
                </a:cubicBezTo>
                <a:close/>
                <a:moveTo>
                  <a:pt x="4240005" y="41697"/>
                </a:moveTo>
                <a:cubicBezTo>
                  <a:pt x="4240005" y="42849"/>
                  <a:pt x="4239989" y="43813"/>
                  <a:pt x="4239958" y="44592"/>
                </a:cubicBezTo>
                <a:cubicBezTo>
                  <a:pt x="4239927" y="45370"/>
                  <a:pt x="4239880" y="46101"/>
                  <a:pt x="4239818" y="46786"/>
                </a:cubicBezTo>
                <a:lnTo>
                  <a:pt x="4206899" y="46786"/>
                </a:lnTo>
                <a:cubicBezTo>
                  <a:pt x="4206899" y="51580"/>
                  <a:pt x="4208238" y="55261"/>
                  <a:pt x="4210915" y="57829"/>
                </a:cubicBezTo>
                <a:cubicBezTo>
                  <a:pt x="4213592" y="60397"/>
                  <a:pt x="4217452" y="61681"/>
                  <a:pt x="4222495" y="61681"/>
                </a:cubicBezTo>
                <a:cubicBezTo>
                  <a:pt x="4223864" y="61681"/>
                  <a:pt x="4225234" y="61626"/>
                  <a:pt x="4226604" y="61515"/>
                </a:cubicBezTo>
                <a:cubicBezTo>
                  <a:pt x="4227973" y="61403"/>
                  <a:pt x="4229296" y="61252"/>
                  <a:pt x="4230573" y="61061"/>
                </a:cubicBezTo>
                <a:cubicBezTo>
                  <a:pt x="4231849" y="60870"/>
                  <a:pt x="4233071" y="60655"/>
                  <a:pt x="4234238" y="60416"/>
                </a:cubicBezTo>
                <a:cubicBezTo>
                  <a:pt x="4235405" y="60177"/>
                  <a:pt x="4236487" y="59914"/>
                  <a:pt x="4237483" y="59627"/>
                </a:cubicBezTo>
                <a:lnTo>
                  <a:pt x="4237483" y="66304"/>
                </a:lnTo>
                <a:cubicBezTo>
                  <a:pt x="4235273" y="66940"/>
                  <a:pt x="4232775" y="67457"/>
                  <a:pt x="4229989" y="67855"/>
                </a:cubicBezTo>
                <a:cubicBezTo>
                  <a:pt x="4227203" y="68253"/>
                  <a:pt x="4224316" y="68452"/>
                  <a:pt x="4221327" y="68452"/>
                </a:cubicBezTo>
                <a:cubicBezTo>
                  <a:pt x="4217312" y="68452"/>
                  <a:pt x="4213857" y="67907"/>
                  <a:pt x="4210962" y="66818"/>
                </a:cubicBezTo>
                <a:cubicBezTo>
                  <a:pt x="4208067" y="65728"/>
                  <a:pt x="4205693" y="64148"/>
                  <a:pt x="4203841" y="62078"/>
                </a:cubicBezTo>
                <a:cubicBezTo>
                  <a:pt x="4201989" y="60008"/>
                  <a:pt x="4200619" y="57471"/>
                  <a:pt x="4199732" y="54467"/>
                </a:cubicBezTo>
                <a:cubicBezTo>
                  <a:pt x="4198845" y="51463"/>
                  <a:pt x="4198401" y="48063"/>
                  <a:pt x="4198401" y="44265"/>
                </a:cubicBezTo>
                <a:cubicBezTo>
                  <a:pt x="4198401" y="40965"/>
                  <a:pt x="4198876" y="37845"/>
                  <a:pt x="4199825" y="34903"/>
                </a:cubicBezTo>
                <a:cubicBezTo>
                  <a:pt x="4200775" y="31961"/>
                  <a:pt x="4202160" y="29378"/>
                  <a:pt x="4203981" y="27152"/>
                </a:cubicBezTo>
                <a:cubicBezTo>
                  <a:pt x="4205802" y="24926"/>
                  <a:pt x="4208036" y="23160"/>
                  <a:pt x="4210681" y="21852"/>
                </a:cubicBezTo>
                <a:cubicBezTo>
                  <a:pt x="4213327" y="20545"/>
                  <a:pt x="4216331" y="19891"/>
                  <a:pt x="4219693" y="19891"/>
                </a:cubicBezTo>
                <a:cubicBezTo>
                  <a:pt x="4222962" y="19891"/>
                  <a:pt x="4225857" y="20405"/>
                  <a:pt x="4228378" y="21432"/>
                </a:cubicBezTo>
                <a:cubicBezTo>
                  <a:pt x="4230900" y="22459"/>
                  <a:pt x="4233024" y="23915"/>
                  <a:pt x="4234752" y="25798"/>
                </a:cubicBezTo>
                <a:cubicBezTo>
                  <a:pt x="4236479" y="27681"/>
                  <a:pt x="4237787" y="29969"/>
                  <a:pt x="4238674" y="32662"/>
                </a:cubicBezTo>
                <a:cubicBezTo>
                  <a:pt x="4239561" y="35354"/>
                  <a:pt x="4240005" y="38366"/>
                  <a:pt x="4240005" y="41697"/>
                </a:cubicBezTo>
                <a:moveTo>
                  <a:pt x="4231553" y="40529"/>
                </a:moveTo>
                <a:cubicBezTo>
                  <a:pt x="4231647" y="38444"/>
                  <a:pt x="4231444" y="36537"/>
                  <a:pt x="4230946" y="34810"/>
                </a:cubicBezTo>
                <a:cubicBezTo>
                  <a:pt x="4230448" y="33082"/>
                  <a:pt x="4229678" y="31596"/>
                  <a:pt x="4228635" y="30350"/>
                </a:cubicBezTo>
                <a:cubicBezTo>
                  <a:pt x="4227592" y="29105"/>
                  <a:pt x="4226292" y="28132"/>
                  <a:pt x="4224736" y="27432"/>
                </a:cubicBezTo>
                <a:cubicBezTo>
                  <a:pt x="4223180" y="26732"/>
                  <a:pt x="4221374" y="26381"/>
                  <a:pt x="4219320" y="26381"/>
                </a:cubicBezTo>
                <a:cubicBezTo>
                  <a:pt x="4217545" y="26381"/>
                  <a:pt x="4215927" y="26724"/>
                  <a:pt x="4214464" y="27409"/>
                </a:cubicBezTo>
                <a:cubicBezTo>
                  <a:pt x="4213001" y="28094"/>
                  <a:pt x="4211740" y="29059"/>
                  <a:pt x="4210681" y="30304"/>
                </a:cubicBezTo>
                <a:cubicBezTo>
                  <a:pt x="4209623" y="31549"/>
                  <a:pt x="4208767" y="33043"/>
                  <a:pt x="4208113" y="34786"/>
                </a:cubicBezTo>
                <a:cubicBezTo>
                  <a:pt x="4207460" y="36529"/>
                  <a:pt x="4207055" y="38444"/>
                  <a:pt x="4206899" y="40529"/>
                </a:cubicBezTo>
                <a:lnTo>
                  <a:pt x="4231553" y="40529"/>
                </a:lnTo>
                <a:close/>
                <a:moveTo>
                  <a:pt x="4268237" y="8265"/>
                </a:moveTo>
                <a:lnTo>
                  <a:pt x="4254369" y="8265"/>
                </a:lnTo>
                <a:lnTo>
                  <a:pt x="4254369" y="1588"/>
                </a:lnTo>
                <a:lnTo>
                  <a:pt x="4276454" y="1588"/>
                </a:lnTo>
                <a:lnTo>
                  <a:pt x="4276454" y="60841"/>
                </a:lnTo>
                <a:lnTo>
                  <a:pt x="4290416" y="60841"/>
                </a:lnTo>
                <a:lnTo>
                  <a:pt x="4290416" y="67611"/>
                </a:lnTo>
                <a:lnTo>
                  <a:pt x="4252828" y="67611"/>
                </a:lnTo>
                <a:lnTo>
                  <a:pt x="4252828" y="60841"/>
                </a:lnTo>
                <a:lnTo>
                  <a:pt x="4268237" y="60841"/>
                </a:lnTo>
                <a:lnTo>
                  <a:pt x="4268237" y="8265"/>
                </a:lnTo>
                <a:close/>
                <a:moveTo>
                  <a:pt x="4343722" y="41697"/>
                </a:moveTo>
                <a:cubicBezTo>
                  <a:pt x="4343722" y="42849"/>
                  <a:pt x="4343706" y="43813"/>
                  <a:pt x="4343675" y="44592"/>
                </a:cubicBezTo>
                <a:cubicBezTo>
                  <a:pt x="4343644" y="45370"/>
                  <a:pt x="4343597" y="46101"/>
                  <a:pt x="4343535" y="46786"/>
                </a:cubicBezTo>
                <a:lnTo>
                  <a:pt x="4310616" y="46786"/>
                </a:lnTo>
                <a:cubicBezTo>
                  <a:pt x="4310616" y="51580"/>
                  <a:pt x="4311955" y="55261"/>
                  <a:pt x="4314632" y="57829"/>
                </a:cubicBezTo>
                <a:cubicBezTo>
                  <a:pt x="4317309" y="60397"/>
                  <a:pt x="4321169" y="61681"/>
                  <a:pt x="4326212" y="61681"/>
                </a:cubicBezTo>
                <a:cubicBezTo>
                  <a:pt x="4327581" y="61681"/>
                  <a:pt x="4328951" y="61626"/>
                  <a:pt x="4330321" y="61515"/>
                </a:cubicBezTo>
                <a:cubicBezTo>
                  <a:pt x="4331690" y="61403"/>
                  <a:pt x="4333013" y="61252"/>
                  <a:pt x="4334290" y="61061"/>
                </a:cubicBezTo>
                <a:cubicBezTo>
                  <a:pt x="4335566" y="60870"/>
                  <a:pt x="4336788" y="60655"/>
                  <a:pt x="4337955" y="60416"/>
                </a:cubicBezTo>
                <a:cubicBezTo>
                  <a:pt x="4339122" y="60177"/>
                  <a:pt x="4340204" y="59914"/>
                  <a:pt x="4341200" y="59627"/>
                </a:cubicBezTo>
                <a:lnTo>
                  <a:pt x="4341200" y="66304"/>
                </a:lnTo>
                <a:cubicBezTo>
                  <a:pt x="4338990" y="66940"/>
                  <a:pt x="4336492" y="67457"/>
                  <a:pt x="4333706" y="67855"/>
                </a:cubicBezTo>
                <a:cubicBezTo>
                  <a:pt x="4330920" y="68253"/>
                  <a:pt x="4328033" y="68452"/>
                  <a:pt x="4325044" y="68452"/>
                </a:cubicBezTo>
                <a:cubicBezTo>
                  <a:pt x="4321029" y="68452"/>
                  <a:pt x="4317574" y="67907"/>
                  <a:pt x="4314679" y="66818"/>
                </a:cubicBezTo>
                <a:cubicBezTo>
                  <a:pt x="4311784" y="65728"/>
                  <a:pt x="4309410" y="64148"/>
                  <a:pt x="4307558" y="62078"/>
                </a:cubicBezTo>
                <a:cubicBezTo>
                  <a:pt x="4305706" y="60008"/>
                  <a:pt x="4304336" y="57471"/>
                  <a:pt x="4303449" y="54467"/>
                </a:cubicBezTo>
                <a:cubicBezTo>
                  <a:pt x="4302562" y="51463"/>
                  <a:pt x="4302118" y="48063"/>
                  <a:pt x="4302118" y="44265"/>
                </a:cubicBezTo>
                <a:cubicBezTo>
                  <a:pt x="4302118" y="40965"/>
                  <a:pt x="4302593" y="37845"/>
                  <a:pt x="4303542" y="34903"/>
                </a:cubicBezTo>
                <a:cubicBezTo>
                  <a:pt x="4304492" y="31961"/>
                  <a:pt x="4305877" y="29378"/>
                  <a:pt x="4307698" y="27152"/>
                </a:cubicBezTo>
                <a:cubicBezTo>
                  <a:pt x="4309519" y="24926"/>
                  <a:pt x="4311753" y="23160"/>
                  <a:pt x="4314398" y="21852"/>
                </a:cubicBezTo>
                <a:cubicBezTo>
                  <a:pt x="4317044" y="20545"/>
                  <a:pt x="4320048" y="19891"/>
                  <a:pt x="4323410" y="19891"/>
                </a:cubicBezTo>
                <a:cubicBezTo>
                  <a:pt x="4326679" y="19891"/>
                  <a:pt x="4329574" y="20405"/>
                  <a:pt x="4332095" y="21432"/>
                </a:cubicBezTo>
                <a:cubicBezTo>
                  <a:pt x="4334616" y="22459"/>
                  <a:pt x="4336741" y="23915"/>
                  <a:pt x="4338469" y="25798"/>
                </a:cubicBezTo>
                <a:cubicBezTo>
                  <a:pt x="4340196" y="27681"/>
                  <a:pt x="4341504" y="29969"/>
                  <a:pt x="4342391" y="32662"/>
                </a:cubicBezTo>
                <a:cubicBezTo>
                  <a:pt x="4343278" y="35354"/>
                  <a:pt x="4343722" y="38366"/>
                  <a:pt x="4343722" y="41697"/>
                </a:cubicBezTo>
                <a:moveTo>
                  <a:pt x="4335270" y="40529"/>
                </a:moveTo>
                <a:cubicBezTo>
                  <a:pt x="4335364" y="38444"/>
                  <a:pt x="4335161" y="36537"/>
                  <a:pt x="4334663" y="34810"/>
                </a:cubicBezTo>
                <a:cubicBezTo>
                  <a:pt x="4334165" y="33082"/>
                  <a:pt x="4333395" y="31596"/>
                  <a:pt x="4332352" y="30350"/>
                </a:cubicBezTo>
                <a:cubicBezTo>
                  <a:pt x="4331309" y="29105"/>
                  <a:pt x="4330009" y="28132"/>
                  <a:pt x="4328453" y="27432"/>
                </a:cubicBezTo>
                <a:cubicBezTo>
                  <a:pt x="4326897" y="26732"/>
                  <a:pt x="4325091" y="26381"/>
                  <a:pt x="4323037" y="26381"/>
                </a:cubicBezTo>
                <a:cubicBezTo>
                  <a:pt x="4321262" y="26381"/>
                  <a:pt x="4319644" y="26724"/>
                  <a:pt x="4318181" y="27409"/>
                </a:cubicBezTo>
                <a:cubicBezTo>
                  <a:pt x="4316718" y="28094"/>
                  <a:pt x="4315457" y="29059"/>
                  <a:pt x="4314398" y="30304"/>
                </a:cubicBezTo>
                <a:cubicBezTo>
                  <a:pt x="4313340" y="31549"/>
                  <a:pt x="4312484" y="33043"/>
                  <a:pt x="4311830" y="34786"/>
                </a:cubicBezTo>
                <a:cubicBezTo>
                  <a:pt x="4311177" y="36529"/>
                  <a:pt x="4310772" y="38444"/>
                  <a:pt x="4310616" y="40529"/>
                </a:cubicBezTo>
                <a:lnTo>
                  <a:pt x="4335270" y="40529"/>
                </a:lnTo>
                <a:close/>
                <a:moveTo>
                  <a:pt x="4392405" y="65884"/>
                </a:moveTo>
                <a:cubicBezTo>
                  <a:pt x="4390288" y="66693"/>
                  <a:pt x="4388117" y="67292"/>
                  <a:pt x="4385891" y="67681"/>
                </a:cubicBezTo>
                <a:cubicBezTo>
                  <a:pt x="4383666" y="68070"/>
                  <a:pt x="4381370" y="68265"/>
                  <a:pt x="4379004" y="68265"/>
                </a:cubicBezTo>
                <a:cubicBezTo>
                  <a:pt x="4371595" y="68265"/>
                  <a:pt x="4365891" y="66257"/>
                  <a:pt x="4361891" y="62242"/>
                </a:cubicBezTo>
                <a:cubicBezTo>
                  <a:pt x="4357891" y="58226"/>
                  <a:pt x="4355891" y="52358"/>
                  <a:pt x="4355891" y="44638"/>
                </a:cubicBezTo>
                <a:cubicBezTo>
                  <a:pt x="4355891" y="40934"/>
                  <a:pt x="4356467" y="37572"/>
                  <a:pt x="4357619" y="34553"/>
                </a:cubicBezTo>
                <a:cubicBezTo>
                  <a:pt x="4358771" y="31533"/>
                  <a:pt x="4360389" y="28950"/>
                  <a:pt x="4362475" y="26802"/>
                </a:cubicBezTo>
                <a:cubicBezTo>
                  <a:pt x="4364560" y="24654"/>
                  <a:pt x="4367051" y="22996"/>
                  <a:pt x="4369946" y="21829"/>
                </a:cubicBezTo>
                <a:cubicBezTo>
                  <a:pt x="4372841" y="20662"/>
                  <a:pt x="4376031" y="20078"/>
                  <a:pt x="4379518" y="20078"/>
                </a:cubicBezTo>
                <a:cubicBezTo>
                  <a:pt x="4381946" y="20078"/>
                  <a:pt x="4384218" y="20253"/>
                  <a:pt x="4386335" y="20603"/>
                </a:cubicBezTo>
                <a:cubicBezTo>
                  <a:pt x="4388452" y="20952"/>
                  <a:pt x="4390475" y="21524"/>
                  <a:pt x="4392405" y="22319"/>
                </a:cubicBezTo>
                <a:lnTo>
                  <a:pt x="4392405" y="30070"/>
                </a:lnTo>
                <a:cubicBezTo>
                  <a:pt x="4390382" y="28995"/>
                  <a:pt x="4388319" y="28213"/>
                  <a:pt x="4386218" y="27724"/>
                </a:cubicBezTo>
                <a:cubicBezTo>
                  <a:pt x="4384117" y="27234"/>
                  <a:pt x="4381946" y="26988"/>
                  <a:pt x="4379704" y="26988"/>
                </a:cubicBezTo>
                <a:cubicBezTo>
                  <a:pt x="4377619" y="26988"/>
                  <a:pt x="4375650" y="27385"/>
                  <a:pt x="4373798" y="28179"/>
                </a:cubicBezTo>
                <a:cubicBezTo>
                  <a:pt x="4371946" y="28973"/>
                  <a:pt x="4370319" y="30117"/>
                  <a:pt x="4368918" y="31611"/>
                </a:cubicBezTo>
                <a:cubicBezTo>
                  <a:pt x="4367518" y="33105"/>
                  <a:pt x="4366413" y="34926"/>
                  <a:pt x="4365603" y="37074"/>
                </a:cubicBezTo>
                <a:cubicBezTo>
                  <a:pt x="4364794" y="39222"/>
                  <a:pt x="4364389" y="41650"/>
                  <a:pt x="4364389" y="44358"/>
                </a:cubicBezTo>
                <a:cubicBezTo>
                  <a:pt x="4364389" y="50024"/>
                  <a:pt x="4365767" y="54265"/>
                  <a:pt x="4368522" y="57082"/>
                </a:cubicBezTo>
                <a:cubicBezTo>
                  <a:pt x="4371276" y="59899"/>
                  <a:pt x="4375097" y="61308"/>
                  <a:pt x="4379985" y="61308"/>
                </a:cubicBezTo>
                <a:cubicBezTo>
                  <a:pt x="4382195" y="61308"/>
                  <a:pt x="4384335" y="61059"/>
                  <a:pt x="4386405" y="60561"/>
                </a:cubicBezTo>
                <a:cubicBezTo>
                  <a:pt x="4388475" y="60063"/>
                  <a:pt x="4390475" y="59316"/>
                  <a:pt x="4392405" y="58319"/>
                </a:cubicBezTo>
                <a:lnTo>
                  <a:pt x="4392405" y="65884"/>
                </a:lnTo>
                <a:close/>
                <a:moveTo>
                  <a:pt x="4445617" y="66911"/>
                </a:moveTo>
                <a:cubicBezTo>
                  <a:pt x="4443781" y="67394"/>
                  <a:pt x="4441882" y="67741"/>
                  <a:pt x="4439921" y="67950"/>
                </a:cubicBezTo>
                <a:cubicBezTo>
                  <a:pt x="4437960" y="68160"/>
                  <a:pt x="4435967" y="68265"/>
                  <a:pt x="4433944" y="68265"/>
                </a:cubicBezTo>
                <a:cubicBezTo>
                  <a:pt x="4428061" y="68265"/>
                  <a:pt x="4423672" y="66934"/>
                  <a:pt x="4420777" y="64273"/>
                </a:cubicBezTo>
                <a:cubicBezTo>
                  <a:pt x="4417882" y="61611"/>
                  <a:pt x="4416434" y="57526"/>
                  <a:pt x="4416434" y="52016"/>
                </a:cubicBezTo>
                <a:lnTo>
                  <a:pt x="4416434" y="27549"/>
                </a:lnTo>
                <a:lnTo>
                  <a:pt x="4403313" y="27549"/>
                </a:lnTo>
                <a:lnTo>
                  <a:pt x="4403313" y="20732"/>
                </a:lnTo>
                <a:lnTo>
                  <a:pt x="4416434" y="20732"/>
                </a:lnTo>
                <a:lnTo>
                  <a:pt x="4416434" y="7804"/>
                </a:lnTo>
                <a:lnTo>
                  <a:pt x="4424559" y="5697"/>
                </a:lnTo>
                <a:lnTo>
                  <a:pt x="4424559" y="20732"/>
                </a:lnTo>
                <a:lnTo>
                  <a:pt x="4445617" y="20732"/>
                </a:lnTo>
                <a:lnTo>
                  <a:pt x="4445617" y="27549"/>
                </a:lnTo>
                <a:lnTo>
                  <a:pt x="4424559" y="27549"/>
                </a:lnTo>
                <a:lnTo>
                  <a:pt x="4424559" y="51362"/>
                </a:lnTo>
                <a:cubicBezTo>
                  <a:pt x="4424559" y="54724"/>
                  <a:pt x="4425454" y="57238"/>
                  <a:pt x="4427244" y="58903"/>
                </a:cubicBezTo>
                <a:cubicBezTo>
                  <a:pt x="4429033" y="60568"/>
                  <a:pt x="4431672" y="61401"/>
                  <a:pt x="4435158" y="61401"/>
                </a:cubicBezTo>
                <a:cubicBezTo>
                  <a:pt x="4436652" y="61401"/>
                  <a:pt x="4438286" y="61281"/>
                  <a:pt x="4440061" y="61041"/>
                </a:cubicBezTo>
                <a:cubicBezTo>
                  <a:pt x="4441835" y="60799"/>
                  <a:pt x="4443687" y="60422"/>
                  <a:pt x="4445617" y="59907"/>
                </a:cubicBezTo>
                <a:lnTo>
                  <a:pt x="4445617" y="66911"/>
                </a:lnTo>
                <a:close/>
                <a:moveTo>
                  <a:pt x="4514782" y="0"/>
                </a:moveTo>
                <a:lnTo>
                  <a:pt x="4518237" y="0"/>
                </a:lnTo>
                <a:cubicBezTo>
                  <a:pt x="4524245" y="0"/>
                  <a:pt x="4528712" y="1409"/>
                  <a:pt x="4531638" y="4226"/>
                </a:cubicBezTo>
                <a:cubicBezTo>
                  <a:pt x="4534564" y="7043"/>
                  <a:pt x="4536027" y="11315"/>
                  <a:pt x="4536027" y="17043"/>
                </a:cubicBezTo>
                <a:lnTo>
                  <a:pt x="4536027" y="27829"/>
                </a:lnTo>
                <a:cubicBezTo>
                  <a:pt x="4536027" y="29354"/>
                  <a:pt x="4536198" y="30716"/>
                  <a:pt x="4536541" y="31915"/>
                </a:cubicBezTo>
                <a:cubicBezTo>
                  <a:pt x="4536883" y="33113"/>
                  <a:pt x="4537482" y="34125"/>
                  <a:pt x="4538338" y="34950"/>
                </a:cubicBezTo>
                <a:cubicBezTo>
                  <a:pt x="4539194" y="35775"/>
                  <a:pt x="4540338" y="36405"/>
                  <a:pt x="4541770" y="36841"/>
                </a:cubicBezTo>
                <a:cubicBezTo>
                  <a:pt x="4543202" y="37276"/>
                  <a:pt x="4544992" y="37494"/>
                  <a:pt x="4547140" y="37494"/>
                </a:cubicBezTo>
                <a:lnTo>
                  <a:pt x="4549148" y="37494"/>
                </a:lnTo>
                <a:lnTo>
                  <a:pt x="4549148" y="43985"/>
                </a:lnTo>
                <a:lnTo>
                  <a:pt x="4547140" y="43985"/>
                </a:lnTo>
                <a:cubicBezTo>
                  <a:pt x="4544868" y="43985"/>
                  <a:pt x="4543008" y="44171"/>
                  <a:pt x="4541560" y="44545"/>
                </a:cubicBezTo>
                <a:cubicBezTo>
                  <a:pt x="4540113" y="44919"/>
                  <a:pt x="4538984" y="45487"/>
                  <a:pt x="4538175" y="46249"/>
                </a:cubicBezTo>
                <a:cubicBezTo>
                  <a:pt x="4537366" y="47012"/>
                  <a:pt x="4536805" y="47985"/>
                  <a:pt x="4536494" y="49168"/>
                </a:cubicBezTo>
                <a:cubicBezTo>
                  <a:pt x="4536183" y="50351"/>
                  <a:pt x="4536027" y="51751"/>
                  <a:pt x="4536027" y="53370"/>
                </a:cubicBezTo>
                <a:lnTo>
                  <a:pt x="4536027" y="69712"/>
                </a:lnTo>
                <a:cubicBezTo>
                  <a:pt x="4536027" y="72327"/>
                  <a:pt x="4535716" y="74685"/>
                  <a:pt x="4535093" y="76786"/>
                </a:cubicBezTo>
                <a:cubicBezTo>
                  <a:pt x="4534471" y="78888"/>
                  <a:pt x="4533459" y="80678"/>
                  <a:pt x="4532058" y="82156"/>
                </a:cubicBezTo>
                <a:cubicBezTo>
                  <a:pt x="4530657" y="83635"/>
                  <a:pt x="4528821" y="84771"/>
                  <a:pt x="4526548" y="85565"/>
                </a:cubicBezTo>
                <a:cubicBezTo>
                  <a:pt x="4524276" y="86359"/>
                  <a:pt x="4521506" y="86755"/>
                  <a:pt x="4518237" y="86755"/>
                </a:cubicBezTo>
                <a:lnTo>
                  <a:pt x="4514782" y="86755"/>
                </a:lnTo>
                <a:lnTo>
                  <a:pt x="4514782" y="80218"/>
                </a:lnTo>
                <a:lnTo>
                  <a:pt x="4517583" y="80218"/>
                </a:lnTo>
                <a:cubicBezTo>
                  <a:pt x="4524774" y="80218"/>
                  <a:pt x="4528369" y="76716"/>
                  <a:pt x="4528369" y="69712"/>
                </a:cubicBezTo>
                <a:lnTo>
                  <a:pt x="4528369" y="53557"/>
                </a:lnTo>
                <a:cubicBezTo>
                  <a:pt x="4528369" y="45961"/>
                  <a:pt x="4531653" y="41697"/>
                  <a:pt x="4538222" y="40763"/>
                </a:cubicBezTo>
                <a:cubicBezTo>
                  <a:pt x="4531591" y="40047"/>
                  <a:pt x="4528276" y="35767"/>
                  <a:pt x="4528276" y="27922"/>
                </a:cubicBezTo>
                <a:lnTo>
                  <a:pt x="4528276" y="17230"/>
                </a:lnTo>
                <a:cubicBezTo>
                  <a:pt x="4528276" y="10101"/>
                  <a:pt x="4524712" y="6537"/>
                  <a:pt x="4517583" y="6537"/>
                </a:cubicBezTo>
                <a:lnTo>
                  <a:pt x="4514782" y="6537"/>
                </a:lnTo>
                <a:lnTo>
                  <a:pt x="4514782" y="0"/>
                </a:lnTo>
                <a:close/>
                <a:moveTo>
                  <a:pt x="4656880" y="9152"/>
                </a:moveTo>
                <a:cubicBezTo>
                  <a:pt x="4652616" y="8249"/>
                  <a:pt x="4648942" y="7798"/>
                  <a:pt x="4645861" y="7798"/>
                </a:cubicBezTo>
                <a:cubicBezTo>
                  <a:pt x="4638546" y="7798"/>
                  <a:pt x="4634888" y="11627"/>
                  <a:pt x="4634888" y="19284"/>
                </a:cubicBezTo>
                <a:lnTo>
                  <a:pt x="4634888" y="27502"/>
                </a:lnTo>
                <a:lnTo>
                  <a:pt x="4655433" y="27502"/>
                </a:lnTo>
                <a:lnTo>
                  <a:pt x="4655433" y="34273"/>
                </a:lnTo>
                <a:lnTo>
                  <a:pt x="4634888" y="34273"/>
                </a:lnTo>
                <a:lnTo>
                  <a:pt x="4634888" y="67611"/>
                </a:lnTo>
                <a:lnTo>
                  <a:pt x="4626623" y="67611"/>
                </a:lnTo>
                <a:lnTo>
                  <a:pt x="4626623" y="34273"/>
                </a:lnTo>
                <a:lnTo>
                  <a:pt x="4611541" y="34273"/>
                </a:lnTo>
                <a:lnTo>
                  <a:pt x="4611541" y="27502"/>
                </a:lnTo>
                <a:lnTo>
                  <a:pt x="4626623" y="27502"/>
                </a:lnTo>
                <a:lnTo>
                  <a:pt x="4626623" y="19751"/>
                </a:lnTo>
                <a:cubicBezTo>
                  <a:pt x="4626623" y="7269"/>
                  <a:pt x="4633129" y="1027"/>
                  <a:pt x="4646141" y="1027"/>
                </a:cubicBezTo>
                <a:cubicBezTo>
                  <a:pt x="4649378" y="1027"/>
                  <a:pt x="4652958" y="1401"/>
                  <a:pt x="4656880" y="2148"/>
                </a:cubicBezTo>
                <a:lnTo>
                  <a:pt x="4656880" y="9152"/>
                </a:lnTo>
                <a:moveTo>
                  <a:pt x="4607806" y="20732"/>
                </a:moveTo>
                <a:lnTo>
                  <a:pt x="4607806" y="20732"/>
                </a:lnTo>
                <a:close/>
                <a:moveTo>
                  <a:pt x="4669050" y="20732"/>
                </a:moveTo>
                <a:lnTo>
                  <a:pt x="4676474" y="20732"/>
                </a:lnTo>
                <a:lnTo>
                  <a:pt x="4676707" y="29348"/>
                </a:lnTo>
                <a:cubicBezTo>
                  <a:pt x="4679478" y="26025"/>
                  <a:pt x="4682209" y="23618"/>
                  <a:pt x="4684902" y="22128"/>
                </a:cubicBezTo>
                <a:cubicBezTo>
                  <a:pt x="4687594" y="20637"/>
                  <a:pt x="4690310" y="19891"/>
                  <a:pt x="4693050" y="19891"/>
                </a:cubicBezTo>
                <a:cubicBezTo>
                  <a:pt x="4697906" y="19891"/>
                  <a:pt x="4701587" y="21459"/>
                  <a:pt x="4704093" y="24595"/>
                </a:cubicBezTo>
                <a:cubicBezTo>
                  <a:pt x="4706598" y="27732"/>
                  <a:pt x="4707758" y="32389"/>
                  <a:pt x="4707571" y="38568"/>
                </a:cubicBezTo>
                <a:lnTo>
                  <a:pt x="4699353" y="38568"/>
                </a:lnTo>
                <a:cubicBezTo>
                  <a:pt x="4699447" y="34476"/>
                  <a:pt x="4698847" y="31507"/>
                  <a:pt x="4697556" y="29663"/>
                </a:cubicBezTo>
                <a:cubicBezTo>
                  <a:pt x="4696264" y="27818"/>
                  <a:pt x="4694373" y="26895"/>
                  <a:pt x="4691882" y="26895"/>
                </a:cubicBezTo>
                <a:cubicBezTo>
                  <a:pt x="4690793" y="26895"/>
                  <a:pt x="4689696" y="27089"/>
                  <a:pt x="4688590" y="27477"/>
                </a:cubicBezTo>
                <a:cubicBezTo>
                  <a:pt x="4687485" y="27864"/>
                  <a:pt x="4686349" y="28484"/>
                  <a:pt x="4685182" y="29336"/>
                </a:cubicBezTo>
                <a:cubicBezTo>
                  <a:pt x="4684015" y="30188"/>
                  <a:pt x="4682777" y="31281"/>
                  <a:pt x="4681470" y="32615"/>
                </a:cubicBezTo>
                <a:cubicBezTo>
                  <a:pt x="4680162" y="33948"/>
                  <a:pt x="4678762" y="35560"/>
                  <a:pt x="4677267" y="37451"/>
                </a:cubicBezTo>
                <a:lnTo>
                  <a:pt x="4677267" y="67611"/>
                </a:lnTo>
                <a:lnTo>
                  <a:pt x="4669050" y="67611"/>
                </a:lnTo>
                <a:lnTo>
                  <a:pt x="4669050" y="20732"/>
                </a:lnTo>
                <a:close/>
                <a:moveTo>
                  <a:pt x="4759803" y="43798"/>
                </a:moveTo>
                <a:cubicBezTo>
                  <a:pt x="4759803" y="47440"/>
                  <a:pt x="4759290" y="50779"/>
                  <a:pt x="4758263" y="53814"/>
                </a:cubicBezTo>
                <a:cubicBezTo>
                  <a:pt x="4757235" y="56849"/>
                  <a:pt x="4755757" y="59448"/>
                  <a:pt x="4753827" y="61611"/>
                </a:cubicBezTo>
                <a:cubicBezTo>
                  <a:pt x="4751897" y="63775"/>
                  <a:pt x="4749547" y="65456"/>
                  <a:pt x="4746776" y="66654"/>
                </a:cubicBezTo>
                <a:cubicBezTo>
                  <a:pt x="4744006" y="67853"/>
                  <a:pt x="4740862" y="68452"/>
                  <a:pt x="4737344" y="68452"/>
                </a:cubicBezTo>
                <a:cubicBezTo>
                  <a:pt x="4733982" y="68452"/>
                  <a:pt x="4730971" y="67930"/>
                  <a:pt x="4728309" y="66888"/>
                </a:cubicBezTo>
                <a:cubicBezTo>
                  <a:pt x="4725648" y="65845"/>
                  <a:pt x="4723391" y="64312"/>
                  <a:pt x="4721539" y="62288"/>
                </a:cubicBezTo>
                <a:cubicBezTo>
                  <a:pt x="4719686" y="60265"/>
                  <a:pt x="4718270" y="57759"/>
                  <a:pt x="4717290" y="54771"/>
                </a:cubicBezTo>
                <a:cubicBezTo>
                  <a:pt x="4716309" y="51782"/>
                  <a:pt x="4715819" y="48343"/>
                  <a:pt x="4715819" y="44452"/>
                </a:cubicBezTo>
                <a:cubicBezTo>
                  <a:pt x="4715819" y="40810"/>
                  <a:pt x="4716332" y="37487"/>
                  <a:pt x="4717360" y="34483"/>
                </a:cubicBezTo>
                <a:cubicBezTo>
                  <a:pt x="4718387" y="31479"/>
                  <a:pt x="4719865" y="28895"/>
                  <a:pt x="4721795" y="26732"/>
                </a:cubicBezTo>
                <a:cubicBezTo>
                  <a:pt x="4723725" y="24568"/>
                  <a:pt x="4726076" y="22887"/>
                  <a:pt x="4728846" y="21689"/>
                </a:cubicBezTo>
                <a:cubicBezTo>
                  <a:pt x="4731617" y="20490"/>
                  <a:pt x="4734761" y="19891"/>
                  <a:pt x="4738278" y="19891"/>
                </a:cubicBezTo>
                <a:cubicBezTo>
                  <a:pt x="4741640" y="19891"/>
                  <a:pt x="4744652" y="20413"/>
                  <a:pt x="4747313" y="21455"/>
                </a:cubicBezTo>
                <a:cubicBezTo>
                  <a:pt x="4749975" y="22498"/>
                  <a:pt x="4752231" y="24023"/>
                  <a:pt x="4754084" y="26031"/>
                </a:cubicBezTo>
                <a:cubicBezTo>
                  <a:pt x="4755936" y="28039"/>
                  <a:pt x="4757352" y="30537"/>
                  <a:pt x="4758333" y="33525"/>
                </a:cubicBezTo>
                <a:cubicBezTo>
                  <a:pt x="4759313" y="36514"/>
                  <a:pt x="4759803" y="39938"/>
                  <a:pt x="4759803" y="43798"/>
                </a:cubicBezTo>
                <a:moveTo>
                  <a:pt x="4751492" y="44171"/>
                </a:moveTo>
                <a:cubicBezTo>
                  <a:pt x="4751492" y="41277"/>
                  <a:pt x="4751173" y="38747"/>
                  <a:pt x="4750535" y="36584"/>
                </a:cubicBezTo>
                <a:cubicBezTo>
                  <a:pt x="4749897" y="34420"/>
                  <a:pt x="4748986" y="32615"/>
                  <a:pt x="4747803" y="31168"/>
                </a:cubicBezTo>
                <a:cubicBezTo>
                  <a:pt x="4746620" y="29720"/>
                  <a:pt x="4745181" y="28631"/>
                  <a:pt x="4743484" y="27899"/>
                </a:cubicBezTo>
                <a:cubicBezTo>
                  <a:pt x="4741788" y="27167"/>
                  <a:pt x="4739897" y="26802"/>
                  <a:pt x="4737811" y="26802"/>
                </a:cubicBezTo>
                <a:cubicBezTo>
                  <a:pt x="4735383" y="26802"/>
                  <a:pt x="4733305" y="27276"/>
                  <a:pt x="4731578" y="28226"/>
                </a:cubicBezTo>
                <a:cubicBezTo>
                  <a:pt x="4729850" y="29175"/>
                  <a:pt x="4728434" y="30444"/>
                  <a:pt x="4727329" y="32031"/>
                </a:cubicBezTo>
                <a:cubicBezTo>
                  <a:pt x="4726223" y="33619"/>
                  <a:pt x="4725414" y="35463"/>
                  <a:pt x="4724901" y="37564"/>
                </a:cubicBezTo>
                <a:cubicBezTo>
                  <a:pt x="4724387" y="39666"/>
                  <a:pt x="4724130" y="41868"/>
                  <a:pt x="4724130" y="44171"/>
                </a:cubicBezTo>
                <a:cubicBezTo>
                  <a:pt x="4724130" y="47066"/>
                  <a:pt x="4724449" y="49603"/>
                  <a:pt x="4725087" y="51782"/>
                </a:cubicBezTo>
                <a:cubicBezTo>
                  <a:pt x="4725725" y="53961"/>
                  <a:pt x="4726636" y="55775"/>
                  <a:pt x="4727819" y="57222"/>
                </a:cubicBezTo>
                <a:cubicBezTo>
                  <a:pt x="4729002" y="58670"/>
                  <a:pt x="4730434" y="59759"/>
                  <a:pt x="4732115" y="60491"/>
                </a:cubicBezTo>
                <a:cubicBezTo>
                  <a:pt x="4733796" y="61222"/>
                  <a:pt x="4735694" y="61588"/>
                  <a:pt x="4737811" y="61588"/>
                </a:cubicBezTo>
                <a:cubicBezTo>
                  <a:pt x="4740239" y="61588"/>
                  <a:pt x="4742317" y="61113"/>
                  <a:pt x="4744045" y="60164"/>
                </a:cubicBezTo>
                <a:cubicBezTo>
                  <a:pt x="4745772" y="59214"/>
                  <a:pt x="4747189" y="57946"/>
                  <a:pt x="4748294" y="56358"/>
                </a:cubicBezTo>
                <a:cubicBezTo>
                  <a:pt x="4749399" y="54771"/>
                  <a:pt x="4750208" y="52926"/>
                  <a:pt x="4750722" y="50825"/>
                </a:cubicBezTo>
                <a:cubicBezTo>
                  <a:pt x="4751235" y="48724"/>
                  <a:pt x="4751492" y="46506"/>
                  <a:pt x="4751492" y="44171"/>
                </a:cubicBezTo>
                <a:close/>
                <a:moveTo>
                  <a:pt x="4804284" y="67611"/>
                </a:moveTo>
                <a:lnTo>
                  <a:pt x="4804284" y="33946"/>
                </a:lnTo>
                <a:cubicBezTo>
                  <a:pt x="4804284" y="32483"/>
                  <a:pt x="4804230" y="31284"/>
                  <a:pt x="4804121" y="30350"/>
                </a:cubicBezTo>
                <a:cubicBezTo>
                  <a:pt x="4804012" y="29417"/>
                  <a:pt x="4803841" y="28677"/>
                  <a:pt x="4803607" y="28132"/>
                </a:cubicBezTo>
                <a:cubicBezTo>
                  <a:pt x="4803374" y="27588"/>
                  <a:pt x="4803078" y="27206"/>
                  <a:pt x="4802720" y="26988"/>
                </a:cubicBezTo>
                <a:cubicBezTo>
                  <a:pt x="4802362" y="26771"/>
                  <a:pt x="4801919" y="26662"/>
                  <a:pt x="4801390" y="26662"/>
                </a:cubicBezTo>
                <a:cubicBezTo>
                  <a:pt x="4800767" y="26662"/>
                  <a:pt x="4800191" y="26848"/>
                  <a:pt x="4799662" y="27222"/>
                </a:cubicBezTo>
                <a:cubicBezTo>
                  <a:pt x="4799133" y="27595"/>
                  <a:pt x="4798565" y="28203"/>
                  <a:pt x="4797958" y="29043"/>
                </a:cubicBezTo>
                <a:cubicBezTo>
                  <a:pt x="4797351" y="29883"/>
                  <a:pt x="4796681" y="30996"/>
                  <a:pt x="4795950" y="32382"/>
                </a:cubicBezTo>
                <a:cubicBezTo>
                  <a:pt x="4795218" y="33767"/>
                  <a:pt x="4794354" y="35471"/>
                  <a:pt x="4793358" y="37494"/>
                </a:cubicBezTo>
                <a:lnTo>
                  <a:pt x="4793358" y="67611"/>
                </a:lnTo>
                <a:lnTo>
                  <a:pt x="4785934" y="67611"/>
                </a:lnTo>
                <a:lnTo>
                  <a:pt x="4785934" y="34833"/>
                </a:lnTo>
                <a:cubicBezTo>
                  <a:pt x="4785934" y="33121"/>
                  <a:pt x="4785880" y="31736"/>
                  <a:pt x="4785771" y="30677"/>
                </a:cubicBezTo>
                <a:cubicBezTo>
                  <a:pt x="4785662" y="29619"/>
                  <a:pt x="4785491" y="28794"/>
                  <a:pt x="4785257" y="28203"/>
                </a:cubicBezTo>
                <a:cubicBezTo>
                  <a:pt x="4785024" y="27611"/>
                  <a:pt x="4784720" y="27206"/>
                  <a:pt x="4784347" y="26988"/>
                </a:cubicBezTo>
                <a:cubicBezTo>
                  <a:pt x="4783973" y="26771"/>
                  <a:pt x="4783522" y="26662"/>
                  <a:pt x="4782993" y="26662"/>
                </a:cubicBezTo>
                <a:cubicBezTo>
                  <a:pt x="4782432" y="26662"/>
                  <a:pt x="4781903" y="26817"/>
                  <a:pt x="4781405" y="27129"/>
                </a:cubicBezTo>
                <a:cubicBezTo>
                  <a:pt x="4780907" y="27440"/>
                  <a:pt x="4780354" y="28000"/>
                  <a:pt x="4779747" y="28810"/>
                </a:cubicBezTo>
                <a:cubicBezTo>
                  <a:pt x="4779140" y="29619"/>
                  <a:pt x="4778463" y="30724"/>
                  <a:pt x="4777716" y="32125"/>
                </a:cubicBezTo>
                <a:cubicBezTo>
                  <a:pt x="4776969" y="33525"/>
                  <a:pt x="4776082" y="35315"/>
                  <a:pt x="4775055" y="37494"/>
                </a:cubicBezTo>
                <a:lnTo>
                  <a:pt x="4775055" y="67611"/>
                </a:lnTo>
                <a:lnTo>
                  <a:pt x="4767584" y="67611"/>
                </a:lnTo>
                <a:lnTo>
                  <a:pt x="4767584" y="20732"/>
                </a:lnTo>
                <a:lnTo>
                  <a:pt x="4773794" y="20732"/>
                </a:lnTo>
                <a:lnTo>
                  <a:pt x="4774168" y="29650"/>
                </a:lnTo>
                <a:cubicBezTo>
                  <a:pt x="4774977" y="27876"/>
                  <a:pt x="4775763" y="26366"/>
                  <a:pt x="4776526" y="25121"/>
                </a:cubicBezTo>
                <a:cubicBezTo>
                  <a:pt x="4777288" y="23876"/>
                  <a:pt x="4778074" y="22872"/>
                  <a:pt x="4778884" y="22109"/>
                </a:cubicBezTo>
                <a:cubicBezTo>
                  <a:pt x="4779693" y="21346"/>
                  <a:pt x="4780557" y="20786"/>
                  <a:pt x="4781475" y="20428"/>
                </a:cubicBezTo>
                <a:cubicBezTo>
                  <a:pt x="4782393" y="20070"/>
                  <a:pt x="4783413" y="19891"/>
                  <a:pt x="4784533" y="19891"/>
                </a:cubicBezTo>
                <a:cubicBezTo>
                  <a:pt x="4787055" y="19891"/>
                  <a:pt x="4788969" y="20716"/>
                  <a:pt x="4790277" y="22366"/>
                </a:cubicBezTo>
                <a:cubicBezTo>
                  <a:pt x="4791584" y="24016"/>
                  <a:pt x="4792238" y="26568"/>
                  <a:pt x="4792238" y="30024"/>
                </a:cubicBezTo>
                <a:cubicBezTo>
                  <a:pt x="4792985" y="28405"/>
                  <a:pt x="4793716" y="26965"/>
                  <a:pt x="4794432" y="25704"/>
                </a:cubicBezTo>
                <a:cubicBezTo>
                  <a:pt x="4795148" y="24444"/>
                  <a:pt x="4795919" y="23385"/>
                  <a:pt x="4796744" y="22529"/>
                </a:cubicBezTo>
                <a:cubicBezTo>
                  <a:pt x="4797568" y="21673"/>
                  <a:pt x="4798479" y="21020"/>
                  <a:pt x="4799475" y="20568"/>
                </a:cubicBezTo>
                <a:cubicBezTo>
                  <a:pt x="4800471" y="20117"/>
                  <a:pt x="4801623" y="19891"/>
                  <a:pt x="4802930" y="19891"/>
                </a:cubicBezTo>
                <a:cubicBezTo>
                  <a:pt x="4808814" y="19891"/>
                  <a:pt x="4811755" y="24420"/>
                  <a:pt x="4811755" y="33479"/>
                </a:cubicBezTo>
                <a:lnTo>
                  <a:pt x="4811755" y="67611"/>
                </a:lnTo>
                <a:lnTo>
                  <a:pt x="4804284" y="67611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‘@alifd/next’;\n\nclassDemoextendsReact.Component{\nconstructor(props){\n">
            <a:extLst xmlns:a="http://schemas.openxmlformats.org/drawingml/2006/main">
              <a:ext uri="{FF2B5EF4-FFF2-40B4-BE49-F238E27FC236}">
                <a16:creationId xmlns:a16="http://schemas.microsoft.com/office/drawing/2014/main" id="{9AB69160-B756-4498-BCCD-F2ECE508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51" y="5410724"/>
            <a:ext cx="4123407" cy="88990"/>
          </a:xfrm>
          <a:custGeom xmlns:a="http://schemas.openxmlformats.org/drawingml/2006/main">
            <a:pathLst>
              <a:path w="4123407" h="88990">
                <a:moveTo>
                  <a:pt x="22504" y="9365"/>
                </a:moveTo>
                <a:cubicBezTo>
                  <a:pt x="20920" y="9334"/>
                  <a:pt x="19382" y="9474"/>
                  <a:pt x="17891" y="9786"/>
                </a:cubicBezTo>
                <a:cubicBezTo>
                  <a:pt x="16400" y="10096"/>
                  <a:pt x="15088" y="10586"/>
                  <a:pt x="13954" y="11256"/>
                </a:cubicBezTo>
                <a:cubicBezTo>
                  <a:pt x="12820" y="11925"/>
                  <a:pt x="11912" y="12757"/>
                  <a:pt x="11229" y="13753"/>
                </a:cubicBezTo>
                <a:cubicBezTo>
                  <a:pt x="10545" y="14749"/>
                  <a:pt x="10204" y="15900"/>
                  <a:pt x="10204" y="17207"/>
                </a:cubicBezTo>
                <a:cubicBezTo>
                  <a:pt x="10204" y="18514"/>
                  <a:pt x="10429" y="19565"/>
                  <a:pt x="10879" y="20359"/>
                </a:cubicBezTo>
                <a:cubicBezTo>
                  <a:pt x="11330" y="21152"/>
                  <a:pt x="11834" y="21891"/>
                  <a:pt x="12393" y="22577"/>
                </a:cubicBezTo>
                <a:cubicBezTo>
                  <a:pt x="12952" y="23261"/>
                  <a:pt x="13457" y="24000"/>
                  <a:pt x="13908" y="24794"/>
                </a:cubicBezTo>
                <a:cubicBezTo>
                  <a:pt x="14358" y="25587"/>
                  <a:pt x="14583" y="26621"/>
                  <a:pt x="14583" y="27897"/>
                </a:cubicBezTo>
                <a:cubicBezTo>
                  <a:pt x="14583" y="28550"/>
                  <a:pt x="14459" y="29235"/>
                  <a:pt x="14210" y="29951"/>
                </a:cubicBezTo>
                <a:cubicBezTo>
                  <a:pt x="13962" y="30666"/>
                  <a:pt x="13581" y="31320"/>
                  <a:pt x="13069" y="31912"/>
                </a:cubicBezTo>
                <a:cubicBezTo>
                  <a:pt x="12556" y="32503"/>
                  <a:pt x="11904" y="32986"/>
                  <a:pt x="11112" y="33360"/>
                </a:cubicBezTo>
                <a:cubicBezTo>
                  <a:pt x="10320" y="33732"/>
                  <a:pt x="9380" y="33919"/>
                  <a:pt x="8293" y="33919"/>
                </a:cubicBezTo>
                <a:cubicBezTo>
                  <a:pt x="7175" y="33919"/>
                  <a:pt x="6119" y="33693"/>
                  <a:pt x="5125" y="33243"/>
                </a:cubicBezTo>
                <a:cubicBezTo>
                  <a:pt x="4131" y="32792"/>
                  <a:pt x="3254" y="32100"/>
                  <a:pt x="2493" y="31167"/>
                </a:cubicBezTo>
                <a:cubicBezTo>
                  <a:pt x="1732" y="30233"/>
                  <a:pt x="1126" y="29066"/>
                  <a:pt x="676" y="27667"/>
                </a:cubicBezTo>
                <a:cubicBezTo>
                  <a:pt x="225" y="26266"/>
                  <a:pt x="0" y="24632"/>
                  <a:pt x="0" y="22766"/>
                </a:cubicBezTo>
                <a:cubicBezTo>
                  <a:pt x="0" y="20184"/>
                  <a:pt x="466" y="17696"/>
                  <a:pt x="1398" y="15301"/>
                </a:cubicBezTo>
                <a:cubicBezTo>
                  <a:pt x="2330" y="12905"/>
                  <a:pt x="3735" y="10798"/>
                  <a:pt x="5614" y="8978"/>
                </a:cubicBezTo>
                <a:cubicBezTo>
                  <a:pt x="7493" y="7158"/>
                  <a:pt x="9839" y="5704"/>
                  <a:pt x="12650" y="4615"/>
                </a:cubicBezTo>
                <a:cubicBezTo>
                  <a:pt x="15461" y="3526"/>
                  <a:pt x="18745" y="2982"/>
                  <a:pt x="22504" y="2982"/>
                </a:cubicBezTo>
                <a:lnTo>
                  <a:pt x="22504" y="9365"/>
                </a:lnTo>
                <a:close/>
                <a:moveTo>
                  <a:pt x="69284" y="50382"/>
                </a:moveTo>
                <a:cubicBezTo>
                  <a:pt x="69004" y="52367"/>
                  <a:pt x="68849" y="54010"/>
                  <a:pt x="68818" y="55313"/>
                </a:cubicBezTo>
                <a:cubicBezTo>
                  <a:pt x="68787" y="56616"/>
                  <a:pt x="68872" y="57639"/>
                  <a:pt x="69074" y="58384"/>
                </a:cubicBezTo>
                <a:cubicBezTo>
                  <a:pt x="69276" y="59127"/>
                  <a:pt x="69594" y="59646"/>
                  <a:pt x="70029" y="59942"/>
                </a:cubicBezTo>
                <a:cubicBezTo>
                  <a:pt x="70464" y="60236"/>
                  <a:pt x="71008" y="60383"/>
                  <a:pt x="71660" y="60383"/>
                </a:cubicBezTo>
                <a:cubicBezTo>
                  <a:pt x="72530" y="60383"/>
                  <a:pt x="73353" y="59925"/>
                  <a:pt x="74129" y="59008"/>
                </a:cubicBezTo>
                <a:cubicBezTo>
                  <a:pt x="74906" y="58092"/>
                  <a:pt x="75597" y="56679"/>
                  <a:pt x="76203" y="54768"/>
                </a:cubicBezTo>
                <a:cubicBezTo>
                  <a:pt x="76808" y="52858"/>
                  <a:pt x="77290" y="50443"/>
                  <a:pt x="77647" y="47523"/>
                </a:cubicBezTo>
                <a:cubicBezTo>
                  <a:pt x="78004" y="44604"/>
                  <a:pt x="78183" y="41140"/>
                  <a:pt x="78183" y="37134"/>
                </a:cubicBezTo>
                <a:cubicBezTo>
                  <a:pt x="78183" y="32661"/>
                  <a:pt x="77903" y="28669"/>
                  <a:pt x="77344" y="25159"/>
                </a:cubicBezTo>
                <a:cubicBezTo>
                  <a:pt x="76785" y="21650"/>
                  <a:pt x="75900" y="18668"/>
                  <a:pt x="74688" y="16214"/>
                </a:cubicBezTo>
                <a:cubicBezTo>
                  <a:pt x="73477" y="13760"/>
                  <a:pt x="71901" y="11889"/>
                  <a:pt x="69959" y="10600"/>
                </a:cubicBezTo>
                <a:cubicBezTo>
                  <a:pt x="68018" y="9311"/>
                  <a:pt x="65665" y="8666"/>
                  <a:pt x="62901" y="8666"/>
                </a:cubicBezTo>
                <a:cubicBezTo>
                  <a:pt x="60789" y="8666"/>
                  <a:pt x="58746" y="9202"/>
                  <a:pt x="56774" y="10275"/>
                </a:cubicBezTo>
                <a:cubicBezTo>
                  <a:pt x="54801" y="11347"/>
                  <a:pt x="52969" y="12854"/>
                  <a:pt x="51276" y="14797"/>
                </a:cubicBezTo>
                <a:cubicBezTo>
                  <a:pt x="49583" y="16739"/>
                  <a:pt x="48046" y="19071"/>
                  <a:pt x="46663" y="21790"/>
                </a:cubicBezTo>
                <a:cubicBezTo>
                  <a:pt x="45281" y="24509"/>
                  <a:pt x="44101" y="27516"/>
                  <a:pt x="43123" y="30812"/>
                </a:cubicBezTo>
                <a:cubicBezTo>
                  <a:pt x="42144" y="34106"/>
                  <a:pt x="41383" y="37649"/>
                  <a:pt x="40840" y="41442"/>
                </a:cubicBezTo>
                <a:cubicBezTo>
                  <a:pt x="40296" y="45233"/>
                  <a:pt x="40024" y="49180"/>
                  <a:pt x="40024" y="53282"/>
                </a:cubicBezTo>
                <a:cubicBezTo>
                  <a:pt x="40024" y="63290"/>
                  <a:pt x="41531" y="70758"/>
                  <a:pt x="44544" y="75684"/>
                </a:cubicBezTo>
                <a:cubicBezTo>
                  <a:pt x="47556" y="80610"/>
                  <a:pt x="51796" y="83073"/>
                  <a:pt x="57263" y="83073"/>
                </a:cubicBezTo>
                <a:cubicBezTo>
                  <a:pt x="60028" y="83073"/>
                  <a:pt x="62606" y="82754"/>
                  <a:pt x="64997" y="82118"/>
                </a:cubicBezTo>
                <a:cubicBezTo>
                  <a:pt x="67389" y="81481"/>
                  <a:pt x="69874" y="80526"/>
                  <a:pt x="72452" y="79252"/>
                </a:cubicBezTo>
                <a:lnTo>
                  <a:pt x="72452" y="85263"/>
                </a:lnTo>
                <a:cubicBezTo>
                  <a:pt x="69905" y="86443"/>
                  <a:pt x="67358" y="87328"/>
                  <a:pt x="64811" y="87918"/>
                </a:cubicBezTo>
                <a:cubicBezTo>
                  <a:pt x="62264" y="88509"/>
                  <a:pt x="59593" y="88804"/>
                  <a:pt x="56797" y="88804"/>
                </a:cubicBezTo>
                <a:cubicBezTo>
                  <a:pt x="48877" y="88804"/>
                  <a:pt x="43014" y="85835"/>
                  <a:pt x="39209" y="79899"/>
                </a:cubicBezTo>
                <a:cubicBezTo>
                  <a:pt x="35404" y="73963"/>
                  <a:pt x="33470" y="65122"/>
                  <a:pt x="33408" y="53375"/>
                </a:cubicBezTo>
                <a:cubicBezTo>
                  <a:pt x="33377" y="48682"/>
                  <a:pt x="33688" y="44183"/>
                  <a:pt x="34340" y="39880"/>
                </a:cubicBezTo>
                <a:cubicBezTo>
                  <a:pt x="34992" y="35575"/>
                  <a:pt x="35932" y="31558"/>
                  <a:pt x="37159" y="27828"/>
                </a:cubicBezTo>
                <a:cubicBezTo>
                  <a:pt x="38386" y="24099"/>
                  <a:pt x="39877" y="20704"/>
                  <a:pt x="41632" y="17644"/>
                </a:cubicBezTo>
                <a:cubicBezTo>
                  <a:pt x="43387" y="14582"/>
                  <a:pt x="45374" y="11972"/>
                  <a:pt x="47595" y="9812"/>
                </a:cubicBezTo>
                <a:cubicBezTo>
                  <a:pt x="49816" y="7651"/>
                  <a:pt x="52231" y="5973"/>
                  <a:pt x="54840" y="4777"/>
                </a:cubicBezTo>
                <a:cubicBezTo>
                  <a:pt x="57449" y="3580"/>
                  <a:pt x="60229" y="2982"/>
                  <a:pt x="63180" y="2982"/>
                </a:cubicBezTo>
                <a:cubicBezTo>
                  <a:pt x="66876" y="2982"/>
                  <a:pt x="70084" y="3735"/>
                  <a:pt x="72801" y="5242"/>
                </a:cubicBezTo>
                <a:cubicBezTo>
                  <a:pt x="75519" y="6748"/>
                  <a:pt x="77763" y="8922"/>
                  <a:pt x="79534" y="11764"/>
                </a:cubicBezTo>
                <a:cubicBezTo>
                  <a:pt x="81304" y="14606"/>
                  <a:pt x="82617" y="18093"/>
                  <a:pt x="83471" y="22224"/>
                </a:cubicBezTo>
                <a:cubicBezTo>
                  <a:pt x="84325" y="26355"/>
                  <a:pt x="84752" y="31061"/>
                  <a:pt x="84752" y="36341"/>
                </a:cubicBezTo>
                <a:cubicBezTo>
                  <a:pt x="84721" y="41684"/>
                  <a:pt x="84372" y="46258"/>
                  <a:pt x="83704" y="50063"/>
                </a:cubicBezTo>
                <a:cubicBezTo>
                  <a:pt x="83036" y="53868"/>
                  <a:pt x="82096" y="56982"/>
                  <a:pt x="80885" y="59404"/>
                </a:cubicBezTo>
                <a:cubicBezTo>
                  <a:pt x="79674" y="61827"/>
                  <a:pt x="78206" y="63605"/>
                  <a:pt x="76482" y="64739"/>
                </a:cubicBezTo>
                <a:cubicBezTo>
                  <a:pt x="74758" y="65873"/>
                  <a:pt x="72840" y="66440"/>
                  <a:pt x="70728" y="66440"/>
                </a:cubicBezTo>
                <a:cubicBezTo>
                  <a:pt x="68305" y="66440"/>
                  <a:pt x="66504" y="65819"/>
                  <a:pt x="65323" y="64579"/>
                </a:cubicBezTo>
                <a:cubicBezTo>
                  <a:pt x="64143" y="63337"/>
                  <a:pt x="63553" y="61662"/>
                  <a:pt x="63553" y="59553"/>
                </a:cubicBezTo>
                <a:cubicBezTo>
                  <a:pt x="62373" y="61942"/>
                  <a:pt x="61099" y="63687"/>
                  <a:pt x="59732" y="64789"/>
                </a:cubicBezTo>
                <a:cubicBezTo>
                  <a:pt x="58366" y="65889"/>
                  <a:pt x="56720" y="66440"/>
                  <a:pt x="54794" y="66440"/>
                </a:cubicBezTo>
                <a:cubicBezTo>
                  <a:pt x="51874" y="66440"/>
                  <a:pt x="49684" y="65346"/>
                  <a:pt x="48224" y="63159"/>
                </a:cubicBezTo>
                <a:cubicBezTo>
                  <a:pt x="46764" y="60971"/>
                  <a:pt x="46035" y="57520"/>
                  <a:pt x="46035" y="52804"/>
                </a:cubicBezTo>
                <a:cubicBezTo>
                  <a:pt x="46035" y="51098"/>
                  <a:pt x="46135" y="49268"/>
                  <a:pt x="46337" y="47314"/>
                </a:cubicBezTo>
                <a:cubicBezTo>
                  <a:pt x="46539" y="45359"/>
                  <a:pt x="46881" y="43396"/>
                  <a:pt x="47362" y="41426"/>
                </a:cubicBezTo>
                <a:cubicBezTo>
                  <a:pt x="47844" y="39455"/>
                  <a:pt x="48473" y="37563"/>
                  <a:pt x="49249" y="35749"/>
                </a:cubicBezTo>
                <a:cubicBezTo>
                  <a:pt x="50026" y="33934"/>
                  <a:pt x="50981" y="32336"/>
                  <a:pt x="52115" y="30956"/>
                </a:cubicBezTo>
                <a:cubicBezTo>
                  <a:pt x="53248" y="29575"/>
                  <a:pt x="54592" y="28465"/>
                  <a:pt x="56145" y="27627"/>
                </a:cubicBezTo>
                <a:cubicBezTo>
                  <a:pt x="57698" y="26790"/>
                  <a:pt x="59468" y="26371"/>
                  <a:pt x="61456" y="26371"/>
                </a:cubicBezTo>
                <a:cubicBezTo>
                  <a:pt x="62637" y="26371"/>
                  <a:pt x="63739" y="26511"/>
                  <a:pt x="64764" y="26790"/>
                </a:cubicBezTo>
                <a:cubicBezTo>
                  <a:pt x="65789" y="27070"/>
                  <a:pt x="66535" y="27349"/>
                  <a:pt x="67001" y="27629"/>
                </a:cubicBezTo>
                <a:lnTo>
                  <a:pt x="73011" y="26184"/>
                </a:lnTo>
                <a:lnTo>
                  <a:pt x="69284" y="50382"/>
                </a:lnTo>
                <a:moveTo>
                  <a:pt x="64531" y="33823"/>
                </a:moveTo>
                <a:cubicBezTo>
                  <a:pt x="64252" y="33451"/>
                  <a:pt x="63825" y="33118"/>
                  <a:pt x="63250" y="32824"/>
                </a:cubicBezTo>
                <a:cubicBezTo>
                  <a:pt x="62675" y="32529"/>
                  <a:pt x="61953" y="32381"/>
                  <a:pt x="61084" y="32381"/>
                </a:cubicBezTo>
                <a:cubicBezTo>
                  <a:pt x="60152" y="32381"/>
                  <a:pt x="59313" y="32707"/>
                  <a:pt x="58568" y="33358"/>
                </a:cubicBezTo>
                <a:cubicBezTo>
                  <a:pt x="57822" y="34009"/>
                  <a:pt x="57162" y="34878"/>
                  <a:pt x="56588" y="35963"/>
                </a:cubicBezTo>
                <a:cubicBezTo>
                  <a:pt x="56013" y="37048"/>
                  <a:pt x="55531" y="38281"/>
                  <a:pt x="55143" y="39661"/>
                </a:cubicBezTo>
                <a:cubicBezTo>
                  <a:pt x="54755" y="41040"/>
                  <a:pt x="54429" y="42459"/>
                  <a:pt x="54165" y="43917"/>
                </a:cubicBezTo>
                <a:cubicBezTo>
                  <a:pt x="53901" y="45374"/>
                  <a:pt x="53714" y="46808"/>
                  <a:pt x="53606" y="48219"/>
                </a:cubicBezTo>
                <a:cubicBezTo>
                  <a:pt x="53497" y="49630"/>
                  <a:pt x="53443" y="50894"/>
                  <a:pt x="53443" y="52011"/>
                </a:cubicBezTo>
                <a:cubicBezTo>
                  <a:pt x="53443" y="54987"/>
                  <a:pt x="53629" y="57126"/>
                  <a:pt x="54002" y="58429"/>
                </a:cubicBezTo>
                <a:cubicBezTo>
                  <a:pt x="54374" y="59731"/>
                  <a:pt x="55089" y="60383"/>
                  <a:pt x="56145" y="60383"/>
                </a:cubicBezTo>
                <a:cubicBezTo>
                  <a:pt x="56518" y="60383"/>
                  <a:pt x="56890" y="60306"/>
                  <a:pt x="57263" y="60151"/>
                </a:cubicBezTo>
                <a:cubicBezTo>
                  <a:pt x="57636" y="59996"/>
                  <a:pt x="58032" y="59694"/>
                  <a:pt x="58451" y="59244"/>
                </a:cubicBezTo>
                <a:cubicBezTo>
                  <a:pt x="58870" y="58794"/>
                  <a:pt x="59329" y="58166"/>
                  <a:pt x="59826" y="57360"/>
                </a:cubicBezTo>
                <a:cubicBezTo>
                  <a:pt x="60323" y="56553"/>
                  <a:pt x="60866" y="55499"/>
                  <a:pt x="61456" y="54196"/>
                </a:cubicBezTo>
                <a:lnTo>
                  <a:pt x="64531" y="33823"/>
                </a:lnTo>
                <a:close/>
                <a:moveTo>
                  <a:pt x="122307" y="69421"/>
                </a:moveTo>
                <a:lnTo>
                  <a:pt x="122121" y="63119"/>
                </a:lnTo>
                <a:cubicBezTo>
                  <a:pt x="119574" y="65639"/>
                  <a:pt x="116988" y="67460"/>
                  <a:pt x="114363" y="68580"/>
                </a:cubicBezTo>
                <a:cubicBezTo>
                  <a:pt x="111738" y="69700"/>
                  <a:pt x="108982" y="70260"/>
                  <a:pt x="106093" y="70260"/>
                </a:cubicBezTo>
                <a:cubicBezTo>
                  <a:pt x="103422" y="70260"/>
                  <a:pt x="101139" y="69918"/>
                  <a:pt x="99244" y="69234"/>
                </a:cubicBezTo>
                <a:cubicBezTo>
                  <a:pt x="97349" y="68549"/>
                  <a:pt x="95789" y="67608"/>
                  <a:pt x="94562" y="66411"/>
                </a:cubicBezTo>
                <a:cubicBezTo>
                  <a:pt x="93335" y="65213"/>
                  <a:pt x="92434" y="63805"/>
                  <a:pt x="91859" y="62187"/>
                </a:cubicBezTo>
                <a:cubicBezTo>
                  <a:pt x="91285" y="60569"/>
                  <a:pt x="90997" y="58811"/>
                  <a:pt x="90997" y="56913"/>
                </a:cubicBezTo>
                <a:cubicBezTo>
                  <a:pt x="90997" y="52215"/>
                  <a:pt x="92745" y="48536"/>
                  <a:pt x="96239" y="45877"/>
                </a:cubicBezTo>
                <a:cubicBezTo>
                  <a:pt x="99733" y="43216"/>
                  <a:pt x="104897" y="41886"/>
                  <a:pt x="111731" y="41886"/>
                </a:cubicBezTo>
                <a:lnTo>
                  <a:pt x="121422" y="41886"/>
                </a:lnTo>
                <a:lnTo>
                  <a:pt x="121422" y="37800"/>
                </a:lnTo>
                <a:cubicBezTo>
                  <a:pt x="121422" y="35046"/>
                  <a:pt x="120537" y="32840"/>
                  <a:pt x="118766" y="31184"/>
                </a:cubicBezTo>
                <a:cubicBezTo>
                  <a:pt x="116996" y="29528"/>
                  <a:pt x="114293" y="28700"/>
                  <a:pt x="110659" y="28700"/>
                </a:cubicBezTo>
                <a:cubicBezTo>
                  <a:pt x="108019" y="28700"/>
                  <a:pt x="105418" y="29000"/>
                  <a:pt x="102855" y="29599"/>
                </a:cubicBezTo>
                <a:cubicBezTo>
                  <a:pt x="100292" y="30197"/>
                  <a:pt x="97645" y="31047"/>
                  <a:pt x="94911" y="32148"/>
                </a:cubicBezTo>
                <a:lnTo>
                  <a:pt x="94911" y="24833"/>
                </a:lnTo>
                <a:cubicBezTo>
                  <a:pt x="95936" y="24455"/>
                  <a:pt x="97078" y="24084"/>
                  <a:pt x="98336" y="23721"/>
                </a:cubicBezTo>
                <a:cubicBezTo>
                  <a:pt x="99594" y="23358"/>
                  <a:pt x="100921" y="23035"/>
                  <a:pt x="102319" y="22751"/>
                </a:cubicBezTo>
                <a:cubicBezTo>
                  <a:pt x="103717" y="22467"/>
                  <a:pt x="105177" y="22238"/>
                  <a:pt x="106699" y="22065"/>
                </a:cubicBezTo>
                <a:cubicBezTo>
                  <a:pt x="108221" y="21892"/>
                  <a:pt x="109758" y="21805"/>
                  <a:pt x="111311" y="21805"/>
                </a:cubicBezTo>
                <a:cubicBezTo>
                  <a:pt x="114138" y="21805"/>
                  <a:pt x="116685" y="22115"/>
                  <a:pt x="118952" y="22737"/>
                </a:cubicBezTo>
                <a:cubicBezTo>
                  <a:pt x="121220" y="23358"/>
                  <a:pt x="123138" y="24305"/>
                  <a:pt x="124706" y="25579"/>
                </a:cubicBezTo>
                <a:cubicBezTo>
                  <a:pt x="126275" y="26852"/>
                  <a:pt x="127479" y="28452"/>
                  <a:pt x="128317" y="30378"/>
                </a:cubicBezTo>
                <a:cubicBezTo>
                  <a:pt x="129156" y="32304"/>
                  <a:pt x="129575" y="34571"/>
                  <a:pt x="129575" y="37180"/>
                </a:cubicBezTo>
                <a:lnTo>
                  <a:pt x="129575" y="69421"/>
                </a:lnTo>
                <a:lnTo>
                  <a:pt x="122307" y="69421"/>
                </a:lnTo>
                <a:moveTo>
                  <a:pt x="121422" y="48083"/>
                </a:moveTo>
                <a:lnTo>
                  <a:pt x="111125" y="48083"/>
                </a:lnTo>
                <a:cubicBezTo>
                  <a:pt x="109106" y="48083"/>
                  <a:pt x="107367" y="48285"/>
                  <a:pt x="105907" y="48691"/>
                </a:cubicBezTo>
                <a:cubicBezTo>
                  <a:pt x="104447" y="49096"/>
                  <a:pt x="103251" y="49672"/>
                  <a:pt x="102319" y="50419"/>
                </a:cubicBezTo>
                <a:cubicBezTo>
                  <a:pt x="101387" y="51167"/>
                  <a:pt x="100696" y="52063"/>
                  <a:pt x="100246" y="53107"/>
                </a:cubicBezTo>
                <a:cubicBezTo>
                  <a:pt x="99796" y="54151"/>
                  <a:pt x="99570" y="55327"/>
                  <a:pt x="99570" y="56635"/>
                </a:cubicBezTo>
                <a:cubicBezTo>
                  <a:pt x="99570" y="57539"/>
                  <a:pt x="99710" y="58404"/>
                  <a:pt x="99990" y="59230"/>
                </a:cubicBezTo>
                <a:cubicBezTo>
                  <a:pt x="100269" y="60055"/>
                  <a:pt x="100720" y="60787"/>
                  <a:pt x="101341" y="61425"/>
                </a:cubicBezTo>
                <a:cubicBezTo>
                  <a:pt x="101962" y="62064"/>
                  <a:pt x="102770" y="62570"/>
                  <a:pt x="103764" y="62944"/>
                </a:cubicBezTo>
                <a:cubicBezTo>
                  <a:pt x="104758" y="63318"/>
                  <a:pt x="105969" y="63504"/>
                  <a:pt x="107398" y="63504"/>
                </a:cubicBezTo>
                <a:cubicBezTo>
                  <a:pt x="109261" y="63504"/>
                  <a:pt x="111397" y="62936"/>
                  <a:pt x="113804" y="61799"/>
                </a:cubicBezTo>
                <a:cubicBezTo>
                  <a:pt x="116211" y="60662"/>
                  <a:pt x="118751" y="58862"/>
                  <a:pt x="121422" y="56401"/>
                </a:cubicBezTo>
                <a:lnTo>
                  <a:pt x="121422" y="48083"/>
                </a:lnTo>
                <a:close/>
                <a:moveTo>
                  <a:pt x="160048" y="10204"/>
                </a:moveTo>
                <a:lnTo>
                  <a:pt x="146211" y="10204"/>
                </a:lnTo>
                <a:lnTo>
                  <a:pt x="146211" y="3541"/>
                </a:lnTo>
                <a:lnTo>
                  <a:pt x="168248" y="3541"/>
                </a:lnTo>
                <a:lnTo>
                  <a:pt x="168248" y="62666"/>
                </a:lnTo>
                <a:lnTo>
                  <a:pt x="182179" y="62666"/>
                </a:lnTo>
                <a:lnTo>
                  <a:pt x="182179" y="69421"/>
                </a:lnTo>
                <a:lnTo>
                  <a:pt x="144673" y="69421"/>
                </a:lnTo>
                <a:lnTo>
                  <a:pt x="144673" y="62666"/>
                </a:lnTo>
                <a:lnTo>
                  <a:pt x="160048" y="62666"/>
                </a:lnTo>
                <a:lnTo>
                  <a:pt x="160048" y="10204"/>
                </a:lnTo>
                <a:close/>
                <a:moveTo>
                  <a:pt x="211907" y="29353"/>
                </a:moveTo>
                <a:lnTo>
                  <a:pt x="198069" y="29353"/>
                </a:lnTo>
                <a:lnTo>
                  <a:pt x="198069" y="22644"/>
                </a:lnTo>
                <a:lnTo>
                  <a:pt x="220107" y="22644"/>
                </a:lnTo>
                <a:lnTo>
                  <a:pt x="220107" y="62666"/>
                </a:lnTo>
                <a:lnTo>
                  <a:pt x="234038" y="62666"/>
                </a:lnTo>
                <a:lnTo>
                  <a:pt x="234038" y="69421"/>
                </a:lnTo>
                <a:lnTo>
                  <a:pt x="196531" y="69421"/>
                </a:lnTo>
                <a:lnTo>
                  <a:pt x="196531" y="62666"/>
                </a:lnTo>
                <a:lnTo>
                  <a:pt x="211907" y="62666"/>
                </a:lnTo>
                <a:lnTo>
                  <a:pt x="211907" y="29353"/>
                </a:lnTo>
                <a:moveTo>
                  <a:pt x="214749" y="2982"/>
                </a:moveTo>
                <a:cubicBezTo>
                  <a:pt x="215650" y="2982"/>
                  <a:pt x="216488" y="3145"/>
                  <a:pt x="217265" y="3471"/>
                </a:cubicBezTo>
                <a:cubicBezTo>
                  <a:pt x="218041" y="3797"/>
                  <a:pt x="218717" y="4255"/>
                  <a:pt x="219291" y="4846"/>
                </a:cubicBezTo>
                <a:cubicBezTo>
                  <a:pt x="219866" y="5436"/>
                  <a:pt x="220316" y="6111"/>
                  <a:pt x="220643" y="6872"/>
                </a:cubicBezTo>
                <a:cubicBezTo>
                  <a:pt x="220969" y="7633"/>
                  <a:pt x="221132" y="8464"/>
                  <a:pt x="221132" y="9365"/>
                </a:cubicBezTo>
                <a:cubicBezTo>
                  <a:pt x="221132" y="10235"/>
                  <a:pt x="220969" y="11058"/>
                  <a:pt x="220643" y="11834"/>
                </a:cubicBezTo>
                <a:cubicBezTo>
                  <a:pt x="220316" y="12611"/>
                  <a:pt x="219866" y="13294"/>
                  <a:pt x="219291" y="13884"/>
                </a:cubicBezTo>
                <a:cubicBezTo>
                  <a:pt x="218717" y="14474"/>
                  <a:pt x="218041" y="14933"/>
                  <a:pt x="217265" y="15259"/>
                </a:cubicBezTo>
                <a:cubicBezTo>
                  <a:pt x="216488" y="15585"/>
                  <a:pt x="215650" y="15748"/>
                  <a:pt x="214749" y="15748"/>
                </a:cubicBezTo>
                <a:cubicBezTo>
                  <a:pt x="213848" y="15748"/>
                  <a:pt x="213009" y="15585"/>
                  <a:pt x="212233" y="15259"/>
                </a:cubicBezTo>
                <a:cubicBezTo>
                  <a:pt x="211456" y="14933"/>
                  <a:pt x="210781" y="14474"/>
                  <a:pt x="210206" y="13884"/>
                </a:cubicBezTo>
                <a:cubicBezTo>
                  <a:pt x="209631" y="13294"/>
                  <a:pt x="209181" y="12611"/>
                  <a:pt x="208855" y="11834"/>
                </a:cubicBezTo>
                <a:cubicBezTo>
                  <a:pt x="208529" y="11058"/>
                  <a:pt x="208366" y="10235"/>
                  <a:pt x="208366" y="9365"/>
                </a:cubicBezTo>
                <a:cubicBezTo>
                  <a:pt x="208366" y="8464"/>
                  <a:pt x="208529" y="7633"/>
                  <a:pt x="208855" y="6872"/>
                </a:cubicBezTo>
                <a:cubicBezTo>
                  <a:pt x="209181" y="6111"/>
                  <a:pt x="209631" y="5436"/>
                  <a:pt x="210206" y="4846"/>
                </a:cubicBezTo>
                <a:cubicBezTo>
                  <a:pt x="210781" y="4255"/>
                  <a:pt x="211456" y="3797"/>
                  <a:pt x="212233" y="3471"/>
                </a:cubicBezTo>
                <a:cubicBezTo>
                  <a:pt x="213009" y="3145"/>
                  <a:pt x="213848" y="2982"/>
                  <a:pt x="214749" y="2982"/>
                </a:cubicBezTo>
                <a:close/>
                <a:moveTo>
                  <a:pt x="289344" y="11089"/>
                </a:moveTo>
                <a:cubicBezTo>
                  <a:pt x="285089" y="10188"/>
                  <a:pt x="281423" y="9738"/>
                  <a:pt x="278348" y="9738"/>
                </a:cubicBezTo>
                <a:cubicBezTo>
                  <a:pt x="271049" y="9738"/>
                  <a:pt x="267399" y="13558"/>
                  <a:pt x="267399" y="21199"/>
                </a:cubicBezTo>
                <a:lnTo>
                  <a:pt x="267399" y="29399"/>
                </a:lnTo>
                <a:lnTo>
                  <a:pt x="287900" y="29399"/>
                </a:lnTo>
                <a:lnTo>
                  <a:pt x="287900" y="36155"/>
                </a:lnTo>
                <a:lnTo>
                  <a:pt x="267399" y="36155"/>
                </a:lnTo>
                <a:lnTo>
                  <a:pt x="267399" y="69421"/>
                </a:lnTo>
                <a:lnTo>
                  <a:pt x="259153" y="69421"/>
                </a:lnTo>
                <a:lnTo>
                  <a:pt x="259153" y="36155"/>
                </a:lnTo>
                <a:lnTo>
                  <a:pt x="244104" y="36155"/>
                </a:lnTo>
                <a:lnTo>
                  <a:pt x="244104" y="29399"/>
                </a:lnTo>
                <a:lnTo>
                  <a:pt x="259153" y="29399"/>
                </a:lnTo>
                <a:lnTo>
                  <a:pt x="259153" y="21665"/>
                </a:lnTo>
                <a:cubicBezTo>
                  <a:pt x="259153" y="9210"/>
                  <a:pt x="265644" y="2982"/>
                  <a:pt x="278628" y="2982"/>
                </a:cubicBezTo>
                <a:cubicBezTo>
                  <a:pt x="281858" y="2982"/>
                  <a:pt x="285430" y="3355"/>
                  <a:pt x="289344" y="4100"/>
                </a:cubicBezTo>
                <a:lnTo>
                  <a:pt x="289344" y="11089"/>
                </a:lnTo>
                <a:moveTo>
                  <a:pt x="240376" y="22644"/>
                </a:moveTo>
                <a:lnTo>
                  <a:pt x="240376" y="22644"/>
                </a:lnTo>
                <a:close/>
                <a:moveTo>
                  <a:pt x="297313" y="47011"/>
                </a:moveTo>
                <a:cubicBezTo>
                  <a:pt x="297313" y="43035"/>
                  <a:pt x="297857" y="39502"/>
                  <a:pt x="298944" y="36411"/>
                </a:cubicBezTo>
                <a:cubicBezTo>
                  <a:pt x="300031" y="33321"/>
                  <a:pt x="301576" y="30712"/>
                  <a:pt x="303580" y="28584"/>
                </a:cubicBezTo>
                <a:cubicBezTo>
                  <a:pt x="305583" y="26456"/>
                  <a:pt x="307990" y="24841"/>
                  <a:pt x="310801" y="23738"/>
                </a:cubicBezTo>
                <a:cubicBezTo>
                  <a:pt x="313612" y="22636"/>
                  <a:pt x="316742" y="22084"/>
                  <a:pt x="320190" y="22084"/>
                </a:cubicBezTo>
                <a:cubicBezTo>
                  <a:pt x="321681" y="22084"/>
                  <a:pt x="323148" y="22178"/>
                  <a:pt x="324593" y="22364"/>
                </a:cubicBezTo>
                <a:cubicBezTo>
                  <a:pt x="326037" y="22550"/>
                  <a:pt x="327458" y="22845"/>
                  <a:pt x="328856" y="23249"/>
                </a:cubicBezTo>
                <a:lnTo>
                  <a:pt x="328856" y="3541"/>
                </a:lnTo>
                <a:lnTo>
                  <a:pt x="337009" y="3541"/>
                </a:lnTo>
                <a:lnTo>
                  <a:pt x="337009" y="69421"/>
                </a:lnTo>
                <a:lnTo>
                  <a:pt x="329741" y="69421"/>
                </a:lnTo>
                <a:lnTo>
                  <a:pt x="329461" y="60569"/>
                </a:lnTo>
                <a:cubicBezTo>
                  <a:pt x="327194" y="63862"/>
                  <a:pt x="324740" y="66300"/>
                  <a:pt x="322100" y="67884"/>
                </a:cubicBezTo>
                <a:cubicBezTo>
                  <a:pt x="319460" y="69468"/>
                  <a:pt x="316602" y="70260"/>
                  <a:pt x="313527" y="70260"/>
                </a:cubicBezTo>
                <a:cubicBezTo>
                  <a:pt x="310856" y="70260"/>
                  <a:pt x="308503" y="69701"/>
                  <a:pt x="306468" y="68583"/>
                </a:cubicBezTo>
                <a:cubicBezTo>
                  <a:pt x="304434" y="67465"/>
                  <a:pt x="302741" y="65888"/>
                  <a:pt x="301390" y="63854"/>
                </a:cubicBezTo>
                <a:cubicBezTo>
                  <a:pt x="300039" y="61819"/>
                  <a:pt x="299022" y="59373"/>
                  <a:pt x="298338" y="56516"/>
                </a:cubicBezTo>
                <a:cubicBezTo>
                  <a:pt x="297655" y="53658"/>
                  <a:pt x="297313" y="50490"/>
                  <a:pt x="297313" y="47011"/>
                </a:cubicBezTo>
                <a:moveTo>
                  <a:pt x="305606" y="46498"/>
                </a:moveTo>
                <a:cubicBezTo>
                  <a:pt x="305606" y="52152"/>
                  <a:pt x="306437" y="56368"/>
                  <a:pt x="308099" y="59148"/>
                </a:cubicBezTo>
                <a:cubicBezTo>
                  <a:pt x="309761" y="61928"/>
                  <a:pt x="312114" y="63318"/>
                  <a:pt x="315158" y="63318"/>
                </a:cubicBezTo>
                <a:cubicBezTo>
                  <a:pt x="317208" y="63318"/>
                  <a:pt x="319374" y="62402"/>
                  <a:pt x="321657" y="60569"/>
                </a:cubicBezTo>
                <a:cubicBezTo>
                  <a:pt x="323940" y="58736"/>
                  <a:pt x="326340" y="56019"/>
                  <a:pt x="328856" y="52416"/>
                </a:cubicBezTo>
                <a:lnTo>
                  <a:pt x="328856" y="30704"/>
                </a:lnTo>
                <a:cubicBezTo>
                  <a:pt x="327520" y="30083"/>
                  <a:pt x="326045" y="29609"/>
                  <a:pt x="324429" y="29283"/>
                </a:cubicBezTo>
                <a:cubicBezTo>
                  <a:pt x="322814" y="28957"/>
                  <a:pt x="321215" y="28794"/>
                  <a:pt x="319631" y="28794"/>
                </a:cubicBezTo>
                <a:cubicBezTo>
                  <a:pt x="315220" y="28794"/>
                  <a:pt x="311780" y="30222"/>
                  <a:pt x="309311" y="33080"/>
                </a:cubicBezTo>
                <a:cubicBezTo>
                  <a:pt x="306841" y="35938"/>
                  <a:pt x="305606" y="40410"/>
                  <a:pt x="305606" y="46498"/>
                </a:cubicBezTo>
                <a:close/>
                <a:moveTo>
                  <a:pt x="389165" y="3541"/>
                </a:moveTo>
                <a:lnTo>
                  <a:pt x="357203" y="79485"/>
                </a:lnTo>
                <a:lnTo>
                  <a:pt x="349469" y="79485"/>
                </a:lnTo>
                <a:lnTo>
                  <a:pt x="381430" y="3541"/>
                </a:lnTo>
                <a:lnTo>
                  <a:pt x="389165" y="3541"/>
                </a:lnTo>
                <a:close/>
                <a:moveTo>
                  <a:pt x="403424" y="22644"/>
                </a:moveTo>
                <a:lnTo>
                  <a:pt x="410645" y="22644"/>
                </a:lnTo>
                <a:lnTo>
                  <a:pt x="410971" y="30191"/>
                </a:lnTo>
                <a:cubicBezTo>
                  <a:pt x="412338" y="28576"/>
                  <a:pt x="413658" y="27233"/>
                  <a:pt x="414932" y="26161"/>
                </a:cubicBezTo>
                <a:cubicBezTo>
                  <a:pt x="416205" y="25090"/>
                  <a:pt x="417455" y="24228"/>
                  <a:pt x="418682" y="23575"/>
                </a:cubicBezTo>
                <a:cubicBezTo>
                  <a:pt x="419909" y="22923"/>
                  <a:pt x="421159" y="22465"/>
                  <a:pt x="422433" y="22201"/>
                </a:cubicBezTo>
                <a:cubicBezTo>
                  <a:pt x="423706" y="21937"/>
                  <a:pt x="425027" y="21805"/>
                  <a:pt x="426393" y="21805"/>
                </a:cubicBezTo>
                <a:cubicBezTo>
                  <a:pt x="431208" y="21805"/>
                  <a:pt x="434850" y="23226"/>
                  <a:pt x="437319" y="26068"/>
                </a:cubicBezTo>
                <a:cubicBezTo>
                  <a:pt x="439788" y="28910"/>
                  <a:pt x="441023" y="33189"/>
                  <a:pt x="441023" y="38904"/>
                </a:cubicBezTo>
                <a:lnTo>
                  <a:pt x="441023" y="69421"/>
                </a:lnTo>
                <a:lnTo>
                  <a:pt x="432916" y="69421"/>
                </a:lnTo>
                <a:lnTo>
                  <a:pt x="432916" y="39556"/>
                </a:lnTo>
                <a:cubicBezTo>
                  <a:pt x="432916" y="35891"/>
                  <a:pt x="432233" y="33181"/>
                  <a:pt x="430866" y="31426"/>
                </a:cubicBezTo>
                <a:cubicBezTo>
                  <a:pt x="429499" y="29671"/>
                  <a:pt x="427465" y="28794"/>
                  <a:pt x="424763" y="28794"/>
                </a:cubicBezTo>
                <a:cubicBezTo>
                  <a:pt x="423769" y="28794"/>
                  <a:pt x="422798" y="28941"/>
                  <a:pt x="421851" y="29236"/>
                </a:cubicBezTo>
                <a:cubicBezTo>
                  <a:pt x="420903" y="29531"/>
                  <a:pt x="419917" y="30044"/>
                  <a:pt x="418892" y="30774"/>
                </a:cubicBezTo>
                <a:cubicBezTo>
                  <a:pt x="417867" y="31504"/>
                  <a:pt x="416757" y="32490"/>
                  <a:pt x="415561" y="33732"/>
                </a:cubicBezTo>
                <a:cubicBezTo>
                  <a:pt x="414365" y="34975"/>
                  <a:pt x="413021" y="36528"/>
                  <a:pt x="411531" y="38391"/>
                </a:cubicBezTo>
                <a:lnTo>
                  <a:pt x="411531" y="69421"/>
                </a:lnTo>
                <a:lnTo>
                  <a:pt x="403424" y="69421"/>
                </a:lnTo>
                <a:lnTo>
                  <a:pt x="403424" y="22644"/>
                </a:lnTo>
                <a:close/>
                <a:moveTo>
                  <a:pt x="494792" y="43563"/>
                </a:moveTo>
                <a:cubicBezTo>
                  <a:pt x="494792" y="44712"/>
                  <a:pt x="494776" y="45675"/>
                  <a:pt x="494745" y="46452"/>
                </a:cubicBezTo>
                <a:cubicBezTo>
                  <a:pt x="494714" y="47228"/>
                  <a:pt x="494668" y="47958"/>
                  <a:pt x="494605" y="48642"/>
                </a:cubicBezTo>
                <a:lnTo>
                  <a:pt x="461758" y="48642"/>
                </a:lnTo>
                <a:cubicBezTo>
                  <a:pt x="461758" y="53425"/>
                  <a:pt x="463094" y="57098"/>
                  <a:pt x="465765" y="59661"/>
                </a:cubicBezTo>
                <a:cubicBezTo>
                  <a:pt x="468436" y="62223"/>
                  <a:pt x="472288" y="63504"/>
                  <a:pt x="477320" y="63504"/>
                </a:cubicBezTo>
                <a:cubicBezTo>
                  <a:pt x="478687" y="63504"/>
                  <a:pt x="480053" y="63449"/>
                  <a:pt x="481420" y="63338"/>
                </a:cubicBezTo>
                <a:cubicBezTo>
                  <a:pt x="482787" y="63227"/>
                  <a:pt x="484107" y="63076"/>
                  <a:pt x="485380" y="62886"/>
                </a:cubicBezTo>
                <a:cubicBezTo>
                  <a:pt x="486654" y="62694"/>
                  <a:pt x="487873" y="62480"/>
                  <a:pt x="489038" y="62242"/>
                </a:cubicBezTo>
                <a:cubicBezTo>
                  <a:pt x="490202" y="62003"/>
                  <a:pt x="491282" y="61741"/>
                  <a:pt x="492276" y="61454"/>
                </a:cubicBezTo>
                <a:lnTo>
                  <a:pt x="492276" y="68117"/>
                </a:lnTo>
                <a:cubicBezTo>
                  <a:pt x="490070" y="68752"/>
                  <a:pt x="487578" y="69268"/>
                  <a:pt x="484798" y="69665"/>
                </a:cubicBezTo>
                <a:cubicBezTo>
                  <a:pt x="482018" y="70062"/>
                  <a:pt x="479137" y="70260"/>
                  <a:pt x="476155" y="70260"/>
                </a:cubicBezTo>
                <a:cubicBezTo>
                  <a:pt x="472148" y="70260"/>
                  <a:pt x="468700" y="69717"/>
                  <a:pt x="465812" y="68629"/>
                </a:cubicBezTo>
                <a:cubicBezTo>
                  <a:pt x="462923" y="67542"/>
                  <a:pt x="460555" y="65966"/>
                  <a:pt x="458707" y="63900"/>
                </a:cubicBezTo>
                <a:cubicBezTo>
                  <a:pt x="456858" y="61835"/>
                  <a:pt x="455492" y="59303"/>
                  <a:pt x="454607" y="56306"/>
                </a:cubicBezTo>
                <a:cubicBezTo>
                  <a:pt x="453721" y="53309"/>
                  <a:pt x="453279" y="49915"/>
                  <a:pt x="453279" y="46126"/>
                </a:cubicBezTo>
                <a:cubicBezTo>
                  <a:pt x="453279" y="42833"/>
                  <a:pt x="453752" y="39719"/>
                  <a:pt x="454700" y="36784"/>
                </a:cubicBezTo>
                <a:cubicBezTo>
                  <a:pt x="455647" y="33849"/>
                  <a:pt x="457029" y="31271"/>
                  <a:pt x="458846" y="29050"/>
                </a:cubicBezTo>
                <a:cubicBezTo>
                  <a:pt x="460663" y="26829"/>
                  <a:pt x="462892" y="25066"/>
                  <a:pt x="465532" y="23762"/>
                </a:cubicBezTo>
                <a:cubicBezTo>
                  <a:pt x="468172" y="22457"/>
                  <a:pt x="471170" y="21805"/>
                  <a:pt x="474524" y="21805"/>
                </a:cubicBezTo>
                <a:cubicBezTo>
                  <a:pt x="477786" y="21805"/>
                  <a:pt x="480675" y="22317"/>
                  <a:pt x="483190" y="23342"/>
                </a:cubicBezTo>
                <a:cubicBezTo>
                  <a:pt x="485706" y="24367"/>
                  <a:pt x="487826" y="25820"/>
                  <a:pt x="489550" y="27699"/>
                </a:cubicBezTo>
                <a:cubicBezTo>
                  <a:pt x="491274" y="29578"/>
                  <a:pt x="492579" y="31861"/>
                  <a:pt x="493464" y="34548"/>
                </a:cubicBezTo>
                <a:cubicBezTo>
                  <a:pt x="494349" y="37234"/>
                  <a:pt x="494792" y="40240"/>
                  <a:pt x="494792" y="43563"/>
                </a:cubicBezTo>
                <a:moveTo>
                  <a:pt x="486359" y="42398"/>
                </a:moveTo>
                <a:cubicBezTo>
                  <a:pt x="486452" y="40317"/>
                  <a:pt x="486250" y="38415"/>
                  <a:pt x="485753" y="36691"/>
                </a:cubicBezTo>
                <a:cubicBezTo>
                  <a:pt x="485256" y="34967"/>
                  <a:pt x="484487" y="33484"/>
                  <a:pt x="483447" y="32241"/>
                </a:cubicBezTo>
                <a:cubicBezTo>
                  <a:pt x="482406" y="30999"/>
                  <a:pt x="481109" y="30028"/>
                  <a:pt x="479556" y="29329"/>
                </a:cubicBezTo>
                <a:cubicBezTo>
                  <a:pt x="478003" y="28631"/>
                  <a:pt x="476202" y="28281"/>
                  <a:pt x="474152" y="28281"/>
                </a:cubicBezTo>
                <a:cubicBezTo>
                  <a:pt x="472381" y="28281"/>
                  <a:pt x="470766" y="28623"/>
                  <a:pt x="469306" y="29306"/>
                </a:cubicBezTo>
                <a:cubicBezTo>
                  <a:pt x="467846" y="29989"/>
                  <a:pt x="466588" y="30952"/>
                  <a:pt x="465532" y="32195"/>
                </a:cubicBezTo>
                <a:cubicBezTo>
                  <a:pt x="464476" y="33437"/>
                  <a:pt x="463622" y="34928"/>
                  <a:pt x="462970" y="36668"/>
                </a:cubicBezTo>
                <a:cubicBezTo>
                  <a:pt x="462317" y="38407"/>
                  <a:pt x="461914" y="40317"/>
                  <a:pt x="461758" y="42398"/>
                </a:cubicBezTo>
                <a:lnTo>
                  <a:pt x="486359" y="42398"/>
                </a:lnTo>
                <a:close/>
                <a:moveTo>
                  <a:pt x="549306" y="69421"/>
                </a:moveTo>
                <a:lnTo>
                  <a:pt x="538543" y="69421"/>
                </a:lnTo>
                <a:lnTo>
                  <a:pt x="525917" y="51577"/>
                </a:lnTo>
                <a:lnTo>
                  <a:pt x="513430" y="69421"/>
                </a:lnTo>
                <a:lnTo>
                  <a:pt x="502947" y="69421"/>
                </a:lnTo>
                <a:lnTo>
                  <a:pt x="521071" y="45939"/>
                </a:lnTo>
                <a:lnTo>
                  <a:pt x="503786" y="22644"/>
                </a:lnTo>
                <a:lnTo>
                  <a:pt x="514176" y="22644"/>
                </a:lnTo>
                <a:lnTo>
                  <a:pt x="526476" y="40628"/>
                </a:lnTo>
                <a:lnTo>
                  <a:pt x="538543" y="22644"/>
                </a:lnTo>
                <a:lnTo>
                  <a:pt x="548560" y="22644"/>
                </a:lnTo>
                <a:lnTo>
                  <a:pt x="530995" y="46126"/>
                </a:lnTo>
                <a:lnTo>
                  <a:pt x="549306" y="69421"/>
                </a:lnTo>
                <a:close/>
                <a:moveTo>
                  <a:pt x="596692" y="68723"/>
                </a:moveTo>
                <a:cubicBezTo>
                  <a:pt x="594859" y="69205"/>
                  <a:pt x="592964" y="69551"/>
                  <a:pt x="591007" y="69759"/>
                </a:cubicBezTo>
                <a:cubicBezTo>
                  <a:pt x="589051" y="69969"/>
                  <a:pt x="587063" y="70074"/>
                  <a:pt x="585044" y="70074"/>
                </a:cubicBezTo>
                <a:cubicBezTo>
                  <a:pt x="579173" y="70074"/>
                  <a:pt x="574794" y="68746"/>
                  <a:pt x="571905" y="66090"/>
                </a:cubicBezTo>
                <a:cubicBezTo>
                  <a:pt x="569016" y="63434"/>
                  <a:pt x="567572" y="59358"/>
                  <a:pt x="567572" y="53860"/>
                </a:cubicBezTo>
                <a:lnTo>
                  <a:pt x="567572" y="29446"/>
                </a:lnTo>
                <a:lnTo>
                  <a:pt x="554480" y="29446"/>
                </a:lnTo>
                <a:lnTo>
                  <a:pt x="554480" y="22644"/>
                </a:lnTo>
                <a:lnTo>
                  <a:pt x="567572" y="22644"/>
                </a:lnTo>
                <a:lnTo>
                  <a:pt x="567572" y="9743"/>
                </a:lnTo>
                <a:lnTo>
                  <a:pt x="575679" y="7641"/>
                </a:lnTo>
                <a:lnTo>
                  <a:pt x="575679" y="22644"/>
                </a:lnTo>
                <a:lnTo>
                  <a:pt x="596692" y="22644"/>
                </a:lnTo>
                <a:lnTo>
                  <a:pt x="596692" y="29446"/>
                </a:lnTo>
                <a:lnTo>
                  <a:pt x="575679" y="29446"/>
                </a:lnTo>
                <a:lnTo>
                  <a:pt x="575679" y="53208"/>
                </a:lnTo>
                <a:cubicBezTo>
                  <a:pt x="575679" y="56562"/>
                  <a:pt x="576572" y="59070"/>
                  <a:pt x="578358" y="60732"/>
                </a:cubicBezTo>
                <a:cubicBezTo>
                  <a:pt x="580144" y="62394"/>
                  <a:pt x="582776" y="63225"/>
                  <a:pt x="586255" y="63225"/>
                </a:cubicBezTo>
                <a:cubicBezTo>
                  <a:pt x="587746" y="63225"/>
                  <a:pt x="589377" y="63105"/>
                  <a:pt x="591147" y="62865"/>
                </a:cubicBezTo>
                <a:cubicBezTo>
                  <a:pt x="592918" y="62624"/>
                  <a:pt x="594766" y="62247"/>
                  <a:pt x="596692" y="61734"/>
                </a:cubicBezTo>
                <a:lnTo>
                  <a:pt x="596692" y="68723"/>
                </a:lnTo>
                <a:close/>
                <a:moveTo>
                  <a:pt x="614492" y="27536"/>
                </a:moveTo>
                <a:cubicBezTo>
                  <a:pt x="616076" y="27598"/>
                  <a:pt x="617613" y="27466"/>
                  <a:pt x="619104" y="27140"/>
                </a:cubicBezTo>
                <a:cubicBezTo>
                  <a:pt x="620595" y="26812"/>
                  <a:pt x="621908" y="26315"/>
                  <a:pt x="623041" y="25646"/>
                </a:cubicBezTo>
                <a:cubicBezTo>
                  <a:pt x="624175" y="24976"/>
                  <a:pt x="625084" y="24143"/>
                  <a:pt x="625767" y="23147"/>
                </a:cubicBezTo>
                <a:cubicBezTo>
                  <a:pt x="626450" y="22151"/>
                  <a:pt x="626792" y="21000"/>
                  <a:pt x="626792" y="19694"/>
                </a:cubicBezTo>
                <a:cubicBezTo>
                  <a:pt x="626792" y="18386"/>
                  <a:pt x="626567" y="17328"/>
                  <a:pt x="626116" y="16520"/>
                </a:cubicBezTo>
                <a:cubicBezTo>
                  <a:pt x="625666" y="15710"/>
                  <a:pt x="625161" y="14963"/>
                  <a:pt x="624602" y="14279"/>
                </a:cubicBezTo>
                <a:cubicBezTo>
                  <a:pt x="624043" y="13594"/>
                  <a:pt x="623538" y="12862"/>
                  <a:pt x="623088" y="12085"/>
                </a:cubicBezTo>
                <a:cubicBezTo>
                  <a:pt x="622637" y="11306"/>
                  <a:pt x="622412" y="10279"/>
                  <a:pt x="622412" y="9004"/>
                </a:cubicBezTo>
                <a:cubicBezTo>
                  <a:pt x="622412" y="8320"/>
                  <a:pt x="622537" y="7627"/>
                  <a:pt x="622785" y="6928"/>
                </a:cubicBezTo>
                <a:cubicBezTo>
                  <a:pt x="623034" y="6227"/>
                  <a:pt x="623414" y="5581"/>
                  <a:pt x="623927" y="4990"/>
                </a:cubicBezTo>
                <a:cubicBezTo>
                  <a:pt x="624439" y="4398"/>
                  <a:pt x="625091" y="3915"/>
                  <a:pt x="625883" y="3542"/>
                </a:cubicBezTo>
                <a:cubicBezTo>
                  <a:pt x="626675" y="3169"/>
                  <a:pt x="627615" y="2982"/>
                  <a:pt x="628702" y="2982"/>
                </a:cubicBezTo>
                <a:cubicBezTo>
                  <a:pt x="629789" y="2982"/>
                  <a:pt x="630838" y="3208"/>
                  <a:pt x="631847" y="3659"/>
                </a:cubicBezTo>
                <a:cubicBezTo>
                  <a:pt x="632857" y="4109"/>
                  <a:pt x="633742" y="4794"/>
                  <a:pt x="634503" y="5712"/>
                </a:cubicBezTo>
                <a:cubicBezTo>
                  <a:pt x="635264" y="6629"/>
                  <a:pt x="635870" y="7788"/>
                  <a:pt x="636320" y="9189"/>
                </a:cubicBezTo>
                <a:cubicBezTo>
                  <a:pt x="636770" y="10588"/>
                  <a:pt x="636995" y="12237"/>
                  <a:pt x="636995" y="14135"/>
                </a:cubicBezTo>
                <a:cubicBezTo>
                  <a:pt x="636995" y="16717"/>
                  <a:pt x="636522" y="19198"/>
                  <a:pt x="635574" y="21578"/>
                </a:cubicBezTo>
                <a:cubicBezTo>
                  <a:pt x="634627" y="23957"/>
                  <a:pt x="633214" y="26064"/>
                  <a:pt x="631335" y="27900"/>
                </a:cubicBezTo>
                <a:cubicBezTo>
                  <a:pt x="629455" y="29735"/>
                  <a:pt x="627110" y="31197"/>
                  <a:pt x="624299" y="32287"/>
                </a:cubicBezTo>
                <a:cubicBezTo>
                  <a:pt x="621488" y="33375"/>
                  <a:pt x="618219" y="33919"/>
                  <a:pt x="614492" y="33919"/>
                </a:cubicBezTo>
                <a:lnTo>
                  <a:pt x="614492" y="27536"/>
                </a:lnTo>
                <a:close/>
                <a:moveTo>
                  <a:pt x="666909" y="78973"/>
                </a:moveTo>
                <a:cubicBezTo>
                  <a:pt x="668493" y="79035"/>
                  <a:pt x="670031" y="78894"/>
                  <a:pt x="671522" y="78551"/>
                </a:cubicBezTo>
                <a:cubicBezTo>
                  <a:pt x="673013" y="78208"/>
                  <a:pt x="674325" y="77701"/>
                  <a:pt x="675459" y="77029"/>
                </a:cubicBezTo>
                <a:cubicBezTo>
                  <a:pt x="676593" y="76358"/>
                  <a:pt x="677501" y="75524"/>
                  <a:pt x="678184" y="74525"/>
                </a:cubicBezTo>
                <a:cubicBezTo>
                  <a:pt x="678868" y="73527"/>
                  <a:pt x="679209" y="72388"/>
                  <a:pt x="679209" y="71108"/>
                </a:cubicBezTo>
                <a:cubicBezTo>
                  <a:pt x="679209" y="69797"/>
                  <a:pt x="678984" y="68738"/>
                  <a:pt x="678534" y="67931"/>
                </a:cubicBezTo>
                <a:cubicBezTo>
                  <a:pt x="678084" y="67123"/>
                  <a:pt x="677579" y="66378"/>
                  <a:pt x="677020" y="65694"/>
                </a:cubicBezTo>
                <a:cubicBezTo>
                  <a:pt x="676461" y="65011"/>
                  <a:pt x="675956" y="64281"/>
                  <a:pt x="675505" y="63504"/>
                </a:cubicBezTo>
                <a:cubicBezTo>
                  <a:pt x="675055" y="62728"/>
                  <a:pt x="674830" y="61687"/>
                  <a:pt x="674830" y="60383"/>
                </a:cubicBezTo>
                <a:cubicBezTo>
                  <a:pt x="674830" y="59730"/>
                  <a:pt x="674954" y="59047"/>
                  <a:pt x="675203" y="58333"/>
                </a:cubicBezTo>
                <a:cubicBezTo>
                  <a:pt x="675451" y="57618"/>
                  <a:pt x="675832" y="56966"/>
                  <a:pt x="676344" y="56376"/>
                </a:cubicBezTo>
                <a:cubicBezTo>
                  <a:pt x="676857" y="55786"/>
                  <a:pt x="677509" y="55304"/>
                  <a:pt x="678301" y="54932"/>
                </a:cubicBezTo>
                <a:cubicBezTo>
                  <a:pt x="679093" y="54559"/>
                  <a:pt x="680033" y="54372"/>
                  <a:pt x="681120" y="54372"/>
                </a:cubicBezTo>
                <a:cubicBezTo>
                  <a:pt x="682207" y="54372"/>
                  <a:pt x="683255" y="54598"/>
                  <a:pt x="684265" y="55049"/>
                </a:cubicBezTo>
                <a:cubicBezTo>
                  <a:pt x="685274" y="55500"/>
                  <a:pt x="686159" y="56192"/>
                  <a:pt x="686920" y="57126"/>
                </a:cubicBezTo>
                <a:cubicBezTo>
                  <a:pt x="687681" y="58058"/>
                  <a:pt x="688287" y="59225"/>
                  <a:pt x="688737" y="60626"/>
                </a:cubicBezTo>
                <a:cubicBezTo>
                  <a:pt x="689188" y="62026"/>
                  <a:pt x="689413" y="63674"/>
                  <a:pt x="689413" y="65572"/>
                </a:cubicBezTo>
                <a:cubicBezTo>
                  <a:pt x="689413" y="68154"/>
                  <a:pt x="688939" y="70634"/>
                  <a:pt x="687992" y="73013"/>
                </a:cubicBezTo>
                <a:cubicBezTo>
                  <a:pt x="687045" y="75393"/>
                  <a:pt x="685631" y="77501"/>
                  <a:pt x="683752" y="79337"/>
                </a:cubicBezTo>
                <a:cubicBezTo>
                  <a:pt x="681873" y="81172"/>
                  <a:pt x="679528" y="82634"/>
                  <a:pt x="676717" y="83722"/>
                </a:cubicBezTo>
                <a:cubicBezTo>
                  <a:pt x="673906" y="84811"/>
                  <a:pt x="670637" y="85356"/>
                  <a:pt x="666909" y="85356"/>
                </a:cubicBezTo>
                <a:lnTo>
                  <a:pt x="666909" y="78973"/>
                </a:lnTo>
                <a:moveTo>
                  <a:pt x="681492" y="21805"/>
                </a:moveTo>
                <a:cubicBezTo>
                  <a:pt x="682455" y="21805"/>
                  <a:pt x="683372" y="21999"/>
                  <a:pt x="684241" y="22387"/>
                </a:cubicBezTo>
                <a:cubicBezTo>
                  <a:pt x="685111" y="22776"/>
                  <a:pt x="685872" y="23296"/>
                  <a:pt x="686524" y="23948"/>
                </a:cubicBezTo>
                <a:cubicBezTo>
                  <a:pt x="687177" y="24600"/>
                  <a:pt x="687697" y="25361"/>
                  <a:pt x="688085" y="26231"/>
                </a:cubicBezTo>
                <a:cubicBezTo>
                  <a:pt x="688473" y="27101"/>
                  <a:pt x="688668" y="28017"/>
                  <a:pt x="688668" y="28980"/>
                </a:cubicBezTo>
                <a:cubicBezTo>
                  <a:pt x="688668" y="29974"/>
                  <a:pt x="688473" y="30898"/>
                  <a:pt x="688085" y="31752"/>
                </a:cubicBezTo>
                <a:cubicBezTo>
                  <a:pt x="687697" y="32606"/>
                  <a:pt x="687177" y="33360"/>
                  <a:pt x="686524" y="34012"/>
                </a:cubicBezTo>
                <a:cubicBezTo>
                  <a:pt x="685872" y="34664"/>
                  <a:pt x="685111" y="35177"/>
                  <a:pt x="684241" y="35549"/>
                </a:cubicBezTo>
                <a:cubicBezTo>
                  <a:pt x="683372" y="35922"/>
                  <a:pt x="682455" y="36108"/>
                  <a:pt x="681492" y="36108"/>
                </a:cubicBezTo>
                <a:cubicBezTo>
                  <a:pt x="680499" y="36108"/>
                  <a:pt x="679574" y="35922"/>
                  <a:pt x="678720" y="35549"/>
                </a:cubicBezTo>
                <a:cubicBezTo>
                  <a:pt x="677866" y="35177"/>
                  <a:pt x="677113" y="34664"/>
                  <a:pt x="676461" y="34012"/>
                </a:cubicBezTo>
                <a:cubicBezTo>
                  <a:pt x="675808" y="33360"/>
                  <a:pt x="675296" y="32606"/>
                  <a:pt x="674923" y="31752"/>
                </a:cubicBezTo>
                <a:cubicBezTo>
                  <a:pt x="674550" y="30898"/>
                  <a:pt x="674364" y="29974"/>
                  <a:pt x="674364" y="28980"/>
                </a:cubicBezTo>
                <a:cubicBezTo>
                  <a:pt x="674364" y="28017"/>
                  <a:pt x="674550" y="27101"/>
                  <a:pt x="674923" y="26231"/>
                </a:cubicBezTo>
                <a:cubicBezTo>
                  <a:pt x="675296" y="25361"/>
                  <a:pt x="675808" y="24600"/>
                  <a:pt x="676461" y="23948"/>
                </a:cubicBezTo>
                <a:cubicBezTo>
                  <a:pt x="677113" y="23296"/>
                  <a:pt x="677866" y="22776"/>
                  <a:pt x="678720" y="22387"/>
                </a:cubicBezTo>
                <a:cubicBezTo>
                  <a:pt x="679574" y="21999"/>
                  <a:pt x="680499" y="21805"/>
                  <a:pt x="681492" y="21805"/>
                </a:cubicBezTo>
                <a:close/>
                <a:moveTo>
                  <a:pt x="754271" y="79485"/>
                </a:moveTo>
                <a:lnTo>
                  <a:pt x="746536" y="79485"/>
                </a:lnTo>
                <a:lnTo>
                  <a:pt x="714574" y="3541"/>
                </a:lnTo>
                <a:lnTo>
                  <a:pt x="722309" y="3541"/>
                </a:lnTo>
                <a:lnTo>
                  <a:pt x="754271" y="79485"/>
                </a:lnTo>
                <a:close/>
                <a:moveTo>
                  <a:pt x="766433" y="22644"/>
                </a:moveTo>
                <a:lnTo>
                  <a:pt x="773655" y="22644"/>
                </a:lnTo>
                <a:lnTo>
                  <a:pt x="773981" y="30191"/>
                </a:lnTo>
                <a:cubicBezTo>
                  <a:pt x="775348" y="28576"/>
                  <a:pt x="776668" y="27233"/>
                  <a:pt x="777941" y="26161"/>
                </a:cubicBezTo>
                <a:cubicBezTo>
                  <a:pt x="779215" y="25090"/>
                  <a:pt x="780465" y="24228"/>
                  <a:pt x="781692" y="23575"/>
                </a:cubicBezTo>
                <a:cubicBezTo>
                  <a:pt x="782919" y="22923"/>
                  <a:pt x="784169" y="22465"/>
                  <a:pt x="785442" y="22201"/>
                </a:cubicBezTo>
                <a:cubicBezTo>
                  <a:pt x="786716" y="21937"/>
                  <a:pt x="788036" y="21805"/>
                  <a:pt x="789403" y="21805"/>
                </a:cubicBezTo>
                <a:cubicBezTo>
                  <a:pt x="794217" y="21805"/>
                  <a:pt x="797859" y="23226"/>
                  <a:pt x="800328" y="26068"/>
                </a:cubicBezTo>
                <a:cubicBezTo>
                  <a:pt x="802798" y="28910"/>
                  <a:pt x="804032" y="33189"/>
                  <a:pt x="804032" y="38904"/>
                </a:cubicBezTo>
                <a:lnTo>
                  <a:pt x="804032" y="69421"/>
                </a:lnTo>
                <a:lnTo>
                  <a:pt x="795925" y="69421"/>
                </a:lnTo>
                <a:lnTo>
                  <a:pt x="795925" y="39556"/>
                </a:lnTo>
                <a:cubicBezTo>
                  <a:pt x="795925" y="35891"/>
                  <a:pt x="795242" y="33181"/>
                  <a:pt x="793875" y="31426"/>
                </a:cubicBezTo>
                <a:cubicBezTo>
                  <a:pt x="792509" y="29671"/>
                  <a:pt x="790474" y="28794"/>
                  <a:pt x="787772" y="28794"/>
                </a:cubicBezTo>
                <a:cubicBezTo>
                  <a:pt x="786778" y="28794"/>
                  <a:pt x="785807" y="28941"/>
                  <a:pt x="784860" y="29236"/>
                </a:cubicBezTo>
                <a:cubicBezTo>
                  <a:pt x="783913" y="29531"/>
                  <a:pt x="782926" y="30044"/>
                  <a:pt x="781901" y="30774"/>
                </a:cubicBezTo>
                <a:cubicBezTo>
                  <a:pt x="780876" y="31504"/>
                  <a:pt x="779766" y="32490"/>
                  <a:pt x="778570" y="33732"/>
                </a:cubicBezTo>
                <a:cubicBezTo>
                  <a:pt x="777374" y="34975"/>
                  <a:pt x="776031" y="36528"/>
                  <a:pt x="774540" y="38391"/>
                </a:cubicBezTo>
                <a:lnTo>
                  <a:pt x="774540" y="69421"/>
                </a:lnTo>
                <a:lnTo>
                  <a:pt x="766433" y="69421"/>
                </a:lnTo>
                <a:lnTo>
                  <a:pt x="766433" y="22644"/>
                </a:lnTo>
                <a:close/>
                <a:moveTo>
                  <a:pt x="858160" y="79485"/>
                </a:moveTo>
                <a:lnTo>
                  <a:pt x="850426" y="79485"/>
                </a:lnTo>
                <a:lnTo>
                  <a:pt x="818464" y="3541"/>
                </a:lnTo>
                <a:lnTo>
                  <a:pt x="826199" y="3541"/>
                </a:lnTo>
                <a:lnTo>
                  <a:pt x="858160" y="79485"/>
                </a:lnTo>
                <a:close/>
                <a:moveTo>
                  <a:pt x="870323" y="22644"/>
                </a:moveTo>
                <a:lnTo>
                  <a:pt x="877545" y="22644"/>
                </a:lnTo>
                <a:lnTo>
                  <a:pt x="877871" y="30191"/>
                </a:lnTo>
                <a:cubicBezTo>
                  <a:pt x="879237" y="28576"/>
                  <a:pt x="880558" y="27233"/>
                  <a:pt x="881831" y="26161"/>
                </a:cubicBezTo>
                <a:cubicBezTo>
                  <a:pt x="883105" y="25090"/>
                  <a:pt x="884355" y="24228"/>
                  <a:pt x="885582" y="23575"/>
                </a:cubicBezTo>
                <a:cubicBezTo>
                  <a:pt x="886809" y="22923"/>
                  <a:pt x="888059" y="22465"/>
                  <a:pt x="889332" y="22201"/>
                </a:cubicBezTo>
                <a:cubicBezTo>
                  <a:pt x="890606" y="21937"/>
                  <a:pt x="891926" y="21805"/>
                  <a:pt x="893293" y="21805"/>
                </a:cubicBezTo>
                <a:cubicBezTo>
                  <a:pt x="898107" y="21805"/>
                  <a:pt x="901749" y="23226"/>
                  <a:pt x="904218" y="26068"/>
                </a:cubicBezTo>
                <a:cubicBezTo>
                  <a:pt x="906688" y="28910"/>
                  <a:pt x="907922" y="33189"/>
                  <a:pt x="907922" y="38904"/>
                </a:cubicBezTo>
                <a:lnTo>
                  <a:pt x="907922" y="69421"/>
                </a:lnTo>
                <a:lnTo>
                  <a:pt x="899815" y="69421"/>
                </a:lnTo>
                <a:lnTo>
                  <a:pt x="899815" y="39556"/>
                </a:lnTo>
                <a:cubicBezTo>
                  <a:pt x="899815" y="35891"/>
                  <a:pt x="899132" y="33181"/>
                  <a:pt x="897765" y="31426"/>
                </a:cubicBezTo>
                <a:cubicBezTo>
                  <a:pt x="896399" y="29671"/>
                  <a:pt x="894364" y="28794"/>
                  <a:pt x="891662" y="28794"/>
                </a:cubicBezTo>
                <a:cubicBezTo>
                  <a:pt x="890668" y="28794"/>
                  <a:pt x="889697" y="28941"/>
                  <a:pt x="888750" y="29236"/>
                </a:cubicBezTo>
                <a:cubicBezTo>
                  <a:pt x="887803" y="29531"/>
                  <a:pt x="886816" y="30044"/>
                  <a:pt x="885791" y="30774"/>
                </a:cubicBezTo>
                <a:cubicBezTo>
                  <a:pt x="884766" y="31504"/>
                  <a:pt x="883656" y="32490"/>
                  <a:pt x="882460" y="33732"/>
                </a:cubicBezTo>
                <a:cubicBezTo>
                  <a:pt x="881264" y="34975"/>
                  <a:pt x="879921" y="36528"/>
                  <a:pt x="878430" y="38391"/>
                </a:cubicBezTo>
                <a:lnTo>
                  <a:pt x="878430" y="69421"/>
                </a:lnTo>
                <a:lnTo>
                  <a:pt x="870323" y="69421"/>
                </a:lnTo>
                <a:lnTo>
                  <a:pt x="870323" y="22644"/>
                </a:lnTo>
                <a:close/>
                <a:moveTo>
                  <a:pt x="958523" y="67698"/>
                </a:moveTo>
                <a:cubicBezTo>
                  <a:pt x="956411" y="68505"/>
                  <a:pt x="954244" y="69103"/>
                  <a:pt x="952023" y="69491"/>
                </a:cubicBezTo>
                <a:cubicBezTo>
                  <a:pt x="949802" y="69880"/>
                  <a:pt x="947512" y="70074"/>
                  <a:pt x="945151" y="70074"/>
                </a:cubicBezTo>
                <a:cubicBezTo>
                  <a:pt x="937758" y="70074"/>
                  <a:pt x="932067" y="68070"/>
                  <a:pt x="928075" y="64063"/>
                </a:cubicBezTo>
                <a:cubicBezTo>
                  <a:pt x="924084" y="60057"/>
                  <a:pt x="922088" y="54202"/>
                  <a:pt x="922088" y="46498"/>
                </a:cubicBezTo>
                <a:cubicBezTo>
                  <a:pt x="922088" y="42802"/>
                  <a:pt x="922663" y="39448"/>
                  <a:pt x="923812" y="36435"/>
                </a:cubicBezTo>
                <a:cubicBezTo>
                  <a:pt x="924961" y="33422"/>
                  <a:pt x="926576" y="30844"/>
                  <a:pt x="928658" y="28700"/>
                </a:cubicBezTo>
                <a:cubicBezTo>
                  <a:pt x="930739" y="26557"/>
                  <a:pt x="933224" y="24903"/>
                  <a:pt x="936112" y="23738"/>
                </a:cubicBezTo>
                <a:cubicBezTo>
                  <a:pt x="939001" y="22574"/>
                  <a:pt x="942185" y="21991"/>
                  <a:pt x="945664" y="21991"/>
                </a:cubicBezTo>
                <a:cubicBezTo>
                  <a:pt x="948086" y="21991"/>
                  <a:pt x="950354" y="22166"/>
                  <a:pt x="952466" y="22515"/>
                </a:cubicBezTo>
                <a:cubicBezTo>
                  <a:pt x="954578" y="22864"/>
                  <a:pt x="956597" y="23435"/>
                  <a:pt x="958523" y="24228"/>
                </a:cubicBezTo>
                <a:lnTo>
                  <a:pt x="958523" y="31962"/>
                </a:lnTo>
                <a:cubicBezTo>
                  <a:pt x="956504" y="30889"/>
                  <a:pt x="954446" y="30109"/>
                  <a:pt x="952349" y="29621"/>
                </a:cubicBezTo>
                <a:cubicBezTo>
                  <a:pt x="950253" y="29131"/>
                  <a:pt x="948086" y="28887"/>
                  <a:pt x="945850" y="28887"/>
                </a:cubicBezTo>
                <a:cubicBezTo>
                  <a:pt x="943769" y="28887"/>
                  <a:pt x="941804" y="29283"/>
                  <a:pt x="939956" y="30075"/>
                </a:cubicBezTo>
                <a:cubicBezTo>
                  <a:pt x="938108" y="30867"/>
                  <a:pt x="936485" y="32008"/>
                  <a:pt x="935087" y="33499"/>
                </a:cubicBezTo>
                <a:cubicBezTo>
                  <a:pt x="933689" y="34990"/>
                  <a:pt x="932587" y="36807"/>
                  <a:pt x="931779" y="38951"/>
                </a:cubicBezTo>
                <a:cubicBezTo>
                  <a:pt x="930972" y="41094"/>
                  <a:pt x="930568" y="43517"/>
                  <a:pt x="930568" y="46219"/>
                </a:cubicBezTo>
                <a:cubicBezTo>
                  <a:pt x="930568" y="51872"/>
                  <a:pt x="931942" y="56104"/>
                  <a:pt x="934691" y="58915"/>
                </a:cubicBezTo>
                <a:cubicBezTo>
                  <a:pt x="937440" y="61726"/>
                  <a:pt x="941253" y="63132"/>
                  <a:pt x="946129" y="63132"/>
                </a:cubicBezTo>
                <a:cubicBezTo>
                  <a:pt x="948335" y="63132"/>
                  <a:pt x="950470" y="62883"/>
                  <a:pt x="952536" y="62386"/>
                </a:cubicBezTo>
                <a:cubicBezTo>
                  <a:pt x="954601" y="61889"/>
                  <a:pt x="956597" y="61144"/>
                  <a:pt x="958523" y="60150"/>
                </a:cubicBezTo>
                <a:lnTo>
                  <a:pt x="958523" y="67698"/>
                </a:lnTo>
                <a:close/>
                <a:moveTo>
                  <a:pt x="989974" y="10204"/>
                </a:moveTo>
                <a:lnTo>
                  <a:pt x="976136" y="10204"/>
                </a:lnTo>
                <a:lnTo>
                  <a:pt x="976136" y="3541"/>
                </a:lnTo>
                <a:lnTo>
                  <a:pt x="998174" y="3541"/>
                </a:lnTo>
                <a:lnTo>
                  <a:pt x="998174" y="62666"/>
                </a:lnTo>
                <a:lnTo>
                  <a:pt x="1012105" y="62666"/>
                </a:lnTo>
                <a:lnTo>
                  <a:pt x="1012105" y="69421"/>
                </a:lnTo>
                <a:lnTo>
                  <a:pt x="974599" y="69421"/>
                </a:lnTo>
                <a:lnTo>
                  <a:pt x="974599" y="62666"/>
                </a:lnTo>
                <a:lnTo>
                  <a:pt x="989974" y="62666"/>
                </a:lnTo>
                <a:lnTo>
                  <a:pt x="989974" y="10204"/>
                </a:lnTo>
                <a:close/>
                <a:moveTo>
                  <a:pt x="1055950" y="69421"/>
                </a:moveTo>
                <a:lnTo>
                  <a:pt x="1055764" y="63119"/>
                </a:lnTo>
                <a:cubicBezTo>
                  <a:pt x="1053217" y="65639"/>
                  <a:pt x="1050631" y="67460"/>
                  <a:pt x="1048006" y="68580"/>
                </a:cubicBezTo>
                <a:cubicBezTo>
                  <a:pt x="1045381" y="69700"/>
                  <a:pt x="1042625" y="70260"/>
                  <a:pt x="1039736" y="70260"/>
                </a:cubicBezTo>
                <a:cubicBezTo>
                  <a:pt x="1037065" y="70260"/>
                  <a:pt x="1034782" y="69918"/>
                  <a:pt x="1032887" y="69234"/>
                </a:cubicBezTo>
                <a:cubicBezTo>
                  <a:pt x="1030992" y="68549"/>
                  <a:pt x="1029431" y="67608"/>
                  <a:pt x="1028205" y="66411"/>
                </a:cubicBezTo>
                <a:cubicBezTo>
                  <a:pt x="1026978" y="65213"/>
                  <a:pt x="1026077" y="63805"/>
                  <a:pt x="1025502" y="62187"/>
                </a:cubicBezTo>
                <a:cubicBezTo>
                  <a:pt x="1024928" y="60569"/>
                  <a:pt x="1024640" y="58811"/>
                  <a:pt x="1024640" y="56913"/>
                </a:cubicBezTo>
                <a:cubicBezTo>
                  <a:pt x="1024640" y="52215"/>
                  <a:pt x="1026388" y="48536"/>
                  <a:pt x="1029882" y="45877"/>
                </a:cubicBezTo>
                <a:cubicBezTo>
                  <a:pt x="1033376" y="43216"/>
                  <a:pt x="1038540" y="41886"/>
                  <a:pt x="1045374" y="41886"/>
                </a:cubicBezTo>
                <a:lnTo>
                  <a:pt x="1055065" y="41886"/>
                </a:lnTo>
                <a:lnTo>
                  <a:pt x="1055065" y="37800"/>
                </a:lnTo>
                <a:cubicBezTo>
                  <a:pt x="1055065" y="35046"/>
                  <a:pt x="1054179" y="32840"/>
                  <a:pt x="1052409" y="31184"/>
                </a:cubicBezTo>
                <a:cubicBezTo>
                  <a:pt x="1050638" y="29528"/>
                  <a:pt x="1047936" y="28700"/>
                  <a:pt x="1044302" y="28700"/>
                </a:cubicBezTo>
                <a:cubicBezTo>
                  <a:pt x="1041662" y="28700"/>
                  <a:pt x="1039060" y="29000"/>
                  <a:pt x="1036498" y="29599"/>
                </a:cubicBezTo>
                <a:cubicBezTo>
                  <a:pt x="1033935" y="30197"/>
                  <a:pt x="1031287" y="31047"/>
                  <a:pt x="1028554" y="32148"/>
                </a:cubicBezTo>
                <a:lnTo>
                  <a:pt x="1028554" y="24833"/>
                </a:lnTo>
                <a:cubicBezTo>
                  <a:pt x="1029579" y="24455"/>
                  <a:pt x="1030721" y="24084"/>
                  <a:pt x="1031978" y="23721"/>
                </a:cubicBezTo>
                <a:cubicBezTo>
                  <a:pt x="1033236" y="23358"/>
                  <a:pt x="1034564" y="23035"/>
                  <a:pt x="1035962" y="22751"/>
                </a:cubicBezTo>
                <a:cubicBezTo>
                  <a:pt x="1037360" y="22467"/>
                  <a:pt x="1038820" y="22238"/>
                  <a:pt x="1040342" y="22065"/>
                </a:cubicBezTo>
                <a:cubicBezTo>
                  <a:pt x="1041864" y="21892"/>
                  <a:pt x="1043401" y="21805"/>
                  <a:pt x="1044954" y="21805"/>
                </a:cubicBezTo>
                <a:cubicBezTo>
                  <a:pt x="1047781" y="21805"/>
                  <a:pt x="1050328" y="22115"/>
                  <a:pt x="1052595" y="22737"/>
                </a:cubicBezTo>
                <a:cubicBezTo>
                  <a:pt x="1054863" y="23358"/>
                  <a:pt x="1056781" y="24305"/>
                  <a:pt x="1058349" y="25579"/>
                </a:cubicBezTo>
                <a:cubicBezTo>
                  <a:pt x="1059918" y="26852"/>
                  <a:pt x="1061122" y="28452"/>
                  <a:pt x="1061960" y="30378"/>
                </a:cubicBezTo>
                <a:cubicBezTo>
                  <a:pt x="1062799" y="32304"/>
                  <a:pt x="1063218" y="34571"/>
                  <a:pt x="1063218" y="37180"/>
                </a:cubicBezTo>
                <a:lnTo>
                  <a:pt x="1063218" y="69421"/>
                </a:lnTo>
                <a:lnTo>
                  <a:pt x="1055950" y="69421"/>
                </a:lnTo>
                <a:moveTo>
                  <a:pt x="1055065" y="48083"/>
                </a:moveTo>
                <a:lnTo>
                  <a:pt x="1044768" y="48083"/>
                </a:lnTo>
                <a:cubicBezTo>
                  <a:pt x="1042749" y="48083"/>
                  <a:pt x="1041010" y="48285"/>
                  <a:pt x="1039550" y="48691"/>
                </a:cubicBezTo>
                <a:cubicBezTo>
                  <a:pt x="1038090" y="49096"/>
                  <a:pt x="1036894" y="49672"/>
                  <a:pt x="1035962" y="50419"/>
                </a:cubicBezTo>
                <a:cubicBezTo>
                  <a:pt x="1035030" y="51167"/>
                  <a:pt x="1034339" y="52063"/>
                  <a:pt x="1033889" y="53107"/>
                </a:cubicBezTo>
                <a:cubicBezTo>
                  <a:pt x="1033438" y="54151"/>
                  <a:pt x="1033213" y="55327"/>
                  <a:pt x="1033213" y="56635"/>
                </a:cubicBezTo>
                <a:cubicBezTo>
                  <a:pt x="1033213" y="57539"/>
                  <a:pt x="1033353" y="58404"/>
                  <a:pt x="1033632" y="59230"/>
                </a:cubicBezTo>
                <a:cubicBezTo>
                  <a:pt x="1033912" y="60055"/>
                  <a:pt x="1034362" y="60787"/>
                  <a:pt x="1034984" y="61425"/>
                </a:cubicBezTo>
                <a:cubicBezTo>
                  <a:pt x="1035605" y="62064"/>
                  <a:pt x="1036412" y="62570"/>
                  <a:pt x="1037406" y="62944"/>
                </a:cubicBezTo>
                <a:cubicBezTo>
                  <a:pt x="1038400" y="63318"/>
                  <a:pt x="1039612" y="63504"/>
                  <a:pt x="1041041" y="63504"/>
                </a:cubicBezTo>
                <a:cubicBezTo>
                  <a:pt x="1042904" y="63504"/>
                  <a:pt x="1045040" y="62936"/>
                  <a:pt x="1047447" y="61799"/>
                </a:cubicBezTo>
                <a:cubicBezTo>
                  <a:pt x="1049854" y="60662"/>
                  <a:pt x="1052393" y="58862"/>
                  <a:pt x="1055065" y="56401"/>
                </a:cubicBezTo>
                <a:lnTo>
                  <a:pt x="1055065" y="48083"/>
                </a:lnTo>
                <a:close/>
                <a:moveTo>
                  <a:pt x="1114797" y="56655"/>
                </a:moveTo>
                <a:cubicBezTo>
                  <a:pt x="1114797" y="58302"/>
                  <a:pt x="1114518" y="59777"/>
                  <a:pt x="1113958" y="61082"/>
                </a:cubicBezTo>
                <a:cubicBezTo>
                  <a:pt x="1113399" y="62386"/>
                  <a:pt x="1112638" y="63543"/>
                  <a:pt x="1111675" y="64553"/>
                </a:cubicBezTo>
                <a:cubicBezTo>
                  <a:pt x="1110713" y="65562"/>
                  <a:pt x="1109594" y="66424"/>
                  <a:pt x="1108321" y="67139"/>
                </a:cubicBezTo>
                <a:cubicBezTo>
                  <a:pt x="1107047" y="67853"/>
                  <a:pt x="1105688" y="68443"/>
                  <a:pt x="1104244" y="68909"/>
                </a:cubicBezTo>
                <a:cubicBezTo>
                  <a:pt x="1102800" y="69375"/>
                  <a:pt x="1101317" y="69717"/>
                  <a:pt x="1099795" y="69934"/>
                </a:cubicBezTo>
                <a:cubicBezTo>
                  <a:pt x="1098273" y="70151"/>
                  <a:pt x="1096782" y="70260"/>
                  <a:pt x="1095322" y="70260"/>
                </a:cubicBezTo>
                <a:cubicBezTo>
                  <a:pt x="1092154" y="70260"/>
                  <a:pt x="1089242" y="70120"/>
                  <a:pt x="1086586" y="69841"/>
                </a:cubicBezTo>
                <a:cubicBezTo>
                  <a:pt x="1083930" y="69561"/>
                  <a:pt x="1081329" y="69111"/>
                  <a:pt x="1078782" y="68490"/>
                </a:cubicBezTo>
                <a:lnTo>
                  <a:pt x="1078782" y="61035"/>
                </a:lnTo>
                <a:cubicBezTo>
                  <a:pt x="1081515" y="61812"/>
                  <a:pt x="1084233" y="62402"/>
                  <a:pt x="1086935" y="62805"/>
                </a:cubicBezTo>
                <a:cubicBezTo>
                  <a:pt x="1089638" y="63209"/>
                  <a:pt x="1092324" y="63411"/>
                  <a:pt x="1094996" y="63411"/>
                </a:cubicBezTo>
                <a:cubicBezTo>
                  <a:pt x="1098878" y="63411"/>
                  <a:pt x="1101751" y="62883"/>
                  <a:pt x="1103615" y="61827"/>
                </a:cubicBezTo>
                <a:cubicBezTo>
                  <a:pt x="1105479" y="60771"/>
                  <a:pt x="1106411" y="59265"/>
                  <a:pt x="1106411" y="57308"/>
                </a:cubicBezTo>
                <a:cubicBezTo>
                  <a:pt x="1106411" y="56469"/>
                  <a:pt x="1106263" y="55716"/>
                  <a:pt x="1105968" y="55048"/>
                </a:cubicBezTo>
                <a:cubicBezTo>
                  <a:pt x="1105673" y="54380"/>
                  <a:pt x="1105137" y="53743"/>
                  <a:pt x="1104361" y="53138"/>
                </a:cubicBezTo>
                <a:cubicBezTo>
                  <a:pt x="1103584" y="52532"/>
                  <a:pt x="1102380" y="51903"/>
                  <a:pt x="1100750" y="51251"/>
                </a:cubicBezTo>
                <a:cubicBezTo>
                  <a:pt x="1099119" y="50598"/>
                  <a:pt x="1096890" y="49853"/>
                  <a:pt x="1094064" y="49014"/>
                </a:cubicBezTo>
                <a:cubicBezTo>
                  <a:pt x="1091952" y="48393"/>
                  <a:pt x="1090003" y="47687"/>
                  <a:pt x="1088217" y="46894"/>
                </a:cubicBezTo>
                <a:cubicBezTo>
                  <a:pt x="1086431" y="46102"/>
                  <a:pt x="1084885" y="45163"/>
                  <a:pt x="1083581" y="44076"/>
                </a:cubicBezTo>
                <a:cubicBezTo>
                  <a:pt x="1082276" y="42989"/>
                  <a:pt x="1081251" y="41715"/>
                  <a:pt x="1080506" y="40255"/>
                </a:cubicBezTo>
                <a:cubicBezTo>
                  <a:pt x="1079760" y="38795"/>
                  <a:pt x="1079387" y="37071"/>
                  <a:pt x="1079387" y="35083"/>
                </a:cubicBezTo>
                <a:cubicBezTo>
                  <a:pt x="1079387" y="33779"/>
                  <a:pt x="1079690" y="32350"/>
                  <a:pt x="1080296" y="30797"/>
                </a:cubicBezTo>
                <a:cubicBezTo>
                  <a:pt x="1080902" y="29244"/>
                  <a:pt x="1081934" y="27800"/>
                  <a:pt x="1083394" y="26464"/>
                </a:cubicBezTo>
                <a:cubicBezTo>
                  <a:pt x="1084854" y="25128"/>
                  <a:pt x="1086827" y="24018"/>
                  <a:pt x="1089311" y="23133"/>
                </a:cubicBezTo>
                <a:cubicBezTo>
                  <a:pt x="1091796" y="22247"/>
                  <a:pt x="1094902" y="21805"/>
                  <a:pt x="1098630" y="21805"/>
                </a:cubicBezTo>
                <a:cubicBezTo>
                  <a:pt x="1100462" y="21805"/>
                  <a:pt x="1102497" y="21906"/>
                  <a:pt x="1104733" y="22108"/>
                </a:cubicBezTo>
                <a:cubicBezTo>
                  <a:pt x="1106970" y="22310"/>
                  <a:pt x="1109299" y="22659"/>
                  <a:pt x="1111722" y="23156"/>
                </a:cubicBezTo>
                <a:lnTo>
                  <a:pt x="1111722" y="30378"/>
                </a:lnTo>
                <a:cubicBezTo>
                  <a:pt x="1109175" y="29757"/>
                  <a:pt x="1106760" y="29298"/>
                  <a:pt x="1104477" y="29003"/>
                </a:cubicBezTo>
                <a:cubicBezTo>
                  <a:pt x="1102194" y="28708"/>
                  <a:pt x="1100214" y="28561"/>
                  <a:pt x="1098537" y="28561"/>
                </a:cubicBezTo>
                <a:cubicBezTo>
                  <a:pt x="1096518" y="28561"/>
                  <a:pt x="1094817" y="28716"/>
                  <a:pt x="1093435" y="29027"/>
                </a:cubicBezTo>
                <a:cubicBezTo>
                  <a:pt x="1092053" y="29337"/>
                  <a:pt x="1090934" y="29764"/>
                  <a:pt x="1090080" y="30308"/>
                </a:cubicBezTo>
                <a:cubicBezTo>
                  <a:pt x="1089226" y="30851"/>
                  <a:pt x="1088613" y="31488"/>
                  <a:pt x="1088240" y="32218"/>
                </a:cubicBezTo>
                <a:cubicBezTo>
                  <a:pt x="1087867" y="32948"/>
                  <a:pt x="1087681" y="33732"/>
                  <a:pt x="1087681" y="34571"/>
                </a:cubicBezTo>
                <a:cubicBezTo>
                  <a:pt x="1087681" y="35410"/>
                  <a:pt x="1087844" y="36171"/>
                  <a:pt x="1088170" y="36854"/>
                </a:cubicBezTo>
                <a:cubicBezTo>
                  <a:pt x="1088496" y="37537"/>
                  <a:pt x="1089102" y="38197"/>
                  <a:pt x="1089987" y="38834"/>
                </a:cubicBezTo>
                <a:cubicBezTo>
                  <a:pt x="1090872" y="39471"/>
                  <a:pt x="1092107" y="40108"/>
                  <a:pt x="1093691" y="40744"/>
                </a:cubicBezTo>
                <a:cubicBezTo>
                  <a:pt x="1095275" y="41381"/>
                  <a:pt x="1097341" y="42072"/>
                  <a:pt x="1099888" y="42818"/>
                </a:cubicBezTo>
                <a:cubicBezTo>
                  <a:pt x="1102652" y="43625"/>
                  <a:pt x="1104982" y="44472"/>
                  <a:pt x="1106876" y="45357"/>
                </a:cubicBezTo>
                <a:cubicBezTo>
                  <a:pt x="1108771" y="46242"/>
                  <a:pt x="1110309" y="47228"/>
                  <a:pt x="1111489" y="48315"/>
                </a:cubicBezTo>
                <a:cubicBezTo>
                  <a:pt x="1112669" y="49403"/>
                  <a:pt x="1113516" y="50630"/>
                  <a:pt x="1114028" y="51996"/>
                </a:cubicBezTo>
                <a:cubicBezTo>
                  <a:pt x="1114541" y="53363"/>
                  <a:pt x="1114797" y="54916"/>
                  <a:pt x="1114797" y="56655"/>
                </a:cubicBezTo>
                <a:close/>
                <a:moveTo>
                  <a:pt x="1166656" y="56655"/>
                </a:moveTo>
                <a:cubicBezTo>
                  <a:pt x="1166656" y="58302"/>
                  <a:pt x="1166376" y="59777"/>
                  <a:pt x="1165817" y="61082"/>
                </a:cubicBezTo>
                <a:cubicBezTo>
                  <a:pt x="1165258" y="62386"/>
                  <a:pt x="1164497" y="63543"/>
                  <a:pt x="1163534" y="64553"/>
                </a:cubicBezTo>
                <a:cubicBezTo>
                  <a:pt x="1162571" y="65562"/>
                  <a:pt x="1161453" y="66424"/>
                  <a:pt x="1160179" y="67139"/>
                </a:cubicBezTo>
                <a:cubicBezTo>
                  <a:pt x="1158906" y="67853"/>
                  <a:pt x="1157547" y="68443"/>
                  <a:pt x="1156103" y="68909"/>
                </a:cubicBezTo>
                <a:cubicBezTo>
                  <a:pt x="1154658" y="69375"/>
                  <a:pt x="1153175" y="69717"/>
                  <a:pt x="1151653" y="69934"/>
                </a:cubicBezTo>
                <a:cubicBezTo>
                  <a:pt x="1150131" y="70151"/>
                  <a:pt x="1148640" y="70260"/>
                  <a:pt x="1147180" y="70260"/>
                </a:cubicBezTo>
                <a:cubicBezTo>
                  <a:pt x="1144012" y="70260"/>
                  <a:pt x="1141100" y="70120"/>
                  <a:pt x="1138444" y="69841"/>
                </a:cubicBezTo>
                <a:cubicBezTo>
                  <a:pt x="1135789" y="69561"/>
                  <a:pt x="1133187" y="69111"/>
                  <a:pt x="1130640" y="68490"/>
                </a:cubicBezTo>
                <a:lnTo>
                  <a:pt x="1130640" y="61035"/>
                </a:lnTo>
                <a:cubicBezTo>
                  <a:pt x="1133374" y="61812"/>
                  <a:pt x="1136091" y="62402"/>
                  <a:pt x="1138794" y="62805"/>
                </a:cubicBezTo>
                <a:cubicBezTo>
                  <a:pt x="1141496" y="63209"/>
                  <a:pt x="1144183" y="63411"/>
                  <a:pt x="1146854" y="63411"/>
                </a:cubicBezTo>
                <a:cubicBezTo>
                  <a:pt x="1150737" y="63411"/>
                  <a:pt x="1153610" y="62883"/>
                  <a:pt x="1155474" y="61827"/>
                </a:cubicBezTo>
                <a:cubicBezTo>
                  <a:pt x="1157337" y="60771"/>
                  <a:pt x="1158269" y="59265"/>
                  <a:pt x="1158269" y="57308"/>
                </a:cubicBezTo>
                <a:cubicBezTo>
                  <a:pt x="1158269" y="56469"/>
                  <a:pt x="1158122" y="55716"/>
                  <a:pt x="1157826" y="55048"/>
                </a:cubicBezTo>
                <a:cubicBezTo>
                  <a:pt x="1157531" y="54380"/>
                  <a:pt x="1156996" y="53743"/>
                  <a:pt x="1156219" y="53138"/>
                </a:cubicBezTo>
                <a:cubicBezTo>
                  <a:pt x="1155443" y="52532"/>
                  <a:pt x="1154239" y="51903"/>
                  <a:pt x="1152608" y="51251"/>
                </a:cubicBezTo>
                <a:cubicBezTo>
                  <a:pt x="1150977" y="50598"/>
                  <a:pt x="1148749" y="49853"/>
                  <a:pt x="1145922" y="49014"/>
                </a:cubicBezTo>
                <a:cubicBezTo>
                  <a:pt x="1143810" y="48393"/>
                  <a:pt x="1141861" y="47687"/>
                  <a:pt x="1140075" y="46894"/>
                </a:cubicBezTo>
                <a:cubicBezTo>
                  <a:pt x="1138289" y="46102"/>
                  <a:pt x="1136744" y="45163"/>
                  <a:pt x="1135439" y="44076"/>
                </a:cubicBezTo>
                <a:cubicBezTo>
                  <a:pt x="1134135" y="42989"/>
                  <a:pt x="1133110" y="41715"/>
                  <a:pt x="1132364" y="40255"/>
                </a:cubicBezTo>
                <a:cubicBezTo>
                  <a:pt x="1131619" y="38795"/>
                  <a:pt x="1131246" y="37071"/>
                  <a:pt x="1131246" y="35083"/>
                </a:cubicBezTo>
                <a:cubicBezTo>
                  <a:pt x="1131246" y="33779"/>
                  <a:pt x="1131549" y="32350"/>
                  <a:pt x="1132154" y="30797"/>
                </a:cubicBezTo>
                <a:cubicBezTo>
                  <a:pt x="1132760" y="29244"/>
                  <a:pt x="1133793" y="27800"/>
                  <a:pt x="1135253" y="26464"/>
                </a:cubicBezTo>
                <a:cubicBezTo>
                  <a:pt x="1136713" y="25128"/>
                  <a:pt x="1138685" y="24018"/>
                  <a:pt x="1141170" y="23133"/>
                </a:cubicBezTo>
                <a:cubicBezTo>
                  <a:pt x="1143655" y="22247"/>
                  <a:pt x="1146761" y="21805"/>
                  <a:pt x="1150488" y="21805"/>
                </a:cubicBezTo>
                <a:cubicBezTo>
                  <a:pt x="1152321" y="21805"/>
                  <a:pt x="1154355" y="21906"/>
                  <a:pt x="1156592" y="22108"/>
                </a:cubicBezTo>
                <a:cubicBezTo>
                  <a:pt x="1158828" y="22310"/>
                  <a:pt x="1161158" y="22659"/>
                  <a:pt x="1163581" y="23156"/>
                </a:cubicBezTo>
                <a:lnTo>
                  <a:pt x="1163581" y="30378"/>
                </a:lnTo>
                <a:cubicBezTo>
                  <a:pt x="1161033" y="29757"/>
                  <a:pt x="1158618" y="29298"/>
                  <a:pt x="1156336" y="29003"/>
                </a:cubicBezTo>
                <a:cubicBezTo>
                  <a:pt x="1154053" y="28708"/>
                  <a:pt x="1152072" y="28561"/>
                  <a:pt x="1150395" y="28561"/>
                </a:cubicBezTo>
                <a:cubicBezTo>
                  <a:pt x="1148376" y="28561"/>
                  <a:pt x="1146676" y="28716"/>
                  <a:pt x="1145293" y="29027"/>
                </a:cubicBezTo>
                <a:cubicBezTo>
                  <a:pt x="1143911" y="29337"/>
                  <a:pt x="1142793" y="29764"/>
                  <a:pt x="1141939" y="30308"/>
                </a:cubicBezTo>
                <a:cubicBezTo>
                  <a:pt x="1141085" y="30851"/>
                  <a:pt x="1140471" y="31488"/>
                  <a:pt x="1140098" y="32218"/>
                </a:cubicBezTo>
                <a:cubicBezTo>
                  <a:pt x="1139726" y="32948"/>
                  <a:pt x="1139539" y="33732"/>
                  <a:pt x="1139539" y="34571"/>
                </a:cubicBezTo>
                <a:cubicBezTo>
                  <a:pt x="1139539" y="35410"/>
                  <a:pt x="1139702" y="36171"/>
                  <a:pt x="1140028" y="36854"/>
                </a:cubicBezTo>
                <a:cubicBezTo>
                  <a:pt x="1140355" y="37537"/>
                  <a:pt x="1140960" y="38197"/>
                  <a:pt x="1141846" y="38834"/>
                </a:cubicBezTo>
                <a:cubicBezTo>
                  <a:pt x="1142731" y="39471"/>
                  <a:pt x="1143965" y="40108"/>
                  <a:pt x="1145550" y="40744"/>
                </a:cubicBezTo>
                <a:cubicBezTo>
                  <a:pt x="1147134" y="41381"/>
                  <a:pt x="1149199" y="42072"/>
                  <a:pt x="1151746" y="42818"/>
                </a:cubicBezTo>
                <a:cubicBezTo>
                  <a:pt x="1154511" y="43625"/>
                  <a:pt x="1156840" y="44472"/>
                  <a:pt x="1158735" y="45357"/>
                </a:cubicBezTo>
                <a:cubicBezTo>
                  <a:pt x="1160630" y="46242"/>
                  <a:pt x="1162167" y="47228"/>
                  <a:pt x="1163348" y="48315"/>
                </a:cubicBezTo>
                <a:cubicBezTo>
                  <a:pt x="1164528" y="49403"/>
                  <a:pt x="1165374" y="50630"/>
                  <a:pt x="1165887" y="51996"/>
                </a:cubicBezTo>
                <a:cubicBezTo>
                  <a:pt x="1166399" y="53363"/>
                  <a:pt x="1166656" y="54916"/>
                  <a:pt x="1166656" y="56655"/>
                </a:cubicBezTo>
                <a:close/>
                <a:moveTo>
                  <a:pt x="1274939" y="38275"/>
                </a:moveTo>
                <a:cubicBezTo>
                  <a:pt x="1274939" y="41197"/>
                  <a:pt x="1274713" y="43994"/>
                  <a:pt x="1274263" y="46667"/>
                </a:cubicBezTo>
                <a:cubicBezTo>
                  <a:pt x="1273813" y="49341"/>
                  <a:pt x="1273090" y="51827"/>
                  <a:pt x="1272096" y="54128"/>
                </a:cubicBezTo>
                <a:cubicBezTo>
                  <a:pt x="1271103" y="56428"/>
                  <a:pt x="1269813" y="58519"/>
                  <a:pt x="1268229" y="60400"/>
                </a:cubicBezTo>
                <a:cubicBezTo>
                  <a:pt x="1266645" y="62280"/>
                  <a:pt x="1264704" y="63889"/>
                  <a:pt x="1262405" y="65225"/>
                </a:cubicBezTo>
                <a:cubicBezTo>
                  <a:pt x="1260107" y="66562"/>
                  <a:pt x="1257436" y="67596"/>
                  <a:pt x="1254392" y="68327"/>
                </a:cubicBezTo>
                <a:cubicBezTo>
                  <a:pt x="1251348" y="69057"/>
                  <a:pt x="1247884" y="69421"/>
                  <a:pt x="1244002" y="69421"/>
                </a:cubicBezTo>
                <a:lnTo>
                  <a:pt x="1230956" y="69421"/>
                </a:lnTo>
                <a:lnTo>
                  <a:pt x="1230956" y="8480"/>
                </a:lnTo>
                <a:lnTo>
                  <a:pt x="1246657" y="8480"/>
                </a:lnTo>
                <a:cubicBezTo>
                  <a:pt x="1256162" y="8480"/>
                  <a:pt x="1263252" y="10928"/>
                  <a:pt x="1267927" y="15824"/>
                </a:cubicBezTo>
                <a:cubicBezTo>
                  <a:pt x="1272601" y="20720"/>
                  <a:pt x="1274939" y="28203"/>
                  <a:pt x="1274939" y="38275"/>
                </a:cubicBezTo>
                <a:moveTo>
                  <a:pt x="1266226" y="38881"/>
                </a:moveTo>
                <a:cubicBezTo>
                  <a:pt x="1266226" y="34559"/>
                  <a:pt x="1265822" y="30906"/>
                  <a:pt x="1265015" y="27921"/>
                </a:cubicBezTo>
                <a:cubicBezTo>
                  <a:pt x="1264207" y="24936"/>
                  <a:pt x="1262980" y="22526"/>
                  <a:pt x="1261334" y="20692"/>
                </a:cubicBezTo>
                <a:cubicBezTo>
                  <a:pt x="1259688" y="18858"/>
                  <a:pt x="1257622" y="17529"/>
                  <a:pt x="1255137" y="16705"/>
                </a:cubicBezTo>
                <a:cubicBezTo>
                  <a:pt x="1252652" y="15880"/>
                  <a:pt x="1249732" y="15468"/>
                  <a:pt x="1246378" y="15468"/>
                </a:cubicBezTo>
                <a:lnTo>
                  <a:pt x="1239249" y="15468"/>
                </a:lnTo>
                <a:lnTo>
                  <a:pt x="1239249" y="62246"/>
                </a:lnTo>
                <a:lnTo>
                  <a:pt x="1245446" y="62246"/>
                </a:lnTo>
                <a:cubicBezTo>
                  <a:pt x="1259299" y="62246"/>
                  <a:pt x="1266226" y="54458"/>
                  <a:pt x="1266226" y="38881"/>
                </a:cubicBezTo>
                <a:close/>
                <a:moveTo>
                  <a:pt x="1324700" y="43563"/>
                </a:moveTo>
                <a:cubicBezTo>
                  <a:pt x="1324700" y="44712"/>
                  <a:pt x="1324685" y="45675"/>
                  <a:pt x="1324654" y="46452"/>
                </a:cubicBezTo>
                <a:cubicBezTo>
                  <a:pt x="1324623" y="47228"/>
                  <a:pt x="1324576" y="47958"/>
                  <a:pt x="1324514" y="48642"/>
                </a:cubicBezTo>
                <a:lnTo>
                  <a:pt x="1291667" y="48642"/>
                </a:lnTo>
                <a:cubicBezTo>
                  <a:pt x="1291667" y="53425"/>
                  <a:pt x="1293003" y="57098"/>
                  <a:pt x="1295674" y="59661"/>
                </a:cubicBezTo>
                <a:cubicBezTo>
                  <a:pt x="1298345" y="62223"/>
                  <a:pt x="1302197" y="63504"/>
                  <a:pt x="1307229" y="63504"/>
                </a:cubicBezTo>
                <a:cubicBezTo>
                  <a:pt x="1308595" y="63504"/>
                  <a:pt x="1309962" y="63449"/>
                  <a:pt x="1311329" y="63338"/>
                </a:cubicBezTo>
                <a:cubicBezTo>
                  <a:pt x="1312695" y="63227"/>
                  <a:pt x="1314015" y="63076"/>
                  <a:pt x="1315289" y="62886"/>
                </a:cubicBezTo>
                <a:cubicBezTo>
                  <a:pt x="1316562" y="62694"/>
                  <a:pt x="1317782" y="62480"/>
                  <a:pt x="1318946" y="62242"/>
                </a:cubicBezTo>
                <a:cubicBezTo>
                  <a:pt x="1320111" y="62003"/>
                  <a:pt x="1321191" y="61741"/>
                  <a:pt x="1322184" y="61454"/>
                </a:cubicBezTo>
                <a:lnTo>
                  <a:pt x="1322184" y="68117"/>
                </a:lnTo>
                <a:cubicBezTo>
                  <a:pt x="1319979" y="68752"/>
                  <a:pt x="1317486" y="69268"/>
                  <a:pt x="1314707" y="69665"/>
                </a:cubicBezTo>
                <a:cubicBezTo>
                  <a:pt x="1311927" y="70062"/>
                  <a:pt x="1309046" y="70260"/>
                  <a:pt x="1306064" y="70260"/>
                </a:cubicBezTo>
                <a:cubicBezTo>
                  <a:pt x="1302057" y="70260"/>
                  <a:pt x="1298609" y="69717"/>
                  <a:pt x="1295720" y="68629"/>
                </a:cubicBezTo>
                <a:cubicBezTo>
                  <a:pt x="1292832" y="67542"/>
                  <a:pt x="1290463" y="65966"/>
                  <a:pt x="1288615" y="63900"/>
                </a:cubicBezTo>
                <a:cubicBezTo>
                  <a:pt x="1286767" y="61835"/>
                  <a:pt x="1285400" y="59303"/>
                  <a:pt x="1284515" y="56306"/>
                </a:cubicBezTo>
                <a:cubicBezTo>
                  <a:pt x="1283630" y="53309"/>
                  <a:pt x="1283187" y="49915"/>
                  <a:pt x="1283187" y="46126"/>
                </a:cubicBezTo>
                <a:cubicBezTo>
                  <a:pt x="1283187" y="42833"/>
                  <a:pt x="1283661" y="39719"/>
                  <a:pt x="1284608" y="36784"/>
                </a:cubicBezTo>
                <a:cubicBezTo>
                  <a:pt x="1285556" y="33849"/>
                  <a:pt x="1286938" y="31271"/>
                  <a:pt x="1288755" y="29050"/>
                </a:cubicBezTo>
                <a:cubicBezTo>
                  <a:pt x="1290572" y="26829"/>
                  <a:pt x="1292801" y="25066"/>
                  <a:pt x="1295441" y="23762"/>
                </a:cubicBezTo>
                <a:cubicBezTo>
                  <a:pt x="1298081" y="22457"/>
                  <a:pt x="1301078" y="21805"/>
                  <a:pt x="1304433" y="21805"/>
                </a:cubicBezTo>
                <a:cubicBezTo>
                  <a:pt x="1307694" y="21805"/>
                  <a:pt x="1310583" y="22317"/>
                  <a:pt x="1313099" y="23342"/>
                </a:cubicBezTo>
                <a:cubicBezTo>
                  <a:pt x="1315615" y="24367"/>
                  <a:pt x="1317735" y="25820"/>
                  <a:pt x="1319459" y="27699"/>
                </a:cubicBezTo>
                <a:cubicBezTo>
                  <a:pt x="1321183" y="29578"/>
                  <a:pt x="1322487" y="31861"/>
                  <a:pt x="1323373" y="34548"/>
                </a:cubicBezTo>
                <a:cubicBezTo>
                  <a:pt x="1324258" y="37234"/>
                  <a:pt x="1324700" y="40240"/>
                  <a:pt x="1324700" y="43563"/>
                </a:cubicBezTo>
                <a:moveTo>
                  <a:pt x="1316267" y="42398"/>
                </a:moveTo>
                <a:cubicBezTo>
                  <a:pt x="1316361" y="40317"/>
                  <a:pt x="1316159" y="38415"/>
                  <a:pt x="1315662" y="36691"/>
                </a:cubicBezTo>
                <a:cubicBezTo>
                  <a:pt x="1315165" y="34967"/>
                  <a:pt x="1314396" y="33484"/>
                  <a:pt x="1313355" y="32241"/>
                </a:cubicBezTo>
                <a:cubicBezTo>
                  <a:pt x="1312315" y="30999"/>
                  <a:pt x="1311018" y="30028"/>
                  <a:pt x="1309465" y="29329"/>
                </a:cubicBezTo>
                <a:cubicBezTo>
                  <a:pt x="1307912" y="28631"/>
                  <a:pt x="1306110" y="28281"/>
                  <a:pt x="1304060" y="28281"/>
                </a:cubicBezTo>
                <a:cubicBezTo>
                  <a:pt x="1302290" y="28281"/>
                  <a:pt x="1300675" y="28623"/>
                  <a:pt x="1299215" y="29306"/>
                </a:cubicBezTo>
                <a:cubicBezTo>
                  <a:pt x="1297755" y="29989"/>
                  <a:pt x="1296497" y="30952"/>
                  <a:pt x="1295441" y="32195"/>
                </a:cubicBezTo>
                <a:cubicBezTo>
                  <a:pt x="1294385" y="33437"/>
                  <a:pt x="1293531" y="34928"/>
                  <a:pt x="1292878" y="36668"/>
                </a:cubicBezTo>
                <a:cubicBezTo>
                  <a:pt x="1292226" y="38407"/>
                  <a:pt x="1291822" y="40317"/>
                  <a:pt x="1291667" y="42398"/>
                </a:cubicBezTo>
                <a:lnTo>
                  <a:pt x="1316267" y="42398"/>
                </a:lnTo>
                <a:close/>
                <a:moveTo>
                  <a:pt x="1370409" y="69421"/>
                </a:moveTo>
                <a:lnTo>
                  <a:pt x="1370409" y="35829"/>
                </a:lnTo>
                <a:cubicBezTo>
                  <a:pt x="1370409" y="34369"/>
                  <a:pt x="1370354" y="33173"/>
                  <a:pt x="1370246" y="32241"/>
                </a:cubicBezTo>
                <a:cubicBezTo>
                  <a:pt x="1370137" y="31310"/>
                  <a:pt x="1369966" y="30572"/>
                  <a:pt x="1369733" y="30028"/>
                </a:cubicBezTo>
                <a:cubicBezTo>
                  <a:pt x="1369500" y="29485"/>
                  <a:pt x="1369205" y="29104"/>
                  <a:pt x="1368848" y="28887"/>
                </a:cubicBezTo>
                <a:cubicBezTo>
                  <a:pt x="1368491" y="28669"/>
                  <a:pt x="1368048" y="28561"/>
                  <a:pt x="1367520" y="28561"/>
                </a:cubicBezTo>
                <a:cubicBezTo>
                  <a:pt x="1366899" y="28561"/>
                  <a:pt x="1366324" y="28747"/>
                  <a:pt x="1365796" y="29120"/>
                </a:cubicBezTo>
                <a:cubicBezTo>
                  <a:pt x="1365268" y="29492"/>
                  <a:pt x="1364701" y="30098"/>
                  <a:pt x="1364096" y="30937"/>
                </a:cubicBezTo>
                <a:cubicBezTo>
                  <a:pt x="1363490" y="31775"/>
                  <a:pt x="1362822" y="32886"/>
                  <a:pt x="1362092" y="34268"/>
                </a:cubicBezTo>
                <a:cubicBezTo>
                  <a:pt x="1361362" y="35650"/>
                  <a:pt x="1360500" y="37351"/>
                  <a:pt x="1359506" y="39370"/>
                </a:cubicBezTo>
                <a:lnTo>
                  <a:pt x="1359506" y="69421"/>
                </a:lnTo>
                <a:lnTo>
                  <a:pt x="1352098" y="69421"/>
                </a:lnTo>
                <a:lnTo>
                  <a:pt x="1352098" y="36714"/>
                </a:lnTo>
                <a:cubicBezTo>
                  <a:pt x="1352098" y="35006"/>
                  <a:pt x="1352044" y="33624"/>
                  <a:pt x="1351935" y="32568"/>
                </a:cubicBezTo>
                <a:cubicBezTo>
                  <a:pt x="1351826" y="31511"/>
                  <a:pt x="1351656" y="30688"/>
                  <a:pt x="1351423" y="30098"/>
                </a:cubicBezTo>
                <a:cubicBezTo>
                  <a:pt x="1351190" y="29508"/>
                  <a:pt x="1350887" y="29104"/>
                  <a:pt x="1350514" y="28887"/>
                </a:cubicBezTo>
                <a:cubicBezTo>
                  <a:pt x="1350141" y="28669"/>
                  <a:pt x="1349691" y="28561"/>
                  <a:pt x="1349163" y="28561"/>
                </a:cubicBezTo>
                <a:cubicBezTo>
                  <a:pt x="1348604" y="28561"/>
                  <a:pt x="1348076" y="28716"/>
                  <a:pt x="1347579" y="29027"/>
                </a:cubicBezTo>
                <a:cubicBezTo>
                  <a:pt x="1347082" y="29337"/>
                  <a:pt x="1346531" y="29896"/>
                  <a:pt x="1345925" y="30704"/>
                </a:cubicBezTo>
                <a:cubicBezTo>
                  <a:pt x="1345319" y="31511"/>
                  <a:pt x="1344644" y="32614"/>
                  <a:pt x="1343898" y="34012"/>
                </a:cubicBezTo>
                <a:cubicBezTo>
                  <a:pt x="1343153" y="35410"/>
                  <a:pt x="1342267" y="37196"/>
                  <a:pt x="1341242" y="39370"/>
                </a:cubicBezTo>
                <a:lnTo>
                  <a:pt x="1341242" y="69421"/>
                </a:lnTo>
                <a:lnTo>
                  <a:pt x="1333788" y="69421"/>
                </a:lnTo>
                <a:lnTo>
                  <a:pt x="1333788" y="22644"/>
                </a:lnTo>
                <a:lnTo>
                  <a:pt x="1339984" y="22644"/>
                </a:lnTo>
                <a:lnTo>
                  <a:pt x="1340357" y="31543"/>
                </a:lnTo>
                <a:cubicBezTo>
                  <a:pt x="1341165" y="29772"/>
                  <a:pt x="1341949" y="28266"/>
                  <a:pt x="1342710" y="27023"/>
                </a:cubicBezTo>
                <a:cubicBezTo>
                  <a:pt x="1343471" y="25781"/>
                  <a:pt x="1344255" y="24779"/>
                  <a:pt x="1345063" y="24018"/>
                </a:cubicBezTo>
                <a:cubicBezTo>
                  <a:pt x="1345871" y="23257"/>
                  <a:pt x="1346732" y="22698"/>
                  <a:pt x="1347649" y="22341"/>
                </a:cubicBezTo>
                <a:cubicBezTo>
                  <a:pt x="1348565" y="21983"/>
                  <a:pt x="1349582" y="21805"/>
                  <a:pt x="1350701" y="21805"/>
                </a:cubicBezTo>
                <a:cubicBezTo>
                  <a:pt x="1353216" y="21805"/>
                  <a:pt x="1355127" y="22628"/>
                  <a:pt x="1356431" y="24274"/>
                </a:cubicBezTo>
                <a:cubicBezTo>
                  <a:pt x="1357736" y="25920"/>
                  <a:pt x="1358388" y="28467"/>
                  <a:pt x="1358388" y="31915"/>
                </a:cubicBezTo>
                <a:cubicBezTo>
                  <a:pt x="1359134" y="30300"/>
                  <a:pt x="1359864" y="28864"/>
                  <a:pt x="1360578" y="27606"/>
                </a:cubicBezTo>
                <a:cubicBezTo>
                  <a:pt x="1361292" y="26348"/>
                  <a:pt x="1362061" y="25291"/>
                  <a:pt x="1362884" y="24437"/>
                </a:cubicBezTo>
                <a:cubicBezTo>
                  <a:pt x="1363707" y="23583"/>
                  <a:pt x="1364616" y="22931"/>
                  <a:pt x="1365610" y="22480"/>
                </a:cubicBezTo>
                <a:cubicBezTo>
                  <a:pt x="1366604" y="22030"/>
                  <a:pt x="1367753" y="21805"/>
                  <a:pt x="1369058" y="21805"/>
                </a:cubicBezTo>
                <a:cubicBezTo>
                  <a:pt x="1374928" y="21805"/>
                  <a:pt x="1377863" y="26324"/>
                  <a:pt x="1377863" y="35363"/>
                </a:cubicBezTo>
                <a:lnTo>
                  <a:pt x="1377863" y="69421"/>
                </a:lnTo>
                <a:lnTo>
                  <a:pt x="1370409" y="69421"/>
                </a:lnTo>
                <a:close/>
                <a:moveTo>
                  <a:pt x="1429629" y="45660"/>
                </a:moveTo>
                <a:cubicBezTo>
                  <a:pt x="1429629" y="49294"/>
                  <a:pt x="1429116" y="52625"/>
                  <a:pt x="1428091" y="55654"/>
                </a:cubicBezTo>
                <a:cubicBezTo>
                  <a:pt x="1427066" y="58682"/>
                  <a:pt x="1425591" y="61276"/>
                  <a:pt x="1423665" y="63434"/>
                </a:cubicBezTo>
                <a:cubicBezTo>
                  <a:pt x="1421739" y="65593"/>
                  <a:pt x="1419394" y="67271"/>
                  <a:pt x="1416630" y="68466"/>
                </a:cubicBezTo>
                <a:cubicBezTo>
                  <a:pt x="1413865" y="69662"/>
                  <a:pt x="1410728" y="70260"/>
                  <a:pt x="1407218" y="70260"/>
                </a:cubicBezTo>
                <a:cubicBezTo>
                  <a:pt x="1403864" y="70260"/>
                  <a:pt x="1400858" y="69740"/>
                  <a:pt x="1398203" y="68699"/>
                </a:cubicBezTo>
                <a:cubicBezTo>
                  <a:pt x="1395547" y="67659"/>
                  <a:pt x="1393295" y="66129"/>
                  <a:pt x="1391447" y="64110"/>
                </a:cubicBezTo>
                <a:cubicBezTo>
                  <a:pt x="1389599" y="62091"/>
                  <a:pt x="1388185" y="59591"/>
                  <a:pt x="1387207" y="56609"/>
                </a:cubicBezTo>
                <a:cubicBezTo>
                  <a:pt x="1386229" y="53627"/>
                  <a:pt x="1385739" y="50195"/>
                  <a:pt x="1385739" y="46312"/>
                </a:cubicBezTo>
                <a:cubicBezTo>
                  <a:pt x="1385739" y="42678"/>
                  <a:pt x="1386252" y="39362"/>
                  <a:pt x="1387277" y="36365"/>
                </a:cubicBezTo>
                <a:cubicBezTo>
                  <a:pt x="1388302" y="33367"/>
                  <a:pt x="1389777" y="30789"/>
                  <a:pt x="1391703" y="28631"/>
                </a:cubicBezTo>
                <a:cubicBezTo>
                  <a:pt x="1393629" y="26472"/>
                  <a:pt x="1395974" y="24795"/>
                  <a:pt x="1398738" y="23599"/>
                </a:cubicBezTo>
                <a:cubicBezTo>
                  <a:pt x="1401503" y="22403"/>
                  <a:pt x="1404640" y="21805"/>
                  <a:pt x="1408150" y="21805"/>
                </a:cubicBezTo>
                <a:cubicBezTo>
                  <a:pt x="1411505" y="21805"/>
                  <a:pt x="1414510" y="22325"/>
                  <a:pt x="1417165" y="23366"/>
                </a:cubicBezTo>
                <a:cubicBezTo>
                  <a:pt x="1419821" y="24406"/>
                  <a:pt x="1422073" y="25928"/>
                  <a:pt x="1423921" y="27932"/>
                </a:cubicBezTo>
                <a:cubicBezTo>
                  <a:pt x="1425769" y="29935"/>
                  <a:pt x="1427183" y="32428"/>
                  <a:pt x="1428161" y="35410"/>
                </a:cubicBezTo>
                <a:cubicBezTo>
                  <a:pt x="1429139" y="38391"/>
                  <a:pt x="1429629" y="41808"/>
                  <a:pt x="1429629" y="45660"/>
                </a:cubicBezTo>
                <a:moveTo>
                  <a:pt x="1421335" y="46033"/>
                </a:moveTo>
                <a:cubicBezTo>
                  <a:pt x="1421335" y="43144"/>
                  <a:pt x="1421017" y="40620"/>
                  <a:pt x="1420380" y="38461"/>
                </a:cubicBezTo>
                <a:cubicBezTo>
                  <a:pt x="1419744" y="36303"/>
                  <a:pt x="1418835" y="34501"/>
                  <a:pt x="1417655" y="33057"/>
                </a:cubicBezTo>
                <a:cubicBezTo>
                  <a:pt x="1416474" y="31612"/>
                  <a:pt x="1415038" y="30525"/>
                  <a:pt x="1413345" y="29795"/>
                </a:cubicBezTo>
                <a:cubicBezTo>
                  <a:pt x="1411652" y="29065"/>
                  <a:pt x="1409765" y="28700"/>
                  <a:pt x="1407684" y="28700"/>
                </a:cubicBezTo>
                <a:cubicBezTo>
                  <a:pt x="1405261" y="28700"/>
                  <a:pt x="1403188" y="29174"/>
                  <a:pt x="1401464" y="30121"/>
                </a:cubicBezTo>
                <a:cubicBezTo>
                  <a:pt x="1399740" y="31069"/>
                  <a:pt x="1398327" y="32335"/>
                  <a:pt x="1397224" y="33919"/>
                </a:cubicBezTo>
                <a:cubicBezTo>
                  <a:pt x="1396122" y="35503"/>
                  <a:pt x="1395314" y="37343"/>
                  <a:pt x="1394801" y="39440"/>
                </a:cubicBezTo>
                <a:cubicBezTo>
                  <a:pt x="1394289" y="41536"/>
                  <a:pt x="1394033" y="43734"/>
                  <a:pt x="1394033" y="46033"/>
                </a:cubicBezTo>
                <a:cubicBezTo>
                  <a:pt x="1394033" y="48921"/>
                  <a:pt x="1394351" y="51453"/>
                  <a:pt x="1394988" y="53627"/>
                </a:cubicBezTo>
                <a:cubicBezTo>
                  <a:pt x="1395625" y="55801"/>
                  <a:pt x="1396533" y="57611"/>
                  <a:pt x="1397713" y="59055"/>
                </a:cubicBezTo>
                <a:cubicBezTo>
                  <a:pt x="1398894" y="60499"/>
                  <a:pt x="1400323" y="61586"/>
                  <a:pt x="1402000" y="62316"/>
                </a:cubicBezTo>
                <a:cubicBezTo>
                  <a:pt x="1403677" y="63046"/>
                  <a:pt x="1405572" y="63411"/>
                  <a:pt x="1407684" y="63411"/>
                </a:cubicBezTo>
                <a:cubicBezTo>
                  <a:pt x="1410107" y="63411"/>
                  <a:pt x="1412180" y="62937"/>
                  <a:pt x="1413904" y="61990"/>
                </a:cubicBezTo>
                <a:cubicBezTo>
                  <a:pt x="1415628" y="61043"/>
                  <a:pt x="1417041" y="59777"/>
                  <a:pt x="1418144" y="58193"/>
                </a:cubicBezTo>
                <a:cubicBezTo>
                  <a:pt x="1419247" y="56609"/>
                  <a:pt x="1420054" y="54768"/>
                  <a:pt x="1420567" y="52672"/>
                </a:cubicBezTo>
                <a:cubicBezTo>
                  <a:pt x="1421079" y="50575"/>
                  <a:pt x="1421335" y="48362"/>
                  <a:pt x="1421335" y="46033"/>
                </a:cubicBezTo>
                <a:close/>
                <a:moveTo>
                  <a:pt x="1532134" y="43563"/>
                </a:moveTo>
                <a:cubicBezTo>
                  <a:pt x="1532134" y="44712"/>
                  <a:pt x="1532119" y="45675"/>
                  <a:pt x="1532088" y="46452"/>
                </a:cubicBezTo>
                <a:cubicBezTo>
                  <a:pt x="1532057" y="47228"/>
                  <a:pt x="1532010" y="47958"/>
                  <a:pt x="1531948" y="48642"/>
                </a:cubicBezTo>
                <a:lnTo>
                  <a:pt x="1499101" y="48642"/>
                </a:lnTo>
                <a:cubicBezTo>
                  <a:pt x="1499101" y="53425"/>
                  <a:pt x="1500436" y="57098"/>
                  <a:pt x="1503108" y="59661"/>
                </a:cubicBezTo>
                <a:cubicBezTo>
                  <a:pt x="1505779" y="62223"/>
                  <a:pt x="1509631" y="63504"/>
                  <a:pt x="1514662" y="63504"/>
                </a:cubicBezTo>
                <a:cubicBezTo>
                  <a:pt x="1516029" y="63504"/>
                  <a:pt x="1517396" y="63449"/>
                  <a:pt x="1518762" y="63338"/>
                </a:cubicBezTo>
                <a:cubicBezTo>
                  <a:pt x="1520129" y="63227"/>
                  <a:pt x="1521449" y="63076"/>
                  <a:pt x="1522723" y="62886"/>
                </a:cubicBezTo>
                <a:cubicBezTo>
                  <a:pt x="1523996" y="62694"/>
                  <a:pt x="1525215" y="62480"/>
                  <a:pt x="1526380" y="62242"/>
                </a:cubicBezTo>
                <a:cubicBezTo>
                  <a:pt x="1527545" y="62003"/>
                  <a:pt x="1528624" y="61741"/>
                  <a:pt x="1529618" y="61454"/>
                </a:cubicBezTo>
                <a:lnTo>
                  <a:pt x="1529618" y="68117"/>
                </a:lnTo>
                <a:cubicBezTo>
                  <a:pt x="1527413" y="68752"/>
                  <a:pt x="1524920" y="69268"/>
                  <a:pt x="1522140" y="69665"/>
                </a:cubicBezTo>
                <a:cubicBezTo>
                  <a:pt x="1519360" y="70062"/>
                  <a:pt x="1516479" y="70260"/>
                  <a:pt x="1513498" y="70260"/>
                </a:cubicBezTo>
                <a:cubicBezTo>
                  <a:pt x="1509491" y="70260"/>
                  <a:pt x="1506043" y="69717"/>
                  <a:pt x="1503154" y="68629"/>
                </a:cubicBezTo>
                <a:cubicBezTo>
                  <a:pt x="1500266" y="67542"/>
                  <a:pt x="1497897" y="65966"/>
                  <a:pt x="1496049" y="63900"/>
                </a:cubicBezTo>
                <a:cubicBezTo>
                  <a:pt x="1494201" y="61835"/>
                  <a:pt x="1492834" y="59303"/>
                  <a:pt x="1491949" y="56306"/>
                </a:cubicBezTo>
                <a:cubicBezTo>
                  <a:pt x="1491064" y="53309"/>
                  <a:pt x="1490621" y="49915"/>
                  <a:pt x="1490621" y="46126"/>
                </a:cubicBezTo>
                <a:cubicBezTo>
                  <a:pt x="1490621" y="42833"/>
                  <a:pt x="1491095" y="39719"/>
                  <a:pt x="1492042" y="36784"/>
                </a:cubicBezTo>
                <a:cubicBezTo>
                  <a:pt x="1492990" y="33849"/>
                  <a:pt x="1494372" y="31271"/>
                  <a:pt x="1496189" y="29050"/>
                </a:cubicBezTo>
                <a:cubicBezTo>
                  <a:pt x="1498006" y="26829"/>
                  <a:pt x="1500235" y="25066"/>
                  <a:pt x="1502875" y="23762"/>
                </a:cubicBezTo>
                <a:cubicBezTo>
                  <a:pt x="1505515" y="22457"/>
                  <a:pt x="1508512" y="21805"/>
                  <a:pt x="1511867" y="21805"/>
                </a:cubicBezTo>
                <a:cubicBezTo>
                  <a:pt x="1515128" y="21805"/>
                  <a:pt x="1518017" y="22317"/>
                  <a:pt x="1520533" y="23342"/>
                </a:cubicBezTo>
                <a:cubicBezTo>
                  <a:pt x="1523049" y="24367"/>
                  <a:pt x="1525169" y="25820"/>
                  <a:pt x="1526893" y="27699"/>
                </a:cubicBezTo>
                <a:cubicBezTo>
                  <a:pt x="1528617" y="29578"/>
                  <a:pt x="1529921" y="31861"/>
                  <a:pt x="1530806" y="34548"/>
                </a:cubicBezTo>
                <a:cubicBezTo>
                  <a:pt x="1531692" y="37234"/>
                  <a:pt x="1532134" y="40240"/>
                  <a:pt x="1532134" y="43563"/>
                </a:cubicBezTo>
                <a:moveTo>
                  <a:pt x="1523701" y="42398"/>
                </a:moveTo>
                <a:cubicBezTo>
                  <a:pt x="1523794" y="40317"/>
                  <a:pt x="1523592" y="38415"/>
                  <a:pt x="1523095" y="36691"/>
                </a:cubicBezTo>
                <a:cubicBezTo>
                  <a:pt x="1522598" y="34967"/>
                  <a:pt x="1521830" y="33484"/>
                  <a:pt x="1520789" y="32241"/>
                </a:cubicBezTo>
                <a:cubicBezTo>
                  <a:pt x="1519749" y="30999"/>
                  <a:pt x="1518452" y="30028"/>
                  <a:pt x="1516899" y="29329"/>
                </a:cubicBezTo>
                <a:cubicBezTo>
                  <a:pt x="1515346" y="28631"/>
                  <a:pt x="1513544" y="28281"/>
                  <a:pt x="1511494" y="28281"/>
                </a:cubicBezTo>
                <a:cubicBezTo>
                  <a:pt x="1509724" y="28281"/>
                  <a:pt x="1508109" y="28623"/>
                  <a:pt x="1506649" y="29306"/>
                </a:cubicBezTo>
                <a:cubicBezTo>
                  <a:pt x="1505189" y="29989"/>
                  <a:pt x="1503931" y="30952"/>
                  <a:pt x="1502875" y="32195"/>
                </a:cubicBezTo>
                <a:cubicBezTo>
                  <a:pt x="1501819" y="33437"/>
                  <a:pt x="1500964" y="34928"/>
                  <a:pt x="1500312" y="36668"/>
                </a:cubicBezTo>
                <a:cubicBezTo>
                  <a:pt x="1499660" y="38407"/>
                  <a:pt x="1499256" y="40317"/>
                  <a:pt x="1499101" y="42398"/>
                </a:cubicBezTo>
                <a:lnTo>
                  <a:pt x="1523701" y="42398"/>
                </a:lnTo>
                <a:close/>
                <a:moveTo>
                  <a:pt x="1586648" y="69421"/>
                </a:moveTo>
                <a:lnTo>
                  <a:pt x="1575886" y="69421"/>
                </a:lnTo>
                <a:lnTo>
                  <a:pt x="1563259" y="51577"/>
                </a:lnTo>
                <a:lnTo>
                  <a:pt x="1550773" y="69421"/>
                </a:lnTo>
                <a:lnTo>
                  <a:pt x="1540290" y="69421"/>
                </a:lnTo>
                <a:lnTo>
                  <a:pt x="1558414" y="45939"/>
                </a:lnTo>
                <a:lnTo>
                  <a:pt x="1541128" y="22644"/>
                </a:lnTo>
                <a:lnTo>
                  <a:pt x="1551518" y="22644"/>
                </a:lnTo>
                <a:lnTo>
                  <a:pt x="1563819" y="40628"/>
                </a:lnTo>
                <a:lnTo>
                  <a:pt x="1575886" y="22644"/>
                </a:lnTo>
                <a:lnTo>
                  <a:pt x="1585903" y="22644"/>
                </a:lnTo>
                <a:lnTo>
                  <a:pt x="1568338" y="46126"/>
                </a:lnTo>
                <a:lnTo>
                  <a:pt x="1586648" y="69421"/>
                </a:lnTo>
                <a:close/>
                <a:moveTo>
                  <a:pt x="1634034" y="68723"/>
                </a:moveTo>
                <a:cubicBezTo>
                  <a:pt x="1632202" y="69205"/>
                  <a:pt x="1630307" y="69551"/>
                  <a:pt x="1628350" y="69759"/>
                </a:cubicBezTo>
                <a:cubicBezTo>
                  <a:pt x="1626393" y="69969"/>
                  <a:pt x="1624405" y="70074"/>
                  <a:pt x="1622386" y="70074"/>
                </a:cubicBezTo>
                <a:cubicBezTo>
                  <a:pt x="1616516" y="70074"/>
                  <a:pt x="1612136" y="68746"/>
                  <a:pt x="1609248" y="66090"/>
                </a:cubicBezTo>
                <a:cubicBezTo>
                  <a:pt x="1606359" y="63434"/>
                  <a:pt x="1604914" y="59358"/>
                  <a:pt x="1604914" y="53860"/>
                </a:cubicBezTo>
                <a:lnTo>
                  <a:pt x="1604914" y="29446"/>
                </a:lnTo>
                <a:lnTo>
                  <a:pt x="1591822" y="29446"/>
                </a:lnTo>
                <a:lnTo>
                  <a:pt x="1591822" y="22644"/>
                </a:lnTo>
                <a:lnTo>
                  <a:pt x="1604914" y="22644"/>
                </a:lnTo>
                <a:lnTo>
                  <a:pt x="1604914" y="9743"/>
                </a:lnTo>
                <a:lnTo>
                  <a:pt x="1613021" y="7641"/>
                </a:lnTo>
                <a:lnTo>
                  <a:pt x="1613021" y="22644"/>
                </a:lnTo>
                <a:lnTo>
                  <a:pt x="1634034" y="22644"/>
                </a:lnTo>
                <a:lnTo>
                  <a:pt x="1634034" y="29446"/>
                </a:lnTo>
                <a:lnTo>
                  <a:pt x="1613021" y="29446"/>
                </a:lnTo>
                <a:lnTo>
                  <a:pt x="1613021" y="53208"/>
                </a:lnTo>
                <a:cubicBezTo>
                  <a:pt x="1613021" y="56562"/>
                  <a:pt x="1613914" y="59070"/>
                  <a:pt x="1615700" y="60732"/>
                </a:cubicBezTo>
                <a:cubicBezTo>
                  <a:pt x="1617486" y="62394"/>
                  <a:pt x="1620119" y="63225"/>
                  <a:pt x="1623598" y="63225"/>
                </a:cubicBezTo>
                <a:cubicBezTo>
                  <a:pt x="1625089" y="63225"/>
                  <a:pt x="1626719" y="63105"/>
                  <a:pt x="1628490" y="62865"/>
                </a:cubicBezTo>
                <a:cubicBezTo>
                  <a:pt x="1630260" y="62624"/>
                  <a:pt x="1632108" y="62247"/>
                  <a:pt x="1634034" y="61734"/>
                </a:cubicBezTo>
                <a:lnTo>
                  <a:pt x="1634034" y="68723"/>
                </a:lnTo>
                <a:close/>
                <a:moveTo>
                  <a:pt x="1687710" y="43563"/>
                </a:moveTo>
                <a:cubicBezTo>
                  <a:pt x="1687710" y="44712"/>
                  <a:pt x="1687694" y="45675"/>
                  <a:pt x="1687663" y="46452"/>
                </a:cubicBezTo>
                <a:cubicBezTo>
                  <a:pt x="1687632" y="47228"/>
                  <a:pt x="1687586" y="47958"/>
                  <a:pt x="1687523" y="48642"/>
                </a:cubicBezTo>
                <a:lnTo>
                  <a:pt x="1654676" y="48642"/>
                </a:lnTo>
                <a:cubicBezTo>
                  <a:pt x="1654676" y="53425"/>
                  <a:pt x="1656012" y="57098"/>
                  <a:pt x="1658683" y="59661"/>
                </a:cubicBezTo>
                <a:cubicBezTo>
                  <a:pt x="1661354" y="62223"/>
                  <a:pt x="1665206" y="63504"/>
                  <a:pt x="1670238" y="63504"/>
                </a:cubicBezTo>
                <a:cubicBezTo>
                  <a:pt x="1671605" y="63504"/>
                  <a:pt x="1672971" y="63449"/>
                  <a:pt x="1674338" y="63338"/>
                </a:cubicBezTo>
                <a:cubicBezTo>
                  <a:pt x="1675705" y="63227"/>
                  <a:pt x="1677025" y="63076"/>
                  <a:pt x="1678298" y="62886"/>
                </a:cubicBezTo>
                <a:cubicBezTo>
                  <a:pt x="1679572" y="62694"/>
                  <a:pt x="1680791" y="62480"/>
                  <a:pt x="1681956" y="62242"/>
                </a:cubicBezTo>
                <a:cubicBezTo>
                  <a:pt x="1683121" y="62003"/>
                  <a:pt x="1684200" y="61741"/>
                  <a:pt x="1685194" y="61454"/>
                </a:cubicBezTo>
                <a:lnTo>
                  <a:pt x="1685194" y="68117"/>
                </a:lnTo>
                <a:cubicBezTo>
                  <a:pt x="1682989" y="68752"/>
                  <a:pt x="1680496" y="69268"/>
                  <a:pt x="1677716" y="69665"/>
                </a:cubicBezTo>
                <a:cubicBezTo>
                  <a:pt x="1674936" y="70062"/>
                  <a:pt x="1672055" y="70260"/>
                  <a:pt x="1669073" y="70260"/>
                </a:cubicBezTo>
                <a:cubicBezTo>
                  <a:pt x="1665066" y="70260"/>
                  <a:pt x="1661619" y="69717"/>
                  <a:pt x="1658730" y="68629"/>
                </a:cubicBezTo>
                <a:cubicBezTo>
                  <a:pt x="1655841" y="67542"/>
                  <a:pt x="1653473" y="65966"/>
                  <a:pt x="1651625" y="63900"/>
                </a:cubicBezTo>
                <a:cubicBezTo>
                  <a:pt x="1649776" y="61835"/>
                  <a:pt x="1648410" y="59303"/>
                  <a:pt x="1647525" y="56306"/>
                </a:cubicBezTo>
                <a:cubicBezTo>
                  <a:pt x="1646639" y="53309"/>
                  <a:pt x="1646197" y="49915"/>
                  <a:pt x="1646197" y="46126"/>
                </a:cubicBezTo>
                <a:cubicBezTo>
                  <a:pt x="1646197" y="42833"/>
                  <a:pt x="1646670" y="39719"/>
                  <a:pt x="1647618" y="36784"/>
                </a:cubicBezTo>
                <a:cubicBezTo>
                  <a:pt x="1648565" y="33849"/>
                  <a:pt x="1649947" y="31271"/>
                  <a:pt x="1651764" y="29050"/>
                </a:cubicBezTo>
                <a:cubicBezTo>
                  <a:pt x="1653581" y="26829"/>
                  <a:pt x="1655810" y="25066"/>
                  <a:pt x="1658450" y="23762"/>
                </a:cubicBezTo>
                <a:cubicBezTo>
                  <a:pt x="1661090" y="22457"/>
                  <a:pt x="1664088" y="21805"/>
                  <a:pt x="1667442" y="21805"/>
                </a:cubicBezTo>
                <a:cubicBezTo>
                  <a:pt x="1670704" y="21805"/>
                  <a:pt x="1673593" y="22317"/>
                  <a:pt x="1676108" y="23342"/>
                </a:cubicBezTo>
                <a:cubicBezTo>
                  <a:pt x="1678624" y="24367"/>
                  <a:pt x="1680744" y="25820"/>
                  <a:pt x="1682468" y="27699"/>
                </a:cubicBezTo>
                <a:cubicBezTo>
                  <a:pt x="1684192" y="29578"/>
                  <a:pt x="1685497" y="31861"/>
                  <a:pt x="1686382" y="34548"/>
                </a:cubicBezTo>
                <a:cubicBezTo>
                  <a:pt x="1687267" y="37234"/>
                  <a:pt x="1687710" y="40240"/>
                  <a:pt x="1687710" y="43563"/>
                </a:cubicBezTo>
                <a:moveTo>
                  <a:pt x="1679277" y="42398"/>
                </a:moveTo>
                <a:cubicBezTo>
                  <a:pt x="1679370" y="40317"/>
                  <a:pt x="1679168" y="38415"/>
                  <a:pt x="1678671" y="36691"/>
                </a:cubicBezTo>
                <a:cubicBezTo>
                  <a:pt x="1678174" y="34967"/>
                  <a:pt x="1677405" y="33484"/>
                  <a:pt x="1676365" y="32241"/>
                </a:cubicBezTo>
                <a:cubicBezTo>
                  <a:pt x="1675324" y="30999"/>
                  <a:pt x="1674027" y="30028"/>
                  <a:pt x="1672474" y="29329"/>
                </a:cubicBezTo>
                <a:cubicBezTo>
                  <a:pt x="1670921" y="28631"/>
                  <a:pt x="1669120" y="28281"/>
                  <a:pt x="1667070" y="28281"/>
                </a:cubicBezTo>
                <a:cubicBezTo>
                  <a:pt x="1665299" y="28281"/>
                  <a:pt x="1663684" y="28623"/>
                  <a:pt x="1662224" y="29306"/>
                </a:cubicBezTo>
                <a:cubicBezTo>
                  <a:pt x="1660764" y="29989"/>
                  <a:pt x="1659506" y="30952"/>
                  <a:pt x="1658450" y="32195"/>
                </a:cubicBezTo>
                <a:cubicBezTo>
                  <a:pt x="1657394" y="33437"/>
                  <a:pt x="1656540" y="34928"/>
                  <a:pt x="1655888" y="36668"/>
                </a:cubicBezTo>
                <a:cubicBezTo>
                  <a:pt x="1655235" y="38407"/>
                  <a:pt x="1654832" y="40317"/>
                  <a:pt x="1654676" y="42398"/>
                </a:cubicBezTo>
                <a:lnTo>
                  <a:pt x="1679277" y="42398"/>
                </a:lnTo>
                <a:close/>
                <a:moveTo>
                  <a:pt x="1700059" y="22644"/>
                </a:moveTo>
                <a:lnTo>
                  <a:pt x="1707280" y="22644"/>
                </a:lnTo>
                <a:lnTo>
                  <a:pt x="1707606" y="30191"/>
                </a:lnTo>
                <a:cubicBezTo>
                  <a:pt x="1708973" y="28576"/>
                  <a:pt x="1710293" y="27233"/>
                  <a:pt x="1711567" y="26161"/>
                </a:cubicBezTo>
                <a:cubicBezTo>
                  <a:pt x="1712840" y="25090"/>
                  <a:pt x="1714090" y="24228"/>
                  <a:pt x="1715317" y="23575"/>
                </a:cubicBezTo>
                <a:cubicBezTo>
                  <a:pt x="1716544" y="22923"/>
                  <a:pt x="1717794" y="22465"/>
                  <a:pt x="1719068" y="22201"/>
                </a:cubicBezTo>
                <a:cubicBezTo>
                  <a:pt x="1720341" y="21937"/>
                  <a:pt x="1721662" y="21805"/>
                  <a:pt x="1723028" y="21805"/>
                </a:cubicBezTo>
                <a:cubicBezTo>
                  <a:pt x="1727843" y="21805"/>
                  <a:pt x="1731485" y="23226"/>
                  <a:pt x="1733954" y="26068"/>
                </a:cubicBezTo>
                <a:cubicBezTo>
                  <a:pt x="1736423" y="28910"/>
                  <a:pt x="1737658" y="33189"/>
                  <a:pt x="1737658" y="38904"/>
                </a:cubicBezTo>
                <a:lnTo>
                  <a:pt x="1737658" y="69421"/>
                </a:lnTo>
                <a:lnTo>
                  <a:pt x="1729551" y="69421"/>
                </a:lnTo>
                <a:lnTo>
                  <a:pt x="1729551" y="39556"/>
                </a:lnTo>
                <a:cubicBezTo>
                  <a:pt x="1729551" y="35891"/>
                  <a:pt x="1728868" y="33181"/>
                  <a:pt x="1727501" y="31426"/>
                </a:cubicBezTo>
                <a:cubicBezTo>
                  <a:pt x="1726134" y="29671"/>
                  <a:pt x="1724100" y="28794"/>
                  <a:pt x="1721398" y="28794"/>
                </a:cubicBezTo>
                <a:cubicBezTo>
                  <a:pt x="1720404" y="28794"/>
                  <a:pt x="1719433" y="28941"/>
                  <a:pt x="1718486" y="29236"/>
                </a:cubicBezTo>
                <a:cubicBezTo>
                  <a:pt x="1717538" y="29531"/>
                  <a:pt x="1716552" y="30044"/>
                  <a:pt x="1715527" y="30774"/>
                </a:cubicBezTo>
                <a:cubicBezTo>
                  <a:pt x="1714502" y="31504"/>
                  <a:pt x="1713392" y="32490"/>
                  <a:pt x="1712196" y="33732"/>
                </a:cubicBezTo>
                <a:cubicBezTo>
                  <a:pt x="1711000" y="34975"/>
                  <a:pt x="1709656" y="36528"/>
                  <a:pt x="1708166" y="38391"/>
                </a:cubicBezTo>
                <a:lnTo>
                  <a:pt x="1708166" y="69421"/>
                </a:lnTo>
                <a:lnTo>
                  <a:pt x="1700059" y="69421"/>
                </a:lnTo>
                <a:lnTo>
                  <a:pt x="1700059" y="22644"/>
                </a:lnTo>
                <a:close/>
                <a:moveTo>
                  <a:pt x="1749541" y="47011"/>
                </a:moveTo>
                <a:cubicBezTo>
                  <a:pt x="1749541" y="43035"/>
                  <a:pt x="1750084" y="39502"/>
                  <a:pt x="1751172" y="36411"/>
                </a:cubicBezTo>
                <a:cubicBezTo>
                  <a:pt x="1752259" y="33321"/>
                  <a:pt x="1753804" y="30712"/>
                  <a:pt x="1755807" y="28584"/>
                </a:cubicBezTo>
                <a:cubicBezTo>
                  <a:pt x="1757811" y="26456"/>
                  <a:pt x="1760218" y="24841"/>
                  <a:pt x="1763029" y="23738"/>
                </a:cubicBezTo>
                <a:cubicBezTo>
                  <a:pt x="1765840" y="22636"/>
                  <a:pt x="1768970" y="22084"/>
                  <a:pt x="1772417" y="22084"/>
                </a:cubicBezTo>
                <a:cubicBezTo>
                  <a:pt x="1773908" y="22084"/>
                  <a:pt x="1775376" y="22178"/>
                  <a:pt x="1776820" y="22364"/>
                </a:cubicBezTo>
                <a:cubicBezTo>
                  <a:pt x="1778265" y="22550"/>
                  <a:pt x="1779686" y="22845"/>
                  <a:pt x="1781083" y="23249"/>
                </a:cubicBezTo>
                <a:lnTo>
                  <a:pt x="1781083" y="3541"/>
                </a:lnTo>
                <a:lnTo>
                  <a:pt x="1789237" y="3541"/>
                </a:lnTo>
                <a:lnTo>
                  <a:pt x="1789237" y="69421"/>
                </a:lnTo>
                <a:lnTo>
                  <a:pt x="1781969" y="69421"/>
                </a:lnTo>
                <a:lnTo>
                  <a:pt x="1781689" y="60569"/>
                </a:lnTo>
                <a:cubicBezTo>
                  <a:pt x="1779422" y="63862"/>
                  <a:pt x="1776968" y="66300"/>
                  <a:pt x="1774328" y="67884"/>
                </a:cubicBezTo>
                <a:cubicBezTo>
                  <a:pt x="1771687" y="69468"/>
                  <a:pt x="1768830" y="70260"/>
                  <a:pt x="1765755" y="70260"/>
                </a:cubicBezTo>
                <a:cubicBezTo>
                  <a:pt x="1763084" y="70260"/>
                  <a:pt x="1760731" y="69701"/>
                  <a:pt x="1758696" y="68583"/>
                </a:cubicBezTo>
                <a:cubicBezTo>
                  <a:pt x="1756662" y="67465"/>
                  <a:pt x="1754969" y="65888"/>
                  <a:pt x="1753618" y="63854"/>
                </a:cubicBezTo>
                <a:cubicBezTo>
                  <a:pt x="1752267" y="61819"/>
                  <a:pt x="1751249" y="59373"/>
                  <a:pt x="1750566" y="56516"/>
                </a:cubicBezTo>
                <a:cubicBezTo>
                  <a:pt x="1749883" y="53658"/>
                  <a:pt x="1749541" y="50490"/>
                  <a:pt x="1749541" y="47011"/>
                </a:cubicBezTo>
                <a:moveTo>
                  <a:pt x="1757834" y="46498"/>
                </a:moveTo>
                <a:cubicBezTo>
                  <a:pt x="1757834" y="52152"/>
                  <a:pt x="1758665" y="56368"/>
                  <a:pt x="1760327" y="59148"/>
                </a:cubicBezTo>
                <a:cubicBezTo>
                  <a:pt x="1761989" y="61928"/>
                  <a:pt x="1764342" y="63318"/>
                  <a:pt x="1767386" y="63318"/>
                </a:cubicBezTo>
                <a:cubicBezTo>
                  <a:pt x="1769436" y="63318"/>
                  <a:pt x="1771602" y="62402"/>
                  <a:pt x="1773885" y="60569"/>
                </a:cubicBezTo>
                <a:cubicBezTo>
                  <a:pt x="1776168" y="58736"/>
                  <a:pt x="1778567" y="56019"/>
                  <a:pt x="1781083" y="52416"/>
                </a:cubicBezTo>
                <a:lnTo>
                  <a:pt x="1781083" y="30704"/>
                </a:lnTo>
                <a:cubicBezTo>
                  <a:pt x="1779748" y="30083"/>
                  <a:pt x="1778272" y="29609"/>
                  <a:pt x="1776657" y="29283"/>
                </a:cubicBezTo>
                <a:cubicBezTo>
                  <a:pt x="1775042" y="28957"/>
                  <a:pt x="1773442" y="28794"/>
                  <a:pt x="1771858" y="28794"/>
                </a:cubicBezTo>
                <a:cubicBezTo>
                  <a:pt x="1767448" y="28794"/>
                  <a:pt x="1764008" y="30222"/>
                  <a:pt x="1761538" y="33080"/>
                </a:cubicBezTo>
                <a:cubicBezTo>
                  <a:pt x="1759069" y="35938"/>
                  <a:pt x="1757834" y="40410"/>
                  <a:pt x="1757834" y="46498"/>
                </a:cubicBezTo>
                <a:close/>
                <a:moveTo>
                  <a:pt x="1840816" y="56655"/>
                </a:moveTo>
                <a:cubicBezTo>
                  <a:pt x="1840816" y="58302"/>
                  <a:pt x="1840536" y="59777"/>
                  <a:pt x="1839977" y="61082"/>
                </a:cubicBezTo>
                <a:cubicBezTo>
                  <a:pt x="1839418" y="62386"/>
                  <a:pt x="1838657" y="63543"/>
                  <a:pt x="1837694" y="64553"/>
                </a:cubicBezTo>
                <a:cubicBezTo>
                  <a:pt x="1836731" y="65562"/>
                  <a:pt x="1835613" y="66424"/>
                  <a:pt x="1834340" y="67139"/>
                </a:cubicBezTo>
                <a:cubicBezTo>
                  <a:pt x="1833066" y="67853"/>
                  <a:pt x="1831707" y="68443"/>
                  <a:pt x="1830263" y="68909"/>
                </a:cubicBezTo>
                <a:cubicBezTo>
                  <a:pt x="1828819" y="69375"/>
                  <a:pt x="1827335" y="69717"/>
                  <a:pt x="1825813" y="69934"/>
                </a:cubicBezTo>
                <a:cubicBezTo>
                  <a:pt x="1824291" y="70151"/>
                  <a:pt x="1822800" y="70260"/>
                  <a:pt x="1821341" y="70260"/>
                </a:cubicBezTo>
                <a:cubicBezTo>
                  <a:pt x="1818172" y="70260"/>
                  <a:pt x="1815260" y="70120"/>
                  <a:pt x="1812605" y="69841"/>
                </a:cubicBezTo>
                <a:cubicBezTo>
                  <a:pt x="1809949" y="69561"/>
                  <a:pt x="1807348" y="69111"/>
                  <a:pt x="1804801" y="68490"/>
                </a:cubicBezTo>
                <a:lnTo>
                  <a:pt x="1804801" y="61035"/>
                </a:lnTo>
                <a:cubicBezTo>
                  <a:pt x="1807534" y="61812"/>
                  <a:pt x="1810252" y="62402"/>
                  <a:pt x="1812954" y="62805"/>
                </a:cubicBezTo>
                <a:cubicBezTo>
                  <a:pt x="1815656" y="63209"/>
                  <a:pt x="1818343" y="63411"/>
                  <a:pt x="1821014" y="63411"/>
                </a:cubicBezTo>
                <a:cubicBezTo>
                  <a:pt x="1824897" y="63411"/>
                  <a:pt x="1827770" y="62883"/>
                  <a:pt x="1829634" y="61827"/>
                </a:cubicBezTo>
                <a:cubicBezTo>
                  <a:pt x="1831498" y="60771"/>
                  <a:pt x="1832429" y="59265"/>
                  <a:pt x="1832429" y="57308"/>
                </a:cubicBezTo>
                <a:cubicBezTo>
                  <a:pt x="1832429" y="56469"/>
                  <a:pt x="1832282" y="55716"/>
                  <a:pt x="1831987" y="55048"/>
                </a:cubicBezTo>
                <a:cubicBezTo>
                  <a:pt x="1831692" y="54380"/>
                  <a:pt x="1831156" y="53743"/>
                  <a:pt x="1830379" y="53138"/>
                </a:cubicBezTo>
                <a:cubicBezTo>
                  <a:pt x="1829603" y="52532"/>
                  <a:pt x="1828399" y="51903"/>
                  <a:pt x="1826769" y="51251"/>
                </a:cubicBezTo>
                <a:cubicBezTo>
                  <a:pt x="1825138" y="50598"/>
                  <a:pt x="1822909" y="49853"/>
                  <a:pt x="1820083" y="49014"/>
                </a:cubicBezTo>
                <a:cubicBezTo>
                  <a:pt x="1817970" y="48393"/>
                  <a:pt x="1816021" y="47687"/>
                  <a:pt x="1814235" y="46894"/>
                </a:cubicBezTo>
                <a:cubicBezTo>
                  <a:pt x="1812449" y="46102"/>
                  <a:pt x="1810904" y="45163"/>
                  <a:pt x="1809600" y="44076"/>
                </a:cubicBezTo>
                <a:cubicBezTo>
                  <a:pt x="1808295" y="42989"/>
                  <a:pt x="1807270" y="41715"/>
                  <a:pt x="1806524" y="40255"/>
                </a:cubicBezTo>
                <a:cubicBezTo>
                  <a:pt x="1805779" y="38795"/>
                  <a:pt x="1805406" y="37071"/>
                  <a:pt x="1805406" y="35083"/>
                </a:cubicBezTo>
                <a:cubicBezTo>
                  <a:pt x="1805406" y="33779"/>
                  <a:pt x="1805709" y="32350"/>
                  <a:pt x="1806315" y="30797"/>
                </a:cubicBezTo>
                <a:cubicBezTo>
                  <a:pt x="1806921" y="29244"/>
                  <a:pt x="1807953" y="27800"/>
                  <a:pt x="1809413" y="26464"/>
                </a:cubicBezTo>
                <a:cubicBezTo>
                  <a:pt x="1810873" y="25128"/>
                  <a:pt x="1812845" y="24018"/>
                  <a:pt x="1815330" y="23133"/>
                </a:cubicBezTo>
                <a:cubicBezTo>
                  <a:pt x="1817815" y="22247"/>
                  <a:pt x="1820921" y="21805"/>
                  <a:pt x="1824649" y="21805"/>
                </a:cubicBezTo>
                <a:cubicBezTo>
                  <a:pt x="1826481" y="21805"/>
                  <a:pt x="1828516" y="21906"/>
                  <a:pt x="1830752" y="22108"/>
                </a:cubicBezTo>
                <a:cubicBezTo>
                  <a:pt x="1832989" y="22310"/>
                  <a:pt x="1835318" y="22659"/>
                  <a:pt x="1837741" y="23156"/>
                </a:cubicBezTo>
                <a:lnTo>
                  <a:pt x="1837741" y="30378"/>
                </a:lnTo>
                <a:cubicBezTo>
                  <a:pt x="1835194" y="29757"/>
                  <a:pt x="1832779" y="29298"/>
                  <a:pt x="1830496" y="29003"/>
                </a:cubicBezTo>
                <a:cubicBezTo>
                  <a:pt x="1828213" y="28708"/>
                  <a:pt x="1826233" y="28561"/>
                  <a:pt x="1824555" y="28561"/>
                </a:cubicBezTo>
                <a:cubicBezTo>
                  <a:pt x="1822536" y="28561"/>
                  <a:pt x="1820836" y="28716"/>
                  <a:pt x="1819454" y="29027"/>
                </a:cubicBezTo>
                <a:cubicBezTo>
                  <a:pt x="1818071" y="29337"/>
                  <a:pt x="1816953" y="29764"/>
                  <a:pt x="1816099" y="30308"/>
                </a:cubicBezTo>
                <a:cubicBezTo>
                  <a:pt x="1815245" y="30851"/>
                  <a:pt x="1814631" y="31488"/>
                  <a:pt x="1814259" y="32218"/>
                </a:cubicBezTo>
                <a:cubicBezTo>
                  <a:pt x="1813886" y="32948"/>
                  <a:pt x="1813700" y="33732"/>
                  <a:pt x="1813700" y="34571"/>
                </a:cubicBezTo>
                <a:cubicBezTo>
                  <a:pt x="1813700" y="35410"/>
                  <a:pt x="1813863" y="36171"/>
                  <a:pt x="1814189" y="36854"/>
                </a:cubicBezTo>
                <a:cubicBezTo>
                  <a:pt x="1814515" y="37537"/>
                  <a:pt x="1815121" y="38197"/>
                  <a:pt x="1816006" y="38834"/>
                </a:cubicBezTo>
                <a:cubicBezTo>
                  <a:pt x="1816891" y="39471"/>
                  <a:pt x="1818126" y="40108"/>
                  <a:pt x="1819710" y="40744"/>
                </a:cubicBezTo>
                <a:cubicBezTo>
                  <a:pt x="1821294" y="41381"/>
                  <a:pt x="1823360" y="42072"/>
                  <a:pt x="1825907" y="42818"/>
                </a:cubicBezTo>
                <a:cubicBezTo>
                  <a:pt x="1828671" y="43625"/>
                  <a:pt x="1831001" y="44472"/>
                  <a:pt x="1832895" y="45357"/>
                </a:cubicBezTo>
                <a:cubicBezTo>
                  <a:pt x="1834790" y="46242"/>
                  <a:pt x="1836328" y="47228"/>
                  <a:pt x="1837508" y="48315"/>
                </a:cubicBezTo>
                <a:cubicBezTo>
                  <a:pt x="1838688" y="49403"/>
                  <a:pt x="1839535" y="50630"/>
                  <a:pt x="1840047" y="51996"/>
                </a:cubicBezTo>
                <a:cubicBezTo>
                  <a:pt x="1840560" y="53363"/>
                  <a:pt x="1840816" y="54916"/>
                  <a:pt x="1840816" y="56655"/>
                </a:cubicBezTo>
                <a:close/>
                <a:moveTo>
                  <a:pt x="1949006" y="69421"/>
                </a:moveTo>
                <a:lnTo>
                  <a:pt x="1939641" y="69421"/>
                </a:lnTo>
                <a:lnTo>
                  <a:pt x="1930555" y="49913"/>
                </a:lnTo>
                <a:cubicBezTo>
                  <a:pt x="1929872" y="48419"/>
                  <a:pt x="1929173" y="47182"/>
                  <a:pt x="1928459" y="46203"/>
                </a:cubicBezTo>
                <a:cubicBezTo>
                  <a:pt x="1927744" y="45222"/>
                  <a:pt x="1926976" y="44445"/>
                  <a:pt x="1926152" y="43869"/>
                </a:cubicBezTo>
                <a:cubicBezTo>
                  <a:pt x="1925329" y="43293"/>
                  <a:pt x="1924429" y="42881"/>
                  <a:pt x="1923450" y="42633"/>
                </a:cubicBezTo>
                <a:cubicBezTo>
                  <a:pt x="1922472" y="42383"/>
                  <a:pt x="1921377" y="42259"/>
                  <a:pt x="1920165" y="42259"/>
                </a:cubicBezTo>
                <a:lnTo>
                  <a:pt x="1916252" y="42259"/>
                </a:lnTo>
                <a:lnTo>
                  <a:pt x="1916252" y="69421"/>
                </a:lnTo>
                <a:lnTo>
                  <a:pt x="1907958" y="69421"/>
                </a:lnTo>
                <a:lnTo>
                  <a:pt x="1907958" y="8480"/>
                </a:lnTo>
                <a:lnTo>
                  <a:pt x="1924266" y="8480"/>
                </a:lnTo>
                <a:cubicBezTo>
                  <a:pt x="1927806" y="8480"/>
                  <a:pt x="1930850" y="8868"/>
                  <a:pt x="1933397" y="9644"/>
                </a:cubicBezTo>
                <a:cubicBezTo>
                  <a:pt x="1935944" y="10421"/>
                  <a:pt x="1938033" y="11508"/>
                  <a:pt x="1939664" y="12906"/>
                </a:cubicBezTo>
                <a:cubicBezTo>
                  <a:pt x="1941295" y="14304"/>
                  <a:pt x="1942491" y="15989"/>
                  <a:pt x="1943252" y="17961"/>
                </a:cubicBezTo>
                <a:cubicBezTo>
                  <a:pt x="1944013" y="19933"/>
                  <a:pt x="1944393" y="22115"/>
                  <a:pt x="1944393" y="24507"/>
                </a:cubicBezTo>
                <a:cubicBezTo>
                  <a:pt x="1944393" y="26402"/>
                  <a:pt x="1944114" y="28196"/>
                  <a:pt x="1943554" y="29889"/>
                </a:cubicBezTo>
                <a:cubicBezTo>
                  <a:pt x="1942995" y="31581"/>
                  <a:pt x="1942164" y="33119"/>
                  <a:pt x="1941062" y="34501"/>
                </a:cubicBezTo>
                <a:cubicBezTo>
                  <a:pt x="1939959" y="35883"/>
                  <a:pt x="1938592" y="37079"/>
                  <a:pt x="1936962" y="38089"/>
                </a:cubicBezTo>
                <a:cubicBezTo>
                  <a:pt x="1935331" y="39098"/>
                  <a:pt x="1933460" y="39851"/>
                  <a:pt x="1931347" y="40348"/>
                </a:cubicBezTo>
                <a:cubicBezTo>
                  <a:pt x="1933056" y="40941"/>
                  <a:pt x="1934508" y="41980"/>
                  <a:pt x="1935704" y="43463"/>
                </a:cubicBezTo>
                <a:cubicBezTo>
                  <a:pt x="1936900" y="44946"/>
                  <a:pt x="1938119" y="46921"/>
                  <a:pt x="1939361" y="49387"/>
                </a:cubicBezTo>
                <a:lnTo>
                  <a:pt x="1949006" y="69421"/>
                </a:lnTo>
                <a:moveTo>
                  <a:pt x="1935727" y="25206"/>
                </a:moveTo>
                <a:cubicBezTo>
                  <a:pt x="1935727" y="21945"/>
                  <a:pt x="1934710" y="19506"/>
                  <a:pt x="1932675" y="17891"/>
                </a:cubicBezTo>
                <a:cubicBezTo>
                  <a:pt x="1930641" y="16276"/>
                  <a:pt x="1927775" y="15468"/>
                  <a:pt x="1924079" y="15468"/>
                </a:cubicBezTo>
                <a:lnTo>
                  <a:pt x="1916252" y="15468"/>
                </a:lnTo>
                <a:lnTo>
                  <a:pt x="1916252" y="35596"/>
                </a:lnTo>
                <a:lnTo>
                  <a:pt x="1922961" y="35596"/>
                </a:lnTo>
                <a:cubicBezTo>
                  <a:pt x="1924918" y="35596"/>
                  <a:pt x="1926681" y="35371"/>
                  <a:pt x="1928249" y="34920"/>
                </a:cubicBezTo>
                <a:cubicBezTo>
                  <a:pt x="1929818" y="34470"/>
                  <a:pt x="1931153" y="33802"/>
                  <a:pt x="1932256" y="32917"/>
                </a:cubicBezTo>
                <a:cubicBezTo>
                  <a:pt x="1933359" y="32032"/>
                  <a:pt x="1934213" y="30945"/>
                  <a:pt x="1934819" y="29656"/>
                </a:cubicBezTo>
                <a:cubicBezTo>
                  <a:pt x="1935424" y="28367"/>
                  <a:pt x="1935727" y="26883"/>
                  <a:pt x="1935727" y="25206"/>
                </a:cubicBezTo>
                <a:close/>
                <a:moveTo>
                  <a:pt x="1998861" y="43563"/>
                </a:moveTo>
                <a:cubicBezTo>
                  <a:pt x="1998861" y="44712"/>
                  <a:pt x="1998845" y="45675"/>
                  <a:pt x="1998814" y="46452"/>
                </a:cubicBezTo>
                <a:cubicBezTo>
                  <a:pt x="1998783" y="47228"/>
                  <a:pt x="1998736" y="47958"/>
                  <a:pt x="1998674" y="48642"/>
                </a:cubicBezTo>
                <a:lnTo>
                  <a:pt x="1965827" y="48642"/>
                </a:lnTo>
                <a:cubicBezTo>
                  <a:pt x="1965827" y="53425"/>
                  <a:pt x="1967163" y="57098"/>
                  <a:pt x="1969834" y="59661"/>
                </a:cubicBezTo>
                <a:cubicBezTo>
                  <a:pt x="1972505" y="62223"/>
                  <a:pt x="1976357" y="63504"/>
                  <a:pt x="1981389" y="63504"/>
                </a:cubicBezTo>
                <a:cubicBezTo>
                  <a:pt x="1982756" y="63504"/>
                  <a:pt x="1984122" y="63449"/>
                  <a:pt x="1985489" y="63338"/>
                </a:cubicBezTo>
                <a:cubicBezTo>
                  <a:pt x="1986856" y="63227"/>
                  <a:pt x="1988176" y="63076"/>
                  <a:pt x="1989449" y="62886"/>
                </a:cubicBezTo>
                <a:cubicBezTo>
                  <a:pt x="1990723" y="62694"/>
                  <a:pt x="1991942" y="62480"/>
                  <a:pt x="1993107" y="62242"/>
                </a:cubicBezTo>
                <a:cubicBezTo>
                  <a:pt x="1994271" y="62003"/>
                  <a:pt x="1995351" y="61741"/>
                  <a:pt x="1996345" y="61454"/>
                </a:cubicBezTo>
                <a:lnTo>
                  <a:pt x="1996345" y="68117"/>
                </a:lnTo>
                <a:cubicBezTo>
                  <a:pt x="1994139" y="68752"/>
                  <a:pt x="1991647" y="69268"/>
                  <a:pt x="1988867" y="69665"/>
                </a:cubicBezTo>
                <a:cubicBezTo>
                  <a:pt x="1986087" y="70062"/>
                  <a:pt x="1983206" y="70260"/>
                  <a:pt x="1980224" y="70260"/>
                </a:cubicBezTo>
                <a:cubicBezTo>
                  <a:pt x="1976217" y="70260"/>
                  <a:pt x="1972769" y="69717"/>
                  <a:pt x="1969881" y="68629"/>
                </a:cubicBezTo>
                <a:cubicBezTo>
                  <a:pt x="1966992" y="67542"/>
                  <a:pt x="1964624" y="65966"/>
                  <a:pt x="1962775" y="63900"/>
                </a:cubicBezTo>
                <a:cubicBezTo>
                  <a:pt x="1960927" y="61835"/>
                  <a:pt x="1959561" y="59303"/>
                  <a:pt x="1958675" y="56306"/>
                </a:cubicBezTo>
                <a:cubicBezTo>
                  <a:pt x="1957790" y="53309"/>
                  <a:pt x="1957348" y="49915"/>
                  <a:pt x="1957348" y="46126"/>
                </a:cubicBezTo>
                <a:cubicBezTo>
                  <a:pt x="1957348" y="42833"/>
                  <a:pt x="1957821" y="39719"/>
                  <a:pt x="1958769" y="36784"/>
                </a:cubicBezTo>
                <a:cubicBezTo>
                  <a:pt x="1959716" y="33849"/>
                  <a:pt x="1961098" y="31271"/>
                  <a:pt x="1962915" y="29050"/>
                </a:cubicBezTo>
                <a:cubicBezTo>
                  <a:pt x="1964732" y="26829"/>
                  <a:pt x="1966961" y="25066"/>
                  <a:pt x="1969601" y="23762"/>
                </a:cubicBezTo>
                <a:cubicBezTo>
                  <a:pt x="1972241" y="22457"/>
                  <a:pt x="1975239" y="21805"/>
                  <a:pt x="1978593" y="21805"/>
                </a:cubicBezTo>
                <a:cubicBezTo>
                  <a:pt x="1981855" y="21805"/>
                  <a:pt x="1984743" y="22317"/>
                  <a:pt x="1987259" y="23342"/>
                </a:cubicBezTo>
                <a:cubicBezTo>
                  <a:pt x="1989775" y="24367"/>
                  <a:pt x="1991895" y="25820"/>
                  <a:pt x="1993619" y="27699"/>
                </a:cubicBezTo>
                <a:cubicBezTo>
                  <a:pt x="1995343" y="29578"/>
                  <a:pt x="1996648" y="31861"/>
                  <a:pt x="1997533" y="34548"/>
                </a:cubicBezTo>
                <a:cubicBezTo>
                  <a:pt x="1998418" y="37234"/>
                  <a:pt x="1998861" y="40240"/>
                  <a:pt x="1998861" y="43563"/>
                </a:cubicBezTo>
                <a:moveTo>
                  <a:pt x="1990428" y="42398"/>
                </a:moveTo>
                <a:cubicBezTo>
                  <a:pt x="1990521" y="40317"/>
                  <a:pt x="1990319" y="38415"/>
                  <a:pt x="1989822" y="36691"/>
                </a:cubicBezTo>
                <a:cubicBezTo>
                  <a:pt x="1989325" y="34967"/>
                  <a:pt x="1988556" y="33484"/>
                  <a:pt x="1987516" y="32241"/>
                </a:cubicBezTo>
                <a:cubicBezTo>
                  <a:pt x="1986475" y="30999"/>
                  <a:pt x="1985178" y="30028"/>
                  <a:pt x="1983625" y="29329"/>
                </a:cubicBezTo>
                <a:cubicBezTo>
                  <a:pt x="1982072" y="28631"/>
                  <a:pt x="1980271" y="28281"/>
                  <a:pt x="1978221" y="28281"/>
                </a:cubicBezTo>
                <a:cubicBezTo>
                  <a:pt x="1976450" y="28281"/>
                  <a:pt x="1974835" y="28623"/>
                  <a:pt x="1973375" y="29306"/>
                </a:cubicBezTo>
                <a:cubicBezTo>
                  <a:pt x="1971915" y="29989"/>
                  <a:pt x="1970657" y="30952"/>
                  <a:pt x="1969601" y="32195"/>
                </a:cubicBezTo>
                <a:cubicBezTo>
                  <a:pt x="1968545" y="33437"/>
                  <a:pt x="1967691" y="34928"/>
                  <a:pt x="1967039" y="36668"/>
                </a:cubicBezTo>
                <a:cubicBezTo>
                  <a:pt x="1966386" y="38407"/>
                  <a:pt x="1965983" y="40317"/>
                  <a:pt x="1965827" y="42398"/>
                </a:cubicBezTo>
                <a:lnTo>
                  <a:pt x="1990428" y="42398"/>
                </a:lnTo>
                <a:close/>
                <a:moveTo>
                  <a:pt x="2041261" y="69421"/>
                </a:moveTo>
                <a:lnTo>
                  <a:pt x="2041075" y="63119"/>
                </a:lnTo>
                <a:cubicBezTo>
                  <a:pt x="2038528" y="65639"/>
                  <a:pt x="2035942" y="67460"/>
                  <a:pt x="2033317" y="68580"/>
                </a:cubicBezTo>
                <a:cubicBezTo>
                  <a:pt x="2030693" y="69700"/>
                  <a:pt x="2027936" y="70260"/>
                  <a:pt x="2025047" y="70260"/>
                </a:cubicBezTo>
                <a:cubicBezTo>
                  <a:pt x="2022376" y="70260"/>
                  <a:pt x="2020093" y="69918"/>
                  <a:pt x="2018198" y="69234"/>
                </a:cubicBezTo>
                <a:cubicBezTo>
                  <a:pt x="2016303" y="68549"/>
                  <a:pt x="2014743" y="67608"/>
                  <a:pt x="2013516" y="66411"/>
                </a:cubicBezTo>
                <a:cubicBezTo>
                  <a:pt x="2012289" y="65213"/>
                  <a:pt x="2011388" y="63805"/>
                  <a:pt x="2010813" y="62187"/>
                </a:cubicBezTo>
                <a:cubicBezTo>
                  <a:pt x="2010239" y="60569"/>
                  <a:pt x="2009951" y="58811"/>
                  <a:pt x="2009951" y="56913"/>
                </a:cubicBezTo>
                <a:cubicBezTo>
                  <a:pt x="2009951" y="52215"/>
                  <a:pt x="2011699" y="48536"/>
                  <a:pt x="2015193" y="45877"/>
                </a:cubicBezTo>
                <a:cubicBezTo>
                  <a:pt x="2018687" y="43216"/>
                  <a:pt x="2023851" y="41886"/>
                  <a:pt x="2030685" y="41886"/>
                </a:cubicBezTo>
                <a:lnTo>
                  <a:pt x="2040376" y="41886"/>
                </a:lnTo>
                <a:lnTo>
                  <a:pt x="2040376" y="37800"/>
                </a:lnTo>
                <a:cubicBezTo>
                  <a:pt x="2040376" y="35046"/>
                  <a:pt x="2039491" y="32840"/>
                  <a:pt x="2037720" y="31184"/>
                </a:cubicBezTo>
                <a:cubicBezTo>
                  <a:pt x="2035950" y="29528"/>
                  <a:pt x="2033247" y="28700"/>
                  <a:pt x="2029613" y="28700"/>
                </a:cubicBezTo>
                <a:cubicBezTo>
                  <a:pt x="2026973" y="28700"/>
                  <a:pt x="2024372" y="29000"/>
                  <a:pt x="2021809" y="29599"/>
                </a:cubicBezTo>
                <a:cubicBezTo>
                  <a:pt x="2019247" y="30197"/>
                  <a:pt x="2016599" y="31047"/>
                  <a:pt x="2013865" y="32148"/>
                </a:cubicBezTo>
                <a:lnTo>
                  <a:pt x="2013865" y="24833"/>
                </a:lnTo>
                <a:cubicBezTo>
                  <a:pt x="2014890" y="24455"/>
                  <a:pt x="2016032" y="24084"/>
                  <a:pt x="2017290" y="23721"/>
                </a:cubicBezTo>
                <a:cubicBezTo>
                  <a:pt x="2018548" y="23358"/>
                  <a:pt x="2019876" y="23035"/>
                  <a:pt x="2021273" y="22751"/>
                </a:cubicBezTo>
                <a:cubicBezTo>
                  <a:pt x="2022671" y="22467"/>
                  <a:pt x="2024131" y="22238"/>
                  <a:pt x="2025653" y="22065"/>
                </a:cubicBezTo>
                <a:cubicBezTo>
                  <a:pt x="2027175" y="21892"/>
                  <a:pt x="2028712" y="21805"/>
                  <a:pt x="2030265" y="21805"/>
                </a:cubicBezTo>
                <a:cubicBezTo>
                  <a:pt x="2033092" y="21805"/>
                  <a:pt x="2035639" y="22115"/>
                  <a:pt x="2037906" y="22737"/>
                </a:cubicBezTo>
                <a:cubicBezTo>
                  <a:pt x="2040174" y="23358"/>
                  <a:pt x="2042092" y="24305"/>
                  <a:pt x="2043661" y="25579"/>
                </a:cubicBezTo>
                <a:cubicBezTo>
                  <a:pt x="2045229" y="26852"/>
                  <a:pt x="2046433" y="28452"/>
                  <a:pt x="2047271" y="30378"/>
                </a:cubicBezTo>
                <a:cubicBezTo>
                  <a:pt x="2048110" y="32304"/>
                  <a:pt x="2048529" y="34571"/>
                  <a:pt x="2048529" y="37180"/>
                </a:cubicBezTo>
                <a:lnTo>
                  <a:pt x="2048529" y="69421"/>
                </a:lnTo>
                <a:lnTo>
                  <a:pt x="2041261" y="69421"/>
                </a:lnTo>
                <a:moveTo>
                  <a:pt x="2040376" y="48083"/>
                </a:moveTo>
                <a:lnTo>
                  <a:pt x="2030079" y="48083"/>
                </a:lnTo>
                <a:cubicBezTo>
                  <a:pt x="2028060" y="48083"/>
                  <a:pt x="2026321" y="48285"/>
                  <a:pt x="2024861" y="48691"/>
                </a:cubicBezTo>
                <a:cubicBezTo>
                  <a:pt x="2023401" y="49096"/>
                  <a:pt x="2022205" y="49672"/>
                  <a:pt x="2021273" y="50419"/>
                </a:cubicBezTo>
                <a:cubicBezTo>
                  <a:pt x="2020341" y="51167"/>
                  <a:pt x="2019650" y="52063"/>
                  <a:pt x="2019200" y="53107"/>
                </a:cubicBezTo>
                <a:cubicBezTo>
                  <a:pt x="2018750" y="54151"/>
                  <a:pt x="2018524" y="55327"/>
                  <a:pt x="2018524" y="56635"/>
                </a:cubicBezTo>
                <a:cubicBezTo>
                  <a:pt x="2018524" y="57539"/>
                  <a:pt x="2018664" y="58404"/>
                  <a:pt x="2018944" y="59230"/>
                </a:cubicBezTo>
                <a:cubicBezTo>
                  <a:pt x="2019223" y="60055"/>
                  <a:pt x="2019674" y="60787"/>
                  <a:pt x="2020295" y="61425"/>
                </a:cubicBezTo>
                <a:cubicBezTo>
                  <a:pt x="2020916" y="62064"/>
                  <a:pt x="2021724" y="62570"/>
                  <a:pt x="2022718" y="62944"/>
                </a:cubicBezTo>
                <a:cubicBezTo>
                  <a:pt x="2023712" y="63318"/>
                  <a:pt x="2024923" y="63504"/>
                  <a:pt x="2026352" y="63504"/>
                </a:cubicBezTo>
                <a:cubicBezTo>
                  <a:pt x="2028215" y="63504"/>
                  <a:pt x="2030351" y="62936"/>
                  <a:pt x="2032758" y="61799"/>
                </a:cubicBezTo>
                <a:cubicBezTo>
                  <a:pt x="2035165" y="60662"/>
                  <a:pt x="2037705" y="58862"/>
                  <a:pt x="2040376" y="56401"/>
                </a:cubicBezTo>
                <a:lnTo>
                  <a:pt x="2040376" y="48083"/>
                </a:lnTo>
                <a:close/>
                <a:moveTo>
                  <a:pt x="2099409" y="67698"/>
                </a:moveTo>
                <a:cubicBezTo>
                  <a:pt x="2097297" y="68505"/>
                  <a:pt x="2095131" y="69103"/>
                  <a:pt x="2092910" y="69491"/>
                </a:cubicBezTo>
                <a:cubicBezTo>
                  <a:pt x="2090689" y="69880"/>
                  <a:pt x="2088398" y="70074"/>
                  <a:pt x="2086038" y="70074"/>
                </a:cubicBezTo>
                <a:cubicBezTo>
                  <a:pt x="2078645" y="70074"/>
                  <a:pt x="2072953" y="68070"/>
                  <a:pt x="2068962" y="64063"/>
                </a:cubicBezTo>
                <a:cubicBezTo>
                  <a:pt x="2064970" y="60057"/>
                  <a:pt x="2062975" y="54202"/>
                  <a:pt x="2062975" y="46498"/>
                </a:cubicBezTo>
                <a:cubicBezTo>
                  <a:pt x="2062975" y="42802"/>
                  <a:pt x="2063549" y="39448"/>
                  <a:pt x="2064699" y="36435"/>
                </a:cubicBezTo>
                <a:cubicBezTo>
                  <a:pt x="2065848" y="33422"/>
                  <a:pt x="2067463" y="30844"/>
                  <a:pt x="2069544" y="28700"/>
                </a:cubicBezTo>
                <a:cubicBezTo>
                  <a:pt x="2071625" y="26557"/>
                  <a:pt x="2074110" y="24903"/>
                  <a:pt x="2076999" y="23738"/>
                </a:cubicBezTo>
                <a:cubicBezTo>
                  <a:pt x="2079887" y="22574"/>
                  <a:pt x="2083071" y="21991"/>
                  <a:pt x="2086550" y="21991"/>
                </a:cubicBezTo>
                <a:cubicBezTo>
                  <a:pt x="2088973" y="21991"/>
                  <a:pt x="2091240" y="22166"/>
                  <a:pt x="2093352" y="22515"/>
                </a:cubicBezTo>
                <a:cubicBezTo>
                  <a:pt x="2095465" y="22864"/>
                  <a:pt x="2097484" y="23435"/>
                  <a:pt x="2099409" y="24228"/>
                </a:cubicBezTo>
                <a:lnTo>
                  <a:pt x="2099409" y="31962"/>
                </a:lnTo>
                <a:cubicBezTo>
                  <a:pt x="2097390" y="30889"/>
                  <a:pt x="2095333" y="30109"/>
                  <a:pt x="2093236" y="29621"/>
                </a:cubicBezTo>
                <a:cubicBezTo>
                  <a:pt x="2091139" y="29131"/>
                  <a:pt x="2088973" y="28887"/>
                  <a:pt x="2086736" y="28887"/>
                </a:cubicBezTo>
                <a:cubicBezTo>
                  <a:pt x="2084655" y="28887"/>
                  <a:pt x="2082691" y="29283"/>
                  <a:pt x="2080843" y="30075"/>
                </a:cubicBezTo>
                <a:cubicBezTo>
                  <a:pt x="2078994" y="30867"/>
                  <a:pt x="2077372" y="32008"/>
                  <a:pt x="2075974" y="33499"/>
                </a:cubicBezTo>
                <a:cubicBezTo>
                  <a:pt x="2074576" y="34990"/>
                  <a:pt x="2073473" y="36807"/>
                  <a:pt x="2072666" y="38951"/>
                </a:cubicBezTo>
                <a:cubicBezTo>
                  <a:pt x="2071858" y="41094"/>
                  <a:pt x="2071454" y="43517"/>
                  <a:pt x="2071454" y="46219"/>
                </a:cubicBezTo>
                <a:cubicBezTo>
                  <a:pt x="2071454" y="51872"/>
                  <a:pt x="2072829" y="56104"/>
                  <a:pt x="2075578" y="58915"/>
                </a:cubicBezTo>
                <a:cubicBezTo>
                  <a:pt x="2078327" y="61726"/>
                  <a:pt x="2082139" y="63132"/>
                  <a:pt x="2087016" y="63132"/>
                </a:cubicBezTo>
                <a:cubicBezTo>
                  <a:pt x="2089221" y="63132"/>
                  <a:pt x="2091357" y="62883"/>
                  <a:pt x="2093422" y="62386"/>
                </a:cubicBezTo>
                <a:cubicBezTo>
                  <a:pt x="2095488" y="61889"/>
                  <a:pt x="2097484" y="61144"/>
                  <a:pt x="2099409" y="60150"/>
                </a:cubicBezTo>
                <a:lnTo>
                  <a:pt x="2099409" y="67698"/>
                </a:lnTo>
                <a:close/>
                <a:moveTo>
                  <a:pt x="2152619" y="68723"/>
                </a:moveTo>
                <a:cubicBezTo>
                  <a:pt x="2150786" y="69205"/>
                  <a:pt x="2148892" y="69551"/>
                  <a:pt x="2146935" y="69759"/>
                </a:cubicBezTo>
                <a:cubicBezTo>
                  <a:pt x="2144978" y="69969"/>
                  <a:pt x="2142990" y="70074"/>
                  <a:pt x="2140971" y="70074"/>
                </a:cubicBezTo>
                <a:cubicBezTo>
                  <a:pt x="2135101" y="70074"/>
                  <a:pt x="2130721" y="68746"/>
                  <a:pt x="2127832" y="66090"/>
                </a:cubicBezTo>
                <a:cubicBezTo>
                  <a:pt x="2124944" y="63434"/>
                  <a:pt x="2123499" y="59358"/>
                  <a:pt x="2123499" y="53860"/>
                </a:cubicBezTo>
                <a:lnTo>
                  <a:pt x="2123499" y="29446"/>
                </a:lnTo>
                <a:lnTo>
                  <a:pt x="2110407" y="29446"/>
                </a:lnTo>
                <a:lnTo>
                  <a:pt x="2110407" y="22644"/>
                </a:lnTo>
                <a:lnTo>
                  <a:pt x="2123499" y="22644"/>
                </a:lnTo>
                <a:lnTo>
                  <a:pt x="2123499" y="9743"/>
                </a:lnTo>
                <a:lnTo>
                  <a:pt x="2131606" y="7641"/>
                </a:lnTo>
                <a:lnTo>
                  <a:pt x="2131606" y="22644"/>
                </a:lnTo>
                <a:lnTo>
                  <a:pt x="2152619" y="22644"/>
                </a:lnTo>
                <a:lnTo>
                  <a:pt x="2152619" y="29446"/>
                </a:lnTo>
                <a:lnTo>
                  <a:pt x="2131606" y="29446"/>
                </a:lnTo>
                <a:lnTo>
                  <a:pt x="2131606" y="53208"/>
                </a:lnTo>
                <a:cubicBezTo>
                  <a:pt x="2131606" y="56562"/>
                  <a:pt x="2132499" y="59070"/>
                  <a:pt x="2134285" y="60732"/>
                </a:cubicBezTo>
                <a:cubicBezTo>
                  <a:pt x="2136071" y="62394"/>
                  <a:pt x="2138704" y="63225"/>
                  <a:pt x="2142182" y="63225"/>
                </a:cubicBezTo>
                <a:cubicBezTo>
                  <a:pt x="2143673" y="63225"/>
                  <a:pt x="2145304" y="63105"/>
                  <a:pt x="2147075" y="62865"/>
                </a:cubicBezTo>
                <a:cubicBezTo>
                  <a:pt x="2148845" y="62624"/>
                  <a:pt x="2150693" y="62247"/>
                  <a:pt x="2152619" y="61734"/>
                </a:cubicBezTo>
                <a:lnTo>
                  <a:pt x="2152619" y="68723"/>
                </a:lnTo>
                <a:close/>
                <a:moveTo>
                  <a:pt x="2185188" y="54745"/>
                </a:moveTo>
                <a:cubicBezTo>
                  <a:pt x="2186244" y="54745"/>
                  <a:pt x="2187246" y="54947"/>
                  <a:pt x="2188193" y="55351"/>
                </a:cubicBezTo>
                <a:cubicBezTo>
                  <a:pt x="2189141" y="55755"/>
                  <a:pt x="2189964" y="56314"/>
                  <a:pt x="2190663" y="57028"/>
                </a:cubicBezTo>
                <a:cubicBezTo>
                  <a:pt x="2191362" y="57743"/>
                  <a:pt x="2191913" y="58573"/>
                  <a:pt x="2192317" y="59521"/>
                </a:cubicBezTo>
                <a:cubicBezTo>
                  <a:pt x="2192721" y="60468"/>
                  <a:pt x="2192923" y="61485"/>
                  <a:pt x="2192923" y="62573"/>
                </a:cubicBezTo>
                <a:cubicBezTo>
                  <a:pt x="2192923" y="63629"/>
                  <a:pt x="2192721" y="64623"/>
                  <a:pt x="2192317" y="65554"/>
                </a:cubicBezTo>
                <a:cubicBezTo>
                  <a:pt x="2191913" y="66486"/>
                  <a:pt x="2191362" y="67302"/>
                  <a:pt x="2190663" y="68000"/>
                </a:cubicBezTo>
                <a:cubicBezTo>
                  <a:pt x="2189964" y="68699"/>
                  <a:pt x="2189141" y="69251"/>
                  <a:pt x="2188193" y="69654"/>
                </a:cubicBezTo>
                <a:cubicBezTo>
                  <a:pt x="2187246" y="70058"/>
                  <a:pt x="2186244" y="70260"/>
                  <a:pt x="2185188" y="70260"/>
                </a:cubicBezTo>
                <a:cubicBezTo>
                  <a:pt x="2184101" y="70260"/>
                  <a:pt x="2183092" y="70058"/>
                  <a:pt x="2182160" y="69654"/>
                </a:cubicBezTo>
                <a:cubicBezTo>
                  <a:pt x="2181228" y="69251"/>
                  <a:pt x="2180413" y="68699"/>
                  <a:pt x="2179714" y="68000"/>
                </a:cubicBezTo>
                <a:cubicBezTo>
                  <a:pt x="2179015" y="67302"/>
                  <a:pt x="2178464" y="66486"/>
                  <a:pt x="2178060" y="65554"/>
                </a:cubicBezTo>
                <a:cubicBezTo>
                  <a:pt x="2177656" y="64623"/>
                  <a:pt x="2177454" y="63629"/>
                  <a:pt x="2177454" y="62573"/>
                </a:cubicBezTo>
                <a:cubicBezTo>
                  <a:pt x="2177454" y="61485"/>
                  <a:pt x="2177656" y="60468"/>
                  <a:pt x="2178060" y="59521"/>
                </a:cubicBezTo>
                <a:cubicBezTo>
                  <a:pt x="2178464" y="58573"/>
                  <a:pt x="2179015" y="57743"/>
                  <a:pt x="2179714" y="57028"/>
                </a:cubicBezTo>
                <a:cubicBezTo>
                  <a:pt x="2180413" y="56314"/>
                  <a:pt x="2181228" y="55755"/>
                  <a:pt x="2182160" y="55351"/>
                </a:cubicBezTo>
                <a:cubicBezTo>
                  <a:pt x="2183092" y="54947"/>
                  <a:pt x="2184101" y="54745"/>
                  <a:pt x="2185188" y="54745"/>
                </a:cubicBezTo>
                <a:close/>
                <a:moveTo>
                  <a:pt x="2257547" y="67139"/>
                </a:moveTo>
                <a:cubicBezTo>
                  <a:pt x="2252671" y="69157"/>
                  <a:pt x="2247561" y="70167"/>
                  <a:pt x="2242219" y="70167"/>
                </a:cubicBezTo>
                <a:cubicBezTo>
                  <a:pt x="2233615" y="70167"/>
                  <a:pt x="2227007" y="67595"/>
                  <a:pt x="2222394" y="62450"/>
                </a:cubicBezTo>
                <a:cubicBezTo>
                  <a:pt x="2217781" y="57306"/>
                  <a:pt x="2215475" y="49698"/>
                  <a:pt x="2215475" y="39626"/>
                </a:cubicBezTo>
                <a:cubicBezTo>
                  <a:pt x="2215475" y="34747"/>
                  <a:pt x="2216112" y="30333"/>
                  <a:pt x="2217385" y="26385"/>
                </a:cubicBezTo>
                <a:cubicBezTo>
                  <a:pt x="2218659" y="22438"/>
                  <a:pt x="2220476" y="19088"/>
                  <a:pt x="2222837" y="16338"/>
                </a:cubicBezTo>
                <a:cubicBezTo>
                  <a:pt x="2225197" y="13586"/>
                  <a:pt x="2228055" y="11464"/>
                  <a:pt x="2231410" y="9972"/>
                </a:cubicBezTo>
                <a:cubicBezTo>
                  <a:pt x="2234764" y="8480"/>
                  <a:pt x="2238523" y="7734"/>
                  <a:pt x="2242685" y="7734"/>
                </a:cubicBezTo>
                <a:cubicBezTo>
                  <a:pt x="2245511" y="7734"/>
                  <a:pt x="2248136" y="7975"/>
                  <a:pt x="2250559" y="8456"/>
                </a:cubicBezTo>
                <a:cubicBezTo>
                  <a:pt x="2252981" y="8938"/>
                  <a:pt x="2255311" y="9676"/>
                  <a:pt x="2257547" y="10669"/>
                </a:cubicBezTo>
                <a:lnTo>
                  <a:pt x="2257547" y="18823"/>
                </a:lnTo>
                <a:cubicBezTo>
                  <a:pt x="2255342" y="17612"/>
                  <a:pt x="2253059" y="16688"/>
                  <a:pt x="2250698" y="16051"/>
                </a:cubicBezTo>
                <a:cubicBezTo>
                  <a:pt x="2248338" y="15414"/>
                  <a:pt x="2245760" y="15096"/>
                  <a:pt x="2242964" y="15096"/>
                </a:cubicBezTo>
                <a:cubicBezTo>
                  <a:pt x="2240107" y="15096"/>
                  <a:pt x="2237521" y="15632"/>
                  <a:pt x="2235207" y="16705"/>
                </a:cubicBezTo>
                <a:cubicBezTo>
                  <a:pt x="2232893" y="17777"/>
                  <a:pt x="2230928" y="19332"/>
                  <a:pt x="2229313" y="21368"/>
                </a:cubicBezTo>
                <a:cubicBezTo>
                  <a:pt x="2227698" y="23405"/>
                  <a:pt x="2226455" y="25892"/>
                  <a:pt x="2225586" y="28830"/>
                </a:cubicBezTo>
                <a:cubicBezTo>
                  <a:pt x="2224716" y="31768"/>
                  <a:pt x="2224281" y="35118"/>
                  <a:pt x="2224281" y="38881"/>
                </a:cubicBezTo>
                <a:cubicBezTo>
                  <a:pt x="2224281" y="46778"/>
                  <a:pt x="2225881" y="52732"/>
                  <a:pt x="2229080" y="56743"/>
                </a:cubicBezTo>
                <a:cubicBezTo>
                  <a:pt x="2232279" y="60754"/>
                  <a:pt x="2236969" y="62759"/>
                  <a:pt x="2243151" y="62759"/>
                </a:cubicBezTo>
                <a:cubicBezTo>
                  <a:pt x="2245760" y="62759"/>
                  <a:pt x="2248260" y="62456"/>
                  <a:pt x="2250652" y="61850"/>
                </a:cubicBezTo>
                <a:cubicBezTo>
                  <a:pt x="2253044" y="61245"/>
                  <a:pt x="2255342" y="60398"/>
                  <a:pt x="2257547" y="59311"/>
                </a:cubicBezTo>
                <a:lnTo>
                  <a:pt x="2257547" y="67139"/>
                </a:lnTo>
                <a:close/>
                <a:moveTo>
                  <a:pt x="2311223" y="45660"/>
                </a:moveTo>
                <a:cubicBezTo>
                  <a:pt x="2311223" y="49294"/>
                  <a:pt x="2310710" y="52625"/>
                  <a:pt x="2309685" y="55654"/>
                </a:cubicBezTo>
                <a:cubicBezTo>
                  <a:pt x="2308660" y="58682"/>
                  <a:pt x="2307185" y="61276"/>
                  <a:pt x="2305259" y="63434"/>
                </a:cubicBezTo>
                <a:cubicBezTo>
                  <a:pt x="2303333" y="65593"/>
                  <a:pt x="2300988" y="67271"/>
                  <a:pt x="2298224" y="68466"/>
                </a:cubicBezTo>
                <a:cubicBezTo>
                  <a:pt x="2295459" y="69662"/>
                  <a:pt x="2292322" y="70260"/>
                  <a:pt x="2288812" y="70260"/>
                </a:cubicBezTo>
                <a:cubicBezTo>
                  <a:pt x="2285458" y="70260"/>
                  <a:pt x="2282453" y="69740"/>
                  <a:pt x="2279797" y="68699"/>
                </a:cubicBezTo>
                <a:cubicBezTo>
                  <a:pt x="2277141" y="67659"/>
                  <a:pt x="2274889" y="66129"/>
                  <a:pt x="2273041" y="64110"/>
                </a:cubicBezTo>
                <a:cubicBezTo>
                  <a:pt x="2271193" y="62091"/>
                  <a:pt x="2269780" y="59591"/>
                  <a:pt x="2268801" y="56609"/>
                </a:cubicBezTo>
                <a:cubicBezTo>
                  <a:pt x="2267823" y="53627"/>
                  <a:pt x="2267334" y="50195"/>
                  <a:pt x="2267334" y="46312"/>
                </a:cubicBezTo>
                <a:cubicBezTo>
                  <a:pt x="2267334" y="42678"/>
                  <a:pt x="2267846" y="39362"/>
                  <a:pt x="2268871" y="36365"/>
                </a:cubicBezTo>
                <a:cubicBezTo>
                  <a:pt x="2269896" y="33367"/>
                  <a:pt x="2271372" y="30789"/>
                  <a:pt x="2273297" y="28631"/>
                </a:cubicBezTo>
                <a:cubicBezTo>
                  <a:pt x="2275223" y="26472"/>
                  <a:pt x="2277568" y="24795"/>
                  <a:pt x="2280333" y="23599"/>
                </a:cubicBezTo>
                <a:cubicBezTo>
                  <a:pt x="2283097" y="22403"/>
                  <a:pt x="2286234" y="21805"/>
                  <a:pt x="2289744" y="21805"/>
                </a:cubicBezTo>
                <a:cubicBezTo>
                  <a:pt x="2293099" y="21805"/>
                  <a:pt x="2296104" y="22325"/>
                  <a:pt x="2298760" y="23366"/>
                </a:cubicBezTo>
                <a:cubicBezTo>
                  <a:pt x="2301415" y="24406"/>
                  <a:pt x="2303667" y="25928"/>
                  <a:pt x="2305515" y="27932"/>
                </a:cubicBezTo>
                <a:cubicBezTo>
                  <a:pt x="2307364" y="29935"/>
                  <a:pt x="2308777" y="32428"/>
                  <a:pt x="2309755" y="35410"/>
                </a:cubicBezTo>
                <a:cubicBezTo>
                  <a:pt x="2310734" y="38391"/>
                  <a:pt x="2311223" y="41808"/>
                  <a:pt x="2311223" y="45660"/>
                </a:cubicBezTo>
                <a:moveTo>
                  <a:pt x="2302930" y="46033"/>
                </a:moveTo>
                <a:cubicBezTo>
                  <a:pt x="2302930" y="43144"/>
                  <a:pt x="2302611" y="40620"/>
                  <a:pt x="2301975" y="38461"/>
                </a:cubicBezTo>
                <a:cubicBezTo>
                  <a:pt x="2301338" y="36303"/>
                  <a:pt x="2300429" y="34501"/>
                  <a:pt x="2299249" y="33057"/>
                </a:cubicBezTo>
                <a:cubicBezTo>
                  <a:pt x="2298069" y="31612"/>
                  <a:pt x="2296632" y="30525"/>
                  <a:pt x="2294939" y="29795"/>
                </a:cubicBezTo>
                <a:cubicBezTo>
                  <a:pt x="2293246" y="29065"/>
                  <a:pt x="2291359" y="28700"/>
                  <a:pt x="2289278" y="28700"/>
                </a:cubicBezTo>
                <a:cubicBezTo>
                  <a:pt x="2286856" y="28700"/>
                  <a:pt x="2284782" y="29174"/>
                  <a:pt x="2283058" y="30121"/>
                </a:cubicBezTo>
                <a:cubicBezTo>
                  <a:pt x="2281334" y="31069"/>
                  <a:pt x="2279921" y="32335"/>
                  <a:pt x="2278819" y="33919"/>
                </a:cubicBezTo>
                <a:cubicBezTo>
                  <a:pt x="2277716" y="35503"/>
                  <a:pt x="2276908" y="37343"/>
                  <a:pt x="2276396" y="39440"/>
                </a:cubicBezTo>
                <a:cubicBezTo>
                  <a:pt x="2275883" y="41536"/>
                  <a:pt x="2275627" y="43734"/>
                  <a:pt x="2275627" y="46033"/>
                </a:cubicBezTo>
                <a:cubicBezTo>
                  <a:pt x="2275627" y="48921"/>
                  <a:pt x="2275945" y="51453"/>
                  <a:pt x="2276582" y="53627"/>
                </a:cubicBezTo>
                <a:cubicBezTo>
                  <a:pt x="2277219" y="55801"/>
                  <a:pt x="2278127" y="57611"/>
                  <a:pt x="2279308" y="59055"/>
                </a:cubicBezTo>
                <a:cubicBezTo>
                  <a:pt x="2280488" y="60499"/>
                  <a:pt x="2281917" y="61586"/>
                  <a:pt x="2283594" y="62316"/>
                </a:cubicBezTo>
                <a:cubicBezTo>
                  <a:pt x="2285271" y="63046"/>
                  <a:pt x="2287166" y="63411"/>
                  <a:pt x="2289278" y="63411"/>
                </a:cubicBezTo>
                <a:cubicBezTo>
                  <a:pt x="2291701" y="63411"/>
                  <a:pt x="2293774" y="62937"/>
                  <a:pt x="2295498" y="61990"/>
                </a:cubicBezTo>
                <a:cubicBezTo>
                  <a:pt x="2297222" y="61043"/>
                  <a:pt x="2298635" y="59777"/>
                  <a:pt x="2299738" y="58193"/>
                </a:cubicBezTo>
                <a:cubicBezTo>
                  <a:pt x="2300841" y="56609"/>
                  <a:pt x="2301648" y="54768"/>
                  <a:pt x="2302161" y="52672"/>
                </a:cubicBezTo>
                <a:cubicBezTo>
                  <a:pt x="2302673" y="50575"/>
                  <a:pt x="2302930" y="48362"/>
                  <a:pt x="2302930" y="46033"/>
                </a:cubicBezTo>
                <a:close/>
                <a:moveTo>
                  <a:pt x="2355720" y="69421"/>
                </a:moveTo>
                <a:lnTo>
                  <a:pt x="2355720" y="35829"/>
                </a:lnTo>
                <a:cubicBezTo>
                  <a:pt x="2355720" y="34369"/>
                  <a:pt x="2355666" y="33173"/>
                  <a:pt x="2355557" y="32241"/>
                </a:cubicBezTo>
                <a:cubicBezTo>
                  <a:pt x="2355448" y="31310"/>
                  <a:pt x="2355277" y="30572"/>
                  <a:pt x="2355044" y="30028"/>
                </a:cubicBezTo>
                <a:cubicBezTo>
                  <a:pt x="2354811" y="29485"/>
                  <a:pt x="2354516" y="29104"/>
                  <a:pt x="2354159" y="28887"/>
                </a:cubicBezTo>
                <a:cubicBezTo>
                  <a:pt x="2353802" y="28669"/>
                  <a:pt x="2353359" y="28561"/>
                  <a:pt x="2352831" y="28561"/>
                </a:cubicBezTo>
                <a:cubicBezTo>
                  <a:pt x="2352210" y="28561"/>
                  <a:pt x="2351635" y="28747"/>
                  <a:pt x="2351107" y="29120"/>
                </a:cubicBezTo>
                <a:cubicBezTo>
                  <a:pt x="2350579" y="29492"/>
                  <a:pt x="2350013" y="30098"/>
                  <a:pt x="2349407" y="30937"/>
                </a:cubicBezTo>
                <a:cubicBezTo>
                  <a:pt x="2348801" y="31775"/>
                  <a:pt x="2348133" y="32886"/>
                  <a:pt x="2347403" y="34268"/>
                </a:cubicBezTo>
                <a:cubicBezTo>
                  <a:pt x="2346673" y="35650"/>
                  <a:pt x="2345811" y="37351"/>
                  <a:pt x="2344818" y="39370"/>
                </a:cubicBezTo>
                <a:lnTo>
                  <a:pt x="2344818" y="69421"/>
                </a:lnTo>
                <a:lnTo>
                  <a:pt x="2337409" y="69421"/>
                </a:lnTo>
                <a:lnTo>
                  <a:pt x="2337409" y="36714"/>
                </a:lnTo>
                <a:cubicBezTo>
                  <a:pt x="2337409" y="35006"/>
                  <a:pt x="2337355" y="33624"/>
                  <a:pt x="2337246" y="32568"/>
                </a:cubicBezTo>
                <a:cubicBezTo>
                  <a:pt x="2337138" y="31511"/>
                  <a:pt x="2336967" y="30688"/>
                  <a:pt x="2336734" y="30098"/>
                </a:cubicBezTo>
                <a:cubicBezTo>
                  <a:pt x="2336501" y="29508"/>
                  <a:pt x="2336198" y="29104"/>
                  <a:pt x="2335825" y="28887"/>
                </a:cubicBezTo>
                <a:cubicBezTo>
                  <a:pt x="2335453" y="28669"/>
                  <a:pt x="2335002" y="28561"/>
                  <a:pt x="2334474" y="28561"/>
                </a:cubicBezTo>
                <a:cubicBezTo>
                  <a:pt x="2333915" y="28561"/>
                  <a:pt x="2333387" y="28716"/>
                  <a:pt x="2332890" y="29027"/>
                </a:cubicBezTo>
                <a:cubicBezTo>
                  <a:pt x="2332393" y="29337"/>
                  <a:pt x="2331842" y="29896"/>
                  <a:pt x="2331236" y="30704"/>
                </a:cubicBezTo>
                <a:cubicBezTo>
                  <a:pt x="2330630" y="31511"/>
                  <a:pt x="2329955" y="32614"/>
                  <a:pt x="2329209" y="34012"/>
                </a:cubicBezTo>
                <a:cubicBezTo>
                  <a:pt x="2328464" y="35410"/>
                  <a:pt x="2327579" y="37196"/>
                  <a:pt x="2326554" y="39370"/>
                </a:cubicBezTo>
                <a:lnTo>
                  <a:pt x="2326554" y="69421"/>
                </a:lnTo>
                <a:lnTo>
                  <a:pt x="2319099" y="69421"/>
                </a:lnTo>
                <a:lnTo>
                  <a:pt x="2319099" y="22644"/>
                </a:lnTo>
                <a:lnTo>
                  <a:pt x="2325296" y="22644"/>
                </a:lnTo>
                <a:lnTo>
                  <a:pt x="2325668" y="31543"/>
                </a:lnTo>
                <a:cubicBezTo>
                  <a:pt x="2326476" y="29772"/>
                  <a:pt x="2327260" y="28266"/>
                  <a:pt x="2328021" y="27023"/>
                </a:cubicBezTo>
                <a:cubicBezTo>
                  <a:pt x="2328782" y="25781"/>
                  <a:pt x="2329567" y="24779"/>
                  <a:pt x="2330374" y="24018"/>
                </a:cubicBezTo>
                <a:cubicBezTo>
                  <a:pt x="2331182" y="23257"/>
                  <a:pt x="2332044" y="22698"/>
                  <a:pt x="2332960" y="22341"/>
                </a:cubicBezTo>
                <a:cubicBezTo>
                  <a:pt x="2333876" y="21983"/>
                  <a:pt x="2334894" y="21805"/>
                  <a:pt x="2336012" y="21805"/>
                </a:cubicBezTo>
                <a:cubicBezTo>
                  <a:pt x="2338528" y="21805"/>
                  <a:pt x="2340438" y="22628"/>
                  <a:pt x="2341742" y="24274"/>
                </a:cubicBezTo>
                <a:cubicBezTo>
                  <a:pt x="2343047" y="25920"/>
                  <a:pt x="2343699" y="28467"/>
                  <a:pt x="2343699" y="31915"/>
                </a:cubicBezTo>
                <a:cubicBezTo>
                  <a:pt x="2344445" y="30300"/>
                  <a:pt x="2345175" y="28864"/>
                  <a:pt x="2345889" y="27606"/>
                </a:cubicBezTo>
                <a:cubicBezTo>
                  <a:pt x="2346604" y="26348"/>
                  <a:pt x="2347372" y="25291"/>
                  <a:pt x="2348195" y="24437"/>
                </a:cubicBezTo>
                <a:cubicBezTo>
                  <a:pt x="2349019" y="23583"/>
                  <a:pt x="2349927" y="22931"/>
                  <a:pt x="2350921" y="22480"/>
                </a:cubicBezTo>
                <a:cubicBezTo>
                  <a:pt x="2351915" y="22030"/>
                  <a:pt x="2353064" y="21805"/>
                  <a:pt x="2354369" y="21805"/>
                </a:cubicBezTo>
                <a:cubicBezTo>
                  <a:pt x="2360239" y="21805"/>
                  <a:pt x="2363175" y="26324"/>
                  <a:pt x="2363175" y="35363"/>
                </a:cubicBezTo>
                <a:lnTo>
                  <a:pt x="2363175" y="69421"/>
                </a:lnTo>
                <a:lnTo>
                  <a:pt x="2355720" y="69421"/>
                </a:lnTo>
                <a:close/>
                <a:moveTo>
                  <a:pt x="2414194" y="45194"/>
                </a:moveTo>
                <a:cubicBezTo>
                  <a:pt x="2414194" y="49356"/>
                  <a:pt x="2413612" y="52990"/>
                  <a:pt x="2412447" y="56096"/>
                </a:cubicBezTo>
                <a:cubicBezTo>
                  <a:pt x="2411282" y="59202"/>
                  <a:pt x="2409675" y="61780"/>
                  <a:pt x="2407625" y="63831"/>
                </a:cubicBezTo>
                <a:cubicBezTo>
                  <a:pt x="2405575" y="65881"/>
                  <a:pt x="2403152" y="67418"/>
                  <a:pt x="2400357" y="68443"/>
                </a:cubicBezTo>
                <a:cubicBezTo>
                  <a:pt x="2397561" y="69468"/>
                  <a:pt x="2394533" y="69981"/>
                  <a:pt x="2391271" y="69981"/>
                </a:cubicBezTo>
                <a:cubicBezTo>
                  <a:pt x="2389780" y="69981"/>
                  <a:pt x="2388297" y="69903"/>
                  <a:pt x="2386822" y="69748"/>
                </a:cubicBezTo>
                <a:cubicBezTo>
                  <a:pt x="2385346" y="69592"/>
                  <a:pt x="2383848" y="69328"/>
                  <a:pt x="2382326" y="68956"/>
                </a:cubicBezTo>
                <a:lnTo>
                  <a:pt x="2382326" y="88524"/>
                </a:lnTo>
                <a:lnTo>
                  <a:pt x="2374219" y="88524"/>
                </a:lnTo>
                <a:lnTo>
                  <a:pt x="2374219" y="22644"/>
                </a:lnTo>
                <a:lnTo>
                  <a:pt x="2381441" y="22644"/>
                </a:lnTo>
                <a:lnTo>
                  <a:pt x="2381953" y="30471"/>
                </a:lnTo>
                <a:cubicBezTo>
                  <a:pt x="2384283" y="27272"/>
                  <a:pt x="2386768" y="25027"/>
                  <a:pt x="2389408" y="23738"/>
                </a:cubicBezTo>
                <a:cubicBezTo>
                  <a:pt x="2392048" y="22449"/>
                  <a:pt x="2394906" y="21805"/>
                  <a:pt x="2397981" y="21805"/>
                </a:cubicBezTo>
                <a:cubicBezTo>
                  <a:pt x="2400652" y="21805"/>
                  <a:pt x="2402997" y="22364"/>
                  <a:pt x="2405016" y="23482"/>
                </a:cubicBezTo>
                <a:cubicBezTo>
                  <a:pt x="2407035" y="24600"/>
                  <a:pt x="2408728" y="26177"/>
                  <a:pt x="2410094" y="28211"/>
                </a:cubicBezTo>
                <a:cubicBezTo>
                  <a:pt x="2411461" y="30246"/>
                  <a:pt x="2412486" y="32700"/>
                  <a:pt x="2413169" y="35573"/>
                </a:cubicBezTo>
                <a:cubicBezTo>
                  <a:pt x="2413853" y="38446"/>
                  <a:pt x="2414194" y="41653"/>
                  <a:pt x="2414194" y="45194"/>
                </a:cubicBezTo>
                <a:moveTo>
                  <a:pt x="2405901" y="45567"/>
                </a:moveTo>
                <a:cubicBezTo>
                  <a:pt x="2405901" y="43113"/>
                  <a:pt x="2405723" y="40861"/>
                  <a:pt x="2405365" y="38811"/>
                </a:cubicBezTo>
                <a:cubicBezTo>
                  <a:pt x="2405008" y="36761"/>
                  <a:pt x="2404441" y="35006"/>
                  <a:pt x="2403665" y="33546"/>
                </a:cubicBezTo>
                <a:cubicBezTo>
                  <a:pt x="2402888" y="32086"/>
                  <a:pt x="2401894" y="30945"/>
                  <a:pt x="2400683" y="30121"/>
                </a:cubicBezTo>
                <a:cubicBezTo>
                  <a:pt x="2399472" y="29298"/>
                  <a:pt x="2398027" y="28887"/>
                  <a:pt x="2396350" y="28887"/>
                </a:cubicBezTo>
                <a:cubicBezTo>
                  <a:pt x="2395325" y="28887"/>
                  <a:pt x="2394284" y="29050"/>
                  <a:pt x="2393228" y="29376"/>
                </a:cubicBezTo>
                <a:cubicBezTo>
                  <a:pt x="2392172" y="29702"/>
                  <a:pt x="2391077" y="30246"/>
                  <a:pt x="2389944" y="31007"/>
                </a:cubicBezTo>
                <a:cubicBezTo>
                  <a:pt x="2388810" y="31768"/>
                  <a:pt x="2387614" y="32777"/>
                  <a:pt x="2386356" y="34035"/>
                </a:cubicBezTo>
                <a:cubicBezTo>
                  <a:pt x="2385098" y="35293"/>
                  <a:pt x="2383755" y="36854"/>
                  <a:pt x="2382326" y="38718"/>
                </a:cubicBezTo>
                <a:lnTo>
                  <a:pt x="2382326" y="61408"/>
                </a:lnTo>
                <a:cubicBezTo>
                  <a:pt x="2383817" y="62029"/>
                  <a:pt x="2385385" y="62518"/>
                  <a:pt x="2387032" y="62875"/>
                </a:cubicBezTo>
                <a:cubicBezTo>
                  <a:pt x="2388678" y="63233"/>
                  <a:pt x="2390293" y="63411"/>
                  <a:pt x="2391877" y="63411"/>
                </a:cubicBezTo>
                <a:cubicBezTo>
                  <a:pt x="2396257" y="63411"/>
                  <a:pt x="2399689" y="61928"/>
                  <a:pt x="2402174" y="58962"/>
                </a:cubicBezTo>
                <a:cubicBezTo>
                  <a:pt x="2404659" y="55995"/>
                  <a:pt x="2405901" y="51530"/>
                  <a:pt x="2405901" y="45567"/>
                </a:cubicBezTo>
                <a:close/>
                <a:moveTo>
                  <a:pt x="2466798" y="45660"/>
                </a:moveTo>
                <a:cubicBezTo>
                  <a:pt x="2466798" y="49294"/>
                  <a:pt x="2466286" y="52625"/>
                  <a:pt x="2465261" y="55654"/>
                </a:cubicBezTo>
                <a:cubicBezTo>
                  <a:pt x="2464236" y="58682"/>
                  <a:pt x="2462760" y="61276"/>
                  <a:pt x="2460835" y="63434"/>
                </a:cubicBezTo>
                <a:cubicBezTo>
                  <a:pt x="2458909" y="65593"/>
                  <a:pt x="2456564" y="67271"/>
                  <a:pt x="2453799" y="68466"/>
                </a:cubicBezTo>
                <a:cubicBezTo>
                  <a:pt x="2451035" y="69662"/>
                  <a:pt x="2447898" y="70260"/>
                  <a:pt x="2444388" y="70260"/>
                </a:cubicBezTo>
                <a:cubicBezTo>
                  <a:pt x="2441033" y="70260"/>
                  <a:pt x="2438028" y="69740"/>
                  <a:pt x="2435372" y="68699"/>
                </a:cubicBezTo>
                <a:cubicBezTo>
                  <a:pt x="2432717" y="67659"/>
                  <a:pt x="2430465" y="66129"/>
                  <a:pt x="2428617" y="64110"/>
                </a:cubicBezTo>
                <a:cubicBezTo>
                  <a:pt x="2426768" y="62091"/>
                  <a:pt x="2425355" y="59591"/>
                  <a:pt x="2424377" y="56609"/>
                </a:cubicBezTo>
                <a:cubicBezTo>
                  <a:pt x="2423398" y="53627"/>
                  <a:pt x="2422909" y="50195"/>
                  <a:pt x="2422909" y="46312"/>
                </a:cubicBezTo>
                <a:cubicBezTo>
                  <a:pt x="2422909" y="42678"/>
                  <a:pt x="2423422" y="39362"/>
                  <a:pt x="2424447" y="36365"/>
                </a:cubicBezTo>
                <a:cubicBezTo>
                  <a:pt x="2425472" y="33367"/>
                  <a:pt x="2426947" y="30789"/>
                  <a:pt x="2428873" y="28631"/>
                </a:cubicBezTo>
                <a:cubicBezTo>
                  <a:pt x="2430799" y="26472"/>
                  <a:pt x="2433144" y="24795"/>
                  <a:pt x="2435908" y="23599"/>
                </a:cubicBezTo>
                <a:cubicBezTo>
                  <a:pt x="2438673" y="22403"/>
                  <a:pt x="2441810" y="21805"/>
                  <a:pt x="2445320" y="21805"/>
                </a:cubicBezTo>
                <a:cubicBezTo>
                  <a:pt x="2448674" y="21805"/>
                  <a:pt x="2451679" y="22325"/>
                  <a:pt x="2454335" y="23366"/>
                </a:cubicBezTo>
                <a:cubicBezTo>
                  <a:pt x="2456991" y="24406"/>
                  <a:pt x="2459243" y="25928"/>
                  <a:pt x="2461091" y="27932"/>
                </a:cubicBezTo>
                <a:cubicBezTo>
                  <a:pt x="2462939" y="29935"/>
                  <a:pt x="2464352" y="32428"/>
                  <a:pt x="2465331" y="35410"/>
                </a:cubicBezTo>
                <a:cubicBezTo>
                  <a:pt x="2466309" y="38391"/>
                  <a:pt x="2466798" y="41808"/>
                  <a:pt x="2466798" y="45660"/>
                </a:cubicBezTo>
                <a:moveTo>
                  <a:pt x="2458505" y="46033"/>
                </a:moveTo>
                <a:cubicBezTo>
                  <a:pt x="2458505" y="43144"/>
                  <a:pt x="2458187" y="40620"/>
                  <a:pt x="2457550" y="38461"/>
                </a:cubicBezTo>
                <a:cubicBezTo>
                  <a:pt x="2456913" y="36303"/>
                  <a:pt x="2456005" y="34501"/>
                  <a:pt x="2454824" y="33057"/>
                </a:cubicBezTo>
                <a:cubicBezTo>
                  <a:pt x="2453644" y="31612"/>
                  <a:pt x="2452207" y="30525"/>
                  <a:pt x="2450515" y="29795"/>
                </a:cubicBezTo>
                <a:cubicBezTo>
                  <a:pt x="2448822" y="29065"/>
                  <a:pt x="2446935" y="28700"/>
                  <a:pt x="2444854" y="28700"/>
                </a:cubicBezTo>
                <a:cubicBezTo>
                  <a:pt x="2442431" y="28700"/>
                  <a:pt x="2440358" y="29174"/>
                  <a:pt x="2438634" y="30121"/>
                </a:cubicBezTo>
                <a:cubicBezTo>
                  <a:pt x="2436910" y="31069"/>
                  <a:pt x="2435497" y="32335"/>
                  <a:pt x="2434394" y="33919"/>
                </a:cubicBezTo>
                <a:cubicBezTo>
                  <a:pt x="2433291" y="35503"/>
                  <a:pt x="2432484" y="37343"/>
                  <a:pt x="2431971" y="39440"/>
                </a:cubicBezTo>
                <a:cubicBezTo>
                  <a:pt x="2431459" y="41536"/>
                  <a:pt x="2431202" y="43734"/>
                  <a:pt x="2431202" y="46033"/>
                </a:cubicBezTo>
                <a:cubicBezTo>
                  <a:pt x="2431202" y="48921"/>
                  <a:pt x="2431521" y="51453"/>
                  <a:pt x="2432158" y="53627"/>
                </a:cubicBezTo>
                <a:cubicBezTo>
                  <a:pt x="2432794" y="55801"/>
                  <a:pt x="2433703" y="57611"/>
                  <a:pt x="2434883" y="59055"/>
                </a:cubicBezTo>
                <a:cubicBezTo>
                  <a:pt x="2436063" y="60499"/>
                  <a:pt x="2437492" y="61586"/>
                  <a:pt x="2439170" y="62316"/>
                </a:cubicBezTo>
                <a:cubicBezTo>
                  <a:pt x="2440847" y="63046"/>
                  <a:pt x="2442742" y="63411"/>
                  <a:pt x="2444854" y="63411"/>
                </a:cubicBezTo>
                <a:cubicBezTo>
                  <a:pt x="2447277" y="63411"/>
                  <a:pt x="2449350" y="62937"/>
                  <a:pt x="2451074" y="61990"/>
                </a:cubicBezTo>
                <a:cubicBezTo>
                  <a:pt x="2452798" y="61043"/>
                  <a:pt x="2454211" y="59777"/>
                  <a:pt x="2455314" y="58193"/>
                </a:cubicBezTo>
                <a:cubicBezTo>
                  <a:pt x="2456416" y="56609"/>
                  <a:pt x="2457224" y="54768"/>
                  <a:pt x="2457736" y="52672"/>
                </a:cubicBezTo>
                <a:cubicBezTo>
                  <a:pt x="2458249" y="50575"/>
                  <a:pt x="2458505" y="48362"/>
                  <a:pt x="2458505" y="46033"/>
                </a:cubicBezTo>
                <a:close/>
                <a:moveTo>
                  <a:pt x="2477936" y="22644"/>
                </a:moveTo>
                <a:lnTo>
                  <a:pt x="2485158" y="22644"/>
                </a:lnTo>
                <a:lnTo>
                  <a:pt x="2485484" y="30191"/>
                </a:lnTo>
                <a:cubicBezTo>
                  <a:pt x="2486850" y="28576"/>
                  <a:pt x="2488170" y="27233"/>
                  <a:pt x="2489444" y="26161"/>
                </a:cubicBezTo>
                <a:cubicBezTo>
                  <a:pt x="2490717" y="25090"/>
                  <a:pt x="2491968" y="24228"/>
                  <a:pt x="2493195" y="23575"/>
                </a:cubicBezTo>
                <a:cubicBezTo>
                  <a:pt x="2494421" y="22923"/>
                  <a:pt x="2495672" y="22465"/>
                  <a:pt x="2496945" y="22201"/>
                </a:cubicBezTo>
                <a:cubicBezTo>
                  <a:pt x="2498219" y="21937"/>
                  <a:pt x="2499539" y="21805"/>
                  <a:pt x="2500905" y="21805"/>
                </a:cubicBezTo>
                <a:cubicBezTo>
                  <a:pt x="2505720" y="21805"/>
                  <a:pt x="2509362" y="23226"/>
                  <a:pt x="2511831" y="26068"/>
                </a:cubicBezTo>
                <a:cubicBezTo>
                  <a:pt x="2514301" y="28910"/>
                  <a:pt x="2515535" y="33189"/>
                  <a:pt x="2515535" y="38904"/>
                </a:cubicBezTo>
                <a:lnTo>
                  <a:pt x="2515535" y="69421"/>
                </a:lnTo>
                <a:lnTo>
                  <a:pt x="2507428" y="69421"/>
                </a:lnTo>
                <a:lnTo>
                  <a:pt x="2507428" y="39556"/>
                </a:lnTo>
                <a:cubicBezTo>
                  <a:pt x="2507428" y="35891"/>
                  <a:pt x="2506745" y="33181"/>
                  <a:pt x="2505378" y="31426"/>
                </a:cubicBezTo>
                <a:cubicBezTo>
                  <a:pt x="2504012" y="29671"/>
                  <a:pt x="2501977" y="28794"/>
                  <a:pt x="2499275" y="28794"/>
                </a:cubicBezTo>
                <a:cubicBezTo>
                  <a:pt x="2498281" y="28794"/>
                  <a:pt x="2497310" y="28941"/>
                  <a:pt x="2496363" y="29236"/>
                </a:cubicBezTo>
                <a:cubicBezTo>
                  <a:pt x="2495415" y="29531"/>
                  <a:pt x="2494429" y="30044"/>
                  <a:pt x="2493404" y="30774"/>
                </a:cubicBezTo>
                <a:cubicBezTo>
                  <a:pt x="2492379" y="31504"/>
                  <a:pt x="2491269" y="32490"/>
                  <a:pt x="2490073" y="33732"/>
                </a:cubicBezTo>
                <a:cubicBezTo>
                  <a:pt x="2488877" y="34975"/>
                  <a:pt x="2487534" y="36528"/>
                  <a:pt x="2486043" y="38391"/>
                </a:cubicBezTo>
                <a:lnTo>
                  <a:pt x="2486043" y="69421"/>
                </a:lnTo>
                <a:lnTo>
                  <a:pt x="2477936" y="69421"/>
                </a:lnTo>
                <a:lnTo>
                  <a:pt x="2477936" y="22644"/>
                </a:lnTo>
                <a:close/>
                <a:moveTo>
                  <a:pt x="2569304" y="43563"/>
                </a:moveTo>
                <a:cubicBezTo>
                  <a:pt x="2569304" y="44712"/>
                  <a:pt x="2569288" y="45675"/>
                  <a:pt x="2569257" y="46452"/>
                </a:cubicBezTo>
                <a:cubicBezTo>
                  <a:pt x="2569226" y="47228"/>
                  <a:pt x="2569180" y="47958"/>
                  <a:pt x="2569118" y="48642"/>
                </a:cubicBezTo>
                <a:lnTo>
                  <a:pt x="2536271" y="48642"/>
                </a:lnTo>
                <a:cubicBezTo>
                  <a:pt x="2536271" y="53425"/>
                  <a:pt x="2537606" y="57098"/>
                  <a:pt x="2540277" y="59661"/>
                </a:cubicBezTo>
                <a:cubicBezTo>
                  <a:pt x="2542949" y="62223"/>
                  <a:pt x="2546800" y="63504"/>
                  <a:pt x="2551832" y="63504"/>
                </a:cubicBezTo>
                <a:cubicBezTo>
                  <a:pt x="2553199" y="63504"/>
                  <a:pt x="2554566" y="63449"/>
                  <a:pt x="2555932" y="63338"/>
                </a:cubicBezTo>
                <a:cubicBezTo>
                  <a:pt x="2557299" y="63227"/>
                  <a:pt x="2558619" y="63076"/>
                  <a:pt x="2559892" y="62886"/>
                </a:cubicBezTo>
                <a:cubicBezTo>
                  <a:pt x="2561166" y="62694"/>
                  <a:pt x="2562385" y="62480"/>
                  <a:pt x="2563550" y="62242"/>
                </a:cubicBezTo>
                <a:cubicBezTo>
                  <a:pt x="2564715" y="62003"/>
                  <a:pt x="2565794" y="61741"/>
                  <a:pt x="2566788" y="61454"/>
                </a:cubicBezTo>
                <a:lnTo>
                  <a:pt x="2566788" y="68117"/>
                </a:lnTo>
                <a:cubicBezTo>
                  <a:pt x="2564583" y="68752"/>
                  <a:pt x="2562090" y="69268"/>
                  <a:pt x="2559310" y="69665"/>
                </a:cubicBezTo>
                <a:cubicBezTo>
                  <a:pt x="2556530" y="70062"/>
                  <a:pt x="2553649" y="70260"/>
                  <a:pt x="2550667" y="70260"/>
                </a:cubicBezTo>
                <a:cubicBezTo>
                  <a:pt x="2546660" y="70260"/>
                  <a:pt x="2543213" y="69717"/>
                  <a:pt x="2540324" y="68629"/>
                </a:cubicBezTo>
                <a:cubicBezTo>
                  <a:pt x="2537435" y="67542"/>
                  <a:pt x="2535067" y="65966"/>
                  <a:pt x="2533219" y="63900"/>
                </a:cubicBezTo>
                <a:cubicBezTo>
                  <a:pt x="2531371" y="61835"/>
                  <a:pt x="2530004" y="59303"/>
                  <a:pt x="2529119" y="56306"/>
                </a:cubicBezTo>
                <a:cubicBezTo>
                  <a:pt x="2528233" y="53309"/>
                  <a:pt x="2527791" y="49915"/>
                  <a:pt x="2527791" y="46126"/>
                </a:cubicBezTo>
                <a:cubicBezTo>
                  <a:pt x="2527791" y="42833"/>
                  <a:pt x="2528265" y="39719"/>
                  <a:pt x="2529212" y="36784"/>
                </a:cubicBezTo>
                <a:cubicBezTo>
                  <a:pt x="2530159" y="33849"/>
                  <a:pt x="2531541" y="31271"/>
                  <a:pt x="2533359" y="29050"/>
                </a:cubicBezTo>
                <a:cubicBezTo>
                  <a:pt x="2535176" y="26829"/>
                  <a:pt x="2537404" y="25066"/>
                  <a:pt x="2540044" y="23762"/>
                </a:cubicBezTo>
                <a:cubicBezTo>
                  <a:pt x="2542685" y="22457"/>
                  <a:pt x="2545682" y="21805"/>
                  <a:pt x="2549037" y="21805"/>
                </a:cubicBezTo>
                <a:cubicBezTo>
                  <a:pt x="2552298" y="21805"/>
                  <a:pt x="2555187" y="22317"/>
                  <a:pt x="2557703" y="23342"/>
                </a:cubicBezTo>
                <a:cubicBezTo>
                  <a:pt x="2560219" y="24367"/>
                  <a:pt x="2562339" y="25820"/>
                  <a:pt x="2564062" y="27699"/>
                </a:cubicBezTo>
                <a:cubicBezTo>
                  <a:pt x="2565786" y="29578"/>
                  <a:pt x="2567091" y="31861"/>
                  <a:pt x="2567976" y="34548"/>
                </a:cubicBezTo>
                <a:cubicBezTo>
                  <a:pt x="2568861" y="37234"/>
                  <a:pt x="2569304" y="40240"/>
                  <a:pt x="2569304" y="43563"/>
                </a:cubicBezTo>
                <a:moveTo>
                  <a:pt x="2560871" y="42398"/>
                </a:moveTo>
                <a:cubicBezTo>
                  <a:pt x="2560964" y="40317"/>
                  <a:pt x="2560762" y="38415"/>
                  <a:pt x="2560265" y="36691"/>
                </a:cubicBezTo>
                <a:cubicBezTo>
                  <a:pt x="2559768" y="34967"/>
                  <a:pt x="2558999" y="33484"/>
                  <a:pt x="2557959" y="32241"/>
                </a:cubicBezTo>
                <a:cubicBezTo>
                  <a:pt x="2556918" y="30999"/>
                  <a:pt x="2555622" y="30028"/>
                  <a:pt x="2554069" y="29329"/>
                </a:cubicBezTo>
                <a:cubicBezTo>
                  <a:pt x="2552515" y="28631"/>
                  <a:pt x="2550714" y="28281"/>
                  <a:pt x="2548664" y="28281"/>
                </a:cubicBezTo>
                <a:cubicBezTo>
                  <a:pt x="2546893" y="28281"/>
                  <a:pt x="2545278" y="28623"/>
                  <a:pt x="2543818" y="29306"/>
                </a:cubicBezTo>
                <a:cubicBezTo>
                  <a:pt x="2542359" y="29989"/>
                  <a:pt x="2541101" y="30952"/>
                  <a:pt x="2540044" y="32195"/>
                </a:cubicBezTo>
                <a:cubicBezTo>
                  <a:pt x="2538988" y="33437"/>
                  <a:pt x="2538134" y="34928"/>
                  <a:pt x="2537482" y="36668"/>
                </a:cubicBezTo>
                <a:cubicBezTo>
                  <a:pt x="2536830" y="38407"/>
                  <a:pt x="2536426" y="40317"/>
                  <a:pt x="2536271" y="42398"/>
                </a:cubicBezTo>
                <a:lnTo>
                  <a:pt x="2560871" y="42398"/>
                </a:lnTo>
                <a:close/>
                <a:moveTo>
                  <a:pt x="2581653" y="22644"/>
                </a:moveTo>
                <a:lnTo>
                  <a:pt x="2588874" y="22644"/>
                </a:lnTo>
                <a:lnTo>
                  <a:pt x="2589201" y="30191"/>
                </a:lnTo>
                <a:cubicBezTo>
                  <a:pt x="2590567" y="28576"/>
                  <a:pt x="2591887" y="27233"/>
                  <a:pt x="2593161" y="26161"/>
                </a:cubicBezTo>
                <a:cubicBezTo>
                  <a:pt x="2594434" y="25090"/>
                  <a:pt x="2595685" y="24228"/>
                  <a:pt x="2596912" y="23575"/>
                </a:cubicBezTo>
                <a:cubicBezTo>
                  <a:pt x="2598138" y="22923"/>
                  <a:pt x="2599389" y="22465"/>
                  <a:pt x="2600662" y="22201"/>
                </a:cubicBezTo>
                <a:cubicBezTo>
                  <a:pt x="2601936" y="21937"/>
                  <a:pt x="2603256" y="21805"/>
                  <a:pt x="2604622" y="21805"/>
                </a:cubicBezTo>
                <a:cubicBezTo>
                  <a:pt x="2609437" y="21805"/>
                  <a:pt x="2613079" y="23226"/>
                  <a:pt x="2615548" y="26068"/>
                </a:cubicBezTo>
                <a:cubicBezTo>
                  <a:pt x="2618018" y="28910"/>
                  <a:pt x="2619252" y="33189"/>
                  <a:pt x="2619252" y="38904"/>
                </a:cubicBezTo>
                <a:lnTo>
                  <a:pt x="2619252" y="69421"/>
                </a:lnTo>
                <a:lnTo>
                  <a:pt x="2611145" y="69421"/>
                </a:lnTo>
                <a:lnTo>
                  <a:pt x="2611145" y="39556"/>
                </a:lnTo>
                <a:cubicBezTo>
                  <a:pt x="2611145" y="35891"/>
                  <a:pt x="2610462" y="33181"/>
                  <a:pt x="2609095" y="31426"/>
                </a:cubicBezTo>
                <a:cubicBezTo>
                  <a:pt x="2607729" y="29671"/>
                  <a:pt x="2605694" y="28794"/>
                  <a:pt x="2602992" y="28794"/>
                </a:cubicBezTo>
                <a:cubicBezTo>
                  <a:pt x="2601998" y="28794"/>
                  <a:pt x="2601027" y="28941"/>
                  <a:pt x="2600080" y="29236"/>
                </a:cubicBezTo>
                <a:cubicBezTo>
                  <a:pt x="2599132" y="29531"/>
                  <a:pt x="2598146" y="30044"/>
                  <a:pt x="2597121" y="30774"/>
                </a:cubicBezTo>
                <a:cubicBezTo>
                  <a:pt x="2596096" y="31504"/>
                  <a:pt x="2594986" y="32490"/>
                  <a:pt x="2593790" y="33732"/>
                </a:cubicBezTo>
                <a:cubicBezTo>
                  <a:pt x="2592594" y="34975"/>
                  <a:pt x="2591251" y="36528"/>
                  <a:pt x="2589760" y="38391"/>
                </a:cubicBezTo>
                <a:lnTo>
                  <a:pt x="2589760" y="69421"/>
                </a:lnTo>
                <a:lnTo>
                  <a:pt x="2581653" y="69421"/>
                </a:lnTo>
                <a:lnTo>
                  <a:pt x="2581653" y="22644"/>
                </a:lnTo>
                <a:close/>
                <a:moveTo>
                  <a:pt x="2671204" y="68723"/>
                </a:moveTo>
                <a:cubicBezTo>
                  <a:pt x="2669371" y="69205"/>
                  <a:pt x="2667476" y="69551"/>
                  <a:pt x="2665520" y="69759"/>
                </a:cubicBezTo>
                <a:cubicBezTo>
                  <a:pt x="2663563" y="69969"/>
                  <a:pt x="2661575" y="70074"/>
                  <a:pt x="2659556" y="70074"/>
                </a:cubicBezTo>
                <a:cubicBezTo>
                  <a:pt x="2653685" y="70074"/>
                  <a:pt x="2649306" y="68746"/>
                  <a:pt x="2646417" y="66090"/>
                </a:cubicBezTo>
                <a:cubicBezTo>
                  <a:pt x="2643528" y="63434"/>
                  <a:pt x="2642084" y="59358"/>
                  <a:pt x="2642084" y="53860"/>
                </a:cubicBezTo>
                <a:lnTo>
                  <a:pt x="2642084" y="29446"/>
                </a:lnTo>
                <a:lnTo>
                  <a:pt x="2628992" y="29446"/>
                </a:lnTo>
                <a:lnTo>
                  <a:pt x="2628992" y="22644"/>
                </a:lnTo>
                <a:lnTo>
                  <a:pt x="2642084" y="22644"/>
                </a:lnTo>
                <a:lnTo>
                  <a:pt x="2642084" y="9743"/>
                </a:lnTo>
                <a:lnTo>
                  <a:pt x="2650191" y="7641"/>
                </a:lnTo>
                <a:lnTo>
                  <a:pt x="2650191" y="22644"/>
                </a:lnTo>
                <a:lnTo>
                  <a:pt x="2671204" y="22644"/>
                </a:lnTo>
                <a:lnTo>
                  <a:pt x="2671204" y="29446"/>
                </a:lnTo>
                <a:lnTo>
                  <a:pt x="2650191" y="29446"/>
                </a:lnTo>
                <a:lnTo>
                  <a:pt x="2650191" y="53208"/>
                </a:lnTo>
                <a:cubicBezTo>
                  <a:pt x="2650191" y="56562"/>
                  <a:pt x="2651084" y="59070"/>
                  <a:pt x="2652870" y="60732"/>
                </a:cubicBezTo>
                <a:cubicBezTo>
                  <a:pt x="2654656" y="62394"/>
                  <a:pt x="2657288" y="63225"/>
                  <a:pt x="2660767" y="63225"/>
                </a:cubicBezTo>
                <a:cubicBezTo>
                  <a:pt x="2662258" y="63225"/>
                  <a:pt x="2663889" y="63105"/>
                  <a:pt x="2665659" y="62865"/>
                </a:cubicBezTo>
                <a:cubicBezTo>
                  <a:pt x="2667430" y="62624"/>
                  <a:pt x="2669278" y="62247"/>
                  <a:pt x="2671204" y="61734"/>
                </a:cubicBezTo>
                <a:lnTo>
                  <a:pt x="2671204" y="68723"/>
                </a:lnTo>
                <a:close/>
                <a:moveTo>
                  <a:pt x="2771825" y="88524"/>
                </a:moveTo>
                <a:lnTo>
                  <a:pt x="2768378" y="88524"/>
                </a:lnTo>
                <a:cubicBezTo>
                  <a:pt x="2762383" y="88524"/>
                  <a:pt x="2757926" y="87119"/>
                  <a:pt x="2755006" y="84308"/>
                </a:cubicBezTo>
                <a:cubicBezTo>
                  <a:pt x="2752086" y="81496"/>
                  <a:pt x="2750626" y="77233"/>
                  <a:pt x="2750626" y="71518"/>
                </a:cubicBezTo>
                <a:lnTo>
                  <a:pt x="2750626" y="55491"/>
                </a:lnTo>
                <a:cubicBezTo>
                  <a:pt x="2750626" y="53969"/>
                  <a:pt x="2750455" y="52610"/>
                  <a:pt x="2750114" y="51414"/>
                </a:cubicBezTo>
                <a:cubicBezTo>
                  <a:pt x="2749772" y="50218"/>
                  <a:pt x="2749174" y="49209"/>
                  <a:pt x="2748320" y="48385"/>
                </a:cubicBezTo>
                <a:cubicBezTo>
                  <a:pt x="2747466" y="47562"/>
                  <a:pt x="2746332" y="46933"/>
                  <a:pt x="2744919" y="46498"/>
                </a:cubicBezTo>
                <a:cubicBezTo>
                  <a:pt x="2743505" y="46064"/>
                  <a:pt x="2741727" y="45846"/>
                  <a:pt x="2739584" y="45846"/>
                </a:cubicBezTo>
                <a:lnTo>
                  <a:pt x="2737581" y="45846"/>
                </a:lnTo>
                <a:lnTo>
                  <a:pt x="2737581" y="39370"/>
                </a:lnTo>
                <a:lnTo>
                  <a:pt x="2739584" y="39370"/>
                </a:lnTo>
                <a:cubicBezTo>
                  <a:pt x="2741851" y="39370"/>
                  <a:pt x="2743700" y="39184"/>
                  <a:pt x="2745128" y="38811"/>
                </a:cubicBezTo>
                <a:cubicBezTo>
                  <a:pt x="2746557" y="38438"/>
                  <a:pt x="2747675" y="37871"/>
                  <a:pt x="2748483" y="37110"/>
                </a:cubicBezTo>
                <a:cubicBezTo>
                  <a:pt x="2749291" y="36349"/>
                  <a:pt x="2749850" y="35379"/>
                  <a:pt x="2750160" y="34198"/>
                </a:cubicBezTo>
                <a:cubicBezTo>
                  <a:pt x="2750471" y="33018"/>
                  <a:pt x="2750626" y="31620"/>
                  <a:pt x="2750626" y="30005"/>
                </a:cubicBezTo>
                <a:lnTo>
                  <a:pt x="2750626" y="18963"/>
                </a:lnTo>
                <a:cubicBezTo>
                  <a:pt x="2750626" y="16354"/>
                  <a:pt x="2750937" y="14001"/>
                  <a:pt x="2751558" y="11904"/>
                </a:cubicBezTo>
                <a:cubicBezTo>
                  <a:pt x="2752179" y="9808"/>
                  <a:pt x="2753197" y="8022"/>
                  <a:pt x="2754610" y="6546"/>
                </a:cubicBezTo>
                <a:cubicBezTo>
                  <a:pt x="2756023" y="5071"/>
                  <a:pt x="2757856" y="3937"/>
                  <a:pt x="2760108" y="3145"/>
                </a:cubicBezTo>
                <a:cubicBezTo>
                  <a:pt x="2762360" y="2353"/>
                  <a:pt x="2765116" y="1957"/>
                  <a:pt x="2768378" y="1957"/>
                </a:cubicBezTo>
                <a:lnTo>
                  <a:pt x="2771825" y="1957"/>
                </a:lnTo>
                <a:lnTo>
                  <a:pt x="2771825" y="8480"/>
                </a:lnTo>
                <a:lnTo>
                  <a:pt x="2769077" y="8480"/>
                </a:lnTo>
                <a:cubicBezTo>
                  <a:pt x="2761870" y="8480"/>
                  <a:pt x="2758267" y="11974"/>
                  <a:pt x="2758267" y="18963"/>
                </a:cubicBezTo>
                <a:lnTo>
                  <a:pt x="2758267" y="29819"/>
                </a:lnTo>
                <a:cubicBezTo>
                  <a:pt x="2758267" y="37398"/>
                  <a:pt x="2754990" y="41668"/>
                  <a:pt x="2748436" y="42631"/>
                </a:cubicBezTo>
                <a:cubicBezTo>
                  <a:pt x="2755052" y="43284"/>
                  <a:pt x="2758360" y="47539"/>
                  <a:pt x="2758360" y="55397"/>
                </a:cubicBezTo>
                <a:lnTo>
                  <a:pt x="2758360" y="71332"/>
                </a:lnTo>
                <a:cubicBezTo>
                  <a:pt x="2758360" y="78445"/>
                  <a:pt x="2761932" y="82001"/>
                  <a:pt x="2769077" y="82001"/>
                </a:cubicBezTo>
                <a:lnTo>
                  <a:pt x="2771825" y="82001"/>
                </a:lnTo>
                <a:lnTo>
                  <a:pt x="2771825" y="88524"/>
                </a:lnTo>
                <a:close/>
                <a:moveTo>
                  <a:pt x="2829042" y="79485"/>
                </a:moveTo>
                <a:lnTo>
                  <a:pt x="2821308" y="79485"/>
                </a:lnTo>
                <a:lnTo>
                  <a:pt x="2789346" y="3541"/>
                </a:lnTo>
                <a:lnTo>
                  <a:pt x="2797080" y="3541"/>
                </a:lnTo>
                <a:lnTo>
                  <a:pt x="2829042" y="79485"/>
                </a:lnTo>
                <a:close/>
                <a:moveTo>
                  <a:pt x="2841204" y="22644"/>
                </a:moveTo>
                <a:lnTo>
                  <a:pt x="2848426" y="22644"/>
                </a:lnTo>
                <a:lnTo>
                  <a:pt x="2848752" y="30191"/>
                </a:lnTo>
                <a:cubicBezTo>
                  <a:pt x="2850119" y="28576"/>
                  <a:pt x="2851439" y="27233"/>
                  <a:pt x="2852713" y="26161"/>
                </a:cubicBezTo>
                <a:cubicBezTo>
                  <a:pt x="2853986" y="25090"/>
                  <a:pt x="2855236" y="24228"/>
                  <a:pt x="2856463" y="23575"/>
                </a:cubicBezTo>
                <a:cubicBezTo>
                  <a:pt x="2857690" y="22923"/>
                  <a:pt x="2858940" y="22465"/>
                  <a:pt x="2860214" y="22201"/>
                </a:cubicBezTo>
                <a:cubicBezTo>
                  <a:pt x="2861487" y="21937"/>
                  <a:pt x="2862807" y="21805"/>
                  <a:pt x="2864174" y="21805"/>
                </a:cubicBezTo>
                <a:cubicBezTo>
                  <a:pt x="2868989" y="21805"/>
                  <a:pt x="2872630" y="23226"/>
                  <a:pt x="2875100" y="26068"/>
                </a:cubicBezTo>
                <a:cubicBezTo>
                  <a:pt x="2877569" y="28910"/>
                  <a:pt x="2878804" y="33189"/>
                  <a:pt x="2878804" y="38904"/>
                </a:cubicBezTo>
                <a:lnTo>
                  <a:pt x="2878804" y="69421"/>
                </a:lnTo>
                <a:lnTo>
                  <a:pt x="2870697" y="69421"/>
                </a:lnTo>
                <a:lnTo>
                  <a:pt x="2870697" y="39556"/>
                </a:lnTo>
                <a:cubicBezTo>
                  <a:pt x="2870697" y="35891"/>
                  <a:pt x="2870014" y="33181"/>
                  <a:pt x="2868647" y="31426"/>
                </a:cubicBezTo>
                <a:cubicBezTo>
                  <a:pt x="2867280" y="29671"/>
                  <a:pt x="2865246" y="28794"/>
                  <a:pt x="2862543" y="28794"/>
                </a:cubicBezTo>
                <a:cubicBezTo>
                  <a:pt x="2861549" y="28794"/>
                  <a:pt x="2860579" y="28941"/>
                  <a:pt x="2859631" y="29236"/>
                </a:cubicBezTo>
                <a:cubicBezTo>
                  <a:pt x="2858684" y="29531"/>
                  <a:pt x="2857698" y="30044"/>
                  <a:pt x="2856673" y="30774"/>
                </a:cubicBezTo>
                <a:cubicBezTo>
                  <a:pt x="2855648" y="31504"/>
                  <a:pt x="2854537" y="32490"/>
                  <a:pt x="2853341" y="33732"/>
                </a:cubicBezTo>
                <a:cubicBezTo>
                  <a:pt x="2852146" y="34975"/>
                  <a:pt x="2850802" y="36528"/>
                  <a:pt x="2849311" y="38391"/>
                </a:cubicBezTo>
                <a:lnTo>
                  <a:pt x="2849311" y="69421"/>
                </a:lnTo>
                <a:lnTo>
                  <a:pt x="2841204" y="69421"/>
                </a:lnTo>
                <a:lnTo>
                  <a:pt x="2841204" y="22644"/>
                </a:lnTo>
                <a:close/>
                <a:moveTo>
                  <a:pt x="3033121" y="67698"/>
                </a:moveTo>
                <a:cubicBezTo>
                  <a:pt x="3031009" y="68505"/>
                  <a:pt x="3028843" y="69103"/>
                  <a:pt x="3026622" y="69491"/>
                </a:cubicBezTo>
                <a:cubicBezTo>
                  <a:pt x="3024401" y="69880"/>
                  <a:pt x="3022110" y="70074"/>
                  <a:pt x="3019749" y="70074"/>
                </a:cubicBezTo>
                <a:cubicBezTo>
                  <a:pt x="3012357" y="70074"/>
                  <a:pt x="3006665" y="68070"/>
                  <a:pt x="3002674" y="64063"/>
                </a:cubicBezTo>
                <a:cubicBezTo>
                  <a:pt x="2998682" y="60057"/>
                  <a:pt x="2996687" y="54202"/>
                  <a:pt x="2996687" y="46498"/>
                </a:cubicBezTo>
                <a:cubicBezTo>
                  <a:pt x="2996687" y="42802"/>
                  <a:pt x="2997261" y="39448"/>
                  <a:pt x="2998411" y="36435"/>
                </a:cubicBezTo>
                <a:cubicBezTo>
                  <a:pt x="2999560" y="33422"/>
                  <a:pt x="3001175" y="30844"/>
                  <a:pt x="3003256" y="28700"/>
                </a:cubicBezTo>
                <a:cubicBezTo>
                  <a:pt x="3005337" y="26557"/>
                  <a:pt x="3007822" y="24903"/>
                  <a:pt x="3010711" y="23738"/>
                </a:cubicBezTo>
                <a:cubicBezTo>
                  <a:pt x="3013599" y="22574"/>
                  <a:pt x="3016783" y="21991"/>
                  <a:pt x="3020262" y="21991"/>
                </a:cubicBezTo>
                <a:cubicBezTo>
                  <a:pt x="3022685" y="21991"/>
                  <a:pt x="3024952" y="22166"/>
                  <a:pt x="3027064" y="22515"/>
                </a:cubicBezTo>
                <a:cubicBezTo>
                  <a:pt x="3029177" y="22864"/>
                  <a:pt x="3031195" y="23435"/>
                  <a:pt x="3033121" y="24228"/>
                </a:cubicBezTo>
                <a:lnTo>
                  <a:pt x="3033121" y="31962"/>
                </a:lnTo>
                <a:cubicBezTo>
                  <a:pt x="3031102" y="30889"/>
                  <a:pt x="3029045" y="30109"/>
                  <a:pt x="3026948" y="29621"/>
                </a:cubicBezTo>
                <a:cubicBezTo>
                  <a:pt x="3024851" y="29131"/>
                  <a:pt x="3022685" y="28887"/>
                  <a:pt x="3020448" y="28887"/>
                </a:cubicBezTo>
                <a:cubicBezTo>
                  <a:pt x="3018367" y="28887"/>
                  <a:pt x="3016403" y="29283"/>
                  <a:pt x="3014555" y="30075"/>
                </a:cubicBezTo>
                <a:cubicBezTo>
                  <a:pt x="3012706" y="30867"/>
                  <a:pt x="3011083" y="32008"/>
                  <a:pt x="3009686" y="33499"/>
                </a:cubicBezTo>
                <a:cubicBezTo>
                  <a:pt x="3008288" y="34990"/>
                  <a:pt x="3007185" y="36807"/>
                  <a:pt x="3006378" y="38951"/>
                </a:cubicBezTo>
                <a:cubicBezTo>
                  <a:pt x="3005570" y="41094"/>
                  <a:pt x="3005166" y="43517"/>
                  <a:pt x="3005166" y="46219"/>
                </a:cubicBezTo>
                <a:cubicBezTo>
                  <a:pt x="3005166" y="51872"/>
                  <a:pt x="3006541" y="56104"/>
                  <a:pt x="3009290" y="58915"/>
                </a:cubicBezTo>
                <a:cubicBezTo>
                  <a:pt x="3012039" y="61726"/>
                  <a:pt x="3015851" y="63132"/>
                  <a:pt x="3020728" y="63132"/>
                </a:cubicBezTo>
                <a:cubicBezTo>
                  <a:pt x="3022933" y="63132"/>
                  <a:pt x="3025069" y="62883"/>
                  <a:pt x="3027134" y="62386"/>
                </a:cubicBezTo>
                <a:cubicBezTo>
                  <a:pt x="3029200" y="61889"/>
                  <a:pt x="3031195" y="61144"/>
                  <a:pt x="3033121" y="60150"/>
                </a:cubicBezTo>
                <a:lnTo>
                  <a:pt x="3033121" y="67698"/>
                </a:lnTo>
                <a:close/>
                <a:moveTo>
                  <a:pt x="3089359" y="45660"/>
                </a:moveTo>
                <a:cubicBezTo>
                  <a:pt x="3089359" y="49294"/>
                  <a:pt x="3088847" y="52625"/>
                  <a:pt x="3087822" y="55654"/>
                </a:cubicBezTo>
                <a:cubicBezTo>
                  <a:pt x="3086797" y="58682"/>
                  <a:pt x="3085321" y="61276"/>
                  <a:pt x="3083396" y="63434"/>
                </a:cubicBezTo>
                <a:cubicBezTo>
                  <a:pt x="3081470" y="65593"/>
                  <a:pt x="3079125" y="67271"/>
                  <a:pt x="3076360" y="68466"/>
                </a:cubicBezTo>
                <a:cubicBezTo>
                  <a:pt x="3073596" y="69662"/>
                  <a:pt x="3070459" y="70260"/>
                  <a:pt x="3066949" y="70260"/>
                </a:cubicBezTo>
                <a:cubicBezTo>
                  <a:pt x="3063594" y="70260"/>
                  <a:pt x="3060589" y="69740"/>
                  <a:pt x="3057933" y="68699"/>
                </a:cubicBezTo>
                <a:cubicBezTo>
                  <a:pt x="3055278" y="67659"/>
                  <a:pt x="3053026" y="66129"/>
                  <a:pt x="3051178" y="64110"/>
                </a:cubicBezTo>
                <a:cubicBezTo>
                  <a:pt x="3049329" y="62091"/>
                  <a:pt x="3047916" y="59591"/>
                  <a:pt x="3046938" y="56609"/>
                </a:cubicBezTo>
                <a:cubicBezTo>
                  <a:pt x="3045959" y="53627"/>
                  <a:pt x="3045470" y="50195"/>
                  <a:pt x="3045470" y="46312"/>
                </a:cubicBezTo>
                <a:cubicBezTo>
                  <a:pt x="3045470" y="42678"/>
                  <a:pt x="3045983" y="39362"/>
                  <a:pt x="3047008" y="36365"/>
                </a:cubicBezTo>
                <a:cubicBezTo>
                  <a:pt x="3048033" y="33367"/>
                  <a:pt x="3049508" y="30789"/>
                  <a:pt x="3051434" y="28631"/>
                </a:cubicBezTo>
                <a:cubicBezTo>
                  <a:pt x="3053360" y="26472"/>
                  <a:pt x="3055705" y="24795"/>
                  <a:pt x="3058469" y="23599"/>
                </a:cubicBezTo>
                <a:cubicBezTo>
                  <a:pt x="3061234" y="22403"/>
                  <a:pt x="3064371" y="21805"/>
                  <a:pt x="3067881" y="21805"/>
                </a:cubicBezTo>
                <a:cubicBezTo>
                  <a:pt x="3071235" y="21805"/>
                  <a:pt x="3074240" y="22325"/>
                  <a:pt x="3076896" y="23366"/>
                </a:cubicBezTo>
                <a:cubicBezTo>
                  <a:pt x="3079552" y="24406"/>
                  <a:pt x="3081804" y="25928"/>
                  <a:pt x="3083652" y="27932"/>
                </a:cubicBezTo>
                <a:cubicBezTo>
                  <a:pt x="3085500" y="29935"/>
                  <a:pt x="3086913" y="32428"/>
                  <a:pt x="3087892" y="35410"/>
                </a:cubicBezTo>
                <a:cubicBezTo>
                  <a:pt x="3088870" y="38391"/>
                  <a:pt x="3089359" y="41808"/>
                  <a:pt x="3089359" y="45660"/>
                </a:cubicBezTo>
                <a:moveTo>
                  <a:pt x="3081066" y="46033"/>
                </a:moveTo>
                <a:cubicBezTo>
                  <a:pt x="3081066" y="43144"/>
                  <a:pt x="3080748" y="40620"/>
                  <a:pt x="3080111" y="38461"/>
                </a:cubicBezTo>
                <a:cubicBezTo>
                  <a:pt x="3079474" y="36303"/>
                  <a:pt x="3078566" y="34501"/>
                  <a:pt x="3077385" y="33057"/>
                </a:cubicBezTo>
                <a:cubicBezTo>
                  <a:pt x="3076205" y="31612"/>
                  <a:pt x="3074768" y="30525"/>
                  <a:pt x="3073076" y="29795"/>
                </a:cubicBezTo>
                <a:cubicBezTo>
                  <a:pt x="3071383" y="29065"/>
                  <a:pt x="3069496" y="28700"/>
                  <a:pt x="3067415" y="28700"/>
                </a:cubicBezTo>
                <a:cubicBezTo>
                  <a:pt x="3064992" y="28700"/>
                  <a:pt x="3062919" y="29174"/>
                  <a:pt x="3061195" y="30121"/>
                </a:cubicBezTo>
                <a:cubicBezTo>
                  <a:pt x="3059471" y="31069"/>
                  <a:pt x="3058058" y="32335"/>
                  <a:pt x="3056955" y="33919"/>
                </a:cubicBezTo>
                <a:cubicBezTo>
                  <a:pt x="3055852" y="35503"/>
                  <a:pt x="3055045" y="37343"/>
                  <a:pt x="3054532" y="39440"/>
                </a:cubicBezTo>
                <a:cubicBezTo>
                  <a:pt x="3054020" y="41536"/>
                  <a:pt x="3053763" y="43734"/>
                  <a:pt x="3053763" y="46033"/>
                </a:cubicBezTo>
                <a:cubicBezTo>
                  <a:pt x="3053763" y="48921"/>
                  <a:pt x="3054082" y="51453"/>
                  <a:pt x="3054719" y="53627"/>
                </a:cubicBezTo>
                <a:cubicBezTo>
                  <a:pt x="3055355" y="55801"/>
                  <a:pt x="3056264" y="57611"/>
                  <a:pt x="3057444" y="59055"/>
                </a:cubicBezTo>
                <a:cubicBezTo>
                  <a:pt x="3058624" y="60499"/>
                  <a:pt x="3060053" y="61586"/>
                  <a:pt x="3061731" y="62316"/>
                </a:cubicBezTo>
                <a:cubicBezTo>
                  <a:pt x="3063408" y="63046"/>
                  <a:pt x="3065303" y="63411"/>
                  <a:pt x="3067415" y="63411"/>
                </a:cubicBezTo>
                <a:cubicBezTo>
                  <a:pt x="3069837" y="63411"/>
                  <a:pt x="3071911" y="62937"/>
                  <a:pt x="3073635" y="61990"/>
                </a:cubicBezTo>
                <a:cubicBezTo>
                  <a:pt x="3075359" y="61043"/>
                  <a:pt x="3076772" y="59777"/>
                  <a:pt x="3077875" y="58193"/>
                </a:cubicBezTo>
                <a:cubicBezTo>
                  <a:pt x="3078977" y="56609"/>
                  <a:pt x="3079785" y="54768"/>
                  <a:pt x="3080297" y="52672"/>
                </a:cubicBezTo>
                <a:cubicBezTo>
                  <a:pt x="3080810" y="50575"/>
                  <a:pt x="3081066" y="48362"/>
                  <a:pt x="3081066" y="46033"/>
                </a:cubicBezTo>
                <a:close/>
                <a:moveTo>
                  <a:pt x="3100497" y="22644"/>
                </a:moveTo>
                <a:lnTo>
                  <a:pt x="3107718" y="22644"/>
                </a:lnTo>
                <a:lnTo>
                  <a:pt x="3108045" y="30191"/>
                </a:lnTo>
                <a:cubicBezTo>
                  <a:pt x="3109411" y="28576"/>
                  <a:pt x="3110731" y="27233"/>
                  <a:pt x="3112005" y="26161"/>
                </a:cubicBezTo>
                <a:cubicBezTo>
                  <a:pt x="3113278" y="25090"/>
                  <a:pt x="3114529" y="24228"/>
                  <a:pt x="3115756" y="23575"/>
                </a:cubicBezTo>
                <a:cubicBezTo>
                  <a:pt x="3116982" y="22923"/>
                  <a:pt x="3118233" y="22465"/>
                  <a:pt x="3119506" y="22201"/>
                </a:cubicBezTo>
                <a:cubicBezTo>
                  <a:pt x="3120780" y="21937"/>
                  <a:pt x="3122100" y="21805"/>
                  <a:pt x="3123466" y="21805"/>
                </a:cubicBezTo>
                <a:cubicBezTo>
                  <a:pt x="3128281" y="21805"/>
                  <a:pt x="3131923" y="23226"/>
                  <a:pt x="3134392" y="26068"/>
                </a:cubicBezTo>
                <a:cubicBezTo>
                  <a:pt x="3136862" y="28910"/>
                  <a:pt x="3138096" y="33189"/>
                  <a:pt x="3138096" y="38904"/>
                </a:cubicBezTo>
                <a:lnTo>
                  <a:pt x="3138096" y="69421"/>
                </a:lnTo>
                <a:lnTo>
                  <a:pt x="3129989" y="69421"/>
                </a:lnTo>
                <a:lnTo>
                  <a:pt x="3129989" y="39556"/>
                </a:lnTo>
                <a:cubicBezTo>
                  <a:pt x="3129989" y="35891"/>
                  <a:pt x="3129306" y="33181"/>
                  <a:pt x="3127939" y="31426"/>
                </a:cubicBezTo>
                <a:cubicBezTo>
                  <a:pt x="3126573" y="29671"/>
                  <a:pt x="3124538" y="28794"/>
                  <a:pt x="3121836" y="28794"/>
                </a:cubicBezTo>
                <a:cubicBezTo>
                  <a:pt x="3120842" y="28794"/>
                  <a:pt x="3119871" y="28941"/>
                  <a:pt x="3118924" y="29236"/>
                </a:cubicBezTo>
                <a:cubicBezTo>
                  <a:pt x="3117976" y="29531"/>
                  <a:pt x="3116990" y="30044"/>
                  <a:pt x="3115965" y="30774"/>
                </a:cubicBezTo>
                <a:cubicBezTo>
                  <a:pt x="3114940" y="31504"/>
                  <a:pt x="3113830" y="32490"/>
                  <a:pt x="3112634" y="33732"/>
                </a:cubicBezTo>
                <a:cubicBezTo>
                  <a:pt x="3111438" y="34975"/>
                  <a:pt x="3110095" y="36528"/>
                  <a:pt x="3108604" y="38391"/>
                </a:cubicBezTo>
                <a:lnTo>
                  <a:pt x="3108604" y="69421"/>
                </a:lnTo>
                <a:lnTo>
                  <a:pt x="3100497" y="69421"/>
                </a:lnTo>
                <a:lnTo>
                  <a:pt x="3100497" y="22644"/>
                </a:lnTo>
                <a:close/>
                <a:moveTo>
                  <a:pt x="3189396" y="56655"/>
                </a:moveTo>
                <a:cubicBezTo>
                  <a:pt x="3189396" y="58302"/>
                  <a:pt x="3189116" y="59777"/>
                  <a:pt x="3188557" y="61082"/>
                </a:cubicBezTo>
                <a:cubicBezTo>
                  <a:pt x="3187998" y="62386"/>
                  <a:pt x="3187237" y="63543"/>
                  <a:pt x="3186274" y="64553"/>
                </a:cubicBezTo>
                <a:cubicBezTo>
                  <a:pt x="3185311" y="65562"/>
                  <a:pt x="3184193" y="66424"/>
                  <a:pt x="3182919" y="67139"/>
                </a:cubicBezTo>
                <a:cubicBezTo>
                  <a:pt x="3181646" y="67853"/>
                  <a:pt x="3180287" y="68443"/>
                  <a:pt x="3178843" y="68909"/>
                </a:cubicBezTo>
                <a:cubicBezTo>
                  <a:pt x="3177398" y="69375"/>
                  <a:pt x="3175915" y="69717"/>
                  <a:pt x="3174393" y="69934"/>
                </a:cubicBezTo>
                <a:cubicBezTo>
                  <a:pt x="3172871" y="70151"/>
                  <a:pt x="3171380" y="70260"/>
                  <a:pt x="3169920" y="70260"/>
                </a:cubicBezTo>
                <a:cubicBezTo>
                  <a:pt x="3166752" y="70260"/>
                  <a:pt x="3163840" y="70120"/>
                  <a:pt x="3161184" y="69841"/>
                </a:cubicBezTo>
                <a:cubicBezTo>
                  <a:pt x="3158529" y="69561"/>
                  <a:pt x="3155927" y="69111"/>
                  <a:pt x="3153380" y="68490"/>
                </a:cubicBezTo>
                <a:lnTo>
                  <a:pt x="3153380" y="61035"/>
                </a:lnTo>
                <a:cubicBezTo>
                  <a:pt x="3156114" y="61812"/>
                  <a:pt x="3158831" y="62402"/>
                  <a:pt x="3161534" y="62805"/>
                </a:cubicBezTo>
                <a:cubicBezTo>
                  <a:pt x="3164236" y="63209"/>
                  <a:pt x="3166923" y="63411"/>
                  <a:pt x="3169594" y="63411"/>
                </a:cubicBezTo>
                <a:cubicBezTo>
                  <a:pt x="3173477" y="63411"/>
                  <a:pt x="3176350" y="62883"/>
                  <a:pt x="3178214" y="61827"/>
                </a:cubicBezTo>
                <a:cubicBezTo>
                  <a:pt x="3180077" y="60771"/>
                  <a:pt x="3181009" y="59265"/>
                  <a:pt x="3181009" y="57308"/>
                </a:cubicBezTo>
                <a:cubicBezTo>
                  <a:pt x="3181009" y="56469"/>
                  <a:pt x="3180862" y="55716"/>
                  <a:pt x="3180566" y="55048"/>
                </a:cubicBezTo>
                <a:cubicBezTo>
                  <a:pt x="3180271" y="54380"/>
                  <a:pt x="3179736" y="53743"/>
                  <a:pt x="3178959" y="53138"/>
                </a:cubicBezTo>
                <a:cubicBezTo>
                  <a:pt x="3178183" y="52532"/>
                  <a:pt x="3176979" y="51903"/>
                  <a:pt x="3175348" y="51251"/>
                </a:cubicBezTo>
                <a:cubicBezTo>
                  <a:pt x="3173718" y="50598"/>
                  <a:pt x="3171489" y="49853"/>
                  <a:pt x="3168662" y="49014"/>
                </a:cubicBezTo>
                <a:cubicBezTo>
                  <a:pt x="3166550" y="48393"/>
                  <a:pt x="3164601" y="47687"/>
                  <a:pt x="3162815" y="46894"/>
                </a:cubicBezTo>
                <a:cubicBezTo>
                  <a:pt x="3161029" y="46102"/>
                  <a:pt x="3159484" y="45163"/>
                  <a:pt x="3158179" y="44076"/>
                </a:cubicBezTo>
                <a:cubicBezTo>
                  <a:pt x="3156875" y="42989"/>
                  <a:pt x="3155850" y="41715"/>
                  <a:pt x="3155104" y="40255"/>
                </a:cubicBezTo>
                <a:cubicBezTo>
                  <a:pt x="3154359" y="38795"/>
                  <a:pt x="3153986" y="37071"/>
                  <a:pt x="3153986" y="35083"/>
                </a:cubicBezTo>
                <a:cubicBezTo>
                  <a:pt x="3153986" y="33779"/>
                  <a:pt x="3154289" y="32350"/>
                  <a:pt x="3154895" y="30797"/>
                </a:cubicBezTo>
                <a:cubicBezTo>
                  <a:pt x="3155500" y="29244"/>
                  <a:pt x="3156533" y="27800"/>
                  <a:pt x="3157993" y="26464"/>
                </a:cubicBezTo>
                <a:cubicBezTo>
                  <a:pt x="3159453" y="25128"/>
                  <a:pt x="3161425" y="24018"/>
                  <a:pt x="3163910" y="23133"/>
                </a:cubicBezTo>
                <a:cubicBezTo>
                  <a:pt x="3166395" y="22247"/>
                  <a:pt x="3169501" y="21805"/>
                  <a:pt x="3173228" y="21805"/>
                </a:cubicBezTo>
                <a:cubicBezTo>
                  <a:pt x="3175061" y="21805"/>
                  <a:pt x="3177095" y="21906"/>
                  <a:pt x="3179332" y="22108"/>
                </a:cubicBezTo>
                <a:cubicBezTo>
                  <a:pt x="3181568" y="22310"/>
                  <a:pt x="3183898" y="22659"/>
                  <a:pt x="3186321" y="23156"/>
                </a:cubicBezTo>
                <a:lnTo>
                  <a:pt x="3186321" y="30378"/>
                </a:lnTo>
                <a:cubicBezTo>
                  <a:pt x="3183774" y="29757"/>
                  <a:pt x="3181359" y="29298"/>
                  <a:pt x="3179076" y="29003"/>
                </a:cubicBezTo>
                <a:cubicBezTo>
                  <a:pt x="3176793" y="28708"/>
                  <a:pt x="3174812" y="28561"/>
                  <a:pt x="3173135" y="28561"/>
                </a:cubicBezTo>
                <a:cubicBezTo>
                  <a:pt x="3171116" y="28561"/>
                  <a:pt x="3169416" y="28716"/>
                  <a:pt x="3168033" y="29027"/>
                </a:cubicBezTo>
                <a:cubicBezTo>
                  <a:pt x="3166651" y="29337"/>
                  <a:pt x="3165533" y="29764"/>
                  <a:pt x="3164679" y="30308"/>
                </a:cubicBezTo>
                <a:cubicBezTo>
                  <a:pt x="3163825" y="30851"/>
                  <a:pt x="3163211" y="31488"/>
                  <a:pt x="3162838" y="32218"/>
                </a:cubicBezTo>
                <a:cubicBezTo>
                  <a:pt x="3162466" y="32948"/>
                  <a:pt x="3162279" y="33732"/>
                  <a:pt x="3162279" y="34571"/>
                </a:cubicBezTo>
                <a:cubicBezTo>
                  <a:pt x="3162279" y="35410"/>
                  <a:pt x="3162442" y="36171"/>
                  <a:pt x="3162768" y="36854"/>
                </a:cubicBezTo>
                <a:cubicBezTo>
                  <a:pt x="3163095" y="37537"/>
                  <a:pt x="3163700" y="38197"/>
                  <a:pt x="3164586" y="38834"/>
                </a:cubicBezTo>
                <a:cubicBezTo>
                  <a:pt x="3165471" y="39471"/>
                  <a:pt x="3166705" y="40108"/>
                  <a:pt x="3168290" y="40744"/>
                </a:cubicBezTo>
                <a:cubicBezTo>
                  <a:pt x="3169874" y="41381"/>
                  <a:pt x="3171939" y="42072"/>
                  <a:pt x="3174486" y="42818"/>
                </a:cubicBezTo>
                <a:cubicBezTo>
                  <a:pt x="3177251" y="43625"/>
                  <a:pt x="3179580" y="44472"/>
                  <a:pt x="3181475" y="45357"/>
                </a:cubicBezTo>
                <a:cubicBezTo>
                  <a:pt x="3183370" y="46242"/>
                  <a:pt x="3184907" y="47228"/>
                  <a:pt x="3186088" y="48315"/>
                </a:cubicBezTo>
                <a:cubicBezTo>
                  <a:pt x="3187268" y="49403"/>
                  <a:pt x="3188114" y="50630"/>
                  <a:pt x="3188627" y="51996"/>
                </a:cubicBezTo>
                <a:cubicBezTo>
                  <a:pt x="3189139" y="53363"/>
                  <a:pt x="3189396" y="54916"/>
                  <a:pt x="3189396" y="56655"/>
                </a:cubicBezTo>
                <a:close/>
                <a:moveTo>
                  <a:pt x="3241906" y="68723"/>
                </a:moveTo>
                <a:cubicBezTo>
                  <a:pt x="3240074" y="69205"/>
                  <a:pt x="3238179" y="69551"/>
                  <a:pt x="3236222" y="69759"/>
                </a:cubicBezTo>
                <a:cubicBezTo>
                  <a:pt x="3234265" y="69969"/>
                  <a:pt x="3232277" y="70074"/>
                  <a:pt x="3230258" y="70074"/>
                </a:cubicBezTo>
                <a:cubicBezTo>
                  <a:pt x="3224388" y="70074"/>
                  <a:pt x="3220008" y="68746"/>
                  <a:pt x="3217120" y="66090"/>
                </a:cubicBezTo>
                <a:cubicBezTo>
                  <a:pt x="3214231" y="63434"/>
                  <a:pt x="3212787" y="59358"/>
                  <a:pt x="3212787" y="53860"/>
                </a:cubicBezTo>
                <a:lnTo>
                  <a:pt x="3212787" y="29446"/>
                </a:lnTo>
                <a:lnTo>
                  <a:pt x="3199694" y="29446"/>
                </a:lnTo>
                <a:lnTo>
                  <a:pt x="3199694" y="22644"/>
                </a:lnTo>
                <a:lnTo>
                  <a:pt x="3212787" y="22644"/>
                </a:lnTo>
                <a:lnTo>
                  <a:pt x="3212787" y="9743"/>
                </a:lnTo>
                <a:lnTo>
                  <a:pt x="3220894" y="7641"/>
                </a:lnTo>
                <a:lnTo>
                  <a:pt x="3220894" y="22644"/>
                </a:lnTo>
                <a:lnTo>
                  <a:pt x="3241906" y="22644"/>
                </a:lnTo>
                <a:lnTo>
                  <a:pt x="3241906" y="29446"/>
                </a:lnTo>
                <a:lnTo>
                  <a:pt x="3220894" y="29446"/>
                </a:lnTo>
                <a:lnTo>
                  <a:pt x="3220894" y="53208"/>
                </a:lnTo>
                <a:cubicBezTo>
                  <a:pt x="3220894" y="56562"/>
                  <a:pt x="3221787" y="59070"/>
                  <a:pt x="3223573" y="60732"/>
                </a:cubicBezTo>
                <a:cubicBezTo>
                  <a:pt x="3225359" y="62394"/>
                  <a:pt x="3227991" y="63225"/>
                  <a:pt x="3231470" y="63225"/>
                </a:cubicBezTo>
                <a:cubicBezTo>
                  <a:pt x="3232961" y="63225"/>
                  <a:pt x="3234591" y="63105"/>
                  <a:pt x="3236362" y="62865"/>
                </a:cubicBezTo>
                <a:cubicBezTo>
                  <a:pt x="3238132" y="62624"/>
                  <a:pt x="3239981" y="62247"/>
                  <a:pt x="3241906" y="61734"/>
                </a:cubicBezTo>
                <a:lnTo>
                  <a:pt x="3241906" y="68723"/>
                </a:lnTo>
                <a:close/>
                <a:moveTo>
                  <a:pt x="3257982" y="22644"/>
                </a:moveTo>
                <a:lnTo>
                  <a:pt x="3265391" y="22644"/>
                </a:lnTo>
                <a:lnTo>
                  <a:pt x="3265623" y="31241"/>
                </a:lnTo>
                <a:cubicBezTo>
                  <a:pt x="3268388" y="27925"/>
                  <a:pt x="3271114" y="25524"/>
                  <a:pt x="3273800" y="24037"/>
                </a:cubicBezTo>
                <a:cubicBezTo>
                  <a:pt x="3276487" y="22549"/>
                  <a:pt x="3279197" y="21805"/>
                  <a:pt x="3281931" y="21805"/>
                </a:cubicBezTo>
                <a:cubicBezTo>
                  <a:pt x="3286776" y="21805"/>
                  <a:pt x="3290449" y="23370"/>
                  <a:pt x="3292949" y="26499"/>
                </a:cubicBezTo>
                <a:cubicBezTo>
                  <a:pt x="3295450" y="29628"/>
                  <a:pt x="3296607" y="34276"/>
                  <a:pt x="3296421" y="40442"/>
                </a:cubicBezTo>
                <a:lnTo>
                  <a:pt x="3288220" y="40442"/>
                </a:lnTo>
                <a:cubicBezTo>
                  <a:pt x="3288314" y="36358"/>
                  <a:pt x="3287716" y="33396"/>
                  <a:pt x="3286427" y="31556"/>
                </a:cubicBezTo>
                <a:cubicBezTo>
                  <a:pt x="3285138" y="29714"/>
                  <a:pt x="3283251" y="28794"/>
                  <a:pt x="3280766" y="28794"/>
                </a:cubicBezTo>
                <a:cubicBezTo>
                  <a:pt x="3279679" y="28794"/>
                  <a:pt x="3278584" y="28987"/>
                  <a:pt x="3277481" y="29375"/>
                </a:cubicBezTo>
                <a:cubicBezTo>
                  <a:pt x="3276378" y="29761"/>
                  <a:pt x="3275245" y="30379"/>
                  <a:pt x="3274080" y="31229"/>
                </a:cubicBezTo>
                <a:cubicBezTo>
                  <a:pt x="3272915" y="32080"/>
                  <a:pt x="3271680" y="33170"/>
                  <a:pt x="3270376" y="34501"/>
                </a:cubicBezTo>
                <a:cubicBezTo>
                  <a:pt x="3269071" y="35831"/>
                  <a:pt x="3267674" y="37439"/>
                  <a:pt x="3266183" y="39326"/>
                </a:cubicBezTo>
                <a:lnTo>
                  <a:pt x="3266183" y="69421"/>
                </a:lnTo>
                <a:lnTo>
                  <a:pt x="3257982" y="69421"/>
                </a:lnTo>
                <a:lnTo>
                  <a:pt x="3257982" y="22644"/>
                </a:lnTo>
                <a:close/>
                <a:moveTo>
                  <a:pt x="3345530" y="69421"/>
                </a:moveTo>
                <a:lnTo>
                  <a:pt x="3338262" y="69421"/>
                </a:lnTo>
                <a:lnTo>
                  <a:pt x="3337982" y="61874"/>
                </a:lnTo>
                <a:cubicBezTo>
                  <a:pt x="3336585" y="63489"/>
                  <a:pt x="3335257" y="64832"/>
                  <a:pt x="3333999" y="65904"/>
                </a:cubicBezTo>
                <a:cubicBezTo>
                  <a:pt x="3332741" y="66975"/>
                  <a:pt x="3331491" y="67837"/>
                  <a:pt x="3330248" y="68490"/>
                </a:cubicBezTo>
                <a:cubicBezTo>
                  <a:pt x="3329006" y="69142"/>
                  <a:pt x="3327755" y="69600"/>
                  <a:pt x="3326497" y="69864"/>
                </a:cubicBezTo>
                <a:cubicBezTo>
                  <a:pt x="3325239" y="70128"/>
                  <a:pt x="3323912" y="70260"/>
                  <a:pt x="3322514" y="70260"/>
                </a:cubicBezTo>
                <a:cubicBezTo>
                  <a:pt x="3317699" y="70260"/>
                  <a:pt x="3314065" y="68847"/>
                  <a:pt x="3311611" y="66020"/>
                </a:cubicBezTo>
                <a:cubicBezTo>
                  <a:pt x="3309158" y="63194"/>
                  <a:pt x="3307931" y="58923"/>
                  <a:pt x="3307931" y="53208"/>
                </a:cubicBezTo>
                <a:lnTo>
                  <a:pt x="3307931" y="22644"/>
                </a:lnTo>
                <a:lnTo>
                  <a:pt x="3316038" y="22644"/>
                </a:lnTo>
                <a:lnTo>
                  <a:pt x="3316038" y="52555"/>
                </a:lnTo>
                <a:cubicBezTo>
                  <a:pt x="3316038" y="59730"/>
                  <a:pt x="3318740" y="63318"/>
                  <a:pt x="3324145" y="63318"/>
                </a:cubicBezTo>
                <a:cubicBezTo>
                  <a:pt x="3325139" y="63318"/>
                  <a:pt x="3326109" y="63170"/>
                  <a:pt x="3327057" y="62875"/>
                </a:cubicBezTo>
                <a:cubicBezTo>
                  <a:pt x="3328004" y="62580"/>
                  <a:pt x="3328998" y="62068"/>
                  <a:pt x="3330038" y="61338"/>
                </a:cubicBezTo>
                <a:cubicBezTo>
                  <a:pt x="3331079" y="60608"/>
                  <a:pt x="3332197" y="59622"/>
                  <a:pt x="3333393" y="58379"/>
                </a:cubicBezTo>
                <a:cubicBezTo>
                  <a:pt x="3334589" y="57137"/>
                  <a:pt x="3335932" y="55568"/>
                  <a:pt x="3337423" y="53674"/>
                </a:cubicBezTo>
                <a:lnTo>
                  <a:pt x="3337423" y="22644"/>
                </a:lnTo>
                <a:lnTo>
                  <a:pt x="3345530" y="22644"/>
                </a:lnTo>
                <a:lnTo>
                  <a:pt x="3345530" y="69421"/>
                </a:lnTo>
                <a:close/>
                <a:moveTo>
                  <a:pt x="3396131" y="67698"/>
                </a:moveTo>
                <a:cubicBezTo>
                  <a:pt x="3394018" y="68505"/>
                  <a:pt x="3391852" y="69103"/>
                  <a:pt x="3389631" y="69491"/>
                </a:cubicBezTo>
                <a:cubicBezTo>
                  <a:pt x="3387410" y="69880"/>
                  <a:pt x="3385119" y="70074"/>
                  <a:pt x="3382759" y="70074"/>
                </a:cubicBezTo>
                <a:cubicBezTo>
                  <a:pt x="3375366" y="70074"/>
                  <a:pt x="3369674" y="68070"/>
                  <a:pt x="3365683" y="64063"/>
                </a:cubicBezTo>
                <a:cubicBezTo>
                  <a:pt x="3361692" y="60057"/>
                  <a:pt x="3359696" y="54202"/>
                  <a:pt x="3359696" y="46498"/>
                </a:cubicBezTo>
                <a:cubicBezTo>
                  <a:pt x="3359696" y="42802"/>
                  <a:pt x="3360271" y="39448"/>
                  <a:pt x="3361420" y="36435"/>
                </a:cubicBezTo>
                <a:cubicBezTo>
                  <a:pt x="3362569" y="33422"/>
                  <a:pt x="3364184" y="30844"/>
                  <a:pt x="3366265" y="28700"/>
                </a:cubicBezTo>
                <a:cubicBezTo>
                  <a:pt x="3368346" y="26557"/>
                  <a:pt x="3370831" y="24903"/>
                  <a:pt x="3373720" y="23738"/>
                </a:cubicBezTo>
                <a:cubicBezTo>
                  <a:pt x="3376609" y="22574"/>
                  <a:pt x="3379792" y="21991"/>
                  <a:pt x="3383271" y="21991"/>
                </a:cubicBezTo>
                <a:cubicBezTo>
                  <a:pt x="3385694" y="21991"/>
                  <a:pt x="3387962" y="22166"/>
                  <a:pt x="3390074" y="22515"/>
                </a:cubicBezTo>
                <a:cubicBezTo>
                  <a:pt x="3392186" y="22864"/>
                  <a:pt x="3394205" y="23435"/>
                  <a:pt x="3396131" y="24228"/>
                </a:cubicBezTo>
                <a:lnTo>
                  <a:pt x="3396131" y="31962"/>
                </a:lnTo>
                <a:cubicBezTo>
                  <a:pt x="3394112" y="30889"/>
                  <a:pt x="3392054" y="30109"/>
                  <a:pt x="3389957" y="29621"/>
                </a:cubicBezTo>
                <a:cubicBezTo>
                  <a:pt x="3387861" y="29131"/>
                  <a:pt x="3385694" y="28887"/>
                  <a:pt x="3383458" y="28887"/>
                </a:cubicBezTo>
                <a:cubicBezTo>
                  <a:pt x="3381377" y="28887"/>
                  <a:pt x="3379412" y="29283"/>
                  <a:pt x="3377564" y="30075"/>
                </a:cubicBezTo>
                <a:cubicBezTo>
                  <a:pt x="3375716" y="30867"/>
                  <a:pt x="3374093" y="32008"/>
                  <a:pt x="3372695" y="33499"/>
                </a:cubicBezTo>
                <a:cubicBezTo>
                  <a:pt x="3371297" y="34990"/>
                  <a:pt x="3370195" y="36807"/>
                  <a:pt x="3369387" y="38951"/>
                </a:cubicBezTo>
                <a:cubicBezTo>
                  <a:pt x="3368579" y="41094"/>
                  <a:pt x="3368176" y="43517"/>
                  <a:pt x="3368176" y="46219"/>
                </a:cubicBezTo>
                <a:cubicBezTo>
                  <a:pt x="3368176" y="51872"/>
                  <a:pt x="3369550" y="56104"/>
                  <a:pt x="3372299" y="58915"/>
                </a:cubicBezTo>
                <a:cubicBezTo>
                  <a:pt x="3375048" y="61726"/>
                  <a:pt x="3378861" y="63132"/>
                  <a:pt x="3383737" y="63132"/>
                </a:cubicBezTo>
                <a:cubicBezTo>
                  <a:pt x="3385943" y="63132"/>
                  <a:pt x="3388078" y="62883"/>
                  <a:pt x="3390144" y="62386"/>
                </a:cubicBezTo>
                <a:cubicBezTo>
                  <a:pt x="3392209" y="61889"/>
                  <a:pt x="3394205" y="61144"/>
                  <a:pt x="3396131" y="60150"/>
                </a:cubicBezTo>
                <a:lnTo>
                  <a:pt x="3396131" y="67698"/>
                </a:lnTo>
                <a:close/>
                <a:moveTo>
                  <a:pt x="3449340" y="68723"/>
                </a:moveTo>
                <a:cubicBezTo>
                  <a:pt x="3447508" y="69205"/>
                  <a:pt x="3445613" y="69551"/>
                  <a:pt x="3443656" y="69759"/>
                </a:cubicBezTo>
                <a:cubicBezTo>
                  <a:pt x="3441699" y="69969"/>
                  <a:pt x="3439711" y="70074"/>
                  <a:pt x="3437692" y="70074"/>
                </a:cubicBezTo>
                <a:cubicBezTo>
                  <a:pt x="3431822" y="70074"/>
                  <a:pt x="3427442" y="68746"/>
                  <a:pt x="3424553" y="66090"/>
                </a:cubicBezTo>
                <a:cubicBezTo>
                  <a:pt x="3421665" y="63434"/>
                  <a:pt x="3420220" y="59358"/>
                  <a:pt x="3420220" y="53860"/>
                </a:cubicBezTo>
                <a:lnTo>
                  <a:pt x="3420220" y="29446"/>
                </a:lnTo>
                <a:lnTo>
                  <a:pt x="3407128" y="29446"/>
                </a:lnTo>
                <a:lnTo>
                  <a:pt x="3407128" y="22644"/>
                </a:lnTo>
                <a:lnTo>
                  <a:pt x="3420220" y="22644"/>
                </a:lnTo>
                <a:lnTo>
                  <a:pt x="3420220" y="9743"/>
                </a:lnTo>
                <a:lnTo>
                  <a:pt x="3428327" y="7641"/>
                </a:lnTo>
                <a:lnTo>
                  <a:pt x="3428327" y="22644"/>
                </a:lnTo>
                <a:lnTo>
                  <a:pt x="3449340" y="22644"/>
                </a:lnTo>
                <a:lnTo>
                  <a:pt x="3449340" y="29446"/>
                </a:lnTo>
                <a:lnTo>
                  <a:pt x="3428327" y="29446"/>
                </a:lnTo>
                <a:lnTo>
                  <a:pt x="3428327" y="53208"/>
                </a:lnTo>
                <a:cubicBezTo>
                  <a:pt x="3428327" y="56562"/>
                  <a:pt x="3429220" y="59070"/>
                  <a:pt x="3431006" y="60732"/>
                </a:cubicBezTo>
                <a:cubicBezTo>
                  <a:pt x="3432792" y="62394"/>
                  <a:pt x="3435425" y="63225"/>
                  <a:pt x="3438904" y="63225"/>
                </a:cubicBezTo>
                <a:cubicBezTo>
                  <a:pt x="3440395" y="63225"/>
                  <a:pt x="3442025" y="63105"/>
                  <a:pt x="3443796" y="62865"/>
                </a:cubicBezTo>
                <a:cubicBezTo>
                  <a:pt x="3445566" y="62624"/>
                  <a:pt x="3447414" y="62247"/>
                  <a:pt x="3449340" y="61734"/>
                </a:cubicBezTo>
                <a:lnTo>
                  <a:pt x="3449340" y="68723"/>
                </a:lnTo>
                <a:close/>
                <a:moveTo>
                  <a:pt x="3504227" y="45660"/>
                </a:moveTo>
                <a:cubicBezTo>
                  <a:pt x="3504227" y="49294"/>
                  <a:pt x="3503714" y="52625"/>
                  <a:pt x="3502689" y="55654"/>
                </a:cubicBezTo>
                <a:cubicBezTo>
                  <a:pt x="3501664" y="58682"/>
                  <a:pt x="3500189" y="61276"/>
                  <a:pt x="3498263" y="63434"/>
                </a:cubicBezTo>
                <a:cubicBezTo>
                  <a:pt x="3496337" y="65593"/>
                  <a:pt x="3493992" y="67271"/>
                  <a:pt x="3491228" y="68466"/>
                </a:cubicBezTo>
                <a:cubicBezTo>
                  <a:pt x="3488463" y="69662"/>
                  <a:pt x="3485326" y="70260"/>
                  <a:pt x="3481816" y="70260"/>
                </a:cubicBezTo>
                <a:cubicBezTo>
                  <a:pt x="3478462" y="70260"/>
                  <a:pt x="3475457" y="69740"/>
                  <a:pt x="3472801" y="68699"/>
                </a:cubicBezTo>
                <a:cubicBezTo>
                  <a:pt x="3470145" y="67659"/>
                  <a:pt x="3467893" y="66129"/>
                  <a:pt x="3466045" y="64110"/>
                </a:cubicBezTo>
                <a:cubicBezTo>
                  <a:pt x="3464197" y="62091"/>
                  <a:pt x="3462784" y="59591"/>
                  <a:pt x="3461805" y="56609"/>
                </a:cubicBezTo>
                <a:cubicBezTo>
                  <a:pt x="3460827" y="53627"/>
                  <a:pt x="3460338" y="50195"/>
                  <a:pt x="3460338" y="46312"/>
                </a:cubicBezTo>
                <a:cubicBezTo>
                  <a:pt x="3460338" y="42678"/>
                  <a:pt x="3460850" y="39362"/>
                  <a:pt x="3461875" y="36365"/>
                </a:cubicBezTo>
                <a:cubicBezTo>
                  <a:pt x="3462900" y="33367"/>
                  <a:pt x="3464376" y="30789"/>
                  <a:pt x="3466301" y="28631"/>
                </a:cubicBezTo>
                <a:cubicBezTo>
                  <a:pt x="3468227" y="26472"/>
                  <a:pt x="3470572" y="24795"/>
                  <a:pt x="3473337" y="23599"/>
                </a:cubicBezTo>
                <a:cubicBezTo>
                  <a:pt x="3476101" y="22403"/>
                  <a:pt x="3479238" y="21805"/>
                  <a:pt x="3482748" y="21805"/>
                </a:cubicBezTo>
                <a:cubicBezTo>
                  <a:pt x="3486103" y="21805"/>
                  <a:pt x="3489108" y="22325"/>
                  <a:pt x="3491764" y="23366"/>
                </a:cubicBezTo>
                <a:cubicBezTo>
                  <a:pt x="3494419" y="24406"/>
                  <a:pt x="3496671" y="25928"/>
                  <a:pt x="3498519" y="27932"/>
                </a:cubicBezTo>
                <a:cubicBezTo>
                  <a:pt x="3500368" y="29935"/>
                  <a:pt x="3501781" y="32428"/>
                  <a:pt x="3502759" y="35410"/>
                </a:cubicBezTo>
                <a:cubicBezTo>
                  <a:pt x="3503738" y="38391"/>
                  <a:pt x="3504227" y="41808"/>
                  <a:pt x="3504227" y="45660"/>
                </a:cubicBezTo>
                <a:moveTo>
                  <a:pt x="3495934" y="46033"/>
                </a:moveTo>
                <a:cubicBezTo>
                  <a:pt x="3495934" y="43144"/>
                  <a:pt x="3495615" y="40620"/>
                  <a:pt x="3494978" y="38461"/>
                </a:cubicBezTo>
                <a:cubicBezTo>
                  <a:pt x="3494342" y="36303"/>
                  <a:pt x="3493433" y="34501"/>
                  <a:pt x="3492253" y="33057"/>
                </a:cubicBezTo>
                <a:cubicBezTo>
                  <a:pt x="3491073" y="31612"/>
                  <a:pt x="3489636" y="30525"/>
                  <a:pt x="3487943" y="29795"/>
                </a:cubicBezTo>
                <a:cubicBezTo>
                  <a:pt x="3486250" y="29065"/>
                  <a:pt x="3484363" y="28700"/>
                  <a:pt x="3482282" y="28700"/>
                </a:cubicBezTo>
                <a:cubicBezTo>
                  <a:pt x="3479860" y="28700"/>
                  <a:pt x="3477786" y="29174"/>
                  <a:pt x="3476062" y="30121"/>
                </a:cubicBezTo>
                <a:cubicBezTo>
                  <a:pt x="3474338" y="31069"/>
                  <a:pt x="3472925" y="32335"/>
                  <a:pt x="3471822" y="33919"/>
                </a:cubicBezTo>
                <a:cubicBezTo>
                  <a:pt x="3470720" y="35503"/>
                  <a:pt x="3469912" y="37343"/>
                  <a:pt x="3469400" y="39440"/>
                </a:cubicBezTo>
                <a:cubicBezTo>
                  <a:pt x="3468887" y="41536"/>
                  <a:pt x="3468631" y="43734"/>
                  <a:pt x="3468631" y="46033"/>
                </a:cubicBezTo>
                <a:cubicBezTo>
                  <a:pt x="3468631" y="48921"/>
                  <a:pt x="3468949" y="51453"/>
                  <a:pt x="3469586" y="53627"/>
                </a:cubicBezTo>
                <a:cubicBezTo>
                  <a:pt x="3470223" y="55801"/>
                  <a:pt x="3471131" y="57611"/>
                  <a:pt x="3472312" y="59055"/>
                </a:cubicBezTo>
                <a:cubicBezTo>
                  <a:pt x="3473492" y="60499"/>
                  <a:pt x="3474921" y="61586"/>
                  <a:pt x="3476598" y="62316"/>
                </a:cubicBezTo>
                <a:cubicBezTo>
                  <a:pt x="3478275" y="63046"/>
                  <a:pt x="3480170" y="63411"/>
                  <a:pt x="3482282" y="63411"/>
                </a:cubicBezTo>
                <a:cubicBezTo>
                  <a:pt x="3484705" y="63411"/>
                  <a:pt x="3486778" y="62937"/>
                  <a:pt x="3488502" y="61990"/>
                </a:cubicBezTo>
                <a:cubicBezTo>
                  <a:pt x="3490226" y="61043"/>
                  <a:pt x="3491639" y="59777"/>
                  <a:pt x="3492742" y="58193"/>
                </a:cubicBezTo>
                <a:cubicBezTo>
                  <a:pt x="3493845" y="56609"/>
                  <a:pt x="3494652" y="54768"/>
                  <a:pt x="3495165" y="52672"/>
                </a:cubicBezTo>
                <a:cubicBezTo>
                  <a:pt x="3495677" y="50575"/>
                  <a:pt x="3495934" y="48362"/>
                  <a:pt x="3495934" y="46033"/>
                </a:cubicBezTo>
                <a:close/>
                <a:moveTo>
                  <a:pt x="3517275" y="22644"/>
                </a:moveTo>
                <a:lnTo>
                  <a:pt x="3524683" y="22644"/>
                </a:lnTo>
                <a:lnTo>
                  <a:pt x="3524916" y="31241"/>
                </a:lnTo>
                <a:cubicBezTo>
                  <a:pt x="3527680" y="27925"/>
                  <a:pt x="3530406" y="25524"/>
                  <a:pt x="3533093" y="24037"/>
                </a:cubicBezTo>
                <a:cubicBezTo>
                  <a:pt x="3535780" y="22549"/>
                  <a:pt x="3538490" y="21805"/>
                  <a:pt x="3541223" y="21805"/>
                </a:cubicBezTo>
                <a:cubicBezTo>
                  <a:pt x="3546069" y="21805"/>
                  <a:pt x="3549741" y="23370"/>
                  <a:pt x="3552242" y="26499"/>
                </a:cubicBezTo>
                <a:cubicBezTo>
                  <a:pt x="3554742" y="29628"/>
                  <a:pt x="3555899" y="34276"/>
                  <a:pt x="3555713" y="40442"/>
                </a:cubicBezTo>
                <a:lnTo>
                  <a:pt x="3547513" y="40442"/>
                </a:lnTo>
                <a:cubicBezTo>
                  <a:pt x="3547606" y="36358"/>
                  <a:pt x="3547008" y="33396"/>
                  <a:pt x="3545719" y="31556"/>
                </a:cubicBezTo>
                <a:cubicBezTo>
                  <a:pt x="3544430" y="29714"/>
                  <a:pt x="3542543" y="28794"/>
                  <a:pt x="3540058" y="28794"/>
                </a:cubicBezTo>
                <a:cubicBezTo>
                  <a:pt x="3538971" y="28794"/>
                  <a:pt x="3537876" y="28987"/>
                  <a:pt x="3536773" y="29375"/>
                </a:cubicBezTo>
                <a:cubicBezTo>
                  <a:pt x="3535671" y="29761"/>
                  <a:pt x="3534537" y="30379"/>
                  <a:pt x="3533372" y="31229"/>
                </a:cubicBezTo>
                <a:cubicBezTo>
                  <a:pt x="3532208" y="32080"/>
                  <a:pt x="3530973" y="33170"/>
                  <a:pt x="3529668" y="34501"/>
                </a:cubicBezTo>
                <a:cubicBezTo>
                  <a:pt x="3528364" y="35831"/>
                  <a:pt x="3526966" y="37439"/>
                  <a:pt x="3525475" y="39326"/>
                </a:cubicBezTo>
                <a:lnTo>
                  <a:pt x="3525475" y="69421"/>
                </a:lnTo>
                <a:lnTo>
                  <a:pt x="3517275" y="69421"/>
                </a:lnTo>
                <a:lnTo>
                  <a:pt x="3517275" y="22644"/>
                </a:lnTo>
                <a:close/>
                <a:moveTo>
                  <a:pt x="3595225" y="88990"/>
                </a:moveTo>
                <a:cubicBezTo>
                  <a:pt x="3580906" y="75720"/>
                  <a:pt x="3573746" y="61052"/>
                  <a:pt x="3573746" y="44984"/>
                </a:cubicBezTo>
                <a:cubicBezTo>
                  <a:pt x="3573746" y="41224"/>
                  <a:pt x="3574127" y="37471"/>
                  <a:pt x="3574888" y="33726"/>
                </a:cubicBezTo>
                <a:cubicBezTo>
                  <a:pt x="3575649" y="29982"/>
                  <a:pt x="3576876" y="26229"/>
                  <a:pt x="3578568" y="22469"/>
                </a:cubicBezTo>
                <a:cubicBezTo>
                  <a:pt x="3580261" y="18708"/>
                  <a:pt x="3582498" y="14948"/>
                  <a:pt x="3585278" y="11188"/>
                </a:cubicBezTo>
                <a:cubicBezTo>
                  <a:pt x="3588058" y="7427"/>
                  <a:pt x="3591436" y="3698"/>
                  <a:pt x="3595411" y="0"/>
                </a:cubicBezTo>
                <a:lnTo>
                  <a:pt x="3600117" y="4802"/>
                </a:lnTo>
                <a:cubicBezTo>
                  <a:pt x="3588065" y="16704"/>
                  <a:pt x="3582040" y="29896"/>
                  <a:pt x="3582040" y="44379"/>
                </a:cubicBezTo>
                <a:cubicBezTo>
                  <a:pt x="3582040" y="51589"/>
                  <a:pt x="3583562" y="58519"/>
                  <a:pt x="3586606" y="65170"/>
                </a:cubicBezTo>
                <a:cubicBezTo>
                  <a:pt x="3589649" y="71820"/>
                  <a:pt x="3594153" y="78097"/>
                  <a:pt x="3600117" y="84002"/>
                </a:cubicBezTo>
                <a:lnTo>
                  <a:pt x="3595225" y="88990"/>
                </a:lnTo>
                <a:close/>
                <a:moveTo>
                  <a:pt x="3659057" y="45194"/>
                </a:moveTo>
                <a:cubicBezTo>
                  <a:pt x="3659057" y="49356"/>
                  <a:pt x="3658475" y="52990"/>
                  <a:pt x="3657310" y="56096"/>
                </a:cubicBezTo>
                <a:cubicBezTo>
                  <a:pt x="3656146" y="59202"/>
                  <a:pt x="3654538" y="61780"/>
                  <a:pt x="3652488" y="63831"/>
                </a:cubicBezTo>
                <a:cubicBezTo>
                  <a:pt x="3650438" y="65881"/>
                  <a:pt x="3648015" y="67418"/>
                  <a:pt x="3645220" y="68443"/>
                </a:cubicBezTo>
                <a:cubicBezTo>
                  <a:pt x="3642424" y="69468"/>
                  <a:pt x="3639396" y="69981"/>
                  <a:pt x="3636134" y="69981"/>
                </a:cubicBezTo>
                <a:cubicBezTo>
                  <a:pt x="3634643" y="69981"/>
                  <a:pt x="3633160" y="69903"/>
                  <a:pt x="3631685" y="69748"/>
                </a:cubicBezTo>
                <a:cubicBezTo>
                  <a:pt x="3630210" y="69592"/>
                  <a:pt x="3628711" y="69328"/>
                  <a:pt x="3627189" y="68956"/>
                </a:cubicBezTo>
                <a:lnTo>
                  <a:pt x="3627189" y="88524"/>
                </a:lnTo>
                <a:lnTo>
                  <a:pt x="3619082" y="88524"/>
                </a:lnTo>
                <a:lnTo>
                  <a:pt x="3619082" y="22644"/>
                </a:lnTo>
                <a:lnTo>
                  <a:pt x="3626304" y="22644"/>
                </a:lnTo>
                <a:lnTo>
                  <a:pt x="3626816" y="30471"/>
                </a:lnTo>
                <a:cubicBezTo>
                  <a:pt x="3629146" y="27272"/>
                  <a:pt x="3631631" y="25027"/>
                  <a:pt x="3634271" y="23738"/>
                </a:cubicBezTo>
                <a:cubicBezTo>
                  <a:pt x="3636911" y="22449"/>
                  <a:pt x="3639769" y="21805"/>
                  <a:pt x="3642844" y="21805"/>
                </a:cubicBezTo>
                <a:cubicBezTo>
                  <a:pt x="3645515" y="21805"/>
                  <a:pt x="3647860" y="22364"/>
                  <a:pt x="3649879" y="23482"/>
                </a:cubicBezTo>
                <a:cubicBezTo>
                  <a:pt x="3651898" y="24600"/>
                  <a:pt x="3653591" y="26177"/>
                  <a:pt x="3654957" y="28211"/>
                </a:cubicBezTo>
                <a:cubicBezTo>
                  <a:pt x="3656324" y="30246"/>
                  <a:pt x="3657349" y="32700"/>
                  <a:pt x="3658032" y="35573"/>
                </a:cubicBezTo>
                <a:cubicBezTo>
                  <a:pt x="3658716" y="38446"/>
                  <a:pt x="3659057" y="41653"/>
                  <a:pt x="3659057" y="45194"/>
                </a:cubicBezTo>
                <a:moveTo>
                  <a:pt x="3650764" y="45567"/>
                </a:moveTo>
                <a:cubicBezTo>
                  <a:pt x="3650764" y="43113"/>
                  <a:pt x="3650586" y="40861"/>
                  <a:pt x="3650228" y="38811"/>
                </a:cubicBezTo>
                <a:cubicBezTo>
                  <a:pt x="3649871" y="36761"/>
                  <a:pt x="3649304" y="35006"/>
                  <a:pt x="3648528" y="33546"/>
                </a:cubicBezTo>
                <a:cubicBezTo>
                  <a:pt x="3647751" y="32086"/>
                  <a:pt x="3646757" y="30945"/>
                  <a:pt x="3645546" y="30121"/>
                </a:cubicBezTo>
                <a:cubicBezTo>
                  <a:pt x="3644335" y="29298"/>
                  <a:pt x="3642890" y="28887"/>
                  <a:pt x="3641213" y="28887"/>
                </a:cubicBezTo>
                <a:cubicBezTo>
                  <a:pt x="3640188" y="28887"/>
                  <a:pt x="3639147" y="29050"/>
                  <a:pt x="3638091" y="29376"/>
                </a:cubicBezTo>
                <a:cubicBezTo>
                  <a:pt x="3637035" y="29702"/>
                  <a:pt x="3635940" y="30246"/>
                  <a:pt x="3634807" y="31007"/>
                </a:cubicBezTo>
                <a:cubicBezTo>
                  <a:pt x="3633673" y="31768"/>
                  <a:pt x="3632477" y="32777"/>
                  <a:pt x="3631219" y="34035"/>
                </a:cubicBezTo>
                <a:cubicBezTo>
                  <a:pt x="3629961" y="35293"/>
                  <a:pt x="3628618" y="36854"/>
                  <a:pt x="3627189" y="38718"/>
                </a:cubicBezTo>
                <a:lnTo>
                  <a:pt x="3627189" y="61408"/>
                </a:lnTo>
                <a:cubicBezTo>
                  <a:pt x="3628680" y="62029"/>
                  <a:pt x="3630248" y="62518"/>
                  <a:pt x="3631895" y="62875"/>
                </a:cubicBezTo>
                <a:cubicBezTo>
                  <a:pt x="3633541" y="63233"/>
                  <a:pt x="3635156" y="63411"/>
                  <a:pt x="3636740" y="63411"/>
                </a:cubicBezTo>
                <a:cubicBezTo>
                  <a:pt x="3641120" y="63411"/>
                  <a:pt x="3644552" y="61928"/>
                  <a:pt x="3647037" y="58962"/>
                </a:cubicBezTo>
                <a:cubicBezTo>
                  <a:pt x="3649522" y="55995"/>
                  <a:pt x="3650764" y="51530"/>
                  <a:pt x="3650764" y="45567"/>
                </a:cubicBezTo>
                <a:close/>
                <a:moveTo>
                  <a:pt x="3672851" y="22644"/>
                </a:moveTo>
                <a:lnTo>
                  <a:pt x="3680259" y="22644"/>
                </a:lnTo>
                <a:lnTo>
                  <a:pt x="3680492" y="31241"/>
                </a:lnTo>
                <a:cubicBezTo>
                  <a:pt x="3683256" y="27925"/>
                  <a:pt x="3685982" y="25524"/>
                  <a:pt x="3688668" y="24037"/>
                </a:cubicBezTo>
                <a:cubicBezTo>
                  <a:pt x="3691355" y="22549"/>
                  <a:pt x="3694065" y="21805"/>
                  <a:pt x="3696799" y="21805"/>
                </a:cubicBezTo>
                <a:cubicBezTo>
                  <a:pt x="3701644" y="21805"/>
                  <a:pt x="3705317" y="23370"/>
                  <a:pt x="3707818" y="26499"/>
                </a:cubicBezTo>
                <a:cubicBezTo>
                  <a:pt x="3710318" y="29628"/>
                  <a:pt x="3711475" y="34276"/>
                  <a:pt x="3711289" y="40442"/>
                </a:cubicBezTo>
                <a:lnTo>
                  <a:pt x="3703089" y="40442"/>
                </a:lnTo>
                <a:cubicBezTo>
                  <a:pt x="3703182" y="36358"/>
                  <a:pt x="3702584" y="33396"/>
                  <a:pt x="3701295" y="31556"/>
                </a:cubicBezTo>
                <a:cubicBezTo>
                  <a:pt x="3700006" y="29714"/>
                  <a:pt x="3698119" y="28794"/>
                  <a:pt x="3695634" y="28794"/>
                </a:cubicBezTo>
                <a:cubicBezTo>
                  <a:pt x="3694547" y="28794"/>
                  <a:pt x="3693452" y="28987"/>
                  <a:pt x="3692349" y="29375"/>
                </a:cubicBezTo>
                <a:cubicBezTo>
                  <a:pt x="3691247" y="29761"/>
                  <a:pt x="3690113" y="30379"/>
                  <a:pt x="3688948" y="31229"/>
                </a:cubicBezTo>
                <a:cubicBezTo>
                  <a:pt x="3687783" y="32080"/>
                  <a:pt x="3686549" y="33170"/>
                  <a:pt x="3685244" y="34501"/>
                </a:cubicBezTo>
                <a:cubicBezTo>
                  <a:pt x="3683939" y="35831"/>
                  <a:pt x="3682542" y="37439"/>
                  <a:pt x="3681051" y="39326"/>
                </a:cubicBezTo>
                <a:lnTo>
                  <a:pt x="3681051" y="69421"/>
                </a:lnTo>
                <a:lnTo>
                  <a:pt x="3672851" y="69421"/>
                </a:lnTo>
                <a:lnTo>
                  <a:pt x="3672851" y="22644"/>
                </a:lnTo>
                <a:close/>
                <a:moveTo>
                  <a:pt x="3763520" y="45660"/>
                </a:moveTo>
                <a:cubicBezTo>
                  <a:pt x="3763520" y="49294"/>
                  <a:pt x="3763007" y="52625"/>
                  <a:pt x="3761982" y="55654"/>
                </a:cubicBezTo>
                <a:cubicBezTo>
                  <a:pt x="3760957" y="58682"/>
                  <a:pt x="3759482" y="61276"/>
                  <a:pt x="3757556" y="63434"/>
                </a:cubicBezTo>
                <a:cubicBezTo>
                  <a:pt x="3755630" y="65593"/>
                  <a:pt x="3753285" y="67271"/>
                  <a:pt x="3750521" y="68466"/>
                </a:cubicBezTo>
                <a:cubicBezTo>
                  <a:pt x="3747756" y="69662"/>
                  <a:pt x="3744619" y="70260"/>
                  <a:pt x="3741109" y="70260"/>
                </a:cubicBezTo>
                <a:cubicBezTo>
                  <a:pt x="3737755" y="70260"/>
                  <a:pt x="3734750" y="69740"/>
                  <a:pt x="3732094" y="68699"/>
                </a:cubicBezTo>
                <a:cubicBezTo>
                  <a:pt x="3729438" y="67659"/>
                  <a:pt x="3727186" y="66129"/>
                  <a:pt x="3725338" y="64110"/>
                </a:cubicBezTo>
                <a:cubicBezTo>
                  <a:pt x="3723490" y="62091"/>
                  <a:pt x="3722077" y="59591"/>
                  <a:pt x="3721098" y="56609"/>
                </a:cubicBezTo>
                <a:cubicBezTo>
                  <a:pt x="3720120" y="53627"/>
                  <a:pt x="3719631" y="50195"/>
                  <a:pt x="3719631" y="46312"/>
                </a:cubicBezTo>
                <a:cubicBezTo>
                  <a:pt x="3719631" y="42678"/>
                  <a:pt x="3720143" y="39362"/>
                  <a:pt x="3721168" y="36365"/>
                </a:cubicBezTo>
                <a:cubicBezTo>
                  <a:pt x="3722193" y="33367"/>
                  <a:pt x="3723669" y="30789"/>
                  <a:pt x="3725594" y="28631"/>
                </a:cubicBezTo>
                <a:cubicBezTo>
                  <a:pt x="3727520" y="26472"/>
                  <a:pt x="3729865" y="24795"/>
                  <a:pt x="3732630" y="23599"/>
                </a:cubicBezTo>
                <a:cubicBezTo>
                  <a:pt x="3735394" y="22403"/>
                  <a:pt x="3738531" y="21805"/>
                  <a:pt x="3742041" y="21805"/>
                </a:cubicBezTo>
                <a:cubicBezTo>
                  <a:pt x="3745396" y="21805"/>
                  <a:pt x="3748401" y="22325"/>
                  <a:pt x="3751057" y="23366"/>
                </a:cubicBezTo>
                <a:cubicBezTo>
                  <a:pt x="3753712" y="24406"/>
                  <a:pt x="3755964" y="25928"/>
                  <a:pt x="3757812" y="27932"/>
                </a:cubicBezTo>
                <a:cubicBezTo>
                  <a:pt x="3759661" y="29935"/>
                  <a:pt x="3761074" y="32428"/>
                  <a:pt x="3762052" y="35410"/>
                </a:cubicBezTo>
                <a:cubicBezTo>
                  <a:pt x="3763031" y="38391"/>
                  <a:pt x="3763520" y="41808"/>
                  <a:pt x="3763520" y="45660"/>
                </a:cubicBezTo>
                <a:moveTo>
                  <a:pt x="3755227" y="46033"/>
                </a:moveTo>
                <a:cubicBezTo>
                  <a:pt x="3755227" y="43144"/>
                  <a:pt x="3754908" y="40620"/>
                  <a:pt x="3754271" y="38461"/>
                </a:cubicBezTo>
                <a:cubicBezTo>
                  <a:pt x="3753635" y="36303"/>
                  <a:pt x="3752726" y="34501"/>
                  <a:pt x="3751546" y="33057"/>
                </a:cubicBezTo>
                <a:cubicBezTo>
                  <a:pt x="3750366" y="31612"/>
                  <a:pt x="3748929" y="30525"/>
                  <a:pt x="3747236" y="29795"/>
                </a:cubicBezTo>
                <a:cubicBezTo>
                  <a:pt x="3745543" y="29065"/>
                  <a:pt x="3743656" y="28700"/>
                  <a:pt x="3741575" y="28700"/>
                </a:cubicBezTo>
                <a:cubicBezTo>
                  <a:pt x="3739152" y="28700"/>
                  <a:pt x="3737079" y="29174"/>
                  <a:pt x="3735355" y="30121"/>
                </a:cubicBezTo>
                <a:cubicBezTo>
                  <a:pt x="3733631" y="31069"/>
                  <a:pt x="3732218" y="32335"/>
                  <a:pt x="3731115" y="33919"/>
                </a:cubicBezTo>
                <a:cubicBezTo>
                  <a:pt x="3730013" y="35503"/>
                  <a:pt x="3729205" y="37343"/>
                  <a:pt x="3728693" y="39440"/>
                </a:cubicBezTo>
                <a:cubicBezTo>
                  <a:pt x="3728180" y="41536"/>
                  <a:pt x="3727924" y="43734"/>
                  <a:pt x="3727924" y="46033"/>
                </a:cubicBezTo>
                <a:cubicBezTo>
                  <a:pt x="3727924" y="48921"/>
                  <a:pt x="3728242" y="51453"/>
                  <a:pt x="3728879" y="53627"/>
                </a:cubicBezTo>
                <a:cubicBezTo>
                  <a:pt x="3729516" y="55801"/>
                  <a:pt x="3730424" y="57611"/>
                  <a:pt x="3731605" y="59055"/>
                </a:cubicBezTo>
                <a:cubicBezTo>
                  <a:pt x="3732785" y="60499"/>
                  <a:pt x="3734214" y="61586"/>
                  <a:pt x="3735891" y="62316"/>
                </a:cubicBezTo>
                <a:cubicBezTo>
                  <a:pt x="3737568" y="63046"/>
                  <a:pt x="3739463" y="63411"/>
                  <a:pt x="3741575" y="63411"/>
                </a:cubicBezTo>
                <a:cubicBezTo>
                  <a:pt x="3743998" y="63411"/>
                  <a:pt x="3746071" y="62937"/>
                  <a:pt x="3747795" y="61990"/>
                </a:cubicBezTo>
                <a:cubicBezTo>
                  <a:pt x="3749519" y="61043"/>
                  <a:pt x="3750932" y="59777"/>
                  <a:pt x="3752035" y="58193"/>
                </a:cubicBezTo>
                <a:cubicBezTo>
                  <a:pt x="3753138" y="56609"/>
                  <a:pt x="3753945" y="54768"/>
                  <a:pt x="3754458" y="52672"/>
                </a:cubicBezTo>
                <a:cubicBezTo>
                  <a:pt x="3754970" y="50575"/>
                  <a:pt x="3755227" y="48362"/>
                  <a:pt x="3755227" y="46033"/>
                </a:cubicBezTo>
                <a:close/>
                <a:moveTo>
                  <a:pt x="3814633" y="45194"/>
                </a:moveTo>
                <a:cubicBezTo>
                  <a:pt x="3814633" y="49356"/>
                  <a:pt x="3814051" y="52990"/>
                  <a:pt x="3812886" y="56096"/>
                </a:cubicBezTo>
                <a:cubicBezTo>
                  <a:pt x="3811721" y="59202"/>
                  <a:pt x="3810114" y="61780"/>
                  <a:pt x="3808064" y="63831"/>
                </a:cubicBezTo>
                <a:cubicBezTo>
                  <a:pt x="3806013" y="65881"/>
                  <a:pt x="3803591" y="67418"/>
                  <a:pt x="3800795" y="68443"/>
                </a:cubicBezTo>
                <a:cubicBezTo>
                  <a:pt x="3798000" y="69468"/>
                  <a:pt x="3794971" y="69981"/>
                  <a:pt x="3791710" y="69981"/>
                </a:cubicBezTo>
                <a:cubicBezTo>
                  <a:pt x="3790219" y="69981"/>
                  <a:pt x="3788736" y="69903"/>
                  <a:pt x="3787260" y="69748"/>
                </a:cubicBezTo>
                <a:cubicBezTo>
                  <a:pt x="3785785" y="69592"/>
                  <a:pt x="3784286" y="69328"/>
                  <a:pt x="3782764" y="68956"/>
                </a:cubicBezTo>
                <a:lnTo>
                  <a:pt x="3782764" y="88524"/>
                </a:lnTo>
                <a:lnTo>
                  <a:pt x="3774657" y="88524"/>
                </a:lnTo>
                <a:lnTo>
                  <a:pt x="3774657" y="22644"/>
                </a:lnTo>
                <a:lnTo>
                  <a:pt x="3781879" y="22644"/>
                </a:lnTo>
                <a:lnTo>
                  <a:pt x="3782392" y="30471"/>
                </a:lnTo>
                <a:cubicBezTo>
                  <a:pt x="3784721" y="27272"/>
                  <a:pt x="3787206" y="25027"/>
                  <a:pt x="3789846" y="23738"/>
                </a:cubicBezTo>
                <a:cubicBezTo>
                  <a:pt x="3792486" y="22449"/>
                  <a:pt x="3795344" y="21805"/>
                  <a:pt x="3798419" y="21805"/>
                </a:cubicBezTo>
                <a:cubicBezTo>
                  <a:pt x="3801090" y="21805"/>
                  <a:pt x="3803435" y="22364"/>
                  <a:pt x="3805454" y="23482"/>
                </a:cubicBezTo>
                <a:cubicBezTo>
                  <a:pt x="3807473" y="24600"/>
                  <a:pt x="3809166" y="26177"/>
                  <a:pt x="3810533" y="28211"/>
                </a:cubicBezTo>
                <a:cubicBezTo>
                  <a:pt x="3811900" y="30246"/>
                  <a:pt x="3812925" y="32700"/>
                  <a:pt x="3813608" y="35573"/>
                </a:cubicBezTo>
                <a:cubicBezTo>
                  <a:pt x="3814291" y="38446"/>
                  <a:pt x="3814633" y="41653"/>
                  <a:pt x="3814633" y="45194"/>
                </a:cubicBezTo>
                <a:moveTo>
                  <a:pt x="3806340" y="45567"/>
                </a:moveTo>
                <a:cubicBezTo>
                  <a:pt x="3806340" y="43113"/>
                  <a:pt x="3806161" y="40861"/>
                  <a:pt x="3805804" y="38811"/>
                </a:cubicBezTo>
                <a:cubicBezTo>
                  <a:pt x="3805447" y="36761"/>
                  <a:pt x="3804880" y="35006"/>
                  <a:pt x="3804103" y="33546"/>
                </a:cubicBezTo>
                <a:cubicBezTo>
                  <a:pt x="3803327" y="32086"/>
                  <a:pt x="3802333" y="30945"/>
                  <a:pt x="3801121" y="30121"/>
                </a:cubicBezTo>
                <a:cubicBezTo>
                  <a:pt x="3799910" y="29298"/>
                  <a:pt x="3798466" y="28887"/>
                  <a:pt x="3796788" y="28887"/>
                </a:cubicBezTo>
                <a:cubicBezTo>
                  <a:pt x="3795763" y="28887"/>
                  <a:pt x="3794723" y="29050"/>
                  <a:pt x="3793667" y="29376"/>
                </a:cubicBezTo>
                <a:cubicBezTo>
                  <a:pt x="3792611" y="29702"/>
                  <a:pt x="3791516" y="30246"/>
                  <a:pt x="3790382" y="31007"/>
                </a:cubicBezTo>
                <a:cubicBezTo>
                  <a:pt x="3789248" y="31768"/>
                  <a:pt x="3788052" y="32777"/>
                  <a:pt x="3786794" y="34035"/>
                </a:cubicBezTo>
                <a:cubicBezTo>
                  <a:pt x="3785536" y="35293"/>
                  <a:pt x="3784193" y="36854"/>
                  <a:pt x="3782764" y="38718"/>
                </a:cubicBezTo>
                <a:lnTo>
                  <a:pt x="3782764" y="61408"/>
                </a:lnTo>
                <a:cubicBezTo>
                  <a:pt x="3784255" y="62029"/>
                  <a:pt x="3785824" y="62518"/>
                  <a:pt x="3787470" y="62875"/>
                </a:cubicBezTo>
                <a:cubicBezTo>
                  <a:pt x="3789116" y="63233"/>
                  <a:pt x="3790731" y="63411"/>
                  <a:pt x="3792316" y="63411"/>
                </a:cubicBezTo>
                <a:cubicBezTo>
                  <a:pt x="3796695" y="63411"/>
                  <a:pt x="3800127" y="61928"/>
                  <a:pt x="3802612" y="58962"/>
                </a:cubicBezTo>
                <a:cubicBezTo>
                  <a:pt x="3805097" y="55995"/>
                  <a:pt x="3806340" y="51530"/>
                  <a:pt x="3806340" y="45567"/>
                </a:cubicBezTo>
                <a:close/>
                <a:moveTo>
                  <a:pt x="3863556" y="56655"/>
                </a:moveTo>
                <a:cubicBezTo>
                  <a:pt x="3863556" y="58302"/>
                  <a:pt x="3863277" y="59777"/>
                  <a:pt x="3862717" y="61082"/>
                </a:cubicBezTo>
                <a:cubicBezTo>
                  <a:pt x="3862158" y="62386"/>
                  <a:pt x="3861397" y="63543"/>
                  <a:pt x="3860434" y="64553"/>
                </a:cubicBezTo>
                <a:cubicBezTo>
                  <a:pt x="3859472" y="65562"/>
                  <a:pt x="3858353" y="66424"/>
                  <a:pt x="3857080" y="67139"/>
                </a:cubicBezTo>
                <a:cubicBezTo>
                  <a:pt x="3855806" y="67853"/>
                  <a:pt x="3854447" y="68443"/>
                  <a:pt x="3853003" y="68909"/>
                </a:cubicBezTo>
                <a:cubicBezTo>
                  <a:pt x="3851559" y="69375"/>
                  <a:pt x="3850076" y="69717"/>
                  <a:pt x="3848554" y="69934"/>
                </a:cubicBezTo>
                <a:cubicBezTo>
                  <a:pt x="3847032" y="70151"/>
                  <a:pt x="3845541" y="70260"/>
                  <a:pt x="3844081" y="70260"/>
                </a:cubicBezTo>
                <a:cubicBezTo>
                  <a:pt x="3840913" y="70260"/>
                  <a:pt x="3838001" y="70120"/>
                  <a:pt x="3835345" y="69841"/>
                </a:cubicBezTo>
                <a:cubicBezTo>
                  <a:pt x="3832689" y="69561"/>
                  <a:pt x="3830088" y="69111"/>
                  <a:pt x="3827541" y="68490"/>
                </a:cubicBezTo>
                <a:lnTo>
                  <a:pt x="3827541" y="61035"/>
                </a:lnTo>
                <a:cubicBezTo>
                  <a:pt x="3830274" y="61812"/>
                  <a:pt x="3832992" y="62402"/>
                  <a:pt x="3835694" y="62805"/>
                </a:cubicBezTo>
                <a:cubicBezTo>
                  <a:pt x="3838397" y="63209"/>
                  <a:pt x="3841083" y="63411"/>
                  <a:pt x="3843755" y="63411"/>
                </a:cubicBezTo>
                <a:cubicBezTo>
                  <a:pt x="3847637" y="63411"/>
                  <a:pt x="3850510" y="62883"/>
                  <a:pt x="3852374" y="61827"/>
                </a:cubicBezTo>
                <a:cubicBezTo>
                  <a:pt x="3854238" y="60771"/>
                  <a:pt x="3855170" y="59265"/>
                  <a:pt x="3855170" y="57308"/>
                </a:cubicBezTo>
                <a:cubicBezTo>
                  <a:pt x="3855170" y="56469"/>
                  <a:pt x="3855022" y="55716"/>
                  <a:pt x="3854727" y="55048"/>
                </a:cubicBezTo>
                <a:cubicBezTo>
                  <a:pt x="3854432" y="54380"/>
                  <a:pt x="3853896" y="53743"/>
                  <a:pt x="3853120" y="53138"/>
                </a:cubicBezTo>
                <a:cubicBezTo>
                  <a:pt x="3852343" y="52532"/>
                  <a:pt x="3851139" y="51903"/>
                  <a:pt x="3849509" y="51251"/>
                </a:cubicBezTo>
                <a:cubicBezTo>
                  <a:pt x="3847878" y="50598"/>
                  <a:pt x="3845649" y="49853"/>
                  <a:pt x="3842823" y="49014"/>
                </a:cubicBezTo>
                <a:cubicBezTo>
                  <a:pt x="3840711" y="48393"/>
                  <a:pt x="3838762" y="47687"/>
                  <a:pt x="3836976" y="46894"/>
                </a:cubicBezTo>
                <a:cubicBezTo>
                  <a:pt x="3835190" y="46102"/>
                  <a:pt x="3833644" y="45163"/>
                  <a:pt x="3832340" y="44076"/>
                </a:cubicBezTo>
                <a:cubicBezTo>
                  <a:pt x="3831035" y="42989"/>
                  <a:pt x="3830010" y="41715"/>
                  <a:pt x="3829265" y="40255"/>
                </a:cubicBezTo>
                <a:cubicBezTo>
                  <a:pt x="3828519" y="38795"/>
                  <a:pt x="3828147" y="37071"/>
                  <a:pt x="3828147" y="35083"/>
                </a:cubicBezTo>
                <a:cubicBezTo>
                  <a:pt x="3828147" y="33779"/>
                  <a:pt x="3828449" y="32350"/>
                  <a:pt x="3829055" y="30797"/>
                </a:cubicBezTo>
                <a:cubicBezTo>
                  <a:pt x="3829661" y="29244"/>
                  <a:pt x="3830694" y="27800"/>
                  <a:pt x="3832153" y="26464"/>
                </a:cubicBezTo>
                <a:cubicBezTo>
                  <a:pt x="3833613" y="25128"/>
                  <a:pt x="3835586" y="24018"/>
                  <a:pt x="3838071" y="23133"/>
                </a:cubicBezTo>
                <a:cubicBezTo>
                  <a:pt x="3840555" y="22247"/>
                  <a:pt x="3843662" y="21805"/>
                  <a:pt x="3847389" y="21805"/>
                </a:cubicBezTo>
                <a:cubicBezTo>
                  <a:pt x="3849221" y="21805"/>
                  <a:pt x="3851256" y="21906"/>
                  <a:pt x="3853492" y="22108"/>
                </a:cubicBezTo>
                <a:cubicBezTo>
                  <a:pt x="3855729" y="22310"/>
                  <a:pt x="3858058" y="22659"/>
                  <a:pt x="3860481" y="23156"/>
                </a:cubicBezTo>
                <a:lnTo>
                  <a:pt x="3860481" y="30378"/>
                </a:lnTo>
                <a:cubicBezTo>
                  <a:pt x="3857934" y="29757"/>
                  <a:pt x="3855519" y="29298"/>
                  <a:pt x="3853236" y="29003"/>
                </a:cubicBezTo>
                <a:cubicBezTo>
                  <a:pt x="3850953" y="28708"/>
                  <a:pt x="3848973" y="28561"/>
                  <a:pt x="3847296" y="28561"/>
                </a:cubicBezTo>
                <a:cubicBezTo>
                  <a:pt x="3845277" y="28561"/>
                  <a:pt x="3843576" y="28716"/>
                  <a:pt x="3842194" y="29027"/>
                </a:cubicBezTo>
                <a:cubicBezTo>
                  <a:pt x="3840812" y="29337"/>
                  <a:pt x="3839693" y="29764"/>
                  <a:pt x="3838839" y="30308"/>
                </a:cubicBezTo>
                <a:cubicBezTo>
                  <a:pt x="3837985" y="30851"/>
                  <a:pt x="3837372" y="31488"/>
                  <a:pt x="3836999" y="32218"/>
                </a:cubicBezTo>
                <a:cubicBezTo>
                  <a:pt x="3836626" y="32948"/>
                  <a:pt x="3836440" y="33732"/>
                  <a:pt x="3836440" y="34571"/>
                </a:cubicBezTo>
                <a:cubicBezTo>
                  <a:pt x="3836440" y="35410"/>
                  <a:pt x="3836603" y="36171"/>
                  <a:pt x="3836929" y="36854"/>
                </a:cubicBezTo>
                <a:cubicBezTo>
                  <a:pt x="3837255" y="37537"/>
                  <a:pt x="3837861" y="38197"/>
                  <a:pt x="3838746" y="38834"/>
                </a:cubicBezTo>
                <a:cubicBezTo>
                  <a:pt x="3839631" y="39471"/>
                  <a:pt x="3840866" y="40108"/>
                  <a:pt x="3842450" y="40744"/>
                </a:cubicBezTo>
                <a:cubicBezTo>
                  <a:pt x="3844034" y="41381"/>
                  <a:pt x="3846100" y="42072"/>
                  <a:pt x="3848647" y="42818"/>
                </a:cubicBezTo>
                <a:cubicBezTo>
                  <a:pt x="3851411" y="43625"/>
                  <a:pt x="3853741" y="44472"/>
                  <a:pt x="3855636" y="45357"/>
                </a:cubicBezTo>
                <a:cubicBezTo>
                  <a:pt x="3857530" y="46242"/>
                  <a:pt x="3859068" y="47228"/>
                  <a:pt x="3860248" y="48315"/>
                </a:cubicBezTo>
                <a:cubicBezTo>
                  <a:pt x="3861428" y="49403"/>
                  <a:pt x="3862275" y="50630"/>
                  <a:pt x="3862787" y="51996"/>
                </a:cubicBezTo>
                <a:cubicBezTo>
                  <a:pt x="3863300" y="53363"/>
                  <a:pt x="3863556" y="54916"/>
                  <a:pt x="3863556" y="56655"/>
                </a:cubicBezTo>
                <a:close/>
                <a:moveTo>
                  <a:pt x="3887926" y="0"/>
                </a:moveTo>
                <a:cubicBezTo>
                  <a:pt x="3902245" y="13270"/>
                  <a:pt x="3909404" y="28032"/>
                  <a:pt x="3909404" y="44285"/>
                </a:cubicBezTo>
                <a:cubicBezTo>
                  <a:pt x="3909404" y="47642"/>
                  <a:pt x="3909063" y="51123"/>
                  <a:pt x="3908379" y="54728"/>
                </a:cubicBezTo>
                <a:cubicBezTo>
                  <a:pt x="3907696" y="58333"/>
                  <a:pt x="3906531" y="62023"/>
                  <a:pt x="3904885" y="65799"/>
                </a:cubicBezTo>
                <a:cubicBezTo>
                  <a:pt x="3903239" y="69575"/>
                  <a:pt x="3901026" y="73405"/>
                  <a:pt x="3898246" y="77290"/>
                </a:cubicBezTo>
                <a:cubicBezTo>
                  <a:pt x="3895466" y="81174"/>
                  <a:pt x="3891964" y="85074"/>
                  <a:pt x="3887739" y="88990"/>
                </a:cubicBezTo>
                <a:lnTo>
                  <a:pt x="3883033" y="84188"/>
                </a:lnTo>
                <a:cubicBezTo>
                  <a:pt x="3889090" y="78190"/>
                  <a:pt x="3893610" y="71929"/>
                  <a:pt x="3896592" y="65403"/>
                </a:cubicBezTo>
                <a:cubicBezTo>
                  <a:pt x="3899573" y="58876"/>
                  <a:pt x="3901064" y="52039"/>
                  <a:pt x="3901064" y="44891"/>
                </a:cubicBezTo>
                <a:cubicBezTo>
                  <a:pt x="3901064" y="30098"/>
                  <a:pt x="3895054" y="16797"/>
                  <a:pt x="3883033" y="4988"/>
                </a:cubicBezTo>
                <a:lnTo>
                  <a:pt x="3887926" y="0"/>
                </a:lnTo>
                <a:close/>
                <a:moveTo>
                  <a:pt x="4016429" y="88524"/>
                </a:moveTo>
                <a:lnTo>
                  <a:pt x="4012981" y="88524"/>
                </a:lnTo>
                <a:cubicBezTo>
                  <a:pt x="4006986" y="88524"/>
                  <a:pt x="4002529" y="87119"/>
                  <a:pt x="3999609" y="84308"/>
                </a:cubicBezTo>
                <a:cubicBezTo>
                  <a:pt x="3996690" y="81496"/>
                  <a:pt x="3995230" y="77233"/>
                  <a:pt x="3995230" y="71518"/>
                </a:cubicBezTo>
                <a:lnTo>
                  <a:pt x="3995230" y="55491"/>
                </a:lnTo>
                <a:cubicBezTo>
                  <a:pt x="3995230" y="53969"/>
                  <a:pt x="3995059" y="52610"/>
                  <a:pt x="3994717" y="51414"/>
                </a:cubicBezTo>
                <a:cubicBezTo>
                  <a:pt x="3994376" y="50218"/>
                  <a:pt x="3993778" y="49209"/>
                  <a:pt x="3992924" y="48385"/>
                </a:cubicBezTo>
                <a:cubicBezTo>
                  <a:pt x="3992069" y="47562"/>
                  <a:pt x="3990936" y="46933"/>
                  <a:pt x="3989522" y="46498"/>
                </a:cubicBezTo>
                <a:cubicBezTo>
                  <a:pt x="3988109" y="46064"/>
                  <a:pt x="3986331" y="45846"/>
                  <a:pt x="3984188" y="45846"/>
                </a:cubicBezTo>
                <a:lnTo>
                  <a:pt x="3982184" y="45846"/>
                </a:lnTo>
                <a:lnTo>
                  <a:pt x="3982184" y="39370"/>
                </a:lnTo>
                <a:lnTo>
                  <a:pt x="3984188" y="39370"/>
                </a:lnTo>
                <a:cubicBezTo>
                  <a:pt x="3986455" y="39370"/>
                  <a:pt x="3988303" y="39184"/>
                  <a:pt x="3989732" y="38811"/>
                </a:cubicBezTo>
                <a:cubicBezTo>
                  <a:pt x="3991161" y="38438"/>
                  <a:pt x="3992279" y="37871"/>
                  <a:pt x="3993087" y="37110"/>
                </a:cubicBezTo>
                <a:cubicBezTo>
                  <a:pt x="3993894" y="36349"/>
                  <a:pt x="3994453" y="35379"/>
                  <a:pt x="3994764" y="34198"/>
                </a:cubicBezTo>
                <a:cubicBezTo>
                  <a:pt x="3995074" y="33018"/>
                  <a:pt x="3995230" y="31620"/>
                  <a:pt x="3995230" y="30005"/>
                </a:cubicBezTo>
                <a:lnTo>
                  <a:pt x="3995230" y="18963"/>
                </a:lnTo>
                <a:cubicBezTo>
                  <a:pt x="3995230" y="16354"/>
                  <a:pt x="3995540" y="14001"/>
                  <a:pt x="3996162" y="11904"/>
                </a:cubicBezTo>
                <a:cubicBezTo>
                  <a:pt x="3996783" y="9808"/>
                  <a:pt x="3997800" y="8022"/>
                  <a:pt x="3999213" y="6546"/>
                </a:cubicBezTo>
                <a:cubicBezTo>
                  <a:pt x="4000627" y="5071"/>
                  <a:pt x="4002459" y="3937"/>
                  <a:pt x="4004711" y="3145"/>
                </a:cubicBezTo>
                <a:cubicBezTo>
                  <a:pt x="4006963" y="2353"/>
                  <a:pt x="4009720" y="1957"/>
                  <a:pt x="4012981" y="1957"/>
                </a:cubicBezTo>
                <a:lnTo>
                  <a:pt x="4016429" y="1957"/>
                </a:lnTo>
                <a:lnTo>
                  <a:pt x="4016429" y="8480"/>
                </a:lnTo>
                <a:lnTo>
                  <a:pt x="4013680" y="8480"/>
                </a:lnTo>
                <a:cubicBezTo>
                  <a:pt x="4006474" y="8480"/>
                  <a:pt x="4002871" y="11974"/>
                  <a:pt x="4002871" y="18963"/>
                </a:cubicBezTo>
                <a:lnTo>
                  <a:pt x="4002871" y="29819"/>
                </a:lnTo>
                <a:cubicBezTo>
                  <a:pt x="4002871" y="37398"/>
                  <a:pt x="3999594" y="41668"/>
                  <a:pt x="3993040" y="42631"/>
                </a:cubicBezTo>
                <a:cubicBezTo>
                  <a:pt x="3999656" y="43284"/>
                  <a:pt x="4002964" y="47539"/>
                  <a:pt x="4002964" y="55397"/>
                </a:cubicBezTo>
                <a:lnTo>
                  <a:pt x="4002964" y="71332"/>
                </a:lnTo>
                <a:cubicBezTo>
                  <a:pt x="4002964" y="78445"/>
                  <a:pt x="4006536" y="82001"/>
                  <a:pt x="4013680" y="82001"/>
                </a:cubicBezTo>
                <a:lnTo>
                  <a:pt x="4016429" y="82001"/>
                </a:lnTo>
                <a:lnTo>
                  <a:pt x="4016429" y="88524"/>
                </a:lnTo>
                <a:close/>
                <a:moveTo>
                  <a:pt x="4073645" y="79485"/>
                </a:moveTo>
                <a:lnTo>
                  <a:pt x="4065911" y="79485"/>
                </a:lnTo>
                <a:lnTo>
                  <a:pt x="4033949" y="3541"/>
                </a:lnTo>
                <a:lnTo>
                  <a:pt x="4041684" y="3541"/>
                </a:lnTo>
                <a:lnTo>
                  <a:pt x="4073645" y="79485"/>
                </a:lnTo>
                <a:close/>
                <a:moveTo>
                  <a:pt x="4085808" y="22644"/>
                </a:moveTo>
                <a:lnTo>
                  <a:pt x="4093030" y="22644"/>
                </a:lnTo>
                <a:lnTo>
                  <a:pt x="4093356" y="30191"/>
                </a:lnTo>
                <a:cubicBezTo>
                  <a:pt x="4094722" y="28576"/>
                  <a:pt x="4096043" y="27233"/>
                  <a:pt x="4097316" y="26161"/>
                </a:cubicBezTo>
                <a:cubicBezTo>
                  <a:pt x="4098590" y="25090"/>
                  <a:pt x="4099840" y="24228"/>
                  <a:pt x="4101067" y="23575"/>
                </a:cubicBezTo>
                <a:cubicBezTo>
                  <a:pt x="4102294" y="22923"/>
                  <a:pt x="4103544" y="22465"/>
                  <a:pt x="4104817" y="22201"/>
                </a:cubicBezTo>
                <a:cubicBezTo>
                  <a:pt x="4106091" y="21937"/>
                  <a:pt x="4107411" y="21805"/>
                  <a:pt x="4108778" y="21805"/>
                </a:cubicBezTo>
                <a:cubicBezTo>
                  <a:pt x="4113592" y="21805"/>
                  <a:pt x="4117234" y="23226"/>
                  <a:pt x="4119703" y="26068"/>
                </a:cubicBezTo>
                <a:cubicBezTo>
                  <a:pt x="4122173" y="28910"/>
                  <a:pt x="4123407" y="33189"/>
                  <a:pt x="4123407" y="38904"/>
                </a:cubicBezTo>
                <a:lnTo>
                  <a:pt x="4123407" y="69421"/>
                </a:lnTo>
                <a:lnTo>
                  <a:pt x="4115300" y="69421"/>
                </a:lnTo>
                <a:lnTo>
                  <a:pt x="4115300" y="39556"/>
                </a:lnTo>
                <a:cubicBezTo>
                  <a:pt x="4115300" y="35891"/>
                  <a:pt x="4114617" y="33181"/>
                  <a:pt x="4113250" y="31426"/>
                </a:cubicBezTo>
                <a:cubicBezTo>
                  <a:pt x="4111884" y="29671"/>
                  <a:pt x="4109849" y="28794"/>
                  <a:pt x="4107147" y="28794"/>
                </a:cubicBezTo>
                <a:cubicBezTo>
                  <a:pt x="4106153" y="28794"/>
                  <a:pt x="4105182" y="28941"/>
                  <a:pt x="4104235" y="29236"/>
                </a:cubicBezTo>
                <a:cubicBezTo>
                  <a:pt x="4103288" y="29531"/>
                  <a:pt x="4102301" y="30044"/>
                  <a:pt x="4101276" y="30774"/>
                </a:cubicBezTo>
                <a:cubicBezTo>
                  <a:pt x="4100251" y="31504"/>
                  <a:pt x="4099141" y="32490"/>
                  <a:pt x="4097945" y="33732"/>
                </a:cubicBezTo>
                <a:cubicBezTo>
                  <a:pt x="4096749" y="34975"/>
                  <a:pt x="4095406" y="36528"/>
                  <a:pt x="4093915" y="38391"/>
                </a:cubicBezTo>
                <a:lnTo>
                  <a:pt x="4093915" y="69421"/>
                </a:lnTo>
                <a:lnTo>
                  <a:pt x="4085808" y="69421"/>
                </a:lnTo>
                <a:lnTo>
                  <a:pt x="4085808" y="22644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super(props);\n">
            <a:extLst xmlns:a="http://schemas.openxmlformats.org/drawingml/2006/main">
              <a:ext uri="{FF2B5EF4-FFF2-40B4-BE49-F238E27FC236}">
                <a16:creationId xmlns:a16="http://schemas.microsoft.com/office/drawing/2014/main" id="{A08AA70E-5FEC-4B54-A3F8-3570BB18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449" y="5410724"/>
            <a:ext cx="762593" cy="88990"/>
          </a:xfrm>
          <a:custGeom xmlns:a="http://schemas.openxmlformats.org/drawingml/2006/main">
            <a:pathLst>
              <a:path w="762593" h="88990">
                <a:moveTo>
                  <a:pt x="36015" y="56655"/>
                </a:moveTo>
                <a:cubicBezTo>
                  <a:pt x="36015" y="58302"/>
                  <a:pt x="35736" y="59777"/>
                  <a:pt x="35177" y="61082"/>
                </a:cubicBezTo>
                <a:cubicBezTo>
                  <a:pt x="34618" y="62386"/>
                  <a:pt x="33857" y="63543"/>
                  <a:pt x="32894" y="64553"/>
                </a:cubicBezTo>
                <a:cubicBezTo>
                  <a:pt x="31931" y="65562"/>
                  <a:pt x="30813" y="66424"/>
                  <a:pt x="29539" y="67139"/>
                </a:cubicBezTo>
                <a:cubicBezTo>
                  <a:pt x="28266" y="67853"/>
                  <a:pt x="26907" y="68443"/>
                  <a:pt x="25462" y="68909"/>
                </a:cubicBezTo>
                <a:cubicBezTo>
                  <a:pt x="24018" y="69375"/>
                  <a:pt x="22535" y="69717"/>
                  <a:pt x="21013" y="69934"/>
                </a:cubicBezTo>
                <a:cubicBezTo>
                  <a:pt x="19491" y="70151"/>
                  <a:pt x="18000" y="70260"/>
                  <a:pt x="16540" y="70260"/>
                </a:cubicBezTo>
                <a:cubicBezTo>
                  <a:pt x="13372" y="70260"/>
                  <a:pt x="10460" y="70120"/>
                  <a:pt x="7804" y="69841"/>
                </a:cubicBezTo>
                <a:cubicBezTo>
                  <a:pt x="5148" y="69561"/>
                  <a:pt x="2547" y="69111"/>
                  <a:pt x="0" y="68490"/>
                </a:cubicBezTo>
                <a:lnTo>
                  <a:pt x="0" y="61035"/>
                </a:lnTo>
                <a:cubicBezTo>
                  <a:pt x="2733" y="61812"/>
                  <a:pt x="5451" y="62402"/>
                  <a:pt x="8154" y="62805"/>
                </a:cubicBezTo>
                <a:cubicBezTo>
                  <a:pt x="10856" y="63209"/>
                  <a:pt x="13543" y="63411"/>
                  <a:pt x="16214" y="63411"/>
                </a:cubicBezTo>
                <a:cubicBezTo>
                  <a:pt x="20097" y="63411"/>
                  <a:pt x="22970" y="62883"/>
                  <a:pt x="24833" y="61827"/>
                </a:cubicBezTo>
                <a:cubicBezTo>
                  <a:pt x="26697" y="60771"/>
                  <a:pt x="27629" y="59265"/>
                  <a:pt x="27629" y="57308"/>
                </a:cubicBezTo>
                <a:cubicBezTo>
                  <a:pt x="27629" y="56469"/>
                  <a:pt x="27481" y="55716"/>
                  <a:pt x="27186" y="55048"/>
                </a:cubicBezTo>
                <a:cubicBezTo>
                  <a:pt x="26891" y="54380"/>
                  <a:pt x="26355" y="53743"/>
                  <a:pt x="25579" y="53138"/>
                </a:cubicBezTo>
                <a:cubicBezTo>
                  <a:pt x="24802" y="52532"/>
                  <a:pt x="23599" y="51903"/>
                  <a:pt x="21968" y="51251"/>
                </a:cubicBezTo>
                <a:cubicBezTo>
                  <a:pt x="20337" y="50598"/>
                  <a:pt x="18109" y="49853"/>
                  <a:pt x="15282" y="49014"/>
                </a:cubicBezTo>
                <a:cubicBezTo>
                  <a:pt x="13170" y="48393"/>
                  <a:pt x="11221" y="47687"/>
                  <a:pt x="9435" y="46894"/>
                </a:cubicBezTo>
                <a:cubicBezTo>
                  <a:pt x="7649" y="46102"/>
                  <a:pt x="6103" y="45163"/>
                  <a:pt x="4799" y="44076"/>
                </a:cubicBezTo>
                <a:cubicBezTo>
                  <a:pt x="3494" y="42989"/>
                  <a:pt x="2469" y="41715"/>
                  <a:pt x="1724" y="40255"/>
                </a:cubicBezTo>
                <a:cubicBezTo>
                  <a:pt x="978" y="38795"/>
                  <a:pt x="606" y="37071"/>
                  <a:pt x="606" y="35083"/>
                </a:cubicBezTo>
                <a:cubicBezTo>
                  <a:pt x="606" y="33779"/>
                  <a:pt x="909" y="32350"/>
                  <a:pt x="1514" y="30797"/>
                </a:cubicBezTo>
                <a:cubicBezTo>
                  <a:pt x="2120" y="29244"/>
                  <a:pt x="3153" y="27800"/>
                  <a:pt x="4613" y="26464"/>
                </a:cubicBezTo>
                <a:cubicBezTo>
                  <a:pt x="6072" y="25128"/>
                  <a:pt x="8045" y="24018"/>
                  <a:pt x="10530" y="23133"/>
                </a:cubicBezTo>
                <a:cubicBezTo>
                  <a:pt x="13015" y="22247"/>
                  <a:pt x="16121" y="21805"/>
                  <a:pt x="19848" y="21805"/>
                </a:cubicBezTo>
                <a:cubicBezTo>
                  <a:pt x="21681" y="21805"/>
                  <a:pt x="23715" y="21906"/>
                  <a:pt x="25952" y="22108"/>
                </a:cubicBezTo>
                <a:cubicBezTo>
                  <a:pt x="28188" y="22310"/>
                  <a:pt x="30518" y="22659"/>
                  <a:pt x="32940" y="23156"/>
                </a:cubicBezTo>
                <a:lnTo>
                  <a:pt x="32940" y="30378"/>
                </a:lnTo>
                <a:cubicBezTo>
                  <a:pt x="30393" y="29757"/>
                  <a:pt x="27978" y="29298"/>
                  <a:pt x="25695" y="29003"/>
                </a:cubicBezTo>
                <a:cubicBezTo>
                  <a:pt x="23412" y="28708"/>
                  <a:pt x="21432" y="28561"/>
                  <a:pt x="19755" y="28561"/>
                </a:cubicBezTo>
                <a:cubicBezTo>
                  <a:pt x="17736" y="28561"/>
                  <a:pt x="16035" y="28716"/>
                  <a:pt x="14653" y="29027"/>
                </a:cubicBezTo>
                <a:cubicBezTo>
                  <a:pt x="13271" y="29337"/>
                  <a:pt x="12153" y="29764"/>
                  <a:pt x="11298" y="30308"/>
                </a:cubicBezTo>
                <a:cubicBezTo>
                  <a:pt x="10444" y="30851"/>
                  <a:pt x="9831" y="31488"/>
                  <a:pt x="9458" y="32218"/>
                </a:cubicBezTo>
                <a:cubicBezTo>
                  <a:pt x="9085" y="32948"/>
                  <a:pt x="8899" y="33732"/>
                  <a:pt x="8899" y="34571"/>
                </a:cubicBezTo>
                <a:cubicBezTo>
                  <a:pt x="8899" y="35410"/>
                  <a:pt x="9062" y="36171"/>
                  <a:pt x="9388" y="36854"/>
                </a:cubicBezTo>
                <a:cubicBezTo>
                  <a:pt x="9714" y="37537"/>
                  <a:pt x="10320" y="38197"/>
                  <a:pt x="11205" y="38834"/>
                </a:cubicBezTo>
                <a:cubicBezTo>
                  <a:pt x="12091" y="39471"/>
                  <a:pt x="13325" y="40108"/>
                  <a:pt x="14909" y="40744"/>
                </a:cubicBezTo>
                <a:cubicBezTo>
                  <a:pt x="16493" y="41381"/>
                  <a:pt x="18559" y="42072"/>
                  <a:pt x="21106" y="42818"/>
                </a:cubicBezTo>
                <a:cubicBezTo>
                  <a:pt x="23870" y="43625"/>
                  <a:pt x="26200" y="44472"/>
                  <a:pt x="28095" y="45357"/>
                </a:cubicBezTo>
                <a:cubicBezTo>
                  <a:pt x="29989" y="46242"/>
                  <a:pt x="31527" y="47228"/>
                  <a:pt x="32707" y="48315"/>
                </a:cubicBezTo>
                <a:cubicBezTo>
                  <a:pt x="33888" y="49403"/>
                  <a:pt x="34734" y="50630"/>
                  <a:pt x="35247" y="51996"/>
                </a:cubicBezTo>
                <a:cubicBezTo>
                  <a:pt x="35759" y="53363"/>
                  <a:pt x="36015" y="54916"/>
                  <a:pt x="36015" y="56655"/>
                </a:cubicBezTo>
                <a:close/>
                <a:moveTo>
                  <a:pt x="88433" y="69421"/>
                </a:moveTo>
                <a:lnTo>
                  <a:pt x="81165" y="69421"/>
                </a:lnTo>
                <a:lnTo>
                  <a:pt x="80885" y="61874"/>
                </a:lnTo>
                <a:cubicBezTo>
                  <a:pt x="79488" y="63489"/>
                  <a:pt x="78160" y="64832"/>
                  <a:pt x="76902" y="65904"/>
                </a:cubicBezTo>
                <a:cubicBezTo>
                  <a:pt x="75644" y="66975"/>
                  <a:pt x="74394" y="67837"/>
                  <a:pt x="73151" y="68490"/>
                </a:cubicBezTo>
                <a:cubicBezTo>
                  <a:pt x="71909" y="69142"/>
                  <a:pt x="70658" y="69600"/>
                  <a:pt x="69401" y="69864"/>
                </a:cubicBezTo>
                <a:cubicBezTo>
                  <a:pt x="68143" y="70128"/>
                  <a:pt x="66815" y="70260"/>
                  <a:pt x="65417" y="70260"/>
                </a:cubicBezTo>
                <a:cubicBezTo>
                  <a:pt x="60602" y="70260"/>
                  <a:pt x="56968" y="68847"/>
                  <a:pt x="54514" y="66020"/>
                </a:cubicBezTo>
                <a:cubicBezTo>
                  <a:pt x="52061" y="63194"/>
                  <a:pt x="50834" y="58923"/>
                  <a:pt x="50834" y="53208"/>
                </a:cubicBezTo>
                <a:lnTo>
                  <a:pt x="50834" y="22644"/>
                </a:lnTo>
                <a:lnTo>
                  <a:pt x="58941" y="22644"/>
                </a:lnTo>
                <a:lnTo>
                  <a:pt x="58941" y="52555"/>
                </a:lnTo>
                <a:cubicBezTo>
                  <a:pt x="58941" y="59730"/>
                  <a:pt x="61643" y="63318"/>
                  <a:pt x="67048" y="63318"/>
                </a:cubicBezTo>
                <a:cubicBezTo>
                  <a:pt x="68042" y="63318"/>
                  <a:pt x="69012" y="63170"/>
                  <a:pt x="69960" y="62875"/>
                </a:cubicBezTo>
                <a:cubicBezTo>
                  <a:pt x="70907" y="62580"/>
                  <a:pt x="71901" y="62068"/>
                  <a:pt x="72941" y="61338"/>
                </a:cubicBezTo>
                <a:cubicBezTo>
                  <a:pt x="73982" y="60608"/>
                  <a:pt x="75100" y="59622"/>
                  <a:pt x="76296" y="58379"/>
                </a:cubicBezTo>
                <a:cubicBezTo>
                  <a:pt x="77492" y="57137"/>
                  <a:pt x="78835" y="55568"/>
                  <a:pt x="80326" y="53674"/>
                </a:cubicBezTo>
                <a:lnTo>
                  <a:pt x="80326" y="22644"/>
                </a:lnTo>
                <a:lnTo>
                  <a:pt x="88433" y="22644"/>
                </a:lnTo>
                <a:lnTo>
                  <a:pt x="88433" y="69421"/>
                </a:lnTo>
                <a:close/>
                <a:moveTo>
                  <a:pt x="142668" y="45194"/>
                </a:moveTo>
                <a:cubicBezTo>
                  <a:pt x="142668" y="49356"/>
                  <a:pt x="142085" y="52990"/>
                  <a:pt x="140921" y="56096"/>
                </a:cubicBezTo>
                <a:cubicBezTo>
                  <a:pt x="139756" y="59202"/>
                  <a:pt x="138148" y="61780"/>
                  <a:pt x="136098" y="63831"/>
                </a:cubicBezTo>
                <a:cubicBezTo>
                  <a:pt x="134048" y="65881"/>
                  <a:pt x="131626" y="67418"/>
                  <a:pt x="128830" y="68443"/>
                </a:cubicBezTo>
                <a:cubicBezTo>
                  <a:pt x="126035" y="69468"/>
                  <a:pt x="123006" y="69981"/>
                  <a:pt x="119745" y="69981"/>
                </a:cubicBezTo>
                <a:cubicBezTo>
                  <a:pt x="118254" y="69981"/>
                  <a:pt x="116771" y="69903"/>
                  <a:pt x="115295" y="69748"/>
                </a:cubicBezTo>
                <a:cubicBezTo>
                  <a:pt x="113820" y="69592"/>
                  <a:pt x="112321" y="69328"/>
                  <a:pt x="110799" y="68956"/>
                </a:cubicBezTo>
                <a:lnTo>
                  <a:pt x="110799" y="88524"/>
                </a:lnTo>
                <a:lnTo>
                  <a:pt x="102692" y="88524"/>
                </a:lnTo>
                <a:lnTo>
                  <a:pt x="102692" y="22644"/>
                </a:lnTo>
                <a:lnTo>
                  <a:pt x="109914" y="22644"/>
                </a:lnTo>
                <a:lnTo>
                  <a:pt x="110426" y="30471"/>
                </a:lnTo>
                <a:cubicBezTo>
                  <a:pt x="112756" y="27272"/>
                  <a:pt x="115241" y="25027"/>
                  <a:pt x="117881" y="23738"/>
                </a:cubicBezTo>
                <a:cubicBezTo>
                  <a:pt x="120521" y="22449"/>
                  <a:pt x="123379" y="21805"/>
                  <a:pt x="126454" y="21805"/>
                </a:cubicBezTo>
                <a:cubicBezTo>
                  <a:pt x="129125" y="21805"/>
                  <a:pt x="131470" y="22364"/>
                  <a:pt x="133489" y="23482"/>
                </a:cubicBezTo>
                <a:cubicBezTo>
                  <a:pt x="135508" y="24600"/>
                  <a:pt x="137201" y="26177"/>
                  <a:pt x="138568" y="28211"/>
                </a:cubicBezTo>
                <a:cubicBezTo>
                  <a:pt x="139934" y="30246"/>
                  <a:pt x="140959" y="32700"/>
                  <a:pt x="141643" y="35573"/>
                </a:cubicBezTo>
                <a:cubicBezTo>
                  <a:pt x="142326" y="38446"/>
                  <a:pt x="142668" y="41653"/>
                  <a:pt x="142668" y="45194"/>
                </a:cubicBezTo>
                <a:moveTo>
                  <a:pt x="134375" y="45567"/>
                </a:moveTo>
                <a:cubicBezTo>
                  <a:pt x="134375" y="43113"/>
                  <a:pt x="134196" y="40861"/>
                  <a:pt x="133839" y="38811"/>
                </a:cubicBezTo>
                <a:cubicBezTo>
                  <a:pt x="133482" y="36761"/>
                  <a:pt x="132915" y="35006"/>
                  <a:pt x="132138" y="33546"/>
                </a:cubicBezTo>
                <a:cubicBezTo>
                  <a:pt x="131362" y="32086"/>
                  <a:pt x="130368" y="30945"/>
                  <a:pt x="129156" y="30121"/>
                </a:cubicBezTo>
                <a:cubicBezTo>
                  <a:pt x="127945" y="29298"/>
                  <a:pt x="126501" y="28887"/>
                  <a:pt x="124823" y="28887"/>
                </a:cubicBezTo>
                <a:cubicBezTo>
                  <a:pt x="123798" y="28887"/>
                  <a:pt x="122758" y="29050"/>
                  <a:pt x="121702" y="29376"/>
                </a:cubicBezTo>
                <a:cubicBezTo>
                  <a:pt x="120646" y="29702"/>
                  <a:pt x="119551" y="30246"/>
                  <a:pt x="118417" y="31007"/>
                </a:cubicBezTo>
                <a:cubicBezTo>
                  <a:pt x="117283" y="31768"/>
                  <a:pt x="116087" y="32777"/>
                  <a:pt x="114829" y="34035"/>
                </a:cubicBezTo>
                <a:cubicBezTo>
                  <a:pt x="113571" y="35293"/>
                  <a:pt x="112228" y="36854"/>
                  <a:pt x="110799" y="38718"/>
                </a:cubicBezTo>
                <a:lnTo>
                  <a:pt x="110799" y="61408"/>
                </a:lnTo>
                <a:cubicBezTo>
                  <a:pt x="112290" y="62029"/>
                  <a:pt x="113859" y="62518"/>
                  <a:pt x="115505" y="62875"/>
                </a:cubicBezTo>
                <a:cubicBezTo>
                  <a:pt x="117151" y="63233"/>
                  <a:pt x="118766" y="63411"/>
                  <a:pt x="120350" y="63411"/>
                </a:cubicBezTo>
                <a:cubicBezTo>
                  <a:pt x="124730" y="63411"/>
                  <a:pt x="128162" y="61928"/>
                  <a:pt x="130647" y="58962"/>
                </a:cubicBezTo>
                <a:cubicBezTo>
                  <a:pt x="133132" y="55995"/>
                  <a:pt x="134375" y="51530"/>
                  <a:pt x="134375" y="45567"/>
                </a:cubicBezTo>
                <a:close/>
                <a:moveTo>
                  <a:pt x="194060" y="43563"/>
                </a:moveTo>
                <a:cubicBezTo>
                  <a:pt x="194060" y="44712"/>
                  <a:pt x="194045" y="45675"/>
                  <a:pt x="194014" y="46452"/>
                </a:cubicBezTo>
                <a:cubicBezTo>
                  <a:pt x="193983" y="47228"/>
                  <a:pt x="193936" y="47958"/>
                  <a:pt x="193874" y="48642"/>
                </a:cubicBezTo>
                <a:lnTo>
                  <a:pt x="161027" y="48642"/>
                </a:lnTo>
                <a:cubicBezTo>
                  <a:pt x="161027" y="53425"/>
                  <a:pt x="162363" y="57098"/>
                  <a:pt x="165034" y="59661"/>
                </a:cubicBezTo>
                <a:cubicBezTo>
                  <a:pt x="167705" y="62223"/>
                  <a:pt x="171557" y="63504"/>
                  <a:pt x="176589" y="63504"/>
                </a:cubicBezTo>
                <a:cubicBezTo>
                  <a:pt x="177955" y="63504"/>
                  <a:pt x="179322" y="63449"/>
                  <a:pt x="180689" y="63338"/>
                </a:cubicBezTo>
                <a:cubicBezTo>
                  <a:pt x="182055" y="63227"/>
                  <a:pt x="183375" y="63076"/>
                  <a:pt x="184649" y="62886"/>
                </a:cubicBezTo>
                <a:cubicBezTo>
                  <a:pt x="185922" y="62694"/>
                  <a:pt x="187142" y="62480"/>
                  <a:pt x="188306" y="62242"/>
                </a:cubicBezTo>
                <a:cubicBezTo>
                  <a:pt x="189471" y="62003"/>
                  <a:pt x="190550" y="61741"/>
                  <a:pt x="191544" y="61454"/>
                </a:cubicBezTo>
                <a:lnTo>
                  <a:pt x="191544" y="68117"/>
                </a:lnTo>
                <a:cubicBezTo>
                  <a:pt x="189339" y="68752"/>
                  <a:pt x="186846" y="69268"/>
                  <a:pt x="184066" y="69665"/>
                </a:cubicBezTo>
                <a:cubicBezTo>
                  <a:pt x="181287" y="70062"/>
                  <a:pt x="178406" y="70260"/>
                  <a:pt x="175424" y="70260"/>
                </a:cubicBezTo>
                <a:cubicBezTo>
                  <a:pt x="171417" y="70260"/>
                  <a:pt x="167969" y="69717"/>
                  <a:pt x="165080" y="68629"/>
                </a:cubicBezTo>
                <a:cubicBezTo>
                  <a:pt x="162192" y="67542"/>
                  <a:pt x="159823" y="65966"/>
                  <a:pt x="157975" y="63900"/>
                </a:cubicBezTo>
                <a:cubicBezTo>
                  <a:pt x="156127" y="61835"/>
                  <a:pt x="154760" y="59303"/>
                  <a:pt x="153875" y="56306"/>
                </a:cubicBezTo>
                <a:cubicBezTo>
                  <a:pt x="152990" y="53309"/>
                  <a:pt x="152547" y="49915"/>
                  <a:pt x="152547" y="46126"/>
                </a:cubicBezTo>
                <a:cubicBezTo>
                  <a:pt x="152547" y="42833"/>
                  <a:pt x="153021" y="39719"/>
                  <a:pt x="153968" y="36784"/>
                </a:cubicBezTo>
                <a:cubicBezTo>
                  <a:pt x="154916" y="33849"/>
                  <a:pt x="156298" y="31271"/>
                  <a:pt x="158115" y="29050"/>
                </a:cubicBezTo>
                <a:cubicBezTo>
                  <a:pt x="159932" y="26829"/>
                  <a:pt x="162161" y="25066"/>
                  <a:pt x="164801" y="23762"/>
                </a:cubicBezTo>
                <a:cubicBezTo>
                  <a:pt x="167441" y="22457"/>
                  <a:pt x="170438" y="21805"/>
                  <a:pt x="173793" y="21805"/>
                </a:cubicBezTo>
                <a:cubicBezTo>
                  <a:pt x="177054" y="21805"/>
                  <a:pt x="179943" y="22317"/>
                  <a:pt x="182459" y="23342"/>
                </a:cubicBezTo>
                <a:cubicBezTo>
                  <a:pt x="184975" y="24367"/>
                  <a:pt x="187095" y="25820"/>
                  <a:pt x="188819" y="27699"/>
                </a:cubicBezTo>
                <a:cubicBezTo>
                  <a:pt x="190543" y="29578"/>
                  <a:pt x="191847" y="31861"/>
                  <a:pt x="192733" y="34548"/>
                </a:cubicBezTo>
                <a:cubicBezTo>
                  <a:pt x="193618" y="37234"/>
                  <a:pt x="194060" y="40240"/>
                  <a:pt x="194060" y="43563"/>
                </a:cubicBezTo>
                <a:moveTo>
                  <a:pt x="185627" y="42398"/>
                </a:moveTo>
                <a:cubicBezTo>
                  <a:pt x="185720" y="40317"/>
                  <a:pt x="185519" y="38415"/>
                  <a:pt x="185022" y="36691"/>
                </a:cubicBezTo>
                <a:cubicBezTo>
                  <a:pt x="184525" y="34967"/>
                  <a:pt x="183756" y="33484"/>
                  <a:pt x="182715" y="32241"/>
                </a:cubicBezTo>
                <a:cubicBezTo>
                  <a:pt x="181675" y="30999"/>
                  <a:pt x="180378" y="30028"/>
                  <a:pt x="178825" y="29329"/>
                </a:cubicBezTo>
                <a:cubicBezTo>
                  <a:pt x="177272" y="28631"/>
                  <a:pt x="175470" y="28281"/>
                  <a:pt x="173420" y="28281"/>
                </a:cubicBezTo>
                <a:cubicBezTo>
                  <a:pt x="171650" y="28281"/>
                  <a:pt x="170035" y="28623"/>
                  <a:pt x="168575" y="29306"/>
                </a:cubicBezTo>
                <a:cubicBezTo>
                  <a:pt x="167115" y="29989"/>
                  <a:pt x="165857" y="30952"/>
                  <a:pt x="164801" y="32195"/>
                </a:cubicBezTo>
                <a:cubicBezTo>
                  <a:pt x="163745" y="33437"/>
                  <a:pt x="162891" y="34928"/>
                  <a:pt x="162238" y="36668"/>
                </a:cubicBezTo>
                <a:cubicBezTo>
                  <a:pt x="161586" y="38407"/>
                  <a:pt x="161182" y="40317"/>
                  <a:pt x="161027" y="42398"/>
                </a:cubicBezTo>
                <a:lnTo>
                  <a:pt x="185627" y="42398"/>
                </a:lnTo>
                <a:close/>
                <a:moveTo>
                  <a:pt x="208319" y="22644"/>
                </a:moveTo>
                <a:lnTo>
                  <a:pt x="215728" y="22644"/>
                </a:lnTo>
                <a:lnTo>
                  <a:pt x="215960" y="31241"/>
                </a:lnTo>
                <a:cubicBezTo>
                  <a:pt x="218725" y="27925"/>
                  <a:pt x="221451" y="25524"/>
                  <a:pt x="224137" y="24037"/>
                </a:cubicBezTo>
                <a:cubicBezTo>
                  <a:pt x="226824" y="22549"/>
                  <a:pt x="229534" y="21805"/>
                  <a:pt x="232268" y="21805"/>
                </a:cubicBezTo>
                <a:cubicBezTo>
                  <a:pt x="237113" y="21805"/>
                  <a:pt x="240786" y="23370"/>
                  <a:pt x="243286" y="26499"/>
                </a:cubicBezTo>
                <a:cubicBezTo>
                  <a:pt x="245787" y="29628"/>
                  <a:pt x="246944" y="34276"/>
                  <a:pt x="246758" y="40442"/>
                </a:cubicBezTo>
                <a:lnTo>
                  <a:pt x="238557" y="40442"/>
                </a:lnTo>
                <a:cubicBezTo>
                  <a:pt x="238651" y="36358"/>
                  <a:pt x="238053" y="33396"/>
                  <a:pt x="236764" y="31556"/>
                </a:cubicBezTo>
                <a:cubicBezTo>
                  <a:pt x="235475" y="29714"/>
                  <a:pt x="233588" y="28794"/>
                  <a:pt x="231103" y="28794"/>
                </a:cubicBezTo>
                <a:cubicBezTo>
                  <a:pt x="230016" y="28794"/>
                  <a:pt x="228921" y="28987"/>
                  <a:pt x="227818" y="29375"/>
                </a:cubicBezTo>
                <a:cubicBezTo>
                  <a:pt x="226715" y="29761"/>
                  <a:pt x="225582" y="30379"/>
                  <a:pt x="224417" y="31229"/>
                </a:cubicBezTo>
                <a:cubicBezTo>
                  <a:pt x="223252" y="32080"/>
                  <a:pt x="222017" y="33170"/>
                  <a:pt x="220713" y="34501"/>
                </a:cubicBezTo>
                <a:cubicBezTo>
                  <a:pt x="219408" y="35831"/>
                  <a:pt x="218011" y="37439"/>
                  <a:pt x="216520" y="39326"/>
                </a:cubicBezTo>
                <a:lnTo>
                  <a:pt x="216520" y="69421"/>
                </a:lnTo>
                <a:lnTo>
                  <a:pt x="208319" y="69421"/>
                </a:lnTo>
                <a:lnTo>
                  <a:pt x="208319" y="22644"/>
                </a:lnTo>
                <a:close/>
                <a:moveTo>
                  <a:pt x="286269" y="88990"/>
                </a:moveTo>
                <a:cubicBezTo>
                  <a:pt x="271950" y="75720"/>
                  <a:pt x="264790" y="61052"/>
                  <a:pt x="264790" y="44984"/>
                </a:cubicBezTo>
                <a:cubicBezTo>
                  <a:pt x="264790" y="41224"/>
                  <a:pt x="265171" y="37471"/>
                  <a:pt x="265932" y="33726"/>
                </a:cubicBezTo>
                <a:cubicBezTo>
                  <a:pt x="266693" y="29982"/>
                  <a:pt x="267920" y="26229"/>
                  <a:pt x="269612" y="22469"/>
                </a:cubicBezTo>
                <a:cubicBezTo>
                  <a:pt x="271305" y="18708"/>
                  <a:pt x="273542" y="14948"/>
                  <a:pt x="276322" y="11188"/>
                </a:cubicBezTo>
                <a:cubicBezTo>
                  <a:pt x="279102" y="7427"/>
                  <a:pt x="282479" y="3698"/>
                  <a:pt x="286455" y="0"/>
                </a:cubicBezTo>
                <a:lnTo>
                  <a:pt x="291161" y="4802"/>
                </a:lnTo>
                <a:cubicBezTo>
                  <a:pt x="279109" y="16704"/>
                  <a:pt x="273084" y="29896"/>
                  <a:pt x="273084" y="44379"/>
                </a:cubicBezTo>
                <a:cubicBezTo>
                  <a:pt x="273084" y="51589"/>
                  <a:pt x="274606" y="58519"/>
                  <a:pt x="277649" y="65170"/>
                </a:cubicBezTo>
                <a:cubicBezTo>
                  <a:pt x="280693" y="71820"/>
                  <a:pt x="285197" y="78097"/>
                  <a:pt x="291161" y="84002"/>
                </a:cubicBezTo>
                <a:lnTo>
                  <a:pt x="286269" y="88990"/>
                </a:lnTo>
                <a:close/>
                <a:moveTo>
                  <a:pt x="350101" y="45194"/>
                </a:moveTo>
                <a:cubicBezTo>
                  <a:pt x="350101" y="49356"/>
                  <a:pt x="349519" y="52990"/>
                  <a:pt x="348354" y="56096"/>
                </a:cubicBezTo>
                <a:cubicBezTo>
                  <a:pt x="347189" y="59202"/>
                  <a:pt x="345582" y="61780"/>
                  <a:pt x="343532" y="63831"/>
                </a:cubicBezTo>
                <a:cubicBezTo>
                  <a:pt x="341482" y="65881"/>
                  <a:pt x="339059" y="67418"/>
                  <a:pt x="336264" y="68443"/>
                </a:cubicBezTo>
                <a:cubicBezTo>
                  <a:pt x="333468" y="69468"/>
                  <a:pt x="330440" y="69981"/>
                  <a:pt x="327178" y="69981"/>
                </a:cubicBezTo>
                <a:cubicBezTo>
                  <a:pt x="325687" y="69981"/>
                  <a:pt x="324204" y="69903"/>
                  <a:pt x="322729" y="69748"/>
                </a:cubicBezTo>
                <a:cubicBezTo>
                  <a:pt x="321254" y="69592"/>
                  <a:pt x="319755" y="69328"/>
                  <a:pt x="318233" y="68956"/>
                </a:cubicBezTo>
                <a:lnTo>
                  <a:pt x="318233" y="88524"/>
                </a:lnTo>
                <a:lnTo>
                  <a:pt x="310126" y="88524"/>
                </a:lnTo>
                <a:lnTo>
                  <a:pt x="310126" y="22644"/>
                </a:lnTo>
                <a:lnTo>
                  <a:pt x="317348" y="22644"/>
                </a:lnTo>
                <a:lnTo>
                  <a:pt x="317860" y="30471"/>
                </a:lnTo>
                <a:cubicBezTo>
                  <a:pt x="320190" y="27272"/>
                  <a:pt x="322675" y="25027"/>
                  <a:pt x="325315" y="23738"/>
                </a:cubicBezTo>
                <a:cubicBezTo>
                  <a:pt x="327955" y="22449"/>
                  <a:pt x="330813" y="21805"/>
                  <a:pt x="333888" y="21805"/>
                </a:cubicBezTo>
                <a:cubicBezTo>
                  <a:pt x="336559" y="21805"/>
                  <a:pt x="338904" y="22364"/>
                  <a:pt x="340923" y="23482"/>
                </a:cubicBezTo>
                <a:cubicBezTo>
                  <a:pt x="342942" y="24600"/>
                  <a:pt x="344635" y="26177"/>
                  <a:pt x="346001" y="28211"/>
                </a:cubicBezTo>
                <a:cubicBezTo>
                  <a:pt x="347368" y="30246"/>
                  <a:pt x="348393" y="32700"/>
                  <a:pt x="349076" y="35573"/>
                </a:cubicBezTo>
                <a:cubicBezTo>
                  <a:pt x="349760" y="38446"/>
                  <a:pt x="350101" y="41653"/>
                  <a:pt x="350101" y="45194"/>
                </a:cubicBezTo>
                <a:moveTo>
                  <a:pt x="341808" y="45567"/>
                </a:moveTo>
                <a:cubicBezTo>
                  <a:pt x="341808" y="43113"/>
                  <a:pt x="341630" y="40861"/>
                  <a:pt x="341272" y="38811"/>
                </a:cubicBezTo>
                <a:cubicBezTo>
                  <a:pt x="340915" y="36761"/>
                  <a:pt x="340348" y="35006"/>
                  <a:pt x="339572" y="33546"/>
                </a:cubicBezTo>
                <a:cubicBezTo>
                  <a:pt x="338795" y="32086"/>
                  <a:pt x="337801" y="30945"/>
                  <a:pt x="336590" y="30121"/>
                </a:cubicBezTo>
                <a:cubicBezTo>
                  <a:pt x="335379" y="29298"/>
                  <a:pt x="333934" y="28887"/>
                  <a:pt x="332257" y="28887"/>
                </a:cubicBezTo>
                <a:cubicBezTo>
                  <a:pt x="331232" y="28887"/>
                  <a:pt x="330191" y="29050"/>
                  <a:pt x="329135" y="29376"/>
                </a:cubicBezTo>
                <a:cubicBezTo>
                  <a:pt x="328079" y="29702"/>
                  <a:pt x="326984" y="30246"/>
                  <a:pt x="325851" y="31007"/>
                </a:cubicBezTo>
                <a:cubicBezTo>
                  <a:pt x="324717" y="31768"/>
                  <a:pt x="323521" y="32777"/>
                  <a:pt x="322263" y="34035"/>
                </a:cubicBezTo>
                <a:cubicBezTo>
                  <a:pt x="321005" y="35293"/>
                  <a:pt x="319662" y="36854"/>
                  <a:pt x="318233" y="38718"/>
                </a:cubicBezTo>
                <a:lnTo>
                  <a:pt x="318233" y="61408"/>
                </a:lnTo>
                <a:cubicBezTo>
                  <a:pt x="319724" y="62029"/>
                  <a:pt x="321292" y="62518"/>
                  <a:pt x="322939" y="62875"/>
                </a:cubicBezTo>
                <a:cubicBezTo>
                  <a:pt x="324585" y="63233"/>
                  <a:pt x="326200" y="63411"/>
                  <a:pt x="327784" y="63411"/>
                </a:cubicBezTo>
                <a:cubicBezTo>
                  <a:pt x="332164" y="63411"/>
                  <a:pt x="335596" y="61928"/>
                  <a:pt x="338081" y="58962"/>
                </a:cubicBezTo>
                <a:cubicBezTo>
                  <a:pt x="340566" y="55995"/>
                  <a:pt x="341808" y="51530"/>
                  <a:pt x="341808" y="45567"/>
                </a:cubicBezTo>
                <a:close/>
                <a:moveTo>
                  <a:pt x="363895" y="22644"/>
                </a:moveTo>
                <a:lnTo>
                  <a:pt x="371303" y="22644"/>
                </a:lnTo>
                <a:lnTo>
                  <a:pt x="371536" y="31241"/>
                </a:lnTo>
                <a:cubicBezTo>
                  <a:pt x="374300" y="27925"/>
                  <a:pt x="377026" y="25524"/>
                  <a:pt x="379712" y="24037"/>
                </a:cubicBezTo>
                <a:cubicBezTo>
                  <a:pt x="382399" y="22549"/>
                  <a:pt x="385109" y="21805"/>
                  <a:pt x="387843" y="21805"/>
                </a:cubicBezTo>
                <a:cubicBezTo>
                  <a:pt x="392688" y="21805"/>
                  <a:pt x="396361" y="23370"/>
                  <a:pt x="398862" y="26499"/>
                </a:cubicBezTo>
                <a:cubicBezTo>
                  <a:pt x="401362" y="29628"/>
                  <a:pt x="402519" y="34276"/>
                  <a:pt x="402333" y="40442"/>
                </a:cubicBezTo>
                <a:lnTo>
                  <a:pt x="394133" y="40442"/>
                </a:lnTo>
                <a:cubicBezTo>
                  <a:pt x="394226" y="36358"/>
                  <a:pt x="393628" y="33396"/>
                  <a:pt x="392339" y="31556"/>
                </a:cubicBezTo>
                <a:cubicBezTo>
                  <a:pt x="391050" y="29714"/>
                  <a:pt x="389163" y="28794"/>
                  <a:pt x="386678" y="28794"/>
                </a:cubicBezTo>
                <a:cubicBezTo>
                  <a:pt x="385591" y="28794"/>
                  <a:pt x="384496" y="28987"/>
                  <a:pt x="383393" y="29375"/>
                </a:cubicBezTo>
                <a:cubicBezTo>
                  <a:pt x="382291" y="29761"/>
                  <a:pt x="381157" y="30379"/>
                  <a:pt x="379992" y="31229"/>
                </a:cubicBezTo>
                <a:cubicBezTo>
                  <a:pt x="378827" y="32080"/>
                  <a:pt x="377593" y="33170"/>
                  <a:pt x="376288" y="34501"/>
                </a:cubicBezTo>
                <a:cubicBezTo>
                  <a:pt x="374983" y="35831"/>
                  <a:pt x="373586" y="37439"/>
                  <a:pt x="372095" y="39326"/>
                </a:cubicBezTo>
                <a:lnTo>
                  <a:pt x="372095" y="69421"/>
                </a:lnTo>
                <a:lnTo>
                  <a:pt x="363895" y="69421"/>
                </a:lnTo>
                <a:lnTo>
                  <a:pt x="363895" y="22644"/>
                </a:lnTo>
                <a:close/>
                <a:moveTo>
                  <a:pt x="454564" y="45660"/>
                </a:moveTo>
                <a:cubicBezTo>
                  <a:pt x="454564" y="49294"/>
                  <a:pt x="454051" y="52625"/>
                  <a:pt x="453026" y="55654"/>
                </a:cubicBezTo>
                <a:cubicBezTo>
                  <a:pt x="452001" y="58682"/>
                  <a:pt x="450526" y="61276"/>
                  <a:pt x="448600" y="63434"/>
                </a:cubicBezTo>
                <a:cubicBezTo>
                  <a:pt x="446674" y="65593"/>
                  <a:pt x="444329" y="67271"/>
                  <a:pt x="441565" y="68466"/>
                </a:cubicBezTo>
                <a:cubicBezTo>
                  <a:pt x="438800" y="69662"/>
                  <a:pt x="435663" y="70260"/>
                  <a:pt x="432153" y="70260"/>
                </a:cubicBezTo>
                <a:cubicBezTo>
                  <a:pt x="428799" y="70260"/>
                  <a:pt x="425794" y="69740"/>
                  <a:pt x="423138" y="68699"/>
                </a:cubicBezTo>
                <a:cubicBezTo>
                  <a:pt x="420482" y="67659"/>
                  <a:pt x="418230" y="66129"/>
                  <a:pt x="416382" y="64110"/>
                </a:cubicBezTo>
                <a:cubicBezTo>
                  <a:pt x="414534" y="62091"/>
                  <a:pt x="413121" y="59591"/>
                  <a:pt x="412142" y="56609"/>
                </a:cubicBezTo>
                <a:cubicBezTo>
                  <a:pt x="411164" y="53627"/>
                  <a:pt x="410675" y="50195"/>
                  <a:pt x="410675" y="46312"/>
                </a:cubicBezTo>
                <a:cubicBezTo>
                  <a:pt x="410675" y="42678"/>
                  <a:pt x="411187" y="39362"/>
                  <a:pt x="412212" y="36365"/>
                </a:cubicBezTo>
                <a:cubicBezTo>
                  <a:pt x="413237" y="33367"/>
                  <a:pt x="414713" y="30789"/>
                  <a:pt x="416638" y="28631"/>
                </a:cubicBezTo>
                <a:cubicBezTo>
                  <a:pt x="418564" y="26472"/>
                  <a:pt x="420909" y="24795"/>
                  <a:pt x="423674" y="23599"/>
                </a:cubicBezTo>
                <a:cubicBezTo>
                  <a:pt x="426438" y="22403"/>
                  <a:pt x="429575" y="21805"/>
                  <a:pt x="433085" y="21805"/>
                </a:cubicBezTo>
                <a:cubicBezTo>
                  <a:pt x="436440" y="21805"/>
                  <a:pt x="439445" y="22325"/>
                  <a:pt x="442101" y="23366"/>
                </a:cubicBezTo>
                <a:cubicBezTo>
                  <a:pt x="444756" y="24406"/>
                  <a:pt x="447008" y="25928"/>
                  <a:pt x="448856" y="27932"/>
                </a:cubicBezTo>
                <a:cubicBezTo>
                  <a:pt x="450705" y="29935"/>
                  <a:pt x="452118" y="32428"/>
                  <a:pt x="453096" y="35410"/>
                </a:cubicBezTo>
                <a:cubicBezTo>
                  <a:pt x="454075" y="38391"/>
                  <a:pt x="454564" y="41808"/>
                  <a:pt x="454564" y="45660"/>
                </a:cubicBezTo>
                <a:moveTo>
                  <a:pt x="446271" y="46033"/>
                </a:moveTo>
                <a:cubicBezTo>
                  <a:pt x="446271" y="43144"/>
                  <a:pt x="445952" y="40620"/>
                  <a:pt x="445315" y="38461"/>
                </a:cubicBezTo>
                <a:cubicBezTo>
                  <a:pt x="444679" y="36303"/>
                  <a:pt x="443770" y="34501"/>
                  <a:pt x="442590" y="33057"/>
                </a:cubicBezTo>
                <a:cubicBezTo>
                  <a:pt x="441410" y="31612"/>
                  <a:pt x="439973" y="30525"/>
                  <a:pt x="438280" y="29795"/>
                </a:cubicBezTo>
                <a:cubicBezTo>
                  <a:pt x="436587" y="29065"/>
                  <a:pt x="434700" y="28700"/>
                  <a:pt x="432619" y="28700"/>
                </a:cubicBezTo>
                <a:cubicBezTo>
                  <a:pt x="430196" y="28700"/>
                  <a:pt x="428123" y="29174"/>
                  <a:pt x="426399" y="30121"/>
                </a:cubicBezTo>
                <a:cubicBezTo>
                  <a:pt x="424675" y="31069"/>
                  <a:pt x="423262" y="32335"/>
                  <a:pt x="422159" y="33919"/>
                </a:cubicBezTo>
                <a:cubicBezTo>
                  <a:pt x="421057" y="35503"/>
                  <a:pt x="420249" y="37343"/>
                  <a:pt x="419737" y="39440"/>
                </a:cubicBezTo>
                <a:cubicBezTo>
                  <a:pt x="419224" y="41536"/>
                  <a:pt x="418968" y="43734"/>
                  <a:pt x="418968" y="46033"/>
                </a:cubicBezTo>
                <a:cubicBezTo>
                  <a:pt x="418968" y="48921"/>
                  <a:pt x="419286" y="51453"/>
                  <a:pt x="419923" y="53627"/>
                </a:cubicBezTo>
                <a:cubicBezTo>
                  <a:pt x="420560" y="55801"/>
                  <a:pt x="421468" y="57611"/>
                  <a:pt x="422649" y="59055"/>
                </a:cubicBezTo>
                <a:cubicBezTo>
                  <a:pt x="423829" y="60499"/>
                  <a:pt x="425258" y="61586"/>
                  <a:pt x="426935" y="62316"/>
                </a:cubicBezTo>
                <a:cubicBezTo>
                  <a:pt x="428612" y="63046"/>
                  <a:pt x="430507" y="63411"/>
                  <a:pt x="432619" y="63411"/>
                </a:cubicBezTo>
                <a:cubicBezTo>
                  <a:pt x="435042" y="63411"/>
                  <a:pt x="437115" y="62937"/>
                  <a:pt x="438839" y="61990"/>
                </a:cubicBezTo>
                <a:cubicBezTo>
                  <a:pt x="440563" y="61043"/>
                  <a:pt x="441976" y="59777"/>
                  <a:pt x="443079" y="58193"/>
                </a:cubicBezTo>
                <a:cubicBezTo>
                  <a:pt x="444182" y="56609"/>
                  <a:pt x="444989" y="54768"/>
                  <a:pt x="445502" y="52672"/>
                </a:cubicBezTo>
                <a:cubicBezTo>
                  <a:pt x="446014" y="50575"/>
                  <a:pt x="446271" y="48362"/>
                  <a:pt x="446271" y="46033"/>
                </a:cubicBezTo>
                <a:close/>
                <a:moveTo>
                  <a:pt x="505677" y="45194"/>
                </a:moveTo>
                <a:cubicBezTo>
                  <a:pt x="505677" y="49356"/>
                  <a:pt x="505095" y="52990"/>
                  <a:pt x="503930" y="56096"/>
                </a:cubicBezTo>
                <a:cubicBezTo>
                  <a:pt x="502765" y="59202"/>
                  <a:pt x="501158" y="61780"/>
                  <a:pt x="499107" y="63831"/>
                </a:cubicBezTo>
                <a:cubicBezTo>
                  <a:pt x="497057" y="65881"/>
                  <a:pt x="494635" y="67418"/>
                  <a:pt x="491839" y="68443"/>
                </a:cubicBezTo>
                <a:cubicBezTo>
                  <a:pt x="489044" y="69468"/>
                  <a:pt x="486015" y="69981"/>
                  <a:pt x="482754" y="69981"/>
                </a:cubicBezTo>
                <a:cubicBezTo>
                  <a:pt x="481263" y="69981"/>
                  <a:pt x="479780" y="69903"/>
                  <a:pt x="478304" y="69748"/>
                </a:cubicBezTo>
                <a:cubicBezTo>
                  <a:pt x="476829" y="69592"/>
                  <a:pt x="475330" y="69328"/>
                  <a:pt x="473808" y="68956"/>
                </a:cubicBezTo>
                <a:lnTo>
                  <a:pt x="473808" y="88524"/>
                </a:lnTo>
                <a:lnTo>
                  <a:pt x="465701" y="88524"/>
                </a:lnTo>
                <a:lnTo>
                  <a:pt x="465701" y="22644"/>
                </a:lnTo>
                <a:lnTo>
                  <a:pt x="472923" y="22644"/>
                </a:lnTo>
                <a:lnTo>
                  <a:pt x="473436" y="30471"/>
                </a:lnTo>
                <a:cubicBezTo>
                  <a:pt x="475765" y="27272"/>
                  <a:pt x="478250" y="25027"/>
                  <a:pt x="480890" y="23738"/>
                </a:cubicBezTo>
                <a:cubicBezTo>
                  <a:pt x="483530" y="22449"/>
                  <a:pt x="486388" y="21805"/>
                  <a:pt x="489463" y="21805"/>
                </a:cubicBezTo>
                <a:cubicBezTo>
                  <a:pt x="492134" y="21805"/>
                  <a:pt x="494479" y="22364"/>
                  <a:pt x="496498" y="23482"/>
                </a:cubicBezTo>
                <a:cubicBezTo>
                  <a:pt x="498517" y="24600"/>
                  <a:pt x="500210" y="26177"/>
                  <a:pt x="501577" y="28211"/>
                </a:cubicBezTo>
                <a:cubicBezTo>
                  <a:pt x="502944" y="30246"/>
                  <a:pt x="503969" y="32700"/>
                  <a:pt x="504652" y="35573"/>
                </a:cubicBezTo>
                <a:cubicBezTo>
                  <a:pt x="505335" y="38446"/>
                  <a:pt x="505677" y="41653"/>
                  <a:pt x="505677" y="45194"/>
                </a:cubicBezTo>
                <a:moveTo>
                  <a:pt x="497384" y="45567"/>
                </a:moveTo>
                <a:cubicBezTo>
                  <a:pt x="497384" y="43113"/>
                  <a:pt x="497205" y="40861"/>
                  <a:pt x="496848" y="38811"/>
                </a:cubicBezTo>
                <a:cubicBezTo>
                  <a:pt x="496491" y="36761"/>
                  <a:pt x="495924" y="35006"/>
                  <a:pt x="495147" y="33546"/>
                </a:cubicBezTo>
                <a:cubicBezTo>
                  <a:pt x="494371" y="32086"/>
                  <a:pt x="493377" y="30945"/>
                  <a:pt x="492165" y="30121"/>
                </a:cubicBezTo>
                <a:cubicBezTo>
                  <a:pt x="490954" y="29298"/>
                  <a:pt x="489510" y="28887"/>
                  <a:pt x="487832" y="28887"/>
                </a:cubicBezTo>
                <a:cubicBezTo>
                  <a:pt x="486807" y="28887"/>
                  <a:pt x="485767" y="29050"/>
                  <a:pt x="484711" y="29376"/>
                </a:cubicBezTo>
                <a:cubicBezTo>
                  <a:pt x="483655" y="29702"/>
                  <a:pt x="482560" y="30246"/>
                  <a:pt x="481426" y="31007"/>
                </a:cubicBezTo>
                <a:cubicBezTo>
                  <a:pt x="480292" y="31768"/>
                  <a:pt x="479096" y="32777"/>
                  <a:pt x="477838" y="34035"/>
                </a:cubicBezTo>
                <a:cubicBezTo>
                  <a:pt x="476580" y="35293"/>
                  <a:pt x="475237" y="36854"/>
                  <a:pt x="473808" y="38718"/>
                </a:cubicBezTo>
                <a:lnTo>
                  <a:pt x="473808" y="61408"/>
                </a:lnTo>
                <a:cubicBezTo>
                  <a:pt x="475299" y="62029"/>
                  <a:pt x="476868" y="62518"/>
                  <a:pt x="478514" y="62875"/>
                </a:cubicBezTo>
                <a:cubicBezTo>
                  <a:pt x="480160" y="63233"/>
                  <a:pt x="481775" y="63411"/>
                  <a:pt x="483360" y="63411"/>
                </a:cubicBezTo>
                <a:cubicBezTo>
                  <a:pt x="487739" y="63411"/>
                  <a:pt x="491171" y="61928"/>
                  <a:pt x="493656" y="58962"/>
                </a:cubicBezTo>
                <a:cubicBezTo>
                  <a:pt x="496141" y="55995"/>
                  <a:pt x="497384" y="51530"/>
                  <a:pt x="497384" y="45567"/>
                </a:cubicBezTo>
                <a:close/>
                <a:moveTo>
                  <a:pt x="554600" y="56655"/>
                </a:moveTo>
                <a:cubicBezTo>
                  <a:pt x="554600" y="58302"/>
                  <a:pt x="554321" y="59777"/>
                  <a:pt x="553761" y="61082"/>
                </a:cubicBezTo>
                <a:cubicBezTo>
                  <a:pt x="553202" y="62386"/>
                  <a:pt x="552441" y="63543"/>
                  <a:pt x="551478" y="64553"/>
                </a:cubicBezTo>
                <a:cubicBezTo>
                  <a:pt x="550516" y="65562"/>
                  <a:pt x="549397" y="66424"/>
                  <a:pt x="548124" y="67139"/>
                </a:cubicBezTo>
                <a:cubicBezTo>
                  <a:pt x="546850" y="67853"/>
                  <a:pt x="545491" y="68443"/>
                  <a:pt x="544047" y="68909"/>
                </a:cubicBezTo>
                <a:cubicBezTo>
                  <a:pt x="542603" y="69375"/>
                  <a:pt x="541120" y="69717"/>
                  <a:pt x="539598" y="69934"/>
                </a:cubicBezTo>
                <a:cubicBezTo>
                  <a:pt x="538076" y="70151"/>
                  <a:pt x="536585" y="70260"/>
                  <a:pt x="535125" y="70260"/>
                </a:cubicBezTo>
                <a:cubicBezTo>
                  <a:pt x="531957" y="70260"/>
                  <a:pt x="529045" y="70120"/>
                  <a:pt x="526389" y="69841"/>
                </a:cubicBezTo>
                <a:cubicBezTo>
                  <a:pt x="523733" y="69561"/>
                  <a:pt x="521132" y="69111"/>
                  <a:pt x="518585" y="68490"/>
                </a:cubicBezTo>
                <a:lnTo>
                  <a:pt x="518585" y="61035"/>
                </a:lnTo>
                <a:cubicBezTo>
                  <a:pt x="521318" y="61812"/>
                  <a:pt x="524036" y="62402"/>
                  <a:pt x="526738" y="62805"/>
                </a:cubicBezTo>
                <a:cubicBezTo>
                  <a:pt x="529441" y="63209"/>
                  <a:pt x="532127" y="63411"/>
                  <a:pt x="534799" y="63411"/>
                </a:cubicBezTo>
                <a:cubicBezTo>
                  <a:pt x="538681" y="63411"/>
                  <a:pt x="541554" y="62883"/>
                  <a:pt x="543418" y="61827"/>
                </a:cubicBezTo>
                <a:cubicBezTo>
                  <a:pt x="545282" y="60771"/>
                  <a:pt x="546214" y="59265"/>
                  <a:pt x="546214" y="57308"/>
                </a:cubicBezTo>
                <a:cubicBezTo>
                  <a:pt x="546214" y="56469"/>
                  <a:pt x="546066" y="55716"/>
                  <a:pt x="545771" y="55048"/>
                </a:cubicBezTo>
                <a:cubicBezTo>
                  <a:pt x="545476" y="54380"/>
                  <a:pt x="544940" y="53743"/>
                  <a:pt x="544164" y="53138"/>
                </a:cubicBezTo>
                <a:cubicBezTo>
                  <a:pt x="543387" y="52532"/>
                  <a:pt x="542183" y="51903"/>
                  <a:pt x="540553" y="51251"/>
                </a:cubicBezTo>
                <a:cubicBezTo>
                  <a:pt x="538922" y="50598"/>
                  <a:pt x="536693" y="49853"/>
                  <a:pt x="533867" y="49014"/>
                </a:cubicBezTo>
                <a:cubicBezTo>
                  <a:pt x="531755" y="48393"/>
                  <a:pt x="529806" y="47687"/>
                  <a:pt x="528020" y="46894"/>
                </a:cubicBezTo>
                <a:cubicBezTo>
                  <a:pt x="526234" y="46102"/>
                  <a:pt x="524688" y="45163"/>
                  <a:pt x="523384" y="44076"/>
                </a:cubicBezTo>
                <a:cubicBezTo>
                  <a:pt x="522079" y="42989"/>
                  <a:pt x="521054" y="41715"/>
                  <a:pt x="520309" y="40255"/>
                </a:cubicBezTo>
                <a:cubicBezTo>
                  <a:pt x="519563" y="38795"/>
                  <a:pt x="519191" y="37071"/>
                  <a:pt x="519191" y="35083"/>
                </a:cubicBezTo>
                <a:cubicBezTo>
                  <a:pt x="519191" y="33779"/>
                  <a:pt x="519493" y="32350"/>
                  <a:pt x="520099" y="30797"/>
                </a:cubicBezTo>
                <a:cubicBezTo>
                  <a:pt x="520705" y="29244"/>
                  <a:pt x="521738" y="27800"/>
                  <a:pt x="523197" y="26464"/>
                </a:cubicBezTo>
                <a:cubicBezTo>
                  <a:pt x="524657" y="25128"/>
                  <a:pt x="526630" y="24018"/>
                  <a:pt x="529115" y="23133"/>
                </a:cubicBezTo>
                <a:cubicBezTo>
                  <a:pt x="531599" y="22247"/>
                  <a:pt x="534706" y="21805"/>
                  <a:pt x="538433" y="21805"/>
                </a:cubicBezTo>
                <a:cubicBezTo>
                  <a:pt x="540265" y="21805"/>
                  <a:pt x="542300" y="21906"/>
                  <a:pt x="544536" y="22108"/>
                </a:cubicBezTo>
                <a:cubicBezTo>
                  <a:pt x="546773" y="22310"/>
                  <a:pt x="549102" y="22659"/>
                  <a:pt x="551525" y="23156"/>
                </a:cubicBezTo>
                <a:lnTo>
                  <a:pt x="551525" y="30378"/>
                </a:lnTo>
                <a:cubicBezTo>
                  <a:pt x="548978" y="29757"/>
                  <a:pt x="546563" y="29298"/>
                  <a:pt x="544280" y="29003"/>
                </a:cubicBezTo>
                <a:cubicBezTo>
                  <a:pt x="541997" y="28708"/>
                  <a:pt x="540017" y="28561"/>
                  <a:pt x="538340" y="28561"/>
                </a:cubicBezTo>
                <a:cubicBezTo>
                  <a:pt x="536321" y="28561"/>
                  <a:pt x="534620" y="28716"/>
                  <a:pt x="533238" y="29027"/>
                </a:cubicBezTo>
                <a:cubicBezTo>
                  <a:pt x="531856" y="29337"/>
                  <a:pt x="530737" y="29764"/>
                  <a:pt x="529883" y="30308"/>
                </a:cubicBezTo>
                <a:cubicBezTo>
                  <a:pt x="529029" y="30851"/>
                  <a:pt x="528416" y="31488"/>
                  <a:pt x="528043" y="32218"/>
                </a:cubicBezTo>
                <a:cubicBezTo>
                  <a:pt x="527670" y="32948"/>
                  <a:pt x="527484" y="33732"/>
                  <a:pt x="527484" y="34571"/>
                </a:cubicBezTo>
                <a:cubicBezTo>
                  <a:pt x="527484" y="35410"/>
                  <a:pt x="527647" y="36171"/>
                  <a:pt x="527973" y="36854"/>
                </a:cubicBezTo>
                <a:cubicBezTo>
                  <a:pt x="528299" y="37537"/>
                  <a:pt x="528905" y="38197"/>
                  <a:pt x="529790" y="38834"/>
                </a:cubicBezTo>
                <a:cubicBezTo>
                  <a:pt x="530675" y="39471"/>
                  <a:pt x="531910" y="40108"/>
                  <a:pt x="533494" y="40744"/>
                </a:cubicBezTo>
                <a:cubicBezTo>
                  <a:pt x="535078" y="41381"/>
                  <a:pt x="537144" y="42072"/>
                  <a:pt x="539691" y="42818"/>
                </a:cubicBezTo>
                <a:cubicBezTo>
                  <a:pt x="542455" y="43625"/>
                  <a:pt x="544785" y="44472"/>
                  <a:pt x="546680" y="45357"/>
                </a:cubicBezTo>
                <a:cubicBezTo>
                  <a:pt x="548574" y="46242"/>
                  <a:pt x="550112" y="47228"/>
                  <a:pt x="551292" y="48315"/>
                </a:cubicBezTo>
                <a:cubicBezTo>
                  <a:pt x="552472" y="49403"/>
                  <a:pt x="553319" y="50630"/>
                  <a:pt x="553831" y="51996"/>
                </a:cubicBezTo>
                <a:cubicBezTo>
                  <a:pt x="554344" y="53363"/>
                  <a:pt x="554600" y="54916"/>
                  <a:pt x="554600" y="56655"/>
                </a:cubicBezTo>
                <a:close/>
                <a:moveTo>
                  <a:pt x="578970" y="0"/>
                </a:moveTo>
                <a:cubicBezTo>
                  <a:pt x="593289" y="13270"/>
                  <a:pt x="600448" y="28032"/>
                  <a:pt x="600448" y="44285"/>
                </a:cubicBezTo>
                <a:cubicBezTo>
                  <a:pt x="600448" y="47642"/>
                  <a:pt x="600107" y="51123"/>
                  <a:pt x="599423" y="54728"/>
                </a:cubicBezTo>
                <a:cubicBezTo>
                  <a:pt x="598740" y="58333"/>
                  <a:pt x="597575" y="62023"/>
                  <a:pt x="595929" y="65799"/>
                </a:cubicBezTo>
                <a:cubicBezTo>
                  <a:pt x="594283" y="69575"/>
                  <a:pt x="592070" y="73405"/>
                  <a:pt x="589290" y="77290"/>
                </a:cubicBezTo>
                <a:cubicBezTo>
                  <a:pt x="586510" y="81174"/>
                  <a:pt x="583007" y="85074"/>
                  <a:pt x="578783" y="88990"/>
                </a:cubicBezTo>
                <a:lnTo>
                  <a:pt x="574077" y="84188"/>
                </a:lnTo>
                <a:cubicBezTo>
                  <a:pt x="580134" y="78190"/>
                  <a:pt x="584654" y="71929"/>
                  <a:pt x="587636" y="65403"/>
                </a:cubicBezTo>
                <a:cubicBezTo>
                  <a:pt x="590617" y="58876"/>
                  <a:pt x="592108" y="52039"/>
                  <a:pt x="592108" y="44891"/>
                </a:cubicBezTo>
                <a:cubicBezTo>
                  <a:pt x="592108" y="30098"/>
                  <a:pt x="586098" y="16797"/>
                  <a:pt x="574077" y="4988"/>
                </a:cubicBezTo>
                <a:lnTo>
                  <a:pt x="578970" y="0"/>
                </a:lnTo>
                <a:close/>
                <a:moveTo>
                  <a:pt x="625471" y="78973"/>
                </a:moveTo>
                <a:cubicBezTo>
                  <a:pt x="627055" y="79035"/>
                  <a:pt x="628592" y="78894"/>
                  <a:pt x="630083" y="78551"/>
                </a:cubicBezTo>
                <a:cubicBezTo>
                  <a:pt x="631574" y="78208"/>
                  <a:pt x="632886" y="77701"/>
                  <a:pt x="634020" y="77029"/>
                </a:cubicBezTo>
                <a:cubicBezTo>
                  <a:pt x="635154" y="76358"/>
                  <a:pt x="636062" y="75524"/>
                  <a:pt x="636746" y="74525"/>
                </a:cubicBezTo>
                <a:cubicBezTo>
                  <a:pt x="637429" y="73527"/>
                  <a:pt x="637771" y="72388"/>
                  <a:pt x="637771" y="71108"/>
                </a:cubicBezTo>
                <a:cubicBezTo>
                  <a:pt x="637771" y="69797"/>
                  <a:pt x="637546" y="68738"/>
                  <a:pt x="637095" y="67931"/>
                </a:cubicBezTo>
                <a:cubicBezTo>
                  <a:pt x="636645" y="67123"/>
                  <a:pt x="636140" y="66378"/>
                  <a:pt x="635581" y="65694"/>
                </a:cubicBezTo>
                <a:cubicBezTo>
                  <a:pt x="635022" y="65011"/>
                  <a:pt x="634517" y="64281"/>
                  <a:pt x="634067" y="63504"/>
                </a:cubicBezTo>
                <a:cubicBezTo>
                  <a:pt x="633616" y="62728"/>
                  <a:pt x="633391" y="61687"/>
                  <a:pt x="633391" y="60383"/>
                </a:cubicBezTo>
                <a:cubicBezTo>
                  <a:pt x="633391" y="59730"/>
                  <a:pt x="633515" y="59047"/>
                  <a:pt x="633764" y="58333"/>
                </a:cubicBezTo>
                <a:cubicBezTo>
                  <a:pt x="634012" y="57618"/>
                  <a:pt x="634393" y="56966"/>
                  <a:pt x="634905" y="56376"/>
                </a:cubicBezTo>
                <a:cubicBezTo>
                  <a:pt x="635418" y="55786"/>
                  <a:pt x="636070" y="55304"/>
                  <a:pt x="636862" y="54932"/>
                </a:cubicBezTo>
                <a:cubicBezTo>
                  <a:pt x="637654" y="54559"/>
                  <a:pt x="638594" y="54372"/>
                  <a:pt x="639681" y="54372"/>
                </a:cubicBezTo>
                <a:cubicBezTo>
                  <a:pt x="640768" y="54372"/>
                  <a:pt x="641816" y="54598"/>
                  <a:pt x="642826" y="55049"/>
                </a:cubicBezTo>
                <a:cubicBezTo>
                  <a:pt x="643835" y="55500"/>
                  <a:pt x="644721" y="56192"/>
                  <a:pt x="645482" y="57126"/>
                </a:cubicBezTo>
                <a:cubicBezTo>
                  <a:pt x="646243" y="58058"/>
                  <a:pt x="646848" y="59225"/>
                  <a:pt x="647299" y="60626"/>
                </a:cubicBezTo>
                <a:cubicBezTo>
                  <a:pt x="647749" y="62026"/>
                  <a:pt x="647974" y="63674"/>
                  <a:pt x="647974" y="65572"/>
                </a:cubicBezTo>
                <a:cubicBezTo>
                  <a:pt x="647974" y="68154"/>
                  <a:pt x="647501" y="70634"/>
                  <a:pt x="646553" y="73013"/>
                </a:cubicBezTo>
                <a:cubicBezTo>
                  <a:pt x="645606" y="75393"/>
                  <a:pt x="644193" y="77501"/>
                  <a:pt x="642313" y="79337"/>
                </a:cubicBezTo>
                <a:cubicBezTo>
                  <a:pt x="640434" y="81172"/>
                  <a:pt x="638089" y="82634"/>
                  <a:pt x="635278" y="83722"/>
                </a:cubicBezTo>
                <a:cubicBezTo>
                  <a:pt x="632467" y="84811"/>
                  <a:pt x="629198" y="85356"/>
                  <a:pt x="625471" y="85356"/>
                </a:cubicBezTo>
                <a:lnTo>
                  <a:pt x="625471" y="78973"/>
                </a:lnTo>
                <a:moveTo>
                  <a:pt x="640054" y="21805"/>
                </a:moveTo>
                <a:cubicBezTo>
                  <a:pt x="641017" y="21805"/>
                  <a:pt x="641933" y="21999"/>
                  <a:pt x="642803" y="22387"/>
                </a:cubicBezTo>
                <a:cubicBezTo>
                  <a:pt x="643672" y="22776"/>
                  <a:pt x="644433" y="23296"/>
                  <a:pt x="645086" y="23948"/>
                </a:cubicBezTo>
                <a:cubicBezTo>
                  <a:pt x="645738" y="24600"/>
                  <a:pt x="646258" y="25361"/>
                  <a:pt x="646646" y="26231"/>
                </a:cubicBezTo>
                <a:cubicBezTo>
                  <a:pt x="647035" y="27101"/>
                  <a:pt x="647229" y="28017"/>
                  <a:pt x="647229" y="28980"/>
                </a:cubicBezTo>
                <a:cubicBezTo>
                  <a:pt x="647229" y="29974"/>
                  <a:pt x="647035" y="30898"/>
                  <a:pt x="646646" y="31752"/>
                </a:cubicBezTo>
                <a:cubicBezTo>
                  <a:pt x="646258" y="32606"/>
                  <a:pt x="645738" y="33360"/>
                  <a:pt x="645086" y="34012"/>
                </a:cubicBezTo>
                <a:cubicBezTo>
                  <a:pt x="644433" y="34664"/>
                  <a:pt x="643672" y="35177"/>
                  <a:pt x="642803" y="35549"/>
                </a:cubicBezTo>
                <a:cubicBezTo>
                  <a:pt x="641933" y="35922"/>
                  <a:pt x="641017" y="36108"/>
                  <a:pt x="640054" y="36108"/>
                </a:cubicBezTo>
                <a:cubicBezTo>
                  <a:pt x="639060" y="36108"/>
                  <a:pt x="638136" y="35922"/>
                  <a:pt x="637282" y="35549"/>
                </a:cubicBezTo>
                <a:cubicBezTo>
                  <a:pt x="636427" y="35177"/>
                  <a:pt x="635674" y="34664"/>
                  <a:pt x="635022" y="34012"/>
                </a:cubicBezTo>
                <a:cubicBezTo>
                  <a:pt x="634370" y="33360"/>
                  <a:pt x="633857" y="32606"/>
                  <a:pt x="633484" y="31752"/>
                </a:cubicBezTo>
                <a:cubicBezTo>
                  <a:pt x="633112" y="30898"/>
                  <a:pt x="632925" y="29974"/>
                  <a:pt x="632925" y="28980"/>
                </a:cubicBezTo>
                <a:cubicBezTo>
                  <a:pt x="632925" y="28017"/>
                  <a:pt x="633112" y="27101"/>
                  <a:pt x="633484" y="26231"/>
                </a:cubicBezTo>
                <a:cubicBezTo>
                  <a:pt x="633857" y="25361"/>
                  <a:pt x="634370" y="24600"/>
                  <a:pt x="635022" y="23948"/>
                </a:cubicBezTo>
                <a:cubicBezTo>
                  <a:pt x="635674" y="23296"/>
                  <a:pt x="636427" y="22776"/>
                  <a:pt x="637282" y="22387"/>
                </a:cubicBezTo>
                <a:cubicBezTo>
                  <a:pt x="638136" y="21999"/>
                  <a:pt x="639060" y="21805"/>
                  <a:pt x="640054" y="21805"/>
                </a:cubicBezTo>
                <a:close/>
                <a:moveTo>
                  <a:pt x="712832" y="79485"/>
                </a:moveTo>
                <a:lnTo>
                  <a:pt x="705097" y="79485"/>
                </a:lnTo>
                <a:lnTo>
                  <a:pt x="673136" y="3541"/>
                </a:lnTo>
                <a:lnTo>
                  <a:pt x="680870" y="3541"/>
                </a:lnTo>
                <a:lnTo>
                  <a:pt x="712832" y="79485"/>
                </a:lnTo>
                <a:close/>
                <a:moveTo>
                  <a:pt x="724994" y="22644"/>
                </a:moveTo>
                <a:lnTo>
                  <a:pt x="732216" y="22644"/>
                </a:lnTo>
                <a:lnTo>
                  <a:pt x="732542" y="30191"/>
                </a:lnTo>
                <a:cubicBezTo>
                  <a:pt x="733909" y="28576"/>
                  <a:pt x="735229" y="27233"/>
                  <a:pt x="736502" y="26161"/>
                </a:cubicBezTo>
                <a:cubicBezTo>
                  <a:pt x="737776" y="25090"/>
                  <a:pt x="739026" y="24228"/>
                  <a:pt x="740253" y="23575"/>
                </a:cubicBezTo>
                <a:cubicBezTo>
                  <a:pt x="741480" y="22923"/>
                  <a:pt x="742730" y="22465"/>
                  <a:pt x="744003" y="22201"/>
                </a:cubicBezTo>
                <a:cubicBezTo>
                  <a:pt x="745277" y="21937"/>
                  <a:pt x="746597" y="21805"/>
                  <a:pt x="747964" y="21805"/>
                </a:cubicBezTo>
                <a:cubicBezTo>
                  <a:pt x="752778" y="21805"/>
                  <a:pt x="756420" y="23226"/>
                  <a:pt x="758889" y="26068"/>
                </a:cubicBezTo>
                <a:cubicBezTo>
                  <a:pt x="761359" y="28910"/>
                  <a:pt x="762593" y="33189"/>
                  <a:pt x="762593" y="38904"/>
                </a:cubicBezTo>
                <a:lnTo>
                  <a:pt x="762593" y="69421"/>
                </a:lnTo>
                <a:lnTo>
                  <a:pt x="754486" y="69421"/>
                </a:lnTo>
                <a:lnTo>
                  <a:pt x="754486" y="39556"/>
                </a:lnTo>
                <a:cubicBezTo>
                  <a:pt x="754486" y="35891"/>
                  <a:pt x="753803" y="33181"/>
                  <a:pt x="752436" y="31426"/>
                </a:cubicBezTo>
                <a:cubicBezTo>
                  <a:pt x="751070" y="29671"/>
                  <a:pt x="749035" y="28794"/>
                  <a:pt x="746333" y="28794"/>
                </a:cubicBezTo>
                <a:cubicBezTo>
                  <a:pt x="745339" y="28794"/>
                  <a:pt x="744368" y="28941"/>
                  <a:pt x="743421" y="29236"/>
                </a:cubicBezTo>
                <a:cubicBezTo>
                  <a:pt x="742474" y="29531"/>
                  <a:pt x="741487" y="30044"/>
                  <a:pt x="740462" y="30774"/>
                </a:cubicBezTo>
                <a:cubicBezTo>
                  <a:pt x="739437" y="31504"/>
                  <a:pt x="738327" y="32490"/>
                  <a:pt x="737131" y="33732"/>
                </a:cubicBezTo>
                <a:cubicBezTo>
                  <a:pt x="735935" y="34975"/>
                  <a:pt x="734592" y="36528"/>
                  <a:pt x="733101" y="38391"/>
                </a:cubicBezTo>
                <a:lnTo>
                  <a:pt x="733101" y="69421"/>
                </a:lnTo>
                <a:lnTo>
                  <a:pt x="724994" y="69421"/>
                </a:lnTo>
                <a:lnTo>
                  <a:pt x="724994" y="22644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this.state={\n">
            <a:extLst xmlns:a="http://schemas.openxmlformats.org/drawingml/2006/main">
              <a:ext uri="{FF2B5EF4-FFF2-40B4-BE49-F238E27FC236}">
                <a16:creationId xmlns:a16="http://schemas.microsoft.com/office/drawing/2014/main" id="{C949B2AC-6B85-450A-9DE2-CB3CD06A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216" y="5412681"/>
            <a:ext cx="820168" cy="86567"/>
          </a:xfrm>
          <a:custGeom xmlns:a="http://schemas.openxmlformats.org/drawingml/2006/main">
            <a:pathLst>
              <a:path w="820168" h="86567">
                <a:moveTo>
                  <a:pt x="42212" y="66766"/>
                </a:moveTo>
                <a:cubicBezTo>
                  <a:pt x="40379" y="67248"/>
                  <a:pt x="38485" y="67594"/>
                  <a:pt x="36528" y="67802"/>
                </a:cubicBezTo>
                <a:cubicBezTo>
                  <a:pt x="34571" y="68012"/>
                  <a:pt x="32583" y="68117"/>
                  <a:pt x="30564" y="68117"/>
                </a:cubicBezTo>
                <a:cubicBezTo>
                  <a:pt x="24694" y="68117"/>
                  <a:pt x="20314" y="66789"/>
                  <a:pt x="17425" y="64133"/>
                </a:cubicBezTo>
                <a:cubicBezTo>
                  <a:pt x="14537" y="61478"/>
                  <a:pt x="13092" y="57401"/>
                  <a:pt x="13092" y="51903"/>
                </a:cubicBezTo>
                <a:lnTo>
                  <a:pt x="13092" y="27489"/>
                </a:lnTo>
                <a:lnTo>
                  <a:pt x="0" y="27489"/>
                </a:lnTo>
                <a:lnTo>
                  <a:pt x="0" y="20687"/>
                </a:lnTo>
                <a:lnTo>
                  <a:pt x="13092" y="20687"/>
                </a:lnTo>
                <a:lnTo>
                  <a:pt x="13092" y="7787"/>
                </a:lnTo>
                <a:lnTo>
                  <a:pt x="21199" y="5684"/>
                </a:lnTo>
                <a:lnTo>
                  <a:pt x="21199" y="20687"/>
                </a:lnTo>
                <a:lnTo>
                  <a:pt x="42212" y="20687"/>
                </a:lnTo>
                <a:lnTo>
                  <a:pt x="42212" y="27489"/>
                </a:lnTo>
                <a:lnTo>
                  <a:pt x="21199" y="27489"/>
                </a:lnTo>
                <a:lnTo>
                  <a:pt x="21199" y="51251"/>
                </a:lnTo>
                <a:cubicBezTo>
                  <a:pt x="21199" y="54605"/>
                  <a:pt x="22092" y="57114"/>
                  <a:pt x="23878" y="58775"/>
                </a:cubicBezTo>
                <a:cubicBezTo>
                  <a:pt x="25664" y="60437"/>
                  <a:pt x="28297" y="61268"/>
                  <a:pt x="31775" y="61268"/>
                </a:cubicBezTo>
                <a:cubicBezTo>
                  <a:pt x="33266" y="61268"/>
                  <a:pt x="34897" y="61148"/>
                  <a:pt x="36668" y="60908"/>
                </a:cubicBezTo>
                <a:cubicBezTo>
                  <a:pt x="38438" y="60668"/>
                  <a:pt x="40286" y="60291"/>
                  <a:pt x="42212" y="59777"/>
                </a:cubicBezTo>
                <a:lnTo>
                  <a:pt x="42212" y="66766"/>
                </a:lnTo>
                <a:close/>
                <a:moveTo>
                  <a:pt x="93977" y="67465"/>
                </a:moveTo>
                <a:lnTo>
                  <a:pt x="85870" y="67465"/>
                </a:lnTo>
                <a:lnTo>
                  <a:pt x="85870" y="37599"/>
                </a:lnTo>
                <a:cubicBezTo>
                  <a:pt x="85870" y="33996"/>
                  <a:pt x="85194" y="31302"/>
                  <a:pt x="83843" y="29516"/>
                </a:cubicBezTo>
                <a:cubicBezTo>
                  <a:pt x="82492" y="27730"/>
                  <a:pt x="80559" y="26837"/>
                  <a:pt x="78043" y="26837"/>
                </a:cubicBezTo>
                <a:cubicBezTo>
                  <a:pt x="76956" y="26837"/>
                  <a:pt x="75938" y="26984"/>
                  <a:pt x="74991" y="27279"/>
                </a:cubicBezTo>
                <a:cubicBezTo>
                  <a:pt x="74044" y="27574"/>
                  <a:pt x="73057" y="28087"/>
                  <a:pt x="72032" y="28817"/>
                </a:cubicBezTo>
                <a:cubicBezTo>
                  <a:pt x="71007" y="29547"/>
                  <a:pt x="69889" y="30533"/>
                  <a:pt x="68678" y="31775"/>
                </a:cubicBezTo>
                <a:cubicBezTo>
                  <a:pt x="67466" y="33018"/>
                  <a:pt x="66069" y="34571"/>
                  <a:pt x="64485" y="36435"/>
                </a:cubicBezTo>
                <a:lnTo>
                  <a:pt x="64485" y="67465"/>
                </a:lnTo>
                <a:lnTo>
                  <a:pt x="56378" y="67465"/>
                </a:lnTo>
                <a:lnTo>
                  <a:pt x="56378" y="1584"/>
                </a:lnTo>
                <a:lnTo>
                  <a:pt x="64485" y="1584"/>
                </a:lnTo>
                <a:lnTo>
                  <a:pt x="64485" y="20674"/>
                </a:lnTo>
                <a:lnTo>
                  <a:pt x="64205" y="28048"/>
                </a:lnTo>
                <a:cubicBezTo>
                  <a:pt x="65478" y="26526"/>
                  <a:pt x="66729" y="25245"/>
                  <a:pt x="67956" y="24204"/>
                </a:cubicBezTo>
                <a:cubicBezTo>
                  <a:pt x="69183" y="23164"/>
                  <a:pt x="70409" y="22317"/>
                  <a:pt x="71636" y="21665"/>
                </a:cubicBezTo>
                <a:cubicBezTo>
                  <a:pt x="72863" y="21013"/>
                  <a:pt x="74113" y="20547"/>
                  <a:pt x="75387" y="20267"/>
                </a:cubicBezTo>
                <a:cubicBezTo>
                  <a:pt x="76660" y="19988"/>
                  <a:pt x="77981" y="19848"/>
                  <a:pt x="79347" y="19848"/>
                </a:cubicBezTo>
                <a:cubicBezTo>
                  <a:pt x="84006" y="19848"/>
                  <a:pt x="87609" y="21269"/>
                  <a:pt x="90156" y="24111"/>
                </a:cubicBezTo>
                <a:cubicBezTo>
                  <a:pt x="92704" y="26953"/>
                  <a:pt x="93977" y="31232"/>
                  <a:pt x="93977" y="36947"/>
                </a:cubicBezTo>
                <a:lnTo>
                  <a:pt x="93977" y="67465"/>
                </a:lnTo>
                <a:close/>
                <a:moveTo>
                  <a:pt x="124171" y="27396"/>
                </a:moveTo>
                <a:lnTo>
                  <a:pt x="110333" y="27396"/>
                </a:lnTo>
                <a:lnTo>
                  <a:pt x="110333" y="20687"/>
                </a:lnTo>
                <a:lnTo>
                  <a:pt x="132371" y="20687"/>
                </a:lnTo>
                <a:lnTo>
                  <a:pt x="132371" y="60709"/>
                </a:lnTo>
                <a:lnTo>
                  <a:pt x="146302" y="60709"/>
                </a:lnTo>
                <a:lnTo>
                  <a:pt x="146302" y="67465"/>
                </a:lnTo>
                <a:lnTo>
                  <a:pt x="108795" y="67465"/>
                </a:lnTo>
                <a:lnTo>
                  <a:pt x="108795" y="60709"/>
                </a:lnTo>
                <a:lnTo>
                  <a:pt x="124171" y="60709"/>
                </a:lnTo>
                <a:lnTo>
                  <a:pt x="124171" y="27396"/>
                </a:lnTo>
                <a:moveTo>
                  <a:pt x="127013" y="1025"/>
                </a:moveTo>
                <a:cubicBezTo>
                  <a:pt x="127914" y="1025"/>
                  <a:pt x="128752" y="1188"/>
                  <a:pt x="129529" y="1514"/>
                </a:cubicBezTo>
                <a:cubicBezTo>
                  <a:pt x="130305" y="1840"/>
                  <a:pt x="130981" y="2299"/>
                  <a:pt x="131555" y="2889"/>
                </a:cubicBezTo>
                <a:cubicBezTo>
                  <a:pt x="132130" y="3479"/>
                  <a:pt x="132580" y="4154"/>
                  <a:pt x="132907" y="4915"/>
                </a:cubicBezTo>
                <a:cubicBezTo>
                  <a:pt x="133233" y="5676"/>
                  <a:pt x="133396" y="6507"/>
                  <a:pt x="133396" y="7408"/>
                </a:cubicBezTo>
                <a:cubicBezTo>
                  <a:pt x="133396" y="8278"/>
                  <a:pt x="133233" y="9101"/>
                  <a:pt x="132907" y="9877"/>
                </a:cubicBezTo>
                <a:cubicBezTo>
                  <a:pt x="132580" y="10654"/>
                  <a:pt x="132130" y="11337"/>
                  <a:pt x="131555" y="11927"/>
                </a:cubicBezTo>
                <a:cubicBezTo>
                  <a:pt x="130981" y="12518"/>
                  <a:pt x="130305" y="12976"/>
                  <a:pt x="129529" y="13302"/>
                </a:cubicBezTo>
                <a:cubicBezTo>
                  <a:pt x="128752" y="13628"/>
                  <a:pt x="127914" y="13791"/>
                  <a:pt x="127013" y="13791"/>
                </a:cubicBezTo>
                <a:cubicBezTo>
                  <a:pt x="126112" y="13791"/>
                  <a:pt x="125273" y="13628"/>
                  <a:pt x="124497" y="13302"/>
                </a:cubicBezTo>
                <a:cubicBezTo>
                  <a:pt x="123720" y="12976"/>
                  <a:pt x="123045" y="12518"/>
                  <a:pt x="122470" y="11927"/>
                </a:cubicBezTo>
                <a:cubicBezTo>
                  <a:pt x="121895" y="11337"/>
                  <a:pt x="121445" y="10654"/>
                  <a:pt x="121119" y="9877"/>
                </a:cubicBezTo>
                <a:cubicBezTo>
                  <a:pt x="120793" y="9101"/>
                  <a:pt x="120630" y="8278"/>
                  <a:pt x="120630" y="7408"/>
                </a:cubicBezTo>
                <a:cubicBezTo>
                  <a:pt x="120630" y="6507"/>
                  <a:pt x="120793" y="5676"/>
                  <a:pt x="121119" y="4915"/>
                </a:cubicBezTo>
                <a:cubicBezTo>
                  <a:pt x="121445" y="4154"/>
                  <a:pt x="121895" y="3479"/>
                  <a:pt x="122470" y="2889"/>
                </a:cubicBezTo>
                <a:cubicBezTo>
                  <a:pt x="123045" y="2299"/>
                  <a:pt x="123720" y="1840"/>
                  <a:pt x="124497" y="1514"/>
                </a:cubicBezTo>
                <a:cubicBezTo>
                  <a:pt x="125273" y="1188"/>
                  <a:pt x="126112" y="1025"/>
                  <a:pt x="127013" y="1025"/>
                </a:cubicBezTo>
                <a:close/>
                <a:moveTo>
                  <a:pt x="197135" y="54699"/>
                </a:moveTo>
                <a:cubicBezTo>
                  <a:pt x="197135" y="56345"/>
                  <a:pt x="196856" y="57820"/>
                  <a:pt x="196297" y="59125"/>
                </a:cubicBezTo>
                <a:cubicBezTo>
                  <a:pt x="195737" y="60429"/>
                  <a:pt x="194976" y="61586"/>
                  <a:pt x="194014" y="62596"/>
                </a:cubicBezTo>
                <a:cubicBezTo>
                  <a:pt x="193051" y="63605"/>
                  <a:pt x="191932" y="64467"/>
                  <a:pt x="190659" y="65182"/>
                </a:cubicBezTo>
                <a:cubicBezTo>
                  <a:pt x="189385" y="65896"/>
                  <a:pt x="188026" y="66486"/>
                  <a:pt x="186582" y="66952"/>
                </a:cubicBezTo>
                <a:cubicBezTo>
                  <a:pt x="185138" y="67418"/>
                  <a:pt x="183655" y="67760"/>
                  <a:pt x="182133" y="67977"/>
                </a:cubicBezTo>
                <a:cubicBezTo>
                  <a:pt x="180611" y="68195"/>
                  <a:pt x="179120" y="68303"/>
                  <a:pt x="177660" y="68303"/>
                </a:cubicBezTo>
                <a:cubicBezTo>
                  <a:pt x="174492" y="68303"/>
                  <a:pt x="171580" y="68164"/>
                  <a:pt x="168924" y="67884"/>
                </a:cubicBezTo>
                <a:cubicBezTo>
                  <a:pt x="166268" y="67604"/>
                  <a:pt x="163667" y="67154"/>
                  <a:pt x="161120" y="66533"/>
                </a:cubicBezTo>
                <a:lnTo>
                  <a:pt x="161120" y="59078"/>
                </a:lnTo>
                <a:cubicBezTo>
                  <a:pt x="163853" y="59855"/>
                  <a:pt x="166571" y="60445"/>
                  <a:pt x="169273" y="60849"/>
                </a:cubicBezTo>
                <a:cubicBezTo>
                  <a:pt x="171976" y="61252"/>
                  <a:pt x="174662" y="61454"/>
                  <a:pt x="177334" y="61454"/>
                </a:cubicBezTo>
                <a:cubicBezTo>
                  <a:pt x="181216" y="61454"/>
                  <a:pt x="184090" y="60926"/>
                  <a:pt x="185953" y="59870"/>
                </a:cubicBezTo>
                <a:cubicBezTo>
                  <a:pt x="187817" y="58814"/>
                  <a:pt x="188749" y="57308"/>
                  <a:pt x="188749" y="55351"/>
                </a:cubicBezTo>
                <a:cubicBezTo>
                  <a:pt x="188749" y="54512"/>
                  <a:pt x="188601" y="53759"/>
                  <a:pt x="188306" y="53091"/>
                </a:cubicBezTo>
                <a:cubicBezTo>
                  <a:pt x="188011" y="52423"/>
                  <a:pt x="187475" y="51787"/>
                  <a:pt x="186699" y="51181"/>
                </a:cubicBezTo>
                <a:cubicBezTo>
                  <a:pt x="185922" y="50575"/>
                  <a:pt x="184718" y="49946"/>
                  <a:pt x="183088" y="49294"/>
                </a:cubicBezTo>
                <a:cubicBezTo>
                  <a:pt x="181457" y="48642"/>
                  <a:pt x="179228" y="47896"/>
                  <a:pt x="176402" y="47058"/>
                </a:cubicBezTo>
                <a:cubicBezTo>
                  <a:pt x="174290" y="46436"/>
                  <a:pt x="172341" y="45730"/>
                  <a:pt x="170555" y="44938"/>
                </a:cubicBezTo>
                <a:cubicBezTo>
                  <a:pt x="168769" y="44146"/>
                  <a:pt x="167223" y="43206"/>
                  <a:pt x="165919" y="42119"/>
                </a:cubicBezTo>
                <a:cubicBezTo>
                  <a:pt x="164614" y="41032"/>
                  <a:pt x="163589" y="39758"/>
                  <a:pt x="162844" y="38298"/>
                </a:cubicBezTo>
                <a:cubicBezTo>
                  <a:pt x="162098" y="36838"/>
                  <a:pt x="161726" y="35115"/>
                  <a:pt x="161726" y="33127"/>
                </a:cubicBezTo>
                <a:cubicBezTo>
                  <a:pt x="161726" y="31822"/>
                  <a:pt x="162028" y="30393"/>
                  <a:pt x="162634" y="28840"/>
                </a:cubicBezTo>
                <a:cubicBezTo>
                  <a:pt x="163240" y="27287"/>
                  <a:pt x="164273" y="25843"/>
                  <a:pt x="165732" y="24507"/>
                </a:cubicBezTo>
                <a:cubicBezTo>
                  <a:pt x="167192" y="23172"/>
                  <a:pt x="169165" y="22061"/>
                  <a:pt x="171650" y="21176"/>
                </a:cubicBezTo>
                <a:cubicBezTo>
                  <a:pt x="174134" y="20291"/>
                  <a:pt x="177241" y="19848"/>
                  <a:pt x="180968" y="19848"/>
                </a:cubicBezTo>
                <a:cubicBezTo>
                  <a:pt x="182800" y="19848"/>
                  <a:pt x="184835" y="19949"/>
                  <a:pt x="187071" y="20151"/>
                </a:cubicBezTo>
                <a:cubicBezTo>
                  <a:pt x="189308" y="20353"/>
                  <a:pt x="191637" y="20702"/>
                  <a:pt x="194060" y="21199"/>
                </a:cubicBezTo>
                <a:lnTo>
                  <a:pt x="194060" y="28421"/>
                </a:lnTo>
                <a:cubicBezTo>
                  <a:pt x="191513" y="27800"/>
                  <a:pt x="189098" y="27342"/>
                  <a:pt x="186815" y="27046"/>
                </a:cubicBezTo>
                <a:cubicBezTo>
                  <a:pt x="184532" y="26751"/>
                  <a:pt x="182552" y="26604"/>
                  <a:pt x="180875" y="26604"/>
                </a:cubicBezTo>
                <a:cubicBezTo>
                  <a:pt x="178856" y="26604"/>
                  <a:pt x="177155" y="26759"/>
                  <a:pt x="175773" y="27070"/>
                </a:cubicBezTo>
                <a:cubicBezTo>
                  <a:pt x="174391" y="27380"/>
                  <a:pt x="173272" y="27807"/>
                  <a:pt x="172418" y="28351"/>
                </a:cubicBezTo>
                <a:cubicBezTo>
                  <a:pt x="171564" y="28895"/>
                  <a:pt x="170951" y="29531"/>
                  <a:pt x="170578" y="30261"/>
                </a:cubicBezTo>
                <a:cubicBezTo>
                  <a:pt x="170205" y="30991"/>
                  <a:pt x="170019" y="31775"/>
                  <a:pt x="170019" y="32614"/>
                </a:cubicBezTo>
                <a:cubicBezTo>
                  <a:pt x="170019" y="33453"/>
                  <a:pt x="170182" y="34214"/>
                  <a:pt x="170508" y="34897"/>
                </a:cubicBezTo>
                <a:cubicBezTo>
                  <a:pt x="170834" y="35580"/>
                  <a:pt x="171440" y="36241"/>
                  <a:pt x="172325" y="36877"/>
                </a:cubicBezTo>
                <a:cubicBezTo>
                  <a:pt x="173210" y="37514"/>
                  <a:pt x="174445" y="38151"/>
                  <a:pt x="176029" y="38788"/>
                </a:cubicBezTo>
                <a:cubicBezTo>
                  <a:pt x="177613" y="39424"/>
                  <a:pt x="179679" y="40115"/>
                  <a:pt x="182226" y="40861"/>
                </a:cubicBezTo>
                <a:cubicBezTo>
                  <a:pt x="184990" y="41668"/>
                  <a:pt x="187320" y="42515"/>
                  <a:pt x="189215" y="43400"/>
                </a:cubicBezTo>
                <a:cubicBezTo>
                  <a:pt x="191109" y="44285"/>
                  <a:pt x="192647" y="45272"/>
                  <a:pt x="193827" y="46359"/>
                </a:cubicBezTo>
                <a:cubicBezTo>
                  <a:pt x="195007" y="47446"/>
                  <a:pt x="195854" y="48673"/>
                  <a:pt x="196366" y="50039"/>
                </a:cubicBezTo>
                <a:cubicBezTo>
                  <a:pt x="196879" y="51406"/>
                  <a:pt x="197135" y="52959"/>
                  <a:pt x="197135" y="54699"/>
                </a:cubicBezTo>
                <a:close/>
                <a:moveTo>
                  <a:pt x="230357" y="52788"/>
                </a:moveTo>
                <a:cubicBezTo>
                  <a:pt x="231413" y="52788"/>
                  <a:pt x="232415" y="52990"/>
                  <a:pt x="233362" y="53394"/>
                </a:cubicBezTo>
                <a:cubicBezTo>
                  <a:pt x="234310" y="53798"/>
                  <a:pt x="235133" y="54357"/>
                  <a:pt x="235832" y="55071"/>
                </a:cubicBezTo>
                <a:cubicBezTo>
                  <a:pt x="236530" y="55786"/>
                  <a:pt x="237082" y="56617"/>
                  <a:pt x="237486" y="57564"/>
                </a:cubicBezTo>
                <a:cubicBezTo>
                  <a:pt x="237889" y="58511"/>
                  <a:pt x="238091" y="59529"/>
                  <a:pt x="238091" y="60616"/>
                </a:cubicBezTo>
                <a:cubicBezTo>
                  <a:pt x="238091" y="61672"/>
                  <a:pt x="237889" y="62666"/>
                  <a:pt x="237486" y="63598"/>
                </a:cubicBezTo>
                <a:cubicBezTo>
                  <a:pt x="237082" y="64529"/>
                  <a:pt x="236530" y="65345"/>
                  <a:pt x="235832" y="66044"/>
                </a:cubicBezTo>
                <a:cubicBezTo>
                  <a:pt x="235133" y="66742"/>
                  <a:pt x="234310" y="67294"/>
                  <a:pt x="233362" y="67698"/>
                </a:cubicBezTo>
                <a:cubicBezTo>
                  <a:pt x="232415" y="68101"/>
                  <a:pt x="231413" y="68303"/>
                  <a:pt x="230357" y="68303"/>
                </a:cubicBezTo>
                <a:cubicBezTo>
                  <a:pt x="229270" y="68303"/>
                  <a:pt x="228260" y="68101"/>
                  <a:pt x="227329" y="67698"/>
                </a:cubicBezTo>
                <a:cubicBezTo>
                  <a:pt x="226397" y="67294"/>
                  <a:pt x="225581" y="66742"/>
                  <a:pt x="224882" y="66044"/>
                </a:cubicBezTo>
                <a:cubicBezTo>
                  <a:pt x="224184" y="65345"/>
                  <a:pt x="223632" y="64529"/>
                  <a:pt x="223228" y="63598"/>
                </a:cubicBezTo>
                <a:cubicBezTo>
                  <a:pt x="222825" y="62666"/>
                  <a:pt x="222623" y="61672"/>
                  <a:pt x="222623" y="60616"/>
                </a:cubicBezTo>
                <a:cubicBezTo>
                  <a:pt x="222623" y="59529"/>
                  <a:pt x="222825" y="58511"/>
                  <a:pt x="223228" y="57564"/>
                </a:cubicBezTo>
                <a:cubicBezTo>
                  <a:pt x="223632" y="56617"/>
                  <a:pt x="224184" y="55786"/>
                  <a:pt x="224882" y="55071"/>
                </a:cubicBezTo>
                <a:cubicBezTo>
                  <a:pt x="225581" y="54357"/>
                  <a:pt x="226397" y="53798"/>
                  <a:pt x="227329" y="53394"/>
                </a:cubicBezTo>
                <a:cubicBezTo>
                  <a:pt x="228260" y="52990"/>
                  <a:pt x="229270" y="52788"/>
                  <a:pt x="230357" y="52788"/>
                </a:cubicBezTo>
                <a:close/>
                <a:moveTo>
                  <a:pt x="300852" y="54699"/>
                </a:moveTo>
                <a:cubicBezTo>
                  <a:pt x="300852" y="56345"/>
                  <a:pt x="300573" y="57820"/>
                  <a:pt x="300013" y="59125"/>
                </a:cubicBezTo>
                <a:cubicBezTo>
                  <a:pt x="299454" y="60429"/>
                  <a:pt x="298693" y="61586"/>
                  <a:pt x="297730" y="62596"/>
                </a:cubicBezTo>
                <a:cubicBezTo>
                  <a:pt x="296768" y="63605"/>
                  <a:pt x="295649" y="64467"/>
                  <a:pt x="294376" y="65182"/>
                </a:cubicBezTo>
                <a:cubicBezTo>
                  <a:pt x="293102" y="65896"/>
                  <a:pt x="291743" y="66486"/>
                  <a:pt x="290299" y="66952"/>
                </a:cubicBezTo>
                <a:cubicBezTo>
                  <a:pt x="288855" y="67418"/>
                  <a:pt x="287372" y="67760"/>
                  <a:pt x="285850" y="67977"/>
                </a:cubicBezTo>
                <a:cubicBezTo>
                  <a:pt x="284328" y="68195"/>
                  <a:pt x="282837" y="68303"/>
                  <a:pt x="281377" y="68303"/>
                </a:cubicBezTo>
                <a:cubicBezTo>
                  <a:pt x="278209" y="68303"/>
                  <a:pt x="275297" y="68164"/>
                  <a:pt x="272641" y="67884"/>
                </a:cubicBezTo>
                <a:cubicBezTo>
                  <a:pt x="269985" y="67604"/>
                  <a:pt x="267384" y="67154"/>
                  <a:pt x="264837" y="66533"/>
                </a:cubicBezTo>
                <a:lnTo>
                  <a:pt x="264837" y="59078"/>
                </a:lnTo>
                <a:cubicBezTo>
                  <a:pt x="267570" y="59855"/>
                  <a:pt x="270288" y="60445"/>
                  <a:pt x="272990" y="60849"/>
                </a:cubicBezTo>
                <a:cubicBezTo>
                  <a:pt x="275693" y="61252"/>
                  <a:pt x="278379" y="61454"/>
                  <a:pt x="281051" y="61454"/>
                </a:cubicBezTo>
                <a:cubicBezTo>
                  <a:pt x="284933" y="61454"/>
                  <a:pt x="287806" y="60926"/>
                  <a:pt x="289670" y="59870"/>
                </a:cubicBezTo>
                <a:cubicBezTo>
                  <a:pt x="291534" y="58814"/>
                  <a:pt x="292466" y="57308"/>
                  <a:pt x="292466" y="55351"/>
                </a:cubicBezTo>
                <a:cubicBezTo>
                  <a:pt x="292466" y="54512"/>
                  <a:pt x="292318" y="53759"/>
                  <a:pt x="292023" y="53091"/>
                </a:cubicBezTo>
                <a:cubicBezTo>
                  <a:pt x="291728" y="52423"/>
                  <a:pt x="291192" y="51787"/>
                  <a:pt x="290416" y="51181"/>
                </a:cubicBezTo>
                <a:cubicBezTo>
                  <a:pt x="289639" y="50575"/>
                  <a:pt x="288435" y="49946"/>
                  <a:pt x="286805" y="49294"/>
                </a:cubicBezTo>
                <a:cubicBezTo>
                  <a:pt x="285174" y="48642"/>
                  <a:pt x="282945" y="47896"/>
                  <a:pt x="280119" y="47058"/>
                </a:cubicBezTo>
                <a:cubicBezTo>
                  <a:pt x="278007" y="46436"/>
                  <a:pt x="276058" y="45730"/>
                  <a:pt x="274272" y="44938"/>
                </a:cubicBezTo>
                <a:cubicBezTo>
                  <a:pt x="272486" y="44146"/>
                  <a:pt x="270940" y="43206"/>
                  <a:pt x="269636" y="42119"/>
                </a:cubicBezTo>
                <a:cubicBezTo>
                  <a:pt x="268331" y="41032"/>
                  <a:pt x="267306" y="39758"/>
                  <a:pt x="266561" y="38298"/>
                </a:cubicBezTo>
                <a:cubicBezTo>
                  <a:pt x="265815" y="36838"/>
                  <a:pt x="265442" y="35115"/>
                  <a:pt x="265442" y="33127"/>
                </a:cubicBezTo>
                <a:cubicBezTo>
                  <a:pt x="265442" y="31822"/>
                  <a:pt x="265745" y="30393"/>
                  <a:pt x="266351" y="28840"/>
                </a:cubicBezTo>
                <a:cubicBezTo>
                  <a:pt x="266957" y="27287"/>
                  <a:pt x="267990" y="25843"/>
                  <a:pt x="269449" y="24507"/>
                </a:cubicBezTo>
                <a:cubicBezTo>
                  <a:pt x="270909" y="23172"/>
                  <a:pt x="272882" y="22061"/>
                  <a:pt x="275367" y="21176"/>
                </a:cubicBezTo>
                <a:cubicBezTo>
                  <a:pt x="277851" y="20291"/>
                  <a:pt x="280958" y="19848"/>
                  <a:pt x="284685" y="19848"/>
                </a:cubicBezTo>
                <a:cubicBezTo>
                  <a:pt x="286517" y="19848"/>
                  <a:pt x="288552" y="19949"/>
                  <a:pt x="290788" y="20151"/>
                </a:cubicBezTo>
                <a:cubicBezTo>
                  <a:pt x="293025" y="20353"/>
                  <a:pt x="295354" y="20702"/>
                  <a:pt x="297777" y="21199"/>
                </a:cubicBezTo>
                <a:lnTo>
                  <a:pt x="297777" y="28421"/>
                </a:lnTo>
                <a:cubicBezTo>
                  <a:pt x="295230" y="27800"/>
                  <a:pt x="292815" y="27342"/>
                  <a:pt x="290532" y="27046"/>
                </a:cubicBezTo>
                <a:cubicBezTo>
                  <a:pt x="288249" y="26751"/>
                  <a:pt x="286269" y="26604"/>
                  <a:pt x="284592" y="26604"/>
                </a:cubicBezTo>
                <a:cubicBezTo>
                  <a:pt x="282573" y="26604"/>
                  <a:pt x="280872" y="26759"/>
                  <a:pt x="279490" y="27070"/>
                </a:cubicBezTo>
                <a:cubicBezTo>
                  <a:pt x="278108" y="27380"/>
                  <a:pt x="276989" y="27807"/>
                  <a:pt x="276135" y="28351"/>
                </a:cubicBezTo>
                <a:cubicBezTo>
                  <a:pt x="275281" y="28895"/>
                  <a:pt x="274668" y="29531"/>
                  <a:pt x="274295" y="30261"/>
                </a:cubicBezTo>
                <a:cubicBezTo>
                  <a:pt x="273922" y="30991"/>
                  <a:pt x="273736" y="31775"/>
                  <a:pt x="273736" y="32614"/>
                </a:cubicBezTo>
                <a:cubicBezTo>
                  <a:pt x="273736" y="33453"/>
                  <a:pt x="273899" y="34214"/>
                  <a:pt x="274225" y="34897"/>
                </a:cubicBezTo>
                <a:cubicBezTo>
                  <a:pt x="274551" y="35580"/>
                  <a:pt x="275157" y="36241"/>
                  <a:pt x="276042" y="36877"/>
                </a:cubicBezTo>
                <a:cubicBezTo>
                  <a:pt x="276927" y="37514"/>
                  <a:pt x="278162" y="38151"/>
                  <a:pt x="279746" y="38788"/>
                </a:cubicBezTo>
                <a:cubicBezTo>
                  <a:pt x="281330" y="39424"/>
                  <a:pt x="283396" y="40115"/>
                  <a:pt x="285943" y="40861"/>
                </a:cubicBezTo>
                <a:cubicBezTo>
                  <a:pt x="288707" y="41668"/>
                  <a:pt x="291037" y="42515"/>
                  <a:pt x="292932" y="43400"/>
                </a:cubicBezTo>
                <a:cubicBezTo>
                  <a:pt x="294826" y="44285"/>
                  <a:pt x="296364" y="45272"/>
                  <a:pt x="297544" y="46359"/>
                </a:cubicBezTo>
                <a:cubicBezTo>
                  <a:pt x="298724" y="47446"/>
                  <a:pt x="299571" y="48673"/>
                  <a:pt x="300083" y="50039"/>
                </a:cubicBezTo>
                <a:cubicBezTo>
                  <a:pt x="300596" y="51406"/>
                  <a:pt x="300852" y="52959"/>
                  <a:pt x="300852" y="54699"/>
                </a:cubicBezTo>
                <a:close/>
                <a:moveTo>
                  <a:pt x="353363" y="66766"/>
                </a:moveTo>
                <a:cubicBezTo>
                  <a:pt x="351530" y="67248"/>
                  <a:pt x="349635" y="67594"/>
                  <a:pt x="347678" y="67802"/>
                </a:cubicBezTo>
                <a:cubicBezTo>
                  <a:pt x="345722" y="68012"/>
                  <a:pt x="343734" y="68117"/>
                  <a:pt x="341715" y="68117"/>
                </a:cubicBezTo>
                <a:cubicBezTo>
                  <a:pt x="335844" y="68117"/>
                  <a:pt x="331465" y="66789"/>
                  <a:pt x="328576" y="64133"/>
                </a:cubicBezTo>
                <a:cubicBezTo>
                  <a:pt x="325687" y="61478"/>
                  <a:pt x="324243" y="57401"/>
                  <a:pt x="324243" y="51903"/>
                </a:cubicBezTo>
                <a:lnTo>
                  <a:pt x="324243" y="27489"/>
                </a:lnTo>
                <a:lnTo>
                  <a:pt x="311151" y="27489"/>
                </a:lnTo>
                <a:lnTo>
                  <a:pt x="311151" y="20687"/>
                </a:lnTo>
                <a:lnTo>
                  <a:pt x="324243" y="20687"/>
                </a:lnTo>
                <a:lnTo>
                  <a:pt x="324243" y="7787"/>
                </a:lnTo>
                <a:lnTo>
                  <a:pt x="332350" y="5684"/>
                </a:lnTo>
                <a:lnTo>
                  <a:pt x="332350" y="20687"/>
                </a:lnTo>
                <a:lnTo>
                  <a:pt x="353363" y="20687"/>
                </a:lnTo>
                <a:lnTo>
                  <a:pt x="353363" y="27489"/>
                </a:lnTo>
                <a:lnTo>
                  <a:pt x="332350" y="27489"/>
                </a:lnTo>
                <a:lnTo>
                  <a:pt x="332350" y="51251"/>
                </a:lnTo>
                <a:cubicBezTo>
                  <a:pt x="332350" y="54605"/>
                  <a:pt x="333243" y="57114"/>
                  <a:pt x="335029" y="58775"/>
                </a:cubicBezTo>
                <a:cubicBezTo>
                  <a:pt x="336815" y="60437"/>
                  <a:pt x="339447" y="61268"/>
                  <a:pt x="342926" y="61268"/>
                </a:cubicBezTo>
                <a:cubicBezTo>
                  <a:pt x="344417" y="61268"/>
                  <a:pt x="346048" y="61148"/>
                  <a:pt x="347818" y="60908"/>
                </a:cubicBezTo>
                <a:cubicBezTo>
                  <a:pt x="349589" y="60668"/>
                  <a:pt x="351437" y="60291"/>
                  <a:pt x="353363" y="59777"/>
                </a:cubicBezTo>
                <a:lnTo>
                  <a:pt x="353363" y="66766"/>
                </a:lnTo>
                <a:close/>
                <a:moveTo>
                  <a:pt x="397580" y="67465"/>
                </a:moveTo>
                <a:lnTo>
                  <a:pt x="397394" y="61162"/>
                </a:lnTo>
                <a:cubicBezTo>
                  <a:pt x="394847" y="63682"/>
                  <a:pt x="392261" y="65503"/>
                  <a:pt x="389636" y="66623"/>
                </a:cubicBezTo>
                <a:cubicBezTo>
                  <a:pt x="387012" y="67743"/>
                  <a:pt x="384255" y="68303"/>
                  <a:pt x="381366" y="68303"/>
                </a:cubicBezTo>
                <a:cubicBezTo>
                  <a:pt x="378695" y="68303"/>
                  <a:pt x="376412" y="67961"/>
                  <a:pt x="374517" y="67277"/>
                </a:cubicBezTo>
                <a:cubicBezTo>
                  <a:pt x="372623" y="66593"/>
                  <a:pt x="371062" y="65651"/>
                  <a:pt x="369835" y="64454"/>
                </a:cubicBezTo>
                <a:cubicBezTo>
                  <a:pt x="368608" y="63256"/>
                  <a:pt x="367707" y="61848"/>
                  <a:pt x="367133" y="60230"/>
                </a:cubicBezTo>
                <a:cubicBezTo>
                  <a:pt x="366558" y="58612"/>
                  <a:pt x="366271" y="56854"/>
                  <a:pt x="366271" y="54956"/>
                </a:cubicBezTo>
                <a:cubicBezTo>
                  <a:pt x="366271" y="50258"/>
                  <a:pt x="368018" y="46579"/>
                  <a:pt x="371512" y="43920"/>
                </a:cubicBezTo>
                <a:cubicBezTo>
                  <a:pt x="375007" y="41259"/>
                  <a:pt x="380171" y="39929"/>
                  <a:pt x="387004" y="39929"/>
                </a:cubicBezTo>
                <a:lnTo>
                  <a:pt x="396695" y="39929"/>
                </a:lnTo>
                <a:lnTo>
                  <a:pt x="396695" y="35844"/>
                </a:lnTo>
                <a:cubicBezTo>
                  <a:pt x="396695" y="33089"/>
                  <a:pt x="395810" y="30883"/>
                  <a:pt x="394039" y="29227"/>
                </a:cubicBezTo>
                <a:cubicBezTo>
                  <a:pt x="392269" y="27572"/>
                  <a:pt x="389567" y="26744"/>
                  <a:pt x="385932" y="26744"/>
                </a:cubicBezTo>
                <a:cubicBezTo>
                  <a:pt x="383292" y="26744"/>
                  <a:pt x="380691" y="27043"/>
                  <a:pt x="378128" y="27642"/>
                </a:cubicBezTo>
                <a:cubicBezTo>
                  <a:pt x="375566" y="28240"/>
                  <a:pt x="372918" y="29090"/>
                  <a:pt x="370184" y="30191"/>
                </a:cubicBezTo>
                <a:lnTo>
                  <a:pt x="370184" y="22876"/>
                </a:lnTo>
                <a:cubicBezTo>
                  <a:pt x="371209" y="22498"/>
                  <a:pt x="372351" y="22127"/>
                  <a:pt x="373609" y="21764"/>
                </a:cubicBezTo>
                <a:cubicBezTo>
                  <a:pt x="374867" y="21401"/>
                  <a:pt x="376195" y="21078"/>
                  <a:pt x="377593" y="20794"/>
                </a:cubicBezTo>
                <a:cubicBezTo>
                  <a:pt x="378990" y="20510"/>
                  <a:pt x="380450" y="20281"/>
                  <a:pt x="381972" y="20109"/>
                </a:cubicBezTo>
                <a:cubicBezTo>
                  <a:pt x="383494" y="19935"/>
                  <a:pt x="385032" y="19848"/>
                  <a:pt x="386585" y="19848"/>
                </a:cubicBezTo>
                <a:cubicBezTo>
                  <a:pt x="389411" y="19848"/>
                  <a:pt x="391958" y="20159"/>
                  <a:pt x="394226" y="20780"/>
                </a:cubicBezTo>
                <a:cubicBezTo>
                  <a:pt x="396493" y="21401"/>
                  <a:pt x="398411" y="22348"/>
                  <a:pt x="399980" y="23622"/>
                </a:cubicBezTo>
                <a:cubicBezTo>
                  <a:pt x="401548" y="24895"/>
                  <a:pt x="402752" y="26495"/>
                  <a:pt x="403591" y="28421"/>
                </a:cubicBezTo>
                <a:cubicBezTo>
                  <a:pt x="404429" y="30347"/>
                  <a:pt x="404849" y="32614"/>
                  <a:pt x="404849" y="35223"/>
                </a:cubicBezTo>
                <a:lnTo>
                  <a:pt x="404849" y="67465"/>
                </a:lnTo>
                <a:lnTo>
                  <a:pt x="397580" y="67465"/>
                </a:lnTo>
                <a:moveTo>
                  <a:pt x="396695" y="46126"/>
                </a:moveTo>
                <a:lnTo>
                  <a:pt x="386398" y="46126"/>
                </a:lnTo>
                <a:cubicBezTo>
                  <a:pt x="384379" y="46126"/>
                  <a:pt x="382640" y="46329"/>
                  <a:pt x="381180" y="46734"/>
                </a:cubicBezTo>
                <a:cubicBezTo>
                  <a:pt x="379720" y="47139"/>
                  <a:pt x="378524" y="47715"/>
                  <a:pt x="377593" y="48463"/>
                </a:cubicBezTo>
                <a:cubicBezTo>
                  <a:pt x="376661" y="49210"/>
                  <a:pt x="375970" y="50106"/>
                  <a:pt x="375519" y="51150"/>
                </a:cubicBezTo>
                <a:cubicBezTo>
                  <a:pt x="375069" y="52194"/>
                  <a:pt x="374844" y="53370"/>
                  <a:pt x="374844" y="54678"/>
                </a:cubicBezTo>
                <a:cubicBezTo>
                  <a:pt x="374844" y="55582"/>
                  <a:pt x="374983" y="56447"/>
                  <a:pt x="375263" y="57273"/>
                </a:cubicBezTo>
                <a:cubicBezTo>
                  <a:pt x="375543" y="58098"/>
                  <a:pt x="375993" y="58830"/>
                  <a:pt x="376614" y="59468"/>
                </a:cubicBezTo>
                <a:cubicBezTo>
                  <a:pt x="377235" y="60107"/>
                  <a:pt x="378043" y="60613"/>
                  <a:pt x="379037" y="60987"/>
                </a:cubicBezTo>
                <a:cubicBezTo>
                  <a:pt x="380031" y="61361"/>
                  <a:pt x="381242" y="61548"/>
                  <a:pt x="382671" y="61548"/>
                </a:cubicBezTo>
                <a:cubicBezTo>
                  <a:pt x="384535" y="61548"/>
                  <a:pt x="386670" y="60979"/>
                  <a:pt x="389077" y="59843"/>
                </a:cubicBezTo>
                <a:cubicBezTo>
                  <a:pt x="391485" y="58705"/>
                  <a:pt x="394024" y="56905"/>
                  <a:pt x="396695" y="54444"/>
                </a:cubicBezTo>
                <a:lnTo>
                  <a:pt x="396695" y="46126"/>
                </a:lnTo>
                <a:close/>
                <a:moveTo>
                  <a:pt x="457080" y="66766"/>
                </a:moveTo>
                <a:cubicBezTo>
                  <a:pt x="455247" y="67248"/>
                  <a:pt x="453353" y="67594"/>
                  <a:pt x="451396" y="67802"/>
                </a:cubicBezTo>
                <a:cubicBezTo>
                  <a:pt x="449439" y="68012"/>
                  <a:pt x="447451" y="68117"/>
                  <a:pt x="445432" y="68117"/>
                </a:cubicBezTo>
                <a:cubicBezTo>
                  <a:pt x="439561" y="68117"/>
                  <a:pt x="435182" y="66789"/>
                  <a:pt x="432293" y="64133"/>
                </a:cubicBezTo>
                <a:cubicBezTo>
                  <a:pt x="429404" y="61478"/>
                  <a:pt x="427960" y="57401"/>
                  <a:pt x="427960" y="51903"/>
                </a:cubicBezTo>
                <a:lnTo>
                  <a:pt x="427960" y="27489"/>
                </a:lnTo>
                <a:lnTo>
                  <a:pt x="414868" y="27489"/>
                </a:lnTo>
                <a:lnTo>
                  <a:pt x="414868" y="20687"/>
                </a:lnTo>
                <a:lnTo>
                  <a:pt x="427960" y="20687"/>
                </a:lnTo>
                <a:lnTo>
                  <a:pt x="427960" y="7787"/>
                </a:lnTo>
                <a:lnTo>
                  <a:pt x="436067" y="5684"/>
                </a:lnTo>
                <a:lnTo>
                  <a:pt x="436067" y="20687"/>
                </a:lnTo>
                <a:lnTo>
                  <a:pt x="457080" y="20687"/>
                </a:lnTo>
                <a:lnTo>
                  <a:pt x="457080" y="27489"/>
                </a:lnTo>
                <a:lnTo>
                  <a:pt x="436067" y="27489"/>
                </a:lnTo>
                <a:lnTo>
                  <a:pt x="436067" y="51251"/>
                </a:lnTo>
                <a:cubicBezTo>
                  <a:pt x="436067" y="54605"/>
                  <a:pt x="436960" y="57114"/>
                  <a:pt x="438746" y="58775"/>
                </a:cubicBezTo>
                <a:cubicBezTo>
                  <a:pt x="440532" y="60437"/>
                  <a:pt x="443164" y="61268"/>
                  <a:pt x="446643" y="61268"/>
                </a:cubicBezTo>
                <a:cubicBezTo>
                  <a:pt x="448134" y="61268"/>
                  <a:pt x="449765" y="61148"/>
                  <a:pt x="451535" y="60908"/>
                </a:cubicBezTo>
                <a:cubicBezTo>
                  <a:pt x="453306" y="60668"/>
                  <a:pt x="455154" y="60291"/>
                  <a:pt x="457080" y="59777"/>
                </a:cubicBezTo>
                <a:lnTo>
                  <a:pt x="457080" y="66766"/>
                </a:lnTo>
                <a:close/>
                <a:moveTo>
                  <a:pt x="510755" y="41606"/>
                </a:moveTo>
                <a:cubicBezTo>
                  <a:pt x="510755" y="42756"/>
                  <a:pt x="510740" y="43718"/>
                  <a:pt x="510709" y="44495"/>
                </a:cubicBezTo>
                <a:cubicBezTo>
                  <a:pt x="510677" y="45272"/>
                  <a:pt x="510631" y="46001"/>
                  <a:pt x="510569" y="46685"/>
                </a:cubicBezTo>
                <a:lnTo>
                  <a:pt x="477722" y="46685"/>
                </a:lnTo>
                <a:cubicBezTo>
                  <a:pt x="477722" y="51468"/>
                  <a:pt x="479057" y="55141"/>
                  <a:pt x="481729" y="57704"/>
                </a:cubicBezTo>
                <a:cubicBezTo>
                  <a:pt x="484400" y="60266"/>
                  <a:pt x="488251" y="61548"/>
                  <a:pt x="493283" y="61548"/>
                </a:cubicBezTo>
                <a:cubicBezTo>
                  <a:pt x="494650" y="61548"/>
                  <a:pt x="496017" y="61492"/>
                  <a:pt x="497383" y="61382"/>
                </a:cubicBezTo>
                <a:cubicBezTo>
                  <a:pt x="498750" y="61270"/>
                  <a:pt x="500070" y="61119"/>
                  <a:pt x="501344" y="60929"/>
                </a:cubicBezTo>
                <a:cubicBezTo>
                  <a:pt x="502617" y="60737"/>
                  <a:pt x="503836" y="60523"/>
                  <a:pt x="505001" y="60285"/>
                </a:cubicBezTo>
                <a:cubicBezTo>
                  <a:pt x="506166" y="60046"/>
                  <a:pt x="507245" y="59784"/>
                  <a:pt x="508239" y="59497"/>
                </a:cubicBezTo>
                <a:lnTo>
                  <a:pt x="508239" y="66160"/>
                </a:lnTo>
                <a:cubicBezTo>
                  <a:pt x="506034" y="66795"/>
                  <a:pt x="503541" y="67311"/>
                  <a:pt x="500761" y="67708"/>
                </a:cubicBezTo>
                <a:cubicBezTo>
                  <a:pt x="497981" y="68105"/>
                  <a:pt x="495100" y="68303"/>
                  <a:pt x="492118" y="68303"/>
                </a:cubicBezTo>
                <a:cubicBezTo>
                  <a:pt x="488112" y="68303"/>
                  <a:pt x="484664" y="67760"/>
                  <a:pt x="481775" y="66673"/>
                </a:cubicBezTo>
                <a:cubicBezTo>
                  <a:pt x="478886" y="65585"/>
                  <a:pt x="476518" y="64009"/>
                  <a:pt x="474670" y="61944"/>
                </a:cubicBezTo>
                <a:cubicBezTo>
                  <a:pt x="472822" y="59878"/>
                  <a:pt x="471455" y="57347"/>
                  <a:pt x="470570" y="54349"/>
                </a:cubicBezTo>
                <a:cubicBezTo>
                  <a:pt x="469685" y="51352"/>
                  <a:pt x="469242" y="47958"/>
                  <a:pt x="469242" y="44169"/>
                </a:cubicBezTo>
                <a:cubicBezTo>
                  <a:pt x="469242" y="40876"/>
                  <a:pt x="469716" y="37762"/>
                  <a:pt x="470663" y="34827"/>
                </a:cubicBezTo>
                <a:cubicBezTo>
                  <a:pt x="471610" y="31892"/>
                  <a:pt x="472993" y="29314"/>
                  <a:pt x="474810" y="27093"/>
                </a:cubicBezTo>
                <a:cubicBezTo>
                  <a:pt x="476627" y="24872"/>
                  <a:pt x="478855" y="23109"/>
                  <a:pt x="481496" y="21805"/>
                </a:cubicBezTo>
                <a:cubicBezTo>
                  <a:pt x="484136" y="20500"/>
                  <a:pt x="487133" y="19848"/>
                  <a:pt x="490488" y="19848"/>
                </a:cubicBezTo>
                <a:cubicBezTo>
                  <a:pt x="493749" y="19848"/>
                  <a:pt x="496638" y="20361"/>
                  <a:pt x="499154" y="21386"/>
                </a:cubicBezTo>
                <a:cubicBezTo>
                  <a:pt x="501670" y="22411"/>
                  <a:pt x="503790" y="23863"/>
                  <a:pt x="505514" y="25742"/>
                </a:cubicBezTo>
                <a:cubicBezTo>
                  <a:pt x="507237" y="27621"/>
                  <a:pt x="508542" y="29904"/>
                  <a:pt x="509427" y="32591"/>
                </a:cubicBezTo>
                <a:cubicBezTo>
                  <a:pt x="510312" y="35278"/>
                  <a:pt x="510755" y="38283"/>
                  <a:pt x="510755" y="41606"/>
                </a:cubicBezTo>
                <a:moveTo>
                  <a:pt x="502322" y="40442"/>
                </a:moveTo>
                <a:cubicBezTo>
                  <a:pt x="502415" y="38360"/>
                  <a:pt x="502213" y="36458"/>
                  <a:pt x="501716" y="34734"/>
                </a:cubicBezTo>
                <a:cubicBezTo>
                  <a:pt x="501219" y="33010"/>
                  <a:pt x="500451" y="31527"/>
                  <a:pt x="499410" y="30285"/>
                </a:cubicBezTo>
                <a:cubicBezTo>
                  <a:pt x="498370" y="29042"/>
                  <a:pt x="497073" y="28071"/>
                  <a:pt x="495520" y="27373"/>
                </a:cubicBezTo>
                <a:cubicBezTo>
                  <a:pt x="493967" y="26674"/>
                  <a:pt x="492165" y="26324"/>
                  <a:pt x="490115" y="26324"/>
                </a:cubicBezTo>
                <a:cubicBezTo>
                  <a:pt x="488345" y="26324"/>
                  <a:pt x="486729" y="26666"/>
                  <a:pt x="485270" y="27349"/>
                </a:cubicBezTo>
                <a:cubicBezTo>
                  <a:pt x="483810" y="28033"/>
                  <a:pt x="482552" y="28996"/>
                  <a:pt x="481496" y="30238"/>
                </a:cubicBezTo>
                <a:cubicBezTo>
                  <a:pt x="480440" y="31480"/>
                  <a:pt x="479585" y="32971"/>
                  <a:pt x="478933" y="34711"/>
                </a:cubicBezTo>
                <a:cubicBezTo>
                  <a:pt x="478281" y="36450"/>
                  <a:pt x="477877" y="38360"/>
                  <a:pt x="477722" y="40442"/>
                </a:cubicBezTo>
                <a:lnTo>
                  <a:pt x="502322" y="40442"/>
                </a:lnTo>
                <a:close/>
                <a:moveTo>
                  <a:pt x="613946" y="37366"/>
                </a:moveTo>
                <a:lnTo>
                  <a:pt x="573877" y="37366"/>
                </a:lnTo>
                <a:lnTo>
                  <a:pt x="573877" y="30518"/>
                </a:lnTo>
                <a:lnTo>
                  <a:pt x="613946" y="30518"/>
                </a:lnTo>
                <a:lnTo>
                  <a:pt x="613946" y="37366"/>
                </a:lnTo>
                <a:moveTo>
                  <a:pt x="613946" y="53627"/>
                </a:moveTo>
                <a:lnTo>
                  <a:pt x="573877" y="53627"/>
                </a:lnTo>
                <a:lnTo>
                  <a:pt x="573877" y="46778"/>
                </a:lnTo>
                <a:lnTo>
                  <a:pt x="613946" y="46778"/>
                </a:lnTo>
                <a:lnTo>
                  <a:pt x="613946" y="53627"/>
                </a:lnTo>
                <a:close/>
                <a:moveTo>
                  <a:pt x="713190" y="86567"/>
                </a:moveTo>
                <a:lnTo>
                  <a:pt x="709742" y="86567"/>
                </a:lnTo>
                <a:cubicBezTo>
                  <a:pt x="703747" y="86567"/>
                  <a:pt x="699290" y="85162"/>
                  <a:pt x="696370" y="82351"/>
                </a:cubicBezTo>
                <a:cubicBezTo>
                  <a:pt x="693451" y="79540"/>
                  <a:pt x="691991" y="75277"/>
                  <a:pt x="691991" y="69561"/>
                </a:cubicBezTo>
                <a:lnTo>
                  <a:pt x="691991" y="53534"/>
                </a:lnTo>
                <a:cubicBezTo>
                  <a:pt x="691991" y="52012"/>
                  <a:pt x="691820" y="50653"/>
                  <a:pt x="691478" y="49457"/>
                </a:cubicBezTo>
                <a:cubicBezTo>
                  <a:pt x="691137" y="48261"/>
                  <a:pt x="690539" y="47252"/>
                  <a:pt x="689685" y="46429"/>
                </a:cubicBezTo>
                <a:cubicBezTo>
                  <a:pt x="688830" y="45605"/>
                  <a:pt x="687697" y="44976"/>
                  <a:pt x="686283" y="44542"/>
                </a:cubicBezTo>
                <a:cubicBezTo>
                  <a:pt x="684870" y="44107"/>
                  <a:pt x="683092" y="43889"/>
                  <a:pt x="680949" y="43889"/>
                </a:cubicBezTo>
                <a:lnTo>
                  <a:pt x="678945" y="43889"/>
                </a:lnTo>
                <a:lnTo>
                  <a:pt x="678945" y="37413"/>
                </a:lnTo>
                <a:lnTo>
                  <a:pt x="680949" y="37413"/>
                </a:lnTo>
                <a:cubicBezTo>
                  <a:pt x="683216" y="37413"/>
                  <a:pt x="685064" y="37227"/>
                  <a:pt x="686493" y="36854"/>
                </a:cubicBezTo>
                <a:cubicBezTo>
                  <a:pt x="687922" y="36481"/>
                  <a:pt x="689040" y="35914"/>
                  <a:pt x="689848" y="35153"/>
                </a:cubicBezTo>
                <a:cubicBezTo>
                  <a:pt x="690655" y="34392"/>
                  <a:pt x="691214" y="33422"/>
                  <a:pt x="691525" y="32241"/>
                </a:cubicBezTo>
                <a:cubicBezTo>
                  <a:pt x="691835" y="31061"/>
                  <a:pt x="691991" y="29663"/>
                  <a:pt x="691991" y="28048"/>
                </a:cubicBezTo>
                <a:lnTo>
                  <a:pt x="691991" y="17006"/>
                </a:lnTo>
                <a:cubicBezTo>
                  <a:pt x="691991" y="14397"/>
                  <a:pt x="692301" y="12044"/>
                  <a:pt x="692923" y="9947"/>
                </a:cubicBezTo>
                <a:cubicBezTo>
                  <a:pt x="693544" y="7851"/>
                  <a:pt x="694561" y="6065"/>
                  <a:pt x="695974" y="4589"/>
                </a:cubicBezTo>
                <a:cubicBezTo>
                  <a:pt x="697388" y="3114"/>
                  <a:pt x="699220" y="1980"/>
                  <a:pt x="701472" y="1188"/>
                </a:cubicBezTo>
                <a:cubicBezTo>
                  <a:pt x="703724" y="396"/>
                  <a:pt x="706481" y="0"/>
                  <a:pt x="709742" y="0"/>
                </a:cubicBezTo>
                <a:lnTo>
                  <a:pt x="713190" y="0"/>
                </a:lnTo>
                <a:lnTo>
                  <a:pt x="713190" y="6523"/>
                </a:lnTo>
                <a:lnTo>
                  <a:pt x="710441" y="6523"/>
                </a:lnTo>
                <a:cubicBezTo>
                  <a:pt x="703235" y="6523"/>
                  <a:pt x="699632" y="10017"/>
                  <a:pt x="699632" y="17006"/>
                </a:cubicBezTo>
                <a:lnTo>
                  <a:pt x="699632" y="27862"/>
                </a:lnTo>
                <a:cubicBezTo>
                  <a:pt x="699632" y="35441"/>
                  <a:pt x="696355" y="39712"/>
                  <a:pt x="689801" y="40674"/>
                </a:cubicBezTo>
                <a:cubicBezTo>
                  <a:pt x="696417" y="41327"/>
                  <a:pt x="699725" y="45582"/>
                  <a:pt x="699725" y="53441"/>
                </a:cubicBezTo>
                <a:lnTo>
                  <a:pt x="699725" y="69375"/>
                </a:lnTo>
                <a:cubicBezTo>
                  <a:pt x="699725" y="76488"/>
                  <a:pt x="703297" y="80044"/>
                  <a:pt x="710441" y="80044"/>
                </a:cubicBezTo>
                <a:lnTo>
                  <a:pt x="713190" y="80044"/>
                </a:lnTo>
                <a:lnTo>
                  <a:pt x="713190" y="86567"/>
                </a:lnTo>
                <a:close/>
                <a:moveTo>
                  <a:pt x="770406" y="77528"/>
                </a:moveTo>
                <a:lnTo>
                  <a:pt x="762672" y="77528"/>
                </a:lnTo>
                <a:lnTo>
                  <a:pt x="730710" y="1584"/>
                </a:lnTo>
                <a:lnTo>
                  <a:pt x="738445" y="1584"/>
                </a:lnTo>
                <a:lnTo>
                  <a:pt x="770406" y="77528"/>
                </a:lnTo>
                <a:close/>
                <a:moveTo>
                  <a:pt x="782569" y="20687"/>
                </a:moveTo>
                <a:lnTo>
                  <a:pt x="789791" y="20687"/>
                </a:lnTo>
                <a:lnTo>
                  <a:pt x="790117" y="28235"/>
                </a:lnTo>
                <a:cubicBezTo>
                  <a:pt x="791483" y="26619"/>
                  <a:pt x="792804" y="25276"/>
                  <a:pt x="794077" y="24204"/>
                </a:cubicBezTo>
                <a:cubicBezTo>
                  <a:pt x="795351" y="23133"/>
                  <a:pt x="796601" y="22271"/>
                  <a:pt x="797828" y="21619"/>
                </a:cubicBezTo>
                <a:cubicBezTo>
                  <a:pt x="799055" y="20966"/>
                  <a:pt x="800305" y="20508"/>
                  <a:pt x="801578" y="20244"/>
                </a:cubicBezTo>
                <a:cubicBezTo>
                  <a:pt x="802852" y="19980"/>
                  <a:pt x="804172" y="19848"/>
                  <a:pt x="805539" y="19848"/>
                </a:cubicBezTo>
                <a:cubicBezTo>
                  <a:pt x="810353" y="19848"/>
                  <a:pt x="813995" y="21269"/>
                  <a:pt x="816464" y="24111"/>
                </a:cubicBezTo>
                <a:cubicBezTo>
                  <a:pt x="818934" y="26953"/>
                  <a:pt x="820168" y="31232"/>
                  <a:pt x="820168" y="36947"/>
                </a:cubicBezTo>
                <a:lnTo>
                  <a:pt x="820168" y="67465"/>
                </a:lnTo>
                <a:lnTo>
                  <a:pt x="812061" y="67465"/>
                </a:lnTo>
                <a:lnTo>
                  <a:pt x="812061" y="37599"/>
                </a:lnTo>
                <a:cubicBezTo>
                  <a:pt x="812061" y="33934"/>
                  <a:pt x="811378" y="31224"/>
                  <a:pt x="810011" y="29469"/>
                </a:cubicBezTo>
                <a:cubicBezTo>
                  <a:pt x="808645" y="27714"/>
                  <a:pt x="806610" y="26837"/>
                  <a:pt x="803908" y="26837"/>
                </a:cubicBezTo>
                <a:cubicBezTo>
                  <a:pt x="802914" y="26837"/>
                  <a:pt x="801943" y="26984"/>
                  <a:pt x="800996" y="27279"/>
                </a:cubicBezTo>
                <a:cubicBezTo>
                  <a:pt x="800049" y="27574"/>
                  <a:pt x="799062" y="28087"/>
                  <a:pt x="798037" y="28817"/>
                </a:cubicBezTo>
                <a:cubicBezTo>
                  <a:pt x="797012" y="29547"/>
                  <a:pt x="795902" y="30533"/>
                  <a:pt x="794706" y="31775"/>
                </a:cubicBezTo>
                <a:cubicBezTo>
                  <a:pt x="793510" y="33018"/>
                  <a:pt x="792167" y="34571"/>
                  <a:pt x="790676" y="36435"/>
                </a:cubicBezTo>
                <a:lnTo>
                  <a:pt x="790676" y="67465"/>
                </a:lnTo>
                <a:lnTo>
                  <a:pt x="782569" y="67465"/>
                </a:lnTo>
                <a:lnTo>
                  <a:pt x="782569" y="20687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data:">
            <a:extLst xmlns:a="http://schemas.openxmlformats.org/drawingml/2006/main">
              <a:ext uri="{FF2B5EF4-FFF2-40B4-BE49-F238E27FC236}">
                <a16:creationId xmlns:a16="http://schemas.microsoft.com/office/drawing/2014/main" id="{EED1AC2A-1885-47F1-BA23-2DE8A1FC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419" y="5414265"/>
            <a:ext cx="235762" cy="66719"/>
          </a:xfrm>
          <a:custGeom xmlns:a="http://schemas.openxmlformats.org/drawingml/2006/main">
            <a:pathLst>
              <a:path w="235762" h="66719">
                <a:moveTo>
                  <a:pt x="0" y="43470"/>
                </a:moveTo>
                <a:cubicBezTo>
                  <a:pt x="0" y="39494"/>
                  <a:pt x="544" y="35961"/>
                  <a:pt x="1631" y="32870"/>
                </a:cubicBezTo>
                <a:cubicBezTo>
                  <a:pt x="2718" y="29780"/>
                  <a:pt x="4263" y="27171"/>
                  <a:pt x="6267" y="25043"/>
                </a:cubicBezTo>
                <a:cubicBezTo>
                  <a:pt x="8270" y="22915"/>
                  <a:pt x="10677" y="21300"/>
                  <a:pt x="13488" y="20197"/>
                </a:cubicBezTo>
                <a:cubicBezTo>
                  <a:pt x="16299" y="19095"/>
                  <a:pt x="19429" y="18543"/>
                  <a:pt x="22876" y="18543"/>
                </a:cubicBezTo>
                <a:cubicBezTo>
                  <a:pt x="24367" y="18543"/>
                  <a:pt x="25835" y="18637"/>
                  <a:pt x="27279" y="18823"/>
                </a:cubicBezTo>
                <a:cubicBezTo>
                  <a:pt x="28724" y="19009"/>
                  <a:pt x="30145" y="19304"/>
                  <a:pt x="31543" y="19708"/>
                </a:cubicBezTo>
                <a:lnTo>
                  <a:pt x="31543" y="0"/>
                </a:lnTo>
                <a:lnTo>
                  <a:pt x="39696" y="0"/>
                </a:lnTo>
                <a:lnTo>
                  <a:pt x="39696" y="65881"/>
                </a:lnTo>
                <a:lnTo>
                  <a:pt x="32428" y="65881"/>
                </a:lnTo>
                <a:lnTo>
                  <a:pt x="32148" y="57028"/>
                </a:lnTo>
                <a:cubicBezTo>
                  <a:pt x="29881" y="60321"/>
                  <a:pt x="27427" y="62759"/>
                  <a:pt x="24787" y="64343"/>
                </a:cubicBezTo>
                <a:cubicBezTo>
                  <a:pt x="22147" y="65927"/>
                  <a:pt x="19289" y="66719"/>
                  <a:pt x="16214" y="66719"/>
                </a:cubicBezTo>
                <a:cubicBezTo>
                  <a:pt x="13543" y="66719"/>
                  <a:pt x="11190" y="66160"/>
                  <a:pt x="9155" y="65042"/>
                </a:cubicBezTo>
                <a:cubicBezTo>
                  <a:pt x="7121" y="63924"/>
                  <a:pt x="5428" y="62347"/>
                  <a:pt x="4077" y="60313"/>
                </a:cubicBezTo>
                <a:cubicBezTo>
                  <a:pt x="2726" y="58278"/>
                  <a:pt x="1708" y="55832"/>
                  <a:pt x="1025" y="52975"/>
                </a:cubicBezTo>
                <a:cubicBezTo>
                  <a:pt x="342" y="50117"/>
                  <a:pt x="0" y="46949"/>
                  <a:pt x="0" y="43470"/>
                </a:cubicBezTo>
                <a:moveTo>
                  <a:pt x="8293" y="42957"/>
                </a:moveTo>
                <a:cubicBezTo>
                  <a:pt x="8293" y="48611"/>
                  <a:pt x="9124" y="52827"/>
                  <a:pt x="10786" y="55607"/>
                </a:cubicBezTo>
                <a:cubicBezTo>
                  <a:pt x="12448" y="58387"/>
                  <a:pt x="14801" y="59777"/>
                  <a:pt x="17845" y="59777"/>
                </a:cubicBezTo>
                <a:cubicBezTo>
                  <a:pt x="19895" y="59777"/>
                  <a:pt x="22061" y="58861"/>
                  <a:pt x="24344" y="57028"/>
                </a:cubicBezTo>
                <a:cubicBezTo>
                  <a:pt x="26627" y="55196"/>
                  <a:pt x="29027" y="52478"/>
                  <a:pt x="31543" y="48875"/>
                </a:cubicBezTo>
                <a:lnTo>
                  <a:pt x="31543" y="27163"/>
                </a:lnTo>
                <a:cubicBezTo>
                  <a:pt x="30207" y="26542"/>
                  <a:pt x="28731" y="26068"/>
                  <a:pt x="27116" y="25742"/>
                </a:cubicBezTo>
                <a:cubicBezTo>
                  <a:pt x="25501" y="25416"/>
                  <a:pt x="23901" y="25253"/>
                  <a:pt x="22317" y="25253"/>
                </a:cubicBezTo>
                <a:cubicBezTo>
                  <a:pt x="17907" y="25253"/>
                  <a:pt x="14467" y="26681"/>
                  <a:pt x="11997" y="29539"/>
                </a:cubicBezTo>
                <a:cubicBezTo>
                  <a:pt x="9528" y="32397"/>
                  <a:pt x="8293" y="36869"/>
                  <a:pt x="8293" y="42957"/>
                </a:cubicBezTo>
                <a:close/>
                <a:moveTo>
                  <a:pt x="84286" y="65881"/>
                </a:moveTo>
                <a:lnTo>
                  <a:pt x="84100" y="59578"/>
                </a:lnTo>
                <a:cubicBezTo>
                  <a:pt x="81553" y="62098"/>
                  <a:pt x="78967" y="63919"/>
                  <a:pt x="76342" y="65039"/>
                </a:cubicBezTo>
                <a:cubicBezTo>
                  <a:pt x="73718" y="66159"/>
                  <a:pt x="70961" y="66719"/>
                  <a:pt x="68072" y="66719"/>
                </a:cubicBezTo>
                <a:cubicBezTo>
                  <a:pt x="65401" y="66719"/>
                  <a:pt x="63118" y="66377"/>
                  <a:pt x="61223" y="65693"/>
                </a:cubicBezTo>
                <a:cubicBezTo>
                  <a:pt x="59329" y="65008"/>
                  <a:pt x="57768" y="64067"/>
                  <a:pt x="56541" y="62870"/>
                </a:cubicBezTo>
                <a:cubicBezTo>
                  <a:pt x="55314" y="61672"/>
                  <a:pt x="54413" y="60264"/>
                  <a:pt x="53839" y="58646"/>
                </a:cubicBezTo>
                <a:cubicBezTo>
                  <a:pt x="53264" y="57028"/>
                  <a:pt x="52977" y="55270"/>
                  <a:pt x="52977" y="53372"/>
                </a:cubicBezTo>
                <a:cubicBezTo>
                  <a:pt x="52977" y="48674"/>
                  <a:pt x="54724" y="44995"/>
                  <a:pt x="58218" y="42336"/>
                </a:cubicBezTo>
                <a:cubicBezTo>
                  <a:pt x="61713" y="39675"/>
                  <a:pt x="66877" y="38345"/>
                  <a:pt x="73710" y="38345"/>
                </a:cubicBezTo>
                <a:lnTo>
                  <a:pt x="83401" y="38345"/>
                </a:lnTo>
                <a:lnTo>
                  <a:pt x="83401" y="34259"/>
                </a:lnTo>
                <a:cubicBezTo>
                  <a:pt x="83401" y="31505"/>
                  <a:pt x="82516" y="29299"/>
                  <a:pt x="80745" y="27643"/>
                </a:cubicBezTo>
                <a:cubicBezTo>
                  <a:pt x="78975" y="25987"/>
                  <a:pt x="76272" y="25159"/>
                  <a:pt x="72638" y="25159"/>
                </a:cubicBezTo>
                <a:cubicBezTo>
                  <a:pt x="69998" y="25159"/>
                  <a:pt x="67397" y="25459"/>
                  <a:pt x="64834" y="26058"/>
                </a:cubicBezTo>
                <a:cubicBezTo>
                  <a:pt x="62272" y="26656"/>
                  <a:pt x="59624" y="27506"/>
                  <a:pt x="56890" y="28607"/>
                </a:cubicBezTo>
                <a:lnTo>
                  <a:pt x="56890" y="21292"/>
                </a:lnTo>
                <a:cubicBezTo>
                  <a:pt x="57915" y="20914"/>
                  <a:pt x="59057" y="20543"/>
                  <a:pt x="60315" y="20180"/>
                </a:cubicBezTo>
                <a:cubicBezTo>
                  <a:pt x="61573" y="19817"/>
                  <a:pt x="62901" y="19494"/>
                  <a:pt x="64298" y="19210"/>
                </a:cubicBezTo>
                <a:cubicBezTo>
                  <a:pt x="65696" y="18926"/>
                  <a:pt x="67156" y="18697"/>
                  <a:pt x="68678" y="18525"/>
                </a:cubicBezTo>
                <a:cubicBezTo>
                  <a:pt x="70200" y="18351"/>
                  <a:pt x="71738" y="18264"/>
                  <a:pt x="73291" y="18264"/>
                </a:cubicBezTo>
                <a:cubicBezTo>
                  <a:pt x="76117" y="18264"/>
                  <a:pt x="78664" y="18575"/>
                  <a:pt x="80932" y="19196"/>
                </a:cubicBezTo>
                <a:cubicBezTo>
                  <a:pt x="83199" y="19817"/>
                  <a:pt x="85117" y="20764"/>
                  <a:pt x="86686" y="22038"/>
                </a:cubicBezTo>
                <a:cubicBezTo>
                  <a:pt x="88254" y="23311"/>
                  <a:pt x="89458" y="24911"/>
                  <a:pt x="90297" y="26837"/>
                </a:cubicBezTo>
                <a:cubicBezTo>
                  <a:pt x="91135" y="28763"/>
                  <a:pt x="91555" y="31030"/>
                  <a:pt x="91555" y="33639"/>
                </a:cubicBezTo>
                <a:lnTo>
                  <a:pt x="91555" y="65881"/>
                </a:lnTo>
                <a:lnTo>
                  <a:pt x="84286" y="65881"/>
                </a:lnTo>
                <a:moveTo>
                  <a:pt x="83401" y="44542"/>
                </a:moveTo>
                <a:lnTo>
                  <a:pt x="73104" y="44542"/>
                </a:lnTo>
                <a:cubicBezTo>
                  <a:pt x="71085" y="44542"/>
                  <a:pt x="69346" y="44744"/>
                  <a:pt x="67886" y="45150"/>
                </a:cubicBezTo>
                <a:cubicBezTo>
                  <a:pt x="66426" y="45555"/>
                  <a:pt x="65230" y="46131"/>
                  <a:pt x="64298" y="46878"/>
                </a:cubicBezTo>
                <a:cubicBezTo>
                  <a:pt x="63367" y="47626"/>
                  <a:pt x="62675" y="48522"/>
                  <a:pt x="62225" y="49566"/>
                </a:cubicBezTo>
                <a:cubicBezTo>
                  <a:pt x="61775" y="50610"/>
                  <a:pt x="61550" y="51786"/>
                  <a:pt x="61550" y="53094"/>
                </a:cubicBezTo>
                <a:cubicBezTo>
                  <a:pt x="61550" y="53998"/>
                  <a:pt x="61689" y="54863"/>
                  <a:pt x="61969" y="55689"/>
                </a:cubicBezTo>
                <a:cubicBezTo>
                  <a:pt x="62248" y="56514"/>
                  <a:pt x="62699" y="57246"/>
                  <a:pt x="63320" y="57884"/>
                </a:cubicBezTo>
                <a:cubicBezTo>
                  <a:pt x="63941" y="58523"/>
                  <a:pt x="64749" y="59029"/>
                  <a:pt x="65743" y="59403"/>
                </a:cubicBezTo>
                <a:cubicBezTo>
                  <a:pt x="66737" y="59777"/>
                  <a:pt x="67948" y="59963"/>
                  <a:pt x="69377" y="59963"/>
                </a:cubicBezTo>
                <a:cubicBezTo>
                  <a:pt x="71241" y="59963"/>
                  <a:pt x="73376" y="59395"/>
                  <a:pt x="75783" y="58258"/>
                </a:cubicBezTo>
                <a:cubicBezTo>
                  <a:pt x="78191" y="57121"/>
                  <a:pt x="80730" y="55321"/>
                  <a:pt x="83401" y="52860"/>
                </a:cubicBezTo>
                <a:lnTo>
                  <a:pt x="83401" y="44542"/>
                </a:lnTo>
                <a:close/>
                <a:moveTo>
                  <a:pt x="143786" y="65182"/>
                </a:moveTo>
                <a:cubicBezTo>
                  <a:pt x="141953" y="65664"/>
                  <a:pt x="140059" y="66010"/>
                  <a:pt x="138102" y="66218"/>
                </a:cubicBezTo>
                <a:cubicBezTo>
                  <a:pt x="136145" y="66428"/>
                  <a:pt x="134157" y="66533"/>
                  <a:pt x="132138" y="66533"/>
                </a:cubicBezTo>
                <a:cubicBezTo>
                  <a:pt x="126268" y="66533"/>
                  <a:pt x="121888" y="65205"/>
                  <a:pt x="118999" y="62549"/>
                </a:cubicBezTo>
                <a:cubicBezTo>
                  <a:pt x="116111" y="59894"/>
                  <a:pt x="114666" y="55817"/>
                  <a:pt x="114666" y="50319"/>
                </a:cubicBezTo>
                <a:lnTo>
                  <a:pt x="114666" y="25905"/>
                </a:lnTo>
                <a:lnTo>
                  <a:pt x="101574" y="25905"/>
                </a:lnTo>
                <a:lnTo>
                  <a:pt x="101574" y="19103"/>
                </a:lnTo>
                <a:lnTo>
                  <a:pt x="114666" y="19103"/>
                </a:lnTo>
                <a:lnTo>
                  <a:pt x="114666" y="6203"/>
                </a:lnTo>
                <a:lnTo>
                  <a:pt x="122773" y="4100"/>
                </a:lnTo>
                <a:lnTo>
                  <a:pt x="122773" y="19103"/>
                </a:lnTo>
                <a:lnTo>
                  <a:pt x="143786" y="19103"/>
                </a:lnTo>
                <a:lnTo>
                  <a:pt x="143786" y="25905"/>
                </a:lnTo>
                <a:lnTo>
                  <a:pt x="122773" y="25905"/>
                </a:lnTo>
                <a:lnTo>
                  <a:pt x="122773" y="49667"/>
                </a:lnTo>
                <a:cubicBezTo>
                  <a:pt x="122773" y="53021"/>
                  <a:pt x="123666" y="55529"/>
                  <a:pt x="125452" y="57191"/>
                </a:cubicBezTo>
                <a:cubicBezTo>
                  <a:pt x="127238" y="58853"/>
                  <a:pt x="129871" y="59684"/>
                  <a:pt x="133350" y="59684"/>
                </a:cubicBezTo>
                <a:cubicBezTo>
                  <a:pt x="134840" y="59684"/>
                  <a:pt x="136471" y="59564"/>
                  <a:pt x="138242" y="59324"/>
                </a:cubicBezTo>
                <a:cubicBezTo>
                  <a:pt x="140012" y="59083"/>
                  <a:pt x="141860" y="58706"/>
                  <a:pt x="143786" y="58193"/>
                </a:cubicBezTo>
                <a:lnTo>
                  <a:pt x="143786" y="65182"/>
                </a:lnTo>
                <a:close/>
                <a:moveTo>
                  <a:pt x="188003" y="65881"/>
                </a:moveTo>
                <a:lnTo>
                  <a:pt x="187817" y="59578"/>
                </a:lnTo>
                <a:cubicBezTo>
                  <a:pt x="185270" y="62098"/>
                  <a:pt x="182684" y="63919"/>
                  <a:pt x="180060" y="65039"/>
                </a:cubicBezTo>
                <a:cubicBezTo>
                  <a:pt x="177435" y="66159"/>
                  <a:pt x="174678" y="66719"/>
                  <a:pt x="171790" y="66719"/>
                </a:cubicBezTo>
                <a:cubicBezTo>
                  <a:pt x="169118" y="66719"/>
                  <a:pt x="166835" y="66377"/>
                  <a:pt x="164941" y="65693"/>
                </a:cubicBezTo>
                <a:cubicBezTo>
                  <a:pt x="163046" y="65008"/>
                  <a:pt x="161485" y="64067"/>
                  <a:pt x="160258" y="62870"/>
                </a:cubicBezTo>
                <a:cubicBezTo>
                  <a:pt x="159031" y="61672"/>
                  <a:pt x="158131" y="60264"/>
                  <a:pt x="157556" y="58646"/>
                </a:cubicBezTo>
                <a:cubicBezTo>
                  <a:pt x="156981" y="57028"/>
                  <a:pt x="156694" y="55270"/>
                  <a:pt x="156694" y="53372"/>
                </a:cubicBezTo>
                <a:cubicBezTo>
                  <a:pt x="156694" y="48674"/>
                  <a:pt x="158441" y="44995"/>
                  <a:pt x="161935" y="42336"/>
                </a:cubicBezTo>
                <a:cubicBezTo>
                  <a:pt x="165430" y="39675"/>
                  <a:pt x="170594" y="38345"/>
                  <a:pt x="177427" y="38345"/>
                </a:cubicBezTo>
                <a:lnTo>
                  <a:pt x="187118" y="38345"/>
                </a:lnTo>
                <a:lnTo>
                  <a:pt x="187118" y="34259"/>
                </a:lnTo>
                <a:cubicBezTo>
                  <a:pt x="187118" y="31505"/>
                  <a:pt x="186233" y="29299"/>
                  <a:pt x="184463" y="27643"/>
                </a:cubicBezTo>
                <a:cubicBezTo>
                  <a:pt x="182692" y="25987"/>
                  <a:pt x="179990" y="25159"/>
                  <a:pt x="176356" y="25159"/>
                </a:cubicBezTo>
                <a:cubicBezTo>
                  <a:pt x="173715" y="25159"/>
                  <a:pt x="171114" y="25459"/>
                  <a:pt x="168551" y="26058"/>
                </a:cubicBezTo>
                <a:cubicBezTo>
                  <a:pt x="165989" y="26656"/>
                  <a:pt x="163341" y="27506"/>
                  <a:pt x="160608" y="28607"/>
                </a:cubicBezTo>
                <a:lnTo>
                  <a:pt x="160608" y="21292"/>
                </a:lnTo>
                <a:cubicBezTo>
                  <a:pt x="161633" y="20914"/>
                  <a:pt x="162774" y="20543"/>
                  <a:pt x="164032" y="20180"/>
                </a:cubicBezTo>
                <a:cubicBezTo>
                  <a:pt x="165290" y="19817"/>
                  <a:pt x="166618" y="19494"/>
                  <a:pt x="168016" y="19210"/>
                </a:cubicBezTo>
                <a:cubicBezTo>
                  <a:pt x="169413" y="18926"/>
                  <a:pt x="170873" y="18697"/>
                  <a:pt x="172395" y="18525"/>
                </a:cubicBezTo>
                <a:cubicBezTo>
                  <a:pt x="173917" y="18351"/>
                  <a:pt x="175455" y="18264"/>
                  <a:pt x="177008" y="18264"/>
                </a:cubicBezTo>
                <a:cubicBezTo>
                  <a:pt x="179834" y="18264"/>
                  <a:pt x="182381" y="18575"/>
                  <a:pt x="184649" y="19196"/>
                </a:cubicBezTo>
                <a:cubicBezTo>
                  <a:pt x="186916" y="19817"/>
                  <a:pt x="188834" y="20764"/>
                  <a:pt x="190403" y="22038"/>
                </a:cubicBezTo>
                <a:cubicBezTo>
                  <a:pt x="191972" y="23311"/>
                  <a:pt x="193175" y="24911"/>
                  <a:pt x="194014" y="26837"/>
                </a:cubicBezTo>
                <a:cubicBezTo>
                  <a:pt x="194852" y="28763"/>
                  <a:pt x="195272" y="31030"/>
                  <a:pt x="195272" y="33639"/>
                </a:cubicBezTo>
                <a:lnTo>
                  <a:pt x="195272" y="65881"/>
                </a:lnTo>
                <a:lnTo>
                  <a:pt x="188003" y="65881"/>
                </a:lnTo>
                <a:moveTo>
                  <a:pt x="187118" y="44542"/>
                </a:moveTo>
                <a:lnTo>
                  <a:pt x="176822" y="44542"/>
                </a:lnTo>
                <a:cubicBezTo>
                  <a:pt x="174803" y="44542"/>
                  <a:pt x="173063" y="44744"/>
                  <a:pt x="171603" y="45150"/>
                </a:cubicBezTo>
                <a:cubicBezTo>
                  <a:pt x="170143" y="45555"/>
                  <a:pt x="168948" y="46131"/>
                  <a:pt x="168016" y="46878"/>
                </a:cubicBezTo>
                <a:cubicBezTo>
                  <a:pt x="167084" y="47626"/>
                  <a:pt x="166393" y="48522"/>
                  <a:pt x="165942" y="49566"/>
                </a:cubicBezTo>
                <a:cubicBezTo>
                  <a:pt x="165492" y="50610"/>
                  <a:pt x="165267" y="51786"/>
                  <a:pt x="165267" y="53094"/>
                </a:cubicBezTo>
                <a:cubicBezTo>
                  <a:pt x="165267" y="53998"/>
                  <a:pt x="165407" y="54863"/>
                  <a:pt x="165686" y="55689"/>
                </a:cubicBezTo>
                <a:cubicBezTo>
                  <a:pt x="165966" y="56514"/>
                  <a:pt x="166416" y="57246"/>
                  <a:pt x="167037" y="57884"/>
                </a:cubicBezTo>
                <a:cubicBezTo>
                  <a:pt x="167658" y="58523"/>
                  <a:pt x="168466" y="59029"/>
                  <a:pt x="169460" y="59403"/>
                </a:cubicBezTo>
                <a:cubicBezTo>
                  <a:pt x="170454" y="59777"/>
                  <a:pt x="171665" y="59963"/>
                  <a:pt x="173094" y="59963"/>
                </a:cubicBezTo>
                <a:cubicBezTo>
                  <a:pt x="174958" y="59963"/>
                  <a:pt x="177093" y="59395"/>
                  <a:pt x="179501" y="58258"/>
                </a:cubicBezTo>
                <a:cubicBezTo>
                  <a:pt x="181908" y="57121"/>
                  <a:pt x="184447" y="55321"/>
                  <a:pt x="187118" y="52860"/>
                </a:cubicBezTo>
                <a:lnTo>
                  <a:pt x="187118" y="44542"/>
                </a:lnTo>
                <a:close/>
                <a:moveTo>
                  <a:pt x="228587" y="18264"/>
                </a:moveTo>
                <a:cubicBezTo>
                  <a:pt x="229549" y="18264"/>
                  <a:pt x="230466" y="18458"/>
                  <a:pt x="231335" y="18846"/>
                </a:cubicBezTo>
                <a:cubicBezTo>
                  <a:pt x="232205" y="19235"/>
                  <a:pt x="232966" y="19755"/>
                  <a:pt x="233618" y="20407"/>
                </a:cubicBezTo>
                <a:cubicBezTo>
                  <a:pt x="234271" y="21059"/>
                  <a:pt x="234791" y="21820"/>
                  <a:pt x="235179" y="22690"/>
                </a:cubicBezTo>
                <a:cubicBezTo>
                  <a:pt x="235567" y="23560"/>
                  <a:pt x="235762" y="24476"/>
                  <a:pt x="235762" y="25439"/>
                </a:cubicBezTo>
                <a:cubicBezTo>
                  <a:pt x="235762" y="26433"/>
                  <a:pt x="235567" y="27357"/>
                  <a:pt x="235179" y="28211"/>
                </a:cubicBezTo>
                <a:cubicBezTo>
                  <a:pt x="234791" y="29065"/>
                  <a:pt x="234271" y="29819"/>
                  <a:pt x="233618" y="30471"/>
                </a:cubicBezTo>
                <a:cubicBezTo>
                  <a:pt x="232966" y="31123"/>
                  <a:pt x="232205" y="31636"/>
                  <a:pt x="231335" y="32008"/>
                </a:cubicBezTo>
                <a:cubicBezTo>
                  <a:pt x="230466" y="32381"/>
                  <a:pt x="229549" y="32568"/>
                  <a:pt x="228587" y="32568"/>
                </a:cubicBezTo>
                <a:cubicBezTo>
                  <a:pt x="227593" y="32568"/>
                  <a:pt x="226668" y="32381"/>
                  <a:pt x="225814" y="32008"/>
                </a:cubicBezTo>
                <a:cubicBezTo>
                  <a:pt x="224960" y="31636"/>
                  <a:pt x="224207" y="31123"/>
                  <a:pt x="223555" y="30471"/>
                </a:cubicBezTo>
                <a:cubicBezTo>
                  <a:pt x="222902" y="29819"/>
                  <a:pt x="222390" y="29065"/>
                  <a:pt x="222017" y="28211"/>
                </a:cubicBezTo>
                <a:cubicBezTo>
                  <a:pt x="221644" y="27357"/>
                  <a:pt x="221458" y="26433"/>
                  <a:pt x="221458" y="25439"/>
                </a:cubicBezTo>
                <a:cubicBezTo>
                  <a:pt x="221458" y="24476"/>
                  <a:pt x="221644" y="23560"/>
                  <a:pt x="222017" y="22690"/>
                </a:cubicBezTo>
                <a:cubicBezTo>
                  <a:pt x="222390" y="21820"/>
                  <a:pt x="222902" y="21059"/>
                  <a:pt x="223555" y="20407"/>
                </a:cubicBezTo>
                <a:cubicBezTo>
                  <a:pt x="224207" y="19755"/>
                  <a:pt x="224960" y="19235"/>
                  <a:pt x="225814" y="18846"/>
                </a:cubicBezTo>
                <a:cubicBezTo>
                  <a:pt x="226668" y="18458"/>
                  <a:pt x="227593" y="18264"/>
                  <a:pt x="228587" y="18264"/>
                </a:cubicBezTo>
                <a:moveTo>
                  <a:pt x="228587" y="52416"/>
                </a:moveTo>
                <a:cubicBezTo>
                  <a:pt x="229549" y="52416"/>
                  <a:pt x="230466" y="52610"/>
                  <a:pt x="231335" y="52998"/>
                </a:cubicBezTo>
                <a:cubicBezTo>
                  <a:pt x="232205" y="53386"/>
                  <a:pt x="232966" y="53906"/>
                  <a:pt x="233618" y="54559"/>
                </a:cubicBezTo>
                <a:cubicBezTo>
                  <a:pt x="234271" y="55211"/>
                  <a:pt x="234791" y="55972"/>
                  <a:pt x="235179" y="56842"/>
                </a:cubicBezTo>
                <a:cubicBezTo>
                  <a:pt x="235567" y="57711"/>
                  <a:pt x="235762" y="58628"/>
                  <a:pt x="235762" y="59591"/>
                </a:cubicBezTo>
                <a:cubicBezTo>
                  <a:pt x="235762" y="60585"/>
                  <a:pt x="235567" y="61509"/>
                  <a:pt x="235179" y="62363"/>
                </a:cubicBezTo>
                <a:cubicBezTo>
                  <a:pt x="234791" y="63217"/>
                  <a:pt x="234271" y="63970"/>
                  <a:pt x="233618" y="64623"/>
                </a:cubicBezTo>
                <a:cubicBezTo>
                  <a:pt x="232966" y="65275"/>
                  <a:pt x="232205" y="65787"/>
                  <a:pt x="231335" y="66160"/>
                </a:cubicBezTo>
                <a:cubicBezTo>
                  <a:pt x="230466" y="66533"/>
                  <a:pt x="229549" y="66719"/>
                  <a:pt x="228587" y="66719"/>
                </a:cubicBezTo>
                <a:cubicBezTo>
                  <a:pt x="227593" y="66719"/>
                  <a:pt x="226668" y="66533"/>
                  <a:pt x="225814" y="66160"/>
                </a:cubicBezTo>
                <a:cubicBezTo>
                  <a:pt x="224960" y="65787"/>
                  <a:pt x="224207" y="65275"/>
                  <a:pt x="223555" y="64623"/>
                </a:cubicBezTo>
                <a:cubicBezTo>
                  <a:pt x="222902" y="63970"/>
                  <a:pt x="222390" y="63217"/>
                  <a:pt x="222017" y="62363"/>
                </a:cubicBezTo>
                <a:cubicBezTo>
                  <a:pt x="221644" y="61509"/>
                  <a:pt x="221458" y="60585"/>
                  <a:pt x="221458" y="59591"/>
                </a:cubicBezTo>
                <a:cubicBezTo>
                  <a:pt x="221458" y="58628"/>
                  <a:pt x="221644" y="57711"/>
                  <a:pt x="222017" y="56842"/>
                </a:cubicBezTo>
                <a:cubicBezTo>
                  <a:pt x="222390" y="55972"/>
                  <a:pt x="222902" y="55211"/>
                  <a:pt x="223555" y="54559"/>
                </a:cubicBezTo>
                <a:cubicBezTo>
                  <a:pt x="224207" y="53906"/>
                  <a:pt x="224960" y="53386"/>
                  <a:pt x="225814" y="52998"/>
                </a:cubicBezTo>
                <a:cubicBezTo>
                  <a:pt x="226668" y="52610"/>
                  <a:pt x="227593" y="52416"/>
                  <a:pt x="228587" y="52416"/>
                </a:cubicBez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[]\n">
            <a:extLst xmlns:a="http://schemas.openxmlformats.org/drawingml/2006/main">
              <a:ext uri="{FF2B5EF4-FFF2-40B4-BE49-F238E27FC236}">
                <a16:creationId xmlns:a16="http://schemas.microsoft.com/office/drawing/2014/main" id="{E2DE87DD-F734-47F7-88E2-F707F626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309" y="5534030"/>
            <a:ext cx="184555" cy="86567"/>
          </a:xfrm>
          <a:custGeom xmlns:a="http://schemas.openxmlformats.org/drawingml/2006/main">
            <a:pathLst>
              <a:path w="184555" h="86567">
                <a:moveTo>
                  <a:pt x="22970" y="86567"/>
                </a:moveTo>
                <a:lnTo>
                  <a:pt x="0" y="86567"/>
                </a:lnTo>
                <a:lnTo>
                  <a:pt x="0" y="0"/>
                </a:lnTo>
                <a:lnTo>
                  <a:pt x="22970" y="0"/>
                </a:lnTo>
                <a:lnTo>
                  <a:pt x="22970" y="6523"/>
                </a:lnTo>
                <a:lnTo>
                  <a:pt x="7734" y="6523"/>
                </a:lnTo>
                <a:lnTo>
                  <a:pt x="7734" y="80044"/>
                </a:lnTo>
                <a:lnTo>
                  <a:pt x="22970" y="80044"/>
                </a:lnTo>
                <a:lnTo>
                  <a:pt x="22970" y="86567"/>
                </a:lnTo>
                <a:close/>
                <a:moveTo>
                  <a:pt x="72172" y="86567"/>
                </a:moveTo>
                <a:lnTo>
                  <a:pt x="49203" y="86567"/>
                </a:lnTo>
                <a:lnTo>
                  <a:pt x="49203" y="80044"/>
                </a:lnTo>
                <a:lnTo>
                  <a:pt x="64345" y="80044"/>
                </a:lnTo>
                <a:lnTo>
                  <a:pt x="64345" y="6523"/>
                </a:lnTo>
                <a:lnTo>
                  <a:pt x="49203" y="6523"/>
                </a:lnTo>
                <a:lnTo>
                  <a:pt x="49203" y="0"/>
                </a:lnTo>
                <a:lnTo>
                  <a:pt x="72172" y="0"/>
                </a:lnTo>
                <a:lnTo>
                  <a:pt x="72172" y="86567"/>
                </a:lnTo>
                <a:close/>
                <a:moveTo>
                  <a:pt x="134794" y="77528"/>
                </a:moveTo>
                <a:lnTo>
                  <a:pt x="127059" y="77528"/>
                </a:lnTo>
                <a:lnTo>
                  <a:pt x="95098" y="1584"/>
                </a:lnTo>
                <a:lnTo>
                  <a:pt x="102832" y="1584"/>
                </a:lnTo>
                <a:lnTo>
                  <a:pt x="134794" y="77528"/>
                </a:lnTo>
                <a:close/>
                <a:moveTo>
                  <a:pt x="146956" y="20687"/>
                </a:moveTo>
                <a:lnTo>
                  <a:pt x="154178" y="20687"/>
                </a:lnTo>
                <a:lnTo>
                  <a:pt x="154504" y="28235"/>
                </a:lnTo>
                <a:cubicBezTo>
                  <a:pt x="155871" y="26619"/>
                  <a:pt x="157191" y="25276"/>
                  <a:pt x="158464" y="24204"/>
                </a:cubicBezTo>
                <a:cubicBezTo>
                  <a:pt x="159738" y="23133"/>
                  <a:pt x="160988" y="22271"/>
                  <a:pt x="162215" y="21619"/>
                </a:cubicBezTo>
                <a:cubicBezTo>
                  <a:pt x="163442" y="20966"/>
                  <a:pt x="164692" y="20508"/>
                  <a:pt x="165965" y="20244"/>
                </a:cubicBezTo>
                <a:cubicBezTo>
                  <a:pt x="167239" y="19980"/>
                  <a:pt x="168559" y="19848"/>
                  <a:pt x="169926" y="19848"/>
                </a:cubicBezTo>
                <a:cubicBezTo>
                  <a:pt x="174740" y="19848"/>
                  <a:pt x="178382" y="21269"/>
                  <a:pt x="180851" y="24111"/>
                </a:cubicBezTo>
                <a:cubicBezTo>
                  <a:pt x="183321" y="26953"/>
                  <a:pt x="184555" y="31232"/>
                  <a:pt x="184555" y="36947"/>
                </a:cubicBezTo>
                <a:lnTo>
                  <a:pt x="184555" y="67465"/>
                </a:lnTo>
                <a:lnTo>
                  <a:pt x="176448" y="67465"/>
                </a:lnTo>
                <a:lnTo>
                  <a:pt x="176448" y="37599"/>
                </a:lnTo>
                <a:cubicBezTo>
                  <a:pt x="176448" y="33934"/>
                  <a:pt x="175765" y="31224"/>
                  <a:pt x="174398" y="29469"/>
                </a:cubicBezTo>
                <a:cubicBezTo>
                  <a:pt x="173032" y="27714"/>
                  <a:pt x="170997" y="26837"/>
                  <a:pt x="168295" y="26837"/>
                </a:cubicBezTo>
                <a:cubicBezTo>
                  <a:pt x="167301" y="26837"/>
                  <a:pt x="166330" y="26984"/>
                  <a:pt x="165383" y="27279"/>
                </a:cubicBezTo>
                <a:cubicBezTo>
                  <a:pt x="164436" y="27574"/>
                  <a:pt x="163449" y="28087"/>
                  <a:pt x="162424" y="28817"/>
                </a:cubicBezTo>
                <a:cubicBezTo>
                  <a:pt x="161399" y="29547"/>
                  <a:pt x="160289" y="30533"/>
                  <a:pt x="159093" y="31775"/>
                </a:cubicBezTo>
                <a:cubicBezTo>
                  <a:pt x="157897" y="33018"/>
                  <a:pt x="156554" y="34571"/>
                  <a:pt x="155063" y="36435"/>
                </a:cubicBezTo>
                <a:lnTo>
                  <a:pt x="155063" y="67465"/>
                </a:lnTo>
                <a:lnTo>
                  <a:pt x="146956" y="67465"/>
                </a:lnTo>
                <a:lnTo>
                  <a:pt x="146956" y="20687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};\n}\n\ncomponentDidMount(){\n">
            <a:extLst xmlns:a="http://schemas.openxmlformats.org/drawingml/2006/main">
              <a:ext uri="{FF2B5EF4-FFF2-40B4-BE49-F238E27FC236}">
                <a16:creationId xmlns:a16="http://schemas.microsoft.com/office/drawing/2014/main" id="{B5E49F0B-D9F1-458F-B0CD-4BD5325C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790" y="5532073"/>
            <a:ext cx="1797746" cy="88990"/>
          </a:xfrm>
          <a:custGeom xmlns:a="http://schemas.openxmlformats.org/drawingml/2006/main">
            <a:pathLst>
              <a:path w="1797746" h="88990">
                <a:moveTo>
                  <a:pt x="0" y="1957"/>
                </a:moveTo>
                <a:lnTo>
                  <a:pt x="3448" y="1957"/>
                </a:lnTo>
                <a:cubicBezTo>
                  <a:pt x="9443" y="1957"/>
                  <a:pt x="13900" y="3362"/>
                  <a:pt x="16820" y="6173"/>
                </a:cubicBezTo>
                <a:cubicBezTo>
                  <a:pt x="19739" y="8984"/>
                  <a:pt x="21199" y="13248"/>
                  <a:pt x="21199" y="18963"/>
                </a:cubicBezTo>
                <a:lnTo>
                  <a:pt x="21199" y="29725"/>
                </a:lnTo>
                <a:cubicBezTo>
                  <a:pt x="21199" y="31247"/>
                  <a:pt x="21370" y="32606"/>
                  <a:pt x="21712" y="33802"/>
                </a:cubicBezTo>
                <a:cubicBezTo>
                  <a:pt x="22053" y="34998"/>
                  <a:pt x="22651" y="36008"/>
                  <a:pt x="23505" y="36831"/>
                </a:cubicBezTo>
                <a:cubicBezTo>
                  <a:pt x="24360" y="37654"/>
                  <a:pt x="25501" y="38283"/>
                  <a:pt x="26930" y="38718"/>
                </a:cubicBezTo>
                <a:cubicBezTo>
                  <a:pt x="28359" y="39152"/>
                  <a:pt x="30145" y="39370"/>
                  <a:pt x="32288" y="39370"/>
                </a:cubicBezTo>
                <a:lnTo>
                  <a:pt x="34291" y="39370"/>
                </a:lnTo>
                <a:lnTo>
                  <a:pt x="34291" y="45846"/>
                </a:lnTo>
                <a:lnTo>
                  <a:pt x="32288" y="45846"/>
                </a:lnTo>
                <a:cubicBezTo>
                  <a:pt x="30021" y="45846"/>
                  <a:pt x="28165" y="46033"/>
                  <a:pt x="26720" y="46405"/>
                </a:cubicBezTo>
                <a:cubicBezTo>
                  <a:pt x="25276" y="46778"/>
                  <a:pt x="24150" y="47345"/>
                  <a:pt x="23342" y="48106"/>
                </a:cubicBezTo>
                <a:cubicBezTo>
                  <a:pt x="22535" y="48867"/>
                  <a:pt x="21976" y="49837"/>
                  <a:pt x="21665" y="51018"/>
                </a:cubicBezTo>
                <a:cubicBezTo>
                  <a:pt x="21354" y="52198"/>
                  <a:pt x="21199" y="53596"/>
                  <a:pt x="21199" y="55211"/>
                </a:cubicBezTo>
                <a:lnTo>
                  <a:pt x="21199" y="71518"/>
                </a:lnTo>
                <a:cubicBezTo>
                  <a:pt x="21199" y="74127"/>
                  <a:pt x="20889" y="76480"/>
                  <a:pt x="20267" y="78577"/>
                </a:cubicBezTo>
                <a:cubicBezTo>
                  <a:pt x="19646" y="80673"/>
                  <a:pt x="18637" y="82459"/>
                  <a:pt x="17239" y="83935"/>
                </a:cubicBezTo>
                <a:cubicBezTo>
                  <a:pt x="15841" y="85410"/>
                  <a:pt x="14009" y="86544"/>
                  <a:pt x="11741" y="87336"/>
                </a:cubicBezTo>
                <a:cubicBezTo>
                  <a:pt x="9474" y="88128"/>
                  <a:pt x="6709" y="88524"/>
                  <a:pt x="3448" y="88524"/>
                </a:cubicBezTo>
                <a:lnTo>
                  <a:pt x="0" y="88524"/>
                </a:lnTo>
                <a:lnTo>
                  <a:pt x="0" y="82001"/>
                </a:lnTo>
                <a:lnTo>
                  <a:pt x="2795" y="82001"/>
                </a:lnTo>
                <a:cubicBezTo>
                  <a:pt x="9971" y="82001"/>
                  <a:pt x="13558" y="78507"/>
                  <a:pt x="13558" y="71518"/>
                </a:cubicBezTo>
                <a:lnTo>
                  <a:pt x="13558" y="55397"/>
                </a:lnTo>
                <a:cubicBezTo>
                  <a:pt x="13558" y="47819"/>
                  <a:pt x="16835" y="43563"/>
                  <a:pt x="23389" y="42631"/>
                </a:cubicBezTo>
                <a:cubicBezTo>
                  <a:pt x="16773" y="41917"/>
                  <a:pt x="13465" y="37646"/>
                  <a:pt x="13465" y="29819"/>
                </a:cubicBezTo>
                <a:lnTo>
                  <a:pt x="13465" y="19149"/>
                </a:lnTo>
                <a:cubicBezTo>
                  <a:pt x="13465" y="12036"/>
                  <a:pt x="9908" y="8480"/>
                  <a:pt x="2795" y="8480"/>
                </a:cubicBezTo>
                <a:lnTo>
                  <a:pt x="0" y="8480"/>
                </a:lnTo>
                <a:lnTo>
                  <a:pt x="0" y="1957"/>
                </a:lnTo>
                <a:close/>
                <a:moveTo>
                  <a:pt x="52837" y="78973"/>
                </a:moveTo>
                <a:cubicBezTo>
                  <a:pt x="54421" y="79035"/>
                  <a:pt x="55959" y="78894"/>
                  <a:pt x="57449" y="78551"/>
                </a:cubicBezTo>
                <a:cubicBezTo>
                  <a:pt x="58940" y="78208"/>
                  <a:pt x="60253" y="77701"/>
                  <a:pt x="61386" y="77029"/>
                </a:cubicBezTo>
                <a:cubicBezTo>
                  <a:pt x="62520" y="76358"/>
                  <a:pt x="63429" y="75524"/>
                  <a:pt x="64112" y="74525"/>
                </a:cubicBezTo>
                <a:cubicBezTo>
                  <a:pt x="64795" y="73527"/>
                  <a:pt x="65137" y="72388"/>
                  <a:pt x="65137" y="71108"/>
                </a:cubicBezTo>
                <a:cubicBezTo>
                  <a:pt x="65137" y="69797"/>
                  <a:pt x="64912" y="68738"/>
                  <a:pt x="64462" y="67931"/>
                </a:cubicBezTo>
                <a:cubicBezTo>
                  <a:pt x="64011" y="67123"/>
                  <a:pt x="63506" y="66378"/>
                  <a:pt x="62947" y="65694"/>
                </a:cubicBezTo>
                <a:cubicBezTo>
                  <a:pt x="62388" y="65011"/>
                  <a:pt x="61883" y="64281"/>
                  <a:pt x="61433" y="63504"/>
                </a:cubicBezTo>
                <a:cubicBezTo>
                  <a:pt x="60983" y="62728"/>
                  <a:pt x="60757" y="61687"/>
                  <a:pt x="60757" y="60383"/>
                </a:cubicBezTo>
                <a:cubicBezTo>
                  <a:pt x="60757" y="59730"/>
                  <a:pt x="60882" y="59047"/>
                  <a:pt x="61130" y="58333"/>
                </a:cubicBezTo>
                <a:cubicBezTo>
                  <a:pt x="61379" y="57618"/>
                  <a:pt x="61759" y="56966"/>
                  <a:pt x="62272" y="56376"/>
                </a:cubicBezTo>
                <a:cubicBezTo>
                  <a:pt x="62784" y="55786"/>
                  <a:pt x="63436" y="55304"/>
                  <a:pt x="64229" y="54932"/>
                </a:cubicBezTo>
                <a:cubicBezTo>
                  <a:pt x="65021" y="54559"/>
                  <a:pt x="65960" y="54372"/>
                  <a:pt x="67047" y="54372"/>
                </a:cubicBezTo>
                <a:cubicBezTo>
                  <a:pt x="68134" y="54372"/>
                  <a:pt x="69183" y="54598"/>
                  <a:pt x="70192" y="55049"/>
                </a:cubicBezTo>
                <a:cubicBezTo>
                  <a:pt x="71202" y="55500"/>
                  <a:pt x="72087" y="56192"/>
                  <a:pt x="72848" y="57126"/>
                </a:cubicBezTo>
                <a:cubicBezTo>
                  <a:pt x="73609" y="58058"/>
                  <a:pt x="74215" y="59225"/>
                  <a:pt x="74665" y="60626"/>
                </a:cubicBezTo>
                <a:cubicBezTo>
                  <a:pt x="75115" y="62026"/>
                  <a:pt x="75341" y="63674"/>
                  <a:pt x="75341" y="65572"/>
                </a:cubicBezTo>
                <a:cubicBezTo>
                  <a:pt x="75341" y="68154"/>
                  <a:pt x="74867" y="70634"/>
                  <a:pt x="73920" y="73013"/>
                </a:cubicBezTo>
                <a:cubicBezTo>
                  <a:pt x="72972" y="75393"/>
                  <a:pt x="71559" y="77501"/>
                  <a:pt x="69680" y="79337"/>
                </a:cubicBezTo>
                <a:cubicBezTo>
                  <a:pt x="67801" y="81172"/>
                  <a:pt x="65455" y="82634"/>
                  <a:pt x="62644" y="83722"/>
                </a:cubicBezTo>
                <a:cubicBezTo>
                  <a:pt x="59833" y="84811"/>
                  <a:pt x="56564" y="85356"/>
                  <a:pt x="52837" y="85356"/>
                </a:cubicBezTo>
                <a:lnTo>
                  <a:pt x="52837" y="78973"/>
                </a:lnTo>
                <a:moveTo>
                  <a:pt x="67420" y="21805"/>
                </a:moveTo>
                <a:cubicBezTo>
                  <a:pt x="68383" y="21805"/>
                  <a:pt x="69299" y="21999"/>
                  <a:pt x="70169" y="22387"/>
                </a:cubicBezTo>
                <a:cubicBezTo>
                  <a:pt x="71039" y="22776"/>
                  <a:pt x="71800" y="23296"/>
                  <a:pt x="72452" y="23948"/>
                </a:cubicBezTo>
                <a:cubicBezTo>
                  <a:pt x="73104" y="24600"/>
                  <a:pt x="73625" y="25361"/>
                  <a:pt x="74013" y="26231"/>
                </a:cubicBezTo>
                <a:cubicBezTo>
                  <a:pt x="74401" y="27101"/>
                  <a:pt x="74595" y="28017"/>
                  <a:pt x="74595" y="28980"/>
                </a:cubicBezTo>
                <a:cubicBezTo>
                  <a:pt x="74595" y="29974"/>
                  <a:pt x="74401" y="30898"/>
                  <a:pt x="74013" y="31752"/>
                </a:cubicBezTo>
                <a:cubicBezTo>
                  <a:pt x="73625" y="32606"/>
                  <a:pt x="73104" y="33360"/>
                  <a:pt x="72452" y="34012"/>
                </a:cubicBezTo>
                <a:cubicBezTo>
                  <a:pt x="71800" y="34664"/>
                  <a:pt x="71039" y="35177"/>
                  <a:pt x="70169" y="35549"/>
                </a:cubicBezTo>
                <a:cubicBezTo>
                  <a:pt x="69299" y="35922"/>
                  <a:pt x="68383" y="36108"/>
                  <a:pt x="67420" y="36108"/>
                </a:cubicBezTo>
                <a:cubicBezTo>
                  <a:pt x="66426" y="36108"/>
                  <a:pt x="65502" y="35922"/>
                  <a:pt x="64648" y="35549"/>
                </a:cubicBezTo>
                <a:cubicBezTo>
                  <a:pt x="63794" y="35177"/>
                  <a:pt x="63040" y="34664"/>
                  <a:pt x="62388" y="34012"/>
                </a:cubicBezTo>
                <a:cubicBezTo>
                  <a:pt x="61736" y="33360"/>
                  <a:pt x="61223" y="32606"/>
                  <a:pt x="60851" y="31752"/>
                </a:cubicBezTo>
                <a:cubicBezTo>
                  <a:pt x="60478" y="30898"/>
                  <a:pt x="60292" y="29974"/>
                  <a:pt x="60292" y="28980"/>
                </a:cubicBezTo>
                <a:cubicBezTo>
                  <a:pt x="60292" y="28017"/>
                  <a:pt x="60478" y="27101"/>
                  <a:pt x="60851" y="26231"/>
                </a:cubicBezTo>
                <a:cubicBezTo>
                  <a:pt x="61223" y="25361"/>
                  <a:pt x="61736" y="24600"/>
                  <a:pt x="62388" y="23948"/>
                </a:cubicBezTo>
                <a:cubicBezTo>
                  <a:pt x="63040" y="23296"/>
                  <a:pt x="63794" y="22776"/>
                  <a:pt x="64648" y="22387"/>
                </a:cubicBezTo>
                <a:cubicBezTo>
                  <a:pt x="65502" y="21999"/>
                  <a:pt x="66426" y="21805"/>
                  <a:pt x="67420" y="21805"/>
                </a:cubicBezTo>
                <a:close/>
                <a:moveTo>
                  <a:pt x="140198" y="79485"/>
                </a:moveTo>
                <a:lnTo>
                  <a:pt x="132464" y="79485"/>
                </a:lnTo>
                <a:lnTo>
                  <a:pt x="100502" y="3541"/>
                </a:lnTo>
                <a:lnTo>
                  <a:pt x="108236" y="3541"/>
                </a:lnTo>
                <a:lnTo>
                  <a:pt x="140198" y="79485"/>
                </a:lnTo>
                <a:close/>
                <a:moveTo>
                  <a:pt x="152361" y="22644"/>
                </a:moveTo>
                <a:lnTo>
                  <a:pt x="159582" y="22644"/>
                </a:lnTo>
                <a:lnTo>
                  <a:pt x="159908" y="30191"/>
                </a:lnTo>
                <a:cubicBezTo>
                  <a:pt x="161275" y="28576"/>
                  <a:pt x="162595" y="27233"/>
                  <a:pt x="163869" y="26161"/>
                </a:cubicBezTo>
                <a:cubicBezTo>
                  <a:pt x="165142" y="25090"/>
                  <a:pt x="166392" y="24228"/>
                  <a:pt x="167619" y="23575"/>
                </a:cubicBezTo>
                <a:cubicBezTo>
                  <a:pt x="168846" y="22923"/>
                  <a:pt x="170096" y="22465"/>
                  <a:pt x="171370" y="22201"/>
                </a:cubicBezTo>
                <a:cubicBezTo>
                  <a:pt x="172643" y="21937"/>
                  <a:pt x="173964" y="21805"/>
                  <a:pt x="175330" y="21805"/>
                </a:cubicBezTo>
                <a:cubicBezTo>
                  <a:pt x="180145" y="21805"/>
                  <a:pt x="183787" y="23226"/>
                  <a:pt x="186256" y="26068"/>
                </a:cubicBezTo>
                <a:cubicBezTo>
                  <a:pt x="188725" y="28910"/>
                  <a:pt x="189960" y="33189"/>
                  <a:pt x="189960" y="38904"/>
                </a:cubicBezTo>
                <a:lnTo>
                  <a:pt x="189960" y="69421"/>
                </a:lnTo>
                <a:lnTo>
                  <a:pt x="181853" y="69421"/>
                </a:lnTo>
                <a:lnTo>
                  <a:pt x="181853" y="39556"/>
                </a:lnTo>
                <a:cubicBezTo>
                  <a:pt x="181853" y="35891"/>
                  <a:pt x="181170" y="33181"/>
                  <a:pt x="179803" y="31426"/>
                </a:cubicBezTo>
                <a:cubicBezTo>
                  <a:pt x="178436" y="29671"/>
                  <a:pt x="176402" y="28794"/>
                  <a:pt x="173700" y="28794"/>
                </a:cubicBezTo>
                <a:cubicBezTo>
                  <a:pt x="172706" y="28794"/>
                  <a:pt x="171735" y="28941"/>
                  <a:pt x="170788" y="29236"/>
                </a:cubicBezTo>
                <a:cubicBezTo>
                  <a:pt x="169840" y="29531"/>
                  <a:pt x="168854" y="30044"/>
                  <a:pt x="167829" y="30774"/>
                </a:cubicBezTo>
                <a:cubicBezTo>
                  <a:pt x="166804" y="31504"/>
                  <a:pt x="165694" y="32490"/>
                  <a:pt x="164498" y="33732"/>
                </a:cubicBezTo>
                <a:cubicBezTo>
                  <a:pt x="163302" y="34975"/>
                  <a:pt x="161958" y="36528"/>
                  <a:pt x="160468" y="38391"/>
                </a:cubicBezTo>
                <a:lnTo>
                  <a:pt x="160468" y="69421"/>
                </a:lnTo>
                <a:lnTo>
                  <a:pt x="152361" y="69421"/>
                </a:lnTo>
                <a:lnTo>
                  <a:pt x="152361" y="22644"/>
                </a:lnTo>
                <a:close/>
                <a:moveTo>
                  <a:pt x="311151" y="1957"/>
                </a:moveTo>
                <a:lnTo>
                  <a:pt x="314599" y="1957"/>
                </a:lnTo>
                <a:cubicBezTo>
                  <a:pt x="320593" y="1957"/>
                  <a:pt x="325051" y="3362"/>
                  <a:pt x="327970" y="6173"/>
                </a:cubicBezTo>
                <a:cubicBezTo>
                  <a:pt x="330890" y="8984"/>
                  <a:pt x="332350" y="13248"/>
                  <a:pt x="332350" y="18963"/>
                </a:cubicBezTo>
                <a:lnTo>
                  <a:pt x="332350" y="29725"/>
                </a:lnTo>
                <a:cubicBezTo>
                  <a:pt x="332350" y="31247"/>
                  <a:pt x="332521" y="32606"/>
                  <a:pt x="332863" y="33802"/>
                </a:cubicBezTo>
                <a:cubicBezTo>
                  <a:pt x="333204" y="34998"/>
                  <a:pt x="333802" y="36008"/>
                  <a:pt x="334656" y="36831"/>
                </a:cubicBezTo>
                <a:cubicBezTo>
                  <a:pt x="335511" y="37654"/>
                  <a:pt x="336652" y="38283"/>
                  <a:pt x="338081" y="38718"/>
                </a:cubicBezTo>
                <a:cubicBezTo>
                  <a:pt x="339510" y="39152"/>
                  <a:pt x="341296" y="39370"/>
                  <a:pt x="343439" y="39370"/>
                </a:cubicBezTo>
                <a:lnTo>
                  <a:pt x="345442" y="39370"/>
                </a:lnTo>
                <a:lnTo>
                  <a:pt x="345442" y="45846"/>
                </a:lnTo>
                <a:lnTo>
                  <a:pt x="343439" y="45846"/>
                </a:lnTo>
                <a:cubicBezTo>
                  <a:pt x="341171" y="45846"/>
                  <a:pt x="339316" y="46033"/>
                  <a:pt x="337871" y="46405"/>
                </a:cubicBezTo>
                <a:cubicBezTo>
                  <a:pt x="336427" y="46778"/>
                  <a:pt x="335301" y="47345"/>
                  <a:pt x="334493" y="48106"/>
                </a:cubicBezTo>
                <a:cubicBezTo>
                  <a:pt x="333686" y="48867"/>
                  <a:pt x="333127" y="49837"/>
                  <a:pt x="332816" y="51018"/>
                </a:cubicBezTo>
                <a:cubicBezTo>
                  <a:pt x="332505" y="52198"/>
                  <a:pt x="332350" y="53596"/>
                  <a:pt x="332350" y="55211"/>
                </a:cubicBezTo>
                <a:lnTo>
                  <a:pt x="332350" y="71518"/>
                </a:lnTo>
                <a:cubicBezTo>
                  <a:pt x="332350" y="74127"/>
                  <a:pt x="332039" y="76480"/>
                  <a:pt x="331418" y="78577"/>
                </a:cubicBezTo>
                <a:cubicBezTo>
                  <a:pt x="330797" y="80673"/>
                  <a:pt x="329788" y="82459"/>
                  <a:pt x="328390" y="83935"/>
                </a:cubicBezTo>
                <a:cubicBezTo>
                  <a:pt x="326992" y="85410"/>
                  <a:pt x="325159" y="86544"/>
                  <a:pt x="322892" y="87336"/>
                </a:cubicBezTo>
                <a:cubicBezTo>
                  <a:pt x="320625" y="88128"/>
                  <a:pt x="317860" y="88524"/>
                  <a:pt x="314599" y="88524"/>
                </a:cubicBezTo>
                <a:lnTo>
                  <a:pt x="311151" y="88524"/>
                </a:lnTo>
                <a:lnTo>
                  <a:pt x="311151" y="82001"/>
                </a:lnTo>
                <a:lnTo>
                  <a:pt x="313946" y="82001"/>
                </a:lnTo>
                <a:cubicBezTo>
                  <a:pt x="321121" y="82001"/>
                  <a:pt x="324709" y="78507"/>
                  <a:pt x="324709" y="71518"/>
                </a:cubicBezTo>
                <a:lnTo>
                  <a:pt x="324709" y="55397"/>
                </a:lnTo>
                <a:cubicBezTo>
                  <a:pt x="324709" y="47819"/>
                  <a:pt x="327986" y="43563"/>
                  <a:pt x="334540" y="42631"/>
                </a:cubicBezTo>
                <a:cubicBezTo>
                  <a:pt x="327924" y="41917"/>
                  <a:pt x="324616" y="37646"/>
                  <a:pt x="324616" y="29819"/>
                </a:cubicBezTo>
                <a:lnTo>
                  <a:pt x="324616" y="19149"/>
                </a:lnTo>
                <a:cubicBezTo>
                  <a:pt x="324616" y="12036"/>
                  <a:pt x="321059" y="8480"/>
                  <a:pt x="313946" y="8480"/>
                </a:cubicBezTo>
                <a:lnTo>
                  <a:pt x="311151" y="8480"/>
                </a:lnTo>
                <a:lnTo>
                  <a:pt x="311151" y="1957"/>
                </a:lnTo>
                <a:close/>
                <a:moveTo>
                  <a:pt x="399491" y="79485"/>
                </a:moveTo>
                <a:lnTo>
                  <a:pt x="391756" y="79485"/>
                </a:lnTo>
                <a:lnTo>
                  <a:pt x="359795" y="3541"/>
                </a:lnTo>
                <a:lnTo>
                  <a:pt x="367529" y="3541"/>
                </a:lnTo>
                <a:lnTo>
                  <a:pt x="399491" y="79485"/>
                </a:lnTo>
                <a:close/>
                <a:moveTo>
                  <a:pt x="411826" y="22644"/>
                </a:moveTo>
                <a:lnTo>
                  <a:pt x="419048" y="22644"/>
                </a:lnTo>
                <a:lnTo>
                  <a:pt x="419374" y="30191"/>
                </a:lnTo>
                <a:cubicBezTo>
                  <a:pt x="420740" y="28576"/>
                  <a:pt x="422061" y="27233"/>
                  <a:pt x="423334" y="26161"/>
                </a:cubicBezTo>
                <a:cubicBezTo>
                  <a:pt x="424608" y="25090"/>
                  <a:pt x="425858" y="24228"/>
                  <a:pt x="427085" y="23575"/>
                </a:cubicBezTo>
                <a:cubicBezTo>
                  <a:pt x="428312" y="22923"/>
                  <a:pt x="429562" y="22465"/>
                  <a:pt x="430835" y="22201"/>
                </a:cubicBezTo>
                <a:cubicBezTo>
                  <a:pt x="432109" y="21937"/>
                  <a:pt x="433429" y="21805"/>
                  <a:pt x="434796" y="21805"/>
                </a:cubicBezTo>
                <a:cubicBezTo>
                  <a:pt x="439610" y="21805"/>
                  <a:pt x="443252" y="23226"/>
                  <a:pt x="445721" y="26068"/>
                </a:cubicBezTo>
                <a:cubicBezTo>
                  <a:pt x="448191" y="28910"/>
                  <a:pt x="449425" y="33189"/>
                  <a:pt x="449425" y="38904"/>
                </a:cubicBezTo>
                <a:lnTo>
                  <a:pt x="449425" y="69421"/>
                </a:lnTo>
                <a:lnTo>
                  <a:pt x="441318" y="69421"/>
                </a:lnTo>
                <a:lnTo>
                  <a:pt x="441318" y="39556"/>
                </a:lnTo>
                <a:cubicBezTo>
                  <a:pt x="441318" y="35891"/>
                  <a:pt x="440635" y="33181"/>
                  <a:pt x="439268" y="31426"/>
                </a:cubicBezTo>
                <a:cubicBezTo>
                  <a:pt x="437902" y="29671"/>
                  <a:pt x="435867" y="28794"/>
                  <a:pt x="433165" y="28794"/>
                </a:cubicBezTo>
                <a:cubicBezTo>
                  <a:pt x="432171" y="28794"/>
                  <a:pt x="431200" y="28941"/>
                  <a:pt x="430253" y="29236"/>
                </a:cubicBezTo>
                <a:cubicBezTo>
                  <a:pt x="429306" y="29531"/>
                  <a:pt x="428319" y="30044"/>
                  <a:pt x="427294" y="30774"/>
                </a:cubicBezTo>
                <a:cubicBezTo>
                  <a:pt x="426269" y="31504"/>
                  <a:pt x="425159" y="32490"/>
                  <a:pt x="423963" y="33732"/>
                </a:cubicBezTo>
                <a:cubicBezTo>
                  <a:pt x="422767" y="34975"/>
                  <a:pt x="421424" y="36528"/>
                  <a:pt x="419933" y="38391"/>
                </a:cubicBezTo>
                <a:lnTo>
                  <a:pt x="419933" y="69421"/>
                </a:lnTo>
                <a:lnTo>
                  <a:pt x="411826" y="69421"/>
                </a:lnTo>
                <a:lnTo>
                  <a:pt x="411826" y="22644"/>
                </a:lnTo>
                <a:close/>
                <a:moveTo>
                  <a:pt x="503381" y="79485"/>
                </a:moveTo>
                <a:lnTo>
                  <a:pt x="495646" y="79485"/>
                </a:lnTo>
                <a:lnTo>
                  <a:pt x="463684" y="3541"/>
                </a:lnTo>
                <a:lnTo>
                  <a:pt x="471419" y="3541"/>
                </a:lnTo>
                <a:lnTo>
                  <a:pt x="503381" y="79485"/>
                </a:lnTo>
                <a:close/>
                <a:moveTo>
                  <a:pt x="515543" y="22644"/>
                </a:moveTo>
                <a:lnTo>
                  <a:pt x="522765" y="22644"/>
                </a:lnTo>
                <a:lnTo>
                  <a:pt x="523091" y="30191"/>
                </a:lnTo>
                <a:cubicBezTo>
                  <a:pt x="524457" y="28576"/>
                  <a:pt x="525778" y="27233"/>
                  <a:pt x="527051" y="26161"/>
                </a:cubicBezTo>
                <a:cubicBezTo>
                  <a:pt x="528325" y="25090"/>
                  <a:pt x="529575" y="24228"/>
                  <a:pt x="530802" y="23575"/>
                </a:cubicBezTo>
                <a:cubicBezTo>
                  <a:pt x="532029" y="22923"/>
                  <a:pt x="533279" y="22465"/>
                  <a:pt x="534552" y="22201"/>
                </a:cubicBezTo>
                <a:cubicBezTo>
                  <a:pt x="535826" y="21937"/>
                  <a:pt x="537146" y="21805"/>
                  <a:pt x="538513" y="21805"/>
                </a:cubicBezTo>
                <a:cubicBezTo>
                  <a:pt x="543327" y="21805"/>
                  <a:pt x="546969" y="23226"/>
                  <a:pt x="549438" y="26068"/>
                </a:cubicBezTo>
                <a:cubicBezTo>
                  <a:pt x="551908" y="28910"/>
                  <a:pt x="553142" y="33189"/>
                  <a:pt x="553142" y="38904"/>
                </a:cubicBezTo>
                <a:lnTo>
                  <a:pt x="553142" y="69421"/>
                </a:lnTo>
                <a:lnTo>
                  <a:pt x="545035" y="69421"/>
                </a:lnTo>
                <a:lnTo>
                  <a:pt x="545035" y="39556"/>
                </a:lnTo>
                <a:cubicBezTo>
                  <a:pt x="545035" y="35891"/>
                  <a:pt x="544352" y="33181"/>
                  <a:pt x="542985" y="31426"/>
                </a:cubicBezTo>
                <a:cubicBezTo>
                  <a:pt x="541619" y="29671"/>
                  <a:pt x="539584" y="28794"/>
                  <a:pt x="536882" y="28794"/>
                </a:cubicBezTo>
                <a:cubicBezTo>
                  <a:pt x="535888" y="28794"/>
                  <a:pt x="534917" y="28941"/>
                  <a:pt x="533970" y="29236"/>
                </a:cubicBezTo>
                <a:cubicBezTo>
                  <a:pt x="533023" y="29531"/>
                  <a:pt x="532036" y="30044"/>
                  <a:pt x="531011" y="30774"/>
                </a:cubicBezTo>
                <a:cubicBezTo>
                  <a:pt x="529986" y="31504"/>
                  <a:pt x="528876" y="32490"/>
                  <a:pt x="527680" y="33732"/>
                </a:cubicBezTo>
                <a:cubicBezTo>
                  <a:pt x="526484" y="34975"/>
                  <a:pt x="525141" y="36528"/>
                  <a:pt x="523650" y="38391"/>
                </a:cubicBezTo>
                <a:lnTo>
                  <a:pt x="523650" y="69421"/>
                </a:lnTo>
                <a:lnTo>
                  <a:pt x="515543" y="69421"/>
                </a:lnTo>
                <a:lnTo>
                  <a:pt x="515543" y="22644"/>
                </a:lnTo>
                <a:close/>
                <a:moveTo>
                  <a:pt x="707460" y="67698"/>
                </a:moveTo>
                <a:cubicBezTo>
                  <a:pt x="705348" y="68505"/>
                  <a:pt x="703181" y="69103"/>
                  <a:pt x="700960" y="69491"/>
                </a:cubicBezTo>
                <a:cubicBezTo>
                  <a:pt x="698739" y="69880"/>
                  <a:pt x="696449" y="70074"/>
                  <a:pt x="694088" y="70074"/>
                </a:cubicBezTo>
                <a:cubicBezTo>
                  <a:pt x="686695" y="70074"/>
                  <a:pt x="681004" y="68070"/>
                  <a:pt x="677012" y="64063"/>
                </a:cubicBezTo>
                <a:cubicBezTo>
                  <a:pt x="673021" y="60057"/>
                  <a:pt x="671025" y="54202"/>
                  <a:pt x="671025" y="46498"/>
                </a:cubicBezTo>
                <a:cubicBezTo>
                  <a:pt x="671025" y="42802"/>
                  <a:pt x="671600" y="39448"/>
                  <a:pt x="672749" y="36435"/>
                </a:cubicBezTo>
                <a:cubicBezTo>
                  <a:pt x="673898" y="33422"/>
                  <a:pt x="675513" y="30844"/>
                  <a:pt x="677595" y="28700"/>
                </a:cubicBezTo>
                <a:cubicBezTo>
                  <a:pt x="679676" y="26557"/>
                  <a:pt x="682161" y="24903"/>
                  <a:pt x="685049" y="23738"/>
                </a:cubicBezTo>
                <a:cubicBezTo>
                  <a:pt x="687938" y="22574"/>
                  <a:pt x="691122" y="21991"/>
                  <a:pt x="694600" y="21991"/>
                </a:cubicBezTo>
                <a:cubicBezTo>
                  <a:pt x="697023" y="21991"/>
                  <a:pt x="699291" y="22166"/>
                  <a:pt x="701403" y="22515"/>
                </a:cubicBezTo>
                <a:cubicBezTo>
                  <a:pt x="703515" y="22864"/>
                  <a:pt x="705534" y="23435"/>
                  <a:pt x="707460" y="24228"/>
                </a:cubicBezTo>
                <a:lnTo>
                  <a:pt x="707460" y="31962"/>
                </a:lnTo>
                <a:cubicBezTo>
                  <a:pt x="705441" y="30889"/>
                  <a:pt x="703383" y="30109"/>
                  <a:pt x="701286" y="29621"/>
                </a:cubicBezTo>
                <a:cubicBezTo>
                  <a:pt x="699190" y="29131"/>
                  <a:pt x="697023" y="28887"/>
                  <a:pt x="694787" y="28887"/>
                </a:cubicBezTo>
                <a:cubicBezTo>
                  <a:pt x="692706" y="28887"/>
                  <a:pt x="690741" y="29283"/>
                  <a:pt x="688893" y="30075"/>
                </a:cubicBezTo>
                <a:cubicBezTo>
                  <a:pt x="687045" y="30867"/>
                  <a:pt x="685422" y="32008"/>
                  <a:pt x="684024" y="33499"/>
                </a:cubicBezTo>
                <a:cubicBezTo>
                  <a:pt x="682626" y="34990"/>
                  <a:pt x="681524" y="36807"/>
                  <a:pt x="680716" y="38951"/>
                </a:cubicBezTo>
                <a:cubicBezTo>
                  <a:pt x="679909" y="41094"/>
                  <a:pt x="679505" y="43517"/>
                  <a:pt x="679505" y="46219"/>
                </a:cubicBezTo>
                <a:cubicBezTo>
                  <a:pt x="679505" y="51872"/>
                  <a:pt x="680879" y="56104"/>
                  <a:pt x="683628" y="58915"/>
                </a:cubicBezTo>
                <a:cubicBezTo>
                  <a:pt x="686377" y="61726"/>
                  <a:pt x="690190" y="63132"/>
                  <a:pt x="695066" y="63132"/>
                </a:cubicBezTo>
                <a:cubicBezTo>
                  <a:pt x="697272" y="63132"/>
                  <a:pt x="699407" y="62883"/>
                  <a:pt x="701473" y="62386"/>
                </a:cubicBezTo>
                <a:cubicBezTo>
                  <a:pt x="703538" y="61889"/>
                  <a:pt x="705534" y="61144"/>
                  <a:pt x="707460" y="60150"/>
                </a:cubicBezTo>
                <a:lnTo>
                  <a:pt x="707460" y="67698"/>
                </a:lnTo>
                <a:close/>
                <a:moveTo>
                  <a:pt x="763698" y="45660"/>
                </a:moveTo>
                <a:cubicBezTo>
                  <a:pt x="763698" y="49294"/>
                  <a:pt x="763185" y="52625"/>
                  <a:pt x="762160" y="55654"/>
                </a:cubicBezTo>
                <a:cubicBezTo>
                  <a:pt x="761135" y="58682"/>
                  <a:pt x="759660" y="61276"/>
                  <a:pt x="757734" y="63434"/>
                </a:cubicBezTo>
                <a:cubicBezTo>
                  <a:pt x="755808" y="65593"/>
                  <a:pt x="753463" y="67271"/>
                  <a:pt x="750699" y="68466"/>
                </a:cubicBezTo>
                <a:cubicBezTo>
                  <a:pt x="747934" y="69662"/>
                  <a:pt x="744797" y="70260"/>
                  <a:pt x="741287" y="70260"/>
                </a:cubicBezTo>
                <a:cubicBezTo>
                  <a:pt x="737933" y="70260"/>
                  <a:pt x="734928" y="69740"/>
                  <a:pt x="732272" y="68699"/>
                </a:cubicBezTo>
                <a:cubicBezTo>
                  <a:pt x="729616" y="67659"/>
                  <a:pt x="727364" y="66129"/>
                  <a:pt x="725516" y="64110"/>
                </a:cubicBezTo>
                <a:cubicBezTo>
                  <a:pt x="723668" y="62091"/>
                  <a:pt x="722255" y="59591"/>
                  <a:pt x="721276" y="56609"/>
                </a:cubicBezTo>
                <a:cubicBezTo>
                  <a:pt x="720298" y="53627"/>
                  <a:pt x="719809" y="50195"/>
                  <a:pt x="719809" y="46312"/>
                </a:cubicBezTo>
                <a:cubicBezTo>
                  <a:pt x="719809" y="42678"/>
                  <a:pt x="720321" y="39362"/>
                  <a:pt x="721346" y="36365"/>
                </a:cubicBezTo>
                <a:cubicBezTo>
                  <a:pt x="722371" y="33367"/>
                  <a:pt x="723847" y="30789"/>
                  <a:pt x="725772" y="28631"/>
                </a:cubicBezTo>
                <a:cubicBezTo>
                  <a:pt x="727698" y="26472"/>
                  <a:pt x="730043" y="24795"/>
                  <a:pt x="732808" y="23599"/>
                </a:cubicBezTo>
                <a:cubicBezTo>
                  <a:pt x="735572" y="22403"/>
                  <a:pt x="738709" y="21805"/>
                  <a:pt x="742219" y="21805"/>
                </a:cubicBezTo>
                <a:cubicBezTo>
                  <a:pt x="745574" y="21805"/>
                  <a:pt x="748579" y="22325"/>
                  <a:pt x="751235" y="23366"/>
                </a:cubicBezTo>
                <a:cubicBezTo>
                  <a:pt x="753890" y="24406"/>
                  <a:pt x="756142" y="25928"/>
                  <a:pt x="757990" y="27932"/>
                </a:cubicBezTo>
                <a:cubicBezTo>
                  <a:pt x="759839" y="29935"/>
                  <a:pt x="761252" y="32428"/>
                  <a:pt x="762230" y="35410"/>
                </a:cubicBezTo>
                <a:cubicBezTo>
                  <a:pt x="763209" y="38391"/>
                  <a:pt x="763698" y="41808"/>
                  <a:pt x="763698" y="45660"/>
                </a:cubicBezTo>
                <a:moveTo>
                  <a:pt x="755405" y="46033"/>
                </a:moveTo>
                <a:cubicBezTo>
                  <a:pt x="755405" y="43144"/>
                  <a:pt x="755086" y="40620"/>
                  <a:pt x="754449" y="38461"/>
                </a:cubicBezTo>
                <a:cubicBezTo>
                  <a:pt x="753813" y="36303"/>
                  <a:pt x="752904" y="34501"/>
                  <a:pt x="751724" y="33057"/>
                </a:cubicBezTo>
                <a:cubicBezTo>
                  <a:pt x="750544" y="31612"/>
                  <a:pt x="749107" y="30525"/>
                  <a:pt x="747414" y="29795"/>
                </a:cubicBezTo>
                <a:cubicBezTo>
                  <a:pt x="745721" y="29065"/>
                  <a:pt x="743834" y="28700"/>
                  <a:pt x="741753" y="28700"/>
                </a:cubicBezTo>
                <a:cubicBezTo>
                  <a:pt x="739330" y="28700"/>
                  <a:pt x="737257" y="29174"/>
                  <a:pt x="735533" y="30121"/>
                </a:cubicBezTo>
                <a:cubicBezTo>
                  <a:pt x="733809" y="31069"/>
                  <a:pt x="732396" y="32335"/>
                  <a:pt x="731293" y="33919"/>
                </a:cubicBezTo>
                <a:cubicBezTo>
                  <a:pt x="730191" y="35503"/>
                  <a:pt x="729383" y="37343"/>
                  <a:pt x="728871" y="39440"/>
                </a:cubicBezTo>
                <a:cubicBezTo>
                  <a:pt x="728358" y="41536"/>
                  <a:pt x="728102" y="43734"/>
                  <a:pt x="728102" y="46033"/>
                </a:cubicBezTo>
                <a:cubicBezTo>
                  <a:pt x="728102" y="48921"/>
                  <a:pt x="728420" y="51453"/>
                  <a:pt x="729057" y="53627"/>
                </a:cubicBezTo>
                <a:cubicBezTo>
                  <a:pt x="729694" y="55801"/>
                  <a:pt x="730602" y="57611"/>
                  <a:pt x="731783" y="59055"/>
                </a:cubicBezTo>
                <a:cubicBezTo>
                  <a:pt x="732963" y="60499"/>
                  <a:pt x="734392" y="61586"/>
                  <a:pt x="736069" y="62316"/>
                </a:cubicBezTo>
                <a:cubicBezTo>
                  <a:pt x="737746" y="63046"/>
                  <a:pt x="739641" y="63411"/>
                  <a:pt x="741753" y="63411"/>
                </a:cubicBezTo>
                <a:cubicBezTo>
                  <a:pt x="744176" y="63411"/>
                  <a:pt x="746249" y="62937"/>
                  <a:pt x="747973" y="61990"/>
                </a:cubicBezTo>
                <a:cubicBezTo>
                  <a:pt x="749697" y="61043"/>
                  <a:pt x="751110" y="59777"/>
                  <a:pt x="752213" y="58193"/>
                </a:cubicBezTo>
                <a:cubicBezTo>
                  <a:pt x="753316" y="56609"/>
                  <a:pt x="754123" y="54768"/>
                  <a:pt x="754636" y="52672"/>
                </a:cubicBezTo>
                <a:cubicBezTo>
                  <a:pt x="755148" y="50575"/>
                  <a:pt x="755405" y="48362"/>
                  <a:pt x="755405" y="46033"/>
                </a:cubicBezTo>
                <a:close/>
                <a:moveTo>
                  <a:pt x="808195" y="69421"/>
                </a:moveTo>
                <a:lnTo>
                  <a:pt x="808195" y="35829"/>
                </a:lnTo>
                <a:cubicBezTo>
                  <a:pt x="808195" y="34369"/>
                  <a:pt x="808141" y="33173"/>
                  <a:pt x="808032" y="32241"/>
                </a:cubicBezTo>
                <a:cubicBezTo>
                  <a:pt x="807923" y="31310"/>
                  <a:pt x="807752" y="30572"/>
                  <a:pt x="807519" y="30028"/>
                </a:cubicBezTo>
                <a:cubicBezTo>
                  <a:pt x="807286" y="29485"/>
                  <a:pt x="806991" y="29104"/>
                  <a:pt x="806634" y="28887"/>
                </a:cubicBezTo>
                <a:cubicBezTo>
                  <a:pt x="806277" y="28669"/>
                  <a:pt x="805834" y="28561"/>
                  <a:pt x="805306" y="28561"/>
                </a:cubicBezTo>
                <a:cubicBezTo>
                  <a:pt x="804685" y="28561"/>
                  <a:pt x="804110" y="28747"/>
                  <a:pt x="803582" y="29120"/>
                </a:cubicBezTo>
                <a:cubicBezTo>
                  <a:pt x="803054" y="29492"/>
                  <a:pt x="802487" y="30098"/>
                  <a:pt x="801882" y="30937"/>
                </a:cubicBezTo>
                <a:cubicBezTo>
                  <a:pt x="801276" y="31775"/>
                  <a:pt x="800608" y="32886"/>
                  <a:pt x="799878" y="34268"/>
                </a:cubicBezTo>
                <a:cubicBezTo>
                  <a:pt x="799148" y="35650"/>
                  <a:pt x="798286" y="37351"/>
                  <a:pt x="797293" y="39370"/>
                </a:cubicBezTo>
                <a:lnTo>
                  <a:pt x="797293" y="69421"/>
                </a:lnTo>
                <a:lnTo>
                  <a:pt x="789884" y="69421"/>
                </a:lnTo>
                <a:lnTo>
                  <a:pt x="789884" y="36714"/>
                </a:lnTo>
                <a:cubicBezTo>
                  <a:pt x="789884" y="35006"/>
                  <a:pt x="789830" y="33624"/>
                  <a:pt x="789721" y="32568"/>
                </a:cubicBezTo>
                <a:cubicBezTo>
                  <a:pt x="789613" y="31511"/>
                  <a:pt x="789442" y="30688"/>
                  <a:pt x="789209" y="30098"/>
                </a:cubicBezTo>
                <a:cubicBezTo>
                  <a:pt x="788976" y="29508"/>
                  <a:pt x="788673" y="29104"/>
                  <a:pt x="788300" y="28887"/>
                </a:cubicBezTo>
                <a:cubicBezTo>
                  <a:pt x="787928" y="28669"/>
                  <a:pt x="787477" y="28561"/>
                  <a:pt x="786949" y="28561"/>
                </a:cubicBezTo>
                <a:cubicBezTo>
                  <a:pt x="786390" y="28561"/>
                  <a:pt x="785862" y="28716"/>
                  <a:pt x="785365" y="29027"/>
                </a:cubicBezTo>
                <a:cubicBezTo>
                  <a:pt x="784868" y="29337"/>
                  <a:pt x="784317" y="29896"/>
                  <a:pt x="783711" y="30704"/>
                </a:cubicBezTo>
                <a:cubicBezTo>
                  <a:pt x="783105" y="31511"/>
                  <a:pt x="782430" y="32614"/>
                  <a:pt x="781684" y="34012"/>
                </a:cubicBezTo>
                <a:cubicBezTo>
                  <a:pt x="780939" y="35410"/>
                  <a:pt x="780054" y="37196"/>
                  <a:pt x="779029" y="39370"/>
                </a:cubicBezTo>
                <a:lnTo>
                  <a:pt x="779029" y="69421"/>
                </a:lnTo>
                <a:lnTo>
                  <a:pt x="771574" y="69421"/>
                </a:lnTo>
                <a:lnTo>
                  <a:pt x="771574" y="22644"/>
                </a:lnTo>
                <a:lnTo>
                  <a:pt x="777771" y="22644"/>
                </a:lnTo>
                <a:lnTo>
                  <a:pt x="778143" y="31543"/>
                </a:lnTo>
                <a:cubicBezTo>
                  <a:pt x="778951" y="29772"/>
                  <a:pt x="779735" y="28266"/>
                  <a:pt x="780496" y="27023"/>
                </a:cubicBezTo>
                <a:cubicBezTo>
                  <a:pt x="781257" y="25781"/>
                  <a:pt x="782042" y="24779"/>
                  <a:pt x="782849" y="24018"/>
                </a:cubicBezTo>
                <a:cubicBezTo>
                  <a:pt x="783657" y="23257"/>
                  <a:pt x="784519" y="22698"/>
                  <a:pt x="785435" y="22341"/>
                </a:cubicBezTo>
                <a:cubicBezTo>
                  <a:pt x="786351" y="21983"/>
                  <a:pt x="787369" y="21805"/>
                  <a:pt x="788487" y="21805"/>
                </a:cubicBezTo>
                <a:cubicBezTo>
                  <a:pt x="791003" y="21805"/>
                  <a:pt x="792913" y="22628"/>
                  <a:pt x="794217" y="24274"/>
                </a:cubicBezTo>
                <a:cubicBezTo>
                  <a:pt x="795522" y="25920"/>
                  <a:pt x="796174" y="28467"/>
                  <a:pt x="796174" y="31915"/>
                </a:cubicBezTo>
                <a:cubicBezTo>
                  <a:pt x="796920" y="30300"/>
                  <a:pt x="797650" y="28864"/>
                  <a:pt x="798364" y="27606"/>
                </a:cubicBezTo>
                <a:cubicBezTo>
                  <a:pt x="799079" y="26348"/>
                  <a:pt x="799847" y="25291"/>
                  <a:pt x="800670" y="24437"/>
                </a:cubicBezTo>
                <a:cubicBezTo>
                  <a:pt x="801494" y="23583"/>
                  <a:pt x="802402" y="22931"/>
                  <a:pt x="803396" y="22480"/>
                </a:cubicBezTo>
                <a:cubicBezTo>
                  <a:pt x="804390" y="22030"/>
                  <a:pt x="805539" y="21805"/>
                  <a:pt x="806844" y="21805"/>
                </a:cubicBezTo>
                <a:cubicBezTo>
                  <a:pt x="812714" y="21805"/>
                  <a:pt x="815650" y="26324"/>
                  <a:pt x="815650" y="35363"/>
                </a:cubicBezTo>
                <a:lnTo>
                  <a:pt x="815650" y="69421"/>
                </a:lnTo>
                <a:lnTo>
                  <a:pt x="808195" y="69421"/>
                </a:lnTo>
                <a:close/>
                <a:moveTo>
                  <a:pt x="866669" y="45194"/>
                </a:moveTo>
                <a:cubicBezTo>
                  <a:pt x="866669" y="49356"/>
                  <a:pt x="866087" y="52990"/>
                  <a:pt x="864922" y="56096"/>
                </a:cubicBezTo>
                <a:cubicBezTo>
                  <a:pt x="863757" y="59202"/>
                  <a:pt x="862150" y="61780"/>
                  <a:pt x="860100" y="63831"/>
                </a:cubicBezTo>
                <a:cubicBezTo>
                  <a:pt x="858050" y="65881"/>
                  <a:pt x="855627" y="67418"/>
                  <a:pt x="852832" y="68443"/>
                </a:cubicBezTo>
                <a:cubicBezTo>
                  <a:pt x="850036" y="69468"/>
                  <a:pt x="847008" y="69981"/>
                  <a:pt x="843746" y="69981"/>
                </a:cubicBezTo>
                <a:cubicBezTo>
                  <a:pt x="842255" y="69981"/>
                  <a:pt x="840772" y="69903"/>
                  <a:pt x="839297" y="69748"/>
                </a:cubicBezTo>
                <a:cubicBezTo>
                  <a:pt x="837821" y="69592"/>
                  <a:pt x="836323" y="69328"/>
                  <a:pt x="834801" y="68956"/>
                </a:cubicBezTo>
                <a:lnTo>
                  <a:pt x="834801" y="88524"/>
                </a:lnTo>
                <a:lnTo>
                  <a:pt x="826694" y="88524"/>
                </a:lnTo>
                <a:lnTo>
                  <a:pt x="826694" y="22644"/>
                </a:lnTo>
                <a:lnTo>
                  <a:pt x="833916" y="22644"/>
                </a:lnTo>
                <a:lnTo>
                  <a:pt x="834428" y="30471"/>
                </a:lnTo>
                <a:cubicBezTo>
                  <a:pt x="836758" y="27272"/>
                  <a:pt x="839242" y="25027"/>
                  <a:pt x="841883" y="23738"/>
                </a:cubicBezTo>
                <a:cubicBezTo>
                  <a:pt x="844523" y="22449"/>
                  <a:pt x="847380" y="21805"/>
                  <a:pt x="850456" y="21805"/>
                </a:cubicBezTo>
                <a:cubicBezTo>
                  <a:pt x="853127" y="21805"/>
                  <a:pt x="855472" y="22364"/>
                  <a:pt x="857491" y="23482"/>
                </a:cubicBezTo>
                <a:cubicBezTo>
                  <a:pt x="859510" y="24600"/>
                  <a:pt x="861203" y="26177"/>
                  <a:pt x="862569" y="28211"/>
                </a:cubicBezTo>
                <a:cubicBezTo>
                  <a:pt x="863936" y="30246"/>
                  <a:pt x="864961" y="32700"/>
                  <a:pt x="865644" y="35573"/>
                </a:cubicBezTo>
                <a:cubicBezTo>
                  <a:pt x="866328" y="38446"/>
                  <a:pt x="866669" y="41653"/>
                  <a:pt x="866669" y="45194"/>
                </a:cubicBezTo>
                <a:moveTo>
                  <a:pt x="858376" y="45567"/>
                </a:moveTo>
                <a:cubicBezTo>
                  <a:pt x="858376" y="43113"/>
                  <a:pt x="858198" y="40861"/>
                  <a:pt x="857840" y="38811"/>
                </a:cubicBezTo>
                <a:cubicBezTo>
                  <a:pt x="857483" y="36761"/>
                  <a:pt x="856916" y="35006"/>
                  <a:pt x="856140" y="33546"/>
                </a:cubicBezTo>
                <a:cubicBezTo>
                  <a:pt x="855363" y="32086"/>
                  <a:pt x="854369" y="30945"/>
                  <a:pt x="853158" y="30121"/>
                </a:cubicBezTo>
                <a:cubicBezTo>
                  <a:pt x="851946" y="29298"/>
                  <a:pt x="850502" y="28887"/>
                  <a:pt x="848825" y="28887"/>
                </a:cubicBezTo>
                <a:cubicBezTo>
                  <a:pt x="847800" y="28887"/>
                  <a:pt x="846759" y="29050"/>
                  <a:pt x="845703" y="29376"/>
                </a:cubicBezTo>
                <a:cubicBezTo>
                  <a:pt x="844647" y="29702"/>
                  <a:pt x="843552" y="30246"/>
                  <a:pt x="842418" y="31007"/>
                </a:cubicBezTo>
                <a:cubicBezTo>
                  <a:pt x="841285" y="31768"/>
                  <a:pt x="840089" y="32777"/>
                  <a:pt x="838831" y="34035"/>
                </a:cubicBezTo>
                <a:cubicBezTo>
                  <a:pt x="837573" y="35293"/>
                  <a:pt x="836230" y="36854"/>
                  <a:pt x="834801" y="38718"/>
                </a:cubicBezTo>
                <a:lnTo>
                  <a:pt x="834801" y="61408"/>
                </a:lnTo>
                <a:cubicBezTo>
                  <a:pt x="836292" y="62029"/>
                  <a:pt x="837860" y="62518"/>
                  <a:pt x="839507" y="62875"/>
                </a:cubicBezTo>
                <a:cubicBezTo>
                  <a:pt x="841153" y="63233"/>
                  <a:pt x="842768" y="63411"/>
                  <a:pt x="844352" y="63411"/>
                </a:cubicBezTo>
                <a:cubicBezTo>
                  <a:pt x="848732" y="63411"/>
                  <a:pt x="852164" y="61928"/>
                  <a:pt x="854649" y="58962"/>
                </a:cubicBezTo>
                <a:cubicBezTo>
                  <a:pt x="857134" y="55995"/>
                  <a:pt x="858376" y="51530"/>
                  <a:pt x="858376" y="45567"/>
                </a:cubicBezTo>
                <a:close/>
                <a:moveTo>
                  <a:pt x="919273" y="45660"/>
                </a:moveTo>
                <a:cubicBezTo>
                  <a:pt x="919273" y="49294"/>
                  <a:pt x="918761" y="52625"/>
                  <a:pt x="917736" y="55654"/>
                </a:cubicBezTo>
                <a:cubicBezTo>
                  <a:pt x="916711" y="58682"/>
                  <a:pt x="915235" y="61276"/>
                  <a:pt x="913310" y="63434"/>
                </a:cubicBezTo>
                <a:cubicBezTo>
                  <a:pt x="911384" y="65593"/>
                  <a:pt x="909039" y="67271"/>
                  <a:pt x="906274" y="68466"/>
                </a:cubicBezTo>
                <a:cubicBezTo>
                  <a:pt x="903510" y="69662"/>
                  <a:pt x="900373" y="70260"/>
                  <a:pt x="896863" y="70260"/>
                </a:cubicBezTo>
                <a:cubicBezTo>
                  <a:pt x="893508" y="70260"/>
                  <a:pt x="890503" y="69740"/>
                  <a:pt x="887847" y="68699"/>
                </a:cubicBezTo>
                <a:cubicBezTo>
                  <a:pt x="885192" y="67659"/>
                  <a:pt x="882940" y="66129"/>
                  <a:pt x="881092" y="64110"/>
                </a:cubicBezTo>
                <a:cubicBezTo>
                  <a:pt x="879243" y="62091"/>
                  <a:pt x="877830" y="59591"/>
                  <a:pt x="876852" y="56609"/>
                </a:cubicBezTo>
                <a:cubicBezTo>
                  <a:pt x="875873" y="53627"/>
                  <a:pt x="875384" y="50195"/>
                  <a:pt x="875384" y="46312"/>
                </a:cubicBezTo>
                <a:cubicBezTo>
                  <a:pt x="875384" y="42678"/>
                  <a:pt x="875897" y="39362"/>
                  <a:pt x="876922" y="36365"/>
                </a:cubicBezTo>
                <a:cubicBezTo>
                  <a:pt x="877947" y="33367"/>
                  <a:pt x="879422" y="30789"/>
                  <a:pt x="881348" y="28631"/>
                </a:cubicBezTo>
                <a:cubicBezTo>
                  <a:pt x="883274" y="26472"/>
                  <a:pt x="885619" y="24795"/>
                  <a:pt x="888383" y="23599"/>
                </a:cubicBezTo>
                <a:cubicBezTo>
                  <a:pt x="891148" y="22403"/>
                  <a:pt x="894285" y="21805"/>
                  <a:pt x="897795" y="21805"/>
                </a:cubicBezTo>
                <a:cubicBezTo>
                  <a:pt x="901149" y="21805"/>
                  <a:pt x="904154" y="22325"/>
                  <a:pt x="906810" y="23366"/>
                </a:cubicBezTo>
                <a:cubicBezTo>
                  <a:pt x="909466" y="24406"/>
                  <a:pt x="911718" y="25928"/>
                  <a:pt x="913566" y="27932"/>
                </a:cubicBezTo>
                <a:cubicBezTo>
                  <a:pt x="915414" y="29935"/>
                  <a:pt x="916827" y="32428"/>
                  <a:pt x="917806" y="35410"/>
                </a:cubicBezTo>
                <a:cubicBezTo>
                  <a:pt x="918784" y="38391"/>
                  <a:pt x="919273" y="41808"/>
                  <a:pt x="919273" y="45660"/>
                </a:cubicBezTo>
                <a:moveTo>
                  <a:pt x="910980" y="46033"/>
                </a:moveTo>
                <a:cubicBezTo>
                  <a:pt x="910980" y="43144"/>
                  <a:pt x="910662" y="40620"/>
                  <a:pt x="910025" y="38461"/>
                </a:cubicBezTo>
                <a:cubicBezTo>
                  <a:pt x="909388" y="36303"/>
                  <a:pt x="908480" y="34501"/>
                  <a:pt x="907299" y="33057"/>
                </a:cubicBezTo>
                <a:cubicBezTo>
                  <a:pt x="906119" y="31612"/>
                  <a:pt x="904682" y="30525"/>
                  <a:pt x="902990" y="29795"/>
                </a:cubicBezTo>
                <a:cubicBezTo>
                  <a:pt x="901297" y="29065"/>
                  <a:pt x="899410" y="28700"/>
                  <a:pt x="897329" y="28700"/>
                </a:cubicBezTo>
                <a:cubicBezTo>
                  <a:pt x="894906" y="28700"/>
                  <a:pt x="892833" y="29174"/>
                  <a:pt x="891109" y="30121"/>
                </a:cubicBezTo>
                <a:cubicBezTo>
                  <a:pt x="889385" y="31069"/>
                  <a:pt x="887972" y="32335"/>
                  <a:pt x="886869" y="33919"/>
                </a:cubicBezTo>
                <a:cubicBezTo>
                  <a:pt x="885766" y="35503"/>
                  <a:pt x="884959" y="37343"/>
                  <a:pt x="884446" y="39440"/>
                </a:cubicBezTo>
                <a:cubicBezTo>
                  <a:pt x="883934" y="41536"/>
                  <a:pt x="883677" y="43734"/>
                  <a:pt x="883677" y="46033"/>
                </a:cubicBezTo>
                <a:cubicBezTo>
                  <a:pt x="883677" y="48921"/>
                  <a:pt x="883996" y="51453"/>
                  <a:pt x="884633" y="53627"/>
                </a:cubicBezTo>
                <a:cubicBezTo>
                  <a:pt x="885269" y="55801"/>
                  <a:pt x="886178" y="57611"/>
                  <a:pt x="887358" y="59055"/>
                </a:cubicBezTo>
                <a:cubicBezTo>
                  <a:pt x="888538" y="60499"/>
                  <a:pt x="889967" y="61586"/>
                  <a:pt x="891645" y="62316"/>
                </a:cubicBezTo>
                <a:cubicBezTo>
                  <a:pt x="893322" y="63046"/>
                  <a:pt x="895217" y="63411"/>
                  <a:pt x="897329" y="63411"/>
                </a:cubicBezTo>
                <a:cubicBezTo>
                  <a:pt x="899751" y="63411"/>
                  <a:pt x="901825" y="62937"/>
                  <a:pt x="903549" y="61990"/>
                </a:cubicBezTo>
                <a:cubicBezTo>
                  <a:pt x="905273" y="61043"/>
                  <a:pt x="906686" y="59777"/>
                  <a:pt x="907789" y="58193"/>
                </a:cubicBezTo>
                <a:cubicBezTo>
                  <a:pt x="908891" y="56609"/>
                  <a:pt x="909699" y="54768"/>
                  <a:pt x="910211" y="52672"/>
                </a:cubicBezTo>
                <a:cubicBezTo>
                  <a:pt x="910724" y="50575"/>
                  <a:pt x="910980" y="48362"/>
                  <a:pt x="910980" y="46033"/>
                </a:cubicBezTo>
                <a:close/>
                <a:moveTo>
                  <a:pt x="930411" y="22644"/>
                </a:moveTo>
                <a:lnTo>
                  <a:pt x="937632" y="22644"/>
                </a:lnTo>
                <a:lnTo>
                  <a:pt x="937959" y="30191"/>
                </a:lnTo>
                <a:cubicBezTo>
                  <a:pt x="939325" y="28576"/>
                  <a:pt x="940645" y="27233"/>
                  <a:pt x="941919" y="26161"/>
                </a:cubicBezTo>
                <a:cubicBezTo>
                  <a:pt x="943192" y="25090"/>
                  <a:pt x="944443" y="24228"/>
                  <a:pt x="945670" y="23575"/>
                </a:cubicBezTo>
                <a:cubicBezTo>
                  <a:pt x="946896" y="22923"/>
                  <a:pt x="948147" y="22465"/>
                  <a:pt x="949420" y="22201"/>
                </a:cubicBezTo>
                <a:cubicBezTo>
                  <a:pt x="950694" y="21937"/>
                  <a:pt x="952014" y="21805"/>
                  <a:pt x="953380" y="21805"/>
                </a:cubicBezTo>
                <a:cubicBezTo>
                  <a:pt x="958195" y="21805"/>
                  <a:pt x="961837" y="23226"/>
                  <a:pt x="964306" y="26068"/>
                </a:cubicBezTo>
                <a:cubicBezTo>
                  <a:pt x="966776" y="28910"/>
                  <a:pt x="968010" y="33189"/>
                  <a:pt x="968010" y="38904"/>
                </a:cubicBezTo>
                <a:lnTo>
                  <a:pt x="968010" y="69421"/>
                </a:lnTo>
                <a:lnTo>
                  <a:pt x="959903" y="69421"/>
                </a:lnTo>
                <a:lnTo>
                  <a:pt x="959903" y="39556"/>
                </a:lnTo>
                <a:cubicBezTo>
                  <a:pt x="959903" y="35891"/>
                  <a:pt x="959220" y="33181"/>
                  <a:pt x="957853" y="31426"/>
                </a:cubicBezTo>
                <a:cubicBezTo>
                  <a:pt x="956487" y="29671"/>
                  <a:pt x="954452" y="28794"/>
                  <a:pt x="951750" y="28794"/>
                </a:cubicBezTo>
                <a:cubicBezTo>
                  <a:pt x="950756" y="28794"/>
                  <a:pt x="949785" y="28941"/>
                  <a:pt x="948838" y="29236"/>
                </a:cubicBezTo>
                <a:cubicBezTo>
                  <a:pt x="947890" y="29531"/>
                  <a:pt x="946904" y="30044"/>
                  <a:pt x="945879" y="30774"/>
                </a:cubicBezTo>
                <a:cubicBezTo>
                  <a:pt x="944854" y="31504"/>
                  <a:pt x="943744" y="32490"/>
                  <a:pt x="942548" y="33732"/>
                </a:cubicBezTo>
                <a:cubicBezTo>
                  <a:pt x="941352" y="34975"/>
                  <a:pt x="940009" y="36528"/>
                  <a:pt x="938518" y="38391"/>
                </a:cubicBezTo>
                <a:lnTo>
                  <a:pt x="938518" y="69421"/>
                </a:lnTo>
                <a:lnTo>
                  <a:pt x="930411" y="69421"/>
                </a:lnTo>
                <a:lnTo>
                  <a:pt x="930411" y="22644"/>
                </a:lnTo>
                <a:close/>
                <a:moveTo>
                  <a:pt x="1021779" y="43563"/>
                </a:moveTo>
                <a:cubicBezTo>
                  <a:pt x="1021779" y="44712"/>
                  <a:pt x="1021763" y="45675"/>
                  <a:pt x="1021732" y="46452"/>
                </a:cubicBezTo>
                <a:cubicBezTo>
                  <a:pt x="1021701" y="47228"/>
                  <a:pt x="1021655" y="47958"/>
                  <a:pt x="1021593" y="48642"/>
                </a:cubicBezTo>
                <a:lnTo>
                  <a:pt x="988745" y="48642"/>
                </a:lnTo>
                <a:cubicBezTo>
                  <a:pt x="988745" y="53425"/>
                  <a:pt x="990081" y="57098"/>
                  <a:pt x="992752" y="59661"/>
                </a:cubicBezTo>
                <a:cubicBezTo>
                  <a:pt x="995424" y="62223"/>
                  <a:pt x="999275" y="63504"/>
                  <a:pt x="1004307" y="63504"/>
                </a:cubicBezTo>
                <a:cubicBezTo>
                  <a:pt x="1005674" y="63504"/>
                  <a:pt x="1007040" y="63449"/>
                  <a:pt x="1008407" y="63338"/>
                </a:cubicBezTo>
                <a:cubicBezTo>
                  <a:pt x="1009774" y="63227"/>
                  <a:pt x="1011094" y="63076"/>
                  <a:pt x="1012367" y="62886"/>
                </a:cubicBezTo>
                <a:cubicBezTo>
                  <a:pt x="1013641" y="62694"/>
                  <a:pt x="1014860" y="62480"/>
                  <a:pt x="1016025" y="62242"/>
                </a:cubicBezTo>
                <a:cubicBezTo>
                  <a:pt x="1017190" y="62003"/>
                  <a:pt x="1018269" y="61741"/>
                  <a:pt x="1019263" y="61454"/>
                </a:cubicBezTo>
                <a:lnTo>
                  <a:pt x="1019263" y="68117"/>
                </a:lnTo>
                <a:cubicBezTo>
                  <a:pt x="1017058" y="68752"/>
                  <a:pt x="1014565" y="69268"/>
                  <a:pt x="1011785" y="69665"/>
                </a:cubicBezTo>
                <a:cubicBezTo>
                  <a:pt x="1009005" y="70062"/>
                  <a:pt x="1006124" y="70260"/>
                  <a:pt x="1003142" y="70260"/>
                </a:cubicBezTo>
                <a:cubicBezTo>
                  <a:pt x="999135" y="70260"/>
                  <a:pt x="995688" y="69717"/>
                  <a:pt x="992799" y="68629"/>
                </a:cubicBezTo>
                <a:cubicBezTo>
                  <a:pt x="989910" y="67542"/>
                  <a:pt x="987542" y="65966"/>
                  <a:pt x="985694" y="63900"/>
                </a:cubicBezTo>
                <a:cubicBezTo>
                  <a:pt x="983846" y="61835"/>
                  <a:pt x="982479" y="59303"/>
                  <a:pt x="981594" y="56306"/>
                </a:cubicBezTo>
                <a:cubicBezTo>
                  <a:pt x="980708" y="53309"/>
                  <a:pt x="980266" y="49915"/>
                  <a:pt x="980266" y="46126"/>
                </a:cubicBezTo>
                <a:cubicBezTo>
                  <a:pt x="980266" y="42833"/>
                  <a:pt x="980739" y="39719"/>
                  <a:pt x="981687" y="36784"/>
                </a:cubicBezTo>
                <a:cubicBezTo>
                  <a:pt x="982634" y="33849"/>
                  <a:pt x="984016" y="31271"/>
                  <a:pt x="985833" y="29050"/>
                </a:cubicBezTo>
                <a:cubicBezTo>
                  <a:pt x="987651" y="26829"/>
                  <a:pt x="989879" y="25066"/>
                  <a:pt x="992519" y="23762"/>
                </a:cubicBezTo>
                <a:cubicBezTo>
                  <a:pt x="995160" y="22457"/>
                  <a:pt x="998157" y="21805"/>
                  <a:pt x="1001512" y="21805"/>
                </a:cubicBezTo>
                <a:cubicBezTo>
                  <a:pt x="1004773" y="21805"/>
                  <a:pt x="1007662" y="22317"/>
                  <a:pt x="1010178" y="23342"/>
                </a:cubicBezTo>
                <a:cubicBezTo>
                  <a:pt x="1012694" y="24367"/>
                  <a:pt x="1014813" y="25820"/>
                  <a:pt x="1016537" y="27699"/>
                </a:cubicBezTo>
                <a:cubicBezTo>
                  <a:pt x="1018261" y="29578"/>
                  <a:pt x="1019566" y="31861"/>
                  <a:pt x="1020451" y="34548"/>
                </a:cubicBezTo>
                <a:cubicBezTo>
                  <a:pt x="1021336" y="37234"/>
                  <a:pt x="1021779" y="40240"/>
                  <a:pt x="1021779" y="43563"/>
                </a:cubicBezTo>
                <a:moveTo>
                  <a:pt x="1013346" y="42398"/>
                </a:moveTo>
                <a:cubicBezTo>
                  <a:pt x="1013439" y="40317"/>
                  <a:pt x="1013237" y="38415"/>
                  <a:pt x="1012740" y="36691"/>
                </a:cubicBezTo>
                <a:cubicBezTo>
                  <a:pt x="1012243" y="34967"/>
                  <a:pt x="1011474" y="33484"/>
                  <a:pt x="1010434" y="32241"/>
                </a:cubicBezTo>
                <a:cubicBezTo>
                  <a:pt x="1009393" y="30999"/>
                  <a:pt x="1008096" y="30028"/>
                  <a:pt x="1006543" y="29329"/>
                </a:cubicBezTo>
                <a:cubicBezTo>
                  <a:pt x="1004990" y="28631"/>
                  <a:pt x="1003189" y="28281"/>
                  <a:pt x="1001139" y="28281"/>
                </a:cubicBezTo>
                <a:cubicBezTo>
                  <a:pt x="999368" y="28281"/>
                  <a:pt x="997753" y="28623"/>
                  <a:pt x="996293" y="29306"/>
                </a:cubicBezTo>
                <a:cubicBezTo>
                  <a:pt x="994833" y="29989"/>
                  <a:pt x="993575" y="30952"/>
                  <a:pt x="992519" y="32195"/>
                </a:cubicBezTo>
                <a:cubicBezTo>
                  <a:pt x="991463" y="33437"/>
                  <a:pt x="990609" y="34928"/>
                  <a:pt x="989957" y="36668"/>
                </a:cubicBezTo>
                <a:cubicBezTo>
                  <a:pt x="989305" y="38407"/>
                  <a:pt x="988901" y="40317"/>
                  <a:pt x="988745" y="42398"/>
                </a:cubicBezTo>
                <a:lnTo>
                  <a:pt x="1013346" y="42398"/>
                </a:lnTo>
                <a:close/>
                <a:moveTo>
                  <a:pt x="1034128" y="22644"/>
                </a:moveTo>
                <a:lnTo>
                  <a:pt x="1041349" y="22644"/>
                </a:lnTo>
                <a:lnTo>
                  <a:pt x="1041676" y="30191"/>
                </a:lnTo>
                <a:cubicBezTo>
                  <a:pt x="1043042" y="28576"/>
                  <a:pt x="1044362" y="27233"/>
                  <a:pt x="1045636" y="26161"/>
                </a:cubicBezTo>
                <a:cubicBezTo>
                  <a:pt x="1046909" y="25090"/>
                  <a:pt x="1048160" y="24228"/>
                  <a:pt x="1049386" y="23575"/>
                </a:cubicBezTo>
                <a:cubicBezTo>
                  <a:pt x="1050613" y="22923"/>
                  <a:pt x="1051864" y="22465"/>
                  <a:pt x="1053137" y="22201"/>
                </a:cubicBezTo>
                <a:cubicBezTo>
                  <a:pt x="1054411" y="21937"/>
                  <a:pt x="1055731" y="21805"/>
                  <a:pt x="1057097" y="21805"/>
                </a:cubicBezTo>
                <a:cubicBezTo>
                  <a:pt x="1061912" y="21805"/>
                  <a:pt x="1065554" y="23226"/>
                  <a:pt x="1068023" y="26068"/>
                </a:cubicBezTo>
                <a:cubicBezTo>
                  <a:pt x="1070492" y="28910"/>
                  <a:pt x="1071727" y="33189"/>
                  <a:pt x="1071727" y="38904"/>
                </a:cubicBezTo>
                <a:lnTo>
                  <a:pt x="1071727" y="69421"/>
                </a:lnTo>
                <a:lnTo>
                  <a:pt x="1063620" y="69421"/>
                </a:lnTo>
                <a:lnTo>
                  <a:pt x="1063620" y="39556"/>
                </a:lnTo>
                <a:cubicBezTo>
                  <a:pt x="1063620" y="35891"/>
                  <a:pt x="1062937" y="33181"/>
                  <a:pt x="1061570" y="31426"/>
                </a:cubicBezTo>
                <a:cubicBezTo>
                  <a:pt x="1060203" y="29671"/>
                  <a:pt x="1058169" y="28794"/>
                  <a:pt x="1055467" y="28794"/>
                </a:cubicBezTo>
                <a:cubicBezTo>
                  <a:pt x="1054473" y="28794"/>
                  <a:pt x="1053502" y="28941"/>
                  <a:pt x="1052555" y="29236"/>
                </a:cubicBezTo>
                <a:cubicBezTo>
                  <a:pt x="1051607" y="29531"/>
                  <a:pt x="1050621" y="30044"/>
                  <a:pt x="1049596" y="30774"/>
                </a:cubicBezTo>
                <a:cubicBezTo>
                  <a:pt x="1048571" y="31504"/>
                  <a:pt x="1047461" y="32490"/>
                  <a:pt x="1046265" y="33732"/>
                </a:cubicBezTo>
                <a:cubicBezTo>
                  <a:pt x="1045069" y="34975"/>
                  <a:pt x="1043726" y="36528"/>
                  <a:pt x="1042235" y="38391"/>
                </a:cubicBezTo>
                <a:lnTo>
                  <a:pt x="1042235" y="69421"/>
                </a:lnTo>
                <a:lnTo>
                  <a:pt x="1034128" y="69421"/>
                </a:lnTo>
                <a:lnTo>
                  <a:pt x="1034128" y="22644"/>
                </a:lnTo>
                <a:close/>
                <a:moveTo>
                  <a:pt x="1123679" y="68723"/>
                </a:moveTo>
                <a:cubicBezTo>
                  <a:pt x="1121846" y="69205"/>
                  <a:pt x="1119951" y="69551"/>
                  <a:pt x="1117995" y="69759"/>
                </a:cubicBezTo>
                <a:cubicBezTo>
                  <a:pt x="1116038" y="69969"/>
                  <a:pt x="1114050" y="70074"/>
                  <a:pt x="1112031" y="70074"/>
                </a:cubicBezTo>
                <a:cubicBezTo>
                  <a:pt x="1106160" y="70074"/>
                  <a:pt x="1101781" y="68746"/>
                  <a:pt x="1098892" y="66090"/>
                </a:cubicBezTo>
                <a:cubicBezTo>
                  <a:pt x="1096003" y="63434"/>
                  <a:pt x="1094559" y="59358"/>
                  <a:pt x="1094559" y="53860"/>
                </a:cubicBezTo>
                <a:lnTo>
                  <a:pt x="1094559" y="29446"/>
                </a:lnTo>
                <a:lnTo>
                  <a:pt x="1081467" y="29446"/>
                </a:lnTo>
                <a:lnTo>
                  <a:pt x="1081467" y="22644"/>
                </a:lnTo>
                <a:lnTo>
                  <a:pt x="1094559" y="22644"/>
                </a:lnTo>
                <a:lnTo>
                  <a:pt x="1094559" y="9743"/>
                </a:lnTo>
                <a:lnTo>
                  <a:pt x="1102666" y="7641"/>
                </a:lnTo>
                <a:lnTo>
                  <a:pt x="1102666" y="22644"/>
                </a:lnTo>
                <a:lnTo>
                  <a:pt x="1123679" y="22644"/>
                </a:lnTo>
                <a:lnTo>
                  <a:pt x="1123679" y="29446"/>
                </a:lnTo>
                <a:lnTo>
                  <a:pt x="1102666" y="29446"/>
                </a:lnTo>
                <a:lnTo>
                  <a:pt x="1102666" y="53208"/>
                </a:lnTo>
                <a:cubicBezTo>
                  <a:pt x="1102666" y="56562"/>
                  <a:pt x="1103559" y="59070"/>
                  <a:pt x="1105345" y="60732"/>
                </a:cubicBezTo>
                <a:cubicBezTo>
                  <a:pt x="1107131" y="62394"/>
                  <a:pt x="1109763" y="63225"/>
                  <a:pt x="1113242" y="63225"/>
                </a:cubicBezTo>
                <a:cubicBezTo>
                  <a:pt x="1114733" y="63225"/>
                  <a:pt x="1116364" y="63105"/>
                  <a:pt x="1118134" y="62865"/>
                </a:cubicBezTo>
                <a:cubicBezTo>
                  <a:pt x="1119905" y="62624"/>
                  <a:pt x="1121753" y="62247"/>
                  <a:pt x="1123679" y="61734"/>
                </a:cubicBezTo>
                <a:lnTo>
                  <a:pt x="1123679" y="68723"/>
                </a:lnTo>
                <a:close/>
                <a:moveTo>
                  <a:pt x="1179451" y="38275"/>
                </a:moveTo>
                <a:cubicBezTo>
                  <a:pt x="1179451" y="41197"/>
                  <a:pt x="1179226" y="43994"/>
                  <a:pt x="1178775" y="46667"/>
                </a:cubicBezTo>
                <a:cubicBezTo>
                  <a:pt x="1178325" y="49341"/>
                  <a:pt x="1177603" y="51827"/>
                  <a:pt x="1176609" y="54128"/>
                </a:cubicBezTo>
                <a:cubicBezTo>
                  <a:pt x="1175615" y="56428"/>
                  <a:pt x="1174326" y="58519"/>
                  <a:pt x="1172742" y="60400"/>
                </a:cubicBezTo>
                <a:cubicBezTo>
                  <a:pt x="1171158" y="62280"/>
                  <a:pt x="1169216" y="63889"/>
                  <a:pt x="1166918" y="65225"/>
                </a:cubicBezTo>
                <a:cubicBezTo>
                  <a:pt x="1164619" y="66562"/>
                  <a:pt x="1161948" y="67596"/>
                  <a:pt x="1158904" y="68327"/>
                </a:cubicBezTo>
                <a:cubicBezTo>
                  <a:pt x="1155860" y="69057"/>
                  <a:pt x="1152397" y="69421"/>
                  <a:pt x="1148514" y="69421"/>
                </a:cubicBezTo>
                <a:lnTo>
                  <a:pt x="1135468" y="69421"/>
                </a:lnTo>
                <a:lnTo>
                  <a:pt x="1135468" y="8480"/>
                </a:lnTo>
                <a:lnTo>
                  <a:pt x="1151170" y="8480"/>
                </a:lnTo>
                <a:cubicBezTo>
                  <a:pt x="1160674" y="8480"/>
                  <a:pt x="1167764" y="10928"/>
                  <a:pt x="1172439" y="15824"/>
                </a:cubicBezTo>
                <a:cubicBezTo>
                  <a:pt x="1177114" y="20720"/>
                  <a:pt x="1179451" y="28203"/>
                  <a:pt x="1179451" y="38275"/>
                </a:cubicBezTo>
                <a:moveTo>
                  <a:pt x="1170738" y="38881"/>
                </a:moveTo>
                <a:cubicBezTo>
                  <a:pt x="1170738" y="34559"/>
                  <a:pt x="1170334" y="30906"/>
                  <a:pt x="1169527" y="27921"/>
                </a:cubicBezTo>
                <a:cubicBezTo>
                  <a:pt x="1168719" y="24936"/>
                  <a:pt x="1167492" y="22526"/>
                  <a:pt x="1165846" y="20692"/>
                </a:cubicBezTo>
                <a:cubicBezTo>
                  <a:pt x="1164200" y="18858"/>
                  <a:pt x="1162134" y="17529"/>
                  <a:pt x="1159649" y="16705"/>
                </a:cubicBezTo>
                <a:cubicBezTo>
                  <a:pt x="1157165" y="15880"/>
                  <a:pt x="1154245" y="15468"/>
                  <a:pt x="1150890" y="15468"/>
                </a:cubicBezTo>
                <a:lnTo>
                  <a:pt x="1143762" y="15468"/>
                </a:lnTo>
                <a:lnTo>
                  <a:pt x="1143762" y="62246"/>
                </a:lnTo>
                <a:lnTo>
                  <a:pt x="1149958" y="62246"/>
                </a:lnTo>
                <a:cubicBezTo>
                  <a:pt x="1163812" y="62246"/>
                  <a:pt x="1170738" y="54458"/>
                  <a:pt x="1170738" y="38881"/>
                </a:cubicBezTo>
                <a:close/>
                <a:moveTo>
                  <a:pt x="1205638" y="29353"/>
                </a:moveTo>
                <a:lnTo>
                  <a:pt x="1191800" y="29353"/>
                </a:lnTo>
                <a:lnTo>
                  <a:pt x="1191800" y="22644"/>
                </a:lnTo>
                <a:lnTo>
                  <a:pt x="1213838" y="22644"/>
                </a:lnTo>
                <a:lnTo>
                  <a:pt x="1213838" y="62666"/>
                </a:lnTo>
                <a:lnTo>
                  <a:pt x="1227769" y="62666"/>
                </a:lnTo>
                <a:lnTo>
                  <a:pt x="1227769" y="69421"/>
                </a:lnTo>
                <a:lnTo>
                  <a:pt x="1190262" y="69421"/>
                </a:lnTo>
                <a:lnTo>
                  <a:pt x="1190262" y="62666"/>
                </a:lnTo>
                <a:lnTo>
                  <a:pt x="1205638" y="62666"/>
                </a:lnTo>
                <a:lnTo>
                  <a:pt x="1205638" y="29353"/>
                </a:lnTo>
                <a:moveTo>
                  <a:pt x="1208480" y="2982"/>
                </a:moveTo>
                <a:cubicBezTo>
                  <a:pt x="1209380" y="2982"/>
                  <a:pt x="1210219" y="3145"/>
                  <a:pt x="1210996" y="3471"/>
                </a:cubicBezTo>
                <a:cubicBezTo>
                  <a:pt x="1211772" y="3797"/>
                  <a:pt x="1212448" y="4255"/>
                  <a:pt x="1213022" y="4846"/>
                </a:cubicBezTo>
                <a:cubicBezTo>
                  <a:pt x="1213597" y="5436"/>
                  <a:pt x="1214047" y="6111"/>
                  <a:pt x="1214373" y="6872"/>
                </a:cubicBezTo>
                <a:cubicBezTo>
                  <a:pt x="1214700" y="7633"/>
                  <a:pt x="1214863" y="8464"/>
                  <a:pt x="1214863" y="9365"/>
                </a:cubicBezTo>
                <a:cubicBezTo>
                  <a:pt x="1214863" y="10235"/>
                  <a:pt x="1214700" y="11058"/>
                  <a:pt x="1214373" y="11834"/>
                </a:cubicBezTo>
                <a:cubicBezTo>
                  <a:pt x="1214047" y="12611"/>
                  <a:pt x="1213597" y="13294"/>
                  <a:pt x="1213022" y="13884"/>
                </a:cubicBezTo>
                <a:cubicBezTo>
                  <a:pt x="1212448" y="14474"/>
                  <a:pt x="1211772" y="14933"/>
                  <a:pt x="1210996" y="15259"/>
                </a:cubicBezTo>
                <a:cubicBezTo>
                  <a:pt x="1210219" y="15585"/>
                  <a:pt x="1209380" y="15748"/>
                  <a:pt x="1208480" y="15748"/>
                </a:cubicBezTo>
                <a:cubicBezTo>
                  <a:pt x="1207579" y="15748"/>
                  <a:pt x="1206740" y="15585"/>
                  <a:pt x="1205964" y="15259"/>
                </a:cubicBezTo>
                <a:cubicBezTo>
                  <a:pt x="1205187" y="14933"/>
                  <a:pt x="1204512" y="14474"/>
                  <a:pt x="1203937" y="13884"/>
                </a:cubicBezTo>
                <a:cubicBezTo>
                  <a:pt x="1203362" y="13294"/>
                  <a:pt x="1202912" y="12611"/>
                  <a:pt x="1202586" y="11834"/>
                </a:cubicBezTo>
                <a:cubicBezTo>
                  <a:pt x="1202260" y="11058"/>
                  <a:pt x="1202097" y="10235"/>
                  <a:pt x="1202097" y="9365"/>
                </a:cubicBezTo>
                <a:cubicBezTo>
                  <a:pt x="1202097" y="8464"/>
                  <a:pt x="1202260" y="7633"/>
                  <a:pt x="1202586" y="6872"/>
                </a:cubicBezTo>
                <a:cubicBezTo>
                  <a:pt x="1202912" y="6111"/>
                  <a:pt x="1203362" y="5436"/>
                  <a:pt x="1203937" y="4846"/>
                </a:cubicBezTo>
                <a:cubicBezTo>
                  <a:pt x="1204512" y="4255"/>
                  <a:pt x="1205187" y="3797"/>
                  <a:pt x="1205964" y="3471"/>
                </a:cubicBezTo>
                <a:cubicBezTo>
                  <a:pt x="1206740" y="3145"/>
                  <a:pt x="1207579" y="2982"/>
                  <a:pt x="1208480" y="2982"/>
                </a:cubicBezTo>
                <a:close/>
                <a:moveTo>
                  <a:pt x="1239186" y="47011"/>
                </a:moveTo>
                <a:cubicBezTo>
                  <a:pt x="1239186" y="43035"/>
                  <a:pt x="1239729" y="39502"/>
                  <a:pt x="1240816" y="36411"/>
                </a:cubicBezTo>
                <a:cubicBezTo>
                  <a:pt x="1241903" y="33321"/>
                  <a:pt x="1243449" y="30712"/>
                  <a:pt x="1245452" y="28584"/>
                </a:cubicBezTo>
                <a:cubicBezTo>
                  <a:pt x="1247456" y="26456"/>
                  <a:pt x="1249863" y="24841"/>
                  <a:pt x="1252674" y="23738"/>
                </a:cubicBezTo>
                <a:cubicBezTo>
                  <a:pt x="1255485" y="22636"/>
                  <a:pt x="1258614" y="22084"/>
                  <a:pt x="1262062" y="22084"/>
                </a:cubicBezTo>
                <a:cubicBezTo>
                  <a:pt x="1263553" y="22084"/>
                  <a:pt x="1265021" y="22178"/>
                  <a:pt x="1266465" y="22364"/>
                </a:cubicBezTo>
                <a:cubicBezTo>
                  <a:pt x="1267909" y="22550"/>
                  <a:pt x="1269330" y="22845"/>
                  <a:pt x="1270728" y="23249"/>
                </a:cubicBezTo>
                <a:lnTo>
                  <a:pt x="1270728" y="3541"/>
                </a:lnTo>
                <a:lnTo>
                  <a:pt x="1278882" y="3541"/>
                </a:lnTo>
                <a:lnTo>
                  <a:pt x="1278882" y="69421"/>
                </a:lnTo>
                <a:lnTo>
                  <a:pt x="1271613" y="69421"/>
                </a:lnTo>
                <a:lnTo>
                  <a:pt x="1271334" y="60569"/>
                </a:lnTo>
                <a:cubicBezTo>
                  <a:pt x="1269066" y="63862"/>
                  <a:pt x="1266612" y="66300"/>
                  <a:pt x="1263972" y="67884"/>
                </a:cubicBezTo>
                <a:cubicBezTo>
                  <a:pt x="1261332" y="69468"/>
                  <a:pt x="1258474" y="70260"/>
                  <a:pt x="1255399" y="70260"/>
                </a:cubicBezTo>
                <a:cubicBezTo>
                  <a:pt x="1252728" y="70260"/>
                  <a:pt x="1250375" y="69701"/>
                  <a:pt x="1248341" y="68583"/>
                </a:cubicBezTo>
                <a:cubicBezTo>
                  <a:pt x="1246306" y="67465"/>
                  <a:pt x="1244613" y="65888"/>
                  <a:pt x="1243262" y="63854"/>
                </a:cubicBezTo>
                <a:cubicBezTo>
                  <a:pt x="1241911" y="61819"/>
                  <a:pt x="1240894" y="59373"/>
                  <a:pt x="1240211" y="56516"/>
                </a:cubicBezTo>
                <a:cubicBezTo>
                  <a:pt x="1239527" y="53658"/>
                  <a:pt x="1239186" y="50490"/>
                  <a:pt x="1239186" y="47011"/>
                </a:cubicBezTo>
                <a:moveTo>
                  <a:pt x="1247479" y="46498"/>
                </a:moveTo>
                <a:cubicBezTo>
                  <a:pt x="1247479" y="52152"/>
                  <a:pt x="1248310" y="56368"/>
                  <a:pt x="1249971" y="59148"/>
                </a:cubicBezTo>
                <a:cubicBezTo>
                  <a:pt x="1251633" y="61928"/>
                  <a:pt x="1253986" y="63318"/>
                  <a:pt x="1257030" y="63318"/>
                </a:cubicBezTo>
                <a:cubicBezTo>
                  <a:pt x="1259080" y="63318"/>
                  <a:pt x="1261247" y="62402"/>
                  <a:pt x="1263530" y="60569"/>
                </a:cubicBezTo>
                <a:cubicBezTo>
                  <a:pt x="1265813" y="58736"/>
                  <a:pt x="1268212" y="56019"/>
                  <a:pt x="1270728" y="52416"/>
                </a:cubicBezTo>
                <a:lnTo>
                  <a:pt x="1270728" y="30704"/>
                </a:lnTo>
                <a:cubicBezTo>
                  <a:pt x="1269392" y="30083"/>
                  <a:pt x="1267917" y="29609"/>
                  <a:pt x="1266302" y="29283"/>
                </a:cubicBezTo>
                <a:cubicBezTo>
                  <a:pt x="1264687" y="28957"/>
                  <a:pt x="1263087" y="28794"/>
                  <a:pt x="1261503" y="28794"/>
                </a:cubicBezTo>
                <a:cubicBezTo>
                  <a:pt x="1257092" y="28794"/>
                  <a:pt x="1253652" y="30222"/>
                  <a:pt x="1251183" y="33080"/>
                </a:cubicBezTo>
                <a:cubicBezTo>
                  <a:pt x="1248714" y="35938"/>
                  <a:pt x="1247479" y="40410"/>
                  <a:pt x="1247479" y="46498"/>
                </a:cubicBezTo>
                <a:close/>
                <a:moveTo>
                  <a:pt x="1336145" y="69421"/>
                </a:moveTo>
                <a:lnTo>
                  <a:pt x="1328038" y="69421"/>
                </a:lnTo>
                <a:lnTo>
                  <a:pt x="1326826" y="31429"/>
                </a:lnTo>
                <a:lnTo>
                  <a:pt x="1326314" y="16830"/>
                </a:lnTo>
                <a:lnTo>
                  <a:pt x="1323472" y="25318"/>
                </a:lnTo>
                <a:lnTo>
                  <a:pt x="1314480" y="49573"/>
                </a:lnTo>
                <a:lnTo>
                  <a:pt x="1308749" y="49573"/>
                </a:lnTo>
                <a:lnTo>
                  <a:pt x="1300176" y="26251"/>
                </a:lnTo>
                <a:lnTo>
                  <a:pt x="1297334" y="16830"/>
                </a:lnTo>
                <a:lnTo>
                  <a:pt x="1297148" y="32081"/>
                </a:lnTo>
                <a:lnTo>
                  <a:pt x="1296076" y="69421"/>
                </a:lnTo>
                <a:lnTo>
                  <a:pt x="1288249" y="69421"/>
                </a:lnTo>
                <a:lnTo>
                  <a:pt x="1291230" y="8480"/>
                </a:lnTo>
                <a:lnTo>
                  <a:pt x="1301061" y="8480"/>
                </a:lnTo>
                <a:lnTo>
                  <a:pt x="1309261" y="31429"/>
                </a:lnTo>
                <a:lnTo>
                  <a:pt x="1311917" y="39172"/>
                </a:lnTo>
                <a:lnTo>
                  <a:pt x="1314480" y="31429"/>
                </a:lnTo>
                <a:lnTo>
                  <a:pt x="1323099" y="8480"/>
                </a:lnTo>
                <a:lnTo>
                  <a:pt x="1333209" y="8480"/>
                </a:lnTo>
                <a:lnTo>
                  <a:pt x="1336145" y="69421"/>
                </a:lnTo>
                <a:close/>
                <a:moveTo>
                  <a:pt x="1386000" y="45660"/>
                </a:moveTo>
                <a:cubicBezTo>
                  <a:pt x="1386000" y="49294"/>
                  <a:pt x="1385487" y="52625"/>
                  <a:pt x="1384462" y="55654"/>
                </a:cubicBezTo>
                <a:cubicBezTo>
                  <a:pt x="1383437" y="58682"/>
                  <a:pt x="1381962" y="61276"/>
                  <a:pt x="1380036" y="63434"/>
                </a:cubicBezTo>
                <a:cubicBezTo>
                  <a:pt x="1378110" y="65593"/>
                  <a:pt x="1375765" y="67271"/>
                  <a:pt x="1373001" y="68466"/>
                </a:cubicBezTo>
                <a:cubicBezTo>
                  <a:pt x="1370236" y="69662"/>
                  <a:pt x="1367099" y="70260"/>
                  <a:pt x="1363589" y="70260"/>
                </a:cubicBezTo>
                <a:cubicBezTo>
                  <a:pt x="1360235" y="70260"/>
                  <a:pt x="1357229" y="69740"/>
                  <a:pt x="1354574" y="68699"/>
                </a:cubicBezTo>
                <a:cubicBezTo>
                  <a:pt x="1351918" y="67659"/>
                  <a:pt x="1349666" y="66129"/>
                  <a:pt x="1347818" y="64110"/>
                </a:cubicBezTo>
                <a:cubicBezTo>
                  <a:pt x="1345970" y="62091"/>
                  <a:pt x="1344556" y="59591"/>
                  <a:pt x="1343578" y="56609"/>
                </a:cubicBezTo>
                <a:cubicBezTo>
                  <a:pt x="1342600" y="53627"/>
                  <a:pt x="1342110" y="50195"/>
                  <a:pt x="1342110" y="46312"/>
                </a:cubicBezTo>
                <a:cubicBezTo>
                  <a:pt x="1342110" y="42678"/>
                  <a:pt x="1342623" y="39362"/>
                  <a:pt x="1343648" y="36365"/>
                </a:cubicBezTo>
                <a:cubicBezTo>
                  <a:pt x="1344673" y="33367"/>
                  <a:pt x="1346148" y="30789"/>
                  <a:pt x="1348074" y="28631"/>
                </a:cubicBezTo>
                <a:cubicBezTo>
                  <a:pt x="1350000" y="26472"/>
                  <a:pt x="1352345" y="24795"/>
                  <a:pt x="1355109" y="23599"/>
                </a:cubicBezTo>
                <a:cubicBezTo>
                  <a:pt x="1357874" y="22403"/>
                  <a:pt x="1361011" y="21805"/>
                  <a:pt x="1364521" y="21805"/>
                </a:cubicBezTo>
                <a:cubicBezTo>
                  <a:pt x="1367876" y="21805"/>
                  <a:pt x="1370881" y="22325"/>
                  <a:pt x="1373536" y="23366"/>
                </a:cubicBezTo>
                <a:cubicBezTo>
                  <a:pt x="1376192" y="24406"/>
                  <a:pt x="1378444" y="25928"/>
                  <a:pt x="1380292" y="27932"/>
                </a:cubicBezTo>
                <a:cubicBezTo>
                  <a:pt x="1382140" y="29935"/>
                  <a:pt x="1383554" y="32428"/>
                  <a:pt x="1384532" y="35410"/>
                </a:cubicBezTo>
                <a:cubicBezTo>
                  <a:pt x="1385511" y="38391"/>
                  <a:pt x="1386000" y="41808"/>
                  <a:pt x="1386000" y="45660"/>
                </a:cubicBezTo>
                <a:moveTo>
                  <a:pt x="1377706" y="46033"/>
                </a:moveTo>
                <a:cubicBezTo>
                  <a:pt x="1377706" y="43144"/>
                  <a:pt x="1377388" y="40620"/>
                  <a:pt x="1376751" y="38461"/>
                </a:cubicBezTo>
                <a:cubicBezTo>
                  <a:pt x="1376115" y="36303"/>
                  <a:pt x="1375206" y="34501"/>
                  <a:pt x="1374026" y="33057"/>
                </a:cubicBezTo>
                <a:cubicBezTo>
                  <a:pt x="1372845" y="31612"/>
                  <a:pt x="1371409" y="30525"/>
                  <a:pt x="1369716" y="29795"/>
                </a:cubicBezTo>
                <a:cubicBezTo>
                  <a:pt x="1368023" y="29065"/>
                  <a:pt x="1366136" y="28700"/>
                  <a:pt x="1364055" y="28700"/>
                </a:cubicBezTo>
                <a:cubicBezTo>
                  <a:pt x="1361632" y="28700"/>
                  <a:pt x="1359559" y="29174"/>
                  <a:pt x="1357835" y="30121"/>
                </a:cubicBezTo>
                <a:cubicBezTo>
                  <a:pt x="1356111" y="31069"/>
                  <a:pt x="1354698" y="32335"/>
                  <a:pt x="1353595" y="33919"/>
                </a:cubicBezTo>
                <a:cubicBezTo>
                  <a:pt x="1352493" y="35503"/>
                  <a:pt x="1351685" y="37343"/>
                  <a:pt x="1351173" y="39440"/>
                </a:cubicBezTo>
                <a:cubicBezTo>
                  <a:pt x="1350660" y="41536"/>
                  <a:pt x="1350404" y="43734"/>
                  <a:pt x="1350404" y="46033"/>
                </a:cubicBezTo>
                <a:cubicBezTo>
                  <a:pt x="1350404" y="48921"/>
                  <a:pt x="1350722" y="51453"/>
                  <a:pt x="1351359" y="53627"/>
                </a:cubicBezTo>
                <a:cubicBezTo>
                  <a:pt x="1351996" y="55801"/>
                  <a:pt x="1352904" y="57611"/>
                  <a:pt x="1354084" y="59055"/>
                </a:cubicBezTo>
                <a:cubicBezTo>
                  <a:pt x="1355265" y="60499"/>
                  <a:pt x="1356694" y="61586"/>
                  <a:pt x="1358371" y="62316"/>
                </a:cubicBezTo>
                <a:cubicBezTo>
                  <a:pt x="1360048" y="63046"/>
                  <a:pt x="1361943" y="63411"/>
                  <a:pt x="1364055" y="63411"/>
                </a:cubicBezTo>
                <a:cubicBezTo>
                  <a:pt x="1366478" y="63411"/>
                  <a:pt x="1368551" y="62937"/>
                  <a:pt x="1370275" y="61990"/>
                </a:cubicBezTo>
                <a:cubicBezTo>
                  <a:pt x="1371999" y="61043"/>
                  <a:pt x="1373412" y="59777"/>
                  <a:pt x="1374515" y="58193"/>
                </a:cubicBezTo>
                <a:cubicBezTo>
                  <a:pt x="1375618" y="56609"/>
                  <a:pt x="1376425" y="54768"/>
                  <a:pt x="1376938" y="52672"/>
                </a:cubicBezTo>
                <a:cubicBezTo>
                  <a:pt x="1377450" y="50575"/>
                  <a:pt x="1377706" y="48362"/>
                  <a:pt x="1377706" y="46033"/>
                </a:cubicBezTo>
                <a:close/>
                <a:moveTo>
                  <a:pt x="1434737" y="69421"/>
                </a:moveTo>
                <a:lnTo>
                  <a:pt x="1427468" y="69421"/>
                </a:lnTo>
                <a:lnTo>
                  <a:pt x="1427189" y="61874"/>
                </a:lnTo>
                <a:cubicBezTo>
                  <a:pt x="1425791" y="63489"/>
                  <a:pt x="1424463" y="64832"/>
                  <a:pt x="1423205" y="65904"/>
                </a:cubicBezTo>
                <a:cubicBezTo>
                  <a:pt x="1421947" y="66975"/>
                  <a:pt x="1420697" y="67837"/>
                  <a:pt x="1419455" y="68490"/>
                </a:cubicBezTo>
                <a:cubicBezTo>
                  <a:pt x="1418212" y="69142"/>
                  <a:pt x="1416962" y="69600"/>
                  <a:pt x="1415704" y="69864"/>
                </a:cubicBezTo>
                <a:cubicBezTo>
                  <a:pt x="1414446" y="70128"/>
                  <a:pt x="1413118" y="70260"/>
                  <a:pt x="1411720" y="70260"/>
                </a:cubicBezTo>
                <a:cubicBezTo>
                  <a:pt x="1406906" y="70260"/>
                  <a:pt x="1403272" y="68847"/>
                  <a:pt x="1400818" y="66020"/>
                </a:cubicBezTo>
                <a:cubicBezTo>
                  <a:pt x="1398364" y="63194"/>
                  <a:pt x="1397137" y="58923"/>
                  <a:pt x="1397137" y="53208"/>
                </a:cubicBezTo>
                <a:lnTo>
                  <a:pt x="1397137" y="22644"/>
                </a:lnTo>
                <a:lnTo>
                  <a:pt x="1405244" y="22644"/>
                </a:lnTo>
                <a:lnTo>
                  <a:pt x="1405244" y="52555"/>
                </a:lnTo>
                <a:cubicBezTo>
                  <a:pt x="1405244" y="59730"/>
                  <a:pt x="1407946" y="63318"/>
                  <a:pt x="1413351" y="63318"/>
                </a:cubicBezTo>
                <a:cubicBezTo>
                  <a:pt x="1414345" y="63318"/>
                  <a:pt x="1415316" y="63170"/>
                  <a:pt x="1416263" y="62875"/>
                </a:cubicBezTo>
                <a:cubicBezTo>
                  <a:pt x="1417210" y="62580"/>
                  <a:pt x="1418204" y="62068"/>
                  <a:pt x="1419245" y="61338"/>
                </a:cubicBezTo>
                <a:cubicBezTo>
                  <a:pt x="1420285" y="60608"/>
                  <a:pt x="1421404" y="59622"/>
                  <a:pt x="1422599" y="58379"/>
                </a:cubicBezTo>
                <a:cubicBezTo>
                  <a:pt x="1423795" y="57137"/>
                  <a:pt x="1425139" y="55568"/>
                  <a:pt x="1426630" y="53674"/>
                </a:cubicBezTo>
                <a:lnTo>
                  <a:pt x="1426630" y="22644"/>
                </a:lnTo>
                <a:lnTo>
                  <a:pt x="1434737" y="22644"/>
                </a:lnTo>
                <a:lnTo>
                  <a:pt x="1434737" y="69421"/>
                </a:lnTo>
                <a:close/>
                <a:moveTo>
                  <a:pt x="1448996" y="22644"/>
                </a:moveTo>
                <a:lnTo>
                  <a:pt x="1456217" y="22644"/>
                </a:lnTo>
                <a:lnTo>
                  <a:pt x="1456543" y="30191"/>
                </a:lnTo>
                <a:cubicBezTo>
                  <a:pt x="1457910" y="28576"/>
                  <a:pt x="1459230" y="27233"/>
                  <a:pt x="1460504" y="26161"/>
                </a:cubicBezTo>
                <a:cubicBezTo>
                  <a:pt x="1461777" y="25090"/>
                  <a:pt x="1463027" y="24228"/>
                  <a:pt x="1464254" y="23575"/>
                </a:cubicBezTo>
                <a:cubicBezTo>
                  <a:pt x="1465481" y="22923"/>
                  <a:pt x="1466731" y="22465"/>
                  <a:pt x="1468005" y="22201"/>
                </a:cubicBezTo>
                <a:cubicBezTo>
                  <a:pt x="1469279" y="21937"/>
                  <a:pt x="1470599" y="21805"/>
                  <a:pt x="1471965" y="21805"/>
                </a:cubicBezTo>
                <a:cubicBezTo>
                  <a:pt x="1476780" y="21805"/>
                  <a:pt x="1480422" y="23226"/>
                  <a:pt x="1482891" y="26068"/>
                </a:cubicBezTo>
                <a:cubicBezTo>
                  <a:pt x="1485360" y="28910"/>
                  <a:pt x="1486595" y="33189"/>
                  <a:pt x="1486595" y="38904"/>
                </a:cubicBezTo>
                <a:lnTo>
                  <a:pt x="1486595" y="69421"/>
                </a:lnTo>
                <a:lnTo>
                  <a:pt x="1478488" y="69421"/>
                </a:lnTo>
                <a:lnTo>
                  <a:pt x="1478488" y="39556"/>
                </a:lnTo>
                <a:cubicBezTo>
                  <a:pt x="1478488" y="35891"/>
                  <a:pt x="1477805" y="33181"/>
                  <a:pt x="1476438" y="31426"/>
                </a:cubicBezTo>
                <a:cubicBezTo>
                  <a:pt x="1475071" y="29671"/>
                  <a:pt x="1473037" y="28794"/>
                  <a:pt x="1470335" y="28794"/>
                </a:cubicBezTo>
                <a:cubicBezTo>
                  <a:pt x="1469341" y="28794"/>
                  <a:pt x="1468370" y="28941"/>
                  <a:pt x="1467423" y="29236"/>
                </a:cubicBezTo>
                <a:cubicBezTo>
                  <a:pt x="1466475" y="29531"/>
                  <a:pt x="1465489" y="30044"/>
                  <a:pt x="1464464" y="30774"/>
                </a:cubicBezTo>
                <a:cubicBezTo>
                  <a:pt x="1463439" y="31504"/>
                  <a:pt x="1462329" y="32490"/>
                  <a:pt x="1461133" y="33732"/>
                </a:cubicBezTo>
                <a:cubicBezTo>
                  <a:pt x="1459937" y="34975"/>
                  <a:pt x="1458593" y="36528"/>
                  <a:pt x="1457103" y="38391"/>
                </a:cubicBezTo>
                <a:lnTo>
                  <a:pt x="1457103" y="69421"/>
                </a:lnTo>
                <a:lnTo>
                  <a:pt x="1448996" y="69421"/>
                </a:lnTo>
                <a:lnTo>
                  <a:pt x="1448996" y="22644"/>
                </a:lnTo>
                <a:close/>
                <a:moveTo>
                  <a:pt x="1538547" y="68723"/>
                </a:moveTo>
                <a:cubicBezTo>
                  <a:pt x="1536714" y="69205"/>
                  <a:pt x="1534819" y="69551"/>
                  <a:pt x="1532863" y="69759"/>
                </a:cubicBezTo>
                <a:cubicBezTo>
                  <a:pt x="1530906" y="69969"/>
                  <a:pt x="1528918" y="70074"/>
                  <a:pt x="1526899" y="70074"/>
                </a:cubicBezTo>
                <a:cubicBezTo>
                  <a:pt x="1521028" y="70074"/>
                  <a:pt x="1516649" y="68746"/>
                  <a:pt x="1513760" y="66090"/>
                </a:cubicBezTo>
                <a:cubicBezTo>
                  <a:pt x="1510871" y="63434"/>
                  <a:pt x="1509427" y="59358"/>
                  <a:pt x="1509427" y="53860"/>
                </a:cubicBezTo>
                <a:lnTo>
                  <a:pt x="1509427" y="29446"/>
                </a:lnTo>
                <a:lnTo>
                  <a:pt x="1496335" y="29446"/>
                </a:lnTo>
                <a:lnTo>
                  <a:pt x="1496335" y="22644"/>
                </a:lnTo>
                <a:lnTo>
                  <a:pt x="1509427" y="22644"/>
                </a:lnTo>
                <a:lnTo>
                  <a:pt x="1509427" y="9743"/>
                </a:lnTo>
                <a:lnTo>
                  <a:pt x="1517534" y="7641"/>
                </a:lnTo>
                <a:lnTo>
                  <a:pt x="1517534" y="22644"/>
                </a:lnTo>
                <a:lnTo>
                  <a:pt x="1538547" y="22644"/>
                </a:lnTo>
                <a:lnTo>
                  <a:pt x="1538547" y="29446"/>
                </a:lnTo>
                <a:lnTo>
                  <a:pt x="1517534" y="29446"/>
                </a:lnTo>
                <a:lnTo>
                  <a:pt x="1517534" y="53208"/>
                </a:lnTo>
                <a:cubicBezTo>
                  <a:pt x="1517534" y="56562"/>
                  <a:pt x="1518427" y="59070"/>
                  <a:pt x="1520213" y="60732"/>
                </a:cubicBezTo>
                <a:cubicBezTo>
                  <a:pt x="1521999" y="62394"/>
                  <a:pt x="1524631" y="63225"/>
                  <a:pt x="1528110" y="63225"/>
                </a:cubicBezTo>
                <a:cubicBezTo>
                  <a:pt x="1529601" y="63225"/>
                  <a:pt x="1531232" y="63105"/>
                  <a:pt x="1533002" y="62865"/>
                </a:cubicBezTo>
                <a:cubicBezTo>
                  <a:pt x="1534773" y="62624"/>
                  <a:pt x="1536621" y="62247"/>
                  <a:pt x="1538547" y="61734"/>
                </a:cubicBezTo>
                <a:lnTo>
                  <a:pt x="1538547" y="68723"/>
                </a:lnTo>
                <a:close/>
                <a:moveTo>
                  <a:pt x="1580714" y="88990"/>
                </a:moveTo>
                <a:cubicBezTo>
                  <a:pt x="1566395" y="75720"/>
                  <a:pt x="1559235" y="61052"/>
                  <a:pt x="1559235" y="44984"/>
                </a:cubicBezTo>
                <a:cubicBezTo>
                  <a:pt x="1559235" y="41224"/>
                  <a:pt x="1559616" y="37471"/>
                  <a:pt x="1560377" y="33726"/>
                </a:cubicBezTo>
                <a:cubicBezTo>
                  <a:pt x="1561138" y="29982"/>
                  <a:pt x="1562365" y="26229"/>
                  <a:pt x="1564058" y="22469"/>
                </a:cubicBezTo>
                <a:cubicBezTo>
                  <a:pt x="1565750" y="18708"/>
                  <a:pt x="1567987" y="14948"/>
                  <a:pt x="1570767" y="11188"/>
                </a:cubicBezTo>
                <a:cubicBezTo>
                  <a:pt x="1573547" y="7427"/>
                  <a:pt x="1576925" y="3698"/>
                  <a:pt x="1580900" y="0"/>
                </a:cubicBezTo>
                <a:lnTo>
                  <a:pt x="1585606" y="4802"/>
                </a:lnTo>
                <a:cubicBezTo>
                  <a:pt x="1573555" y="16704"/>
                  <a:pt x="1567529" y="29896"/>
                  <a:pt x="1567529" y="44379"/>
                </a:cubicBezTo>
                <a:cubicBezTo>
                  <a:pt x="1567529" y="51589"/>
                  <a:pt x="1569051" y="58519"/>
                  <a:pt x="1572095" y="65170"/>
                </a:cubicBezTo>
                <a:cubicBezTo>
                  <a:pt x="1575139" y="71820"/>
                  <a:pt x="1579643" y="78097"/>
                  <a:pt x="1585606" y="84002"/>
                </a:cubicBezTo>
                <a:lnTo>
                  <a:pt x="1580714" y="88990"/>
                </a:lnTo>
                <a:close/>
                <a:moveTo>
                  <a:pt x="1614122" y="0"/>
                </a:moveTo>
                <a:cubicBezTo>
                  <a:pt x="1628441" y="13270"/>
                  <a:pt x="1635601" y="28032"/>
                  <a:pt x="1635601" y="44285"/>
                </a:cubicBezTo>
                <a:cubicBezTo>
                  <a:pt x="1635601" y="47642"/>
                  <a:pt x="1635259" y="51123"/>
                  <a:pt x="1634576" y="54728"/>
                </a:cubicBezTo>
                <a:cubicBezTo>
                  <a:pt x="1633893" y="58333"/>
                  <a:pt x="1632728" y="62023"/>
                  <a:pt x="1631082" y="65799"/>
                </a:cubicBezTo>
                <a:cubicBezTo>
                  <a:pt x="1629435" y="69575"/>
                  <a:pt x="1627222" y="73405"/>
                  <a:pt x="1624442" y="77290"/>
                </a:cubicBezTo>
                <a:cubicBezTo>
                  <a:pt x="1621662" y="81174"/>
                  <a:pt x="1618160" y="85074"/>
                  <a:pt x="1613936" y="88990"/>
                </a:cubicBezTo>
                <a:lnTo>
                  <a:pt x="1609230" y="84188"/>
                </a:lnTo>
                <a:cubicBezTo>
                  <a:pt x="1615287" y="78190"/>
                  <a:pt x="1619806" y="71929"/>
                  <a:pt x="1622788" y="65403"/>
                </a:cubicBezTo>
                <a:cubicBezTo>
                  <a:pt x="1625770" y="58876"/>
                  <a:pt x="1627261" y="52039"/>
                  <a:pt x="1627261" y="44891"/>
                </a:cubicBezTo>
                <a:cubicBezTo>
                  <a:pt x="1627261" y="30098"/>
                  <a:pt x="1621251" y="16797"/>
                  <a:pt x="1609230" y="4988"/>
                </a:cubicBezTo>
                <a:lnTo>
                  <a:pt x="1614122" y="0"/>
                </a:lnTo>
                <a:close/>
                <a:moveTo>
                  <a:pt x="1690768" y="88524"/>
                </a:moveTo>
                <a:lnTo>
                  <a:pt x="1687320" y="88524"/>
                </a:lnTo>
                <a:cubicBezTo>
                  <a:pt x="1681325" y="88524"/>
                  <a:pt x="1676868" y="87119"/>
                  <a:pt x="1673948" y="84308"/>
                </a:cubicBezTo>
                <a:cubicBezTo>
                  <a:pt x="1671028" y="81496"/>
                  <a:pt x="1669568" y="77233"/>
                  <a:pt x="1669568" y="71518"/>
                </a:cubicBezTo>
                <a:lnTo>
                  <a:pt x="1669568" y="55491"/>
                </a:lnTo>
                <a:cubicBezTo>
                  <a:pt x="1669568" y="53969"/>
                  <a:pt x="1669397" y="52610"/>
                  <a:pt x="1669056" y="51414"/>
                </a:cubicBezTo>
                <a:cubicBezTo>
                  <a:pt x="1668714" y="50218"/>
                  <a:pt x="1668116" y="49209"/>
                  <a:pt x="1667262" y="48385"/>
                </a:cubicBezTo>
                <a:cubicBezTo>
                  <a:pt x="1666408" y="47562"/>
                  <a:pt x="1665274" y="46933"/>
                  <a:pt x="1663861" y="46498"/>
                </a:cubicBezTo>
                <a:cubicBezTo>
                  <a:pt x="1662448" y="46064"/>
                  <a:pt x="1660669" y="45846"/>
                  <a:pt x="1658526" y="45846"/>
                </a:cubicBezTo>
                <a:lnTo>
                  <a:pt x="1656523" y="45846"/>
                </a:lnTo>
                <a:lnTo>
                  <a:pt x="1656523" y="39370"/>
                </a:lnTo>
                <a:lnTo>
                  <a:pt x="1658526" y="39370"/>
                </a:lnTo>
                <a:cubicBezTo>
                  <a:pt x="1660794" y="39370"/>
                  <a:pt x="1662642" y="39184"/>
                  <a:pt x="1664071" y="38811"/>
                </a:cubicBezTo>
                <a:cubicBezTo>
                  <a:pt x="1665499" y="38438"/>
                  <a:pt x="1666618" y="37871"/>
                  <a:pt x="1667425" y="37110"/>
                </a:cubicBezTo>
                <a:cubicBezTo>
                  <a:pt x="1668233" y="36349"/>
                  <a:pt x="1668792" y="35379"/>
                  <a:pt x="1669102" y="34198"/>
                </a:cubicBezTo>
                <a:cubicBezTo>
                  <a:pt x="1669413" y="33018"/>
                  <a:pt x="1669568" y="31620"/>
                  <a:pt x="1669568" y="30005"/>
                </a:cubicBezTo>
                <a:lnTo>
                  <a:pt x="1669568" y="18963"/>
                </a:lnTo>
                <a:cubicBezTo>
                  <a:pt x="1669568" y="16354"/>
                  <a:pt x="1669879" y="14001"/>
                  <a:pt x="1670500" y="11904"/>
                </a:cubicBezTo>
                <a:cubicBezTo>
                  <a:pt x="1671121" y="9808"/>
                  <a:pt x="1672139" y="8022"/>
                  <a:pt x="1673552" y="6546"/>
                </a:cubicBezTo>
                <a:cubicBezTo>
                  <a:pt x="1674965" y="5071"/>
                  <a:pt x="1676798" y="3937"/>
                  <a:pt x="1679050" y="3145"/>
                </a:cubicBezTo>
                <a:cubicBezTo>
                  <a:pt x="1681302" y="2353"/>
                  <a:pt x="1684058" y="1957"/>
                  <a:pt x="1687320" y="1957"/>
                </a:cubicBezTo>
                <a:lnTo>
                  <a:pt x="1690768" y="1957"/>
                </a:lnTo>
                <a:lnTo>
                  <a:pt x="1690768" y="8480"/>
                </a:lnTo>
                <a:lnTo>
                  <a:pt x="1688019" y="8480"/>
                </a:lnTo>
                <a:cubicBezTo>
                  <a:pt x="1680812" y="8480"/>
                  <a:pt x="1677209" y="11974"/>
                  <a:pt x="1677209" y="18963"/>
                </a:cubicBezTo>
                <a:lnTo>
                  <a:pt x="1677209" y="29819"/>
                </a:lnTo>
                <a:cubicBezTo>
                  <a:pt x="1677209" y="37398"/>
                  <a:pt x="1673932" y="41668"/>
                  <a:pt x="1667379" y="42631"/>
                </a:cubicBezTo>
                <a:cubicBezTo>
                  <a:pt x="1673995" y="43284"/>
                  <a:pt x="1677303" y="47539"/>
                  <a:pt x="1677303" y="55397"/>
                </a:cubicBezTo>
                <a:lnTo>
                  <a:pt x="1677303" y="71332"/>
                </a:lnTo>
                <a:cubicBezTo>
                  <a:pt x="1677303" y="78445"/>
                  <a:pt x="1680875" y="82001"/>
                  <a:pt x="1688019" y="82001"/>
                </a:cubicBezTo>
                <a:lnTo>
                  <a:pt x="1690768" y="82001"/>
                </a:lnTo>
                <a:lnTo>
                  <a:pt x="1690768" y="88524"/>
                </a:lnTo>
                <a:close/>
                <a:moveTo>
                  <a:pt x="1747984" y="79485"/>
                </a:moveTo>
                <a:lnTo>
                  <a:pt x="1740250" y="79485"/>
                </a:lnTo>
                <a:lnTo>
                  <a:pt x="1708288" y="3541"/>
                </a:lnTo>
                <a:lnTo>
                  <a:pt x="1716022" y="3541"/>
                </a:lnTo>
                <a:lnTo>
                  <a:pt x="1747984" y="79485"/>
                </a:lnTo>
                <a:close/>
                <a:moveTo>
                  <a:pt x="1760146" y="22644"/>
                </a:moveTo>
                <a:lnTo>
                  <a:pt x="1767368" y="22644"/>
                </a:lnTo>
                <a:lnTo>
                  <a:pt x="1767694" y="30191"/>
                </a:lnTo>
                <a:cubicBezTo>
                  <a:pt x="1769061" y="28576"/>
                  <a:pt x="1770381" y="27233"/>
                  <a:pt x="1771654" y="26161"/>
                </a:cubicBezTo>
                <a:cubicBezTo>
                  <a:pt x="1772928" y="25090"/>
                  <a:pt x="1774178" y="24228"/>
                  <a:pt x="1775405" y="23575"/>
                </a:cubicBezTo>
                <a:cubicBezTo>
                  <a:pt x="1776632" y="22923"/>
                  <a:pt x="1777882" y="22465"/>
                  <a:pt x="1779156" y="22201"/>
                </a:cubicBezTo>
                <a:cubicBezTo>
                  <a:pt x="1780429" y="21937"/>
                  <a:pt x="1781749" y="21805"/>
                  <a:pt x="1783116" y="21805"/>
                </a:cubicBezTo>
                <a:cubicBezTo>
                  <a:pt x="1787930" y="21805"/>
                  <a:pt x="1791572" y="23226"/>
                  <a:pt x="1794042" y="26068"/>
                </a:cubicBezTo>
                <a:cubicBezTo>
                  <a:pt x="1796511" y="28910"/>
                  <a:pt x="1797746" y="33189"/>
                  <a:pt x="1797746" y="38904"/>
                </a:cubicBezTo>
                <a:lnTo>
                  <a:pt x="1797746" y="69421"/>
                </a:lnTo>
                <a:lnTo>
                  <a:pt x="1789639" y="69421"/>
                </a:lnTo>
                <a:lnTo>
                  <a:pt x="1789639" y="39556"/>
                </a:lnTo>
                <a:cubicBezTo>
                  <a:pt x="1789639" y="35891"/>
                  <a:pt x="1788955" y="33181"/>
                  <a:pt x="1787589" y="31426"/>
                </a:cubicBezTo>
                <a:cubicBezTo>
                  <a:pt x="1786222" y="29671"/>
                  <a:pt x="1784187" y="28794"/>
                  <a:pt x="1781485" y="28794"/>
                </a:cubicBezTo>
                <a:cubicBezTo>
                  <a:pt x="1780491" y="28794"/>
                  <a:pt x="1779521" y="28941"/>
                  <a:pt x="1778573" y="29236"/>
                </a:cubicBezTo>
                <a:cubicBezTo>
                  <a:pt x="1777626" y="29531"/>
                  <a:pt x="1776640" y="30044"/>
                  <a:pt x="1775615" y="30774"/>
                </a:cubicBezTo>
                <a:cubicBezTo>
                  <a:pt x="1774590" y="31504"/>
                  <a:pt x="1773479" y="32490"/>
                  <a:pt x="1772283" y="33732"/>
                </a:cubicBezTo>
                <a:cubicBezTo>
                  <a:pt x="1771087" y="34975"/>
                  <a:pt x="1769744" y="36528"/>
                  <a:pt x="1768253" y="38391"/>
                </a:cubicBezTo>
                <a:lnTo>
                  <a:pt x="1768253" y="69421"/>
                </a:lnTo>
                <a:lnTo>
                  <a:pt x="1760146" y="69421"/>
                </a:lnTo>
                <a:lnTo>
                  <a:pt x="1760146" y="22644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fetch(‘https://os.alipayobjects.com/rmsportal/ODDwqcDFTLAguOvWEolX.json’)\n">
            <a:extLst xmlns:a="http://schemas.openxmlformats.org/drawingml/2006/main">
              <a:ext uri="{FF2B5EF4-FFF2-40B4-BE49-F238E27FC236}">
                <a16:creationId xmlns:a16="http://schemas.microsoft.com/office/drawing/2014/main" id="{53BBC720-5B48-4963-982C-98DCE2D3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774" y="5532073"/>
            <a:ext cx="3883186" cy="88990"/>
          </a:xfrm>
          <a:custGeom xmlns:a="http://schemas.openxmlformats.org/drawingml/2006/main">
            <a:pathLst>
              <a:path w="3883186" h="88990">
                <a:moveTo>
                  <a:pt x="48968" y="11089"/>
                </a:moveTo>
                <a:cubicBezTo>
                  <a:pt x="44712" y="10188"/>
                  <a:pt x="41047" y="9738"/>
                  <a:pt x="37972" y="9738"/>
                </a:cubicBezTo>
                <a:cubicBezTo>
                  <a:pt x="30673" y="9738"/>
                  <a:pt x="27023" y="13558"/>
                  <a:pt x="27023" y="21199"/>
                </a:cubicBezTo>
                <a:lnTo>
                  <a:pt x="27023" y="29399"/>
                </a:lnTo>
                <a:lnTo>
                  <a:pt x="47523" y="29399"/>
                </a:lnTo>
                <a:lnTo>
                  <a:pt x="47523" y="36155"/>
                </a:lnTo>
                <a:lnTo>
                  <a:pt x="27023" y="36155"/>
                </a:lnTo>
                <a:lnTo>
                  <a:pt x="27023" y="69421"/>
                </a:lnTo>
                <a:lnTo>
                  <a:pt x="18776" y="69421"/>
                </a:lnTo>
                <a:lnTo>
                  <a:pt x="18776" y="36155"/>
                </a:lnTo>
                <a:lnTo>
                  <a:pt x="3727" y="36155"/>
                </a:lnTo>
                <a:lnTo>
                  <a:pt x="3727" y="29399"/>
                </a:lnTo>
                <a:lnTo>
                  <a:pt x="18776" y="29399"/>
                </a:lnTo>
                <a:lnTo>
                  <a:pt x="18776" y="21665"/>
                </a:lnTo>
                <a:cubicBezTo>
                  <a:pt x="18776" y="9210"/>
                  <a:pt x="25268" y="2982"/>
                  <a:pt x="38252" y="2982"/>
                </a:cubicBezTo>
                <a:cubicBezTo>
                  <a:pt x="41482" y="2982"/>
                  <a:pt x="45054" y="3355"/>
                  <a:pt x="48968" y="4100"/>
                </a:cubicBezTo>
                <a:lnTo>
                  <a:pt x="48968" y="11089"/>
                </a:lnTo>
                <a:moveTo>
                  <a:pt x="0" y="22644"/>
                </a:moveTo>
                <a:lnTo>
                  <a:pt x="0" y="22644"/>
                </a:lnTo>
                <a:close/>
                <a:moveTo>
                  <a:pt x="98823" y="43563"/>
                </a:moveTo>
                <a:cubicBezTo>
                  <a:pt x="98823" y="44712"/>
                  <a:pt x="98807" y="45675"/>
                  <a:pt x="98776" y="46452"/>
                </a:cubicBezTo>
                <a:cubicBezTo>
                  <a:pt x="98745" y="47228"/>
                  <a:pt x="98699" y="47958"/>
                  <a:pt x="98636" y="48642"/>
                </a:cubicBezTo>
                <a:lnTo>
                  <a:pt x="65789" y="48642"/>
                </a:lnTo>
                <a:cubicBezTo>
                  <a:pt x="65789" y="53425"/>
                  <a:pt x="67125" y="57098"/>
                  <a:pt x="69796" y="59661"/>
                </a:cubicBezTo>
                <a:cubicBezTo>
                  <a:pt x="72468" y="62223"/>
                  <a:pt x="76319" y="63504"/>
                  <a:pt x="81351" y="63504"/>
                </a:cubicBezTo>
                <a:cubicBezTo>
                  <a:pt x="82718" y="63504"/>
                  <a:pt x="84084" y="63449"/>
                  <a:pt x="85451" y="63338"/>
                </a:cubicBezTo>
                <a:cubicBezTo>
                  <a:pt x="86818" y="63227"/>
                  <a:pt x="88138" y="63076"/>
                  <a:pt x="89411" y="62886"/>
                </a:cubicBezTo>
                <a:cubicBezTo>
                  <a:pt x="90685" y="62694"/>
                  <a:pt x="91904" y="62480"/>
                  <a:pt x="93069" y="62242"/>
                </a:cubicBezTo>
                <a:cubicBezTo>
                  <a:pt x="94234" y="62003"/>
                  <a:pt x="95313" y="61741"/>
                  <a:pt x="96307" y="61454"/>
                </a:cubicBezTo>
                <a:lnTo>
                  <a:pt x="96307" y="68117"/>
                </a:lnTo>
                <a:cubicBezTo>
                  <a:pt x="94102" y="68752"/>
                  <a:pt x="91609" y="69268"/>
                  <a:pt x="88829" y="69665"/>
                </a:cubicBezTo>
                <a:cubicBezTo>
                  <a:pt x="86049" y="70062"/>
                  <a:pt x="83168" y="70260"/>
                  <a:pt x="80186" y="70260"/>
                </a:cubicBezTo>
                <a:cubicBezTo>
                  <a:pt x="76179" y="70260"/>
                  <a:pt x="72732" y="69717"/>
                  <a:pt x="69843" y="68629"/>
                </a:cubicBezTo>
                <a:cubicBezTo>
                  <a:pt x="66954" y="67542"/>
                  <a:pt x="64586" y="65966"/>
                  <a:pt x="62738" y="63900"/>
                </a:cubicBezTo>
                <a:cubicBezTo>
                  <a:pt x="60889" y="61835"/>
                  <a:pt x="59523" y="59303"/>
                  <a:pt x="58638" y="56306"/>
                </a:cubicBezTo>
                <a:cubicBezTo>
                  <a:pt x="57752" y="53309"/>
                  <a:pt x="57310" y="49915"/>
                  <a:pt x="57310" y="46126"/>
                </a:cubicBezTo>
                <a:cubicBezTo>
                  <a:pt x="57310" y="42833"/>
                  <a:pt x="57783" y="39719"/>
                  <a:pt x="58731" y="36784"/>
                </a:cubicBezTo>
                <a:cubicBezTo>
                  <a:pt x="59678" y="33849"/>
                  <a:pt x="61060" y="31271"/>
                  <a:pt x="62877" y="29050"/>
                </a:cubicBezTo>
                <a:cubicBezTo>
                  <a:pt x="64694" y="26829"/>
                  <a:pt x="66923" y="25066"/>
                  <a:pt x="69563" y="23762"/>
                </a:cubicBezTo>
                <a:cubicBezTo>
                  <a:pt x="72203" y="22457"/>
                  <a:pt x="75201" y="21805"/>
                  <a:pt x="78555" y="21805"/>
                </a:cubicBezTo>
                <a:cubicBezTo>
                  <a:pt x="81817" y="21805"/>
                  <a:pt x="84706" y="22317"/>
                  <a:pt x="87222" y="23342"/>
                </a:cubicBezTo>
                <a:cubicBezTo>
                  <a:pt x="89737" y="24367"/>
                  <a:pt x="91857" y="25820"/>
                  <a:pt x="93581" y="27699"/>
                </a:cubicBezTo>
                <a:cubicBezTo>
                  <a:pt x="95305" y="29578"/>
                  <a:pt x="96610" y="31861"/>
                  <a:pt x="97495" y="34548"/>
                </a:cubicBezTo>
                <a:cubicBezTo>
                  <a:pt x="98380" y="37234"/>
                  <a:pt x="98823" y="40240"/>
                  <a:pt x="98823" y="43563"/>
                </a:cubicBezTo>
                <a:moveTo>
                  <a:pt x="90390" y="42398"/>
                </a:moveTo>
                <a:cubicBezTo>
                  <a:pt x="90483" y="40317"/>
                  <a:pt x="90281" y="38415"/>
                  <a:pt x="89784" y="36691"/>
                </a:cubicBezTo>
                <a:cubicBezTo>
                  <a:pt x="89287" y="34967"/>
                  <a:pt x="88518" y="33484"/>
                  <a:pt x="87478" y="32241"/>
                </a:cubicBezTo>
                <a:cubicBezTo>
                  <a:pt x="86437" y="30999"/>
                  <a:pt x="85140" y="30028"/>
                  <a:pt x="83587" y="29329"/>
                </a:cubicBezTo>
                <a:cubicBezTo>
                  <a:pt x="82034" y="28631"/>
                  <a:pt x="80233" y="28281"/>
                  <a:pt x="78183" y="28281"/>
                </a:cubicBezTo>
                <a:cubicBezTo>
                  <a:pt x="76412" y="28281"/>
                  <a:pt x="74797" y="28623"/>
                  <a:pt x="73337" y="29306"/>
                </a:cubicBezTo>
                <a:cubicBezTo>
                  <a:pt x="71877" y="29989"/>
                  <a:pt x="70619" y="30952"/>
                  <a:pt x="69563" y="32195"/>
                </a:cubicBezTo>
                <a:cubicBezTo>
                  <a:pt x="68507" y="33437"/>
                  <a:pt x="67653" y="34928"/>
                  <a:pt x="67001" y="36668"/>
                </a:cubicBezTo>
                <a:cubicBezTo>
                  <a:pt x="66348" y="38407"/>
                  <a:pt x="65945" y="40317"/>
                  <a:pt x="65789" y="42398"/>
                </a:cubicBezTo>
                <a:lnTo>
                  <a:pt x="90390" y="42398"/>
                </a:lnTo>
                <a:close/>
                <a:moveTo>
                  <a:pt x="148864" y="68723"/>
                </a:moveTo>
                <a:cubicBezTo>
                  <a:pt x="147032" y="69205"/>
                  <a:pt x="145137" y="69551"/>
                  <a:pt x="143180" y="69759"/>
                </a:cubicBezTo>
                <a:cubicBezTo>
                  <a:pt x="141223" y="69969"/>
                  <a:pt x="139235" y="70074"/>
                  <a:pt x="137216" y="70074"/>
                </a:cubicBezTo>
                <a:cubicBezTo>
                  <a:pt x="131346" y="70074"/>
                  <a:pt x="126966" y="68746"/>
                  <a:pt x="124077" y="66090"/>
                </a:cubicBezTo>
                <a:cubicBezTo>
                  <a:pt x="121189" y="63434"/>
                  <a:pt x="119744" y="59358"/>
                  <a:pt x="119744" y="53860"/>
                </a:cubicBezTo>
                <a:lnTo>
                  <a:pt x="119744" y="29446"/>
                </a:lnTo>
                <a:lnTo>
                  <a:pt x="106652" y="29446"/>
                </a:lnTo>
                <a:lnTo>
                  <a:pt x="106652" y="22644"/>
                </a:lnTo>
                <a:lnTo>
                  <a:pt x="119744" y="22644"/>
                </a:lnTo>
                <a:lnTo>
                  <a:pt x="119744" y="9743"/>
                </a:lnTo>
                <a:lnTo>
                  <a:pt x="127851" y="7641"/>
                </a:lnTo>
                <a:lnTo>
                  <a:pt x="127851" y="22644"/>
                </a:lnTo>
                <a:lnTo>
                  <a:pt x="148864" y="22644"/>
                </a:lnTo>
                <a:lnTo>
                  <a:pt x="148864" y="29446"/>
                </a:lnTo>
                <a:lnTo>
                  <a:pt x="127851" y="29446"/>
                </a:lnTo>
                <a:lnTo>
                  <a:pt x="127851" y="53208"/>
                </a:lnTo>
                <a:cubicBezTo>
                  <a:pt x="127851" y="56562"/>
                  <a:pt x="128744" y="59070"/>
                  <a:pt x="130530" y="60732"/>
                </a:cubicBezTo>
                <a:cubicBezTo>
                  <a:pt x="132316" y="62394"/>
                  <a:pt x="134949" y="63225"/>
                  <a:pt x="138428" y="63225"/>
                </a:cubicBezTo>
                <a:cubicBezTo>
                  <a:pt x="139919" y="63225"/>
                  <a:pt x="141549" y="63105"/>
                  <a:pt x="143320" y="62865"/>
                </a:cubicBezTo>
                <a:cubicBezTo>
                  <a:pt x="145090" y="62624"/>
                  <a:pt x="146938" y="62247"/>
                  <a:pt x="148864" y="61734"/>
                </a:cubicBezTo>
                <a:lnTo>
                  <a:pt x="148864" y="68723"/>
                </a:lnTo>
                <a:close/>
                <a:moveTo>
                  <a:pt x="199372" y="67698"/>
                </a:moveTo>
                <a:cubicBezTo>
                  <a:pt x="197259" y="68505"/>
                  <a:pt x="195093" y="69103"/>
                  <a:pt x="192872" y="69491"/>
                </a:cubicBezTo>
                <a:cubicBezTo>
                  <a:pt x="190651" y="69880"/>
                  <a:pt x="188360" y="70074"/>
                  <a:pt x="186000" y="70074"/>
                </a:cubicBezTo>
                <a:cubicBezTo>
                  <a:pt x="178607" y="70074"/>
                  <a:pt x="172915" y="68070"/>
                  <a:pt x="168924" y="64063"/>
                </a:cubicBezTo>
                <a:cubicBezTo>
                  <a:pt x="164933" y="60057"/>
                  <a:pt x="162937" y="54202"/>
                  <a:pt x="162937" y="46498"/>
                </a:cubicBezTo>
                <a:cubicBezTo>
                  <a:pt x="162937" y="42802"/>
                  <a:pt x="163512" y="39448"/>
                  <a:pt x="164661" y="36435"/>
                </a:cubicBezTo>
                <a:cubicBezTo>
                  <a:pt x="165810" y="33422"/>
                  <a:pt x="167425" y="30844"/>
                  <a:pt x="169506" y="28700"/>
                </a:cubicBezTo>
                <a:cubicBezTo>
                  <a:pt x="171587" y="26557"/>
                  <a:pt x="174072" y="24903"/>
                  <a:pt x="176961" y="23738"/>
                </a:cubicBezTo>
                <a:cubicBezTo>
                  <a:pt x="179850" y="22574"/>
                  <a:pt x="183033" y="21991"/>
                  <a:pt x="186512" y="21991"/>
                </a:cubicBezTo>
                <a:cubicBezTo>
                  <a:pt x="188935" y="21991"/>
                  <a:pt x="191202" y="22166"/>
                  <a:pt x="193315" y="22515"/>
                </a:cubicBezTo>
                <a:cubicBezTo>
                  <a:pt x="195427" y="22864"/>
                  <a:pt x="197446" y="23435"/>
                  <a:pt x="199372" y="24228"/>
                </a:cubicBezTo>
                <a:lnTo>
                  <a:pt x="199372" y="31962"/>
                </a:lnTo>
                <a:cubicBezTo>
                  <a:pt x="197353" y="30889"/>
                  <a:pt x="195295" y="30109"/>
                  <a:pt x="193198" y="29621"/>
                </a:cubicBezTo>
                <a:cubicBezTo>
                  <a:pt x="191102" y="29131"/>
                  <a:pt x="188935" y="28887"/>
                  <a:pt x="186699" y="28887"/>
                </a:cubicBezTo>
                <a:cubicBezTo>
                  <a:pt x="184618" y="28887"/>
                  <a:pt x="182653" y="29283"/>
                  <a:pt x="180805" y="30075"/>
                </a:cubicBezTo>
                <a:cubicBezTo>
                  <a:pt x="178957" y="30867"/>
                  <a:pt x="177334" y="32008"/>
                  <a:pt x="175936" y="33499"/>
                </a:cubicBezTo>
                <a:cubicBezTo>
                  <a:pt x="174538" y="34990"/>
                  <a:pt x="173436" y="36807"/>
                  <a:pt x="172628" y="38951"/>
                </a:cubicBezTo>
                <a:cubicBezTo>
                  <a:pt x="171820" y="41094"/>
                  <a:pt x="171417" y="43517"/>
                  <a:pt x="171417" y="46219"/>
                </a:cubicBezTo>
                <a:cubicBezTo>
                  <a:pt x="171417" y="51872"/>
                  <a:pt x="172791" y="56104"/>
                  <a:pt x="175540" y="58915"/>
                </a:cubicBezTo>
                <a:cubicBezTo>
                  <a:pt x="178289" y="61726"/>
                  <a:pt x="182102" y="63132"/>
                  <a:pt x="186978" y="63132"/>
                </a:cubicBezTo>
                <a:cubicBezTo>
                  <a:pt x="189183" y="63132"/>
                  <a:pt x="191319" y="62883"/>
                  <a:pt x="193385" y="62386"/>
                </a:cubicBezTo>
                <a:cubicBezTo>
                  <a:pt x="195450" y="61889"/>
                  <a:pt x="197446" y="61144"/>
                  <a:pt x="199372" y="60150"/>
                </a:cubicBezTo>
                <a:lnTo>
                  <a:pt x="199372" y="67698"/>
                </a:lnTo>
                <a:close/>
                <a:moveTo>
                  <a:pt x="252488" y="69421"/>
                </a:moveTo>
                <a:lnTo>
                  <a:pt x="244381" y="69421"/>
                </a:lnTo>
                <a:lnTo>
                  <a:pt x="244381" y="39556"/>
                </a:lnTo>
                <a:cubicBezTo>
                  <a:pt x="244381" y="35953"/>
                  <a:pt x="243705" y="33259"/>
                  <a:pt x="242354" y="31473"/>
                </a:cubicBezTo>
                <a:cubicBezTo>
                  <a:pt x="241003" y="29687"/>
                  <a:pt x="239070" y="28794"/>
                  <a:pt x="236554" y="28794"/>
                </a:cubicBezTo>
                <a:cubicBezTo>
                  <a:pt x="235466" y="28794"/>
                  <a:pt x="234449" y="28941"/>
                  <a:pt x="233502" y="29236"/>
                </a:cubicBezTo>
                <a:cubicBezTo>
                  <a:pt x="232555" y="29531"/>
                  <a:pt x="231568" y="30044"/>
                  <a:pt x="230543" y="30774"/>
                </a:cubicBezTo>
                <a:cubicBezTo>
                  <a:pt x="229518" y="31504"/>
                  <a:pt x="228400" y="32490"/>
                  <a:pt x="227189" y="33732"/>
                </a:cubicBezTo>
                <a:cubicBezTo>
                  <a:pt x="225977" y="34975"/>
                  <a:pt x="224580" y="36528"/>
                  <a:pt x="222995" y="38391"/>
                </a:cubicBezTo>
                <a:lnTo>
                  <a:pt x="222995" y="69421"/>
                </a:lnTo>
                <a:lnTo>
                  <a:pt x="214889" y="69421"/>
                </a:lnTo>
                <a:lnTo>
                  <a:pt x="214889" y="3541"/>
                </a:lnTo>
                <a:lnTo>
                  <a:pt x="222995" y="3541"/>
                </a:lnTo>
                <a:lnTo>
                  <a:pt x="222995" y="22630"/>
                </a:lnTo>
                <a:lnTo>
                  <a:pt x="222716" y="30005"/>
                </a:lnTo>
                <a:cubicBezTo>
                  <a:pt x="223989" y="28483"/>
                  <a:pt x="225240" y="27202"/>
                  <a:pt x="226467" y="26161"/>
                </a:cubicBezTo>
                <a:cubicBezTo>
                  <a:pt x="227693" y="25121"/>
                  <a:pt x="228920" y="24274"/>
                  <a:pt x="230147" y="23622"/>
                </a:cubicBezTo>
                <a:cubicBezTo>
                  <a:pt x="231374" y="22970"/>
                  <a:pt x="232624" y="22504"/>
                  <a:pt x="233898" y="22224"/>
                </a:cubicBezTo>
                <a:cubicBezTo>
                  <a:pt x="235171" y="21945"/>
                  <a:pt x="236492" y="21805"/>
                  <a:pt x="237858" y="21805"/>
                </a:cubicBezTo>
                <a:cubicBezTo>
                  <a:pt x="242517" y="21805"/>
                  <a:pt x="246120" y="23226"/>
                  <a:pt x="248667" y="26068"/>
                </a:cubicBezTo>
                <a:cubicBezTo>
                  <a:pt x="251214" y="28910"/>
                  <a:pt x="252488" y="33189"/>
                  <a:pt x="252488" y="38904"/>
                </a:cubicBezTo>
                <a:lnTo>
                  <a:pt x="252488" y="69421"/>
                </a:lnTo>
                <a:close/>
                <a:moveTo>
                  <a:pt x="294749" y="88990"/>
                </a:moveTo>
                <a:cubicBezTo>
                  <a:pt x="280429" y="75720"/>
                  <a:pt x="273270" y="61052"/>
                  <a:pt x="273270" y="44984"/>
                </a:cubicBezTo>
                <a:cubicBezTo>
                  <a:pt x="273270" y="41224"/>
                  <a:pt x="273650" y="37471"/>
                  <a:pt x="274411" y="33726"/>
                </a:cubicBezTo>
                <a:cubicBezTo>
                  <a:pt x="275172" y="29982"/>
                  <a:pt x="276399" y="26229"/>
                  <a:pt x="278092" y="22469"/>
                </a:cubicBezTo>
                <a:cubicBezTo>
                  <a:pt x="279785" y="18708"/>
                  <a:pt x="282021" y="14948"/>
                  <a:pt x="284801" y="11188"/>
                </a:cubicBezTo>
                <a:cubicBezTo>
                  <a:pt x="287581" y="7427"/>
                  <a:pt x="290959" y="3698"/>
                  <a:pt x="294935" y="0"/>
                </a:cubicBezTo>
                <a:lnTo>
                  <a:pt x="299641" y="4802"/>
                </a:lnTo>
                <a:cubicBezTo>
                  <a:pt x="287589" y="16704"/>
                  <a:pt x="281563" y="29896"/>
                  <a:pt x="281563" y="44379"/>
                </a:cubicBezTo>
                <a:cubicBezTo>
                  <a:pt x="281563" y="51589"/>
                  <a:pt x="283085" y="58519"/>
                  <a:pt x="286129" y="65170"/>
                </a:cubicBezTo>
                <a:cubicBezTo>
                  <a:pt x="289173" y="71820"/>
                  <a:pt x="293677" y="78097"/>
                  <a:pt x="299641" y="84002"/>
                </a:cubicBezTo>
                <a:lnTo>
                  <a:pt x="294749" y="88990"/>
                </a:lnTo>
                <a:close/>
                <a:moveTo>
                  <a:pt x="352571" y="9365"/>
                </a:moveTo>
                <a:cubicBezTo>
                  <a:pt x="350987" y="9334"/>
                  <a:pt x="349449" y="9474"/>
                  <a:pt x="347958" y="9786"/>
                </a:cubicBezTo>
                <a:cubicBezTo>
                  <a:pt x="346467" y="10096"/>
                  <a:pt x="345155" y="10586"/>
                  <a:pt x="344021" y="11256"/>
                </a:cubicBezTo>
                <a:cubicBezTo>
                  <a:pt x="342887" y="11925"/>
                  <a:pt x="341979" y="12757"/>
                  <a:pt x="341296" y="13753"/>
                </a:cubicBezTo>
                <a:cubicBezTo>
                  <a:pt x="340612" y="14749"/>
                  <a:pt x="340271" y="15900"/>
                  <a:pt x="340271" y="17207"/>
                </a:cubicBezTo>
                <a:cubicBezTo>
                  <a:pt x="340271" y="18514"/>
                  <a:pt x="340496" y="19565"/>
                  <a:pt x="340946" y="20359"/>
                </a:cubicBezTo>
                <a:cubicBezTo>
                  <a:pt x="341397" y="21152"/>
                  <a:pt x="341901" y="21891"/>
                  <a:pt x="342460" y="22577"/>
                </a:cubicBezTo>
                <a:cubicBezTo>
                  <a:pt x="343019" y="23261"/>
                  <a:pt x="343524" y="24000"/>
                  <a:pt x="343975" y="24794"/>
                </a:cubicBezTo>
                <a:cubicBezTo>
                  <a:pt x="344425" y="25587"/>
                  <a:pt x="344650" y="26621"/>
                  <a:pt x="344650" y="27897"/>
                </a:cubicBezTo>
                <a:cubicBezTo>
                  <a:pt x="344650" y="28550"/>
                  <a:pt x="344526" y="29235"/>
                  <a:pt x="344277" y="29951"/>
                </a:cubicBezTo>
                <a:cubicBezTo>
                  <a:pt x="344029" y="30666"/>
                  <a:pt x="343648" y="31320"/>
                  <a:pt x="343136" y="31912"/>
                </a:cubicBezTo>
                <a:cubicBezTo>
                  <a:pt x="342623" y="32503"/>
                  <a:pt x="341971" y="32986"/>
                  <a:pt x="341179" y="33360"/>
                </a:cubicBezTo>
                <a:cubicBezTo>
                  <a:pt x="340387" y="33732"/>
                  <a:pt x="339447" y="33919"/>
                  <a:pt x="338360" y="33919"/>
                </a:cubicBezTo>
                <a:cubicBezTo>
                  <a:pt x="337242" y="33919"/>
                  <a:pt x="336186" y="33693"/>
                  <a:pt x="335192" y="33243"/>
                </a:cubicBezTo>
                <a:cubicBezTo>
                  <a:pt x="334198" y="32792"/>
                  <a:pt x="333321" y="32100"/>
                  <a:pt x="332560" y="31167"/>
                </a:cubicBezTo>
                <a:cubicBezTo>
                  <a:pt x="331799" y="30233"/>
                  <a:pt x="331193" y="29066"/>
                  <a:pt x="330743" y="27667"/>
                </a:cubicBezTo>
                <a:cubicBezTo>
                  <a:pt x="330292" y="26266"/>
                  <a:pt x="330067" y="24632"/>
                  <a:pt x="330067" y="22766"/>
                </a:cubicBezTo>
                <a:cubicBezTo>
                  <a:pt x="330067" y="20184"/>
                  <a:pt x="330533" y="17696"/>
                  <a:pt x="331465" y="15301"/>
                </a:cubicBezTo>
                <a:cubicBezTo>
                  <a:pt x="332397" y="12905"/>
                  <a:pt x="333802" y="10798"/>
                  <a:pt x="335681" y="8978"/>
                </a:cubicBezTo>
                <a:cubicBezTo>
                  <a:pt x="337560" y="7158"/>
                  <a:pt x="339906" y="5704"/>
                  <a:pt x="342717" y="4615"/>
                </a:cubicBezTo>
                <a:cubicBezTo>
                  <a:pt x="345528" y="3526"/>
                  <a:pt x="348812" y="2982"/>
                  <a:pt x="352571" y="2982"/>
                </a:cubicBezTo>
                <a:lnTo>
                  <a:pt x="352571" y="9365"/>
                </a:lnTo>
                <a:close/>
                <a:moveTo>
                  <a:pt x="408063" y="69421"/>
                </a:moveTo>
                <a:lnTo>
                  <a:pt x="399956" y="69421"/>
                </a:lnTo>
                <a:lnTo>
                  <a:pt x="399956" y="39556"/>
                </a:lnTo>
                <a:cubicBezTo>
                  <a:pt x="399956" y="35953"/>
                  <a:pt x="399281" y="33259"/>
                  <a:pt x="397929" y="31473"/>
                </a:cubicBezTo>
                <a:cubicBezTo>
                  <a:pt x="396578" y="29687"/>
                  <a:pt x="394645" y="28794"/>
                  <a:pt x="392129" y="28794"/>
                </a:cubicBezTo>
                <a:cubicBezTo>
                  <a:pt x="391042" y="28794"/>
                  <a:pt x="390024" y="28941"/>
                  <a:pt x="389077" y="29236"/>
                </a:cubicBezTo>
                <a:cubicBezTo>
                  <a:pt x="388130" y="29531"/>
                  <a:pt x="387144" y="30044"/>
                  <a:pt x="386119" y="30774"/>
                </a:cubicBezTo>
                <a:cubicBezTo>
                  <a:pt x="385094" y="31504"/>
                  <a:pt x="383975" y="32490"/>
                  <a:pt x="382764" y="33732"/>
                </a:cubicBezTo>
                <a:cubicBezTo>
                  <a:pt x="381553" y="34975"/>
                  <a:pt x="380155" y="36528"/>
                  <a:pt x="378571" y="38391"/>
                </a:cubicBezTo>
                <a:lnTo>
                  <a:pt x="378571" y="69421"/>
                </a:lnTo>
                <a:lnTo>
                  <a:pt x="370464" y="69421"/>
                </a:lnTo>
                <a:lnTo>
                  <a:pt x="370464" y="3541"/>
                </a:lnTo>
                <a:lnTo>
                  <a:pt x="378571" y="3541"/>
                </a:lnTo>
                <a:lnTo>
                  <a:pt x="378571" y="22630"/>
                </a:lnTo>
                <a:lnTo>
                  <a:pt x="378291" y="30005"/>
                </a:lnTo>
                <a:cubicBezTo>
                  <a:pt x="379565" y="28483"/>
                  <a:pt x="380815" y="27202"/>
                  <a:pt x="382042" y="26161"/>
                </a:cubicBezTo>
                <a:cubicBezTo>
                  <a:pt x="383269" y="25121"/>
                  <a:pt x="384496" y="24274"/>
                  <a:pt x="385722" y="23622"/>
                </a:cubicBezTo>
                <a:cubicBezTo>
                  <a:pt x="386949" y="22970"/>
                  <a:pt x="388200" y="22504"/>
                  <a:pt x="389473" y="22224"/>
                </a:cubicBezTo>
                <a:cubicBezTo>
                  <a:pt x="390747" y="21945"/>
                  <a:pt x="392067" y="21805"/>
                  <a:pt x="393433" y="21805"/>
                </a:cubicBezTo>
                <a:cubicBezTo>
                  <a:pt x="398093" y="21805"/>
                  <a:pt x="401696" y="23226"/>
                  <a:pt x="404243" y="26068"/>
                </a:cubicBezTo>
                <a:cubicBezTo>
                  <a:pt x="406790" y="28910"/>
                  <a:pt x="408063" y="33189"/>
                  <a:pt x="408063" y="38904"/>
                </a:cubicBezTo>
                <a:lnTo>
                  <a:pt x="408063" y="69421"/>
                </a:lnTo>
                <a:close/>
                <a:moveTo>
                  <a:pt x="460015" y="68723"/>
                </a:moveTo>
                <a:cubicBezTo>
                  <a:pt x="458183" y="69205"/>
                  <a:pt x="456288" y="69551"/>
                  <a:pt x="454331" y="69759"/>
                </a:cubicBezTo>
                <a:cubicBezTo>
                  <a:pt x="452374" y="69969"/>
                  <a:pt x="450386" y="70074"/>
                  <a:pt x="448367" y="70074"/>
                </a:cubicBezTo>
                <a:cubicBezTo>
                  <a:pt x="442497" y="70074"/>
                  <a:pt x="438117" y="68746"/>
                  <a:pt x="435228" y="66090"/>
                </a:cubicBezTo>
                <a:cubicBezTo>
                  <a:pt x="432340" y="63434"/>
                  <a:pt x="430895" y="59358"/>
                  <a:pt x="430895" y="53860"/>
                </a:cubicBezTo>
                <a:lnTo>
                  <a:pt x="430895" y="29446"/>
                </a:lnTo>
                <a:lnTo>
                  <a:pt x="417803" y="29446"/>
                </a:lnTo>
                <a:lnTo>
                  <a:pt x="417803" y="22644"/>
                </a:lnTo>
                <a:lnTo>
                  <a:pt x="430895" y="22644"/>
                </a:lnTo>
                <a:lnTo>
                  <a:pt x="430895" y="9743"/>
                </a:lnTo>
                <a:lnTo>
                  <a:pt x="439002" y="7641"/>
                </a:lnTo>
                <a:lnTo>
                  <a:pt x="439002" y="22644"/>
                </a:lnTo>
                <a:lnTo>
                  <a:pt x="460015" y="22644"/>
                </a:lnTo>
                <a:lnTo>
                  <a:pt x="460015" y="29446"/>
                </a:lnTo>
                <a:lnTo>
                  <a:pt x="439002" y="29446"/>
                </a:lnTo>
                <a:lnTo>
                  <a:pt x="439002" y="53208"/>
                </a:lnTo>
                <a:cubicBezTo>
                  <a:pt x="439002" y="56562"/>
                  <a:pt x="439895" y="59070"/>
                  <a:pt x="441681" y="60732"/>
                </a:cubicBezTo>
                <a:cubicBezTo>
                  <a:pt x="443467" y="62394"/>
                  <a:pt x="446100" y="63225"/>
                  <a:pt x="449579" y="63225"/>
                </a:cubicBezTo>
                <a:cubicBezTo>
                  <a:pt x="451070" y="63225"/>
                  <a:pt x="452700" y="63105"/>
                  <a:pt x="454471" y="62865"/>
                </a:cubicBezTo>
                <a:cubicBezTo>
                  <a:pt x="456241" y="62624"/>
                  <a:pt x="458089" y="62247"/>
                  <a:pt x="460015" y="61734"/>
                </a:cubicBezTo>
                <a:lnTo>
                  <a:pt x="460015" y="68723"/>
                </a:lnTo>
                <a:close/>
                <a:moveTo>
                  <a:pt x="511874" y="68723"/>
                </a:moveTo>
                <a:cubicBezTo>
                  <a:pt x="510041" y="69205"/>
                  <a:pt x="508146" y="69551"/>
                  <a:pt x="506189" y="69759"/>
                </a:cubicBezTo>
                <a:cubicBezTo>
                  <a:pt x="504233" y="69969"/>
                  <a:pt x="502245" y="70074"/>
                  <a:pt x="500226" y="70074"/>
                </a:cubicBezTo>
                <a:cubicBezTo>
                  <a:pt x="494355" y="70074"/>
                  <a:pt x="489976" y="68746"/>
                  <a:pt x="487087" y="66090"/>
                </a:cubicBezTo>
                <a:cubicBezTo>
                  <a:pt x="484198" y="63434"/>
                  <a:pt x="482754" y="59358"/>
                  <a:pt x="482754" y="53860"/>
                </a:cubicBezTo>
                <a:lnTo>
                  <a:pt x="482754" y="29446"/>
                </a:lnTo>
                <a:lnTo>
                  <a:pt x="469662" y="29446"/>
                </a:lnTo>
                <a:lnTo>
                  <a:pt x="469662" y="22644"/>
                </a:lnTo>
                <a:lnTo>
                  <a:pt x="482754" y="22644"/>
                </a:lnTo>
                <a:lnTo>
                  <a:pt x="482754" y="9743"/>
                </a:lnTo>
                <a:lnTo>
                  <a:pt x="490861" y="7641"/>
                </a:lnTo>
                <a:lnTo>
                  <a:pt x="490861" y="22644"/>
                </a:lnTo>
                <a:lnTo>
                  <a:pt x="511874" y="22644"/>
                </a:lnTo>
                <a:lnTo>
                  <a:pt x="511874" y="29446"/>
                </a:lnTo>
                <a:lnTo>
                  <a:pt x="490861" y="29446"/>
                </a:lnTo>
                <a:lnTo>
                  <a:pt x="490861" y="53208"/>
                </a:lnTo>
                <a:cubicBezTo>
                  <a:pt x="490861" y="56562"/>
                  <a:pt x="491754" y="59070"/>
                  <a:pt x="493540" y="60732"/>
                </a:cubicBezTo>
                <a:cubicBezTo>
                  <a:pt x="495326" y="62394"/>
                  <a:pt x="497958" y="63225"/>
                  <a:pt x="501437" y="63225"/>
                </a:cubicBezTo>
                <a:cubicBezTo>
                  <a:pt x="502928" y="63225"/>
                  <a:pt x="504559" y="63105"/>
                  <a:pt x="506329" y="62865"/>
                </a:cubicBezTo>
                <a:cubicBezTo>
                  <a:pt x="508100" y="62624"/>
                  <a:pt x="509948" y="62247"/>
                  <a:pt x="511874" y="61734"/>
                </a:cubicBezTo>
                <a:lnTo>
                  <a:pt x="511874" y="68723"/>
                </a:lnTo>
                <a:close/>
                <a:moveTo>
                  <a:pt x="566015" y="45194"/>
                </a:moveTo>
                <a:cubicBezTo>
                  <a:pt x="566015" y="49356"/>
                  <a:pt x="565433" y="52990"/>
                  <a:pt x="564268" y="56096"/>
                </a:cubicBezTo>
                <a:cubicBezTo>
                  <a:pt x="563103" y="59202"/>
                  <a:pt x="561496" y="61780"/>
                  <a:pt x="559446" y="63831"/>
                </a:cubicBezTo>
                <a:cubicBezTo>
                  <a:pt x="557396" y="65881"/>
                  <a:pt x="554973" y="67418"/>
                  <a:pt x="552177" y="68443"/>
                </a:cubicBezTo>
                <a:cubicBezTo>
                  <a:pt x="549382" y="69468"/>
                  <a:pt x="546353" y="69981"/>
                  <a:pt x="543092" y="69981"/>
                </a:cubicBezTo>
                <a:cubicBezTo>
                  <a:pt x="541601" y="69981"/>
                  <a:pt x="540118" y="69903"/>
                  <a:pt x="538643" y="69748"/>
                </a:cubicBezTo>
                <a:cubicBezTo>
                  <a:pt x="537167" y="69592"/>
                  <a:pt x="535668" y="69328"/>
                  <a:pt x="534146" y="68956"/>
                </a:cubicBezTo>
                <a:lnTo>
                  <a:pt x="534146" y="88524"/>
                </a:lnTo>
                <a:lnTo>
                  <a:pt x="526039" y="88524"/>
                </a:lnTo>
                <a:lnTo>
                  <a:pt x="526039" y="22644"/>
                </a:lnTo>
                <a:lnTo>
                  <a:pt x="533261" y="22644"/>
                </a:lnTo>
                <a:lnTo>
                  <a:pt x="533774" y="30471"/>
                </a:lnTo>
                <a:cubicBezTo>
                  <a:pt x="536103" y="27272"/>
                  <a:pt x="538588" y="25027"/>
                  <a:pt x="541228" y="23738"/>
                </a:cubicBezTo>
                <a:cubicBezTo>
                  <a:pt x="543869" y="22449"/>
                  <a:pt x="546726" y="21805"/>
                  <a:pt x="549801" y="21805"/>
                </a:cubicBezTo>
                <a:cubicBezTo>
                  <a:pt x="552472" y="21805"/>
                  <a:pt x="554818" y="22364"/>
                  <a:pt x="556837" y="23482"/>
                </a:cubicBezTo>
                <a:cubicBezTo>
                  <a:pt x="558855" y="24600"/>
                  <a:pt x="560548" y="26177"/>
                  <a:pt x="561915" y="28211"/>
                </a:cubicBezTo>
                <a:cubicBezTo>
                  <a:pt x="563282" y="30246"/>
                  <a:pt x="564307" y="32700"/>
                  <a:pt x="564990" y="35573"/>
                </a:cubicBezTo>
                <a:cubicBezTo>
                  <a:pt x="565673" y="38446"/>
                  <a:pt x="566015" y="41653"/>
                  <a:pt x="566015" y="45194"/>
                </a:cubicBezTo>
                <a:moveTo>
                  <a:pt x="557722" y="45567"/>
                </a:moveTo>
                <a:cubicBezTo>
                  <a:pt x="557722" y="43113"/>
                  <a:pt x="557543" y="40861"/>
                  <a:pt x="557186" y="38811"/>
                </a:cubicBezTo>
                <a:cubicBezTo>
                  <a:pt x="556829" y="36761"/>
                  <a:pt x="556262" y="35006"/>
                  <a:pt x="555485" y="33546"/>
                </a:cubicBezTo>
                <a:cubicBezTo>
                  <a:pt x="554709" y="32086"/>
                  <a:pt x="553715" y="30945"/>
                  <a:pt x="552504" y="30121"/>
                </a:cubicBezTo>
                <a:cubicBezTo>
                  <a:pt x="551292" y="29298"/>
                  <a:pt x="549848" y="28887"/>
                  <a:pt x="548170" y="28887"/>
                </a:cubicBezTo>
                <a:cubicBezTo>
                  <a:pt x="547145" y="28887"/>
                  <a:pt x="546105" y="29050"/>
                  <a:pt x="545049" y="29376"/>
                </a:cubicBezTo>
                <a:cubicBezTo>
                  <a:pt x="543993" y="29702"/>
                  <a:pt x="542898" y="30246"/>
                  <a:pt x="541764" y="31007"/>
                </a:cubicBezTo>
                <a:cubicBezTo>
                  <a:pt x="540630" y="31768"/>
                  <a:pt x="539435" y="32777"/>
                  <a:pt x="538177" y="34035"/>
                </a:cubicBezTo>
                <a:cubicBezTo>
                  <a:pt x="536919" y="35293"/>
                  <a:pt x="535575" y="36854"/>
                  <a:pt x="534146" y="38718"/>
                </a:cubicBezTo>
                <a:lnTo>
                  <a:pt x="534146" y="61408"/>
                </a:lnTo>
                <a:cubicBezTo>
                  <a:pt x="535637" y="62029"/>
                  <a:pt x="537206" y="62518"/>
                  <a:pt x="538852" y="62875"/>
                </a:cubicBezTo>
                <a:cubicBezTo>
                  <a:pt x="540498" y="63233"/>
                  <a:pt x="542114" y="63411"/>
                  <a:pt x="543698" y="63411"/>
                </a:cubicBezTo>
                <a:cubicBezTo>
                  <a:pt x="548077" y="63411"/>
                  <a:pt x="551510" y="61928"/>
                  <a:pt x="553994" y="58962"/>
                </a:cubicBezTo>
                <a:cubicBezTo>
                  <a:pt x="556479" y="55995"/>
                  <a:pt x="557722" y="51530"/>
                  <a:pt x="557722" y="45567"/>
                </a:cubicBezTo>
                <a:close/>
                <a:moveTo>
                  <a:pt x="614938" y="56655"/>
                </a:moveTo>
                <a:cubicBezTo>
                  <a:pt x="614938" y="58302"/>
                  <a:pt x="614659" y="59777"/>
                  <a:pt x="614100" y="61082"/>
                </a:cubicBezTo>
                <a:cubicBezTo>
                  <a:pt x="613541" y="62386"/>
                  <a:pt x="612780" y="63543"/>
                  <a:pt x="611817" y="64553"/>
                </a:cubicBezTo>
                <a:cubicBezTo>
                  <a:pt x="610854" y="65562"/>
                  <a:pt x="609736" y="66424"/>
                  <a:pt x="608462" y="67139"/>
                </a:cubicBezTo>
                <a:cubicBezTo>
                  <a:pt x="607189" y="67853"/>
                  <a:pt x="605830" y="68443"/>
                  <a:pt x="604385" y="68909"/>
                </a:cubicBezTo>
                <a:cubicBezTo>
                  <a:pt x="602941" y="69375"/>
                  <a:pt x="601458" y="69717"/>
                  <a:pt x="599936" y="69934"/>
                </a:cubicBezTo>
                <a:cubicBezTo>
                  <a:pt x="598414" y="70151"/>
                  <a:pt x="596923" y="70260"/>
                  <a:pt x="595463" y="70260"/>
                </a:cubicBezTo>
                <a:cubicBezTo>
                  <a:pt x="592295" y="70260"/>
                  <a:pt x="589383" y="70120"/>
                  <a:pt x="586727" y="69841"/>
                </a:cubicBezTo>
                <a:cubicBezTo>
                  <a:pt x="584071" y="69561"/>
                  <a:pt x="581470" y="69111"/>
                  <a:pt x="578923" y="68490"/>
                </a:cubicBezTo>
                <a:lnTo>
                  <a:pt x="578923" y="61035"/>
                </a:lnTo>
                <a:cubicBezTo>
                  <a:pt x="581656" y="61812"/>
                  <a:pt x="584374" y="62402"/>
                  <a:pt x="587076" y="62805"/>
                </a:cubicBezTo>
                <a:cubicBezTo>
                  <a:pt x="589779" y="63209"/>
                  <a:pt x="592466" y="63411"/>
                  <a:pt x="595137" y="63411"/>
                </a:cubicBezTo>
                <a:cubicBezTo>
                  <a:pt x="599019" y="63411"/>
                  <a:pt x="601893" y="62883"/>
                  <a:pt x="603756" y="61827"/>
                </a:cubicBezTo>
                <a:cubicBezTo>
                  <a:pt x="605620" y="60771"/>
                  <a:pt x="606552" y="59265"/>
                  <a:pt x="606552" y="57308"/>
                </a:cubicBezTo>
                <a:cubicBezTo>
                  <a:pt x="606552" y="56469"/>
                  <a:pt x="606404" y="55716"/>
                  <a:pt x="606109" y="55048"/>
                </a:cubicBezTo>
                <a:cubicBezTo>
                  <a:pt x="605814" y="54380"/>
                  <a:pt x="605278" y="53743"/>
                  <a:pt x="604502" y="53138"/>
                </a:cubicBezTo>
                <a:cubicBezTo>
                  <a:pt x="603725" y="52532"/>
                  <a:pt x="602522" y="51903"/>
                  <a:pt x="600891" y="51251"/>
                </a:cubicBezTo>
                <a:cubicBezTo>
                  <a:pt x="599260" y="50598"/>
                  <a:pt x="597032" y="49853"/>
                  <a:pt x="594205" y="49014"/>
                </a:cubicBezTo>
                <a:cubicBezTo>
                  <a:pt x="592093" y="48393"/>
                  <a:pt x="590144" y="47687"/>
                  <a:pt x="588358" y="46894"/>
                </a:cubicBezTo>
                <a:cubicBezTo>
                  <a:pt x="586572" y="46102"/>
                  <a:pt x="585026" y="45163"/>
                  <a:pt x="583722" y="44076"/>
                </a:cubicBezTo>
                <a:cubicBezTo>
                  <a:pt x="582417" y="42989"/>
                  <a:pt x="581392" y="41715"/>
                  <a:pt x="580647" y="40255"/>
                </a:cubicBezTo>
                <a:cubicBezTo>
                  <a:pt x="579901" y="38795"/>
                  <a:pt x="579529" y="37071"/>
                  <a:pt x="579529" y="35083"/>
                </a:cubicBezTo>
                <a:cubicBezTo>
                  <a:pt x="579529" y="33779"/>
                  <a:pt x="579832" y="32350"/>
                  <a:pt x="580437" y="30797"/>
                </a:cubicBezTo>
                <a:cubicBezTo>
                  <a:pt x="581043" y="29244"/>
                  <a:pt x="582076" y="27800"/>
                  <a:pt x="583536" y="26464"/>
                </a:cubicBezTo>
                <a:cubicBezTo>
                  <a:pt x="584995" y="25128"/>
                  <a:pt x="586968" y="24018"/>
                  <a:pt x="589453" y="23133"/>
                </a:cubicBezTo>
                <a:cubicBezTo>
                  <a:pt x="591938" y="22247"/>
                  <a:pt x="595044" y="21805"/>
                  <a:pt x="598771" y="21805"/>
                </a:cubicBezTo>
                <a:cubicBezTo>
                  <a:pt x="600604" y="21805"/>
                  <a:pt x="602638" y="21906"/>
                  <a:pt x="604874" y="22108"/>
                </a:cubicBezTo>
                <a:cubicBezTo>
                  <a:pt x="607111" y="22310"/>
                  <a:pt x="609440" y="22659"/>
                  <a:pt x="611863" y="23156"/>
                </a:cubicBezTo>
                <a:lnTo>
                  <a:pt x="611863" y="30378"/>
                </a:lnTo>
                <a:cubicBezTo>
                  <a:pt x="609316" y="29757"/>
                  <a:pt x="606901" y="29298"/>
                  <a:pt x="604618" y="29003"/>
                </a:cubicBezTo>
                <a:cubicBezTo>
                  <a:pt x="602335" y="28708"/>
                  <a:pt x="600355" y="28561"/>
                  <a:pt x="598678" y="28561"/>
                </a:cubicBezTo>
                <a:cubicBezTo>
                  <a:pt x="596659" y="28561"/>
                  <a:pt x="594958" y="28716"/>
                  <a:pt x="593576" y="29027"/>
                </a:cubicBezTo>
                <a:cubicBezTo>
                  <a:pt x="592194" y="29337"/>
                  <a:pt x="591076" y="29764"/>
                  <a:pt x="590221" y="30308"/>
                </a:cubicBezTo>
                <a:cubicBezTo>
                  <a:pt x="589367" y="30851"/>
                  <a:pt x="588754" y="31488"/>
                  <a:pt x="588381" y="32218"/>
                </a:cubicBezTo>
                <a:cubicBezTo>
                  <a:pt x="588008" y="32948"/>
                  <a:pt x="587822" y="33732"/>
                  <a:pt x="587822" y="34571"/>
                </a:cubicBezTo>
                <a:cubicBezTo>
                  <a:pt x="587822" y="35410"/>
                  <a:pt x="587985" y="36171"/>
                  <a:pt x="588311" y="36854"/>
                </a:cubicBezTo>
                <a:cubicBezTo>
                  <a:pt x="588637" y="37537"/>
                  <a:pt x="589243" y="38197"/>
                  <a:pt x="590128" y="38834"/>
                </a:cubicBezTo>
                <a:cubicBezTo>
                  <a:pt x="591013" y="39471"/>
                  <a:pt x="592248" y="40108"/>
                  <a:pt x="593832" y="40744"/>
                </a:cubicBezTo>
                <a:cubicBezTo>
                  <a:pt x="595416" y="41381"/>
                  <a:pt x="597482" y="42072"/>
                  <a:pt x="600029" y="42818"/>
                </a:cubicBezTo>
                <a:cubicBezTo>
                  <a:pt x="602793" y="43625"/>
                  <a:pt x="605123" y="44472"/>
                  <a:pt x="607018" y="45357"/>
                </a:cubicBezTo>
                <a:cubicBezTo>
                  <a:pt x="608912" y="46242"/>
                  <a:pt x="610450" y="47228"/>
                  <a:pt x="611630" y="48315"/>
                </a:cubicBezTo>
                <a:cubicBezTo>
                  <a:pt x="612811" y="49403"/>
                  <a:pt x="613657" y="50630"/>
                  <a:pt x="614170" y="51996"/>
                </a:cubicBezTo>
                <a:cubicBezTo>
                  <a:pt x="614682" y="53363"/>
                  <a:pt x="614938" y="54916"/>
                  <a:pt x="614938" y="56655"/>
                </a:cubicBezTo>
                <a:close/>
                <a:moveTo>
                  <a:pt x="648533" y="21805"/>
                </a:moveTo>
                <a:cubicBezTo>
                  <a:pt x="649495" y="21805"/>
                  <a:pt x="650412" y="21999"/>
                  <a:pt x="651281" y="22387"/>
                </a:cubicBezTo>
                <a:cubicBezTo>
                  <a:pt x="652151" y="22776"/>
                  <a:pt x="652912" y="23296"/>
                  <a:pt x="653564" y="23948"/>
                </a:cubicBezTo>
                <a:cubicBezTo>
                  <a:pt x="654217" y="24600"/>
                  <a:pt x="654737" y="25361"/>
                  <a:pt x="655125" y="26231"/>
                </a:cubicBezTo>
                <a:cubicBezTo>
                  <a:pt x="655514" y="27101"/>
                  <a:pt x="655708" y="28017"/>
                  <a:pt x="655708" y="28980"/>
                </a:cubicBezTo>
                <a:cubicBezTo>
                  <a:pt x="655708" y="29974"/>
                  <a:pt x="655514" y="30898"/>
                  <a:pt x="655125" y="31752"/>
                </a:cubicBezTo>
                <a:cubicBezTo>
                  <a:pt x="654737" y="32606"/>
                  <a:pt x="654217" y="33360"/>
                  <a:pt x="653564" y="34012"/>
                </a:cubicBezTo>
                <a:cubicBezTo>
                  <a:pt x="652912" y="34664"/>
                  <a:pt x="652151" y="35177"/>
                  <a:pt x="651281" y="35549"/>
                </a:cubicBezTo>
                <a:cubicBezTo>
                  <a:pt x="650412" y="35922"/>
                  <a:pt x="649495" y="36108"/>
                  <a:pt x="648533" y="36108"/>
                </a:cubicBezTo>
                <a:cubicBezTo>
                  <a:pt x="647539" y="36108"/>
                  <a:pt x="646615" y="35922"/>
                  <a:pt x="645760" y="35549"/>
                </a:cubicBezTo>
                <a:cubicBezTo>
                  <a:pt x="644906" y="35177"/>
                  <a:pt x="644153" y="34664"/>
                  <a:pt x="643501" y="34012"/>
                </a:cubicBezTo>
                <a:cubicBezTo>
                  <a:pt x="642848" y="33360"/>
                  <a:pt x="642336" y="32606"/>
                  <a:pt x="641963" y="31752"/>
                </a:cubicBezTo>
                <a:cubicBezTo>
                  <a:pt x="641590" y="30898"/>
                  <a:pt x="641404" y="29974"/>
                  <a:pt x="641404" y="28980"/>
                </a:cubicBezTo>
                <a:cubicBezTo>
                  <a:pt x="641404" y="28017"/>
                  <a:pt x="641590" y="27101"/>
                  <a:pt x="641963" y="26231"/>
                </a:cubicBezTo>
                <a:cubicBezTo>
                  <a:pt x="642336" y="25361"/>
                  <a:pt x="642848" y="24600"/>
                  <a:pt x="643501" y="23948"/>
                </a:cubicBezTo>
                <a:cubicBezTo>
                  <a:pt x="644153" y="23296"/>
                  <a:pt x="644906" y="22776"/>
                  <a:pt x="645760" y="22387"/>
                </a:cubicBezTo>
                <a:cubicBezTo>
                  <a:pt x="646615" y="21999"/>
                  <a:pt x="647539" y="21805"/>
                  <a:pt x="648533" y="21805"/>
                </a:cubicBezTo>
                <a:moveTo>
                  <a:pt x="648533" y="55957"/>
                </a:moveTo>
                <a:cubicBezTo>
                  <a:pt x="649495" y="55957"/>
                  <a:pt x="650412" y="56151"/>
                  <a:pt x="651281" y="56539"/>
                </a:cubicBezTo>
                <a:cubicBezTo>
                  <a:pt x="652151" y="56927"/>
                  <a:pt x="652912" y="57447"/>
                  <a:pt x="653564" y="58100"/>
                </a:cubicBezTo>
                <a:cubicBezTo>
                  <a:pt x="654217" y="58752"/>
                  <a:pt x="654737" y="59513"/>
                  <a:pt x="655125" y="60383"/>
                </a:cubicBezTo>
                <a:cubicBezTo>
                  <a:pt x="655514" y="61252"/>
                  <a:pt x="655708" y="62169"/>
                  <a:pt x="655708" y="63132"/>
                </a:cubicBezTo>
                <a:cubicBezTo>
                  <a:pt x="655708" y="64126"/>
                  <a:pt x="655514" y="65050"/>
                  <a:pt x="655125" y="65904"/>
                </a:cubicBezTo>
                <a:cubicBezTo>
                  <a:pt x="654737" y="66758"/>
                  <a:pt x="654217" y="67511"/>
                  <a:pt x="653564" y="68164"/>
                </a:cubicBezTo>
                <a:cubicBezTo>
                  <a:pt x="652912" y="68816"/>
                  <a:pt x="652151" y="69328"/>
                  <a:pt x="651281" y="69701"/>
                </a:cubicBezTo>
                <a:cubicBezTo>
                  <a:pt x="650412" y="70074"/>
                  <a:pt x="649495" y="70260"/>
                  <a:pt x="648533" y="70260"/>
                </a:cubicBezTo>
                <a:cubicBezTo>
                  <a:pt x="647539" y="70260"/>
                  <a:pt x="646615" y="70074"/>
                  <a:pt x="645760" y="69701"/>
                </a:cubicBezTo>
                <a:cubicBezTo>
                  <a:pt x="644906" y="69328"/>
                  <a:pt x="644153" y="68816"/>
                  <a:pt x="643501" y="68164"/>
                </a:cubicBezTo>
                <a:cubicBezTo>
                  <a:pt x="642848" y="67511"/>
                  <a:pt x="642336" y="66758"/>
                  <a:pt x="641963" y="65904"/>
                </a:cubicBezTo>
                <a:cubicBezTo>
                  <a:pt x="641590" y="65050"/>
                  <a:pt x="641404" y="64126"/>
                  <a:pt x="641404" y="63132"/>
                </a:cubicBezTo>
                <a:cubicBezTo>
                  <a:pt x="641404" y="62169"/>
                  <a:pt x="641590" y="61252"/>
                  <a:pt x="641963" y="60383"/>
                </a:cubicBezTo>
                <a:cubicBezTo>
                  <a:pt x="642336" y="59513"/>
                  <a:pt x="642848" y="58752"/>
                  <a:pt x="643501" y="58100"/>
                </a:cubicBezTo>
                <a:cubicBezTo>
                  <a:pt x="644153" y="57447"/>
                  <a:pt x="644906" y="56927"/>
                  <a:pt x="645760" y="56539"/>
                </a:cubicBezTo>
                <a:cubicBezTo>
                  <a:pt x="646615" y="56151"/>
                  <a:pt x="647539" y="55957"/>
                  <a:pt x="648533" y="55957"/>
                </a:cubicBezTo>
                <a:close/>
                <a:moveTo>
                  <a:pt x="719214" y="3541"/>
                </a:moveTo>
                <a:lnTo>
                  <a:pt x="687252" y="79485"/>
                </a:lnTo>
                <a:lnTo>
                  <a:pt x="679518" y="79485"/>
                </a:lnTo>
                <a:lnTo>
                  <a:pt x="711480" y="3541"/>
                </a:lnTo>
                <a:lnTo>
                  <a:pt x="719214" y="3541"/>
                </a:lnTo>
                <a:close/>
                <a:moveTo>
                  <a:pt x="771073" y="3541"/>
                </a:moveTo>
                <a:lnTo>
                  <a:pt x="739111" y="79485"/>
                </a:lnTo>
                <a:lnTo>
                  <a:pt x="731377" y="79485"/>
                </a:lnTo>
                <a:lnTo>
                  <a:pt x="763339" y="3541"/>
                </a:lnTo>
                <a:lnTo>
                  <a:pt x="771073" y="3541"/>
                </a:lnTo>
                <a:close/>
                <a:moveTo>
                  <a:pt x="826053" y="45660"/>
                </a:moveTo>
                <a:cubicBezTo>
                  <a:pt x="826053" y="49294"/>
                  <a:pt x="825540" y="52625"/>
                  <a:pt x="824515" y="55654"/>
                </a:cubicBezTo>
                <a:cubicBezTo>
                  <a:pt x="823490" y="58682"/>
                  <a:pt x="822015" y="61276"/>
                  <a:pt x="820089" y="63434"/>
                </a:cubicBezTo>
                <a:cubicBezTo>
                  <a:pt x="818163" y="65593"/>
                  <a:pt x="815818" y="67271"/>
                  <a:pt x="813054" y="68466"/>
                </a:cubicBezTo>
                <a:cubicBezTo>
                  <a:pt x="810289" y="69662"/>
                  <a:pt x="807152" y="70260"/>
                  <a:pt x="803642" y="70260"/>
                </a:cubicBezTo>
                <a:cubicBezTo>
                  <a:pt x="800288" y="70260"/>
                  <a:pt x="797283" y="69740"/>
                  <a:pt x="794627" y="68699"/>
                </a:cubicBezTo>
                <a:cubicBezTo>
                  <a:pt x="791971" y="67659"/>
                  <a:pt x="789719" y="66129"/>
                  <a:pt x="787871" y="64110"/>
                </a:cubicBezTo>
                <a:cubicBezTo>
                  <a:pt x="786023" y="62091"/>
                  <a:pt x="784610" y="59591"/>
                  <a:pt x="783631" y="56609"/>
                </a:cubicBezTo>
                <a:cubicBezTo>
                  <a:pt x="782653" y="53627"/>
                  <a:pt x="782164" y="50195"/>
                  <a:pt x="782164" y="46312"/>
                </a:cubicBezTo>
                <a:cubicBezTo>
                  <a:pt x="782164" y="42678"/>
                  <a:pt x="782676" y="39362"/>
                  <a:pt x="783701" y="36365"/>
                </a:cubicBezTo>
                <a:cubicBezTo>
                  <a:pt x="784726" y="33367"/>
                  <a:pt x="786202" y="30789"/>
                  <a:pt x="788127" y="28631"/>
                </a:cubicBezTo>
                <a:cubicBezTo>
                  <a:pt x="790053" y="26472"/>
                  <a:pt x="792398" y="24795"/>
                  <a:pt x="795163" y="23599"/>
                </a:cubicBezTo>
                <a:cubicBezTo>
                  <a:pt x="797927" y="22403"/>
                  <a:pt x="801064" y="21805"/>
                  <a:pt x="804574" y="21805"/>
                </a:cubicBezTo>
                <a:cubicBezTo>
                  <a:pt x="807929" y="21805"/>
                  <a:pt x="810934" y="22325"/>
                  <a:pt x="813590" y="23366"/>
                </a:cubicBezTo>
                <a:cubicBezTo>
                  <a:pt x="816245" y="24406"/>
                  <a:pt x="818497" y="25928"/>
                  <a:pt x="820345" y="27932"/>
                </a:cubicBezTo>
                <a:cubicBezTo>
                  <a:pt x="822194" y="29935"/>
                  <a:pt x="823607" y="32428"/>
                  <a:pt x="824585" y="35410"/>
                </a:cubicBezTo>
                <a:cubicBezTo>
                  <a:pt x="825564" y="38391"/>
                  <a:pt x="826053" y="41808"/>
                  <a:pt x="826053" y="45660"/>
                </a:cubicBezTo>
                <a:moveTo>
                  <a:pt x="817760" y="46033"/>
                </a:moveTo>
                <a:cubicBezTo>
                  <a:pt x="817760" y="43144"/>
                  <a:pt x="817441" y="40620"/>
                  <a:pt x="816805" y="38461"/>
                </a:cubicBezTo>
                <a:cubicBezTo>
                  <a:pt x="816168" y="36303"/>
                  <a:pt x="815259" y="34501"/>
                  <a:pt x="814079" y="33057"/>
                </a:cubicBezTo>
                <a:cubicBezTo>
                  <a:pt x="812899" y="31612"/>
                  <a:pt x="811462" y="30525"/>
                  <a:pt x="809769" y="29795"/>
                </a:cubicBezTo>
                <a:cubicBezTo>
                  <a:pt x="808076" y="29065"/>
                  <a:pt x="806189" y="28700"/>
                  <a:pt x="804108" y="28700"/>
                </a:cubicBezTo>
                <a:cubicBezTo>
                  <a:pt x="801686" y="28700"/>
                  <a:pt x="799612" y="29174"/>
                  <a:pt x="797888" y="30121"/>
                </a:cubicBezTo>
                <a:cubicBezTo>
                  <a:pt x="796164" y="31069"/>
                  <a:pt x="794751" y="32335"/>
                  <a:pt x="793648" y="33919"/>
                </a:cubicBezTo>
                <a:cubicBezTo>
                  <a:pt x="792546" y="35503"/>
                  <a:pt x="791738" y="37343"/>
                  <a:pt x="791226" y="39440"/>
                </a:cubicBezTo>
                <a:cubicBezTo>
                  <a:pt x="790713" y="41536"/>
                  <a:pt x="790457" y="43734"/>
                  <a:pt x="790457" y="46033"/>
                </a:cubicBezTo>
                <a:cubicBezTo>
                  <a:pt x="790457" y="48921"/>
                  <a:pt x="790775" y="51453"/>
                  <a:pt x="791412" y="53627"/>
                </a:cubicBezTo>
                <a:cubicBezTo>
                  <a:pt x="792049" y="55801"/>
                  <a:pt x="792957" y="57611"/>
                  <a:pt x="794138" y="59055"/>
                </a:cubicBezTo>
                <a:cubicBezTo>
                  <a:pt x="795318" y="60499"/>
                  <a:pt x="796747" y="61586"/>
                  <a:pt x="798424" y="62316"/>
                </a:cubicBezTo>
                <a:cubicBezTo>
                  <a:pt x="800101" y="63046"/>
                  <a:pt x="801996" y="63411"/>
                  <a:pt x="804108" y="63411"/>
                </a:cubicBezTo>
                <a:cubicBezTo>
                  <a:pt x="806531" y="63411"/>
                  <a:pt x="808604" y="62937"/>
                  <a:pt x="810328" y="61990"/>
                </a:cubicBezTo>
                <a:cubicBezTo>
                  <a:pt x="812052" y="61043"/>
                  <a:pt x="813465" y="59777"/>
                  <a:pt x="814568" y="58193"/>
                </a:cubicBezTo>
                <a:cubicBezTo>
                  <a:pt x="815671" y="56609"/>
                  <a:pt x="816478" y="54768"/>
                  <a:pt x="816991" y="52672"/>
                </a:cubicBezTo>
                <a:cubicBezTo>
                  <a:pt x="817503" y="50575"/>
                  <a:pt x="817760" y="48362"/>
                  <a:pt x="817760" y="46033"/>
                </a:cubicBezTo>
                <a:close/>
                <a:moveTo>
                  <a:pt x="874231" y="56655"/>
                </a:moveTo>
                <a:cubicBezTo>
                  <a:pt x="874231" y="58302"/>
                  <a:pt x="873951" y="59777"/>
                  <a:pt x="873392" y="61082"/>
                </a:cubicBezTo>
                <a:cubicBezTo>
                  <a:pt x="872833" y="62386"/>
                  <a:pt x="872072" y="63543"/>
                  <a:pt x="871109" y="64553"/>
                </a:cubicBezTo>
                <a:cubicBezTo>
                  <a:pt x="870146" y="65562"/>
                  <a:pt x="869028" y="66424"/>
                  <a:pt x="867754" y="67139"/>
                </a:cubicBezTo>
                <a:cubicBezTo>
                  <a:pt x="866481" y="67853"/>
                  <a:pt x="865122" y="68443"/>
                  <a:pt x="863678" y="68909"/>
                </a:cubicBezTo>
                <a:cubicBezTo>
                  <a:pt x="862233" y="69375"/>
                  <a:pt x="860750" y="69717"/>
                  <a:pt x="859228" y="69934"/>
                </a:cubicBezTo>
                <a:cubicBezTo>
                  <a:pt x="857706" y="70151"/>
                  <a:pt x="856215" y="70260"/>
                  <a:pt x="854755" y="70260"/>
                </a:cubicBezTo>
                <a:cubicBezTo>
                  <a:pt x="851587" y="70260"/>
                  <a:pt x="848675" y="70120"/>
                  <a:pt x="846019" y="69841"/>
                </a:cubicBezTo>
                <a:cubicBezTo>
                  <a:pt x="843364" y="69561"/>
                  <a:pt x="840762" y="69111"/>
                  <a:pt x="838215" y="68490"/>
                </a:cubicBezTo>
                <a:lnTo>
                  <a:pt x="838215" y="61035"/>
                </a:lnTo>
                <a:cubicBezTo>
                  <a:pt x="840949" y="61812"/>
                  <a:pt x="843667" y="62402"/>
                  <a:pt x="846369" y="62805"/>
                </a:cubicBezTo>
                <a:cubicBezTo>
                  <a:pt x="849071" y="63209"/>
                  <a:pt x="851758" y="63411"/>
                  <a:pt x="854429" y="63411"/>
                </a:cubicBezTo>
                <a:cubicBezTo>
                  <a:pt x="858312" y="63411"/>
                  <a:pt x="861185" y="62883"/>
                  <a:pt x="863049" y="61827"/>
                </a:cubicBezTo>
                <a:cubicBezTo>
                  <a:pt x="864912" y="60771"/>
                  <a:pt x="865844" y="59265"/>
                  <a:pt x="865844" y="57308"/>
                </a:cubicBezTo>
                <a:cubicBezTo>
                  <a:pt x="865844" y="56469"/>
                  <a:pt x="865697" y="55716"/>
                  <a:pt x="865402" y="55048"/>
                </a:cubicBezTo>
                <a:cubicBezTo>
                  <a:pt x="865106" y="54380"/>
                  <a:pt x="864571" y="53743"/>
                  <a:pt x="863794" y="53138"/>
                </a:cubicBezTo>
                <a:cubicBezTo>
                  <a:pt x="863018" y="52532"/>
                  <a:pt x="861814" y="51903"/>
                  <a:pt x="860183" y="51251"/>
                </a:cubicBezTo>
                <a:cubicBezTo>
                  <a:pt x="858553" y="50598"/>
                  <a:pt x="856324" y="49853"/>
                  <a:pt x="853497" y="49014"/>
                </a:cubicBezTo>
                <a:cubicBezTo>
                  <a:pt x="851385" y="48393"/>
                  <a:pt x="849436" y="47687"/>
                  <a:pt x="847650" y="46894"/>
                </a:cubicBezTo>
                <a:cubicBezTo>
                  <a:pt x="845864" y="46102"/>
                  <a:pt x="844319" y="45163"/>
                  <a:pt x="843014" y="44076"/>
                </a:cubicBezTo>
                <a:cubicBezTo>
                  <a:pt x="841710" y="42989"/>
                  <a:pt x="840685" y="41715"/>
                  <a:pt x="839939" y="40255"/>
                </a:cubicBezTo>
                <a:cubicBezTo>
                  <a:pt x="839194" y="38795"/>
                  <a:pt x="838821" y="37071"/>
                  <a:pt x="838821" y="35083"/>
                </a:cubicBezTo>
                <a:cubicBezTo>
                  <a:pt x="838821" y="33779"/>
                  <a:pt x="839124" y="32350"/>
                  <a:pt x="839730" y="30797"/>
                </a:cubicBezTo>
                <a:cubicBezTo>
                  <a:pt x="840335" y="29244"/>
                  <a:pt x="841368" y="27800"/>
                  <a:pt x="842828" y="26464"/>
                </a:cubicBezTo>
                <a:cubicBezTo>
                  <a:pt x="844288" y="25128"/>
                  <a:pt x="846260" y="24018"/>
                  <a:pt x="848745" y="23133"/>
                </a:cubicBezTo>
                <a:cubicBezTo>
                  <a:pt x="851230" y="22247"/>
                  <a:pt x="854336" y="21805"/>
                  <a:pt x="858063" y="21805"/>
                </a:cubicBezTo>
                <a:cubicBezTo>
                  <a:pt x="859896" y="21805"/>
                  <a:pt x="861931" y="21906"/>
                  <a:pt x="864167" y="22108"/>
                </a:cubicBezTo>
                <a:cubicBezTo>
                  <a:pt x="866403" y="22310"/>
                  <a:pt x="868733" y="22659"/>
                  <a:pt x="871156" y="23156"/>
                </a:cubicBezTo>
                <a:lnTo>
                  <a:pt x="871156" y="30378"/>
                </a:lnTo>
                <a:cubicBezTo>
                  <a:pt x="868609" y="29757"/>
                  <a:pt x="866194" y="29298"/>
                  <a:pt x="863911" y="29003"/>
                </a:cubicBezTo>
                <a:cubicBezTo>
                  <a:pt x="861628" y="28708"/>
                  <a:pt x="859648" y="28561"/>
                  <a:pt x="857970" y="28561"/>
                </a:cubicBezTo>
                <a:cubicBezTo>
                  <a:pt x="855951" y="28561"/>
                  <a:pt x="854251" y="28716"/>
                  <a:pt x="852868" y="29027"/>
                </a:cubicBezTo>
                <a:cubicBezTo>
                  <a:pt x="851486" y="29337"/>
                  <a:pt x="850368" y="29764"/>
                  <a:pt x="849514" y="30308"/>
                </a:cubicBezTo>
                <a:cubicBezTo>
                  <a:pt x="848660" y="30851"/>
                  <a:pt x="848046" y="31488"/>
                  <a:pt x="847673" y="32218"/>
                </a:cubicBezTo>
                <a:cubicBezTo>
                  <a:pt x="847301" y="32948"/>
                  <a:pt x="847114" y="33732"/>
                  <a:pt x="847114" y="34571"/>
                </a:cubicBezTo>
                <a:cubicBezTo>
                  <a:pt x="847114" y="35410"/>
                  <a:pt x="847277" y="36171"/>
                  <a:pt x="847604" y="36854"/>
                </a:cubicBezTo>
                <a:cubicBezTo>
                  <a:pt x="847930" y="37537"/>
                  <a:pt x="848535" y="38197"/>
                  <a:pt x="849421" y="38834"/>
                </a:cubicBezTo>
                <a:cubicBezTo>
                  <a:pt x="850306" y="39471"/>
                  <a:pt x="851541" y="40108"/>
                  <a:pt x="853125" y="40744"/>
                </a:cubicBezTo>
                <a:cubicBezTo>
                  <a:pt x="854709" y="41381"/>
                  <a:pt x="856774" y="42072"/>
                  <a:pt x="859321" y="42818"/>
                </a:cubicBezTo>
                <a:cubicBezTo>
                  <a:pt x="862086" y="43625"/>
                  <a:pt x="864415" y="44472"/>
                  <a:pt x="866310" y="45357"/>
                </a:cubicBezTo>
                <a:cubicBezTo>
                  <a:pt x="868205" y="46242"/>
                  <a:pt x="869742" y="47228"/>
                  <a:pt x="870923" y="48315"/>
                </a:cubicBezTo>
                <a:cubicBezTo>
                  <a:pt x="872103" y="49403"/>
                  <a:pt x="872949" y="50630"/>
                  <a:pt x="873462" y="51996"/>
                </a:cubicBezTo>
                <a:cubicBezTo>
                  <a:pt x="873974" y="53363"/>
                  <a:pt x="874231" y="54916"/>
                  <a:pt x="874231" y="56655"/>
                </a:cubicBezTo>
                <a:close/>
                <a:moveTo>
                  <a:pt x="907453" y="54745"/>
                </a:moveTo>
                <a:cubicBezTo>
                  <a:pt x="908509" y="54745"/>
                  <a:pt x="909510" y="54947"/>
                  <a:pt x="910458" y="55351"/>
                </a:cubicBezTo>
                <a:cubicBezTo>
                  <a:pt x="911405" y="55755"/>
                  <a:pt x="912228" y="56314"/>
                  <a:pt x="912927" y="57028"/>
                </a:cubicBezTo>
                <a:cubicBezTo>
                  <a:pt x="913626" y="57743"/>
                  <a:pt x="914177" y="58573"/>
                  <a:pt x="914581" y="59521"/>
                </a:cubicBezTo>
                <a:cubicBezTo>
                  <a:pt x="914985" y="60468"/>
                  <a:pt x="915187" y="61485"/>
                  <a:pt x="915187" y="62573"/>
                </a:cubicBezTo>
                <a:cubicBezTo>
                  <a:pt x="915187" y="63629"/>
                  <a:pt x="914985" y="64623"/>
                  <a:pt x="914581" y="65554"/>
                </a:cubicBezTo>
                <a:cubicBezTo>
                  <a:pt x="914177" y="66486"/>
                  <a:pt x="913626" y="67302"/>
                  <a:pt x="912927" y="68000"/>
                </a:cubicBezTo>
                <a:cubicBezTo>
                  <a:pt x="912228" y="68699"/>
                  <a:pt x="911405" y="69251"/>
                  <a:pt x="910458" y="69654"/>
                </a:cubicBezTo>
                <a:cubicBezTo>
                  <a:pt x="909510" y="70058"/>
                  <a:pt x="908509" y="70260"/>
                  <a:pt x="907453" y="70260"/>
                </a:cubicBezTo>
                <a:cubicBezTo>
                  <a:pt x="906365" y="70260"/>
                  <a:pt x="905356" y="70058"/>
                  <a:pt x="904424" y="69654"/>
                </a:cubicBezTo>
                <a:cubicBezTo>
                  <a:pt x="903492" y="69251"/>
                  <a:pt x="902677" y="68699"/>
                  <a:pt x="901978" y="68000"/>
                </a:cubicBezTo>
                <a:cubicBezTo>
                  <a:pt x="901279" y="67302"/>
                  <a:pt x="900728" y="66486"/>
                  <a:pt x="900324" y="65554"/>
                </a:cubicBezTo>
                <a:cubicBezTo>
                  <a:pt x="899920" y="64623"/>
                  <a:pt x="899718" y="63629"/>
                  <a:pt x="899718" y="62573"/>
                </a:cubicBezTo>
                <a:cubicBezTo>
                  <a:pt x="899718" y="61485"/>
                  <a:pt x="899920" y="60468"/>
                  <a:pt x="900324" y="59521"/>
                </a:cubicBezTo>
                <a:cubicBezTo>
                  <a:pt x="900728" y="58573"/>
                  <a:pt x="901279" y="57743"/>
                  <a:pt x="901978" y="57028"/>
                </a:cubicBezTo>
                <a:cubicBezTo>
                  <a:pt x="902677" y="56314"/>
                  <a:pt x="903492" y="55755"/>
                  <a:pt x="904424" y="55351"/>
                </a:cubicBezTo>
                <a:cubicBezTo>
                  <a:pt x="905356" y="54947"/>
                  <a:pt x="906365" y="54745"/>
                  <a:pt x="907453" y="54745"/>
                </a:cubicBezTo>
                <a:close/>
                <a:moveTo>
                  <a:pt x="970959" y="69421"/>
                </a:moveTo>
                <a:lnTo>
                  <a:pt x="970773" y="63119"/>
                </a:lnTo>
                <a:cubicBezTo>
                  <a:pt x="968226" y="65639"/>
                  <a:pt x="965640" y="67460"/>
                  <a:pt x="963015" y="68580"/>
                </a:cubicBezTo>
                <a:cubicBezTo>
                  <a:pt x="960390" y="69700"/>
                  <a:pt x="957634" y="70260"/>
                  <a:pt x="954745" y="70260"/>
                </a:cubicBezTo>
                <a:cubicBezTo>
                  <a:pt x="952074" y="70260"/>
                  <a:pt x="949791" y="69918"/>
                  <a:pt x="947896" y="69234"/>
                </a:cubicBezTo>
                <a:cubicBezTo>
                  <a:pt x="946001" y="68549"/>
                  <a:pt x="944441" y="67608"/>
                  <a:pt x="943214" y="66411"/>
                </a:cubicBezTo>
                <a:cubicBezTo>
                  <a:pt x="941987" y="65213"/>
                  <a:pt x="941086" y="63805"/>
                  <a:pt x="940511" y="62187"/>
                </a:cubicBezTo>
                <a:cubicBezTo>
                  <a:pt x="939937" y="60569"/>
                  <a:pt x="939649" y="58811"/>
                  <a:pt x="939649" y="56913"/>
                </a:cubicBezTo>
                <a:cubicBezTo>
                  <a:pt x="939649" y="52215"/>
                  <a:pt x="941397" y="48536"/>
                  <a:pt x="944891" y="45877"/>
                </a:cubicBezTo>
                <a:cubicBezTo>
                  <a:pt x="948385" y="43216"/>
                  <a:pt x="953549" y="41886"/>
                  <a:pt x="960383" y="41886"/>
                </a:cubicBezTo>
                <a:lnTo>
                  <a:pt x="970074" y="41886"/>
                </a:lnTo>
                <a:lnTo>
                  <a:pt x="970074" y="37800"/>
                </a:lnTo>
                <a:cubicBezTo>
                  <a:pt x="970074" y="35046"/>
                  <a:pt x="969188" y="32840"/>
                  <a:pt x="967418" y="31184"/>
                </a:cubicBezTo>
                <a:cubicBezTo>
                  <a:pt x="965647" y="29528"/>
                  <a:pt x="962945" y="28700"/>
                  <a:pt x="959311" y="28700"/>
                </a:cubicBezTo>
                <a:cubicBezTo>
                  <a:pt x="956671" y="28700"/>
                  <a:pt x="954069" y="29000"/>
                  <a:pt x="951507" y="29599"/>
                </a:cubicBezTo>
                <a:cubicBezTo>
                  <a:pt x="948944" y="30197"/>
                  <a:pt x="946296" y="31047"/>
                  <a:pt x="943563" y="32148"/>
                </a:cubicBezTo>
                <a:lnTo>
                  <a:pt x="943563" y="24833"/>
                </a:lnTo>
                <a:cubicBezTo>
                  <a:pt x="944588" y="24455"/>
                  <a:pt x="945730" y="24084"/>
                  <a:pt x="946988" y="23721"/>
                </a:cubicBezTo>
                <a:cubicBezTo>
                  <a:pt x="948246" y="23358"/>
                  <a:pt x="949573" y="23035"/>
                  <a:pt x="950971" y="22751"/>
                </a:cubicBezTo>
                <a:cubicBezTo>
                  <a:pt x="952369" y="22467"/>
                  <a:pt x="953829" y="22238"/>
                  <a:pt x="955351" y="22065"/>
                </a:cubicBezTo>
                <a:cubicBezTo>
                  <a:pt x="956873" y="21892"/>
                  <a:pt x="958410" y="21805"/>
                  <a:pt x="959963" y="21805"/>
                </a:cubicBezTo>
                <a:cubicBezTo>
                  <a:pt x="962790" y="21805"/>
                  <a:pt x="965337" y="22115"/>
                  <a:pt x="967604" y="22737"/>
                </a:cubicBezTo>
                <a:cubicBezTo>
                  <a:pt x="969872" y="23358"/>
                  <a:pt x="971790" y="24305"/>
                  <a:pt x="973358" y="25579"/>
                </a:cubicBezTo>
                <a:cubicBezTo>
                  <a:pt x="974927" y="26852"/>
                  <a:pt x="976131" y="28452"/>
                  <a:pt x="976969" y="30378"/>
                </a:cubicBezTo>
                <a:cubicBezTo>
                  <a:pt x="977808" y="32304"/>
                  <a:pt x="978227" y="34571"/>
                  <a:pt x="978227" y="37180"/>
                </a:cubicBezTo>
                <a:lnTo>
                  <a:pt x="978227" y="69421"/>
                </a:lnTo>
                <a:lnTo>
                  <a:pt x="970959" y="69421"/>
                </a:lnTo>
                <a:moveTo>
                  <a:pt x="970074" y="48083"/>
                </a:moveTo>
                <a:lnTo>
                  <a:pt x="959777" y="48083"/>
                </a:lnTo>
                <a:cubicBezTo>
                  <a:pt x="957758" y="48083"/>
                  <a:pt x="956019" y="48285"/>
                  <a:pt x="954559" y="48691"/>
                </a:cubicBezTo>
                <a:cubicBezTo>
                  <a:pt x="953099" y="49096"/>
                  <a:pt x="951903" y="49672"/>
                  <a:pt x="950971" y="50419"/>
                </a:cubicBezTo>
                <a:cubicBezTo>
                  <a:pt x="950039" y="51167"/>
                  <a:pt x="949348" y="52063"/>
                  <a:pt x="948898" y="53107"/>
                </a:cubicBezTo>
                <a:cubicBezTo>
                  <a:pt x="948447" y="54151"/>
                  <a:pt x="948222" y="55327"/>
                  <a:pt x="948222" y="56635"/>
                </a:cubicBezTo>
                <a:cubicBezTo>
                  <a:pt x="948222" y="57539"/>
                  <a:pt x="948362" y="58404"/>
                  <a:pt x="948642" y="59230"/>
                </a:cubicBezTo>
                <a:cubicBezTo>
                  <a:pt x="948921" y="60055"/>
                  <a:pt x="949371" y="60787"/>
                  <a:pt x="949993" y="61425"/>
                </a:cubicBezTo>
                <a:cubicBezTo>
                  <a:pt x="950614" y="62064"/>
                  <a:pt x="951421" y="62570"/>
                  <a:pt x="952415" y="62944"/>
                </a:cubicBezTo>
                <a:cubicBezTo>
                  <a:pt x="953409" y="63318"/>
                  <a:pt x="954621" y="63504"/>
                  <a:pt x="956050" y="63504"/>
                </a:cubicBezTo>
                <a:cubicBezTo>
                  <a:pt x="957913" y="63504"/>
                  <a:pt x="960049" y="62936"/>
                  <a:pt x="962456" y="61799"/>
                </a:cubicBezTo>
                <a:cubicBezTo>
                  <a:pt x="964863" y="60662"/>
                  <a:pt x="967402" y="58862"/>
                  <a:pt x="970074" y="56401"/>
                </a:cubicBezTo>
                <a:lnTo>
                  <a:pt x="970074" y="48083"/>
                </a:lnTo>
                <a:close/>
                <a:moveTo>
                  <a:pt x="1008700" y="10204"/>
                </a:moveTo>
                <a:lnTo>
                  <a:pt x="994862" y="10204"/>
                </a:lnTo>
                <a:lnTo>
                  <a:pt x="994862" y="3541"/>
                </a:lnTo>
                <a:lnTo>
                  <a:pt x="1016900" y="3541"/>
                </a:lnTo>
                <a:lnTo>
                  <a:pt x="1016900" y="62666"/>
                </a:lnTo>
                <a:lnTo>
                  <a:pt x="1030831" y="62666"/>
                </a:lnTo>
                <a:lnTo>
                  <a:pt x="1030831" y="69421"/>
                </a:lnTo>
                <a:lnTo>
                  <a:pt x="993325" y="69421"/>
                </a:lnTo>
                <a:lnTo>
                  <a:pt x="993325" y="62666"/>
                </a:lnTo>
                <a:lnTo>
                  <a:pt x="1008700" y="62666"/>
                </a:lnTo>
                <a:lnTo>
                  <a:pt x="1008700" y="10204"/>
                </a:lnTo>
                <a:close/>
                <a:moveTo>
                  <a:pt x="1060559" y="29353"/>
                </a:moveTo>
                <a:lnTo>
                  <a:pt x="1046721" y="29353"/>
                </a:lnTo>
                <a:lnTo>
                  <a:pt x="1046721" y="22644"/>
                </a:lnTo>
                <a:lnTo>
                  <a:pt x="1068759" y="22644"/>
                </a:lnTo>
                <a:lnTo>
                  <a:pt x="1068759" y="62666"/>
                </a:lnTo>
                <a:lnTo>
                  <a:pt x="1082690" y="62666"/>
                </a:lnTo>
                <a:lnTo>
                  <a:pt x="1082690" y="69421"/>
                </a:lnTo>
                <a:lnTo>
                  <a:pt x="1045183" y="69421"/>
                </a:lnTo>
                <a:lnTo>
                  <a:pt x="1045183" y="62666"/>
                </a:lnTo>
                <a:lnTo>
                  <a:pt x="1060559" y="62666"/>
                </a:lnTo>
                <a:lnTo>
                  <a:pt x="1060559" y="29353"/>
                </a:lnTo>
                <a:moveTo>
                  <a:pt x="1063401" y="2982"/>
                </a:moveTo>
                <a:cubicBezTo>
                  <a:pt x="1064301" y="2982"/>
                  <a:pt x="1065140" y="3145"/>
                  <a:pt x="1065917" y="3471"/>
                </a:cubicBezTo>
                <a:cubicBezTo>
                  <a:pt x="1066693" y="3797"/>
                  <a:pt x="1067369" y="4255"/>
                  <a:pt x="1067943" y="4846"/>
                </a:cubicBezTo>
                <a:cubicBezTo>
                  <a:pt x="1068518" y="5436"/>
                  <a:pt x="1068968" y="6111"/>
                  <a:pt x="1069295" y="6872"/>
                </a:cubicBezTo>
                <a:cubicBezTo>
                  <a:pt x="1069621" y="7633"/>
                  <a:pt x="1069784" y="8464"/>
                  <a:pt x="1069784" y="9365"/>
                </a:cubicBezTo>
                <a:cubicBezTo>
                  <a:pt x="1069784" y="10235"/>
                  <a:pt x="1069621" y="11058"/>
                  <a:pt x="1069295" y="11834"/>
                </a:cubicBezTo>
                <a:cubicBezTo>
                  <a:pt x="1068968" y="12611"/>
                  <a:pt x="1068518" y="13294"/>
                  <a:pt x="1067943" y="13884"/>
                </a:cubicBezTo>
                <a:cubicBezTo>
                  <a:pt x="1067369" y="14474"/>
                  <a:pt x="1066693" y="14933"/>
                  <a:pt x="1065917" y="15259"/>
                </a:cubicBezTo>
                <a:cubicBezTo>
                  <a:pt x="1065140" y="15585"/>
                  <a:pt x="1064301" y="15748"/>
                  <a:pt x="1063401" y="15748"/>
                </a:cubicBezTo>
                <a:cubicBezTo>
                  <a:pt x="1062500" y="15748"/>
                  <a:pt x="1061661" y="15585"/>
                  <a:pt x="1060885" y="15259"/>
                </a:cubicBezTo>
                <a:cubicBezTo>
                  <a:pt x="1060108" y="14933"/>
                  <a:pt x="1059433" y="14474"/>
                  <a:pt x="1058858" y="13884"/>
                </a:cubicBezTo>
                <a:cubicBezTo>
                  <a:pt x="1058283" y="13294"/>
                  <a:pt x="1057833" y="12611"/>
                  <a:pt x="1057507" y="11834"/>
                </a:cubicBezTo>
                <a:cubicBezTo>
                  <a:pt x="1057181" y="11058"/>
                  <a:pt x="1057018" y="10235"/>
                  <a:pt x="1057018" y="9365"/>
                </a:cubicBezTo>
                <a:cubicBezTo>
                  <a:pt x="1057018" y="8464"/>
                  <a:pt x="1057181" y="7633"/>
                  <a:pt x="1057507" y="6872"/>
                </a:cubicBezTo>
                <a:cubicBezTo>
                  <a:pt x="1057833" y="6111"/>
                  <a:pt x="1058283" y="5436"/>
                  <a:pt x="1058858" y="4846"/>
                </a:cubicBezTo>
                <a:cubicBezTo>
                  <a:pt x="1059433" y="4255"/>
                  <a:pt x="1060108" y="3797"/>
                  <a:pt x="1060885" y="3471"/>
                </a:cubicBezTo>
                <a:cubicBezTo>
                  <a:pt x="1061661" y="3145"/>
                  <a:pt x="1062500" y="2982"/>
                  <a:pt x="1063401" y="2982"/>
                </a:cubicBezTo>
                <a:close/>
                <a:moveTo>
                  <a:pt x="1136458" y="45194"/>
                </a:moveTo>
                <a:cubicBezTo>
                  <a:pt x="1136458" y="49356"/>
                  <a:pt x="1135876" y="52990"/>
                  <a:pt x="1134711" y="56096"/>
                </a:cubicBezTo>
                <a:cubicBezTo>
                  <a:pt x="1133546" y="59202"/>
                  <a:pt x="1131939" y="61780"/>
                  <a:pt x="1129889" y="63831"/>
                </a:cubicBezTo>
                <a:cubicBezTo>
                  <a:pt x="1127839" y="65881"/>
                  <a:pt x="1125416" y="67418"/>
                  <a:pt x="1122621" y="68443"/>
                </a:cubicBezTo>
                <a:cubicBezTo>
                  <a:pt x="1119825" y="69468"/>
                  <a:pt x="1116797" y="69981"/>
                  <a:pt x="1113535" y="69981"/>
                </a:cubicBezTo>
                <a:cubicBezTo>
                  <a:pt x="1112044" y="69981"/>
                  <a:pt x="1110561" y="69903"/>
                  <a:pt x="1109086" y="69748"/>
                </a:cubicBezTo>
                <a:cubicBezTo>
                  <a:pt x="1107610" y="69592"/>
                  <a:pt x="1106112" y="69328"/>
                  <a:pt x="1104590" y="68956"/>
                </a:cubicBezTo>
                <a:lnTo>
                  <a:pt x="1104590" y="88524"/>
                </a:lnTo>
                <a:lnTo>
                  <a:pt x="1096483" y="88524"/>
                </a:lnTo>
                <a:lnTo>
                  <a:pt x="1096483" y="22644"/>
                </a:lnTo>
                <a:lnTo>
                  <a:pt x="1103704" y="22644"/>
                </a:lnTo>
                <a:lnTo>
                  <a:pt x="1104217" y="30471"/>
                </a:lnTo>
                <a:cubicBezTo>
                  <a:pt x="1106547" y="27272"/>
                  <a:pt x="1109031" y="25027"/>
                  <a:pt x="1111672" y="23738"/>
                </a:cubicBezTo>
                <a:cubicBezTo>
                  <a:pt x="1114312" y="22449"/>
                  <a:pt x="1117169" y="21805"/>
                  <a:pt x="1120244" y="21805"/>
                </a:cubicBezTo>
                <a:cubicBezTo>
                  <a:pt x="1122916" y="21805"/>
                  <a:pt x="1125261" y="22364"/>
                  <a:pt x="1127280" y="23482"/>
                </a:cubicBezTo>
                <a:cubicBezTo>
                  <a:pt x="1129299" y="24600"/>
                  <a:pt x="1130992" y="26177"/>
                  <a:pt x="1132358" y="28211"/>
                </a:cubicBezTo>
                <a:cubicBezTo>
                  <a:pt x="1133725" y="30246"/>
                  <a:pt x="1134750" y="32700"/>
                  <a:pt x="1135433" y="35573"/>
                </a:cubicBezTo>
                <a:cubicBezTo>
                  <a:pt x="1136117" y="38446"/>
                  <a:pt x="1136458" y="41653"/>
                  <a:pt x="1136458" y="45194"/>
                </a:cubicBezTo>
                <a:moveTo>
                  <a:pt x="1128165" y="45567"/>
                </a:moveTo>
                <a:cubicBezTo>
                  <a:pt x="1128165" y="43113"/>
                  <a:pt x="1127986" y="40861"/>
                  <a:pt x="1127629" y="38811"/>
                </a:cubicBezTo>
                <a:cubicBezTo>
                  <a:pt x="1127272" y="36761"/>
                  <a:pt x="1126705" y="35006"/>
                  <a:pt x="1125929" y="33546"/>
                </a:cubicBezTo>
                <a:cubicBezTo>
                  <a:pt x="1125152" y="32086"/>
                  <a:pt x="1124158" y="30945"/>
                  <a:pt x="1122947" y="30121"/>
                </a:cubicBezTo>
                <a:cubicBezTo>
                  <a:pt x="1121735" y="29298"/>
                  <a:pt x="1120291" y="28887"/>
                  <a:pt x="1118614" y="28887"/>
                </a:cubicBezTo>
                <a:cubicBezTo>
                  <a:pt x="1117589" y="28887"/>
                  <a:pt x="1116548" y="29050"/>
                  <a:pt x="1115492" y="29376"/>
                </a:cubicBezTo>
                <a:cubicBezTo>
                  <a:pt x="1114436" y="29702"/>
                  <a:pt x="1113341" y="30246"/>
                  <a:pt x="1112207" y="31007"/>
                </a:cubicBezTo>
                <a:cubicBezTo>
                  <a:pt x="1111074" y="31768"/>
                  <a:pt x="1109878" y="32777"/>
                  <a:pt x="1108620" y="34035"/>
                </a:cubicBezTo>
                <a:cubicBezTo>
                  <a:pt x="1107362" y="35293"/>
                  <a:pt x="1106019" y="36854"/>
                  <a:pt x="1104590" y="38718"/>
                </a:cubicBezTo>
                <a:lnTo>
                  <a:pt x="1104590" y="61408"/>
                </a:lnTo>
                <a:cubicBezTo>
                  <a:pt x="1106081" y="62029"/>
                  <a:pt x="1107649" y="62518"/>
                  <a:pt x="1109295" y="62875"/>
                </a:cubicBezTo>
                <a:cubicBezTo>
                  <a:pt x="1110942" y="63233"/>
                  <a:pt x="1112557" y="63411"/>
                  <a:pt x="1114141" y="63411"/>
                </a:cubicBezTo>
                <a:cubicBezTo>
                  <a:pt x="1118521" y="63411"/>
                  <a:pt x="1121953" y="61928"/>
                  <a:pt x="1124438" y="58962"/>
                </a:cubicBezTo>
                <a:cubicBezTo>
                  <a:pt x="1126923" y="55995"/>
                  <a:pt x="1128165" y="51530"/>
                  <a:pt x="1128165" y="45567"/>
                </a:cubicBezTo>
                <a:close/>
                <a:moveTo>
                  <a:pt x="1178393" y="69421"/>
                </a:moveTo>
                <a:lnTo>
                  <a:pt x="1178206" y="63119"/>
                </a:lnTo>
                <a:cubicBezTo>
                  <a:pt x="1175659" y="65639"/>
                  <a:pt x="1173074" y="67460"/>
                  <a:pt x="1170449" y="68580"/>
                </a:cubicBezTo>
                <a:cubicBezTo>
                  <a:pt x="1167824" y="69700"/>
                  <a:pt x="1165068" y="70260"/>
                  <a:pt x="1162179" y="70260"/>
                </a:cubicBezTo>
                <a:cubicBezTo>
                  <a:pt x="1159508" y="70260"/>
                  <a:pt x="1157225" y="69918"/>
                  <a:pt x="1155330" y="69234"/>
                </a:cubicBezTo>
                <a:cubicBezTo>
                  <a:pt x="1153435" y="68549"/>
                  <a:pt x="1151874" y="67608"/>
                  <a:pt x="1150648" y="66411"/>
                </a:cubicBezTo>
                <a:cubicBezTo>
                  <a:pt x="1149421" y="65213"/>
                  <a:pt x="1148520" y="63805"/>
                  <a:pt x="1147945" y="62187"/>
                </a:cubicBezTo>
                <a:cubicBezTo>
                  <a:pt x="1147371" y="60569"/>
                  <a:pt x="1147083" y="58811"/>
                  <a:pt x="1147083" y="56913"/>
                </a:cubicBezTo>
                <a:cubicBezTo>
                  <a:pt x="1147083" y="52215"/>
                  <a:pt x="1148830" y="48536"/>
                  <a:pt x="1152325" y="45877"/>
                </a:cubicBezTo>
                <a:cubicBezTo>
                  <a:pt x="1155819" y="43216"/>
                  <a:pt x="1160983" y="41886"/>
                  <a:pt x="1167817" y="41886"/>
                </a:cubicBezTo>
                <a:lnTo>
                  <a:pt x="1177508" y="41886"/>
                </a:lnTo>
                <a:lnTo>
                  <a:pt x="1177508" y="37800"/>
                </a:lnTo>
                <a:cubicBezTo>
                  <a:pt x="1177508" y="35046"/>
                  <a:pt x="1176622" y="32840"/>
                  <a:pt x="1174852" y="31184"/>
                </a:cubicBezTo>
                <a:cubicBezTo>
                  <a:pt x="1173081" y="29528"/>
                  <a:pt x="1170379" y="28700"/>
                  <a:pt x="1166745" y="28700"/>
                </a:cubicBezTo>
                <a:cubicBezTo>
                  <a:pt x="1164105" y="28700"/>
                  <a:pt x="1161503" y="29000"/>
                  <a:pt x="1158941" y="29599"/>
                </a:cubicBezTo>
                <a:cubicBezTo>
                  <a:pt x="1156378" y="30197"/>
                  <a:pt x="1153730" y="31047"/>
                  <a:pt x="1150997" y="32148"/>
                </a:cubicBezTo>
                <a:lnTo>
                  <a:pt x="1150997" y="24833"/>
                </a:lnTo>
                <a:cubicBezTo>
                  <a:pt x="1152022" y="24455"/>
                  <a:pt x="1153163" y="24084"/>
                  <a:pt x="1154421" y="23721"/>
                </a:cubicBezTo>
                <a:cubicBezTo>
                  <a:pt x="1155679" y="23358"/>
                  <a:pt x="1157007" y="23035"/>
                  <a:pt x="1158405" y="22751"/>
                </a:cubicBezTo>
                <a:cubicBezTo>
                  <a:pt x="1159803" y="22467"/>
                  <a:pt x="1161263" y="22238"/>
                  <a:pt x="1162785" y="22065"/>
                </a:cubicBezTo>
                <a:cubicBezTo>
                  <a:pt x="1164307" y="21892"/>
                  <a:pt x="1165844" y="21805"/>
                  <a:pt x="1167397" y="21805"/>
                </a:cubicBezTo>
                <a:cubicBezTo>
                  <a:pt x="1170224" y="21805"/>
                  <a:pt x="1172771" y="22115"/>
                  <a:pt x="1175038" y="22737"/>
                </a:cubicBezTo>
                <a:cubicBezTo>
                  <a:pt x="1177306" y="23358"/>
                  <a:pt x="1179224" y="24305"/>
                  <a:pt x="1180792" y="25579"/>
                </a:cubicBezTo>
                <a:cubicBezTo>
                  <a:pt x="1182361" y="26852"/>
                  <a:pt x="1183565" y="28452"/>
                  <a:pt x="1184403" y="30378"/>
                </a:cubicBezTo>
                <a:cubicBezTo>
                  <a:pt x="1185242" y="32304"/>
                  <a:pt x="1185661" y="34571"/>
                  <a:pt x="1185661" y="37180"/>
                </a:cubicBezTo>
                <a:lnTo>
                  <a:pt x="1185661" y="69421"/>
                </a:lnTo>
                <a:lnTo>
                  <a:pt x="1178393" y="69421"/>
                </a:lnTo>
                <a:moveTo>
                  <a:pt x="1177508" y="48083"/>
                </a:moveTo>
                <a:lnTo>
                  <a:pt x="1167211" y="48083"/>
                </a:lnTo>
                <a:cubicBezTo>
                  <a:pt x="1165192" y="48083"/>
                  <a:pt x="1163452" y="48285"/>
                  <a:pt x="1161993" y="48691"/>
                </a:cubicBezTo>
                <a:cubicBezTo>
                  <a:pt x="1160533" y="49096"/>
                  <a:pt x="1159337" y="49672"/>
                  <a:pt x="1158405" y="50419"/>
                </a:cubicBezTo>
                <a:cubicBezTo>
                  <a:pt x="1157473" y="51167"/>
                  <a:pt x="1156782" y="52063"/>
                  <a:pt x="1156332" y="53107"/>
                </a:cubicBezTo>
                <a:cubicBezTo>
                  <a:pt x="1155881" y="54151"/>
                  <a:pt x="1155656" y="55327"/>
                  <a:pt x="1155656" y="56635"/>
                </a:cubicBezTo>
                <a:cubicBezTo>
                  <a:pt x="1155656" y="57539"/>
                  <a:pt x="1155796" y="58404"/>
                  <a:pt x="1156075" y="59230"/>
                </a:cubicBezTo>
                <a:cubicBezTo>
                  <a:pt x="1156355" y="60055"/>
                  <a:pt x="1156805" y="60787"/>
                  <a:pt x="1157427" y="61425"/>
                </a:cubicBezTo>
                <a:cubicBezTo>
                  <a:pt x="1158048" y="62064"/>
                  <a:pt x="1158855" y="62570"/>
                  <a:pt x="1159849" y="62944"/>
                </a:cubicBezTo>
                <a:cubicBezTo>
                  <a:pt x="1160843" y="63318"/>
                  <a:pt x="1162055" y="63504"/>
                  <a:pt x="1163484" y="63504"/>
                </a:cubicBezTo>
                <a:cubicBezTo>
                  <a:pt x="1165347" y="63504"/>
                  <a:pt x="1167483" y="62936"/>
                  <a:pt x="1169890" y="61799"/>
                </a:cubicBezTo>
                <a:cubicBezTo>
                  <a:pt x="1172297" y="60662"/>
                  <a:pt x="1174836" y="58862"/>
                  <a:pt x="1177508" y="56401"/>
                </a:cubicBezTo>
                <a:lnTo>
                  <a:pt x="1177508" y="48083"/>
                </a:lnTo>
                <a:close/>
                <a:moveTo>
                  <a:pt x="1241806" y="22644"/>
                </a:moveTo>
                <a:lnTo>
                  <a:pt x="1225872" y="64483"/>
                </a:lnTo>
                <a:cubicBezTo>
                  <a:pt x="1224225" y="68738"/>
                  <a:pt x="1222525" y="72403"/>
                  <a:pt x="1220770" y="75478"/>
                </a:cubicBezTo>
                <a:cubicBezTo>
                  <a:pt x="1219015" y="78553"/>
                  <a:pt x="1217097" y="81077"/>
                  <a:pt x="1215016" y="83050"/>
                </a:cubicBezTo>
                <a:cubicBezTo>
                  <a:pt x="1212935" y="85022"/>
                  <a:pt x="1210652" y="86474"/>
                  <a:pt x="1208167" y="87406"/>
                </a:cubicBezTo>
                <a:cubicBezTo>
                  <a:pt x="1205682" y="88338"/>
                  <a:pt x="1202902" y="88804"/>
                  <a:pt x="1199827" y="88804"/>
                </a:cubicBezTo>
                <a:cubicBezTo>
                  <a:pt x="1199019" y="88804"/>
                  <a:pt x="1198289" y="88788"/>
                  <a:pt x="1197637" y="88757"/>
                </a:cubicBezTo>
                <a:cubicBezTo>
                  <a:pt x="1196985" y="88726"/>
                  <a:pt x="1196271" y="88679"/>
                  <a:pt x="1195494" y="88617"/>
                </a:cubicBezTo>
                <a:lnTo>
                  <a:pt x="1195494" y="81256"/>
                </a:lnTo>
                <a:cubicBezTo>
                  <a:pt x="1196177" y="81349"/>
                  <a:pt x="1196923" y="81434"/>
                  <a:pt x="1197730" y="81512"/>
                </a:cubicBezTo>
                <a:cubicBezTo>
                  <a:pt x="1198538" y="81590"/>
                  <a:pt x="1199392" y="81628"/>
                  <a:pt x="1200293" y="81628"/>
                </a:cubicBezTo>
                <a:cubicBezTo>
                  <a:pt x="1201784" y="81628"/>
                  <a:pt x="1203174" y="81411"/>
                  <a:pt x="1204463" y="80976"/>
                </a:cubicBezTo>
                <a:cubicBezTo>
                  <a:pt x="1205752" y="80541"/>
                  <a:pt x="1206971" y="79835"/>
                  <a:pt x="1208120" y="78856"/>
                </a:cubicBezTo>
                <a:cubicBezTo>
                  <a:pt x="1209270" y="77878"/>
                  <a:pt x="1210372" y="76612"/>
                  <a:pt x="1211428" y="75059"/>
                </a:cubicBezTo>
                <a:cubicBezTo>
                  <a:pt x="1212484" y="73506"/>
                  <a:pt x="1213509" y="71627"/>
                  <a:pt x="1214503" y="69421"/>
                </a:cubicBezTo>
                <a:lnTo>
                  <a:pt x="1195820" y="22644"/>
                </a:lnTo>
                <a:lnTo>
                  <a:pt x="1205045" y="22644"/>
                </a:lnTo>
                <a:lnTo>
                  <a:pt x="1216880" y="53580"/>
                </a:lnTo>
                <a:lnTo>
                  <a:pt x="1219256" y="60849"/>
                </a:lnTo>
                <a:lnTo>
                  <a:pt x="1221958" y="53394"/>
                </a:lnTo>
                <a:lnTo>
                  <a:pt x="1232907" y="22644"/>
                </a:lnTo>
                <a:lnTo>
                  <a:pt x="1241806" y="22644"/>
                </a:lnTo>
                <a:close/>
                <a:moveTo>
                  <a:pt x="1292779" y="45660"/>
                </a:moveTo>
                <a:cubicBezTo>
                  <a:pt x="1292779" y="49294"/>
                  <a:pt x="1292267" y="52625"/>
                  <a:pt x="1291242" y="55654"/>
                </a:cubicBezTo>
                <a:cubicBezTo>
                  <a:pt x="1290217" y="58682"/>
                  <a:pt x="1288741" y="61276"/>
                  <a:pt x="1286816" y="63434"/>
                </a:cubicBezTo>
                <a:cubicBezTo>
                  <a:pt x="1284890" y="65593"/>
                  <a:pt x="1282545" y="67271"/>
                  <a:pt x="1279780" y="68466"/>
                </a:cubicBezTo>
                <a:cubicBezTo>
                  <a:pt x="1277016" y="69662"/>
                  <a:pt x="1273879" y="70260"/>
                  <a:pt x="1270369" y="70260"/>
                </a:cubicBezTo>
                <a:cubicBezTo>
                  <a:pt x="1267014" y="70260"/>
                  <a:pt x="1264009" y="69740"/>
                  <a:pt x="1261353" y="68699"/>
                </a:cubicBezTo>
                <a:cubicBezTo>
                  <a:pt x="1258698" y="67659"/>
                  <a:pt x="1256446" y="66129"/>
                  <a:pt x="1254597" y="64110"/>
                </a:cubicBezTo>
                <a:cubicBezTo>
                  <a:pt x="1252749" y="62091"/>
                  <a:pt x="1251336" y="59591"/>
                  <a:pt x="1250358" y="56609"/>
                </a:cubicBezTo>
                <a:cubicBezTo>
                  <a:pt x="1249379" y="53627"/>
                  <a:pt x="1248890" y="50195"/>
                  <a:pt x="1248890" y="46312"/>
                </a:cubicBezTo>
                <a:cubicBezTo>
                  <a:pt x="1248890" y="42678"/>
                  <a:pt x="1249402" y="39362"/>
                  <a:pt x="1250428" y="36365"/>
                </a:cubicBezTo>
                <a:cubicBezTo>
                  <a:pt x="1251453" y="33367"/>
                  <a:pt x="1252928" y="30789"/>
                  <a:pt x="1254854" y="28631"/>
                </a:cubicBezTo>
                <a:cubicBezTo>
                  <a:pt x="1256779" y="26472"/>
                  <a:pt x="1259125" y="24795"/>
                  <a:pt x="1261889" y="23599"/>
                </a:cubicBezTo>
                <a:cubicBezTo>
                  <a:pt x="1264653" y="22403"/>
                  <a:pt x="1267791" y="21805"/>
                  <a:pt x="1271301" y="21805"/>
                </a:cubicBezTo>
                <a:cubicBezTo>
                  <a:pt x="1274655" y="21805"/>
                  <a:pt x="1277660" y="22325"/>
                  <a:pt x="1280316" y="23366"/>
                </a:cubicBezTo>
                <a:cubicBezTo>
                  <a:pt x="1282972" y="24406"/>
                  <a:pt x="1285224" y="25928"/>
                  <a:pt x="1287072" y="27932"/>
                </a:cubicBezTo>
                <a:cubicBezTo>
                  <a:pt x="1288920" y="29935"/>
                  <a:pt x="1290333" y="32428"/>
                  <a:pt x="1291312" y="35410"/>
                </a:cubicBezTo>
                <a:cubicBezTo>
                  <a:pt x="1292290" y="38391"/>
                  <a:pt x="1292779" y="41808"/>
                  <a:pt x="1292779" y="45660"/>
                </a:cubicBezTo>
                <a:moveTo>
                  <a:pt x="1284486" y="46033"/>
                </a:moveTo>
                <a:cubicBezTo>
                  <a:pt x="1284486" y="43144"/>
                  <a:pt x="1284168" y="40620"/>
                  <a:pt x="1283531" y="38461"/>
                </a:cubicBezTo>
                <a:cubicBezTo>
                  <a:pt x="1282894" y="36303"/>
                  <a:pt x="1281986" y="34501"/>
                  <a:pt x="1280805" y="33057"/>
                </a:cubicBezTo>
                <a:cubicBezTo>
                  <a:pt x="1279625" y="31612"/>
                  <a:pt x="1278188" y="30525"/>
                  <a:pt x="1276496" y="29795"/>
                </a:cubicBezTo>
                <a:cubicBezTo>
                  <a:pt x="1274803" y="29065"/>
                  <a:pt x="1272916" y="28700"/>
                  <a:pt x="1270835" y="28700"/>
                </a:cubicBezTo>
                <a:cubicBezTo>
                  <a:pt x="1268412" y="28700"/>
                  <a:pt x="1266339" y="29174"/>
                  <a:pt x="1264615" y="30121"/>
                </a:cubicBezTo>
                <a:cubicBezTo>
                  <a:pt x="1262891" y="31069"/>
                  <a:pt x="1261477" y="32335"/>
                  <a:pt x="1260375" y="33919"/>
                </a:cubicBezTo>
                <a:cubicBezTo>
                  <a:pt x="1259272" y="35503"/>
                  <a:pt x="1258465" y="37343"/>
                  <a:pt x="1257952" y="39440"/>
                </a:cubicBezTo>
                <a:cubicBezTo>
                  <a:pt x="1257440" y="41536"/>
                  <a:pt x="1257183" y="43734"/>
                  <a:pt x="1257183" y="46033"/>
                </a:cubicBezTo>
                <a:cubicBezTo>
                  <a:pt x="1257183" y="48921"/>
                  <a:pt x="1257502" y="51453"/>
                  <a:pt x="1258138" y="53627"/>
                </a:cubicBezTo>
                <a:cubicBezTo>
                  <a:pt x="1258775" y="55801"/>
                  <a:pt x="1259684" y="57611"/>
                  <a:pt x="1260864" y="59055"/>
                </a:cubicBezTo>
                <a:cubicBezTo>
                  <a:pt x="1262044" y="60499"/>
                  <a:pt x="1263473" y="61586"/>
                  <a:pt x="1265150" y="62316"/>
                </a:cubicBezTo>
                <a:cubicBezTo>
                  <a:pt x="1266828" y="63046"/>
                  <a:pt x="1268722" y="63411"/>
                  <a:pt x="1270835" y="63411"/>
                </a:cubicBezTo>
                <a:cubicBezTo>
                  <a:pt x="1273257" y="63411"/>
                  <a:pt x="1275331" y="62937"/>
                  <a:pt x="1277055" y="61990"/>
                </a:cubicBezTo>
                <a:cubicBezTo>
                  <a:pt x="1278778" y="61043"/>
                  <a:pt x="1280192" y="59777"/>
                  <a:pt x="1281294" y="58193"/>
                </a:cubicBezTo>
                <a:cubicBezTo>
                  <a:pt x="1282397" y="56609"/>
                  <a:pt x="1283205" y="54768"/>
                  <a:pt x="1283717" y="52672"/>
                </a:cubicBezTo>
                <a:cubicBezTo>
                  <a:pt x="1284230" y="50575"/>
                  <a:pt x="1284486" y="48362"/>
                  <a:pt x="1284486" y="46033"/>
                </a:cubicBezTo>
                <a:close/>
                <a:moveTo>
                  <a:pt x="1343892" y="45194"/>
                </a:moveTo>
                <a:cubicBezTo>
                  <a:pt x="1343892" y="49076"/>
                  <a:pt x="1343356" y="52548"/>
                  <a:pt x="1342285" y="55607"/>
                </a:cubicBezTo>
                <a:cubicBezTo>
                  <a:pt x="1341213" y="58667"/>
                  <a:pt x="1339691" y="61260"/>
                  <a:pt x="1337719" y="63388"/>
                </a:cubicBezTo>
                <a:cubicBezTo>
                  <a:pt x="1335747" y="65516"/>
                  <a:pt x="1333347" y="67146"/>
                  <a:pt x="1330521" y="68280"/>
                </a:cubicBezTo>
                <a:cubicBezTo>
                  <a:pt x="1327694" y="69414"/>
                  <a:pt x="1324510" y="69981"/>
                  <a:pt x="1320969" y="69981"/>
                </a:cubicBezTo>
                <a:cubicBezTo>
                  <a:pt x="1318205" y="69981"/>
                  <a:pt x="1315378" y="69717"/>
                  <a:pt x="1312490" y="69189"/>
                </a:cubicBezTo>
                <a:cubicBezTo>
                  <a:pt x="1309601" y="68660"/>
                  <a:pt x="1306743" y="67822"/>
                  <a:pt x="1303917" y="66673"/>
                </a:cubicBezTo>
                <a:lnTo>
                  <a:pt x="1303917" y="3541"/>
                </a:lnTo>
                <a:lnTo>
                  <a:pt x="1312024" y="3541"/>
                </a:lnTo>
                <a:lnTo>
                  <a:pt x="1312024" y="21697"/>
                </a:lnTo>
                <a:lnTo>
                  <a:pt x="1311651" y="30378"/>
                </a:lnTo>
                <a:cubicBezTo>
                  <a:pt x="1313980" y="27241"/>
                  <a:pt x="1316473" y="25027"/>
                  <a:pt x="1319129" y="23738"/>
                </a:cubicBezTo>
                <a:cubicBezTo>
                  <a:pt x="1321785" y="22449"/>
                  <a:pt x="1324634" y="21805"/>
                  <a:pt x="1327678" y="21805"/>
                </a:cubicBezTo>
                <a:cubicBezTo>
                  <a:pt x="1330350" y="21805"/>
                  <a:pt x="1332695" y="22364"/>
                  <a:pt x="1334714" y="23482"/>
                </a:cubicBezTo>
                <a:cubicBezTo>
                  <a:pt x="1336733" y="24600"/>
                  <a:pt x="1338426" y="26177"/>
                  <a:pt x="1339792" y="28211"/>
                </a:cubicBezTo>
                <a:cubicBezTo>
                  <a:pt x="1341159" y="30246"/>
                  <a:pt x="1342184" y="32700"/>
                  <a:pt x="1342867" y="35573"/>
                </a:cubicBezTo>
                <a:cubicBezTo>
                  <a:pt x="1343551" y="38446"/>
                  <a:pt x="1343892" y="41653"/>
                  <a:pt x="1343892" y="45194"/>
                </a:cubicBezTo>
                <a:moveTo>
                  <a:pt x="1335599" y="45567"/>
                </a:moveTo>
                <a:cubicBezTo>
                  <a:pt x="1335599" y="43113"/>
                  <a:pt x="1335420" y="40861"/>
                  <a:pt x="1335063" y="38811"/>
                </a:cubicBezTo>
                <a:cubicBezTo>
                  <a:pt x="1334706" y="36761"/>
                  <a:pt x="1334139" y="35006"/>
                  <a:pt x="1333363" y="33546"/>
                </a:cubicBezTo>
                <a:cubicBezTo>
                  <a:pt x="1332586" y="32086"/>
                  <a:pt x="1331592" y="30945"/>
                  <a:pt x="1330381" y="30121"/>
                </a:cubicBezTo>
                <a:cubicBezTo>
                  <a:pt x="1329169" y="29298"/>
                  <a:pt x="1327725" y="28887"/>
                  <a:pt x="1326048" y="28887"/>
                </a:cubicBezTo>
                <a:cubicBezTo>
                  <a:pt x="1325023" y="28887"/>
                  <a:pt x="1323982" y="29050"/>
                  <a:pt x="1322926" y="29376"/>
                </a:cubicBezTo>
                <a:cubicBezTo>
                  <a:pt x="1321870" y="29702"/>
                  <a:pt x="1320775" y="30246"/>
                  <a:pt x="1319641" y="31007"/>
                </a:cubicBezTo>
                <a:cubicBezTo>
                  <a:pt x="1318508" y="31768"/>
                  <a:pt x="1317312" y="32777"/>
                  <a:pt x="1316054" y="34035"/>
                </a:cubicBezTo>
                <a:cubicBezTo>
                  <a:pt x="1314796" y="35293"/>
                  <a:pt x="1313452" y="36854"/>
                  <a:pt x="1312024" y="38718"/>
                </a:cubicBezTo>
                <a:lnTo>
                  <a:pt x="1312024" y="61408"/>
                </a:lnTo>
                <a:cubicBezTo>
                  <a:pt x="1313608" y="62029"/>
                  <a:pt x="1315223" y="62518"/>
                  <a:pt x="1316869" y="62875"/>
                </a:cubicBezTo>
                <a:cubicBezTo>
                  <a:pt x="1318515" y="63233"/>
                  <a:pt x="1320084" y="63411"/>
                  <a:pt x="1321575" y="63411"/>
                </a:cubicBezTo>
                <a:cubicBezTo>
                  <a:pt x="1323439" y="63411"/>
                  <a:pt x="1325217" y="63116"/>
                  <a:pt x="1326910" y="62526"/>
                </a:cubicBezTo>
                <a:cubicBezTo>
                  <a:pt x="1328602" y="61936"/>
                  <a:pt x="1330093" y="60950"/>
                  <a:pt x="1331382" y="59567"/>
                </a:cubicBezTo>
                <a:cubicBezTo>
                  <a:pt x="1332671" y="58185"/>
                  <a:pt x="1333696" y="56353"/>
                  <a:pt x="1334457" y="54070"/>
                </a:cubicBezTo>
                <a:cubicBezTo>
                  <a:pt x="1335218" y="51787"/>
                  <a:pt x="1335599" y="48952"/>
                  <a:pt x="1335599" y="45567"/>
                </a:cubicBezTo>
                <a:close/>
                <a:moveTo>
                  <a:pt x="1387457" y="22644"/>
                </a:moveTo>
                <a:lnTo>
                  <a:pt x="1387457" y="68583"/>
                </a:lnTo>
                <a:cubicBezTo>
                  <a:pt x="1387457" y="71844"/>
                  <a:pt x="1386991" y="74741"/>
                  <a:pt x="1386059" y="77272"/>
                </a:cubicBezTo>
                <a:cubicBezTo>
                  <a:pt x="1385127" y="79804"/>
                  <a:pt x="1383792" y="81939"/>
                  <a:pt x="1382052" y="83679"/>
                </a:cubicBezTo>
                <a:cubicBezTo>
                  <a:pt x="1380313" y="85418"/>
                  <a:pt x="1378177" y="86738"/>
                  <a:pt x="1375646" y="87639"/>
                </a:cubicBezTo>
                <a:cubicBezTo>
                  <a:pt x="1373114" y="88540"/>
                  <a:pt x="1370265" y="88990"/>
                  <a:pt x="1367096" y="88990"/>
                </a:cubicBezTo>
                <a:cubicBezTo>
                  <a:pt x="1364798" y="88990"/>
                  <a:pt x="1362554" y="88776"/>
                  <a:pt x="1360364" y="88348"/>
                </a:cubicBezTo>
                <a:cubicBezTo>
                  <a:pt x="1358174" y="87921"/>
                  <a:pt x="1356194" y="87327"/>
                  <a:pt x="1354423" y="86567"/>
                </a:cubicBezTo>
                <a:lnTo>
                  <a:pt x="1354423" y="78833"/>
                </a:lnTo>
                <a:cubicBezTo>
                  <a:pt x="1355386" y="79337"/>
                  <a:pt x="1356419" y="79793"/>
                  <a:pt x="1357522" y="80203"/>
                </a:cubicBezTo>
                <a:cubicBezTo>
                  <a:pt x="1358624" y="80613"/>
                  <a:pt x="1359758" y="80959"/>
                  <a:pt x="1360923" y="81243"/>
                </a:cubicBezTo>
                <a:cubicBezTo>
                  <a:pt x="1362088" y="81527"/>
                  <a:pt x="1363260" y="81740"/>
                  <a:pt x="1364441" y="81882"/>
                </a:cubicBezTo>
                <a:cubicBezTo>
                  <a:pt x="1365621" y="82024"/>
                  <a:pt x="1366770" y="82094"/>
                  <a:pt x="1367888" y="82094"/>
                </a:cubicBezTo>
                <a:cubicBezTo>
                  <a:pt x="1371429" y="82094"/>
                  <a:pt x="1374209" y="80976"/>
                  <a:pt x="1376228" y="78740"/>
                </a:cubicBezTo>
                <a:cubicBezTo>
                  <a:pt x="1378247" y="76503"/>
                  <a:pt x="1379257" y="73211"/>
                  <a:pt x="1379257" y="68862"/>
                </a:cubicBezTo>
                <a:lnTo>
                  <a:pt x="1379257" y="29353"/>
                </a:lnTo>
                <a:lnTo>
                  <a:pt x="1356334" y="29353"/>
                </a:lnTo>
                <a:lnTo>
                  <a:pt x="1356334" y="22644"/>
                </a:lnTo>
                <a:lnTo>
                  <a:pt x="1387457" y="22644"/>
                </a:lnTo>
                <a:moveTo>
                  <a:pt x="1382565" y="2982"/>
                </a:moveTo>
                <a:cubicBezTo>
                  <a:pt x="1383466" y="2982"/>
                  <a:pt x="1384304" y="3145"/>
                  <a:pt x="1385081" y="3471"/>
                </a:cubicBezTo>
                <a:cubicBezTo>
                  <a:pt x="1385857" y="3797"/>
                  <a:pt x="1386533" y="4255"/>
                  <a:pt x="1387107" y="4846"/>
                </a:cubicBezTo>
                <a:cubicBezTo>
                  <a:pt x="1387682" y="5436"/>
                  <a:pt x="1388132" y="6119"/>
                  <a:pt x="1388459" y="6896"/>
                </a:cubicBezTo>
                <a:cubicBezTo>
                  <a:pt x="1388785" y="7672"/>
                  <a:pt x="1388948" y="8495"/>
                  <a:pt x="1388948" y="9365"/>
                </a:cubicBezTo>
                <a:cubicBezTo>
                  <a:pt x="1388948" y="10266"/>
                  <a:pt x="1388785" y="11097"/>
                  <a:pt x="1388459" y="11858"/>
                </a:cubicBezTo>
                <a:cubicBezTo>
                  <a:pt x="1388132" y="12619"/>
                  <a:pt x="1387682" y="13294"/>
                  <a:pt x="1387107" y="13884"/>
                </a:cubicBezTo>
                <a:cubicBezTo>
                  <a:pt x="1386533" y="14474"/>
                  <a:pt x="1385857" y="14933"/>
                  <a:pt x="1385081" y="15259"/>
                </a:cubicBezTo>
                <a:cubicBezTo>
                  <a:pt x="1384304" y="15585"/>
                  <a:pt x="1383466" y="15748"/>
                  <a:pt x="1382565" y="15748"/>
                </a:cubicBezTo>
                <a:cubicBezTo>
                  <a:pt x="1381664" y="15748"/>
                  <a:pt x="1380825" y="15585"/>
                  <a:pt x="1380049" y="15259"/>
                </a:cubicBezTo>
                <a:cubicBezTo>
                  <a:pt x="1379272" y="14933"/>
                  <a:pt x="1378597" y="14474"/>
                  <a:pt x="1378022" y="13884"/>
                </a:cubicBezTo>
                <a:cubicBezTo>
                  <a:pt x="1377447" y="13294"/>
                  <a:pt x="1376997" y="12619"/>
                  <a:pt x="1376671" y="11858"/>
                </a:cubicBezTo>
                <a:cubicBezTo>
                  <a:pt x="1376345" y="11097"/>
                  <a:pt x="1376182" y="10266"/>
                  <a:pt x="1376182" y="9365"/>
                </a:cubicBezTo>
                <a:cubicBezTo>
                  <a:pt x="1376182" y="8495"/>
                  <a:pt x="1376345" y="7672"/>
                  <a:pt x="1376671" y="6896"/>
                </a:cubicBezTo>
                <a:cubicBezTo>
                  <a:pt x="1376997" y="6119"/>
                  <a:pt x="1377447" y="5436"/>
                  <a:pt x="1378022" y="4846"/>
                </a:cubicBezTo>
                <a:cubicBezTo>
                  <a:pt x="1378597" y="4255"/>
                  <a:pt x="1379272" y="3797"/>
                  <a:pt x="1380049" y="3471"/>
                </a:cubicBezTo>
                <a:cubicBezTo>
                  <a:pt x="1380825" y="3145"/>
                  <a:pt x="1381664" y="2982"/>
                  <a:pt x="1382565" y="2982"/>
                </a:cubicBezTo>
                <a:close/>
                <a:moveTo>
                  <a:pt x="1447143" y="43563"/>
                </a:moveTo>
                <a:cubicBezTo>
                  <a:pt x="1447143" y="44712"/>
                  <a:pt x="1447127" y="45675"/>
                  <a:pt x="1447096" y="46452"/>
                </a:cubicBezTo>
                <a:cubicBezTo>
                  <a:pt x="1447065" y="47228"/>
                  <a:pt x="1447019" y="47958"/>
                  <a:pt x="1446956" y="48642"/>
                </a:cubicBezTo>
                <a:lnTo>
                  <a:pt x="1414109" y="48642"/>
                </a:lnTo>
                <a:cubicBezTo>
                  <a:pt x="1414109" y="53425"/>
                  <a:pt x="1415445" y="57098"/>
                  <a:pt x="1418116" y="59661"/>
                </a:cubicBezTo>
                <a:cubicBezTo>
                  <a:pt x="1420787" y="62223"/>
                  <a:pt x="1424639" y="63504"/>
                  <a:pt x="1429671" y="63504"/>
                </a:cubicBezTo>
                <a:cubicBezTo>
                  <a:pt x="1431038" y="63504"/>
                  <a:pt x="1432404" y="63449"/>
                  <a:pt x="1433771" y="63338"/>
                </a:cubicBezTo>
                <a:cubicBezTo>
                  <a:pt x="1435138" y="63227"/>
                  <a:pt x="1436458" y="63076"/>
                  <a:pt x="1437731" y="62886"/>
                </a:cubicBezTo>
                <a:cubicBezTo>
                  <a:pt x="1439005" y="62694"/>
                  <a:pt x="1440224" y="62480"/>
                  <a:pt x="1441389" y="62242"/>
                </a:cubicBezTo>
                <a:cubicBezTo>
                  <a:pt x="1442553" y="62003"/>
                  <a:pt x="1443633" y="61741"/>
                  <a:pt x="1444627" y="61454"/>
                </a:cubicBezTo>
                <a:lnTo>
                  <a:pt x="1444627" y="68117"/>
                </a:lnTo>
                <a:cubicBezTo>
                  <a:pt x="1442421" y="68752"/>
                  <a:pt x="1439929" y="69268"/>
                  <a:pt x="1437149" y="69665"/>
                </a:cubicBezTo>
                <a:cubicBezTo>
                  <a:pt x="1434369" y="70062"/>
                  <a:pt x="1431488" y="70260"/>
                  <a:pt x="1428506" y="70260"/>
                </a:cubicBezTo>
                <a:cubicBezTo>
                  <a:pt x="1424499" y="70260"/>
                  <a:pt x="1421051" y="69717"/>
                  <a:pt x="1418163" y="68629"/>
                </a:cubicBezTo>
                <a:cubicBezTo>
                  <a:pt x="1415274" y="67542"/>
                  <a:pt x="1412906" y="65966"/>
                  <a:pt x="1411058" y="63900"/>
                </a:cubicBezTo>
                <a:cubicBezTo>
                  <a:pt x="1409209" y="61835"/>
                  <a:pt x="1407843" y="59303"/>
                  <a:pt x="1406958" y="56306"/>
                </a:cubicBezTo>
                <a:cubicBezTo>
                  <a:pt x="1406072" y="53309"/>
                  <a:pt x="1405630" y="49915"/>
                  <a:pt x="1405630" y="46126"/>
                </a:cubicBezTo>
                <a:cubicBezTo>
                  <a:pt x="1405630" y="42833"/>
                  <a:pt x="1406103" y="39719"/>
                  <a:pt x="1407051" y="36784"/>
                </a:cubicBezTo>
                <a:cubicBezTo>
                  <a:pt x="1407998" y="33849"/>
                  <a:pt x="1409380" y="31271"/>
                  <a:pt x="1411197" y="29050"/>
                </a:cubicBezTo>
                <a:cubicBezTo>
                  <a:pt x="1413014" y="26829"/>
                  <a:pt x="1415243" y="25066"/>
                  <a:pt x="1417883" y="23762"/>
                </a:cubicBezTo>
                <a:cubicBezTo>
                  <a:pt x="1420523" y="22457"/>
                  <a:pt x="1423521" y="21805"/>
                  <a:pt x="1426875" y="21805"/>
                </a:cubicBezTo>
                <a:cubicBezTo>
                  <a:pt x="1430137" y="21805"/>
                  <a:pt x="1433026" y="22317"/>
                  <a:pt x="1435541" y="23342"/>
                </a:cubicBezTo>
                <a:cubicBezTo>
                  <a:pt x="1438057" y="24367"/>
                  <a:pt x="1440177" y="25820"/>
                  <a:pt x="1441901" y="27699"/>
                </a:cubicBezTo>
                <a:cubicBezTo>
                  <a:pt x="1443625" y="29578"/>
                  <a:pt x="1444930" y="31861"/>
                  <a:pt x="1445815" y="34548"/>
                </a:cubicBezTo>
                <a:cubicBezTo>
                  <a:pt x="1446700" y="37234"/>
                  <a:pt x="1447143" y="40240"/>
                  <a:pt x="1447143" y="43563"/>
                </a:cubicBezTo>
                <a:moveTo>
                  <a:pt x="1438710" y="42398"/>
                </a:moveTo>
                <a:cubicBezTo>
                  <a:pt x="1438803" y="40317"/>
                  <a:pt x="1438601" y="38415"/>
                  <a:pt x="1438104" y="36691"/>
                </a:cubicBezTo>
                <a:cubicBezTo>
                  <a:pt x="1437607" y="34967"/>
                  <a:pt x="1436838" y="33484"/>
                  <a:pt x="1435798" y="32241"/>
                </a:cubicBezTo>
                <a:cubicBezTo>
                  <a:pt x="1434757" y="30999"/>
                  <a:pt x="1433460" y="30028"/>
                  <a:pt x="1431907" y="29329"/>
                </a:cubicBezTo>
                <a:cubicBezTo>
                  <a:pt x="1430354" y="28631"/>
                  <a:pt x="1428553" y="28281"/>
                  <a:pt x="1426503" y="28281"/>
                </a:cubicBezTo>
                <a:cubicBezTo>
                  <a:pt x="1424732" y="28281"/>
                  <a:pt x="1423117" y="28623"/>
                  <a:pt x="1421657" y="29306"/>
                </a:cubicBezTo>
                <a:cubicBezTo>
                  <a:pt x="1420197" y="29989"/>
                  <a:pt x="1418939" y="30952"/>
                  <a:pt x="1417883" y="32195"/>
                </a:cubicBezTo>
                <a:cubicBezTo>
                  <a:pt x="1416827" y="33437"/>
                  <a:pt x="1415973" y="34928"/>
                  <a:pt x="1415321" y="36668"/>
                </a:cubicBezTo>
                <a:cubicBezTo>
                  <a:pt x="1414668" y="38407"/>
                  <a:pt x="1414265" y="40317"/>
                  <a:pt x="1414109" y="42398"/>
                </a:cubicBezTo>
                <a:lnTo>
                  <a:pt x="1438710" y="42398"/>
                </a:lnTo>
                <a:close/>
                <a:moveTo>
                  <a:pt x="1495834" y="67698"/>
                </a:moveTo>
                <a:cubicBezTo>
                  <a:pt x="1493721" y="68505"/>
                  <a:pt x="1491555" y="69103"/>
                  <a:pt x="1489334" y="69491"/>
                </a:cubicBezTo>
                <a:cubicBezTo>
                  <a:pt x="1487113" y="69880"/>
                  <a:pt x="1484822" y="70074"/>
                  <a:pt x="1482462" y="70074"/>
                </a:cubicBezTo>
                <a:cubicBezTo>
                  <a:pt x="1475069" y="70074"/>
                  <a:pt x="1469377" y="68070"/>
                  <a:pt x="1465386" y="64063"/>
                </a:cubicBezTo>
                <a:cubicBezTo>
                  <a:pt x="1461395" y="60057"/>
                  <a:pt x="1459399" y="54202"/>
                  <a:pt x="1459399" y="46498"/>
                </a:cubicBezTo>
                <a:cubicBezTo>
                  <a:pt x="1459399" y="42802"/>
                  <a:pt x="1459974" y="39448"/>
                  <a:pt x="1461123" y="36435"/>
                </a:cubicBezTo>
                <a:cubicBezTo>
                  <a:pt x="1462272" y="33422"/>
                  <a:pt x="1463887" y="30844"/>
                  <a:pt x="1465968" y="28700"/>
                </a:cubicBezTo>
                <a:cubicBezTo>
                  <a:pt x="1468049" y="26557"/>
                  <a:pt x="1470534" y="24903"/>
                  <a:pt x="1473423" y="23738"/>
                </a:cubicBezTo>
                <a:cubicBezTo>
                  <a:pt x="1476312" y="22574"/>
                  <a:pt x="1479495" y="21991"/>
                  <a:pt x="1482974" y="21991"/>
                </a:cubicBezTo>
                <a:cubicBezTo>
                  <a:pt x="1485397" y="21991"/>
                  <a:pt x="1487665" y="22166"/>
                  <a:pt x="1489777" y="22515"/>
                </a:cubicBezTo>
                <a:cubicBezTo>
                  <a:pt x="1491889" y="22864"/>
                  <a:pt x="1493908" y="23435"/>
                  <a:pt x="1495834" y="24228"/>
                </a:cubicBezTo>
                <a:lnTo>
                  <a:pt x="1495834" y="31962"/>
                </a:lnTo>
                <a:cubicBezTo>
                  <a:pt x="1493815" y="30889"/>
                  <a:pt x="1491757" y="30109"/>
                  <a:pt x="1489660" y="29621"/>
                </a:cubicBezTo>
                <a:cubicBezTo>
                  <a:pt x="1487564" y="29131"/>
                  <a:pt x="1485397" y="28887"/>
                  <a:pt x="1483161" y="28887"/>
                </a:cubicBezTo>
                <a:cubicBezTo>
                  <a:pt x="1481080" y="28887"/>
                  <a:pt x="1479115" y="29283"/>
                  <a:pt x="1477267" y="30075"/>
                </a:cubicBezTo>
                <a:cubicBezTo>
                  <a:pt x="1475419" y="30867"/>
                  <a:pt x="1473796" y="32008"/>
                  <a:pt x="1472398" y="33499"/>
                </a:cubicBezTo>
                <a:cubicBezTo>
                  <a:pt x="1471000" y="34990"/>
                  <a:pt x="1469898" y="36807"/>
                  <a:pt x="1469090" y="38951"/>
                </a:cubicBezTo>
                <a:cubicBezTo>
                  <a:pt x="1468282" y="41094"/>
                  <a:pt x="1467879" y="43517"/>
                  <a:pt x="1467879" y="46219"/>
                </a:cubicBezTo>
                <a:cubicBezTo>
                  <a:pt x="1467879" y="51872"/>
                  <a:pt x="1469253" y="56104"/>
                  <a:pt x="1472002" y="58915"/>
                </a:cubicBezTo>
                <a:cubicBezTo>
                  <a:pt x="1474751" y="61726"/>
                  <a:pt x="1478564" y="63132"/>
                  <a:pt x="1483440" y="63132"/>
                </a:cubicBezTo>
                <a:cubicBezTo>
                  <a:pt x="1485646" y="63132"/>
                  <a:pt x="1487781" y="62883"/>
                  <a:pt x="1489847" y="62386"/>
                </a:cubicBezTo>
                <a:cubicBezTo>
                  <a:pt x="1491912" y="61889"/>
                  <a:pt x="1493908" y="61144"/>
                  <a:pt x="1495834" y="60150"/>
                </a:cubicBezTo>
                <a:lnTo>
                  <a:pt x="1495834" y="67698"/>
                </a:lnTo>
                <a:close/>
                <a:moveTo>
                  <a:pt x="1549043" y="68723"/>
                </a:moveTo>
                <a:cubicBezTo>
                  <a:pt x="1547211" y="69205"/>
                  <a:pt x="1545316" y="69551"/>
                  <a:pt x="1543359" y="69759"/>
                </a:cubicBezTo>
                <a:cubicBezTo>
                  <a:pt x="1541402" y="69969"/>
                  <a:pt x="1539414" y="70074"/>
                  <a:pt x="1537395" y="70074"/>
                </a:cubicBezTo>
                <a:cubicBezTo>
                  <a:pt x="1531525" y="70074"/>
                  <a:pt x="1527145" y="68746"/>
                  <a:pt x="1524256" y="66090"/>
                </a:cubicBezTo>
                <a:cubicBezTo>
                  <a:pt x="1521368" y="63434"/>
                  <a:pt x="1519923" y="59358"/>
                  <a:pt x="1519923" y="53860"/>
                </a:cubicBezTo>
                <a:lnTo>
                  <a:pt x="1519923" y="29446"/>
                </a:lnTo>
                <a:lnTo>
                  <a:pt x="1506831" y="29446"/>
                </a:lnTo>
                <a:lnTo>
                  <a:pt x="1506831" y="22644"/>
                </a:lnTo>
                <a:lnTo>
                  <a:pt x="1519923" y="22644"/>
                </a:lnTo>
                <a:lnTo>
                  <a:pt x="1519923" y="9743"/>
                </a:lnTo>
                <a:lnTo>
                  <a:pt x="1528030" y="7641"/>
                </a:lnTo>
                <a:lnTo>
                  <a:pt x="1528030" y="22644"/>
                </a:lnTo>
                <a:lnTo>
                  <a:pt x="1549043" y="22644"/>
                </a:lnTo>
                <a:lnTo>
                  <a:pt x="1549043" y="29446"/>
                </a:lnTo>
                <a:lnTo>
                  <a:pt x="1528030" y="29446"/>
                </a:lnTo>
                <a:lnTo>
                  <a:pt x="1528030" y="53208"/>
                </a:lnTo>
                <a:cubicBezTo>
                  <a:pt x="1528030" y="56562"/>
                  <a:pt x="1528923" y="59070"/>
                  <a:pt x="1530709" y="60732"/>
                </a:cubicBezTo>
                <a:cubicBezTo>
                  <a:pt x="1532495" y="62394"/>
                  <a:pt x="1535128" y="63225"/>
                  <a:pt x="1538607" y="63225"/>
                </a:cubicBezTo>
                <a:cubicBezTo>
                  <a:pt x="1540098" y="63225"/>
                  <a:pt x="1541728" y="63105"/>
                  <a:pt x="1543499" y="62865"/>
                </a:cubicBezTo>
                <a:cubicBezTo>
                  <a:pt x="1545269" y="62624"/>
                  <a:pt x="1547117" y="62247"/>
                  <a:pt x="1549043" y="61734"/>
                </a:cubicBezTo>
                <a:lnTo>
                  <a:pt x="1549043" y="68723"/>
                </a:lnTo>
                <a:close/>
                <a:moveTo>
                  <a:pt x="1600249" y="56655"/>
                </a:moveTo>
                <a:cubicBezTo>
                  <a:pt x="1600249" y="58302"/>
                  <a:pt x="1599970" y="59777"/>
                  <a:pt x="1599411" y="61082"/>
                </a:cubicBezTo>
                <a:cubicBezTo>
                  <a:pt x="1598852" y="62386"/>
                  <a:pt x="1598091" y="63543"/>
                  <a:pt x="1597128" y="64553"/>
                </a:cubicBezTo>
                <a:cubicBezTo>
                  <a:pt x="1596165" y="65562"/>
                  <a:pt x="1595047" y="66424"/>
                  <a:pt x="1593773" y="67139"/>
                </a:cubicBezTo>
                <a:cubicBezTo>
                  <a:pt x="1592500" y="67853"/>
                  <a:pt x="1591141" y="68443"/>
                  <a:pt x="1589696" y="68909"/>
                </a:cubicBezTo>
                <a:cubicBezTo>
                  <a:pt x="1588252" y="69375"/>
                  <a:pt x="1586769" y="69717"/>
                  <a:pt x="1585247" y="69934"/>
                </a:cubicBezTo>
                <a:cubicBezTo>
                  <a:pt x="1583725" y="70151"/>
                  <a:pt x="1582234" y="70260"/>
                  <a:pt x="1580774" y="70260"/>
                </a:cubicBezTo>
                <a:cubicBezTo>
                  <a:pt x="1577606" y="70260"/>
                  <a:pt x="1574694" y="70120"/>
                  <a:pt x="1572038" y="69841"/>
                </a:cubicBezTo>
                <a:cubicBezTo>
                  <a:pt x="1569382" y="69561"/>
                  <a:pt x="1566781" y="69111"/>
                  <a:pt x="1564234" y="68490"/>
                </a:cubicBezTo>
                <a:lnTo>
                  <a:pt x="1564234" y="61035"/>
                </a:lnTo>
                <a:cubicBezTo>
                  <a:pt x="1566967" y="61812"/>
                  <a:pt x="1569685" y="62402"/>
                  <a:pt x="1572388" y="62805"/>
                </a:cubicBezTo>
                <a:cubicBezTo>
                  <a:pt x="1575090" y="63209"/>
                  <a:pt x="1577777" y="63411"/>
                  <a:pt x="1580448" y="63411"/>
                </a:cubicBezTo>
                <a:cubicBezTo>
                  <a:pt x="1584331" y="63411"/>
                  <a:pt x="1587204" y="62883"/>
                  <a:pt x="1589067" y="61827"/>
                </a:cubicBezTo>
                <a:cubicBezTo>
                  <a:pt x="1590931" y="60771"/>
                  <a:pt x="1591863" y="59265"/>
                  <a:pt x="1591863" y="57308"/>
                </a:cubicBezTo>
                <a:cubicBezTo>
                  <a:pt x="1591863" y="56469"/>
                  <a:pt x="1591715" y="55716"/>
                  <a:pt x="1591420" y="55048"/>
                </a:cubicBezTo>
                <a:cubicBezTo>
                  <a:pt x="1591125" y="54380"/>
                  <a:pt x="1590589" y="53743"/>
                  <a:pt x="1589813" y="53138"/>
                </a:cubicBezTo>
                <a:cubicBezTo>
                  <a:pt x="1589036" y="52532"/>
                  <a:pt x="1587833" y="51903"/>
                  <a:pt x="1586202" y="51251"/>
                </a:cubicBezTo>
                <a:cubicBezTo>
                  <a:pt x="1584571" y="50598"/>
                  <a:pt x="1582343" y="49853"/>
                  <a:pt x="1579516" y="49014"/>
                </a:cubicBezTo>
                <a:cubicBezTo>
                  <a:pt x="1577404" y="48393"/>
                  <a:pt x="1575455" y="47687"/>
                  <a:pt x="1573669" y="46894"/>
                </a:cubicBezTo>
                <a:cubicBezTo>
                  <a:pt x="1571883" y="46102"/>
                  <a:pt x="1570338" y="45163"/>
                  <a:pt x="1569033" y="44076"/>
                </a:cubicBezTo>
                <a:cubicBezTo>
                  <a:pt x="1567728" y="42989"/>
                  <a:pt x="1566703" y="41715"/>
                  <a:pt x="1565958" y="40255"/>
                </a:cubicBezTo>
                <a:cubicBezTo>
                  <a:pt x="1565213" y="38795"/>
                  <a:pt x="1564840" y="37071"/>
                  <a:pt x="1564840" y="35083"/>
                </a:cubicBezTo>
                <a:cubicBezTo>
                  <a:pt x="1564840" y="33779"/>
                  <a:pt x="1565143" y="32350"/>
                  <a:pt x="1565748" y="30797"/>
                </a:cubicBezTo>
                <a:cubicBezTo>
                  <a:pt x="1566354" y="29244"/>
                  <a:pt x="1567387" y="27800"/>
                  <a:pt x="1568847" y="26464"/>
                </a:cubicBezTo>
                <a:cubicBezTo>
                  <a:pt x="1570307" y="25128"/>
                  <a:pt x="1572279" y="24018"/>
                  <a:pt x="1574764" y="23133"/>
                </a:cubicBezTo>
                <a:cubicBezTo>
                  <a:pt x="1577249" y="22247"/>
                  <a:pt x="1580355" y="21805"/>
                  <a:pt x="1584082" y="21805"/>
                </a:cubicBezTo>
                <a:cubicBezTo>
                  <a:pt x="1585915" y="21805"/>
                  <a:pt x="1587949" y="21906"/>
                  <a:pt x="1590186" y="22108"/>
                </a:cubicBezTo>
                <a:cubicBezTo>
                  <a:pt x="1592422" y="22310"/>
                  <a:pt x="1594752" y="22659"/>
                  <a:pt x="1597174" y="23156"/>
                </a:cubicBezTo>
                <a:lnTo>
                  <a:pt x="1597174" y="30378"/>
                </a:lnTo>
                <a:cubicBezTo>
                  <a:pt x="1594627" y="29757"/>
                  <a:pt x="1592212" y="29298"/>
                  <a:pt x="1589929" y="29003"/>
                </a:cubicBezTo>
                <a:cubicBezTo>
                  <a:pt x="1587646" y="28708"/>
                  <a:pt x="1585666" y="28561"/>
                  <a:pt x="1583989" y="28561"/>
                </a:cubicBezTo>
                <a:cubicBezTo>
                  <a:pt x="1581970" y="28561"/>
                  <a:pt x="1580269" y="28716"/>
                  <a:pt x="1578887" y="29027"/>
                </a:cubicBezTo>
                <a:cubicBezTo>
                  <a:pt x="1577505" y="29337"/>
                  <a:pt x="1576387" y="29764"/>
                  <a:pt x="1575533" y="30308"/>
                </a:cubicBezTo>
                <a:cubicBezTo>
                  <a:pt x="1574678" y="30851"/>
                  <a:pt x="1574065" y="31488"/>
                  <a:pt x="1573692" y="32218"/>
                </a:cubicBezTo>
                <a:cubicBezTo>
                  <a:pt x="1573319" y="32948"/>
                  <a:pt x="1573133" y="33732"/>
                  <a:pt x="1573133" y="34571"/>
                </a:cubicBezTo>
                <a:cubicBezTo>
                  <a:pt x="1573133" y="35410"/>
                  <a:pt x="1573296" y="36171"/>
                  <a:pt x="1573622" y="36854"/>
                </a:cubicBezTo>
                <a:cubicBezTo>
                  <a:pt x="1573948" y="37537"/>
                  <a:pt x="1574554" y="38197"/>
                  <a:pt x="1575439" y="38834"/>
                </a:cubicBezTo>
                <a:cubicBezTo>
                  <a:pt x="1576325" y="39471"/>
                  <a:pt x="1577559" y="40108"/>
                  <a:pt x="1579143" y="40744"/>
                </a:cubicBezTo>
                <a:cubicBezTo>
                  <a:pt x="1580728" y="41381"/>
                  <a:pt x="1582793" y="42072"/>
                  <a:pt x="1585340" y="42818"/>
                </a:cubicBezTo>
                <a:cubicBezTo>
                  <a:pt x="1588105" y="43625"/>
                  <a:pt x="1590434" y="44472"/>
                  <a:pt x="1592329" y="45357"/>
                </a:cubicBezTo>
                <a:cubicBezTo>
                  <a:pt x="1594224" y="46242"/>
                  <a:pt x="1595761" y="47228"/>
                  <a:pt x="1596941" y="48315"/>
                </a:cubicBezTo>
                <a:cubicBezTo>
                  <a:pt x="1598122" y="49403"/>
                  <a:pt x="1598968" y="50630"/>
                  <a:pt x="1599481" y="51996"/>
                </a:cubicBezTo>
                <a:cubicBezTo>
                  <a:pt x="1599993" y="53363"/>
                  <a:pt x="1600249" y="54916"/>
                  <a:pt x="1600249" y="56655"/>
                </a:cubicBezTo>
                <a:close/>
                <a:moveTo>
                  <a:pt x="1633471" y="54745"/>
                </a:moveTo>
                <a:cubicBezTo>
                  <a:pt x="1634527" y="54745"/>
                  <a:pt x="1635529" y="54947"/>
                  <a:pt x="1636476" y="55351"/>
                </a:cubicBezTo>
                <a:cubicBezTo>
                  <a:pt x="1637424" y="55755"/>
                  <a:pt x="1638247" y="56314"/>
                  <a:pt x="1638946" y="57028"/>
                </a:cubicBezTo>
                <a:cubicBezTo>
                  <a:pt x="1639645" y="57743"/>
                  <a:pt x="1640196" y="58573"/>
                  <a:pt x="1640600" y="59521"/>
                </a:cubicBezTo>
                <a:cubicBezTo>
                  <a:pt x="1641004" y="60468"/>
                  <a:pt x="1641205" y="61485"/>
                  <a:pt x="1641205" y="62573"/>
                </a:cubicBezTo>
                <a:cubicBezTo>
                  <a:pt x="1641205" y="63629"/>
                  <a:pt x="1641004" y="64623"/>
                  <a:pt x="1640600" y="65554"/>
                </a:cubicBezTo>
                <a:cubicBezTo>
                  <a:pt x="1640196" y="66486"/>
                  <a:pt x="1639645" y="67302"/>
                  <a:pt x="1638946" y="68000"/>
                </a:cubicBezTo>
                <a:cubicBezTo>
                  <a:pt x="1638247" y="68699"/>
                  <a:pt x="1637424" y="69251"/>
                  <a:pt x="1636476" y="69654"/>
                </a:cubicBezTo>
                <a:cubicBezTo>
                  <a:pt x="1635529" y="70058"/>
                  <a:pt x="1634527" y="70260"/>
                  <a:pt x="1633471" y="70260"/>
                </a:cubicBezTo>
                <a:cubicBezTo>
                  <a:pt x="1632384" y="70260"/>
                  <a:pt x="1631375" y="70058"/>
                  <a:pt x="1630443" y="69654"/>
                </a:cubicBezTo>
                <a:cubicBezTo>
                  <a:pt x="1629511" y="69251"/>
                  <a:pt x="1628696" y="68699"/>
                  <a:pt x="1627997" y="68000"/>
                </a:cubicBezTo>
                <a:cubicBezTo>
                  <a:pt x="1627298" y="67302"/>
                  <a:pt x="1626747" y="66486"/>
                  <a:pt x="1626343" y="65554"/>
                </a:cubicBezTo>
                <a:cubicBezTo>
                  <a:pt x="1625939" y="64623"/>
                  <a:pt x="1625737" y="63629"/>
                  <a:pt x="1625737" y="62573"/>
                </a:cubicBezTo>
                <a:cubicBezTo>
                  <a:pt x="1625737" y="61485"/>
                  <a:pt x="1625939" y="60468"/>
                  <a:pt x="1626343" y="59521"/>
                </a:cubicBezTo>
                <a:cubicBezTo>
                  <a:pt x="1626747" y="58573"/>
                  <a:pt x="1627298" y="57743"/>
                  <a:pt x="1627997" y="57028"/>
                </a:cubicBezTo>
                <a:cubicBezTo>
                  <a:pt x="1628696" y="56314"/>
                  <a:pt x="1629511" y="55755"/>
                  <a:pt x="1630443" y="55351"/>
                </a:cubicBezTo>
                <a:cubicBezTo>
                  <a:pt x="1631375" y="54947"/>
                  <a:pt x="1632384" y="54745"/>
                  <a:pt x="1633471" y="54745"/>
                </a:cubicBezTo>
                <a:close/>
                <a:moveTo>
                  <a:pt x="1703267" y="67698"/>
                </a:moveTo>
                <a:cubicBezTo>
                  <a:pt x="1701155" y="68505"/>
                  <a:pt x="1698989" y="69103"/>
                  <a:pt x="1696768" y="69491"/>
                </a:cubicBezTo>
                <a:cubicBezTo>
                  <a:pt x="1694547" y="69880"/>
                  <a:pt x="1692256" y="70074"/>
                  <a:pt x="1689895" y="70074"/>
                </a:cubicBezTo>
                <a:cubicBezTo>
                  <a:pt x="1682503" y="70074"/>
                  <a:pt x="1676811" y="68070"/>
                  <a:pt x="1672820" y="64063"/>
                </a:cubicBezTo>
                <a:cubicBezTo>
                  <a:pt x="1668828" y="60057"/>
                  <a:pt x="1666833" y="54202"/>
                  <a:pt x="1666833" y="46498"/>
                </a:cubicBezTo>
                <a:cubicBezTo>
                  <a:pt x="1666833" y="42802"/>
                  <a:pt x="1667407" y="39448"/>
                  <a:pt x="1668556" y="36435"/>
                </a:cubicBezTo>
                <a:cubicBezTo>
                  <a:pt x="1669706" y="33422"/>
                  <a:pt x="1671321" y="30844"/>
                  <a:pt x="1673402" y="28700"/>
                </a:cubicBezTo>
                <a:cubicBezTo>
                  <a:pt x="1675483" y="26557"/>
                  <a:pt x="1677968" y="24903"/>
                  <a:pt x="1680857" y="23738"/>
                </a:cubicBezTo>
                <a:cubicBezTo>
                  <a:pt x="1683745" y="22574"/>
                  <a:pt x="1686929" y="21991"/>
                  <a:pt x="1690408" y="21991"/>
                </a:cubicBezTo>
                <a:cubicBezTo>
                  <a:pt x="1692831" y="21991"/>
                  <a:pt x="1695098" y="22166"/>
                  <a:pt x="1697210" y="22515"/>
                </a:cubicBezTo>
                <a:cubicBezTo>
                  <a:pt x="1699322" y="22864"/>
                  <a:pt x="1701341" y="23435"/>
                  <a:pt x="1703267" y="24228"/>
                </a:cubicBezTo>
                <a:lnTo>
                  <a:pt x="1703267" y="31962"/>
                </a:lnTo>
                <a:cubicBezTo>
                  <a:pt x="1701248" y="30889"/>
                  <a:pt x="1699190" y="30109"/>
                  <a:pt x="1697094" y="29621"/>
                </a:cubicBezTo>
                <a:cubicBezTo>
                  <a:pt x="1694997" y="29131"/>
                  <a:pt x="1692831" y="28887"/>
                  <a:pt x="1690594" y="28887"/>
                </a:cubicBezTo>
                <a:cubicBezTo>
                  <a:pt x="1688513" y="28887"/>
                  <a:pt x="1686549" y="29283"/>
                  <a:pt x="1684700" y="30075"/>
                </a:cubicBezTo>
                <a:cubicBezTo>
                  <a:pt x="1682852" y="30867"/>
                  <a:pt x="1681229" y="32008"/>
                  <a:pt x="1679832" y="33499"/>
                </a:cubicBezTo>
                <a:cubicBezTo>
                  <a:pt x="1678434" y="34990"/>
                  <a:pt x="1677331" y="36807"/>
                  <a:pt x="1676524" y="38951"/>
                </a:cubicBezTo>
                <a:cubicBezTo>
                  <a:pt x="1675716" y="41094"/>
                  <a:pt x="1675312" y="43517"/>
                  <a:pt x="1675312" y="46219"/>
                </a:cubicBezTo>
                <a:cubicBezTo>
                  <a:pt x="1675312" y="51872"/>
                  <a:pt x="1676687" y="56104"/>
                  <a:pt x="1679436" y="58915"/>
                </a:cubicBezTo>
                <a:cubicBezTo>
                  <a:pt x="1682185" y="61726"/>
                  <a:pt x="1685997" y="63132"/>
                  <a:pt x="1690874" y="63132"/>
                </a:cubicBezTo>
                <a:cubicBezTo>
                  <a:pt x="1693079" y="63132"/>
                  <a:pt x="1695215" y="62883"/>
                  <a:pt x="1697280" y="62386"/>
                </a:cubicBezTo>
                <a:cubicBezTo>
                  <a:pt x="1699346" y="61889"/>
                  <a:pt x="1701341" y="61144"/>
                  <a:pt x="1703267" y="60150"/>
                </a:cubicBezTo>
                <a:lnTo>
                  <a:pt x="1703267" y="67698"/>
                </a:lnTo>
                <a:close/>
                <a:moveTo>
                  <a:pt x="1759505" y="45660"/>
                </a:moveTo>
                <a:cubicBezTo>
                  <a:pt x="1759505" y="49294"/>
                  <a:pt x="1758993" y="52625"/>
                  <a:pt x="1757968" y="55654"/>
                </a:cubicBezTo>
                <a:cubicBezTo>
                  <a:pt x="1756943" y="58682"/>
                  <a:pt x="1755467" y="61276"/>
                  <a:pt x="1753542" y="63434"/>
                </a:cubicBezTo>
                <a:cubicBezTo>
                  <a:pt x="1751616" y="65593"/>
                  <a:pt x="1749271" y="67271"/>
                  <a:pt x="1746506" y="68466"/>
                </a:cubicBezTo>
                <a:cubicBezTo>
                  <a:pt x="1743742" y="69662"/>
                  <a:pt x="1740605" y="70260"/>
                  <a:pt x="1737095" y="70260"/>
                </a:cubicBezTo>
                <a:cubicBezTo>
                  <a:pt x="1733740" y="70260"/>
                  <a:pt x="1730735" y="69740"/>
                  <a:pt x="1728079" y="68699"/>
                </a:cubicBezTo>
                <a:cubicBezTo>
                  <a:pt x="1725424" y="67659"/>
                  <a:pt x="1723172" y="66129"/>
                  <a:pt x="1721324" y="64110"/>
                </a:cubicBezTo>
                <a:cubicBezTo>
                  <a:pt x="1719475" y="62091"/>
                  <a:pt x="1718062" y="59591"/>
                  <a:pt x="1717084" y="56609"/>
                </a:cubicBezTo>
                <a:cubicBezTo>
                  <a:pt x="1716105" y="53627"/>
                  <a:pt x="1715616" y="50195"/>
                  <a:pt x="1715616" y="46312"/>
                </a:cubicBezTo>
                <a:cubicBezTo>
                  <a:pt x="1715616" y="42678"/>
                  <a:pt x="1716129" y="39362"/>
                  <a:pt x="1717154" y="36365"/>
                </a:cubicBezTo>
                <a:cubicBezTo>
                  <a:pt x="1718179" y="33367"/>
                  <a:pt x="1719654" y="30789"/>
                  <a:pt x="1721580" y="28631"/>
                </a:cubicBezTo>
                <a:cubicBezTo>
                  <a:pt x="1723506" y="26472"/>
                  <a:pt x="1725851" y="24795"/>
                  <a:pt x="1728615" y="23599"/>
                </a:cubicBezTo>
                <a:cubicBezTo>
                  <a:pt x="1731380" y="22403"/>
                  <a:pt x="1734517" y="21805"/>
                  <a:pt x="1738027" y="21805"/>
                </a:cubicBezTo>
                <a:cubicBezTo>
                  <a:pt x="1741381" y="21805"/>
                  <a:pt x="1744386" y="22325"/>
                  <a:pt x="1747042" y="23366"/>
                </a:cubicBezTo>
                <a:cubicBezTo>
                  <a:pt x="1749698" y="24406"/>
                  <a:pt x="1751950" y="25928"/>
                  <a:pt x="1753798" y="27932"/>
                </a:cubicBezTo>
                <a:cubicBezTo>
                  <a:pt x="1755646" y="29935"/>
                  <a:pt x="1757059" y="32428"/>
                  <a:pt x="1758038" y="35410"/>
                </a:cubicBezTo>
                <a:cubicBezTo>
                  <a:pt x="1759016" y="38391"/>
                  <a:pt x="1759505" y="41808"/>
                  <a:pt x="1759505" y="45660"/>
                </a:cubicBezTo>
                <a:moveTo>
                  <a:pt x="1751212" y="46033"/>
                </a:moveTo>
                <a:cubicBezTo>
                  <a:pt x="1751212" y="43144"/>
                  <a:pt x="1750894" y="40620"/>
                  <a:pt x="1750257" y="38461"/>
                </a:cubicBezTo>
                <a:cubicBezTo>
                  <a:pt x="1749620" y="36303"/>
                  <a:pt x="1748712" y="34501"/>
                  <a:pt x="1747531" y="33057"/>
                </a:cubicBezTo>
                <a:cubicBezTo>
                  <a:pt x="1746351" y="31612"/>
                  <a:pt x="1744914" y="30525"/>
                  <a:pt x="1743222" y="29795"/>
                </a:cubicBezTo>
                <a:cubicBezTo>
                  <a:pt x="1741529" y="29065"/>
                  <a:pt x="1739642" y="28700"/>
                  <a:pt x="1737561" y="28700"/>
                </a:cubicBezTo>
                <a:cubicBezTo>
                  <a:pt x="1735138" y="28700"/>
                  <a:pt x="1733065" y="29174"/>
                  <a:pt x="1731341" y="30121"/>
                </a:cubicBezTo>
                <a:cubicBezTo>
                  <a:pt x="1729617" y="31069"/>
                  <a:pt x="1728204" y="32335"/>
                  <a:pt x="1727101" y="33919"/>
                </a:cubicBezTo>
                <a:cubicBezTo>
                  <a:pt x="1725998" y="35503"/>
                  <a:pt x="1725191" y="37343"/>
                  <a:pt x="1724678" y="39440"/>
                </a:cubicBezTo>
                <a:cubicBezTo>
                  <a:pt x="1724166" y="41536"/>
                  <a:pt x="1723909" y="43734"/>
                  <a:pt x="1723909" y="46033"/>
                </a:cubicBezTo>
                <a:cubicBezTo>
                  <a:pt x="1723909" y="48921"/>
                  <a:pt x="1724228" y="51453"/>
                  <a:pt x="1724864" y="53627"/>
                </a:cubicBezTo>
                <a:cubicBezTo>
                  <a:pt x="1725501" y="55801"/>
                  <a:pt x="1726410" y="57611"/>
                  <a:pt x="1727590" y="59055"/>
                </a:cubicBezTo>
                <a:cubicBezTo>
                  <a:pt x="1728770" y="60499"/>
                  <a:pt x="1730199" y="61586"/>
                  <a:pt x="1731877" y="62316"/>
                </a:cubicBezTo>
                <a:cubicBezTo>
                  <a:pt x="1733554" y="63046"/>
                  <a:pt x="1735449" y="63411"/>
                  <a:pt x="1737561" y="63411"/>
                </a:cubicBezTo>
                <a:cubicBezTo>
                  <a:pt x="1739983" y="63411"/>
                  <a:pt x="1742057" y="62937"/>
                  <a:pt x="1743781" y="61990"/>
                </a:cubicBezTo>
                <a:cubicBezTo>
                  <a:pt x="1745505" y="61043"/>
                  <a:pt x="1746918" y="59777"/>
                  <a:pt x="1748020" y="58193"/>
                </a:cubicBezTo>
                <a:cubicBezTo>
                  <a:pt x="1749123" y="56609"/>
                  <a:pt x="1749931" y="54768"/>
                  <a:pt x="1750443" y="52672"/>
                </a:cubicBezTo>
                <a:cubicBezTo>
                  <a:pt x="1750956" y="50575"/>
                  <a:pt x="1751212" y="48362"/>
                  <a:pt x="1751212" y="46033"/>
                </a:cubicBezTo>
                <a:close/>
                <a:moveTo>
                  <a:pt x="1804002" y="69421"/>
                </a:moveTo>
                <a:lnTo>
                  <a:pt x="1804002" y="35829"/>
                </a:lnTo>
                <a:cubicBezTo>
                  <a:pt x="1804002" y="34369"/>
                  <a:pt x="1803948" y="33173"/>
                  <a:pt x="1803839" y="32241"/>
                </a:cubicBezTo>
                <a:cubicBezTo>
                  <a:pt x="1803731" y="31310"/>
                  <a:pt x="1803560" y="30572"/>
                  <a:pt x="1803327" y="30028"/>
                </a:cubicBezTo>
                <a:cubicBezTo>
                  <a:pt x="1803094" y="29485"/>
                  <a:pt x="1802799" y="29104"/>
                  <a:pt x="1802442" y="28887"/>
                </a:cubicBezTo>
                <a:cubicBezTo>
                  <a:pt x="1802084" y="28669"/>
                  <a:pt x="1801642" y="28561"/>
                  <a:pt x="1801114" y="28561"/>
                </a:cubicBezTo>
                <a:cubicBezTo>
                  <a:pt x="1800492" y="28561"/>
                  <a:pt x="1799918" y="28747"/>
                  <a:pt x="1799390" y="29120"/>
                </a:cubicBezTo>
                <a:cubicBezTo>
                  <a:pt x="1798862" y="29492"/>
                  <a:pt x="1798295" y="30098"/>
                  <a:pt x="1797689" y="30937"/>
                </a:cubicBezTo>
                <a:cubicBezTo>
                  <a:pt x="1797083" y="31775"/>
                  <a:pt x="1796416" y="32886"/>
                  <a:pt x="1795686" y="34268"/>
                </a:cubicBezTo>
                <a:cubicBezTo>
                  <a:pt x="1794956" y="35650"/>
                  <a:pt x="1794094" y="37351"/>
                  <a:pt x="1793100" y="39370"/>
                </a:cubicBezTo>
                <a:lnTo>
                  <a:pt x="1793100" y="69421"/>
                </a:lnTo>
                <a:lnTo>
                  <a:pt x="1785692" y="69421"/>
                </a:lnTo>
                <a:lnTo>
                  <a:pt x="1785692" y="36714"/>
                </a:lnTo>
                <a:cubicBezTo>
                  <a:pt x="1785692" y="35006"/>
                  <a:pt x="1785637" y="33624"/>
                  <a:pt x="1785529" y="32568"/>
                </a:cubicBezTo>
                <a:cubicBezTo>
                  <a:pt x="1785420" y="31511"/>
                  <a:pt x="1785249" y="30688"/>
                  <a:pt x="1785016" y="30098"/>
                </a:cubicBezTo>
                <a:cubicBezTo>
                  <a:pt x="1784783" y="29508"/>
                  <a:pt x="1784480" y="29104"/>
                  <a:pt x="1784108" y="28887"/>
                </a:cubicBezTo>
                <a:cubicBezTo>
                  <a:pt x="1783735" y="28669"/>
                  <a:pt x="1783285" y="28561"/>
                  <a:pt x="1782757" y="28561"/>
                </a:cubicBezTo>
                <a:cubicBezTo>
                  <a:pt x="1782197" y="28561"/>
                  <a:pt x="1781669" y="28716"/>
                  <a:pt x="1781172" y="29027"/>
                </a:cubicBezTo>
                <a:cubicBezTo>
                  <a:pt x="1780675" y="29337"/>
                  <a:pt x="1780124" y="29896"/>
                  <a:pt x="1779518" y="30704"/>
                </a:cubicBezTo>
                <a:cubicBezTo>
                  <a:pt x="1778913" y="31511"/>
                  <a:pt x="1778237" y="32614"/>
                  <a:pt x="1777492" y="34012"/>
                </a:cubicBezTo>
                <a:cubicBezTo>
                  <a:pt x="1776746" y="35410"/>
                  <a:pt x="1775861" y="37196"/>
                  <a:pt x="1774836" y="39370"/>
                </a:cubicBezTo>
                <a:lnTo>
                  <a:pt x="1774836" y="69421"/>
                </a:lnTo>
                <a:lnTo>
                  <a:pt x="1767381" y="69421"/>
                </a:lnTo>
                <a:lnTo>
                  <a:pt x="1767381" y="22644"/>
                </a:lnTo>
                <a:lnTo>
                  <a:pt x="1773578" y="22644"/>
                </a:lnTo>
                <a:lnTo>
                  <a:pt x="1773951" y="31543"/>
                </a:lnTo>
                <a:cubicBezTo>
                  <a:pt x="1774758" y="29772"/>
                  <a:pt x="1775543" y="28266"/>
                  <a:pt x="1776304" y="27023"/>
                </a:cubicBezTo>
                <a:cubicBezTo>
                  <a:pt x="1777065" y="25781"/>
                  <a:pt x="1777849" y="24779"/>
                  <a:pt x="1778656" y="24018"/>
                </a:cubicBezTo>
                <a:cubicBezTo>
                  <a:pt x="1779464" y="23257"/>
                  <a:pt x="1780326" y="22698"/>
                  <a:pt x="1781242" y="22341"/>
                </a:cubicBezTo>
                <a:cubicBezTo>
                  <a:pt x="1782159" y="21983"/>
                  <a:pt x="1783176" y="21805"/>
                  <a:pt x="1784294" y="21805"/>
                </a:cubicBezTo>
                <a:cubicBezTo>
                  <a:pt x="1786810" y="21805"/>
                  <a:pt x="1788720" y="22628"/>
                  <a:pt x="1790025" y="24274"/>
                </a:cubicBezTo>
                <a:cubicBezTo>
                  <a:pt x="1791329" y="25920"/>
                  <a:pt x="1791982" y="28467"/>
                  <a:pt x="1791982" y="31915"/>
                </a:cubicBezTo>
                <a:cubicBezTo>
                  <a:pt x="1792727" y="30300"/>
                  <a:pt x="1793457" y="28864"/>
                  <a:pt x="1794172" y="27606"/>
                </a:cubicBezTo>
                <a:cubicBezTo>
                  <a:pt x="1794886" y="26348"/>
                  <a:pt x="1795655" y="25291"/>
                  <a:pt x="1796478" y="24437"/>
                </a:cubicBezTo>
                <a:cubicBezTo>
                  <a:pt x="1797301" y="23583"/>
                  <a:pt x="1798209" y="22931"/>
                  <a:pt x="1799203" y="22480"/>
                </a:cubicBezTo>
                <a:cubicBezTo>
                  <a:pt x="1800197" y="22030"/>
                  <a:pt x="1801347" y="21805"/>
                  <a:pt x="1802651" y="21805"/>
                </a:cubicBezTo>
                <a:cubicBezTo>
                  <a:pt x="1808522" y="21805"/>
                  <a:pt x="1811457" y="26324"/>
                  <a:pt x="1811457" y="35363"/>
                </a:cubicBezTo>
                <a:lnTo>
                  <a:pt x="1811457" y="69421"/>
                </a:lnTo>
                <a:lnTo>
                  <a:pt x="1804002" y="69421"/>
                </a:lnTo>
                <a:close/>
                <a:moveTo>
                  <a:pt x="1860101" y="3541"/>
                </a:moveTo>
                <a:lnTo>
                  <a:pt x="1828139" y="79485"/>
                </a:lnTo>
                <a:lnTo>
                  <a:pt x="1820405" y="79485"/>
                </a:lnTo>
                <a:lnTo>
                  <a:pt x="1852366" y="3541"/>
                </a:lnTo>
                <a:lnTo>
                  <a:pt x="1860101" y="3541"/>
                </a:lnTo>
                <a:close/>
                <a:moveTo>
                  <a:pt x="1876703" y="22644"/>
                </a:moveTo>
                <a:lnTo>
                  <a:pt x="1884111" y="22644"/>
                </a:lnTo>
                <a:lnTo>
                  <a:pt x="1884344" y="31241"/>
                </a:lnTo>
                <a:cubicBezTo>
                  <a:pt x="1887108" y="27925"/>
                  <a:pt x="1889834" y="25524"/>
                  <a:pt x="1892520" y="24037"/>
                </a:cubicBezTo>
                <a:cubicBezTo>
                  <a:pt x="1895207" y="22549"/>
                  <a:pt x="1897917" y="21805"/>
                  <a:pt x="1900651" y="21805"/>
                </a:cubicBezTo>
                <a:cubicBezTo>
                  <a:pt x="1905496" y="21805"/>
                  <a:pt x="1909169" y="23370"/>
                  <a:pt x="1911670" y="26499"/>
                </a:cubicBezTo>
                <a:cubicBezTo>
                  <a:pt x="1914170" y="29628"/>
                  <a:pt x="1915327" y="34276"/>
                  <a:pt x="1915141" y="40442"/>
                </a:cubicBezTo>
                <a:lnTo>
                  <a:pt x="1906941" y="40442"/>
                </a:lnTo>
                <a:cubicBezTo>
                  <a:pt x="1907034" y="36358"/>
                  <a:pt x="1906436" y="33396"/>
                  <a:pt x="1905147" y="31556"/>
                </a:cubicBezTo>
                <a:cubicBezTo>
                  <a:pt x="1903858" y="29714"/>
                  <a:pt x="1901971" y="28794"/>
                  <a:pt x="1899486" y="28794"/>
                </a:cubicBezTo>
                <a:cubicBezTo>
                  <a:pt x="1898399" y="28794"/>
                  <a:pt x="1897304" y="28987"/>
                  <a:pt x="1896201" y="29375"/>
                </a:cubicBezTo>
                <a:cubicBezTo>
                  <a:pt x="1895099" y="29761"/>
                  <a:pt x="1893965" y="30379"/>
                  <a:pt x="1892800" y="31229"/>
                </a:cubicBezTo>
                <a:cubicBezTo>
                  <a:pt x="1891635" y="32080"/>
                  <a:pt x="1890401" y="33170"/>
                  <a:pt x="1889096" y="34501"/>
                </a:cubicBezTo>
                <a:cubicBezTo>
                  <a:pt x="1887791" y="35831"/>
                  <a:pt x="1886394" y="37439"/>
                  <a:pt x="1884903" y="39326"/>
                </a:cubicBezTo>
                <a:lnTo>
                  <a:pt x="1884903" y="69421"/>
                </a:lnTo>
                <a:lnTo>
                  <a:pt x="1876703" y="69421"/>
                </a:lnTo>
                <a:lnTo>
                  <a:pt x="1876703" y="22644"/>
                </a:lnTo>
                <a:close/>
                <a:moveTo>
                  <a:pt x="1960010" y="69421"/>
                </a:moveTo>
                <a:lnTo>
                  <a:pt x="1960010" y="35829"/>
                </a:lnTo>
                <a:cubicBezTo>
                  <a:pt x="1960010" y="34369"/>
                  <a:pt x="1959956" y="33173"/>
                  <a:pt x="1959847" y="32241"/>
                </a:cubicBezTo>
                <a:cubicBezTo>
                  <a:pt x="1959738" y="31310"/>
                  <a:pt x="1959567" y="30572"/>
                  <a:pt x="1959335" y="30028"/>
                </a:cubicBezTo>
                <a:cubicBezTo>
                  <a:pt x="1959102" y="29485"/>
                  <a:pt x="1958807" y="29104"/>
                  <a:pt x="1958449" y="28887"/>
                </a:cubicBezTo>
                <a:cubicBezTo>
                  <a:pt x="1958092" y="28669"/>
                  <a:pt x="1957649" y="28561"/>
                  <a:pt x="1957121" y="28561"/>
                </a:cubicBezTo>
                <a:cubicBezTo>
                  <a:pt x="1956500" y="28561"/>
                  <a:pt x="1955926" y="28747"/>
                  <a:pt x="1955398" y="29120"/>
                </a:cubicBezTo>
                <a:cubicBezTo>
                  <a:pt x="1954870" y="29492"/>
                  <a:pt x="1954303" y="30098"/>
                  <a:pt x="1953697" y="30937"/>
                </a:cubicBezTo>
                <a:cubicBezTo>
                  <a:pt x="1953091" y="31775"/>
                  <a:pt x="1952423" y="32886"/>
                  <a:pt x="1951694" y="34268"/>
                </a:cubicBezTo>
                <a:cubicBezTo>
                  <a:pt x="1950964" y="35650"/>
                  <a:pt x="1950102" y="37351"/>
                  <a:pt x="1949108" y="39370"/>
                </a:cubicBezTo>
                <a:lnTo>
                  <a:pt x="1949108" y="69421"/>
                </a:lnTo>
                <a:lnTo>
                  <a:pt x="1941700" y="69421"/>
                </a:lnTo>
                <a:lnTo>
                  <a:pt x="1941700" y="36714"/>
                </a:lnTo>
                <a:cubicBezTo>
                  <a:pt x="1941700" y="35006"/>
                  <a:pt x="1941645" y="33624"/>
                  <a:pt x="1941537" y="32568"/>
                </a:cubicBezTo>
                <a:cubicBezTo>
                  <a:pt x="1941428" y="31511"/>
                  <a:pt x="1941257" y="30688"/>
                  <a:pt x="1941024" y="30098"/>
                </a:cubicBezTo>
                <a:cubicBezTo>
                  <a:pt x="1940791" y="29508"/>
                  <a:pt x="1940488" y="29104"/>
                  <a:pt x="1940115" y="28887"/>
                </a:cubicBezTo>
                <a:cubicBezTo>
                  <a:pt x="1939743" y="28669"/>
                  <a:pt x="1939292" y="28561"/>
                  <a:pt x="1938764" y="28561"/>
                </a:cubicBezTo>
                <a:cubicBezTo>
                  <a:pt x="1938205" y="28561"/>
                  <a:pt x="1937677" y="28716"/>
                  <a:pt x="1937180" y="29027"/>
                </a:cubicBezTo>
                <a:cubicBezTo>
                  <a:pt x="1936683" y="29337"/>
                  <a:pt x="1936132" y="29896"/>
                  <a:pt x="1935526" y="30704"/>
                </a:cubicBezTo>
                <a:cubicBezTo>
                  <a:pt x="1934921" y="31511"/>
                  <a:pt x="1934245" y="32614"/>
                  <a:pt x="1933499" y="34012"/>
                </a:cubicBezTo>
                <a:cubicBezTo>
                  <a:pt x="1932754" y="35410"/>
                  <a:pt x="1931869" y="37196"/>
                  <a:pt x="1930844" y="39370"/>
                </a:cubicBezTo>
                <a:lnTo>
                  <a:pt x="1930844" y="69421"/>
                </a:lnTo>
                <a:lnTo>
                  <a:pt x="1923389" y="69421"/>
                </a:lnTo>
                <a:lnTo>
                  <a:pt x="1923389" y="22644"/>
                </a:lnTo>
                <a:lnTo>
                  <a:pt x="1929586" y="22644"/>
                </a:lnTo>
                <a:lnTo>
                  <a:pt x="1929959" y="31543"/>
                </a:lnTo>
                <a:cubicBezTo>
                  <a:pt x="1930766" y="29772"/>
                  <a:pt x="1931550" y="28266"/>
                  <a:pt x="1932311" y="27023"/>
                </a:cubicBezTo>
                <a:cubicBezTo>
                  <a:pt x="1933072" y="25781"/>
                  <a:pt x="1933857" y="24779"/>
                  <a:pt x="1934664" y="24018"/>
                </a:cubicBezTo>
                <a:cubicBezTo>
                  <a:pt x="1935472" y="23257"/>
                  <a:pt x="1936334" y="22698"/>
                  <a:pt x="1937250" y="22341"/>
                </a:cubicBezTo>
                <a:cubicBezTo>
                  <a:pt x="1938166" y="21983"/>
                  <a:pt x="1939184" y="21805"/>
                  <a:pt x="1940302" y="21805"/>
                </a:cubicBezTo>
                <a:cubicBezTo>
                  <a:pt x="1942818" y="21805"/>
                  <a:pt x="1944728" y="22628"/>
                  <a:pt x="1946033" y="24274"/>
                </a:cubicBezTo>
                <a:cubicBezTo>
                  <a:pt x="1947337" y="25920"/>
                  <a:pt x="1947989" y="28467"/>
                  <a:pt x="1947989" y="31915"/>
                </a:cubicBezTo>
                <a:cubicBezTo>
                  <a:pt x="1948735" y="30300"/>
                  <a:pt x="1949465" y="28864"/>
                  <a:pt x="1950179" y="27606"/>
                </a:cubicBezTo>
                <a:cubicBezTo>
                  <a:pt x="1950894" y="26348"/>
                  <a:pt x="1951662" y="25291"/>
                  <a:pt x="1952486" y="24437"/>
                </a:cubicBezTo>
                <a:cubicBezTo>
                  <a:pt x="1953309" y="23583"/>
                  <a:pt x="1954217" y="22931"/>
                  <a:pt x="1955211" y="22480"/>
                </a:cubicBezTo>
                <a:cubicBezTo>
                  <a:pt x="1956205" y="22030"/>
                  <a:pt x="1957354" y="21805"/>
                  <a:pt x="1958659" y="21805"/>
                </a:cubicBezTo>
                <a:cubicBezTo>
                  <a:pt x="1964530" y="21805"/>
                  <a:pt x="1967465" y="26324"/>
                  <a:pt x="1967465" y="35363"/>
                </a:cubicBezTo>
                <a:lnTo>
                  <a:pt x="1967465" y="69421"/>
                </a:lnTo>
                <a:lnTo>
                  <a:pt x="1960010" y="69421"/>
                </a:lnTo>
                <a:close/>
                <a:moveTo>
                  <a:pt x="2015550" y="56655"/>
                </a:moveTo>
                <a:cubicBezTo>
                  <a:pt x="2015550" y="58302"/>
                  <a:pt x="2015270" y="59777"/>
                  <a:pt x="2014711" y="61082"/>
                </a:cubicBezTo>
                <a:cubicBezTo>
                  <a:pt x="2014152" y="62386"/>
                  <a:pt x="2013391" y="63543"/>
                  <a:pt x="2012428" y="64553"/>
                </a:cubicBezTo>
                <a:cubicBezTo>
                  <a:pt x="2011465" y="65562"/>
                  <a:pt x="2010347" y="66424"/>
                  <a:pt x="2009073" y="67139"/>
                </a:cubicBezTo>
                <a:cubicBezTo>
                  <a:pt x="2007800" y="67853"/>
                  <a:pt x="2006441" y="68443"/>
                  <a:pt x="2004997" y="68909"/>
                </a:cubicBezTo>
                <a:cubicBezTo>
                  <a:pt x="2003552" y="69375"/>
                  <a:pt x="2002069" y="69717"/>
                  <a:pt x="2000547" y="69934"/>
                </a:cubicBezTo>
                <a:cubicBezTo>
                  <a:pt x="1999025" y="70151"/>
                  <a:pt x="1997534" y="70260"/>
                  <a:pt x="1996074" y="70260"/>
                </a:cubicBezTo>
                <a:cubicBezTo>
                  <a:pt x="1992906" y="70260"/>
                  <a:pt x="1989994" y="70120"/>
                  <a:pt x="1987338" y="69841"/>
                </a:cubicBezTo>
                <a:cubicBezTo>
                  <a:pt x="1984683" y="69561"/>
                  <a:pt x="1982081" y="69111"/>
                  <a:pt x="1979534" y="68490"/>
                </a:cubicBezTo>
                <a:lnTo>
                  <a:pt x="1979534" y="61035"/>
                </a:lnTo>
                <a:cubicBezTo>
                  <a:pt x="1982268" y="61812"/>
                  <a:pt x="1984986" y="62402"/>
                  <a:pt x="1987688" y="62805"/>
                </a:cubicBezTo>
                <a:cubicBezTo>
                  <a:pt x="1990390" y="63209"/>
                  <a:pt x="1993077" y="63411"/>
                  <a:pt x="1995748" y="63411"/>
                </a:cubicBezTo>
                <a:cubicBezTo>
                  <a:pt x="1999631" y="63411"/>
                  <a:pt x="2002504" y="62883"/>
                  <a:pt x="2004368" y="61827"/>
                </a:cubicBezTo>
                <a:cubicBezTo>
                  <a:pt x="2006231" y="60771"/>
                  <a:pt x="2007163" y="59265"/>
                  <a:pt x="2007163" y="57308"/>
                </a:cubicBezTo>
                <a:cubicBezTo>
                  <a:pt x="2007163" y="56469"/>
                  <a:pt x="2007016" y="55716"/>
                  <a:pt x="2006721" y="55048"/>
                </a:cubicBezTo>
                <a:cubicBezTo>
                  <a:pt x="2006425" y="54380"/>
                  <a:pt x="2005890" y="53743"/>
                  <a:pt x="2005113" y="53138"/>
                </a:cubicBezTo>
                <a:cubicBezTo>
                  <a:pt x="2004337" y="52532"/>
                  <a:pt x="2003133" y="51903"/>
                  <a:pt x="2001502" y="51251"/>
                </a:cubicBezTo>
                <a:cubicBezTo>
                  <a:pt x="1999872" y="50598"/>
                  <a:pt x="1997643" y="49853"/>
                  <a:pt x="1994816" y="49014"/>
                </a:cubicBezTo>
                <a:cubicBezTo>
                  <a:pt x="1992704" y="48393"/>
                  <a:pt x="1990755" y="47687"/>
                  <a:pt x="1988969" y="46894"/>
                </a:cubicBezTo>
                <a:cubicBezTo>
                  <a:pt x="1987183" y="46102"/>
                  <a:pt x="1985638" y="45163"/>
                  <a:pt x="1984333" y="44076"/>
                </a:cubicBezTo>
                <a:cubicBezTo>
                  <a:pt x="1983029" y="42989"/>
                  <a:pt x="1982004" y="41715"/>
                  <a:pt x="1981258" y="40255"/>
                </a:cubicBezTo>
                <a:cubicBezTo>
                  <a:pt x="1980513" y="38795"/>
                  <a:pt x="1980140" y="37071"/>
                  <a:pt x="1980140" y="35083"/>
                </a:cubicBezTo>
                <a:cubicBezTo>
                  <a:pt x="1980140" y="33779"/>
                  <a:pt x="1980443" y="32350"/>
                  <a:pt x="1981049" y="30797"/>
                </a:cubicBezTo>
                <a:cubicBezTo>
                  <a:pt x="1981654" y="29244"/>
                  <a:pt x="1982687" y="27800"/>
                  <a:pt x="1984147" y="26464"/>
                </a:cubicBezTo>
                <a:cubicBezTo>
                  <a:pt x="1985607" y="25128"/>
                  <a:pt x="1987579" y="24018"/>
                  <a:pt x="1990064" y="23133"/>
                </a:cubicBezTo>
                <a:cubicBezTo>
                  <a:pt x="1992549" y="22247"/>
                  <a:pt x="1995655" y="21805"/>
                  <a:pt x="1999382" y="21805"/>
                </a:cubicBezTo>
                <a:cubicBezTo>
                  <a:pt x="2001215" y="21805"/>
                  <a:pt x="2003249" y="21906"/>
                  <a:pt x="2005486" y="22108"/>
                </a:cubicBezTo>
                <a:cubicBezTo>
                  <a:pt x="2007722" y="22310"/>
                  <a:pt x="2010052" y="22659"/>
                  <a:pt x="2012475" y="23156"/>
                </a:cubicBezTo>
                <a:lnTo>
                  <a:pt x="2012475" y="30378"/>
                </a:lnTo>
                <a:cubicBezTo>
                  <a:pt x="2009928" y="29757"/>
                  <a:pt x="2007513" y="29298"/>
                  <a:pt x="2005230" y="29003"/>
                </a:cubicBezTo>
                <a:cubicBezTo>
                  <a:pt x="2002947" y="28708"/>
                  <a:pt x="2000966" y="28561"/>
                  <a:pt x="1999289" y="28561"/>
                </a:cubicBezTo>
                <a:cubicBezTo>
                  <a:pt x="1997270" y="28561"/>
                  <a:pt x="1995570" y="28716"/>
                  <a:pt x="1994187" y="29027"/>
                </a:cubicBezTo>
                <a:cubicBezTo>
                  <a:pt x="1992805" y="29337"/>
                  <a:pt x="1991687" y="29764"/>
                  <a:pt x="1990833" y="30308"/>
                </a:cubicBezTo>
                <a:cubicBezTo>
                  <a:pt x="1989979" y="30851"/>
                  <a:pt x="1989365" y="31488"/>
                  <a:pt x="1988992" y="32218"/>
                </a:cubicBezTo>
                <a:cubicBezTo>
                  <a:pt x="1988620" y="32948"/>
                  <a:pt x="1988433" y="33732"/>
                  <a:pt x="1988433" y="34571"/>
                </a:cubicBezTo>
                <a:cubicBezTo>
                  <a:pt x="1988433" y="35410"/>
                  <a:pt x="1988596" y="36171"/>
                  <a:pt x="1988923" y="36854"/>
                </a:cubicBezTo>
                <a:cubicBezTo>
                  <a:pt x="1989249" y="37537"/>
                  <a:pt x="1989854" y="38197"/>
                  <a:pt x="1990740" y="38834"/>
                </a:cubicBezTo>
                <a:cubicBezTo>
                  <a:pt x="1991625" y="39471"/>
                  <a:pt x="1992860" y="40108"/>
                  <a:pt x="1994444" y="40744"/>
                </a:cubicBezTo>
                <a:cubicBezTo>
                  <a:pt x="1996028" y="41381"/>
                  <a:pt x="1998093" y="42072"/>
                  <a:pt x="2000640" y="42818"/>
                </a:cubicBezTo>
                <a:cubicBezTo>
                  <a:pt x="2003405" y="43625"/>
                  <a:pt x="2005734" y="44472"/>
                  <a:pt x="2007629" y="45357"/>
                </a:cubicBezTo>
                <a:cubicBezTo>
                  <a:pt x="2009524" y="46242"/>
                  <a:pt x="2011061" y="47228"/>
                  <a:pt x="2012242" y="48315"/>
                </a:cubicBezTo>
                <a:cubicBezTo>
                  <a:pt x="2013422" y="49403"/>
                  <a:pt x="2014268" y="50630"/>
                  <a:pt x="2014781" y="51996"/>
                </a:cubicBezTo>
                <a:cubicBezTo>
                  <a:pt x="2015293" y="53363"/>
                  <a:pt x="2015550" y="54916"/>
                  <a:pt x="2015550" y="56655"/>
                </a:cubicBezTo>
                <a:close/>
                <a:moveTo>
                  <a:pt x="2070343" y="45194"/>
                </a:moveTo>
                <a:cubicBezTo>
                  <a:pt x="2070343" y="49356"/>
                  <a:pt x="2069761" y="52990"/>
                  <a:pt x="2068596" y="56096"/>
                </a:cubicBezTo>
                <a:cubicBezTo>
                  <a:pt x="2067431" y="59202"/>
                  <a:pt x="2065824" y="61780"/>
                  <a:pt x="2063774" y="63831"/>
                </a:cubicBezTo>
                <a:cubicBezTo>
                  <a:pt x="2061724" y="65881"/>
                  <a:pt x="2059301" y="67418"/>
                  <a:pt x="2056506" y="68443"/>
                </a:cubicBezTo>
                <a:cubicBezTo>
                  <a:pt x="2053710" y="69468"/>
                  <a:pt x="2050682" y="69981"/>
                  <a:pt x="2047420" y="69981"/>
                </a:cubicBezTo>
                <a:cubicBezTo>
                  <a:pt x="2045929" y="69981"/>
                  <a:pt x="2044446" y="69903"/>
                  <a:pt x="2042971" y="69748"/>
                </a:cubicBezTo>
                <a:cubicBezTo>
                  <a:pt x="2041495" y="69592"/>
                  <a:pt x="2039997" y="69328"/>
                  <a:pt x="2038475" y="68956"/>
                </a:cubicBezTo>
                <a:lnTo>
                  <a:pt x="2038475" y="88524"/>
                </a:lnTo>
                <a:lnTo>
                  <a:pt x="2030368" y="88524"/>
                </a:lnTo>
                <a:lnTo>
                  <a:pt x="2030368" y="22644"/>
                </a:lnTo>
                <a:lnTo>
                  <a:pt x="2037589" y="22644"/>
                </a:lnTo>
                <a:lnTo>
                  <a:pt x="2038102" y="30471"/>
                </a:lnTo>
                <a:cubicBezTo>
                  <a:pt x="2040432" y="27272"/>
                  <a:pt x="2042916" y="25027"/>
                  <a:pt x="2045557" y="23738"/>
                </a:cubicBezTo>
                <a:cubicBezTo>
                  <a:pt x="2048197" y="22449"/>
                  <a:pt x="2051054" y="21805"/>
                  <a:pt x="2054129" y="21805"/>
                </a:cubicBezTo>
                <a:cubicBezTo>
                  <a:pt x="2056801" y="21805"/>
                  <a:pt x="2059146" y="22364"/>
                  <a:pt x="2061165" y="23482"/>
                </a:cubicBezTo>
                <a:cubicBezTo>
                  <a:pt x="2063184" y="24600"/>
                  <a:pt x="2064877" y="26177"/>
                  <a:pt x="2066243" y="28211"/>
                </a:cubicBezTo>
                <a:cubicBezTo>
                  <a:pt x="2067610" y="30246"/>
                  <a:pt x="2068635" y="32700"/>
                  <a:pt x="2069318" y="35573"/>
                </a:cubicBezTo>
                <a:cubicBezTo>
                  <a:pt x="2070002" y="38446"/>
                  <a:pt x="2070343" y="41653"/>
                  <a:pt x="2070343" y="45194"/>
                </a:cubicBezTo>
                <a:moveTo>
                  <a:pt x="2062050" y="45567"/>
                </a:moveTo>
                <a:cubicBezTo>
                  <a:pt x="2062050" y="43113"/>
                  <a:pt x="2061871" y="40861"/>
                  <a:pt x="2061514" y="38811"/>
                </a:cubicBezTo>
                <a:cubicBezTo>
                  <a:pt x="2061157" y="36761"/>
                  <a:pt x="2060590" y="35006"/>
                  <a:pt x="2059814" y="33546"/>
                </a:cubicBezTo>
                <a:cubicBezTo>
                  <a:pt x="2059037" y="32086"/>
                  <a:pt x="2058043" y="30945"/>
                  <a:pt x="2056832" y="30121"/>
                </a:cubicBezTo>
                <a:cubicBezTo>
                  <a:pt x="2055620" y="29298"/>
                  <a:pt x="2054176" y="28887"/>
                  <a:pt x="2052499" y="28887"/>
                </a:cubicBezTo>
                <a:cubicBezTo>
                  <a:pt x="2051474" y="28887"/>
                  <a:pt x="2050433" y="29050"/>
                  <a:pt x="2049377" y="29376"/>
                </a:cubicBezTo>
                <a:cubicBezTo>
                  <a:pt x="2048321" y="29702"/>
                  <a:pt x="2047226" y="30246"/>
                  <a:pt x="2046092" y="31007"/>
                </a:cubicBezTo>
                <a:cubicBezTo>
                  <a:pt x="2044959" y="31768"/>
                  <a:pt x="2043763" y="32777"/>
                  <a:pt x="2042505" y="34035"/>
                </a:cubicBezTo>
                <a:cubicBezTo>
                  <a:pt x="2041247" y="35293"/>
                  <a:pt x="2039904" y="36854"/>
                  <a:pt x="2038475" y="38718"/>
                </a:cubicBezTo>
                <a:lnTo>
                  <a:pt x="2038475" y="61408"/>
                </a:lnTo>
                <a:cubicBezTo>
                  <a:pt x="2039966" y="62029"/>
                  <a:pt x="2041534" y="62518"/>
                  <a:pt x="2043180" y="62875"/>
                </a:cubicBezTo>
                <a:cubicBezTo>
                  <a:pt x="2044827" y="63233"/>
                  <a:pt x="2046442" y="63411"/>
                  <a:pt x="2048026" y="63411"/>
                </a:cubicBezTo>
                <a:cubicBezTo>
                  <a:pt x="2052406" y="63411"/>
                  <a:pt x="2055838" y="61928"/>
                  <a:pt x="2058323" y="58962"/>
                </a:cubicBezTo>
                <a:cubicBezTo>
                  <a:pt x="2060808" y="55995"/>
                  <a:pt x="2062050" y="51530"/>
                  <a:pt x="2062050" y="45567"/>
                </a:cubicBezTo>
                <a:close/>
                <a:moveTo>
                  <a:pt x="2122947" y="45660"/>
                </a:moveTo>
                <a:cubicBezTo>
                  <a:pt x="2122947" y="49294"/>
                  <a:pt x="2122435" y="52625"/>
                  <a:pt x="2121410" y="55654"/>
                </a:cubicBezTo>
                <a:cubicBezTo>
                  <a:pt x="2120385" y="58682"/>
                  <a:pt x="2118909" y="61276"/>
                  <a:pt x="2116984" y="63434"/>
                </a:cubicBezTo>
                <a:cubicBezTo>
                  <a:pt x="2115058" y="65593"/>
                  <a:pt x="2112713" y="67271"/>
                  <a:pt x="2109948" y="68466"/>
                </a:cubicBezTo>
                <a:cubicBezTo>
                  <a:pt x="2107184" y="69662"/>
                  <a:pt x="2104047" y="70260"/>
                  <a:pt x="2100537" y="70260"/>
                </a:cubicBezTo>
                <a:cubicBezTo>
                  <a:pt x="2097182" y="70260"/>
                  <a:pt x="2094177" y="69740"/>
                  <a:pt x="2091521" y="68699"/>
                </a:cubicBezTo>
                <a:cubicBezTo>
                  <a:pt x="2088866" y="67659"/>
                  <a:pt x="2086614" y="66129"/>
                  <a:pt x="2084765" y="64110"/>
                </a:cubicBezTo>
                <a:cubicBezTo>
                  <a:pt x="2082917" y="62091"/>
                  <a:pt x="2081504" y="59591"/>
                  <a:pt x="2080526" y="56609"/>
                </a:cubicBezTo>
                <a:cubicBezTo>
                  <a:pt x="2079547" y="53627"/>
                  <a:pt x="2079058" y="50195"/>
                  <a:pt x="2079058" y="46312"/>
                </a:cubicBezTo>
                <a:cubicBezTo>
                  <a:pt x="2079058" y="42678"/>
                  <a:pt x="2079571" y="39362"/>
                  <a:pt x="2080596" y="36365"/>
                </a:cubicBezTo>
                <a:cubicBezTo>
                  <a:pt x="2081621" y="33367"/>
                  <a:pt x="2083096" y="30789"/>
                  <a:pt x="2085022" y="28631"/>
                </a:cubicBezTo>
                <a:cubicBezTo>
                  <a:pt x="2086948" y="26472"/>
                  <a:pt x="2089293" y="24795"/>
                  <a:pt x="2092057" y="23599"/>
                </a:cubicBezTo>
                <a:cubicBezTo>
                  <a:pt x="2094822" y="22403"/>
                  <a:pt x="2097959" y="21805"/>
                  <a:pt x="2101469" y="21805"/>
                </a:cubicBezTo>
                <a:cubicBezTo>
                  <a:pt x="2104823" y="21805"/>
                  <a:pt x="2107828" y="22325"/>
                  <a:pt x="2110484" y="23366"/>
                </a:cubicBezTo>
                <a:cubicBezTo>
                  <a:pt x="2113140" y="24406"/>
                  <a:pt x="2115392" y="25928"/>
                  <a:pt x="2117240" y="27932"/>
                </a:cubicBezTo>
                <a:cubicBezTo>
                  <a:pt x="2119088" y="29935"/>
                  <a:pt x="2120501" y="32428"/>
                  <a:pt x="2121480" y="35410"/>
                </a:cubicBezTo>
                <a:cubicBezTo>
                  <a:pt x="2122458" y="38391"/>
                  <a:pt x="2122947" y="41808"/>
                  <a:pt x="2122947" y="45660"/>
                </a:cubicBezTo>
                <a:moveTo>
                  <a:pt x="2114654" y="46033"/>
                </a:moveTo>
                <a:cubicBezTo>
                  <a:pt x="2114654" y="43144"/>
                  <a:pt x="2114336" y="40620"/>
                  <a:pt x="2113699" y="38461"/>
                </a:cubicBezTo>
                <a:cubicBezTo>
                  <a:pt x="2113062" y="36303"/>
                  <a:pt x="2112154" y="34501"/>
                  <a:pt x="2110973" y="33057"/>
                </a:cubicBezTo>
                <a:cubicBezTo>
                  <a:pt x="2109793" y="31612"/>
                  <a:pt x="2108356" y="30525"/>
                  <a:pt x="2106664" y="29795"/>
                </a:cubicBezTo>
                <a:cubicBezTo>
                  <a:pt x="2104971" y="29065"/>
                  <a:pt x="2103084" y="28700"/>
                  <a:pt x="2101003" y="28700"/>
                </a:cubicBezTo>
                <a:cubicBezTo>
                  <a:pt x="2098580" y="28700"/>
                  <a:pt x="2096507" y="29174"/>
                  <a:pt x="2094783" y="30121"/>
                </a:cubicBezTo>
                <a:cubicBezTo>
                  <a:pt x="2093059" y="31069"/>
                  <a:pt x="2091646" y="32335"/>
                  <a:pt x="2090543" y="33919"/>
                </a:cubicBezTo>
                <a:cubicBezTo>
                  <a:pt x="2089440" y="35503"/>
                  <a:pt x="2088633" y="37343"/>
                  <a:pt x="2088120" y="39440"/>
                </a:cubicBezTo>
                <a:cubicBezTo>
                  <a:pt x="2087608" y="41536"/>
                  <a:pt x="2087351" y="43734"/>
                  <a:pt x="2087351" y="46033"/>
                </a:cubicBezTo>
                <a:cubicBezTo>
                  <a:pt x="2087351" y="48921"/>
                  <a:pt x="2087670" y="51453"/>
                  <a:pt x="2088306" y="53627"/>
                </a:cubicBezTo>
                <a:cubicBezTo>
                  <a:pt x="2088943" y="55801"/>
                  <a:pt x="2089852" y="57611"/>
                  <a:pt x="2091032" y="59055"/>
                </a:cubicBezTo>
                <a:cubicBezTo>
                  <a:pt x="2092212" y="60499"/>
                  <a:pt x="2093641" y="61586"/>
                  <a:pt x="2095318" y="62316"/>
                </a:cubicBezTo>
                <a:cubicBezTo>
                  <a:pt x="2096996" y="63046"/>
                  <a:pt x="2098891" y="63411"/>
                  <a:pt x="2101003" y="63411"/>
                </a:cubicBezTo>
                <a:cubicBezTo>
                  <a:pt x="2103425" y="63411"/>
                  <a:pt x="2105499" y="62937"/>
                  <a:pt x="2107223" y="61990"/>
                </a:cubicBezTo>
                <a:cubicBezTo>
                  <a:pt x="2108947" y="61043"/>
                  <a:pt x="2110360" y="59777"/>
                  <a:pt x="2111462" y="58193"/>
                </a:cubicBezTo>
                <a:cubicBezTo>
                  <a:pt x="2112565" y="56609"/>
                  <a:pt x="2113373" y="54768"/>
                  <a:pt x="2113885" y="52672"/>
                </a:cubicBezTo>
                <a:cubicBezTo>
                  <a:pt x="2114398" y="50575"/>
                  <a:pt x="2114654" y="48362"/>
                  <a:pt x="2114654" y="46033"/>
                </a:cubicBezTo>
                <a:close/>
                <a:moveTo>
                  <a:pt x="2135995" y="22644"/>
                </a:moveTo>
                <a:lnTo>
                  <a:pt x="2143403" y="22644"/>
                </a:lnTo>
                <a:lnTo>
                  <a:pt x="2143636" y="31241"/>
                </a:lnTo>
                <a:cubicBezTo>
                  <a:pt x="2146400" y="27925"/>
                  <a:pt x="2149126" y="25524"/>
                  <a:pt x="2151813" y="24037"/>
                </a:cubicBezTo>
                <a:cubicBezTo>
                  <a:pt x="2154500" y="22549"/>
                  <a:pt x="2157210" y="21805"/>
                  <a:pt x="2159943" y="21805"/>
                </a:cubicBezTo>
                <a:cubicBezTo>
                  <a:pt x="2164789" y="21805"/>
                  <a:pt x="2168462" y="23370"/>
                  <a:pt x="2170962" y="26499"/>
                </a:cubicBezTo>
                <a:cubicBezTo>
                  <a:pt x="2173462" y="29628"/>
                  <a:pt x="2174619" y="34276"/>
                  <a:pt x="2174433" y="40442"/>
                </a:cubicBezTo>
                <a:lnTo>
                  <a:pt x="2166233" y="40442"/>
                </a:lnTo>
                <a:cubicBezTo>
                  <a:pt x="2166326" y="36358"/>
                  <a:pt x="2165728" y="33396"/>
                  <a:pt x="2164439" y="31556"/>
                </a:cubicBezTo>
                <a:cubicBezTo>
                  <a:pt x="2163150" y="29714"/>
                  <a:pt x="2161263" y="28794"/>
                  <a:pt x="2158778" y="28794"/>
                </a:cubicBezTo>
                <a:cubicBezTo>
                  <a:pt x="2157691" y="28794"/>
                  <a:pt x="2156596" y="28987"/>
                  <a:pt x="2155494" y="29375"/>
                </a:cubicBezTo>
                <a:cubicBezTo>
                  <a:pt x="2154391" y="29761"/>
                  <a:pt x="2153257" y="30379"/>
                  <a:pt x="2152092" y="31229"/>
                </a:cubicBezTo>
                <a:cubicBezTo>
                  <a:pt x="2150928" y="32080"/>
                  <a:pt x="2149693" y="33170"/>
                  <a:pt x="2148388" y="34501"/>
                </a:cubicBezTo>
                <a:cubicBezTo>
                  <a:pt x="2147084" y="35831"/>
                  <a:pt x="2145686" y="37439"/>
                  <a:pt x="2144195" y="39326"/>
                </a:cubicBezTo>
                <a:lnTo>
                  <a:pt x="2144195" y="69421"/>
                </a:lnTo>
                <a:lnTo>
                  <a:pt x="2135995" y="69421"/>
                </a:lnTo>
                <a:lnTo>
                  <a:pt x="2135995" y="22644"/>
                </a:lnTo>
                <a:close/>
                <a:moveTo>
                  <a:pt x="2223636" y="68723"/>
                </a:moveTo>
                <a:cubicBezTo>
                  <a:pt x="2221803" y="69205"/>
                  <a:pt x="2219908" y="69551"/>
                  <a:pt x="2217951" y="69759"/>
                </a:cubicBezTo>
                <a:cubicBezTo>
                  <a:pt x="2215995" y="69969"/>
                  <a:pt x="2214007" y="70074"/>
                  <a:pt x="2211988" y="70074"/>
                </a:cubicBezTo>
                <a:cubicBezTo>
                  <a:pt x="2206117" y="70074"/>
                  <a:pt x="2201737" y="68746"/>
                  <a:pt x="2198849" y="66090"/>
                </a:cubicBezTo>
                <a:cubicBezTo>
                  <a:pt x="2195960" y="63434"/>
                  <a:pt x="2194516" y="59358"/>
                  <a:pt x="2194516" y="53860"/>
                </a:cubicBezTo>
                <a:lnTo>
                  <a:pt x="2194516" y="29446"/>
                </a:lnTo>
                <a:lnTo>
                  <a:pt x="2181424" y="29446"/>
                </a:lnTo>
                <a:lnTo>
                  <a:pt x="2181424" y="22644"/>
                </a:lnTo>
                <a:lnTo>
                  <a:pt x="2194516" y="22644"/>
                </a:lnTo>
                <a:lnTo>
                  <a:pt x="2194516" y="9743"/>
                </a:lnTo>
                <a:lnTo>
                  <a:pt x="2202623" y="7641"/>
                </a:lnTo>
                <a:lnTo>
                  <a:pt x="2202623" y="22644"/>
                </a:lnTo>
                <a:lnTo>
                  <a:pt x="2223636" y="22644"/>
                </a:lnTo>
                <a:lnTo>
                  <a:pt x="2223636" y="29446"/>
                </a:lnTo>
                <a:lnTo>
                  <a:pt x="2202623" y="29446"/>
                </a:lnTo>
                <a:lnTo>
                  <a:pt x="2202623" y="53208"/>
                </a:lnTo>
                <a:cubicBezTo>
                  <a:pt x="2202623" y="56562"/>
                  <a:pt x="2203516" y="59070"/>
                  <a:pt x="2205302" y="60732"/>
                </a:cubicBezTo>
                <a:cubicBezTo>
                  <a:pt x="2207088" y="62394"/>
                  <a:pt x="2209720" y="63225"/>
                  <a:pt x="2213199" y="63225"/>
                </a:cubicBezTo>
                <a:cubicBezTo>
                  <a:pt x="2214690" y="63225"/>
                  <a:pt x="2216321" y="63105"/>
                  <a:pt x="2218091" y="62865"/>
                </a:cubicBezTo>
                <a:cubicBezTo>
                  <a:pt x="2219862" y="62624"/>
                  <a:pt x="2221710" y="62247"/>
                  <a:pt x="2223636" y="61734"/>
                </a:cubicBezTo>
                <a:lnTo>
                  <a:pt x="2223636" y="68723"/>
                </a:lnTo>
                <a:close/>
                <a:moveTo>
                  <a:pt x="2267853" y="69421"/>
                </a:moveTo>
                <a:lnTo>
                  <a:pt x="2267667" y="63119"/>
                </a:lnTo>
                <a:cubicBezTo>
                  <a:pt x="2265120" y="65639"/>
                  <a:pt x="2262534" y="67460"/>
                  <a:pt x="2259909" y="68580"/>
                </a:cubicBezTo>
                <a:cubicBezTo>
                  <a:pt x="2257284" y="69700"/>
                  <a:pt x="2254528" y="70260"/>
                  <a:pt x="2251639" y="70260"/>
                </a:cubicBezTo>
                <a:cubicBezTo>
                  <a:pt x="2248968" y="70260"/>
                  <a:pt x="2246685" y="69918"/>
                  <a:pt x="2244790" y="69234"/>
                </a:cubicBezTo>
                <a:cubicBezTo>
                  <a:pt x="2242895" y="68549"/>
                  <a:pt x="2241335" y="67608"/>
                  <a:pt x="2240108" y="66411"/>
                </a:cubicBezTo>
                <a:cubicBezTo>
                  <a:pt x="2238881" y="65213"/>
                  <a:pt x="2237980" y="63805"/>
                  <a:pt x="2237405" y="62187"/>
                </a:cubicBezTo>
                <a:cubicBezTo>
                  <a:pt x="2236831" y="60569"/>
                  <a:pt x="2236543" y="58811"/>
                  <a:pt x="2236543" y="56913"/>
                </a:cubicBezTo>
                <a:cubicBezTo>
                  <a:pt x="2236543" y="52215"/>
                  <a:pt x="2238291" y="48536"/>
                  <a:pt x="2241785" y="45877"/>
                </a:cubicBezTo>
                <a:cubicBezTo>
                  <a:pt x="2245279" y="43216"/>
                  <a:pt x="2250443" y="41886"/>
                  <a:pt x="2257277" y="41886"/>
                </a:cubicBezTo>
                <a:lnTo>
                  <a:pt x="2266968" y="41886"/>
                </a:lnTo>
                <a:lnTo>
                  <a:pt x="2266968" y="37800"/>
                </a:lnTo>
                <a:cubicBezTo>
                  <a:pt x="2266968" y="35046"/>
                  <a:pt x="2266083" y="32840"/>
                  <a:pt x="2264312" y="31184"/>
                </a:cubicBezTo>
                <a:cubicBezTo>
                  <a:pt x="2262542" y="29528"/>
                  <a:pt x="2259839" y="28700"/>
                  <a:pt x="2256205" y="28700"/>
                </a:cubicBezTo>
                <a:cubicBezTo>
                  <a:pt x="2253565" y="28700"/>
                  <a:pt x="2250964" y="29000"/>
                  <a:pt x="2248401" y="29599"/>
                </a:cubicBezTo>
                <a:cubicBezTo>
                  <a:pt x="2245838" y="30197"/>
                  <a:pt x="2243191" y="31047"/>
                  <a:pt x="2240457" y="32148"/>
                </a:cubicBezTo>
                <a:lnTo>
                  <a:pt x="2240457" y="24833"/>
                </a:lnTo>
                <a:cubicBezTo>
                  <a:pt x="2241482" y="24455"/>
                  <a:pt x="2242624" y="24084"/>
                  <a:pt x="2243882" y="23721"/>
                </a:cubicBezTo>
                <a:cubicBezTo>
                  <a:pt x="2245140" y="23358"/>
                  <a:pt x="2246467" y="23035"/>
                  <a:pt x="2247865" y="22751"/>
                </a:cubicBezTo>
                <a:cubicBezTo>
                  <a:pt x="2249263" y="22467"/>
                  <a:pt x="2250723" y="22238"/>
                  <a:pt x="2252245" y="22065"/>
                </a:cubicBezTo>
                <a:cubicBezTo>
                  <a:pt x="2253767" y="21892"/>
                  <a:pt x="2255304" y="21805"/>
                  <a:pt x="2256857" y="21805"/>
                </a:cubicBezTo>
                <a:cubicBezTo>
                  <a:pt x="2259684" y="21805"/>
                  <a:pt x="2262231" y="22115"/>
                  <a:pt x="2264498" y="22737"/>
                </a:cubicBezTo>
                <a:cubicBezTo>
                  <a:pt x="2266766" y="23358"/>
                  <a:pt x="2268684" y="24305"/>
                  <a:pt x="2270252" y="25579"/>
                </a:cubicBezTo>
                <a:cubicBezTo>
                  <a:pt x="2271821" y="26852"/>
                  <a:pt x="2273025" y="28452"/>
                  <a:pt x="2273863" y="30378"/>
                </a:cubicBezTo>
                <a:cubicBezTo>
                  <a:pt x="2274702" y="32304"/>
                  <a:pt x="2275121" y="34571"/>
                  <a:pt x="2275121" y="37180"/>
                </a:cubicBezTo>
                <a:lnTo>
                  <a:pt x="2275121" y="69421"/>
                </a:lnTo>
                <a:lnTo>
                  <a:pt x="2267853" y="69421"/>
                </a:lnTo>
                <a:moveTo>
                  <a:pt x="2266968" y="48083"/>
                </a:moveTo>
                <a:lnTo>
                  <a:pt x="2256671" y="48083"/>
                </a:lnTo>
                <a:cubicBezTo>
                  <a:pt x="2254652" y="48083"/>
                  <a:pt x="2252913" y="48285"/>
                  <a:pt x="2251453" y="48691"/>
                </a:cubicBezTo>
                <a:cubicBezTo>
                  <a:pt x="2249993" y="49096"/>
                  <a:pt x="2248797" y="49672"/>
                  <a:pt x="2247865" y="50419"/>
                </a:cubicBezTo>
                <a:cubicBezTo>
                  <a:pt x="2246933" y="51167"/>
                  <a:pt x="2246242" y="52063"/>
                  <a:pt x="2245792" y="53107"/>
                </a:cubicBezTo>
                <a:cubicBezTo>
                  <a:pt x="2245341" y="54151"/>
                  <a:pt x="2245116" y="55327"/>
                  <a:pt x="2245116" y="56635"/>
                </a:cubicBezTo>
                <a:cubicBezTo>
                  <a:pt x="2245116" y="57539"/>
                  <a:pt x="2245256" y="58404"/>
                  <a:pt x="2245536" y="59230"/>
                </a:cubicBezTo>
                <a:cubicBezTo>
                  <a:pt x="2245815" y="60055"/>
                  <a:pt x="2246266" y="60787"/>
                  <a:pt x="2246887" y="61425"/>
                </a:cubicBezTo>
                <a:cubicBezTo>
                  <a:pt x="2247508" y="62064"/>
                  <a:pt x="2248316" y="62570"/>
                  <a:pt x="2249310" y="62944"/>
                </a:cubicBezTo>
                <a:cubicBezTo>
                  <a:pt x="2250303" y="63318"/>
                  <a:pt x="2251515" y="63504"/>
                  <a:pt x="2252944" y="63504"/>
                </a:cubicBezTo>
                <a:cubicBezTo>
                  <a:pt x="2254807" y="63504"/>
                  <a:pt x="2256943" y="62936"/>
                  <a:pt x="2259350" y="61799"/>
                </a:cubicBezTo>
                <a:cubicBezTo>
                  <a:pt x="2261757" y="60662"/>
                  <a:pt x="2264297" y="58862"/>
                  <a:pt x="2266968" y="56401"/>
                </a:cubicBezTo>
                <a:lnTo>
                  <a:pt x="2266968" y="48083"/>
                </a:lnTo>
                <a:close/>
                <a:moveTo>
                  <a:pt x="2305594" y="10204"/>
                </a:moveTo>
                <a:lnTo>
                  <a:pt x="2291757" y="10204"/>
                </a:lnTo>
                <a:lnTo>
                  <a:pt x="2291757" y="3541"/>
                </a:lnTo>
                <a:lnTo>
                  <a:pt x="2313794" y="3541"/>
                </a:lnTo>
                <a:lnTo>
                  <a:pt x="2313794" y="62666"/>
                </a:lnTo>
                <a:lnTo>
                  <a:pt x="2327725" y="62666"/>
                </a:lnTo>
                <a:lnTo>
                  <a:pt x="2327725" y="69421"/>
                </a:lnTo>
                <a:lnTo>
                  <a:pt x="2290219" y="69421"/>
                </a:lnTo>
                <a:lnTo>
                  <a:pt x="2290219" y="62666"/>
                </a:lnTo>
                <a:lnTo>
                  <a:pt x="2305594" y="62666"/>
                </a:lnTo>
                <a:lnTo>
                  <a:pt x="2305594" y="10204"/>
                </a:lnTo>
                <a:close/>
                <a:moveTo>
                  <a:pt x="2379118" y="3541"/>
                </a:moveTo>
                <a:lnTo>
                  <a:pt x="2347156" y="79485"/>
                </a:lnTo>
                <a:lnTo>
                  <a:pt x="2339422" y="79485"/>
                </a:lnTo>
                <a:lnTo>
                  <a:pt x="2371384" y="3541"/>
                </a:lnTo>
                <a:lnTo>
                  <a:pt x="2379118" y="3541"/>
                </a:lnTo>
                <a:close/>
                <a:moveTo>
                  <a:pt x="2435822" y="38555"/>
                </a:moveTo>
                <a:cubicBezTo>
                  <a:pt x="2435822" y="44025"/>
                  <a:pt x="2435177" y="48750"/>
                  <a:pt x="2433888" y="52729"/>
                </a:cubicBezTo>
                <a:cubicBezTo>
                  <a:pt x="2432599" y="56707"/>
                  <a:pt x="2430860" y="59994"/>
                  <a:pt x="2428670" y="62590"/>
                </a:cubicBezTo>
                <a:cubicBezTo>
                  <a:pt x="2426480" y="65186"/>
                  <a:pt x="2423918" y="67113"/>
                  <a:pt x="2420982" y="68372"/>
                </a:cubicBezTo>
                <a:cubicBezTo>
                  <a:pt x="2418047" y="69631"/>
                  <a:pt x="2414949" y="70260"/>
                  <a:pt x="2411687" y="70260"/>
                </a:cubicBezTo>
                <a:cubicBezTo>
                  <a:pt x="2407774" y="70260"/>
                  <a:pt x="2404365" y="69553"/>
                  <a:pt x="2401461" y="68139"/>
                </a:cubicBezTo>
                <a:cubicBezTo>
                  <a:pt x="2398556" y="66725"/>
                  <a:pt x="2396149" y="64681"/>
                  <a:pt x="2394239" y="62008"/>
                </a:cubicBezTo>
                <a:cubicBezTo>
                  <a:pt x="2392329" y="59334"/>
                  <a:pt x="2390908" y="56078"/>
                  <a:pt x="2389976" y="52239"/>
                </a:cubicBezTo>
                <a:cubicBezTo>
                  <a:pt x="2389044" y="48400"/>
                  <a:pt x="2388578" y="44072"/>
                  <a:pt x="2388578" y="39253"/>
                </a:cubicBezTo>
                <a:cubicBezTo>
                  <a:pt x="2388578" y="33845"/>
                  <a:pt x="2389215" y="29151"/>
                  <a:pt x="2390488" y="25173"/>
                </a:cubicBezTo>
                <a:cubicBezTo>
                  <a:pt x="2391762" y="21194"/>
                  <a:pt x="2393493" y="17907"/>
                  <a:pt x="2395683" y="15311"/>
                </a:cubicBezTo>
                <a:cubicBezTo>
                  <a:pt x="2397873" y="12716"/>
                  <a:pt x="2400428" y="10788"/>
                  <a:pt x="2403347" y="9529"/>
                </a:cubicBezTo>
                <a:cubicBezTo>
                  <a:pt x="2406267" y="8270"/>
                  <a:pt x="2409358" y="7641"/>
                  <a:pt x="2412619" y="7641"/>
                </a:cubicBezTo>
                <a:cubicBezTo>
                  <a:pt x="2416533" y="7641"/>
                  <a:pt x="2419942" y="8356"/>
                  <a:pt x="2422846" y="9786"/>
                </a:cubicBezTo>
                <a:cubicBezTo>
                  <a:pt x="2425750" y="11215"/>
                  <a:pt x="2428165" y="13259"/>
                  <a:pt x="2430091" y="15917"/>
                </a:cubicBezTo>
                <a:cubicBezTo>
                  <a:pt x="2432017" y="18575"/>
                  <a:pt x="2433453" y="21815"/>
                  <a:pt x="2434401" y="25638"/>
                </a:cubicBezTo>
                <a:cubicBezTo>
                  <a:pt x="2435348" y="29462"/>
                  <a:pt x="2435822" y="33767"/>
                  <a:pt x="2435822" y="38555"/>
                </a:cubicBezTo>
                <a:moveTo>
                  <a:pt x="2427202" y="39160"/>
                </a:moveTo>
                <a:cubicBezTo>
                  <a:pt x="2427202" y="35585"/>
                  <a:pt x="2426931" y="32313"/>
                  <a:pt x="2426387" y="29344"/>
                </a:cubicBezTo>
                <a:cubicBezTo>
                  <a:pt x="2425843" y="26375"/>
                  <a:pt x="2424966" y="23818"/>
                  <a:pt x="2423755" y="21672"/>
                </a:cubicBezTo>
                <a:cubicBezTo>
                  <a:pt x="2422543" y="19526"/>
                  <a:pt x="2420982" y="17863"/>
                  <a:pt x="2419072" y="16681"/>
                </a:cubicBezTo>
                <a:cubicBezTo>
                  <a:pt x="2417162" y="15500"/>
                  <a:pt x="2414856" y="14909"/>
                  <a:pt x="2412153" y="14909"/>
                </a:cubicBezTo>
                <a:cubicBezTo>
                  <a:pt x="2409544" y="14909"/>
                  <a:pt x="2407300" y="15539"/>
                  <a:pt x="2405421" y="16799"/>
                </a:cubicBezTo>
                <a:cubicBezTo>
                  <a:pt x="2403542" y="18058"/>
                  <a:pt x="2401996" y="19768"/>
                  <a:pt x="2400785" y="21929"/>
                </a:cubicBezTo>
                <a:cubicBezTo>
                  <a:pt x="2399574" y="24089"/>
                  <a:pt x="2398673" y="26623"/>
                  <a:pt x="2398083" y="29530"/>
                </a:cubicBezTo>
                <a:cubicBezTo>
                  <a:pt x="2397492" y="32437"/>
                  <a:pt x="2397197" y="35523"/>
                  <a:pt x="2397197" y="38788"/>
                </a:cubicBezTo>
                <a:cubicBezTo>
                  <a:pt x="2397197" y="42394"/>
                  <a:pt x="2397477" y="45681"/>
                  <a:pt x="2398036" y="48650"/>
                </a:cubicBezTo>
                <a:cubicBezTo>
                  <a:pt x="2398595" y="51620"/>
                  <a:pt x="2399473" y="54170"/>
                  <a:pt x="2400668" y="56300"/>
                </a:cubicBezTo>
                <a:cubicBezTo>
                  <a:pt x="2401864" y="58430"/>
                  <a:pt x="2403410" y="60085"/>
                  <a:pt x="2405304" y="61267"/>
                </a:cubicBezTo>
                <a:cubicBezTo>
                  <a:pt x="2407199" y="62448"/>
                  <a:pt x="2409482" y="63038"/>
                  <a:pt x="2412153" y="63038"/>
                </a:cubicBezTo>
                <a:cubicBezTo>
                  <a:pt x="2414762" y="63038"/>
                  <a:pt x="2417014" y="62409"/>
                  <a:pt x="2418909" y="61150"/>
                </a:cubicBezTo>
                <a:cubicBezTo>
                  <a:pt x="2420804" y="59890"/>
                  <a:pt x="2422365" y="58180"/>
                  <a:pt x="2423592" y="56019"/>
                </a:cubicBezTo>
                <a:cubicBezTo>
                  <a:pt x="2424818" y="53858"/>
                  <a:pt x="2425727" y="51332"/>
                  <a:pt x="2426317" y="48441"/>
                </a:cubicBezTo>
                <a:cubicBezTo>
                  <a:pt x="2426907" y="45549"/>
                  <a:pt x="2427202" y="42456"/>
                  <a:pt x="2427202" y="39160"/>
                </a:cubicBezTo>
                <a:close/>
                <a:moveTo>
                  <a:pt x="2486842" y="38275"/>
                </a:moveTo>
                <a:cubicBezTo>
                  <a:pt x="2486842" y="41197"/>
                  <a:pt x="2486616" y="43994"/>
                  <a:pt x="2486166" y="46667"/>
                </a:cubicBezTo>
                <a:cubicBezTo>
                  <a:pt x="2485716" y="49341"/>
                  <a:pt x="2484994" y="51827"/>
                  <a:pt x="2484000" y="54128"/>
                </a:cubicBezTo>
                <a:cubicBezTo>
                  <a:pt x="2483006" y="56428"/>
                  <a:pt x="2481717" y="58519"/>
                  <a:pt x="2480132" y="60400"/>
                </a:cubicBezTo>
                <a:cubicBezTo>
                  <a:pt x="2478548" y="62280"/>
                  <a:pt x="2476607" y="63889"/>
                  <a:pt x="2474309" y="65225"/>
                </a:cubicBezTo>
                <a:cubicBezTo>
                  <a:pt x="2472010" y="66562"/>
                  <a:pt x="2469339" y="67596"/>
                  <a:pt x="2466295" y="68327"/>
                </a:cubicBezTo>
                <a:cubicBezTo>
                  <a:pt x="2463251" y="69057"/>
                  <a:pt x="2459787" y="69421"/>
                  <a:pt x="2455905" y="69421"/>
                </a:cubicBezTo>
                <a:lnTo>
                  <a:pt x="2442859" y="69421"/>
                </a:lnTo>
                <a:lnTo>
                  <a:pt x="2442859" y="8480"/>
                </a:lnTo>
                <a:lnTo>
                  <a:pt x="2458561" y="8480"/>
                </a:lnTo>
                <a:cubicBezTo>
                  <a:pt x="2468065" y="8480"/>
                  <a:pt x="2475155" y="10928"/>
                  <a:pt x="2479830" y="15824"/>
                </a:cubicBezTo>
                <a:cubicBezTo>
                  <a:pt x="2484504" y="20720"/>
                  <a:pt x="2486842" y="28203"/>
                  <a:pt x="2486842" y="38275"/>
                </a:cubicBezTo>
                <a:moveTo>
                  <a:pt x="2478129" y="38881"/>
                </a:moveTo>
                <a:cubicBezTo>
                  <a:pt x="2478129" y="34559"/>
                  <a:pt x="2477725" y="30906"/>
                  <a:pt x="2476918" y="27921"/>
                </a:cubicBezTo>
                <a:cubicBezTo>
                  <a:pt x="2476110" y="24936"/>
                  <a:pt x="2474883" y="22526"/>
                  <a:pt x="2473237" y="20692"/>
                </a:cubicBezTo>
                <a:cubicBezTo>
                  <a:pt x="2471591" y="18858"/>
                  <a:pt x="2469525" y="17529"/>
                  <a:pt x="2467040" y="16705"/>
                </a:cubicBezTo>
                <a:cubicBezTo>
                  <a:pt x="2464555" y="15880"/>
                  <a:pt x="2461636" y="15468"/>
                  <a:pt x="2458281" y="15468"/>
                </a:cubicBezTo>
                <a:lnTo>
                  <a:pt x="2451152" y="15468"/>
                </a:lnTo>
                <a:lnTo>
                  <a:pt x="2451152" y="62246"/>
                </a:lnTo>
                <a:lnTo>
                  <a:pt x="2457349" y="62246"/>
                </a:lnTo>
                <a:cubicBezTo>
                  <a:pt x="2471202" y="62246"/>
                  <a:pt x="2478129" y="54458"/>
                  <a:pt x="2478129" y="38881"/>
                </a:cubicBezTo>
                <a:close/>
                <a:moveTo>
                  <a:pt x="2538700" y="38275"/>
                </a:moveTo>
                <a:cubicBezTo>
                  <a:pt x="2538700" y="41197"/>
                  <a:pt x="2538475" y="43994"/>
                  <a:pt x="2538025" y="46667"/>
                </a:cubicBezTo>
                <a:cubicBezTo>
                  <a:pt x="2537574" y="49341"/>
                  <a:pt x="2536852" y="51827"/>
                  <a:pt x="2535858" y="54128"/>
                </a:cubicBezTo>
                <a:cubicBezTo>
                  <a:pt x="2534864" y="56428"/>
                  <a:pt x="2533575" y="58519"/>
                  <a:pt x="2531991" y="60400"/>
                </a:cubicBezTo>
                <a:cubicBezTo>
                  <a:pt x="2530407" y="62280"/>
                  <a:pt x="2528466" y="63889"/>
                  <a:pt x="2526167" y="65225"/>
                </a:cubicBezTo>
                <a:cubicBezTo>
                  <a:pt x="2523868" y="66562"/>
                  <a:pt x="2521197" y="67596"/>
                  <a:pt x="2518153" y="68327"/>
                </a:cubicBezTo>
                <a:cubicBezTo>
                  <a:pt x="2515109" y="69057"/>
                  <a:pt x="2511646" y="69421"/>
                  <a:pt x="2507763" y="69421"/>
                </a:cubicBezTo>
                <a:lnTo>
                  <a:pt x="2494718" y="69421"/>
                </a:lnTo>
                <a:lnTo>
                  <a:pt x="2494718" y="8480"/>
                </a:lnTo>
                <a:lnTo>
                  <a:pt x="2510419" y="8480"/>
                </a:lnTo>
                <a:cubicBezTo>
                  <a:pt x="2519924" y="8480"/>
                  <a:pt x="2527013" y="10928"/>
                  <a:pt x="2531688" y="15824"/>
                </a:cubicBezTo>
                <a:cubicBezTo>
                  <a:pt x="2536363" y="20720"/>
                  <a:pt x="2538700" y="28203"/>
                  <a:pt x="2538700" y="38275"/>
                </a:cubicBezTo>
                <a:moveTo>
                  <a:pt x="2529987" y="38881"/>
                </a:moveTo>
                <a:cubicBezTo>
                  <a:pt x="2529987" y="34559"/>
                  <a:pt x="2529584" y="30906"/>
                  <a:pt x="2528776" y="27921"/>
                </a:cubicBezTo>
                <a:cubicBezTo>
                  <a:pt x="2527969" y="24936"/>
                  <a:pt x="2526742" y="22526"/>
                  <a:pt x="2525095" y="20692"/>
                </a:cubicBezTo>
                <a:cubicBezTo>
                  <a:pt x="2523449" y="18858"/>
                  <a:pt x="2521384" y="17529"/>
                  <a:pt x="2518899" y="16705"/>
                </a:cubicBezTo>
                <a:cubicBezTo>
                  <a:pt x="2516414" y="15880"/>
                  <a:pt x="2513494" y="15468"/>
                  <a:pt x="2510139" y="15468"/>
                </a:cubicBezTo>
                <a:lnTo>
                  <a:pt x="2503011" y="15468"/>
                </a:lnTo>
                <a:lnTo>
                  <a:pt x="2503011" y="62246"/>
                </a:lnTo>
                <a:lnTo>
                  <a:pt x="2509208" y="62246"/>
                </a:lnTo>
                <a:cubicBezTo>
                  <a:pt x="2523061" y="62246"/>
                  <a:pt x="2529987" y="54458"/>
                  <a:pt x="2529987" y="38881"/>
                </a:cubicBezTo>
                <a:close/>
                <a:moveTo>
                  <a:pt x="2592283" y="22644"/>
                </a:moveTo>
                <a:lnTo>
                  <a:pt x="2585481" y="69421"/>
                </a:lnTo>
                <a:lnTo>
                  <a:pt x="2575650" y="69421"/>
                </a:lnTo>
                <a:lnTo>
                  <a:pt x="2568894" y="49853"/>
                </a:lnTo>
                <a:lnTo>
                  <a:pt x="2567543" y="45101"/>
                </a:lnTo>
                <a:lnTo>
                  <a:pt x="2566005" y="50133"/>
                </a:lnTo>
                <a:lnTo>
                  <a:pt x="2559529" y="69421"/>
                </a:lnTo>
                <a:lnTo>
                  <a:pt x="2549978" y="69421"/>
                </a:lnTo>
                <a:lnTo>
                  <a:pt x="2543222" y="22644"/>
                </a:lnTo>
                <a:lnTo>
                  <a:pt x="2551143" y="22644"/>
                </a:lnTo>
                <a:lnTo>
                  <a:pt x="2555056" y="54419"/>
                </a:lnTo>
                <a:lnTo>
                  <a:pt x="2555895" y="61501"/>
                </a:lnTo>
                <a:lnTo>
                  <a:pt x="2557898" y="55304"/>
                </a:lnTo>
                <a:lnTo>
                  <a:pt x="2564701" y="34291"/>
                </a:lnTo>
                <a:lnTo>
                  <a:pt x="2570525" y="34291"/>
                </a:lnTo>
                <a:lnTo>
                  <a:pt x="2577840" y="55025"/>
                </a:lnTo>
                <a:lnTo>
                  <a:pt x="2579936" y="61221"/>
                </a:lnTo>
                <a:lnTo>
                  <a:pt x="2580635" y="54652"/>
                </a:lnTo>
                <a:lnTo>
                  <a:pt x="2584269" y="22644"/>
                </a:lnTo>
                <a:lnTo>
                  <a:pt x="2592283" y="22644"/>
                </a:lnTo>
                <a:close/>
                <a:moveTo>
                  <a:pt x="2598435" y="47011"/>
                </a:moveTo>
                <a:cubicBezTo>
                  <a:pt x="2598435" y="43656"/>
                  <a:pt x="2598878" y="40473"/>
                  <a:pt x="2599763" y="37460"/>
                </a:cubicBezTo>
                <a:cubicBezTo>
                  <a:pt x="2600648" y="34447"/>
                  <a:pt x="2602015" y="31799"/>
                  <a:pt x="2603863" y="29516"/>
                </a:cubicBezTo>
                <a:cubicBezTo>
                  <a:pt x="2605711" y="27233"/>
                  <a:pt x="2608079" y="25423"/>
                  <a:pt x="2610968" y="24088"/>
                </a:cubicBezTo>
                <a:cubicBezTo>
                  <a:pt x="2613857" y="22752"/>
                  <a:pt x="2617305" y="22084"/>
                  <a:pt x="2621311" y="22084"/>
                </a:cubicBezTo>
                <a:cubicBezTo>
                  <a:pt x="2622895" y="22084"/>
                  <a:pt x="2624464" y="22209"/>
                  <a:pt x="2626017" y="22457"/>
                </a:cubicBezTo>
                <a:cubicBezTo>
                  <a:pt x="2627570" y="22706"/>
                  <a:pt x="2629216" y="23094"/>
                  <a:pt x="2630956" y="23622"/>
                </a:cubicBezTo>
                <a:lnTo>
                  <a:pt x="2638131" y="21805"/>
                </a:lnTo>
                <a:lnTo>
                  <a:pt x="2638131" y="88524"/>
                </a:lnTo>
                <a:lnTo>
                  <a:pt x="2629977" y="88524"/>
                </a:lnTo>
                <a:lnTo>
                  <a:pt x="2629977" y="70866"/>
                </a:lnTo>
                <a:lnTo>
                  <a:pt x="2630397" y="60849"/>
                </a:lnTo>
                <a:cubicBezTo>
                  <a:pt x="2625986" y="67123"/>
                  <a:pt x="2620737" y="70260"/>
                  <a:pt x="2614649" y="70260"/>
                </a:cubicBezTo>
                <a:cubicBezTo>
                  <a:pt x="2611915" y="70260"/>
                  <a:pt x="2609539" y="69701"/>
                  <a:pt x="2607520" y="68583"/>
                </a:cubicBezTo>
                <a:cubicBezTo>
                  <a:pt x="2605501" y="67465"/>
                  <a:pt x="2603816" y="65881"/>
                  <a:pt x="2602465" y="63831"/>
                </a:cubicBezTo>
                <a:cubicBezTo>
                  <a:pt x="2601114" y="61780"/>
                  <a:pt x="2600104" y="59327"/>
                  <a:pt x="2599437" y="56469"/>
                </a:cubicBezTo>
                <a:cubicBezTo>
                  <a:pt x="2598769" y="53611"/>
                  <a:pt x="2598435" y="50459"/>
                  <a:pt x="2598435" y="47011"/>
                </a:cubicBezTo>
                <a:moveTo>
                  <a:pt x="2606728" y="46498"/>
                </a:moveTo>
                <a:cubicBezTo>
                  <a:pt x="2606728" y="49108"/>
                  <a:pt x="2606922" y="51453"/>
                  <a:pt x="2607311" y="53534"/>
                </a:cubicBezTo>
                <a:cubicBezTo>
                  <a:pt x="2607699" y="55615"/>
                  <a:pt x="2608289" y="57378"/>
                  <a:pt x="2609081" y="58822"/>
                </a:cubicBezTo>
                <a:cubicBezTo>
                  <a:pt x="2609873" y="60266"/>
                  <a:pt x="2610867" y="61377"/>
                  <a:pt x="2612063" y="62153"/>
                </a:cubicBezTo>
                <a:cubicBezTo>
                  <a:pt x="2613259" y="62930"/>
                  <a:pt x="2614664" y="63318"/>
                  <a:pt x="2616279" y="63318"/>
                </a:cubicBezTo>
                <a:cubicBezTo>
                  <a:pt x="2618330" y="63318"/>
                  <a:pt x="2620496" y="62402"/>
                  <a:pt x="2622779" y="60569"/>
                </a:cubicBezTo>
                <a:cubicBezTo>
                  <a:pt x="2625062" y="58736"/>
                  <a:pt x="2627461" y="56019"/>
                  <a:pt x="2629977" y="52416"/>
                </a:cubicBezTo>
                <a:lnTo>
                  <a:pt x="2629977" y="30704"/>
                </a:lnTo>
                <a:cubicBezTo>
                  <a:pt x="2628735" y="30114"/>
                  <a:pt x="2627329" y="29632"/>
                  <a:pt x="2625761" y="29260"/>
                </a:cubicBezTo>
                <a:cubicBezTo>
                  <a:pt x="2624192" y="28887"/>
                  <a:pt x="2622523" y="28700"/>
                  <a:pt x="2620752" y="28700"/>
                </a:cubicBezTo>
                <a:cubicBezTo>
                  <a:pt x="2616186" y="28700"/>
                  <a:pt x="2612707" y="30207"/>
                  <a:pt x="2610316" y="33220"/>
                </a:cubicBezTo>
                <a:cubicBezTo>
                  <a:pt x="2607924" y="36233"/>
                  <a:pt x="2606728" y="40659"/>
                  <a:pt x="2606728" y="46498"/>
                </a:cubicBezTo>
                <a:close/>
                <a:moveTo>
                  <a:pt x="2689011" y="67698"/>
                </a:moveTo>
                <a:cubicBezTo>
                  <a:pt x="2686899" y="68505"/>
                  <a:pt x="2684732" y="69103"/>
                  <a:pt x="2682511" y="69491"/>
                </a:cubicBezTo>
                <a:cubicBezTo>
                  <a:pt x="2680291" y="69880"/>
                  <a:pt x="2678000" y="70074"/>
                  <a:pt x="2675639" y="70074"/>
                </a:cubicBezTo>
                <a:cubicBezTo>
                  <a:pt x="2668247" y="70074"/>
                  <a:pt x="2662555" y="68070"/>
                  <a:pt x="2658563" y="64063"/>
                </a:cubicBezTo>
                <a:cubicBezTo>
                  <a:pt x="2654572" y="60057"/>
                  <a:pt x="2652576" y="54202"/>
                  <a:pt x="2652576" y="46498"/>
                </a:cubicBezTo>
                <a:cubicBezTo>
                  <a:pt x="2652576" y="42802"/>
                  <a:pt x="2653151" y="39448"/>
                  <a:pt x="2654300" y="36435"/>
                </a:cubicBezTo>
                <a:cubicBezTo>
                  <a:pt x="2655450" y="33422"/>
                  <a:pt x="2657065" y="30844"/>
                  <a:pt x="2659146" y="28700"/>
                </a:cubicBezTo>
                <a:cubicBezTo>
                  <a:pt x="2661227" y="26557"/>
                  <a:pt x="2663712" y="24903"/>
                  <a:pt x="2666600" y="23738"/>
                </a:cubicBezTo>
                <a:cubicBezTo>
                  <a:pt x="2669489" y="22574"/>
                  <a:pt x="2672673" y="21991"/>
                  <a:pt x="2676152" y="21991"/>
                </a:cubicBezTo>
                <a:cubicBezTo>
                  <a:pt x="2678574" y="21991"/>
                  <a:pt x="2680842" y="22166"/>
                  <a:pt x="2682954" y="22515"/>
                </a:cubicBezTo>
                <a:cubicBezTo>
                  <a:pt x="2685066" y="22864"/>
                  <a:pt x="2687085" y="23435"/>
                  <a:pt x="2689011" y="24228"/>
                </a:cubicBezTo>
                <a:lnTo>
                  <a:pt x="2689011" y="31962"/>
                </a:lnTo>
                <a:cubicBezTo>
                  <a:pt x="2686992" y="30889"/>
                  <a:pt x="2684934" y="30109"/>
                  <a:pt x="2682838" y="29621"/>
                </a:cubicBezTo>
                <a:cubicBezTo>
                  <a:pt x="2680741" y="29131"/>
                  <a:pt x="2678574" y="28887"/>
                  <a:pt x="2676338" y="28887"/>
                </a:cubicBezTo>
                <a:cubicBezTo>
                  <a:pt x="2674257" y="28887"/>
                  <a:pt x="2672292" y="29283"/>
                  <a:pt x="2670444" y="30075"/>
                </a:cubicBezTo>
                <a:cubicBezTo>
                  <a:pt x="2668596" y="30867"/>
                  <a:pt x="2666973" y="32008"/>
                  <a:pt x="2665575" y="33499"/>
                </a:cubicBezTo>
                <a:cubicBezTo>
                  <a:pt x="2664178" y="34990"/>
                  <a:pt x="2663075" y="36807"/>
                  <a:pt x="2662267" y="38951"/>
                </a:cubicBezTo>
                <a:cubicBezTo>
                  <a:pt x="2661460" y="41094"/>
                  <a:pt x="2661056" y="43517"/>
                  <a:pt x="2661056" y="46219"/>
                </a:cubicBezTo>
                <a:cubicBezTo>
                  <a:pt x="2661056" y="51872"/>
                  <a:pt x="2662430" y="56104"/>
                  <a:pt x="2665179" y="58915"/>
                </a:cubicBezTo>
                <a:cubicBezTo>
                  <a:pt x="2667928" y="61726"/>
                  <a:pt x="2671741" y="63132"/>
                  <a:pt x="2676618" y="63132"/>
                </a:cubicBezTo>
                <a:cubicBezTo>
                  <a:pt x="2678823" y="63132"/>
                  <a:pt x="2680958" y="62883"/>
                  <a:pt x="2683024" y="62386"/>
                </a:cubicBezTo>
                <a:cubicBezTo>
                  <a:pt x="2685090" y="61889"/>
                  <a:pt x="2687085" y="61144"/>
                  <a:pt x="2689011" y="60150"/>
                </a:cubicBezTo>
                <a:lnTo>
                  <a:pt x="2689011" y="67698"/>
                </a:lnTo>
                <a:close/>
                <a:moveTo>
                  <a:pt x="2746134" y="38275"/>
                </a:moveTo>
                <a:cubicBezTo>
                  <a:pt x="2746134" y="41197"/>
                  <a:pt x="2745909" y="43994"/>
                  <a:pt x="2745459" y="46667"/>
                </a:cubicBezTo>
                <a:cubicBezTo>
                  <a:pt x="2745008" y="49341"/>
                  <a:pt x="2744286" y="51827"/>
                  <a:pt x="2743292" y="54128"/>
                </a:cubicBezTo>
                <a:cubicBezTo>
                  <a:pt x="2742298" y="56428"/>
                  <a:pt x="2741009" y="58519"/>
                  <a:pt x="2739425" y="60400"/>
                </a:cubicBezTo>
                <a:cubicBezTo>
                  <a:pt x="2737841" y="62280"/>
                  <a:pt x="2735900" y="63889"/>
                  <a:pt x="2733601" y="65225"/>
                </a:cubicBezTo>
                <a:cubicBezTo>
                  <a:pt x="2731303" y="66562"/>
                  <a:pt x="2728631" y="67596"/>
                  <a:pt x="2725587" y="68327"/>
                </a:cubicBezTo>
                <a:cubicBezTo>
                  <a:pt x="2722543" y="69057"/>
                  <a:pt x="2719080" y="69421"/>
                  <a:pt x="2715198" y="69421"/>
                </a:cubicBezTo>
                <a:lnTo>
                  <a:pt x="2702152" y="69421"/>
                </a:lnTo>
                <a:lnTo>
                  <a:pt x="2702152" y="8480"/>
                </a:lnTo>
                <a:lnTo>
                  <a:pt x="2717853" y="8480"/>
                </a:lnTo>
                <a:cubicBezTo>
                  <a:pt x="2727358" y="8480"/>
                  <a:pt x="2734448" y="10928"/>
                  <a:pt x="2739122" y="15824"/>
                </a:cubicBezTo>
                <a:cubicBezTo>
                  <a:pt x="2743797" y="20720"/>
                  <a:pt x="2746134" y="28203"/>
                  <a:pt x="2746134" y="38275"/>
                </a:cubicBezTo>
                <a:moveTo>
                  <a:pt x="2737422" y="38881"/>
                </a:moveTo>
                <a:cubicBezTo>
                  <a:pt x="2737422" y="34559"/>
                  <a:pt x="2737018" y="30906"/>
                  <a:pt x="2736210" y="27921"/>
                </a:cubicBezTo>
                <a:cubicBezTo>
                  <a:pt x="2735403" y="24936"/>
                  <a:pt x="2734176" y="22526"/>
                  <a:pt x="2732530" y="20692"/>
                </a:cubicBezTo>
                <a:cubicBezTo>
                  <a:pt x="2730883" y="18858"/>
                  <a:pt x="2728818" y="17529"/>
                  <a:pt x="2726333" y="16705"/>
                </a:cubicBezTo>
                <a:cubicBezTo>
                  <a:pt x="2723848" y="15880"/>
                  <a:pt x="2720928" y="15468"/>
                  <a:pt x="2717574" y="15468"/>
                </a:cubicBezTo>
                <a:lnTo>
                  <a:pt x="2710445" y="15468"/>
                </a:lnTo>
                <a:lnTo>
                  <a:pt x="2710445" y="62246"/>
                </a:lnTo>
                <a:lnTo>
                  <a:pt x="2716642" y="62246"/>
                </a:lnTo>
                <a:cubicBezTo>
                  <a:pt x="2730495" y="62246"/>
                  <a:pt x="2737422" y="54458"/>
                  <a:pt x="2737422" y="38881"/>
                </a:cubicBezTo>
                <a:close/>
                <a:moveTo>
                  <a:pt x="2792821" y="15562"/>
                </a:moveTo>
                <a:lnTo>
                  <a:pt x="2766963" y="15562"/>
                </a:lnTo>
                <a:lnTo>
                  <a:pt x="2766963" y="35363"/>
                </a:lnTo>
                <a:lnTo>
                  <a:pt x="2791470" y="35363"/>
                </a:lnTo>
                <a:lnTo>
                  <a:pt x="2791470" y="42305"/>
                </a:lnTo>
                <a:lnTo>
                  <a:pt x="2766963" y="42305"/>
                </a:lnTo>
                <a:lnTo>
                  <a:pt x="2766963" y="69421"/>
                </a:lnTo>
                <a:lnTo>
                  <a:pt x="2758483" y="69421"/>
                </a:lnTo>
                <a:lnTo>
                  <a:pt x="2758483" y="8480"/>
                </a:lnTo>
                <a:lnTo>
                  <a:pt x="2792821" y="8480"/>
                </a:lnTo>
                <a:lnTo>
                  <a:pt x="2792821" y="15562"/>
                </a:lnTo>
                <a:close/>
                <a:moveTo>
                  <a:pt x="2849246" y="15562"/>
                </a:moveTo>
                <a:lnTo>
                  <a:pt x="2831215" y="15562"/>
                </a:lnTo>
                <a:lnTo>
                  <a:pt x="2831215" y="69421"/>
                </a:lnTo>
                <a:lnTo>
                  <a:pt x="2822828" y="69421"/>
                </a:lnTo>
                <a:lnTo>
                  <a:pt x="2822828" y="15562"/>
                </a:lnTo>
                <a:lnTo>
                  <a:pt x="2804797" y="15562"/>
                </a:lnTo>
                <a:lnTo>
                  <a:pt x="2804797" y="8480"/>
                </a:lnTo>
                <a:lnTo>
                  <a:pt x="2849246" y="8480"/>
                </a:lnTo>
                <a:lnTo>
                  <a:pt x="2849246" y="15562"/>
                </a:lnTo>
                <a:close/>
                <a:moveTo>
                  <a:pt x="2898542" y="69421"/>
                </a:moveTo>
                <a:lnTo>
                  <a:pt x="2863505" y="69421"/>
                </a:lnTo>
                <a:lnTo>
                  <a:pt x="2863505" y="8480"/>
                </a:lnTo>
                <a:lnTo>
                  <a:pt x="2871938" y="8480"/>
                </a:lnTo>
                <a:lnTo>
                  <a:pt x="2871938" y="62340"/>
                </a:lnTo>
                <a:lnTo>
                  <a:pt x="2898542" y="62340"/>
                </a:lnTo>
                <a:lnTo>
                  <a:pt x="2898542" y="69421"/>
                </a:lnTo>
                <a:close/>
                <a:moveTo>
                  <a:pt x="2956504" y="69421"/>
                </a:moveTo>
                <a:lnTo>
                  <a:pt x="2947465" y="69421"/>
                </a:lnTo>
                <a:lnTo>
                  <a:pt x="2943225" y="56096"/>
                </a:lnTo>
                <a:lnTo>
                  <a:pt x="2917879" y="56096"/>
                </a:lnTo>
                <a:lnTo>
                  <a:pt x="2913593" y="69421"/>
                </a:lnTo>
                <a:lnTo>
                  <a:pt x="2904973" y="69421"/>
                </a:lnTo>
                <a:lnTo>
                  <a:pt x="2925194" y="8480"/>
                </a:lnTo>
                <a:lnTo>
                  <a:pt x="2936562" y="8480"/>
                </a:lnTo>
                <a:lnTo>
                  <a:pt x="2956504" y="69421"/>
                </a:lnTo>
                <a:moveTo>
                  <a:pt x="2940849" y="48688"/>
                </a:moveTo>
                <a:lnTo>
                  <a:pt x="2930552" y="16121"/>
                </a:lnTo>
                <a:lnTo>
                  <a:pt x="2920255" y="48688"/>
                </a:lnTo>
                <a:lnTo>
                  <a:pt x="2940849" y="48688"/>
                </a:lnTo>
                <a:close/>
                <a:moveTo>
                  <a:pt x="2997506" y="29260"/>
                </a:moveTo>
                <a:cubicBezTo>
                  <a:pt x="2998376" y="30347"/>
                  <a:pt x="2999051" y="31612"/>
                  <a:pt x="2999533" y="33057"/>
                </a:cubicBezTo>
                <a:cubicBezTo>
                  <a:pt x="3000014" y="34501"/>
                  <a:pt x="3000255" y="36062"/>
                  <a:pt x="3000255" y="37739"/>
                </a:cubicBezTo>
                <a:cubicBezTo>
                  <a:pt x="3000255" y="40162"/>
                  <a:pt x="2999812" y="42375"/>
                  <a:pt x="2998927" y="44379"/>
                </a:cubicBezTo>
                <a:cubicBezTo>
                  <a:pt x="2998042" y="46382"/>
                  <a:pt x="2996791" y="48098"/>
                  <a:pt x="2995176" y="49527"/>
                </a:cubicBezTo>
                <a:cubicBezTo>
                  <a:pt x="2993561" y="50956"/>
                  <a:pt x="2991628" y="52066"/>
                  <a:pt x="2989376" y="52858"/>
                </a:cubicBezTo>
                <a:cubicBezTo>
                  <a:pt x="2987124" y="53650"/>
                  <a:pt x="2984647" y="54046"/>
                  <a:pt x="2981944" y="54046"/>
                </a:cubicBezTo>
                <a:cubicBezTo>
                  <a:pt x="2979987" y="54046"/>
                  <a:pt x="2978155" y="53837"/>
                  <a:pt x="2976446" y="53417"/>
                </a:cubicBezTo>
                <a:cubicBezTo>
                  <a:pt x="2974738" y="52998"/>
                  <a:pt x="2973387" y="52478"/>
                  <a:pt x="2972393" y="51856"/>
                </a:cubicBezTo>
                <a:cubicBezTo>
                  <a:pt x="2971803" y="52726"/>
                  <a:pt x="2971306" y="53548"/>
                  <a:pt x="2970902" y="54321"/>
                </a:cubicBezTo>
                <a:cubicBezTo>
                  <a:pt x="2970498" y="55094"/>
                  <a:pt x="2970296" y="55959"/>
                  <a:pt x="2970296" y="56916"/>
                </a:cubicBezTo>
                <a:cubicBezTo>
                  <a:pt x="2970296" y="58089"/>
                  <a:pt x="2970863" y="59061"/>
                  <a:pt x="2971997" y="59832"/>
                </a:cubicBezTo>
                <a:cubicBezTo>
                  <a:pt x="2973131" y="60603"/>
                  <a:pt x="2974629" y="61019"/>
                  <a:pt x="2976493" y="61082"/>
                </a:cubicBezTo>
                <a:lnTo>
                  <a:pt x="2988793" y="61548"/>
                </a:lnTo>
                <a:cubicBezTo>
                  <a:pt x="2991123" y="61610"/>
                  <a:pt x="2993274" y="61905"/>
                  <a:pt x="2995246" y="62434"/>
                </a:cubicBezTo>
                <a:cubicBezTo>
                  <a:pt x="2997219" y="62963"/>
                  <a:pt x="2998911" y="63726"/>
                  <a:pt x="3000325" y="64722"/>
                </a:cubicBezTo>
                <a:cubicBezTo>
                  <a:pt x="3001738" y="65716"/>
                  <a:pt x="3002841" y="66945"/>
                  <a:pt x="3003633" y="68408"/>
                </a:cubicBezTo>
                <a:cubicBezTo>
                  <a:pt x="3004425" y="69870"/>
                  <a:pt x="3004821" y="71566"/>
                  <a:pt x="3004821" y="73495"/>
                </a:cubicBezTo>
                <a:cubicBezTo>
                  <a:pt x="3004821" y="75580"/>
                  <a:pt x="3004370" y="77556"/>
                  <a:pt x="3003470" y="79423"/>
                </a:cubicBezTo>
                <a:cubicBezTo>
                  <a:pt x="3002569" y="81289"/>
                  <a:pt x="3001179" y="82930"/>
                  <a:pt x="2999300" y="84345"/>
                </a:cubicBezTo>
                <a:cubicBezTo>
                  <a:pt x="2997420" y="85762"/>
                  <a:pt x="2995037" y="86889"/>
                  <a:pt x="2992148" y="87729"/>
                </a:cubicBezTo>
                <a:cubicBezTo>
                  <a:pt x="2989259" y="88570"/>
                  <a:pt x="2985827" y="88990"/>
                  <a:pt x="2981851" y="88990"/>
                </a:cubicBezTo>
                <a:cubicBezTo>
                  <a:pt x="2978062" y="88990"/>
                  <a:pt x="2974839" y="88687"/>
                  <a:pt x="2972183" y="88080"/>
                </a:cubicBezTo>
                <a:cubicBezTo>
                  <a:pt x="2969528" y="87473"/>
                  <a:pt x="2967346" y="86633"/>
                  <a:pt x="2965637" y="85560"/>
                </a:cubicBezTo>
                <a:cubicBezTo>
                  <a:pt x="2963929" y="84486"/>
                  <a:pt x="2962686" y="83210"/>
                  <a:pt x="2961910" y="81732"/>
                </a:cubicBezTo>
                <a:cubicBezTo>
                  <a:pt x="2961133" y="80255"/>
                  <a:pt x="2960745" y="78629"/>
                  <a:pt x="2960745" y="76856"/>
                </a:cubicBezTo>
                <a:cubicBezTo>
                  <a:pt x="2960745" y="74584"/>
                  <a:pt x="2961273" y="72593"/>
                  <a:pt x="2962329" y="70882"/>
                </a:cubicBezTo>
                <a:cubicBezTo>
                  <a:pt x="2963385" y="69172"/>
                  <a:pt x="2965016" y="67523"/>
                  <a:pt x="2967221" y="65936"/>
                </a:cubicBezTo>
                <a:cubicBezTo>
                  <a:pt x="2966414" y="65564"/>
                  <a:pt x="2965715" y="65099"/>
                  <a:pt x="2965125" y="64541"/>
                </a:cubicBezTo>
                <a:cubicBezTo>
                  <a:pt x="2964535" y="63983"/>
                  <a:pt x="2964053" y="63371"/>
                  <a:pt x="2963680" y="62705"/>
                </a:cubicBezTo>
                <a:cubicBezTo>
                  <a:pt x="2963308" y="62038"/>
                  <a:pt x="2963028" y="61333"/>
                  <a:pt x="2962842" y="60589"/>
                </a:cubicBezTo>
                <a:cubicBezTo>
                  <a:pt x="2962655" y="59845"/>
                  <a:pt x="2962562" y="59116"/>
                  <a:pt x="2962562" y="58404"/>
                </a:cubicBezTo>
                <a:cubicBezTo>
                  <a:pt x="2962562" y="56389"/>
                  <a:pt x="2963036" y="54545"/>
                  <a:pt x="2963983" y="52871"/>
                </a:cubicBezTo>
                <a:cubicBezTo>
                  <a:pt x="2964931" y="51198"/>
                  <a:pt x="2966057" y="49617"/>
                  <a:pt x="2967361" y="48129"/>
                </a:cubicBezTo>
                <a:cubicBezTo>
                  <a:pt x="2966771" y="47415"/>
                  <a:pt x="2966251" y="46716"/>
                  <a:pt x="2965800" y="46033"/>
                </a:cubicBezTo>
                <a:cubicBezTo>
                  <a:pt x="2965350" y="45349"/>
                  <a:pt x="2964962" y="44611"/>
                  <a:pt x="2964636" y="43819"/>
                </a:cubicBezTo>
                <a:cubicBezTo>
                  <a:pt x="2964309" y="43027"/>
                  <a:pt x="2964061" y="42173"/>
                  <a:pt x="2963890" y="41257"/>
                </a:cubicBezTo>
                <a:cubicBezTo>
                  <a:pt x="2963719" y="40341"/>
                  <a:pt x="2963634" y="39292"/>
                  <a:pt x="2963634" y="38112"/>
                </a:cubicBezTo>
                <a:cubicBezTo>
                  <a:pt x="2963634" y="35689"/>
                  <a:pt x="2964076" y="33476"/>
                  <a:pt x="2964962" y="31473"/>
                </a:cubicBezTo>
                <a:cubicBezTo>
                  <a:pt x="2965847" y="29469"/>
                  <a:pt x="2967089" y="27753"/>
                  <a:pt x="2968689" y="26324"/>
                </a:cubicBezTo>
                <a:cubicBezTo>
                  <a:pt x="2970289" y="24895"/>
                  <a:pt x="2972214" y="23785"/>
                  <a:pt x="2974466" y="22993"/>
                </a:cubicBezTo>
                <a:cubicBezTo>
                  <a:pt x="2976718" y="22201"/>
                  <a:pt x="2979211" y="21805"/>
                  <a:pt x="2981944" y="21805"/>
                </a:cubicBezTo>
                <a:cubicBezTo>
                  <a:pt x="2983094" y="21805"/>
                  <a:pt x="2984196" y="21883"/>
                  <a:pt x="2985252" y="22038"/>
                </a:cubicBezTo>
                <a:cubicBezTo>
                  <a:pt x="2986308" y="22193"/>
                  <a:pt x="2987240" y="22395"/>
                  <a:pt x="2988048" y="22644"/>
                </a:cubicBezTo>
                <a:lnTo>
                  <a:pt x="3005007" y="22644"/>
                </a:lnTo>
                <a:lnTo>
                  <a:pt x="3005007" y="29260"/>
                </a:lnTo>
                <a:lnTo>
                  <a:pt x="2997506" y="29260"/>
                </a:lnTo>
                <a:moveTo>
                  <a:pt x="2969365" y="76157"/>
                </a:moveTo>
                <a:cubicBezTo>
                  <a:pt x="2969365" y="78369"/>
                  <a:pt x="2970514" y="79981"/>
                  <a:pt x="2972812" y="80994"/>
                </a:cubicBezTo>
                <a:cubicBezTo>
                  <a:pt x="2975111" y="82007"/>
                  <a:pt x="2978310" y="82514"/>
                  <a:pt x="2982410" y="82514"/>
                </a:cubicBezTo>
                <a:cubicBezTo>
                  <a:pt x="2984988" y="82514"/>
                  <a:pt x="2987155" y="82280"/>
                  <a:pt x="2988910" y="81812"/>
                </a:cubicBezTo>
                <a:cubicBezTo>
                  <a:pt x="2990665" y="81345"/>
                  <a:pt x="2992078" y="80730"/>
                  <a:pt x="2993150" y="79966"/>
                </a:cubicBezTo>
                <a:cubicBezTo>
                  <a:pt x="2994221" y="79202"/>
                  <a:pt x="2994990" y="78329"/>
                  <a:pt x="2995456" y="77348"/>
                </a:cubicBezTo>
                <a:cubicBezTo>
                  <a:pt x="2995922" y="76367"/>
                  <a:pt x="2996155" y="75361"/>
                  <a:pt x="2996155" y="74333"/>
                </a:cubicBezTo>
                <a:cubicBezTo>
                  <a:pt x="2996155" y="72431"/>
                  <a:pt x="2995378" y="71028"/>
                  <a:pt x="2993825" y="70125"/>
                </a:cubicBezTo>
                <a:cubicBezTo>
                  <a:pt x="2992272" y="69221"/>
                  <a:pt x="2989896" y="68692"/>
                  <a:pt x="2986697" y="68536"/>
                </a:cubicBezTo>
                <a:lnTo>
                  <a:pt x="2974490" y="68117"/>
                </a:lnTo>
                <a:cubicBezTo>
                  <a:pt x="2973465" y="68802"/>
                  <a:pt x="2972618" y="69472"/>
                  <a:pt x="2971950" y="70126"/>
                </a:cubicBezTo>
                <a:cubicBezTo>
                  <a:pt x="2971283" y="70781"/>
                  <a:pt x="2970762" y="71444"/>
                  <a:pt x="2970390" y="72114"/>
                </a:cubicBezTo>
                <a:cubicBezTo>
                  <a:pt x="2970017" y="72783"/>
                  <a:pt x="2969753" y="73453"/>
                  <a:pt x="2969598" y="74123"/>
                </a:cubicBezTo>
                <a:cubicBezTo>
                  <a:pt x="2969442" y="74794"/>
                  <a:pt x="2969365" y="75472"/>
                  <a:pt x="2969365" y="76157"/>
                </a:cubicBezTo>
                <a:moveTo>
                  <a:pt x="2971834" y="37926"/>
                </a:moveTo>
                <a:cubicBezTo>
                  <a:pt x="2971834" y="39416"/>
                  <a:pt x="2972082" y="40783"/>
                  <a:pt x="2972579" y="42026"/>
                </a:cubicBezTo>
                <a:cubicBezTo>
                  <a:pt x="2973076" y="43268"/>
                  <a:pt x="2973775" y="44324"/>
                  <a:pt x="2974676" y="45194"/>
                </a:cubicBezTo>
                <a:cubicBezTo>
                  <a:pt x="2975577" y="46064"/>
                  <a:pt x="2976641" y="46739"/>
                  <a:pt x="2977868" y="47221"/>
                </a:cubicBezTo>
                <a:cubicBezTo>
                  <a:pt x="2979094" y="47702"/>
                  <a:pt x="2980453" y="47943"/>
                  <a:pt x="2981944" y="47943"/>
                </a:cubicBezTo>
                <a:cubicBezTo>
                  <a:pt x="2983559" y="47943"/>
                  <a:pt x="2984996" y="47671"/>
                  <a:pt x="2986254" y="47127"/>
                </a:cubicBezTo>
                <a:cubicBezTo>
                  <a:pt x="2987512" y="46584"/>
                  <a:pt x="2988568" y="45846"/>
                  <a:pt x="2989422" y="44914"/>
                </a:cubicBezTo>
                <a:cubicBezTo>
                  <a:pt x="2990276" y="43982"/>
                  <a:pt x="2990929" y="42911"/>
                  <a:pt x="2991379" y="41699"/>
                </a:cubicBezTo>
                <a:cubicBezTo>
                  <a:pt x="2991829" y="40488"/>
                  <a:pt x="2992055" y="39230"/>
                  <a:pt x="2992055" y="37926"/>
                </a:cubicBezTo>
                <a:cubicBezTo>
                  <a:pt x="2992055" y="36435"/>
                  <a:pt x="2991806" y="35068"/>
                  <a:pt x="2991309" y="33826"/>
                </a:cubicBezTo>
                <a:cubicBezTo>
                  <a:pt x="2990812" y="32583"/>
                  <a:pt x="2990113" y="31527"/>
                  <a:pt x="2989213" y="30657"/>
                </a:cubicBezTo>
                <a:cubicBezTo>
                  <a:pt x="2988312" y="29788"/>
                  <a:pt x="2987248" y="29112"/>
                  <a:pt x="2986021" y="28631"/>
                </a:cubicBezTo>
                <a:cubicBezTo>
                  <a:pt x="2984794" y="28149"/>
                  <a:pt x="2983435" y="27908"/>
                  <a:pt x="2981944" y="27908"/>
                </a:cubicBezTo>
                <a:cubicBezTo>
                  <a:pt x="2980329" y="27908"/>
                  <a:pt x="2978893" y="28188"/>
                  <a:pt x="2977635" y="28747"/>
                </a:cubicBezTo>
                <a:cubicBezTo>
                  <a:pt x="2976377" y="29306"/>
                  <a:pt x="2975321" y="30044"/>
                  <a:pt x="2974466" y="30960"/>
                </a:cubicBezTo>
                <a:cubicBezTo>
                  <a:pt x="2973612" y="31876"/>
                  <a:pt x="2972960" y="32940"/>
                  <a:pt x="2972509" y="34152"/>
                </a:cubicBezTo>
                <a:cubicBezTo>
                  <a:pt x="2972059" y="35363"/>
                  <a:pt x="2971834" y="36621"/>
                  <a:pt x="2971834" y="37926"/>
                </a:cubicBezTo>
                <a:close/>
                <a:moveTo>
                  <a:pt x="3053278" y="69421"/>
                </a:moveTo>
                <a:lnTo>
                  <a:pt x="3046010" y="69421"/>
                </a:lnTo>
                <a:lnTo>
                  <a:pt x="3045731" y="61874"/>
                </a:lnTo>
                <a:cubicBezTo>
                  <a:pt x="3044333" y="63489"/>
                  <a:pt x="3043005" y="64832"/>
                  <a:pt x="3041747" y="65904"/>
                </a:cubicBezTo>
                <a:cubicBezTo>
                  <a:pt x="3040489" y="66975"/>
                  <a:pt x="3039239" y="67837"/>
                  <a:pt x="3037996" y="68490"/>
                </a:cubicBezTo>
                <a:cubicBezTo>
                  <a:pt x="3036754" y="69142"/>
                  <a:pt x="3035504" y="69600"/>
                  <a:pt x="3034246" y="69864"/>
                </a:cubicBezTo>
                <a:cubicBezTo>
                  <a:pt x="3032988" y="70128"/>
                  <a:pt x="3031660" y="70260"/>
                  <a:pt x="3030262" y="70260"/>
                </a:cubicBezTo>
                <a:cubicBezTo>
                  <a:pt x="3025448" y="70260"/>
                  <a:pt x="3021813" y="68847"/>
                  <a:pt x="3019360" y="66020"/>
                </a:cubicBezTo>
                <a:cubicBezTo>
                  <a:pt x="3016906" y="63194"/>
                  <a:pt x="3015679" y="58923"/>
                  <a:pt x="3015679" y="53208"/>
                </a:cubicBezTo>
                <a:lnTo>
                  <a:pt x="3015679" y="22644"/>
                </a:lnTo>
                <a:lnTo>
                  <a:pt x="3023786" y="22644"/>
                </a:lnTo>
                <a:lnTo>
                  <a:pt x="3023786" y="52555"/>
                </a:lnTo>
                <a:cubicBezTo>
                  <a:pt x="3023786" y="59730"/>
                  <a:pt x="3026488" y="63318"/>
                  <a:pt x="3031893" y="63318"/>
                </a:cubicBezTo>
                <a:cubicBezTo>
                  <a:pt x="3032887" y="63318"/>
                  <a:pt x="3033857" y="63170"/>
                  <a:pt x="3034805" y="62875"/>
                </a:cubicBezTo>
                <a:cubicBezTo>
                  <a:pt x="3035752" y="62580"/>
                  <a:pt x="3036746" y="62068"/>
                  <a:pt x="3037787" y="61338"/>
                </a:cubicBezTo>
                <a:cubicBezTo>
                  <a:pt x="3038827" y="60608"/>
                  <a:pt x="3039945" y="59622"/>
                  <a:pt x="3041141" y="58379"/>
                </a:cubicBezTo>
                <a:cubicBezTo>
                  <a:pt x="3042337" y="57137"/>
                  <a:pt x="3043680" y="55568"/>
                  <a:pt x="3045171" y="53674"/>
                </a:cubicBezTo>
                <a:lnTo>
                  <a:pt x="3045171" y="22644"/>
                </a:lnTo>
                <a:lnTo>
                  <a:pt x="3053278" y="22644"/>
                </a:lnTo>
                <a:lnTo>
                  <a:pt x="3053278" y="69421"/>
                </a:lnTo>
                <a:close/>
                <a:moveTo>
                  <a:pt x="3109982" y="38555"/>
                </a:moveTo>
                <a:cubicBezTo>
                  <a:pt x="3109982" y="44025"/>
                  <a:pt x="3109338" y="48750"/>
                  <a:pt x="3108049" y="52729"/>
                </a:cubicBezTo>
                <a:cubicBezTo>
                  <a:pt x="3106760" y="56707"/>
                  <a:pt x="3105020" y="59994"/>
                  <a:pt x="3102831" y="62590"/>
                </a:cubicBezTo>
                <a:cubicBezTo>
                  <a:pt x="3100641" y="65186"/>
                  <a:pt x="3098078" y="67113"/>
                  <a:pt x="3095143" y="68372"/>
                </a:cubicBezTo>
                <a:cubicBezTo>
                  <a:pt x="3092208" y="69631"/>
                  <a:pt x="3089109" y="70260"/>
                  <a:pt x="3085848" y="70260"/>
                </a:cubicBezTo>
                <a:cubicBezTo>
                  <a:pt x="3081934" y="70260"/>
                  <a:pt x="3078525" y="69553"/>
                  <a:pt x="3075621" y="68139"/>
                </a:cubicBezTo>
                <a:cubicBezTo>
                  <a:pt x="3072717" y="66725"/>
                  <a:pt x="3070310" y="64681"/>
                  <a:pt x="3068399" y="62008"/>
                </a:cubicBezTo>
                <a:cubicBezTo>
                  <a:pt x="3066489" y="59334"/>
                  <a:pt x="3065068" y="56078"/>
                  <a:pt x="3064136" y="52239"/>
                </a:cubicBezTo>
                <a:cubicBezTo>
                  <a:pt x="3063204" y="48400"/>
                  <a:pt x="3062738" y="44072"/>
                  <a:pt x="3062738" y="39253"/>
                </a:cubicBezTo>
                <a:cubicBezTo>
                  <a:pt x="3062738" y="33845"/>
                  <a:pt x="3063375" y="29151"/>
                  <a:pt x="3064649" y="25173"/>
                </a:cubicBezTo>
                <a:cubicBezTo>
                  <a:pt x="3065922" y="21194"/>
                  <a:pt x="3067654" y="17907"/>
                  <a:pt x="3069844" y="15311"/>
                </a:cubicBezTo>
                <a:cubicBezTo>
                  <a:pt x="3072033" y="12716"/>
                  <a:pt x="3074588" y="10788"/>
                  <a:pt x="3077508" y="9529"/>
                </a:cubicBezTo>
                <a:cubicBezTo>
                  <a:pt x="3080428" y="8270"/>
                  <a:pt x="3083518" y="7641"/>
                  <a:pt x="3086780" y="7641"/>
                </a:cubicBezTo>
                <a:cubicBezTo>
                  <a:pt x="3090693" y="7641"/>
                  <a:pt x="3094102" y="8356"/>
                  <a:pt x="3097007" y="9786"/>
                </a:cubicBezTo>
                <a:cubicBezTo>
                  <a:pt x="3099911" y="11215"/>
                  <a:pt x="3102326" y="13259"/>
                  <a:pt x="3104252" y="15917"/>
                </a:cubicBezTo>
                <a:cubicBezTo>
                  <a:pt x="3106177" y="18575"/>
                  <a:pt x="3107614" y="21815"/>
                  <a:pt x="3108561" y="25638"/>
                </a:cubicBezTo>
                <a:cubicBezTo>
                  <a:pt x="3109509" y="29462"/>
                  <a:pt x="3109982" y="33767"/>
                  <a:pt x="3109982" y="38555"/>
                </a:cubicBezTo>
                <a:moveTo>
                  <a:pt x="3101363" y="39160"/>
                </a:moveTo>
                <a:cubicBezTo>
                  <a:pt x="3101363" y="35585"/>
                  <a:pt x="3101091" y="32313"/>
                  <a:pt x="3100548" y="29344"/>
                </a:cubicBezTo>
                <a:cubicBezTo>
                  <a:pt x="3100004" y="26375"/>
                  <a:pt x="3099127" y="23818"/>
                  <a:pt x="3097915" y="21672"/>
                </a:cubicBezTo>
                <a:cubicBezTo>
                  <a:pt x="3096704" y="19526"/>
                  <a:pt x="3095143" y="17863"/>
                  <a:pt x="3093233" y="16681"/>
                </a:cubicBezTo>
                <a:cubicBezTo>
                  <a:pt x="3091322" y="15500"/>
                  <a:pt x="3089016" y="14909"/>
                  <a:pt x="3086314" y="14909"/>
                </a:cubicBezTo>
                <a:cubicBezTo>
                  <a:pt x="3083705" y="14909"/>
                  <a:pt x="3081461" y="15539"/>
                  <a:pt x="3079581" y="16799"/>
                </a:cubicBezTo>
                <a:cubicBezTo>
                  <a:pt x="3077702" y="18058"/>
                  <a:pt x="3076157" y="19768"/>
                  <a:pt x="3074945" y="21929"/>
                </a:cubicBezTo>
                <a:cubicBezTo>
                  <a:pt x="3073734" y="24089"/>
                  <a:pt x="3072833" y="26623"/>
                  <a:pt x="3072243" y="29530"/>
                </a:cubicBezTo>
                <a:cubicBezTo>
                  <a:pt x="3071653" y="32437"/>
                  <a:pt x="3071358" y="35523"/>
                  <a:pt x="3071358" y="38788"/>
                </a:cubicBezTo>
                <a:cubicBezTo>
                  <a:pt x="3071358" y="42394"/>
                  <a:pt x="3071637" y="45681"/>
                  <a:pt x="3072197" y="48650"/>
                </a:cubicBezTo>
                <a:cubicBezTo>
                  <a:pt x="3072756" y="51620"/>
                  <a:pt x="3073633" y="54170"/>
                  <a:pt x="3074829" y="56300"/>
                </a:cubicBezTo>
                <a:cubicBezTo>
                  <a:pt x="3076025" y="58430"/>
                  <a:pt x="3077570" y="60085"/>
                  <a:pt x="3079465" y="61267"/>
                </a:cubicBezTo>
                <a:cubicBezTo>
                  <a:pt x="3081360" y="62448"/>
                  <a:pt x="3083643" y="63038"/>
                  <a:pt x="3086314" y="63038"/>
                </a:cubicBezTo>
                <a:cubicBezTo>
                  <a:pt x="3088923" y="63038"/>
                  <a:pt x="3091175" y="62409"/>
                  <a:pt x="3093070" y="61150"/>
                </a:cubicBezTo>
                <a:cubicBezTo>
                  <a:pt x="3094964" y="59890"/>
                  <a:pt x="3096525" y="58180"/>
                  <a:pt x="3097752" y="56019"/>
                </a:cubicBezTo>
                <a:cubicBezTo>
                  <a:pt x="3098979" y="53858"/>
                  <a:pt x="3099888" y="51332"/>
                  <a:pt x="3100478" y="48441"/>
                </a:cubicBezTo>
                <a:cubicBezTo>
                  <a:pt x="3101068" y="45549"/>
                  <a:pt x="3101363" y="42456"/>
                  <a:pt x="3101363" y="39160"/>
                </a:cubicBezTo>
                <a:close/>
                <a:moveTo>
                  <a:pt x="3115016" y="22644"/>
                </a:moveTo>
                <a:lnTo>
                  <a:pt x="3124241" y="22644"/>
                </a:lnTo>
                <a:lnTo>
                  <a:pt x="3135703" y="53580"/>
                </a:lnTo>
                <a:lnTo>
                  <a:pt x="3138172" y="61128"/>
                </a:lnTo>
                <a:lnTo>
                  <a:pt x="3140735" y="53394"/>
                </a:lnTo>
                <a:lnTo>
                  <a:pt x="3152103" y="22644"/>
                </a:lnTo>
                <a:lnTo>
                  <a:pt x="3161002" y="22644"/>
                </a:lnTo>
                <a:lnTo>
                  <a:pt x="3142645" y="69421"/>
                </a:lnTo>
                <a:lnTo>
                  <a:pt x="3133327" y="69421"/>
                </a:lnTo>
                <a:lnTo>
                  <a:pt x="3115016" y="22644"/>
                </a:lnTo>
                <a:close/>
                <a:moveTo>
                  <a:pt x="3214165" y="8480"/>
                </a:moveTo>
                <a:lnTo>
                  <a:pt x="3210065" y="69421"/>
                </a:lnTo>
                <a:lnTo>
                  <a:pt x="3199303" y="69421"/>
                </a:lnTo>
                <a:lnTo>
                  <a:pt x="3191755" y="47756"/>
                </a:lnTo>
                <a:lnTo>
                  <a:pt x="3189658" y="40814"/>
                </a:lnTo>
                <a:lnTo>
                  <a:pt x="3187468" y="48315"/>
                </a:lnTo>
                <a:lnTo>
                  <a:pt x="3180480" y="69421"/>
                </a:lnTo>
                <a:lnTo>
                  <a:pt x="3170090" y="69421"/>
                </a:lnTo>
                <a:lnTo>
                  <a:pt x="3165896" y="8480"/>
                </a:lnTo>
                <a:lnTo>
                  <a:pt x="3173724" y="8480"/>
                </a:lnTo>
                <a:lnTo>
                  <a:pt x="3176100" y="49946"/>
                </a:lnTo>
                <a:lnTo>
                  <a:pt x="3176799" y="61315"/>
                </a:lnTo>
                <a:lnTo>
                  <a:pt x="3179734" y="51670"/>
                </a:lnTo>
                <a:lnTo>
                  <a:pt x="3187096" y="29073"/>
                </a:lnTo>
                <a:lnTo>
                  <a:pt x="3192826" y="29073"/>
                </a:lnTo>
                <a:lnTo>
                  <a:pt x="3201306" y="53301"/>
                </a:lnTo>
                <a:lnTo>
                  <a:pt x="3204148" y="61315"/>
                </a:lnTo>
                <a:lnTo>
                  <a:pt x="3204334" y="52928"/>
                </a:lnTo>
                <a:lnTo>
                  <a:pt x="3206757" y="8480"/>
                </a:lnTo>
                <a:lnTo>
                  <a:pt x="3214165" y="8480"/>
                </a:lnTo>
                <a:close/>
                <a:moveTo>
                  <a:pt x="3259640" y="69421"/>
                </a:moveTo>
                <a:lnTo>
                  <a:pt x="3225023" y="69421"/>
                </a:lnTo>
                <a:lnTo>
                  <a:pt x="3225023" y="8480"/>
                </a:lnTo>
                <a:lnTo>
                  <a:pt x="3259640" y="8480"/>
                </a:lnTo>
                <a:lnTo>
                  <a:pt x="3259640" y="15468"/>
                </a:lnTo>
                <a:lnTo>
                  <a:pt x="3233316" y="15468"/>
                </a:lnTo>
                <a:lnTo>
                  <a:pt x="3233316" y="34385"/>
                </a:lnTo>
                <a:lnTo>
                  <a:pt x="3258615" y="34385"/>
                </a:lnTo>
                <a:lnTo>
                  <a:pt x="3258615" y="41373"/>
                </a:lnTo>
                <a:lnTo>
                  <a:pt x="3233316" y="41373"/>
                </a:lnTo>
                <a:lnTo>
                  <a:pt x="3233316" y="62340"/>
                </a:lnTo>
                <a:lnTo>
                  <a:pt x="3259640" y="62340"/>
                </a:lnTo>
                <a:lnTo>
                  <a:pt x="3259640" y="69421"/>
                </a:lnTo>
                <a:close/>
                <a:moveTo>
                  <a:pt x="3315692" y="45660"/>
                </a:moveTo>
                <a:cubicBezTo>
                  <a:pt x="3315692" y="49294"/>
                  <a:pt x="3315180" y="52625"/>
                  <a:pt x="3314155" y="55654"/>
                </a:cubicBezTo>
                <a:cubicBezTo>
                  <a:pt x="3313130" y="58682"/>
                  <a:pt x="3311654" y="61276"/>
                  <a:pt x="3309729" y="63434"/>
                </a:cubicBezTo>
                <a:cubicBezTo>
                  <a:pt x="3307803" y="65593"/>
                  <a:pt x="3305458" y="67271"/>
                  <a:pt x="3302693" y="68466"/>
                </a:cubicBezTo>
                <a:cubicBezTo>
                  <a:pt x="3299929" y="69662"/>
                  <a:pt x="3296792" y="70260"/>
                  <a:pt x="3293282" y="70260"/>
                </a:cubicBezTo>
                <a:cubicBezTo>
                  <a:pt x="3289927" y="70260"/>
                  <a:pt x="3286922" y="69740"/>
                  <a:pt x="3284266" y="68699"/>
                </a:cubicBezTo>
                <a:cubicBezTo>
                  <a:pt x="3281611" y="67659"/>
                  <a:pt x="3279359" y="66129"/>
                  <a:pt x="3277511" y="64110"/>
                </a:cubicBezTo>
                <a:cubicBezTo>
                  <a:pt x="3275662" y="62091"/>
                  <a:pt x="3274249" y="59591"/>
                  <a:pt x="3273271" y="56609"/>
                </a:cubicBezTo>
                <a:cubicBezTo>
                  <a:pt x="3272292" y="53627"/>
                  <a:pt x="3271803" y="50195"/>
                  <a:pt x="3271803" y="46312"/>
                </a:cubicBezTo>
                <a:cubicBezTo>
                  <a:pt x="3271803" y="42678"/>
                  <a:pt x="3272316" y="39362"/>
                  <a:pt x="3273341" y="36365"/>
                </a:cubicBezTo>
                <a:cubicBezTo>
                  <a:pt x="3274366" y="33367"/>
                  <a:pt x="3275841" y="30789"/>
                  <a:pt x="3277767" y="28631"/>
                </a:cubicBezTo>
                <a:cubicBezTo>
                  <a:pt x="3279693" y="26472"/>
                  <a:pt x="3282038" y="24795"/>
                  <a:pt x="3284802" y="23599"/>
                </a:cubicBezTo>
                <a:cubicBezTo>
                  <a:pt x="3287567" y="22403"/>
                  <a:pt x="3290704" y="21805"/>
                  <a:pt x="3294214" y="21805"/>
                </a:cubicBezTo>
                <a:cubicBezTo>
                  <a:pt x="3297568" y="21805"/>
                  <a:pt x="3300573" y="22325"/>
                  <a:pt x="3303229" y="23366"/>
                </a:cubicBezTo>
                <a:cubicBezTo>
                  <a:pt x="3305885" y="24406"/>
                  <a:pt x="3308137" y="25928"/>
                  <a:pt x="3309985" y="27932"/>
                </a:cubicBezTo>
                <a:cubicBezTo>
                  <a:pt x="3311833" y="29935"/>
                  <a:pt x="3313246" y="32428"/>
                  <a:pt x="3314225" y="35410"/>
                </a:cubicBezTo>
                <a:cubicBezTo>
                  <a:pt x="3315203" y="38391"/>
                  <a:pt x="3315692" y="41808"/>
                  <a:pt x="3315692" y="45660"/>
                </a:cubicBezTo>
                <a:moveTo>
                  <a:pt x="3307399" y="46033"/>
                </a:moveTo>
                <a:cubicBezTo>
                  <a:pt x="3307399" y="43144"/>
                  <a:pt x="3307081" y="40620"/>
                  <a:pt x="3306444" y="38461"/>
                </a:cubicBezTo>
                <a:cubicBezTo>
                  <a:pt x="3305807" y="36303"/>
                  <a:pt x="3304899" y="34501"/>
                  <a:pt x="3303718" y="33057"/>
                </a:cubicBezTo>
                <a:cubicBezTo>
                  <a:pt x="3302538" y="31612"/>
                  <a:pt x="3301101" y="30525"/>
                  <a:pt x="3299409" y="29795"/>
                </a:cubicBezTo>
                <a:cubicBezTo>
                  <a:pt x="3297716" y="29065"/>
                  <a:pt x="3295829" y="28700"/>
                  <a:pt x="3293748" y="28700"/>
                </a:cubicBezTo>
                <a:cubicBezTo>
                  <a:pt x="3291325" y="28700"/>
                  <a:pt x="3289252" y="29174"/>
                  <a:pt x="3287528" y="30121"/>
                </a:cubicBezTo>
                <a:cubicBezTo>
                  <a:pt x="3285804" y="31069"/>
                  <a:pt x="3284391" y="32335"/>
                  <a:pt x="3283288" y="33919"/>
                </a:cubicBezTo>
                <a:cubicBezTo>
                  <a:pt x="3282185" y="35503"/>
                  <a:pt x="3281378" y="37343"/>
                  <a:pt x="3280865" y="39440"/>
                </a:cubicBezTo>
                <a:cubicBezTo>
                  <a:pt x="3280353" y="41536"/>
                  <a:pt x="3280096" y="43734"/>
                  <a:pt x="3280096" y="46033"/>
                </a:cubicBezTo>
                <a:cubicBezTo>
                  <a:pt x="3280096" y="48921"/>
                  <a:pt x="3280415" y="51453"/>
                  <a:pt x="3281052" y="53627"/>
                </a:cubicBezTo>
                <a:cubicBezTo>
                  <a:pt x="3281688" y="55801"/>
                  <a:pt x="3282597" y="57611"/>
                  <a:pt x="3283777" y="59055"/>
                </a:cubicBezTo>
                <a:cubicBezTo>
                  <a:pt x="3284957" y="60499"/>
                  <a:pt x="3286386" y="61586"/>
                  <a:pt x="3288064" y="62316"/>
                </a:cubicBezTo>
                <a:cubicBezTo>
                  <a:pt x="3289741" y="63046"/>
                  <a:pt x="3291636" y="63411"/>
                  <a:pt x="3293748" y="63411"/>
                </a:cubicBezTo>
                <a:cubicBezTo>
                  <a:pt x="3296171" y="63411"/>
                  <a:pt x="3298244" y="62937"/>
                  <a:pt x="3299968" y="61990"/>
                </a:cubicBezTo>
                <a:cubicBezTo>
                  <a:pt x="3301692" y="61043"/>
                  <a:pt x="3303105" y="59777"/>
                  <a:pt x="3304208" y="58193"/>
                </a:cubicBezTo>
                <a:cubicBezTo>
                  <a:pt x="3305310" y="56609"/>
                  <a:pt x="3306118" y="54768"/>
                  <a:pt x="3306630" y="52672"/>
                </a:cubicBezTo>
                <a:cubicBezTo>
                  <a:pt x="3307143" y="50575"/>
                  <a:pt x="3307399" y="48362"/>
                  <a:pt x="3307399" y="46033"/>
                </a:cubicBezTo>
                <a:close/>
                <a:moveTo>
                  <a:pt x="3342764" y="10204"/>
                </a:moveTo>
                <a:lnTo>
                  <a:pt x="3328926" y="10204"/>
                </a:lnTo>
                <a:lnTo>
                  <a:pt x="3328926" y="3541"/>
                </a:lnTo>
                <a:lnTo>
                  <a:pt x="3350964" y="3541"/>
                </a:lnTo>
                <a:lnTo>
                  <a:pt x="3350964" y="62666"/>
                </a:lnTo>
                <a:lnTo>
                  <a:pt x="3364895" y="62666"/>
                </a:lnTo>
                <a:lnTo>
                  <a:pt x="3364895" y="69421"/>
                </a:lnTo>
                <a:lnTo>
                  <a:pt x="3327389" y="69421"/>
                </a:lnTo>
                <a:lnTo>
                  <a:pt x="3327389" y="62666"/>
                </a:lnTo>
                <a:lnTo>
                  <a:pt x="3342764" y="62666"/>
                </a:lnTo>
                <a:lnTo>
                  <a:pt x="3342764" y="10204"/>
                </a:lnTo>
                <a:close/>
                <a:moveTo>
                  <a:pt x="3422577" y="69421"/>
                </a:moveTo>
                <a:lnTo>
                  <a:pt x="3412094" y="69421"/>
                </a:lnTo>
                <a:lnTo>
                  <a:pt x="3397278" y="44821"/>
                </a:lnTo>
                <a:lnTo>
                  <a:pt x="3382415" y="69421"/>
                </a:lnTo>
                <a:lnTo>
                  <a:pt x="3372072" y="69421"/>
                </a:lnTo>
                <a:lnTo>
                  <a:pt x="3392339" y="38275"/>
                </a:lnTo>
                <a:lnTo>
                  <a:pt x="3373703" y="8480"/>
                </a:lnTo>
                <a:lnTo>
                  <a:pt x="3383534" y="8480"/>
                </a:lnTo>
                <a:lnTo>
                  <a:pt x="3397464" y="31403"/>
                </a:lnTo>
                <a:lnTo>
                  <a:pt x="3411488" y="8480"/>
                </a:lnTo>
                <a:lnTo>
                  <a:pt x="3421040" y="8480"/>
                </a:lnTo>
                <a:lnTo>
                  <a:pt x="3402357" y="37901"/>
                </a:lnTo>
                <a:lnTo>
                  <a:pt x="3422577" y="69421"/>
                </a:lnTo>
                <a:close/>
                <a:moveTo>
                  <a:pt x="3448950" y="54745"/>
                </a:moveTo>
                <a:cubicBezTo>
                  <a:pt x="3450006" y="54745"/>
                  <a:pt x="3451008" y="54947"/>
                  <a:pt x="3451955" y="55351"/>
                </a:cubicBezTo>
                <a:cubicBezTo>
                  <a:pt x="3452903" y="55755"/>
                  <a:pt x="3453726" y="56314"/>
                  <a:pt x="3454425" y="57028"/>
                </a:cubicBezTo>
                <a:cubicBezTo>
                  <a:pt x="3455124" y="57743"/>
                  <a:pt x="3455675" y="58573"/>
                  <a:pt x="3456079" y="59521"/>
                </a:cubicBezTo>
                <a:cubicBezTo>
                  <a:pt x="3456482" y="60468"/>
                  <a:pt x="3456684" y="61485"/>
                  <a:pt x="3456684" y="62573"/>
                </a:cubicBezTo>
                <a:cubicBezTo>
                  <a:pt x="3456684" y="63629"/>
                  <a:pt x="3456482" y="64623"/>
                  <a:pt x="3456079" y="65554"/>
                </a:cubicBezTo>
                <a:cubicBezTo>
                  <a:pt x="3455675" y="66486"/>
                  <a:pt x="3455124" y="67302"/>
                  <a:pt x="3454425" y="68000"/>
                </a:cubicBezTo>
                <a:cubicBezTo>
                  <a:pt x="3453726" y="68699"/>
                  <a:pt x="3452903" y="69251"/>
                  <a:pt x="3451955" y="69654"/>
                </a:cubicBezTo>
                <a:cubicBezTo>
                  <a:pt x="3451008" y="70058"/>
                  <a:pt x="3450006" y="70260"/>
                  <a:pt x="3448950" y="70260"/>
                </a:cubicBezTo>
                <a:cubicBezTo>
                  <a:pt x="3447863" y="70260"/>
                  <a:pt x="3446854" y="70058"/>
                  <a:pt x="3445922" y="69654"/>
                </a:cubicBezTo>
                <a:cubicBezTo>
                  <a:pt x="3444990" y="69251"/>
                  <a:pt x="3444175" y="68699"/>
                  <a:pt x="3443476" y="68000"/>
                </a:cubicBezTo>
                <a:cubicBezTo>
                  <a:pt x="3442777" y="67302"/>
                  <a:pt x="3442225" y="66486"/>
                  <a:pt x="3441822" y="65554"/>
                </a:cubicBezTo>
                <a:cubicBezTo>
                  <a:pt x="3441418" y="64623"/>
                  <a:pt x="3441216" y="63629"/>
                  <a:pt x="3441216" y="62573"/>
                </a:cubicBezTo>
                <a:cubicBezTo>
                  <a:pt x="3441216" y="61485"/>
                  <a:pt x="3441418" y="60468"/>
                  <a:pt x="3441822" y="59521"/>
                </a:cubicBezTo>
                <a:cubicBezTo>
                  <a:pt x="3442225" y="58573"/>
                  <a:pt x="3442777" y="57743"/>
                  <a:pt x="3443476" y="57028"/>
                </a:cubicBezTo>
                <a:cubicBezTo>
                  <a:pt x="3444175" y="56314"/>
                  <a:pt x="3444990" y="55755"/>
                  <a:pt x="3445922" y="55351"/>
                </a:cubicBezTo>
                <a:cubicBezTo>
                  <a:pt x="3446854" y="54947"/>
                  <a:pt x="3447863" y="54745"/>
                  <a:pt x="3448950" y="54745"/>
                </a:cubicBezTo>
                <a:close/>
                <a:moveTo>
                  <a:pt x="3514087" y="22644"/>
                </a:moveTo>
                <a:lnTo>
                  <a:pt x="3514087" y="68583"/>
                </a:lnTo>
                <a:cubicBezTo>
                  <a:pt x="3514087" y="71844"/>
                  <a:pt x="3513621" y="74741"/>
                  <a:pt x="3512690" y="77272"/>
                </a:cubicBezTo>
                <a:cubicBezTo>
                  <a:pt x="3511758" y="79804"/>
                  <a:pt x="3510422" y="81939"/>
                  <a:pt x="3508683" y="83679"/>
                </a:cubicBezTo>
                <a:cubicBezTo>
                  <a:pt x="3506943" y="85418"/>
                  <a:pt x="3504808" y="86738"/>
                  <a:pt x="3502276" y="87639"/>
                </a:cubicBezTo>
                <a:cubicBezTo>
                  <a:pt x="3499745" y="88540"/>
                  <a:pt x="3496895" y="88990"/>
                  <a:pt x="3493727" y="88990"/>
                </a:cubicBezTo>
                <a:cubicBezTo>
                  <a:pt x="3491428" y="88990"/>
                  <a:pt x="3489184" y="88776"/>
                  <a:pt x="3486994" y="88348"/>
                </a:cubicBezTo>
                <a:cubicBezTo>
                  <a:pt x="3484804" y="87921"/>
                  <a:pt x="3482824" y="87327"/>
                  <a:pt x="3481054" y="86567"/>
                </a:cubicBezTo>
                <a:lnTo>
                  <a:pt x="3481054" y="78833"/>
                </a:lnTo>
                <a:cubicBezTo>
                  <a:pt x="3482017" y="79337"/>
                  <a:pt x="3483049" y="79793"/>
                  <a:pt x="3484152" y="80203"/>
                </a:cubicBezTo>
                <a:cubicBezTo>
                  <a:pt x="3485255" y="80613"/>
                  <a:pt x="3486389" y="80959"/>
                  <a:pt x="3487553" y="81243"/>
                </a:cubicBezTo>
                <a:cubicBezTo>
                  <a:pt x="3488718" y="81527"/>
                  <a:pt x="3489891" y="81740"/>
                  <a:pt x="3491071" y="81882"/>
                </a:cubicBezTo>
                <a:cubicBezTo>
                  <a:pt x="3492251" y="82024"/>
                  <a:pt x="3493401" y="82094"/>
                  <a:pt x="3494519" y="82094"/>
                </a:cubicBezTo>
                <a:cubicBezTo>
                  <a:pt x="3498060" y="82094"/>
                  <a:pt x="3500840" y="80976"/>
                  <a:pt x="3502859" y="78740"/>
                </a:cubicBezTo>
                <a:cubicBezTo>
                  <a:pt x="3504878" y="76503"/>
                  <a:pt x="3505887" y="73211"/>
                  <a:pt x="3505887" y="68862"/>
                </a:cubicBezTo>
                <a:lnTo>
                  <a:pt x="3505887" y="29353"/>
                </a:lnTo>
                <a:lnTo>
                  <a:pt x="3482964" y="29353"/>
                </a:lnTo>
                <a:lnTo>
                  <a:pt x="3482964" y="22644"/>
                </a:lnTo>
                <a:lnTo>
                  <a:pt x="3514087" y="22644"/>
                </a:lnTo>
                <a:moveTo>
                  <a:pt x="3509195" y="2982"/>
                </a:moveTo>
                <a:cubicBezTo>
                  <a:pt x="3510096" y="2982"/>
                  <a:pt x="3510935" y="3145"/>
                  <a:pt x="3511711" y="3471"/>
                </a:cubicBezTo>
                <a:cubicBezTo>
                  <a:pt x="3512488" y="3797"/>
                  <a:pt x="3513163" y="4255"/>
                  <a:pt x="3513738" y="4846"/>
                </a:cubicBezTo>
                <a:cubicBezTo>
                  <a:pt x="3514312" y="5436"/>
                  <a:pt x="3514763" y="6119"/>
                  <a:pt x="3515089" y="6896"/>
                </a:cubicBezTo>
                <a:cubicBezTo>
                  <a:pt x="3515415" y="7672"/>
                  <a:pt x="3515578" y="8495"/>
                  <a:pt x="3515578" y="9365"/>
                </a:cubicBezTo>
                <a:cubicBezTo>
                  <a:pt x="3515578" y="10266"/>
                  <a:pt x="3515415" y="11097"/>
                  <a:pt x="3515089" y="11858"/>
                </a:cubicBezTo>
                <a:cubicBezTo>
                  <a:pt x="3514763" y="12619"/>
                  <a:pt x="3514312" y="13294"/>
                  <a:pt x="3513738" y="13884"/>
                </a:cubicBezTo>
                <a:cubicBezTo>
                  <a:pt x="3513163" y="14474"/>
                  <a:pt x="3512488" y="14933"/>
                  <a:pt x="3511711" y="15259"/>
                </a:cubicBezTo>
                <a:cubicBezTo>
                  <a:pt x="3510935" y="15585"/>
                  <a:pt x="3510096" y="15748"/>
                  <a:pt x="3509195" y="15748"/>
                </a:cubicBezTo>
                <a:cubicBezTo>
                  <a:pt x="3508294" y="15748"/>
                  <a:pt x="3507456" y="15585"/>
                  <a:pt x="3506679" y="15259"/>
                </a:cubicBezTo>
                <a:cubicBezTo>
                  <a:pt x="3505903" y="14933"/>
                  <a:pt x="3505227" y="14474"/>
                  <a:pt x="3504652" y="13884"/>
                </a:cubicBezTo>
                <a:cubicBezTo>
                  <a:pt x="3504078" y="13294"/>
                  <a:pt x="3503627" y="12619"/>
                  <a:pt x="3503301" y="11858"/>
                </a:cubicBezTo>
                <a:cubicBezTo>
                  <a:pt x="3502975" y="11097"/>
                  <a:pt x="3502812" y="10266"/>
                  <a:pt x="3502812" y="9365"/>
                </a:cubicBezTo>
                <a:cubicBezTo>
                  <a:pt x="3502812" y="8495"/>
                  <a:pt x="3502975" y="7672"/>
                  <a:pt x="3503301" y="6896"/>
                </a:cubicBezTo>
                <a:cubicBezTo>
                  <a:pt x="3503627" y="6119"/>
                  <a:pt x="3504078" y="5436"/>
                  <a:pt x="3504652" y="4846"/>
                </a:cubicBezTo>
                <a:cubicBezTo>
                  <a:pt x="3505227" y="4255"/>
                  <a:pt x="3505903" y="3797"/>
                  <a:pt x="3506679" y="3471"/>
                </a:cubicBezTo>
                <a:cubicBezTo>
                  <a:pt x="3507456" y="3145"/>
                  <a:pt x="3508294" y="2982"/>
                  <a:pt x="3509195" y="2982"/>
                </a:cubicBezTo>
                <a:close/>
                <a:moveTo>
                  <a:pt x="3571304" y="56655"/>
                </a:moveTo>
                <a:cubicBezTo>
                  <a:pt x="3571304" y="58302"/>
                  <a:pt x="3571024" y="59777"/>
                  <a:pt x="3570465" y="61082"/>
                </a:cubicBezTo>
                <a:cubicBezTo>
                  <a:pt x="3569906" y="62386"/>
                  <a:pt x="3569145" y="63543"/>
                  <a:pt x="3568182" y="64553"/>
                </a:cubicBezTo>
                <a:cubicBezTo>
                  <a:pt x="3567219" y="65562"/>
                  <a:pt x="3566101" y="66424"/>
                  <a:pt x="3564828" y="67139"/>
                </a:cubicBezTo>
                <a:cubicBezTo>
                  <a:pt x="3563554" y="67853"/>
                  <a:pt x="3562195" y="68443"/>
                  <a:pt x="3560751" y="68909"/>
                </a:cubicBezTo>
                <a:cubicBezTo>
                  <a:pt x="3559306" y="69375"/>
                  <a:pt x="3557823" y="69717"/>
                  <a:pt x="3556301" y="69934"/>
                </a:cubicBezTo>
                <a:cubicBezTo>
                  <a:pt x="3554779" y="70151"/>
                  <a:pt x="3553288" y="70260"/>
                  <a:pt x="3551828" y="70260"/>
                </a:cubicBezTo>
                <a:cubicBezTo>
                  <a:pt x="3548660" y="70260"/>
                  <a:pt x="3545748" y="70120"/>
                  <a:pt x="3543093" y="69841"/>
                </a:cubicBezTo>
                <a:cubicBezTo>
                  <a:pt x="3540437" y="69561"/>
                  <a:pt x="3537835" y="69111"/>
                  <a:pt x="3535288" y="68490"/>
                </a:cubicBezTo>
                <a:lnTo>
                  <a:pt x="3535288" y="61035"/>
                </a:lnTo>
                <a:cubicBezTo>
                  <a:pt x="3538022" y="61812"/>
                  <a:pt x="3540740" y="62402"/>
                  <a:pt x="3543442" y="62805"/>
                </a:cubicBezTo>
                <a:cubicBezTo>
                  <a:pt x="3546144" y="63209"/>
                  <a:pt x="3548831" y="63411"/>
                  <a:pt x="3551502" y="63411"/>
                </a:cubicBezTo>
                <a:cubicBezTo>
                  <a:pt x="3555385" y="63411"/>
                  <a:pt x="3558258" y="62883"/>
                  <a:pt x="3560122" y="61827"/>
                </a:cubicBezTo>
                <a:cubicBezTo>
                  <a:pt x="3561985" y="60771"/>
                  <a:pt x="3562917" y="59265"/>
                  <a:pt x="3562917" y="57308"/>
                </a:cubicBezTo>
                <a:cubicBezTo>
                  <a:pt x="3562917" y="56469"/>
                  <a:pt x="3562770" y="55716"/>
                  <a:pt x="3562475" y="55048"/>
                </a:cubicBezTo>
                <a:cubicBezTo>
                  <a:pt x="3562180" y="54380"/>
                  <a:pt x="3561644" y="53743"/>
                  <a:pt x="3560867" y="53138"/>
                </a:cubicBezTo>
                <a:cubicBezTo>
                  <a:pt x="3560091" y="52532"/>
                  <a:pt x="3558887" y="51903"/>
                  <a:pt x="3557256" y="51251"/>
                </a:cubicBezTo>
                <a:cubicBezTo>
                  <a:pt x="3555626" y="50598"/>
                  <a:pt x="3553397" y="49853"/>
                  <a:pt x="3550571" y="49014"/>
                </a:cubicBezTo>
                <a:cubicBezTo>
                  <a:pt x="3548458" y="48393"/>
                  <a:pt x="3546509" y="47687"/>
                  <a:pt x="3544723" y="46894"/>
                </a:cubicBezTo>
                <a:cubicBezTo>
                  <a:pt x="3542937" y="46102"/>
                  <a:pt x="3541392" y="45163"/>
                  <a:pt x="3540087" y="44076"/>
                </a:cubicBezTo>
                <a:cubicBezTo>
                  <a:pt x="3538783" y="42989"/>
                  <a:pt x="3537758" y="41715"/>
                  <a:pt x="3537012" y="40255"/>
                </a:cubicBezTo>
                <a:cubicBezTo>
                  <a:pt x="3536267" y="38795"/>
                  <a:pt x="3535894" y="37071"/>
                  <a:pt x="3535894" y="35083"/>
                </a:cubicBezTo>
                <a:cubicBezTo>
                  <a:pt x="3535894" y="33779"/>
                  <a:pt x="3536197" y="32350"/>
                  <a:pt x="3536803" y="30797"/>
                </a:cubicBezTo>
                <a:cubicBezTo>
                  <a:pt x="3537408" y="29244"/>
                  <a:pt x="3538441" y="27800"/>
                  <a:pt x="3539901" y="26464"/>
                </a:cubicBezTo>
                <a:cubicBezTo>
                  <a:pt x="3541361" y="25128"/>
                  <a:pt x="3543333" y="24018"/>
                  <a:pt x="3545818" y="23133"/>
                </a:cubicBezTo>
                <a:cubicBezTo>
                  <a:pt x="3548303" y="22247"/>
                  <a:pt x="3551409" y="21805"/>
                  <a:pt x="3555136" y="21805"/>
                </a:cubicBezTo>
                <a:cubicBezTo>
                  <a:pt x="3556969" y="21805"/>
                  <a:pt x="3559004" y="21906"/>
                  <a:pt x="3561240" y="22108"/>
                </a:cubicBezTo>
                <a:cubicBezTo>
                  <a:pt x="3563476" y="22310"/>
                  <a:pt x="3565806" y="22659"/>
                  <a:pt x="3568229" y="23156"/>
                </a:cubicBezTo>
                <a:lnTo>
                  <a:pt x="3568229" y="30378"/>
                </a:lnTo>
                <a:cubicBezTo>
                  <a:pt x="3565682" y="29757"/>
                  <a:pt x="3563267" y="29298"/>
                  <a:pt x="3560984" y="29003"/>
                </a:cubicBezTo>
                <a:cubicBezTo>
                  <a:pt x="3558701" y="28708"/>
                  <a:pt x="3556721" y="28561"/>
                  <a:pt x="3555043" y="28561"/>
                </a:cubicBezTo>
                <a:cubicBezTo>
                  <a:pt x="3553024" y="28561"/>
                  <a:pt x="3551324" y="28716"/>
                  <a:pt x="3549942" y="29027"/>
                </a:cubicBezTo>
                <a:cubicBezTo>
                  <a:pt x="3548559" y="29337"/>
                  <a:pt x="3547441" y="29764"/>
                  <a:pt x="3546587" y="30308"/>
                </a:cubicBezTo>
                <a:cubicBezTo>
                  <a:pt x="3545733" y="30851"/>
                  <a:pt x="3545119" y="31488"/>
                  <a:pt x="3544747" y="32218"/>
                </a:cubicBezTo>
                <a:cubicBezTo>
                  <a:pt x="3544374" y="32948"/>
                  <a:pt x="3544187" y="33732"/>
                  <a:pt x="3544187" y="34571"/>
                </a:cubicBezTo>
                <a:cubicBezTo>
                  <a:pt x="3544187" y="35410"/>
                  <a:pt x="3544351" y="36171"/>
                  <a:pt x="3544677" y="36854"/>
                </a:cubicBezTo>
                <a:cubicBezTo>
                  <a:pt x="3545003" y="37537"/>
                  <a:pt x="3545609" y="38197"/>
                  <a:pt x="3546494" y="38834"/>
                </a:cubicBezTo>
                <a:cubicBezTo>
                  <a:pt x="3547379" y="39471"/>
                  <a:pt x="3548614" y="40108"/>
                  <a:pt x="3550198" y="40744"/>
                </a:cubicBezTo>
                <a:cubicBezTo>
                  <a:pt x="3551782" y="41381"/>
                  <a:pt x="3553847" y="42072"/>
                  <a:pt x="3556394" y="42818"/>
                </a:cubicBezTo>
                <a:cubicBezTo>
                  <a:pt x="3559159" y="43625"/>
                  <a:pt x="3561488" y="44472"/>
                  <a:pt x="3563383" y="45357"/>
                </a:cubicBezTo>
                <a:cubicBezTo>
                  <a:pt x="3565278" y="46242"/>
                  <a:pt x="3566815" y="47228"/>
                  <a:pt x="3567996" y="48315"/>
                </a:cubicBezTo>
                <a:cubicBezTo>
                  <a:pt x="3569176" y="49403"/>
                  <a:pt x="3570023" y="50630"/>
                  <a:pt x="3570535" y="51996"/>
                </a:cubicBezTo>
                <a:cubicBezTo>
                  <a:pt x="3571048" y="53363"/>
                  <a:pt x="3571304" y="54916"/>
                  <a:pt x="3571304" y="56655"/>
                </a:cubicBezTo>
                <a:close/>
                <a:moveTo>
                  <a:pt x="3626843" y="45660"/>
                </a:moveTo>
                <a:cubicBezTo>
                  <a:pt x="3626843" y="49294"/>
                  <a:pt x="3626330" y="52625"/>
                  <a:pt x="3625305" y="55654"/>
                </a:cubicBezTo>
                <a:cubicBezTo>
                  <a:pt x="3624280" y="58682"/>
                  <a:pt x="3622805" y="61276"/>
                  <a:pt x="3620879" y="63434"/>
                </a:cubicBezTo>
                <a:cubicBezTo>
                  <a:pt x="3618953" y="65593"/>
                  <a:pt x="3616608" y="67271"/>
                  <a:pt x="3613844" y="68466"/>
                </a:cubicBezTo>
                <a:cubicBezTo>
                  <a:pt x="3611080" y="69662"/>
                  <a:pt x="3607942" y="70260"/>
                  <a:pt x="3604432" y="70260"/>
                </a:cubicBezTo>
                <a:cubicBezTo>
                  <a:pt x="3601078" y="70260"/>
                  <a:pt x="3598073" y="69740"/>
                  <a:pt x="3595417" y="68699"/>
                </a:cubicBezTo>
                <a:cubicBezTo>
                  <a:pt x="3592761" y="67659"/>
                  <a:pt x="3590509" y="66129"/>
                  <a:pt x="3588661" y="64110"/>
                </a:cubicBezTo>
                <a:cubicBezTo>
                  <a:pt x="3586813" y="62091"/>
                  <a:pt x="3585400" y="59591"/>
                  <a:pt x="3584421" y="56609"/>
                </a:cubicBezTo>
                <a:cubicBezTo>
                  <a:pt x="3583443" y="53627"/>
                  <a:pt x="3582954" y="50195"/>
                  <a:pt x="3582954" y="46312"/>
                </a:cubicBezTo>
                <a:cubicBezTo>
                  <a:pt x="3582954" y="42678"/>
                  <a:pt x="3583466" y="39362"/>
                  <a:pt x="3584491" y="36365"/>
                </a:cubicBezTo>
                <a:cubicBezTo>
                  <a:pt x="3585516" y="33367"/>
                  <a:pt x="3586992" y="30789"/>
                  <a:pt x="3588917" y="28631"/>
                </a:cubicBezTo>
                <a:cubicBezTo>
                  <a:pt x="3590843" y="26472"/>
                  <a:pt x="3593188" y="24795"/>
                  <a:pt x="3595953" y="23599"/>
                </a:cubicBezTo>
                <a:cubicBezTo>
                  <a:pt x="3598717" y="22403"/>
                  <a:pt x="3601854" y="21805"/>
                  <a:pt x="3605364" y="21805"/>
                </a:cubicBezTo>
                <a:cubicBezTo>
                  <a:pt x="3608719" y="21805"/>
                  <a:pt x="3611724" y="22325"/>
                  <a:pt x="3614380" y="23366"/>
                </a:cubicBezTo>
                <a:cubicBezTo>
                  <a:pt x="3617035" y="24406"/>
                  <a:pt x="3619287" y="25928"/>
                  <a:pt x="3621136" y="27932"/>
                </a:cubicBezTo>
                <a:cubicBezTo>
                  <a:pt x="3622984" y="29935"/>
                  <a:pt x="3624397" y="32428"/>
                  <a:pt x="3625375" y="35410"/>
                </a:cubicBezTo>
                <a:cubicBezTo>
                  <a:pt x="3626354" y="38391"/>
                  <a:pt x="3626843" y="41808"/>
                  <a:pt x="3626843" y="45660"/>
                </a:cubicBezTo>
                <a:moveTo>
                  <a:pt x="3618550" y="46033"/>
                </a:moveTo>
                <a:cubicBezTo>
                  <a:pt x="3618550" y="43144"/>
                  <a:pt x="3618231" y="40620"/>
                  <a:pt x="3617595" y="38461"/>
                </a:cubicBezTo>
                <a:cubicBezTo>
                  <a:pt x="3616958" y="36303"/>
                  <a:pt x="3616049" y="34501"/>
                  <a:pt x="3614869" y="33057"/>
                </a:cubicBezTo>
                <a:cubicBezTo>
                  <a:pt x="3613689" y="31612"/>
                  <a:pt x="3612252" y="30525"/>
                  <a:pt x="3610559" y="29795"/>
                </a:cubicBezTo>
                <a:cubicBezTo>
                  <a:pt x="3608866" y="29065"/>
                  <a:pt x="3606979" y="28700"/>
                  <a:pt x="3604898" y="28700"/>
                </a:cubicBezTo>
                <a:cubicBezTo>
                  <a:pt x="3602476" y="28700"/>
                  <a:pt x="3600402" y="29174"/>
                  <a:pt x="3598678" y="30121"/>
                </a:cubicBezTo>
                <a:cubicBezTo>
                  <a:pt x="3596954" y="31069"/>
                  <a:pt x="3595541" y="32335"/>
                  <a:pt x="3594439" y="33919"/>
                </a:cubicBezTo>
                <a:cubicBezTo>
                  <a:pt x="3593336" y="35503"/>
                  <a:pt x="3592528" y="37343"/>
                  <a:pt x="3592016" y="39440"/>
                </a:cubicBezTo>
                <a:cubicBezTo>
                  <a:pt x="3591503" y="41536"/>
                  <a:pt x="3591247" y="43734"/>
                  <a:pt x="3591247" y="46033"/>
                </a:cubicBezTo>
                <a:cubicBezTo>
                  <a:pt x="3591247" y="48921"/>
                  <a:pt x="3591565" y="51453"/>
                  <a:pt x="3592202" y="53627"/>
                </a:cubicBezTo>
                <a:cubicBezTo>
                  <a:pt x="3592839" y="55801"/>
                  <a:pt x="3593747" y="57611"/>
                  <a:pt x="3594928" y="59055"/>
                </a:cubicBezTo>
                <a:cubicBezTo>
                  <a:pt x="3596108" y="60499"/>
                  <a:pt x="3597537" y="61586"/>
                  <a:pt x="3599214" y="62316"/>
                </a:cubicBezTo>
                <a:cubicBezTo>
                  <a:pt x="3600891" y="63046"/>
                  <a:pt x="3602786" y="63411"/>
                  <a:pt x="3604898" y="63411"/>
                </a:cubicBezTo>
                <a:cubicBezTo>
                  <a:pt x="3607321" y="63411"/>
                  <a:pt x="3609394" y="62937"/>
                  <a:pt x="3611118" y="61990"/>
                </a:cubicBezTo>
                <a:cubicBezTo>
                  <a:pt x="3612842" y="61043"/>
                  <a:pt x="3614255" y="59777"/>
                  <a:pt x="3615358" y="58193"/>
                </a:cubicBezTo>
                <a:cubicBezTo>
                  <a:pt x="3616461" y="56609"/>
                  <a:pt x="3617268" y="54768"/>
                  <a:pt x="3617781" y="52672"/>
                </a:cubicBezTo>
                <a:cubicBezTo>
                  <a:pt x="3618293" y="50575"/>
                  <a:pt x="3618550" y="48362"/>
                  <a:pt x="3618550" y="46033"/>
                </a:cubicBezTo>
                <a:close/>
                <a:moveTo>
                  <a:pt x="3637980" y="22644"/>
                </a:moveTo>
                <a:lnTo>
                  <a:pt x="3645202" y="22644"/>
                </a:lnTo>
                <a:lnTo>
                  <a:pt x="3645528" y="30191"/>
                </a:lnTo>
                <a:cubicBezTo>
                  <a:pt x="3646895" y="28576"/>
                  <a:pt x="3648215" y="27233"/>
                  <a:pt x="3649489" y="26161"/>
                </a:cubicBezTo>
                <a:cubicBezTo>
                  <a:pt x="3650762" y="25090"/>
                  <a:pt x="3652012" y="24228"/>
                  <a:pt x="3653239" y="23575"/>
                </a:cubicBezTo>
                <a:cubicBezTo>
                  <a:pt x="3654466" y="22923"/>
                  <a:pt x="3655716" y="22465"/>
                  <a:pt x="3656990" y="22201"/>
                </a:cubicBezTo>
                <a:cubicBezTo>
                  <a:pt x="3658263" y="21937"/>
                  <a:pt x="3659583" y="21805"/>
                  <a:pt x="3660950" y="21805"/>
                </a:cubicBezTo>
                <a:cubicBezTo>
                  <a:pt x="3665765" y="21805"/>
                  <a:pt x="3669406" y="23226"/>
                  <a:pt x="3671876" y="26068"/>
                </a:cubicBezTo>
                <a:cubicBezTo>
                  <a:pt x="3674345" y="28910"/>
                  <a:pt x="3675580" y="33189"/>
                  <a:pt x="3675580" y="38904"/>
                </a:cubicBezTo>
                <a:lnTo>
                  <a:pt x="3675580" y="69421"/>
                </a:lnTo>
                <a:lnTo>
                  <a:pt x="3667473" y="69421"/>
                </a:lnTo>
                <a:lnTo>
                  <a:pt x="3667473" y="39556"/>
                </a:lnTo>
                <a:cubicBezTo>
                  <a:pt x="3667473" y="35891"/>
                  <a:pt x="3666790" y="33181"/>
                  <a:pt x="3665423" y="31426"/>
                </a:cubicBezTo>
                <a:cubicBezTo>
                  <a:pt x="3664056" y="29671"/>
                  <a:pt x="3662022" y="28794"/>
                  <a:pt x="3659319" y="28794"/>
                </a:cubicBezTo>
                <a:cubicBezTo>
                  <a:pt x="3658325" y="28794"/>
                  <a:pt x="3657355" y="28941"/>
                  <a:pt x="3656407" y="29236"/>
                </a:cubicBezTo>
                <a:cubicBezTo>
                  <a:pt x="3655460" y="29531"/>
                  <a:pt x="3654474" y="30044"/>
                  <a:pt x="3653449" y="30774"/>
                </a:cubicBezTo>
                <a:cubicBezTo>
                  <a:pt x="3652424" y="31504"/>
                  <a:pt x="3651313" y="32490"/>
                  <a:pt x="3650118" y="33732"/>
                </a:cubicBezTo>
                <a:cubicBezTo>
                  <a:pt x="3648922" y="34975"/>
                  <a:pt x="3647578" y="36528"/>
                  <a:pt x="3646087" y="38391"/>
                </a:cubicBezTo>
                <a:lnTo>
                  <a:pt x="3646087" y="69421"/>
                </a:lnTo>
                <a:lnTo>
                  <a:pt x="3637980" y="69421"/>
                </a:lnTo>
                <a:lnTo>
                  <a:pt x="3637980" y="22644"/>
                </a:lnTo>
                <a:close/>
                <a:moveTo>
                  <a:pt x="3693646" y="27536"/>
                </a:moveTo>
                <a:cubicBezTo>
                  <a:pt x="3695230" y="27598"/>
                  <a:pt x="3696767" y="27466"/>
                  <a:pt x="3698258" y="27140"/>
                </a:cubicBezTo>
                <a:cubicBezTo>
                  <a:pt x="3699749" y="26812"/>
                  <a:pt x="3701061" y="26315"/>
                  <a:pt x="3702195" y="25646"/>
                </a:cubicBezTo>
                <a:cubicBezTo>
                  <a:pt x="3703329" y="24976"/>
                  <a:pt x="3704237" y="24143"/>
                  <a:pt x="3704921" y="23147"/>
                </a:cubicBezTo>
                <a:cubicBezTo>
                  <a:pt x="3705604" y="22151"/>
                  <a:pt x="3705946" y="21000"/>
                  <a:pt x="3705946" y="19694"/>
                </a:cubicBezTo>
                <a:cubicBezTo>
                  <a:pt x="3705946" y="18386"/>
                  <a:pt x="3705721" y="17328"/>
                  <a:pt x="3705270" y="16520"/>
                </a:cubicBezTo>
                <a:cubicBezTo>
                  <a:pt x="3704820" y="15710"/>
                  <a:pt x="3704315" y="14963"/>
                  <a:pt x="3703756" y="14279"/>
                </a:cubicBezTo>
                <a:cubicBezTo>
                  <a:pt x="3703197" y="13594"/>
                  <a:pt x="3702692" y="12862"/>
                  <a:pt x="3702242" y="12085"/>
                </a:cubicBezTo>
                <a:cubicBezTo>
                  <a:pt x="3701791" y="11306"/>
                  <a:pt x="3701566" y="10279"/>
                  <a:pt x="3701566" y="9004"/>
                </a:cubicBezTo>
                <a:cubicBezTo>
                  <a:pt x="3701566" y="8320"/>
                  <a:pt x="3701690" y="7627"/>
                  <a:pt x="3701939" y="6928"/>
                </a:cubicBezTo>
                <a:cubicBezTo>
                  <a:pt x="3702187" y="6227"/>
                  <a:pt x="3702568" y="5581"/>
                  <a:pt x="3703080" y="4990"/>
                </a:cubicBezTo>
                <a:cubicBezTo>
                  <a:pt x="3703593" y="4398"/>
                  <a:pt x="3704245" y="3915"/>
                  <a:pt x="3705037" y="3542"/>
                </a:cubicBezTo>
                <a:cubicBezTo>
                  <a:pt x="3705829" y="3169"/>
                  <a:pt x="3706769" y="2982"/>
                  <a:pt x="3707856" y="2982"/>
                </a:cubicBezTo>
                <a:cubicBezTo>
                  <a:pt x="3708943" y="2982"/>
                  <a:pt x="3709992" y="3208"/>
                  <a:pt x="3711001" y="3659"/>
                </a:cubicBezTo>
                <a:cubicBezTo>
                  <a:pt x="3712010" y="4109"/>
                  <a:pt x="3712896" y="4794"/>
                  <a:pt x="3713657" y="5712"/>
                </a:cubicBezTo>
                <a:cubicBezTo>
                  <a:pt x="3714418" y="6629"/>
                  <a:pt x="3715023" y="7788"/>
                  <a:pt x="3715474" y="9189"/>
                </a:cubicBezTo>
                <a:cubicBezTo>
                  <a:pt x="3715924" y="10588"/>
                  <a:pt x="3716149" y="12237"/>
                  <a:pt x="3716149" y="14135"/>
                </a:cubicBezTo>
                <a:cubicBezTo>
                  <a:pt x="3716149" y="16717"/>
                  <a:pt x="3715676" y="19198"/>
                  <a:pt x="3714728" y="21578"/>
                </a:cubicBezTo>
                <a:cubicBezTo>
                  <a:pt x="3713781" y="23957"/>
                  <a:pt x="3712368" y="26064"/>
                  <a:pt x="3710488" y="27900"/>
                </a:cubicBezTo>
                <a:cubicBezTo>
                  <a:pt x="3708609" y="29735"/>
                  <a:pt x="3706264" y="31197"/>
                  <a:pt x="3703453" y="32287"/>
                </a:cubicBezTo>
                <a:cubicBezTo>
                  <a:pt x="3700642" y="33375"/>
                  <a:pt x="3697373" y="33919"/>
                  <a:pt x="3693646" y="33919"/>
                </a:cubicBezTo>
                <a:lnTo>
                  <a:pt x="3693646" y="27536"/>
                </a:lnTo>
                <a:close/>
                <a:moveTo>
                  <a:pt x="3751421" y="0"/>
                </a:moveTo>
                <a:cubicBezTo>
                  <a:pt x="3765740" y="13270"/>
                  <a:pt x="3772900" y="28032"/>
                  <a:pt x="3772900" y="44285"/>
                </a:cubicBezTo>
                <a:cubicBezTo>
                  <a:pt x="3772900" y="47642"/>
                  <a:pt x="3772558" y="51123"/>
                  <a:pt x="3771875" y="54728"/>
                </a:cubicBezTo>
                <a:cubicBezTo>
                  <a:pt x="3771192" y="58333"/>
                  <a:pt x="3770027" y="62023"/>
                  <a:pt x="3768381" y="65799"/>
                </a:cubicBezTo>
                <a:cubicBezTo>
                  <a:pt x="3766734" y="69575"/>
                  <a:pt x="3764521" y="73405"/>
                  <a:pt x="3761741" y="77290"/>
                </a:cubicBezTo>
                <a:cubicBezTo>
                  <a:pt x="3758961" y="81174"/>
                  <a:pt x="3755459" y="85074"/>
                  <a:pt x="3751235" y="88990"/>
                </a:cubicBezTo>
                <a:lnTo>
                  <a:pt x="3746529" y="84188"/>
                </a:lnTo>
                <a:cubicBezTo>
                  <a:pt x="3752586" y="78190"/>
                  <a:pt x="3757105" y="71929"/>
                  <a:pt x="3760087" y="65403"/>
                </a:cubicBezTo>
                <a:cubicBezTo>
                  <a:pt x="3763069" y="58876"/>
                  <a:pt x="3764560" y="52039"/>
                  <a:pt x="3764560" y="44891"/>
                </a:cubicBezTo>
                <a:cubicBezTo>
                  <a:pt x="3764560" y="30098"/>
                  <a:pt x="3758550" y="16797"/>
                  <a:pt x="3746529" y="4988"/>
                </a:cubicBezTo>
                <a:lnTo>
                  <a:pt x="3751421" y="0"/>
                </a:lnTo>
                <a:close/>
                <a:moveTo>
                  <a:pt x="3833425" y="79485"/>
                </a:moveTo>
                <a:lnTo>
                  <a:pt x="3825690" y="79485"/>
                </a:lnTo>
                <a:lnTo>
                  <a:pt x="3793728" y="3541"/>
                </a:lnTo>
                <a:lnTo>
                  <a:pt x="3801463" y="3541"/>
                </a:lnTo>
                <a:lnTo>
                  <a:pt x="3833425" y="79485"/>
                </a:lnTo>
                <a:close/>
                <a:moveTo>
                  <a:pt x="3845587" y="22644"/>
                </a:moveTo>
                <a:lnTo>
                  <a:pt x="3852809" y="22644"/>
                </a:lnTo>
                <a:lnTo>
                  <a:pt x="3853135" y="30191"/>
                </a:lnTo>
                <a:cubicBezTo>
                  <a:pt x="3854501" y="28576"/>
                  <a:pt x="3855822" y="27233"/>
                  <a:pt x="3857095" y="26161"/>
                </a:cubicBezTo>
                <a:cubicBezTo>
                  <a:pt x="3858369" y="25090"/>
                  <a:pt x="3859619" y="24228"/>
                  <a:pt x="3860846" y="23575"/>
                </a:cubicBezTo>
                <a:cubicBezTo>
                  <a:pt x="3862073" y="22923"/>
                  <a:pt x="3863323" y="22465"/>
                  <a:pt x="3864596" y="22201"/>
                </a:cubicBezTo>
                <a:cubicBezTo>
                  <a:pt x="3865870" y="21937"/>
                  <a:pt x="3867190" y="21805"/>
                  <a:pt x="3868557" y="21805"/>
                </a:cubicBezTo>
                <a:cubicBezTo>
                  <a:pt x="3873371" y="21805"/>
                  <a:pt x="3877013" y="23226"/>
                  <a:pt x="3879482" y="26068"/>
                </a:cubicBezTo>
                <a:cubicBezTo>
                  <a:pt x="3881952" y="28910"/>
                  <a:pt x="3883186" y="33189"/>
                  <a:pt x="3883186" y="38904"/>
                </a:cubicBezTo>
                <a:lnTo>
                  <a:pt x="3883186" y="69421"/>
                </a:lnTo>
                <a:lnTo>
                  <a:pt x="3875079" y="69421"/>
                </a:lnTo>
                <a:lnTo>
                  <a:pt x="3875079" y="39556"/>
                </a:lnTo>
                <a:cubicBezTo>
                  <a:pt x="3875079" y="35891"/>
                  <a:pt x="3874396" y="33181"/>
                  <a:pt x="3873029" y="31426"/>
                </a:cubicBezTo>
                <a:cubicBezTo>
                  <a:pt x="3871663" y="29671"/>
                  <a:pt x="3869628" y="28794"/>
                  <a:pt x="3866926" y="28794"/>
                </a:cubicBezTo>
                <a:cubicBezTo>
                  <a:pt x="3865932" y="28794"/>
                  <a:pt x="3864961" y="28941"/>
                  <a:pt x="3864014" y="29236"/>
                </a:cubicBezTo>
                <a:cubicBezTo>
                  <a:pt x="3863067" y="29531"/>
                  <a:pt x="3862080" y="30044"/>
                  <a:pt x="3861055" y="30774"/>
                </a:cubicBezTo>
                <a:cubicBezTo>
                  <a:pt x="3860030" y="31504"/>
                  <a:pt x="3858920" y="32490"/>
                  <a:pt x="3857724" y="33732"/>
                </a:cubicBezTo>
                <a:cubicBezTo>
                  <a:pt x="3856528" y="34975"/>
                  <a:pt x="3855185" y="36528"/>
                  <a:pt x="3853694" y="38391"/>
                </a:cubicBezTo>
                <a:lnTo>
                  <a:pt x="3853694" y="69421"/>
                </a:lnTo>
                <a:lnTo>
                  <a:pt x="3845587" y="69421"/>
                </a:lnTo>
                <a:lnTo>
                  <a:pt x="3845587" y="22644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.then(r">
            <a:extLst xmlns:a="http://schemas.openxmlformats.org/drawingml/2006/main">
              <a:ext uri="{FF2B5EF4-FFF2-40B4-BE49-F238E27FC236}">
                <a16:creationId xmlns:a16="http://schemas.microsoft.com/office/drawing/2014/main" id="{F2A534F0-F3DE-4AA3-9751-BB12D366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040" y="5532073"/>
            <a:ext cx="341016" cy="88990"/>
          </a:xfrm>
          <a:custGeom xmlns:a="http://schemas.openxmlformats.org/drawingml/2006/main">
            <a:pathLst>
              <a:path w="341016" h="88990">
                <a:moveTo>
                  <a:pt x="7734" y="54745"/>
                </a:moveTo>
                <a:cubicBezTo>
                  <a:pt x="8790" y="54745"/>
                  <a:pt x="9792" y="54947"/>
                  <a:pt x="10739" y="55351"/>
                </a:cubicBezTo>
                <a:cubicBezTo>
                  <a:pt x="11687" y="55755"/>
                  <a:pt x="12510" y="56314"/>
                  <a:pt x="13209" y="57028"/>
                </a:cubicBezTo>
                <a:cubicBezTo>
                  <a:pt x="13908" y="57743"/>
                  <a:pt x="14459" y="58573"/>
                  <a:pt x="14863" y="59521"/>
                </a:cubicBezTo>
                <a:cubicBezTo>
                  <a:pt x="15267" y="60468"/>
                  <a:pt x="15468" y="61485"/>
                  <a:pt x="15468" y="62573"/>
                </a:cubicBezTo>
                <a:cubicBezTo>
                  <a:pt x="15468" y="63629"/>
                  <a:pt x="15267" y="64623"/>
                  <a:pt x="14863" y="65554"/>
                </a:cubicBezTo>
                <a:cubicBezTo>
                  <a:pt x="14459" y="66486"/>
                  <a:pt x="13908" y="67302"/>
                  <a:pt x="13209" y="68000"/>
                </a:cubicBezTo>
                <a:cubicBezTo>
                  <a:pt x="12510" y="68699"/>
                  <a:pt x="11687" y="69251"/>
                  <a:pt x="10739" y="69654"/>
                </a:cubicBezTo>
                <a:cubicBezTo>
                  <a:pt x="9792" y="70058"/>
                  <a:pt x="8790" y="70260"/>
                  <a:pt x="7734" y="70260"/>
                </a:cubicBezTo>
                <a:cubicBezTo>
                  <a:pt x="6647" y="70260"/>
                  <a:pt x="5638" y="70058"/>
                  <a:pt x="4706" y="69654"/>
                </a:cubicBezTo>
                <a:cubicBezTo>
                  <a:pt x="3774" y="69251"/>
                  <a:pt x="2959" y="68699"/>
                  <a:pt x="2260" y="68000"/>
                </a:cubicBezTo>
                <a:cubicBezTo>
                  <a:pt x="1561" y="67302"/>
                  <a:pt x="1009" y="66486"/>
                  <a:pt x="606" y="65554"/>
                </a:cubicBezTo>
                <a:cubicBezTo>
                  <a:pt x="202" y="64623"/>
                  <a:pt x="0" y="63629"/>
                  <a:pt x="0" y="62573"/>
                </a:cubicBezTo>
                <a:cubicBezTo>
                  <a:pt x="0" y="61485"/>
                  <a:pt x="202" y="60468"/>
                  <a:pt x="606" y="59521"/>
                </a:cubicBezTo>
                <a:cubicBezTo>
                  <a:pt x="1009" y="58573"/>
                  <a:pt x="1561" y="57743"/>
                  <a:pt x="2260" y="57028"/>
                </a:cubicBezTo>
                <a:cubicBezTo>
                  <a:pt x="2959" y="56314"/>
                  <a:pt x="3774" y="55755"/>
                  <a:pt x="4706" y="55351"/>
                </a:cubicBezTo>
                <a:cubicBezTo>
                  <a:pt x="5638" y="54947"/>
                  <a:pt x="6647" y="54745"/>
                  <a:pt x="7734" y="54745"/>
                </a:cubicBezTo>
                <a:close/>
                <a:moveTo>
                  <a:pt x="78881" y="68723"/>
                </a:moveTo>
                <a:cubicBezTo>
                  <a:pt x="77049" y="69205"/>
                  <a:pt x="75154" y="69551"/>
                  <a:pt x="73197" y="69759"/>
                </a:cubicBezTo>
                <a:cubicBezTo>
                  <a:pt x="71240" y="69969"/>
                  <a:pt x="69252" y="70074"/>
                  <a:pt x="67233" y="70074"/>
                </a:cubicBezTo>
                <a:cubicBezTo>
                  <a:pt x="61363" y="70074"/>
                  <a:pt x="56983" y="68746"/>
                  <a:pt x="54095" y="66090"/>
                </a:cubicBezTo>
                <a:cubicBezTo>
                  <a:pt x="51206" y="63434"/>
                  <a:pt x="49762" y="59358"/>
                  <a:pt x="49762" y="53860"/>
                </a:cubicBezTo>
                <a:lnTo>
                  <a:pt x="49762" y="29446"/>
                </a:lnTo>
                <a:lnTo>
                  <a:pt x="36669" y="29446"/>
                </a:lnTo>
                <a:lnTo>
                  <a:pt x="36669" y="22644"/>
                </a:lnTo>
                <a:lnTo>
                  <a:pt x="49762" y="22644"/>
                </a:lnTo>
                <a:lnTo>
                  <a:pt x="49762" y="9743"/>
                </a:lnTo>
                <a:lnTo>
                  <a:pt x="57869" y="7641"/>
                </a:lnTo>
                <a:lnTo>
                  <a:pt x="57869" y="22644"/>
                </a:lnTo>
                <a:lnTo>
                  <a:pt x="78881" y="22644"/>
                </a:lnTo>
                <a:lnTo>
                  <a:pt x="78881" y="29446"/>
                </a:lnTo>
                <a:lnTo>
                  <a:pt x="57869" y="29446"/>
                </a:lnTo>
                <a:lnTo>
                  <a:pt x="57869" y="53208"/>
                </a:lnTo>
                <a:cubicBezTo>
                  <a:pt x="57869" y="56562"/>
                  <a:pt x="58762" y="59070"/>
                  <a:pt x="60548" y="60732"/>
                </a:cubicBezTo>
                <a:cubicBezTo>
                  <a:pt x="62334" y="62394"/>
                  <a:pt x="64966" y="63225"/>
                  <a:pt x="68445" y="63225"/>
                </a:cubicBezTo>
                <a:cubicBezTo>
                  <a:pt x="69936" y="63225"/>
                  <a:pt x="71566" y="63105"/>
                  <a:pt x="73337" y="62865"/>
                </a:cubicBezTo>
                <a:cubicBezTo>
                  <a:pt x="75107" y="62624"/>
                  <a:pt x="76956" y="62247"/>
                  <a:pt x="78881" y="61734"/>
                </a:cubicBezTo>
                <a:lnTo>
                  <a:pt x="78881" y="68723"/>
                </a:lnTo>
                <a:close/>
                <a:moveTo>
                  <a:pt x="130647" y="69421"/>
                </a:moveTo>
                <a:lnTo>
                  <a:pt x="122540" y="69421"/>
                </a:lnTo>
                <a:lnTo>
                  <a:pt x="122540" y="39556"/>
                </a:lnTo>
                <a:cubicBezTo>
                  <a:pt x="122540" y="35953"/>
                  <a:pt x="121864" y="33259"/>
                  <a:pt x="120513" y="31473"/>
                </a:cubicBezTo>
                <a:cubicBezTo>
                  <a:pt x="119162" y="29687"/>
                  <a:pt x="117228" y="28794"/>
                  <a:pt x="114712" y="28794"/>
                </a:cubicBezTo>
                <a:cubicBezTo>
                  <a:pt x="113625" y="28794"/>
                  <a:pt x="112608" y="28941"/>
                  <a:pt x="111661" y="29236"/>
                </a:cubicBezTo>
                <a:cubicBezTo>
                  <a:pt x="110713" y="29531"/>
                  <a:pt x="109727" y="30044"/>
                  <a:pt x="108702" y="30774"/>
                </a:cubicBezTo>
                <a:cubicBezTo>
                  <a:pt x="107677" y="31504"/>
                  <a:pt x="106559" y="32490"/>
                  <a:pt x="105347" y="33732"/>
                </a:cubicBezTo>
                <a:cubicBezTo>
                  <a:pt x="104136" y="34975"/>
                  <a:pt x="102738" y="36528"/>
                  <a:pt x="101154" y="38391"/>
                </a:cubicBezTo>
                <a:lnTo>
                  <a:pt x="101154" y="69421"/>
                </a:lnTo>
                <a:lnTo>
                  <a:pt x="93047" y="69421"/>
                </a:lnTo>
                <a:lnTo>
                  <a:pt x="93047" y="3541"/>
                </a:lnTo>
                <a:lnTo>
                  <a:pt x="101154" y="3541"/>
                </a:lnTo>
                <a:lnTo>
                  <a:pt x="101154" y="22630"/>
                </a:lnTo>
                <a:lnTo>
                  <a:pt x="100875" y="30005"/>
                </a:lnTo>
                <a:cubicBezTo>
                  <a:pt x="102148" y="28483"/>
                  <a:pt x="103398" y="27202"/>
                  <a:pt x="104625" y="26161"/>
                </a:cubicBezTo>
                <a:cubicBezTo>
                  <a:pt x="105852" y="25121"/>
                  <a:pt x="107079" y="24274"/>
                  <a:pt x="108306" y="23622"/>
                </a:cubicBezTo>
                <a:cubicBezTo>
                  <a:pt x="109533" y="22970"/>
                  <a:pt x="110783" y="22504"/>
                  <a:pt x="112057" y="22224"/>
                </a:cubicBezTo>
                <a:cubicBezTo>
                  <a:pt x="113330" y="21945"/>
                  <a:pt x="114650" y="21805"/>
                  <a:pt x="116017" y="21805"/>
                </a:cubicBezTo>
                <a:cubicBezTo>
                  <a:pt x="120676" y="21805"/>
                  <a:pt x="124279" y="23226"/>
                  <a:pt x="126826" y="26068"/>
                </a:cubicBezTo>
                <a:cubicBezTo>
                  <a:pt x="129373" y="28910"/>
                  <a:pt x="130647" y="33189"/>
                  <a:pt x="130647" y="38904"/>
                </a:cubicBezTo>
                <a:lnTo>
                  <a:pt x="130647" y="69421"/>
                </a:lnTo>
                <a:close/>
                <a:moveTo>
                  <a:pt x="184415" y="43563"/>
                </a:moveTo>
                <a:cubicBezTo>
                  <a:pt x="184415" y="44712"/>
                  <a:pt x="184400" y="45675"/>
                  <a:pt x="184368" y="46452"/>
                </a:cubicBezTo>
                <a:cubicBezTo>
                  <a:pt x="184337" y="47228"/>
                  <a:pt x="184291" y="47958"/>
                  <a:pt x="184229" y="48642"/>
                </a:cubicBezTo>
                <a:lnTo>
                  <a:pt x="151382" y="48642"/>
                </a:lnTo>
                <a:cubicBezTo>
                  <a:pt x="151382" y="53425"/>
                  <a:pt x="152717" y="57098"/>
                  <a:pt x="155389" y="59661"/>
                </a:cubicBezTo>
                <a:cubicBezTo>
                  <a:pt x="158060" y="62223"/>
                  <a:pt x="161911" y="63504"/>
                  <a:pt x="166943" y="63504"/>
                </a:cubicBezTo>
                <a:cubicBezTo>
                  <a:pt x="168310" y="63504"/>
                  <a:pt x="169677" y="63449"/>
                  <a:pt x="171043" y="63338"/>
                </a:cubicBezTo>
                <a:cubicBezTo>
                  <a:pt x="172410" y="63227"/>
                  <a:pt x="173730" y="63076"/>
                  <a:pt x="175004" y="62886"/>
                </a:cubicBezTo>
                <a:cubicBezTo>
                  <a:pt x="176277" y="62694"/>
                  <a:pt x="177496" y="62480"/>
                  <a:pt x="178661" y="62242"/>
                </a:cubicBezTo>
                <a:cubicBezTo>
                  <a:pt x="179826" y="62003"/>
                  <a:pt x="180905" y="61741"/>
                  <a:pt x="181899" y="61454"/>
                </a:cubicBezTo>
                <a:lnTo>
                  <a:pt x="181899" y="68117"/>
                </a:lnTo>
                <a:cubicBezTo>
                  <a:pt x="179694" y="68752"/>
                  <a:pt x="177201" y="69268"/>
                  <a:pt x="174421" y="69665"/>
                </a:cubicBezTo>
                <a:cubicBezTo>
                  <a:pt x="171641" y="70062"/>
                  <a:pt x="168760" y="70260"/>
                  <a:pt x="165778" y="70260"/>
                </a:cubicBezTo>
                <a:cubicBezTo>
                  <a:pt x="161772" y="70260"/>
                  <a:pt x="158324" y="69717"/>
                  <a:pt x="155435" y="68629"/>
                </a:cubicBezTo>
                <a:cubicBezTo>
                  <a:pt x="152546" y="67542"/>
                  <a:pt x="150178" y="65966"/>
                  <a:pt x="148330" y="63900"/>
                </a:cubicBezTo>
                <a:cubicBezTo>
                  <a:pt x="146482" y="61835"/>
                  <a:pt x="145115" y="59303"/>
                  <a:pt x="144230" y="56306"/>
                </a:cubicBezTo>
                <a:cubicBezTo>
                  <a:pt x="143345" y="53309"/>
                  <a:pt x="142902" y="49915"/>
                  <a:pt x="142902" y="46126"/>
                </a:cubicBezTo>
                <a:cubicBezTo>
                  <a:pt x="142902" y="42833"/>
                  <a:pt x="143376" y="39719"/>
                  <a:pt x="144323" y="36784"/>
                </a:cubicBezTo>
                <a:cubicBezTo>
                  <a:pt x="145270" y="33849"/>
                  <a:pt x="146653" y="31271"/>
                  <a:pt x="148470" y="29050"/>
                </a:cubicBezTo>
                <a:cubicBezTo>
                  <a:pt x="150287" y="26829"/>
                  <a:pt x="152515" y="25066"/>
                  <a:pt x="155156" y="23762"/>
                </a:cubicBezTo>
                <a:cubicBezTo>
                  <a:pt x="157796" y="22457"/>
                  <a:pt x="160793" y="21805"/>
                  <a:pt x="164148" y="21805"/>
                </a:cubicBezTo>
                <a:cubicBezTo>
                  <a:pt x="167409" y="21805"/>
                  <a:pt x="170298" y="22317"/>
                  <a:pt x="172814" y="23342"/>
                </a:cubicBezTo>
                <a:cubicBezTo>
                  <a:pt x="175330" y="24367"/>
                  <a:pt x="177450" y="25820"/>
                  <a:pt x="179174" y="27699"/>
                </a:cubicBezTo>
                <a:cubicBezTo>
                  <a:pt x="180897" y="29578"/>
                  <a:pt x="182202" y="31861"/>
                  <a:pt x="183087" y="34548"/>
                </a:cubicBezTo>
                <a:cubicBezTo>
                  <a:pt x="183972" y="37234"/>
                  <a:pt x="184415" y="40240"/>
                  <a:pt x="184415" y="43563"/>
                </a:cubicBezTo>
                <a:moveTo>
                  <a:pt x="175982" y="42398"/>
                </a:moveTo>
                <a:cubicBezTo>
                  <a:pt x="176075" y="40317"/>
                  <a:pt x="175873" y="38415"/>
                  <a:pt x="175376" y="36691"/>
                </a:cubicBezTo>
                <a:cubicBezTo>
                  <a:pt x="174879" y="34967"/>
                  <a:pt x="174111" y="33484"/>
                  <a:pt x="173070" y="32241"/>
                </a:cubicBezTo>
                <a:cubicBezTo>
                  <a:pt x="172029" y="30999"/>
                  <a:pt x="170733" y="30028"/>
                  <a:pt x="169180" y="29329"/>
                </a:cubicBezTo>
                <a:cubicBezTo>
                  <a:pt x="167627" y="28631"/>
                  <a:pt x="165825" y="28281"/>
                  <a:pt x="163775" y="28281"/>
                </a:cubicBezTo>
                <a:cubicBezTo>
                  <a:pt x="162005" y="28281"/>
                  <a:pt x="160389" y="28623"/>
                  <a:pt x="158929" y="29306"/>
                </a:cubicBezTo>
                <a:cubicBezTo>
                  <a:pt x="157470" y="29989"/>
                  <a:pt x="156212" y="30952"/>
                  <a:pt x="155156" y="32195"/>
                </a:cubicBezTo>
                <a:cubicBezTo>
                  <a:pt x="154099" y="33437"/>
                  <a:pt x="153245" y="34928"/>
                  <a:pt x="152593" y="36668"/>
                </a:cubicBezTo>
                <a:cubicBezTo>
                  <a:pt x="151941" y="38407"/>
                  <a:pt x="151537" y="40317"/>
                  <a:pt x="151382" y="42398"/>
                </a:cubicBezTo>
                <a:lnTo>
                  <a:pt x="175982" y="42398"/>
                </a:lnTo>
                <a:close/>
                <a:moveTo>
                  <a:pt x="196764" y="22644"/>
                </a:moveTo>
                <a:lnTo>
                  <a:pt x="203986" y="22644"/>
                </a:lnTo>
                <a:lnTo>
                  <a:pt x="204312" y="30191"/>
                </a:lnTo>
                <a:cubicBezTo>
                  <a:pt x="205678" y="28576"/>
                  <a:pt x="206998" y="27233"/>
                  <a:pt x="208272" y="26161"/>
                </a:cubicBezTo>
                <a:cubicBezTo>
                  <a:pt x="209546" y="25090"/>
                  <a:pt x="210796" y="24228"/>
                  <a:pt x="212023" y="23575"/>
                </a:cubicBezTo>
                <a:cubicBezTo>
                  <a:pt x="213250" y="22923"/>
                  <a:pt x="214500" y="22465"/>
                  <a:pt x="215773" y="22201"/>
                </a:cubicBezTo>
                <a:cubicBezTo>
                  <a:pt x="217047" y="21937"/>
                  <a:pt x="218367" y="21805"/>
                  <a:pt x="219734" y="21805"/>
                </a:cubicBezTo>
                <a:cubicBezTo>
                  <a:pt x="224548" y="21805"/>
                  <a:pt x="228190" y="23226"/>
                  <a:pt x="230659" y="26068"/>
                </a:cubicBezTo>
                <a:cubicBezTo>
                  <a:pt x="233129" y="28910"/>
                  <a:pt x="234363" y="33189"/>
                  <a:pt x="234363" y="38904"/>
                </a:cubicBezTo>
                <a:lnTo>
                  <a:pt x="234363" y="69421"/>
                </a:lnTo>
                <a:lnTo>
                  <a:pt x="226256" y="69421"/>
                </a:lnTo>
                <a:lnTo>
                  <a:pt x="226256" y="39556"/>
                </a:lnTo>
                <a:cubicBezTo>
                  <a:pt x="226256" y="35891"/>
                  <a:pt x="225573" y="33181"/>
                  <a:pt x="224206" y="31426"/>
                </a:cubicBezTo>
                <a:cubicBezTo>
                  <a:pt x="222840" y="29671"/>
                  <a:pt x="220805" y="28794"/>
                  <a:pt x="218103" y="28794"/>
                </a:cubicBezTo>
                <a:cubicBezTo>
                  <a:pt x="217109" y="28794"/>
                  <a:pt x="216138" y="28941"/>
                  <a:pt x="215191" y="29236"/>
                </a:cubicBezTo>
                <a:cubicBezTo>
                  <a:pt x="214243" y="29531"/>
                  <a:pt x="213257" y="30044"/>
                  <a:pt x="212232" y="30774"/>
                </a:cubicBezTo>
                <a:cubicBezTo>
                  <a:pt x="211207" y="31504"/>
                  <a:pt x="210097" y="32490"/>
                  <a:pt x="208901" y="33732"/>
                </a:cubicBezTo>
                <a:cubicBezTo>
                  <a:pt x="207705" y="34975"/>
                  <a:pt x="206362" y="36528"/>
                  <a:pt x="204871" y="38391"/>
                </a:cubicBezTo>
                <a:lnTo>
                  <a:pt x="204871" y="69421"/>
                </a:lnTo>
                <a:lnTo>
                  <a:pt x="196764" y="69421"/>
                </a:lnTo>
                <a:lnTo>
                  <a:pt x="196764" y="22644"/>
                </a:lnTo>
                <a:close/>
                <a:moveTo>
                  <a:pt x="276624" y="88990"/>
                </a:moveTo>
                <a:cubicBezTo>
                  <a:pt x="262305" y="75720"/>
                  <a:pt x="255145" y="61052"/>
                  <a:pt x="255145" y="44984"/>
                </a:cubicBezTo>
                <a:cubicBezTo>
                  <a:pt x="255145" y="41224"/>
                  <a:pt x="255526" y="37471"/>
                  <a:pt x="256287" y="33726"/>
                </a:cubicBezTo>
                <a:cubicBezTo>
                  <a:pt x="257048" y="29982"/>
                  <a:pt x="258275" y="26229"/>
                  <a:pt x="259967" y="22469"/>
                </a:cubicBezTo>
                <a:cubicBezTo>
                  <a:pt x="261660" y="18708"/>
                  <a:pt x="263897" y="14948"/>
                  <a:pt x="266677" y="11188"/>
                </a:cubicBezTo>
                <a:cubicBezTo>
                  <a:pt x="269457" y="7427"/>
                  <a:pt x="272834" y="3698"/>
                  <a:pt x="276810" y="0"/>
                </a:cubicBezTo>
                <a:lnTo>
                  <a:pt x="281516" y="4802"/>
                </a:lnTo>
                <a:cubicBezTo>
                  <a:pt x="269464" y="16704"/>
                  <a:pt x="263438" y="29896"/>
                  <a:pt x="263438" y="44379"/>
                </a:cubicBezTo>
                <a:cubicBezTo>
                  <a:pt x="263438" y="51589"/>
                  <a:pt x="264960" y="58519"/>
                  <a:pt x="268004" y="65170"/>
                </a:cubicBezTo>
                <a:cubicBezTo>
                  <a:pt x="271048" y="71820"/>
                  <a:pt x="275552" y="78097"/>
                  <a:pt x="281516" y="84002"/>
                </a:cubicBezTo>
                <a:lnTo>
                  <a:pt x="276624" y="88990"/>
                </a:lnTo>
                <a:close/>
                <a:moveTo>
                  <a:pt x="302391" y="22644"/>
                </a:moveTo>
                <a:lnTo>
                  <a:pt x="309799" y="22644"/>
                </a:lnTo>
                <a:lnTo>
                  <a:pt x="310032" y="31241"/>
                </a:lnTo>
                <a:cubicBezTo>
                  <a:pt x="312797" y="27925"/>
                  <a:pt x="315522" y="25524"/>
                  <a:pt x="318209" y="24037"/>
                </a:cubicBezTo>
                <a:cubicBezTo>
                  <a:pt x="320896" y="22549"/>
                  <a:pt x="323606" y="21805"/>
                  <a:pt x="326339" y="21805"/>
                </a:cubicBezTo>
                <a:cubicBezTo>
                  <a:pt x="331185" y="21805"/>
                  <a:pt x="334858" y="23370"/>
                  <a:pt x="337358" y="26499"/>
                </a:cubicBezTo>
                <a:cubicBezTo>
                  <a:pt x="339859" y="29628"/>
                  <a:pt x="341016" y="34276"/>
                  <a:pt x="340829" y="40442"/>
                </a:cubicBezTo>
                <a:lnTo>
                  <a:pt x="332629" y="40442"/>
                </a:lnTo>
                <a:cubicBezTo>
                  <a:pt x="332722" y="36358"/>
                  <a:pt x="332124" y="33396"/>
                  <a:pt x="330835" y="31556"/>
                </a:cubicBezTo>
                <a:cubicBezTo>
                  <a:pt x="329546" y="29714"/>
                  <a:pt x="327659" y="28794"/>
                  <a:pt x="325174" y="28794"/>
                </a:cubicBezTo>
                <a:cubicBezTo>
                  <a:pt x="324087" y="28794"/>
                  <a:pt x="322992" y="28987"/>
                  <a:pt x="321890" y="29375"/>
                </a:cubicBezTo>
                <a:cubicBezTo>
                  <a:pt x="320787" y="29761"/>
                  <a:pt x="319653" y="30379"/>
                  <a:pt x="318488" y="31229"/>
                </a:cubicBezTo>
                <a:cubicBezTo>
                  <a:pt x="317324" y="32080"/>
                  <a:pt x="316089" y="33170"/>
                  <a:pt x="314784" y="34501"/>
                </a:cubicBezTo>
                <a:cubicBezTo>
                  <a:pt x="313480" y="35831"/>
                  <a:pt x="312082" y="37439"/>
                  <a:pt x="310591" y="39326"/>
                </a:cubicBezTo>
                <a:lnTo>
                  <a:pt x="310591" y="69421"/>
                </a:lnTo>
                <a:lnTo>
                  <a:pt x="302391" y="69421"/>
                </a:lnTo>
                <a:lnTo>
                  <a:pt x="302391" y="22644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esponse=&gt;response.json())\n">
            <a:extLst xmlns:a="http://schemas.openxmlformats.org/drawingml/2006/main">
              <a:ext uri="{FF2B5EF4-FFF2-40B4-BE49-F238E27FC236}">
                <a16:creationId xmlns:a16="http://schemas.microsoft.com/office/drawing/2014/main" id="{36413ACE-A724-4ECB-AA9A-ED4BD7B5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6" y="5653422"/>
            <a:ext cx="1491831" cy="88990"/>
          </a:xfrm>
          <a:custGeom xmlns:a="http://schemas.openxmlformats.org/drawingml/2006/main">
            <a:pathLst>
              <a:path w="1491831" h="88990">
                <a:moveTo>
                  <a:pt x="41513" y="43563"/>
                </a:moveTo>
                <a:cubicBezTo>
                  <a:pt x="41513" y="44712"/>
                  <a:pt x="41498" y="45675"/>
                  <a:pt x="41467" y="46452"/>
                </a:cubicBezTo>
                <a:cubicBezTo>
                  <a:pt x="41435" y="47228"/>
                  <a:pt x="41389" y="47958"/>
                  <a:pt x="41327" y="48642"/>
                </a:cubicBezTo>
                <a:lnTo>
                  <a:pt x="8480" y="48642"/>
                </a:lnTo>
                <a:cubicBezTo>
                  <a:pt x="8480" y="53425"/>
                  <a:pt x="9815" y="57098"/>
                  <a:pt x="12487" y="59661"/>
                </a:cubicBezTo>
                <a:cubicBezTo>
                  <a:pt x="15158" y="62223"/>
                  <a:pt x="19009" y="63504"/>
                  <a:pt x="24041" y="63504"/>
                </a:cubicBezTo>
                <a:cubicBezTo>
                  <a:pt x="25408" y="63504"/>
                  <a:pt x="26775" y="63449"/>
                  <a:pt x="28141" y="63338"/>
                </a:cubicBezTo>
                <a:cubicBezTo>
                  <a:pt x="29508" y="63227"/>
                  <a:pt x="30828" y="63076"/>
                  <a:pt x="32102" y="62886"/>
                </a:cubicBezTo>
                <a:cubicBezTo>
                  <a:pt x="33375" y="62694"/>
                  <a:pt x="34594" y="62480"/>
                  <a:pt x="35759" y="62242"/>
                </a:cubicBezTo>
                <a:cubicBezTo>
                  <a:pt x="36924" y="62003"/>
                  <a:pt x="38003" y="61741"/>
                  <a:pt x="38997" y="61454"/>
                </a:cubicBezTo>
                <a:lnTo>
                  <a:pt x="38997" y="68117"/>
                </a:lnTo>
                <a:cubicBezTo>
                  <a:pt x="36792" y="68752"/>
                  <a:pt x="34299" y="69268"/>
                  <a:pt x="31519" y="69665"/>
                </a:cubicBezTo>
                <a:cubicBezTo>
                  <a:pt x="28739" y="70062"/>
                  <a:pt x="25858" y="70260"/>
                  <a:pt x="22876" y="70260"/>
                </a:cubicBezTo>
                <a:cubicBezTo>
                  <a:pt x="18870" y="70260"/>
                  <a:pt x="15422" y="69717"/>
                  <a:pt x="12533" y="68629"/>
                </a:cubicBezTo>
                <a:cubicBezTo>
                  <a:pt x="9644" y="67542"/>
                  <a:pt x="7276" y="65966"/>
                  <a:pt x="5428" y="63900"/>
                </a:cubicBezTo>
                <a:cubicBezTo>
                  <a:pt x="3580" y="61835"/>
                  <a:pt x="2213" y="59303"/>
                  <a:pt x="1328" y="56306"/>
                </a:cubicBezTo>
                <a:cubicBezTo>
                  <a:pt x="443" y="53309"/>
                  <a:pt x="0" y="49915"/>
                  <a:pt x="0" y="46126"/>
                </a:cubicBezTo>
                <a:cubicBezTo>
                  <a:pt x="0" y="42833"/>
                  <a:pt x="474" y="39719"/>
                  <a:pt x="1421" y="36784"/>
                </a:cubicBezTo>
                <a:cubicBezTo>
                  <a:pt x="2368" y="33849"/>
                  <a:pt x="3751" y="31271"/>
                  <a:pt x="5568" y="29050"/>
                </a:cubicBezTo>
                <a:cubicBezTo>
                  <a:pt x="7385" y="26829"/>
                  <a:pt x="9613" y="25066"/>
                  <a:pt x="12254" y="23762"/>
                </a:cubicBezTo>
                <a:cubicBezTo>
                  <a:pt x="14894" y="22457"/>
                  <a:pt x="17891" y="21805"/>
                  <a:pt x="21246" y="21805"/>
                </a:cubicBezTo>
                <a:cubicBezTo>
                  <a:pt x="24507" y="21805"/>
                  <a:pt x="27396" y="22317"/>
                  <a:pt x="29912" y="23342"/>
                </a:cubicBezTo>
                <a:cubicBezTo>
                  <a:pt x="32428" y="24367"/>
                  <a:pt x="34548" y="25820"/>
                  <a:pt x="36272" y="27699"/>
                </a:cubicBezTo>
                <a:cubicBezTo>
                  <a:pt x="37995" y="29578"/>
                  <a:pt x="39300" y="31861"/>
                  <a:pt x="40185" y="34548"/>
                </a:cubicBezTo>
                <a:cubicBezTo>
                  <a:pt x="41071" y="37234"/>
                  <a:pt x="41513" y="40240"/>
                  <a:pt x="41513" y="43563"/>
                </a:cubicBezTo>
                <a:moveTo>
                  <a:pt x="33080" y="42398"/>
                </a:moveTo>
                <a:cubicBezTo>
                  <a:pt x="33173" y="40317"/>
                  <a:pt x="32971" y="38415"/>
                  <a:pt x="32474" y="36691"/>
                </a:cubicBezTo>
                <a:cubicBezTo>
                  <a:pt x="31977" y="34967"/>
                  <a:pt x="31209" y="33484"/>
                  <a:pt x="30168" y="32241"/>
                </a:cubicBezTo>
                <a:cubicBezTo>
                  <a:pt x="29128" y="30999"/>
                  <a:pt x="27831" y="30028"/>
                  <a:pt x="26278" y="29329"/>
                </a:cubicBezTo>
                <a:cubicBezTo>
                  <a:pt x="24725" y="28631"/>
                  <a:pt x="22923" y="28281"/>
                  <a:pt x="20873" y="28281"/>
                </a:cubicBezTo>
                <a:cubicBezTo>
                  <a:pt x="19103" y="28281"/>
                  <a:pt x="17487" y="28623"/>
                  <a:pt x="16028" y="29306"/>
                </a:cubicBezTo>
                <a:cubicBezTo>
                  <a:pt x="14568" y="29989"/>
                  <a:pt x="13310" y="30952"/>
                  <a:pt x="12254" y="32195"/>
                </a:cubicBezTo>
                <a:cubicBezTo>
                  <a:pt x="11198" y="33437"/>
                  <a:pt x="10343" y="34928"/>
                  <a:pt x="9691" y="36668"/>
                </a:cubicBezTo>
                <a:cubicBezTo>
                  <a:pt x="9039" y="38407"/>
                  <a:pt x="8635" y="40317"/>
                  <a:pt x="8480" y="42398"/>
                </a:cubicBezTo>
                <a:lnTo>
                  <a:pt x="33080" y="42398"/>
                </a:lnTo>
                <a:close/>
                <a:moveTo>
                  <a:pt x="90902" y="56655"/>
                </a:moveTo>
                <a:cubicBezTo>
                  <a:pt x="90902" y="58302"/>
                  <a:pt x="90623" y="59777"/>
                  <a:pt x="90064" y="61082"/>
                </a:cubicBezTo>
                <a:cubicBezTo>
                  <a:pt x="89504" y="62386"/>
                  <a:pt x="88743" y="63543"/>
                  <a:pt x="87781" y="64553"/>
                </a:cubicBezTo>
                <a:cubicBezTo>
                  <a:pt x="86818" y="65562"/>
                  <a:pt x="85699" y="66424"/>
                  <a:pt x="84426" y="67139"/>
                </a:cubicBezTo>
                <a:cubicBezTo>
                  <a:pt x="83152" y="67853"/>
                  <a:pt x="81794" y="68443"/>
                  <a:pt x="80349" y="68909"/>
                </a:cubicBezTo>
                <a:cubicBezTo>
                  <a:pt x="78905" y="69375"/>
                  <a:pt x="77422" y="69717"/>
                  <a:pt x="75900" y="69934"/>
                </a:cubicBezTo>
                <a:cubicBezTo>
                  <a:pt x="74378" y="70151"/>
                  <a:pt x="72887" y="70260"/>
                  <a:pt x="71427" y="70260"/>
                </a:cubicBezTo>
                <a:cubicBezTo>
                  <a:pt x="68259" y="70260"/>
                  <a:pt x="65347" y="70120"/>
                  <a:pt x="62691" y="69841"/>
                </a:cubicBezTo>
                <a:cubicBezTo>
                  <a:pt x="60035" y="69561"/>
                  <a:pt x="57434" y="69111"/>
                  <a:pt x="54887" y="68490"/>
                </a:cubicBezTo>
                <a:lnTo>
                  <a:pt x="54887" y="61035"/>
                </a:lnTo>
                <a:cubicBezTo>
                  <a:pt x="57620" y="61812"/>
                  <a:pt x="60338" y="62402"/>
                  <a:pt x="63040" y="62805"/>
                </a:cubicBezTo>
                <a:cubicBezTo>
                  <a:pt x="65743" y="63209"/>
                  <a:pt x="68430" y="63411"/>
                  <a:pt x="71101" y="63411"/>
                </a:cubicBezTo>
                <a:cubicBezTo>
                  <a:pt x="74983" y="63411"/>
                  <a:pt x="77857" y="62883"/>
                  <a:pt x="79720" y="61827"/>
                </a:cubicBezTo>
                <a:cubicBezTo>
                  <a:pt x="81584" y="60771"/>
                  <a:pt x="82516" y="59265"/>
                  <a:pt x="82516" y="57308"/>
                </a:cubicBezTo>
                <a:cubicBezTo>
                  <a:pt x="82516" y="56469"/>
                  <a:pt x="82368" y="55716"/>
                  <a:pt x="82073" y="55048"/>
                </a:cubicBezTo>
                <a:cubicBezTo>
                  <a:pt x="81778" y="54380"/>
                  <a:pt x="81242" y="53743"/>
                  <a:pt x="80466" y="53138"/>
                </a:cubicBezTo>
                <a:cubicBezTo>
                  <a:pt x="79689" y="52532"/>
                  <a:pt x="78486" y="51903"/>
                  <a:pt x="76855" y="51251"/>
                </a:cubicBezTo>
                <a:cubicBezTo>
                  <a:pt x="75224" y="50598"/>
                  <a:pt x="72996" y="49853"/>
                  <a:pt x="70169" y="49014"/>
                </a:cubicBezTo>
                <a:cubicBezTo>
                  <a:pt x="68057" y="48393"/>
                  <a:pt x="66108" y="47687"/>
                  <a:pt x="64322" y="46894"/>
                </a:cubicBezTo>
                <a:cubicBezTo>
                  <a:pt x="62536" y="46102"/>
                  <a:pt x="60990" y="45163"/>
                  <a:pt x="59686" y="44076"/>
                </a:cubicBezTo>
                <a:cubicBezTo>
                  <a:pt x="58381" y="42989"/>
                  <a:pt x="57356" y="41715"/>
                  <a:pt x="56611" y="40255"/>
                </a:cubicBezTo>
                <a:cubicBezTo>
                  <a:pt x="55865" y="38795"/>
                  <a:pt x="55493" y="37071"/>
                  <a:pt x="55493" y="35083"/>
                </a:cubicBezTo>
                <a:cubicBezTo>
                  <a:pt x="55493" y="33779"/>
                  <a:pt x="55795" y="32350"/>
                  <a:pt x="56401" y="30797"/>
                </a:cubicBezTo>
                <a:cubicBezTo>
                  <a:pt x="57007" y="29244"/>
                  <a:pt x="58040" y="27800"/>
                  <a:pt x="59499" y="26464"/>
                </a:cubicBezTo>
                <a:cubicBezTo>
                  <a:pt x="60959" y="25128"/>
                  <a:pt x="62932" y="24018"/>
                  <a:pt x="65417" y="23133"/>
                </a:cubicBezTo>
                <a:cubicBezTo>
                  <a:pt x="67901" y="22247"/>
                  <a:pt x="71008" y="21805"/>
                  <a:pt x="74735" y="21805"/>
                </a:cubicBezTo>
                <a:cubicBezTo>
                  <a:pt x="76568" y="21805"/>
                  <a:pt x="78602" y="21906"/>
                  <a:pt x="80838" y="22108"/>
                </a:cubicBezTo>
                <a:cubicBezTo>
                  <a:pt x="83075" y="22310"/>
                  <a:pt x="85404" y="22659"/>
                  <a:pt x="87827" y="23156"/>
                </a:cubicBezTo>
                <a:lnTo>
                  <a:pt x="87827" y="30378"/>
                </a:lnTo>
                <a:cubicBezTo>
                  <a:pt x="85280" y="29757"/>
                  <a:pt x="82865" y="29298"/>
                  <a:pt x="80582" y="29003"/>
                </a:cubicBezTo>
                <a:cubicBezTo>
                  <a:pt x="78299" y="28708"/>
                  <a:pt x="76319" y="28561"/>
                  <a:pt x="74642" y="28561"/>
                </a:cubicBezTo>
                <a:cubicBezTo>
                  <a:pt x="72623" y="28561"/>
                  <a:pt x="70922" y="28716"/>
                  <a:pt x="69540" y="29027"/>
                </a:cubicBezTo>
                <a:cubicBezTo>
                  <a:pt x="68158" y="29337"/>
                  <a:pt x="67040" y="29764"/>
                  <a:pt x="66185" y="30308"/>
                </a:cubicBezTo>
                <a:cubicBezTo>
                  <a:pt x="65331" y="30851"/>
                  <a:pt x="64718" y="31488"/>
                  <a:pt x="64345" y="32218"/>
                </a:cubicBezTo>
                <a:cubicBezTo>
                  <a:pt x="63972" y="32948"/>
                  <a:pt x="63786" y="33732"/>
                  <a:pt x="63786" y="34571"/>
                </a:cubicBezTo>
                <a:cubicBezTo>
                  <a:pt x="63786" y="35410"/>
                  <a:pt x="63949" y="36171"/>
                  <a:pt x="64275" y="36854"/>
                </a:cubicBezTo>
                <a:cubicBezTo>
                  <a:pt x="64601" y="37537"/>
                  <a:pt x="65207" y="38197"/>
                  <a:pt x="66092" y="38834"/>
                </a:cubicBezTo>
                <a:cubicBezTo>
                  <a:pt x="66977" y="39471"/>
                  <a:pt x="68212" y="40108"/>
                  <a:pt x="69796" y="40744"/>
                </a:cubicBezTo>
                <a:cubicBezTo>
                  <a:pt x="71380" y="41381"/>
                  <a:pt x="73446" y="42072"/>
                  <a:pt x="75993" y="42818"/>
                </a:cubicBezTo>
                <a:cubicBezTo>
                  <a:pt x="78757" y="43625"/>
                  <a:pt x="81087" y="44472"/>
                  <a:pt x="82982" y="45357"/>
                </a:cubicBezTo>
                <a:cubicBezTo>
                  <a:pt x="84876" y="46242"/>
                  <a:pt x="86414" y="47228"/>
                  <a:pt x="87594" y="48315"/>
                </a:cubicBezTo>
                <a:cubicBezTo>
                  <a:pt x="88775" y="49403"/>
                  <a:pt x="89621" y="50630"/>
                  <a:pt x="90133" y="51996"/>
                </a:cubicBezTo>
                <a:cubicBezTo>
                  <a:pt x="90646" y="53363"/>
                  <a:pt x="90902" y="54916"/>
                  <a:pt x="90902" y="56655"/>
                </a:cubicBezTo>
                <a:close/>
                <a:moveTo>
                  <a:pt x="145696" y="45194"/>
                </a:moveTo>
                <a:cubicBezTo>
                  <a:pt x="145696" y="49356"/>
                  <a:pt x="145114" y="52990"/>
                  <a:pt x="143949" y="56096"/>
                </a:cubicBezTo>
                <a:cubicBezTo>
                  <a:pt x="142784" y="59202"/>
                  <a:pt x="141177" y="61780"/>
                  <a:pt x="139127" y="63831"/>
                </a:cubicBezTo>
                <a:cubicBezTo>
                  <a:pt x="137077" y="65881"/>
                  <a:pt x="134654" y="67418"/>
                  <a:pt x="131858" y="68443"/>
                </a:cubicBezTo>
                <a:cubicBezTo>
                  <a:pt x="129063" y="69468"/>
                  <a:pt x="126034" y="69981"/>
                  <a:pt x="122773" y="69981"/>
                </a:cubicBezTo>
                <a:cubicBezTo>
                  <a:pt x="121282" y="69981"/>
                  <a:pt x="119799" y="69903"/>
                  <a:pt x="118323" y="69748"/>
                </a:cubicBezTo>
                <a:cubicBezTo>
                  <a:pt x="116848" y="69592"/>
                  <a:pt x="115349" y="69328"/>
                  <a:pt x="113827" y="68956"/>
                </a:cubicBezTo>
                <a:lnTo>
                  <a:pt x="113827" y="88524"/>
                </a:lnTo>
                <a:lnTo>
                  <a:pt x="105720" y="88524"/>
                </a:lnTo>
                <a:lnTo>
                  <a:pt x="105720" y="22644"/>
                </a:lnTo>
                <a:lnTo>
                  <a:pt x="112942" y="22644"/>
                </a:lnTo>
                <a:lnTo>
                  <a:pt x="113455" y="30471"/>
                </a:lnTo>
                <a:cubicBezTo>
                  <a:pt x="115784" y="27272"/>
                  <a:pt x="118269" y="25027"/>
                  <a:pt x="120909" y="23738"/>
                </a:cubicBezTo>
                <a:cubicBezTo>
                  <a:pt x="123549" y="22449"/>
                  <a:pt x="126407" y="21805"/>
                  <a:pt x="129482" y="21805"/>
                </a:cubicBezTo>
                <a:cubicBezTo>
                  <a:pt x="132153" y="21805"/>
                  <a:pt x="134498" y="22364"/>
                  <a:pt x="136517" y="23482"/>
                </a:cubicBezTo>
                <a:cubicBezTo>
                  <a:pt x="138536" y="24600"/>
                  <a:pt x="140229" y="26177"/>
                  <a:pt x="141596" y="28211"/>
                </a:cubicBezTo>
                <a:cubicBezTo>
                  <a:pt x="142963" y="30246"/>
                  <a:pt x="143988" y="32700"/>
                  <a:pt x="144671" y="35573"/>
                </a:cubicBezTo>
                <a:cubicBezTo>
                  <a:pt x="145354" y="38446"/>
                  <a:pt x="145696" y="41653"/>
                  <a:pt x="145696" y="45194"/>
                </a:cubicBezTo>
                <a:moveTo>
                  <a:pt x="137403" y="45567"/>
                </a:moveTo>
                <a:cubicBezTo>
                  <a:pt x="137403" y="43113"/>
                  <a:pt x="137224" y="40861"/>
                  <a:pt x="136867" y="38811"/>
                </a:cubicBezTo>
                <a:cubicBezTo>
                  <a:pt x="136510" y="36761"/>
                  <a:pt x="135943" y="35006"/>
                  <a:pt x="135166" y="33546"/>
                </a:cubicBezTo>
                <a:cubicBezTo>
                  <a:pt x="134390" y="32086"/>
                  <a:pt x="133396" y="30945"/>
                  <a:pt x="132184" y="30121"/>
                </a:cubicBezTo>
                <a:cubicBezTo>
                  <a:pt x="130973" y="29298"/>
                  <a:pt x="129529" y="28887"/>
                  <a:pt x="127851" y="28887"/>
                </a:cubicBezTo>
                <a:cubicBezTo>
                  <a:pt x="126826" y="28887"/>
                  <a:pt x="125786" y="29050"/>
                  <a:pt x="124730" y="29376"/>
                </a:cubicBezTo>
                <a:cubicBezTo>
                  <a:pt x="123674" y="29702"/>
                  <a:pt x="122579" y="30246"/>
                  <a:pt x="121445" y="31007"/>
                </a:cubicBezTo>
                <a:cubicBezTo>
                  <a:pt x="120311" y="31768"/>
                  <a:pt x="119115" y="32777"/>
                  <a:pt x="117858" y="34035"/>
                </a:cubicBezTo>
                <a:cubicBezTo>
                  <a:pt x="116600" y="35293"/>
                  <a:pt x="115256" y="36854"/>
                  <a:pt x="113827" y="38718"/>
                </a:cubicBezTo>
                <a:lnTo>
                  <a:pt x="113827" y="61408"/>
                </a:lnTo>
                <a:cubicBezTo>
                  <a:pt x="115318" y="62029"/>
                  <a:pt x="116887" y="62518"/>
                  <a:pt x="118533" y="62875"/>
                </a:cubicBezTo>
                <a:cubicBezTo>
                  <a:pt x="120179" y="63233"/>
                  <a:pt x="121795" y="63411"/>
                  <a:pt x="123379" y="63411"/>
                </a:cubicBezTo>
                <a:cubicBezTo>
                  <a:pt x="127758" y="63411"/>
                  <a:pt x="131190" y="61928"/>
                  <a:pt x="133675" y="58962"/>
                </a:cubicBezTo>
                <a:cubicBezTo>
                  <a:pt x="136160" y="55995"/>
                  <a:pt x="137403" y="51530"/>
                  <a:pt x="137403" y="45567"/>
                </a:cubicBezTo>
                <a:close/>
                <a:moveTo>
                  <a:pt x="198300" y="45660"/>
                </a:moveTo>
                <a:cubicBezTo>
                  <a:pt x="198300" y="49294"/>
                  <a:pt x="197787" y="52625"/>
                  <a:pt x="196762" y="55654"/>
                </a:cubicBezTo>
                <a:cubicBezTo>
                  <a:pt x="195737" y="58682"/>
                  <a:pt x="194262" y="61276"/>
                  <a:pt x="192336" y="63434"/>
                </a:cubicBezTo>
                <a:cubicBezTo>
                  <a:pt x="190410" y="65593"/>
                  <a:pt x="188065" y="67271"/>
                  <a:pt x="185301" y="68466"/>
                </a:cubicBezTo>
                <a:cubicBezTo>
                  <a:pt x="182536" y="69662"/>
                  <a:pt x="179399" y="70260"/>
                  <a:pt x="175889" y="70260"/>
                </a:cubicBezTo>
                <a:cubicBezTo>
                  <a:pt x="172535" y="70260"/>
                  <a:pt x="169530" y="69740"/>
                  <a:pt x="166874" y="68699"/>
                </a:cubicBezTo>
                <a:cubicBezTo>
                  <a:pt x="164218" y="67659"/>
                  <a:pt x="161966" y="66129"/>
                  <a:pt x="160118" y="64110"/>
                </a:cubicBezTo>
                <a:cubicBezTo>
                  <a:pt x="158270" y="62091"/>
                  <a:pt x="156857" y="59591"/>
                  <a:pt x="155878" y="56609"/>
                </a:cubicBezTo>
                <a:cubicBezTo>
                  <a:pt x="154900" y="53627"/>
                  <a:pt x="154411" y="50195"/>
                  <a:pt x="154411" y="46312"/>
                </a:cubicBezTo>
                <a:cubicBezTo>
                  <a:pt x="154411" y="42678"/>
                  <a:pt x="154923" y="39362"/>
                  <a:pt x="155948" y="36365"/>
                </a:cubicBezTo>
                <a:cubicBezTo>
                  <a:pt x="156973" y="33367"/>
                  <a:pt x="158449" y="30789"/>
                  <a:pt x="160374" y="28631"/>
                </a:cubicBezTo>
                <a:cubicBezTo>
                  <a:pt x="162300" y="26472"/>
                  <a:pt x="164645" y="24795"/>
                  <a:pt x="167410" y="23599"/>
                </a:cubicBezTo>
                <a:cubicBezTo>
                  <a:pt x="170174" y="22403"/>
                  <a:pt x="173311" y="21805"/>
                  <a:pt x="176821" y="21805"/>
                </a:cubicBezTo>
                <a:cubicBezTo>
                  <a:pt x="180176" y="21805"/>
                  <a:pt x="183181" y="22325"/>
                  <a:pt x="185837" y="23366"/>
                </a:cubicBezTo>
                <a:cubicBezTo>
                  <a:pt x="188492" y="24406"/>
                  <a:pt x="190744" y="25928"/>
                  <a:pt x="192592" y="27932"/>
                </a:cubicBezTo>
                <a:cubicBezTo>
                  <a:pt x="194441" y="29935"/>
                  <a:pt x="195854" y="32428"/>
                  <a:pt x="196832" y="35410"/>
                </a:cubicBezTo>
                <a:cubicBezTo>
                  <a:pt x="197811" y="38391"/>
                  <a:pt x="198300" y="41808"/>
                  <a:pt x="198300" y="45660"/>
                </a:cubicBezTo>
                <a:moveTo>
                  <a:pt x="190007" y="46033"/>
                </a:moveTo>
                <a:cubicBezTo>
                  <a:pt x="190007" y="43144"/>
                  <a:pt x="189688" y="40620"/>
                  <a:pt x="189052" y="38461"/>
                </a:cubicBezTo>
                <a:cubicBezTo>
                  <a:pt x="188415" y="36303"/>
                  <a:pt x="187506" y="34501"/>
                  <a:pt x="186326" y="33057"/>
                </a:cubicBezTo>
                <a:cubicBezTo>
                  <a:pt x="185146" y="31612"/>
                  <a:pt x="183709" y="30525"/>
                  <a:pt x="182016" y="29795"/>
                </a:cubicBezTo>
                <a:cubicBezTo>
                  <a:pt x="180323" y="29065"/>
                  <a:pt x="178436" y="28700"/>
                  <a:pt x="176355" y="28700"/>
                </a:cubicBezTo>
                <a:cubicBezTo>
                  <a:pt x="173933" y="28700"/>
                  <a:pt x="171859" y="29174"/>
                  <a:pt x="170135" y="30121"/>
                </a:cubicBezTo>
                <a:cubicBezTo>
                  <a:pt x="168411" y="31069"/>
                  <a:pt x="166998" y="32335"/>
                  <a:pt x="165895" y="33919"/>
                </a:cubicBezTo>
                <a:cubicBezTo>
                  <a:pt x="164793" y="35503"/>
                  <a:pt x="163985" y="37343"/>
                  <a:pt x="163473" y="39440"/>
                </a:cubicBezTo>
                <a:cubicBezTo>
                  <a:pt x="162960" y="41536"/>
                  <a:pt x="162704" y="43734"/>
                  <a:pt x="162704" y="46033"/>
                </a:cubicBezTo>
                <a:cubicBezTo>
                  <a:pt x="162704" y="48921"/>
                  <a:pt x="163022" y="51453"/>
                  <a:pt x="163659" y="53627"/>
                </a:cubicBezTo>
                <a:cubicBezTo>
                  <a:pt x="164296" y="55801"/>
                  <a:pt x="165204" y="57611"/>
                  <a:pt x="166385" y="59055"/>
                </a:cubicBezTo>
                <a:cubicBezTo>
                  <a:pt x="167565" y="60499"/>
                  <a:pt x="168994" y="61586"/>
                  <a:pt x="170671" y="62316"/>
                </a:cubicBezTo>
                <a:cubicBezTo>
                  <a:pt x="172348" y="63046"/>
                  <a:pt x="174243" y="63411"/>
                  <a:pt x="176355" y="63411"/>
                </a:cubicBezTo>
                <a:cubicBezTo>
                  <a:pt x="178778" y="63411"/>
                  <a:pt x="180851" y="62937"/>
                  <a:pt x="182575" y="61990"/>
                </a:cubicBezTo>
                <a:cubicBezTo>
                  <a:pt x="184299" y="61043"/>
                  <a:pt x="185712" y="59777"/>
                  <a:pt x="186815" y="58193"/>
                </a:cubicBezTo>
                <a:cubicBezTo>
                  <a:pt x="187918" y="56609"/>
                  <a:pt x="188725" y="54768"/>
                  <a:pt x="189238" y="52672"/>
                </a:cubicBezTo>
                <a:cubicBezTo>
                  <a:pt x="189750" y="50575"/>
                  <a:pt x="190007" y="48362"/>
                  <a:pt x="190007" y="46033"/>
                </a:cubicBezTo>
                <a:close/>
                <a:moveTo>
                  <a:pt x="209437" y="22644"/>
                </a:moveTo>
                <a:lnTo>
                  <a:pt x="216659" y="22644"/>
                </a:lnTo>
                <a:lnTo>
                  <a:pt x="216985" y="30191"/>
                </a:lnTo>
                <a:cubicBezTo>
                  <a:pt x="218352" y="28576"/>
                  <a:pt x="219672" y="27233"/>
                  <a:pt x="220945" y="26161"/>
                </a:cubicBezTo>
                <a:cubicBezTo>
                  <a:pt x="222219" y="25090"/>
                  <a:pt x="223469" y="24228"/>
                  <a:pt x="224696" y="23575"/>
                </a:cubicBezTo>
                <a:cubicBezTo>
                  <a:pt x="225923" y="22923"/>
                  <a:pt x="227173" y="22465"/>
                  <a:pt x="228447" y="22201"/>
                </a:cubicBezTo>
                <a:cubicBezTo>
                  <a:pt x="229720" y="21937"/>
                  <a:pt x="231040" y="21805"/>
                  <a:pt x="232407" y="21805"/>
                </a:cubicBezTo>
                <a:cubicBezTo>
                  <a:pt x="237221" y="21805"/>
                  <a:pt x="240863" y="23226"/>
                  <a:pt x="243333" y="26068"/>
                </a:cubicBezTo>
                <a:cubicBezTo>
                  <a:pt x="245802" y="28910"/>
                  <a:pt x="247037" y="33189"/>
                  <a:pt x="247037" y="38904"/>
                </a:cubicBezTo>
                <a:lnTo>
                  <a:pt x="247037" y="69421"/>
                </a:lnTo>
                <a:lnTo>
                  <a:pt x="238930" y="69421"/>
                </a:lnTo>
                <a:lnTo>
                  <a:pt x="238930" y="39556"/>
                </a:lnTo>
                <a:cubicBezTo>
                  <a:pt x="238930" y="35891"/>
                  <a:pt x="238246" y="33181"/>
                  <a:pt x="236880" y="31426"/>
                </a:cubicBezTo>
                <a:cubicBezTo>
                  <a:pt x="235513" y="29671"/>
                  <a:pt x="233479" y="28794"/>
                  <a:pt x="230776" y="28794"/>
                </a:cubicBezTo>
                <a:cubicBezTo>
                  <a:pt x="229782" y="28794"/>
                  <a:pt x="228812" y="28941"/>
                  <a:pt x="227864" y="29236"/>
                </a:cubicBezTo>
                <a:cubicBezTo>
                  <a:pt x="226917" y="29531"/>
                  <a:pt x="225931" y="30044"/>
                  <a:pt x="224906" y="30774"/>
                </a:cubicBezTo>
                <a:cubicBezTo>
                  <a:pt x="223881" y="31504"/>
                  <a:pt x="222770" y="32490"/>
                  <a:pt x="221574" y="33732"/>
                </a:cubicBezTo>
                <a:cubicBezTo>
                  <a:pt x="220379" y="34975"/>
                  <a:pt x="219035" y="36528"/>
                  <a:pt x="217544" y="38391"/>
                </a:cubicBezTo>
                <a:lnTo>
                  <a:pt x="217544" y="69421"/>
                </a:lnTo>
                <a:lnTo>
                  <a:pt x="209437" y="69421"/>
                </a:lnTo>
                <a:lnTo>
                  <a:pt x="209437" y="22644"/>
                </a:lnTo>
                <a:close/>
                <a:moveTo>
                  <a:pt x="298336" y="56655"/>
                </a:moveTo>
                <a:cubicBezTo>
                  <a:pt x="298336" y="58302"/>
                  <a:pt x="298057" y="59777"/>
                  <a:pt x="297498" y="61082"/>
                </a:cubicBezTo>
                <a:cubicBezTo>
                  <a:pt x="296938" y="62386"/>
                  <a:pt x="296177" y="63543"/>
                  <a:pt x="295215" y="64553"/>
                </a:cubicBezTo>
                <a:cubicBezTo>
                  <a:pt x="294252" y="65562"/>
                  <a:pt x="293133" y="66424"/>
                  <a:pt x="291860" y="67139"/>
                </a:cubicBezTo>
                <a:cubicBezTo>
                  <a:pt x="290586" y="67853"/>
                  <a:pt x="289228" y="68443"/>
                  <a:pt x="287783" y="68909"/>
                </a:cubicBezTo>
                <a:cubicBezTo>
                  <a:pt x="286339" y="69375"/>
                  <a:pt x="284856" y="69717"/>
                  <a:pt x="283334" y="69934"/>
                </a:cubicBezTo>
                <a:cubicBezTo>
                  <a:pt x="281812" y="70151"/>
                  <a:pt x="280321" y="70260"/>
                  <a:pt x="278861" y="70260"/>
                </a:cubicBezTo>
                <a:cubicBezTo>
                  <a:pt x="275693" y="70260"/>
                  <a:pt x="272781" y="70120"/>
                  <a:pt x="270125" y="69841"/>
                </a:cubicBezTo>
                <a:cubicBezTo>
                  <a:pt x="267469" y="69561"/>
                  <a:pt x="264868" y="69111"/>
                  <a:pt x="262321" y="68490"/>
                </a:cubicBezTo>
                <a:lnTo>
                  <a:pt x="262321" y="61035"/>
                </a:lnTo>
                <a:cubicBezTo>
                  <a:pt x="265054" y="61812"/>
                  <a:pt x="267772" y="62402"/>
                  <a:pt x="270474" y="62805"/>
                </a:cubicBezTo>
                <a:cubicBezTo>
                  <a:pt x="273177" y="63209"/>
                  <a:pt x="275863" y="63411"/>
                  <a:pt x="278535" y="63411"/>
                </a:cubicBezTo>
                <a:cubicBezTo>
                  <a:pt x="282417" y="63411"/>
                  <a:pt x="285291" y="62883"/>
                  <a:pt x="287154" y="61827"/>
                </a:cubicBezTo>
                <a:cubicBezTo>
                  <a:pt x="289018" y="60771"/>
                  <a:pt x="289950" y="59265"/>
                  <a:pt x="289950" y="57308"/>
                </a:cubicBezTo>
                <a:cubicBezTo>
                  <a:pt x="289950" y="56469"/>
                  <a:pt x="289802" y="55716"/>
                  <a:pt x="289507" y="55048"/>
                </a:cubicBezTo>
                <a:cubicBezTo>
                  <a:pt x="289212" y="54380"/>
                  <a:pt x="288676" y="53743"/>
                  <a:pt x="287900" y="53138"/>
                </a:cubicBezTo>
                <a:cubicBezTo>
                  <a:pt x="287123" y="52532"/>
                  <a:pt x="285920" y="51903"/>
                  <a:pt x="284289" y="51251"/>
                </a:cubicBezTo>
                <a:cubicBezTo>
                  <a:pt x="282658" y="50598"/>
                  <a:pt x="280429" y="49853"/>
                  <a:pt x="277603" y="49014"/>
                </a:cubicBezTo>
                <a:cubicBezTo>
                  <a:pt x="275491" y="48393"/>
                  <a:pt x="273542" y="47687"/>
                  <a:pt x="271756" y="46894"/>
                </a:cubicBezTo>
                <a:cubicBezTo>
                  <a:pt x="269970" y="46102"/>
                  <a:pt x="268424" y="45163"/>
                  <a:pt x="267120" y="44076"/>
                </a:cubicBezTo>
                <a:cubicBezTo>
                  <a:pt x="265815" y="42989"/>
                  <a:pt x="264790" y="41715"/>
                  <a:pt x="264045" y="40255"/>
                </a:cubicBezTo>
                <a:cubicBezTo>
                  <a:pt x="263299" y="38795"/>
                  <a:pt x="262927" y="37071"/>
                  <a:pt x="262927" y="35083"/>
                </a:cubicBezTo>
                <a:cubicBezTo>
                  <a:pt x="262927" y="33779"/>
                  <a:pt x="263229" y="32350"/>
                  <a:pt x="263835" y="30797"/>
                </a:cubicBezTo>
                <a:cubicBezTo>
                  <a:pt x="264441" y="29244"/>
                  <a:pt x="265474" y="27800"/>
                  <a:pt x="266933" y="26464"/>
                </a:cubicBezTo>
                <a:cubicBezTo>
                  <a:pt x="268393" y="25128"/>
                  <a:pt x="270366" y="24018"/>
                  <a:pt x="272851" y="23133"/>
                </a:cubicBezTo>
                <a:cubicBezTo>
                  <a:pt x="275335" y="22247"/>
                  <a:pt x="278442" y="21805"/>
                  <a:pt x="282169" y="21805"/>
                </a:cubicBezTo>
                <a:cubicBezTo>
                  <a:pt x="284001" y="21805"/>
                  <a:pt x="286036" y="21906"/>
                  <a:pt x="288272" y="22108"/>
                </a:cubicBezTo>
                <a:cubicBezTo>
                  <a:pt x="290509" y="22310"/>
                  <a:pt x="292838" y="22659"/>
                  <a:pt x="295261" y="23156"/>
                </a:cubicBezTo>
                <a:lnTo>
                  <a:pt x="295261" y="30378"/>
                </a:lnTo>
                <a:cubicBezTo>
                  <a:pt x="292714" y="29757"/>
                  <a:pt x="290299" y="29298"/>
                  <a:pt x="288016" y="29003"/>
                </a:cubicBezTo>
                <a:cubicBezTo>
                  <a:pt x="285733" y="28708"/>
                  <a:pt x="283753" y="28561"/>
                  <a:pt x="282076" y="28561"/>
                </a:cubicBezTo>
                <a:cubicBezTo>
                  <a:pt x="280057" y="28561"/>
                  <a:pt x="278356" y="28716"/>
                  <a:pt x="276974" y="29027"/>
                </a:cubicBezTo>
                <a:cubicBezTo>
                  <a:pt x="275592" y="29337"/>
                  <a:pt x="274474" y="29764"/>
                  <a:pt x="273619" y="30308"/>
                </a:cubicBezTo>
                <a:cubicBezTo>
                  <a:pt x="272765" y="30851"/>
                  <a:pt x="272152" y="31488"/>
                  <a:pt x="271779" y="32218"/>
                </a:cubicBezTo>
                <a:cubicBezTo>
                  <a:pt x="271406" y="32948"/>
                  <a:pt x="271220" y="33732"/>
                  <a:pt x="271220" y="34571"/>
                </a:cubicBezTo>
                <a:cubicBezTo>
                  <a:pt x="271220" y="35410"/>
                  <a:pt x="271383" y="36171"/>
                  <a:pt x="271709" y="36854"/>
                </a:cubicBezTo>
                <a:cubicBezTo>
                  <a:pt x="272035" y="37537"/>
                  <a:pt x="272641" y="38197"/>
                  <a:pt x="273526" y="38834"/>
                </a:cubicBezTo>
                <a:cubicBezTo>
                  <a:pt x="274411" y="39471"/>
                  <a:pt x="275646" y="40108"/>
                  <a:pt x="277230" y="40744"/>
                </a:cubicBezTo>
                <a:cubicBezTo>
                  <a:pt x="278814" y="41381"/>
                  <a:pt x="280880" y="42072"/>
                  <a:pt x="283427" y="42818"/>
                </a:cubicBezTo>
                <a:cubicBezTo>
                  <a:pt x="286191" y="43625"/>
                  <a:pt x="288521" y="44472"/>
                  <a:pt x="290416" y="45357"/>
                </a:cubicBezTo>
                <a:cubicBezTo>
                  <a:pt x="292310" y="46242"/>
                  <a:pt x="293848" y="47228"/>
                  <a:pt x="295028" y="48315"/>
                </a:cubicBezTo>
                <a:cubicBezTo>
                  <a:pt x="296208" y="49403"/>
                  <a:pt x="297055" y="50630"/>
                  <a:pt x="297567" y="51996"/>
                </a:cubicBezTo>
                <a:cubicBezTo>
                  <a:pt x="298080" y="53363"/>
                  <a:pt x="298336" y="54916"/>
                  <a:pt x="298336" y="56655"/>
                </a:cubicBezTo>
                <a:close/>
                <a:moveTo>
                  <a:pt x="352664" y="43563"/>
                </a:moveTo>
                <a:cubicBezTo>
                  <a:pt x="352664" y="44712"/>
                  <a:pt x="352648" y="45675"/>
                  <a:pt x="352617" y="46452"/>
                </a:cubicBezTo>
                <a:cubicBezTo>
                  <a:pt x="352586" y="47228"/>
                  <a:pt x="352540" y="47958"/>
                  <a:pt x="352478" y="48642"/>
                </a:cubicBezTo>
                <a:lnTo>
                  <a:pt x="319631" y="48642"/>
                </a:lnTo>
                <a:cubicBezTo>
                  <a:pt x="319631" y="53425"/>
                  <a:pt x="320966" y="57098"/>
                  <a:pt x="323637" y="59661"/>
                </a:cubicBezTo>
                <a:cubicBezTo>
                  <a:pt x="326309" y="62223"/>
                  <a:pt x="330160" y="63504"/>
                  <a:pt x="335192" y="63504"/>
                </a:cubicBezTo>
                <a:cubicBezTo>
                  <a:pt x="336559" y="63504"/>
                  <a:pt x="337926" y="63449"/>
                  <a:pt x="339292" y="63338"/>
                </a:cubicBezTo>
                <a:cubicBezTo>
                  <a:pt x="340659" y="63227"/>
                  <a:pt x="341979" y="63076"/>
                  <a:pt x="343253" y="62886"/>
                </a:cubicBezTo>
                <a:cubicBezTo>
                  <a:pt x="344526" y="62694"/>
                  <a:pt x="345745" y="62480"/>
                  <a:pt x="346910" y="62242"/>
                </a:cubicBezTo>
                <a:cubicBezTo>
                  <a:pt x="348075" y="62003"/>
                  <a:pt x="349154" y="61741"/>
                  <a:pt x="350148" y="61454"/>
                </a:cubicBezTo>
                <a:lnTo>
                  <a:pt x="350148" y="68117"/>
                </a:lnTo>
                <a:cubicBezTo>
                  <a:pt x="347943" y="68752"/>
                  <a:pt x="345450" y="69268"/>
                  <a:pt x="342670" y="69665"/>
                </a:cubicBezTo>
                <a:cubicBezTo>
                  <a:pt x="339890" y="70062"/>
                  <a:pt x="337009" y="70260"/>
                  <a:pt x="334027" y="70260"/>
                </a:cubicBezTo>
                <a:cubicBezTo>
                  <a:pt x="330020" y="70260"/>
                  <a:pt x="326573" y="69717"/>
                  <a:pt x="323684" y="68629"/>
                </a:cubicBezTo>
                <a:cubicBezTo>
                  <a:pt x="320795" y="67542"/>
                  <a:pt x="318427" y="65966"/>
                  <a:pt x="316579" y="63900"/>
                </a:cubicBezTo>
                <a:cubicBezTo>
                  <a:pt x="314731" y="61835"/>
                  <a:pt x="313364" y="59303"/>
                  <a:pt x="312479" y="56306"/>
                </a:cubicBezTo>
                <a:cubicBezTo>
                  <a:pt x="311594" y="53309"/>
                  <a:pt x="311151" y="49915"/>
                  <a:pt x="311151" y="46126"/>
                </a:cubicBezTo>
                <a:cubicBezTo>
                  <a:pt x="311151" y="42833"/>
                  <a:pt x="311625" y="39719"/>
                  <a:pt x="312572" y="36784"/>
                </a:cubicBezTo>
                <a:cubicBezTo>
                  <a:pt x="313519" y="33849"/>
                  <a:pt x="314902" y="31271"/>
                  <a:pt x="316719" y="29050"/>
                </a:cubicBezTo>
                <a:cubicBezTo>
                  <a:pt x="318536" y="26829"/>
                  <a:pt x="320764" y="25066"/>
                  <a:pt x="323404" y="23762"/>
                </a:cubicBezTo>
                <a:cubicBezTo>
                  <a:pt x="326045" y="22457"/>
                  <a:pt x="329042" y="21805"/>
                  <a:pt x="332397" y="21805"/>
                </a:cubicBezTo>
                <a:cubicBezTo>
                  <a:pt x="335658" y="21805"/>
                  <a:pt x="338547" y="22317"/>
                  <a:pt x="341063" y="23342"/>
                </a:cubicBezTo>
                <a:cubicBezTo>
                  <a:pt x="343579" y="24367"/>
                  <a:pt x="345699" y="25820"/>
                  <a:pt x="347422" y="27699"/>
                </a:cubicBezTo>
                <a:cubicBezTo>
                  <a:pt x="349146" y="29578"/>
                  <a:pt x="350451" y="31861"/>
                  <a:pt x="351336" y="34548"/>
                </a:cubicBezTo>
                <a:cubicBezTo>
                  <a:pt x="352221" y="37234"/>
                  <a:pt x="352664" y="40240"/>
                  <a:pt x="352664" y="43563"/>
                </a:cubicBezTo>
                <a:moveTo>
                  <a:pt x="344231" y="42398"/>
                </a:moveTo>
                <a:cubicBezTo>
                  <a:pt x="344324" y="40317"/>
                  <a:pt x="344122" y="38415"/>
                  <a:pt x="343625" y="36691"/>
                </a:cubicBezTo>
                <a:cubicBezTo>
                  <a:pt x="343128" y="34967"/>
                  <a:pt x="342359" y="33484"/>
                  <a:pt x="341319" y="32241"/>
                </a:cubicBezTo>
                <a:cubicBezTo>
                  <a:pt x="340278" y="30999"/>
                  <a:pt x="338982" y="30028"/>
                  <a:pt x="337429" y="29329"/>
                </a:cubicBezTo>
                <a:cubicBezTo>
                  <a:pt x="335876" y="28631"/>
                  <a:pt x="334074" y="28281"/>
                  <a:pt x="332024" y="28281"/>
                </a:cubicBezTo>
                <a:cubicBezTo>
                  <a:pt x="330253" y="28281"/>
                  <a:pt x="328638" y="28623"/>
                  <a:pt x="327178" y="29306"/>
                </a:cubicBezTo>
                <a:cubicBezTo>
                  <a:pt x="325719" y="29989"/>
                  <a:pt x="324461" y="30952"/>
                  <a:pt x="323404" y="32195"/>
                </a:cubicBezTo>
                <a:cubicBezTo>
                  <a:pt x="322348" y="33437"/>
                  <a:pt x="321494" y="34928"/>
                  <a:pt x="320842" y="36668"/>
                </a:cubicBezTo>
                <a:cubicBezTo>
                  <a:pt x="320190" y="38407"/>
                  <a:pt x="319786" y="40317"/>
                  <a:pt x="319631" y="42398"/>
                </a:cubicBezTo>
                <a:lnTo>
                  <a:pt x="344231" y="42398"/>
                </a:lnTo>
                <a:close/>
                <a:moveTo>
                  <a:pt x="455682" y="39323"/>
                </a:moveTo>
                <a:lnTo>
                  <a:pt x="415613" y="39323"/>
                </a:lnTo>
                <a:lnTo>
                  <a:pt x="415613" y="32474"/>
                </a:lnTo>
                <a:lnTo>
                  <a:pt x="455682" y="32474"/>
                </a:lnTo>
                <a:lnTo>
                  <a:pt x="455682" y="39323"/>
                </a:lnTo>
                <a:moveTo>
                  <a:pt x="455682" y="55584"/>
                </a:moveTo>
                <a:lnTo>
                  <a:pt x="415613" y="55584"/>
                </a:lnTo>
                <a:lnTo>
                  <a:pt x="415613" y="48735"/>
                </a:lnTo>
                <a:lnTo>
                  <a:pt x="455682" y="48735"/>
                </a:lnTo>
                <a:lnTo>
                  <a:pt x="455682" y="55584"/>
                </a:lnTo>
                <a:close/>
                <a:moveTo>
                  <a:pt x="471013" y="23063"/>
                </a:moveTo>
                <a:lnTo>
                  <a:pt x="476045" y="17891"/>
                </a:lnTo>
                <a:lnTo>
                  <a:pt x="507354" y="44029"/>
                </a:lnTo>
                <a:lnTo>
                  <a:pt x="476045" y="70167"/>
                </a:lnTo>
                <a:lnTo>
                  <a:pt x="471013" y="65042"/>
                </a:lnTo>
                <a:lnTo>
                  <a:pt x="496405" y="44122"/>
                </a:lnTo>
                <a:lnTo>
                  <a:pt x="471013" y="23063"/>
                </a:lnTo>
                <a:close/>
                <a:moveTo>
                  <a:pt x="574374" y="22644"/>
                </a:moveTo>
                <a:lnTo>
                  <a:pt x="581782" y="22644"/>
                </a:lnTo>
                <a:lnTo>
                  <a:pt x="582015" y="31241"/>
                </a:lnTo>
                <a:cubicBezTo>
                  <a:pt x="584780" y="27925"/>
                  <a:pt x="587505" y="25524"/>
                  <a:pt x="590192" y="24037"/>
                </a:cubicBezTo>
                <a:cubicBezTo>
                  <a:pt x="592879" y="22549"/>
                  <a:pt x="595589" y="21805"/>
                  <a:pt x="598322" y="21805"/>
                </a:cubicBezTo>
                <a:cubicBezTo>
                  <a:pt x="603168" y="21805"/>
                  <a:pt x="606841" y="23370"/>
                  <a:pt x="609341" y="26499"/>
                </a:cubicBezTo>
                <a:cubicBezTo>
                  <a:pt x="611842" y="29628"/>
                  <a:pt x="612999" y="34276"/>
                  <a:pt x="612812" y="40442"/>
                </a:cubicBezTo>
                <a:lnTo>
                  <a:pt x="604612" y="40442"/>
                </a:lnTo>
                <a:cubicBezTo>
                  <a:pt x="604705" y="36358"/>
                  <a:pt x="604107" y="33396"/>
                  <a:pt x="602818" y="31556"/>
                </a:cubicBezTo>
                <a:cubicBezTo>
                  <a:pt x="601529" y="29714"/>
                  <a:pt x="599642" y="28794"/>
                  <a:pt x="597158" y="28794"/>
                </a:cubicBezTo>
                <a:cubicBezTo>
                  <a:pt x="596070" y="28794"/>
                  <a:pt x="594975" y="28987"/>
                  <a:pt x="593873" y="29375"/>
                </a:cubicBezTo>
                <a:cubicBezTo>
                  <a:pt x="592770" y="29761"/>
                  <a:pt x="591636" y="30379"/>
                  <a:pt x="590472" y="31229"/>
                </a:cubicBezTo>
                <a:cubicBezTo>
                  <a:pt x="589307" y="32080"/>
                  <a:pt x="588072" y="33170"/>
                  <a:pt x="586768" y="34501"/>
                </a:cubicBezTo>
                <a:cubicBezTo>
                  <a:pt x="585463" y="35831"/>
                  <a:pt x="584065" y="37439"/>
                  <a:pt x="582574" y="39326"/>
                </a:cubicBezTo>
                <a:lnTo>
                  <a:pt x="582574" y="69421"/>
                </a:lnTo>
                <a:lnTo>
                  <a:pt x="574374" y="69421"/>
                </a:lnTo>
                <a:lnTo>
                  <a:pt x="574374" y="22644"/>
                </a:lnTo>
                <a:close/>
                <a:moveTo>
                  <a:pt x="663832" y="43563"/>
                </a:moveTo>
                <a:cubicBezTo>
                  <a:pt x="663832" y="44712"/>
                  <a:pt x="663817" y="45675"/>
                  <a:pt x="663786" y="46452"/>
                </a:cubicBezTo>
                <a:cubicBezTo>
                  <a:pt x="663755" y="47228"/>
                  <a:pt x="663708" y="47958"/>
                  <a:pt x="663646" y="48642"/>
                </a:cubicBezTo>
                <a:lnTo>
                  <a:pt x="630799" y="48642"/>
                </a:lnTo>
                <a:cubicBezTo>
                  <a:pt x="630799" y="53425"/>
                  <a:pt x="632134" y="57098"/>
                  <a:pt x="634806" y="59661"/>
                </a:cubicBezTo>
                <a:cubicBezTo>
                  <a:pt x="637477" y="62223"/>
                  <a:pt x="641328" y="63504"/>
                  <a:pt x="646360" y="63504"/>
                </a:cubicBezTo>
                <a:cubicBezTo>
                  <a:pt x="647727" y="63504"/>
                  <a:pt x="649094" y="63449"/>
                  <a:pt x="650460" y="63338"/>
                </a:cubicBezTo>
                <a:cubicBezTo>
                  <a:pt x="651827" y="63227"/>
                  <a:pt x="653147" y="63076"/>
                  <a:pt x="654421" y="62886"/>
                </a:cubicBezTo>
                <a:cubicBezTo>
                  <a:pt x="655694" y="62694"/>
                  <a:pt x="656913" y="62480"/>
                  <a:pt x="658078" y="62242"/>
                </a:cubicBezTo>
                <a:cubicBezTo>
                  <a:pt x="659243" y="62003"/>
                  <a:pt x="660322" y="61741"/>
                  <a:pt x="661316" y="61454"/>
                </a:cubicBezTo>
                <a:lnTo>
                  <a:pt x="661316" y="68117"/>
                </a:lnTo>
                <a:cubicBezTo>
                  <a:pt x="659111" y="68752"/>
                  <a:pt x="656618" y="69268"/>
                  <a:pt x="653838" y="69665"/>
                </a:cubicBezTo>
                <a:cubicBezTo>
                  <a:pt x="651058" y="70062"/>
                  <a:pt x="648177" y="70260"/>
                  <a:pt x="645196" y="70260"/>
                </a:cubicBezTo>
                <a:cubicBezTo>
                  <a:pt x="641189" y="70260"/>
                  <a:pt x="637741" y="69717"/>
                  <a:pt x="634852" y="68629"/>
                </a:cubicBezTo>
                <a:cubicBezTo>
                  <a:pt x="631964" y="67542"/>
                  <a:pt x="629595" y="65966"/>
                  <a:pt x="627747" y="63900"/>
                </a:cubicBezTo>
                <a:cubicBezTo>
                  <a:pt x="625899" y="61835"/>
                  <a:pt x="624532" y="59303"/>
                  <a:pt x="623647" y="56306"/>
                </a:cubicBezTo>
                <a:cubicBezTo>
                  <a:pt x="622762" y="53309"/>
                  <a:pt x="622319" y="49915"/>
                  <a:pt x="622319" y="46126"/>
                </a:cubicBezTo>
                <a:cubicBezTo>
                  <a:pt x="622319" y="42833"/>
                  <a:pt x="622793" y="39719"/>
                  <a:pt x="623740" y="36784"/>
                </a:cubicBezTo>
                <a:cubicBezTo>
                  <a:pt x="624688" y="33849"/>
                  <a:pt x="626070" y="31271"/>
                  <a:pt x="627887" y="29050"/>
                </a:cubicBezTo>
                <a:cubicBezTo>
                  <a:pt x="629704" y="26829"/>
                  <a:pt x="631933" y="25066"/>
                  <a:pt x="634573" y="23762"/>
                </a:cubicBezTo>
                <a:cubicBezTo>
                  <a:pt x="637213" y="22457"/>
                  <a:pt x="640210" y="21805"/>
                  <a:pt x="643565" y="21805"/>
                </a:cubicBezTo>
                <a:cubicBezTo>
                  <a:pt x="646826" y="21805"/>
                  <a:pt x="649715" y="22317"/>
                  <a:pt x="652231" y="23342"/>
                </a:cubicBezTo>
                <a:cubicBezTo>
                  <a:pt x="654747" y="24367"/>
                  <a:pt x="656867" y="25820"/>
                  <a:pt x="658591" y="27699"/>
                </a:cubicBezTo>
                <a:cubicBezTo>
                  <a:pt x="660315" y="29578"/>
                  <a:pt x="661619" y="31861"/>
                  <a:pt x="662504" y="34548"/>
                </a:cubicBezTo>
                <a:cubicBezTo>
                  <a:pt x="663390" y="37234"/>
                  <a:pt x="663832" y="40240"/>
                  <a:pt x="663832" y="43563"/>
                </a:cubicBezTo>
                <a:moveTo>
                  <a:pt x="655399" y="42398"/>
                </a:moveTo>
                <a:cubicBezTo>
                  <a:pt x="655492" y="40317"/>
                  <a:pt x="655290" y="38415"/>
                  <a:pt x="654793" y="36691"/>
                </a:cubicBezTo>
                <a:cubicBezTo>
                  <a:pt x="654296" y="34967"/>
                  <a:pt x="653528" y="33484"/>
                  <a:pt x="652487" y="32241"/>
                </a:cubicBezTo>
                <a:cubicBezTo>
                  <a:pt x="651447" y="30999"/>
                  <a:pt x="650150" y="30028"/>
                  <a:pt x="648597" y="29329"/>
                </a:cubicBezTo>
                <a:cubicBezTo>
                  <a:pt x="647044" y="28631"/>
                  <a:pt x="645242" y="28281"/>
                  <a:pt x="643192" y="28281"/>
                </a:cubicBezTo>
                <a:cubicBezTo>
                  <a:pt x="641422" y="28281"/>
                  <a:pt x="639807" y="28623"/>
                  <a:pt x="638347" y="29306"/>
                </a:cubicBezTo>
                <a:cubicBezTo>
                  <a:pt x="636887" y="29989"/>
                  <a:pt x="635629" y="30952"/>
                  <a:pt x="634573" y="32195"/>
                </a:cubicBezTo>
                <a:cubicBezTo>
                  <a:pt x="633517" y="33437"/>
                  <a:pt x="632662" y="34928"/>
                  <a:pt x="632010" y="36668"/>
                </a:cubicBezTo>
                <a:cubicBezTo>
                  <a:pt x="631358" y="38407"/>
                  <a:pt x="630954" y="40317"/>
                  <a:pt x="630799" y="42398"/>
                </a:cubicBezTo>
                <a:lnTo>
                  <a:pt x="655399" y="42398"/>
                </a:lnTo>
                <a:close/>
                <a:moveTo>
                  <a:pt x="713221" y="56655"/>
                </a:moveTo>
                <a:cubicBezTo>
                  <a:pt x="713221" y="58302"/>
                  <a:pt x="712942" y="59777"/>
                  <a:pt x="712383" y="61082"/>
                </a:cubicBezTo>
                <a:cubicBezTo>
                  <a:pt x="711824" y="62386"/>
                  <a:pt x="711063" y="63543"/>
                  <a:pt x="710100" y="64553"/>
                </a:cubicBezTo>
                <a:cubicBezTo>
                  <a:pt x="709137" y="65562"/>
                  <a:pt x="708019" y="66424"/>
                  <a:pt x="706745" y="67139"/>
                </a:cubicBezTo>
                <a:cubicBezTo>
                  <a:pt x="705472" y="67853"/>
                  <a:pt x="704113" y="68443"/>
                  <a:pt x="702668" y="68909"/>
                </a:cubicBezTo>
                <a:cubicBezTo>
                  <a:pt x="701224" y="69375"/>
                  <a:pt x="699741" y="69717"/>
                  <a:pt x="698219" y="69934"/>
                </a:cubicBezTo>
                <a:cubicBezTo>
                  <a:pt x="696697" y="70151"/>
                  <a:pt x="695206" y="70260"/>
                  <a:pt x="693746" y="70260"/>
                </a:cubicBezTo>
                <a:cubicBezTo>
                  <a:pt x="690578" y="70260"/>
                  <a:pt x="687666" y="70120"/>
                  <a:pt x="685010" y="69841"/>
                </a:cubicBezTo>
                <a:cubicBezTo>
                  <a:pt x="682354" y="69561"/>
                  <a:pt x="679753" y="69111"/>
                  <a:pt x="677206" y="68490"/>
                </a:cubicBezTo>
                <a:lnTo>
                  <a:pt x="677206" y="61035"/>
                </a:lnTo>
                <a:cubicBezTo>
                  <a:pt x="679939" y="61812"/>
                  <a:pt x="682657" y="62402"/>
                  <a:pt x="685360" y="62805"/>
                </a:cubicBezTo>
                <a:cubicBezTo>
                  <a:pt x="688062" y="63209"/>
                  <a:pt x="690749" y="63411"/>
                  <a:pt x="693420" y="63411"/>
                </a:cubicBezTo>
                <a:cubicBezTo>
                  <a:pt x="697303" y="63411"/>
                  <a:pt x="700176" y="62883"/>
                  <a:pt x="702039" y="61827"/>
                </a:cubicBezTo>
                <a:cubicBezTo>
                  <a:pt x="703903" y="60771"/>
                  <a:pt x="704835" y="59265"/>
                  <a:pt x="704835" y="57308"/>
                </a:cubicBezTo>
                <a:cubicBezTo>
                  <a:pt x="704835" y="56469"/>
                  <a:pt x="704687" y="55716"/>
                  <a:pt x="704392" y="55048"/>
                </a:cubicBezTo>
                <a:cubicBezTo>
                  <a:pt x="704097" y="54380"/>
                  <a:pt x="703561" y="53743"/>
                  <a:pt x="702785" y="53138"/>
                </a:cubicBezTo>
                <a:cubicBezTo>
                  <a:pt x="702008" y="52532"/>
                  <a:pt x="700805" y="51903"/>
                  <a:pt x="699174" y="51251"/>
                </a:cubicBezTo>
                <a:cubicBezTo>
                  <a:pt x="697543" y="50598"/>
                  <a:pt x="695315" y="49853"/>
                  <a:pt x="692488" y="49014"/>
                </a:cubicBezTo>
                <a:cubicBezTo>
                  <a:pt x="690376" y="48393"/>
                  <a:pt x="688427" y="47687"/>
                  <a:pt x="686641" y="46894"/>
                </a:cubicBezTo>
                <a:cubicBezTo>
                  <a:pt x="684855" y="46102"/>
                  <a:pt x="683310" y="45163"/>
                  <a:pt x="682005" y="44076"/>
                </a:cubicBezTo>
                <a:cubicBezTo>
                  <a:pt x="680700" y="42989"/>
                  <a:pt x="679675" y="41715"/>
                  <a:pt x="678930" y="40255"/>
                </a:cubicBezTo>
                <a:cubicBezTo>
                  <a:pt x="678184" y="38795"/>
                  <a:pt x="677812" y="37071"/>
                  <a:pt x="677812" y="35083"/>
                </a:cubicBezTo>
                <a:cubicBezTo>
                  <a:pt x="677812" y="33779"/>
                  <a:pt x="678115" y="32350"/>
                  <a:pt x="678720" y="30797"/>
                </a:cubicBezTo>
                <a:cubicBezTo>
                  <a:pt x="679326" y="29244"/>
                  <a:pt x="680359" y="27800"/>
                  <a:pt x="681819" y="26464"/>
                </a:cubicBezTo>
                <a:cubicBezTo>
                  <a:pt x="683278" y="25128"/>
                  <a:pt x="685251" y="24018"/>
                  <a:pt x="687736" y="23133"/>
                </a:cubicBezTo>
                <a:cubicBezTo>
                  <a:pt x="690221" y="22247"/>
                  <a:pt x="693327" y="21805"/>
                  <a:pt x="697054" y="21805"/>
                </a:cubicBezTo>
                <a:cubicBezTo>
                  <a:pt x="698887" y="21805"/>
                  <a:pt x="700921" y="21906"/>
                  <a:pt x="703158" y="22108"/>
                </a:cubicBezTo>
                <a:cubicBezTo>
                  <a:pt x="705394" y="22310"/>
                  <a:pt x="707724" y="22659"/>
                  <a:pt x="710146" y="23156"/>
                </a:cubicBezTo>
                <a:lnTo>
                  <a:pt x="710146" y="30378"/>
                </a:lnTo>
                <a:cubicBezTo>
                  <a:pt x="707599" y="29757"/>
                  <a:pt x="705184" y="29298"/>
                  <a:pt x="702901" y="29003"/>
                </a:cubicBezTo>
                <a:cubicBezTo>
                  <a:pt x="700618" y="28708"/>
                  <a:pt x="698638" y="28561"/>
                  <a:pt x="696961" y="28561"/>
                </a:cubicBezTo>
                <a:cubicBezTo>
                  <a:pt x="694942" y="28561"/>
                  <a:pt x="693241" y="28716"/>
                  <a:pt x="691859" y="29027"/>
                </a:cubicBezTo>
                <a:cubicBezTo>
                  <a:pt x="690477" y="29337"/>
                  <a:pt x="689359" y="29764"/>
                  <a:pt x="688504" y="30308"/>
                </a:cubicBezTo>
                <a:cubicBezTo>
                  <a:pt x="687650" y="30851"/>
                  <a:pt x="687037" y="31488"/>
                  <a:pt x="686664" y="32218"/>
                </a:cubicBezTo>
                <a:cubicBezTo>
                  <a:pt x="686291" y="32948"/>
                  <a:pt x="686105" y="33732"/>
                  <a:pt x="686105" y="34571"/>
                </a:cubicBezTo>
                <a:cubicBezTo>
                  <a:pt x="686105" y="35410"/>
                  <a:pt x="686268" y="36171"/>
                  <a:pt x="686594" y="36854"/>
                </a:cubicBezTo>
                <a:cubicBezTo>
                  <a:pt x="686920" y="37537"/>
                  <a:pt x="687526" y="38197"/>
                  <a:pt x="688411" y="38834"/>
                </a:cubicBezTo>
                <a:cubicBezTo>
                  <a:pt x="689297" y="39471"/>
                  <a:pt x="690531" y="40108"/>
                  <a:pt x="692115" y="40744"/>
                </a:cubicBezTo>
                <a:cubicBezTo>
                  <a:pt x="693699" y="41381"/>
                  <a:pt x="695765" y="42072"/>
                  <a:pt x="698312" y="42818"/>
                </a:cubicBezTo>
                <a:cubicBezTo>
                  <a:pt x="701076" y="43625"/>
                  <a:pt x="703406" y="44472"/>
                  <a:pt x="705301" y="45357"/>
                </a:cubicBezTo>
                <a:cubicBezTo>
                  <a:pt x="707195" y="46242"/>
                  <a:pt x="708733" y="47228"/>
                  <a:pt x="709913" y="48315"/>
                </a:cubicBezTo>
                <a:cubicBezTo>
                  <a:pt x="711094" y="49403"/>
                  <a:pt x="711940" y="50630"/>
                  <a:pt x="712453" y="51996"/>
                </a:cubicBezTo>
                <a:cubicBezTo>
                  <a:pt x="712965" y="53363"/>
                  <a:pt x="713221" y="54916"/>
                  <a:pt x="713221" y="56655"/>
                </a:cubicBezTo>
                <a:close/>
                <a:moveTo>
                  <a:pt x="768015" y="45194"/>
                </a:moveTo>
                <a:cubicBezTo>
                  <a:pt x="768015" y="49356"/>
                  <a:pt x="767433" y="52990"/>
                  <a:pt x="766268" y="56096"/>
                </a:cubicBezTo>
                <a:cubicBezTo>
                  <a:pt x="765103" y="59202"/>
                  <a:pt x="763496" y="61780"/>
                  <a:pt x="761446" y="63831"/>
                </a:cubicBezTo>
                <a:cubicBezTo>
                  <a:pt x="759396" y="65881"/>
                  <a:pt x="756973" y="67418"/>
                  <a:pt x="754177" y="68443"/>
                </a:cubicBezTo>
                <a:cubicBezTo>
                  <a:pt x="751382" y="69468"/>
                  <a:pt x="748353" y="69981"/>
                  <a:pt x="745092" y="69981"/>
                </a:cubicBezTo>
                <a:cubicBezTo>
                  <a:pt x="743601" y="69981"/>
                  <a:pt x="742118" y="69903"/>
                  <a:pt x="740642" y="69748"/>
                </a:cubicBezTo>
                <a:cubicBezTo>
                  <a:pt x="739167" y="69592"/>
                  <a:pt x="737668" y="69328"/>
                  <a:pt x="736146" y="68956"/>
                </a:cubicBezTo>
                <a:lnTo>
                  <a:pt x="736146" y="88524"/>
                </a:lnTo>
                <a:lnTo>
                  <a:pt x="728039" y="88524"/>
                </a:lnTo>
                <a:lnTo>
                  <a:pt x="728039" y="22644"/>
                </a:lnTo>
                <a:lnTo>
                  <a:pt x="735261" y="22644"/>
                </a:lnTo>
                <a:lnTo>
                  <a:pt x="735774" y="30471"/>
                </a:lnTo>
                <a:cubicBezTo>
                  <a:pt x="738103" y="27272"/>
                  <a:pt x="740588" y="25027"/>
                  <a:pt x="743228" y="23738"/>
                </a:cubicBezTo>
                <a:cubicBezTo>
                  <a:pt x="745869" y="22449"/>
                  <a:pt x="748726" y="21805"/>
                  <a:pt x="751801" y="21805"/>
                </a:cubicBezTo>
                <a:cubicBezTo>
                  <a:pt x="754472" y="21805"/>
                  <a:pt x="756818" y="22364"/>
                  <a:pt x="758837" y="23482"/>
                </a:cubicBezTo>
                <a:cubicBezTo>
                  <a:pt x="760855" y="24600"/>
                  <a:pt x="762548" y="26177"/>
                  <a:pt x="763915" y="28211"/>
                </a:cubicBezTo>
                <a:cubicBezTo>
                  <a:pt x="765282" y="30246"/>
                  <a:pt x="766307" y="32700"/>
                  <a:pt x="766990" y="35573"/>
                </a:cubicBezTo>
                <a:cubicBezTo>
                  <a:pt x="767673" y="38446"/>
                  <a:pt x="768015" y="41653"/>
                  <a:pt x="768015" y="45194"/>
                </a:cubicBezTo>
                <a:moveTo>
                  <a:pt x="759722" y="45567"/>
                </a:moveTo>
                <a:cubicBezTo>
                  <a:pt x="759722" y="43113"/>
                  <a:pt x="759543" y="40861"/>
                  <a:pt x="759186" y="38811"/>
                </a:cubicBezTo>
                <a:cubicBezTo>
                  <a:pt x="758829" y="36761"/>
                  <a:pt x="758262" y="35006"/>
                  <a:pt x="757485" y="33546"/>
                </a:cubicBezTo>
                <a:cubicBezTo>
                  <a:pt x="756709" y="32086"/>
                  <a:pt x="755715" y="30945"/>
                  <a:pt x="754503" y="30121"/>
                </a:cubicBezTo>
                <a:cubicBezTo>
                  <a:pt x="753292" y="29298"/>
                  <a:pt x="751848" y="28887"/>
                  <a:pt x="750170" y="28887"/>
                </a:cubicBezTo>
                <a:cubicBezTo>
                  <a:pt x="749145" y="28887"/>
                  <a:pt x="748105" y="29050"/>
                  <a:pt x="747049" y="29376"/>
                </a:cubicBezTo>
                <a:cubicBezTo>
                  <a:pt x="745993" y="29702"/>
                  <a:pt x="744898" y="30246"/>
                  <a:pt x="743764" y="31007"/>
                </a:cubicBezTo>
                <a:cubicBezTo>
                  <a:pt x="742630" y="31768"/>
                  <a:pt x="741435" y="32777"/>
                  <a:pt x="740177" y="34035"/>
                </a:cubicBezTo>
                <a:cubicBezTo>
                  <a:pt x="738919" y="35293"/>
                  <a:pt x="737575" y="36854"/>
                  <a:pt x="736146" y="38718"/>
                </a:cubicBezTo>
                <a:lnTo>
                  <a:pt x="736146" y="61408"/>
                </a:lnTo>
                <a:cubicBezTo>
                  <a:pt x="737637" y="62029"/>
                  <a:pt x="739206" y="62518"/>
                  <a:pt x="740852" y="62875"/>
                </a:cubicBezTo>
                <a:cubicBezTo>
                  <a:pt x="742498" y="63233"/>
                  <a:pt x="744114" y="63411"/>
                  <a:pt x="745698" y="63411"/>
                </a:cubicBezTo>
                <a:cubicBezTo>
                  <a:pt x="750077" y="63411"/>
                  <a:pt x="753510" y="61928"/>
                  <a:pt x="755994" y="58962"/>
                </a:cubicBezTo>
                <a:cubicBezTo>
                  <a:pt x="758479" y="55995"/>
                  <a:pt x="759722" y="51530"/>
                  <a:pt x="759722" y="45567"/>
                </a:cubicBezTo>
                <a:close/>
                <a:moveTo>
                  <a:pt x="820619" y="45660"/>
                </a:moveTo>
                <a:cubicBezTo>
                  <a:pt x="820619" y="49294"/>
                  <a:pt x="820107" y="52625"/>
                  <a:pt x="819081" y="55654"/>
                </a:cubicBezTo>
                <a:cubicBezTo>
                  <a:pt x="818056" y="58682"/>
                  <a:pt x="816581" y="61276"/>
                  <a:pt x="814655" y="63434"/>
                </a:cubicBezTo>
                <a:cubicBezTo>
                  <a:pt x="812730" y="65593"/>
                  <a:pt x="810384" y="67271"/>
                  <a:pt x="807620" y="68466"/>
                </a:cubicBezTo>
                <a:cubicBezTo>
                  <a:pt x="804856" y="69662"/>
                  <a:pt x="801718" y="70260"/>
                  <a:pt x="798208" y="70260"/>
                </a:cubicBezTo>
                <a:cubicBezTo>
                  <a:pt x="794854" y="70260"/>
                  <a:pt x="791849" y="69740"/>
                  <a:pt x="789193" y="68699"/>
                </a:cubicBezTo>
                <a:cubicBezTo>
                  <a:pt x="786537" y="67659"/>
                  <a:pt x="784285" y="66129"/>
                  <a:pt x="782437" y="64110"/>
                </a:cubicBezTo>
                <a:cubicBezTo>
                  <a:pt x="780589" y="62091"/>
                  <a:pt x="779176" y="59591"/>
                  <a:pt x="778197" y="56609"/>
                </a:cubicBezTo>
                <a:cubicBezTo>
                  <a:pt x="777219" y="53627"/>
                  <a:pt x="776730" y="50195"/>
                  <a:pt x="776730" y="46312"/>
                </a:cubicBezTo>
                <a:cubicBezTo>
                  <a:pt x="776730" y="42678"/>
                  <a:pt x="777242" y="39362"/>
                  <a:pt x="778267" y="36365"/>
                </a:cubicBezTo>
                <a:cubicBezTo>
                  <a:pt x="779292" y="33367"/>
                  <a:pt x="780768" y="30789"/>
                  <a:pt x="782693" y="28631"/>
                </a:cubicBezTo>
                <a:cubicBezTo>
                  <a:pt x="784619" y="26472"/>
                  <a:pt x="786964" y="24795"/>
                  <a:pt x="789729" y="23599"/>
                </a:cubicBezTo>
                <a:cubicBezTo>
                  <a:pt x="792493" y="22403"/>
                  <a:pt x="795630" y="21805"/>
                  <a:pt x="799140" y="21805"/>
                </a:cubicBezTo>
                <a:cubicBezTo>
                  <a:pt x="802495" y="21805"/>
                  <a:pt x="805500" y="22325"/>
                  <a:pt x="808156" y="23366"/>
                </a:cubicBezTo>
                <a:cubicBezTo>
                  <a:pt x="810811" y="24406"/>
                  <a:pt x="813063" y="25928"/>
                  <a:pt x="814912" y="27932"/>
                </a:cubicBezTo>
                <a:cubicBezTo>
                  <a:pt x="816760" y="29935"/>
                  <a:pt x="818173" y="32428"/>
                  <a:pt x="819151" y="35410"/>
                </a:cubicBezTo>
                <a:cubicBezTo>
                  <a:pt x="820130" y="38391"/>
                  <a:pt x="820619" y="41808"/>
                  <a:pt x="820619" y="45660"/>
                </a:cubicBezTo>
                <a:moveTo>
                  <a:pt x="812326" y="46033"/>
                </a:moveTo>
                <a:cubicBezTo>
                  <a:pt x="812326" y="43144"/>
                  <a:pt x="812007" y="40620"/>
                  <a:pt x="811371" y="38461"/>
                </a:cubicBezTo>
                <a:cubicBezTo>
                  <a:pt x="810734" y="36303"/>
                  <a:pt x="809825" y="34501"/>
                  <a:pt x="808645" y="33057"/>
                </a:cubicBezTo>
                <a:cubicBezTo>
                  <a:pt x="807465" y="31612"/>
                  <a:pt x="806028" y="30525"/>
                  <a:pt x="804335" y="29795"/>
                </a:cubicBezTo>
                <a:cubicBezTo>
                  <a:pt x="802642" y="29065"/>
                  <a:pt x="800755" y="28700"/>
                  <a:pt x="798674" y="28700"/>
                </a:cubicBezTo>
                <a:cubicBezTo>
                  <a:pt x="796252" y="28700"/>
                  <a:pt x="794178" y="29174"/>
                  <a:pt x="792454" y="30121"/>
                </a:cubicBezTo>
                <a:cubicBezTo>
                  <a:pt x="790730" y="31069"/>
                  <a:pt x="789317" y="32335"/>
                  <a:pt x="788215" y="33919"/>
                </a:cubicBezTo>
                <a:cubicBezTo>
                  <a:pt x="787112" y="35503"/>
                  <a:pt x="786304" y="37343"/>
                  <a:pt x="785792" y="39440"/>
                </a:cubicBezTo>
                <a:cubicBezTo>
                  <a:pt x="785279" y="41536"/>
                  <a:pt x="785023" y="43734"/>
                  <a:pt x="785023" y="46033"/>
                </a:cubicBezTo>
                <a:cubicBezTo>
                  <a:pt x="785023" y="48921"/>
                  <a:pt x="785341" y="51453"/>
                  <a:pt x="785978" y="53627"/>
                </a:cubicBezTo>
                <a:cubicBezTo>
                  <a:pt x="786615" y="55801"/>
                  <a:pt x="787523" y="57611"/>
                  <a:pt x="788704" y="59055"/>
                </a:cubicBezTo>
                <a:cubicBezTo>
                  <a:pt x="789884" y="60499"/>
                  <a:pt x="791313" y="61586"/>
                  <a:pt x="792990" y="62316"/>
                </a:cubicBezTo>
                <a:cubicBezTo>
                  <a:pt x="794667" y="63046"/>
                  <a:pt x="796562" y="63411"/>
                  <a:pt x="798674" y="63411"/>
                </a:cubicBezTo>
                <a:cubicBezTo>
                  <a:pt x="801097" y="63411"/>
                  <a:pt x="803170" y="62937"/>
                  <a:pt x="804894" y="61990"/>
                </a:cubicBezTo>
                <a:cubicBezTo>
                  <a:pt x="806618" y="61043"/>
                  <a:pt x="808032" y="59777"/>
                  <a:pt x="809134" y="58193"/>
                </a:cubicBezTo>
                <a:cubicBezTo>
                  <a:pt x="810237" y="56609"/>
                  <a:pt x="811044" y="54768"/>
                  <a:pt x="811557" y="52672"/>
                </a:cubicBezTo>
                <a:cubicBezTo>
                  <a:pt x="812069" y="50575"/>
                  <a:pt x="812326" y="48362"/>
                  <a:pt x="812326" y="46033"/>
                </a:cubicBezTo>
                <a:close/>
                <a:moveTo>
                  <a:pt x="831756" y="22644"/>
                </a:moveTo>
                <a:lnTo>
                  <a:pt x="838978" y="22644"/>
                </a:lnTo>
                <a:lnTo>
                  <a:pt x="839304" y="30191"/>
                </a:lnTo>
                <a:cubicBezTo>
                  <a:pt x="840671" y="28576"/>
                  <a:pt x="841991" y="27233"/>
                  <a:pt x="843265" y="26161"/>
                </a:cubicBezTo>
                <a:cubicBezTo>
                  <a:pt x="844538" y="25090"/>
                  <a:pt x="845788" y="24228"/>
                  <a:pt x="847015" y="23575"/>
                </a:cubicBezTo>
                <a:cubicBezTo>
                  <a:pt x="848242" y="22923"/>
                  <a:pt x="849492" y="22465"/>
                  <a:pt x="850766" y="22201"/>
                </a:cubicBezTo>
                <a:cubicBezTo>
                  <a:pt x="852039" y="21937"/>
                  <a:pt x="853359" y="21805"/>
                  <a:pt x="854726" y="21805"/>
                </a:cubicBezTo>
                <a:cubicBezTo>
                  <a:pt x="859541" y="21805"/>
                  <a:pt x="863182" y="23226"/>
                  <a:pt x="865652" y="26068"/>
                </a:cubicBezTo>
                <a:cubicBezTo>
                  <a:pt x="868121" y="28910"/>
                  <a:pt x="869356" y="33189"/>
                  <a:pt x="869356" y="38904"/>
                </a:cubicBezTo>
                <a:lnTo>
                  <a:pt x="869356" y="69421"/>
                </a:lnTo>
                <a:lnTo>
                  <a:pt x="861249" y="69421"/>
                </a:lnTo>
                <a:lnTo>
                  <a:pt x="861249" y="39556"/>
                </a:lnTo>
                <a:cubicBezTo>
                  <a:pt x="861249" y="35891"/>
                  <a:pt x="860566" y="33181"/>
                  <a:pt x="859199" y="31426"/>
                </a:cubicBezTo>
                <a:cubicBezTo>
                  <a:pt x="857832" y="29671"/>
                  <a:pt x="855798" y="28794"/>
                  <a:pt x="853095" y="28794"/>
                </a:cubicBezTo>
                <a:cubicBezTo>
                  <a:pt x="852101" y="28794"/>
                  <a:pt x="851131" y="28941"/>
                  <a:pt x="850183" y="29236"/>
                </a:cubicBezTo>
                <a:cubicBezTo>
                  <a:pt x="849236" y="29531"/>
                  <a:pt x="848250" y="30044"/>
                  <a:pt x="847225" y="30774"/>
                </a:cubicBezTo>
                <a:cubicBezTo>
                  <a:pt x="846200" y="31504"/>
                  <a:pt x="845089" y="32490"/>
                  <a:pt x="843894" y="33732"/>
                </a:cubicBezTo>
                <a:cubicBezTo>
                  <a:pt x="842698" y="34975"/>
                  <a:pt x="841354" y="36528"/>
                  <a:pt x="839863" y="38391"/>
                </a:cubicBezTo>
                <a:lnTo>
                  <a:pt x="839863" y="69421"/>
                </a:lnTo>
                <a:lnTo>
                  <a:pt x="831756" y="69421"/>
                </a:lnTo>
                <a:lnTo>
                  <a:pt x="831756" y="22644"/>
                </a:lnTo>
                <a:close/>
                <a:moveTo>
                  <a:pt x="920655" y="56655"/>
                </a:moveTo>
                <a:cubicBezTo>
                  <a:pt x="920655" y="58302"/>
                  <a:pt x="920376" y="59777"/>
                  <a:pt x="919817" y="61082"/>
                </a:cubicBezTo>
                <a:cubicBezTo>
                  <a:pt x="919257" y="62386"/>
                  <a:pt x="918496" y="63543"/>
                  <a:pt x="917534" y="64553"/>
                </a:cubicBezTo>
                <a:cubicBezTo>
                  <a:pt x="916571" y="65562"/>
                  <a:pt x="915452" y="66424"/>
                  <a:pt x="914179" y="67139"/>
                </a:cubicBezTo>
                <a:cubicBezTo>
                  <a:pt x="912905" y="67853"/>
                  <a:pt x="911547" y="68443"/>
                  <a:pt x="910102" y="68909"/>
                </a:cubicBezTo>
                <a:cubicBezTo>
                  <a:pt x="908658" y="69375"/>
                  <a:pt x="907175" y="69717"/>
                  <a:pt x="905653" y="69934"/>
                </a:cubicBezTo>
                <a:cubicBezTo>
                  <a:pt x="904131" y="70151"/>
                  <a:pt x="902640" y="70260"/>
                  <a:pt x="901180" y="70260"/>
                </a:cubicBezTo>
                <a:cubicBezTo>
                  <a:pt x="898012" y="70260"/>
                  <a:pt x="895100" y="70120"/>
                  <a:pt x="892444" y="69841"/>
                </a:cubicBezTo>
                <a:cubicBezTo>
                  <a:pt x="889788" y="69561"/>
                  <a:pt x="887187" y="69111"/>
                  <a:pt x="884640" y="68490"/>
                </a:cubicBezTo>
                <a:lnTo>
                  <a:pt x="884640" y="61035"/>
                </a:lnTo>
                <a:cubicBezTo>
                  <a:pt x="887373" y="61812"/>
                  <a:pt x="890091" y="62402"/>
                  <a:pt x="892793" y="62805"/>
                </a:cubicBezTo>
                <a:cubicBezTo>
                  <a:pt x="895496" y="63209"/>
                  <a:pt x="898183" y="63411"/>
                  <a:pt x="900854" y="63411"/>
                </a:cubicBezTo>
                <a:cubicBezTo>
                  <a:pt x="904736" y="63411"/>
                  <a:pt x="907610" y="62883"/>
                  <a:pt x="909473" y="61827"/>
                </a:cubicBezTo>
                <a:cubicBezTo>
                  <a:pt x="911337" y="60771"/>
                  <a:pt x="912269" y="59265"/>
                  <a:pt x="912269" y="57308"/>
                </a:cubicBezTo>
                <a:cubicBezTo>
                  <a:pt x="912269" y="56469"/>
                  <a:pt x="912121" y="55716"/>
                  <a:pt x="911826" y="55048"/>
                </a:cubicBezTo>
                <a:cubicBezTo>
                  <a:pt x="911531" y="54380"/>
                  <a:pt x="910995" y="53743"/>
                  <a:pt x="910219" y="53138"/>
                </a:cubicBezTo>
                <a:cubicBezTo>
                  <a:pt x="909442" y="52532"/>
                  <a:pt x="908239" y="51903"/>
                  <a:pt x="906608" y="51251"/>
                </a:cubicBezTo>
                <a:cubicBezTo>
                  <a:pt x="904977" y="50598"/>
                  <a:pt x="902749" y="49853"/>
                  <a:pt x="899922" y="49014"/>
                </a:cubicBezTo>
                <a:cubicBezTo>
                  <a:pt x="897810" y="48393"/>
                  <a:pt x="895861" y="47687"/>
                  <a:pt x="894075" y="46894"/>
                </a:cubicBezTo>
                <a:cubicBezTo>
                  <a:pt x="892289" y="46102"/>
                  <a:pt x="890743" y="45163"/>
                  <a:pt x="889439" y="44076"/>
                </a:cubicBezTo>
                <a:cubicBezTo>
                  <a:pt x="888134" y="42989"/>
                  <a:pt x="887109" y="41715"/>
                  <a:pt x="886364" y="40255"/>
                </a:cubicBezTo>
                <a:cubicBezTo>
                  <a:pt x="885618" y="38795"/>
                  <a:pt x="885246" y="37071"/>
                  <a:pt x="885246" y="35083"/>
                </a:cubicBezTo>
                <a:cubicBezTo>
                  <a:pt x="885246" y="33779"/>
                  <a:pt x="885548" y="32350"/>
                  <a:pt x="886154" y="30797"/>
                </a:cubicBezTo>
                <a:cubicBezTo>
                  <a:pt x="886760" y="29244"/>
                  <a:pt x="887793" y="27800"/>
                  <a:pt x="889252" y="26464"/>
                </a:cubicBezTo>
                <a:cubicBezTo>
                  <a:pt x="890712" y="25128"/>
                  <a:pt x="892685" y="24018"/>
                  <a:pt x="895170" y="23133"/>
                </a:cubicBezTo>
                <a:cubicBezTo>
                  <a:pt x="897654" y="22247"/>
                  <a:pt x="900761" y="21805"/>
                  <a:pt x="904488" y="21805"/>
                </a:cubicBezTo>
                <a:cubicBezTo>
                  <a:pt x="906321" y="21805"/>
                  <a:pt x="908355" y="21906"/>
                  <a:pt x="910591" y="22108"/>
                </a:cubicBezTo>
                <a:cubicBezTo>
                  <a:pt x="912828" y="22310"/>
                  <a:pt x="915157" y="22659"/>
                  <a:pt x="917580" y="23156"/>
                </a:cubicBezTo>
                <a:lnTo>
                  <a:pt x="917580" y="30378"/>
                </a:lnTo>
                <a:cubicBezTo>
                  <a:pt x="915033" y="29757"/>
                  <a:pt x="912618" y="29298"/>
                  <a:pt x="910335" y="29003"/>
                </a:cubicBezTo>
                <a:cubicBezTo>
                  <a:pt x="908052" y="28708"/>
                  <a:pt x="906072" y="28561"/>
                  <a:pt x="904395" y="28561"/>
                </a:cubicBezTo>
                <a:cubicBezTo>
                  <a:pt x="902376" y="28561"/>
                  <a:pt x="900675" y="28716"/>
                  <a:pt x="899293" y="29027"/>
                </a:cubicBezTo>
                <a:cubicBezTo>
                  <a:pt x="897911" y="29337"/>
                  <a:pt x="896793" y="29764"/>
                  <a:pt x="895938" y="30308"/>
                </a:cubicBezTo>
                <a:cubicBezTo>
                  <a:pt x="895084" y="30851"/>
                  <a:pt x="894471" y="31488"/>
                  <a:pt x="894098" y="32218"/>
                </a:cubicBezTo>
                <a:cubicBezTo>
                  <a:pt x="893725" y="32948"/>
                  <a:pt x="893539" y="33732"/>
                  <a:pt x="893539" y="34571"/>
                </a:cubicBezTo>
                <a:cubicBezTo>
                  <a:pt x="893539" y="35410"/>
                  <a:pt x="893702" y="36171"/>
                  <a:pt x="894028" y="36854"/>
                </a:cubicBezTo>
                <a:cubicBezTo>
                  <a:pt x="894354" y="37537"/>
                  <a:pt x="894960" y="38197"/>
                  <a:pt x="895845" y="38834"/>
                </a:cubicBezTo>
                <a:cubicBezTo>
                  <a:pt x="896730" y="39471"/>
                  <a:pt x="897965" y="40108"/>
                  <a:pt x="899549" y="40744"/>
                </a:cubicBezTo>
                <a:cubicBezTo>
                  <a:pt x="901133" y="41381"/>
                  <a:pt x="903199" y="42072"/>
                  <a:pt x="905746" y="42818"/>
                </a:cubicBezTo>
                <a:cubicBezTo>
                  <a:pt x="908510" y="43625"/>
                  <a:pt x="910840" y="44472"/>
                  <a:pt x="912735" y="45357"/>
                </a:cubicBezTo>
                <a:cubicBezTo>
                  <a:pt x="914629" y="46242"/>
                  <a:pt x="916167" y="47228"/>
                  <a:pt x="917347" y="48315"/>
                </a:cubicBezTo>
                <a:cubicBezTo>
                  <a:pt x="918528" y="49403"/>
                  <a:pt x="919374" y="50630"/>
                  <a:pt x="919886" y="51996"/>
                </a:cubicBezTo>
                <a:cubicBezTo>
                  <a:pt x="920399" y="53363"/>
                  <a:pt x="920655" y="54916"/>
                  <a:pt x="920655" y="56655"/>
                </a:cubicBezTo>
                <a:close/>
                <a:moveTo>
                  <a:pt x="974983" y="43563"/>
                </a:moveTo>
                <a:cubicBezTo>
                  <a:pt x="974983" y="44712"/>
                  <a:pt x="974968" y="45675"/>
                  <a:pt x="974937" y="46452"/>
                </a:cubicBezTo>
                <a:cubicBezTo>
                  <a:pt x="974905" y="47228"/>
                  <a:pt x="974859" y="47958"/>
                  <a:pt x="974797" y="48642"/>
                </a:cubicBezTo>
                <a:lnTo>
                  <a:pt x="941950" y="48642"/>
                </a:lnTo>
                <a:cubicBezTo>
                  <a:pt x="941950" y="53425"/>
                  <a:pt x="943285" y="57098"/>
                  <a:pt x="945957" y="59661"/>
                </a:cubicBezTo>
                <a:cubicBezTo>
                  <a:pt x="948628" y="62223"/>
                  <a:pt x="952479" y="63504"/>
                  <a:pt x="957511" y="63504"/>
                </a:cubicBezTo>
                <a:cubicBezTo>
                  <a:pt x="958878" y="63504"/>
                  <a:pt x="960245" y="63449"/>
                  <a:pt x="961611" y="63338"/>
                </a:cubicBezTo>
                <a:cubicBezTo>
                  <a:pt x="962978" y="63227"/>
                  <a:pt x="964298" y="63076"/>
                  <a:pt x="965572" y="62886"/>
                </a:cubicBezTo>
                <a:cubicBezTo>
                  <a:pt x="966845" y="62694"/>
                  <a:pt x="968064" y="62480"/>
                  <a:pt x="969229" y="62242"/>
                </a:cubicBezTo>
                <a:cubicBezTo>
                  <a:pt x="970394" y="62003"/>
                  <a:pt x="971473" y="61741"/>
                  <a:pt x="972467" y="61454"/>
                </a:cubicBezTo>
                <a:lnTo>
                  <a:pt x="972467" y="68117"/>
                </a:lnTo>
                <a:cubicBezTo>
                  <a:pt x="970262" y="68752"/>
                  <a:pt x="967769" y="69268"/>
                  <a:pt x="964989" y="69665"/>
                </a:cubicBezTo>
                <a:cubicBezTo>
                  <a:pt x="962209" y="70062"/>
                  <a:pt x="959328" y="70260"/>
                  <a:pt x="956346" y="70260"/>
                </a:cubicBezTo>
                <a:cubicBezTo>
                  <a:pt x="952340" y="70260"/>
                  <a:pt x="948892" y="69717"/>
                  <a:pt x="946003" y="68629"/>
                </a:cubicBezTo>
                <a:cubicBezTo>
                  <a:pt x="943114" y="67542"/>
                  <a:pt x="940746" y="65966"/>
                  <a:pt x="938898" y="63900"/>
                </a:cubicBezTo>
                <a:cubicBezTo>
                  <a:pt x="937050" y="61835"/>
                  <a:pt x="935683" y="59303"/>
                  <a:pt x="934798" y="56306"/>
                </a:cubicBezTo>
                <a:cubicBezTo>
                  <a:pt x="933913" y="53309"/>
                  <a:pt x="933470" y="49915"/>
                  <a:pt x="933470" y="46126"/>
                </a:cubicBezTo>
                <a:cubicBezTo>
                  <a:pt x="933470" y="42833"/>
                  <a:pt x="933944" y="39719"/>
                  <a:pt x="934891" y="36784"/>
                </a:cubicBezTo>
                <a:cubicBezTo>
                  <a:pt x="935838" y="33849"/>
                  <a:pt x="937221" y="31271"/>
                  <a:pt x="939038" y="29050"/>
                </a:cubicBezTo>
                <a:cubicBezTo>
                  <a:pt x="940855" y="26829"/>
                  <a:pt x="943083" y="25066"/>
                  <a:pt x="945724" y="23762"/>
                </a:cubicBezTo>
                <a:cubicBezTo>
                  <a:pt x="948364" y="22457"/>
                  <a:pt x="951361" y="21805"/>
                  <a:pt x="954716" y="21805"/>
                </a:cubicBezTo>
                <a:cubicBezTo>
                  <a:pt x="957977" y="21805"/>
                  <a:pt x="960866" y="22317"/>
                  <a:pt x="963382" y="23342"/>
                </a:cubicBezTo>
                <a:cubicBezTo>
                  <a:pt x="965898" y="24367"/>
                  <a:pt x="968018" y="25820"/>
                  <a:pt x="969742" y="27699"/>
                </a:cubicBezTo>
                <a:cubicBezTo>
                  <a:pt x="971465" y="29578"/>
                  <a:pt x="972770" y="31861"/>
                  <a:pt x="973655" y="34548"/>
                </a:cubicBezTo>
                <a:cubicBezTo>
                  <a:pt x="974541" y="37234"/>
                  <a:pt x="974983" y="40240"/>
                  <a:pt x="974983" y="43563"/>
                </a:cubicBezTo>
                <a:moveTo>
                  <a:pt x="966550" y="42398"/>
                </a:moveTo>
                <a:cubicBezTo>
                  <a:pt x="966643" y="40317"/>
                  <a:pt x="966441" y="38415"/>
                  <a:pt x="965944" y="36691"/>
                </a:cubicBezTo>
                <a:cubicBezTo>
                  <a:pt x="965447" y="34967"/>
                  <a:pt x="964679" y="33484"/>
                  <a:pt x="963638" y="32241"/>
                </a:cubicBezTo>
                <a:cubicBezTo>
                  <a:pt x="962598" y="30999"/>
                  <a:pt x="961301" y="30028"/>
                  <a:pt x="959748" y="29329"/>
                </a:cubicBezTo>
                <a:cubicBezTo>
                  <a:pt x="958195" y="28631"/>
                  <a:pt x="956393" y="28281"/>
                  <a:pt x="954343" y="28281"/>
                </a:cubicBezTo>
                <a:cubicBezTo>
                  <a:pt x="952573" y="28281"/>
                  <a:pt x="950957" y="28623"/>
                  <a:pt x="949498" y="29306"/>
                </a:cubicBezTo>
                <a:cubicBezTo>
                  <a:pt x="948038" y="29989"/>
                  <a:pt x="946780" y="30952"/>
                  <a:pt x="945724" y="32195"/>
                </a:cubicBezTo>
                <a:cubicBezTo>
                  <a:pt x="944668" y="33437"/>
                  <a:pt x="943813" y="34928"/>
                  <a:pt x="943161" y="36668"/>
                </a:cubicBezTo>
                <a:cubicBezTo>
                  <a:pt x="942509" y="38407"/>
                  <a:pt x="942105" y="40317"/>
                  <a:pt x="941950" y="42398"/>
                </a:cubicBezTo>
                <a:lnTo>
                  <a:pt x="966550" y="42398"/>
                </a:lnTo>
                <a:close/>
                <a:moveTo>
                  <a:pt x="1005736" y="54745"/>
                </a:moveTo>
                <a:cubicBezTo>
                  <a:pt x="1006792" y="54745"/>
                  <a:pt x="1007793" y="54947"/>
                  <a:pt x="1008741" y="55351"/>
                </a:cubicBezTo>
                <a:cubicBezTo>
                  <a:pt x="1009688" y="55755"/>
                  <a:pt x="1010511" y="56314"/>
                  <a:pt x="1011210" y="57028"/>
                </a:cubicBezTo>
                <a:cubicBezTo>
                  <a:pt x="1011909" y="57743"/>
                  <a:pt x="1012460" y="58573"/>
                  <a:pt x="1012864" y="59521"/>
                </a:cubicBezTo>
                <a:cubicBezTo>
                  <a:pt x="1013268" y="60468"/>
                  <a:pt x="1013470" y="61485"/>
                  <a:pt x="1013470" y="62573"/>
                </a:cubicBezTo>
                <a:cubicBezTo>
                  <a:pt x="1013470" y="63629"/>
                  <a:pt x="1013268" y="64623"/>
                  <a:pt x="1012864" y="65554"/>
                </a:cubicBezTo>
                <a:cubicBezTo>
                  <a:pt x="1012460" y="66486"/>
                  <a:pt x="1011909" y="67302"/>
                  <a:pt x="1011210" y="68000"/>
                </a:cubicBezTo>
                <a:cubicBezTo>
                  <a:pt x="1010511" y="68699"/>
                  <a:pt x="1009688" y="69251"/>
                  <a:pt x="1008741" y="69654"/>
                </a:cubicBezTo>
                <a:cubicBezTo>
                  <a:pt x="1007793" y="70058"/>
                  <a:pt x="1006792" y="70260"/>
                  <a:pt x="1005736" y="70260"/>
                </a:cubicBezTo>
                <a:cubicBezTo>
                  <a:pt x="1004648" y="70260"/>
                  <a:pt x="1003639" y="70058"/>
                  <a:pt x="1002707" y="69654"/>
                </a:cubicBezTo>
                <a:cubicBezTo>
                  <a:pt x="1001775" y="69251"/>
                  <a:pt x="1000960" y="68699"/>
                  <a:pt x="1000261" y="68000"/>
                </a:cubicBezTo>
                <a:cubicBezTo>
                  <a:pt x="999562" y="67302"/>
                  <a:pt x="999011" y="66486"/>
                  <a:pt x="998607" y="65554"/>
                </a:cubicBezTo>
                <a:cubicBezTo>
                  <a:pt x="998203" y="64623"/>
                  <a:pt x="998001" y="63629"/>
                  <a:pt x="998001" y="62573"/>
                </a:cubicBezTo>
                <a:cubicBezTo>
                  <a:pt x="998001" y="61485"/>
                  <a:pt x="998203" y="60468"/>
                  <a:pt x="998607" y="59521"/>
                </a:cubicBezTo>
                <a:cubicBezTo>
                  <a:pt x="999011" y="58573"/>
                  <a:pt x="999562" y="57743"/>
                  <a:pt x="1000261" y="57028"/>
                </a:cubicBezTo>
                <a:cubicBezTo>
                  <a:pt x="1000960" y="56314"/>
                  <a:pt x="1001775" y="55755"/>
                  <a:pt x="1002707" y="55351"/>
                </a:cubicBezTo>
                <a:cubicBezTo>
                  <a:pt x="1003639" y="54947"/>
                  <a:pt x="1004648" y="54745"/>
                  <a:pt x="1005736" y="54745"/>
                </a:cubicBezTo>
                <a:close/>
                <a:moveTo>
                  <a:pt x="1070873" y="22644"/>
                </a:moveTo>
                <a:lnTo>
                  <a:pt x="1070873" y="68583"/>
                </a:lnTo>
                <a:cubicBezTo>
                  <a:pt x="1070873" y="71844"/>
                  <a:pt x="1070407" y="74741"/>
                  <a:pt x="1069475" y="77272"/>
                </a:cubicBezTo>
                <a:cubicBezTo>
                  <a:pt x="1068543" y="79804"/>
                  <a:pt x="1067207" y="81939"/>
                  <a:pt x="1065468" y="83679"/>
                </a:cubicBezTo>
                <a:cubicBezTo>
                  <a:pt x="1063729" y="85418"/>
                  <a:pt x="1061593" y="86738"/>
                  <a:pt x="1059062" y="87639"/>
                </a:cubicBezTo>
                <a:cubicBezTo>
                  <a:pt x="1056530" y="88540"/>
                  <a:pt x="1053680" y="88990"/>
                  <a:pt x="1050512" y="88990"/>
                </a:cubicBezTo>
                <a:cubicBezTo>
                  <a:pt x="1048214" y="88990"/>
                  <a:pt x="1045969" y="88776"/>
                  <a:pt x="1043780" y="88348"/>
                </a:cubicBezTo>
                <a:cubicBezTo>
                  <a:pt x="1041590" y="87921"/>
                  <a:pt x="1039610" y="87327"/>
                  <a:pt x="1037839" y="86567"/>
                </a:cubicBezTo>
                <a:lnTo>
                  <a:pt x="1037839" y="78833"/>
                </a:lnTo>
                <a:cubicBezTo>
                  <a:pt x="1038802" y="79337"/>
                  <a:pt x="1039835" y="79793"/>
                  <a:pt x="1040938" y="80203"/>
                </a:cubicBezTo>
                <a:cubicBezTo>
                  <a:pt x="1042040" y="80613"/>
                  <a:pt x="1043174" y="80959"/>
                  <a:pt x="1044339" y="81243"/>
                </a:cubicBezTo>
                <a:cubicBezTo>
                  <a:pt x="1045504" y="81527"/>
                  <a:pt x="1046676" y="81740"/>
                  <a:pt x="1047856" y="81882"/>
                </a:cubicBezTo>
                <a:cubicBezTo>
                  <a:pt x="1049037" y="82024"/>
                  <a:pt x="1050186" y="82094"/>
                  <a:pt x="1051304" y="82094"/>
                </a:cubicBezTo>
                <a:cubicBezTo>
                  <a:pt x="1054845" y="82094"/>
                  <a:pt x="1057625" y="80976"/>
                  <a:pt x="1059644" y="78740"/>
                </a:cubicBezTo>
                <a:cubicBezTo>
                  <a:pt x="1061663" y="76503"/>
                  <a:pt x="1062673" y="73211"/>
                  <a:pt x="1062673" y="68862"/>
                </a:cubicBezTo>
                <a:lnTo>
                  <a:pt x="1062673" y="29353"/>
                </a:lnTo>
                <a:lnTo>
                  <a:pt x="1039749" y="29353"/>
                </a:lnTo>
                <a:lnTo>
                  <a:pt x="1039749" y="22644"/>
                </a:lnTo>
                <a:lnTo>
                  <a:pt x="1070873" y="22644"/>
                </a:lnTo>
                <a:moveTo>
                  <a:pt x="1065981" y="2982"/>
                </a:moveTo>
                <a:cubicBezTo>
                  <a:pt x="1066881" y="2982"/>
                  <a:pt x="1067720" y="3145"/>
                  <a:pt x="1068497" y="3471"/>
                </a:cubicBezTo>
                <a:cubicBezTo>
                  <a:pt x="1069273" y="3797"/>
                  <a:pt x="1069949" y="4255"/>
                  <a:pt x="1070523" y="4846"/>
                </a:cubicBezTo>
                <a:cubicBezTo>
                  <a:pt x="1071098" y="5436"/>
                  <a:pt x="1071548" y="6119"/>
                  <a:pt x="1071874" y="6896"/>
                </a:cubicBezTo>
                <a:cubicBezTo>
                  <a:pt x="1072201" y="7672"/>
                  <a:pt x="1072364" y="8495"/>
                  <a:pt x="1072364" y="9365"/>
                </a:cubicBezTo>
                <a:cubicBezTo>
                  <a:pt x="1072364" y="10266"/>
                  <a:pt x="1072201" y="11097"/>
                  <a:pt x="1071874" y="11858"/>
                </a:cubicBezTo>
                <a:cubicBezTo>
                  <a:pt x="1071548" y="12619"/>
                  <a:pt x="1071098" y="13294"/>
                  <a:pt x="1070523" y="13884"/>
                </a:cubicBezTo>
                <a:cubicBezTo>
                  <a:pt x="1069949" y="14474"/>
                  <a:pt x="1069273" y="14933"/>
                  <a:pt x="1068497" y="15259"/>
                </a:cubicBezTo>
                <a:cubicBezTo>
                  <a:pt x="1067720" y="15585"/>
                  <a:pt x="1066881" y="15748"/>
                  <a:pt x="1065981" y="15748"/>
                </a:cubicBezTo>
                <a:cubicBezTo>
                  <a:pt x="1065080" y="15748"/>
                  <a:pt x="1064241" y="15585"/>
                  <a:pt x="1063465" y="15259"/>
                </a:cubicBezTo>
                <a:cubicBezTo>
                  <a:pt x="1062688" y="14933"/>
                  <a:pt x="1062013" y="14474"/>
                  <a:pt x="1061438" y="13884"/>
                </a:cubicBezTo>
                <a:cubicBezTo>
                  <a:pt x="1060863" y="13294"/>
                  <a:pt x="1060413" y="12619"/>
                  <a:pt x="1060087" y="11858"/>
                </a:cubicBezTo>
                <a:cubicBezTo>
                  <a:pt x="1059761" y="11097"/>
                  <a:pt x="1059598" y="10266"/>
                  <a:pt x="1059598" y="9365"/>
                </a:cubicBezTo>
                <a:cubicBezTo>
                  <a:pt x="1059598" y="8495"/>
                  <a:pt x="1059761" y="7672"/>
                  <a:pt x="1060087" y="6896"/>
                </a:cubicBezTo>
                <a:cubicBezTo>
                  <a:pt x="1060413" y="6119"/>
                  <a:pt x="1060863" y="5436"/>
                  <a:pt x="1061438" y="4846"/>
                </a:cubicBezTo>
                <a:cubicBezTo>
                  <a:pt x="1062013" y="4255"/>
                  <a:pt x="1062688" y="3797"/>
                  <a:pt x="1063465" y="3471"/>
                </a:cubicBezTo>
                <a:cubicBezTo>
                  <a:pt x="1064241" y="3145"/>
                  <a:pt x="1065080" y="2982"/>
                  <a:pt x="1065981" y="2982"/>
                </a:cubicBezTo>
                <a:close/>
                <a:moveTo>
                  <a:pt x="1128089" y="56655"/>
                </a:moveTo>
                <a:cubicBezTo>
                  <a:pt x="1128089" y="58302"/>
                  <a:pt x="1127810" y="59777"/>
                  <a:pt x="1127251" y="61082"/>
                </a:cubicBezTo>
                <a:cubicBezTo>
                  <a:pt x="1126691" y="62386"/>
                  <a:pt x="1125930" y="63543"/>
                  <a:pt x="1124968" y="64553"/>
                </a:cubicBezTo>
                <a:cubicBezTo>
                  <a:pt x="1124005" y="65562"/>
                  <a:pt x="1122886" y="66424"/>
                  <a:pt x="1121613" y="67139"/>
                </a:cubicBezTo>
                <a:cubicBezTo>
                  <a:pt x="1120339" y="67853"/>
                  <a:pt x="1118981" y="68443"/>
                  <a:pt x="1117536" y="68909"/>
                </a:cubicBezTo>
                <a:cubicBezTo>
                  <a:pt x="1116092" y="69375"/>
                  <a:pt x="1114609" y="69717"/>
                  <a:pt x="1113087" y="69934"/>
                </a:cubicBezTo>
                <a:cubicBezTo>
                  <a:pt x="1111565" y="70151"/>
                  <a:pt x="1110074" y="70260"/>
                  <a:pt x="1108614" y="70260"/>
                </a:cubicBezTo>
                <a:cubicBezTo>
                  <a:pt x="1105446" y="70260"/>
                  <a:pt x="1102534" y="70120"/>
                  <a:pt x="1099878" y="69841"/>
                </a:cubicBezTo>
                <a:cubicBezTo>
                  <a:pt x="1097222" y="69561"/>
                  <a:pt x="1094621" y="69111"/>
                  <a:pt x="1092074" y="68490"/>
                </a:cubicBezTo>
                <a:lnTo>
                  <a:pt x="1092074" y="61035"/>
                </a:lnTo>
                <a:cubicBezTo>
                  <a:pt x="1094807" y="61812"/>
                  <a:pt x="1097525" y="62402"/>
                  <a:pt x="1100227" y="62805"/>
                </a:cubicBezTo>
                <a:cubicBezTo>
                  <a:pt x="1102930" y="63209"/>
                  <a:pt x="1105616" y="63411"/>
                  <a:pt x="1108288" y="63411"/>
                </a:cubicBezTo>
                <a:cubicBezTo>
                  <a:pt x="1112170" y="63411"/>
                  <a:pt x="1115044" y="62883"/>
                  <a:pt x="1116907" y="61827"/>
                </a:cubicBezTo>
                <a:cubicBezTo>
                  <a:pt x="1118771" y="60771"/>
                  <a:pt x="1119703" y="59265"/>
                  <a:pt x="1119703" y="57308"/>
                </a:cubicBezTo>
                <a:cubicBezTo>
                  <a:pt x="1119703" y="56469"/>
                  <a:pt x="1119555" y="55716"/>
                  <a:pt x="1119260" y="55048"/>
                </a:cubicBezTo>
                <a:cubicBezTo>
                  <a:pt x="1118965" y="54380"/>
                  <a:pt x="1118429" y="53743"/>
                  <a:pt x="1117653" y="53138"/>
                </a:cubicBezTo>
                <a:cubicBezTo>
                  <a:pt x="1116876" y="52532"/>
                  <a:pt x="1115673" y="51903"/>
                  <a:pt x="1114042" y="51251"/>
                </a:cubicBezTo>
                <a:cubicBezTo>
                  <a:pt x="1112411" y="50598"/>
                  <a:pt x="1110182" y="49853"/>
                  <a:pt x="1107356" y="49014"/>
                </a:cubicBezTo>
                <a:cubicBezTo>
                  <a:pt x="1105244" y="48393"/>
                  <a:pt x="1103295" y="47687"/>
                  <a:pt x="1101509" y="46894"/>
                </a:cubicBezTo>
                <a:cubicBezTo>
                  <a:pt x="1099723" y="46102"/>
                  <a:pt x="1098177" y="45163"/>
                  <a:pt x="1096873" y="44076"/>
                </a:cubicBezTo>
                <a:cubicBezTo>
                  <a:pt x="1095568" y="42989"/>
                  <a:pt x="1094543" y="41715"/>
                  <a:pt x="1093798" y="40255"/>
                </a:cubicBezTo>
                <a:cubicBezTo>
                  <a:pt x="1093052" y="38795"/>
                  <a:pt x="1092680" y="37071"/>
                  <a:pt x="1092680" y="35083"/>
                </a:cubicBezTo>
                <a:cubicBezTo>
                  <a:pt x="1092680" y="33779"/>
                  <a:pt x="1092982" y="32350"/>
                  <a:pt x="1093588" y="30797"/>
                </a:cubicBezTo>
                <a:cubicBezTo>
                  <a:pt x="1094194" y="29244"/>
                  <a:pt x="1095227" y="27800"/>
                  <a:pt x="1096686" y="26464"/>
                </a:cubicBezTo>
                <a:cubicBezTo>
                  <a:pt x="1098146" y="25128"/>
                  <a:pt x="1100119" y="24018"/>
                  <a:pt x="1102604" y="23133"/>
                </a:cubicBezTo>
                <a:cubicBezTo>
                  <a:pt x="1105088" y="22247"/>
                  <a:pt x="1108195" y="21805"/>
                  <a:pt x="1111922" y="21805"/>
                </a:cubicBezTo>
                <a:cubicBezTo>
                  <a:pt x="1113754" y="21805"/>
                  <a:pt x="1115789" y="21906"/>
                  <a:pt x="1118025" y="22108"/>
                </a:cubicBezTo>
                <a:cubicBezTo>
                  <a:pt x="1120262" y="22310"/>
                  <a:pt x="1122591" y="22659"/>
                  <a:pt x="1125014" y="23156"/>
                </a:cubicBezTo>
                <a:lnTo>
                  <a:pt x="1125014" y="30378"/>
                </a:lnTo>
                <a:cubicBezTo>
                  <a:pt x="1122467" y="29757"/>
                  <a:pt x="1120052" y="29298"/>
                  <a:pt x="1117769" y="29003"/>
                </a:cubicBezTo>
                <a:cubicBezTo>
                  <a:pt x="1115486" y="28708"/>
                  <a:pt x="1113506" y="28561"/>
                  <a:pt x="1111829" y="28561"/>
                </a:cubicBezTo>
                <a:cubicBezTo>
                  <a:pt x="1109810" y="28561"/>
                  <a:pt x="1108109" y="28716"/>
                  <a:pt x="1106727" y="29027"/>
                </a:cubicBezTo>
                <a:cubicBezTo>
                  <a:pt x="1105345" y="29337"/>
                  <a:pt x="1104226" y="29764"/>
                  <a:pt x="1103372" y="30308"/>
                </a:cubicBezTo>
                <a:cubicBezTo>
                  <a:pt x="1102518" y="30851"/>
                  <a:pt x="1101905" y="31488"/>
                  <a:pt x="1101532" y="32218"/>
                </a:cubicBezTo>
                <a:cubicBezTo>
                  <a:pt x="1101159" y="32948"/>
                  <a:pt x="1100973" y="33732"/>
                  <a:pt x="1100973" y="34571"/>
                </a:cubicBezTo>
                <a:cubicBezTo>
                  <a:pt x="1100973" y="35410"/>
                  <a:pt x="1101136" y="36171"/>
                  <a:pt x="1101462" y="36854"/>
                </a:cubicBezTo>
                <a:cubicBezTo>
                  <a:pt x="1101788" y="37537"/>
                  <a:pt x="1102394" y="38197"/>
                  <a:pt x="1103279" y="38834"/>
                </a:cubicBezTo>
                <a:cubicBezTo>
                  <a:pt x="1104164" y="39471"/>
                  <a:pt x="1105399" y="40108"/>
                  <a:pt x="1106983" y="40744"/>
                </a:cubicBezTo>
                <a:cubicBezTo>
                  <a:pt x="1108567" y="41381"/>
                  <a:pt x="1110633" y="42072"/>
                  <a:pt x="1113180" y="42818"/>
                </a:cubicBezTo>
                <a:cubicBezTo>
                  <a:pt x="1115944" y="43625"/>
                  <a:pt x="1118274" y="44472"/>
                  <a:pt x="1120169" y="45357"/>
                </a:cubicBezTo>
                <a:cubicBezTo>
                  <a:pt x="1122063" y="46242"/>
                  <a:pt x="1123601" y="47228"/>
                  <a:pt x="1124781" y="48315"/>
                </a:cubicBezTo>
                <a:cubicBezTo>
                  <a:pt x="1125961" y="49403"/>
                  <a:pt x="1126808" y="50630"/>
                  <a:pt x="1127320" y="51996"/>
                </a:cubicBezTo>
                <a:cubicBezTo>
                  <a:pt x="1127833" y="53363"/>
                  <a:pt x="1128089" y="54916"/>
                  <a:pt x="1128089" y="56655"/>
                </a:cubicBezTo>
                <a:close/>
                <a:moveTo>
                  <a:pt x="1183628" y="45660"/>
                </a:moveTo>
                <a:cubicBezTo>
                  <a:pt x="1183628" y="49294"/>
                  <a:pt x="1183116" y="52625"/>
                  <a:pt x="1182091" y="55654"/>
                </a:cubicBezTo>
                <a:cubicBezTo>
                  <a:pt x="1181066" y="58682"/>
                  <a:pt x="1179590" y="61276"/>
                  <a:pt x="1177665" y="63434"/>
                </a:cubicBezTo>
                <a:cubicBezTo>
                  <a:pt x="1175739" y="65593"/>
                  <a:pt x="1173394" y="67271"/>
                  <a:pt x="1170629" y="68466"/>
                </a:cubicBezTo>
                <a:cubicBezTo>
                  <a:pt x="1167865" y="69662"/>
                  <a:pt x="1164728" y="70260"/>
                  <a:pt x="1161218" y="70260"/>
                </a:cubicBezTo>
                <a:cubicBezTo>
                  <a:pt x="1157863" y="70260"/>
                  <a:pt x="1154858" y="69740"/>
                  <a:pt x="1152202" y="68699"/>
                </a:cubicBezTo>
                <a:cubicBezTo>
                  <a:pt x="1149547" y="67659"/>
                  <a:pt x="1147295" y="66129"/>
                  <a:pt x="1145447" y="64110"/>
                </a:cubicBezTo>
                <a:cubicBezTo>
                  <a:pt x="1143598" y="62091"/>
                  <a:pt x="1142185" y="59591"/>
                  <a:pt x="1141207" y="56609"/>
                </a:cubicBezTo>
                <a:cubicBezTo>
                  <a:pt x="1140228" y="53627"/>
                  <a:pt x="1139739" y="50195"/>
                  <a:pt x="1139739" y="46312"/>
                </a:cubicBezTo>
                <a:cubicBezTo>
                  <a:pt x="1139739" y="42678"/>
                  <a:pt x="1140252" y="39362"/>
                  <a:pt x="1141277" y="36365"/>
                </a:cubicBezTo>
                <a:cubicBezTo>
                  <a:pt x="1142302" y="33367"/>
                  <a:pt x="1143777" y="30789"/>
                  <a:pt x="1145703" y="28631"/>
                </a:cubicBezTo>
                <a:cubicBezTo>
                  <a:pt x="1147629" y="26472"/>
                  <a:pt x="1149974" y="24795"/>
                  <a:pt x="1152738" y="23599"/>
                </a:cubicBezTo>
                <a:cubicBezTo>
                  <a:pt x="1155503" y="22403"/>
                  <a:pt x="1158640" y="21805"/>
                  <a:pt x="1162150" y="21805"/>
                </a:cubicBezTo>
                <a:cubicBezTo>
                  <a:pt x="1165504" y="21805"/>
                  <a:pt x="1168509" y="22325"/>
                  <a:pt x="1171165" y="23366"/>
                </a:cubicBezTo>
                <a:cubicBezTo>
                  <a:pt x="1173821" y="24406"/>
                  <a:pt x="1176073" y="25928"/>
                  <a:pt x="1177921" y="27932"/>
                </a:cubicBezTo>
                <a:cubicBezTo>
                  <a:pt x="1179769" y="29935"/>
                  <a:pt x="1181182" y="32428"/>
                  <a:pt x="1182161" y="35410"/>
                </a:cubicBezTo>
                <a:cubicBezTo>
                  <a:pt x="1183139" y="38391"/>
                  <a:pt x="1183628" y="41808"/>
                  <a:pt x="1183628" y="45660"/>
                </a:cubicBezTo>
                <a:moveTo>
                  <a:pt x="1175335" y="46033"/>
                </a:moveTo>
                <a:cubicBezTo>
                  <a:pt x="1175335" y="43144"/>
                  <a:pt x="1175017" y="40620"/>
                  <a:pt x="1174380" y="38461"/>
                </a:cubicBezTo>
                <a:cubicBezTo>
                  <a:pt x="1173743" y="36303"/>
                  <a:pt x="1172835" y="34501"/>
                  <a:pt x="1171654" y="33057"/>
                </a:cubicBezTo>
                <a:cubicBezTo>
                  <a:pt x="1170474" y="31612"/>
                  <a:pt x="1169037" y="30525"/>
                  <a:pt x="1167345" y="29795"/>
                </a:cubicBezTo>
                <a:cubicBezTo>
                  <a:pt x="1165652" y="29065"/>
                  <a:pt x="1163765" y="28700"/>
                  <a:pt x="1161684" y="28700"/>
                </a:cubicBezTo>
                <a:cubicBezTo>
                  <a:pt x="1159261" y="28700"/>
                  <a:pt x="1157188" y="29174"/>
                  <a:pt x="1155464" y="30121"/>
                </a:cubicBezTo>
                <a:cubicBezTo>
                  <a:pt x="1153740" y="31069"/>
                  <a:pt x="1152327" y="32335"/>
                  <a:pt x="1151224" y="33919"/>
                </a:cubicBezTo>
                <a:cubicBezTo>
                  <a:pt x="1150121" y="35503"/>
                  <a:pt x="1149314" y="37343"/>
                  <a:pt x="1148801" y="39440"/>
                </a:cubicBezTo>
                <a:cubicBezTo>
                  <a:pt x="1148289" y="41536"/>
                  <a:pt x="1148032" y="43734"/>
                  <a:pt x="1148032" y="46033"/>
                </a:cubicBezTo>
                <a:cubicBezTo>
                  <a:pt x="1148032" y="48921"/>
                  <a:pt x="1148351" y="51453"/>
                  <a:pt x="1148988" y="53627"/>
                </a:cubicBezTo>
                <a:cubicBezTo>
                  <a:pt x="1149624" y="55801"/>
                  <a:pt x="1150533" y="57611"/>
                  <a:pt x="1151713" y="59055"/>
                </a:cubicBezTo>
                <a:cubicBezTo>
                  <a:pt x="1152893" y="60499"/>
                  <a:pt x="1154322" y="61586"/>
                  <a:pt x="1156000" y="62316"/>
                </a:cubicBezTo>
                <a:cubicBezTo>
                  <a:pt x="1157677" y="63046"/>
                  <a:pt x="1159572" y="63411"/>
                  <a:pt x="1161684" y="63411"/>
                </a:cubicBezTo>
                <a:cubicBezTo>
                  <a:pt x="1164107" y="63411"/>
                  <a:pt x="1166180" y="62937"/>
                  <a:pt x="1167904" y="61990"/>
                </a:cubicBezTo>
                <a:cubicBezTo>
                  <a:pt x="1169628" y="61043"/>
                  <a:pt x="1171041" y="59777"/>
                  <a:pt x="1172144" y="58193"/>
                </a:cubicBezTo>
                <a:cubicBezTo>
                  <a:pt x="1173246" y="56609"/>
                  <a:pt x="1174054" y="54768"/>
                  <a:pt x="1174566" y="52672"/>
                </a:cubicBezTo>
                <a:cubicBezTo>
                  <a:pt x="1175079" y="50575"/>
                  <a:pt x="1175335" y="48362"/>
                  <a:pt x="1175335" y="46033"/>
                </a:cubicBezTo>
                <a:close/>
                <a:moveTo>
                  <a:pt x="1194766" y="22644"/>
                </a:moveTo>
                <a:lnTo>
                  <a:pt x="1201988" y="22644"/>
                </a:lnTo>
                <a:lnTo>
                  <a:pt x="1202314" y="30191"/>
                </a:lnTo>
                <a:cubicBezTo>
                  <a:pt x="1203680" y="28576"/>
                  <a:pt x="1205001" y="27233"/>
                  <a:pt x="1206274" y="26161"/>
                </a:cubicBezTo>
                <a:cubicBezTo>
                  <a:pt x="1207548" y="25090"/>
                  <a:pt x="1208798" y="24228"/>
                  <a:pt x="1210025" y="23575"/>
                </a:cubicBezTo>
                <a:cubicBezTo>
                  <a:pt x="1211252" y="22923"/>
                  <a:pt x="1212502" y="22465"/>
                  <a:pt x="1213775" y="22201"/>
                </a:cubicBezTo>
                <a:cubicBezTo>
                  <a:pt x="1215049" y="21937"/>
                  <a:pt x="1216369" y="21805"/>
                  <a:pt x="1217736" y="21805"/>
                </a:cubicBezTo>
                <a:cubicBezTo>
                  <a:pt x="1222550" y="21805"/>
                  <a:pt x="1226192" y="23226"/>
                  <a:pt x="1228661" y="26068"/>
                </a:cubicBezTo>
                <a:cubicBezTo>
                  <a:pt x="1231131" y="28910"/>
                  <a:pt x="1232365" y="33189"/>
                  <a:pt x="1232365" y="38904"/>
                </a:cubicBezTo>
                <a:lnTo>
                  <a:pt x="1232365" y="69421"/>
                </a:lnTo>
                <a:lnTo>
                  <a:pt x="1224258" y="69421"/>
                </a:lnTo>
                <a:lnTo>
                  <a:pt x="1224258" y="39556"/>
                </a:lnTo>
                <a:cubicBezTo>
                  <a:pt x="1224258" y="35891"/>
                  <a:pt x="1223575" y="33181"/>
                  <a:pt x="1222208" y="31426"/>
                </a:cubicBezTo>
                <a:cubicBezTo>
                  <a:pt x="1220842" y="29671"/>
                  <a:pt x="1218807" y="28794"/>
                  <a:pt x="1216105" y="28794"/>
                </a:cubicBezTo>
                <a:cubicBezTo>
                  <a:pt x="1215111" y="28794"/>
                  <a:pt x="1214140" y="28941"/>
                  <a:pt x="1213193" y="29236"/>
                </a:cubicBezTo>
                <a:cubicBezTo>
                  <a:pt x="1212246" y="29531"/>
                  <a:pt x="1211259" y="30044"/>
                  <a:pt x="1210234" y="30774"/>
                </a:cubicBezTo>
                <a:cubicBezTo>
                  <a:pt x="1209209" y="31504"/>
                  <a:pt x="1208099" y="32490"/>
                  <a:pt x="1206903" y="33732"/>
                </a:cubicBezTo>
                <a:cubicBezTo>
                  <a:pt x="1205707" y="34975"/>
                  <a:pt x="1204364" y="36528"/>
                  <a:pt x="1202873" y="38391"/>
                </a:cubicBezTo>
                <a:lnTo>
                  <a:pt x="1202873" y="69421"/>
                </a:lnTo>
                <a:lnTo>
                  <a:pt x="1194766" y="69421"/>
                </a:lnTo>
                <a:lnTo>
                  <a:pt x="1194766" y="22644"/>
                </a:lnTo>
                <a:close/>
                <a:moveTo>
                  <a:pt x="1274799" y="88990"/>
                </a:moveTo>
                <a:cubicBezTo>
                  <a:pt x="1260480" y="75720"/>
                  <a:pt x="1253320" y="61052"/>
                  <a:pt x="1253320" y="44984"/>
                </a:cubicBezTo>
                <a:cubicBezTo>
                  <a:pt x="1253320" y="41224"/>
                  <a:pt x="1253701" y="37471"/>
                  <a:pt x="1254462" y="33726"/>
                </a:cubicBezTo>
                <a:cubicBezTo>
                  <a:pt x="1255223" y="29982"/>
                  <a:pt x="1256449" y="26229"/>
                  <a:pt x="1258142" y="22469"/>
                </a:cubicBezTo>
                <a:cubicBezTo>
                  <a:pt x="1259835" y="18708"/>
                  <a:pt x="1262072" y="14948"/>
                  <a:pt x="1264851" y="11188"/>
                </a:cubicBezTo>
                <a:cubicBezTo>
                  <a:pt x="1267631" y="7427"/>
                  <a:pt x="1271009" y="3698"/>
                  <a:pt x="1274985" y="0"/>
                </a:cubicBezTo>
                <a:lnTo>
                  <a:pt x="1279691" y="4802"/>
                </a:lnTo>
                <a:cubicBezTo>
                  <a:pt x="1267639" y="16704"/>
                  <a:pt x="1261613" y="29896"/>
                  <a:pt x="1261613" y="44379"/>
                </a:cubicBezTo>
                <a:cubicBezTo>
                  <a:pt x="1261613" y="51589"/>
                  <a:pt x="1263135" y="58519"/>
                  <a:pt x="1266179" y="65170"/>
                </a:cubicBezTo>
                <a:cubicBezTo>
                  <a:pt x="1269223" y="71820"/>
                  <a:pt x="1273727" y="78097"/>
                  <a:pt x="1279691" y="84002"/>
                </a:cubicBezTo>
                <a:lnTo>
                  <a:pt x="1274799" y="88990"/>
                </a:lnTo>
                <a:close/>
                <a:moveTo>
                  <a:pt x="1308207" y="0"/>
                </a:moveTo>
                <a:cubicBezTo>
                  <a:pt x="1322526" y="13270"/>
                  <a:pt x="1329686" y="28032"/>
                  <a:pt x="1329686" y="44285"/>
                </a:cubicBezTo>
                <a:cubicBezTo>
                  <a:pt x="1329686" y="47642"/>
                  <a:pt x="1329344" y="51123"/>
                  <a:pt x="1328661" y="54728"/>
                </a:cubicBezTo>
                <a:cubicBezTo>
                  <a:pt x="1327977" y="58333"/>
                  <a:pt x="1326813" y="62023"/>
                  <a:pt x="1325166" y="65799"/>
                </a:cubicBezTo>
                <a:cubicBezTo>
                  <a:pt x="1323520" y="69575"/>
                  <a:pt x="1321307" y="73405"/>
                  <a:pt x="1318527" y="77290"/>
                </a:cubicBezTo>
                <a:cubicBezTo>
                  <a:pt x="1315747" y="81174"/>
                  <a:pt x="1312245" y="85074"/>
                  <a:pt x="1308021" y="88990"/>
                </a:cubicBezTo>
                <a:lnTo>
                  <a:pt x="1303315" y="84188"/>
                </a:lnTo>
                <a:cubicBezTo>
                  <a:pt x="1309372" y="78190"/>
                  <a:pt x="1313891" y="71929"/>
                  <a:pt x="1316873" y="65403"/>
                </a:cubicBezTo>
                <a:cubicBezTo>
                  <a:pt x="1319855" y="58876"/>
                  <a:pt x="1321346" y="52039"/>
                  <a:pt x="1321346" y="44891"/>
                </a:cubicBezTo>
                <a:cubicBezTo>
                  <a:pt x="1321346" y="30098"/>
                  <a:pt x="1315335" y="16797"/>
                  <a:pt x="1303315" y="4988"/>
                </a:cubicBezTo>
                <a:lnTo>
                  <a:pt x="1308207" y="0"/>
                </a:lnTo>
                <a:close/>
                <a:moveTo>
                  <a:pt x="1360065" y="0"/>
                </a:moveTo>
                <a:cubicBezTo>
                  <a:pt x="1374385" y="13270"/>
                  <a:pt x="1381544" y="28032"/>
                  <a:pt x="1381544" y="44285"/>
                </a:cubicBezTo>
                <a:cubicBezTo>
                  <a:pt x="1381544" y="47642"/>
                  <a:pt x="1381202" y="51123"/>
                  <a:pt x="1380519" y="54728"/>
                </a:cubicBezTo>
                <a:cubicBezTo>
                  <a:pt x="1379836" y="58333"/>
                  <a:pt x="1378671" y="62023"/>
                  <a:pt x="1377025" y="65799"/>
                </a:cubicBezTo>
                <a:cubicBezTo>
                  <a:pt x="1375379" y="69575"/>
                  <a:pt x="1373165" y="73405"/>
                  <a:pt x="1370385" y="77290"/>
                </a:cubicBezTo>
                <a:cubicBezTo>
                  <a:pt x="1367606" y="81174"/>
                  <a:pt x="1364103" y="85074"/>
                  <a:pt x="1359879" y="88990"/>
                </a:cubicBezTo>
                <a:lnTo>
                  <a:pt x="1355173" y="84188"/>
                </a:lnTo>
                <a:cubicBezTo>
                  <a:pt x="1361230" y="78190"/>
                  <a:pt x="1365750" y="71929"/>
                  <a:pt x="1368731" y="65403"/>
                </a:cubicBezTo>
                <a:cubicBezTo>
                  <a:pt x="1371713" y="58876"/>
                  <a:pt x="1373204" y="52039"/>
                  <a:pt x="1373204" y="44891"/>
                </a:cubicBezTo>
                <a:cubicBezTo>
                  <a:pt x="1373204" y="30098"/>
                  <a:pt x="1367194" y="16797"/>
                  <a:pt x="1355173" y="4988"/>
                </a:cubicBezTo>
                <a:lnTo>
                  <a:pt x="1360065" y="0"/>
                </a:lnTo>
                <a:close/>
                <a:moveTo>
                  <a:pt x="1442069" y="79485"/>
                </a:moveTo>
                <a:lnTo>
                  <a:pt x="1434334" y="79485"/>
                </a:lnTo>
                <a:lnTo>
                  <a:pt x="1402373" y="3541"/>
                </a:lnTo>
                <a:lnTo>
                  <a:pt x="1410107" y="3541"/>
                </a:lnTo>
                <a:lnTo>
                  <a:pt x="1442069" y="79485"/>
                </a:lnTo>
                <a:close/>
                <a:moveTo>
                  <a:pt x="1454231" y="22644"/>
                </a:moveTo>
                <a:lnTo>
                  <a:pt x="1461453" y="22644"/>
                </a:lnTo>
                <a:lnTo>
                  <a:pt x="1461779" y="30191"/>
                </a:lnTo>
                <a:cubicBezTo>
                  <a:pt x="1463146" y="28576"/>
                  <a:pt x="1464466" y="27233"/>
                  <a:pt x="1465739" y="26161"/>
                </a:cubicBezTo>
                <a:cubicBezTo>
                  <a:pt x="1467013" y="25090"/>
                  <a:pt x="1468263" y="24228"/>
                  <a:pt x="1469490" y="23575"/>
                </a:cubicBezTo>
                <a:cubicBezTo>
                  <a:pt x="1470717" y="22923"/>
                  <a:pt x="1471967" y="22465"/>
                  <a:pt x="1473240" y="22201"/>
                </a:cubicBezTo>
                <a:cubicBezTo>
                  <a:pt x="1474514" y="21937"/>
                  <a:pt x="1475834" y="21805"/>
                  <a:pt x="1477201" y="21805"/>
                </a:cubicBezTo>
                <a:cubicBezTo>
                  <a:pt x="1482015" y="21805"/>
                  <a:pt x="1485657" y="23226"/>
                  <a:pt x="1488126" y="26068"/>
                </a:cubicBezTo>
                <a:cubicBezTo>
                  <a:pt x="1490596" y="28910"/>
                  <a:pt x="1491831" y="33189"/>
                  <a:pt x="1491831" y="38904"/>
                </a:cubicBezTo>
                <a:lnTo>
                  <a:pt x="1491831" y="69421"/>
                </a:lnTo>
                <a:lnTo>
                  <a:pt x="1483724" y="69421"/>
                </a:lnTo>
                <a:lnTo>
                  <a:pt x="1483724" y="39556"/>
                </a:lnTo>
                <a:cubicBezTo>
                  <a:pt x="1483724" y="35891"/>
                  <a:pt x="1483040" y="33181"/>
                  <a:pt x="1481674" y="31426"/>
                </a:cubicBezTo>
                <a:cubicBezTo>
                  <a:pt x="1480307" y="29671"/>
                  <a:pt x="1478272" y="28794"/>
                  <a:pt x="1475570" y="28794"/>
                </a:cubicBezTo>
                <a:cubicBezTo>
                  <a:pt x="1474576" y="28794"/>
                  <a:pt x="1473605" y="28941"/>
                  <a:pt x="1472658" y="29236"/>
                </a:cubicBezTo>
                <a:cubicBezTo>
                  <a:pt x="1471711" y="29531"/>
                  <a:pt x="1470725" y="30044"/>
                  <a:pt x="1469700" y="30774"/>
                </a:cubicBezTo>
                <a:cubicBezTo>
                  <a:pt x="1468674" y="31504"/>
                  <a:pt x="1467564" y="32490"/>
                  <a:pt x="1466368" y="33732"/>
                </a:cubicBezTo>
                <a:cubicBezTo>
                  <a:pt x="1465172" y="34975"/>
                  <a:pt x="1463829" y="36528"/>
                  <a:pt x="1462338" y="38391"/>
                </a:cubicBezTo>
                <a:lnTo>
                  <a:pt x="1462338" y="69421"/>
                </a:lnTo>
                <a:lnTo>
                  <a:pt x="1454231" y="69421"/>
                </a:lnTo>
                <a:lnTo>
                  <a:pt x="1454231" y="22644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.then(data=&gt;this.setState({data}))\n">
            <a:extLst xmlns:a="http://schemas.openxmlformats.org/drawingml/2006/main">
              <a:ext uri="{FF2B5EF4-FFF2-40B4-BE49-F238E27FC236}">
                <a16:creationId xmlns:a16="http://schemas.microsoft.com/office/drawing/2014/main" id="{0A28E387-ABD6-45B4-A085-07DE20F4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596" y="5653422"/>
            <a:ext cx="2049670" cy="88990"/>
          </a:xfrm>
          <a:custGeom xmlns:a="http://schemas.openxmlformats.org/drawingml/2006/main">
            <a:pathLst>
              <a:path w="2049670" h="88990">
                <a:moveTo>
                  <a:pt x="7734" y="54745"/>
                </a:moveTo>
                <a:cubicBezTo>
                  <a:pt x="8790" y="54745"/>
                  <a:pt x="9792" y="54947"/>
                  <a:pt x="10739" y="55351"/>
                </a:cubicBezTo>
                <a:cubicBezTo>
                  <a:pt x="11687" y="55755"/>
                  <a:pt x="12510" y="56314"/>
                  <a:pt x="13209" y="57028"/>
                </a:cubicBezTo>
                <a:cubicBezTo>
                  <a:pt x="13908" y="57743"/>
                  <a:pt x="14459" y="58573"/>
                  <a:pt x="14863" y="59521"/>
                </a:cubicBezTo>
                <a:cubicBezTo>
                  <a:pt x="15267" y="60468"/>
                  <a:pt x="15468" y="61485"/>
                  <a:pt x="15468" y="62573"/>
                </a:cubicBezTo>
                <a:cubicBezTo>
                  <a:pt x="15468" y="63629"/>
                  <a:pt x="15267" y="64623"/>
                  <a:pt x="14863" y="65554"/>
                </a:cubicBezTo>
                <a:cubicBezTo>
                  <a:pt x="14459" y="66486"/>
                  <a:pt x="13908" y="67302"/>
                  <a:pt x="13209" y="68000"/>
                </a:cubicBezTo>
                <a:cubicBezTo>
                  <a:pt x="12510" y="68699"/>
                  <a:pt x="11687" y="69251"/>
                  <a:pt x="10739" y="69654"/>
                </a:cubicBezTo>
                <a:cubicBezTo>
                  <a:pt x="9792" y="70058"/>
                  <a:pt x="8790" y="70260"/>
                  <a:pt x="7734" y="70260"/>
                </a:cubicBezTo>
                <a:cubicBezTo>
                  <a:pt x="6647" y="70260"/>
                  <a:pt x="5638" y="70058"/>
                  <a:pt x="4706" y="69654"/>
                </a:cubicBezTo>
                <a:cubicBezTo>
                  <a:pt x="3774" y="69251"/>
                  <a:pt x="2959" y="68699"/>
                  <a:pt x="2260" y="68000"/>
                </a:cubicBezTo>
                <a:cubicBezTo>
                  <a:pt x="1561" y="67302"/>
                  <a:pt x="1009" y="66486"/>
                  <a:pt x="606" y="65554"/>
                </a:cubicBezTo>
                <a:cubicBezTo>
                  <a:pt x="202" y="64623"/>
                  <a:pt x="0" y="63629"/>
                  <a:pt x="0" y="62573"/>
                </a:cubicBezTo>
                <a:cubicBezTo>
                  <a:pt x="0" y="61485"/>
                  <a:pt x="202" y="60468"/>
                  <a:pt x="606" y="59521"/>
                </a:cubicBezTo>
                <a:cubicBezTo>
                  <a:pt x="1009" y="58573"/>
                  <a:pt x="1561" y="57743"/>
                  <a:pt x="2260" y="57028"/>
                </a:cubicBezTo>
                <a:cubicBezTo>
                  <a:pt x="2959" y="56314"/>
                  <a:pt x="3774" y="55755"/>
                  <a:pt x="4706" y="55351"/>
                </a:cubicBezTo>
                <a:cubicBezTo>
                  <a:pt x="5638" y="54947"/>
                  <a:pt x="6647" y="54745"/>
                  <a:pt x="7734" y="54745"/>
                </a:cubicBezTo>
                <a:close/>
                <a:moveTo>
                  <a:pt x="78882" y="68723"/>
                </a:moveTo>
                <a:cubicBezTo>
                  <a:pt x="77049" y="69205"/>
                  <a:pt x="75154" y="69551"/>
                  <a:pt x="73197" y="69759"/>
                </a:cubicBezTo>
                <a:cubicBezTo>
                  <a:pt x="71241" y="69969"/>
                  <a:pt x="69253" y="70074"/>
                  <a:pt x="67234" y="70074"/>
                </a:cubicBezTo>
                <a:cubicBezTo>
                  <a:pt x="61363" y="70074"/>
                  <a:pt x="56984" y="68746"/>
                  <a:pt x="54095" y="66090"/>
                </a:cubicBezTo>
                <a:cubicBezTo>
                  <a:pt x="51206" y="63434"/>
                  <a:pt x="49762" y="59358"/>
                  <a:pt x="49762" y="53860"/>
                </a:cubicBezTo>
                <a:lnTo>
                  <a:pt x="49762" y="29446"/>
                </a:lnTo>
                <a:lnTo>
                  <a:pt x="36670" y="29446"/>
                </a:lnTo>
                <a:lnTo>
                  <a:pt x="36670" y="22644"/>
                </a:lnTo>
                <a:lnTo>
                  <a:pt x="49762" y="22644"/>
                </a:lnTo>
                <a:lnTo>
                  <a:pt x="49762" y="9743"/>
                </a:lnTo>
                <a:lnTo>
                  <a:pt x="57869" y="7641"/>
                </a:lnTo>
                <a:lnTo>
                  <a:pt x="57869" y="22644"/>
                </a:lnTo>
                <a:lnTo>
                  <a:pt x="78882" y="22644"/>
                </a:lnTo>
                <a:lnTo>
                  <a:pt x="78882" y="29446"/>
                </a:lnTo>
                <a:lnTo>
                  <a:pt x="57869" y="29446"/>
                </a:lnTo>
                <a:lnTo>
                  <a:pt x="57869" y="53208"/>
                </a:lnTo>
                <a:cubicBezTo>
                  <a:pt x="57869" y="56562"/>
                  <a:pt x="58762" y="59070"/>
                  <a:pt x="60548" y="60732"/>
                </a:cubicBezTo>
                <a:cubicBezTo>
                  <a:pt x="62334" y="62394"/>
                  <a:pt x="64966" y="63225"/>
                  <a:pt x="68445" y="63225"/>
                </a:cubicBezTo>
                <a:cubicBezTo>
                  <a:pt x="69936" y="63225"/>
                  <a:pt x="71567" y="63105"/>
                  <a:pt x="73337" y="62865"/>
                </a:cubicBezTo>
                <a:cubicBezTo>
                  <a:pt x="75108" y="62624"/>
                  <a:pt x="76956" y="62247"/>
                  <a:pt x="78882" y="61734"/>
                </a:cubicBezTo>
                <a:lnTo>
                  <a:pt x="78882" y="68723"/>
                </a:lnTo>
                <a:close/>
                <a:moveTo>
                  <a:pt x="130647" y="69421"/>
                </a:moveTo>
                <a:lnTo>
                  <a:pt x="122540" y="69421"/>
                </a:lnTo>
                <a:lnTo>
                  <a:pt x="122540" y="39556"/>
                </a:lnTo>
                <a:cubicBezTo>
                  <a:pt x="122540" y="35953"/>
                  <a:pt x="121864" y="33259"/>
                  <a:pt x="120513" y="31473"/>
                </a:cubicBezTo>
                <a:cubicBezTo>
                  <a:pt x="119162" y="29687"/>
                  <a:pt x="117229" y="28794"/>
                  <a:pt x="114713" y="28794"/>
                </a:cubicBezTo>
                <a:cubicBezTo>
                  <a:pt x="113625" y="28794"/>
                  <a:pt x="112608" y="28941"/>
                  <a:pt x="111661" y="29236"/>
                </a:cubicBezTo>
                <a:cubicBezTo>
                  <a:pt x="110713" y="29531"/>
                  <a:pt x="109727" y="30044"/>
                  <a:pt x="108702" y="30774"/>
                </a:cubicBezTo>
                <a:cubicBezTo>
                  <a:pt x="107677" y="31504"/>
                  <a:pt x="106559" y="32490"/>
                  <a:pt x="105348" y="33732"/>
                </a:cubicBezTo>
                <a:cubicBezTo>
                  <a:pt x="104136" y="34975"/>
                  <a:pt x="102739" y="36528"/>
                  <a:pt x="101154" y="38391"/>
                </a:cubicBezTo>
                <a:lnTo>
                  <a:pt x="101154" y="69421"/>
                </a:lnTo>
                <a:lnTo>
                  <a:pt x="93047" y="69421"/>
                </a:lnTo>
                <a:lnTo>
                  <a:pt x="93047" y="3541"/>
                </a:lnTo>
                <a:lnTo>
                  <a:pt x="101154" y="3541"/>
                </a:lnTo>
                <a:lnTo>
                  <a:pt x="101154" y="22630"/>
                </a:lnTo>
                <a:lnTo>
                  <a:pt x="100875" y="30005"/>
                </a:lnTo>
                <a:cubicBezTo>
                  <a:pt x="102148" y="28483"/>
                  <a:pt x="103399" y="27202"/>
                  <a:pt x="104625" y="26161"/>
                </a:cubicBezTo>
                <a:cubicBezTo>
                  <a:pt x="105852" y="25121"/>
                  <a:pt x="107079" y="24274"/>
                  <a:pt x="108306" y="23622"/>
                </a:cubicBezTo>
                <a:cubicBezTo>
                  <a:pt x="109533" y="22970"/>
                  <a:pt x="110783" y="22504"/>
                  <a:pt x="112057" y="22224"/>
                </a:cubicBezTo>
                <a:cubicBezTo>
                  <a:pt x="113330" y="21945"/>
                  <a:pt x="114650" y="21805"/>
                  <a:pt x="116017" y="21805"/>
                </a:cubicBezTo>
                <a:cubicBezTo>
                  <a:pt x="120676" y="21805"/>
                  <a:pt x="124279" y="23226"/>
                  <a:pt x="126826" y="26068"/>
                </a:cubicBezTo>
                <a:cubicBezTo>
                  <a:pt x="129373" y="28910"/>
                  <a:pt x="130647" y="33189"/>
                  <a:pt x="130647" y="38904"/>
                </a:cubicBezTo>
                <a:lnTo>
                  <a:pt x="130647" y="69421"/>
                </a:lnTo>
                <a:close/>
                <a:moveTo>
                  <a:pt x="184416" y="43563"/>
                </a:moveTo>
                <a:cubicBezTo>
                  <a:pt x="184416" y="44712"/>
                  <a:pt x="184400" y="45675"/>
                  <a:pt x="184369" y="46452"/>
                </a:cubicBezTo>
                <a:cubicBezTo>
                  <a:pt x="184338" y="47228"/>
                  <a:pt x="184291" y="47958"/>
                  <a:pt x="184229" y="48642"/>
                </a:cubicBezTo>
                <a:lnTo>
                  <a:pt x="151382" y="48642"/>
                </a:lnTo>
                <a:cubicBezTo>
                  <a:pt x="151382" y="53425"/>
                  <a:pt x="152718" y="57098"/>
                  <a:pt x="155389" y="59661"/>
                </a:cubicBezTo>
                <a:cubicBezTo>
                  <a:pt x="158060" y="62223"/>
                  <a:pt x="161912" y="63504"/>
                  <a:pt x="166944" y="63504"/>
                </a:cubicBezTo>
                <a:cubicBezTo>
                  <a:pt x="168310" y="63504"/>
                  <a:pt x="169677" y="63449"/>
                  <a:pt x="171044" y="63338"/>
                </a:cubicBezTo>
                <a:cubicBezTo>
                  <a:pt x="172411" y="63227"/>
                  <a:pt x="173731" y="63076"/>
                  <a:pt x="175004" y="62886"/>
                </a:cubicBezTo>
                <a:cubicBezTo>
                  <a:pt x="176278" y="62694"/>
                  <a:pt x="177497" y="62480"/>
                  <a:pt x="178662" y="62242"/>
                </a:cubicBezTo>
                <a:cubicBezTo>
                  <a:pt x="179826" y="62003"/>
                  <a:pt x="180906" y="61741"/>
                  <a:pt x="181900" y="61454"/>
                </a:cubicBezTo>
                <a:lnTo>
                  <a:pt x="181900" y="68117"/>
                </a:lnTo>
                <a:cubicBezTo>
                  <a:pt x="179694" y="68752"/>
                  <a:pt x="177202" y="69268"/>
                  <a:pt x="174422" y="69665"/>
                </a:cubicBezTo>
                <a:cubicBezTo>
                  <a:pt x="171642" y="70062"/>
                  <a:pt x="168761" y="70260"/>
                  <a:pt x="165779" y="70260"/>
                </a:cubicBezTo>
                <a:cubicBezTo>
                  <a:pt x="161772" y="70260"/>
                  <a:pt x="158324" y="69717"/>
                  <a:pt x="155436" y="68629"/>
                </a:cubicBezTo>
                <a:cubicBezTo>
                  <a:pt x="152547" y="67542"/>
                  <a:pt x="150179" y="65966"/>
                  <a:pt x="148330" y="63900"/>
                </a:cubicBezTo>
                <a:cubicBezTo>
                  <a:pt x="146482" y="61835"/>
                  <a:pt x="145116" y="59303"/>
                  <a:pt x="144230" y="56306"/>
                </a:cubicBezTo>
                <a:cubicBezTo>
                  <a:pt x="143345" y="53309"/>
                  <a:pt x="142903" y="49915"/>
                  <a:pt x="142903" y="46126"/>
                </a:cubicBezTo>
                <a:cubicBezTo>
                  <a:pt x="142903" y="42833"/>
                  <a:pt x="143376" y="39719"/>
                  <a:pt x="144324" y="36784"/>
                </a:cubicBezTo>
                <a:cubicBezTo>
                  <a:pt x="145271" y="33849"/>
                  <a:pt x="146653" y="31271"/>
                  <a:pt x="148470" y="29050"/>
                </a:cubicBezTo>
                <a:cubicBezTo>
                  <a:pt x="150287" y="26829"/>
                  <a:pt x="152516" y="25066"/>
                  <a:pt x="155156" y="23762"/>
                </a:cubicBezTo>
                <a:cubicBezTo>
                  <a:pt x="157796" y="22457"/>
                  <a:pt x="160794" y="21805"/>
                  <a:pt x="164148" y="21805"/>
                </a:cubicBezTo>
                <a:cubicBezTo>
                  <a:pt x="167410" y="21805"/>
                  <a:pt x="170298" y="22317"/>
                  <a:pt x="172814" y="23342"/>
                </a:cubicBezTo>
                <a:cubicBezTo>
                  <a:pt x="175330" y="24367"/>
                  <a:pt x="177450" y="25820"/>
                  <a:pt x="179174" y="27699"/>
                </a:cubicBezTo>
                <a:cubicBezTo>
                  <a:pt x="180898" y="29578"/>
                  <a:pt x="182203" y="31861"/>
                  <a:pt x="183088" y="34548"/>
                </a:cubicBezTo>
                <a:cubicBezTo>
                  <a:pt x="183973" y="37234"/>
                  <a:pt x="184416" y="40240"/>
                  <a:pt x="184416" y="43563"/>
                </a:cubicBezTo>
                <a:moveTo>
                  <a:pt x="175983" y="42398"/>
                </a:moveTo>
                <a:cubicBezTo>
                  <a:pt x="176076" y="40317"/>
                  <a:pt x="175874" y="38415"/>
                  <a:pt x="175377" y="36691"/>
                </a:cubicBezTo>
                <a:cubicBezTo>
                  <a:pt x="174880" y="34967"/>
                  <a:pt x="174111" y="33484"/>
                  <a:pt x="173071" y="32241"/>
                </a:cubicBezTo>
                <a:cubicBezTo>
                  <a:pt x="172030" y="30999"/>
                  <a:pt x="170733" y="30028"/>
                  <a:pt x="169180" y="29329"/>
                </a:cubicBezTo>
                <a:cubicBezTo>
                  <a:pt x="167627" y="28631"/>
                  <a:pt x="165826" y="28281"/>
                  <a:pt x="163776" y="28281"/>
                </a:cubicBezTo>
                <a:cubicBezTo>
                  <a:pt x="162005" y="28281"/>
                  <a:pt x="160390" y="28623"/>
                  <a:pt x="158930" y="29306"/>
                </a:cubicBezTo>
                <a:cubicBezTo>
                  <a:pt x="157470" y="29989"/>
                  <a:pt x="156212" y="30952"/>
                  <a:pt x="155156" y="32195"/>
                </a:cubicBezTo>
                <a:cubicBezTo>
                  <a:pt x="154100" y="33437"/>
                  <a:pt x="153246" y="34928"/>
                  <a:pt x="152594" y="36668"/>
                </a:cubicBezTo>
                <a:cubicBezTo>
                  <a:pt x="151941" y="38407"/>
                  <a:pt x="151537" y="40317"/>
                  <a:pt x="151382" y="42398"/>
                </a:cubicBezTo>
                <a:lnTo>
                  <a:pt x="175983" y="42398"/>
                </a:lnTo>
                <a:close/>
                <a:moveTo>
                  <a:pt x="196764" y="22644"/>
                </a:moveTo>
                <a:lnTo>
                  <a:pt x="203986" y="22644"/>
                </a:lnTo>
                <a:lnTo>
                  <a:pt x="204312" y="30191"/>
                </a:lnTo>
                <a:cubicBezTo>
                  <a:pt x="205679" y="28576"/>
                  <a:pt x="206999" y="27233"/>
                  <a:pt x="208273" y="26161"/>
                </a:cubicBezTo>
                <a:cubicBezTo>
                  <a:pt x="209546" y="25090"/>
                  <a:pt x="210796" y="24228"/>
                  <a:pt x="212023" y="23575"/>
                </a:cubicBezTo>
                <a:cubicBezTo>
                  <a:pt x="213250" y="22923"/>
                  <a:pt x="214500" y="22465"/>
                  <a:pt x="215774" y="22201"/>
                </a:cubicBezTo>
                <a:cubicBezTo>
                  <a:pt x="217047" y="21937"/>
                  <a:pt x="218367" y="21805"/>
                  <a:pt x="219734" y="21805"/>
                </a:cubicBezTo>
                <a:cubicBezTo>
                  <a:pt x="224549" y="21805"/>
                  <a:pt x="228190" y="23226"/>
                  <a:pt x="230660" y="26068"/>
                </a:cubicBezTo>
                <a:cubicBezTo>
                  <a:pt x="233129" y="28910"/>
                  <a:pt x="234364" y="33189"/>
                  <a:pt x="234364" y="38904"/>
                </a:cubicBezTo>
                <a:lnTo>
                  <a:pt x="234364" y="69421"/>
                </a:lnTo>
                <a:lnTo>
                  <a:pt x="226257" y="69421"/>
                </a:lnTo>
                <a:lnTo>
                  <a:pt x="226257" y="39556"/>
                </a:lnTo>
                <a:cubicBezTo>
                  <a:pt x="226257" y="35891"/>
                  <a:pt x="225574" y="33181"/>
                  <a:pt x="224207" y="31426"/>
                </a:cubicBezTo>
                <a:cubicBezTo>
                  <a:pt x="222840" y="29671"/>
                  <a:pt x="220806" y="28794"/>
                  <a:pt x="218103" y="28794"/>
                </a:cubicBezTo>
                <a:cubicBezTo>
                  <a:pt x="217109" y="28794"/>
                  <a:pt x="216139" y="28941"/>
                  <a:pt x="215191" y="29236"/>
                </a:cubicBezTo>
                <a:cubicBezTo>
                  <a:pt x="214244" y="29531"/>
                  <a:pt x="213258" y="30044"/>
                  <a:pt x="212233" y="30774"/>
                </a:cubicBezTo>
                <a:cubicBezTo>
                  <a:pt x="211208" y="31504"/>
                  <a:pt x="210097" y="32490"/>
                  <a:pt x="208902" y="33732"/>
                </a:cubicBezTo>
                <a:cubicBezTo>
                  <a:pt x="207706" y="34975"/>
                  <a:pt x="206362" y="36528"/>
                  <a:pt x="204871" y="38391"/>
                </a:cubicBezTo>
                <a:lnTo>
                  <a:pt x="204871" y="69421"/>
                </a:lnTo>
                <a:lnTo>
                  <a:pt x="196764" y="69421"/>
                </a:lnTo>
                <a:lnTo>
                  <a:pt x="196764" y="22644"/>
                </a:lnTo>
                <a:close/>
                <a:moveTo>
                  <a:pt x="276624" y="88990"/>
                </a:moveTo>
                <a:cubicBezTo>
                  <a:pt x="262305" y="75720"/>
                  <a:pt x="255146" y="61052"/>
                  <a:pt x="255146" y="44984"/>
                </a:cubicBezTo>
                <a:cubicBezTo>
                  <a:pt x="255146" y="41224"/>
                  <a:pt x="255526" y="37471"/>
                  <a:pt x="256287" y="33726"/>
                </a:cubicBezTo>
                <a:cubicBezTo>
                  <a:pt x="257048" y="29982"/>
                  <a:pt x="258275" y="26229"/>
                  <a:pt x="259968" y="22469"/>
                </a:cubicBezTo>
                <a:cubicBezTo>
                  <a:pt x="261661" y="18708"/>
                  <a:pt x="263897" y="14948"/>
                  <a:pt x="266677" y="11188"/>
                </a:cubicBezTo>
                <a:cubicBezTo>
                  <a:pt x="269457" y="7427"/>
                  <a:pt x="272835" y="3698"/>
                  <a:pt x="276811" y="0"/>
                </a:cubicBezTo>
                <a:lnTo>
                  <a:pt x="281517" y="4802"/>
                </a:lnTo>
                <a:cubicBezTo>
                  <a:pt x="269465" y="16704"/>
                  <a:pt x="263439" y="29896"/>
                  <a:pt x="263439" y="44379"/>
                </a:cubicBezTo>
                <a:cubicBezTo>
                  <a:pt x="263439" y="51589"/>
                  <a:pt x="264961" y="58519"/>
                  <a:pt x="268005" y="65170"/>
                </a:cubicBezTo>
                <a:cubicBezTo>
                  <a:pt x="271049" y="71820"/>
                  <a:pt x="275553" y="78097"/>
                  <a:pt x="281517" y="84002"/>
                </a:cubicBezTo>
                <a:lnTo>
                  <a:pt x="276624" y="88990"/>
                </a:lnTo>
                <a:close/>
                <a:moveTo>
                  <a:pt x="298105" y="47011"/>
                </a:moveTo>
                <a:cubicBezTo>
                  <a:pt x="298105" y="43035"/>
                  <a:pt x="298649" y="39502"/>
                  <a:pt x="299736" y="36411"/>
                </a:cubicBezTo>
                <a:cubicBezTo>
                  <a:pt x="300823" y="33321"/>
                  <a:pt x="302368" y="30712"/>
                  <a:pt x="304372" y="28584"/>
                </a:cubicBezTo>
                <a:cubicBezTo>
                  <a:pt x="306375" y="26456"/>
                  <a:pt x="308782" y="24841"/>
                  <a:pt x="311593" y="23738"/>
                </a:cubicBezTo>
                <a:cubicBezTo>
                  <a:pt x="314404" y="22636"/>
                  <a:pt x="317534" y="22084"/>
                  <a:pt x="320982" y="22084"/>
                </a:cubicBezTo>
                <a:cubicBezTo>
                  <a:pt x="322473" y="22084"/>
                  <a:pt x="323940" y="22178"/>
                  <a:pt x="325385" y="22364"/>
                </a:cubicBezTo>
                <a:cubicBezTo>
                  <a:pt x="326829" y="22550"/>
                  <a:pt x="328250" y="22845"/>
                  <a:pt x="329648" y="23249"/>
                </a:cubicBezTo>
                <a:lnTo>
                  <a:pt x="329648" y="3541"/>
                </a:lnTo>
                <a:lnTo>
                  <a:pt x="337801" y="3541"/>
                </a:lnTo>
                <a:lnTo>
                  <a:pt x="337801" y="69421"/>
                </a:lnTo>
                <a:lnTo>
                  <a:pt x="330533" y="69421"/>
                </a:lnTo>
                <a:lnTo>
                  <a:pt x="330253" y="60569"/>
                </a:lnTo>
                <a:cubicBezTo>
                  <a:pt x="327986" y="63862"/>
                  <a:pt x="325532" y="66300"/>
                  <a:pt x="322892" y="67884"/>
                </a:cubicBezTo>
                <a:cubicBezTo>
                  <a:pt x="320252" y="69468"/>
                  <a:pt x="317394" y="70260"/>
                  <a:pt x="314319" y="70260"/>
                </a:cubicBezTo>
                <a:cubicBezTo>
                  <a:pt x="311648" y="70260"/>
                  <a:pt x="309295" y="69701"/>
                  <a:pt x="307260" y="68583"/>
                </a:cubicBezTo>
                <a:cubicBezTo>
                  <a:pt x="305226" y="67465"/>
                  <a:pt x="303533" y="65888"/>
                  <a:pt x="302182" y="63854"/>
                </a:cubicBezTo>
                <a:cubicBezTo>
                  <a:pt x="300831" y="61819"/>
                  <a:pt x="299814" y="59373"/>
                  <a:pt x="299130" y="56516"/>
                </a:cubicBezTo>
                <a:cubicBezTo>
                  <a:pt x="298447" y="53658"/>
                  <a:pt x="298105" y="50490"/>
                  <a:pt x="298105" y="47011"/>
                </a:cubicBezTo>
                <a:moveTo>
                  <a:pt x="306398" y="46498"/>
                </a:moveTo>
                <a:cubicBezTo>
                  <a:pt x="306398" y="52152"/>
                  <a:pt x="307229" y="56368"/>
                  <a:pt x="308891" y="59148"/>
                </a:cubicBezTo>
                <a:cubicBezTo>
                  <a:pt x="310553" y="61928"/>
                  <a:pt x="312906" y="63318"/>
                  <a:pt x="315950" y="63318"/>
                </a:cubicBezTo>
                <a:cubicBezTo>
                  <a:pt x="318000" y="63318"/>
                  <a:pt x="320166" y="62402"/>
                  <a:pt x="322449" y="60569"/>
                </a:cubicBezTo>
                <a:cubicBezTo>
                  <a:pt x="324732" y="58736"/>
                  <a:pt x="327132" y="56019"/>
                  <a:pt x="329648" y="52416"/>
                </a:cubicBezTo>
                <a:lnTo>
                  <a:pt x="329648" y="30704"/>
                </a:lnTo>
                <a:cubicBezTo>
                  <a:pt x="328312" y="30083"/>
                  <a:pt x="326837" y="29609"/>
                  <a:pt x="325221" y="29283"/>
                </a:cubicBezTo>
                <a:cubicBezTo>
                  <a:pt x="323606" y="28957"/>
                  <a:pt x="322007" y="28794"/>
                  <a:pt x="320423" y="28794"/>
                </a:cubicBezTo>
                <a:cubicBezTo>
                  <a:pt x="316012" y="28794"/>
                  <a:pt x="312572" y="30222"/>
                  <a:pt x="310102" y="33080"/>
                </a:cubicBezTo>
                <a:cubicBezTo>
                  <a:pt x="307633" y="35938"/>
                  <a:pt x="306398" y="40410"/>
                  <a:pt x="306398" y="46498"/>
                </a:cubicBezTo>
                <a:close/>
                <a:moveTo>
                  <a:pt x="382391" y="69421"/>
                </a:moveTo>
                <a:lnTo>
                  <a:pt x="382205" y="63119"/>
                </a:lnTo>
                <a:cubicBezTo>
                  <a:pt x="379658" y="65639"/>
                  <a:pt x="377072" y="67460"/>
                  <a:pt x="374447" y="68580"/>
                </a:cubicBezTo>
                <a:cubicBezTo>
                  <a:pt x="371823" y="69700"/>
                  <a:pt x="369066" y="70260"/>
                  <a:pt x="366177" y="70260"/>
                </a:cubicBezTo>
                <a:cubicBezTo>
                  <a:pt x="363506" y="70260"/>
                  <a:pt x="361223" y="69918"/>
                  <a:pt x="359328" y="69234"/>
                </a:cubicBezTo>
                <a:cubicBezTo>
                  <a:pt x="357434" y="68549"/>
                  <a:pt x="355873" y="67608"/>
                  <a:pt x="354646" y="66411"/>
                </a:cubicBezTo>
                <a:cubicBezTo>
                  <a:pt x="353419" y="65213"/>
                  <a:pt x="352518" y="63805"/>
                  <a:pt x="351944" y="62187"/>
                </a:cubicBezTo>
                <a:cubicBezTo>
                  <a:pt x="351369" y="60569"/>
                  <a:pt x="351082" y="58811"/>
                  <a:pt x="351082" y="56913"/>
                </a:cubicBezTo>
                <a:cubicBezTo>
                  <a:pt x="351082" y="52215"/>
                  <a:pt x="352829" y="48536"/>
                  <a:pt x="356323" y="45877"/>
                </a:cubicBezTo>
                <a:cubicBezTo>
                  <a:pt x="359818" y="43216"/>
                  <a:pt x="364981" y="41886"/>
                  <a:pt x="371815" y="41886"/>
                </a:cubicBezTo>
                <a:lnTo>
                  <a:pt x="381506" y="41886"/>
                </a:lnTo>
                <a:lnTo>
                  <a:pt x="381506" y="37800"/>
                </a:lnTo>
                <a:cubicBezTo>
                  <a:pt x="381506" y="35046"/>
                  <a:pt x="380621" y="32840"/>
                  <a:pt x="378850" y="31184"/>
                </a:cubicBezTo>
                <a:cubicBezTo>
                  <a:pt x="377080" y="29528"/>
                  <a:pt x="374377" y="28700"/>
                  <a:pt x="370743" y="28700"/>
                </a:cubicBezTo>
                <a:cubicBezTo>
                  <a:pt x="368103" y="28700"/>
                  <a:pt x="365502" y="29000"/>
                  <a:pt x="362939" y="29599"/>
                </a:cubicBezTo>
                <a:cubicBezTo>
                  <a:pt x="360377" y="30197"/>
                  <a:pt x="357729" y="31047"/>
                  <a:pt x="354995" y="32148"/>
                </a:cubicBezTo>
                <a:lnTo>
                  <a:pt x="354995" y="24833"/>
                </a:lnTo>
                <a:cubicBezTo>
                  <a:pt x="356020" y="24455"/>
                  <a:pt x="357162" y="24084"/>
                  <a:pt x="358420" y="23721"/>
                </a:cubicBezTo>
                <a:cubicBezTo>
                  <a:pt x="359678" y="23358"/>
                  <a:pt x="361006" y="23035"/>
                  <a:pt x="362403" y="22751"/>
                </a:cubicBezTo>
                <a:cubicBezTo>
                  <a:pt x="363801" y="22467"/>
                  <a:pt x="365261" y="22238"/>
                  <a:pt x="366783" y="22065"/>
                </a:cubicBezTo>
                <a:cubicBezTo>
                  <a:pt x="368305" y="21892"/>
                  <a:pt x="369843" y="21805"/>
                  <a:pt x="371396" y="21805"/>
                </a:cubicBezTo>
                <a:cubicBezTo>
                  <a:pt x="374222" y="21805"/>
                  <a:pt x="376769" y="22115"/>
                  <a:pt x="379037" y="22737"/>
                </a:cubicBezTo>
                <a:cubicBezTo>
                  <a:pt x="381304" y="23358"/>
                  <a:pt x="383222" y="24305"/>
                  <a:pt x="384791" y="25579"/>
                </a:cubicBezTo>
                <a:cubicBezTo>
                  <a:pt x="386359" y="26852"/>
                  <a:pt x="387563" y="28452"/>
                  <a:pt x="388402" y="30378"/>
                </a:cubicBezTo>
                <a:cubicBezTo>
                  <a:pt x="389240" y="32304"/>
                  <a:pt x="389659" y="34571"/>
                  <a:pt x="389659" y="37180"/>
                </a:cubicBezTo>
                <a:lnTo>
                  <a:pt x="389659" y="69421"/>
                </a:lnTo>
                <a:lnTo>
                  <a:pt x="382391" y="69421"/>
                </a:lnTo>
                <a:moveTo>
                  <a:pt x="381506" y="48083"/>
                </a:moveTo>
                <a:lnTo>
                  <a:pt x="371209" y="48083"/>
                </a:lnTo>
                <a:cubicBezTo>
                  <a:pt x="369190" y="48083"/>
                  <a:pt x="367451" y="48285"/>
                  <a:pt x="365991" y="48691"/>
                </a:cubicBezTo>
                <a:cubicBezTo>
                  <a:pt x="364531" y="49096"/>
                  <a:pt x="363335" y="49672"/>
                  <a:pt x="362403" y="50419"/>
                </a:cubicBezTo>
                <a:cubicBezTo>
                  <a:pt x="361472" y="51167"/>
                  <a:pt x="360780" y="52063"/>
                  <a:pt x="360330" y="53107"/>
                </a:cubicBezTo>
                <a:cubicBezTo>
                  <a:pt x="359880" y="54151"/>
                  <a:pt x="359654" y="55327"/>
                  <a:pt x="359654" y="56635"/>
                </a:cubicBezTo>
                <a:cubicBezTo>
                  <a:pt x="359654" y="57539"/>
                  <a:pt x="359794" y="58404"/>
                  <a:pt x="360074" y="59230"/>
                </a:cubicBezTo>
                <a:cubicBezTo>
                  <a:pt x="360353" y="60055"/>
                  <a:pt x="360804" y="60787"/>
                  <a:pt x="361425" y="61425"/>
                </a:cubicBezTo>
                <a:cubicBezTo>
                  <a:pt x="362046" y="62064"/>
                  <a:pt x="362854" y="62570"/>
                  <a:pt x="363848" y="62944"/>
                </a:cubicBezTo>
                <a:cubicBezTo>
                  <a:pt x="364842" y="63318"/>
                  <a:pt x="366053" y="63504"/>
                  <a:pt x="367482" y="63504"/>
                </a:cubicBezTo>
                <a:cubicBezTo>
                  <a:pt x="369346" y="63504"/>
                  <a:pt x="371481" y="62936"/>
                  <a:pt x="373888" y="61799"/>
                </a:cubicBezTo>
                <a:cubicBezTo>
                  <a:pt x="376295" y="60662"/>
                  <a:pt x="378835" y="58862"/>
                  <a:pt x="381506" y="56401"/>
                </a:cubicBezTo>
                <a:lnTo>
                  <a:pt x="381506" y="48083"/>
                </a:lnTo>
                <a:close/>
                <a:moveTo>
                  <a:pt x="441891" y="68723"/>
                </a:moveTo>
                <a:cubicBezTo>
                  <a:pt x="440058" y="69205"/>
                  <a:pt x="438164" y="69551"/>
                  <a:pt x="436207" y="69759"/>
                </a:cubicBezTo>
                <a:cubicBezTo>
                  <a:pt x="434250" y="69969"/>
                  <a:pt x="432262" y="70074"/>
                  <a:pt x="430243" y="70074"/>
                </a:cubicBezTo>
                <a:cubicBezTo>
                  <a:pt x="424373" y="70074"/>
                  <a:pt x="419993" y="68746"/>
                  <a:pt x="417104" y="66090"/>
                </a:cubicBezTo>
                <a:cubicBezTo>
                  <a:pt x="414216" y="63434"/>
                  <a:pt x="412771" y="59358"/>
                  <a:pt x="412771" y="53860"/>
                </a:cubicBezTo>
                <a:lnTo>
                  <a:pt x="412771" y="29446"/>
                </a:lnTo>
                <a:lnTo>
                  <a:pt x="399679" y="29446"/>
                </a:lnTo>
                <a:lnTo>
                  <a:pt x="399679" y="22644"/>
                </a:lnTo>
                <a:lnTo>
                  <a:pt x="412771" y="22644"/>
                </a:lnTo>
                <a:lnTo>
                  <a:pt x="412771" y="9743"/>
                </a:lnTo>
                <a:lnTo>
                  <a:pt x="420878" y="7641"/>
                </a:lnTo>
                <a:lnTo>
                  <a:pt x="420878" y="22644"/>
                </a:lnTo>
                <a:lnTo>
                  <a:pt x="441891" y="22644"/>
                </a:lnTo>
                <a:lnTo>
                  <a:pt x="441891" y="29446"/>
                </a:lnTo>
                <a:lnTo>
                  <a:pt x="420878" y="29446"/>
                </a:lnTo>
                <a:lnTo>
                  <a:pt x="420878" y="53208"/>
                </a:lnTo>
                <a:cubicBezTo>
                  <a:pt x="420878" y="56562"/>
                  <a:pt x="421771" y="59070"/>
                  <a:pt x="423557" y="60732"/>
                </a:cubicBezTo>
                <a:cubicBezTo>
                  <a:pt x="425343" y="62394"/>
                  <a:pt x="427976" y="63225"/>
                  <a:pt x="431454" y="63225"/>
                </a:cubicBezTo>
                <a:cubicBezTo>
                  <a:pt x="432945" y="63225"/>
                  <a:pt x="434576" y="63105"/>
                  <a:pt x="436347" y="62865"/>
                </a:cubicBezTo>
                <a:cubicBezTo>
                  <a:pt x="438117" y="62624"/>
                  <a:pt x="439965" y="62247"/>
                  <a:pt x="441891" y="61734"/>
                </a:cubicBezTo>
                <a:lnTo>
                  <a:pt x="441891" y="68723"/>
                </a:lnTo>
                <a:close/>
                <a:moveTo>
                  <a:pt x="486108" y="69421"/>
                </a:moveTo>
                <a:lnTo>
                  <a:pt x="485922" y="63119"/>
                </a:lnTo>
                <a:cubicBezTo>
                  <a:pt x="483375" y="65639"/>
                  <a:pt x="480789" y="67460"/>
                  <a:pt x="478165" y="68580"/>
                </a:cubicBezTo>
                <a:cubicBezTo>
                  <a:pt x="475540" y="69700"/>
                  <a:pt x="472783" y="70260"/>
                  <a:pt x="469895" y="70260"/>
                </a:cubicBezTo>
                <a:cubicBezTo>
                  <a:pt x="467223" y="70260"/>
                  <a:pt x="464940" y="69918"/>
                  <a:pt x="463046" y="69234"/>
                </a:cubicBezTo>
                <a:cubicBezTo>
                  <a:pt x="461151" y="68549"/>
                  <a:pt x="459590" y="67608"/>
                  <a:pt x="458363" y="66411"/>
                </a:cubicBezTo>
                <a:cubicBezTo>
                  <a:pt x="457136" y="65213"/>
                  <a:pt x="456235" y="63805"/>
                  <a:pt x="455661" y="62187"/>
                </a:cubicBezTo>
                <a:cubicBezTo>
                  <a:pt x="455086" y="60569"/>
                  <a:pt x="454799" y="58811"/>
                  <a:pt x="454799" y="56913"/>
                </a:cubicBezTo>
                <a:cubicBezTo>
                  <a:pt x="454799" y="52215"/>
                  <a:pt x="456546" y="48536"/>
                  <a:pt x="460040" y="45877"/>
                </a:cubicBezTo>
                <a:cubicBezTo>
                  <a:pt x="463535" y="43216"/>
                  <a:pt x="468699" y="41886"/>
                  <a:pt x="475532" y="41886"/>
                </a:cubicBezTo>
                <a:lnTo>
                  <a:pt x="485223" y="41886"/>
                </a:lnTo>
                <a:lnTo>
                  <a:pt x="485223" y="37800"/>
                </a:lnTo>
                <a:cubicBezTo>
                  <a:pt x="485223" y="35046"/>
                  <a:pt x="484338" y="32840"/>
                  <a:pt x="482567" y="31184"/>
                </a:cubicBezTo>
                <a:cubicBezTo>
                  <a:pt x="480797" y="29528"/>
                  <a:pt x="478095" y="28700"/>
                  <a:pt x="474461" y="28700"/>
                </a:cubicBezTo>
                <a:cubicBezTo>
                  <a:pt x="471820" y="28700"/>
                  <a:pt x="469219" y="29000"/>
                  <a:pt x="466656" y="29599"/>
                </a:cubicBezTo>
                <a:cubicBezTo>
                  <a:pt x="464094" y="30197"/>
                  <a:pt x="461446" y="31047"/>
                  <a:pt x="458713" y="32148"/>
                </a:cubicBezTo>
                <a:lnTo>
                  <a:pt x="458713" y="24833"/>
                </a:lnTo>
                <a:cubicBezTo>
                  <a:pt x="459738" y="24455"/>
                  <a:pt x="460879" y="24084"/>
                  <a:pt x="462137" y="23721"/>
                </a:cubicBezTo>
                <a:cubicBezTo>
                  <a:pt x="463395" y="23358"/>
                  <a:pt x="464723" y="23035"/>
                  <a:pt x="466121" y="22751"/>
                </a:cubicBezTo>
                <a:cubicBezTo>
                  <a:pt x="467518" y="22467"/>
                  <a:pt x="468978" y="22238"/>
                  <a:pt x="470500" y="22065"/>
                </a:cubicBezTo>
                <a:cubicBezTo>
                  <a:pt x="472022" y="21892"/>
                  <a:pt x="473560" y="21805"/>
                  <a:pt x="475113" y="21805"/>
                </a:cubicBezTo>
                <a:cubicBezTo>
                  <a:pt x="477939" y="21805"/>
                  <a:pt x="480486" y="22115"/>
                  <a:pt x="482754" y="22737"/>
                </a:cubicBezTo>
                <a:cubicBezTo>
                  <a:pt x="485021" y="23358"/>
                  <a:pt x="486939" y="24305"/>
                  <a:pt x="488508" y="25579"/>
                </a:cubicBezTo>
                <a:cubicBezTo>
                  <a:pt x="490076" y="26852"/>
                  <a:pt x="491280" y="28452"/>
                  <a:pt x="492119" y="30378"/>
                </a:cubicBezTo>
                <a:cubicBezTo>
                  <a:pt x="492957" y="32304"/>
                  <a:pt x="493377" y="34571"/>
                  <a:pt x="493377" y="37180"/>
                </a:cubicBezTo>
                <a:lnTo>
                  <a:pt x="493377" y="69421"/>
                </a:lnTo>
                <a:lnTo>
                  <a:pt x="486108" y="69421"/>
                </a:lnTo>
                <a:moveTo>
                  <a:pt x="485223" y="48083"/>
                </a:moveTo>
                <a:lnTo>
                  <a:pt x="474926" y="48083"/>
                </a:lnTo>
                <a:cubicBezTo>
                  <a:pt x="472907" y="48083"/>
                  <a:pt x="471168" y="48285"/>
                  <a:pt x="469708" y="48691"/>
                </a:cubicBezTo>
                <a:cubicBezTo>
                  <a:pt x="468248" y="49096"/>
                  <a:pt x="467052" y="49672"/>
                  <a:pt x="466121" y="50419"/>
                </a:cubicBezTo>
                <a:cubicBezTo>
                  <a:pt x="465189" y="51167"/>
                  <a:pt x="464498" y="52063"/>
                  <a:pt x="464047" y="53107"/>
                </a:cubicBezTo>
                <a:cubicBezTo>
                  <a:pt x="463597" y="54151"/>
                  <a:pt x="463372" y="55327"/>
                  <a:pt x="463372" y="56635"/>
                </a:cubicBezTo>
                <a:cubicBezTo>
                  <a:pt x="463372" y="57539"/>
                  <a:pt x="463512" y="58404"/>
                  <a:pt x="463791" y="59230"/>
                </a:cubicBezTo>
                <a:cubicBezTo>
                  <a:pt x="464071" y="60055"/>
                  <a:pt x="464521" y="60787"/>
                  <a:pt x="465142" y="61425"/>
                </a:cubicBezTo>
                <a:cubicBezTo>
                  <a:pt x="465763" y="62064"/>
                  <a:pt x="466571" y="62570"/>
                  <a:pt x="467565" y="62944"/>
                </a:cubicBezTo>
                <a:cubicBezTo>
                  <a:pt x="468559" y="63318"/>
                  <a:pt x="469770" y="63504"/>
                  <a:pt x="471199" y="63504"/>
                </a:cubicBezTo>
                <a:cubicBezTo>
                  <a:pt x="473063" y="63504"/>
                  <a:pt x="475198" y="62936"/>
                  <a:pt x="477605" y="61799"/>
                </a:cubicBezTo>
                <a:cubicBezTo>
                  <a:pt x="480013" y="60662"/>
                  <a:pt x="482552" y="58862"/>
                  <a:pt x="485223" y="56401"/>
                </a:cubicBezTo>
                <a:lnTo>
                  <a:pt x="485223" y="48083"/>
                </a:lnTo>
                <a:close/>
                <a:moveTo>
                  <a:pt x="598585" y="39323"/>
                </a:moveTo>
                <a:lnTo>
                  <a:pt x="558516" y="39323"/>
                </a:lnTo>
                <a:lnTo>
                  <a:pt x="558516" y="32474"/>
                </a:lnTo>
                <a:lnTo>
                  <a:pt x="598585" y="32474"/>
                </a:lnTo>
                <a:lnTo>
                  <a:pt x="598585" y="39323"/>
                </a:lnTo>
                <a:moveTo>
                  <a:pt x="598585" y="55584"/>
                </a:moveTo>
                <a:lnTo>
                  <a:pt x="558516" y="55584"/>
                </a:lnTo>
                <a:lnTo>
                  <a:pt x="558516" y="48735"/>
                </a:lnTo>
                <a:lnTo>
                  <a:pt x="598585" y="48735"/>
                </a:lnTo>
                <a:lnTo>
                  <a:pt x="598585" y="55584"/>
                </a:lnTo>
                <a:close/>
                <a:moveTo>
                  <a:pt x="613915" y="23063"/>
                </a:moveTo>
                <a:lnTo>
                  <a:pt x="618947" y="17891"/>
                </a:lnTo>
                <a:lnTo>
                  <a:pt x="650257" y="44029"/>
                </a:lnTo>
                <a:lnTo>
                  <a:pt x="618947" y="70167"/>
                </a:lnTo>
                <a:lnTo>
                  <a:pt x="613915" y="65042"/>
                </a:lnTo>
                <a:lnTo>
                  <a:pt x="639308" y="44122"/>
                </a:lnTo>
                <a:lnTo>
                  <a:pt x="613915" y="23063"/>
                </a:lnTo>
                <a:close/>
                <a:moveTo>
                  <a:pt x="753301" y="68723"/>
                </a:moveTo>
                <a:cubicBezTo>
                  <a:pt x="751468" y="69205"/>
                  <a:pt x="749574" y="69551"/>
                  <a:pt x="747617" y="69759"/>
                </a:cubicBezTo>
                <a:cubicBezTo>
                  <a:pt x="745660" y="69969"/>
                  <a:pt x="743672" y="70074"/>
                  <a:pt x="741653" y="70074"/>
                </a:cubicBezTo>
                <a:cubicBezTo>
                  <a:pt x="735783" y="70074"/>
                  <a:pt x="731403" y="68746"/>
                  <a:pt x="728514" y="66090"/>
                </a:cubicBezTo>
                <a:cubicBezTo>
                  <a:pt x="725626" y="63434"/>
                  <a:pt x="724181" y="59358"/>
                  <a:pt x="724181" y="53860"/>
                </a:cubicBezTo>
                <a:lnTo>
                  <a:pt x="724181" y="29446"/>
                </a:lnTo>
                <a:lnTo>
                  <a:pt x="711089" y="29446"/>
                </a:lnTo>
                <a:lnTo>
                  <a:pt x="711089" y="22644"/>
                </a:lnTo>
                <a:lnTo>
                  <a:pt x="724181" y="22644"/>
                </a:lnTo>
                <a:lnTo>
                  <a:pt x="724181" y="9743"/>
                </a:lnTo>
                <a:lnTo>
                  <a:pt x="732288" y="7641"/>
                </a:lnTo>
                <a:lnTo>
                  <a:pt x="732288" y="22644"/>
                </a:lnTo>
                <a:lnTo>
                  <a:pt x="753301" y="22644"/>
                </a:lnTo>
                <a:lnTo>
                  <a:pt x="753301" y="29446"/>
                </a:lnTo>
                <a:lnTo>
                  <a:pt x="732288" y="29446"/>
                </a:lnTo>
                <a:lnTo>
                  <a:pt x="732288" y="53208"/>
                </a:lnTo>
                <a:cubicBezTo>
                  <a:pt x="732288" y="56562"/>
                  <a:pt x="733181" y="59070"/>
                  <a:pt x="734967" y="60732"/>
                </a:cubicBezTo>
                <a:cubicBezTo>
                  <a:pt x="736753" y="62394"/>
                  <a:pt x="739386" y="63225"/>
                  <a:pt x="742865" y="63225"/>
                </a:cubicBezTo>
                <a:cubicBezTo>
                  <a:pt x="744355" y="63225"/>
                  <a:pt x="745986" y="63105"/>
                  <a:pt x="747757" y="62865"/>
                </a:cubicBezTo>
                <a:cubicBezTo>
                  <a:pt x="749527" y="62624"/>
                  <a:pt x="751375" y="62247"/>
                  <a:pt x="753301" y="61734"/>
                </a:cubicBezTo>
                <a:lnTo>
                  <a:pt x="753301" y="68723"/>
                </a:lnTo>
                <a:close/>
                <a:moveTo>
                  <a:pt x="805066" y="69421"/>
                </a:moveTo>
                <a:lnTo>
                  <a:pt x="796959" y="69421"/>
                </a:lnTo>
                <a:lnTo>
                  <a:pt x="796959" y="39556"/>
                </a:lnTo>
                <a:cubicBezTo>
                  <a:pt x="796959" y="35953"/>
                  <a:pt x="796284" y="33259"/>
                  <a:pt x="794933" y="31473"/>
                </a:cubicBezTo>
                <a:cubicBezTo>
                  <a:pt x="793582" y="29687"/>
                  <a:pt x="791648" y="28794"/>
                  <a:pt x="789132" y="28794"/>
                </a:cubicBezTo>
                <a:cubicBezTo>
                  <a:pt x="788045" y="28794"/>
                  <a:pt x="787028" y="28941"/>
                  <a:pt x="786080" y="29236"/>
                </a:cubicBezTo>
                <a:cubicBezTo>
                  <a:pt x="785133" y="29531"/>
                  <a:pt x="784147" y="30044"/>
                  <a:pt x="783122" y="30774"/>
                </a:cubicBezTo>
                <a:cubicBezTo>
                  <a:pt x="782097" y="31504"/>
                  <a:pt x="780978" y="32490"/>
                  <a:pt x="779767" y="33732"/>
                </a:cubicBezTo>
                <a:cubicBezTo>
                  <a:pt x="778556" y="34975"/>
                  <a:pt x="777158" y="36528"/>
                  <a:pt x="775574" y="38391"/>
                </a:cubicBezTo>
                <a:lnTo>
                  <a:pt x="775574" y="69421"/>
                </a:lnTo>
                <a:lnTo>
                  <a:pt x="767467" y="69421"/>
                </a:lnTo>
                <a:lnTo>
                  <a:pt x="767467" y="3541"/>
                </a:lnTo>
                <a:lnTo>
                  <a:pt x="775574" y="3541"/>
                </a:lnTo>
                <a:lnTo>
                  <a:pt x="775574" y="22630"/>
                </a:lnTo>
                <a:lnTo>
                  <a:pt x="775294" y="30005"/>
                </a:lnTo>
                <a:cubicBezTo>
                  <a:pt x="776568" y="28483"/>
                  <a:pt x="777818" y="27202"/>
                  <a:pt x="779045" y="26161"/>
                </a:cubicBezTo>
                <a:cubicBezTo>
                  <a:pt x="780272" y="25121"/>
                  <a:pt x="781499" y="24274"/>
                  <a:pt x="782726" y="23622"/>
                </a:cubicBezTo>
                <a:cubicBezTo>
                  <a:pt x="783953" y="22970"/>
                  <a:pt x="785203" y="22504"/>
                  <a:pt x="786476" y="22224"/>
                </a:cubicBezTo>
                <a:cubicBezTo>
                  <a:pt x="787750" y="21945"/>
                  <a:pt x="789070" y="21805"/>
                  <a:pt x="790437" y="21805"/>
                </a:cubicBezTo>
                <a:cubicBezTo>
                  <a:pt x="795096" y="21805"/>
                  <a:pt x="798699" y="23226"/>
                  <a:pt x="801246" y="26068"/>
                </a:cubicBezTo>
                <a:cubicBezTo>
                  <a:pt x="803793" y="28910"/>
                  <a:pt x="805066" y="33189"/>
                  <a:pt x="805066" y="38904"/>
                </a:cubicBezTo>
                <a:lnTo>
                  <a:pt x="805066" y="69421"/>
                </a:lnTo>
                <a:close/>
                <a:moveTo>
                  <a:pt x="835260" y="29353"/>
                </a:moveTo>
                <a:lnTo>
                  <a:pt x="821422" y="29353"/>
                </a:lnTo>
                <a:lnTo>
                  <a:pt x="821422" y="22644"/>
                </a:lnTo>
                <a:lnTo>
                  <a:pt x="843460" y="22644"/>
                </a:lnTo>
                <a:lnTo>
                  <a:pt x="843460" y="62666"/>
                </a:lnTo>
                <a:lnTo>
                  <a:pt x="857391" y="62666"/>
                </a:lnTo>
                <a:lnTo>
                  <a:pt x="857391" y="69421"/>
                </a:lnTo>
                <a:lnTo>
                  <a:pt x="819885" y="69421"/>
                </a:lnTo>
                <a:lnTo>
                  <a:pt x="819885" y="62666"/>
                </a:lnTo>
                <a:lnTo>
                  <a:pt x="835260" y="62666"/>
                </a:lnTo>
                <a:lnTo>
                  <a:pt x="835260" y="29353"/>
                </a:lnTo>
                <a:moveTo>
                  <a:pt x="838102" y="2982"/>
                </a:moveTo>
                <a:cubicBezTo>
                  <a:pt x="839003" y="2982"/>
                  <a:pt x="839841" y="3145"/>
                  <a:pt x="840618" y="3471"/>
                </a:cubicBezTo>
                <a:cubicBezTo>
                  <a:pt x="841394" y="3797"/>
                  <a:pt x="842070" y="4255"/>
                  <a:pt x="842645" y="4846"/>
                </a:cubicBezTo>
                <a:cubicBezTo>
                  <a:pt x="843219" y="5436"/>
                  <a:pt x="843670" y="6111"/>
                  <a:pt x="843996" y="6872"/>
                </a:cubicBezTo>
                <a:cubicBezTo>
                  <a:pt x="844322" y="7633"/>
                  <a:pt x="844485" y="8464"/>
                  <a:pt x="844485" y="9365"/>
                </a:cubicBezTo>
                <a:cubicBezTo>
                  <a:pt x="844485" y="10235"/>
                  <a:pt x="844322" y="11058"/>
                  <a:pt x="843996" y="11834"/>
                </a:cubicBezTo>
                <a:cubicBezTo>
                  <a:pt x="843670" y="12611"/>
                  <a:pt x="843219" y="13294"/>
                  <a:pt x="842645" y="13884"/>
                </a:cubicBezTo>
                <a:cubicBezTo>
                  <a:pt x="842070" y="14474"/>
                  <a:pt x="841394" y="14933"/>
                  <a:pt x="840618" y="15259"/>
                </a:cubicBezTo>
                <a:cubicBezTo>
                  <a:pt x="839841" y="15585"/>
                  <a:pt x="839003" y="15748"/>
                  <a:pt x="838102" y="15748"/>
                </a:cubicBezTo>
                <a:cubicBezTo>
                  <a:pt x="837201" y="15748"/>
                  <a:pt x="836363" y="15585"/>
                  <a:pt x="835586" y="15259"/>
                </a:cubicBezTo>
                <a:cubicBezTo>
                  <a:pt x="834810" y="14933"/>
                  <a:pt x="834134" y="14474"/>
                  <a:pt x="833559" y="13884"/>
                </a:cubicBezTo>
                <a:cubicBezTo>
                  <a:pt x="832985" y="13294"/>
                  <a:pt x="832534" y="12611"/>
                  <a:pt x="832208" y="11834"/>
                </a:cubicBezTo>
                <a:cubicBezTo>
                  <a:pt x="831882" y="11058"/>
                  <a:pt x="831719" y="10235"/>
                  <a:pt x="831719" y="9365"/>
                </a:cubicBezTo>
                <a:cubicBezTo>
                  <a:pt x="831719" y="8464"/>
                  <a:pt x="831882" y="7633"/>
                  <a:pt x="832208" y="6872"/>
                </a:cubicBezTo>
                <a:cubicBezTo>
                  <a:pt x="832534" y="6111"/>
                  <a:pt x="832985" y="5436"/>
                  <a:pt x="833559" y="4846"/>
                </a:cubicBezTo>
                <a:cubicBezTo>
                  <a:pt x="834134" y="4255"/>
                  <a:pt x="834810" y="3797"/>
                  <a:pt x="835586" y="3471"/>
                </a:cubicBezTo>
                <a:cubicBezTo>
                  <a:pt x="836363" y="3145"/>
                  <a:pt x="837201" y="2982"/>
                  <a:pt x="838102" y="2982"/>
                </a:cubicBezTo>
                <a:close/>
                <a:moveTo>
                  <a:pt x="908224" y="56655"/>
                </a:moveTo>
                <a:cubicBezTo>
                  <a:pt x="908224" y="58302"/>
                  <a:pt x="907945" y="59777"/>
                  <a:pt x="907386" y="61082"/>
                </a:cubicBezTo>
                <a:cubicBezTo>
                  <a:pt x="906826" y="62386"/>
                  <a:pt x="906065" y="63543"/>
                  <a:pt x="905103" y="64553"/>
                </a:cubicBezTo>
                <a:cubicBezTo>
                  <a:pt x="904140" y="65562"/>
                  <a:pt x="903021" y="66424"/>
                  <a:pt x="901748" y="67139"/>
                </a:cubicBezTo>
                <a:cubicBezTo>
                  <a:pt x="900474" y="67853"/>
                  <a:pt x="899116" y="68443"/>
                  <a:pt x="897671" y="68909"/>
                </a:cubicBezTo>
                <a:cubicBezTo>
                  <a:pt x="896227" y="69375"/>
                  <a:pt x="894744" y="69717"/>
                  <a:pt x="893222" y="69934"/>
                </a:cubicBezTo>
                <a:cubicBezTo>
                  <a:pt x="891700" y="70151"/>
                  <a:pt x="890209" y="70260"/>
                  <a:pt x="888749" y="70260"/>
                </a:cubicBezTo>
                <a:cubicBezTo>
                  <a:pt x="885581" y="70260"/>
                  <a:pt x="882669" y="70120"/>
                  <a:pt x="880013" y="69841"/>
                </a:cubicBezTo>
                <a:cubicBezTo>
                  <a:pt x="877357" y="69561"/>
                  <a:pt x="874756" y="69111"/>
                  <a:pt x="872209" y="68490"/>
                </a:cubicBezTo>
                <a:lnTo>
                  <a:pt x="872209" y="61035"/>
                </a:lnTo>
                <a:cubicBezTo>
                  <a:pt x="874942" y="61812"/>
                  <a:pt x="877660" y="62402"/>
                  <a:pt x="880362" y="62805"/>
                </a:cubicBezTo>
                <a:cubicBezTo>
                  <a:pt x="883065" y="63209"/>
                  <a:pt x="885752" y="63411"/>
                  <a:pt x="888423" y="63411"/>
                </a:cubicBezTo>
                <a:cubicBezTo>
                  <a:pt x="892305" y="63411"/>
                  <a:pt x="895179" y="62883"/>
                  <a:pt x="897042" y="61827"/>
                </a:cubicBezTo>
                <a:cubicBezTo>
                  <a:pt x="898906" y="60771"/>
                  <a:pt x="899838" y="59265"/>
                  <a:pt x="899838" y="57308"/>
                </a:cubicBezTo>
                <a:cubicBezTo>
                  <a:pt x="899838" y="56469"/>
                  <a:pt x="899690" y="55716"/>
                  <a:pt x="899395" y="55048"/>
                </a:cubicBezTo>
                <a:cubicBezTo>
                  <a:pt x="899100" y="54380"/>
                  <a:pt x="898564" y="53743"/>
                  <a:pt x="897788" y="53138"/>
                </a:cubicBezTo>
                <a:cubicBezTo>
                  <a:pt x="897011" y="52532"/>
                  <a:pt x="895808" y="51903"/>
                  <a:pt x="894177" y="51251"/>
                </a:cubicBezTo>
                <a:cubicBezTo>
                  <a:pt x="892546" y="50598"/>
                  <a:pt x="890318" y="49853"/>
                  <a:pt x="887491" y="49014"/>
                </a:cubicBezTo>
                <a:cubicBezTo>
                  <a:pt x="885379" y="48393"/>
                  <a:pt x="883430" y="47687"/>
                  <a:pt x="881644" y="46894"/>
                </a:cubicBezTo>
                <a:cubicBezTo>
                  <a:pt x="879858" y="46102"/>
                  <a:pt x="878312" y="45163"/>
                  <a:pt x="877008" y="44076"/>
                </a:cubicBezTo>
                <a:cubicBezTo>
                  <a:pt x="875703" y="42989"/>
                  <a:pt x="874678" y="41715"/>
                  <a:pt x="873933" y="40255"/>
                </a:cubicBezTo>
                <a:cubicBezTo>
                  <a:pt x="873187" y="38795"/>
                  <a:pt x="872815" y="37071"/>
                  <a:pt x="872815" y="35083"/>
                </a:cubicBezTo>
                <a:cubicBezTo>
                  <a:pt x="872815" y="33779"/>
                  <a:pt x="873117" y="32350"/>
                  <a:pt x="873723" y="30797"/>
                </a:cubicBezTo>
                <a:cubicBezTo>
                  <a:pt x="874329" y="29244"/>
                  <a:pt x="875362" y="27800"/>
                  <a:pt x="876821" y="26464"/>
                </a:cubicBezTo>
                <a:cubicBezTo>
                  <a:pt x="878281" y="25128"/>
                  <a:pt x="880254" y="24018"/>
                  <a:pt x="882739" y="23133"/>
                </a:cubicBezTo>
                <a:cubicBezTo>
                  <a:pt x="885223" y="22247"/>
                  <a:pt x="888330" y="21805"/>
                  <a:pt x="892057" y="21805"/>
                </a:cubicBezTo>
                <a:cubicBezTo>
                  <a:pt x="893890" y="21805"/>
                  <a:pt x="895924" y="21906"/>
                  <a:pt x="898160" y="22108"/>
                </a:cubicBezTo>
                <a:cubicBezTo>
                  <a:pt x="900397" y="22310"/>
                  <a:pt x="902726" y="22659"/>
                  <a:pt x="905149" y="23156"/>
                </a:cubicBezTo>
                <a:lnTo>
                  <a:pt x="905149" y="30378"/>
                </a:lnTo>
                <a:cubicBezTo>
                  <a:pt x="902602" y="29757"/>
                  <a:pt x="900187" y="29298"/>
                  <a:pt x="897904" y="29003"/>
                </a:cubicBezTo>
                <a:cubicBezTo>
                  <a:pt x="895621" y="28708"/>
                  <a:pt x="893641" y="28561"/>
                  <a:pt x="891964" y="28561"/>
                </a:cubicBezTo>
                <a:cubicBezTo>
                  <a:pt x="889945" y="28561"/>
                  <a:pt x="888244" y="28716"/>
                  <a:pt x="886862" y="29027"/>
                </a:cubicBezTo>
                <a:cubicBezTo>
                  <a:pt x="885480" y="29337"/>
                  <a:pt x="884362" y="29764"/>
                  <a:pt x="883507" y="30308"/>
                </a:cubicBezTo>
                <a:cubicBezTo>
                  <a:pt x="882653" y="30851"/>
                  <a:pt x="882040" y="31488"/>
                  <a:pt x="881667" y="32218"/>
                </a:cubicBezTo>
                <a:cubicBezTo>
                  <a:pt x="881294" y="32948"/>
                  <a:pt x="881108" y="33732"/>
                  <a:pt x="881108" y="34571"/>
                </a:cubicBezTo>
                <a:cubicBezTo>
                  <a:pt x="881108" y="35410"/>
                  <a:pt x="881271" y="36171"/>
                  <a:pt x="881597" y="36854"/>
                </a:cubicBezTo>
                <a:cubicBezTo>
                  <a:pt x="881923" y="37537"/>
                  <a:pt x="882529" y="38197"/>
                  <a:pt x="883414" y="38834"/>
                </a:cubicBezTo>
                <a:cubicBezTo>
                  <a:pt x="884299" y="39471"/>
                  <a:pt x="885534" y="40108"/>
                  <a:pt x="887118" y="40744"/>
                </a:cubicBezTo>
                <a:cubicBezTo>
                  <a:pt x="888702" y="41381"/>
                  <a:pt x="890768" y="42072"/>
                  <a:pt x="893315" y="42818"/>
                </a:cubicBezTo>
                <a:cubicBezTo>
                  <a:pt x="896079" y="43625"/>
                  <a:pt x="898409" y="44472"/>
                  <a:pt x="900304" y="45357"/>
                </a:cubicBezTo>
                <a:cubicBezTo>
                  <a:pt x="902198" y="46242"/>
                  <a:pt x="903736" y="47228"/>
                  <a:pt x="904916" y="48315"/>
                </a:cubicBezTo>
                <a:cubicBezTo>
                  <a:pt x="906097" y="49403"/>
                  <a:pt x="906943" y="50630"/>
                  <a:pt x="907455" y="51996"/>
                </a:cubicBezTo>
                <a:cubicBezTo>
                  <a:pt x="907968" y="53363"/>
                  <a:pt x="908224" y="54916"/>
                  <a:pt x="908224" y="56655"/>
                </a:cubicBezTo>
                <a:close/>
                <a:moveTo>
                  <a:pt x="941446" y="54745"/>
                </a:moveTo>
                <a:cubicBezTo>
                  <a:pt x="942502" y="54745"/>
                  <a:pt x="943504" y="54947"/>
                  <a:pt x="944451" y="55351"/>
                </a:cubicBezTo>
                <a:cubicBezTo>
                  <a:pt x="945399" y="55755"/>
                  <a:pt x="946222" y="56314"/>
                  <a:pt x="946921" y="57028"/>
                </a:cubicBezTo>
                <a:cubicBezTo>
                  <a:pt x="947619" y="57743"/>
                  <a:pt x="948171" y="58573"/>
                  <a:pt x="948575" y="59521"/>
                </a:cubicBezTo>
                <a:cubicBezTo>
                  <a:pt x="948978" y="60468"/>
                  <a:pt x="949180" y="61485"/>
                  <a:pt x="949180" y="62573"/>
                </a:cubicBezTo>
                <a:cubicBezTo>
                  <a:pt x="949180" y="63629"/>
                  <a:pt x="948978" y="64623"/>
                  <a:pt x="948575" y="65554"/>
                </a:cubicBezTo>
                <a:cubicBezTo>
                  <a:pt x="948171" y="66486"/>
                  <a:pt x="947619" y="67302"/>
                  <a:pt x="946921" y="68000"/>
                </a:cubicBezTo>
                <a:cubicBezTo>
                  <a:pt x="946222" y="68699"/>
                  <a:pt x="945399" y="69251"/>
                  <a:pt x="944451" y="69654"/>
                </a:cubicBezTo>
                <a:cubicBezTo>
                  <a:pt x="943504" y="70058"/>
                  <a:pt x="942502" y="70260"/>
                  <a:pt x="941446" y="70260"/>
                </a:cubicBezTo>
                <a:cubicBezTo>
                  <a:pt x="940359" y="70260"/>
                  <a:pt x="939349" y="70058"/>
                  <a:pt x="938418" y="69654"/>
                </a:cubicBezTo>
                <a:cubicBezTo>
                  <a:pt x="937486" y="69251"/>
                  <a:pt x="936670" y="68699"/>
                  <a:pt x="935972" y="68000"/>
                </a:cubicBezTo>
                <a:cubicBezTo>
                  <a:pt x="935273" y="67302"/>
                  <a:pt x="934721" y="66486"/>
                  <a:pt x="934318" y="65554"/>
                </a:cubicBezTo>
                <a:cubicBezTo>
                  <a:pt x="933914" y="64623"/>
                  <a:pt x="933712" y="63629"/>
                  <a:pt x="933712" y="62573"/>
                </a:cubicBezTo>
                <a:cubicBezTo>
                  <a:pt x="933712" y="61485"/>
                  <a:pt x="933914" y="60468"/>
                  <a:pt x="934318" y="59521"/>
                </a:cubicBezTo>
                <a:cubicBezTo>
                  <a:pt x="934721" y="58573"/>
                  <a:pt x="935273" y="57743"/>
                  <a:pt x="935972" y="57028"/>
                </a:cubicBezTo>
                <a:cubicBezTo>
                  <a:pt x="936670" y="56314"/>
                  <a:pt x="937486" y="55755"/>
                  <a:pt x="938418" y="55351"/>
                </a:cubicBezTo>
                <a:cubicBezTo>
                  <a:pt x="939349" y="54947"/>
                  <a:pt x="940359" y="54745"/>
                  <a:pt x="941446" y="54745"/>
                </a:cubicBezTo>
                <a:close/>
                <a:moveTo>
                  <a:pt x="1011941" y="56655"/>
                </a:moveTo>
                <a:cubicBezTo>
                  <a:pt x="1011941" y="58302"/>
                  <a:pt x="1011662" y="59777"/>
                  <a:pt x="1011103" y="61082"/>
                </a:cubicBezTo>
                <a:cubicBezTo>
                  <a:pt x="1010543" y="62386"/>
                  <a:pt x="1009782" y="63543"/>
                  <a:pt x="1008820" y="64553"/>
                </a:cubicBezTo>
                <a:cubicBezTo>
                  <a:pt x="1007857" y="65562"/>
                  <a:pt x="1006738" y="66424"/>
                  <a:pt x="1005465" y="67139"/>
                </a:cubicBezTo>
                <a:cubicBezTo>
                  <a:pt x="1004191" y="67853"/>
                  <a:pt x="1002833" y="68443"/>
                  <a:pt x="1001388" y="68909"/>
                </a:cubicBezTo>
                <a:cubicBezTo>
                  <a:pt x="999944" y="69375"/>
                  <a:pt x="998461" y="69717"/>
                  <a:pt x="996939" y="69934"/>
                </a:cubicBezTo>
                <a:cubicBezTo>
                  <a:pt x="995417" y="70151"/>
                  <a:pt x="993926" y="70260"/>
                  <a:pt x="992466" y="70260"/>
                </a:cubicBezTo>
                <a:cubicBezTo>
                  <a:pt x="989298" y="70260"/>
                  <a:pt x="986386" y="70120"/>
                  <a:pt x="983730" y="69841"/>
                </a:cubicBezTo>
                <a:cubicBezTo>
                  <a:pt x="981074" y="69561"/>
                  <a:pt x="978473" y="69111"/>
                  <a:pt x="975926" y="68490"/>
                </a:cubicBezTo>
                <a:lnTo>
                  <a:pt x="975926" y="61035"/>
                </a:lnTo>
                <a:cubicBezTo>
                  <a:pt x="978659" y="61812"/>
                  <a:pt x="981377" y="62402"/>
                  <a:pt x="984079" y="62805"/>
                </a:cubicBezTo>
                <a:cubicBezTo>
                  <a:pt x="986782" y="63209"/>
                  <a:pt x="989468" y="63411"/>
                  <a:pt x="992140" y="63411"/>
                </a:cubicBezTo>
                <a:cubicBezTo>
                  <a:pt x="996022" y="63411"/>
                  <a:pt x="998896" y="62883"/>
                  <a:pt x="1000759" y="61827"/>
                </a:cubicBezTo>
                <a:cubicBezTo>
                  <a:pt x="1002623" y="60771"/>
                  <a:pt x="1003555" y="59265"/>
                  <a:pt x="1003555" y="57308"/>
                </a:cubicBezTo>
                <a:cubicBezTo>
                  <a:pt x="1003555" y="56469"/>
                  <a:pt x="1003407" y="55716"/>
                  <a:pt x="1003112" y="55048"/>
                </a:cubicBezTo>
                <a:cubicBezTo>
                  <a:pt x="1002817" y="54380"/>
                  <a:pt x="1002281" y="53743"/>
                  <a:pt x="1001505" y="53138"/>
                </a:cubicBezTo>
                <a:cubicBezTo>
                  <a:pt x="1000728" y="52532"/>
                  <a:pt x="999525" y="51903"/>
                  <a:pt x="997894" y="51251"/>
                </a:cubicBezTo>
                <a:cubicBezTo>
                  <a:pt x="996263" y="50598"/>
                  <a:pt x="994034" y="49853"/>
                  <a:pt x="991208" y="49014"/>
                </a:cubicBezTo>
                <a:cubicBezTo>
                  <a:pt x="989096" y="48393"/>
                  <a:pt x="987147" y="47687"/>
                  <a:pt x="985361" y="46894"/>
                </a:cubicBezTo>
                <a:cubicBezTo>
                  <a:pt x="983575" y="46102"/>
                  <a:pt x="982029" y="45163"/>
                  <a:pt x="980725" y="44076"/>
                </a:cubicBezTo>
                <a:cubicBezTo>
                  <a:pt x="979420" y="42989"/>
                  <a:pt x="978395" y="41715"/>
                  <a:pt x="977650" y="40255"/>
                </a:cubicBezTo>
                <a:cubicBezTo>
                  <a:pt x="976904" y="38795"/>
                  <a:pt x="976532" y="37071"/>
                  <a:pt x="976532" y="35083"/>
                </a:cubicBezTo>
                <a:cubicBezTo>
                  <a:pt x="976532" y="33779"/>
                  <a:pt x="976834" y="32350"/>
                  <a:pt x="977440" y="30797"/>
                </a:cubicBezTo>
                <a:cubicBezTo>
                  <a:pt x="978046" y="29244"/>
                  <a:pt x="979079" y="27800"/>
                  <a:pt x="980538" y="26464"/>
                </a:cubicBezTo>
                <a:cubicBezTo>
                  <a:pt x="981998" y="25128"/>
                  <a:pt x="983971" y="24018"/>
                  <a:pt x="986456" y="23133"/>
                </a:cubicBezTo>
                <a:cubicBezTo>
                  <a:pt x="988940" y="22247"/>
                  <a:pt x="992047" y="21805"/>
                  <a:pt x="995774" y="21805"/>
                </a:cubicBezTo>
                <a:cubicBezTo>
                  <a:pt x="997606" y="21805"/>
                  <a:pt x="999641" y="21906"/>
                  <a:pt x="1001877" y="22108"/>
                </a:cubicBezTo>
                <a:cubicBezTo>
                  <a:pt x="1004114" y="22310"/>
                  <a:pt x="1006443" y="22659"/>
                  <a:pt x="1008866" y="23156"/>
                </a:cubicBezTo>
                <a:lnTo>
                  <a:pt x="1008866" y="30378"/>
                </a:lnTo>
                <a:cubicBezTo>
                  <a:pt x="1006319" y="29757"/>
                  <a:pt x="1003904" y="29298"/>
                  <a:pt x="1001621" y="29003"/>
                </a:cubicBezTo>
                <a:cubicBezTo>
                  <a:pt x="999338" y="28708"/>
                  <a:pt x="997358" y="28561"/>
                  <a:pt x="995681" y="28561"/>
                </a:cubicBezTo>
                <a:cubicBezTo>
                  <a:pt x="993662" y="28561"/>
                  <a:pt x="991961" y="28716"/>
                  <a:pt x="990579" y="29027"/>
                </a:cubicBezTo>
                <a:cubicBezTo>
                  <a:pt x="989197" y="29337"/>
                  <a:pt x="988079" y="29764"/>
                  <a:pt x="987224" y="30308"/>
                </a:cubicBezTo>
                <a:cubicBezTo>
                  <a:pt x="986370" y="30851"/>
                  <a:pt x="985757" y="31488"/>
                  <a:pt x="985384" y="32218"/>
                </a:cubicBezTo>
                <a:cubicBezTo>
                  <a:pt x="985011" y="32948"/>
                  <a:pt x="984825" y="33732"/>
                  <a:pt x="984825" y="34571"/>
                </a:cubicBezTo>
                <a:cubicBezTo>
                  <a:pt x="984825" y="35410"/>
                  <a:pt x="984988" y="36171"/>
                  <a:pt x="985314" y="36854"/>
                </a:cubicBezTo>
                <a:cubicBezTo>
                  <a:pt x="985640" y="37537"/>
                  <a:pt x="986246" y="38197"/>
                  <a:pt x="987131" y="38834"/>
                </a:cubicBezTo>
                <a:cubicBezTo>
                  <a:pt x="988016" y="39471"/>
                  <a:pt x="989251" y="40108"/>
                  <a:pt x="990835" y="40744"/>
                </a:cubicBezTo>
                <a:cubicBezTo>
                  <a:pt x="992419" y="41381"/>
                  <a:pt x="994485" y="42072"/>
                  <a:pt x="997032" y="42818"/>
                </a:cubicBezTo>
                <a:cubicBezTo>
                  <a:pt x="999796" y="43625"/>
                  <a:pt x="1002126" y="44472"/>
                  <a:pt x="1004021" y="45357"/>
                </a:cubicBezTo>
                <a:cubicBezTo>
                  <a:pt x="1005915" y="46242"/>
                  <a:pt x="1007453" y="47228"/>
                  <a:pt x="1008633" y="48315"/>
                </a:cubicBezTo>
                <a:cubicBezTo>
                  <a:pt x="1009813" y="49403"/>
                  <a:pt x="1010660" y="50630"/>
                  <a:pt x="1011172" y="51996"/>
                </a:cubicBezTo>
                <a:cubicBezTo>
                  <a:pt x="1011685" y="53363"/>
                  <a:pt x="1011941" y="54916"/>
                  <a:pt x="1011941" y="56655"/>
                </a:cubicBezTo>
                <a:close/>
                <a:moveTo>
                  <a:pt x="1066269" y="43563"/>
                </a:moveTo>
                <a:cubicBezTo>
                  <a:pt x="1066269" y="44712"/>
                  <a:pt x="1066253" y="45675"/>
                  <a:pt x="1066222" y="46452"/>
                </a:cubicBezTo>
                <a:cubicBezTo>
                  <a:pt x="1066191" y="47228"/>
                  <a:pt x="1066145" y="47958"/>
                  <a:pt x="1066083" y="48642"/>
                </a:cubicBezTo>
                <a:lnTo>
                  <a:pt x="1033236" y="48642"/>
                </a:lnTo>
                <a:cubicBezTo>
                  <a:pt x="1033236" y="53425"/>
                  <a:pt x="1034571" y="57098"/>
                  <a:pt x="1037242" y="59661"/>
                </a:cubicBezTo>
                <a:cubicBezTo>
                  <a:pt x="1039914" y="62223"/>
                  <a:pt x="1043765" y="63504"/>
                  <a:pt x="1048797" y="63504"/>
                </a:cubicBezTo>
                <a:cubicBezTo>
                  <a:pt x="1050164" y="63504"/>
                  <a:pt x="1051531" y="63449"/>
                  <a:pt x="1052897" y="63338"/>
                </a:cubicBezTo>
                <a:cubicBezTo>
                  <a:pt x="1054264" y="63227"/>
                  <a:pt x="1055584" y="63076"/>
                  <a:pt x="1056858" y="62886"/>
                </a:cubicBezTo>
                <a:cubicBezTo>
                  <a:pt x="1058131" y="62694"/>
                  <a:pt x="1059350" y="62480"/>
                  <a:pt x="1060515" y="62242"/>
                </a:cubicBezTo>
                <a:cubicBezTo>
                  <a:pt x="1061680" y="62003"/>
                  <a:pt x="1062759" y="61741"/>
                  <a:pt x="1063753" y="61454"/>
                </a:cubicBezTo>
                <a:lnTo>
                  <a:pt x="1063753" y="68117"/>
                </a:lnTo>
                <a:cubicBezTo>
                  <a:pt x="1061548" y="68752"/>
                  <a:pt x="1059055" y="69268"/>
                  <a:pt x="1056275" y="69665"/>
                </a:cubicBezTo>
                <a:cubicBezTo>
                  <a:pt x="1053495" y="70062"/>
                  <a:pt x="1050614" y="70260"/>
                  <a:pt x="1047632" y="70260"/>
                </a:cubicBezTo>
                <a:cubicBezTo>
                  <a:pt x="1043625" y="70260"/>
                  <a:pt x="1040178" y="69717"/>
                  <a:pt x="1037289" y="68629"/>
                </a:cubicBezTo>
                <a:cubicBezTo>
                  <a:pt x="1034400" y="67542"/>
                  <a:pt x="1032032" y="65966"/>
                  <a:pt x="1030184" y="63900"/>
                </a:cubicBezTo>
                <a:cubicBezTo>
                  <a:pt x="1028336" y="61835"/>
                  <a:pt x="1026969" y="59303"/>
                  <a:pt x="1026084" y="56306"/>
                </a:cubicBezTo>
                <a:cubicBezTo>
                  <a:pt x="1025199" y="53309"/>
                  <a:pt x="1024756" y="49915"/>
                  <a:pt x="1024756" y="46126"/>
                </a:cubicBezTo>
                <a:cubicBezTo>
                  <a:pt x="1024756" y="42833"/>
                  <a:pt x="1025230" y="39719"/>
                  <a:pt x="1026177" y="36784"/>
                </a:cubicBezTo>
                <a:cubicBezTo>
                  <a:pt x="1027124" y="33849"/>
                  <a:pt x="1028507" y="31271"/>
                  <a:pt x="1030324" y="29050"/>
                </a:cubicBezTo>
                <a:cubicBezTo>
                  <a:pt x="1032141" y="26829"/>
                  <a:pt x="1034369" y="25066"/>
                  <a:pt x="1037009" y="23762"/>
                </a:cubicBezTo>
                <a:cubicBezTo>
                  <a:pt x="1039650" y="22457"/>
                  <a:pt x="1042647" y="21805"/>
                  <a:pt x="1046002" y="21805"/>
                </a:cubicBezTo>
                <a:cubicBezTo>
                  <a:pt x="1049263" y="21805"/>
                  <a:pt x="1052152" y="22317"/>
                  <a:pt x="1054668" y="23342"/>
                </a:cubicBezTo>
                <a:cubicBezTo>
                  <a:pt x="1057184" y="24367"/>
                  <a:pt x="1059304" y="25820"/>
                  <a:pt x="1061027" y="27699"/>
                </a:cubicBezTo>
                <a:cubicBezTo>
                  <a:pt x="1062751" y="29578"/>
                  <a:pt x="1064056" y="31861"/>
                  <a:pt x="1064941" y="34548"/>
                </a:cubicBezTo>
                <a:cubicBezTo>
                  <a:pt x="1065826" y="37234"/>
                  <a:pt x="1066269" y="40240"/>
                  <a:pt x="1066269" y="43563"/>
                </a:cubicBezTo>
                <a:moveTo>
                  <a:pt x="1057836" y="42398"/>
                </a:moveTo>
                <a:cubicBezTo>
                  <a:pt x="1057929" y="40317"/>
                  <a:pt x="1057727" y="38415"/>
                  <a:pt x="1057230" y="36691"/>
                </a:cubicBezTo>
                <a:cubicBezTo>
                  <a:pt x="1056733" y="34967"/>
                  <a:pt x="1055964" y="33484"/>
                  <a:pt x="1054924" y="32241"/>
                </a:cubicBezTo>
                <a:cubicBezTo>
                  <a:pt x="1053883" y="30999"/>
                  <a:pt x="1052587" y="30028"/>
                  <a:pt x="1051034" y="29329"/>
                </a:cubicBezTo>
                <a:cubicBezTo>
                  <a:pt x="1049481" y="28631"/>
                  <a:pt x="1047679" y="28281"/>
                  <a:pt x="1045629" y="28281"/>
                </a:cubicBezTo>
                <a:cubicBezTo>
                  <a:pt x="1043858" y="28281"/>
                  <a:pt x="1042243" y="28623"/>
                  <a:pt x="1040783" y="29306"/>
                </a:cubicBezTo>
                <a:cubicBezTo>
                  <a:pt x="1039324" y="29989"/>
                  <a:pt x="1038066" y="30952"/>
                  <a:pt x="1037009" y="32195"/>
                </a:cubicBezTo>
                <a:cubicBezTo>
                  <a:pt x="1035953" y="33437"/>
                  <a:pt x="1035099" y="34928"/>
                  <a:pt x="1034447" y="36668"/>
                </a:cubicBezTo>
                <a:cubicBezTo>
                  <a:pt x="1033795" y="38407"/>
                  <a:pt x="1033391" y="40317"/>
                  <a:pt x="1033236" y="42398"/>
                </a:cubicBezTo>
                <a:lnTo>
                  <a:pt x="1057836" y="42398"/>
                </a:lnTo>
                <a:close/>
                <a:moveTo>
                  <a:pt x="1116310" y="68723"/>
                </a:moveTo>
                <a:cubicBezTo>
                  <a:pt x="1114478" y="69205"/>
                  <a:pt x="1112583" y="69551"/>
                  <a:pt x="1110626" y="69759"/>
                </a:cubicBezTo>
                <a:cubicBezTo>
                  <a:pt x="1108669" y="69969"/>
                  <a:pt x="1106681" y="70074"/>
                  <a:pt x="1104663" y="70074"/>
                </a:cubicBezTo>
                <a:cubicBezTo>
                  <a:pt x="1098792" y="70074"/>
                  <a:pt x="1094412" y="68746"/>
                  <a:pt x="1091524" y="66090"/>
                </a:cubicBezTo>
                <a:cubicBezTo>
                  <a:pt x="1088635" y="63434"/>
                  <a:pt x="1087191" y="59358"/>
                  <a:pt x="1087191" y="53860"/>
                </a:cubicBezTo>
                <a:lnTo>
                  <a:pt x="1087191" y="29446"/>
                </a:lnTo>
                <a:lnTo>
                  <a:pt x="1074098" y="29446"/>
                </a:lnTo>
                <a:lnTo>
                  <a:pt x="1074098" y="22644"/>
                </a:lnTo>
                <a:lnTo>
                  <a:pt x="1087191" y="22644"/>
                </a:lnTo>
                <a:lnTo>
                  <a:pt x="1087191" y="9743"/>
                </a:lnTo>
                <a:lnTo>
                  <a:pt x="1095298" y="7641"/>
                </a:lnTo>
                <a:lnTo>
                  <a:pt x="1095298" y="22644"/>
                </a:lnTo>
                <a:lnTo>
                  <a:pt x="1116310" y="22644"/>
                </a:lnTo>
                <a:lnTo>
                  <a:pt x="1116310" y="29446"/>
                </a:lnTo>
                <a:lnTo>
                  <a:pt x="1095298" y="29446"/>
                </a:lnTo>
                <a:lnTo>
                  <a:pt x="1095298" y="53208"/>
                </a:lnTo>
                <a:cubicBezTo>
                  <a:pt x="1095298" y="56562"/>
                  <a:pt x="1096191" y="59070"/>
                  <a:pt x="1097977" y="60732"/>
                </a:cubicBezTo>
                <a:cubicBezTo>
                  <a:pt x="1099763" y="62394"/>
                  <a:pt x="1102395" y="63225"/>
                  <a:pt x="1105874" y="63225"/>
                </a:cubicBezTo>
                <a:cubicBezTo>
                  <a:pt x="1107365" y="63225"/>
                  <a:pt x="1108996" y="63105"/>
                  <a:pt x="1110766" y="62865"/>
                </a:cubicBezTo>
                <a:cubicBezTo>
                  <a:pt x="1112536" y="62624"/>
                  <a:pt x="1114385" y="62247"/>
                  <a:pt x="1116310" y="61734"/>
                </a:cubicBezTo>
                <a:lnTo>
                  <a:pt x="1116310" y="68723"/>
                </a:lnTo>
                <a:close/>
                <a:moveTo>
                  <a:pt x="1169473" y="52915"/>
                </a:moveTo>
                <a:cubicBezTo>
                  <a:pt x="1169473" y="55806"/>
                  <a:pt x="1168883" y="58339"/>
                  <a:pt x="1167703" y="60515"/>
                </a:cubicBezTo>
                <a:cubicBezTo>
                  <a:pt x="1166523" y="62691"/>
                  <a:pt x="1164876" y="64502"/>
                  <a:pt x="1162764" y="65948"/>
                </a:cubicBezTo>
                <a:cubicBezTo>
                  <a:pt x="1160652" y="67393"/>
                  <a:pt x="1158113" y="68473"/>
                  <a:pt x="1155147" y="69189"/>
                </a:cubicBezTo>
                <a:cubicBezTo>
                  <a:pt x="1152180" y="69903"/>
                  <a:pt x="1148911" y="70260"/>
                  <a:pt x="1145339" y="70260"/>
                </a:cubicBezTo>
                <a:cubicBezTo>
                  <a:pt x="1143724" y="70260"/>
                  <a:pt x="1142116" y="70198"/>
                  <a:pt x="1140517" y="70074"/>
                </a:cubicBezTo>
                <a:cubicBezTo>
                  <a:pt x="1138917" y="69950"/>
                  <a:pt x="1137380" y="69794"/>
                  <a:pt x="1135904" y="69608"/>
                </a:cubicBezTo>
                <a:cubicBezTo>
                  <a:pt x="1134429" y="69421"/>
                  <a:pt x="1133039" y="69204"/>
                  <a:pt x="1131734" y="68956"/>
                </a:cubicBezTo>
                <a:cubicBezTo>
                  <a:pt x="1130430" y="68707"/>
                  <a:pt x="1129249" y="68443"/>
                  <a:pt x="1128193" y="68164"/>
                </a:cubicBezTo>
                <a:lnTo>
                  <a:pt x="1128193" y="60150"/>
                </a:lnTo>
                <a:cubicBezTo>
                  <a:pt x="1130523" y="61019"/>
                  <a:pt x="1133140" y="61703"/>
                  <a:pt x="1136044" y="62200"/>
                </a:cubicBezTo>
                <a:cubicBezTo>
                  <a:pt x="1138948" y="62697"/>
                  <a:pt x="1142248" y="62945"/>
                  <a:pt x="1145945" y="62945"/>
                </a:cubicBezTo>
                <a:cubicBezTo>
                  <a:pt x="1148616" y="62945"/>
                  <a:pt x="1150891" y="62736"/>
                  <a:pt x="1152770" y="62316"/>
                </a:cubicBezTo>
                <a:cubicBezTo>
                  <a:pt x="1154650" y="61896"/>
                  <a:pt x="1156187" y="61274"/>
                  <a:pt x="1157383" y="60450"/>
                </a:cubicBezTo>
                <a:cubicBezTo>
                  <a:pt x="1158579" y="59625"/>
                  <a:pt x="1159449" y="58621"/>
                  <a:pt x="1159992" y="57440"/>
                </a:cubicBezTo>
                <a:cubicBezTo>
                  <a:pt x="1160536" y="56258"/>
                  <a:pt x="1160807" y="54905"/>
                  <a:pt x="1160807" y="53381"/>
                </a:cubicBezTo>
                <a:cubicBezTo>
                  <a:pt x="1160807" y="51734"/>
                  <a:pt x="1160349" y="50327"/>
                  <a:pt x="1159433" y="49161"/>
                </a:cubicBezTo>
                <a:cubicBezTo>
                  <a:pt x="1158517" y="47996"/>
                  <a:pt x="1157313" y="46955"/>
                  <a:pt x="1155822" y="46038"/>
                </a:cubicBezTo>
                <a:cubicBezTo>
                  <a:pt x="1154331" y="45121"/>
                  <a:pt x="1152631" y="44281"/>
                  <a:pt x="1150720" y="43519"/>
                </a:cubicBezTo>
                <a:cubicBezTo>
                  <a:pt x="1148810" y="42758"/>
                  <a:pt x="1146861" y="41973"/>
                  <a:pt x="1144873" y="41165"/>
                </a:cubicBezTo>
                <a:cubicBezTo>
                  <a:pt x="1142885" y="40357"/>
                  <a:pt x="1140936" y="39479"/>
                  <a:pt x="1139026" y="38531"/>
                </a:cubicBezTo>
                <a:cubicBezTo>
                  <a:pt x="1137116" y="37583"/>
                  <a:pt x="1135415" y="36464"/>
                  <a:pt x="1133924" y="35174"/>
                </a:cubicBezTo>
                <a:cubicBezTo>
                  <a:pt x="1132433" y="33884"/>
                  <a:pt x="1131230" y="32369"/>
                  <a:pt x="1130313" y="30628"/>
                </a:cubicBezTo>
                <a:cubicBezTo>
                  <a:pt x="1129397" y="28887"/>
                  <a:pt x="1128939" y="26819"/>
                  <a:pt x="1128939" y="24426"/>
                </a:cubicBezTo>
                <a:cubicBezTo>
                  <a:pt x="1128939" y="22344"/>
                  <a:pt x="1129374" y="20293"/>
                  <a:pt x="1130243" y="18273"/>
                </a:cubicBezTo>
                <a:cubicBezTo>
                  <a:pt x="1131113" y="16252"/>
                  <a:pt x="1132464" y="14457"/>
                  <a:pt x="1134297" y="12887"/>
                </a:cubicBezTo>
                <a:cubicBezTo>
                  <a:pt x="1136129" y="11316"/>
                  <a:pt x="1138482" y="10050"/>
                  <a:pt x="1141355" y="9087"/>
                </a:cubicBezTo>
                <a:cubicBezTo>
                  <a:pt x="1144229" y="8123"/>
                  <a:pt x="1147653" y="7641"/>
                  <a:pt x="1151629" y="7641"/>
                </a:cubicBezTo>
                <a:cubicBezTo>
                  <a:pt x="1152654" y="7641"/>
                  <a:pt x="1153764" y="7688"/>
                  <a:pt x="1154960" y="7781"/>
                </a:cubicBezTo>
                <a:cubicBezTo>
                  <a:pt x="1156156" y="7874"/>
                  <a:pt x="1157367" y="8006"/>
                  <a:pt x="1158594" y="8177"/>
                </a:cubicBezTo>
                <a:cubicBezTo>
                  <a:pt x="1159821" y="8348"/>
                  <a:pt x="1161033" y="8542"/>
                  <a:pt x="1162228" y="8759"/>
                </a:cubicBezTo>
                <a:cubicBezTo>
                  <a:pt x="1163424" y="8977"/>
                  <a:pt x="1164535" y="9210"/>
                  <a:pt x="1165560" y="9458"/>
                </a:cubicBezTo>
                <a:lnTo>
                  <a:pt x="1165560" y="16913"/>
                </a:lnTo>
                <a:cubicBezTo>
                  <a:pt x="1163168" y="16229"/>
                  <a:pt x="1160776" y="15709"/>
                  <a:pt x="1158385" y="15352"/>
                </a:cubicBezTo>
                <a:cubicBezTo>
                  <a:pt x="1155993" y="14995"/>
                  <a:pt x="1153679" y="14816"/>
                  <a:pt x="1151443" y="14816"/>
                </a:cubicBezTo>
                <a:cubicBezTo>
                  <a:pt x="1146690" y="14816"/>
                  <a:pt x="1143196" y="15609"/>
                  <a:pt x="1140959" y="17195"/>
                </a:cubicBezTo>
                <a:cubicBezTo>
                  <a:pt x="1138723" y="18781"/>
                  <a:pt x="1137605" y="20912"/>
                  <a:pt x="1137605" y="23587"/>
                </a:cubicBezTo>
                <a:cubicBezTo>
                  <a:pt x="1137605" y="25234"/>
                  <a:pt x="1138063" y="26648"/>
                  <a:pt x="1138979" y="27830"/>
                </a:cubicBezTo>
                <a:cubicBezTo>
                  <a:pt x="1139896" y="29011"/>
                  <a:pt x="1141099" y="30068"/>
                  <a:pt x="1142590" y="31001"/>
                </a:cubicBezTo>
                <a:cubicBezTo>
                  <a:pt x="1144081" y="31934"/>
                  <a:pt x="1145782" y="32781"/>
                  <a:pt x="1147692" y="33543"/>
                </a:cubicBezTo>
                <a:cubicBezTo>
                  <a:pt x="1149602" y="34304"/>
                  <a:pt x="1151551" y="35089"/>
                  <a:pt x="1153539" y="35897"/>
                </a:cubicBezTo>
                <a:cubicBezTo>
                  <a:pt x="1155527" y="36705"/>
                  <a:pt x="1157476" y="37591"/>
                  <a:pt x="1159386" y="38555"/>
                </a:cubicBezTo>
                <a:cubicBezTo>
                  <a:pt x="1161297" y="39517"/>
                  <a:pt x="1162997" y="40659"/>
                  <a:pt x="1164488" y="41980"/>
                </a:cubicBezTo>
                <a:cubicBezTo>
                  <a:pt x="1165979" y="43302"/>
                  <a:pt x="1167183" y="44848"/>
                  <a:pt x="1168099" y="46621"/>
                </a:cubicBezTo>
                <a:cubicBezTo>
                  <a:pt x="1169015" y="48392"/>
                  <a:pt x="1169473" y="50490"/>
                  <a:pt x="1169473" y="52915"/>
                </a:cubicBezTo>
                <a:close/>
                <a:moveTo>
                  <a:pt x="1220027" y="68723"/>
                </a:moveTo>
                <a:cubicBezTo>
                  <a:pt x="1218195" y="69205"/>
                  <a:pt x="1216300" y="69551"/>
                  <a:pt x="1214343" y="69759"/>
                </a:cubicBezTo>
                <a:cubicBezTo>
                  <a:pt x="1212386" y="69969"/>
                  <a:pt x="1210398" y="70074"/>
                  <a:pt x="1208379" y="70074"/>
                </a:cubicBezTo>
                <a:cubicBezTo>
                  <a:pt x="1202509" y="70074"/>
                  <a:pt x="1198129" y="68746"/>
                  <a:pt x="1195241" y="66090"/>
                </a:cubicBezTo>
                <a:cubicBezTo>
                  <a:pt x="1192352" y="63434"/>
                  <a:pt x="1190908" y="59358"/>
                  <a:pt x="1190908" y="53860"/>
                </a:cubicBezTo>
                <a:lnTo>
                  <a:pt x="1190908" y="29446"/>
                </a:lnTo>
                <a:lnTo>
                  <a:pt x="1177815" y="29446"/>
                </a:lnTo>
                <a:lnTo>
                  <a:pt x="1177815" y="22644"/>
                </a:lnTo>
                <a:lnTo>
                  <a:pt x="1190908" y="22644"/>
                </a:lnTo>
                <a:lnTo>
                  <a:pt x="1190908" y="9743"/>
                </a:lnTo>
                <a:lnTo>
                  <a:pt x="1199015" y="7641"/>
                </a:lnTo>
                <a:lnTo>
                  <a:pt x="1199015" y="22644"/>
                </a:lnTo>
                <a:lnTo>
                  <a:pt x="1220027" y="22644"/>
                </a:lnTo>
                <a:lnTo>
                  <a:pt x="1220027" y="29446"/>
                </a:lnTo>
                <a:lnTo>
                  <a:pt x="1199015" y="29446"/>
                </a:lnTo>
                <a:lnTo>
                  <a:pt x="1199015" y="53208"/>
                </a:lnTo>
                <a:cubicBezTo>
                  <a:pt x="1199015" y="56562"/>
                  <a:pt x="1199908" y="59070"/>
                  <a:pt x="1201694" y="60732"/>
                </a:cubicBezTo>
                <a:cubicBezTo>
                  <a:pt x="1203480" y="62394"/>
                  <a:pt x="1206112" y="63225"/>
                  <a:pt x="1209591" y="63225"/>
                </a:cubicBezTo>
                <a:cubicBezTo>
                  <a:pt x="1211082" y="63225"/>
                  <a:pt x="1212712" y="63105"/>
                  <a:pt x="1214483" y="62865"/>
                </a:cubicBezTo>
                <a:cubicBezTo>
                  <a:pt x="1216253" y="62624"/>
                  <a:pt x="1218102" y="62247"/>
                  <a:pt x="1220027" y="61734"/>
                </a:cubicBezTo>
                <a:lnTo>
                  <a:pt x="1220027" y="68723"/>
                </a:lnTo>
                <a:close/>
                <a:moveTo>
                  <a:pt x="1264245" y="69421"/>
                </a:moveTo>
                <a:lnTo>
                  <a:pt x="1264058" y="63119"/>
                </a:lnTo>
                <a:cubicBezTo>
                  <a:pt x="1261511" y="65639"/>
                  <a:pt x="1258926" y="67460"/>
                  <a:pt x="1256301" y="68580"/>
                </a:cubicBezTo>
                <a:cubicBezTo>
                  <a:pt x="1253676" y="69700"/>
                  <a:pt x="1250920" y="70260"/>
                  <a:pt x="1248031" y="70260"/>
                </a:cubicBezTo>
                <a:cubicBezTo>
                  <a:pt x="1245360" y="70260"/>
                  <a:pt x="1243077" y="69918"/>
                  <a:pt x="1241182" y="69234"/>
                </a:cubicBezTo>
                <a:cubicBezTo>
                  <a:pt x="1239287" y="68549"/>
                  <a:pt x="1237726" y="67608"/>
                  <a:pt x="1236500" y="66411"/>
                </a:cubicBezTo>
                <a:cubicBezTo>
                  <a:pt x="1235273" y="65213"/>
                  <a:pt x="1234372" y="63805"/>
                  <a:pt x="1233797" y="62187"/>
                </a:cubicBezTo>
                <a:cubicBezTo>
                  <a:pt x="1233223" y="60569"/>
                  <a:pt x="1232935" y="58811"/>
                  <a:pt x="1232935" y="56913"/>
                </a:cubicBezTo>
                <a:cubicBezTo>
                  <a:pt x="1232935" y="52215"/>
                  <a:pt x="1234682" y="48536"/>
                  <a:pt x="1238177" y="45877"/>
                </a:cubicBezTo>
                <a:cubicBezTo>
                  <a:pt x="1241671" y="43216"/>
                  <a:pt x="1246835" y="41886"/>
                  <a:pt x="1253669" y="41886"/>
                </a:cubicBezTo>
                <a:lnTo>
                  <a:pt x="1263360" y="41886"/>
                </a:lnTo>
                <a:lnTo>
                  <a:pt x="1263360" y="37800"/>
                </a:lnTo>
                <a:cubicBezTo>
                  <a:pt x="1263360" y="35046"/>
                  <a:pt x="1262474" y="32840"/>
                  <a:pt x="1260704" y="31184"/>
                </a:cubicBezTo>
                <a:cubicBezTo>
                  <a:pt x="1258933" y="29528"/>
                  <a:pt x="1256231" y="28700"/>
                  <a:pt x="1252597" y="28700"/>
                </a:cubicBezTo>
                <a:cubicBezTo>
                  <a:pt x="1249957" y="28700"/>
                  <a:pt x="1247355" y="29000"/>
                  <a:pt x="1244793" y="29599"/>
                </a:cubicBezTo>
                <a:cubicBezTo>
                  <a:pt x="1242230" y="30197"/>
                  <a:pt x="1239582" y="31047"/>
                  <a:pt x="1236849" y="32148"/>
                </a:cubicBezTo>
                <a:lnTo>
                  <a:pt x="1236849" y="24833"/>
                </a:lnTo>
                <a:cubicBezTo>
                  <a:pt x="1237874" y="24455"/>
                  <a:pt x="1239015" y="24084"/>
                  <a:pt x="1240273" y="23721"/>
                </a:cubicBezTo>
                <a:cubicBezTo>
                  <a:pt x="1241531" y="23358"/>
                  <a:pt x="1242859" y="23035"/>
                  <a:pt x="1244257" y="22751"/>
                </a:cubicBezTo>
                <a:cubicBezTo>
                  <a:pt x="1245655" y="22467"/>
                  <a:pt x="1247115" y="22238"/>
                  <a:pt x="1248637" y="22065"/>
                </a:cubicBezTo>
                <a:cubicBezTo>
                  <a:pt x="1250159" y="21892"/>
                  <a:pt x="1251696" y="21805"/>
                  <a:pt x="1253249" y="21805"/>
                </a:cubicBezTo>
                <a:cubicBezTo>
                  <a:pt x="1256076" y="21805"/>
                  <a:pt x="1258623" y="22115"/>
                  <a:pt x="1260890" y="22737"/>
                </a:cubicBezTo>
                <a:cubicBezTo>
                  <a:pt x="1263158" y="23358"/>
                  <a:pt x="1265076" y="24305"/>
                  <a:pt x="1266644" y="25579"/>
                </a:cubicBezTo>
                <a:cubicBezTo>
                  <a:pt x="1268213" y="26852"/>
                  <a:pt x="1269417" y="28452"/>
                  <a:pt x="1270255" y="30378"/>
                </a:cubicBezTo>
                <a:cubicBezTo>
                  <a:pt x="1271094" y="32304"/>
                  <a:pt x="1271513" y="34571"/>
                  <a:pt x="1271513" y="37180"/>
                </a:cubicBezTo>
                <a:lnTo>
                  <a:pt x="1271513" y="69421"/>
                </a:lnTo>
                <a:lnTo>
                  <a:pt x="1264245" y="69421"/>
                </a:lnTo>
                <a:moveTo>
                  <a:pt x="1263360" y="48083"/>
                </a:moveTo>
                <a:lnTo>
                  <a:pt x="1253063" y="48083"/>
                </a:lnTo>
                <a:cubicBezTo>
                  <a:pt x="1251044" y="48083"/>
                  <a:pt x="1249304" y="48285"/>
                  <a:pt x="1247845" y="48691"/>
                </a:cubicBezTo>
                <a:cubicBezTo>
                  <a:pt x="1246385" y="49096"/>
                  <a:pt x="1245189" y="49672"/>
                  <a:pt x="1244257" y="50419"/>
                </a:cubicBezTo>
                <a:cubicBezTo>
                  <a:pt x="1243325" y="51167"/>
                  <a:pt x="1242634" y="52063"/>
                  <a:pt x="1242184" y="53107"/>
                </a:cubicBezTo>
                <a:cubicBezTo>
                  <a:pt x="1241733" y="54151"/>
                  <a:pt x="1241508" y="55327"/>
                  <a:pt x="1241508" y="56635"/>
                </a:cubicBezTo>
                <a:cubicBezTo>
                  <a:pt x="1241508" y="57539"/>
                  <a:pt x="1241648" y="58404"/>
                  <a:pt x="1241927" y="59230"/>
                </a:cubicBezTo>
                <a:cubicBezTo>
                  <a:pt x="1242207" y="60055"/>
                  <a:pt x="1242657" y="60787"/>
                  <a:pt x="1243279" y="61425"/>
                </a:cubicBezTo>
                <a:cubicBezTo>
                  <a:pt x="1243900" y="62064"/>
                  <a:pt x="1244707" y="62570"/>
                  <a:pt x="1245701" y="62944"/>
                </a:cubicBezTo>
                <a:cubicBezTo>
                  <a:pt x="1246695" y="63318"/>
                  <a:pt x="1247907" y="63504"/>
                  <a:pt x="1249336" y="63504"/>
                </a:cubicBezTo>
                <a:cubicBezTo>
                  <a:pt x="1251199" y="63504"/>
                  <a:pt x="1253335" y="62936"/>
                  <a:pt x="1255742" y="61799"/>
                </a:cubicBezTo>
                <a:cubicBezTo>
                  <a:pt x="1258149" y="60662"/>
                  <a:pt x="1260688" y="58862"/>
                  <a:pt x="1263360" y="56401"/>
                </a:cubicBezTo>
                <a:lnTo>
                  <a:pt x="1263360" y="48083"/>
                </a:lnTo>
                <a:close/>
                <a:moveTo>
                  <a:pt x="1323744" y="68723"/>
                </a:moveTo>
                <a:cubicBezTo>
                  <a:pt x="1321912" y="69205"/>
                  <a:pt x="1320017" y="69551"/>
                  <a:pt x="1318060" y="69759"/>
                </a:cubicBezTo>
                <a:cubicBezTo>
                  <a:pt x="1316103" y="69969"/>
                  <a:pt x="1314115" y="70074"/>
                  <a:pt x="1312096" y="70074"/>
                </a:cubicBezTo>
                <a:cubicBezTo>
                  <a:pt x="1306226" y="70074"/>
                  <a:pt x="1301846" y="68746"/>
                  <a:pt x="1298958" y="66090"/>
                </a:cubicBezTo>
                <a:cubicBezTo>
                  <a:pt x="1296069" y="63434"/>
                  <a:pt x="1294625" y="59358"/>
                  <a:pt x="1294625" y="53860"/>
                </a:cubicBezTo>
                <a:lnTo>
                  <a:pt x="1294625" y="29446"/>
                </a:lnTo>
                <a:lnTo>
                  <a:pt x="1281532" y="29446"/>
                </a:lnTo>
                <a:lnTo>
                  <a:pt x="1281532" y="22644"/>
                </a:lnTo>
                <a:lnTo>
                  <a:pt x="1294625" y="22644"/>
                </a:lnTo>
                <a:lnTo>
                  <a:pt x="1294625" y="9743"/>
                </a:lnTo>
                <a:lnTo>
                  <a:pt x="1302732" y="7641"/>
                </a:lnTo>
                <a:lnTo>
                  <a:pt x="1302732" y="22644"/>
                </a:lnTo>
                <a:lnTo>
                  <a:pt x="1323744" y="22644"/>
                </a:lnTo>
                <a:lnTo>
                  <a:pt x="1323744" y="29446"/>
                </a:lnTo>
                <a:lnTo>
                  <a:pt x="1302732" y="29446"/>
                </a:lnTo>
                <a:lnTo>
                  <a:pt x="1302732" y="53208"/>
                </a:lnTo>
                <a:cubicBezTo>
                  <a:pt x="1302732" y="56562"/>
                  <a:pt x="1303625" y="59070"/>
                  <a:pt x="1305411" y="60732"/>
                </a:cubicBezTo>
                <a:cubicBezTo>
                  <a:pt x="1307197" y="62394"/>
                  <a:pt x="1309829" y="63225"/>
                  <a:pt x="1313308" y="63225"/>
                </a:cubicBezTo>
                <a:cubicBezTo>
                  <a:pt x="1314799" y="63225"/>
                  <a:pt x="1316429" y="63105"/>
                  <a:pt x="1318200" y="62865"/>
                </a:cubicBezTo>
                <a:cubicBezTo>
                  <a:pt x="1319970" y="62624"/>
                  <a:pt x="1321819" y="62247"/>
                  <a:pt x="1323744" y="61734"/>
                </a:cubicBezTo>
                <a:lnTo>
                  <a:pt x="1323744" y="68723"/>
                </a:lnTo>
                <a:close/>
                <a:moveTo>
                  <a:pt x="1377420" y="43563"/>
                </a:moveTo>
                <a:cubicBezTo>
                  <a:pt x="1377420" y="44712"/>
                  <a:pt x="1377404" y="45675"/>
                  <a:pt x="1377373" y="46452"/>
                </a:cubicBezTo>
                <a:cubicBezTo>
                  <a:pt x="1377342" y="47228"/>
                  <a:pt x="1377296" y="47958"/>
                  <a:pt x="1377234" y="48642"/>
                </a:cubicBezTo>
                <a:lnTo>
                  <a:pt x="1344386" y="48642"/>
                </a:lnTo>
                <a:cubicBezTo>
                  <a:pt x="1344386" y="53425"/>
                  <a:pt x="1345722" y="57098"/>
                  <a:pt x="1348393" y="59661"/>
                </a:cubicBezTo>
                <a:cubicBezTo>
                  <a:pt x="1351065" y="62223"/>
                  <a:pt x="1354916" y="63504"/>
                  <a:pt x="1359948" y="63504"/>
                </a:cubicBezTo>
                <a:cubicBezTo>
                  <a:pt x="1361315" y="63504"/>
                  <a:pt x="1362681" y="63449"/>
                  <a:pt x="1364048" y="63338"/>
                </a:cubicBezTo>
                <a:cubicBezTo>
                  <a:pt x="1365415" y="63227"/>
                  <a:pt x="1366735" y="63076"/>
                  <a:pt x="1368008" y="62886"/>
                </a:cubicBezTo>
                <a:cubicBezTo>
                  <a:pt x="1369282" y="62694"/>
                  <a:pt x="1370501" y="62480"/>
                  <a:pt x="1371666" y="62242"/>
                </a:cubicBezTo>
                <a:cubicBezTo>
                  <a:pt x="1372831" y="62003"/>
                  <a:pt x="1373910" y="61741"/>
                  <a:pt x="1374904" y="61454"/>
                </a:cubicBezTo>
                <a:lnTo>
                  <a:pt x="1374904" y="68117"/>
                </a:lnTo>
                <a:cubicBezTo>
                  <a:pt x="1372699" y="68752"/>
                  <a:pt x="1370206" y="69268"/>
                  <a:pt x="1367426" y="69665"/>
                </a:cubicBezTo>
                <a:cubicBezTo>
                  <a:pt x="1364646" y="70062"/>
                  <a:pt x="1361765" y="70260"/>
                  <a:pt x="1358783" y="70260"/>
                </a:cubicBezTo>
                <a:cubicBezTo>
                  <a:pt x="1354776" y="70260"/>
                  <a:pt x="1351329" y="69717"/>
                  <a:pt x="1348440" y="68629"/>
                </a:cubicBezTo>
                <a:cubicBezTo>
                  <a:pt x="1345551" y="67542"/>
                  <a:pt x="1343183" y="65966"/>
                  <a:pt x="1341335" y="63900"/>
                </a:cubicBezTo>
                <a:cubicBezTo>
                  <a:pt x="1339487" y="61835"/>
                  <a:pt x="1338120" y="59303"/>
                  <a:pt x="1337235" y="56306"/>
                </a:cubicBezTo>
                <a:cubicBezTo>
                  <a:pt x="1336349" y="53309"/>
                  <a:pt x="1335907" y="49915"/>
                  <a:pt x="1335907" y="46126"/>
                </a:cubicBezTo>
                <a:cubicBezTo>
                  <a:pt x="1335907" y="42833"/>
                  <a:pt x="1336380" y="39719"/>
                  <a:pt x="1337328" y="36784"/>
                </a:cubicBezTo>
                <a:cubicBezTo>
                  <a:pt x="1338275" y="33849"/>
                  <a:pt x="1339657" y="31271"/>
                  <a:pt x="1341474" y="29050"/>
                </a:cubicBezTo>
                <a:cubicBezTo>
                  <a:pt x="1343292" y="26829"/>
                  <a:pt x="1345520" y="25066"/>
                  <a:pt x="1348160" y="23762"/>
                </a:cubicBezTo>
                <a:cubicBezTo>
                  <a:pt x="1350801" y="22457"/>
                  <a:pt x="1353798" y="21805"/>
                  <a:pt x="1357153" y="21805"/>
                </a:cubicBezTo>
                <a:cubicBezTo>
                  <a:pt x="1360414" y="21805"/>
                  <a:pt x="1363303" y="22317"/>
                  <a:pt x="1365819" y="23342"/>
                </a:cubicBezTo>
                <a:cubicBezTo>
                  <a:pt x="1368335" y="24367"/>
                  <a:pt x="1370454" y="25820"/>
                  <a:pt x="1372178" y="27699"/>
                </a:cubicBezTo>
                <a:cubicBezTo>
                  <a:pt x="1373902" y="29578"/>
                  <a:pt x="1375207" y="31861"/>
                  <a:pt x="1376092" y="34548"/>
                </a:cubicBezTo>
                <a:cubicBezTo>
                  <a:pt x="1376977" y="37234"/>
                  <a:pt x="1377420" y="40240"/>
                  <a:pt x="1377420" y="43563"/>
                </a:cubicBezTo>
                <a:moveTo>
                  <a:pt x="1368987" y="42398"/>
                </a:moveTo>
                <a:cubicBezTo>
                  <a:pt x="1369080" y="40317"/>
                  <a:pt x="1368878" y="38415"/>
                  <a:pt x="1368381" y="36691"/>
                </a:cubicBezTo>
                <a:cubicBezTo>
                  <a:pt x="1367884" y="34967"/>
                  <a:pt x="1367115" y="33484"/>
                  <a:pt x="1366075" y="32241"/>
                </a:cubicBezTo>
                <a:cubicBezTo>
                  <a:pt x="1365034" y="30999"/>
                  <a:pt x="1363737" y="30028"/>
                  <a:pt x="1362184" y="29329"/>
                </a:cubicBezTo>
                <a:cubicBezTo>
                  <a:pt x="1360631" y="28631"/>
                  <a:pt x="1358830" y="28281"/>
                  <a:pt x="1356780" y="28281"/>
                </a:cubicBezTo>
                <a:cubicBezTo>
                  <a:pt x="1355009" y="28281"/>
                  <a:pt x="1353394" y="28623"/>
                  <a:pt x="1351934" y="29306"/>
                </a:cubicBezTo>
                <a:cubicBezTo>
                  <a:pt x="1350474" y="29989"/>
                  <a:pt x="1349216" y="30952"/>
                  <a:pt x="1348160" y="32195"/>
                </a:cubicBezTo>
                <a:cubicBezTo>
                  <a:pt x="1347104" y="33437"/>
                  <a:pt x="1346250" y="34928"/>
                  <a:pt x="1345598" y="36668"/>
                </a:cubicBezTo>
                <a:cubicBezTo>
                  <a:pt x="1344946" y="38407"/>
                  <a:pt x="1344542" y="40317"/>
                  <a:pt x="1344386" y="42398"/>
                </a:cubicBezTo>
                <a:lnTo>
                  <a:pt x="1368987" y="42398"/>
                </a:lnTo>
                <a:close/>
                <a:moveTo>
                  <a:pt x="1417770" y="88990"/>
                </a:moveTo>
                <a:cubicBezTo>
                  <a:pt x="1403451" y="75720"/>
                  <a:pt x="1396292" y="61052"/>
                  <a:pt x="1396292" y="44984"/>
                </a:cubicBezTo>
                <a:cubicBezTo>
                  <a:pt x="1396292" y="41224"/>
                  <a:pt x="1396672" y="37471"/>
                  <a:pt x="1397433" y="33726"/>
                </a:cubicBezTo>
                <a:cubicBezTo>
                  <a:pt x="1398194" y="29982"/>
                  <a:pt x="1399421" y="26229"/>
                  <a:pt x="1401114" y="22469"/>
                </a:cubicBezTo>
                <a:cubicBezTo>
                  <a:pt x="1402807" y="18708"/>
                  <a:pt x="1405043" y="14948"/>
                  <a:pt x="1407823" y="11188"/>
                </a:cubicBezTo>
                <a:cubicBezTo>
                  <a:pt x="1410603" y="7427"/>
                  <a:pt x="1413981" y="3698"/>
                  <a:pt x="1417957" y="0"/>
                </a:cubicBezTo>
                <a:lnTo>
                  <a:pt x="1422662" y="4802"/>
                </a:lnTo>
                <a:cubicBezTo>
                  <a:pt x="1410611" y="16704"/>
                  <a:pt x="1404585" y="29896"/>
                  <a:pt x="1404585" y="44379"/>
                </a:cubicBezTo>
                <a:cubicBezTo>
                  <a:pt x="1404585" y="51589"/>
                  <a:pt x="1406107" y="58519"/>
                  <a:pt x="1409151" y="65170"/>
                </a:cubicBezTo>
                <a:cubicBezTo>
                  <a:pt x="1412195" y="71820"/>
                  <a:pt x="1416699" y="78097"/>
                  <a:pt x="1422662" y="84002"/>
                </a:cubicBezTo>
                <a:lnTo>
                  <a:pt x="1417770" y="88990"/>
                </a:lnTo>
                <a:close/>
                <a:moveTo>
                  <a:pt x="1475965" y="88524"/>
                </a:moveTo>
                <a:lnTo>
                  <a:pt x="1472517" y="88524"/>
                </a:lnTo>
                <a:cubicBezTo>
                  <a:pt x="1466523" y="88524"/>
                  <a:pt x="1462065" y="87119"/>
                  <a:pt x="1459146" y="84308"/>
                </a:cubicBezTo>
                <a:cubicBezTo>
                  <a:pt x="1456226" y="81496"/>
                  <a:pt x="1454766" y="77233"/>
                  <a:pt x="1454766" y="71518"/>
                </a:cubicBezTo>
                <a:lnTo>
                  <a:pt x="1454766" y="55491"/>
                </a:lnTo>
                <a:cubicBezTo>
                  <a:pt x="1454766" y="53969"/>
                  <a:pt x="1454595" y="52610"/>
                  <a:pt x="1454253" y="51414"/>
                </a:cubicBezTo>
                <a:cubicBezTo>
                  <a:pt x="1453912" y="50218"/>
                  <a:pt x="1453314" y="49209"/>
                  <a:pt x="1452460" y="48385"/>
                </a:cubicBezTo>
                <a:cubicBezTo>
                  <a:pt x="1451606" y="47562"/>
                  <a:pt x="1450472" y="46933"/>
                  <a:pt x="1449059" y="46498"/>
                </a:cubicBezTo>
                <a:cubicBezTo>
                  <a:pt x="1447645" y="46064"/>
                  <a:pt x="1445867" y="45846"/>
                  <a:pt x="1443724" y="45846"/>
                </a:cubicBezTo>
                <a:lnTo>
                  <a:pt x="1441720" y="45846"/>
                </a:lnTo>
                <a:lnTo>
                  <a:pt x="1441720" y="39370"/>
                </a:lnTo>
                <a:lnTo>
                  <a:pt x="1443724" y="39370"/>
                </a:lnTo>
                <a:cubicBezTo>
                  <a:pt x="1445991" y="39370"/>
                  <a:pt x="1447839" y="39184"/>
                  <a:pt x="1449268" y="38811"/>
                </a:cubicBezTo>
                <a:cubicBezTo>
                  <a:pt x="1450697" y="38438"/>
                  <a:pt x="1451815" y="37871"/>
                  <a:pt x="1452623" y="37110"/>
                </a:cubicBezTo>
                <a:cubicBezTo>
                  <a:pt x="1453430" y="36349"/>
                  <a:pt x="1453989" y="35379"/>
                  <a:pt x="1454300" y="34198"/>
                </a:cubicBezTo>
                <a:cubicBezTo>
                  <a:pt x="1454611" y="33018"/>
                  <a:pt x="1454766" y="31620"/>
                  <a:pt x="1454766" y="30005"/>
                </a:cubicBezTo>
                <a:lnTo>
                  <a:pt x="1454766" y="18963"/>
                </a:lnTo>
                <a:cubicBezTo>
                  <a:pt x="1454766" y="16354"/>
                  <a:pt x="1455077" y="14001"/>
                  <a:pt x="1455698" y="11904"/>
                </a:cubicBezTo>
                <a:cubicBezTo>
                  <a:pt x="1456319" y="9808"/>
                  <a:pt x="1457336" y="8022"/>
                  <a:pt x="1458750" y="6546"/>
                </a:cubicBezTo>
                <a:cubicBezTo>
                  <a:pt x="1460163" y="5071"/>
                  <a:pt x="1461995" y="3937"/>
                  <a:pt x="1464247" y="3145"/>
                </a:cubicBezTo>
                <a:cubicBezTo>
                  <a:pt x="1466499" y="2353"/>
                  <a:pt x="1469256" y="1957"/>
                  <a:pt x="1472517" y="1957"/>
                </a:cubicBezTo>
                <a:lnTo>
                  <a:pt x="1475965" y="1957"/>
                </a:lnTo>
                <a:lnTo>
                  <a:pt x="1475965" y="8480"/>
                </a:lnTo>
                <a:lnTo>
                  <a:pt x="1473216" y="8480"/>
                </a:lnTo>
                <a:cubicBezTo>
                  <a:pt x="1466010" y="8480"/>
                  <a:pt x="1462407" y="11974"/>
                  <a:pt x="1462407" y="18963"/>
                </a:cubicBezTo>
                <a:lnTo>
                  <a:pt x="1462407" y="29819"/>
                </a:lnTo>
                <a:cubicBezTo>
                  <a:pt x="1462407" y="37398"/>
                  <a:pt x="1459130" y="41668"/>
                  <a:pt x="1452576" y="42631"/>
                </a:cubicBezTo>
                <a:cubicBezTo>
                  <a:pt x="1459192" y="43284"/>
                  <a:pt x="1462500" y="47539"/>
                  <a:pt x="1462500" y="55397"/>
                </a:cubicBezTo>
                <a:lnTo>
                  <a:pt x="1462500" y="71332"/>
                </a:lnTo>
                <a:cubicBezTo>
                  <a:pt x="1462500" y="78445"/>
                  <a:pt x="1466072" y="82001"/>
                  <a:pt x="1473216" y="82001"/>
                </a:cubicBezTo>
                <a:lnTo>
                  <a:pt x="1475965" y="82001"/>
                </a:lnTo>
                <a:lnTo>
                  <a:pt x="1475965" y="88524"/>
                </a:lnTo>
                <a:close/>
                <a:moveTo>
                  <a:pt x="1542968" y="47011"/>
                </a:moveTo>
                <a:cubicBezTo>
                  <a:pt x="1542968" y="43035"/>
                  <a:pt x="1543511" y="39502"/>
                  <a:pt x="1544599" y="36411"/>
                </a:cubicBezTo>
                <a:cubicBezTo>
                  <a:pt x="1545686" y="33321"/>
                  <a:pt x="1547231" y="30712"/>
                  <a:pt x="1549234" y="28584"/>
                </a:cubicBezTo>
                <a:cubicBezTo>
                  <a:pt x="1551238" y="26456"/>
                  <a:pt x="1553645" y="24841"/>
                  <a:pt x="1556456" y="23738"/>
                </a:cubicBezTo>
                <a:cubicBezTo>
                  <a:pt x="1559267" y="22636"/>
                  <a:pt x="1562397" y="22084"/>
                  <a:pt x="1565844" y="22084"/>
                </a:cubicBezTo>
                <a:cubicBezTo>
                  <a:pt x="1567335" y="22084"/>
                  <a:pt x="1568803" y="22178"/>
                  <a:pt x="1570247" y="22364"/>
                </a:cubicBezTo>
                <a:cubicBezTo>
                  <a:pt x="1571692" y="22550"/>
                  <a:pt x="1573113" y="22845"/>
                  <a:pt x="1574510" y="23249"/>
                </a:cubicBezTo>
                <a:lnTo>
                  <a:pt x="1574510" y="3541"/>
                </a:lnTo>
                <a:lnTo>
                  <a:pt x="1582664" y="3541"/>
                </a:lnTo>
                <a:lnTo>
                  <a:pt x="1582664" y="69421"/>
                </a:lnTo>
                <a:lnTo>
                  <a:pt x="1575396" y="69421"/>
                </a:lnTo>
                <a:lnTo>
                  <a:pt x="1575116" y="60569"/>
                </a:lnTo>
                <a:cubicBezTo>
                  <a:pt x="1572849" y="63862"/>
                  <a:pt x="1570395" y="66300"/>
                  <a:pt x="1567755" y="67884"/>
                </a:cubicBezTo>
                <a:cubicBezTo>
                  <a:pt x="1565114" y="69468"/>
                  <a:pt x="1562257" y="70260"/>
                  <a:pt x="1559182" y="70260"/>
                </a:cubicBezTo>
                <a:cubicBezTo>
                  <a:pt x="1556511" y="70260"/>
                  <a:pt x="1554158" y="69701"/>
                  <a:pt x="1552123" y="68583"/>
                </a:cubicBezTo>
                <a:cubicBezTo>
                  <a:pt x="1550089" y="67465"/>
                  <a:pt x="1548396" y="65888"/>
                  <a:pt x="1547045" y="63854"/>
                </a:cubicBezTo>
                <a:cubicBezTo>
                  <a:pt x="1545694" y="61819"/>
                  <a:pt x="1544676" y="59373"/>
                  <a:pt x="1543993" y="56516"/>
                </a:cubicBezTo>
                <a:cubicBezTo>
                  <a:pt x="1543310" y="53658"/>
                  <a:pt x="1542968" y="50490"/>
                  <a:pt x="1542968" y="47011"/>
                </a:cubicBezTo>
                <a:moveTo>
                  <a:pt x="1551261" y="46498"/>
                </a:moveTo>
                <a:cubicBezTo>
                  <a:pt x="1551261" y="52152"/>
                  <a:pt x="1552092" y="56368"/>
                  <a:pt x="1553754" y="59148"/>
                </a:cubicBezTo>
                <a:cubicBezTo>
                  <a:pt x="1555416" y="61928"/>
                  <a:pt x="1557769" y="63318"/>
                  <a:pt x="1560812" y="63318"/>
                </a:cubicBezTo>
                <a:cubicBezTo>
                  <a:pt x="1562863" y="63318"/>
                  <a:pt x="1565029" y="62402"/>
                  <a:pt x="1567312" y="60569"/>
                </a:cubicBezTo>
                <a:cubicBezTo>
                  <a:pt x="1569595" y="58736"/>
                  <a:pt x="1571994" y="56019"/>
                  <a:pt x="1574510" y="52416"/>
                </a:cubicBezTo>
                <a:lnTo>
                  <a:pt x="1574510" y="30704"/>
                </a:lnTo>
                <a:cubicBezTo>
                  <a:pt x="1573175" y="30083"/>
                  <a:pt x="1571699" y="29609"/>
                  <a:pt x="1570084" y="29283"/>
                </a:cubicBezTo>
                <a:cubicBezTo>
                  <a:pt x="1568469" y="28957"/>
                  <a:pt x="1566869" y="28794"/>
                  <a:pt x="1565285" y="28794"/>
                </a:cubicBezTo>
                <a:cubicBezTo>
                  <a:pt x="1560875" y="28794"/>
                  <a:pt x="1557435" y="30222"/>
                  <a:pt x="1554965" y="33080"/>
                </a:cubicBezTo>
                <a:cubicBezTo>
                  <a:pt x="1552496" y="35938"/>
                  <a:pt x="1551261" y="40410"/>
                  <a:pt x="1551261" y="46498"/>
                </a:cubicBezTo>
                <a:close/>
                <a:moveTo>
                  <a:pt x="1627254" y="69421"/>
                </a:moveTo>
                <a:lnTo>
                  <a:pt x="1627068" y="63119"/>
                </a:lnTo>
                <a:cubicBezTo>
                  <a:pt x="1624521" y="65639"/>
                  <a:pt x="1621935" y="67460"/>
                  <a:pt x="1619310" y="68580"/>
                </a:cubicBezTo>
                <a:cubicBezTo>
                  <a:pt x="1616686" y="69700"/>
                  <a:pt x="1613929" y="70260"/>
                  <a:pt x="1611040" y="70260"/>
                </a:cubicBezTo>
                <a:cubicBezTo>
                  <a:pt x="1608369" y="70260"/>
                  <a:pt x="1606086" y="69918"/>
                  <a:pt x="1604191" y="69234"/>
                </a:cubicBezTo>
                <a:cubicBezTo>
                  <a:pt x="1602297" y="68549"/>
                  <a:pt x="1600736" y="67608"/>
                  <a:pt x="1599509" y="66411"/>
                </a:cubicBezTo>
                <a:cubicBezTo>
                  <a:pt x="1598282" y="65213"/>
                  <a:pt x="1597381" y="63805"/>
                  <a:pt x="1596807" y="62187"/>
                </a:cubicBezTo>
                <a:cubicBezTo>
                  <a:pt x="1596232" y="60569"/>
                  <a:pt x="1595945" y="58811"/>
                  <a:pt x="1595945" y="56913"/>
                </a:cubicBezTo>
                <a:cubicBezTo>
                  <a:pt x="1595945" y="52215"/>
                  <a:pt x="1597692" y="48536"/>
                  <a:pt x="1601186" y="45877"/>
                </a:cubicBezTo>
                <a:cubicBezTo>
                  <a:pt x="1604680" y="43216"/>
                  <a:pt x="1609844" y="41886"/>
                  <a:pt x="1616678" y="41886"/>
                </a:cubicBezTo>
                <a:lnTo>
                  <a:pt x="1626369" y="41886"/>
                </a:lnTo>
                <a:lnTo>
                  <a:pt x="1626369" y="37800"/>
                </a:lnTo>
                <a:cubicBezTo>
                  <a:pt x="1626369" y="35046"/>
                  <a:pt x="1625484" y="32840"/>
                  <a:pt x="1623713" y="31184"/>
                </a:cubicBezTo>
                <a:cubicBezTo>
                  <a:pt x="1621943" y="29528"/>
                  <a:pt x="1619240" y="28700"/>
                  <a:pt x="1615606" y="28700"/>
                </a:cubicBezTo>
                <a:cubicBezTo>
                  <a:pt x="1612966" y="28700"/>
                  <a:pt x="1610365" y="29000"/>
                  <a:pt x="1607802" y="29599"/>
                </a:cubicBezTo>
                <a:cubicBezTo>
                  <a:pt x="1605240" y="30197"/>
                  <a:pt x="1602592" y="31047"/>
                  <a:pt x="1599858" y="32148"/>
                </a:cubicBezTo>
                <a:lnTo>
                  <a:pt x="1599858" y="24833"/>
                </a:lnTo>
                <a:cubicBezTo>
                  <a:pt x="1600883" y="24455"/>
                  <a:pt x="1602025" y="24084"/>
                  <a:pt x="1603283" y="23721"/>
                </a:cubicBezTo>
                <a:cubicBezTo>
                  <a:pt x="1604541" y="23358"/>
                  <a:pt x="1605869" y="23035"/>
                  <a:pt x="1607266" y="22751"/>
                </a:cubicBezTo>
                <a:cubicBezTo>
                  <a:pt x="1608664" y="22467"/>
                  <a:pt x="1610124" y="22238"/>
                  <a:pt x="1611646" y="22065"/>
                </a:cubicBezTo>
                <a:cubicBezTo>
                  <a:pt x="1613168" y="21892"/>
                  <a:pt x="1614705" y="21805"/>
                  <a:pt x="1616259" y="21805"/>
                </a:cubicBezTo>
                <a:cubicBezTo>
                  <a:pt x="1619085" y="21805"/>
                  <a:pt x="1621632" y="22115"/>
                  <a:pt x="1623900" y="22737"/>
                </a:cubicBezTo>
                <a:cubicBezTo>
                  <a:pt x="1626167" y="23358"/>
                  <a:pt x="1628085" y="24305"/>
                  <a:pt x="1629654" y="25579"/>
                </a:cubicBezTo>
                <a:cubicBezTo>
                  <a:pt x="1631222" y="26852"/>
                  <a:pt x="1632426" y="28452"/>
                  <a:pt x="1633264" y="30378"/>
                </a:cubicBezTo>
                <a:cubicBezTo>
                  <a:pt x="1634103" y="32304"/>
                  <a:pt x="1634522" y="34571"/>
                  <a:pt x="1634522" y="37180"/>
                </a:cubicBezTo>
                <a:lnTo>
                  <a:pt x="1634522" y="69421"/>
                </a:lnTo>
                <a:lnTo>
                  <a:pt x="1627254" y="69421"/>
                </a:lnTo>
                <a:moveTo>
                  <a:pt x="1626369" y="48083"/>
                </a:moveTo>
                <a:lnTo>
                  <a:pt x="1616072" y="48083"/>
                </a:lnTo>
                <a:cubicBezTo>
                  <a:pt x="1614053" y="48083"/>
                  <a:pt x="1612314" y="48285"/>
                  <a:pt x="1610854" y="48691"/>
                </a:cubicBezTo>
                <a:cubicBezTo>
                  <a:pt x="1609394" y="49096"/>
                  <a:pt x="1608198" y="49672"/>
                  <a:pt x="1607266" y="50419"/>
                </a:cubicBezTo>
                <a:cubicBezTo>
                  <a:pt x="1606334" y="51167"/>
                  <a:pt x="1605643" y="52063"/>
                  <a:pt x="1605193" y="53107"/>
                </a:cubicBezTo>
                <a:cubicBezTo>
                  <a:pt x="1604743" y="54151"/>
                  <a:pt x="1604517" y="55327"/>
                  <a:pt x="1604517" y="56635"/>
                </a:cubicBezTo>
                <a:cubicBezTo>
                  <a:pt x="1604517" y="57539"/>
                  <a:pt x="1604657" y="58404"/>
                  <a:pt x="1604937" y="59230"/>
                </a:cubicBezTo>
                <a:cubicBezTo>
                  <a:pt x="1605216" y="60055"/>
                  <a:pt x="1605667" y="60787"/>
                  <a:pt x="1606288" y="61425"/>
                </a:cubicBezTo>
                <a:cubicBezTo>
                  <a:pt x="1606909" y="62064"/>
                  <a:pt x="1607717" y="62570"/>
                  <a:pt x="1608711" y="62944"/>
                </a:cubicBezTo>
                <a:cubicBezTo>
                  <a:pt x="1609705" y="63318"/>
                  <a:pt x="1610916" y="63504"/>
                  <a:pt x="1612345" y="63504"/>
                </a:cubicBezTo>
                <a:cubicBezTo>
                  <a:pt x="1614208" y="63504"/>
                  <a:pt x="1616344" y="62936"/>
                  <a:pt x="1618751" y="61799"/>
                </a:cubicBezTo>
                <a:cubicBezTo>
                  <a:pt x="1621158" y="60662"/>
                  <a:pt x="1623698" y="58862"/>
                  <a:pt x="1626369" y="56401"/>
                </a:cubicBezTo>
                <a:lnTo>
                  <a:pt x="1626369" y="48083"/>
                </a:lnTo>
                <a:close/>
                <a:moveTo>
                  <a:pt x="1686753" y="68723"/>
                </a:moveTo>
                <a:cubicBezTo>
                  <a:pt x="1684921" y="69205"/>
                  <a:pt x="1683026" y="69551"/>
                  <a:pt x="1681069" y="69759"/>
                </a:cubicBezTo>
                <a:cubicBezTo>
                  <a:pt x="1679112" y="69969"/>
                  <a:pt x="1677124" y="70074"/>
                  <a:pt x="1675106" y="70074"/>
                </a:cubicBezTo>
                <a:cubicBezTo>
                  <a:pt x="1669235" y="70074"/>
                  <a:pt x="1664855" y="68746"/>
                  <a:pt x="1661967" y="66090"/>
                </a:cubicBezTo>
                <a:cubicBezTo>
                  <a:pt x="1659078" y="63434"/>
                  <a:pt x="1657634" y="59358"/>
                  <a:pt x="1657634" y="53860"/>
                </a:cubicBezTo>
                <a:lnTo>
                  <a:pt x="1657634" y="29446"/>
                </a:lnTo>
                <a:lnTo>
                  <a:pt x="1644541" y="29446"/>
                </a:lnTo>
                <a:lnTo>
                  <a:pt x="1644541" y="22644"/>
                </a:lnTo>
                <a:lnTo>
                  <a:pt x="1657634" y="22644"/>
                </a:lnTo>
                <a:lnTo>
                  <a:pt x="1657634" y="9743"/>
                </a:lnTo>
                <a:lnTo>
                  <a:pt x="1665741" y="7641"/>
                </a:lnTo>
                <a:lnTo>
                  <a:pt x="1665741" y="22644"/>
                </a:lnTo>
                <a:lnTo>
                  <a:pt x="1686753" y="22644"/>
                </a:lnTo>
                <a:lnTo>
                  <a:pt x="1686753" y="29446"/>
                </a:lnTo>
                <a:lnTo>
                  <a:pt x="1665741" y="29446"/>
                </a:lnTo>
                <a:lnTo>
                  <a:pt x="1665741" y="53208"/>
                </a:lnTo>
                <a:cubicBezTo>
                  <a:pt x="1665741" y="56562"/>
                  <a:pt x="1666634" y="59070"/>
                  <a:pt x="1668420" y="60732"/>
                </a:cubicBezTo>
                <a:cubicBezTo>
                  <a:pt x="1670206" y="62394"/>
                  <a:pt x="1672838" y="63225"/>
                  <a:pt x="1676317" y="63225"/>
                </a:cubicBezTo>
                <a:cubicBezTo>
                  <a:pt x="1677808" y="63225"/>
                  <a:pt x="1679439" y="63105"/>
                  <a:pt x="1681209" y="62865"/>
                </a:cubicBezTo>
                <a:cubicBezTo>
                  <a:pt x="1682980" y="62624"/>
                  <a:pt x="1684828" y="62247"/>
                  <a:pt x="1686753" y="61734"/>
                </a:cubicBezTo>
                <a:lnTo>
                  <a:pt x="1686753" y="68723"/>
                </a:lnTo>
                <a:close/>
                <a:moveTo>
                  <a:pt x="1730971" y="69421"/>
                </a:moveTo>
                <a:lnTo>
                  <a:pt x="1730785" y="63119"/>
                </a:lnTo>
                <a:cubicBezTo>
                  <a:pt x="1728238" y="65639"/>
                  <a:pt x="1725652" y="67460"/>
                  <a:pt x="1723027" y="68580"/>
                </a:cubicBezTo>
                <a:cubicBezTo>
                  <a:pt x="1720403" y="69700"/>
                  <a:pt x="1717646" y="70260"/>
                  <a:pt x="1714757" y="70260"/>
                </a:cubicBezTo>
                <a:cubicBezTo>
                  <a:pt x="1712086" y="70260"/>
                  <a:pt x="1709803" y="69918"/>
                  <a:pt x="1707908" y="69234"/>
                </a:cubicBezTo>
                <a:cubicBezTo>
                  <a:pt x="1706014" y="68549"/>
                  <a:pt x="1704453" y="67608"/>
                  <a:pt x="1703226" y="66411"/>
                </a:cubicBezTo>
                <a:cubicBezTo>
                  <a:pt x="1701999" y="65213"/>
                  <a:pt x="1701098" y="63805"/>
                  <a:pt x="1700524" y="62187"/>
                </a:cubicBezTo>
                <a:cubicBezTo>
                  <a:pt x="1699949" y="60569"/>
                  <a:pt x="1699662" y="58811"/>
                  <a:pt x="1699662" y="56913"/>
                </a:cubicBezTo>
                <a:cubicBezTo>
                  <a:pt x="1699662" y="52215"/>
                  <a:pt x="1701409" y="48536"/>
                  <a:pt x="1704903" y="45877"/>
                </a:cubicBezTo>
                <a:cubicBezTo>
                  <a:pt x="1708398" y="43216"/>
                  <a:pt x="1713561" y="41886"/>
                  <a:pt x="1720395" y="41886"/>
                </a:cubicBezTo>
                <a:lnTo>
                  <a:pt x="1730086" y="41886"/>
                </a:lnTo>
                <a:lnTo>
                  <a:pt x="1730086" y="37800"/>
                </a:lnTo>
                <a:cubicBezTo>
                  <a:pt x="1730086" y="35046"/>
                  <a:pt x="1729201" y="32840"/>
                  <a:pt x="1727430" y="31184"/>
                </a:cubicBezTo>
                <a:cubicBezTo>
                  <a:pt x="1725660" y="29528"/>
                  <a:pt x="1722957" y="28700"/>
                  <a:pt x="1719323" y="28700"/>
                </a:cubicBezTo>
                <a:cubicBezTo>
                  <a:pt x="1716683" y="28700"/>
                  <a:pt x="1714082" y="29000"/>
                  <a:pt x="1711519" y="29599"/>
                </a:cubicBezTo>
                <a:cubicBezTo>
                  <a:pt x="1708957" y="30197"/>
                  <a:pt x="1706309" y="31047"/>
                  <a:pt x="1703575" y="32148"/>
                </a:cubicBezTo>
                <a:lnTo>
                  <a:pt x="1703575" y="24833"/>
                </a:lnTo>
                <a:cubicBezTo>
                  <a:pt x="1704600" y="24455"/>
                  <a:pt x="1705742" y="24084"/>
                  <a:pt x="1707000" y="23721"/>
                </a:cubicBezTo>
                <a:cubicBezTo>
                  <a:pt x="1708258" y="23358"/>
                  <a:pt x="1709586" y="23035"/>
                  <a:pt x="1710983" y="22751"/>
                </a:cubicBezTo>
                <a:cubicBezTo>
                  <a:pt x="1712381" y="22467"/>
                  <a:pt x="1713841" y="22238"/>
                  <a:pt x="1715363" y="22065"/>
                </a:cubicBezTo>
                <a:cubicBezTo>
                  <a:pt x="1716885" y="21892"/>
                  <a:pt x="1718423" y="21805"/>
                  <a:pt x="1719976" y="21805"/>
                </a:cubicBezTo>
                <a:cubicBezTo>
                  <a:pt x="1722802" y="21805"/>
                  <a:pt x="1725349" y="22115"/>
                  <a:pt x="1727617" y="22737"/>
                </a:cubicBezTo>
                <a:cubicBezTo>
                  <a:pt x="1729884" y="23358"/>
                  <a:pt x="1731802" y="24305"/>
                  <a:pt x="1733371" y="25579"/>
                </a:cubicBezTo>
                <a:cubicBezTo>
                  <a:pt x="1734939" y="26852"/>
                  <a:pt x="1736143" y="28452"/>
                  <a:pt x="1736981" y="30378"/>
                </a:cubicBezTo>
                <a:cubicBezTo>
                  <a:pt x="1737820" y="32304"/>
                  <a:pt x="1738239" y="34571"/>
                  <a:pt x="1738239" y="37180"/>
                </a:cubicBezTo>
                <a:lnTo>
                  <a:pt x="1738239" y="69421"/>
                </a:lnTo>
                <a:lnTo>
                  <a:pt x="1730971" y="69421"/>
                </a:lnTo>
                <a:moveTo>
                  <a:pt x="1730086" y="48083"/>
                </a:moveTo>
                <a:lnTo>
                  <a:pt x="1719789" y="48083"/>
                </a:lnTo>
                <a:cubicBezTo>
                  <a:pt x="1717770" y="48083"/>
                  <a:pt x="1716031" y="48285"/>
                  <a:pt x="1714571" y="48691"/>
                </a:cubicBezTo>
                <a:cubicBezTo>
                  <a:pt x="1713111" y="49096"/>
                  <a:pt x="1711915" y="49672"/>
                  <a:pt x="1710983" y="50419"/>
                </a:cubicBezTo>
                <a:cubicBezTo>
                  <a:pt x="1710052" y="51167"/>
                  <a:pt x="1709360" y="52063"/>
                  <a:pt x="1708910" y="53107"/>
                </a:cubicBezTo>
                <a:cubicBezTo>
                  <a:pt x="1708460" y="54151"/>
                  <a:pt x="1708234" y="55327"/>
                  <a:pt x="1708234" y="56635"/>
                </a:cubicBezTo>
                <a:cubicBezTo>
                  <a:pt x="1708234" y="57539"/>
                  <a:pt x="1708374" y="58404"/>
                  <a:pt x="1708654" y="59230"/>
                </a:cubicBezTo>
                <a:cubicBezTo>
                  <a:pt x="1708933" y="60055"/>
                  <a:pt x="1709384" y="60787"/>
                  <a:pt x="1710005" y="61425"/>
                </a:cubicBezTo>
                <a:cubicBezTo>
                  <a:pt x="1710626" y="62064"/>
                  <a:pt x="1711434" y="62570"/>
                  <a:pt x="1712428" y="62944"/>
                </a:cubicBezTo>
                <a:cubicBezTo>
                  <a:pt x="1713422" y="63318"/>
                  <a:pt x="1714633" y="63504"/>
                  <a:pt x="1716062" y="63504"/>
                </a:cubicBezTo>
                <a:cubicBezTo>
                  <a:pt x="1717926" y="63504"/>
                  <a:pt x="1720061" y="62936"/>
                  <a:pt x="1722468" y="61799"/>
                </a:cubicBezTo>
                <a:cubicBezTo>
                  <a:pt x="1724875" y="60662"/>
                  <a:pt x="1727415" y="58862"/>
                  <a:pt x="1730086" y="56401"/>
                </a:cubicBezTo>
                <a:lnTo>
                  <a:pt x="1730086" y="48083"/>
                </a:lnTo>
                <a:close/>
                <a:moveTo>
                  <a:pt x="1807852" y="1957"/>
                </a:moveTo>
                <a:lnTo>
                  <a:pt x="1811299" y="1957"/>
                </a:lnTo>
                <a:cubicBezTo>
                  <a:pt x="1817294" y="1957"/>
                  <a:pt x="1821751" y="3362"/>
                  <a:pt x="1824671" y="6173"/>
                </a:cubicBezTo>
                <a:cubicBezTo>
                  <a:pt x="1827591" y="8984"/>
                  <a:pt x="1829051" y="13248"/>
                  <a:pt x="1829051" y="18963"/>
                </a:cubicBezTo>
                <a:lnTo>
                  <a:pt x="1829051" y="29725"/>
                </a:lnTo>
                <a:cubicBezTo>
                  <a:pt x="1829051" y="31247"/>
                  <a:pt x="1829222" y="32606"/>
                  <a:pt x="1829563" y="33802"/>
                </a:cubicBezTo>
                <a:cubicBezTo>
                  <a:pt x="1829905" y="34998"/>
                  <a:pt x="1830503" y="36008"/>
                  <a:pt x="1831357" y="36831"/>
                </a:cubicBezTo>
                <a:cubicBezTo>
                  <a:pt x="1832211" y="37654"/>
                  <a:pt x="1833353" y="38283"/>
                  <a:pt x="1834782" y="38718"/>
                </a:cubicBezTo>
                <a:cubicBezTo>
                  <a:pt x="1836210" y="39152"/>
                  <a:pt x="1837996" y="39370"/>
                  <a:pt x="1840140" y="39370"/>
                </a:cubicBezTo>
                <a:lnTo>
                  <a:pt x="1842143" y="39370"/>
                </a:lnTo>
                <a:lnTo>
                  <a:pt x="1842143" y="45846"/>
                </a:lnTo>
                <a:lnTo>
                  <a:pt x="1840140" y="45846"/>
                </a:lnTo>
                <a:cubicBezTo>
                  <a:pt x="1837872" y="45846"/>
                  <a:pt x="1836016" y="46033"/>
                  <a:pt x="1834572" y="46405"/>
                </a:cubicBezTo>
                <a:cubicBezTo>
                  <a:pt x="1833128" y="46778"/>
                  <a:pt x="1832002" y="47345"/>
                  <a:pt x="1831194" y="48106"/>
                </a:cubicBezTo>
                <a:cubicBezTo>
                  <a:pt x="1830386" y="48867"/>
                  <a:pt x="1829827" y="49837"/>
                  <a:pt x="1829517" y="51018"/>
                </a:cubicBezTo>
                <a:cubicBezTo>
                  <a:pt x="1829206" y="52198"/>
                  <a:pt x="1829051" y="53596"/>
                  <a:pt x="1829051" y="55211"/>
                </a:cubicBezTo>
                <a:lnTo>
                  <a:pt x="1829051" y="71518"/>
                </a:lnTo>
                <a:cubicBezTo>
                  <a:pt x="1829051" y="74127"/>
                  <a:pt x="1828740" y="76480"/>
                  <a:pt x="1828119" y="78577"/>
                </a:cubicBezTo>
                <a:cubicBezTo>
                  <a:pt x="1827498" y="80673"/>
                  <a:pt x="1826488" y="82459"/>
                  <a:pt x="1825091" y="83935"/>
                </a:cubicBezTo>
                <a:cubicBezTo>
                  <a:pt x="1823693" y="85410"/>
                  <a:pt x="1821860" y="86544"/>
                  <a:pt x="1819593" y="87336"/>
                </a:cubicBezTo>
                <a:cubicBezTo>
                  <a:pt x="1817325" y="88128"/>
                  <a:pt x="1814561" y="88524"/>
                  <a:pt x="1811299" y="88524"/>
                </a:cubicBezTo>
                <a:lnTo>
                  <a:pt x="1807852" y="88524"/>
                </a:lnTo>
                <a:lnTo>
                  <a:pt x="1807852" y="82001"/>
                </a:lnTo>
                <a:lnTo>
                  <a:pt x="1810647" y="82001"/>
                </a:lnTo>
                <a:cubicBezTo>
                  <a:pt x="1817822" y="82001"/>
                  <a:pt x="1821410" y="78507"/>
                  <a:pt x="1821410" y="71518"/>
                </a:cubicBezTo>
                <a:lnTo>
                  <a:pt x="1821410" y="55397"/>
                </a:lnTo>
                <a:cubicBezTo>
                  <a:pt x="1821410" y="47819"/>
                  <a:pt x="1824687" y="43563"/>
                  <a:pt x="1831241" y="42631"/>
                </a:cubicBezTo>
                <a:cubicBezTo>
                  <a:pt x="1824625" y="41917"/>
                  <a:pt x="1821317" y="37646"/>
                  <a:pt x="1821317" y="29819"/>
                </a:cubicBezTo>
                <a:lnTo>
                  <a:pt x="1821317" y="19149"/>
                </a:lnTo>
                <a:cubicBezTo>
                  <a:pt x="1821317" y="12036"/>
                  <a:pt x="1817760" y="8480"/>
                  <a:pt x="1810647" y="8480"/>
                </a:cubicBezTo>
                <a:lnTo>
                  <a:pt x="1807852" y="8480"/>
                </a:lnTo>
                <a:lnTo>
                  <a:pt x="1807852" y="1957"/>
                </a:lnTo>
                <a:close/>
                <a:moveTo>
                  <a:pt x="1866047" y="0"/>
                </a:moveTo>
                <a:cubicBezTo>
                  <a:pt x="1880366" y="13270"/>
                  <a:pt x="1887525" y="28032"/>
                  <a:pt x="1887525" y="44285"/>
                </a:cubicBezTo>
                <a:cubicBezTo>
                  <a:pt x="1887525" y="47642"/>
                  <a:pt x="1887184" y="51123"/>
                  <a:pt x="1886500" y="54728"/>
                </a:cubicBezTo>
                <a:cubicBezTo>
                  <a:pt x="1885817" y="58333"/>
                  <a:pt x="1884652" y="62023"/>
                  <a:pt x="1883006" y="65799"/>
                </a:cubicBezTo>
                <a:cubicBezTo>
                  <a:pt x="1881360" y="69575"/>
                  <a:pt x="1879147" y="73405"/>
                  <a:pt x="1876367" y="77290"/>
                </a:cubicBezTo>
                <a:cubicBezTo>
                  <a:pt x="1873587" y="81174"/>
                  <a:pt x="1870085" y="85074"/>
                  <a:pt x="1865860" y="88990"/>
                </a:cubicBezTo>
                <a:lnTo>
                  <a:pt x="1861154" y="84188"/>
                </a:lnTo>
                <a:cubicBezTo>
                  <a:pt x="1867211" y="78190"/>
                  <a:pt x="1871731" y="71929"/>
                  <a:pt x="1874713" y="65403"/>
                </a:cubicBezTo>
                <a:cubicBezTo>
                  <a:pt x="1877694" y="58876"/>
                  <a:pt x="1879185" y="52039"/>
                  <a:pt x="1879185" y="44891"/>
                </a:cubicBezTo>
                <a:cubicBezTo>
                  <a:pt x="1879185" y="30098"/>
                  <a:pt x="1873175" y="16797"/>
                  <a:pt x="1861154" y="4988"/>
                </a:cubicBezTo>
                <a:lnTo>
                  <a:pt x="1866047" y="0"/>
                </a:lnTo>
                <a:close/>
                <a:moveTo>
                  <a:pt x="1917905" y="0"/>
                </a:moveTo>
                <a:cubicBezTo>
                  <a:pt x="1932224" y="13270"/>
                  <a:pt x="1939384" y="28032"/>
                  <a:pt x="1939384" y="44285"/>
                </a:cubicBezTo>
                <a:cubicBezTo>
                  <a:pt x="1939384" y="47642"/>
                  <a:pt x="1939042" y="51123"/>
                  <a:pt x="1938359" y="54728"/>
                </a:cubicBezTo>
                <a:cubicBezTo>
                  <a:pt x="1937675" y="58333"/>
                  <a:pt x="1936511" y="62023"/>
                  <a:pt x="1934864" y="65799"/>
                </a:cubicBezTo>
                <a:cubicBezTo>
                  <a:pt x="1933218" y="69575"/>
                  <a:pt x="1931005" y="73405"/>
                  <a:pt x="1928225" y="77290"/>
                </a:cubicBezTo>
                <a:cubicBezTo>
                  <a:pt x="1925445" y="81174"/>
                  <a:pt x="1921943" y="85074"/>
                  <a:pt x="1917719" y="88990"/>
                </a:cubicBezTo>
                <a:lnTo>
                  <a:pt x="1913013" y="84188"/>
                </a:lnTo>
                <a:cubicBezTo>
                  <a:pt x="1919070" y="78190"/>
                  <a:pt x="1923589" y="71929"/>
                  <a:pt x="1926571" y="65403"/>
                </a:cubicBezTo>
                <a:cubicBezTo>
                  <a:pt x="1929553" y="58876"/>
                  <a:pt x="1931044" y="52039"/>
                  <a:pt x="1931044" y="44891"/>
                </a:cubicBezTo>
                <a:cubicBezTo>
                  <a:pt x="1931044" y="30098"/>
                  <a:pt x="1925034" y="16797"/>
                  <a:pt x="1913013" y="4988"/>
                </a:cubicBezTo>
                <a:lnTo>
                  <a:pt x="1917905" y="0"/>
                </a:lnTo>
                <a:close/>
                <a:moveTo>
                  <a:pt x="1999908" y="79485"/>
                </a:moveTo>
                <a:lnTo>
                  <a:pt x="1992174" y="79485"/>
                </a:lnTo>
                <a:lnTo>
                  <a:pt x="1960212" y="3541"/>
                </a:lnTo>
                <a:lnTo>
                  <a:pt x="1967946" y="3541"/>
                </a:lnTo>
                <a:lnTo>
                  <a:pt x="1999908" y="79485"/>
                </a:lnTo>
                <a:close/>
                <a:moveTo>
                  <a:pt x="2012071" y="22644"/>
                </a:moveTo>
                <a:lnTo>
                  <a:pt x="2019292" y="22644"/>
                </a:lnTo>
                <a:lnTo>
                  <a:pt x="2019619" y="30191"/>
                </a:lnTo>
                <a:cubicBezTo>
                  <a:pt x="2020985" y="28576"/>
                  <a:pt x="2022305" y="27233"/>
                  <a:pt x="2023579" y="26161"/>
                </a:cubicBezTo>
                <a:cubicBezTo>
                  <a:pt x="2024852" y="25090"/>
                  <a:pt x="2026103" y="24228"/>
                  <a:pt x="2027330" y="23575"/>
                </a:cubicBezTo>
                <a:cubicBezTo>
                  <a:pt x="2028556" y="22923"/>
                  <a:pt x="2029807" y="22465"/>
                  <a:pt x="2031080" y="22201"/>
                </a:cubicBezTo>
                <a:cubicBezTo>
                  <a:pt x="2032354" y="21937"/>
                  <a:pt x="2033674" y="21805"/>
                  <a:pt x="2035040" y="21805"/>
                </a:cubicBezTo>
                <a:cubicBezTo>
                  <a:pt x="2039855" y="21805"/>
                  <a:pt x="2043497" y="23226"/>
                  <a:pt x="2045966" y="26068"/>
                </a:cubicBezTo>
                <a:cubicBezTo>
                  <a:pt x="2048436" y="28910"/>
                  <a:pt x="2049670" y="33189"/>
                  <a:pt x="2049670" y="38904"/>
                </a:cubicBezTo>
                <a:lnTo>
                  <a:pt x="2049670" y="69421"/>
                </a:lnTo>
                <a:lnTo>
                  <a:pt x="2041563" y="69421"/>
                </a:lnTo>
                <a:lnTo>
                  <a:pt x="2041563" y="39556"/>
                </a:lnTo>
                <a:cubicBezTo>
                  <a:pt x="2041563" y="35891"/>
                  <a:pt x="2040880" y="33181"/>
                  <a:pt x="2039513" y="31426"/>
                </a:cubicBezTo>
                <a:cubicBezTo>
                  <a:pt x="2038147" y="29671"/>
                  <a:pt x="2036112" y="28794"/>
                  <a:pt x="2033410" y="28794"/>
                </a:cubicBezTo>
                <a:cubicBezTo>
                  <a:pt x="2032416" y="28794"/>
                  <a:pt x="2031445" y="28941"/>
                  <a:pt x="2030498" y="29236"/>
                </a:cubicBezTo>
                <a:cubicBezTo>
                  <a:pt x="2029550" y="29531"/>
                  <a:pt x="2028564" y="30044"/>
                  <a:pt x="2027539" y="30774"/>
                </a:cubicBezTo>
                <a:cubicBezTo>
                  <a:pt x="2026514" y="31504"/>
                  <a:pt x="2025404" y="32490"/>
                  <a:pt x="2024208" y="33732"/>
                </a:cubicBezTo>
                <a:cubicBezTo>
                  <a:pt x="2023012" y="34975"/>
                  <a:pt x="2021669" y="36528"/>
                  <a:pt x="2020178" y="38391"/>
                </a:cubicBezTo>
                <a:lnTo>
                  <a:pt x="2020178" y="69421"/>
                </a:lnTo>
                <a:lnTo>
                  <a:pt x="2012071" y="69421"/>
                </a:lnTo>
                <a:lnTo>
                  <a:pt x="2012071" y="22644"/>
                </a:ln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…">
            <a:extLst xmlns:a="http://schemas.openxmlformats.org/drawingml/2006/main">
              <a:ext uri="{FF2B5EF4-FFF2-40B4-BE49-F238E27FC236}">
                <a16:creationId xmlns:a16="http://schemas.microsoft.com/office/drawing/2014/main" id="{9CC922CE-098D-470E-BBC9-CABEA26E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144" y="5712454"/>
            <a:ext cx="46964" cy="11229"/>
          </a:xfrm>
          <a:custGeom xmlns:a="http://schemas.openxmlformats.org/drawingml/2006/main">
            <a:pathLst>
              <a:path w="46964" h="11229">
                <a:moveTo>
                  <a:pt x="11089" y="5638"/>
                </a:moveTo>
                <a:cubicBezTo>
                  <a:pt x="11089" y="6383"/>
                  <a:pt x="10949" y="7097"/>
                  <a:pt x="10669" y="7781"/>
                </a:cubicBezTo>
                <a:cubicBezTo>
                  <a:pt x="10390" y="8464"/>
                  <a:pt x="10009" y="9062"/>
                  <a:pt x="9528" y="9575"/>
                </a:cubicBezTo>
                <a:cubicBezTo>
                  <a:pt x="9047" y="10087"/>
                  <a:pt x="8464" y="10491"/>
                  <a:pt x="7781" y="10786"/>
                </a:cubicBezTo>
                <a:cubicBezTo>
                  <a:pt x="7097" y="11081"/>
                  <a:pt x="6352" y="11229"/>
                  <a:pt x="5544" y="11229"/>
                </a:cubicBezTo>
                <a:cubicBezTo>
                  <a:pt x="4737" y="11229"/>
                  <a:pt x="3991" y="11081"/>
                  <a:pt x="3308" y="10786"/>
                </a:cubicBezTo>
                <a:cubicBezTo>
                  <a:pt x="2625" y="10491"/>
                  <a:pt x="2042" y="10095"/>
                  <a:pt x="1561" y="9598"/>
                </a:cubicBezTo>
                <a:cubicBezTo>
                  <a:pt x="1079" y="9101"/>
                  <a:pt x="699" y="8511"/>
                  <a:pt x="419" y="7827"/>
                </a:cubicBezTo>
                <a:cubicBezTo>
                  <a:pt x="140" y="7144"/>
                  <a:pt x="0" y="6414"/>
                  <a:pt x="0" y="5638"/>
                </a:cubicBezTo>
                <a:cubicBezTo>
                  <a:pt x="0" y="4861"/>
                  <a:pt x="140" y="4131"/>
                  <a:pt x="419" y="3448"/>
                </a:cubicBezTo>
                <a:cubicBezTo>
                  <a:pt x="699" y="2764"/>
                  <a:pt x="1079" y="2167"/>
                  <a:pt x="1561" y="1654"/>
                </a:cubicBezTo>
                <a:cubicBezTo>
                  <a:pt x="2042" y="1141"/>
                  <a:pt x="2625" y="738"/>
                  <a:pt x="3308" y="443"/>
                </a:cubicBezTo>
                <a:cubicBezTo>
                  <a:pt x="3991" y="148"/>
                  <a:pt x="4737" y="0"/>
                  <a:pt x="5544" y="0"/>
                </a:cubicBezTo>
                <a:cubicBezTo>
                  <a:pt x="6352" y="0"/>
                  <a:pt x="7097" y="148"/>
                  <a:pt x="7781" y="443"/>
                </a:cubicBezTo>
                <a:cubicBezTo>
                  <a:pt x="8464" y="738"/>
                  <a:pt x="9047" y="1134"/>
                  <a:pt x="9528" y="1631"/>
                </a:cubicBezTo>
                <a:cubicBezTo>
                  <a:pt x="10009" y="2128"/>
                  <a:pt x="10390" y="2726"/>
                  <a:pt x="10669" y="3424"/>
                </a:cubicBezTo>
                <a:cubicBezTo>
                  <a:pt x="10949" y="4123"/>
                  <a:pt x="11089" y="4861"/>
                  <a:pt x="11089" y="5638"/>
                </a:cubicBezTo>
                <a:moveTo>
                  <a:pt x="29027" y="5638"/>
                </a:moveTo>
                <a:cubicBezTo>
                  <a:pt x="29027" y="6383"/>
                  <a:pt x="28887" y="7097"/>
                  <a:pt x="28607" y="7781"/>
                </a:cubicBezTo>
                <a:cubicBezTo>
                  <a:pt x="28328" y="8464"/>
                  <a:pt x="27947" y="9062"/>
                  <a:pt x="27466" y="9575"/>
                </a:cubicBezTo>
                <a:cubicBezTo>
                  <a:pt x="26984" y="10087"/>
                  <a:pt x="26402" y="10491"/>
                  <a:pt x="25719" y="10786"/>
                </a:cubicBezTo>
                <a:cubicBezTo>
                  <a:pt x="25035" y="11081"/>
                  <a:pt x="24290" y="11229"/>
                  <a:pt x="23482" y="11229"/>
                </a:cubicBezTo>
                <a:cubicBezTo>
                  <a:pt x="22675" y="11229"/>
                  <a:pt x="21929" y="11081"/>
                  <a:pt x="21246" y="10786"/>
                </a:cubicBezTo>
                <a:cubicBezTo>
                  <a:pt x="20562" y="10491"/>
                  <a:pt x="19980" y="10095"/>
                  <a:pt x="19499" y="9598"/>
                </a:cubicBezTo>
                <a:cubicBezTo>
                  <a:pt x="19017" y="9101"/>
                  <a:pt x="18637" y="8511"/>
                  <a:pt x="18357" y="7827"/>
                </a:cubicBezTo>
                <a:cubicBezTo>
                  <a:pt x="18078" y="7144"/>
                  <a:pt x="17938" y="6414"/>
                  <a:pt x="17938" y="5638"/>
                </a:cubicBezTo>
                <a:cubicBezTo>
                  <a:pt x="17938" y="4861"/>
                  <a:pt x="18078" y="4131"/>
                  <a:pt x="18357" y="3448"/>
                </a:cubicBezTo>
                <a:cubicBezTo>
                  <a:pt x="18637" y="2764"/>
                  <a:pt x="19017" y="2167"/>
                  <a:pt x="19499" y="1654"/>
                </a:cubicBezTo>
                <a:cubicBezTo>
                  <a:pt x="19980" y="1141"/>
                  <a:pt x="20562" y="738"/>
                  <a:pt x="21246" y="443"/>
                </a:cubicBezTo>
                <a:cubicBezTo>
                  <a:pt x="21929" y="148"/>
                  <a:pt x="22675" y="0"/>
                  <a:pt x="23482" y="0"/>
                </a:cubicBezTo>
                <a:cubicBezTo>
                  <a:pt x="24290" y="0"/>
                  <a:pt x="25035" y="148"/>
                  <a:pt x="25719" y="443"/>
                </a:cubicBezTo>
                <a:cubicBezTo>
                  <a:pt x="26402" y="738"/>
                  <a:pt x="26984" y="1134"/>
                  <a:pt x="27466" y="1631"/>
                </a:cubicBezTo>
                <a:cubicBezTo>
                  <a:pt x="27947" y="2128"/>
                  <a:pt x="28328" y="2726"/>
                  <a:pt x="28607" y="3424"/>
                </a:cubicBezTo>
                <a:cubicBezTo>
                  <a:pt x="28887" y="4123"/>
                  <a:pt x="29027" y="4861"/>
                  <a:pt x="29027" y="5638"/>
                </a:cubicBezTo>
                <a:moveTo>
                  <a:pt x="46964" y="5638"/>
                </a:moveTo>
                <a:cubicBezTo>
                  <a:pt x="46964" y="6383"/>
                  <a:pt x="46825" y="7097"/>
                  <a:pt x="46545" y="7781"/>
                </a:cubicBezTo>
                <a:cubicBezTo>
                  <a:pt x="46265" y="8464"/>
                  <a:pt x="45885" y="9062"/>
                  <a:pt x="45404" y="9575"/>
                </a:cubicBezTo>
                <a:cubicBezTo>
                  <a:pt x="44922" y="10087"/>
                  <a:pt x="44340" y="10491"/>
                  <a:pt x="43656" y="10786"/>
                </a:cubicBezTo>
                <a:cubicBezTo>
                  <a:pt x="42973" y="11081"/>
                  <a:pt x="42228" y="11229"/>
                  <a:pt x="41420" y="11229"/>
                </a:cubicBezTo>
                <a:cubicBezTo>
                  <a:pt x="40612" y="11229"/>
                  <a:pt x="39867" y="11081"/>
                  <a:pt x="39184" y="10786"/>
                </a:cubicBezTo>
                <a:cubicBezTo>
                  <a:pt x="38500" y="10491"/>
                  <a:pt x="37918" y="10095"/>
                  <a:pt x="37436" y="9598"/>
                </a:cubicBezTo>
                <a:cubicBezTo>
                  <a:pt x="36955" y="9101"/>
                  <a:pt x="36574" y="8511"/>
                  <a:pt x="36295" y="7827"/>
                </a:cubicBezTo>
                <a:cubicBezTo>
                  <a:pt x="36015" y="7144"/>
                  <a:pt x="35876" y="6414"/>
                  <a:pt x="35876" y="5638"/>
                </a:cubicBezTo>
                <a:cubicBezTo>
                  <a:pt x="35876" y="4861"/>
                  <a:pt x="36015" y="4131"/>
                  <a:pt x="36295" y="3448"/>
                </a:cubicBezTo>
                <a:cubicBezTo>
                  <a:pt x="36574" y="2764"/>
                  <a:pt x="36955" y="2167"/>
                  <a:pt x="37436" y="1654"/>
                </a:cubicBezTo>
                <a:cubicBezTo>
                  <a:pt x="37918" y="1141"/>
                  <a:pt x="38500" y="738"/>
                  <a:pt x="39184" y="443"/>
                </a:cubicBezTo>
                <a:cubicBezTo>
                  <a:pt x="39867" y="148"/>
                  <a:pt x="40612" y="0"/>
                  <a:pt x="41420" y="0"/>
                </a:cubicBezTo>
                <a:cubicBezTo>
                  <a:pt x="42228" y="0"/>
                  <a:pt x="42973" y="148"/>
                  <a:pt x="43656" y="443"/>
                </a:cubicBezTo>
                <a:cubicBezTo>
                  <a:pt x="44340" y="738"/>
                  <a:pt x="44922" y="1134"/>
                  <a:pt x="45404" y="1631"/>
                </a:cubicBezTo>
                <a:cubicBezTo>
                  <a:pt x="45885" y="2128"/>
                  <a:pt x="46265" y="2726"/>
                  <a:pt x="46545" y="3424"/>
                </a:cubicBezTo>
                <a:cubicBezTo>
                  <a:pt x="46825" y="4123"/>
                  <a:pt x="46964" y="4861"/>
                  <a:pt x="46964" y="5638"/>
                </a:cubicBezTo>
                <a:close/>
              </a:path>
            </a:pathLst>
          </a:custGeom>
          <a:solidFill xmlns:a="http://schemas.openxmlformats.org/drawingml/2006/main">
            <a:srgbClr val="A9D1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&quot;">
            <a:extLst xmlns:a="http://schemas.openxmlformats.org/drawingml/2006/main">
              <a:ext uri="{FF2B5EF4-FFF2-40B4-BE49-F238E27FC236}">
                <a16:creationId xmlns:a16="http://schemas.microsoft.com/office/drawing/2014/main" id="{0233064D-9B50-45A9-B56E-10B0053A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274" y="5656963"/>
            <a:ext cx="28421" cy="21898"/>
          </a:xfrm>
          <a:custGeom xmlns:a="http://schemas.openxmlformats.org/drawingml/2006/main">
            <a:pathLst>
              <a:path w="28421" h="21898">
                <a:moveTo>
                  <a:pt x="10297" y="0"/>
                </a:moveTo>
                <a:lnTo>
                  <a:pt x="8992" y="21898"/>
                </a:lnTo>
                <a:lnTo>
                  <a:pt x="1351" y="21898"/>
                </a:lnTo>
                <a:lnTo>
                  <a:pt x="0" y="0"/>
                </a:lnTo>
                <a:lnTo>
                  <a:pt x="10297" y="0"/>
                </a:lnTo>
                <a:moveTo>
                  <a:pt x="28421" y="0"/>
                </a:moveTo>
                <a:lnTo>
                  <a:pt x="27116" y="21898"/>
                </a:lnTo>
                <a:lnTo>
                  <a:pt x="19475" y="21898"/>
                </a:lnTo>
                <a:lnTo>
                  <a:pt x="18124" y="0"/>
                </a:lnTo>
                <a:lnTo>
                  <a:pt x="28421" y="0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&quot;explanation&quot;">
            <a:extLst xmlns:a="http://schemas.openxmlformats.org/drawingml/2006/main">
              <a:ext uri="{FF2B5EF4-FFF2-40B4-BE49-F238E27FC236}">
                <a16:creationId xmlns:a16="http://schemas.microsoft.com/office/drawing/2014/main" id="{46290C66-00A1-4C76-A8B9-93FB4CAC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56" y="5776716"/>
            <a:ext cx="650723" cy="85542"/>
          </a:xfrm>
          <a:custGeom xmlns:a="http://schemas.openxmlformats.org/drawingml/2006/main">
            <a:pathLst>
              <a:path w="650723" h="85542">
                <a:moveTo>
                  <a:pt x="10297" y="559"/>
                </a:moveTo>
                <a:lnTo>
                  <a:pt x="8992" y="22457"/>
                </a:lnTo>
                <a:lnTo>
                  <a:pt x="1351" y="22457"/>
                </a:lnTo>
                <a:lnTo>
                  <a:pt x="0" y="559"/>
                </a:lnTo>
                <a:lnTo>
                  <a:pt x="10297" y="559"/>
                </a:lnTo>
                <a:moveTo>
                  <a:pt x="28421" y="559"/>
                </a:moveTo>
                <a:lnTo>
                  <a:pt x="27116" y="22457"/>
                </a:lnTo>
                <a:lnTo>
                  <a:pt x="19475" y="22457"/>
                </a:lnTo>
                <a:lnTo>
                  <a:pt x="18124" y="559"/>
                </a:lnTo>
                <a:lnTo>
                  <a:pt x="28421" y="559"/>
                </a:lnTo>
                <a:close/>
                <a:moveTo>
                  <a:pt x="86802" y="40581"/>
                </a:moveTo>
                <a:cubicBezTo>
                  <a:pt x="86802" y="41731"/>
                  <a:pt x="86787" y="42693"/>
                  <a:pt x="86756" y="43470"/>
                </a:cubicBezTo>
                <a:cubicBezTo>
                  <a:pt x="86725" y="44246"/>
                  <a:pt x="86678" y="44976"/>
                  <a:pt x="86616" y="45660"/>
                </a:cubicBezTo>
                <a:lnTo>
                  <a:pt x="53769" y="45660"/>
                </a:lnTo>
                <a:cubicBezTo>
                  <a:pt x="53769" y="50443"/>
                  <a:pt x="55104" y="54116"/>
                  <a:pt x="57776" y="56679"/>
                </a:cubicBezTo>
                <a:cubicBezTo>
                  <a:pt x="60447" y="59241"/>
                  <a:pt x="64298" y="60522"/>
                  <a:pt x="69330" y="60522"/>
                </a:cubicBezTo>
                <a:cubicBezTo>
                  <a:pt x="70697" y="60522"/>
                  <a:pt x="72064" y="60467"/>
                  <a:pt x="73430" y="60357"/>
                </a:cubicBezTo>
                <a:cubicBezTo>
                  <a:pt x="74797" y="60245"/>
                  <a:pt x="76117" y="60094"/>
                  <a:pt x="77391" y="59904"/>
                </a:cubicBezTo>
                <a:cubicBezTo>
                  <a:pt x="78664" y="59712"/>
                  <a:pt x="79883" y="59498"/>
                  <a:pt x="81048" y="59260"/>
                </a:cubicBezTo>
                <a:cubicBezTo>
                  <a:pt x="82213" y="59021"/>
                  <a:pt x="83292" y="58759"/>
                  <a:pt x="84286" y="58472"/>
                </a:cubicBezTo>
                <a:lnTo>
                  <a:pt x="84286" y="65135"/>
                </a:lnTo>
                <a:cubicBezTo>
                  <a:pt x="82081" y="65770"/>
                  <a:pt x="79588" y="66286"/>
                  <a:pt x="76808" y="66683"/>
                </a:cubicBezTo>
                <a:cubicBezTo>
                  <a:pt x="74028" y="67080"/>
                  <a:pt x="71147" y="67278"/>
                  <a:pt x="68166" y="67278"/>
                </a:cubicBezTo>
                <a:cubicBezTo>
                  <a:pt x="64159" y="67278"/>
                  <a:pt x="60711" y="66735"/>
                  <a:pt x="57822" y="65648"/>
                </a:cubicBezTo>
                <a:cubicBezTo>
                  <a:pt x="54933" y="64560"/>
                  <a:pt x="52565" y="62984"/>
                  <a:pt x="50717" y="60919"/>
                </a:cubicBezTo>
                <a:cubicBezTo>
                  <a:pt x="48869" y="58853"/>
                  <a:pt x="47502" y="56321"/>
                  <a:pt x="46617" y="53324"/>
                </a:cubicBezTo>
                <a:cubicBezTo>
                  <a:pt x="45732" y="50327"/>
                  <a:pt x="45289" y="46933"/>
                  <a:pt x="45289" y="43144"/>
                </a:cubicBezTo>
                <a:cubicBezTo>
                  <a:pt x="45289" y="39851"/>
                  <a:pt x="45763" y="36737"/>
                  <a:pt x="46710" y="33802"/>
                </a:cubicBezTo>
                <a:cubicBezTo>
                  <a:pt x="47657" y="30867"/>
                  <a:pt x="49040" y="28289"/>
                  <a:pt x="50857" y="26068"/>
                </a:cubicBezTo>
                <a:cubicBezTo>
                  <a:pt x="52674" y="23847"/>
                  <a:pt x="54902" y="22084"/>
                  <a:pt x="57543" y="20780"/>
                </a:cubicBezTo>
                <a:cubicBezTo>
                  <a:pt x="60183" y="19475"/>
                  <a:pt x="63180" y="18823"/>
                  <a:pt x="66535" y="18823"/>
                </a:cubicBezTo>
                <a:cubicBezTo>
                  <a:pt x="69796" y="18823"/>
                  <a:pt x="72685" y="19336"/>
                  <a:pt x="75201" y="20361"/>
                </a:cubicBezTo>
                <a:cubicBezTo>
                  <a:pt x="77717" y="21386"/>
                  <a:pt x="79837" y="22838"/>
                  <a:pt x="81561" y="24717"/>
                </a:cubicBezTo>
                <a:cubicBezTo>
                  <a:pt x="83284" y="26596"/>
                  <a:pt x="84589" y="28879"/>
                  <a:pt x="85474" y="31566"/>
                </a:cubicBezTo>
                <a:cubicBezTo>
                  <a:pt x="86360" y="34253"/>
                  <a:pt x="86802" y="37258"/>
                  <a:pt x="86802" y="40581"/>
                </a:cubicBezTo>
                <a:moveTo>
                  <a:pt x="78369" y="39416"/>
                </a:moveTo>
                <a:cubicBezTo>
                  <a:pt x="78462" y="37335"/>
                  <a:pt x="78260" y="35433"/>
                  <a:pt x="77763" y="33709"/>
                </a:cubicBezTo>
                <a:cubicBezTo>
                  <a:pt x="77266" y="31985"/>
                  <a:pt x="76498" y="30502"/>
                  <a:pt x="75457" y="29260"/>
                </a:cubicBezTo>
                <a:cubicBezTo>
                  <a:pt x="74417" y="28017"/>
                  <a:pt x="73120" y="27046"/>
                  <a:pt x="71567" y="26348"/>
                </a:cubicBezTo>
                <a:cubicBezTo>
                  <a:pt x="70014" y="25649"/>
                  <a:pt x="68212" y="25299"/>
                  <a:pt x="66162" y="25299"/>
                </a:cubicBezTo>
                <a:cubicBezTo>
                  <a:pt x="64392" y="25299"/>
                  <a:pt x="62776" y="25641"/>
                  <a:pt x="61317" y="26324"/>
                </a:cubicBezTo>
                <a:cubicBezTo>
                  <a:pt x="59857" y="27008"/>
                  <a:pt x="58599" y="27970"/>
                  <a:pt x="57543" y="29213"/>
                </a:cubicBezTo>
                <a:cubicBezTo>
                  <a:pt x="56487" y="30455"/>
                  <a:pt x="55632" y="31946"/>
                  <a:pt x="54980" y="33686"/>
                </a:cubicBezTo>
                <a:cubicBezTo>
                  <a:pt x="54328" y="35425"/>
                  <a:pt x="53924" y="37335"/>
                  <a:pt x="53769" y="39416"/>
                </a:cubicBezTo>
                <a:lnTo>
                  <a:pt x="78369" y="39416"/>
                </a:lnTo>
                <a:close/>
                <a:moveTo>
                  <a:pt x="141316" y="66440"/>
                </a:moveTo>
                <a:lnTo>
                  <a:pt x="130554" y="66440"/>
                </a:lnTo>
                <a:lnTo>
                  <a:pt x="117927" y="48595"/>
                </a:lnTo>
                <a:lnTo>
                  <a:pt x="105441" y="66440"/>
                </a:lnTo>
                <a:lnTo>
                  <a:pt x="94958" y="66440"/>
                </a:lnTo>
                <a:lnTo>
                  <a:pt x="113082" y="42957"/>
                </a:lnTo>
                <a:lnTo>
                  <a:pt x="95796" y="19662"/>
                </a:lnTo>
                <a:lnTo>
                  <a:pt x="106186" y="19662"/>
                </a:lnTo>
                <a:lnTo>
                  <a:pt x="118487" y="37646"/>
                </a:lnTo>
                <a:lnTo>
                  <a:pt x="130554" y="19662"/>
                </a:lnTo>
                <a:lnTo>
                  <a:pt x="140571" y="19662"/>
                </a:lnTo>
                <a:lnTo>
                  <a:pt x="123006" y="43144"/>
                </a:lnTo>
                <a:lnTo>
                  <a:pt x="141316" y="66440"/>
                </a:lnTo>
                <a:close/>
                <a:moveTo>
                  <a:pt x="190985" y="42212"/>
                </a:moveTo>
                <a:cubicBezTo>
                  <a:pt x="190985" y="46374"/>
                  <a:pt x="190403" y="50008"/>
                  <a:pt x="189238" y="53114"/>
                </a:cubicBezTo>
                <a:cubicBezTo>
                  <a:pt x="188073" y="56221"/>
                  <a:pt x="186466" y="58799"/>
                  <a:pt x="184416" y="60849"/>
                </a:cubicBezTo>
                <a:cubicBezTo>
                  <a:pt x="182366" y="62899"/>
                  <a:pt x="179943" y="64436"/>
                  <a:pt x="177147" y="65461"/>
                </a:cubicBezTo>
                <a:cubicBezTo>
                  <a:pt x="174352" y="66486"/>
                  <a:pt x="171323" y="66999"/>
                  <a:pt x="168062" y="66999"/>
                </a:cubicBezTo>
                <a:cubicBezTo>
                  <a:pt x="166571" y="66999"/>
                  <a:pt x="165088" y="66921"/>
                  <a:pt x="163612" y="66766"/>
                </a:cubicBezTo>
                <a:cubicBezTo>
                  <a:pt x="162137" y="66610"/>
                  <a:pt x="160638" y="66346"/>
                  <a:pt x="159116" y="65974"/>
                </a:cubicBezTo>
                <a:lnTo>
                  <a:pt x="159116" y="85542"/>
                </a:lnTo>
                <a:lnTo>
                  <a:pt x="151009" y="85542"/>
                </a:lnTo>
                <a:lnTo>
                  <a:pt x="151009" y="19662"/>
                </a:lnTo>
                <a:lnTo>
                  <a:pt x="158231" y="19662"/>
                </a:lnTo>
                <a:lnTo>
                  <a:pt x="158744" y="27489"/>
                </a:lnTo>
                <a:cubicBezTo>
                  <a:pt x="161073" y="24290"/>
                  <a:pt x="163558" y="22046"/>
                  <a:pt x="166198" y="20757"/>
                </a:cubicBezTo>
                <a:cubicBezTo>
                  <a:pt x="168839" y="19468"/>
                  <a:pt x="171696" y="18823"/>
                  <a:pt x="174771" y="18823"/>
                </a:cubicBezTo>
                <a:cubicBezTo>
                  <a:pt x="177442" y="18823"/>
                  <a:pt x="179788" y="19382"/>
                  <a:pt x="181807" y="20500"/>
                </a:cubicBezTo>
                <a:cubicBezTo>
                  <a:pt x="183825" y="21619"/>
                  <a:pt x="185518" y="23195"/>
                  <a:pt x="186885" y="25229"/>
                </a:cubicBezTo>
                <a:cubicBezTo>
                  <a:pt x="188252" y="27264"/>
                  <a:pt x="189277" y="29718"/>
                  <a:pt x="189960" y="32591"/>
                </a:cubicBezTo>
                <a:cubicBezTo>
                  <a:pt x="190643" y="35464"/>
                  <a:pt x="190985" y="38671"/>
                  <a:pt x="190985" y="42212"/>
                </a:cubicBezTo>
                <a:moveTo>
                  <a:pt x="182692" y="42585"/>
                </a:moveTo>
                <a:cubicBezTo>
                  <a:pt x="182692" y="40131"/>
                  <a:pt x="182513" y="37879"/>
                  <a:pt x="182156" y="35829"/>
                </a:cubicBezTo>
                <a:cubicBezTo>
                  <a:pt x="181799" y="33779"/>
                  <a:pt x="181232" y="32024"/>
                  <a:pt x="180455" y="30564"/>
                </a:cubicBezTo>
                <a:cubicBezTo>
                  <a:pt x="179679" y="29104"/>
                  <a:pt x="178685" y="27963"/>
                  <a:pt x="177473" y="27140"/>
                </a:cubicBezTo>
                <a:cubicBezTo>
                  <a:pt x="176262" y="26316"/>
                  <a:pt x="174818" y="25905"/>
                  <a:pt x="173140" y="25905"/>
                </a:cubicBezTo>
                <a:cubicBezTo>
                  <a:pt x="172115" y="25905"/>
                  <a:pt x="171075" y="26068"/>
                  <a:pt x="170019" y="26394"/>
                </a:cubicBezTo>
                <a:cubicBezTo>
                  <a:pt x="168963" y="26720"/>
                  <a:pt x="167868" y="27264"/>
                  <a:pt x="166734" y="28025"/>
                </a:cubicBezTo>
                <a:cubicBezTo>
                  <a:pt x="165600" y="28786"/>
                  <a:pt x="164405" y="29795"/>
                  <a:pt x="163147" y="31053"/>
                </a:cubicBezTo>
                <a:cubicBezTo>
                  <a:pt x="161889" y="32311"/>
                  <a:pt x="160545" y="33872"/>
                  <a:pt x="159116" y="35736"/>
                </a:cubicBezTo>
                <a:lnTo>
                  <a:pt x="159116" y="58426"/>
                </a:lnTo>
                <a:cubicBezTo>
                  <a:pt x="160607" y="59047"/>
                  <a:pt x="162176" y="59536"/>
                  <a:pt x="163822" y="59894"/>
                </a:cubicBezTo>
                <a:cubicBezTo>
                  <a:pt x="165468" y="60251"/>
                  <a:pt x="167084" y="60429"/>
                  <a:pt x="168668" y="60429"/>
                </a:cubicBezTo>
                <a:cubicBezTo>
                  <a:pt x="173047" y="60429"/>
                  <a:pt x="176480" y="58946"/>
                  <a:pt x="178964" y="55980"/>
                </a:cubicBezTo>
                <a:cubicBezTo>
                  <a:pt x="181449" y="53013"/>
                  <a:pt x="182692" y="48548"/>
                  <a:pt x="182692" y="42585"/>
                </a:cubicBezTo>
                <a:close/>
                <a:moveTo>
                  <a:pt x="218802" y="7222"/>
                </a:moveTo>
                <a:lnTo>
                  <a:pt x="204965" y="7222"/>
                </a:lnTo>
                <a:lnTo>
                  <a:pt x="204965" y="559"/>
                </a:lnTo>
                <a:lnTo>
                  <a:pt x="227002" y="559"/>
                </a:lnTo>
                <a:lnTo>
                  <a:pt x="227002" y="59684"/>
                </a:lnTo>
                <a:lnTo>
                  <a:pt x="240933" y="59684"/>
                </a:lnTo>
                <a:lnTo>
                  <a:pt x="240933" y="66440"/>
                </a:lnTo>
                <a:lnTo>
                  <a:pt x="203427" y="66440"/>
                </a:lnTo>
                <a:lnTo>
                  <a:pt x="203427" y="59684"/>
                </a:lnTo>
                <a:lnTo>
                  <a:pt x="218802" y="59684"/>
                </a:lnTo>
                <a:lnTo>
                  <a:pt x="218802" y="7222"/>
                </a:lnTo>
                <a:close/>
                <a:moveTo>
                  <a:pt x="284778" y="66440"/>
                </a:moveTo>
                <a:lnTo>
                  <a:pt x="284592" y="60137"/>
                </a:lnTo>
                <a:cubicBezTo>
                  <a:pt x="282045" y="62657"/>
                  <a:pt x="279459" y="64478"/>
                  <a:pt x="276834" y="65598"/>
                </a:cubicBezTo>
                <a:cubicBezTo>
                  <a:pt x="274209" y="66718"/>
                  <a:pt x="271453" y="67278"/>
                  <a:pt x="268564" y="67278"/>
                </a:cubicBezTo>
                <a:cubicBezTo>
                  <a:pt x="265893" y="67278"/>
                  <a:pt x="263610" y="66936"/>
                  <a:pt x="261715" y="66252"/>
                </a:cubicBezTo>
                <a:cubicBezTo>
                  <a:pt x="259820" y="65567"/>
                  <a:pt x="258260" y="64626"/>
                  <a:pt x="257033" y="63429"/>
                </a:cubicBezTo>
                <a:cubicBezTo>
                  <a:pt x="255806" y="62231"/>
                  <a:pt x="254905" y="60823"/>
                  <a:pt x="254330" y="59205"/>
                </a:cubicBezTo>
                <a:cubicBezTo>
                  <a:pt x="253756" y="57587"/>
                  <a:pt x="253468" y="55829"/>
                  <a:pt x="253468" y="53931"/>
                </a:cubicBezTo>
                <a:cubicBezTo>
                  <a:pt x="253468" y="49233"/>
                  <a:pt x="255216" y="45554"/>
                  <a:pt x="258710" y="42895"/>
                </a:cubicBezTo>
                <a:cubicBezTo>
                  <a:pt x="262204" y="40234"/>
                  <a:pt x="267368" y="38904"/>
                  <a:pt x="274202" y="38904"/>
                </a:cubicBezTo>
                <a:lnTo>
                  <a:pt x="283893" y="38904"/>
                </a:lnTo>
                <a:lnTo>
                  <a:pt x="283893" y="34818"/>
                </a:lnTo>
                <a:cubicBezTo>
                  <a:pt x="283893" y="32064"/>
                  <a:pt x="283008" y="29858"/>
                  <a:pt x="281237" y="28202"/>
                </a:cubicBezTo>
                <a:cubicBezTo>
                  <a:pt x="279467" y="26547"/>
                  <a:pt x="276764" y="25719"/>
                  <a:pt x="273130" y="25719"/>
                </a:cubicBezTo>
                <a:cubicBezTo>
                  <a:pt x="270490" y="25719"/>
                  <a:pt x="267889" y="26018"/>
                  <a:pt x="265326" y="26617"/>
                </a:cubicBezTo>
                <a:cubicBezTo>
                  <a:pt x="262763" y="27215"/>
                  <a:pt x="260116" y="28065"/>
                  <a:pt x="257382" y="29166"/>
                </a:cubicBezTo>
                <a:lnTo>
                  <a:pt x="257382" y="21851"/>
                </a:lnTo>
                <a:cubicBezTo>
                  <a:pt x="258407" y="21473"/>
                  <a:pt x="259549" y="21102"/>
                  <a:pt x="260807" y="20739"/>
                </a:cubicBezTo>
                <a:cubicBezTo>
                  <a:pt x="262065" y="20376"/>
                  <a:pt x="263392" y="20053"/>
                  <a:pt x="264790" y="19769"/>
                </a:cubicBezTo>
                <a:cubicBezTo>
                  <a:pt x="266188" y="19485"/>
                  <a:pt x="267648" y="19256"/>
                  <a:pt x="269170" y="19084"/>
                </a:cubicBezTo>
                <a:cubicBezTo>
                  <a:pt x="270692" y="18910"/>
                  <a:pt x="272229" y="18823"/>
                  <a:pt x="273782" y="18823"/>
                </a:cubicBezTo>
                <a:cubicBezTo>
                  <a:pt x="276609" y="18823"/>
                  <a:pt x="279156" y="19134"/>
                  <a:pt x="281423" y="19755"/>
                </a:cubicBezTo>
                <a:cubicBezTo>
                  <a:pt x="283691" y="20376"/>
                  <a:pt x="285609" y="21323"/>
                  <a:pt x="287177" y="22597"/>
                </a:cubicBezTo>
                <a:cubicBezTo>
                  <a:pt x="288746" y="23870"/>
                  <a:pt x="289950" y="25470"/>
                  <a:pt x="290788" y="27396"/>
                </a:cubicBezTo>
                <a:cubicBezTo>
                  <a:pt x="291627" y="29322"/>
                  <a:pt x="292046" y="31589"/>
                  <a:pt x="292046" y="34198"/>
                </a:cubicBezTo>
                <a:lnTo>
                  <a:pt x="292046" y="66440"/>
                </a:lnTo>
                <a:lnTo>
                  <a:pt x="284778" y="66440"/>
                </a:lnTo>
                <a:moveTo>
                  <a:pt x="283893" y="45101"/>
                </a:moveTo>
                <a:lnTo>
                  <a:pt x="273596" y="45101"/>
                </a:lnTo>
                <a:cubicBezTo>
                  <a:pt x="271577" y="45101"/>
                  <a:pt x="269838" y="45304"/>
                  <a:pt x="268378" y="45709"/>
                </a:cubicBezTo>
                <a:cubicBezTo>
                  <a:pt x="266918" y="46114"/>
                  <a:pt x="265722" y="46690"/>
                  <a:pt x="264790" y="47438"/>
                </a:cubicBezTo>
                <a:cubicBezTo>
                  <a:pt x="263858" y="48185"/>
                  <a:pt x="263167" y="49081"/>
                  <a:pt x="262717" y="50125"/>
                </a:cubicBezTo>
                <a:cubicBezTo>
                  <a:pt x="262267" y="51169"/>
                  <a:pt x="262041" y="52345"/>
                  <a:pt x="262041" y="53653"/>
                </a:cubicBezTo>
                <a:cubicBezTo>
                  <a:pt x="262041" y="54557"/>
                  <a:pt x="262181" y="55422"/>
                  <a:pt x="262461" y="56248"/>
                </a:cubicBezTo>
                <a:cubicBezTo>
                  <a:pt x="262740" y="57073"/>
                  <a:pt x="263191" y="57805"/>
                  <a:pt x="263812" y="58443"/>
                </a:cubicBezTo>
                <a:cubicBezTo>
                  <a:pt x="264433" y="59082"/>
                  <a:pt x="265241" y="59588"/>
                  <a:pt x="266235" y="59962"/>
                </a:cubicBezTo>
                <a:cubicBezTo>
                  <a:pt x="267229" y="60336"/>
                  <a:pt x="268440" y="60522"/>
                  <a:pt x="269869" y="60522"/>
                </a:cubicBezTo>
                <a:cubicBezTo>
                  <a:pt x="271732" y="60522"/>
                  <a:pt x="273868" y="59954"/>
                  <a:pt x="276275" y="58818"/>
                </a:cubicBezTo>
                <a:cubicBezTo>
                  <a:pt x="278682" y="57680"/>
                  <a:pt x="281222" y="55880"/>
                  <a:pt x="283893" y="53419"/>
                </a:cubicBezTo>
                <a:lnTo>
                  <a:pt x="283893" y="45101"/>
                </a:lnTo>
                <a:close/>
                <a:moveTo>
                  <a:pt x="306585" y="19662"/>
                </a:moveTo>
                <a:lnTo>
                  <a:pt x="313807" y="19662"/>
                </a:lnTo>
                <a:lnTo>
                  <a:pt x="314133" y="27210"/>
                </a:lnTo>
                <a:cubicBezTo>
                  <a:pt x="315499" y="25594"/>
                  <a:pt x="316820" y="24251"/>
                  <a:pt x="318093" y="23179"/>
                </a:cubicBezTo>
                <a:cubicBezTo>
                  <a:pt x="319367" y="22108"/>
                  <a:pt x="320617" y="21246"/>
                  <a:pt x="321844" y="20593"/>
                </a:cubicBezTo>
                <a:cubicBezTo>
                  <a:pt x="323071" y="19941"/>
                  <a:pt x="324321" y="19483"/>
                  <a:pt x="325594" y="19219"/>
                </a:cubicBezTo>
                <a:cubicBezTo>
                  <a:pt x="326868" y="18955"/>
                  <a:pt x="328188" y="18823"/>
                  <a:pt x="329555" y="18823"/>
                </a:cubicBezTo>
                <a:cubicBezTo>
                  <a:pt x="334369" y="18823"/>
                  <a:pt x="338011" y="20244"/>
                  <a:pt x="340480" y="23086"/>
                </a:cubicBezTo>
                <a:cubicBezTo>
                  <a:pt x="342950" y="25928"/>
                  <a:pt x="344184" y="30207"/>
                  <a:pt x="344184" y="35922"/>
                </a:cubicBezTo>
                <a:lnTo>
                  <a:pt x="344184" y="66440"/>
                </a:lnTo>
                <a:lnTo>
                  <a:pt x="336077" y="66440"/>
                </a:lnTo>
                <a:lnTo>
                  <a:pt x="336077" y="36574"/>
                </a:lnTo>
                <a:cubicBezTo>
                  <a:pt x="336077" y="32909"/>
                  <a:pt x="335394" y="30199"/>
                  <a:pt x="334027" y="28444"/>
                </a:cubicBezTo>
                <a:cubicBezTo>
                  <a:pt x="332661" y="26689"/>
                  <a:pt x="330626" y="25812"/>
                  <a:pt x="327924" y="25812"/>
                </a:cubicBezTo>
                <a:cubicBezTo>
                  <a:pt x="326930" y="25812"/>
                  <a:pt x="325959" y="25959"/>
                  <a:pt x="325012" y="26254"/>
                </a:cubicBezTo>
                <a:cubicBezTo>
                  <a:pt x="324065" y="26549"/>
                  <a:pt x="323078" y="27062"/>
                  <a:pt x="322053" y="27792"/>
                </a:cubicBezTo>
                <a:cubicBezTo>
                  <a:pt x="321028" y="28522"/>
                  <a:pt x="319918" y="29508"/>
                  <a:pt x="318722" y="30750"/>
                </a:cubicBezTo>
                <a:cubicBezTo>
                  <a:pt x="317526" y="31993"/>
                  <a:pt x="316183" y="33546"/>
                  <a:pt x="314692" y="35410"/>
                </a:cubicBezTo>
                <a:lnTo>
                  <a:pt x="314692" y="66440"/>
                </a:lnTo>
                <a:lnTo>
                  <a:pt x="306585" y="66440"/>
                </a:lnTo>
                <a:lnTo>
                  <a:pt x="306585" y="19662"/>
                </a:lnTo>
                <a:close/>
                <a:moveTo>
                  <a:pt x="388495" y="66440"/>
                </a:moveTo>
                <a:lnTo>
                  <a:pt x="388309" y="60137"/>
                </a:lnTo>
                <a:cubicBezTo>
                  <a:pt x="385762" y="62657"/>
                  <a:pt x="383176" y="64478"/>
                  <a:pt x="380551" y="65598"/>
                </a:cubicBezTo>
                <a:cubicBezTo>
                  <a:pt x="377926" y="66718"/>
                  <a:pt x="375170" y="67278"/>
                  <a:pt x="372281" y="67278"/>
                </a:cubicBezTo>
                <a:cubicBezTo>
                  <a:pt x="369610" y="67278"/>
                  <a:pt x="367327" y="66936"/>
                  <a:pt x="365432" y="66252"/>
                </a:cubicBezTo>
                <a:cubicBezTo>
                  <a:pt x="363537" y="65567"/>
                  <a:pt x="361977" y="64626"/>
                  <a:pt x="360750" y="63429"/>
                </a:cubicBezTo>
                <a:cubicBezTo>
                  <a:pt x="359523" y="62231"/>
                  <a:pt x="358622" y="60823"/>
                  <a:pt x="358047" y="59205"/>
                </a:cubicBezTo>
                <a:cubicBezTo>
                  <a:pt x="357473" y="57587"/>
                  <a:pt x="357185" y="55829"/>
                  <a:pt x="357185" y="53931"/>
                </a:cubicBezTo>
                <a:cubicBezTo>
                  <a:pt x="357185" y="49233"/>
                  <a:pt x="358933" y="45554"/>
                  <a:pt x="362427" y="42895"/>
                </a:cubicBezTo>
                <a:cubicBezTo>
                  <a:pt x="365921" y="40234"/>
                  <a:pt x="371085" y="38904"/>
                  <a:pt x="377919" y="38904"/>
                </a:cubicBezTo>
                <a:lnTo>
                  <a:pt x="387610" y="38904"/>
                </a:lnTo>
                <a:lnTo>
                  <a:pt x="387610" y="34818"/>
                </a:lnTo>
                <a:cubicBezTo>
                  <a:pt x="387610" y="32064"/>
                  <a:pt x="386724" y="29858"/>
                  <a:pt x="384954" y="28202"/>
                </a:cubicBezTo>
                <a:cubicBezTo>
                  <a:pt x="383184" y="26547"/>
                  <a:pt x="380481" y="25719"/>
                  <a:pt x="376847" y="25719"/>
                </a:cubicBezTo>
                <a:cubicBezTo>
                  <a:pt x="374207" y="25719"/>
                  <a:pt x="371605" y="26018"/>
                  <a:pt x="369043" y="26617"/>
                </a:cubicBezTo>
                <a:cubicBezTo>
                  <a:pt x="366480" y="27215"/>
                  <a:pt x="363832" y="28065"/>
                  <a:pt x="361099" y="29166"/>
                </a:cubicBezTo>
                <a:lnTo>
                  <a:pt x="361099" y="21851"/>
                </a:lnTo>
                <a:cubicBezTo>
                  <a:pt x="362124" y="21473"/>
                  <a:pt x="363266" y="21102"/>
                  <a:pt x="364524" y="20739"/>
                </a:cubicBezTo>
                <a:cubicBezTo>
                  <a:pt x="365782" y="20376"/>
                  <a:pt x="367109" y="20053"/>
                  <a:pt x="368507" y="19769"/>
                </a:cubicBezTo>
                <a:cubicBezTo>
                  <a:pt x="369905" y="19485"/>
                  <a:pt x="371365" y="19256"/>
                  <a:pt x="372887" y="19084"/>
                </a:cubicBezTo>
                <a:cubicBezTo>
                  <a:pt x="374409" y="18910"/>
                  <a:pt x="375946" y="18823"/>
                  <a:pt x="377499" y="18823"/>
                </a:cubicBezTo>
                <a:cubicBezTo>
                  <a:pt x="380326" y="18823"/>
                  <a:pt x="382873" y="19134"/>
                  <a:pt x="385140" y="19755"/>
                </a:cubicBezTo>
                <a:cubicBezTo>
                  <a:pt x="387408" y="20376"/>
                  <a:pt x="389326" y="21323"/>
                  <a:pt x="390894" y="22597"/>
                </a:cubicBezTo>
                <a:cubicBezTo>
                  <a:pt x="392463" y="23870"/>
                  <a:pt x="393667" y="25470"/>
                  <a:pt x="394505" y="27396"/>
                </a:cubicBezTo>
                <a:cubicBezTo>
                  <a:pt x="395344" y="29322"/>
                  <a:pt x="395763" y="31589"/>
                  <a:pt x="395763" y="34198"/>
                </a:cubicBezTo>
                <a:lnTo>
                  <a:pt x="395763" y="66440"/>
                </a:lnTo>
                <a:lnTo>
                  <a:pt x="388495" y="66440"/>
                </a:lnTo>
                <a:moveTo>
                  <a:pt x="387610" y="45101"/>
                </a:moveTo>
                <a:lnTo>
                  <a:pt x="377313" y="45101"/>
                </a:lnTo>
                <a:cubicBezTo>
                  <a:pt x="375294" y="45101"/>
                  <a:pt x="373555" y="45304"/>
                  <a:pt x="372095" y="45709"/>
                </a:cubicBezTo>
                <a:cubicBezTo>
                  <a:pt x="370635" y="46114"/>
                  <a:pt x="369439" y="46690"/>
                  <a:pt x="368507" y="47438"/>
                </a:cubicBezTo>
                <a:cubicBezTo>
                  <a:pt x="367575" y="48185"/>
                  <a:pt x="366884" y="49081"/>
                  <a:pt x="366434" y="50125"/>
                </a:cubicBezTo>
                <a:cubicBezTo>
                  <a:pt x="365983" y="51169"/>
                  <a:pt x="365758" y="52345"/>
                  <a:pt x="365758" y="53653"/>
                </a:cubicBezTo>
                <a:cubicBezTo>
                  <a:pt x="365758" y="54557"/>
                  <a:pt x="365898" y="55422"/>
                  <a:pt x="366178" y="56248"/>
                </a:cubicBezTo>
                <a:cubicBezTo>
                  <a:pt x="366457" y="57073"/>
                  <a:pt x="366908" y="57805"/>
                  <a:pt x="367529" y="58443"/>
                </a:cubicBezTo>
                <a:cubicBezTo>
                  <a:pt x="368150" y="59082"/>
                  <a:pt x="368958" y="59588"/>
                  <a:pt x="369951" y="59962"/>
                </a:cubicBezTo>
                <a:cubicBezTo>
                  <a:pt x="370945" y="60336"/>
                  <a:pt x="372157" y="60522"/>
                  <a:pt x="373586" y="60522"/>
                </a:cubicBezTo>
                <a:cubicBezTo>
                  <a:pt x="375449" y="60522"/>
                  <a:pt x="377585" y="59954"/>
                  <a:pt x="379992" y="58818"/>
                </a:cubicBezTo>
                <a:cubicBezTo>
                  <a:pt x="382399" y="57680"/>
                  <a:pt x="384938" y="55880"/>
                  <a:pt x="387610" y="53419"/>
                </a:cubicBezTo>
                <a:lnTo>
                  <a:pt x="387610" y="45101"/>
                </a:lnTo>
                <a:close/>
                <a:moveTo>
                  <a:pt x="447994" y="65741"/>
                </a:moveTo>
                <a:cubicBezTo>
                  <a:pt x="446162" y="66223"/>
                  <a:pt x="444267" y="66569"/>
                  <a:pt x="442310" y="66777"/>
                </a:cubicBezTo>
                <a:cubicBezTo>
                  <a:pt x="440353" y="66987"/>
                  <a:pt x="438365" y="67092"/>
                  <a:pt x="436347" y="67092"/>
                </a:cubicBezTo>
                <a:cubicBezTo>
                  <a:pt x="430476" y="67092"/>
                  <a:pt x="426096" y="65764"/>
                  <a:pt x="423208" y="63108"/>
                </a:cubicBezTo>
                <a:cubicBezTo>
                  <a:pt x="420319" y="60453"/>
                  <a:pt x="418875" y="56376"/>
                  <a:pt x="418875" y="50878"/>
                </a:cubicBezTo>
                <a:lnTo>
                  <a:pt x="418875" y="26464"/>
                </a:lnTo>
                <a:lnTo>
                  <a:pt x="405782" y="26464"/>
                </a:lnTo>
                <a:lnTo>
                  <a:pt x="405782" y="19662"/>
                </a:lnTo>
                <a:lnTo>
                  <a:pt x="418875" y="19662"/>
                </a:lnTo>
                <a:lnTo>
                  <a:pt x="418875" y="6762"/>
                </a:lnTo>
                <a:lnTo>
                  <a:pt x="426982" y="4659"/>
                </a:lnTo>
                <a:lnTo>
                  <a:pt x="426982" y="19662"/>
                </a:lnTo>
                <a:lnTo>
                  <a:pt x="447994" y="19662"/>
                </a:lnTo>
                <a:lnTo>
                  <a:pt x="447994" y="26464"/>
                </a:lnTo>
                <a:lnTo>
                  <a:pt x="426982" y="26464"/>
                </a:lnTo>
                <a:lnTo>
                  <a:pt x="426982" y="50226"/>
                </a:lnTo>
                <a:cubicBezTo>
                  <a:pt x="426982" y="53580"/>
                  <a:pt x="427875" y="56089"/>
                  <a:pt x="429661" y="57750"/>
                </a:cubicBezTo>
                <a:cubicBezTo>
                  <a:pt x="431447" y="59412"/>
                  <a:pt x="434079" y="60243"/>
                  <a:pt x="437558" y="60243"/>
                </a:cubicBezTo>
                <a:cubicBezTo>
                  <a:pt x="439049" y="60243"/>
                  <a:pt x="440680" y="60123"/>
                  <a:pt x="442450" y="59883"/>
                </a:cubicBezTo>
                <a:cubicBezTo>
                  <a:pt x="444221" y="59643"/>
                  <a:pt x="446069" y="59265"/>
                  <a:pt x="447994" y="58752"/>
                </a:cubicBezTo>
                <a:lnTo>
                  <a:pt x="447994" y="65741"/>
                </a:lnTo>
                <a:close/>
                <a:moveTo>
                  <a:pt x="478095" y="26371"/>
                </a:moveTo>
                <a:lnTo>
                  <a:pt x="464257" y="26371"/>
                </a:lnTo>
                <a:lnTo>
                  <a:pt x="464257" y="19662"/>
                </a:lnTo>
                <a:lnTo>
                  <a:pt x="486295" y="19662"/>
                </a:lnTo>
                <a:lnTo>
                  <a:pt x="486295" y="59684"/>
                </a:lnTo>
                <a:lnTo>
                  <a:pt x="500226" y="59684"/>
                </a:lnTo>
                <a:lnTo>
                  <a:pt x="500226" y="66440"/>
                </a:lnTo>
                <a:lnTo>
                  <a:pt x="462720" y="66440"/>
                </a:lnTo>
                <a:lnTo>
                  <a:pt x="462720" y="59684"/>
                </a:lnTo>
                <a:lnTo>
                  <a:pt x="478095" y="59684"/>
                </a:lnTo>
                <a:lnTo>
                  <a:pt x="478095" y="26371"/>
                </a:lnTo>
                <a:moveTo>
                  <a:pt x="480937" y="0"/>
                </a:moveTo>
                <a:cubicBezTo>
                  <a:pt x="481838" y="0"/>
                  <a:pt x="482676" y="163"/>
                  <a:pt x="483453" y="489"/>
                </a:cubicBezTo>
                <a:cubicBezTo>
                  <a:pt x="484229" y="815"/>
                  <a:pt x="484905" y="1274"/>
                  <a:pt x="485480" y="1864"/>
                </a:cubicBezTo>
                <a:cubicBezTo>
                  <a:pt x="486054" y="2454"/>
                  <a:pt x="486505" y="3129"/>
                  <a:pt x="486831" y="3890"/>
                </a:cubicBezTo>
                <a:cubicBezTo>
                  <a:pt x="487157" y="4651"/>
                  <a:pt x="487320" y="5482"/>
                  <a:pt x="487320" y="6383"/>
                </a:cubicBezTo>
                <a:cubicBezTo>
                  <a:pt x="487320" y="7253"/>
                  <a:pt x="487157" y="8076"/>
                  <a:pt x="486831" y="8852"/>
                </a:cubicBezTo>
                <a:cubicBezTo>
                  <a:pt x="486505" y="9629"/>
                  <a:pt x="486054" y="10312"/>
                  <a:pt x="485480" y="10902"/>
                </a:cubicBezTo>
                <a:cubicBezTo>
                  <a:pt x="484905" y="11493"/>
                  <a:pt x="484229" y="11951"/>
                  <a:pt x="483453" y="12277"/>
                </a:cubicBezTo>
                <a:cubicBezTo>
                  <a:pt x="482676" y="12603"/>
                  <a:pt x="481838" y="12766"/>
                  <a:pt x="480937" y="12766"/>
                </a:cubicBezTo>
                <a:cubicBezTo>
                  <a:pt x="480036" y="12766"/>
                  <a:pt x="479197" y="12603"/>
                  <a:pt x="478421" y="12277"/>
                </a:cubicBezTo>
                <a:cubicBezTo>
                  <a:pt x="477644" y="11951"/>
                  <a:pt x="476969" y="11493"/>
                  <a:pt x="476394" y="10902"/>
                </a:cubicBezTo>
                <a:cubicBezTo>
                  <a:pt x="475820" y="10312"/>
                  <a:pt x="475369" y="9629"/>
                  <a:pt x="475043" y="8852"/>
                </a:cubicBezTo>
                <a:cubicBezTo>
                  <a:pt x="474717" y="8076"/>
                  <a:pt x="474554" y="7253"/>
                  <a:pt x="474554" y="6383"/>
                </a:cubicBezTo>
                <a:cubicBezTo>
                  <a:pt x="474554" y="5482"/>
                  <a:pt x="474717" y="4651"/>
                  <a:pt x="475043" y="3890"/>
                </a:cubicBezTo>
                <a:cubicBezTo>
                  <a:pt x="475369" y="3129"/>
                  <a:pt x="475820" y="2454"/>
                  <a:pt x="476394" y="1864"/>
                </a:cubicBezTo>
                <a:cubicBezTo>
                  <a:pt x="476969" y="1274"/>
                  <a:pt x="477644" y="815"/>
                  <a:pt x="478421" y="489"/>
                </a:cubicBezTo>
                <a:cubicBezTo>
                  <a:pt x="479197" y="163"/>
                  <a:pt x="480036" y="0"/>
                  <a:pt x="480937" y="0"/>
                </a:cubicBezTo>
                <a:close/>
                <a:moveTo>
                  <a:pt x="554740" y="42678"/>
                </a:moveTo>
                <a:cubicBezTo>
                  <a:pt x="554740" y="46312"/>
                  <a:pt x="554227" y="49643"/>
                  <a:pt x="553202" y="52672"/>
                </a:cubicBezTo>
                <a:cubicBezTo>
                  <a:pt x="552177" y="55700"/>
                  <a:pt x="550702" y="58294"/>
                  <a:pt x="548776" y="60453"/>
                </a:cubicBezTo>
                <a:cubicBezTo>
                  <a:pt x="546850" y="62611"/>
                  <a:pt x="544505" y="64289"/>
                  <a:pt x="541741" y="65485"/>
                </a:cubicBezTo>
                <a:cubicBezTo>
                  <a:pt x="538976" y="66680"/>
                  <a:pt x="535839" y="67278"/>
                  <a:pt x="532329" y="67278"/>
                </a:cubicBezTo>
                <a:cubicBezTo>
                  <a:pt x="528975" y="67278"/>
                  <a:pt x="525970" y="66758"/>
                  <a:pt x="523314" y="65717"/>
                </a:cubicBezTo>
                <a:cubicBezTo>
                  <a:pt x="520658" y="64677"/>
                  <a:pt x="518406" y="63147"/>
                  <a:pt x="516558" y="61128"/>
                </a:cubicBezTo>
                <a:cubicBezTo>
                  <a:pt x="514710" y="59109"/>
                  <a:pt x="513297" y="56609"/>
                  <a:pt x="512318" y="53627"/>
                </a:cubicBezTo>
                <a:cubicBezTo>
                  <a:pt x="511340" y="50645"/>
                  <a:pt x="510851" y="47213"/>
                  <a:pt x="510851" y="43330"/>
                </a:cubicBezTo>
                <a:cubicBezTo>
                  <a:pt x="510851" y="39696"/>
                  <a:pt x="511363" y="36380"/>
                  <a:pt x="512388" y="33383"/>
                </a:cubicBezTo>
                <a:cubicBezTo>
                  <a:pt x="513413" y="30385"/>
                  <a:pt x="514889" y="27807"/>
                  <a:pt x="516814" y="25649"/>
                </a:cubicBezTo>
                <a:cubicBezTo>
                  <a:pt x="518740" y="23490"/>
                  <a:pt x="521085" y="21813"/>
                  <a:pt x="523850" y="20617"/>
                </a:cubicBezTo>
                <a:cubicBezTo>
                  <a:pt x="526614" y="19421"/>
                  <a:pt x="529751" y="18823"/>
                  <a:pt x="533261" y="18823"/>
                </a:cubicBezTo>
                <a:cubicBezTo>
                  <a:pt x="536616" y="18823"/>
                  <a:pt x="539621" y="19343"/>
                  <a:pt x="542277" y="20384"/>
                </a:cubicBezTo>
                <a:cubicBezTo>
                  <a:pt x="544932" y="21424"/>
                  <a:pt x="547184" y="22946"/>
                  <a:pt x="549032" y="24950"/>
                </a:cubicBezTo>
                <a:cubicBezTo>
                  <a:pt x="550881" y="26953"/>
                  <a:pt x="552294" y="29446"/>
                  <a:pt x="553272" y="32428"/>
                </a:cubicBezTo>
                <a:cubicBezTo>
                  <a:pt x="554251" y="35410"/>
                  <a:pt x="554740" y="38826"/>
                  <a:pt x="554740" y="42678"/>
                </a:cubicBezTo>
                <a:moveTo>
                  <a:pt x="546447" y="43051"/>
                </a:moveTo>
                <a:cubicBezTo>
                  <a:pt x="546447" y="40162"/>
                  <a:pt x="546128" y="37638"/>
                  <a:pt x="545491" y="35480"/>
                </a:cubicBezTo>
                <a:cubicBezTo>
                  <a:pt x="544855" y="33321"/>
                  <a:pt x="543946" y="31519"/>
                  <a:pt x="542766" y="30075"/>
                </a:cubicBezTo>
                <a:cubicBezTo>
                  <a:pt x="541586" y="28631"/>
                  <a:pt x="540149" y="27543"/>
                  <a:pt x="538456" y="26813"/>
                </a:cubicBezTo>
                <a:cubicBezTo>
                  <a:pt x="536763" y="26084"/>
                  <a:pt x="534876" y="25719"/>
                  <a:pt x="532795" y="25719"/>
                </a:cubicBezTo>
                <a:cubicBezTo>
                  <a:pt x="530373" y="25719"/>
                  <a:pt x="528299" y="26192"/>
                  <a:pt x="526575" y="27140"/>
                </a:cubicBezTo>
                <a:cubicBezTo>
                  <a:pt x="524851" y="28087"/>
                  <a:pt x="523438" y="29353"/>
                  <a:pt x="522335" y="30937"/>
                </a:cubicBezTo>
                <a:cubicBezTo>
                  <a:pt x="521233" y="32521"/>
                  <a:pt x="520425" y="34361"/>
                  <a:pt x="519913" y="36458"/>
                </a:cubicBezTo>
                <a:cubicBezTo>
                  <a:pt x="519400" y="38555"/>
                  <a:pt x="519144" y="40752"/>
                  <a:pt x="519144" y="43051"/>
                </a:cubicBezTo>
                <a:cubicBezTo>
                  <a:pt x="519144" y="45939"/>
                  <a:pt x="519462" y="48471"/>
                  <a:pt x="520099" y="50645"/>
                </a:cubicBezTo>
                <a:cubicBezTo>
                  <a:pt x="520736" y="52819"/>
                  <a:pt x="521644" y="54629"/>
                  <a:pt x="522825" y="56073"/>
                </a:cubicBezTo>
                <a:cubicBezTo>
                  <a:pt x="524005" y="57517"/>
                  <a:pt x="525434" y="58604"/>
                  <a:pt x="527111" y="59334"/>
                </a:cubicBezTo>
                <a:cubicBezTo>
                  <a:pt x="528788" y="60064"/>
                  <a:pt x="530683" y="60429"/>
                  <a:pt x="532795" y="60429"/>
                </a:cubicBezTo>
                <a:cubicBezTo>
                  <a:pt x="535218" y="60429"/>
                  <a:pt x="537291" y="59956"/>
                  <a:pt x="539015" y="59008"/>
                </a:cubicBezTo>
                <a:cubicBezTo>
                  <a:pt x="540739" y="58061"/>
                  <a:pt x="542152" y="56795"/>
                  <a:pt x="543255" y="55211"/>
                </a:cubicBezTo>
                <a:cubicBezTo>
                  <a:pt x="544358" y="53627"/>
                  <a:pt x="545165" y="51787"/>
                  <a:pt x="545678" y="49690"/>
                </a:cubicBezTo>
                <a:cubicBezTo>
                  <a:pt x="546190" y="47593"/>
                  <a:pt x="546447" y="45380"/>
                  <a:pt x="546447" y="43051"/>
                </a:cubicBezTo>
                <a:close/>
                <a:moveTo>
                  <a:pt x="565877" y="19662"/>
                </a:moveTo>
                <a:lnTo>
                  <a:pt x="573099" y="19662"/>
                </a:lnTo>
                <a:lnTo>
                  <a:pt x="573425" y="27210"/>
                </a:lnTo>
                <a:cubicBezTo>
                  <a:pt x="574792" y="25594"/>
                  <a:pt x="576112" y="24251"/>
                  <a:pt x="577385" y="23179"/>
                </a:cubicBezTo>
                <a:cubicBezTo>
                  <a:pt x="578659" y="22108"/>
                  <a:pt x="579909" y="21246"/>
                  <a:pt x="581136" y="20593"/>
                </a:cubicBezTo>
                <a:cubicBezTo>
                  <a:pt x="582363" y="19941"/>
                  <a:pt x="583613" y="19483"/>
                  <a:pt x="584887" y="19219"/>
                </a:cubicBezTo>
                <a:cubicBezTo>
                  <a:pt x="586160" y="18955"/>
                  <a:pt x="587480" y="18823"/>
                  <a:pt x="588847" y="18823"/>
                </a:cubicBezTo>
                <a:cubicBezTo>
                  <a:pt x="593661" y="18823"/>
                  <a:pt x="597303" y="20244"/>
                  <a:pt x="599773" y="23086"/>
                </a:cubicBezTo>
                <a:cubicBezTo>
                  <a:pt x="602242" y="25928"/>
                  <a:pt x="603477" y="30207"/>
                  <a:pt x="603477" y="35922"/>
                </a:cubicBezTo>
                <a:lnTo>
                  <a:pt x="603477" y="66440"/>
                </a:lnTo>
                <a:lnTo>
                  <a:pt x="595370" y="66440"/>
                </a:lnTo>
                <a:lnTo>
                  <a:pt x="595370" y="36574"/>
                </a:lnTo>
                <a:cubicBezTo>
                  <a:pt x="595370" y="32909"/>
                  <a:pt x="594686" y="30199"/>
                  <a:pt x="593320" y="28444"/>
                </a:cubicBezTo>
                <a:cubicBezTo>
                  <a:pt x="591953" y="26689"/>
                  <a:pt x="589919" y="25812"/>
                  <a:pt x="587216" y="25812"/>
                </a:cubicBezTo>
                <a:cubicBezTo>
                  <a:pt x="586222" y="25812"/>
                  <a:pt x="585252" y="25959"/>
                  <a:pt x="584304" y="26254"/>
                </a:cubicBezTo>
                <a:cubicBezTo>
                  <a:pt x="583357" y="26549"/>
                  <a:pt x="582371" y="27062"/>
                  <a:pt x="581346" y="27792"/>
                </a:cubicBezTo>
                <a:cubicBezTo>
                  <a:pt x="580321" y="28522"/>
                  <a:pt x="579210" y="29508"/>
                  <a:pt x="578014" y="30750"/>
                </a:cubicBezTo>
                <a:cubicBezTo>
                  <a:pt x="576819" y="31993"/>
                  <a:pt x="575475" y="33546"/>
                  <a:pt x="573984" y="35410"/>
                </a:cubicBezTo>
                <a:lnTo>
                  <a:pt x="573984" y="66440"/>
                </a:lnTo>
                <a:lnTo>
                  <a:pt x="565877" y="66440"/>
                </a:lnTo>
                <a:lnTo>
                  <a:pt x="565877" y="19662"/>
                </a:lnTo>
                <a:close/>
                <a:moveTo>
                  <a:pt x="632599" y="559"/>
                </a:moveTo>
                <a:lnTo>
                  <a:pt x="631294" y="22457"/>
                </a:lnTo>
                <a:lnTo>
                  <a:pt x="623653" y="22457"/>
                </a:lnTo>
                <a:lnTo>
                  <a:pt x="622302" y="559"/>
                </a:lnTo>
                <a:lnTo>
                  <a:pt x="632599" y="559"/>
                </a:lnTo>
                <a:moveTo>
                  <a:pt x="650723" y="559"/>
                </a:moveTo>
                <a:lnTo>
                  <a:pt x="649418" y="22457"/>
                </a:lnTo>
                <a:lnTo>
                  <a:pt x="641777" y="22457"/>
                </a:lnTo>
                <a:lnTo>
                  <a:pt x="640426" y="559"/>
                </a:lnTo>
                <a:lnTo>
                  <a:pt x="650723" y="559"/>
                </a:lnTo>
                <a:close/>
              </a:path>
            </a:pathLst>
          </a:custGeom>
          <a:solidFill xmlns:a="http://schemas.openxmlformats.org/drawingml/2006/main">
            <a:srgbClr val="9CDCF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:">
            <a:extLst xmlns:a="http://schemas.openxmlformats.org/drawingml/2006/main">
              <a:ext uri="{FF2B5EF4-FFF2-40B4-BE49-F238E27FC236}">
                <a16:creationId xmlns:a16="http://schemas.microsoft.com/office/drawing/2014/main" id="{7B380530-EFB0-46AD-9811-BCA1C9F9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515" y="5795539"/>
            <a:ext cx="14304" cy="48455"/>
          </a:xfrm>
          <a:custGeom xmlns:a="http://schemas.openxmlformats.org/drawingml/2006/main">
            <a:pathLst>
              <a:path w="14304" h="48455">
                <a:moveTo>
                  <a:pt x="7129" y="0"/>
                </a:moveTo>
                <a:cubicBezTo>
                  <a:pt x="8091" y="0"/>
                  <a:pt x="9008" y="194"/>
                  <a:pt x="9877" y="582"/>
                </a:cubicBezTo>
                <a:cubicBezTo>
                  <a:pt x="10747" y="971"/>
                  <a:pt x="11508" y="1491"/>
                  <a:pt x="12160" y="2143"/>
                </a:cubicBezTo>
                <a:cubicBezTo>
                  <a:pt x="12813" y="2795"/>
                  <a:pt x="13333" y="3556"/>
                  <a:pt x="13721" y="4426"/>
                </a:cubicBezTo>
                <a:cubicBezTo>
                  <a:pt x="14109" y="5296"/>
                  <a:pt x="14304" y="6212"/>
                  <a:pt x="14304" y="7175"/>
                </a:cubicBezTo>
                <a:cubicBezTo>
                  <a:pt x="14304" y="8169"/>
                  <a:pt x="14109" y="9093"/>
                  <a:pt x="13721" y="9947"/>
                </a:cubicBezTo>
                <a:cubicBezTo>
                  <a:pt x="13333" y="10801"/>
                  <a:pt x="12813" y="11555"/>
                  <a:pt x="12160" y="12207"/>
                </a:cubicBezTo>
                <a:cubicBezTo>
                  <a:pt x="11508" y="12859"/>
                  <a:pt x="10747" y="13372"/>
                  <a:pt x="9877" y="13745"/>
                </a:cubicBezTo>
                <a:cubicBezTo>
                  <a:pt x="9008" y="14117"/>
                  <a:pt x="8091" y="14304"/>
                  <a:pt x="7129" y="14304"/>
                </a:cubicBezTo>
                <a:cubicBezTo>
                  <a:pt x="6135" y="14304"/>
                  <a:pt x="5210" y="14117"/>
                  <a:pt x="4356" y="13745"/>
                </a:cubicBezTo>
                <a:cubicBezTo>
                  <a:pt x="3502" y="13372"/>
                  <a:pt x="2749" y="12859"/>
                  <a:pt x="2097" y="12207"/>
                </a:cubicBezTo>
                <a:cubicBezTo>
                  <a:pt x="1444" y="11555"/>
                  <a:pt x="932" y="10801"/>
                  <a:pt x="559" y="9947"/>
                </a:cubicBezTo>
                <a:cubicBezTo>
                  <a:pt x="186" y="9093"/>
                  <a:pt x="0" y="8169"/>
                  <a:pt x="0" y="7175"/>
                </a:cubicBezTo>
                <a:cubicBezTo>
                  <a:pt x="0" y="6212"/>
                  <a:pt x="186" y="5296"/>
                  <a:pt x="559" y="4426"/>
                </a:cubicBezTo>
                <a:cubicBezTo>
                  <a:pt x="932" y="3556"/>
                  <a:pt x="1444" y="2795"/>
                  <a:pt x="2097" y="2143"/>
                </a:cubicBezTo>
                <a:cubicBezTo>
                  <a:pt x="2749" y="1491"/>
                  <a:pt x="3502" y="971"/>
                  <a:pt x="4356" y="582"/>
                </a:cubicBezTo>
                <a:cubicBezTo>
                  <a:pt x="5210" y="194"/>
                  <a:pt x="6135" y="0"/>
                  <a:pt x="7129" y="0"/>
                </a:cubicBezTo>
                <a:moveTo>
                  <a:pt x="7129" y="34152"/>
                </a:moveTo>
                <a:cubicBezTo>
                  <a:pt x="8091" y="34152"/>
                  <a:pt x="9008" y="34346"/>
                  <a:pt x="9877" y="34734"/>
                </a:cubicBezTo>
                <a:cubicBezTo>
                  <a:pt x="10747" y="35122"/>
                  <a:pt x="11508" y="35643"/>
                  <a:pt x="12160" y="36295"/>
                </a:cubicBezTo>
                <a:cubicBezTo>
                  <a:pt x="12813" y="36947"/>
                  <a:pt x="13333" y="37708"/>
                  <a:pt x="13721" y="38578"/>
                </a:cubicBezTo>
                <a:cubicBezTo>
                  <a:pt x="14109" y="39448"/>
                  <a:pt x="14304" y="40364"/>
                  <a:pt x="14304" y="41327"/>
                </a:cubicBezTo>
                <a:cubicBezTo>
                  <a:pt x="14304" y="42321"/>
                  <a:pt x="14109" y="43245"/>
                  <a:pt x="13721" y="44099"/>
                </a:cubicBezTo>
                <a:cubicBezTo>
                  <a:pt x="13333" y="44953"/>
                  <a:pt x="12813" y="45706"/>
                  <a:pt x="12160" y="46359"/>
                </a:cubicBezTo>
                <a:cubicBezTo>
                  <a:pt x="11508" y="47011"/>
                  <a:pt x="10747" y="47523"/>
                  <a:pt x="9877" y="47896"/>
                </a:cubicBezTo>
                <a:cubicBezTo>
                  <a:pt x="9008" y="48269"/>
                  <a:pt x="8091" y="48455"/>
                  <a:pt x="7129" y="48455"/>
                </a:cubicBezTo>
                <a:cubicBezTo>
                  <a:pt x="6135" y="48455"/>
                  <a:pt x="5210" y="48269"/>
                  <a:pt x="4356" y="47896"/>
                </a:cubicBezTo>
                <a:cubicBezTo>
                  <a:pt x="3502" y="47523"/>
                  <a:pt x="2749" y="47011"/>
                  <a:pt x="2097" y="46359"/>
                </a:cubicBezTo>
                <a:cubicBezTo>
                  <a:pt x="1444" y="45706"/>
                  <a:pt x="932" y="44953"/>
                  <a:pt x="559" y="44099"/>
                </a:cubicBezTo>
                <a:cubicBezTo>
                  <a:pt x="186" y="43245"/>
                  <a:pt x="0" y="42321"/>
                  <a:pt x="0" y="41327"/>
                </a:cubicBezTo>
                <a:cubicBezTo>
                  <a:pt x="0" y="40364"/>
                  <a:pt x="186" y="39448"/>
                  <a:pt x="559" y="38578"/>
                </a:cubicBezTo>
                <a:cubicBezTo>
                  <a:pt x="932" y="37708"/>
                  <a:pt x="1444" y="36947"/>
                  <a:pt x="2097" y="36295"/>
                </a:cubicBezTo>
                <a:cubicBezTo>
                  <a:pt x="2749" y="35643"/>
                  <a:pt x="3502" y="35122"/>
                  <a:pt x="4356" y="34734"/>
                </a:cubicBezTo>
                <a:cubicBezTo>
                  <a:pt x="5210" y="34346"/>
                  <a:pt x="6135" y="34152"/>
                  <a:pt x="7129" y="34152"/>
                </a:cubicBez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&quot;Theerroristriggeredbysetting`popupProps`to`{v2:true}`inthe`CascaderSelect`component.Thisconfiguration">
            <a:extLst xmlns:a="http://schemas.openxmlformats.org/drawingml/2006/main">
              <a:ext uri="{FF2B5EF4-FFF2-40B4-BE49-F238E27FC236}">
                <a16:creationId xmlns:a16="http://schemas.microsoft.com/office/drawing/2014/main" id="{68FF59A7-BA58-4BB2-BF4B-85873811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35" y="5775691"/>
            <a:ext cx="6212058" cy="87033"/>
          </a:xfrm>
          <a:custGeom xmlns:a="http://schemas.openxmlformats.org/drawingml/2006/main">
            <a:pathLst>
              <a:path w="6212058" h="87033">
                <a:moveTo>
                  <a:pt x="10297" y="1584"/>
                </a:moveTo>
                <a:lnTo>
                  <a:pt x="8992" y="23482"/>
                </a:lnTo>
                <a:lnTo>
                  <a:pt x="1351" y="23482"/>
                </a:lnTo>
                <a:lnTo>
                  <a:pt x="0" y="1584"/>
                </a:lnTo>
                <a:lnTo>
                  <a:pt x="10297" y="1584"/>
                </a:lnTo>
                <a:moveTo>
                  <a:pt x="28421" y="1584"/>
                </a:moveTo>
                <a:lnTo>
                  <a:pt x="27116" y="23482"/>
                </a:lnTo>
                <a:lnTo>
                  <a:pt x="19475" y="23482"/>
                </a:lnTo>
                <a:lnTo>
                  <a:pt x="18124" y="1584"/>
                </a:lnTo>
                <a:lnTo>
                  <a:pt x="28421" y="1584"/>
                </a:lnTo>
                <a:close/>
                <a:moveTo>
                  <a:pt x="88293" y="13605"/>
                </a:moveTo>
                <a:lnTo>
                  <a:pt x="70262" y="13605"/>
                </a:lnTo>
                <a:lnTo>
                  <a:pt x="70262" y="67465"/>
                </a:lnTo>
                <a:lnTo>
                  <a:pt x="61876" y="67465"/>
                </a:lnTo>
                <a:lnTo>
                  <a:pt x="61876" y="13605"/>
                </a:lnTo>
                <a:lnTo>
                  <a:pt x="43845" y="13605"/>
                </a:lnTo>
                <a:lnTo>
                  <a:pt x="43845" y="6523"/>
                </a:lnTo>
                <a:lnTo>
                  <a:pt x="88293" y="6523"/>
                </a:lnTo>
                <a:lnTo>
                  <a:pt x="88293" y="13605"/>
                </a:lnTo>
                <a:close/>
                <a:moveTo>
                  <a:pt x="136750" y="67465"/>
                </a:moveTo>
                <a:lnTo>
                  <a:pt x="128643" y="67465"/>
                </a:lnTo>
                <a:lnTo>
                  <a:pt x="128643" y="37599"/>
                </a:lnTo>
                <a:cubicBezTo>
                  <a:pt x="128643" y="33996"/>
                  <a:pt x="127968" y="31302"/>
                  <a:pt x="126617" y="29516"/>
                </a:cubicBezTo>
                <a:cubicBezTo>
                  <a:pt x="125266" y="27730"/>
                  <a:pt x="123332" y="26837"/>
                  <a:pt x="120816" y="26837"/>
                </a:cubicBezTo>
                <a:cubicBezTo>
                  <a:pt x="119729" y="26837"/>
                  <a:pt x="118712" y="26984"/>
                  <a:pt x="117764" y="27279"/>
                </a:cubicBezTo>
                <a:cubicBezTo>
                  <a:pt x="116817" y="27574"/>
                  <a:pt x="115831" y="28087"/>
                  <a:pt x="114806" y="28817"/>
                </a:cubicBezTo>
                <a:cubicBezTo>
                  <a:pt x="113781" y="29547"/>
                  <a:pt x="112663" y="30533"/>
                  <a:pt x="111451" y="31775"/>
                </a:cubicBezTo>
                <a:cubicBezTo>
                  <a:pt x="110240" y="33018"/>
                  <a:pt x="108842" y="34571"/>
                  <a:pt x="107258" y="36435"/>
                </a:cubicBezTo>
                <a:lnTo>
                  <a:pt x="107258" y="67465"/>
                </a:lnTo>
                <a:lnTo>
                  <a:pt x="99151" y="67465"/>
                </a:lnTo>
                <a:lnTo>
                  <a:pt x="99151" y="1584"/>
                </a:lnTo>
                <a:lnTo>
                  <a:pt x="107258" y="1584"/>
                </a:lnTo>
                <a:lnTo>
                  <a:pt x="107258" y="20674"/>
                </a:lnTo>
                <a:lnTo>
                  <a:pt x="106978" y="28048"/>
                </a:lnTo>
                <a:cubicBezTo>
                  <a:pt x="108252" y="26526"/>
                  <a:pt x="109502" y="25245"/>
                  <a:pt x="110729" y="24204"/>
                </a:cubicBezTo>
                <a:cubicBezTo>
                  <a:pt x="111956" y="23164"/>
                  <a:pt x="113183" y="22317"/>
                  <a:pt x="114410" y="21665"/>
                </a:cubicBezTo>
                <a:cubicBezTo>
                  <a:pt x="115637" y="21013"/>
                  <a:pt x="116887" y="20547"/>
                  <a:pt x="118160" y="20267"/>
                </a:cubicBezTo>
                <a:cubicBezTo>
                  <a:pt x="119434" y="19988"/>
                  <a:pt x="120754" y="19848"/>
                  <a:pt x="122121" y="19848"/>
                </a:cubicBezTo>
                <a:cubicBezTo>
                  <a:pt x="126780" y="19848"/>
                  <a:pt x="130383" y="21269"/>
                  <a:pt x="132930" y="24111"/>
                </a:cubicBezTo>
                <a:cubicBezTo>
                  <a:pt x="135477" y="26953"/>
                  <a:pt x="136750" y="31232"/>
                  <a:pt x="136750" y="36947"/>
                </a:cubicBezTo>
                <a:lnTo>
                  <a:pt x="136750" y="67465"/>
                </a:lnTo>
                <a:close/>
                <a:moveTo>
                  <a:pt x="190519" y="41606"/>
                </a:moveTo>
                <a:cubicBezTo>
                  <a:pt x="190519" y="42756"/>
                  <a:pt x="190504" y="43718"/>
                  <a:pt x="190473" y="44495"/>
                </a:cubicBezTo>
                <a:cubicBezTo>
                  <a:pt x="190441" y="45272"/>
                  <a:pt x="190395" y="46001"/>
                  <a:pt x="190333" y="46685"/>
                </a:cubicBezTo>
                <a:lnTo>
                  <a:pt x="157486" y="46685"/>
                </a:lnTo>
                <a:cubicBezTo>
                  <a:pt x="157486" y="51468"/>
                  <a:pt x="158821" y="55141"/>
                  <a:pt x="161493" y="57704"/>
                </a:cubicBezTo>
                <a:cubicBezTo>
                  <a:pt x="164164" y="60266"/>
                  <a:pt x="168015" y="61548"/>
                  <a:pt x="173047" y="61548"/>
                </a:cubicBezTo>
                <a:cubicBezTo>
                  <a:pt x="174414" y="61548"/>
                  <a:pt x="175781" y="61492"/>
                  <a:pt x="177147" y="61382"/>
                </a:cubicBezTo>
                <a:cubicBezTo>
                  <a:pt x="178514" y="61270"/>
                  <a:pt x="179834" y="61119"/>
                  <a:pt x="181108" y="60929"/>
                </a:cubicBezTo>
                <a:cubicBezTo>
                  <a:pt x="182381" y="60737"/>
                  <a:pt x="183600" y="60523"/>
                  <a:pt x="184765" y="60285"/>
                </a:cubicBezTo>
                <a:cubicBezTo>
                  <a:pt x="185930" y="60046"/>
                  <a:pt x="187009" y="59784"/>
                  <a:pt x="188003" y="59497"/>
                </a:cubicBezTo>
                <a:lnTo>
                  <a:pt x="188003" y="66160"/>
                </a:lnTo>
                <a:cubicBezTo>
                  <a:pt x="185798" y="66795"/>
                  <a:pt x="183305" y="67311"/>
                  <a:pt x="180525" y="67708"/>
                </a:cubicBezTo>
                <a:cubicBezTo>
                  <a:pt x="177745" y="68105"/>
                  <a:pt x="174864" y="68303"/>
                  <a:pt x="171882" y="68303"/>
                </a:cubicBezTo>
                <a:cubicBezTo>
                  <a:pt x="167876" y="68303"/>
                  <a:pt x="164428" y="67760"/>
                  <a:pt x="161539" y="66673"/>
                </a:cubicBezTo>
                <a:cubicBezTo>
                  <a:pt x="158650" y="65585"/>
                  <a:pt x="156282" y="64009"/>
                  <a:pt x="154434" y="61944"/>
                </a:cubicBezTo>
                <a:cubicBezTo>
                  <a:pt x="152586" y="59878"/>
                  <a:pt x="151219" y="57347"/>
                  <a:pt x="150334" y="54349"/>
                </a:cubicBezTo>
                <a:cubicBezTo>
                  <a:pt x="149449" y="51352"/>
                  <a:pt x="149006" y="47958"/>
                  <a:pt x="149006" y="44169"/>
                </a:cubicBezTo>
                <a:cubicBezTo>
                  <a:pt x="149006" y="40876"/>
                  <a:pt x="149480" y="37762"/>
                  <a:pt x="150427" y="34827"/>
                </a:cubicBezTo>
                <a:cubicBezTo>
                  <a:pt x="151374" y="31892"/>
                  <a:pt x="152757" y="29314"/>
                  <a:pt x="154574" y="27093"/>
                </a:cubicBezTo>
                <a:cubicBezTo>
                  <a:pt x="156391" y="24872"/>
                  <a:pt x="158619" y="23109"/>
                  <a:pt x="161260" y="21805"/>
                </a:cubicBezTo>
                <a:cubicBezTo>
                  <a:pt x="163900" y="20500"/>
                  <a:pt x="166897" y="19848"/>
                  <a:pt x="170252" y="19848"/>
                </a:cubicBezTo>
                <a:cubicBezTo>
                  <a:pt x="173513" y="19848"/>
                  <a:pt x="176402" y="20361"/>
                  <a:pt x="178918" y="21386"/>
                </a:cubicBezTo>
                <a:cubicBezTo>
                  <a:pt x="181434" y="22411"/>
                  <a:pt x="183554" y="23863"/>
                  <a:pt x="185278" y="25742"/>
                </a:cubicBezTo>
                <a:cubicBezTo>
                  <a:pt x="187001" y="27621"/>
                  <a:pt x="188306" y="29904"/>
                  <a:pt x="189191" y="32591"/>
                </a:cubicBezTo>
                <a:cubicBezTo>
                  <a:pt x="190076" y="35278"/>
                  <a:pt x="190519" y="38283"/>
                  <a:pt x="190519" y="41606"/>
                </a:cubicBezTo>
                <a:moveTo>
                  <a:pt x="182086" y="40442"/>
                </a:moveTo>
                <a:cubicBezTo>
                  <a:pt x="182179" y="38360"/>
                  <a:pt x="181977" y="36458"/>
                  <a:pt x="181480" y="34734"/>
                </a:cubicBezTo>
                <a:cubicBezTo>
                  <a:pt x="180983" y="33010"/>
                  <a:pt x="180215" y="31527"/>
                  <a:pt x="179174" y="30285"/>
                </a:cubicBezTo>
                <a:cubicBezTo>
                  <a:pt x="178133" y="29042"/>
                  <a:pt x="176837" y="28071"/>
                  <a:pt x="175284" y="27373"/>
                </a:cubicBezTo>
                <a:cubicBezTo>
                  <a:pt x="173731" y="26674"/>
                  <a:pt x="171929" y="26324"/>
                  <a:pt x="169879" y="26324"/>
                </a:cubicBezTo>
                <a:cubicBezTo>
                  <a:pt x="168109" y="26324"/>
                  <a:pt x="166493" y="26666"/>
                  <a:pt x="165033" y="27349"/>
                </a:cubicBezTo>
                <a:cubicBezTo>
                  <a:pt x="163574" y="28033"/>
                  <a:pt x="162316" y="28996"/>
                  <a:pt x="161260" y="30238"/>
                </a:cubicBezTo>
                <a:cubicBezTo>
                  <a:pt x="160203" y="31480"/>
                  <a:pt x="159349" y="32971"/>
                  <a:pt x="158697" y="34711"/>
                </a:cubicBezTo>
                <a:cubicBezTo>
                  <a:pt x="158045" y="36450"/>
                  <a:pt x="157641" y="38360"/>
                  <a:pt x="157486" y="40442"/>
                </a:cubicBezTo>
                <a:lnTo>
                  <a:pt x="182086" y="40442"/>
                </a:lnTo>
                <a:close/>
                <a:moveTo>
                  <a:pt x="298385" y="41606"/>
                </a:moveTo>
                <a:cubicBezTo>
                  <a:pt x="298385" y="42756"/>
                  <a:pt x="298369" y="43718"/>
                  <a:pt x="298338" y="44495"/>
                </a:cubicBezTo>
                <a:cubicBezTo>
                  <a:pt x="298307" y="45272"/>
                  <a:pt x="298260" y="46001"/>
                  <a:pt x="298198" y="46685"/>
                </a:cubicBezTo>
                <a:lnTo>
                  <a:pt x="265351" y="46685"/>
                </a:lnTo>
                <a:cubicBezTo>
                  <a:pt x="265351" y="51468"/>
                  <a:pt x="266687" y="55141"/>
                  <a:pt x="269358" y="57704"/>
                </a:cubicBezTo>
                <a:cubicBezTo>
                  <a:pt x="272029" y="60266"/>
                  <a:pt x="275881" y="61548"/>
                  <a:pt x="280913" y="61548"/>
                </a:cubicBezTo>
                <a:cubicBezTo>
                  <a:pt x="282280" y="61548"/>
                  <a:pt x="283646" y="61492"/>
                  <a:pt x="285013" y="61382"/>
                </a:cubicBezTo>
                <a:cubicBezTo>
                  <a:pt x="286380" y="61270"/>
                  <a:pt x="287700" y="61119"/>
                  <a:pt x="288973" y="60929"/>
                </a:cubicBezTo>
                <a:cubicBezTo>
                  <a:pt x="290247" y="60737"/>
                  <a:pt x="291466" y="60523"/>
                  <a:pt x="292631" y="60285"/>
                </a:cubicBezTo>
                <a:cubicBezTo>
                  <a:pt x="293795" y="60046"/>
                  <a:pt x="294875" y="59784"/>
                  <a:pt x="295869" y="59497"/>
                </a:cubicBezTo>
                <a:lnTo>
                  <a:pt x="295869" y="66160"/>
                </a:lnTo>
                <a:cubicBezTo>
                  <a:pt x="293663" y="66795"/>
                  <a:pt x="291171" y="67311"/>
                  <a:pt x="288391" y="67708"/>
                </a:cubicBezTo>
                <a:cubicBezTo>
                  <a:pt x="285611" y="68105"/>
                  <a:pt x="282730" y="68303"/>
                  <a:pt x="279748" y="68303"/>
                </a:cubicBezTo>
                <a:cubicBezTo>
                  <a:pt x="275741" y="68303"/>
                  <a:pt x="272293" y="67760"/>
                  <a:pt x="269405" y="66673"/>
                </a:cubicBezTo>
                <a:cubicBezTo>
                  <a:pt x="266516" y="65585"/>
                  <a:pt x="264148" y="64009"/>
                  <a:pt x="262299" y="61944"/>
                </a:cubicBezTo>
                <a:cubicBezTo>
                  <a:pt x="260451" y="59878"/>
                  <a:pt x="259085" y="57347"/>
                  <a:pt x="258199" y="54349"/>
                </a:cubicBezTo>
                <a:cubicBezTo>
                  <a:pt x="257314" y="51352"/>
                  <a:pt x="256872" y="47958"/>
                  <a:pt x="256872" y="44169"/>
                </a:cubicBezTo>
                <a:cubicBezTo>
                  <a:pt x="256872" y="40876"/>
                  <a:pt x="257345" y="37762"/>
                  <a:pt x="258293" y="34827"/>
                </a:cubicBezTo>
                <a:cubicBezTo>
                  <a:pt x="259240" y="31892"/>
                  <a:pt x="260622" y="29314"/>
                  <a:pt x="262439" y="27093"/>
                </a:cubicBezTo>
                <a:cubicBezTo>
                  <a:pt x="264256" y="24872"/>
                  <a:pt x="266485" y="23109"/>
                  <a:pt x="269125" y="21805"/>
                </a:cubicBezTo>
                <a:cubicBezTo>
                  <a:pt x="271765" y="20500"/>
                  <a:pt x="274763" y="19848"/>
                  <a:pt x="278117" y="19848"/>
                </a:cubicBezTo>
                <a:cubicBezTo>
                  <a:pt x="281379" y="19848"/>
                  <a:pt x="284267" y="20361"/>
                  <a:pt x="286783" y="21386"/>
                </a:cubicBezTo>
                <a:cubicBezTo>
                  <a:pt x="289299" y="22411"/>
                  <a:pt x="291419" y="23863"/>
                  <a:pt x="293143" y="25742"/>
                </a:cubicBezTo>
                <a:cubicBezTo>
                  <a:pt x="294867" y="27621"/>
                  <a:pt x="296172" y="29904"/>
                  <a:pt x="297057" y="32591"/>
                </a:cubicBezTo>
                <a:cubicBezTo>
                  <a:pt x="297942" y="35278"/>
                  <a:pt x="298385" y="38283"/>
                  <a:pt x="298385" y="41606"/>
                </a:cubicBezTo>
                <a:moveTo>
                  <a:pt x="289952" y="40442"/>
                </a:moveTo>
                <a:cubicBezTo>
                  <a:pt x="290045" y="38360"/>
                  <a:pt x="289843" y="36458"/>
                  <a:pt x="289346" y="34734"/>
                </a:cubicBezTo>
                <a:cubicBezTo>
                  <a:pt x="288849" y="33010"/>
                  <a:pt x="288080" y="31527"/>
                  <a:pt x="287040" y="30285"/>
                </a:cubicBezTo>
                <a:cubicBezTo>
                  <a:pt x="285999" y="29042"/>
                  <a:pt x="284702" y="28071"/>
                  <a:pt x="283149" y="27373"/>
                </a:cubicBezTo>
                <a:cubicBezTo>
                  <a:pt x="281596" y="26674"/>
                  <a:pt x="279795" y="26324"/>
                  <a:pt x="277745" y="26324"/>
                </a:cubicBezTo>
                <a:cubicBezTo>
                  <a:pt x="275974" y="26324"/>
                  <a:pt x="274359" y="26666"/>
                  <a:pt x="272899" y="27349"/>
                </a:cubicBezTo>
                <a:cubicBezTo>
                  <a:pt x="271439" y="28033"/>
                  <a:pt x="270181" y="28996"/>
                  <a:pt x="269125" y="30238"/>
                </a:cubicBezTo>
                <a:cubicBezTo>
                  <a:pt x="268069" y="31480"/>
                  <a:pt x="267215" y="32971"/>
                  <a:pt x="266563" y="34711"/>
                </a:cubicBezTo>
                <a:cubicBezTo>
                  <a:pt x="265910" y="36450"/>
                  <a:pt x="265507" y="38360"/>
                  <a:pt x="265351" y="40442"/>
                </a:cubicBezTo>
                <a:lnTo>
                  <a:pt x="289952" y="40442"/>
                </a:lnTo>
                <a:close/>
                <a:moveTo>
                  <a:pt x="312644" y="20687"/>
                </a:moveTo>
                <a:lnTo>
                  <a:pt x="320052" y="20687"/>
                </a:lnTo>
                <a:lnTo>
                  <a:pt x="320285" y="29284"/>
                </a:lnTo>
                <a:cubicBezTo>
                  <a:pt x="323049" y="25969"/>
                  <a:pt x="325775" y="23567"/>
                  <a:pt x="328462" y="22080"/>
                </a:cubicBezTo>
                <a:cubicBezTo>
                  <a:pt x="331148" y="20592"/>
                  <a:pt x="333858" y="19848"/>
                  <a:pt x="336592" y="19848"/>
                </a:cubicBezTo>
                <a:cubicBezTo>
                  <a:pt x="341437" y="19848"/>
                  <a:pt x="345110" y="21413"/>
                  <a:pt x="347611" y="24542"/>
                </a:cubicBezTo>
                <a:cubicBezTo>
                  <a:pt x="350111" y="27672"/>
                  <a:pt x="351268" y="32319"/>
                  <a:pt x="351082" y="38485"/>
                </a:cubicBezTo>
                <a:lnTo>
                  <a:pt x="342882" y="38485"/>
                </a:lnTo>
                <a:cubicBezTo>
                  <a:pt x="342975" y="34401"/>
                  <a:pt x="342377" y="31439"/>
                  <a:pt x="341088" y="29599"/>
                </a:cubicBezTo>
                <a:cubicBezTo>
                  <a:pt x="339799" y="27757"/>
                  <a:pt x="337912" y="26837"/>
                  <a:pt x="335427" y="26837"/>
                </a:cubicBezTo>
                <a:cubicBezTo>
                  <a:pt x="334340" y="26837"/>
                  <a:pt x="333245" y="27030"/>
                  <a:pt x="332142" y="27418"/>
                </a:cubicBezTo>
                <a:cubicBezTo>
                  <a:pt x="331040" y="27804"/>
                  <a:pt x="329906" y="28422"/>
                  <a:pt x="328741" y="29273"/>
                </a:cubicBezTo>
                <a:cubicBezTo>
                  <a:pt x="327576" y="30123"/>
                  <a:pt x="326342" y="31213"/>
                  <a:pt x="325037" y="32544"/>
                </a:cubicBezTo>
                <a:cubicBezTo>
                  <a:pt x="323733" y="33874"/>
                  <a:pt x="322335" y="35482"/>
                  <a:pt x="320844" y="37369"/>
                </a:cubicBezTo>
                <a:lnTo>
                  <a:pt x="320844" y="67465"/>
                </a:lnTo>
                <a:lnTo>
                  <a:pt x="312644" y="67465"/>
                </a:lnTo>
                <a:lnTo>
                  <a:pt x="312644" y="20687"/>
                </a:lnTo>
                <a:close/>
                <a:moveTo>
                  <a:pt x="364502" y="20687"/>
                </a:moveTo>
                <a:lnTo>
                  <a:pt x="371910" y="20687"/>
                </a:lnTo>
                <a:lnTo>
                  <a:pt x="372143" y="29284"/>
                </a:lnTo>
                <a:cubicBezTo>
                  <a:pt x="374908" y="25969"/>
                  <a:pt x="377633" y="23567"/>
                  <a:pt x="380320" y="22080"/>
                </a:cubicBezTo>
                <a:cubicBezTo>
                  <a:pt x="383007" y="20592"/>
                  <a:pt x="385717" y="19848"/>
                  <a:pt x="388450" y="19848"/>
                </a:cubicBezTo>
                <a:cubicBezTo>
                  <a:pt x="393296" y="19848"/>
                  <a:pt x="396969" y="21413"/>
                  <a:pt x="399469" y="24542"/>
                </a:cubicBezTo>
                <a:cubicBezTo>
                  <a:pt x="401970" y="27672"/>
                  <a:pt x="403127" y="32319"/>
                  <a:pt x="402940" y="38485"/>
                </a:cubicBezTo>
                <a:lnTo>
                  <a:pt x="394740" y="38485"/>
                </a:lnTo>
                <a:cubicBezTo>
                  <a:pt x="394833" y="34401"/>
                  <a:pt x="394235" y="31439"/>
                  <a:pt x="392946" y="29599"/>
                </a:cubicBezTo>
                <a:cubicBezTo>
                  <a:pt x="391657" y="27757"/>
                  <a:pt x="389770" y="26837"/>
                  <a:pt x="387286" y="26837"/>
                </a:cubicBezTo>
                <a:cubicBezTo>
                  <a:pt x="386198" y="26837"/>
                  <a:pt x="385103" y="27030"/>
                  <a:pt x="384001" y="27418"/>
                </a:cubicBezTo>
                <a:cubicBezTo>
                  <a:pt x="382898" y="27804"/>
                  <a:pt x="381764" y="28422"/>
                  <a:pt x="380600" y="29273"/>
                </a:cubicBezTo>
                <a:cubicBezTo>
                  <a:pt x="379435" y="30123"/>
                  <a:pt x="378200" y="31213"/>
                  <a:pt x="376896" y="32544"/>
                </a:cubicBezTo>
                <a:cubicBezTo>
                  <a:pt x="375591" y="33874"/>
                  <a:pt x="374193" y="35482"/>
                  <a:pt x="372702" y="37369"/>
                </a:cubicBezTo>
                <a:lnTo>
                  <a:pt x="372702" y="67465"/>
                </a:lnTo>
                <a:lnTo>
                  <a:pt x="364502" y="67465"/>
                </a:lnTo>
                <a:lnTo>
                  <a:pt x="364502" y="20687"/>
                </a:lnTo>
                <a:close/>
                <a:moveTo>
                  <a:pt x="455172" y="43703"/>
                </a:moveTo>
                <a:cubicBezTo>
                  <a:pt x="455172" y="47337"/>
                  <a:pt x="454659" y="50668"/>
                  <a:pt x="453634" y="53697"/>
                </a:cubicBezTo>
                <a:cubicBezTo>
                  <a:pt x="452609" y="56725"/>
                  <a:pt x="451134" y="59319"/>
                  <a:pt x="449208" y="61478"/>
                </a:cubicBezTo>
                <a:cubicBezTo>
                  <a:pt x="447282" y="63636"/>
                  <a:pt x="444937" y="65314"/>
                  <a:pt x="442173" y="66510"/>
                </a:cubicBezTo>
                <a:cubicBezTo>
                  <a:pt x="439408" y="67705"/>
                  <a:pt x="436271" y="68303"/>
                  <a:pt x="432761" y="68303"/>
                </a:cubicBezTo>
                <a:cubicBezTo>
                  <a:pt x="429406" y="68303"/>
                  <a:pt x="426401" y="67783"/>
                  <a:pt x="423746" y="66742"/>
                </a:cubicBezTo>
                <a:cubicBezTo>
                  <a:pt x="421090" y="65702"/>
                  <a:pt x="418838" y="64172"/>
                  <a:pt x="416990" y="62153"/>
                </a:cubicBezTo>
                <a:cubicBezTo>
                  <a:pt x="415142" y="60134"/>
                  <a:pt x="413728" y="57634"/>
                  <a:pt x="412750" y="54652"/>
                </a:cubicBezTo>
                <a:cubicBezTo>
                  <a:pt x="411772" y="51670"/>
                  <a:pt x="411282" y="48238"/>
                  <a:pt x="411282" y="44355"/>
                </a:cubicBezTo>
                <a:cubicBezTo>
                  <a:pt x="411282" y="40721"/>
                  <a:pt x="411795" y="37405"/>
                  <a:pt x="412820" y="34408"/>
                </a:cubicBezTo>
                <a:cubicBezTo>
                  <a:pt x="413845" y="31411"/>
                  <a:pt x="415320" y="28832"/>
                  <a:pt x="417246" y="26674"/>
                </a:cubicBezTo>
                <a:cubicBezTo>
                  <a:pt x="419172" y="24515"/>
                  <a:pt x="421517" y="22838"/>
                  <a:pt x="424281" y="21642"/>
                </a:cubicBezTo>
                <a:cubicBezTo>
                  <a:pt x="427046" y="20446"/>
                  <a:pt x="430183" y="19848"/>
                  <a:pt x="433693" y="19848"/>
                </a:cubicBezTo>
                <a:cubicBezTo>
                  <a:pt x="437047" y="19848"/>
                  <a:pt x="440053" y="20368"/>
                  <a:pt x="442708" y="21409"/>
                </a:cubicBezTo>
                <a:cubicBezTo>
                  <a:pt x="445364" y="22449"/>
                  <a:pt x="447616" y="23971"/>
                  <a:pt x="449464" y="25975"/>
                </a:cubicBezTo>
                <a:cubicBezTo>
                  <a:pt x="451312" y="27978"/>
                  <a:pt x="452726" y="30471"/>
                  <a:pt x="453704" y="33453"/>
                </a:cubicBezTo>
                <a:cubicBezTo>
                  <a:pt x="454682" y="36435"/>
                  <a:pt x="455172" y="39851"/>
                  <a:pt x="455172" y="43703"/>
                </a:cubicBezTo>
                <a:moveTo>
                  <a:pt x="446878" y="44076"/>
                </a:moveTo>
                <a:cubicBezTo>
                  <a:pt x="446878" y="41187"/>
                  <a:pt x="446560" y="38663"/>
                  <a:pt x="445923" y="36505"/>
                </a:cubicBezTo>
                <a:cubicBezTo>
                  <a:pt x="445286" y="34346"/>
                  <a:pt x="444378" y="32544"/>
                  <a:pt x="443198" y="31100"/>
                </a:cubicBezTo>
                <a:cubicBezTo>
                  <a:pt x="442017" y="29656"/>
                  <a:pt x="440581" y="28568"/>
                  <a:pt x="438888" y="27838"/>
                </a:cubicBezTo>
                <a:cubicBezTo>
                  <a:pt x="437195" y="27109"/>
                  <a:pt x="435308" y="26744"/>
                  <a:pt x="433227" y="26744"/>
                </a:cubicBezTo>
                <a:cubicBezTo>
                  <a:pt x="430804" y="26744"/>
                  <a:pt x="428731" y="27217"/>
                  <a:pt x="427007" y="28165"/>
                </a:cubicBezTo>
                <a:cubicBezTo>
                  <a:pt x="425283" y="29112"/>
                  <a:pt x="423870" y="30378"/>
                  <a:pt x="422767" y="31962"/>
                </a:cubicBezTo>
                <a:cubicBezTo>
                  <a:pt x="421664" y="33546"/>
                  <a:pt x="420857" y="35386"/>
                  <a:pt x="420344" y="37483"/>
                </a:cubicBezTo>
                <a:cubicBezTo>
                  <a:pt x="419832" y="39580"/>
                  <a:pt x="419576" y="41777"/>
                  <a:pt x="419576" y="44076"/>
                </a:cubicBezTo>
                <a:cubicBezTo>
                  <a:pt x="419576" y="46964"/>
                  <a:pt x="419894" y="49496"/>
                  <a:pt x="420531" y="51670"/>
                </a:cubicBezTo>
                <a:cubicBezTo>
                  <a:pt x="421168" y="53844"/>
                  <a:pt x="422076" y="55654"/>
                  <a:pt x="423256" y="57098"/>
                </a:cubicBezTo>
                <a:cubicBezTo>
                  <a:pt x="424437" y="58542"/>
                  <a:pt x="425866" y="59629"/>
                  <a:pt x="427543" y="60359"/>
                </a:cubicBezTo>
                <a:cubicBezTo>
                  <a:pt x="429220" y="61089"/>
                  <a:pt x="431115" y="61454"/>
                  <a:pt x="433227" y="61454"/>
                </a:cubicBezTo>
                <a:cubicBezTo>
                  <a:pt x="435650" y="61454"/>
                  <a:pt x="437723" y="60981"/>
                  <a:pt x="439447" y="60033"/>
                </a:cubicBezTo>
                <a:cubicBezTo>
                  <a:pt x="441171" y="59086"/>
                  <a:pt x="442584" y="57820"/>
                  <a:pt x="443687" y="56236"/>
                </a:cubicBezTo>
                <a:cubicBezTo>
                  <a:pt x="444789" y="54652"/>
                  <a:pt x="445597" y="52812"/>
                  <a:pt x="446110" y="50715"/>
                </a:cubicBezTo>
                <a:cubicBezTo>
                  <a:pt x="446622" y="48618"/>
                  <a:pt x="446878" y="46405"/>
                  <a:pt x="446878" y="44076"/>
                </a:cubicBezTo>
                <a:close/>
                <a:moveTo>
                  <a:pt x="468219" y="20687"/>
                </a:moveTo>
                <a:lnTo>
                  <a:pt x="475627" y="20687"/>
                </a:lnTo>
                <a:lnTo>
                  <a:pt x="475860" y="29284"/>
                </a:lnTo>
                <a:cubicBezTo>
                  <a:pt x="478625" y="25969"/>
                  <a:pt x="481350" y="23567"/>
                  <a:pt x="484037" y="22080"/>
                </a:cubicBezTo>
                <a:cubicBezTo>
                  <a:pt x="486724" y="20592"/>
                  <a:pt x="489434" y="19848"/>
                  <a:pt x="492167" y="19848"/>
                </a:cubicBezTo>
                <a:cubicBezTo>
                  <a:pt x="497013" y="19848"/>
                  <a:pt x="500686" y="21413"/>
                  <a:pt x="503186" y="24542"/>
                </a:cubicBezTo>
                <a:cubicBezTo>
                  <a:pt x="505687" y="27672"/>
                  <a:pt x="506844" y="32319"/>
                  <a:pt x="506657" y="38485"/>
                </a:cubicBezTo>
                <a:lnTo>
                  <a:pt x="498457" y="38485"/>
                </a:lnTo>
                <a:cubicBezTo>
                  <a:pt x="498550" y="34401"/>
                  <a:pt x="497952" y="31439"/>
                  <a:pt x="496663" y="29599"/>
                </a:cubicBezTo>
                <a:cubicBezTo>
                  <a:pt x="495374" y="27757"/>
                  <a:pt x="493487" y="26837"/>
                  <a:pt x="491003" y="26837"/>
                </a:cubicBezTo>
                <a:cubicBezTo>
                  <a:pt x="489915" y="26837"/>
                  <a:pt x="488821" y="27030"/>
                  <a:pt x="487718" y="27418"/>
                </a:cubicBezTo>
                <a:cubicBezTo>
                  <a:pt x="486615" y="27804"/>
                  <a:pt x="485481" y="28422"/>
                  <a:pt x="484317" y="29273"/>
                </a:cubicBezTo>
                <a:cubicBezTo>
                  <a:pt x="483152" y="30123"/>
                  <a:pt x="481917" y="31213"/>
                  <a:pt x="480613" y="32544"/>
                </a:cubicBezTo>
                <a:cubicBezTo>
                  <a:pt x="479308" y="33874"/>
                  <a:pt x="477910" y="35482"/>
                  <a:pt x="476419" y="37369"/>
                </a:cubicBezTo>
                <a:lnTo>
                  <a:pt x="476419" y="67465"/>
                </a:lnTo>
                <a:lnTo>
                  <a:pt x="468219" y="67465"/>
                </a:lnTo>
                <a:lnTo>
                  <a:pt x="468219" y="20687"/>
                </a:lnTo>
                <a:close/>
                <a:moveTo>
                  <a:pt x="589072" y="27396"/>
                </a:moveTo>
                <a:lnTo>
                  <a:pt x="575234" y="27396"/>
                </a:lnTo>
                <a:lnTo>
                  <a:pt x="575234" y="20687"/>
                </a:lnTo>
                <a:lnTo>
                  <a:pt x="597272" y="20687"/>
                </a:lnTo>
                <a:lnTo>
                  <a:pt x="597272" y="60709"/>
                </a:lnTo>
                <a:lnTo>
                  <a:pt x="611203" y="60709"/>
                </a:lnTo>
                <a:lnTo>
                  <a:pt x="611203" y="67465"/>
                </a:lnTo>
                <a:lnTo>
                  <a:pt x="573696" y="67465"/>
                </a:lnTo>
                <a:lnTo>
                  <a:pt x="573696" y="60709"/>
                </a:lnTo>
                <a:lnTo>
                  <a:pt x="589072" y="60709"/>
                </a:lnTo>
                <a:lnTo>
                  <a:pt x="589072" y="27396"/>
                </a:lnTo>
                <a:moveTo>
                  <a:pt x="591914" y="1025"/>
                </a:moveTo>
                <a:cubicBezTo>
                  <a:pt x="592815" y="1025"/>
                  <a:pt x="593653" y="1188"/>
                  <a:pt x="594430" y="1514"/>
                </a:cubicBezTo>
                <a:cubicBezTo>
                  <a:pt x="595206" y="1840"/>
                  <a:pt x="595882" y="2299"/>
                  <a:pt x="596456" y="2889"/>
                </a:cubicBezTo>
                <a:cubicBezTo>
                  <a:pt x="597031" y="3479"/>
                  <a:pt x="597482" y="4154"/>
                  <a:pt x="597808" y="4915"/>
                </a:cubicBezTo>
                <a:cubicBezTo>
                  <a:pt x="598134" y="5676"/>
                  <a:pt x="598297" y="6507"/>
                  <a:pt x="598297" y="7408"/>
                </a:cubicBezTo>
                <a:cubicBezTo>
                  <a:pt x="598297" y="8278"/>
                  <a:pt x="598134" y="9101"/>
                  <a:pt x="597808" y="9877"/>
                </a:cubicBezTo>
                <a:cubicBezTo>
                  <a:pt x="597482" y="10654"/>
                  <a:pt x="597031" y="11337"/>
                  <a:pt x="596456" y="11927"/>
                </a:cubicBezTo>
                <a:cubicBezTo>
                  <a:pt x="595882" y="12518"/>
                  <a:pt x="595206" y="12976"/>
                  <a:pt x="594430" y="13302"/>
                </a:cubicBezTo>
                <a:cubicBezTo>
                  <a:pt x="593653" y="13628"/>
                  <a:pt x="592815" y="13791"/>
                  <a:pt x="591914" y="13791"/>
                </a:cubicBezTo>
                <a:cubicBezTo>
                  <a:pt x="591013" y="13791"/>
                  <a:pt x="590174" y="13628"/>
                  <a:pt x="589398" y="13302"/>
                </a:cubicBezTo>
                <a:cubicBezTo>
                  <a:pt x="588621" y="12976"/>
                  <a:pt x="587946" y="12518"/>
                  <a:pt x="587371" y="11927"/>
                </a:cubicBezTo>
                <a:cubicBezTo>
                  <a:pt x="586797" y="11337"/>
                  <a:pt x="586346" y="10654"/>
                  <a:pt x="586020" y="9877"/>
                </a:cubicBezTo>
                <a:cubicBezTo>
                  <a:pt x="585694" y="9101"/>
                  <a:pt x="585531" y="8278"/>
                  <a:pt x="585531" y="7408"/>
                </a:cubicBezTo>
                <a:cubicBezTo>
                  <a:pt x="585531" y="6507"/>
                  <a:pt x="585694" y="5676"/>
                  <a:pt x="586020" y="4915"/>
                </a:cubicBezTo>
                <a:cubicBezTo>
                  <a:pt x="586346" y="4154"/>
                  <a:pt x="586797" y="3479"/>
                  <a:pt x="587371" y="2889"/>
                </a:cubicBezTo>
                <a:cubicBezTo>
                  <a:pt x="587946" y="2299"/>
                  <a:pt x="588621" y="1840"/>
                  <a:pt x="589398" y="1514"/>
                </a:cubicBezTo>
                <a:cubicBezTo>
                  <a:pt x="590174" y="1188"/>
                  <a:pt x="591013" y="1025"/>
                  <a:pt x="591914" y="1025"/>
                </a:cubicBezTo>
                <a:close/>
                <a:moveTo>
                  <a:pt x="662036" y="54699"/>
                </a:moveTo>
                <a:cubicBezTo>
                  <a:pt x="662036" y="56345"/>
                  <a:pt x="661757" y="57820"/>
                  <a:pt x="661198" y="59125"/>
                </a:cubicBezTo>
                <a:cubicBezTo>
                  <a:pt x="660638" y="60429"/>
                  <a:pt x="659877" y="61586"/>
                  <a:pt x="658915" y="62596"/>
                </a:cubicBezTo>
                <a:cubicBezTo>
                  <a:pt x="657952" y="63605"/>
                  <a:pt x="656833" y="64467"/>
                  <a:pt x="655560" y="65182"/>
                </a:cubicBezTo>
                <a:cubicBezTo>
                  <a:pt x="654286" y="65896"/>
                  <a:pt x="652928" y="66486"/>
                  <a:pt x="651483" y="66952"/>
                </a:cubicBezTo>
                <a:cubicBezTo>
                  <a:pt x="650039" y="67418"/>
                  <a:pt x="648556" y="67760"/>
                  <a:pt x="647034" y="67977"/>
                </a:cubicBezTo>
                <a:cubicBezTo>
                  <a:pt x="645512" y="68195"/>
                  <a:pt x="644021" y="68303"/>
                  <a:pt x="642561" y="68303"/>
                </a:cubicBezTo>
                <a:cubicBezTo>
                  <a:pt x="639393" y="68303"/>
                  <a:pt x="636481" y="68164"/>
                  <a:pt x="633825" y="67884"/>
                </a:cubicBezTo>
                <a:cubicBezTo>
                  <a:pt x="631169" y="67604"/>
                  <a:pt x="628568" y="67154"/>
                  <a:pt x="626021" y="66533"/>
                </a:cubicBezTo>
                <a:lnTo>
                  <a:pt x="626021" y="59078"/>
                </a:lnTo>
                <a:cubicBezTo>
                  <a:pt x="628754" y="59855"/>
                  <a:pt x="631472" y="60445"/>
                  <a:pt x="634174" y="60849"/>
                </a:cubicBezTo>
                <a:cubicBezTo>
                  <a:pt x="636877" y="61252"/>
                  <a:pt x="639563" y="61454"/>
                  <a:pt x="642235" y="61454"/>
                </a:cubicBezTo>
                <a:cubicBezTo>
                  <a:pt x="646117" y="61454"/>
                  <a:pt x="648991" y="60926"/>
                  <a:pt x="650854" y="59870"/>
                </a:cubicBezTo>
                <a:cubicBezTo>
                  <a:pt x="652718" y="58814"/>
                  <a:pt x="653650" y="57308"/>
                  <a:pt x="653650" y="55351"/>
                </a:cubicBezTo>
                <a:cubicBezTo>
                  <a:pt x="653650" y="54512"/>
                  <a:pt x="653502" y="53759"/>
                  <a:pt x="653207" y="53091"/>
                </a:cubicBezTo>
                <a:cubicBezTo>
                  <a:pt x="652912" y="52423"/>
                  <a:pt x="652376" y="51787"/>
                  <a:pt x="651600" y="51181"/>
                </a:cubicBezTo>
                <a:cubicBezTo>
                  <a:pt x="650823" y="50575"/>
                  <a:pt x="649620" y="49946"/>
                  <a:pt x="647989" y="49294"/>
                </a:cubicBezTo>
                <a:cubicBezTo>
                  <a:pt x="646358" y="48642"/>
                  <a:pt x="644129" y="47896"/>
                  <a:pt x="641303" y="47058"/>
                </a:cubicBezTo>
                <a:cubicBezTo>
                  <a:pt x="639191" y="46436"/>
                  <a:pt x="637242" y="45730"/>
                  <a:pt x="635456" y="44938"/>
                </a:cubicBezTo>
                <a:cubicBezTo>
                  <a:pt x="633670" y="44146"/>
                  <a:pt x="632124" y="43206"/>
                  <a:pt x="630820" y="42119"/>
                </a:cubicBezTo>
                <a:cubicBezTo>
                  <a:pt x="629515" y="41032"/>
                  <a:pt x="628490" y="39758"/>
                  <a:pt x="627745" y="38298"/>
                </a:cubicBezTo>
                <a:cubicBezTo>
                  <a:pt x="626999" y="36838"/>
                  <a:pt x="626627" y="35115"/>
                  <a:pt x="626627" y="33127"/>
                </a:cubicBezTo>
                <a:cubicBezTo>
                  <a:pt x="626627" y="31822"/>
                  <a:pt x="626929" y="30393"/>
                  <a:pt x="627535" y="28840"/>
                </a:cubicBezTo>
                <a:cubicBezTo>
                  <a:pt x="628141" y="27287"/>
                  <a:pt x="629174" y="25843"/>
                  <a:pt x="630633" y="24507"/>
                </a:cubicBezTo>
                <a:cubicBezTo>
                  <a:pt x="632093" y="23172"/>
                  <a:pt x="634066" y="22061"/>
                  <a:pt x="636551" y="21176"/>
                </a:cubicBezTo>
                <a:cubicBezTo>
                  <a:pt x="639035" y="20291"/>
                  <a:pt x="642142" y="19848"/>
                  <a:pt x="645869" y="19848"/>
                </a:cubicBezTo>
                <a:cubicBezTo>
                  <a:pt x="647701" y="19848"/>
                  <a:pt x="649736" y="19949"/>
                  <a:pt x="651972" y="20151"/>
                </a:cubicBezTo>
                <a:cubicBezTo>
                  <a:pt x="654209" y="20353"/>
                  <a:pt x="656538" y="20702"/>
                  <a:pt x="658961" y="21199"/>
                </a:cubicBezTo>
                <a:lnTo>
                  <a:pt x="658961" y="28421"/>
                </a:lnTo>
                <a:cubicBezTo>
                  <a:pt x="656414" y="27800"/>
                  <a:pt x="653999" y="27342"/>
                  <a:pt x="651716" y="27046"/>
                </a:cubicBezTo>
                <a:cubicBezTo>
                  <a:pt x="649433" y="26751"/>
                  <a:pt x="647453" y="26604"/>
                  <a:pt x="645776" y="26604"/>
                </a:cubicBezTo>
                <a:cubicBezTo>
                  <a:pt x="643757" y="26604"/>
                  <a:pt x="642056" y="26759"/>
                  <a:pt x="640674" y="27070"/>
                </a:cubicBezTo>
                <a:cubicBezTo>
                  <a:pt x="639292" y="27380"/>
                  <a:pt x="638174" y="27807"/>
                  <a:pt x="637319" y="28351"/>
                </a:cubicBezTo>
                <a:cubicBezTo>
                  <a:pt x="636465" y="28895"/>
                  <a:pt x="635852" y="29531"/>
                  <a:pt x="635479" y="30261"/>
                </a:cubicBezTo>
                <a:cubicBezTo>
                  <a:pt x="635106" y="30991"/>
                  <a:pt x="634920" y="31775"/>
                  <a:pt x="634920" y="32614"/>
                </a:cubicBezTo>
                <a:cubicBezTo>
                  <a:pt x="634920" y="33453"/>
                  <a:pt x="635083" y="34214"/>
                  <a:pt x="635409" y="34897"/>
                </a:cubicBezTo>
                <a:cubicBezTo>
                  <a:pt x="635735" y="35580"/>
                  <a:pt x="636341" y="36241"/>
                  <a:pt x="637226" y="36877"/>
                </a:cubicBezTo>
                <a:cubicBezTo>
                  <a:pt x="638111" y="37514"/>
                  <a:pt x="639346" y="38151"/>
                  <a:pt x="640930" y="38788"/>
                </a:cubicBezTo>
                <a:cubicBezTo>
                  <a:pt x="642514" y="39424"/>
                  <a:pt x="644580" y="40115"/>
                  <a:pt x="647127" y="40861"/>
                </a:cubicBezTo>
                <a:cubicBezTo>
                  <a:pt x="649891" y="41668"/>
                  <a:pt x="652221" y="42515"/>
                  <a:pt x="654116" y="43400"/>
                </a:cubicBezTo>
                <a:cubicBezTo>
                  <a:pt x="656010" y="44285"/>
                  <a:pt x="657548" y="45272"/>
                  <a:pt x="658728" y="46359"/>
                </a:cubicBezTo>
                <a:cubicBezTo>
                  <a:pt x="659908" y="47446"/>
                  <a:pt x="660755" y="48673"/>
                  <a:pt x="661267" y="50039"/>
                </a:cubicBezTo>
                <a:cubicBezTo>
                  <a:pt x="661780" y="51406"/>
                  <a:pt x="662036" y="52959"/>
                  <a:pt x="662036" y="54699"/>
                </a:cubicBezTo>
                <a:close/>
                <a:moveTo>
                  <a:pt x="770554" y="66766"/>
                </a:moveTo>
                <a:cubicBezTo>
                  <a:pt x="768722" y="67248"/>
                  <a:pt x="766827" y="67594"/>
                  <a:pt x="764870" y="67802"/>
                </a:cubicBezTo>
                <a:cubicBezTo>
                  <a:pt x="762913" y="68012"/>
                  <a:pt x="760925" y="68117"/>
                  <a:pt x="758906" y="68117"/>
                </a:cubicBezTo>
                <a:cubicBezTo>
                  <a:pt x="753036" y="68117"/>
                  <a:pt x="748656" y="66789"/>
                  <a:pt x="745767" y="64133"/>
                </a:cubicBezTo>
                <a:cubicBezTo>
                  <a:pt x="742879" y="61478"/>
                  <a:pt x="741434" y="57401"/>
                  <a:pt x="741434" y="51903"/>
                </a:cubicBezTo>
                <a:lnTo>
                  <a:pt x="741434" y="27489"/>
                </a:lnTo>
                <a:lnTo>
                  <a:pt x="728342" y="27489"/>
                </a:lnTo>
                <a:lnTo>
                  <a:pt x="728342" y="20687"/>
                </a:lnTo>
                <a:lnTo>
                  <a:pt x="741434" y="20687"/>
                </a:lnTo>
                <a:lnTo>
                  <a:pt x="741434" y="7787"/>
                </a:lnTo>
                <a:lnTo>
                  <a:pt x="749541" y="5684"/>
                </a:lnTo>
                <a:lnTo>
                  <a:pt x="749541" y="20687"/>
                </a:lnTo>
                <a:lnTo>
                  <a:pt x="770554" y="20687"/>
                </a:lnTo>
                <a:lnTo>
                  <a:pt x="770554" y="27489"/>
                </a:lnTo>
                <a:lnTo>
                  <a:pt x="749541" y="27489"/>
                </a:lnTo>
                <a:lnTo>
                  <a:pt x="749541" y="51251"/>
                </a:lnTo>
                <a:cubicBezTo>
                  <a:pt x="749541" y="54605"/>
                  <a:pt x="750434" y="57114"/>
                  <a:pt x="752220" y="58775"/>
                </a:cubicBezTo>
                <a:cubicBezTo>
                  <a:pt x="754006" y="60437"/>
                  <a:pt x="756639" y="61268"/>
                  <a:pt x="760118" y="61268"/>
                </a:cubicBezTo>
                <a:cubicBezTo>
                  <a:pt x="761609" y="61268"/>
                  <a:pt x="763239" y="61148"/>
                  <a:pt x="765010" y="60908"/>
                </a:cubicBezTo>
                <a:cubicBezTo>
                  <a:pt x="766780" y="60668"/>
                  <a:pt x="768628" y="60291"/>
                  <a:pt x="770554" y="59777"/>
                </a:cubicBezTo>
                <a:lnTo>
                  <a:pt x="770554" y="66766"/>
                </a:lnTo>
                <a:close/>
                <a:moveTo>
                  <a:pt x="786630" y="20687"/>
                </a:moveTo>
                <a:lnTo>
                  <a:pt x="794038" y="20687"/>
                </a:lnTo>
                <a:lnTo>
                  <a:pt x="794271" y="29284"/>
                </a:lnTo>
                <a:cubicBezTo>
                  <a:pt x="797036" y="25969"/>
                  <a:pt x="799761" y="23567"/>
                  <a:pt x="802448" y="22080"/>
                </a:cubicBezTo>
                <a:cubicBezTo>
                  <a:pt x="805135" y="20592"/>
                  <a:pt x="807845" y="19848"/>
                  <a:pt x="810578" y="19848"/>
                </a:cubicBezTo>
                <a:cubicBezTo>
                  <a:pt x="815424" y="19848"/>
                  <a:pt x="819097" y="21413"/>
                  <a:pt x="821597" y="24542"/>
                </a:cubicBezTo>
                <a:cubicBezTo>
                  <a:pt x="824098" y="27672"/>
                  <a:pt x="825255" y="32319"/>
                  <a:pt x="825068" y="38485"/>
                </a:cubicBezTo>
                <a:lnTo>
                  <a:pt x="816868" y="38485"/>
                </a:lnTo>
                <a:cubicBezTo>
                  <a:pt x="816961" y="34401"/>
                  <a:pt x="816363" y="31439"/>
                  <a:pt x="815074" y="29599"/>
                </a:cubicBezTo>
                <a:cubicBezTo>
                  <a:pt x="813785" y="27757"/>
                  <a:pt x="811898" y="26837"/>
                  <a:pt x="809414" y="26837"/>
                </a:cubicBezTo>
                <a:cubicBezTo>
                  <a:pt x="808326" y="26837"/>
                  <a:pt x="807231" y="27030"/>
                  <a:pt x="806129" y="27418"/>
                </a:cubicBezTo>
                <a:cubicBezTo>
                  <a:pt x="805026" y="27804"/>
                  <a:pt x="803892" y="28422"/>
                  <a:pt x="802728" y="29273"/>
                </a:cubicBezTo>
                <a:cubicBezTo>
                  <a:pt x="801563" y="30123"/>
                  <a:pt x="800328" y="31213"/>
                  <a:pt x="799024" y="32544"/>
                </a:cubicBezTo>
                <a:cubicBezTo>
                  <a:pt x="797719" y="33874"/>
                  <a:pt x="796321" y="35482"/>
                  <a:pt x="794830" y="37369"/>
                </a:cubicBezTo>
                <a:lnTo>
                  <a:pt x="794830" y="67465"/>
                </a:lnTo>
                <a:lnTo>
                  <a:pt x="786630" y="67465"/>
                </a:lnTo>
                <a:lnTo>
                  <a:pt x="786630" y="20687"/>
                </a:lnTo>
                <a:close/>
                <a:moveTo>
                  <a:pt x="852513" y="27396"/>
                </a:moveTo>
                <a:lnTo>
                  <a:pt x="838675" y="27396"/>
                </a:lnTo>
                <a:lnTo>
                  <a:pt x="838675" y="20687"/>
                </a:lnTo>
                <a:lnTo>
                  <a:pt x="860713" y="20687"/>
                </a:lnTo>
                <a:lnTo>
                  <a:pt x="860713" y="60709"/>
                </a:lnTo>
                <a:lnTo>
                  <a:pt x="874644" y="60709"/>
                </a:lnTo>
                <a:lnTo>
                  <a:pt x="874644" y="67465"/>
                </a:lnTo>
                <a:lnTo>
                  <a:pt x="837137" y="67465"/>
                </a:lnTo>
                <a:lnTo>
                  <a:pt x="837137" y="60709"/>
                </a:lnTo>
                <a:lnTo>
                  <a:pt x="852513" y="60709"/>
                </a:lnTo>
                <a:lnTo>
                  <a:pt x="852513" y="27396"/>
                </a:lnTo>
                <a:moveTo>
                  <a:pt x="855355" y="1025"/>
                </a:moveTo>
                <a:cubicBezTo>
                  <a:pt x="856256" y="1025"/>
                  <a:pt x="857094" y="1188"/>
                  <a:pt x="857871" y="1514"/>
                </a:cubicBezTo>
                <a:cubicBezTo>
                  <a:pt x="858647" y="1840"/>
                  <a:pt x="859323" y="2299"/>
                  <a:pt x="859897" y="2889"/>
                </a:cubicBezTo>
                <a:cubicBezTo>
                  <a:pt x="860472" y="3479"/>
                  <a:pt x="860922" y="4154"/>
                  <a:pt x="861249" y="4915"/>
                </a:cubicBezTo>
                <a:cubicBezTo>
                  <a:pt x="861575" y="5676"/>
                  <a:pt x="861738" y="6507"/>
                  <a:pt x="861738" y="7408"/>
                </a:cubicBezTo>
                <a:cubicBezTo>
                  <a:pt x="861738" y="8278"/>
                  <a:pt x="861575" y="9101"/>
                  <a:pt x="861249" y="9877"/>
                </a:cubicBezTo>
                <a:cubicBezTo>
                  <a:pt x="860922" y="10654"/>
                  <a:pt x="860472" y="11337"/>
                  <a:pt x="859897" y="11927"/>
                </a:cubicBezTo>
                <a:cubicBezTo>
                  <a:pt x="859323" y="12518"/>
                  <a:pt x="858647" y="12976"/>
                  <a:pt x="857871" y="13302"/>
                </a:cubicBezTo>
                <a:cubicBezTo>
                  <a:pt x="857094" y="13628"/>
                  <a:pt x="856256" y="13791"/>
                  <a:pt x="855355" y="13791"/>
                </a:cubicBezTo>
                <a:cubicBezTo>
                  <a:pt x="854454" y="13791"/>
                  <a:pt x="853615" y="13628"/>
                  <a:pt x="852839" y="13302"/>
                </a:cubicBezTo>
                <a:cubicBezTo>
                  <a:pt x="852062" y="12976"/>
                  <a:pt x="851387" y="12518"/>
                  <a:pt x="850812" y="11927"/>
                </a:cubicBezTo>
                <a:cubicBezTo>
                  <a:pt x="850237" y="11337"/>
                  <a:pt x="849787" y="10654"/>
                  <a:pt x="849461" y="9877"/>
                </a:cubicBezTo>
                <a:cubicBezTo>
                  <a:pt x="849135" y="9101"/>
                  <a:pt x="848972" y="8278"/>
                  <a:pt x="848972" y="7408"/>
                </a:cubicBezTo>
                <a:cubicBezTo>
                  <a:pt x="848972" y="6507"/>
                  <a:pt x="849135" y="5676"/>
                  <a:pt x="849461" y="4915"/>
                </a:cubicBezTo>
                <a:cubicBezTo>
                  <a:pt x="849787" y="4154"/>
                  <a:pt x="850237" y="3479"/>
                  <a:pt x="850812" y="2889"/>
                </a:cubicBezTo>
                <a:cubicBezTo>
                  <a:pt x="851387" y="2299"/>
                  <a:pt x="852062" y="1840"/>
                  <a:pt x="852839" y="1514"/>
                </a:cubicBezTo>
                <a:cubicBezTo>
                  <a:pt x="853615" y="1188"/>
                  <a:pt x="854454" y="1025"/>
                  <a:pt x="855355" y="1025"/>
                </a:cubicBezTo>
                <a:close/>
                <a:moveTo>
                  <a:pt x="922123" y="27303"/>
                </a:moveTo>
                <a:cubicBezTo>
                  <a:pt x="922992" y="28390"/>
                  <a:pt x="923668" y="29656"/>
                  <a:pt x="924149" y="31100"/>
                </a:cubicBezTo>
                <a:cubicBezTo>
                  <a:pt x="924631" y="32544"/>
                  <a:pt x="924871" y="34105"/>
                  <a:pt x="924871" y="35782"/>
                </a:cubicBezTo>
                <a:cubicBezTo>
                  <a:pt x="924871" y="38205"/>
                  <a:pt x="924429" y="40418"/>
                  <a:pt x="923544" y="42422"/>
                </a:cubicBezTo>
                <a:cubicBezTo>
                  <a:pt x="922658" y="44425"/>
                  <a:pt x="921408" y="46141"/>
                  <a:pt x="919793" y="47570"/>
                </a:cubicBezTo>
                <a:cubicBezTo>
                  <a:pt x="918178" y="48999"/>
                  <a:pt x="916244" y="50109"/>
                  <a:pt x="913992" y="50901"/>
                </a:cubicBezTo>
                <a:cubicBezTo>
                  <a:pt x="911740" y="51693"/>
                  <a:pt x="909263" y="52089"/>
                  <a:pt x="906561" y="52089"/>
                </a:cubicBezTo>
                <a:cubicBezTo>
                  <a:pt x="904604" y="52089"/>
                  <a:pt x="902772" y="51880"/>
                  <a:pt x="901063" y="51460"/>
                </a:cubicBezTo>
                <a:cubicBezTo>
                  <a:pt x="899355" y="51041"/>
                  <a:pt x="898004" y="50521"/>
                  <a:pt x="897010" y="49900"/>
                </a:cubicBezTo>
                <a:cubicBezTo>
                  <a:pt x="896420" y="50769"/>
                  <a:pt x="895923" y="51591"/>
                  <a:pt x="895519" y="52365"/>
                </a:cubicBezTo>
                <a:cubicBezTo>
                  <a:pt x="895115" y="53137"/>
                  <a:pt x="894913" y="54002"/>
                  <a:pt x="894913" y="54959"/>
                </a:cubicBezTo>
                <a:cubicBezTo>
                  <a:pt x="894913" y="56132"/>
                  <a:pt x="895480" y="57104"/>
                  <a:pt x="896614" y="57876"/>
                </a:cubicBezTo>
                <a:cubicBezTo>
                  <a:pt x="897747" y="58646"/>
                  <a:pt x="899246" y="59063"/>
                  <a:pt x="901110" y="59125"/>
                </a:cubicBezTo>
                <a:lnTo>
                  <a:pt x="913410" y="59591"/>
                </a:lnTo>
                <a:cubicBezTo>
                  <a:pt x="915740" y="59653"/>
                  <a:pt x="917890" y="59948"/>
                  <a:pt x="919863" y="60477"/>
                </a:cubicBezTo>
                <a:cubicBezTo>
                  <a:pt x="921835" y="61006"/>
                  <a:pt x="923528" y="61769"/>
                  <a:pt x="924941" y="62765"/>
                </a:cubicBezTo>
                <a:cubicBezTo>
                  <a:pt x="926355" y="63760"/>
                  <a:pt x="927457" y="64988"/>
                  <a:pt x="928249" y="66451"/>
                </a:cubicBezTo>
                <a:cubicBezTo>
                  <a:pt x="929041" y="67913"/>
                  <a:pt x="929437" y="69609"/>
                  <a:pt x="929437" y="71538"/>
                </a:cubicBezTo>
                <a:cubicBezTo>
                  <a:pt x="929437" y="73623"/>
                  <a:pt x="928987" y="75599"/>
                  <a:pt x="928086" y="77466"/>
                </a:cubicBezTo>
                <a:cubicBezTo>
                  <a:pt x="927186" y="79332"/>
                  <a:pt x="925796" y="80973"/>
                  <a:pt x="923916" y="82389"/>
                </a:cubicBezTo>
                <a:cubicBezTo>
                  <a:pt x="922037" y="83805"/>
                  <a:pt x="919653" y="84933"/>
                  <a:pt x="916765" y="85772"/>
                </a:cubicBezTo>
                <a:cubicBezTo>
                  <a:pt x="913876" y="86613"/>
                  <a:pt x="910444" y="87033"/>
                  <a:pt x="906468" y="87033"/>
                </a:cubicBezTo>
                <a:cubicBezTo>
                  <a:pt x="902678" y="87033"/>
                  <a:pt x="899456" y="86730"/>
                  <a:pt x="896800" y="86123"/>
                </a:cubicBezTo>
                <a:cubicBezTo>
                  <a:pt x="894144" y="85516"/>
                  <a:pt x="891962" y="84676"/>
                  <a:pt x="890254" y="83603"/>
                </a:cubicBezTo>
                <a:cubicBezTo>
                  <a:pt x="888546" y="82529"/>
                  <a:pt x="887303" y="81253"/>
                  <a:pt x="886527" y="79775"/>
                </a:cubicBezTo>
                <a:cubicBezTo>
                  <a:pt x="885750" y="78298"/>
                  <a:pt x="885362" y="76672"/>
                  <a:pt x="885362" y="74899"/>
                </a:cubicBezTo>
                <a:cubicBezTo>
                  <a:pt x="885362" y="72628"/>
                  <a:pt x="885890" y="70636"/>
                  <a:pt x="886946" y="68925"/>
                </a:cubicBezTo>
                <a:cubicBezTo>
                  <a:pt x="888002" y="67215"/>
                  <a:pt x="889633" y="65566"/>
                  <a:pt x="891838" y="63979"/>
                </a:cubicBezTo>
                <a:cubicBezTo>
                  <a:pt x="891030" y="63607"/>
                  <a:pt x="890332" y="63142"/>
                  <a:pt x="889741" y="62584"/>
                </a:cubicBezTo>
                <a:cubicBezTo>
                  <a:pt x="889151" y="62026"/>
                  <a:pt x="888670" y="61414"/>
                  <a:pt x="888297" y="60748"/>
                </a:cubicBezTo>
                <a:cubicBezTo>
                  <a:pt x="887924" y="60081"/>
                  <a:pt x="887645" y="59376"/>
                  <a:pt x="887458" y="58633"/>
                </a:cubicBezTo>
                <a:cubicBezTo>
                  <a:pt x="887272" y="57888"/>
                  <a:pt x="887179" y="57160"/>
                  <a:pt x="887179" y="56447"/>
                </a:cubicBezTo>
                <a:cubicBezTo>
                  <a:pt x="887179" y="54432"/>
                  <a:pt x="887653" y="52588"/>
                  <a:pt x="888600" y="50914"/>
                </a:cubicBezTo>
                <a:cubicBezTo>
                  <a:pt x="889547" y="49241"/>
                  <a:pt x="890673" y="47660"/>
                  <a:pt x="891978" y="46172"/>
                </a:cubicBezTo>
                <a:cubicBezTo>
                  <a:pt x="891388" y="45458"/>
                  <a:pt x="890867" y="44759"/>
                  <a:pt x="890417" y="44076"/>
                </a:cubicBezTo>
                <a:cubicBezTo>
                  <a:pt x="889967" y="43392"/>
                  <a:pt x="889578" y="42655"/>
                  <a:pt x="889252" y="41863"/>
                </a:cubicBezTo>
                <a:cubicBezTo>
                  <a:pt x="888926" y="41071"/>
                  <a:pt x="888678" y="40216"/>
                  <a:pt x="888507" y="39300"/>
                </a:cubicBezTo>
                <a:cubicBezTo>
                  <a:pt x="888336" y="38384"/>
                  <a:pt x="888250" y="37335"/>
                  <a:pt x="888250" y="36155"/>
                </a:cubicBezTo>
                <a:cubicBezTo>
                  <a:pt x="888250" y="33732"/>
                  <a:pt x="888693" y="31519"/>
                  <a:pt x="889578" y="29516"/>
                </a:cubicBezTo>
                <a:cubicBezTo>
                  <a:pt x="890464" y="27512"/>
                  <a:pt x="891706" y="25796"/>
                  <a:pt x="893306" y="24367"/>
                </a:cubicBezTo>
                <a:cubicBezTo>
                  <a:pt x="894905" y="22939"/>
                  <a:pt x="896831" y="21828"/>
                  <a:pt x="899083" y="21036"/>
                </a:cubicBezTo>
                <a:cubicBezTo>
                  <a:pt x="901335" y="20244"/>
                  <a:pt x="903828" y="19848"/>
                  <a:pt x="906561" y="19848"/>
                </a:cubicBezTo>
                <a:cubicBezTo>
                  <a:pt x="907710" y="19848"/>
                  <a:pt x="908813" y="19926"/>
                  <a:pt x="909869" y="20081"/>
                </a:cubicBezTo>
                <a:cubicBezTo>
                  <a:pt x="910925" y="20236"/>
                  <a:pt x="911857" y="20438"/>
                  <a:pt x="912664" y="20687"/>
                </a:cubicBezTo>
                <a:lnTo>
                  <a:pt x="929624" y="20687"/>
                </a:lnTo>
                <a:lnTo>
                  <a:pt x="929624" y="27303"/>
                </a:lnTo>
                <a:lnTo>
                  <a:pt x="922123" y="27303"/>
                </a:lnTo>
                <a:moveTo>
                  <a:pt x="893981" y="74200"/>
                </a:moveTo>
                <a:cubicBezTo>
                  <a:pt x="893981" y="76412"/>
                  <a:pt x="895130" y="78024"/>
                  <a:pt x="897429" y="79037"/>
                </a:cubicBezTo>
                <a:cubicBezTo>
                  <a:pt x="899728" y="80050"/>
                  <a:pt x="902927" y="80557"/>
                  <a:pt x="907027" y="80557"/>
                </a:cubicBezTo>
                <a:cubicBezTo>
                  <a:pt x="909605" y="80557"/>
                  <a:pt x="911771" y="80323"/>
                  <a:pt x="913526" y="79855"/>
                </a:cubicBezTo>
                <a:cubicBezTo>
                  <a:pt x="915281" y="79388"/>
                  <a:pt x="916695" y="78773"/>
                  <a:pt x="917766" y="78009"/>
                </a:cubicBezTo>
                <a:cubicBezTo>
                  <a:pt x="918838" y="77245"/>
                  <a:pt x="919607" y="76372"/>
                  <a:pt x="920073" y="75391"/>
                </a:cubicBezTo>
                <a:cubicBezTo>
                  <a:pt x="920538" y="74410"/>
                  <a:pt x="920771" y="73405"/>
                  <a:pt x="920771" y="72376"/>
                </a:cubicBezTo>
                <a:cubicBezTo>
                  <a:pt x="920771" y="70474"/>
                  <a:pt x="919995" y="69072"/>
                  <a:pt x="918442" y="68168"/>
                </a:cubicBezTo>
                <a:cubicBezTo>
                  <a:pt x="916889" y="67264"/>
                  <a:pt x="914513" y="66735"/>
                  <a:pt x="911313" y="66579"/>
                </a:cubicBezTo>
                <a:lnTo>
                  <a:pt x="899106" y="66160"/>
                </a:lnTo>
                <a:cubicBezTo>
                  <a:pt x="898081" y="66845"/>
                  <a:pt x="897235" y="67515"/>
                  <a:pt x="896567" y="68169"/>
                </a:cubicBezTo>
                <a:cubicBezTo>
                  <a:pt x="895899" y="68825"/>
                  <a:pt x="895379" y="69487"/>
                  <a:pt x="895006" y="70157"/>
                </a:cubicBezTo>
                <a:cubicBezTo>
                  <a:pt x="894634" y="70827"/>
                  <a:pt x="894369" y="71496"/>
                  <a:pt x="894214" y="72166"/>
                </a:cubicBezTo>
                <a:cubicBezTo>
                  <a:pt x="894059" y="72837"/>
                  <a:pt x="893981" y="73515"/>
                  <a:pt x="893981" y="74200"/>
                </a:cubicBezTo>
                <a:moveTo>
                  <a:pt x="896451" y="35969"/>
                </a:moveTo>
                <a:cubicBezTo>
                  <a:pt x="896451" y="37460"/>
                  <a:pt x="896699" y="38826"/>
                  <a:pt x="897196" y="40069"/>
                </a:cubicBezTo>
                <a:cubicBezTo>
                  <a:pt x="897693" y="41311"/>
                  <a:pt x="898392" y="42367"/>
                  <a:pt x="899293" y="43237"/>
                </a:cubicBezTo>
                <a:cubicBezTo>
                  <a:pt x="900193" y="44107"/>
                  <a:pt x="901257" y="44782"/>
                  <a:pt x="902484" y="45264"/>
                </a:cubicBezTo>
                <a:cubicBezTo>
                  <a:pt x="903711" y="45745"/>
                  <a:pt x="905070" y="45986"/>
                  <a:pt x="906561" y="45986"/>
                </a:cubicBezTo>
                <a:cubicBezTo>
                  <a:pt x="908176" y="45986"/>
                  <a:pt x="909613" y="45714"/>
                  <a:pt x="910871" y="45171"/>
                </a:cubicBezTo>
                <a:cubicBezTo>
                  <a:pt x="912129" y="44627"/>
                  <a:pt x="913185" y="43889"/>
                  <a:pt x="914039" y="42957"/>
                </a:cubicBezTo>
                <a:cubicBezTo>
                  <a:pt x="914893" y="42026"/>
                  <a:pt x="915545" y="40954"/>
                  <a:pt x="915996" y="39743"/>
                </a:cubicBezTo>
                <a:cubicBezTo>
                  <a:pt x="916446" y="38531"/>
                  <a:pt x="916671" y="37273"/>
                  <a:pt x="916671" y="35969"/>
                </a:cubicBezTo>
                <a:cubicBezTo>
                  <a:pt x="916671" y="34478"/>
                  <a:pt x="916423" y="33111"/>
                  <a:pt x="915926" y="31869"/>
                </a:cubicBezTo>
                <a:cubicBezTo>
                  <a:pt x="915429" y="30626"/>
                  <a:pt x="914730" y="29570"/>
                  <a:pt x="913829" y="28700"/>
                </a:cubicBezTo>
                <a:cubicBezTo>
                  <a:pt x="912928" y="27831"/>
                  <a:pt x="911865" y="27155"/>
                  <a:pt x="910638" y="26674"/>
                </a:cubicBezTo>
                <a:cubicBezTo>
                  <a:pt x="909411" y="26192"/>
                  <a:pt x="908052" y="25952"/>
                  <a:pt x="906561" y="25952"/>
                </a:cubicBezTo>
                <a:cubicBezTo>
                  <a:pt x="904946" y="25952"/>
                  <a:pt x="903509" y="26231"/>
                  <a:pt x="902251" y="26790"/>
                </a:cubicBezTo>
                <a:cubicBezTo>
                  <a:pt x="900993" y="27349"/>
                  <a:pt x="899937" y="28087"/>
                  <a:pt x="899083" y="29003"/>
                </a:cubicBezTo>
                <a:cubicBezTo>
                  <a:pt x="898229" y="29920"/>
                  <a:pt x="897577" y="30983"/>
                  <a:pt x="897126" y="32195"/>
                </a:cubicBezTo>
                <a:cubicBezTo>
                  <a:pt x="896676" y="33406"/>
                  <a:pt x="896451" y="34664"/>
                  <a:pt x="896451" y="35969"/>
                </a:cubicBezTo>
                <a:close/>
                <a:moveTo>
                  <a:pt x="973981" y="27303"/>
                </a:moveTo>
                <a:cubicBezTo>
                  <a:pt x="974851" y="28390"/>
                  <a:pt x="975527" y="29656"/>
                  <a:pt x="976008" y="31100"/>
                </a:cubicBezTo>
                <a:cubicBezTo>
                  <a:pt x="976490" y="32544"/>
                  <a:pt x="976730" y="34105"/>
                  <a:pt x="976730" y="35782"/>
                </a:cubicBezTo>
                <a:cubicBezTo>
                  <a:pt x="976730" y="38205"/>
                  <a:pt x="976288" y="40418"/>
                  <a:pt x="975402" y="42422"/>
                </a:cubicBezTo>
                <a:cubicBezTo>
                  <a:pt x="974517" y="44425"/>
                  <a:pt x="973267" y="46141"/>
                  <a:pt x="971652" y="47570"/>
                </a:cubicBezTo>
                <a:cubicBezTo>
                  <a:pt x="970037" y="48999"/>
                  <a:pt x="968103" y="50109"/>
                  <a:pt x="965851" y="50901"/>
                </a:cubicBezTo>
                <a:cubicBezTo>
                  <a:pt x="963599" y="51693"/>
                  <a:pt x="961122" y="52089"/>
                  <a:pt x="958420" y="52089"/>
                </a:cubicBezTo>
                <a:cubicBezTo>
                  <a:pt x="956463" y="52089"/>
                  <a:pt x="954630" y="51880"/>
                  <a:pt x="952922" y="51460"/>
                </a:cubicBezTo>
                <a:cubicBezTo>
                  <a:pt x="951214" y="51041"/>
                  <a:pt x="949862" y="50521"/>
                  <a:pt x="948868" y="49900"/>
                </a:cubicBezTo>
                <a:cubicBezTo>
                  <a:pt x="948278" y="50769"/>
                  <a:pt x="947781" y="51591"/>
                  <a:pt x="947378" y="52365"/>
                </a:cubicBezTo>
                <a:cubicBezTo>
                  <a:pt x="946974" y="53137"/>
                  <a:pt x="946772" y="54002"/>
                  <a:pt x="946772" y="54959"/>
                </a:cubicBezTo>
                <a:cubicBezTo>
                  <a:pt x="946772" y="56132"/>
                  <a:pt x="947339" y="57104"/>
                  <a:pt x="948472" y="57876"/>
                </a:cubicBezTo>
                <a:cubicBezTo>
                  <a:pt x="949606" y="58646"/>
                  <a:pt x="951105" y="59063"/>
                  <a:pt x="952969" y="59125"/>
                </a:cubicBezTo>
                <a:lnTo>
                  <a:pt x="965269" y="59591"/>
                </a:lnTo>
                <a:cubicBezTo>
                  <a:pt x="967598" y="59653"/>
                  <a:pt x="969749" y="59948"/>
                  <a:pt x="971722" y="60477"/>
                </a:cubicBezTo>
                <a:cubicBezTo>
                  <a:pt x="973694" y="61006"/>
                  <a:pt x="975387" y="61769"/>
                  <a:pt x="976800" y="62765"/>
                </a:cubicBezTo>
                <a:cubicBezTo>
                  <a:pt x="978213" y="63760"/>
                  <a:pt x="979316" y="64988"/>
                  <a:pt x="980108" y="66451"/>
                </a:cubicBezTo>
                <a:cubicBezTo>
                  <a:pt x="980900" y="67913"/>
                  <a:pt x="981296" y="69609"/>
                  <a:pt x="981296" y="71538"/>
                </a:cubicBezTo>
                <a:cubicBezTo>
                  <a:pt x="981296" y="73623"/>
                  <a:pt x="980846" y="75599"/>
                  <a:pt x="979945" y="77466"/>
                </a:cubicBezTo>
                <a:cubicBezTo>
                  <a:pt x="979044" y="79332"/>
                  <a:pt x="977654" y="80973"/>
                  <a:pt x="975775" y="82389"/>
                </a:cubicBezTo>
                <a:cubicBezTo>
                  <a:pt x="973896" y="83805"/>
                  <a:pt x="971512" y="84933"/>
                  <a:pt x="968623" y="85772"/>
                </a:cubicBezTo>
                <a:cubicBezTo>
                  <a:pt x="965735" y="86613"/>
                  <a:pt x="962302" y="87033"/>
                  <a:pt x="958327" y="87033"/>
                </a:cubicBezTo>
                <a:cubicBezTo>
                  <a:pt x="954537" y="87033"/>
                  <a:pt x="951315" y="86730"/>
                  <a:pt x="948659" y="86123"/>
                </a:cubicBezTo>
                <a:cubicBezTo>
                  <a:pt x="946003" y="85516"/>
                  <a:pt x="943821" y="84676"/>
                  <a:pt x="942113" y="83603"/>
                </a:cubicBezTo>
                <a:cubicBezTo>
                  <a:pt x="940404" y="82529"/>
                  <a:pt x="939162" y="81253"/>
                  <a:pt x="938385" y="79775"/>
                </a:cubicBezTo>
                <a:cubicBezTo>
                  <a:pt x="937609" y="78298"/>
                  <a:pt x="937221" y="76672"/>
                  <a:pt x="937221" y="74899"/>
                </a:cubicBezTo>
                <a:cubicBezTo>
                  <a:pt x="937221" y="72628"/>
                  <a:pt x="937749" y="70636"/>
                  <a:pt x="938805" y="68925"/>
                </a:cubicBezTo>
                <a:cubicBezTo>
                  <a:pt x="939861" y="67215"/>
                  <a:pt x="941491" y="65566"/>
                  <a:pt x="943697" y="63979"/>
                </a:cubicBezTo>
                <a:cubicBezTo>
                  <a:pt x="942889" y="63607"/>
                  <a:pt x="942190" y="63142"/>
                  <a:pt x="941600" y="62584"/>
                </a:cubicBezTo>
                <a:cubicBezTo>
                  <a:pt x="941010" y="62026"/>
                  <a:pt x="940529" y="61414"/>
                  <a:pt x="940156" y="60748"/>
                </a:cubicBezTo>
                <a:cubicBezTo>
                  <a:pt x="939783" y="60081"/>
                  <a:pt x="939504" y="59376"/>
                  <a:pt x="939317" y="58633"/>
                </a:cubicBezTo>
                <a:cubicBezTo>
                  <a:pt x="939131" y="57888"/>
                  <a:pt x="939038" y="57160"/>
                  <a:pt x="939038" y="56447"/>
                </a:cubicBezTo>
                <a:cubicBezTo>
                  <a:pt x="939038" y="54432"/>
                  <a:pt x="939511" y="52588"/>
                  <a:pt x="940459" y="50914"/>
                </a:cubicBezTo>
                <a:cubicBezTo>
                  <a:pt x="941406" y="49241"/>
                  <a:pt x="942532" y="47660"/>
                  <a:pt x="943837" y="46172"/>
                </a:cubicBezTo>
                <a:cubicBezTo>
                  <a:pt x="943246" y="45458"/>
                  <a:pt x="942726" y="44759"/>
                  <a:pt x="942276" y="44076"/>
                </a:cubicBezTo>
                <a:cubicBezTo>
                  <a:pt x="941825" y="43392"/>
                  <a:pt x="941437" y="42655"/>
                  <a:pt x="941111" y="41863"/>
                </a:cubicBezTo>
                <a:cubicBezTo>
                  <a:pt x="940785" y="41071"/>
                  <a:pt x="940536" y="40216"/>
                  <a:pt x="940365" y="39300"/>
                </a:cubicBezTo>
                <a:cubicBezTo>
                  <a:pt x="940195" y="38384"/>
                  <a:pt x="940109" y="37335"/>
                  <a:pt x="940109" y="36155"/>
                </a:cubicBezTo>
                <a:cubicBezTo>
                  <a:pt x="940109" y="33732"/>
                  <a:pt x="940552" y="31519"/>
                  <a:pt x="941437" y="29516"/>
                </a:cubicBezTo>
                <a:cubicBezTo>
                  <a:pt x="942322" y="27512"/>
                  <a:pt x="943565" y="25796"/>
                  <a:pt x="945164" y="24367"/>
                </a:cubicBezTo>
                <a:cubicBezTo>
                  <a:pt x="946764" y="22939"/>
                  <a:pt x="948690" y="21828"/>
                  <a:pt x="950942" y="21036"/>
                </a:cubicBezTo>
                <a:cubicBezTo>
                  <a:pt x="953194" y="20244"/>
                  <a:pt x="955686" y="19848"/>
                  <a:pt x="958420" y="19848"/>
                </a:cubicBezTo>
                <a:cubicBezTo>
                  <a:pt x="959569" y="19848"/>
                  <a:pt x="960672" y="19926"/>
                  <a:pt x="961728" y="20081"/>
                </a:cubicBezTo>
                <a:cubicBezTo>
                  <a:pt x="962784" y="20236"/>
                  <a:pt x="963716" y="20438"/>
                  <a:pt x="964523" y="20687"/>
                </a:cubicBezTo>
                <a:lnTo>
                  <a:pt x="981483" y="20687"/>
                </a:lnTo>
                <a:lnTo>
                  <a:pt x="981483" y="27303"/>
                </a:lnTo>
                <a:lnTo>
                  <a:pt x="973981" y="27303"/>
                </a:lnTo>
                <a:moveTo>
                  <a:pt x="945840" y="74200"/>
                </a:moveTo>
                <a:cubicBezTo>
                  <a:pt x="945840" y="76412"/>
                  <a:pt x="946989" y="78024"/>
                  <a:pt x="949288" y="79037"/>
                </a:cubicBezTo>
                <a:cubicBezTo>
                  <a:pt x="951586" y="80050"/>
                  <a:pt x="954786" y="80557"/>
                  <a:pt x="958886" y="80557"/>
                </a:cubicBezTo>
                <a:cubicBezTo>
                  <a:pt x="961464" y="80557"/>
                  <a:pt x="963630" y="80323"/>
                  <a:pt x="965385" y="79855"/>
                </a:cubicBezTo>
                <a:cubicBezTo>
                  <a:pt x="967140" y="79388"/>
                  <a:pt x="968553" y="78773"/>
                  <a:pt x="969625" y="78009"/>
                </a:cubicBezTo>
                <a:cubicBezTo>
                  <a:pt x="970697" y="77245"/>
                  <a:pt x="971465" y="76372"/>
                  <a:pt x="971931" y="75391"/>
                </a:cubicBezTo>
                <a:cubicBezTo>
                  <a:pt x="972397" y="74410"/>
                  <a:pt x="972630" y="73405"/>
                  <a:pt x="972630" y="72376"/>
                </a:cubicBezTo>
                <a:cubicBezTo>
                  <a:pt x="972630" y="70474"/>
                  <a:pt x="971854" y="69072"/>
                  <a:pt x="970301" y="68168"/>
                </a:cubicBezTo>
                <a:cubicBezTo>
                  <a:pt x="968748" y="67264"/>
                  <a:pt x="966371" y="66735"/>
                  <a:pt x="963172" y="66579"/>
                </a:cubicBezTo>
                <a:lnTo>
                  <a:pt x="950965" y="66160"/>
                </a:lnTo>
                <a:cubicBezTo>
                  <a:pt x="949940" y="66845"/>
                  <a:pt x="949094" y="67515"/>
                  <a:pt x="948426" y="68169"/>
                </a:cubicBezTo>
                <a:cubicBezTo>
                  <a:pt x="947758" y="68825"/>
                  <a:pt x="947238" y="69487"/>
                  <a:pt x="946865" y="70157"/>
                </a:cubicBezTo>
                <a:cubicBezTo>
                  <a:pt x="946492" y="70827"/>
                  <a:pt x="946228" y="71496"/>
                  <a:pt x="946073" y="72166"/>
                </a:cubicBezTo>
                <a:cubicBezTo>
                  <a:pt x="945918" y="72837"/>
                  <a:pt x="945840" y="73515"/>
                  <a:pt x="945840" y="74200"/>
                </a:cubicBezTo>
                <a:moveTo>
                  <a:pt x="948309" y="35969"/>
                </a:moveTo>
                <a:cubicBezTo>
                  <a:pt x="948309" y="37460"/>
                  <a:pt x="948558" y="38826"/>
                  <a:pt x="949055" y="40069"/>
                </a:cubicBezTo>
                <a:cubicBezTo>
                  <a:pt x="949552" y="41311"/>
                  <a:pt x="950251" y="42367"/>
                  <a:pt x="951151" y="43237"/>
                </a:cubicBezTo>
                <a:cubicBezTo>
                  <a:pt x="952052" y="44107"/>
                  <a:pt x="953116" y="44782"/>
                  <a:pt x="954343" y="45264"/>
                </a:cubicBezTo>
                <a:cubicBezTo>
                  <a:pt x="955570" y="45745"/>
                  <a:pt x="956929" y="45986"/>
                  <a:pt x="958420" y="45986"/>
                </a:cubicBezTo>
                <a:cubicBezTo>
                  <a:pt x="960035" y="45986"/>
                  <a:pt x="961471" y="45714"/>
                  <a:pt x="962729" y="45171"/>
                </a:cubicBezTo>
                <a:cubicBezTo>
                  <a:pt x="963987" y="44627"/>
                  <a:pt x="965044" y="43889"/>
                  <a:pt x="965898" y="42957"/>
                </a:cubicBezTo>
                <a:cubicBezTo>
                  <a:pt x="966752" y="42026"/>
                  <a:pt x="967404" y="40954"/>
                  <a:pt x="967855" y="39743"/>
                </a:cubicBezTo>
                <a:cubicBezTo>
                  <a:pt x="968305" y="38531"/>
                  <a:pt x="968530" y="37273"/>
                  <a:pt x="968530" y="35969"/>
                </a:cubicBezTo>
                <a:cubicBezTo>
                  <a:pt x="968530" y="34478"/>
                  <a:pt x="968282" y="33111"/>
                  <a:pt x="967785" y="31869"/>
                </a:cubicBezTo>
                <a:cubicBezTo>
                  <a:pt x="967288" y="30626"/>
                  <a:pt x="966589" y="29570"/>
                  <a:pt x="965688" y="28700"/>
                </a:cubicBezTo>
                <a:cubicBezTo>
                  <a:pt x="964787" y="27831"/>
                  <a:pt x="963723" y="27155"/>
                  <a:pt x="962497" y="26674"/>
                </a:cubicBezTo>
                <a:cubicBezTo>
                  <a:pt x="961270" y="26192"/>
                  <a:pt x="959911" y="25952"/>
                  <a:pt x="958420" y="25952"/>
                </a:cubicBezTo>
                <a:cubicBezTo>
                  <a:pt x="956805" y="25952"/>
                  <a:pt x="955368" y="26231"/>
                  <a:pt x="954110" y="26790"/>
                </a:cubicBezTo>
                <a:cubicBezTo>
                  <a:pt x="952852" y="27349"/>
                  <a:pt x="951796" y="28087"/>
                  <a:pt x="950942" y="29003"/>
                </a:cubicBezTo>
                <a:cubicBezTo>
                  <a:pt x="950088" y="29920"/>
                  <a:pt x="949435" y="30983"/>
                  <a:pt x="948985" y="32195"/>
                </a:cubicBezTo>
                <a:cubicBezTo>
                  <a:pt x="948535" y="33406"/>
                  <a:pt x="948309" y="34664"/>
                  <a:pt x="948309" y="35969"/>
                </a:cubicBezTo>
                <a:close/>
                <a:moveTo>
                  <a:pt x="1031664" y="41606"/>
                </a:moveTo>
                <a:cubicBezTo>
                  <a:pt x="1031664" y="42756"/>
                  <a:pt x="1031648" y="43718"/>
                  <a:pt x="1031617" y="44495"/>
                </a:cubicBezTo>
                <a:cubicBezTo>
                  <a:pt x="1031586" y="45272"/>
                  <a:pt x="1031540" y="46001"/>
                  <a:pt x="1031477" y="46685"/>
                </a:cubicBezTo>
                <a:lnTo>
                  <a:pt x="998630" y="46685"/>
                </a:lnTo>
                <a:cubicBezTo>
                  <a:pt x="998630" y="51468"/>
                  <a:pt x="999966" y="55141"/>
                  <a:pt x="1002637" y="57704"/>
                </a:cubicBezTo>
                <a:cubicBezTo>
                  <a:pt x="1005308" y="60266"/>
                  <a:pt x="1009160" y="61548"/>
                  <a:pt x="1014192" y="61548"/>
                </a:cubicBezTo>
                <a:cubicBezTo>
                  <a:pt x="1015559" y="61548"/>
                  <a:pt x="1016925" y="61492"/>
                  <a:pt x="1018292" y="61382"/>
                </a:cubicBezTo>
                <a:cubicBezTo>
                  <a:pt x="1019659" y="61270"/>
                  <a:pt x="1020979" y="61119"/>
                  <a:pt x="1022252" y="60929"/>
                </a:cubicBezTo>
                <a:cubicBezTo>
                  <a:pt x="1023526" y="60737"/>
                  <a:pt x="1024745" y="60523"/>
                  <a:pt x="1025910" y="60285"/>
                </a:cubicBezTo>
                <a:cubicBezTo>
                  <a:pt x="1027074" y="60046"/>
                  <a:pt x="1028154" y="59784"/>
                  <a:pt x="1029148" y="59497"/>
                </a:cubicBezTo>
                <a:lnTo>
                  <a:pt x="1029148" y="66160"/>
                </a:lnTo>
                <a:cubicBezTo>
                  <a:pt x="1026942" y="66795"/>
                  <a:pt x="1024450" y="67311"/>
                  <a:pt x="1021670" y="67708"/>
                </a:cubicBezTo>
                <a:cubicBezTo>
                  <a:pt x="1018890" y="68105"/>
                  <a:pt x="1016009" y="68303"/>
                  <a:pt x="1013027" y="68303"/>
                </a:cubicBezTo>
                <a:cubicBezTo>
                  <a:pt x="1009020" y="68303"/>
                  <a:pt x="1005572" y="67760"/>
                  <a:pt x="1002684" y="66673"/>
                </a:cubicBezTo>
                <a:cubicBezTo>
                  <a:pt x="999795" y="65585"/>
                  <a:pt x="997427" y="64009"/>
                  <a:pt x="995579" y="61944"/>
                </a:cubicBezTo>
                <a:cubicBezTo>
                  <a:pt x="993730" y="59878"/>
                  <a:pt x="992364" y="57347"/>
                  <a:pt x="991479" y="54349"/>
                </a:cubicBezTo>
                <a:cubicBezTo>
                  <a:pt x="990593" y="51352"/>
                  <a:pt x="990151" y="47958"/>
                  <a:pt x="990151" y="44169"/>
                </a:cubicBezTo>
                <a:cubicBezTo>
                  <a:pt x="990151" y="40876"/>
                  <a:pt x="990624" y="37762"/>
                  <a:pt x="991572" y="34827"/>
                </a:cubicBezTo>
                <a:cubicBezTo>
                  <a:pt x="992519" y="31892"/>
                  <a:pt x="993901" y="29314"/>
                  <a:pt x="995718" y="27093"/>
                </a:cubicBezTo>
                <a:cubicBezTo>
                  <a:pt x="997535" y="24872"/>
                  <a:pt x="999764" y="23109"/>
                  <a:pt x="1002404" y="21805"/>
                </a:cubicBezTo>
                <a:cubicBezTo>
                  <a:pt x="1005044" y="20500"/>
                  <a:pt x="1008042" y="19848"/>
                  <a:pt x="1011396" y="19848"/>
                </a:cubicBezTo>
                <a:cubicBezTo>
                  <a:pt x="1014658" y="19848"/>
                  <a:pt x="1017547" y="20361"/>
                  <a:pt x="1020062" y="21386"/>
                </a:cubicBezTo>
                <a:cubicBezTo>
                  <a:pt x="1022578" y="22411"/>
                  <a:pt x="1024698" y="23863"/>
                  <a:pt x="1026422" y="25742"/>
                </a:cubicBezTo>
                <a:cubicBezTo>
                  <a:pt x="1028146" y="27621"/>
                  <a:pt x="1029451" y="29904"/>
                  <a:pt x="1030336" y="32591"/>
                </a:cubicBezTo>
                <a:cubicBezTo>
                  <a:pt x="1031221" y="35278"/>
                  <a:pt x="1031664" y="38283"/>
                  <a:pt x="1031664" y="41606"/>
                </a:cubicBezTo>
                <a:moveTo>
                  <a:pt x="1023231" y="40442"/>
                </a:moveTo>
                <a:cubicBezTo>
                  <a:pt x="1023324" y="38360"/>
                  <a:pt x="1023122" y="36458"/>
                  <a:pt x="1022625" y="34734"/>
                </a:cubicBezTo>
                <a:cubicBezTo>
                  <a:pt x="1022128" y="33010"/>
                  <a:pt x="1021359" y="31527"/>
                  <a:pt x="1020319" y="30285"/>
                </a:cubicBezTo>
                <a:cubicBezTo>
                  <a:pt x="1019278" y="29042"/>
                  <a:pt x="1017981" y="28071"/>
                  <a:pt x="1016428" y="27373"/>
                </a:cubicBezTo>
                <a:cubicBezTo>
                  <a:pt x="1014875" y="26674"/>
                  <a:pt x="1013074" y="26324"/>
                  <a:pt x="1011024" y="26324"/>
                </a:cubicBezTo>
                <a:cubicBezTo>
                  <a:pt x="1009253" y="26324"/>
                  <a:pt x="1007638" y="26666"/>
                  <a:pt x="1006178" y="27349"/>
                </a:cubicBezTo>
                <a:cubicBezTo>
                  <a:pt x="1004718" y="28033"/>
                  <a:pt x="1003460" y="28996"/>
                  <a:pt x="1002404" y="30238"/>
                </a:cubicBezTo>
                <a:cubicBezTo>
                  <a:pt x="1001348" y="31480"/>
                  <a:pt x="1000494" y="32971"/>
                  <a:pt x="999842" y="34711"/>
                </a:cubicBezTo>
                <a:cubicBezTo>
                  <a:pt x="999189" y="36450"/>
                  <a:pt x="998786" y="38360"/>
                  <a:pt x="998630" y="40442"/>
                </a:cubicBezTo>
                <a:lnTo>
                  <a:pt x="1023231" y="40442"/>
                </a:lnTo>
                <a:close/>
                <a:moveTo>
                  <a:pt x="1045923" y="20687"/>
                </a:moveTo>
                <a:lnTo>
                  <a:pt x="1053331" y="20687"/>
                </a:lnTo>
                <a:lnTo>
                  <a:pt x="1053564" y="29284"/>
                </a:lnTo>
                <a:cubicBezTo>
                  <a:pt x="1056328" y="25969"/>
                  <a:pt x="1059054" y="23567"/>
                  <a:pt x="1061741" y="22080"/>
                </a:cubicBezTo>
                <a:cubicBezTo>
                  <a:pt x="1064427" y="20592"/>
                  <a:pt x="1067138" y="19848"/>
                  <a:pt x="1069871" y="19848"/>
                </a:cubicBezTo>
                <a:cubicBezTo>
                  <a:pt x="1074716" y="19848"/>
                  <a:pt x="1078389" y="21413"/>
                  <a:pt x="1080890" y="24542"/>
                </a:cubicBezTo>
                <a:cubicBezTo>
                  <a:pt x="1083390" y="27672"/>
                  <a:pt x="1084547" y="32319"/>
                  <a:pt x="1084361" y="38485"/>
                </a:cubicBezTo>
                <a:lnTo>
                  <a:pt x="1076161" y="38485"/>
                </a:lnTo>
                <a:cubicBezTo>
                  <a:pt x="1076254" y="34401"/>
                  <a:pt x="1075656" y="31439"/>
                  <a:pt x="1074367" y="29599"/>
                </a:cubicBezTo>
                <a:cubicBezTo>
                  <a:pt x="1073078" y="27757"/>
                  <a:pt x="1071191" y="26837"/>
                  <a:pt x="1068706" y="26837"/>
                </a:cubicBezTo>
                <a:cubicBezTo>
                  <a:pt x="1067619" y="26837"/>
                  <a:pt x="1066524" y="27030"/>
                  <a:pt x="1065421" y="27418"/>
                </a:cubicBezTo>
                <a:cubicBezTo>
                  <a:pt x="1064319" y="27804"/>
                  <a:pt x="1063185" y="28422"/>
                  <a:pt x="1062020" y="29273"/>
                </a:cubicBezTo>
                <a:cubicBezTo>
                  <a:pt x="1060855" y="30123"/>
                  <a:pt x="1059621" y="31213"/>
                  <a:pt x="1058316" y="32544"/>
                </a:cubicBezTo>
                <a:cubicBezTo>
                  <a:pt x="1057012" y="33874"/>
                  <a:pt x="1055614" y="35482"/>
                  <a:pt x="1054123" y="37369"/>
                </a:cubicBezTo>
                <a:lnTo>
                  <a:pt x="1054123" y="67465"/>
                </a:lnTo>
                <a:lnTo>
                  <a:pt x="1045923" y="67465"/>
                </a:lnTo>
                <a:lnTo>
                  <a:pt x="1045923" y="20687"/>
                </a:lnTo>
                <a:close/>
                <a:moveTo>
                  <a:pt x="1135381" y="41606"/>
                </a:moveTo>
                <a:cubicBezTo>
                  <a:pt x="1135381" y="42756"/>
                  <a:pt x="1135365" y="43718"/>
                  <a:pt x="1135334" y="44495"/>
                </a:cubicBezTo>
                <a:cubicBezTo>
                  <a:pt x="1135303" y="45272"/>
                  <a:pt x="1135256" y="46001"/>
                  <a:pt x="1135194" y="46685"/>
                </a:cubicBezTo>
                <a:lnTo>
                  <a:pt x="1102347" y="46685"/>
                </a:lnTo>
                <a:cubicBezTo>
                  <a:pt x="1102347" y="51468"/>
                  <a:pt x="1103683" y="55141"/>
                  <a:pt x="1106354" y="57704"/>
                </a:cubicBezTo>
                <a:cubicBezTo>
                  <a:pt x="1109025" y="60266"/>
                  <a:pt x="1112877" y="61548"/>
                  <a:pt x="1117909" y="61548"/>
                </a:cubicBezTo>
                <a:cubicBezTo>
                  <a:pt x="1119276" y="61548"/>
                  <a:pt x="1120642" y="61492"/>
                  <a:pt x="1122009" y="61382"/>
                </a:cubicBezTo>
                <a:cubicBezTo>
                  <a:pt x="1123376" y="61270"/>
                  <a:pt x="1124696" y="61119"/>
                  <a:pt x="1125969" y="60929"/>
                </a:cubicBezTo>
                <a:cubicBezTo>
                  <a:pt x="1127243" y="60737"/>
                  <a:pt x="1128462" y="60523"/>
                  <a:pt x="1129627" y="60285"/>
                </a:cubicBezTo>
                <a:cubicBezTo>
                  <a:pt x="1130791" y="60046"/>
                  <a:pt x="1131871" y="59784"/>
                  <a:pt x="1132865" y="59497"/>
                </a:cubicBezTo>
                <a:lnTo>
                  <a:pt x="1132865" y="66160"/>
                </a:lnTo>
                <a:cubicBezTo>
                  <a:pt x="1130659" y="66795"/>
                  <a:pt x="1128167" y="67311"/>
                  <a:pt x="1125387" y="67708"/>
                </a:cubicBezTo>
                <a:cubicBezTo>
                  <a:pt x="1122607" y="68105"/>
                  <a:pt x="1119726" y="68303"/>
                  <a:pt x="1116744" y="68303"/>
                </a:cubicBezTo>
                <a:cubicBezTo>
                  <a:pt x="1112737" y="68303"/>
                  <a:pt x="1109289" y="67760"/>
                  <a:pt x="1106401" y="66673"/>
                </a:cubicBezTo>
                <a:cubicBezTo>
                  <a:pt x="1103512" y="65585"/>
                  <a:pt x="1101144" y="64009"/>
                  <a:pt x="1099296" y="61944"/>
                </a:cubicBezTo>
                <a:cubicBezTo>
                  <a:pt x="1097447" y="59878"/>
                  <a:pt x="1096081" y="57347"/>
                  <a:pt x="1095195" y="54349"/>
                </a:cubicBezTo>
                <a:cubicBezTo>
                  <a:pt x="1094310" y="51352"/>
                  <a:pt x="1093868" y="47958"/>
                  <a:pt x="1093868" y="44169"/>
                </a:cubicBezTo>
                <a:cubicBezTo>
                  <a:pt x="1093868" y="40876"/>
                  <a:pt x="1094341" y="37762"/>
                  <a:pt x="1095289" y="34827"/>
                </a:cubicBezTo>
                <a:cubicBezTo>
                  <a:pt x="1096236" y="31892"/>
                  <a:pt x="1097618" y="29314"/>
                  <a:pt x="1099435" y="27093"/>
                </a:cubicBezTo>
                <a:cubicBezTo>
                  <a:pt x="1101252" y="24872"/>
                  <a:pt x="1103481" y="23109"/>
                  <a:pt x="1106121" y="21805"/>
                </a:cubicBezTo>
                <a:cubicBezTo>
                  <a:pt x="1108761" y="20500"/>
                  <a:pt x="1111759" y="19848"/>
                  <a:pt x="1115113" y="19848"/>
                </a:cubicBezTo>
                <a:cubicBezTo>
                  <a:pt x="1118375" y="19848"/>
                  <a:pt x="1121263" y="20361"/>
                  <a:pt x="1123779" y="21386"/>
                </a:cubicBezTo>
                <a:cubicBezTo>
                  <a:pt x="1126295" y="22411"/>
                  <a:pt x="1128415" y="23863"/>
                  <a:pt x="1130139" y="25742"/>
                </a:cubicBezTo>
                <a:cubicBezTo>
                  <a:pt x="1131863" y="27621"/>
                  <a:pt x="1133168" y="29904"/>
                  <a:pt x="1134053" y="32591"/>
                </a:cubicBezTo>
                <a:cubicBezTo>
                  <a:pt x="1134938" y="35278"/>
                  <a:pt x="1135381" y="38283"/>
                  <a:pt x="1135381" y="41606"/>
                </a:cubicBezTo>
                <a:moveTo>
                  <a:pt x="1126948" y="40442"/>
                </a:moveTo>
                <a:cubicBezTo>
                  <a:pt x="1127041" y="38360"/>
                  <a:pt x="1126839" y="36458"/>
                  <a:pt x="1126342" y="34734"/>
                </a:cubicBezTo>
                <a:cubicBezTo>
                  <a:pt x="1125845" y="33010"/>
                  <a:pt x="1125076" y="31527"/>
                  <a:pt x="1124036" y="30285"/>
                </a:cubicBezTo>
                <a:cubicBezTo>
                  <a:pt x="1122995" y="29042"/>
                  <a:pt x="1121698" y="28071"/>
                  <a:pt x="1120145" y="27373"/>
                </a:cubicBezTo>
                <a:cubicBezTo>
                  <a:pt x="1118592" y="26674"/>
                  <a:pt x="1116791" y="26324"/>
                  <a:pt x="1114741" y="26324"/>
                </a:cubicBezTo>
                <a:cubicBezTo>
                  <a:pt x="1112970" y="26324"/>
                  <a:pt x="1111355" y="26666"/>
                  <a:pt x="1109895" y="27349"/>
                </a:cubicBezTo>
                <a:cubicBezTo>
                  <a:pt x="1108435" y="28033"/>
                  <a:pt x="1107177" y="28996"/>
                  <a:pt x="1106121" y="30238"/>
                </a:cubicBezTo>
                <a:cubicBezTo>
                  <a:pt x="1105065" y="31480"/>
                  <a:pt x="1104211" y="32971"/>
                  <a:pt x="1103559" y="34711"/>
                </a:cubicBezTo>
                <a:cubicBezTo>
                  <a:pt x="1102906" y="36450"/>
                  <a:pt x="1102503" y="38360"/>
                  <a:pt x="1102347" y="40442"/>
                </a:cubicBezTo>
                <a:lnTo>
                  <a:pt x="1126948" y="40442"/>
                </a:lnTo>
                <a:close/>
                <a:moveTo>
                  <a:pt x="1145353" y="45054"/>
                </a:moveTo>
                <a:cubicBezTo>
                  <a:pt x="1145353" y="41078"/>
                  <a:pt x="1145897" y="37545"/>
                  <a:pt x="1146984" y="34454"/>
                </a:cubicBezTo>
                <a:cubicBezTo>
                  <a:pt x="1148071" y="31364"/>
                  <a:pt x="1149616" y="28755"/>
                  <a:pt x="1151620" y="26627"/>
                </a:cubicBezTo>
                <a:cubicBezTo>
                  <a:pt x="1153623" y="24499"/>
                  <a:pt x="1156031" y="22884"/>
                  <a:pt x="1158842" y="21782"/>
                </a:cubicBezTo>
                <a:cubicBezTo>
                  <a:pt x="1161653" y="20679"/>
                  <a:pt x="1164782" y="20128"/>
                  <a:pt x="1168230" y="20128"/>
                </a:cubicBezTo>
                <a:cubicBezTo>
                  <a:pt x="1169721" y="20128"/>
                  <a:pt x="1171188" y="20221"/>
                  <a:pt x="1172633" y="20407"/>
                </a:cubicBezTo>
                <a:cubicBezTo>
                  <a:pt x="1174077" y="20593"/>
                  <a:pt x="1175498" y="20889"/>
                  <a:pt x="1176896" y="21292"/>
                </a:cubicBezTo>
                <a:lnTo>
                  <a:pt x="1176896" y="1584"/>
                </a:lnTo>
                <a:lnTo>
                  <a:pt x="1185049" y="1584"/>
                </a:lnTo>
                <a:lnTo>
                  <a:pt x="1185049" y="67465"/>
                </a:lnTo>
                <a:lnTo>
                  <a:pt x="1177781" y="67465"/>
                </a:lnTo>
                <a:lnTo>
                  <a:pt x="1177502" y="58612"/>
                </a:lnTo>
                <a:cubicBezTo>
                  <a:pt x="1175234" y="61905"/>
                  <a:pt x="1172780" y="64343"/>
                  <a:pt x="1170140" y="65927"/>
                </a:cubicBezTo>
                <a:cubicBezTo>
                  <a:pt x="1167500" y="67511"/>
                  <a:pt x="1164642" y="68303"/>
                  <a:pt x="1161567" y="68303"/>
                </a:cubicBezTo>
                <a:cubicBezTo>
                  <a:pt x="1158896" y="68303"/>
                  <a:pt x="1156543" y="67744"/>
                  <a:pt x="1154509" y="66626"/>
                </a:cubicBezTo>
                <a:cubicBezTo>
                  <a:pt x="1152474" y="65508"/>
                  <a:pt x="1150781" y="63931"/>
                  <a:pt x="1149430" y="61897"/>
                </a:cubicBezTo>
                <a:cubicBezTo>
                  <a:pt x="1148079" y="59862"/>
                  <a:pt x="1147062" y="57416"/>
                  <a:pt x="1146378" y="54559"/>
                </a:cubicBezTo>
                <a:cubicBezTo>
                  <a:pt x="1145695" y="51701"/>
                  <a:pt x="1145353" y="48533"/>
                  <a:pt x="1145353" y="45054"/>
                </a:cubicBezTo>
                <a:moveTo>
                  <a:pt x="1153647" y="44542"/>
                </a:moveTo>
                <a:cubicBezTo>
                  <a:pt x="1153647" y="50195"/>
                  <a:pt x="1154477" y="54411"/>
                  <a:pt x="1156139" y="57191"/>
                </a:cubicBezTo>
                <a:cubicBezTo>
                  <a:pt x="1157801" y="59971"/>
                  <a:pt x="1160154" y="61361"/>
                  <a:pt x="1163198" y="61361"/>
                </a:cubicBezTo>
                <a:cubicBezTo>
                  <a:pt x="1165248" y="61361"/>
                  <a:pt x="1167414" y="60445"/>
                  <a:pt x="1169697" y="58612"/>
                </a:cubicBezTo>
                <a:cubicBezTo>
                  <a:pt x="1171980" y="56780"/>
                  <a:pt x="1174380" y="54062"/>
                  <a:pt x="1176896" y="50459"/>
                </a:cubicBezTo>
                <a:lnTo>
                  <a:pt x="1176896" y="28747"/>
                </a:lnTo>
                <a:cubicBezTo>
                  <a:pt x="1175560" y="28126"/>
                  <a:pt x="1174085" y="27652"/>
                  <a:pt x="1172470" y="27326"/>
                </a:cubicBezTo>
                <a:cubicBezTo>
                  <a:pt x="1170854" y="27000"/>
                  <a:pt x="1169255" y="26837"/>
                  <a:pt x="1167671" y="26837"/>
                </a:cubicBezTo>
                <a:cubicBezTo>
                  <a:pt x="1163260" y="26837"/>
                  <a:pt x="1159820" y="28266"/>
                  <a:pt x="1157351" y="31123"/>
                </a:cubicBezTo>
                <a:cubicBezTo>
                  <a:pt x="1154881" y="33981"/>
                  <a:pt x="1153647" y="38454"/>
                  <a:pt x="1153647" y="44542"/>
                </a:cubicBezTo>
                <a:close/>
                <a:moveTo>
                  <a:pt x="1294534" y="43237"/>
                </a:moveTo>
                <a:cubicBezTo>
                  <a:pt x="1294534" y="47120"/>
                  <a:pt x="1293998" y="50591"/>
                  <a:pt x="1292926" y="53650"/>
                </a:cubicBezTo>
                <a:cubicBezTo>
                  <a:pt x="1291855" y="56710"/>
                  <a:pt x="1290333" y="59303"/>
                  <a:pt x="1288360" y="61431"/>
                </a:cubicBezTo>
                <a:cubicBezTo>
                  <a:pt x="1286388" y="63559"/>
                  <a:pt x="1283988" y="65189"/>
                  <a:pt x="1281162" y="66323"/>
                </a:cubicBezTo>
                <a:cubicBezTo>
                  <a:pt x="1278335" y="67457"/>
                  <a:pt x="1275152" y="68024"/>
                  <a:pt x="1271611" y="68024"/>
                </a:cubicBezTo>
                <a:cubicBezTo>
                  <a:pt x="1268846" y="68024"/>
                  <a:pt x="1266020" y="67760"/>
                  <a:pt x="1263131" y="67232"/>
                </a:cubicBezTo>
                <a:cubicBezTo>
                  <a:pt x="1260242" y="66704"/>
                  <a:pt x="1257385" y="65865"/>
                  <a:pt x="1254558" y="64716"/>
                </a:cubicBezTo>
                <a:lnTo>
                  <a:pt x="1254558" y="1584"/>
                </a:lnTo>
                <a:lnTo>
                  <a:pt x="1262665" y="1584"/>
                </a:lnTo>
                <a:lnTo>
                  <a:pt x="1262665" y="19740"/>
                </a:lnTo>
                <a:lnTo>
                  <a:pt x="1262292" y="28421"/>
                </a:lnTo>
                <a:cubicBezTo>
                  <a:pt x="1264622" y="25284"/>
                  <a:pt x="1267114" y="23071"/>
                  <a:pt x="1269770" y="21782"/>
                </a:cubicBezTo>
                <a:cubicBezTo>
                  <a:pt x="1272426" y="20493"/>
                  <a:pt x="1275276" y="19848"/>
                  <a:pt x="1278320" y="19848"/>
                </a:cubicBezTo>
                <a:cubicBezTo>
                  <a:pt x="1280991" y="19848"/>
                  <a:pt x="1283336" y="20407"/>
                  <a:pt x="1285355" y="21525"/>
                </a:cubicBezTo>
                <a:cubicBezTo>
                  <a:pt x="1287374" y="22644"/>
                  <a:pt x="1289067" y="24220"/>
                  <a:pt x="1290434" y="26254"/>
                </a:cubicBezTo>
                <a:cubicBezTo>
                  <a:pt x="1291800" y="28289"/>
                  <a:pt x="1292825" y="30743"/>
                  <a:pt x="1293509" y="33616"/>
                </a:cubicBezTo>
                <a:cubicBezTo>
                  <a:pt x="1294192" y="36489"/>
                  <a:pt x="1294534" y="39696"/>
                  <a:pt x="1294534" y="43237"/>
                </a:cubicBezTo>
                <a:moveTo>
                  <a:pt x="1286240" y="43610"/>
                </a:moveTo>
                <a:cubicBezTo>
                  <a:pt x="1286240" y="41156"/>
                  <a:pt x="1286062" y="38904"/>
                  <a:pt x="1285705" y="36854"/>
                </a:cubicBezTo>
                <a:cubicBezTo>
                  <a:pt x="1285347" y="34804"/>
                  <a:pt x="1284780" y="33049"/>
                  <a:pt x="1284004" y="31589"/>
                </a:cubicBezTo>
                <a:cubicBezTo>
                  <a:pt x="1283227" y="30129"/>
                  <a:pt x="1282233" y="28988"/>
                  <a:pt x="1281022" y="28165"/>
                </a:cubicBezTo>
                <a:cubicBezTo>
                  <a:pt x="1279811" y="27342"/>
                  <a:pt x="1278366" y="26930"/>
                  <a:pt x="1276689" y="26930"/>
                </a:cubicBezTo>
                <a:cubicBezTo>
                  <a:pt x="1275664" y="26930"/>
                  <a:pt x="1274623" y="27093"/>
                  <a:pt x="1273567" y="27419"/>
                </a:cubicBezTo>
                <a:cubicBezTo>
                  <a:pt x="1272511" y="27745"/>
                  <a:pt x="1271416" y="28289"/>
                  <a:pt x="1270283" y="29050"/>
                </a:cubicBezTo>
                <a:cubicBezTo>
                  <a:pt x="1269149" y="29811"/>
                  <a:pt x="1267953" y="30820"/>
                  <a:pt x="1266695" y="32078"/>
                </a:cubicBezTo>
                <a:cubicBezTo>
                  <a:pt x="1265437" y="33336"/>
                  <a:pt x="1264094" y="34897"/>
                  <a:pt x="1262665" y="36761"/>
                </a:cubicBezTo>
                <a:lnTo>
                  <a:pt x="1262665" y="59451"/>
                </a:lnTo>
                <a:cubicBezTo>
                  <a:pt x="1264249" y="60072"/>
                  <a:pt x="1265864" y="60561"/>
                  <a:pt x="1267510" y="60919"/>
                </a:cubicBezTo>
                <a:cubicBezTo>
                  <a:pt x="1269157" y="61276"/>
                  <a:pt x="1270725" y="61454"/>
                  <a:pt x="1272216" y="61454"/>
                </a:cubicBezTo>
                <a:cubicBezTo>
                  <a:pt x="1274080" y="61454"/>
                  <a:pt x="1275858" y="61159"/>
                  <a:pt x="1277551" y="60569"/>
                </a:cubicBezTo>
                <a:cubicBezTo>
                  <a:pt x="1279244" y="59979"/>
                  <a:pt x="1280735" y="58993"/>
                  <a:pt x="1282024" y="57611"/>
                </a:cubicBezTo>
                <a:cubicBezTo>
                  <a:pt x="1283313" y="56228"/>
                  <a:pt x="1284338" y="54396"/>
                  <a:pt x="1285099" y="52113"/>
                </a:cubicBezTo>
                <a:cubicBezTo>
                  <a:pt x="1285860" y="49830"/>
                  <a:pt x="1286240" y="46995"/>
                  <a:pt x="1286240" y="43610"/>
                </a:cubicBezTo>
                <a:close/>
                <a:moveTo>
                  <a:pt x="1348023" y="20687"/>
                </a:moveTo>
                <a:lnTo>
                  <a:pt x="1332088" y="62526"/>
                </a:lnTo>
                <a:cubicBezTo>
                  <a:pt x="1330442" y="66781"/>
                  <a:pt x="1328742" y="70447"/>
                  <a:pt x="1326987" y="73522"/>
                </a:cubicBezTo>
                <a:cubicBezTo>
                  <a:pt x="1325232" y="76597"/>
                  <a:pt x="1323314" y="79120"/>
                  <a:pt x="1321233" y="81093"/>
                </a:cubicBezTo>
                <a:cubicBezTo>
                  <a:pt x="1319152" y="83065"/>
                  <a:pt x="1316869" y="84517"/>
                  <a:pt x="1314384" y="85449"/>
                </a:cubicBezTo>
                <a:cubicBezTo>
                  <a:pt x="1311899" y="86381"/>
                  <a:pt x="1309119" y="86847"/>
                  <a:pt x="1306044" y="86847"/>
                </a:cubicBezTo>
                <a:cubicBezTo>
                  <a:pt x="1305236" y="86847"/>
                  <a:pt x="1304506" y="86831"/>
                  <a:pt x="1303854" y="86800"/>
                </a:cubicBezTo>
                <a:cubicBezTo>
                  <a:pt x="1303202" y="86769"/>
                  <a:pt x="1302487" y="86723"/>
                  <a:pt x="1301711" y="86660"/>
                </a:cubicBezTo>
                <a:lnTo>
                  <a:pt x="1301711" y="79299"/>
                </a:lnTo>
                <a:cubicBezTo>
                  <a:pt x="1302394" y="79392"/>
                  <a:pt x="1303140" y="79478"/>
                  <a:pt x="1303947" y="79555"/>
                </a:cubicBezTo>
                <a:cubicBezTo>
                  <a:pt x="1304755" y="79633"/>
                  <a:pt x="1305609" y="79672"/>
                  <a:pt x="1306510" y="79672"/>
                </a:cubicBezTo>
                <a:cubicBezTo>
                  <a:pt x="1308001" y="79672"/>
                  <a:pt x="1309391" y="79454"/>
                  <a:pt x="1310680" y="79019"/>
                </a:cubicBezTo>
                <a:cubicBezTo>
                  <a:pt x="1311969" y="78585"/>
                  <a:pt x="1313188" y="77878"/>
                  <a:pt x="1314337" y="76899"/>
                </a:cubicBezTo>
                <a:cubicBezTo>
                  <a:pt x="1315486" y="75921"/>
                  <a:pt x="1316589" y="74655"/>
                  <a:pt x="1317645" y="73102"/>
                </a:cubicBezTo>
                <a:cubicBezTo>
                  <a:pt x="1318701" y="71549"/>
                  <a:pt x="1319726" y="69670"/>
                  <a:pt x="1320720" y="67465"/>
                </a:cubicBezTo>
                <a:lnTo>
                  <a:pt x="1302037" y="20687"/>
                </a:lnTo>
                <a:lnTo>
                  <a:pt x="1311262" y="20687"/>
                </a:lnTo>
                <a:lnTo>
                  <a:pt x="1323096" y="51623"/>
                </a:lnTo>
                <a:lnTo>
                  <a:pt x="1325472" y="58892"/>
                </a:lnTo>
                <a:lnTo>
                  <a:pt x="1328175" y="51437"/>
                </a:lnTo>
                <a:lnTo>
                  <a:pt x="1339124" y="20687"/>
                </a:lnTo>
                <a:lnTo>
                  <a:pt x="1348023" y="20687"/>
                </a:lnTo>
                <a:close/>
                <a:moveTo>
                  <a:pt x="1450285" y="54699"/>
                </a:moveTo>
                <a:cubicBezTo>
                  <a:pt x="1450285" y="56345"/>
                  <a:pt x="1450005" y="57820"/>
                  <a:pt x="1449446" y="59125"/>
                </a:cubicBezTo>
                <a:cubicBezTo>
                  <a:pt x="1448887" y="60429"/>
                  <a:pt x="1448126" y="61586"/>
                  <a:pt x="1447163" y="62596"/>
                </a:cubicBezTo>
                <a:cubicBezTo>
                  <a:pt x="1446201" y="63605"/>
                  <a:pt x="1445082" y="64467"/>
                  <a:pt x="1443809" y="65182"/>
                </a:cubicBezTo>
                <a:cubicBezTo>
                  <a:pt x="1442535" y="65896"/>
                  <a:pt x="1441176" y="66486"/>
                  <a:pt x="1439732" y="66952"/>
                </a:cubicBezTo>
                <a:cubicBezTo>
                  <a:pt x="1438288" y="67418"/>
                  <a:pt x="1436805" y="67760"/>
                  <a:pt x="1435283" y="67977"/>
                </a:cubicBezTo>
                <a:cubicBezTo>
                  <a:pt x="1433761" y="68195"/>
                  <a:pt x="1432270" y="68303"/>
                  <a:pt x="1430810" y="68303"/>
                </a:cubicBezTo>
                <a:cubicBezTo>
                  <a:pt x="1427642" y="68303"/>
                  <a:pt x="1424730" y="68164"/>
                  <a:pt x="1422074" y="67884"/>
                </a:cubicBezTo>
                <a:cubicBezTo>
                  <a:pt x="1419418" y="67604"/>
                  <a:pt x="1416817" y="67154"/>
                  <a:pt x="1414270" y="66533"/>
                </a:cubicBezTo>
                <a:lnTo>
                  <a:pt x="1414270" y="59078"/>
                </a:lnTo>
                <a:cubicBezTo>
                  <a:pt x="1417003" y="59855"/>
                  <a:pt x="1419721" y="60445"/>
                  <a:pt x="1422423" y="60849"/>
                </a:cubicBezTo>
                <a:cubicBezTo>
                  <a:pt x="1425126" y="61252"/>
                  <a:pt x="1427812" y="61454"/>
                  <a:pt x="1430484" y="61454"/>
                </a:cubicBezTo>
                <a:cubicBezTo>
                  <a:pt x="1434366" y="61454"/>
                  <a:pt x="1437239" y="60926"/>
                  <a:pt x="1439103" y="59870"/>
                </a:cubicBezTo>
                <a:cubicBezTo>
                  <a:pt x="1440967" y="58814"/>
                  <a:pt x="1441899" y="57308"/>
                  <a:pt x="1441899" y="55351"/>
                </a:cubicBezTo>
                <a:cubicBezTo>
                  <a:pt x="1441899" y="54512"/>
                  <a:pt x="1441751" y="53759"/>
                  <a:pt x="1441456" y="53091"/>
                </a:cubicBezTo>
                <a:cubicBezTo>
                  <a:pt x="1441161" y="52423"/>
                  <a:pt x="1440625" y="51787"/>
                  <a:pt x="1439849" y="51181"/>
                </a:cubicBezTo>
                <a:cubicBezTo>
                  <a:pt x="1439072" y="50575"/>
                  <a:pt x="1437868" y="49946"/>
                  <a:pt x="1436238" y="49294"/>
                </a:cubicBezTo>
                <a:cubicBezTo>
                  <a:pt x="1434607" y="48642"/>
                  <a:pt x="1432378" y="47896"/>
                  <a:pt x="1429552" y="47058"/>
                </a:cubicBezTo>
                <a:cubicBezTo>
                  <a:pt x="1427440" y="46436"/>
                  <a:pt x="1425491" y="45730"/>
                  <a:pt x="1423705" y="44938"/>
                </a:cubicBezTo>
                <a:cubicBezTo>
                  <a:pt x="1421919" y="44146"/>
                  <a:pt x="1420373" y="43206"/>
                  <a:pt x="1419069" y="42119"/>
                </a:cubicBezTo>
                <a:cubicBezTo>
                  <a:pt x="1417764" y="41032"/>
                  <a:pt x="1416739" y="39758"/>
                  <a:pt x="1415994" y="38298"/>
                </a:cubicBezTo>
                <a:cubicBezTo>
                  <a:pt x="1415248" y="36838"/>
                  <a:pt x="1414875" y="35115"/>
                  <a:pt x="1414875" y="33127"/>
                </a:cubicBezTo>
                <a:cubicBezTo>
                  <a:pt x="1414875" y="31822"/>
                  <a:pt x="1415178" y="30393"/>
                  <a:pt x="1415784" y="28840"/>
                </a:cubicBezTo>
                <a:cubicBezTo>
                  <a:pt x="1416390" y="27287"/>
                  <a:pt x="1417422" y="25843"/>
                  <a:pt x="1418882" y="24507"/>
                </a:cubicBezTo>
                <a:cubicBezTo>
                  <a:pt x="1420342" y="23172"/>
                  <a:pt x="1422315" y="22061"/>
                  <a:pt x="1424799" y="21176"/>
                </a:cubicBezTo>
                <a:cubicBezTo>
                  <a:pt x="1427284" y="20291"/>
                  <a:pt x="1430390" y="19848"/>
                  <a:pt x="1434118" y="19848"/>
                </a:cubicBezTo>
                <a:cubicBezTo>
                  <a:pt x="1435950" y="19848"/>
                  <a:pt x="1437985" y="19949"/>
                  <a:pt x="1440221" y="20151"/>
                </a:cubicBezTo>
                <a:cubicBezTo>
                  <a:pt x="1442458" y="20353"/>
                  <a:pt x="1444787" y="20702"/>
                  <a:pt x="1447210" y="21199"/>
                </a:cubicBezTo>
                <a:lnTo>
                  <a:pt x="1447210" y="28421"/>
                </a:lnTo>
                <a:cubicBezTo>
                  <a:pt x="1444663" y="27800"/>
                  <a:pt x="1442248" y="27342"/>
                  <a:pt x="1439965" y="27046"/>
                </a:cubicBezTo>
                <a:cubicBezTo>
                  <a:pt x="1437682" y="26751"/>
                  <a:pt x="1435702" y="26604"/>
                  <a:pt x="1434025" y="26604"/>
                </a:cubicBezTo>
                <a:cubicBezTo>
                  <a:pt x="1432006" y="26604"/>
                  <a:pt x="1430305" y="26759"/>
                  <a:pt x="1428923" y="27070"/>
                </a:cubicBezTo>
                <a:cubicBezTo>
                  <a:pt x="1427541" y="27380"/>
                  <a:pt x="1426422" y="27807"/>
                  <a:pt x="1425568" y="28351"/>
                </a:cubicBezTo>
                <a:cubicBezTo>
                  <a:pt x="1424714" y="28895"/>
                  <a:pt x="1424101" y="29531"/>
                  <a:pt x="1423728" y="30261"/>
                </a:cubicBezTo>
                <a:cubicBezTo>
                  <a:pt x="1423355" y="30991"/>
                  <a:pt x="1423169" y="31775"/>
                  <a:pt x="1423169" y="32614"/>
                </a:cubicBezTo>
                <a:cubicBezTo>
                  <a:pt x="1423169" y="33453"/>
                  <a:pt x="1423332" y="34214"/>
                  <a:pt x="1423658" y="34897"/>
                </a:cubicBezTo>
                <a:cubicBezTo>
                  <a:pt x="1423984" y="35580"/>
                  <a:pt x="1424590" y="36241"/>
                  <a:pt x="1425475" y="36877"/>
                </a:cubicBezTo>
                <a:cubicBezTo>
                  <a:pt x="1426360" y="37514"/>
                  <a:pt x="1427595" y="38151"/>
                  <a:pt x="1429179" y="38788"/>
                </a:cubicBezTo>
                <a:cubicBezTo>
                  <a:pt x="1430763" y="39424"/>
                  <a:pt x="1432829" y="40115"/>
                  <a:pt x="1435376" y="40861"/>
                </a:cubicBezTo>
                <a:cubicBezTo>
                  <a:pt x="1438140" y="41668"/>
                  <a:pt x="1440470" y="42515"/>
                  <a:pt x="1442364" y="43400"/>
                </a:cubicBezTo>
                <a:cubicBezTo>
                  <a:pt x="1444259" y="44285"/>
                  <a:pt x="1445797" y="45272"/>
                  <a:pt x="1446977" y="46359"/>
                </a:cubicBezTo>
                <a:cubicBezTo>
                  <a:pt x="1448157" y="47446"/>
                  <a:pt x="1449004" y="48673"/>
                  <a:pt x="1449516" y="50039"/>
                </a:cubicBezTo>
                <a:cubicBezTo>
                  <a:pt x="1450029" y="51406"/>
                  <a:pt x="1450285" y="52959"/>
                  <a:pt x="1450285" y="54699"/>
                </a:cubicBezTo>
                <a:close/>
                <a:moveTo>
                  <a:pt x="1504613" y="41606"/>
                </a:moveTo>
                <a:cubicBezTo>
                  <a:pt x="1504613" y="42756"/>
                  <a:pt x="1504597" y="43718"/>
                  <a:pt x="1504566" y="44495"/>
                </a:cubicBezTo>
                <a:cubicBezTo>
                  <a:pt x="1504535" y="45272"/>
                  <a:pt x="1504489" y="46001"/>
                  <a:pt x="1504427" y="46685"/>
                </a:cubicBezTo>
                <a:lnTo>
                  <a:pt x="1471579" y="46685"/>
                </a:lnTo>
                <a:cubicBezTo>
                  <a:pt x="1471579" y="51468"/>
                  <a:pt x="1472915" y="55141"/>
                  <a:pt x="1475586" y="57704"/>
                </a:cubicBezTo>
                <a:cubicBezTo>
                  <a:pt x="1478258" y="60266"/>
                  <a:pt x="1482109" y="61548"/>
                  <a:pt x="1487141" y="61548"/>
                </a:cubicBezTo>
                <a:cubicBezTo>
                  <a:pt x="1488508" y="61548"/>
                  <a:pt x="1489874" y="61492"/>
                  <a:pt x="1491241" y="61382"/>
                </a:cubicBezTo>
                <a:cubicBezTo>
                  <a:pt x="1492608" y="61270"/>
                  <a:pt x="1493928" y="61119"/>
                  <a:pt x="1495201" y="60929"/>
                </a:cubicBezTo>
                <a:cubicBezTo>
                  <a:pt x="1496475" y="60737"/>
                  <a:pt x="1497694" y="60523"/>
                  <a:pt x="1498859" y="60285"/>
                </a:cubicBezTo>
                <a:cubicBezTo>
                  <a:pt x="1500024" y="60046"/>
                  <a:pt x="1501103" y="59784"/>
                  <a:pt x="1502097" y="59497"/>
                </a:cubicBezTo>
                <a:lnTo>
                  <a:pt x="1502097" y="66160"/>
                </a:lnTo>
                <a:cubicBezTo>
                  <a:pt x="1499892" y="66795"/>
                  <a:pt x="1497399" y="67311"/>
                  <a:pt x="1494619" y="67708"/>
                </a:cubicBezTo>
                <a:cubicBezTo>
                  <a:pt x="1491839" y="68105"/>
                  <a:pt x="1488958" y="68303"/>
                  <a:pt x="1485976" y="68303"/>
                </a:cubicBezTo>
                <a:cubicBezTo>
                  <a:pt x="1481969" y="68303"/>
                  <a:pt x="1478522" y="67760"/>
                  <a:pt x="1475633" y="66673"/>
                </a:cubicBezTo>
                <a:cubicBezTo>
                  <a:pt x="1472744" y="65585"/>
                  <a:pt x="1470376" y="64009"/>
                  <a:pt x="1468528" y="61944"/>
                </a:cubicBezTo>
                <a:cubicBezTo>
                  <a:pt x="1466680" y="59878"/>
                  <a:pt x="1465313" y="57347"/>
                  <a:pt x="1464428" y="54349"/>
                </a:cubicBezTo>
                <a:cubicBezTo>
                  <a:pt x="1463542" y="51352"/>
                  <a:pt x="1463100" y="47958"/>
                  <a:pt x="1463100" y="44169"/>
                </a:cubicBezTo>
                <a:cubicBezTo>
                  <a:pt x="1463100" y="40876"/>
                  <a:pt x="1463573" y="37762"/>
                  <a:pt x="1464521" y="34827"/>
                </a:cubicBezTo>
                <a:cubicBezTo>
                  <a:pt x="1465468" y="31892"/>
                  <a:pt x="1466850" y="29314"/>
                  <a:pt x="1468667" y="27093"/>
                </a:cubicBezTo>
                <a:cubicBezTo>
                  <a:pt x="1470485" y="24872"/>
                  <a:pt x="1472713" y="23109"/>
                  <a:pt x="1475353" y="21805"/>
                </a:cubicBezTo>
                <a:cubicBezTo>
                  <a:pt x="1477994" y="20500"/>
                  <a:pt x="1480991" y="19848"/>
                  <a:pt x="1484346" y="19848"/>
                </a:cubicBezTo>
                <a:cubicBezTo>
                  <a:pt x="1487607" y="19848"/>
                  <a:pt x="1490496" y="20361"/>
                  <a:pt x="1493012" y="21386"/>
                </a:cubicBezTo>
                <a:cubicBezTo>
                  <a:pt x="1495528" y="22411"/>
                  <a:pt x="1497647" y="23863"/>
                  <a:pt x="1499371" y="25742"/>
                </a:cubicBezTo>
                <a:cubicBezTo>
                  <a:pt x="1501095" y="27621"/>
                  <a:pt x="1502400" y="29904"/>
                  <a:pt x="1503285" y="32591"/>
                </a:cubicBezTo>
                <a:cubicBezTo>
                  <a:pt x="1504170" y="35278"/>
                  <a:pt x="1504613" y="38283"/>
                  <a:pt x="1504613" y="41606"/>
                </a:cubicBezTo>
                <a:moveTo>
                  <a:pt x="1496180" y="40442"/>
                </a:moveTo>
                <a:cubicBezTo>
                  <a:pt x="1496273" y="38360"/>
                  <a:pt x="1496071" y="36458"/>
                  <a:pt x="1495574" y="34734"/>
                </a:cubicBezTo>
                <a:cubicBezTo>
                  <a:pt x="1495077" y="33010"/>
                  <a:pt x="1494308" y="31527"/>
                  <a:pt x="1493268" y="30285"/>
                </a:cubicBezTo>
                <a:cubicBezTo>
                  <a:pt x="1492227" y="29042"/>
                  <a:pt x="1490930" y="28071"/>
                  <a:pt x="1489377" y="27373"/>
                </a:cubicBezTo>
                <a:cubicBezTo>
                  <a:pt x="1487824" y="26674"/>
                  <a:pt x="1486023" y="26324"/>
                  <a:pt x="1483973" y="26324"/>
                </a:cubicBezTo>
                <a:cubicBezTo>
                  <a:pt x="1482202" y="26324"/>
                  <a:pt x="1480587" y="26666"/>
                  <a:pt x="1479127" y="27349"/>
                </a:cubicBezTo>
                <a:cubicBezTo>
                  <a:pt x="1477667" y="28033"/>
                  <a:pt x="1476409" y="28996"/>
                  <a:pt x="1475353" y="30238"/>
                </a:cubicBezTo>
                <a:cubicBezTo>
                  <a:pt x="1474297" y="31480"/>
                  <a:pt x="1473443" y="32971"/>
                  <a:pt x="1472791" y="34711"/>
                </a:cubicBezTo>
                <a:cubicBezTo>
                  <a:pt x="1472139" y="36450"/>
                  <a:pt x="1471735" y="38360"/>
                  <a:pt x="1471579" y="40442"/>
                </a:cubicBezTo>
                <a:lnTo>
                  <a:pt x="1496180" y="40442"/>
                </a:lnTo>
                <a:close/>
                <a:moveTo>
                  <a:pt x="1554654" y="66766"/>
                </a:moveTo>
                <a:cubicBezTo>
                  <a:pt x="1552822" y="67248"/>
                  <a:pt x="1550927" y="67594"/>
                  <a:pt x="1548970" y="67802"/>
                </a:cubicBezTo>
                <a:cubicBezTo>
                  <a:pt x="1547013" y="68012"/>
                  <a:pt x="1545025" y="68117"/>
                  <a:pt x="1543006" y="68117"/>
                </a:cubicBezTo>
                <a:cubicBezTo>
                  <a:pt x="1537136" y="68117"/>
                  <a:pt x="1532756" y="66789"/>
                  <a:pt x="1529868" y="64133"/>
                </a:cubicBezTo>
                <a:cubicBezTo>
                  <a:pt x="1526979" y="61478"/>
                  <a:pt x="1525535" y="57401"/>
                  <a:pt x="1525535" y="51903"/>
                </a:cubicBezTo>
                <a:lnTo>
                  <a:pt x="1525535" y="27489"/>
                </a:lnTo>
                <a:lnTo>
                  <a:pt x="1512442" y="27489"/>
                </a:lnTo>
                <a:lnTo>
                  <a:pt x="1512442" y="20687"/>
                </a:lnTo>
                <a:lnTo>
                  <a:pt x="1525535" y="20687"/>
                </a:lnTo>
                <a:lnTo>
                  <a:pt x="1525535" y="7787"/>
                </a:lnTo>
                <a:lnTo>
                  <a:pt x="1533641" y="5684"/>
                </a:lnTo>
                <a:lnTo>
                  <a:pt x="1533641" y="20687"/>
                </a:lnTo>
                <a:lnTo>
                  <a:pt x="1554654" y="20687"/>
                </a:lnTo>
                <a:lnTo>
                  <a:pt x="1554654" y="27489"/>
                </a:lnTo>
                <a:lnTo>
                  <a:pt x="1533641" y="27489"/>
                </a:lnTo>
                <a:lnTo>
                  <a:pt x="1533641" y="51251"/>
                </a:lnTo>
                <a:cubicBezTo>
                  <a:pt x="1533641" y="54605"/>
                  <a:pt x="1534534" y="57114"/>
                  <a:pt x="1536320" y="58775"/>
                </a:cubicBezTo>
                <a:cubicBezTo>
                  <a:pt x="1538106" y="60437"/>
                  <a:pt x="1540739" y="61268"/>
                  <a:pt x="1544218" y="61268"/>
                </a:cubicBezTo>
                <a:cubicBezTo>
                  <a:pt x="1545709" y="61268"/>
                  <a:pt x="1547339" y="61148"/>
                  <a:pt x="1549110" y="60908"/>
                </a:cubicBezTo>
                <a:cubicBezTo>
                  <a:pt x="1550880" y="60668"/>
                  <a:pt x="1552728" y="60291"/>
                  <a:pt x="1554654" y="59777"/>
                </a:cubicBezTo>
                <a:lnTo>
                  <a:pt x="1554654" y="66766"/>
                </a:lnTo>
                <a:close/>
                <a:moveTo>
                  <a:pt x="1606513" y="66766"/>
                </a:moveTo>
                <a:cubicBezTo>
                  <a:pt x="1604680" y="67248"/>
                  <a:pt x="1602785" y="67594"/>
                  <a:pt x="1600829" y="67802"/>
                </a:cubicBezTo>
                <a:cubicBezTo>
                  <a:pt x="1598872" y="68012"/>
                  <a:pt x="1596884" y="68117"/>
                  <a:pt x="1594865" y="68117"/>
                </a:cubicBezTo>
                <a:cubicBezTo>
                  <a:pt x="1588994" y="68117"/>
                  <a:pt x="1584615" y="66789"/>
                  <a:pt x="1581726" y="64133"/>
                </a:cubicBezTo>
                <a:cubicBezTo>
                  <a:pt x="1578837" y="61478"/>
                  <a:pt x="1577393" y="57401"/>
                  <a:pt x="1577393" y="51903"/>
                </a:cubicBezTo>
                <a:lnTo>
                  <a:pt x="1577393" y="27489"/>
                </a:lnTo>
                <a:lnTo>
                  <a:pt x="1564301" y="27489"/>
                </a:lnTo>
                <a:lnTo>
                  <a:pt x="1564301" y="20687"/>
                </a:lnTo>
                <a:lnTo>
                  <a:pt x="1577393" y="20687"/>
                </a:lnTo>
                <a:lnTo>
                  <a:pt x="1577393" y="7787"/>
                </a:lnTo>
                <a:lnTo>
                  <a:pt x="1585500" y="5684"/>
                </a:lnTo>
                <a:lnTo>
                  <a:pt x="1585500" y="20687"/>
                </a:lnTo>
                <a:lnTo>
                  <a:pt x="1606513" y="20687"/>
                </a:lnTo>
                <a:lnTo>
                  <a:pt x="1606513" y="27489"/>
                </a:lnTo>
                <a:lnTo>
                  <a:pt x="1585500" y="27489"/>
                </a:lnTo>
                <a:lnTo>
                  <a:pt x="1585500" y="51251"/>
                </a:lnTo>
                <a:cubicBezTo>
                  <a:pt x="1585500" y="54605"/>
                  <a:pt x="1586393" y="57114"/>
                  <a:pt x="1588179" y="58775"/>
                </a:cubicBezTo>
                <a:cubicBezTo>
                  <a:pt x="1589965" y="60437"/>
                  <a:pt x="1592597" y="61268"/>
                  <a:pt x="1596076" y="61268"/>
                </a:cubicBezTo>
                <a:cubicBezTo>
                  <a:pt x="1597567" y="61268"/>
                  <a:pt x="1599198" y="61148"/>
                  <a:pt x="1600968" y="60908"/>
                </a:cubicBezTo>
                <a:cubicBezTo>
                  <a:pt x="1602739" y="60668"/>
                  <a:pt x="1604587" y="60291"/>
                  <a:pt x="1606513" y="59777"/>
                </a:cubicBezTo>
                <a:lnTo>
                  <a:pt x="1606513" y="66766"/>
                </a:lnTo>
                <a:close/>
                <a:moveTo>
                  <a:pt x="1636613" y="27396"/>
                </a:moveTo>
                <a:lnTo>
                  <a:pt x="1622775" y="27396"/>
                </a:lnTo>
                <a:lnTo>
                  <a:pt x="1622775" y="20687"/>
                </a:lnTo>
                <a:lnTo>
                  <a:pt x="1644813" y="20687"/>
                </a:lnTo>
                <a:lnTo>
                  <a:pt x="1644813" y="60709"/>
                </a:lnTo>
                <a:lnTo>
                  <a:pt x="1658744" y="60709"/>
                </a:lnTo>
                <a:lnTo>
                  <a:pt x="1658744" y="67465"/>
                </a:lnTo>
                <a:lnTo>
                  <a:pt x="1621238" y="67465"/>
                </a:lnTo>
                <a:lnTo>
                  <a:pt x="1621238" y="60709"/>
                </a:lnTo>
                <a:lnTo>
                  <a:pt x="1636613" y="60709"/>
                </a:lnTo>
                <a:lnTo>
                  <a:pt x="1636613" y="27396"/>
                </a:lnTo>
                <a:moveTo>
                  <a:pt x="1639455" y="1025"/>
                </a:moveTo>
                <a:cubicBezTo>
                  <a:pt x="1640356" y="1025"/>
                  <a:pt x="1641194" y="1188"/>
                  <a:pt x="1641971" y="1514"/>
                </a:cubicBezTo>
                <a:cubicBezTo>
                  <a:pt x="1642748" y="1840"/>
                  <a:pt x="1643423" y="2299"/>
                  <a:pt x="1643998" y="2889"/>
                </a:cubicBezTo>
                <a:cubicBezTo>
                  <a:pt x="1644572" y="3479"/>
                  <a:pt x="1645023" y="4154"/>
                  <a:pt x="1645349" y="4915"/>
                </a:cubicBezTo>
                <a:cubicBezTo>
                  <a:pt x="1645675" y="5676"/>
                  <a:pt x="1645838" y="6507"/>
                  <a:pt x="1645838" y="7408"/>
                </a:cubicBezTo>
                <a:cubicBezTo>
                  <a:pt x="1645838" y="8278"/>
                  <a:pt x="1645675" y="9101"/>
                  <a:pt x="1645349" y="9877"/>
                </a:cubicBezTo>
                <a:cubicBezTo>
                  <a:pt x="1645023" y="10654"/>
                  <a:pt x="1644572" y="11337"/>
                  <a:pt x="1643998" y="11927"/>
                </a:cubicBezTo>
                <a:cubicBezTo>
                  <a:pt x="1643423" y="12518"/>
                  <a:pt x="1642748" y="12976"/>
                  <a:pt x="1641971" y="13302"/>
                </a:cubicBezTo>
                <a:cubicBezTo>
                  <a:pt x="1641194" y="13628"/>
                  <a:pt x="1640356" y="13791"/>
                  <a:pt x="1639455" y="13791"/>
                </a:cubicBezTo>
                <a:cubicBezTo>
                  <a:pt x="1638554" y="13791"/>
                  <a:pt x="1637716" y="13628"/>
                  <a:pt x="1636939" y="13302"/>
                </a:cubicBezTo>
                <a:cubicBezTo>
                  <a:pt x="1636163" y="12976"/>
                  <a:pt x="1635487" y="12518"/>
                  <a:pt x="1634912" y="11927"/>
                </a:cubicBezTo>
                <a:cubicBezTo>
                  <a:pt x="1634338" y="11337"/>
                  <a:pt x="1633887" y="10654"/>
                  <a:pt x="1633561" y="9877"/>
                </a:cubicBezTo>
                <a:cubicBezTo>
                  <a:pt x="1633235" y="9101"/>
                  <a:pt x="1633072" y="8278"/>
                  <a:pt x="1633072" y="7408"/>
                </a:cubicBezTo>
                <a:cubicBezTo>
                  <a:pt x="1633072" y="6507"/>
                  <a:pt x="1633235" y="5676"/>
                  <a:pt x="1633561" y="4915"/>
                </a:cubicBezTo>
                <a:cubicBezTo>
                  <a:pt x="1633887" y="4154"/>
                  <a:pt x="1634338" y="3479"/>
                  <a:pt x="1634912" y="2889"/>
                </a:cubicBezTo>
                <a:cubicBezTo>
                  <a:pt x="1635487" y="2299"/>
                  <a:pt x="1636163" y="1840"/>
                  <a:pt x="1636939" y="1514"/>
                </a:cubicBezTo>
                <a:cubicBezTo>
                  <a:pt x="1637716" y="1188"/>
                  <a:pt x="1638554" y="1025"/>
                  <a:pt x="1639455" y="1025"/>
                </a:cubicBezTo>
                <a:close/>
                <a:moveTo>
                  <a:pt x="1672537" y="20687"/>
                </a:moveTo>
                <a:lnTo>
                  <a:pt x="1679759" y="20687"/>
                </a:lnTo>
                <a:lnTo>
                  <a:pt x="1680085" y="28235"/>
                </a:lnTo>
                <a:cubicBezTo>
                  <a:pt x="1681452" y="26619"/>
                  <a:pt x="1682772" y="25276"/>
                  <a:pt x="1684045" y="24204"/>
                </a:cubicBezTo>
                <a:cubicBezTo>
                  <a:pt x="1685319" y="23133"/>
                  <a:pt x="1686569" y="22271"/>
                  <a:pt x="1687796" y="21619"/>
                </a:cubicBezTo>
                <a:cubicBezTo>
                  <a:pt x="1689023" y="20966"/>
                  <a:pt x="1690273" y="20508"/>
                  <a:pt x="1691546" y="20244"/>
                </a:cubicBezTo>
                <a:cubicBezTo>
                  <a:pt x="1692820" y="19980"/>
                  <a:pt x="1694140" y="19848"/>
                  <a:pt x="1695507" y="19848"/>
                </a:cubicBezTo>
                <a:cubicBezTo>
                  <a:pt x="1700321" y="19848"/>
                  <a:pt x="1703963" y="21269"/>
                  <a:pt x="1706433" y="24111"/>
                </a:cubicBezTo>
                <a:cubicBezTo>
                  <a:pt x="1708902" y="26953"/>
                  <a:pt x="1710137" y="31232"/>
                  <a:pt x="1710137" y="36947"/>
                </a:cubicBezTo>
                <a:lnTo>
                  <a:pt x="1710137" y="67465"/>
                </a:lnTo>
                <a:lnTo>
                  <a:pt x="1702030" y="67465"/>
                </a:lnTo>
                <a:lnTo>
                  <a:pt x="1702030" y="37599"/>
                </a:lnTo>
                <a:cubicBezTo>
                  <a:pt x="1702030" y="33934"/>
                  <a:pt x="1701346" y="31224"/>
                  <a:pt x="1699980" y="29469"/>
                </a:cubicBezTo>
                <a:cubicBezTo>
                  <a:pt x="1698613" y="27714"/>
                  <a:pt x="1696578" y="26837"/>
                  <a:pt x="1693876" y="26837"/>
                </a:cubicBezTo>
                <a:cubicBezTo>
                  <a:pt x="1692882" y="26837"/>
                  <a:pt x="1691911" y="26984"/>
                  <a:pt x="1690964" y="27279"/>
                </a:cubicBezTo>
                <a:cubicBezTo>
                  <a:pt x="1690017" y="27574"/>
                  <a:pt x="1689031" y="28087"/>
                  <a:pt x="1688006" y="28817"/>
                </a:cubicBezTo>
                <a:cubicBezTo>
                  <a:pt x="1686981" y="29547"/>
                  <a:pt x="1685870" y="30533"/>
                  <a:pt x="1684674" y="31775"/>
                </a:cubicBezTo>
                <a:cubicBezTo>
                  <a:pt x="1683478" y="33018"/>
                  <a:pt x="1682135" y="34571"/>
                  <a:pt x="1680644" y="36435"/>
                </a:cubicBezTo>
                <a:lnTo>
                  <a:pt x="1680644" y="67465"/>
                </a:lnTo>
                <a:lnTo>
                  <a:pt x="1672537" y="67465"/>
                </a:lnTo>
                <a:lnTo>
                  <a:pt x="1672537" y="20687"/>
                </a:lnTo>
                <a:close/>
                <a:moveTo>
                  <a:pt x="1758082" y="27303"/>
                </a:moveTo>
                <a:cubicBezTo>
                  <a:pt x="1758951" y="28390"/>
                  <a:pt x="1759627" y="29656"/>
                  <a:pt x="1760108" y="31100"/>
                </a:cubicBezTo>
                <a:cubicBezTo>
                  <a:pt x="1760590" y="32544"/>
                  <a:pt x="1760831" y="34105"/>
                  <a:pt x="1760831" y="35782"/>
                </a:cubicBezTo>
                <a:cubicBezTo>
                  <a:pt x="1760831" y="38205"/>
                  <a:pt x="1760388" y="40418"/>
                  <a:pt x="1759503" y="42422"/>
                </a:cubicBezTo>
                <a:cubicBezTo>
                  <a:pt x="1758617" y="44425"/>
                  <a:pt x="1757367" y="46141"/>
                  <a:pt x="1755752" y="47570"/>
                </a:cubicBezTo>
                <a:cubicBezTo>
                  <a:pt x="1754137" y="48999"/>
                  <a:pt x="1752203" y="50109"/>
                  <a:pt x="1749951" y="50901"/>
                </a:cubicBezTo>
                <a:cubicBezTo>
                  <a:pt x="1747699" y="51693"/>
                  <a:pt x="1745222" y="52089"/>
                  <a:pt x="1742520" y="52089"/>
                </a:cubicBezTo>
                <a:cubicBezTo>
                  <a:pt x="1740563" y="52089"/>
                  <a:pt x="1738731" y="51880"/>
                  <a:pt x="1737022" y="51460"/>
                </a:cubicBezTo>
                <a:cubicBezTo>
                  <a:pt x="1735314" y="51041"/>
                  <a:pt x="1733963" y="50521"/>
                  <a:pt x="1732969" y="49900"/>
                </a:cubicBezTo>
                <a:cubicBezTo>
                  <a:pt x="1732379" y="50769"/>
                  <a:pt x="1731882" y="51591"/>
                  <a:pt x="1731478" y="52365"/>
                </a:cubicBezTo>
                <a:cubicBezTo>
                  <a:pt x="1731074" y="53137"/>
                  <a:pt x="1730872" y="54002"/>
                  <a:pt x="1730872" y="54959"/>
                </a:cubicBezTo>
                <a:cubicBezTo>
                  <a:pt x="1730872" y="56132"/>
                  <a:pt x="1731439" y="57104"/>
                  <a:pt x="1732573" y="57876"/>
                </a:cubicBezTo>
                <a:cubicBezTo>
                  <a:pt x="1733706" y="58646"/>
                  <a:pt x="1735205" y="59063"/>
                  <a:pt x="1737069" y="59125"/>
                </a:cubicBezTo>
                <a:lnTo>
                  <a:pt x="1749369" y="59591"/>
                </a:lnTo>
                <a:cubicBezTo>
                  <a:pt x="1751699" y="59653"/>
                  <a:pt x="1753850" y="59948"/>
                  <a:pt x="1755822" y="60477"/>
                </a:cubicBezTo>
                <a:cubicBezTo>
                  <a:pt x="1757794" y="61006"/>
                  <a:pt x="1759487" y="61769"/>
                  <a:pt x="1760900" y="62765"/>
                </a:cubicBezTo>
                <a:cubicBezTo>
                  <a:pt x="1762314" y="63760"/>
                  <a:pt x="1763416" y="64988"/>
                  <a:pt x="1764208" y="66451"/>
                </a:cubicBezTo>
                <a:cubicBezTo>
                  <a:pt x="1765000" y="67913"/>
                  <a:pt x="1765396" y="69609"/>
                  <a:pt x="1765396" y="71538"/>
                </a:cubicBezTo>
                <a:cubicBezTo>
                  <a:pt x="1765396" y="73623"/>
                  <a:pt x="1764946" y="75599"/>
                  <a:pt x="1764045" y="77466"/>
                </a:cubicBezTo>
                <a:cubicBezTo>
                  <a:pt x="1763145" y="79332"/>
                  <a:pt x="1761755" y="80973"/>
                  <a:pt x="1759875" y="82389"/>
                </a:cubicBezTo>
                <a:cubicBezTo>
                  <a:pt x="1757996" y="83805"/>
                  <a:pt x="1755612" y="84933"/>
                  <a:pt x="1752724" y="85772"/>
                </a:cubicBezTo>
                <a:cubicBezTo>
                  <a:pt x="1749835" y="86613"/>
                  <a:pt x="1746403" y="87033"/>
                  <a:pt x="1742427" y="87033"/>
                </a:cubicBezTo>
                <a:cubicBezTo>
                  <a:pt x="1738637" y="87033"/>
                  <a:pt x="1735415" y="86730"/>
                  <a:pt x="1732759" y="86123"/>
                </a:cubicBezTo>
                <a:cubicBezTo>
                  <a:pt x="1730103" y="85516"/>
                  <a:pt x="1727921" y="84676"/>
                  <a:pt x="1726213" y="83603"/>
                </a:cubicBezTo>
                <a:cubicBezTo>
                  <a:pt x="1724505" y="82529"/>
                  <a:pt x="1723262" y="81253"/>
                  <a:pt x="1722486" y="79775"/>
                </a:cubicBezTo>
                <a:cubicBezTo>
                  <a:pt x="1721709" y="78298"/>
                  <a:pt x="1721321" y="76672"/>
                  <a:pt x="1721321" y="74899"/>
                </a:cubicBezTo>
                <a:cubicBezTo>
                  <a:pt x="1721321" y="72628"/>
                  <a:pt x="1721849" y="70636"/>
                  <a:pt x="1722905" y="68925"/>
                </a:cubicBezTo>
                <a:cubicBezTo>
                  <a:pt x="1723961" y="67215"/>
                  <a:pt x="1725592" y="65566"/>
                  <a:pt x="1727797" y="63979"/>
                </a:cubicBezTo>
                <a:cubicBezTo>
                  <a:pt x="1726989" y="63607"/>
                  <a:pt x="1726291" y="63142"/>
                  <a:pt x="1725700" y="62584"/>
                </a:cubicBezTo>
                <a:cubicBezTo>
                  <a:pt x="1725110" y="62026"/>
                  <a:pt x="1724629" y="61414"/>
                  <a:pt x="1724256" y="60748"/>
                </a:cubicBezTo>
                <a:cubicBezTo>
                  <a:pt x="1723883" y="60081"/>
                  <a:pt x="1723604" y="59376"/>
                  <a:pt x="1723417" y="58633"/>
                </a:cubicBezTo>
                <a:cubicBezTo>
                  <a:pt x="1723231" y="57888"/>
                  <a:pt x="1723138" y="57160"/>
                  <a:pt x="1723138" y="56447"/>
                </a:cubicBezTo>
                <a:cubicBezTo>
                  <a:pt x="1723138" y="54432"/>
                  <a:pt x="1723612" y="52588"/>
                  <a:pt x="1724559" y="50914"/>
                </a:cubicBezTo>
                <a:cubicBezTo>
                  <a:pt x="1725506" y="49241"/>
                  <a:pt x="1726632" y="47660"/>
                  <a:pt x="1727937" y="46172"/>
                </a:cubicBezTo>
                <a:cubicBezTo>
                  <a:pt x="1727347" y="45458"/>
                  <a:pt x="1726826" y="44759"/>
                  <a:pt x="1726376" y="44076"/>
                </a:cubicBezTo>
                <a:cubicBezTo>
                  <a:pt x="1725926" y="43392"/>
                  <a:pt x="1725537" y="42655"/>
                  <a:pt x="1725211" y="41863"/>
                </a:cubicBezTo>
                <a:cubicBezTo>
                  <a:pt x="1724885" y="41071"/>
                  <a:pt x="1724637" y="40216"/>
                  <a:pt x="1724466" y="39300"/>
                </a:cubicBezTo>
                <a:cubicBezTo>
                  <a:pt x="1724295" y="38384"/>
                  <a:pt x="1724210" y="37335"/>
                  <a:pt x="1724210" y="36155"/>
                </a:cubicBezTo>
                <a:cubicBezTo>
                  <a:pt x="1724210" y="33732"/>
                  <a:pt x="1724652" y="31519"/>
                  <a:pt x="1725537" y="29516"/>
                </a:cubicBezTo>
                <a:cubicBezTo>
                  <a:pt x="1726423" y="27512"/>
                  <a:pt x="1727665" y="25796"/>
                  <a:pt x="1729265" y="24367"/>
                </a:cubicBezTo>
                <a:cubicBezTo>
                  <a:pt x="1730864" y="22939"/>
                  <a:pt x="1732790" y="21828"/>
                  <a:pt x="1735042" y="21036"/>
                </a:cubicBezTo>
                <a:cubicBezTo>
                  <a:pt x="1737294" y="20244"/>
                  <a:pt x="1739787" y="19848"/>
                  <a:pt x="1742520" y="19848"/>
                </a:cubicBezTo>
                <a:cubicBezTo>
                  <a:pt x="1743669" y="19848"/>
                  <a:pt x="1744772" y="19926"/>
                  <a:pt x="1745828" y="20081"/>
                </a:cubicBezTo>
                <a:cubicBezTo>
                  <a:pt x="1746884" y="20236"/>
                  <a:pt x="1747816" y="20438"/>
                  <a:pt x="1748624" y="20687"/>
                </a:cubicBezTo>
                <a:lnTo>
                  <a:pt x="1765583" y="20687"/>
                </a:lnTo>
                <a:lnTo>
                  <a:pt x="1765583" y="27303"/>
                </a:lnTo>
                <a:lnTo>
                  <a:pt x="1758082" y="27303"/>
                </a:lnTo>
                <a:moveTo>
                  <a:pt x="1729940" y="74200"/>
                </a:moveTo>
                <a:cubicBezTo>
                  <a:pt x="1729940" y="76412"/>
                  <a:pt x="1731090" y="78024"/>
                  <a:pt x="1733388" y="79037"/>
                </a:cubicBezTo>
                <a:cubicBezTo>
                  <a:pt x="1735687" y="80050"/>
                  <a:pt x="1738886" y="80557"/>
                  <a:pt x="1742986" y="80557"/>
                </a:cubicBezTo>
                <a:cubicBezTo>
                  <a:pt x="1745564" y="80557"/>
                  <a:pt x="1747731" y="80323"/>
                  <a:pt x="1749485" y="79855"/>
                </a:cubicBezTo>
                <a:cubicBezTo>
                  <a:pt x="1751240" y="79388"/>
                  <a:pt x="1752654" y="78773"/>
                  <a:pt x="1753725" y="78009"/>
                </a:cubicBezTo>
                <a:cubicBezTo>
                  <a:pt x="1754797" y="77245"/>
                  <a:pt x="1755566" y="76372"/>
                  <a:pt x="1756032" y="75391"/>
                </a:cubicBezTo>
                <a:cubicBezTo>
                  <a:pt x="1756498" y="74410"/>
                  <a:pt x="1756730" y="73405"/>
                  <a:pt x="1756730" y="72376"/>
                </a:cubicBezTo>
                <a:cubicBezTo>
                  <a:pt x="1756730" y="70474"/>
                  <a:pt x="1755954" y="69072"/>
                  <a:pt x="1754401" y="68168"/>
                </a:cubicBezTo>
                <a:cubicBezTo>
                  <a:pt x="1752848" y="67264"/>
                  <a:pt x="1750472" y="66735"/>
                  <a:pt x="1747272" y="66579"/>
                </a:cubicBezTo>
                <a:lnTo>
                  <a:pt x="1735065" y="66160"/>
                </a:lnTo>
                <a:cubicBezTo>
                  <a:pt x="1734040" y="66845"/>
                  <a:pt x="1733194" y="67515"/>
                  <a:pt x="1732526" y="68169"/>
                </a:cubicBezTo>
                <a:cubicBezTo>
                  <a:pt x="1731858" y="68825"/>
                  <a:pt x="1731338" y="69487"/>
                  <a:pt x="1730965" y="70157"/>
                </a:cubicBezTo>
                <a:cubicBezTo>
                  <a:pt x="1730593" y="70827"/>
                  <a:pt x="1730329" y="71496"/>
                  <a:pt x="1730173" y="72166"/>
                </a:cubicBezTo>
                <a:cubicBezTo>
                  <a:pt x="1730018" y="72837"/>
                  <a:pt x="1729940" y="73515"/>
                  <a:pt x="1729940" y="74200"/>
                </a:cubicBezTo>
                <a:moveTo>
                  <a:pt x="1732410" y="35969"/>
                </a:moveTo>
                <a:cubicBezTo>
                  <a:pt x="1732410" y="37460"/>
                  <a:pt x="1732658" y="38826"/>
                  <a:pt x="1733155" y="40069"/>
                </a:cubicBezTo>
                <a:cubicBezTo>
                  <a:pt x="1733652" y="41311"/>
                  <a:pt x="1734351" y="42367"/>
                  <a:pt x="1735252" y="43237"/>
                </a:cubicBezTo>
                <a:cubicBezTo>
                  <a:pt x="1736153" y="44107"/>
                  <a:pt x="1737216" y="44782"/>
                  <a:pt x="1738443" y="45264"/>
                </a:cubicBezTo>
                <a:cubicBezTo>
                  <a:pt x="1739670" y="45745"/>
                  <a:pt x="1741029" y="45986"/>
                  <a:pt x="1742520" y="45986"/>
                </a:cubicBezTo>
                <a:cubicBezTo>
                  <a:pt x="1744135" y="45986"/>
                  <a:pt x="1745572" y="45714"/>
                  <a:pt x="1746830" y="45171"/>
                </a:cubicBezTo>
                <a:cubicBezTo>
                  <a:pt x="1748088" y="44627"/>
                  <a:pt x="1749144" y="43889"/>
                  <a:pt x="1749998" y="42957"/>
                </a:cubicBezTo>
                <a:cubicBezTo>
                  <a:pt x="1750852" y="42026"/>
                  <a:pt x="1751504" y="40954"/>
                  <a:pt x="1751955" y="39743"/>
                </a:cubicBezTo>
                <a:cubicBezTo>
                  <a:pt x="1752405" y="38531"/>
                  <a:pt x="1752630" y="37273"/>
                  <a:pt x="1752630" y="35969"/>
                </a:cubicBezTo>
                <a:cubicBezTo>
                  <a:pt x="1752630" y="34478"/>
                  <a:pt x="1752382" y="33111"/>
                  <a:pt x="1751885" y="31869"/>
                </a:cubicBezTo>
                <a:cubicBezTo>
                  <a:pt x="1751388" y="30626"/>
                  <a:pt x="1750689" y="29570"/>
                  <a:pt x="1749788" y="28700"/>
                </a:cubicBezTo>
                <a:cubicBezTo>
                  <a:pt x="1748888" y="27831"/>
                  <a:pt x="1747824" y="27155"/>
                  <a:pt x="1746597" y="26674"/>
                </a:cubicBezTo>
                <a:cubicBezTo>
                  <a:pt x="1745370" y="26192"/>
                  <a:pt x="1744011" y="25952"/>
                  <a:pt x="1742520" y="25952"/>
                </a:cubicBezTo>
                <a:cubicBezTo>
                  <a:pt x="1740905" y="25952"/>
                  <a:pt x="1739468" y="26231"/>
                  <a:pt x="1738210" y="26790"/>
                </a:cubicBezTo>
                <a:cubicBezTo>
                  <a:pt x="1736952" y="27349"/>
                  <a:pt x="1735896" y="28087"/>
                  <a:pt x="1735042" y="29003"/>
                </a:cubicBezTo>
                <a:cubicBezTo>
                  <a:pt x="1734188" y="29920"/>
                  <a:pt x="1733536" y="30983"/>
                  <a:pt x="1733085" y="32195"/>
                </a:cubicBezTo>
                <a:cubicBezTo>
                  <a:pt x="1732635" y="33406"/>
                  <a:pt x="1732410" y="34664"/>
                  <a:pt x="1732410" y="35969"/>
                </a:cubicBezTo>
                <a:close/>
                <a:moveTo>
                  <a:pt x="1856189" y="12859"/>
                </a:moveTo>
                <a:lnTo>
                  <a:pt x="1848082" y="12859"/>
                </a:lnTo>
                <a:lnTo>
                  <a:pt x="1833173" y="1584"/>
                </a:lnTo>
                <a:lnTo>
                  <a:pt x="1844914" y="1584"/>
                </a:lnTo>
                <a:lnTo>
                  <a:pt x="1856189" y="12859"/>
                </a:lnTo>
                <a:moveTo>
                  <a:pt x="1825066" y="20687"/>
                </a:moveTo>
                <a:lnTo>
                  <a:pt x="1825066" y="20687"/>
                </a:lnTo>
                <a:close/>
                <a:moveTo>
                  <a:pt x="1924355" y="43237"/>
                </a:moveTo>
                <a:cubicBezTo>
                  <a:pt x="1924355" y="47399"/>
                  <a:pt x="1923772" y="51033"/>
                  <a:pt x="1922607" y="54139"/>
                </a:cubicBezTo>
                <a:cubicBezTo>
                  <a:pt x="1921443" y="57246"/>
                  <a:pt x="1919835" y="59824"/>
                  <a:pt x="1917785" y="61874"/>
                </a:cubicBezTo>
                <a:cubicBezTo>
                  <a:pt x="1915735" y="63924"/>
                  <a:pt x="1913312" y="65461"/>
                  <a:pt x="1910517" y="66486"/>
                </a:cubicBezTo>
                <a:cubicBezTo>
                  <a:pt x="1907721" y="67511"/>
                  <a:pt x="1904693" y="68024"/>
                  <a:pt x="1901432" y="68024"/>
                </a:cubicBezTo>
                <a:cubicBezTo>
                  <a:pt x="1899941" y="68024"/>
                  <a:pt x="1898457" y="67946"/>
                  <a:pt x="1896982" y="67791"/>
                </a:cubicBezTo>
                <a:cubicBezTo>
                  <a:pt x="1895507" y="67635"/>
                  <a:pt x="1894008" y="67371"/>
                  <a:pt x="1892486" y="66999"/>
                </a:cubicBezTo>
                <a:lnTo>
                  <a:pt x="1892486" y="86567"/>
                </a:lnTo>
                <a:lnTo>
                  <a:pt x="1884379" y="86567"/>
                </a:lnTo>
                <a:lnTo>
                  <a:pt x="1884379" y="20687"/>
                </a:lnTo>
                <a:lnTo>
                  <a:pt x="1891601" y="20687"/>
                </a:lnTo>
                <a:lnTo>
                  <a:pt x="1892113" y="28514"/>
                </a:lnTo>
                <a:cubicBezTo>
                  <a:pt x="1894443" y="25315"/>
                  <a:pt x="1896928" y="23071"/>
                  <a:pt x="1899568" y="21782"/>
                </a:cubicBezTo>
                <a:cubicBezTo>
                  <a:pt x="1902208" y="20493"/>
                  <a:pt x="1905066" y="19848"/>
                  <a:pt x="1908141" y="19848"/>
                </a:cubicBezTo>
                <a:cubicBezTo>
                  <a:pt x="1910812" y="19848"/>
                  <a:pt x="1913157" y="20407"/>
                  <a:pt x="1915176" y="21525"/>
                </a:cubicBezTo>
                <a:cubicBezTo>
                  <a:pt x="1917195" y="22644"/>
                  <a:pt x="1918888" y="24220"/>
                  <a:pt x="1920255" y="26254"/>
                </a:cubicBezTo>
                <a:cubicBezTo>
                  <a:pt x="1921621" y="28289"/>
                  <a:pt x="1922646" y="30743"/>
                  <a:pt x="1923330" y="33616"/>
                </a:cubicBezTo>
                <a:cubicBezTo>
                  <a:pt x="1924013" y="36489"/>
                  <a:pt x="1924355" y="39696"/>
                  <a:pt x="1924355" y="43237"/>
                </a:cubicBezTo>
                <a:moveTo>
                  <a:pt x="1916061" y="43610"/>
                </a:moveTo>
                <a:cubicBezTo>
                  <a:pt x="1916061" y="41156"/>
                  <a:pt x="1915883" y="38904"/>
                  <a:pt x="1915526" y="36854"/>
                </a:cubicBezTo>
                <a:cubicBezTo>
                  <a:pt x="1915168" y="34804"/>
                  <a:pt x="1914601" y="33049"/>
                  <a:pt x="1913825" y="31589"/>
                </a:cubicBezTo>
                <a:cubicBezTo>
                  <a:pt x="1913048" y="30129"/>
                  <a:pt x="1912054" y="28988"/>
                  <a:pt x="1910843" y="28165"/>
                </a:cubicBezTo>
                <a:cubicBezTo>
                  <a:pt x="1909632" y="27342"/>
                  <a:pt x="1908187" y="26930"/>
                  <a:pt x="1906510" y="26930"/>
                </a:cubicBezTo>
                <a:cubicBezTo>
                  <a:pt x="1905485" y="26930"/>
                  <a:pt x="1904444" y="27093"/>
                  <a:pt x="1903388" y="27419"/>
                </a:cubicBezTo>
                <a:cubicBezTo>
                  <a:pt x="1902332" y="27745"/>
                  <a:pt x="1901237" y="28289"/>
                  <a:pt x="1900104" y="29050"/>
                </a:cubicBezTo>
                <a:cubicBezTo>
                  <a:pt x="1898970" y="29811"/>
                  <a:pt x="1897774" y="30820"/>
                  <a:pt x="1896516" y="32078"/>
                </a:cubicBezTo>
                <a:cubicBezTo>
                  <a:pt x="1895258" y="33336"/>
                  <a:pt x="1893915" y="34897"/>
                  <a:pt x="1892486" y="36761"/>
                </a:cubicBezTo>
                <a:lnTo>
                  <a:pt x="1892486" y="59451"/>
                </a:lnTo>
                <a:cubicBezTo>
                  <a:pt x="1893977" y="60072"/>
                  <a:pt x="1895545" y="60561"/>
                  <a:pt x="1897192" y="60919"/>
                </a:cubicBezTo>
                <a:cubicBezTo>
                  <a:pt x="1898838" y="61276"/>
                  <a:pt x="1900453" y="61454"/>
                  <a:pt x="1902037" y="61454"/>
                </a:cubicBezTo>
                <a:cubicBezTo>
                  <a:pt x="1906417" y="61454"/>
                  <a:pt x="1909849" y="59971"/>
                  <a:pt x="1912334" y="57005"/>
                </a:cubicBezTo>
                <a:cubicBezTo>
                  <a:pt x="1914819" y="54038"/>
                  <a:pt x="1916061" y="49573"/>
                  <a:pt x="1916061" y="43610"/>
                </a:cubicBezTo>
                <a:close/>
                <a:moveTo>
                  <a:pt x="1976959" y="43703"/>
                </a:moveTo>
                <a:cubicBezTo>
                  <a:pt x="1976959" y="47337"/>
                  <a:pt x="1976446" y="50668"/>
                  <a:pt x="1975421" y="53697"/>
                </a:cubicBezTo>
                <a:cubicBezTo>
                  <a:pt x="1974396" y="56725"/>
                  <a:pt x="1972921" y="59319"/>
                  <a:pt x="1970995" y="61478"/>
                </a:cubicBezTo>
                <a:cubicBezTo>
                  <a:pt x="1969069" y="63636"/>
                  <a:pt x="1966724" y="65314"/>
                  <a:pt x="1963960" y="66510"/>
                </a:cubicBezTo>
                <a:cubicBezTo>
                  <a:pt x="1961195" y="67705"/>
                  <a:pt x="1958058" y="68303"/>
                  <a:pt x="1954548" y="68303"/>
                </a:cubicBezTo>
                <a:cubicBezTo>
                  <a:pt x="1951193" y="68303"/>
                  <a:pt x="1948188" y="67783"/>
                  <a:pt x="1945533" y="66742"/>
                </a:cubicBezTo>
                <a:cubicBezTo>
                  <a:pt x="1942877" y="65702"/>
                  <a:pt x="1940625" y="64172"/>
                  <a:pt x="1938777" y="62153"/>
                </a:cubicBezTo>
                <a:cubicBezTo>
                  <a:pt x="1936929" y="60134"/>
                  <a:pt x="1935515" y="57634"/>
                  <a:pt x="1934537" y="54652"/>
                </a:cubicBezTo>
                <a:cubicBezTo>
                  <a:pt x="1933558" y="51670"/>
                  <a:pt x="1933069" y="48238"/>
                  <a:pt x="1933069" y="44355"/>
                </a:cubicBezTo>
                <a:cubicBezTo>
                  <a:pt x="1933069" y="40721"/>
                  <a:pt x="1933582" y="37405"/>
                  <a:pt x="1934607" y="34408"/>
                </a:cubicBezTo>
                <a:cubicBezTo>
                  <a:pt x="1935632" y="31411"/>
                  <a:pt x="1937107" y="28832"/>
                  <a:pt x="1939033" y="26674"/>
                </a:cubicBezTo>
                <a:cubicBezTo>
                  <a:pt x="1940959" y="24515"/>
                  <a:pt x="1943304" y="22838"/>
                  <a:pt x="1946068" y="21642"/>
                </a:cubicBezTo>
                <a:cubicBezTo>
                  <a:pt x="1948833" y="20446"/>
                  <a:pt x="1951970" y="19848"/>
                  <a:pt x="1955480" y="19848"/>
                </a:cubicBezTo>
                <a:cubicBezTo>
                  <a:pt x="1958834" y="19848"/>
                  <a:pt x="1961840" y="20368"/>
                  <a:pt x="1964495" y="21409"/>
                </a:cubicBezTo>
                <a:cubicBezTo>
                  <a:pt x="1967151" y="22449"/>
                  <a:pt x="1969403" y="23971"/>
                  <a:pt x="1971251" y="25975"/>
                </a:cubicBezTo>
                <a:cubicBezTo>
                  <a:pt x="1973099" y="27978"/>
                  <a:pt x="1974513" y="30471"/>
                  <a:pt x="1975491" y="33453"/>
                </a:cubicBezTo>
                <a:cubicBezTo>
                  <a:pt x="1976469" y="36435"/>
                  <a:pt x="1976959" y="39851"/>
                  <a:pt x="1976959" y="43703"/>
                </a:cubicBezTo>
                <a:moveTo>
                  <a:pt x="1968665" y="44076"/>
                </a:moveTo>
                <a:cubicBezTo>
                  <a:pt x="1968665" y="41187"/>
                  <a:pt x="1968347" y="38663"/>
                  <a:pt x="1967710" y="36505"/>
                </a:cubicBezTo>
                <a:cubicBezTo>
                  <a:pt x="1967073" y="34346"/>
                  <a:pt x="1966165" y="32544"/>
                  <a:pt x="1964985" y="31100"/>
                </a:cubicBezTo>
                <a:cubicBezTo>
                  <a:pt x="1963804" y="29656"/>
                  <a:pt x="1962368" y="28568"/>
                  <a:pt x="1960675" y="27838"/>
                </a:cubicBezTo>
                <a:cubicBezTo>
                  <a:pt x="1958982" y="27109"/>
                  <a:pt x="1957095" y="26744"/>
                  <a:pt x="1955014" y="26744"/>
                </a:cubicBezTo>
                <a:cubicBezTo>
                  <a:pt x="1952591" y="26744"/>
                  <a:pt x="1950518" y="27217"/>
                  <a:pt x="1948794" y="28165"/>
                </a:cubicBezTo>
                <a:cubicBezTo>
                  <a:pt x="1947070" y="29112"/>
                  <a:pt x="1945657" y="30378"/>
                  <a:pt x="1944554" y="31962"/>
                </a:cubicBezTo>
                <a:cubicBezTo>
                  <a:pt x="1943451" y="33546"/>
                  <a:pt x="1942644" y="35386"/>
                  <a:pt x="1942131" y="37483"/>
                </a:cubicBezTo>
                <a:cubicBezTo>
                  <a:pt x="1941619" y="39580"/>
                  <a:pt x="1941363" y="41777"/>
                  <a:pt x="1941363" y="44076"/>
                </a:cubicBezTo>
                <a:cubicBezTo>
                  <a:pt x="1941363" y="46964"/>
                  <a:pt x="1941681" y="49496"/>
                  <a:pt x="1942318" y="51670"/>
                </a:cubicBezTo>
                <a:cubicBezTo>
                  <a:pt x="1942954" y="53844"/>
                  <a:pt x="1943863" y="55654"/>
                  <a:pt x="1945043" y="57098"/>
                </a:cubicBezTo>
                <a:cubicBezTo>
                  <a:pt x="1946224" y="58542"/>
                  <a:pt x="1947652" y="59629"/>
                  <a:pt x="1949330" y="60359"/>
                </a:cubicBezTo>
                <a:cubicBezTo>
                  <a:pt x="1951007" y="61089"/>
                  <a:pt x="1952902" y="61454"/>
                  <a:pt x="1955014" y="61454"/>
                </a:cubicBezTo>
                <a:cubicBezTo>
                  <a:pt x="1957437" y="61454"/>
                  <a:pt x="1959510" y="60981"/>
                  <a:pt x="1961234" y="60033"/>
                </a:cubicBezTo>
                <a:cubicBezTo>
                  <a:pt x="1962958" y="59086"/>
                  <a:pt x="1964371" y="57820"/>
                  <a:pt x="1965474" y="56236"/>
                </a:cubicBezTo>
                <a:cubicBezTo>
                  <a:pt x="1966576" y="54652"/>
                  <a:pt x="1967384" y="52812"/>
                  <a:pt x="1967897" y="50715"/>
                </a:cubicBezTo>
                <a:cubicBezTo>
                  <a:pt x="1968409" y="48618"/>
                  <a:pt x="1968665" y="46405"/>
                  <a:pt x="1968665" y="44076"/>
                </a:cubicBezTo>
                <a:close/>
                <a:moveTo>
                  <a:pt x="2028072" y="43237"/>
                </a:moveTo>
                <a:cubicBezTo>
                  <a:pt x="2028072" y="47399"/>
                  <a:pt x="2027489" y="51033"/>
                  <a:pt x="2026325" y="54139"/>
                </a:cubicBezTo>
                <a:cubicBezTo>
                  <a:pt x="2025160" y="57246"/>
                  <a:pt x="2023552" y="59824"/>
                  <a:pt x="2021502" y="61874"/>
                </a:cubicBezTo>
                <a:cubicBezTo>
                  <a:pt x="2019452" y="63924"/>
                  <a:pt x="2017030" y="65461"/>
                  <a:pt x="2014234" y="66486"/>
                </a:cubicBezTo>
                <a:cubicBezTo>
                  <a:pt x="2011439" y="67511"/>
                  <a:pt x="2008410" y="68024"/>
                  <a:pt x="2005149" y="68024"/>
                </a:cubicBezTo>
                <a:cubicBezTo>
                  <a:pt x="2003658" y="68024"/>
                  <a:pt x="2002175" y="67946"/>
                  <a:pt x="2000699" y="67791"/>
                </a:cubicBezTo>
                <a:cubicBezTo>
                  <a:pt x="1999224" y="67635"/>
                  <a:pt x="1997725" y="67371"/>
                  <a:pt x="1996203" y="66999"/>
                </a:cubicBezTo>
                <a:lnTo>
                  <a:pt x="1996203" y="86567"/>
                </a:lnTo>
                <a:lnTo>
                  <a:pt x="1988096" y="86567"/>
                </a:lnTo>
                <a:lnTo>
                  <a:pt x="1988096" y="20687"/>
                </a:lnTo>
                <a:lnTo>
                  <a:pt x="1995318" y="20687"/>
                </a:lnTo>
                <a:lnTo>
                  <a:pt x="1995830" y="28514"/>
                </a:lnTo>
                <a:cubicBezTo>
                  <a:pt x="1998160" y="25315"/>
                  <a:pt x="2000645" y="23071"/>
                  <a:pt x="2003285" y="21782"/>
                </a:cubicBezTo>
                <a:cubicBezTo>
                  <a:pt x="2005925" y="20493"/>
                  <a:pt x="2008783" y="19848"/>
                  <a:pt x="2011858" y="19848"/>
                </a:cubicBezTo>
                <a:cubicBezTo>
                  <a:pt x="2014529" y="19848"/>
                  <a:pt x="2016874" y="20407"/>
                  <a:pt x="2018893" y="21525"/>
                </a:cubicBezTo>
                <a:cubicBezTo>
                  <a:pt x="2020912" y="22644"/>
                  <a:pt x="2022605" y="24220"/>
                  <a:pt x="2023972" y="26254"/>
                </a:cubicBezTo>
                <a:cubicBezTo>
                  <a:pt x="2025338" y="28289"/>
                  <a:pt x="2026364" y="30743"/>
                  <a:pt x="2027047" y="33616"/>
                </a:cubicBezTo>
                <a:cubicBezTo>
                  <a:pt x="2027730" y="36489"/>
                  <a:pt x="2028072" y="39696"/>
                  <a:pt x="2028072" y="43237"/>
                </a:cubicBezTo>
                <a:moveTo>
                  <a:pt x="2019779" y="43610"/>
                </a:moveTo>
                <a:cubicBezTo>
                  <a:pt x="2019779" y="41156"/>
                  <a:pt x="2019600" y="38904"/>
                  <a:pt x="2019243" y="36854"/>
                </a:cubicBezTo>
                <a:cubicBezTo>
                  <a:pt x="2018886" y="34804"/>
                  <a:pt x="2018319" y="33049"/>
                  <a:pt x="2017542" y="31589"/>
                </a:cubicBezTo>
                <a:cubicBezTo>
                  <a:pt x="2016766" y="30129"/>
                  <a:pt x="2015772" y="28988"/>
                  <a:pt x="2014560" y="28165"/>
                </a:cubicBezTo>
                <a:cubicBezTo>
                  <a:pt x="2013349" y="27342"/>
                  <a:pt x="2011905" y="26930"/>
                  <a:pt x="2010227" y="26930"/>
                </a:cubicBezTo>
                <a:cubicBezTo>
                  <a:pt x="2009202" y="26930"/>
                  <a:pt x="2008162" y="27093"/>
                  <a:pt x="2007106" y="27419"/>
                </a:cubicBezTo>
                <a:cubicBezTo>
                  <a:pt x="2006050" y="27745"/>
                  <a:pt x="2004955" y="28289"/>
                  <a:pt x="2003821" y="29050"/>
                </a:cubicBezTo>
                <a:cubicBezTo>
                  <a:pt x="2002687" y="29811"/>
                  <a:pt x="2001491" y="30820"/>
                  <a:pt x="2000233" y="32078"/>
                </a:cubicBezTo>
                <a:cubicBezTo>
                  <a:pt x="1998975" y="33336"/>
                  <a:pt x="1997632" y="34897"/>
                  <a:pt x="1996203" y="36761"/>
                </a:cubicBezTo>
                <a:lnTo>
                  <a:pt x="1996203" y="59451"/>
                </a:lnTo>
                <a:cubicBezTo>
                  <a:pt x="1997694" y="60072"/>
                  <a:pt x="1999263" y="60561"/>
                  <a:pt x="2000909" y="60919"/>
                </a:cubicBezTo>
                <a:cubicBezTo>
                  <a:pt x="2002555" y="61276"/>
                  <a:pt x="2004170" y="61454"/>
                  <a:pt x="2005754" y="61454"/>
                </a:cubicBezTo>
                <a:cubicBezTo>
                  <a:pt x="2010134" y="61454"/>
                  <a:pt x="2013566" y="59971"/>
                  <a:pt x="2016051" y="57005"/>
                </a:cubicBezTo>
                <a:cubicBezTo>
                  <a:pt x="2018536" y="54038"/>
                  <a:pt x="2019779" y="49573"/>
                  <a:pt x="2019779" y="43610"/>
                </a:cubicBezTo>
                <a:close/>
                <a:moveTo>
                  <a:pt x="2077554" y="67465"/>
                </a:moveTo>
                <a:lnTo>
                  <a:pt x="2070286" y="67465"/>
                </a:lnTo>
                <a:lnTo>
                  <a:pt x="2070006" y="59917"/>
                </a:lnTo>
                <a:cubicBezTo>
                  <a:pt x="2068609" y="61532"/>
                  <a:pt x="2067281" y="62875"/>
                  <a:pt x="2066023" y="63947"/>
                </a:cubicBezTo>
                <a:cubicBezTo>
                  <a:pt x="2064765" y="65019"/>
                  <a:pt x="2063515" y="65881"/>
                  <a:pt x="2062272" y="66533"/>
                </a:cubicBezTo>
                <a:cubicBezTo>
                  <a:pt x="2061030" y="67185"/>
                  <a:pt x="2059779" y="67643"/>
                  <a:pt x="2058522" y="67907"/>
                </a:cubicBezTo>
                <a:cubicBezTo>
                  <a:pt x="2057264" y="68171"/>
                  <a:pt x="2055936" y="68303"/>
                  <a:pt x="2054538" y="68303"/>
                </a:cubicBezTo>
                <a:cubicBezTo>
                  <a:pt x="2049723" y="68303"/>
                  <a:pt x="2046089" y="66890"/>
                  <a:pt x="2043635" y="64063"/>
                </a:cubicBezTo>
                <a:cubicBezTo>
                  <a:pt x="2041182" y="61237"/>
                  <a:pt x="2039955" y="56966"/>
                  <a:pt x="2039955" y="51251"/>
                </a:cubicBezTo>
                <a:lnTo>
                  <a:pt x="2039955" y="20687"/>
                </a:lnTo>
                <a:lnTo>
                  <a:pt x="2048062" y="20687"/>
                </a:lnTo>
                <a:lnTo>
                  <a:pt x="2048062" y="50598"/>
                </a:lnTo>
                <a:cubicBezTo>
                  <a:pt x="2048062" y="57774"/>
                  <a:pt x="2050764" y="61361"/>
                  <a:pt x="2056169" y="61361"/>
                </a:cubicBezTo>
                <a:cubicBezTo>
                  <a:pt x="2057163" y="61361"/>
                  <a:pt x="2058133" y="61214"/>
                  <a:pt x="2059081" y="60919"/>
                </a:cubicBezTo>
                <a:cubicBezTo>
                  <a:pt x="2060028" y="60623"/>
                  <a:pt x="2061022" y="60111"/>
                  <a:pt x="2062062" y="59381"/>
                </a:cubicBezTo>
                <a:cubicBezTo>
                  <a:pt x="2063103" y="58651"/>
                  <a:pt x="2064221" y="57665"/>
                  <a:pt x="2065417" y="56422"/>
                </a:cubicBezTo>
                <a:cubicBezTo>
                  <a:pt x="2066613" y="55180"/>
                  <a:pt x="2067956" y="53611"/>
                  <a:pt x="2069447" y="51717"/>
                </a:cubicBezTo>
                <a:lnTo>
                  <a:pt x="2069447" y="20687"/>
                </a:lnTo>
                <a:lnTo>
                  <a:pt x="2077554" y="20687"/>
                </a:lnTo>
                <a:lnTo>
                  <a:pt x="2077554" y="67465"/>
                </a:lnTo>
                <a:close/>
                <a:moveTo>
                  <a:pt x="2131789" y="43237"/>
                </a:moveTo>
                <a:cubicBezTo>
                  <a:pt x="2131789" y="47399"/>
                  <a:pt x="2131206" y="51033"/>
                  <a:pt x="2130042" y="54139"/>
                </a:cubicBezTo>
                <a:cubicBezTo>
                  <a:pt x="2128877" y="57246"/>
                  <a:pt x="2127269" y="59824"/>
                  <a:pt x="2125219" y="61874"/>
                </a:cubicBezTo>
                <a:cubicBezTo>
                  <a:pt x="2123169" y="63924"/>
                  <a:pt x="2120747" y="65461"/>
                  <a:pt x="2117951" y="66486"/>
                </a:cubicBezTo>
                <a:cubicBezTo>
                  <a:pt x="2115156" y="67511"/>
                  <a:pt x="2112127" y="68024"/>
                  <a:pt x="2108866" y="68024"/>
                </a:cubicBezTo>
                <a:cubicBezTo>
                  <a:pt x="2107375" y="68024"/>
                  <a:pt x="2105892" y="67946"/>
                  <a:pt x="2104416" y="67791"/>
                </a:cubicBezTo>
                <a:cubicBezTo>
                  <a:pt x="2102941" y="67635"/>
                  <a:pt x="2101442" y="67371"/>
                  <a:pt x="2099920" y="66999"/>
                </a:cubicBezTo>
                <a:lnTo>
                  <a:pt x="2099920" y="86567"/>
                </a:lnTo>
                <a:lnTo>
                  <a:pt x="2091813" y="86567"/>
                </a:lnTo>
                <a:lnTo>
                  <a:pt x="2091813" y="20687"/>
                </a:lnTo>
                <a:lnTo>
                  <a:pt x="2099035" y="20687"/>
                </a:lnTo>
                <a:lnTo>
                  <a:pt x="2099547" y="28514"/>
                </a:lnTo>
                <a:cubicBezTo>
                  <a:pt x="2101877" y="25315"/>
                  <a:pt x="2104362" y="23071"/>
                  <a:pt x="2107002" y="21782"/>
                </a:cubicBezTo>
                <a:cubicBezTo>
                  <a:pt x="2109642" y="20493"/>
                  <a:pt x="2112500" y="19848"/>
                  <a:pt x="2115575" y="19848"/>
                </a:cubicBezTo>
                <a:cubicBezTo>
                  <a:pt x="2118246" y="19848"/>
                  <a:pt x="2120591" y="20407"/>
                  <a:pt x="2122610" y="21525"/>
                </a:cubicBezTo>
                <a:cubicBezTo>
                  <a:pt x="2124629" y="22644"/>
                  <a:pt x="2126322" y="24220"/>
                  <a:pt x="2127689" y="26254"/>
                </a:cubicBezTo>
                <a:cubicBezTo>
                  <a:pt x="2129055" y="28289"/>
                  <a:pt x="2130080" y="30743"/>
                  <a:pt x="2130764" y="33616"/>
                </a:cubicBezTo>
                <a:cubicBezTo>
                  <a:pt x="2131447" y="36489"/>
                  <a:pt x="2131789" y="39696"/>
                  <a:pt x="2131789" y="43237"/>
                </a:cubicBezTo>
                <a:moveTo>
                  <a:pt x="2123496" y="43610"/>
                </a:moveTo>
                <a:cubicBezTo>
                  <a:pt x="2123496" y="41156"/>
                  <a:pt x="2123317" y="38904"/>
                  <a:pt x="2122960" y="36854"/>
                </a:cubicBezTo>
                <a:cubicBezTo>
                  <a:pt x="2122603" y="34804"/>
                  <a:pt x="2122036" y="33049"/>
                  <a:pt x="2121259" y="31589"/>
                </a:cubicBezTo>
                <a:cubicBezTo>
                  <a:pt x="2120483" y="30129"/>
                  <a:pt x="2119489" y="28988"/>
                  <a:pt x="2118277" y="28165"/>
                </a:cubicBezTo>
                <a:cubicBezTo>
                  <a:pt x="2117066" y="27342"/>
                  <a:pt x="2115622" y="26930"/>
                  <a:pt x="2113944" y="26930"/>
                </a:cubicBezTo>
                <a:cubicBezTo>
                  <a:pt x="2112919" y="26930"/>
                  <a:pt x="2111879" y="27093"/>
                  <a:pt x="2110823" y="27419"/>
                </a:cubicBezTo>
                <a:cubicBezTo>
                  <a:pt x="2109767" y="27745"/>
                  <a:pt x="2108672" y="28289"/>
                  <a:pt x="2107538" y="29050"/>
                </a:cubicBezTo>
                <a:cubicBezTo>
                  <a:pt x="2106404" y="29811"/>
                  <a:pt x="2105208" y="30820"/>
                  <a:pt x="2103950" y="32078"/>
                </a:cubicBezTo>
                <a:cubicBezTo>
                  <a:pt x="2102692" y="33336"/>
                  <a:pt x="2101349" y="34897"/>
                  <a:pt x="2099920" y="36761"/>
                </a:cubicBezTo>
                <a:lnTo>
                  <a:pt x="2099920" y="59451"/>
                </a:lnTo>
                <a:cubicBezTo>
                  <a:pt x="2101411" y="60072"/>
                  <a:pt x="2102980" y="60561"/>
                  <a:pt x="2104626" y="60919"/>
                </a:cubicBezTo>
                <a:cubicBezTo>
                  <a:pt x="2106272" y="61276"/>
                  <a:pt x="2107887" y="61454"/>
                  <a:pt x="2109471" y="61454"/>
                </a:cubicBezTo>
                <a:cubicBezTo>
                  <a:pt x="2113851" y="61454"/>
                  <a:pt x="2117283" y="59971"/>
                  <a:pt x="2119768" y="57005"/>
                </a:cubicBezTo>
                <a:cubicBezTo>
                  <a:pt x="2122253" y="54038"/>
                  <a:pt x="2123496" y="49573"/>
                  <a:pt x="2123496" y="43610"/>
                </a:cubicBezTo>
                <a:close/>
                <a:moveTo>
                  <a:pt x="2183554" y="25159"/>
                </a:moveTo>
                <a:cubicBezTo>
                  <a:pt x="2183554" y="27644"/>
                  <a:pt x="2183088" y="30106"/>
                  <a:pt x="2182156" y="32544"/>
                </a:cubicBezTo>
                <a:cubicBezTo>
                  <a:pt x="2181225" y="34983"/>
                  <a:pt x="2179780" y="37165"/>
                  <a:pt x="2177823" y="39090"/>
                </a:cubicBezTo>
                <a:cubicBezTo>
                  <a:pt x="2175867" y="41016"/>
                  <a:pt x="2173366" y="42577"/>
                  <a:pt x="2170322" y="43773"/>
                </a:cubicBezTo>
                <a:cubicBezTo>
                  <a:pt x="2167278" y="44969"/>
                  <a:pt x="2163644" y="45567"/>
                  <a:pt x="2159420" y="45567"/>
                </a:cubicBezTo>
                <a:lnTo>
                  <a:pt x="2151872" y="45567"/>
                </a:lnTo>
                <a:lnTo>
                  <a:pt x="2151872" y="67465"/>
                </a:lnTo>
                <a:lnTo>
                  <a:pt x="2143579" y="67465"/>
                </a:lnTo>
                <a:lnTo>
                  <a:pt x="2143579" y="6523"/>
                </a:lnTo>
                <a:lnTo>
                  <a:pt x="2160724" y="6523"/>
                </a:lnTo>
                <a:cubicBezTo>
                  <a:pt x="2163737" y="6523"/>
                  <a:pt x="2166626" y="6857"/>
                  <a:pt x="2169390" y="7525"/>
                </a:cubicBezTo>
                <a:cubicBezTo>
                  <a:pt x="2172155" y="8192"/>
                  <a:pt x="2174585" y="9272"/>
                  <a:pt x="2176682" y="10763"/>
                </a:cubicBezTo>
                <a:cubicBezTo>
                  <a:pt x="2178778" y="12254"/>
                  <a:pt x="2180448" y="14179"/>
                  <a:pt x="2181690" y="16540"/>
                </a:cubicBezTo>
                <a:cubicBezTo>
                  <a:pt x="2182933" y="18901"/>
                  <a:pt x="2183554" y="21774"/>
                  <a:pt x="2183554" y="25159"/>
                </a:cubicBezTo>
                <a:moveTo>
                  <a:pt x="2174935" y="25532"/>
                </a:moveTo>
                <a:cubicBezTo>
                  <a:pt x="2174935" y="21619"/>
                  <a:pt x="2173653" y="18621"/>
                  <a:pt x="2171091" y="16540"/>
                </a:cubicBezTo>
                <a:cubicBezTo>
                  <a:pt x="2168528" y="14459"/>
                  <a:pt x="2164949" y="13418"/>
                  <a:pt x="2160352" y="13418"/>
                </a:cubicBezTo>
                <a:lnTo>
                  <a:pt x="2151872" y="13418"/>
                </a:lnTo>
                <a:lnTo>
                  <a:pt x="2151872" y="38485"/>
                </a:lnTo>
                <a:lnTo>
                  <a:pt x="2159606" y="38485"/>
                </a:lnTo>
                <a:cubicBezTo>
                  <a:pt x="2164514" y="38485"/>
                  <a:pt x="2168295" y="37413"/>
                  <a:pt x="2170951" y="35270"/>
                </a:cubicBezTo>
                <a:cubicBezTo>
                  <a:pt x="2173607" y="33127"/>
                  <a:pt x="2174935" y="29881"/>
                  <a:pt x="2174935" y="25532"/>
                </a:cubicBezTo>
                <a:close/>
                <a:moveTo>
                  <a:pt x="2197440" y="20687"/>
                </a:moveTo>
                <a:lnTo>
                  <a:pt x="2204849" y="20687"/>
                </a:lnTo>
                <a:lnTo>
                  <a:pt x="2205081" y="29284"/>
                </a:lnTo>
                <a:cubicBezTo>
                  <a:pt x="2207846" y="25969"/>
                  <a:pt x="2210572" y="23567"/>
                  <a:pt x="2213258" y="22080"/>
                </a:cubicBezTo>
                <a:cubicBezTo>
                  <a:pt x="2215945" y="20592"/>
                  <a:pt x="2218655" y="19848"/>
                  <a:pt x="2221389" y="19848"/>
                </a:cubicBezTo>
                <a:cubicBezTo>
                  <a:pt x="2226234" y="19848"/>
                  <a:pt x="2229907" y="21413"/>
                  <a:pt x="2232407" y="24542"/>
                </a:cubicBezTo>
                <a:cubicBezTo>
                  <a:pt x="2234908" y="27672"/>
                  <a:pt x="2236065" y="32319"/>
                  <a:pt x="2235879" y="38485"/>
                </a:cubicBezTo>
                <a:lnTo>
                  <a:pt x="2227678" y="38485"/>
                </a:lnTo>
                <a:cubicBezTo>
                  <a:pt x="2227772" y="34401"/>
                  <a:pt x="2227174" y="31439"/>
                  <a:pt x="2225885" y="29599"/>
                </a:cubicBezTo>
                <a:cubicBezTo>
                  <a:pt x="2224596" y="27757"/>
                  <a:pt x="2222709" y="26837"/>
                  <a:pt x="2220224" y="26837"/>
                </a:cubicBezTo>
                <a:cubicBezTo>
                  <a:pt x="2219137" y="26837"/>
                  <a:pt x="2218042" y="27030"/>
                  <a:pt x="2216939" y="27418"/>
                </a:cubicBezTo>
                <a:cubicBezTo>
                  <a:pt x="2215836" y="27804"/>
                  <a:pt x="2214703" y="28422"/>
                  <a:pt x="2213538" y="29273"/>
                </a:cubicBezTo>
                <a:cubicBezTo>
                  <a:pt x="2212373" y="30123"/>
                  <a:pt x="2211138" y="31213"/>
                  <a:pt x="2209834" y="32544"/>
                </a:cubicBezTo>
                <a:cubicBezTo>
                  <a:pt x="2208529" y="33874"/>
                  <a:pt x="2207132" y="35482"/>
                  <a:pt x="2205641" y="37369"/>
                </a:cubicBezTo>
                <a:lnTo>
                  <a:pt x="2205641" y="67465"/>
                </a:lnTo>
                <a:lnTo>
                  <a:pt x="2197440" y="67465"/>
                </a:lnTo>
                <a:lnTo>
                  <a:pt x="2197440" y="20687"/>
                </a:lnTo>
                <a:close/>
                <a:moveTo>
                  <a:pt x="2288109" y="43703"/>
                </a:moveTo>
                <a:cubicBezTo>
                  <a:pt x="2288109" y="47337"/>
                  <a:pt x="2287597" y="50668"/>
                  <a:pt x="2286572" y="53697"/>
                </a:cubicBezTo>
                <a:cubicBezTo>
                  <a:pt x="2285547" y="56725"/>
                  <a:pt x="2284072" y="59319"/>
                  <a:pt x="2282146" y="61478"/>
                </a:cubicBezTo>
                <a:cubicBezTo>
                  <a:pt x="2280220" y="63636"/>
                  <a:pt x="2277875" y="65314"/>
                  <a:pt x="2275110" y="66510"/>
                </a:cubicBezTo>
                <a:cubicBezTo>
                  <a:pt x="2272346" y="67705"/>
                  <a:pt x="2269209" y="68303"/>
                  <a:pt x="2265699" y="68303"/>
                </a:cubicBezTo>
                <a:cubicBezTo>
                  <a:pt x="2262344" y="68303"/>
                  <a:pt x="2259339" y="67783"/>
                  <a:pt x="2256683" y="66742"/>
                </a:cubicBezTo>
                <a:cubicBezTo>
                  <a:pt x="2254028" y="65702"/>
                  <a:pt x="2251776" y="64172"/>
                  <a:pt x="2249928" y="62153"/>
                </a:cubicBezTo>
                <a:cubicBezTo>
                  <a:pt x="2248080" y="60134"/>
                  <a:pt x="2246666" y="57634"/>
                  <a:pt x="2245688" y="54652"/>
                </a:cubicBezTo>
                <a:cubicBezTo>
                  <a:pt x="2244709" y="51670"/>
                  <a:pt x="2244220" y="48238"/>
                  <a:pt x="2244220" y="44355"/>
                </a:cubicBezTo>
                <a:cubicBezTo>
                  <a:pt x="2244220" y="40721"/>
                  <a:pt x="2244733" y="37405"/>
                  <a:pt x="2245758" y="34408"/>
                </a:cubicBezTo>
                <a:cubicBezTo>
                  <a:pt x="2246783" y="31411"/>
                  <a:pt x="2248258" y="28832"/>
                  <a:pt x="2250184" y="26674"/>
                </a:cubicBezTo>
                <a:cubicBezTo>
                  <a:pt x="2252110" y="24515"/>
                  <a:pt x="2254455" y="22838"/>
                  <a:pt x="2257219" y="21642"/>
                </a:cubicBezTo>
                <a:cubicBezTo>
                  <a:pt x="2259984" y="20446"/>
                  <a:pt x="2263121" y="19848"/>
                  <a:pt x="2266631" y="19848"/>
                </a:cubicBezTo>
                <a:cubicBezTo>
                  <a:pt x="2269985" y="19848"/>
                  <a:pt x="2272990" y="20368"/>
                  <a:pt x="2275646" y="21409"/>
                </a:cubicBezTo>
                <a:cubicBezTo>
                  <a:pt x="2278302" y="22449"/>
                  <a:pt x="2280554" y="23971"/>
                  <a:pt x="2282402" y="25975"/>
                </a:cubicBezTo>
                <a:cubicBezTo>
                  <a:pt x="2284250" y="27978"/>
                  <a:pt x="2285663" y="30471"/>
                  <a:pt x="2286642" y="33453"/>
                </a:cubicBezTo>
                <a:cubicBezTo>
                  <a:pt x="2287620" y="36435"/>
                  <a:pt x="2288109" y="39851"/>
                  <a:pt x="2288109" y="43703"/>
                </a:cubicBezTo>
                <a:moveTo>
                  <a:pt x="2279816" y="44076"/>
                </a:moveTo>
                <a:cubicBezTo>
                  <a:pt x="2279816" y="41187"/>
                  <a:pt x="2279498" y="38663"/>
                  <a:pt x="2278861" y="36505"/>
                </a:cubicBezTo>
                <a:cubicBezTo>
                  <a:pt x="2278224" y="34346"/>
                  <a:pt x="2277316" y="32544"/>
                  <a:pt x="2276135" y="31100"/>
                </a:cubicBezTo>
                <a:cubicBezTo>
                  <a:pt x="2274955" y="29656"/>
                  <a:pt x="2273519" y="28568"/>
                  <a:pt x="2271826" y="27838"/>
                </a:cubicBezTo>
                <a:cubicBezTo>
                  <a:pt x="2270133" y="27109"/>
                  <a:pt x="2268246" y="26744"/>
                  <a:pt x="2266165" y="26744"/>
                </a:cubicBezTo>
                <a:cubicBezTo>
                  <a:pt x="2263742" y="26744"/>
                  <a:pt x="2261669" y="27217"/>
                  <a:pt x="2259945" y="28165"/>
                </a:cubicBezTo>
                <a:cubicBezTo>
                  <a:pt x="2258221" y="29112"/>
                  <a:pt x="2256808" y="30378"/>
                  <a:pt x="2255705" y="31962"/>
                </a:cubicBezTo>
                <a:cubicBezTo>
                  <a:pt x="2254602" y="33546"/>
                  <a:pt x="2253795" y="35386"/>
                  <a:pt x="2253282" y="37483"/>
                </a:cubicBezTo>
                <a:cubicBezTo>
                  <a:pt x="2252770" y="39580"/>
                  <a:pt x="2252513" y="41777"/>
                  <a:pt x="2252513" y="44076"/>
                </a:cubicBezTo>
                <a:cubicBezTo>
                  <a:pt x="2252513" y="46964"/>
                  <a:pt x="2252832" y="49496"/>
                  <a:pt x="2253469" y="51670"/>
                </a:cubicBezTo>
                <a:cubicBezTo>
                  <a:pt x="2254105" y="53844"/>
                  <a:pt x="2255014" y="55654"/>
                  <a:pt x="2256194" y="57098"/>
                </a:cubicBezTo>
                <a:cubicBezTo>
                  <a:pt x="2257375" y="58542"/>
                  <a:pt x="2258803" y="59629"/>
                  <a:pt x="2260481" y="60359"/>
                </a:cubicBezTo>
                <a:cubicBezTo>
                  <a:pt x="2262158" y="61089"/>
                  <a:pt x="2264053" y="61454"/>
                  <a:pt x="2266165" y="61454"/>
                </a:cubicBezTo>
                <a:cubicBezTo>
                  <a:pt x="2268588" y="61454"/>
                  <a:pt x="2270661" y="60981"/>
                  <a:pt x="2272385" y="60033"/>
                </a:cubicBezTo>
                <a:cubicBezTo>
                  <a:pt x="2274109" y="59086"/>
                  <a:pt x="2275522" y="57820"/>
                  <a:pt x="2276625" y="56236"/>
                </a:cubicBezTo>
                <a:cubicBezTo>
                  <a:pt x="2277727" y="54652"/>
                  <a:pt x="2278535" y="52812"/>
                  <a:pt x="2279047" y="50715"/>
                </a:cubicBezTo>
                <a:cubicBezTo>
                  <a:pt x="2279560" y="48618"/>
                  <a:pt x="2279816" y="46405"/>
                  <a:pt x="2279816" y="44076"/>
                </a:cubicBezTo>
                <a:close/>
                <a:moveTo>
                  <a:pt x="2339223" y="43237"/>
                </a:moveTo>
                <a:cubicBezTo>
                  <a:pt x="2339223" y="47399"/>
                  <a:pt x="2338640" y="51033"/>
                  <a:pt x="2337476" y="54139"/>
                </a:cubicBezTo>
                <a:cubicBezTo>
                  <a:pt x="2336311" y="57246"/>
                  <a:pt x="2334703" y="59824"/>
                  <a:pt x="2332653" y="61874"/>
                </a:cubicBezTo>
                <a:cubicBezTo>
                  <a:pt x="2330603" y="63924"/>
                  <a:pt x="2328181" y="65461"/>
                  <a:pt x="2325385" y="66486"/>
                </a:cubicBezTo>
                <a:cubicBezTo>
                  <a:pt x="2322590" y="67511"/>
                  <a:pt x="2319561" y="68024"/>
                  <a:pt x="2316300" y="68024"/>
                </a:cubicBezTo>
                <a:cubicBezTo>
                  <a:pt x="2314809" y="68024"/>
                  <a:pt x="2313326" y="67946"/>
                  <a:pt x="2311850" y="67791"/>
                </a:cubicBezTo>
                <a:cubicBezTo>
                  <a:pt x="2310375" y="67635"/>
                  <a:pt x="2308876" y="67371"/>
                  <a:pt x="2307354" y="66999"/>
                </a:cubicBezTo>
                <a:lnTo>
                  <a:pt x="2307354" y="86567"/>
                </a:lnTo>
                <a:lnTo>
                  <a:pt x="2299247" y="86567"/>
                </a:lnTo>
                <a:lnTo>
                  <a:pt x="2299247" y="20687"/>
                </a:lnTo>
                <a:lnTo>
                  <a:pt x="2306469" y="20687"/>
                </a:lnTo>
                <a:lnTo>
                  <a:pt x="2306981" y="28514"/>
                </a:lnTo>
                <a:cubicBezTo>
                  <a:pt x="2309311" y="25315"/>
                  <a:pt x="2311796" y="23071"/>
                  <a:pt x="2314436" y="21782"/>
                </a:cubicBezTo>
                <a:cubicBezTo>
                  <a:pt x="2317076" y="20493"/>
                  <a:pt x="2319934" y="19848"/>
                  <a:pt x="2323009" y="19848"/>
                </a:cubicBezTo>
                <a:cubicBezTo>
                  <a:pt x="2325680" y="19848"/>
                  <a:pt x="2328025" y="20407"/>
                  <a:pt x="2330044" y="21525"/>
                </a:cubicBezTo>
                <a:cubicBezTo>
                  <a:pt x="2332063" y="22644"/>
                  <a:pt x="2333756" y="24220"/>
                  <a:pt x="2335123" y="26254"/>
                </a:cubicBezTo>
                <a:cubicBezTo>
                  <a:pt x="2336489" y="28289"/>
                  <a:pt x="2337514" y="30743"/>
                  <a:pt x="2338198" y="33616"/>
                </a:cubicBezTo>
                <a:cubicBezTo>
                  <a:pt x="2338881" y="36489"/>
                  <a:pt x="2339223" y="39696"/>
                  <a:pt x="2339223" y="43237"/>
                </a:cubicBezTo>
                <a:moveTo>
                  <a:pt x="2330929" y="43610"/>
                </a:moveTo>
                <a:cubicBezTo>
                  <a:pt x="2330929" y="41156"/>
                  <a:pt x="2330751" y="38904"/>
                  <a:pt x="2330394" y="36854"/>
                </a:cubicBezTo>
                <a:cubicBezTo>
                  <a:pt x="2330036" y="34804"/>
                  <a:pt x="2329470" y="33049"/>
                  <a:pt x="2328693" y="31589"/>
                </a:cubicBezTo>
                <a:cubicBezTo>
                  <a:pt x="2327917" y="30129"/>
                  <a:pt x="2326923" y="28988"/>
                  <a:pt x="2325711" y="28165"/>
                </a:cubicBezTo>
                <a:cubicBezTo>
                  <a:pt x="2324500" y="27342"/>
                  <a:pt x="2323055" y="26930"/>
                  <a:pt x="2321378" y="26930"/>
                </a:cubicBezTo>
                <a:cubicBezTo>
                  <a:pt x="2320353" y="26930"/>
                  <a:pt x="2319313" y="27093"/>
                  <a:pt x="2318257" y="27419"/>
                </a:cubicBezTo>
                <a:cubicBezTo>
                  <a:pt x="2317200" y="27745"/>
                  <a:pt x="2316106" y="28289"/>
                  <a:pt x="2314972" y="29050"/>
                </a:cubicBezTo>
                <a:cubicBezTo>
                  <a:pt x="2313838" y="29811"/>
                  <a:pt x="2312642" y="30820"/>
                  <a:pt x="2311384" y="32078"/>
                </a:cubicBezTo>
                <a:cubicBezTo>
                  <a:pt x="2310126" y="33336"/>
                  <a:pt x="2308783" y="34897"/>
                  <a:pt x="2307354" y="36761"/>
                </a:cubicBezTo>
                <a:lnTo>
                  <a:pt x="2307354" y="59451"/>
                </a:lnTo>
                <a:cubicBezTo>
                  <a:pt x="2308845" y="60072"/>
                  <a:pt x="2310414" y="60561"/>
                  <a:pt x="2312060" y="60919"/>
                </a:cubicBezTo>
                <a:cubicBezTo>
                  <a:pt x="2313706" y="61276"/>
                  <a:pt x="2315321" y="61454"/>
                  <a:pt x="2316905" y="61454"/>
                </a:cubicBezTo>
                <a:cubicBezTo>
                  <a:pt x="2321285" y="61454"/>
                  <a:pt x="2324717" y="59971"/>
                  <a:pt x="2327202" y="57005"/>
                </a:cubicBezTo>
                <a:cubicBezTo>
                  <a:pt x="2329687" y="54038"/>
                  <a:pt x="2330929" y="49573"/>
                  <a:pt x="2330929" y="43610"/>
                </a:cubicBezTo>
                <a:close/>
                <a:moveTo>
                  <a:pt x="2388146" y="54699"/>
                </a:moveTo>
                <a:cubicBezTo>
                  <a:pt x="2388146" y="56345"/>
                  <a:pt x="2387866" y="57820"/>
                  <a:pt x="2387307" y="59125"/>
                </a:cubicBezTo>
                <a:cubicBezTo>
                  <a:pt x="2386748" y="60429"/>
                  <a:pt x="2385987" y="61586"/>
                  <a:pt x="2385024" y="62596"/>
                </a:cubicBezTo>
                <a:cubicBezTo>
                  <a:pt x="2384061" y="63605"/>
                  <a:pt x="2382943" y="64467"/>
                  <a:pt x="2381670" y="65182"/>
                </a:cubicBezTo>
                <a:cubicBezTo>
                  <a:pt x="2380396" y="65896"/>
                  <a:pt x="2379037" y="66486"/>
                  <a:pt x="2377593" y="66952"/>
                </a:cubicBezTo>
                <a:cubicBezTo>
                  <a:pt x="2376149" y="67418"/>
                  <a:pt x="2374665" y="67760"/>
                  <a:pt x="2373143" y="67977"/>
                </a:cubicBezTo>
                <a:cubicBezTo>
                  <a:pt x="2371621" y="68195"/>
                  <a:pt x="2370131" y="68303"/>
                  <a:pt x="2368671" y="68303"/>
                </a:cubicBezTo>
                <a:cubicBezTo>
                  <a:pt x="2365502" y="68303"/>
                  <a:pt x="2362590" y="68164"/>
                  <a:pt x="2359935" y="67884"/>
                </a:cubicBezTo>
                <a:cubicBezTo>
                  <a:pt x="2357279" y="67604"/>
                  <a:pt x="2354678" y="67154"/>
                  <a:pt x="2352131" y="66533"/>
                </a:cubicBezTo>
                <a:lnTo>
                  <a:pt x="2352131" y="59078"/>
                </a:lnTo>
                <a:cubicBezTo>
                  <a:pt x="2354864" y="59855"/>
                  <a:pt x="2357582" y="60445"/>
                  <a:pt x="2360284" y="60849"/>
                </a:cubicBezTo>
                <a:cubicBezTo>
                  <a:pt x="2362987" y="61252"/>
                  <a:pt x="2365673" y="61454"/>
                  <a:pt x="2368345" y="61454"/>
                </a:cubicBezTo>
                <a:cubicBezTo>
                  <a:pt x="2372227" y="61454"/>
                  <a:pt x="2375100" y="60926"/>
                  <a:pt x="2376964" y="59870"/>
                </a:cubicBezTo>
                <a:cubicBezTo>
                  <a:pt x="2378828" y="58814"/>
                  <a:pt x="2379759" y="57308"/>
                  <a:pt x="2379759" y="55351"/>
                </a:cubicBezTo>
                <a:cubicBezTo>
                  <a:pt x="2379759" y="54512"/>
                  <a:pt x="2379612" y="53759"/>
                  <a:pt x="2379317" y="53091"/>
                </a:cubicBezTo>
                <a:cubicBezTo>
                  <a:pt x="2379022" y="52423"/>
                  <a:pt x="2378486" y="51787"/>
                  <a:pt x="2377709" y="51181"/>
                </a:cubicBezTo>
                <a:cubicBezTo>
                  <a:pt x="2376933" y="50575"/>
                  <a:pt x="2375729" y="49946"/>
                  <a:pt x="2374099" y="49294"/>
                </a:cubicBezTo>
                <a:cubicBezTo>
                  <a:pt x="2372468" y="48642"/>
                  <a:pt x="2370239" y="47896"/>
                  <a:pt x="2367413" y="47058"/>
                </a:cubicBezTo>
                <a:cubicBezTo>
                  <a:pt x="2365301" y="46436"/>
                  <a:pt x="2363351" y="45730"/>
                  <a:pt x="2361565" y="44938"/>
                </a:cubicBezTo>
                <a:cubicBezTo>
                  <a:pt x="2359779" y="44146"/>
                  <a:pt x="2358234" y="43206"/>
                  <a:pt x="2356930" y="42119"/>
                </a:cubicBezTo>
                <a:cubicBezTo>
                  <a:pt x="2355625" y="41032"/>
                  <a:pt x="2354600" y="39758"/>
                  <a:pt x="2353855" y="38298"/>
                </a:cubicBezTo>
                <a:cubicBezTo>
                  <a:pt x="2353109" y="36838"/>
                  <a:pt x="2352736" y="35115"/>
                  <a:pt x="2352736" y="33127"/>
                </a:cubicBezTo>
                <a:cubicBezTo>
                  <a:pt x="2352736" y="31822"/>
                  <a:pt x="2353039" y="30393"/>
                  <a:pt x="2353645" y="28840"/>
                </a:cubicBezTo>
                <a:cubicBezTo>
                  <a:pt x="2354251" y="27287"/>
                  <a:pt x="2355283" y="25843"/>
                  <a:pt x="2356743" y="24507"/>
                </a:cubicBezTo>
                <a:cubicBezTo>
                  <a:pt x="2358203" y="23172"/>
                  <a:pt x="2360175" y="22061"/>
                  <a:pt x="2362660" y="21176"/>
                </a:cubicBezTo>
                <a:cubicBezTo>
                  <a:pt x="2365145" y="20291"/>
                  <a:pt x="2368251" y="19848"/>
                  <a:pt x="2371979" y="19848"/>
                </a:cubicBezTo>
                <a:cubicBezTo>
                  <a:pt x="2373811" y="19848"/>
                  <a:pt x="2375846" y="19949"/>
                  <a:pt x="2378082" y="20151"/>
                </a:cubicBezTo>
                <a:cubicBezTo>
                  <a:pt x="2380319" y="20353"/>
                  <a:pt x="2382648" y="20702"/>
                  <a:pt x="2385071" y="21199"/>
                </a:cubicBezTo>
                <a:lnTo>
                  <a:pt x="2385071" y="28421"/>
                </a:lnTo>
                <a:cubicBezTo>
                  <a:pt x="2382524" y="27800"/>
                  <a:pt x="2380109" y="27342"/>
                  <a:pt x="2377826" y="27046"/>
                </a:cubicBezTo>
                <a:cubicBezTo>
                  <a:pt x="2375543" y="26751"/>
                  <a:pt x="2373563" y="26604"/>
                  <a:pt x="2371886" y="26604"/>
                </a:cubicBezTo>
                <a:cubicBezTo>
                  <a:pt x="2369867" y="26604"/>
                  <a:pt x="2368166" y="26759"/>
                  <a:pt x="2366784" y="27070"/>
                </a:cubicBezTo>
                <a:cubicBezTo>
                  <a:pt x="2365402" y="27380"/>
                  <a:pt x="2364283" y="27807"/>
                  <a:pt x="2363429" y="28351"/>
                </a:cubicBezTo>
                <a:cubicBezTo>
                  <a:pt x="2362575" y="28895"/>
                  <a:pt x="2361961" y="29531"/>
                  <a:pt x="2361589" y="30261"/>
                </a:cubicBezTo>
                <a:cubicBezTo>
                  <a:pt x="2361216" y="30991"/>
                  <a:pt x="2361030" y="31775"/>
                  <a:pt x="2361030" y="32614"/>
                </a:cubicBezTo>
                <a:cubicBezTo>
                  <a:pt x="2361030" y="33453"/>
                  <a:pt x="2361193" y="34214"/>
                  <a:pt x="2361519" y="34897"/>
                </a:cubicBezTo>
                <a:cubicBezTo>
                  <a:pt x="2361845" y="35580"/>
                  <a:pt x="2362451" y="36241"/>
                  <a:pt x="2363336" y="36877"/>
                </a:cubicBezTo>
                <a:cubicBezTo>
                  <a:pt x="2364221" y="37514"/>
                  <a:pt x="2365456" y="38151"/>
                  <a:pt x="2367040" y="38788"/>
                </a:cubicBezTo>
                <a:cubicBezTo>
                  <a:pt x="2368624" y="39424"/>
                  <a:pt x="2370690" y="40115"/>
                  <a:pt x="2373237" y="40861"/>
                </a:cubicBezTo>
                <a:cubicBezTo>
                  <a:pt x="2376001" y="41668"/>
                  <a:pt x="2378331" y="42515"/>
                  <a:pt x="2380225" y="43400"/>
                </a:cubicBezTo>
                <a:cubicBezTo>
                  <a:pt x="2382120" y="44285"/>
                  <a:pt x="2383658" y="45272"/>
                  <a:pt x="2384838" y="46359"/>
                </a:cubicBezTo>
                <a:cubicBezTo>
                  <a:pt x="2386018" y="47446"/>
                  <a:pt x="2386865" y="48673"/>
                  <a:pt x="2387377" y="50039"/>
                </a:cubicBezTo>
                <a:cubicBezTo>
                  <a:pt x="2387890" y="51406"/>
                  <a:pt x="2388146" y="52959"/>
                  <a:pt x="2388146" y="54699"/>
                </a:cubicBezTo>
                <a:close/>
                <a:moveTo>
                  <a:pt x="2426633" y="12859"/>
                </a:moveTo>
                <a:lnTo>
                  <a:pt x="2418526" y="12859"/>
                </a:lnTo>
                <a:lnTo>
                  <a:pt x="2403616" y="1584"/>
                </a:lnTo>
                <a:lnTo>
                  <a:pt x="2415357" y="1584"/>
                </a:lnTo>
                <a:lnTo>
                  <a:pt x="2426633" y="12859"/>
                </a:lnTo>
                <a:moveTo>
                  <a:pt x="2395509" y="20687"/>
                </a:moveTo>
                <a:lnTo>
                  <a:pt x="2395509" y="20687"/>
                </a:lnTo>
                <a:close/>
                <a:moveTo>
                  <a:pt x="2547485" y="66766"/>
                </a:moveTo>
                <a:cubicBezTo>
                  <a:pt x="2545653" y="67248"/>
                  <a:pt x="2543758" y="67594"/>
                  <a:pt x="2541801" y="67802"/>
                </a:cubicBezTo>
                <a:cubicBezTo>
                  <a:pt x="2539844" y="68012"/>
                  <a:pt x="2537856" y="68117"/>
                  <a:pt x="2535837" y="68117"/>
                </a:cubicBezTo>
                <a:cubicBezTo>
                  <a:pt x="2529967" y="68117"/>
                  <a:pt x="2525587" y="66789"/>
                  <a:pt x="2522698" y="64133"/>
                </a:cubicBezTo>
                <a:cubicBezTo>
                  <a:pt x="2519810" y="61478"/>
                  <a:pt x="2518365" y="57401"/>
                  <a:pt x="2518365" y="51903"/>
                </a:cubicBezTo>
                <a:lnTo>
                  <a:pt x="2518365" y="27489"/>
                </a:lnTo>
                <a:lnTo>
                  <a:pt x="2505273" y="27489"/>
                </a:lnTo>
                <a:lnTo>
                  <a:pt x="2505273" y="20687"/>
                </a:lnTo>
                <a:lnTo>
                  <a:pt x="2518365" y="20687"/>
                </a:lnTo>
                <a:lnTo>
                  <a:pt x="2518365" y="7787"/>
                </a:lnTo>
                <a:lnTo>
                  <a:pt x="2526472" y="5684"/>
                </a:lnTo>
                <a:lnTo>
                  <a:pt x="2526472" y="20687"/>
                </a:lnTo>
                <a:lnTo>
                  <a:pt x="2547485" y="20687"/>
                </a:lnTo>
                <a:lnTo>
                  <a:pt x="2547485" y="27489"/>
                </a:lnTo>
                <a:lnTo>
                  <a:pt x="2526472" y="27489"/>
                </a:lnTo>
                <a:lnTo>
                  <a:pt x="2526472" y="51251"/>
                </a:lnTo>
                <a:cubicBezTo>
                  <a:pt x="2526472" y="54605"/>
                  <a:pt x="2527365" y="57114"/>
                  <a:pt x="2529151" y="58775"/>
                </a:cubicBezTo>
                <a:cubicBezTo>
                  <a:pt x="2530937" y="60437"/>
                  <a:pt x="2533570" y="61268"/>
                  <a:pt x="2537049" y="61268"/>
                </a:cubicBezTo>
                <a:cubicBezTo>
                  <a:pt x="2538540" y="61268"/>
                  <a:pt x="2540170" y="61148"/>
                  <a:pt x="2541941" y="60908"/>
                </a:cubicBezTo>
                <a:cubicBezTo>
                  <a:pt x="2543711" y="60668"/>
                  <a:pt x="2545559" y="60291"/>
                  <a:pt x="2547485" y="59777"/>
                </a:cubicBezTo>
                <a:lnTo>
                  <a:pt x="2547485" y="66766"/>
                </a:lnTo>
                <a:close/>
                <a:moveTo>
                  <a:pt x="2602372" y="43703"/>
                </a:moveTo>
                <a:cubicBezTo>
                  <a:pt x="2602372" y="47337"/>
                  <a:pt x="2601860" y="50668"/>
                  <a:pt x="2600835" y="53697"/>
                </a:cubicBezTo>
                <a:cubicBezTo>
                  <a:pt x="2599810" y="56725"/>
                  <a:pt x="2598334" y="59319"/>
                  <a:pt x="2596408" y="61478"/>
                </a:cubicBezTo>
                <a:cubicBezTo>
                  <a:pt x="2594483" y="63636"/>
                  <a:pt x="2592138" y="65314"/>
                  <a:pt x="2589373" y="66510"/>
                </a:cubicBezTo>
                <a:cubicBezTo>
                  <a:pt x="2586609" y="67705"/>
                  <a:pt x="2583472" y="68303"/>
                  <a:pt x="2579962" y="68303"/>
                </a:cubicBezTo>
                <a:cubicBezTo>
                  <a:pt x="2576607" y="68303"/>
                  <a:pt x="2573602" y="67783"/>
                  <a:pt x="2570946" y="66742"/>
                </a:cubicBezTo>
                <a:cubicBezTo>
                  <a:pt x="2568290" y="65702"/>
                  <a:pt x="2566038" y="64172"/>
                  <a:pt x="2564190" y="62153"/>
                </a:cubicBezTo>
                <a:cubicBezTo>
                  <a:pt x="2562342" y="60134"/>
                  <a:pt x="2560929" y="57634"/>
                  <a:pt x="2559951" y="54652"/>
                </a:cubicBezTo>
                <a:cubicBezTo>
                  <a:pt x="2558972" y="51670"/>
                  <a:pt x="2558483" y="48238"/>
                  <a:pt x="2558483" y="44355"/>
                </a:cubicBezTo>
                <a:cubicBezTo>
                  <a:pt x="2558483" y="40721"/>
                  <a:pt x="2558995" y="37405"/>
                  <a:pt x="2560020" y="34408"/>
                </a:cubicBezTo>
                <a:cubicBezTo>
                  <a:pt x="2561045" y="31411"/>
                  <a:pt x="2562521" y="28832"/>
                  <a:pt x="2564447" y="26674"/>
                </a:cubicBezTo>
                <a:cubicBezTo>
                  <a:pt x="2566372" y="24515"/>
                  <a:pt x="2568717" y="22838"/>
                  <a:pt x="2571482" y="21642"/>
                </a:cubicBezTo>
                <a:cubicBezTo>
                  <a:pt x="2574246" y="20446"/>
                  <a:pt x="2577384" y="19848"/>
                  <a:pt x="2580893" y="19848"/>
                </a:cubicBezTo>
                <a:cubicBezTo>
                  <a:pt x="2584248" y="19848"/>
                  <a:pt x="2587253" y="20368"/>
                  <a:pt x="2589909" y="21409"/>
                </a:cubicBezTo>
                <a:cubicBezTo>
                  <a:pt x="2592565" y="22449"/>
                  <a:pt x="2594817" y="23971"/>
                  <a:pt x="2596665" y="25975"/>
                </a:cubicBezTo>
                <a:cubicBezTo>
                  <a:pt x="2598513" y="27978"/>
                  <a:pt x="2599926" y="30471"/>
                  <a:pt x="2600905" y="33453"/>
                </a:cubicBezTo>
                <a:cubicBezTo>
                  <a:pt x="2601883" y="36435"/>
                  <a:pt x="2602372" y="39851"/>
                  <a:pt x="2602372" y="43703"/>
                </a:cubicBezTo>
                <a:moveTo>
                  <a:pt x="2594079" y="44076"/>
                </a:moveTo>
                <a:cubicBezTo>
                  <a:pt x="2594079" y="41187"/>
                  <a:pt x="2593760" y="38663"/>
                  <a:pt x="2593124" y="36505"/>
                </a:cubicBezTo>
                <a:cubicBezTo>
                  <a:pt x="2592487" y="34346"/>
                  <a:pt x="2591578" y="32544"/>
                  <a:pt x="2590398" y="31100"/>
                </a:cubicBezTo>
                <a:cubicBezTo>
                  <a:pt x="2589218" y="29656"/>
                  <a:pt x="2587781" y="28568"/>
                  <a:pt x="2586088" y="27838"/>
                </a:cubicBezTo>
                <a:cubicBezTo>
                  <a:pt x="2584396" y="27109"/>
                  <a:pt x="2582509" y="26744"/>
                  <a:pt x="2580428" y="26744"/>
                </a:cubicBezTo>
                <a:cubicBezTo>
                  <a:pt x="2578005" y="26744"/>
                  <a:pt x="2575931" y="27217"/>
                  <a:pt x="2574208" y="28165"/>
                </a:cubicBezTo>
                <a:cubicBezTo>
                  <a:pt x="2572484" y="29112"/>
                  <a:pt x="2571070" y="30378"/>
                  <a:pt x="2569968" y="31962"/>
                </a:cubicBezTo>
                <a:cubicBezTo>
                  <a:pt x="2568865" y="33546"/>
                  <a:pt x="2568057" y="35386"/>
                  <a:pt x="2567545" y="37483"/>
                </a:cubicBezTo>
                <a:cubicBezTo>
                  <a:pt x="2567032" y="39580"/>
                  <a:pt x="2566776" y="41777"/>
                  <a:pt x="2566776" y="44076"/>
                </a:cubicBezTo>
                <a:cubicBezTo>
                  <a:pt x="2566776" y="46964"/>
                  <a:pt x="2567095" y="49496"/>
                  <a:pt x="2567731" y="51670"/>
                </a:cubicBezTo>
                <a:cubicBezTo>
                  <a:pt x="2568368" y="53844"/>
                  <a:pt x="2569277" y="55654"/>
                  <a:pt x="2570457" y="57098"/>
                </a:cubicBezTo>
                <a:cubicBezTo>
                  <a:pt x="2571637" y="58542"/>
                  <a:pt x="2573066" y="59629"/>
                  <a:pt x="2574743" y="60359"/>
                </a:cubicBezTo>
                <a:cubicBezTo>
                  <a:pt x="2576421" y="61089"/>
                  <a:pt x="2578315" y="61454"/>
                  <a:pt x="2580428" y="61454"/>
                </a:cubicBezTo>
                <a:cubicBezTo>
                  <a:pt x="2582850" y="61454"/>
                  <a:pt x="2584924" y="60981"/>
                  <a:pt x="2586647" y="60033"/>
                </a:cubicBezTo>
                <a:cubicBezTo>
                  <a:pt x="2588371" y="59086"/>
                  <a:pt x="2589785" y="57820"/>
                  <a:pt x="2590887" y="56236"/>
                </a:cubicBezTo>
                <a:cubicBezTo>
                  <a:pt x="2591990" y="54652"/>
                  <a:pt x="2592798" y="52812"/>
                  <a:pt x="2593310" y="50715"/>
                </a:cubicBezTo>
                <a:cubicBezTo>
                  <a:pt x="2593823" y="48618"/>
                  <a:pt x="2594079" y="46405"/>
                  <a:pt x="2594079" y="44076"/>
                </a:cubicBezTo>
                <a:close/>
                <a:moveTo>
                  <a:pt x="2693185" y="12859"/>
                </a:moveTo>
                <a:lnTo>
                  <a:pt x="2685078" y="12859"/>
                </a:lnTo>
                <a:lnTo>
                  <a:pt x="2670169" y="1584"/>
                </a:lnTo>
                <a:lnTo>
                  <a:pt x="2681910" y="1584"/>
                </a:lnTo>
                <a:lnTo>
                  <a:pt x="2693185" y="12859"/>
                </a:lnTo>
                <a:moveTo>
                  <a:pt x="2662062" y="20687"/>
                </a:moveTo>
                <a:lnTo>
                  <a:pt x="2662062" y="20687"/>
                </a:lnTo>
                <a:close/>
                <a:moveTo>
                  <a:pt x="2755713" y="86567"/>
                </a:moveTo>
                <a:lnTo>
                  <a:pt x="2752265" y="86567"/>
                </a:lnTo>
                <a:cubicBezTo>
                  <a:pt x="2746271" y="86567"/>
                  <a:pt x="2741813" y="85162"/>
                  <a:pt x="2738894" y="82351"/>
                </a:cubicBezTo>
                <a:cubicBezTo>
                  <a:pt x="2735974" y="79540"/>
                  <a:pt x="2734514" y="75277"/>
                  <a:pt x="2734514" y="69561"/>
                </a:cubicBezTo>
                <a:lnTo>
                  <a:pt x="2734514" y="53534"/>
                </a:lnTo>
                <a:cubicBezTo>
                  <a:pt x="2734514" y="52012"/>
                  <a:pt x="2734343" y="50653"/>
                  <a:pt x="2734001" y="49457"/>
                </a:cubicBezTo>
                <a:cubicBezTo>
                  <a:pt x="2733660" y="48261"/>
                  <a:pt x="2733062" y="47252"/>
                  <a:pt x="2732208" y="46429"/>
                </a:cubicBezTo>
                <a:cubicBezTo>
                  <a:pt x="2731353" y="45605"/>
                  <a:pt x="2730220" y="44976"/>
                  <a:pt x="2728806" y="44542"/>
                </a:cubicBezTo>
                <a:cubicBezTo>
                  <a:pt x="2727393" y="44107"/>
                  <a:pt x="2725615" y="43889"/>
                  <a:pt x="2723472" y="43889"/>
                </a:cubicBezTo>
                <a:lnTo>
                  <a:pt x="2721468" y="43889"/>
                </a:lnTo>
                <a:lnTo>
                  <a:pt x="2721468" y="37413"/>
                </a:lnTo>
                <a:lnTo>
                  <a:pt x="2723472" y="37413"/>
                </a:lnTo>
                <a:cubicBezTo>
                  <a:pt x="2725739" y="37413"/>
                  <a:pt x="2727587" y="37227"/>
                  <a:pt x="2729016" y="36854"/>
                </a:cubicBezTo>
                <a:cubicBezTo>
                  <a:pt x="2730445" y="36481"/>
                  <a:pt x="2731563" y="35914"/>
                  <a:pt x="2732371" y="35153"/>
                </a:cubicBezTo>
                <a:cubicBezTo>
                  <a:pt x="2733178" y="34392"/>
                  <a:pt x="2733737" y="33422"/>
                  <a:pt x="2734048" y="32241"/>
                </a:cubicBezTo>
                <a:cubicBezTo>
                  <a:pt x="2734359" y="31061"/>
                  <a:pt x="2734514" y="29663"/>
                  <a:pt x="2734514" y="28048"/>
                </a:cubicBezTo>
                <a:lnTo>
                  <a:pt x="2734514" y="17006"/>
                </a:lnTo>
                <a:cubicBezTo>
                  <a:pt x="2734514" y="14397"/>
                  <a:pt x="2734825" y="12044"/>
                  <a:pt x="2735446" y="9947"/>
                </a:cubicBezTo>
                <a:cubicBezTo>
                  <a:pt x="2736067" y="7851"/>
                  <a:pt x="2737084" y="6065"/>
                  <a:pt x="2738497" y="4589"/>
                </a:cubicBezTo>
                <a:cubicBezTo>
                  <a:pt x="2739911" y="3114"/>
                  <a:pt x="2741743" y="1980"/>
                  <a:pt x="2743995" y="1188"/>
                </a:cubicBezTo>
                <a:cubicBezTo>
                  <a:pt x="2746247" y="396"/>
                  <a:pt x="2749004" y="0"/>
                  <a:pt x="2752265" y="0"/>
                </a:cubicBezTo>
                <a:lnTo>
                  <a:pt x="2755713" y="0"/>
                </a:lnTo>
                <a:lnTo>
                  <a:pt x="2755713" y="6523"/>
                </a:lnTo>
                <a:lnTo>
                  <a:pt x="2752964" y="6523"/>
                </a:lnTo>
                <a:cubicBezTo>
                  <a:pt x="2745758" y="6523"/>
                  <a:pt x="2742155" y="10017"/>
                  <a:pt x="2742155" y="17006"/>
                </a:cubicBezTo>
                <a:lnTo>
                  <a:pt x="2742155" y="27862"/>
                </a:lnTo>
                <a:cubicBezTo>
                  <a:pt x="2742155" y="35441"/>
                  <a:pt x="2738878" y="39712"/>
                  <a:pt x="2732324" y="40674"/>
                </a:cubicBezTo>
                <a:cubicBezTo>
                  <a:pt x="2738940" y="41327"/>
                  <a:pt x="2742248" y="45582"/>
                  <a:pt x="2742248" y="53441"/>
                </a:cubicBezTo>
                <a:lnTo>
                  <a:pt x="2742248" y="69375"/>
                </a:lnTo>
                <a:cubicBezTo>
                  <a:pt x="2742248" y="76488"/>
                  <a:pt x="2745820" y="80044"/>
                  <a:pt x="2752964" y="80044"/>
                </a:cubicBezTo>
                <a:lnTo>
                  <a:pt x="2755713" y="80044"/>
                </a:lnTo>
                <a:lnTo>
                  <a:pt x="2755713" y="86567"/>
                </a:lnTo>
                <a:close/>
                <a:moveTo>
                  <a:pt x="2823824" y="20687"/>
                </a:moveTo>
                <a:lnTo>
                  <a:pt x="2833049" y="20687"/>
                </a:lnTo>
                <a:lnTo>
                  <a:pt x="2844511" y="51623"/>
                </a:lnTo>
                <a:lnTo>
                  <a:pt x="2846980" y="59171"/>
                </a:lnTo>
                <a:lnTo>
                  <a:pt x="2849543" y="51437"/>
                </a:lnTo>
                <a:lnTo>
                  <a:pt x="2860911" y="20687"/>
                </a:lnTo>
                <a:lnTo>
                  <a:pt x="2869810" y="20687"/>
                </a:lnTo>
                <a:lnTo>
                  <a:pt x="2851453" y="67465"/>
                </a:lnTo>
                <a:lnTo>
                  <a:pt x="2842134" y="67465"/>
                </a:lnTo>
                <a:lnTo>
                  <a:pt x="2823824" y="20687"/>
                </a:lnTo>
                <a:close/>
                <a:moveTo>
                  <a:pt x="2919572" y="67465"/>
                </a:moveTo>
                <a:lnTo>
                  <a:pt x="2879456" y="67465"/>
                </a:lnTo>
                <a:lnTo>
                  <a:pt x="2879456" y="60196"/>
                </a:lnTo>
                <a:lnTo>
                  <a:pt x="2895204" y="44526"/>
                </a:lnTo>
                <a:cubicBezTo>
                  <a:pt x="2897782" y="41976"/>
                  <a:pt x="2899879" y="39768"/>
                  <a:pt x="2901494" y="37904"/>
                </a:cubicBezTo>
                <a:cubicBezTo>
                  <a:pt x="2903109" y="36038"/>
                  <a:pt x="2904367" y="34336"/>
                  <a:pt x="2905268" y="32798"/>
                </a:cubicBezTo>
                <a:cubicBezTo>
                  <a:pt x="2906169" y="31258"/>
                  <a:pt x="2906775" y="29805"/>
                  <a:pt x="2907085" y="28437"/>
                </a:cubicBezTo>
                <a:cubicBezTo>
                  <a:pt x="2907396" y="27069"/>
                  <a:pt x="2907551" y="25593"/>
                  <a:pt x="2907551" y="24008"/>
                </a:cubicBezTo>
                <a:cubicBezTo>
                  <a:pt x="2907551" y="22515"/>
                  <a:pt x="2907349" y="21092"/>
                  <a:pt x="2906945" y="19740"/>
                </a:cubicBezTo>
                <a:cubicBezTo>
                  <a:pt x="2906542" y="18387"/>
                  <a:pt x="2905920" y="17198"/>
                  <a:pt x="2905082" y="16172"/>
                </a:cubicBezTo>
                <a:cubicBezTo>
                  <a:pt x="2904243" y="15145"/>
                  <a:pt x="2903156" y="14336"/>
                  <a:pt x="2901820" y="13746"/>
                </a:cubicBezTo>
                <a:cubicBezTo>
                  <a:pt x="2900485" y="13155"/>
                  <a:pt x="2898885" y="12859"/>
                  <a:pt x="2897021" y="12859"/>
                </a:cubicBezTo>
                <a:cubicBezTo>
                  <a:pt x="2894443" y="12859"/>
                  <a:pt x="2892098" y="13438"/>
                  <a:pt x="2889986" y="14596"/>
                </a:cubicBezTo>
                <a:cubicBezTo>
                  <a:pt x="2887874" y="15754"/>
                  <a:pt x="2885933" y="17256"/>
                  <a:pt x="2884162" y="19103"/>
                </a:cubicBezTo>
                <a:lnTo>
                  <a:pt x="2879689" y="13726"/>
                </a:lnTo>
                <a:cubicBezTo>
                  <a:pt x="2881988" y="11294"/>
                  <a:pt x="2884636" y="9346"/>
                  <a:pt x="2887633" y="7881"/>
                </a:cubicBezTo>
                <a:cubicBezTo>
                  <a:pt x="2890631" y="6417"/>
                  <a:pt x="2894117" y="5684"/>
                  <a:pt x="2898093" y="5684"/>
                </a:cubicBezTo>
                <a:cubicBezTo>
                  <a:pt x="2900795" y="5684"/>
                  <a:pt x="2903257" y="6088"/>
                  <a:pt x="2905478" y="6897"/>
                </a:cubicBezTo>
                <a:cubicBezTo>
                  <a:pt x="2907699" y="7705"/>
                  <a:pt x="2909617" y="8870"/>
                  <a:pt x="2911232" y="10394"/>
                </a:cubicBezTo>
                <a:cubicBezTo>
                  <a:pt x="2912847" y="11917"/>
                  <a:pt x="2914097" y="13782"/>
                  <a:pt x="2914982" y="15990"/>
                </a:cubicBezTo>
                <a:cubicBezTo>
                  <a:pt x="2915868" y="18197"/>
                  <a:pt x="2916310" y="20684"/>
                  <a:pt x="2916310" y="23452"/>
                </a:cubicBezTo>
                <a:cubicBezTo>
                  <a:pt x="2916310" y="25783"/>
                  <a:pt x="2916000" y="27944"/>
                  <a:pt x="2915378" y="29934"/>
                </a:cubicBezTo>
                <a:cubicBezTo>
                  <a:pt x="2914757" y="31923"/>
                  <a:pt x="2913818" y="33904"/>
                  <a:pt x="2912560" y="35878"/>
                </a:cubicBezTo>
                <a:cubicBezTo>
                  <a:pt x="2911302" y="37853"/>
                  <a:pt x="2909718" y="39897"/>
                  <a:pt x="2907807" y="42011"/>
                </a:cubicBezTo>
                <a:cubicBezTo>
                  <a:pt x="2905897" y="44124"/>
                  <a:pt x="2903637" y="46440"/>
                  <a:pt x="2901028" y="48959"/>
                </a:cubicBezTo>
                <a:lnTo>
                  <a:pt x="2889986" y="59730"/>
                </a:lnTo>
                <a:lnTo>
                  <a:pt x="2919572" y="59730"/>
                </a:lnTo>
                <a:lnTo>
                  <a:pt x="2919572" y="67465"/>
                </a:lnTo>
                <a:close/>
                <a:moveTo>
                  <a:pt x="2950697" y="19848"/>
                </a:moveTo>
                <a:cubicBezTo>
                  <a:pt x="2951660" y="19848"/>
                  <a:pt x="2952576" y="20042"/>
                  <a:pt x="2953446" y="20430"/>
                </a:cubicBezTo>
                <a:cubicBezTo>
                  <a:pt x="2954316" y="20819"/>
                  <a:pt x="2955077" y="21339"/>
                  <a:pt x="2955729" y="21991"/>
                </a:cubicBezTo>
                <a:cubicBezTo>
                  <a:pt x="2956381" y="22644"/>
                  <a:pt x="2956901" y="23405"/>
                  <a:pt x="2957290" y="24274"/>
                </a:cubicBezTo>
                <a:cubicBezTo>
                  <a:pt x="2957678" y="25144"/>
                  <a:pt x="2957872" y="26060"/>
                  <a:pt x="2957872" y="27023"/>
                </a:cubicBezTo>
                <a:cubicBezTo>
                  <a:pt x="2957872" y="28017"/>
                  <a:pt x="2957678" y="28941"/>
                  <a:pt x="2957290" y="29795"/>
                </a:cubicBezTo>
                <a:cubicBezTo>
                  <a:pt x="2956901" y="30650"/>
                  <a:pt x="2956381" y="31403"/>
                  <a:pt x="2955729" y="32055"/>
                </a:cubicBezTo>
                <a:cubicBezTo>
                  <a:pt x="2955077" y="32707"/>
                  <a:pt x="2954316" y="33220"/>
                  <a:pt x="2953446" y="33593"/>
                </a:cubicBezTo>
                <a:cubicBezTo>
                  <a:pt x="2952576" y="33965"/>
                  <a:pt x="2951660" y="34152"/>
                  <a:pt x="2950697" y="34152"/>
                </a:cubicBezTo>
                <a:cubicBezTo>
                  <a:pt x="2949703" y="34152"/>
                  <a:pt x="2948779" y="33965"/>
                  <a:pt x="2947925" y="33593"/>
                </a:cubicBezTo>
                <a:cubicBezTo>
                  <a:pt x="2947071" y="33220"/>
                  <a:pt x="2946317" y="32707"/>
                  <a:pt x="2945665" y="32055"/>
                </a:cubicBezTo>
                <a:cubicBezTo>
                  <a:pt x="2945013" y="31403"/>
                  <a:pt x="2944500" y="30650"/>
                  <a:pt x="2944128" y="29795"/>
                </a:cubicBezTo>
                <a:cubicBezTo>
                  <a:pt x="2943755" y="28941"/>
                  <a:pt x="2943568" y="28017"/>
                  <a:pt x="2943568" y="27023"/>
                </a:cubicBezTo>
                <a:cubicBezTo>
                  <a:pt x="2943568" y="26060"/>
                  <a:pt x="2943755" y="25144"/>
                  <a:pt x="2944128" y="24274"/>
                </a:cubicBezTo>
                <a:cubicBezTo>
                  <a:pt x="2944500" y="23405"/>
                  <a:pt x="2945013" y="22644"/>
                  <a:pt x="2945665" y="21991"/>
                </a:cubicBezTo>
                <a:cubicBezTo>
                  <a:pt x="2946317" y="21339"/>
                  <a:pt x="2947071" y="20819"/>
                  <a:pt x="2947925" y="20430"/>
                </a:cubicBezTo>
                <a:cubicBezTo>
                  <a:pt x="2948779" y="20042"/>
                  <a:pt x="2949703" y="19848"/>
                  <a:pt x="2950697" y="19848"/>
                </a:cubicBezTo>
                <a:moveTo>
                  <a:pt x="2950697" y="54000"/>
                </a:moveTo>
                <a:cubicBezTo>
                  <a:pt x="2951660" y="54000"/>
                  <a:pt x="2952576" y="54194"/>
                  <a:pt x="2953446" y="54582"/>
                </a:cubicBezTo>
                <a:cubicBezTo>
                  <a:pt x="2954316" y="54970"/>
                  <a:pt x="2955077" y="55491"/>
                  <a:pt x="2955729" y="56143"/>
                </a:cubicBezTo>
                <a:cubicBezTo>
                  <a:pt x="2956381" y="56795"/>
                  <a:pt x="2956901" y="57556"/>
                  <a:pt x="2957290" y="58426"/>
                </a:cubicBezTo>
                <a:cubicBezTo>
                  <a:pt x="2957678" y="59296"/>
                  <a:pt x="2957872" y="60212"/>
                  <a:pt x="2957872" y="61175"/>
                </a:cubicBezTo>
                <a:cubicBezTo>
                  <a:pt x="2957872" y="62169"/>
                  <a:pt x="2957678" y="63093"/>
                  <a:pt x="2957290" y="63947"/>
                </a:cubicBezTo>
                <a:cubicBezTo>
                  <a:pt x="2956901" y="64801"/>
                  <a:pt x="2956381" y="65554"/>
                  <a:pt x="2955729" y="66207"/>
                </a:cubicBezTo>
                <a:cubicBezTo>
                  <a:pt x="2955077" y="66859"/>
                  <a:pt x="2954316" y="67371"/>
                  <a:pt x="2953446" y="67744"/>
                </a:cubicBezTo>
                <a:cubicBezTo>
                  <a:pt x="2952576" y="68117"/>
                  <a:pt x="2951660" y="68303"/>
                  <a:pt x="2950697" y="68303"/>
                </a:cubicBezTo>
                <a:cubicBezTo>
                  <a:pt x="2949703" y="68303"/>
                  <a:pt x="2948779" y="68117"/>
                  <a:pt x="2947925" y="67744"/>
                </a:cubicBezTo>
                <a:cubicBezTo>
                  <a:pt x="2947071" y="67371"/>
                  <a:pt x="2946317" y="66859"/>
                  <a:pt x="2945665" y="66207"/>
                </a:cubicBezTo>
                <a:cubicBezTo>
                  <a:pt x="2945013" y="65554"/>
                  <a:pt x="2944500" y="64801"/>
                  <a:pt x="2944128" y="63947"/>
                </a:cubicBezTo>
                <a:cubicBezTo>
                  <a:pt x="2943755" y="63093"/>
                  <a:pt x="2943568" y="62169"/>
                  <a:pt x="2943568" y="61175"/>
                </a:cubicBezTo>
                <a:cubicBezTo>
                  <a:pt x="2943568" y="60212"/>
                  <a:pt x="2943755" y="59296"/>
                  <a:pt x="2944128" y="58426"/>
                </a:cubicBezTo>
                <a:cubicBezTo>
                  <a:pt x="2944500" y="57556"/>
                  <a:pt x="2945013" y="56795"/>
                  <a:pt x="2945665" y="56143"/>
                </a:cubicBezTo>
                <a:cubicBezTo>
                  <a:pt x="2946317" y="55491"/>
                  <a:pt x="2947071" y="54970"/>
                  <a:pt x="2947925" y="54582"/>
                </a:cubicBezTo>
                <a:cubicBezTo>
                  <a:pt x="2948779" y="54194"/>
                  <a:pt x="2949703" y="54000"/>
                  <a:pt x="2950697" y="54000"/>
                </a:cubicBezTo>
                <a:close/>
                <a:moveTo>
                  <a:pt x="3076441" y="66766"/>
                </a:moveTo>
                <a:cubicBezTo>
                  <a:pt x="3074609" y="67248"/>
                  <a:pt x="3072714" y="67594"/>
                  <a:pt x="3070757" y="67802"/>
                </a:cubicBezTo>
                <a:cubicBezTo>
                  <a:pt x="3068800" y="68012"/>
                  <a:pt x="3066812" y="68117"/>
                  <a:pt x="3064793" y="68117"/>
                </a:cubicBezTo>
                <a:cubicBezTo>
                  <a:pt x="3058923" y="68117"/>
                  <a:pt x="3054543" y="66789"/>
                  <a:pt x="3051655" y="64133"/>
                </a:cubicBezTo>
                <a:cubicBezTo>
                  <a:pt x="3048766" y="61478"/>
                  <a:pt x="3047322" y="57401"/>
                  <a:pt x="3047322" y="51903"/>
                </a:cubicBezTo>
                <a:lnTo>
                  <a:pt x="3047322" y="27489"/>
                </a:lnTo>
                <a:lnTo>
                  <a:pt x="3034229" y="27489"/>
                </a:lnTo>
                <a:lnTo>
                  <a:pt x="3034229" y="20687"/>
                </a:lnTo>
                <a:lnTo>
                  <a:pt x="3047322" y="20687"/>
                </a:lnTo>
                <a:lnTo>
                  <a:pt x="3047322" y="7787"/>
                </a:lnTo>
                <a:lnTo>
                  <a:pt x="3055429" y="5684"/>
                </a:lnTo>
                <a:lnTo>
                  <a:pt x="3055429" y="20687"/>
                </a:lnTo>
                <a:lnTo>
                  <a:pt x="3076441" y="20687"/>
                </a:lnTo>
                <a:lnTo>
                  <a:pt x="3076441" y="27489"/>
                </a:lnTo>
                <a:lnTo>
                  <a:pt x="3055429" y="27489"/>
                </a:lnTo>
                <a:lnTo>
                  <a:pt x="3055429" y="51251"/>
                </a:lnTo>
                <a:cubicBezTo>
                  <a:pt x="3055429" y="54605"/>
                  <a:pt x="3056322" y="57114"/>
                  <a:pt x="3058108" y="58775"/>
                </a:cubicBezTo>
                <a:cubicBezTo>
                  <a:pt x="3059894" y="60437"/>
                  <a:pt x="3062526" y="61268"/>
                  <a:pt x="3066005" y="61268"/>
                </a:cubicBezTo>
                <a:cubicBezTo>
                  <a:pt x="3067496" y="61268"/>
                  <a:pt x="3069126" y="61148"/>
                  <a:pt x="3070897" y="60908"/>
                </a:cubicBezTo>
                <a:cubicBezTo>
                  <a:pt x="3072667" y="60668"/>
                  <a:pt x="3074516" y="60291"/>
                  <a:pt x="3076441" y="59777"/>
                </a:cubicBezTo>
                <a:lnTo>
                  <a:pt x="3076441" y="66766"/>
                </a:lnTo>
                <a:close/>
                <a:moveTo>
                  <a:pt x="3092517" y="20687"/>
                </a:moveTo>
                <a:lnTo>
                  <a:pt x="3099926" y="20687"/>
                </a:lnTo>
                <a:lnTo>
                  <a:pt x="3100158" y="29284"/>
                </a:lnTo>
                <a:cubicBezTo>
                  <a:pt x="3102923" y="25969"/>
                  <a:pt x="3105649" y="23567"/>
                  <a:pt x="3108335" y="22080"/>
                </a:cubicBezTo>
                <a:cubicBezTo>
                  <a:pt x="3111022" y="20592"/>
                  <a:pt x="3113732" y="19848"/>
                  <a:pt x="3116466" y="19848"/>
                </a:cubicBezTo>
                <a:cubicBezTo>
                  <a:pt x="3121311" y="19848"/>
                  <a:pt x="3124984" y="21413"/>
                  <a:pt x="3127484" y="24542"/>
                </a:cubicBezTo>
                <a:cubicBezTo>
                  <a:pt x="3129985" y="27672"/>
                  <a:pt x="3131142" y="32319"/>
                  <a:pt x="3130956" y="38485"/>
                </a:cubicBezTo>
                <a:lnTo>
                  <a:pt x="3122755" y="38485"/>
                </a:lnTo>
                <a:cubicBezTo>
                  <a:pt x="3122849" y="34401"/>
                  <a:pt x="3122251" y="31439"/>
                  <a:pt x="3120962" y="29599"/>
                </a:cubicBezTo>
                <a:cubicBezTo>
                  <a:pt x="3119673" y="27757"/>
                  <a:pt x="3117786" y="26837"/>
                  <a:pt x="3115301" y="26837"/>
                </a:cubicBezTo>
                <a:cubicBezTo>
                  <a:pt x="3114214" y="26837"/>
                  <a:pt x="3113119" y="27030"/>
                  <a:pt x="3112016" y="27418"/>
                </a:cubicBezTo>
                <a:cubicBezTo>
                  <a:pt x="3110913" y="27804"/>
                  <a:pt x="3109780" y="28422"/>
                  <a:pt x="3108615" y="29273"/>
                </a:cubicBezTo>
                <a:cubicBezTo>
                  <a:pt x="3107450" y="30123"/>
                  <a:pt x="3106215" y="31213"/>
                  <a:pt x="3104911" y="32544"/>
                </a:cubicBezTo>
                <a:cubicBezTo>
                  <a:pt x="3103606" y="33874"/>
                  <a:pt x="3102209" y="35482"/>
                  <a:pt x="3100718" y="37369"/>
                </a:cubicBezTo>
                <a:lnTo>
                  <a:pt x="3100718" y="67465"/>
                </a:lnTo>
                <a:lnTo>
                  <a:pt x="3092517" y="67465"/>
                </a:lnTo>
                <a:lnTo>
                  <a:pt x="3092517" y="20687"/>
                </a:lnTo>
                <a:close/>
                <a:moveTo>
                  <a:pt x="3180066" y="67465"/>
                </a:moveTo>
                <a:lnTo>
                  <a:pt x="3172797" y="67465"/>
                </a:lnTo>
                <a:lnTo>
                  <a:pt x="3172518" y="59917"/>
                </a:lnTo>
                <a:cubicBezTo>
                  <a:pt x="3171120" y="61532"/>
                  <a:pt x="3169792" y="62875"/>
                  <a:pt x="3168534" y="63947"/>
                </a:cubicBezTo>
                <a:cubicBezTo>
                  <a:pt x="3167276" y="65019"/>
                  <a:pt x="3166026" y="65881"/>
                  <a:pt x="3164784" y="66533"/>
                </a:cubicBezTo>
                <a:cubicBezTo>
                  <a:pt x="3163541" y="67185"/>
                  <a:pt x="3162291" y="67643"/>
                  <a:pt x="3161033" y="67907"/>
                </a:cubicBezTo>
                <a:cubicBezTo>
                  <a:pt x="3159775" y="68171"/>
                  <a:pt x="3158447" y="68303"/>
                  <a:pt x="3157049" y="68303"/>
                </a:cubicBezTo>
                <a:cubicBezTo>
                  <a:pt x="3152235" y="68303"/>
                  <a:pt x="3148601" y="66890"/>
                  <a:pt x="3146147" y="64063"/>
                </a:cubicBezTo>
                <a:cubicBezTo>
                  <a:pt x="3143693" y="61237"/>
                  <a:pt x="3142466" y="56966"/>
                  <a:pt x="3142466" y="51251"/>
                </a:cubicBezTo>
                <a:lnTo>
                  <a:pt x="3142466" y="20687"/>
                </a:lnTo>
                <a:lnTo>
                  <a:pt x="3150573" y="20687"/>
                </a:lnTo>
                <a:lnTo>
                  <a:pt x="3150573" y="50598"/>
                </a:lnTo>
                <a:cubicBezTo>
                  <a:pt x="3150573" y="57774"/>
                  <a:pt x="3153276" y="61361"/>
                  <a:pt x="3158680" y="61361"/>
                </a:cubicBezTo>
                <a:cubicBezTo>
                  <a:pt x="3159674" y="61361"/>
                  <a:pt x="3160645" y="61214"/>
                  <a:pt x="3161592" y="60919"/>
                </a:cubicBezTo>
                <a:cubicBezTo>
                  <a:pt x="3162539" y="60623"/>
                  <a:pt x="3163533" y="60111"/>
                  <a:pt x="3164574" y="59381"/>
                </a:cubicBezTo>
                <a:cubicBezTo>
                  <a:pt x="3165615" y="58651"/>
                  <a:pt x="3166733" y="57665"/>
                  <a:pt x="3167929" y="56422"/>
                </a:cubicBezTo>
                <a:cubicBezTo>
                  <a:pt x="3169124" y="55180"/>
                  <a:pt x="3170468" y="53611"/>
                  <a:pt x="3171959" y="51717"/>
                </a:cubicBezTo>
                <a:lnTo>
                  <a:pt x="3171959" y="20687"/>
                </a:lnTo>
                <a:lnTo>
                  <a:pt x="3180066" y="20687"/>
                </a:lnTo>
                <a:lnTo>
                  <a:pt x="3180066" y="67465"/>
                </a:lnTo>
                <a:close/>
                <a:moveTo>
                  <a:pt x="3233834" y="41606"/>
                </a:moveTo>
                <a:cubicBezTo>
                  <a:pt x="3233834" y="42756"/>
                  <a:pt x="3233819" y="43718"/>
                  <a:pt x="3233788" y="44495"/>
                </a:cubicBezTo>
                <a:cubicBezTo>
                  <a:pt x="3233757" y="45272"/>
                  <a:pt x="3233710" y="46001"/>
                  <a:pt x="3233648" y="46685"/>
                </a:cubicBezTo>
                <a:lnTo>
                  <a:pt x="3200801" y="46685"/>
                </a:lnTo>
                <a:cubicBezTo>
                  <a:pt x="3200801" y="51468"/>
                  <a:pt x="3202137" y="55141"/>
                  <a:pt x="3204808" y="57704"/>
                </a:cubicBezTo>
                <a:cubicBezTo>
                  <a:pt x="3207479" y="60266"/>
                  <a:pt x="3211331" y="61548"/>
                  <a:pt x="3216363" y="61548"/>
                </a:cubicBezTo>
                <a:cubicBezTo>
                  <a:pt x="3217729" y="61548"/>
                  <a:pt x="3219096" y="61492"/>
                  <a:pt x="3220463" y="61382"/>
                </a:cubicBezTo>
                <a:cubicBezTo>
                  <a:pt x="3221829" y="61270"/>
                  <a:pt x="3223149" y="61119"/>
                  <a:pt x="3224423" y="60929"/>
                </a:cubicBezTo>
                <a:cubicBezTo>
                  <a:pt x="3225696" y="60737"/>
                  <a:pt x="3226916" y="60523"/>
                  <a:pt x="3228080" y="60285"/>
                </a:cubicBezTo>
                <a:cubicBezTo>
                  <a:pt x="3229245" y="60046"/>
                  <a:pt x="3230325" y="59784"/>
                  <a:pt x="3231318" y="59497"/>
                </a:cubicBezTo>
                <a:lnTo>
                  <a:pt x="3231318" y="66160"/>
                </a:lnTo>
                <a:cubicBezTo>
                  <a:pt x="3229113" y="66795"/>
                  <a:pt x="3226620" y="67311"/>
                  <a:pt x="3223841" y="67708"/>
                </a:cubicBezTo>
                <a:cubicBezTo>
                  <a:pt x="3221061" y="68105"/>
                  <a:pt x="3218180" y="68303"/>
                  <a:pt x="3215198" y="68303"/>
                </a:cubicBezTo>
                <a:cubicBezTo>
                  <a:pt x="3211191" y="68303"/>
                  <a:pt x="3207743" y="67760"/>
                  <a:pt x="3204854" y="66673"/>
                </a:cubicBezTo>
                <a:cubicBezTo>
                  <a:pt x="3201966" y="65585"/>
                  <a:pt x="3199597" y="64009"/>
                  <a:pt x="3197749" y="61944"/>
                </a:cubicBezTo>
                <a:cubicBezTo>
                  <a:pt x="3195901" y="59878"/>
                  <a:pt x="3194534" y="57347"/>
                  <a:pt x="3193649" y="54349"/>
                </a:cubicBezTo>
                <a:cubicBezTo>
                  <a:pt x="3192764" y="51352"/>
                  <a:pt x="3192321" y="47958"/>
                  <a:pt x="3192321" y="44169"/>
                </a:cubicBezTo>
                <a:cubicBezTo>
                  <a:pt x="3192321" y="40876"/>
                  <a:pt x="3192795" y="37762"/>
                  <a:pt x="3193742" y="34827"/>
                </a:cubicBezTo>
                <a:cubicBezTo>
                  <a:pt x="3194690" y="31892"/>
                  <a:pt x="3196072" y="29314"/>
                  <a:pt x="3197889" y="27093"/>
                </a:cubicBezTo>
                <a:cubicBezTo>
                  <a:pt x="3199706" y="24872"/>
                  <a:pt x="3201935" y="23109"/>
                  <a:pt x="3204575" y="21805"/>
                </a:cubicBezTo>
                <a:cubicBezTo>
                  <a:pt x="3207215" y="20500"/>
                  <a:pt x="3210212" y="19848"/>
                  <a:pt x="3213567" y="19848"/>
                </a:cubicBezTo>
                <a:cubicBezTo>
                  <a:pt x="3216828" y="19848"/>
                  <a:pt x="3219717" y="20361"/>
                  <a:pt x="3222233" y="21386"/>
                </a:cubicBezTo>
                <a:cubicBezTo>
                  <a:pt x="3224749" y="22411"/>
                  <a:pt x="3226869" y="23863"/>
                  <a:pt x="3228593" y="25742"/>
                </a:cubicBezTo>
                <a:cubicBezTo>
                  <a:pt x="3230317" y="27621"/>
                  <a:pt x="3231621" y="29904"/>
                  <a:pt x="3232507" y="32591"/>
                </a:cubicBezTo>
                <a:cubicBezTo>
                  <a:pt x="3233392" y="35278"/>
                  <a:pt x="3233834" y="38283"/>
                  <a:pt x="3233834" y="41606"/>
                </a:cubicBezTo>
                <a:moveTo>
                  <a:pt x="3225401" y="40442"/>
                </a:moveTo>
                <a:cubicBezTo>
                  <a:pt x="3225495" y="38360"/>
                  <a:pt x="3225293" y="36458"/>
                  <a:pt x="3224796" y="34734"/>
                </a:cubicBezTo>
                <a:cubicBezTo>
                  <a:pt x="3224299" y="33010"/>
                  <a:pt x="3223530" y="31527"/>
                  <a:pt x="3222489" y="30285"/>
                </a:cubicBezTo>
                <a:cubicBezTo>
                  <a:pt x="3221449" y="29042"/>
                  <a:pt x="3220152" y="28071"/>
                  <a:pt x="3218599" y="27373"/>
                </a:cubicBezTo>
                <a:cubicBezTo>
                  <a:pt x="3217046" y="26674"/>
                  <a:pt x="3215244" y="26324"/>
                  <a:pt x="3213194" y="26324"/>
                </a:cubicBezTo>
                <a:cubicBezTo>
                  <a:pt x="3211424" y="26324"/>
                  <a:pt x="3209809" y="26666"/>
                  <a:pt x="3208349" y="27349"/>
                </a:cubicBezTo>
                <a:cubicBezTo>
                  <a:pt x="3206889" y="28033"/>
                  <a:pt x="3205631" y="28996"/>
                  <a:pt x="3204575" y="30238"/>
                </a:cubicBezTo>
                <a:cubicBezTo>
                  <a:pt x="3203519" y="31480"/>
                  <a:pt x="3202665" y="32971"/>
                  <a:pt x="3202012" y="34711"/>
                </a:cubicBezTo>
                <a:cubicBezTo>
                  <a:pt x="3201360" y="36450"/>
                  <a:pt x="3200956" y="38360"/>
                  <a:pt x="3200801" y="40442"/>
                </a:cubicBezTo>
                <a:lnTo>
                  <a:pt x="3225401" y="40442"/>
                </a:lnTo>
                <a:close/>
                <a:moveTo>
                  <a:pt x="3305405" y="0"/>
                </a:moveTo>
                <a:lnTo>
                  <a:pt x="3308853" y="0"/>
                </a:lnTo>
                <a:cubicBezTo>
                  <a:pt x="3314847" y="0"/>
                  <a:pt x="3319305" y="1406"/>
                  <a:pt x="3322224" y="4217"/>
                </a:cubicBezTo>
                <a:cubicBezTo>
                  <a:pt x="3325144" y="7028"/>
                  <a:pt x="3326604" y="11291"/>
                  <a:pt x="3326604" y="17006"/>
                </a:cubicBezTo>
                <a:lnTo>
                  <a:pt x="3326604" y="27769"/>
                </a:lnTo>
                <a:cubicBezTo>
                  <a:pt x="3326604" y="29291"/>
                  <a:pt x="3326775" y="30650"/>
                  <a:pt x="3327116" y="31845"/>
                </a:cubicBezTo>
                <a:cubicBezTo>
                  <a:pt x="3327458" y="33041"/>
                  <a:pt x="3328056" y="34051"/>
                  <a:pt x="3328910" y="34874"/>
                </a:cubicBezTo>
                <a:cubicBezTo>
                  <a:pt x="3329764" y="35697"/>
                  <a:pt x="3330906" y="36326"/>
                  <a:pt x="3332335" y="36761"/>
                </a:cubicBezTo>
                <a:cubicBezTo>
                  <a:pt x="3333764" y="37196"/>
                  <a:pt x="3335550" y="37413"/>
                  <a:pt x="3337693" y="37413"/>
                </a:cubicBezTo>
                <a:lnTo>
                  <a:pt x="3339696" y="37413"/>
                </a:lnTo>
                <a:lnTo>
                  <a:pt x="3339696" y="43889"/>
                </a:lnTo>
                <a:lnTo>
                  <a:pt x="3337693" y="43889"/>
                </a:lnTo>
                <a:cubicBezTo>
                  <a:pt x="3335425" y="43889"/>
                  <a:pt x="3333569" y="44076"/>
                  <a:pt x="3332125" y="44448"/>
                </a:cubicBezTo>
                <a:cubicBezTo>
                  <a:pt x="3330681" y="44821"/>
                  <a:pt x="3329555" y="45388"/>
                  <a:pt x="3328747" y="46149"/>
                </a:cubicBezTo>
                <a:cubicBezTo>
                  <a:pt x="3327940" y="46910"/>
                  <a:pt x="3327380" y="47881"/>
                  <a:pt x="3327070" y="49061"/>
                </a:cubicBezTo>
                <a:cubicBezTo>
                  <a:pt x="3326759" y="50241"/>
                  <a:pt x="3326604" y="51639"/>
                  <a:pt x="3326604" y="53254"/>
                </a:cubicBezTo>
                <a:lnTo>
                  <a:pt x="3326604" y="69561"/>
                </a:lnTo>
                <a:cubicBezTo>
                  <a:pt x="3326604" y="72170"/>
                  <a:pt x="3326293" y="74523"/>
                  <a:pt x="3325672" y="76620"/>
                </a:cubicBezTo>
                <a:cubicBezTo>
                  <a:pt x="3325051" y="78717"/>
                  <a:pt x="3324041" y="80503"/>
                  <a:pt x="3322644" y="81978"/>
                </a:cubicBezTo>
                <a:cubicBezTo>
                  <a:pt x="3321246" y="83453"/>
                  <a:pt x="3319413" y="84587"/>
                  <a:pt x="3317146" y="85379"/>
                </a:cubicBezTo>
                <a:cubicBezTo>
                  <a:pt x="3314878" y="86171"/>
                  <a:pt x="3312114" y="86567"/>
                  <a:pt x="3308853" y="86567"/>
                </a:cubicBezTo>
                <a:lnTo>
                  <a:pt x="3305405" y="86567"/>
                </a:lnTo>
                <a:lnTo>
                  <a:pt x="3305405" y="80044"/>
                </a:lnTo>
                <a:lnTo>
                  <a:pt x="3308200" y="80044"/>
                </a:lnTo>
                <a:cubicBezTo>
                  <a:pt x="3315375" y="80044"/>
                  <a:pt x="3318963" y="76550"/>
                  <a:pt x="3318963" y="69561"/>
                </a:cubicBezTo>
                <a:lnTo>
                  <a:pt x="3318963" y="53441"/>
                </a:lnTo>
                <a:cubicBezTo>
                  <a:pt x="3318963" y="45862"/>
                  <a:pt x="3322240" y="41606"/>
                  <a:pt x="3328794" y="40674"/>
                </a:cubicBezTo>
                <a:cubicBezTo>
                  <a:pt x="3322178" y="39960"/>
                  <a:pt x="3318870" y="35689"/>
                  <a:pt x="3318870" y="27862"/>
                </a:cubicBezTo>
                <a:lnTo>
                  <a:pt x="3318870" y="17192"/>
                </a:lnTo>
                <a:cubicBezTo>
                  <a:pt x="3318870" y="10079"/>
                  <a:pt x="3315313" y="6523"/>
                  <a:pt x="3308200" y="6523"/>
                </a:cubicBezTo>
                <a:lnTo>
                  <a:pt x="3305405" y="6523"/>
                </a:lnTo>
                <a:lnTo>
                  <a:pt x="3305405" y="0"/>
                </a:lnTo>
                <a:close/>
                <a:moveTo>
                  <a:pt x="3377717" y="12859"/>
                </a:moveTo>
                <a:lnTo>
                  <a:pt x="3369610" y="12859"/>
                </a:lnTo>
                <a:lnTo>
                  <a:pt x="3354701" y="1584"/>
                </a:lnTo>
                <a:lnTo>
                  <a:pt x="3366442" y="1584"/>
                </a:lnTo>
                <a:lnTo>
                  <a:pt x="3377717" y="12859"/>
                </a:lnTo>
                <a:moveTo>
                  <a:pt x="3346594" y="20687"/>
                </a:moveTo>
                <a:lnTo>
                  <a:pt x="3346594" y="20687"/>
                </a:lnTo>
                <a:close/>
                <a:moveTo>
                  <a:pt x="3476984" y="27396"/>
                </a:moveTo>
                <a:lnTo>
                  <a:pt x="3463146" y="27396"/>
                </a:lnTo>
                <a:lnTo>
                  <a:pt x="3463146" y="20687"/>
                </a:lnTo>
                <a:lnTo>
                  <a:pt x="3485184" y="20687"/>
                </a:lnTo>
                <a:lnTo>
                  <a:pt x="3485184" y="60709"/>
                </a:lnTo>
                <a:lnTo>
                  <a:pt x="3499115" y="60709"/>
                </a:lnTo>
                <a:lnTo>
                  <a:pt x="3499115" y="67465"/>
                </a:lnTo>
                <a:lnTo>
                  <a:pt x="3461609" y="67465"/>
                </a:lnTo>
                <a:lnTo>
                  <a:pt x="3461609" y="60709"/>
                </a:lnTo>
                <a:lnTo>
                  <a:pt x="3476984" y="60709"/>
                </a:lnTo>
                <a:lnTo>
                  <a:pt x="3476984" y="27396"/>
                </a:lnTo>
                <a:moveTo>
                  <a:pt x="3479826" y="1025"/>
                </a:moveTo>
                <a:cubicBezTo>
                  <a:pt x="3480727" y="1025"/>
                  <a:pt x="3481566" y="1188"/>
                  <a:pt x="3482342" y="1514"/>
                </a:cubicBezTo>
                <a:cubicBezTo>
                  <a:pt x="3483119" y="1840"/>
                  <a:pt x="3483794" y="2299"/>
                  <a:pt x="3484369" y="2889"/>
                </a:cubicBezTo>
                <a:cubicBezTo>
                  <a:pt x="3484944" y="3479"/>
                  <a:pt x="3485394" y="4154"/>
                  <a:pt x="3485720" y="4915"/>
                </a:cubicBezTo>
                <a:cubicBezTo>
                  <a:pt x="3486046" y="5676"/>
                  <a:pt x="3486209" y="6507"/>
                  <a:pt x="3486209" y="7408"/>
                </a:cubicBezTo>
                <a:cubicBezTo>
                  <a:pt x="3486209" y="8278"/>
                  <a:pt x="3486046" y="9101"/>
                  <a:pt x="3485720" y="9877"/>
                </a:cubicBezTo>
                <a:cubicBezTo>
                  <a:pt x="3485394" y="10654"/>
                  <a:pt x="3484944" y="11337"/>
                  <a:pt x="3484369" y="11927"/>
                </a:cubicBezTo>
                <a:cubicBezTo>
                  <a:pt x="3483794" y="12518"/>
                  <a:pt x="3483119" y="12976"/>
                  <a:pt x="3482342" y="13302"/>
                </a:cubicBezTo>
                <a:cubicBezTo>
                  <a:pt x="3481566" y="13628"/>
                  <a:pt x="3480727" y="13791"/>
                  <a:pt x="3479826" y="13791"/>
                </a:cubicBezTo>
                <a:cubicBezTo>
                  <a:pt x="3478925" y="13791"/>
                  <a:pt x="3478087" y="13628"/>
                  <a:pt x="3477310" y="13302"/>
                </a:cubicBezTo>
                <a:cubicBezTo>
                  <a:pt x="3476534" y="12976"/>
                  <a:pt x="3475858" y="12518"/>
                  <a:pt x="3475284" y="11927"/>
                </a:cubicBezTo>
                <a:cubicBezTo>
                  <a:pt x="3474709" y="11337"/>
                  <a:pt x="3474259" y="10654"/>
                  <a:pt x="3473932" y="9877"/>
                </a:cubicBezTo>
                <a:cubicBezTo>
                  <a:pt x="3473606" y="9101"/>
                  <a:pt x="3473443" y="8278"/>
                  <a:pt x="3473443" y="7408"/>
                </a:cubicBezTo>
                <a:cubicBezTo>
                  <a:pt x="3473443" y="6507"/>
                  <a:pt x="3473606" y="5676"/>
                  <a:pt x="3473932" y="4915"/>
                </a:cubicBezTo>
                <a:cubicBezTo>
                  <a:pt x="3474259" y="4154"/>
                  <a:pt x="3474709" y="3479"/>
                  <a:pt x="3475284" y="2889"/>
                </a:cubicBezTo>
                <a:cubicBezTo>
                  <a:pt x="3475858" y="2299"/>
                  <a:pt x="3476534" y="1840"/>
                  <a:pt x="3477310" y="1514"/>
                </a:cubicBezTo>
                <a:cubicBezTo>
                  <a:pt x="3478087" y="1188"/>
                  <a:pt x="3478925" y="1025"/>
                  <a:pt x="3479826" y="1025"/>
                </a:cubicBezTo>
                <a:close/>
                <a:moveTo>
                  <a:pt x="3512908" y="20687"/>
                </a:moveTo>
                <a:lnTo>
                  <a:pt x="3520130" y="20687"/>
                </a:lnTo>
                <a:lnTo>
                  <a:pt x="3520456" y="28235"/>
                </a:lnTo>
                <a:cubicBezTo>
                  <a:pt x="3521823" y="26619"/>
                  <a:pt x="3523143" y="25276"/>
                  <a:pt x="3524416" y="24204"/>
                </a:cubicBezTo>
                <a:cubicBezTo>
                  <a:pt x="3525690" y="23133"/>
                  <a:pt x="3526940" y="22271"/>
                  <a:pt x="3528167" y="21619"/>
                </a:cubicBezTo>
                <a:cubicBezTo>
                  <a:pt x="3529394" y="20966"/>
                  <a:pt x="3530644" y="20508"/>
                  <a:pt x="3531918" y="20244"/>
                </a:cubicBezTo>
                <a:cubicBezTo>
                  <a:pt x="3533191" y="19980"/>
                  <a:pt x="3534511" y="19848"/>
                  <a:pt x="3535878" y="19848"/>
                </a:cubicBezTo>
                <a:cubicBezTo>
                  <a:pt x="3540692" y="19848"/>
                  <a:pt x="3544334" y="21269"/>
                  <a:pt x="3546804" y="24111"/>
                </a:cubicBezTo>
                <a:cubicBezTo>
                  <a:pt x="3549273" y="26953"/>
                  <a:pt x="3550508" y="31232"/>
                  <a:pt x="3550508" y="36947"/>
                </a:cubicBezTo>
                <a:lnTo>
                  <a:pt x="3550508" y="67465"/>
                </a:lnTo>
                <a:lnTo>
                  <a:pt x="3542401" y="67465"/>
                </a:lnTo>
                <a:lnTo>
                  <a:pt x="3542401" y="37599"/>
                </a:lnTo>
                <a:cubicBezTo>
                  <a:pt x="3542401" y="33934"/>
                  <a:pt x="3541717" y="31224"/>
                  <a:pt x="3540351" y="29469"/>
                </a:cubicBezTo>
                <a:cubicBezTo>
                  <a:pt x="3538984" y="27714"/>
                  <a:pt x="3536950" y="26837"/>
                  <a:pt x="3534247" y="26837"/>
                </a:cubicBezTo>
                <a:cubicBezTo>
                  <a:pt x="3533253" y="26837"/>
                  <a:pt x="3532283" y="26984"/>
                  <a:pt x="3531335" y="27279"/>
                </a:cubicBezTo>
                <a:cubicBezTo>
                  <a:pt x="3530388" y="27574"/>
                  <a:pt x="3529402" y="28087"/>
                  <a:pt x="3528377" y="28817"/>
                </a:cubicBezTo>
                <a:cubicBezTo>
                  <a:pt x="3527352" y="29547"/>
                  <a:pt x="3526241" y="30533"/>
                  <a:pt x="3525045" y="31775"/>
                </a:cubicBezTo>
                <a:cubicBezTo>
                  <a:pt x="3523850" y="33018"/>
                  <a:pt x="3522506" y="34571"/>
                  <a:pt x="3521015" y="36435"/>
                </a:cubicBezTo>
                <a:lnTo>
                  <a:pt x="3521015" y="67465"/>
                </a:lnTo>
                <a:lnTo>
                  <a:pt x="3512908" y="67465"/>
                </a:lnTo>
                <a:lnTo>
                  <a:pt x="3512908" y="20687"/>
                </a:lnTo>
                <a:close/>
                <a:moveTo>
                  <a:pt x="3658467" y="66766"/>
                </a:moveTo>
                <a:cubicBezTo>
                  <a:pt x="3656634" y="67248"/>
                  <a:pt x="3654739" y="67594"/>
                  <a:pt x="3652782" y="67802"/>
                </a:cubicBezTo>
                <a:cubicBezTo>
                  <a:pt x="3650826" y="68012"/>
                  <a:pt x="3648838" y="68117"/>
                  <a:pt x="3646819" y="68117"/>
                </a:cubicBezTo>
                <a:cubicBezTo>
                  <a:pt x="3640948" y="68117"/>
                  <a:pt x="3636569" y="66789"/>
                  <a:pt x="3633680" y="64133"/>
                </a:cubicBezTo>
                <a:cubicBezTo>
                  <a:pt x="3630791" y="61478"/>
                  <a:pt x="3629347" y="57401"/>
                  <a:pt x="3629347" y="51903"/>
                </a:cubicBezTo>
                <a:lnTo>
                  <a:pt x="3629347" y="27489"/>
                </a:lnTo>
                <a:lnTo>
                  <a:pt x="3616255" y="27489"/>
                </a:lnTo>
                <a:lnTo>
                  <a:pt x="3616255" y="20687"/>
                </a:lnTo>
                <a:lnTo>
                  <a:pt x="3629347" y="20687"/>
                </a:lnTo>
                <a:lnTo>
                  <a:pt x="3629347" y="7787"/>
                </a:lnTo>
                <a:lnTo>
                  <a:pt x="3637454" y="5684"/>
                </a:lnTo>
                <a:lnTo>
                  <a:pt x="3637454" y="20687"/>
                </a:lnTo>
                <a:lnTo>
                  <a:pt x="3658467" y="20687"/>
                </a:lnTo>
                <a:lnTo>
                  <a:pt x="3658467" y="27489"/>
                </a:lnTo>
                <a:lnTo>
                  <a:pt x="3637454" y="27489"/>
                </a:lnTo>
                <a:lnTo>
                  <a:pt x="3637454" y="51251"/>
                </a:lnTo>
                <a:cubicBezTo>
                  <a:pt x="3637454" y="54605"/>
                  <a:pt x="3638347" y="57114"/>
                  <a:pt x="3640133" y="58775"/>
                </a:cubicBezTo>
                <a:cubicBezTo>
                  <a:pt x="3641919" y="60437"/>
                  <a:pt x="3644551" y="61268"/>
                  <a:pt x="3648030" y="61268"/>
                </a:cubicBezTo>
                <a:cubicBezTo>
                  <a:pt x="3649521" y="61268"/>
                  <a:pt x="3651152" y="61148"/>
                  <a:pt x="3652922" y="60908"/>
                </a:cubicBezTo>
                <a:cubicBezTo>
                  <a:pt x="3654693" y="60668"/>
                  <a:pt x="3656541" y="60291"/>
                  <a:pt x="3658467" y="59777"/>
                </a:cubicBezTo>
                <a:lnTo>
                  <a:pt x="3658467" y="66766"/>
                </a:lnTo>
                <a:close/>
                <a:moveTo>
                  <a:pt x="3710232" y="67465"/>
                </a:moveTo>
                <a:lnTo>
                  <a:pt x="3702125" y="67465"/>
                </a:lnTo>
                <a:lnTo>
                  <a:pt x="3702125" y="37599"/>
                </a:lnTo>
                <a:cubicBezTo>
                  <a:pt x="3702125" y="33996"/>
                  <a:pt x="3701449" y="31302"/>
                  <a:pt x="3700098" y="29516"/>
                </a:cubicBezTo>
                <a:cubicBezTo>
                  <a:pt x="3698747" y="27730"/>
                  <a:pt x="3696814" y="26837"/>
                  <a:pt x="3694298" y="26837"/>
                </a:cubicBezTo>
                <a:cubicBezTo>
                  <a:pt x="3693210" y="26837"/>
                  <a:pt x="3692193" y="26984"/>
                  <a:pt x="3691246" y="27279"/>
                </a:cubicBezTo>
                <a:cubicBezTo>
                  <a:pt x="3690299" y="27574"/>
                  <a:pt x="3689312" y="28087"/>
                  <a:pt x="3688287" y="28817"/>
                </a:cubicBezTo>
                <a:cubicBezTo>
                  <a:pt x="3687262" y="29547"/>
                  <a:pt x="3686144" y="30533"/>
                  <a:pt x="3684933" y="31775"/>
                </a:cubicBezTo>
                <a:cubicBezTo>
                  <a:pt x="3683721" y="33018"/>
                  <a:pt x="3682324" y="34571"/>
                  <a:pt x="3680739" y="36435"/>
                </a:cubicBezTo>
                <a:lnTo>
                  <a:pt x="3680739" y="67465"/>
                </a:lnTo>
                <a:lnTo>
                  <a:pt x="3672633" y="67465"/>
                </a:lnTo>
                <a:lnTo>
                  <a:pt x="3672633" y="1584"/>
                </a:lnTo>
                <a:lnTo>
                  <a:pt x="3680739" y="1584"/>
                </a:lnTo>
                <a:lnTo>
                  <a:pt x="3680739" y="20674"/>
                </a:lnTo>
                <a:lnTo>
                  <a:pt x="3680460" y="28048"/>
                </a:lnTo>
                <a:cubicBezTo>
                  <a:pt x="3681733" y="26526"/>
                  <a:pt x="3682984" y="25245"/>
                  <a:pt x="3684211" y="24204"/>
                </a:cubicBezTo>
                <a:cubicBezTo>
                  <a:pt x="3685437" y="23164"/>
                  <a:pt x="3686664" y="22317"/>
                  <a:pt x="3687891" y="21665"/>
                </a:cubicBezTo>
                <a:cubicBezTo>
                  <a:pt x="3689118" y="21013"/>
                  <a:pt x="3690368" y="20547"/>
                  <a:pt x="3691642" y="20267"/>
                </a:cubicBezTo>
                <a:cubicBezTo>
                  <a:pt x="3692915" y="19988"/>
                  <a:pt x="3694236" y="19848"/>
                  <a:pt x="3695602" y="19848"/>
                </a:cubicBezTo>
                <a:cubicBezTo>
                  <a:pt x="3700261" y="19848"/>
                  <a:pt x="3703864" y="21269"/>
                  <a:pt x="3706411" y="24111"/>
                </a:cubicBezTo>
                <a:cubicBezTo>
                  <a:pt x="3708958" y="26953"/>
                  <a:pt x="3710232" y="31232"/>
                  <a:pt x="3710232" y="36947"/>
                </a:cubicBezTo>
                <a:lnTo>
                  <a:pt x="3710232" y="67465"/>
                </a:lnTo>
                <a:close/>
                <a:moveTo>
                  <a:pt x="3764000" y="41606"/>
                </a:moveTo>
                <a:cubicBezTo>
                  <a:pt x="3764000" y="42756"/>
                  <a:pt x="3763985" y="43718"/>
                  <a:pt x="3763954" y="44495"/>
                </a:cubicBezTo>
                <a:cubicBezTo>
                  <a:pt x="3763923" y="45272"/>
                  <a:pt x="3763876" y="46001"/>
                  <a:pt x="3763814" y="46685"/>
                </a:cubicBezTo>
                <a:lnTo>
                  <a:pt x="3730967" y="46685"/>
                </a:lnTo>
                <a:cubicBezTo>
                  <a:pt x="3730967" y="51468"/>
                  <a:pt x="3732303" y="55141"/>
                  <a:pt x="3734974" y="57704"/>
                </a:cubicBezTo>
                <a:cubicBezTo>
                  <a:pt x="3737645" y="60266"/>
                  <a:pt x="3741497" y="61548"/>
                  <a:pt x="3746529" y="61548"/>
                </a:cubicBezTo>
                <a:cubicBezTo>
                  <a:pt x="3747895" y="61548"/>
                  <a:pt x="3749262" y="61492"/>
                  <a:pt x="3750629" y="61382"/>
                </a:cubicBezTo>
                <a:cubicBezTo>
                  <a:pt x="3751995" y="61270"/>
                  <a:pt x="3753315" y="61119"/>
                  <a:pt x="3754589" y="60929"/>
                </a:cubicBezTo>
                <a:cubicBezTo>
                  <a:pt x="3755862" y="60737"/>
                  <a:pt x="3757082" y="60523"/>
                  <a:pt x="3758246" y="60285"/>
                </a:cubicBezTo>
                <a:cubicBezTo>
                  <a:pt x="3759411" y="60046"/>
                  <a:pt x="3760491" y="59784"/>
                  <a:pt x="3761484" y="59497"/>
                </a:cubicBezTo>
                <a:lnTo>
                  <a:pt x="3761484" y="66160"/>
                </a:lnTo>
                <a:cubicBezTo>
                  <a:pt x="3759279" y="66795"/>
                  <a:pt x="3756786" y="67311"/>
                  <a:pt x="3754007" y="67708"/>
                </a:cubicBezTo>
                <a:cubicBezTo>
                  <a:pt x="3751227" y="68105"/>
                  <a:pt x="3748346" y="68303"/>
                  <a:pt x="3745364" y="68303"/>
                </a:cubicBezTo>
                <a:cubicBezTo>
                  <a:pt x="3741357" y="68303"/>
                  <a:pt x="3737909" y="67760"/>
                  <a:pt x="3735020" y="66673"/>
                </a:cubicBezTo>
                <a:cubicBezTo>
                  <a:pt x="3732132" y="65585"/>
                  <a:pt x="3729763" y="64009"/>
                  <a:pt x="3727915" y="61944"/>
                </a:cubicBezTo>
                <a:cubicBezTo>
                  <a:pt x="3726067" y="59878"/>
                  <a:pt x="3724700" y="57347"/>
                  <a:pt x="3723815" y="54349"/>
                </a:cubicBezTo>
                <a:cubicBezTo>
                  <a:pt x="3722930" y="51352"/>
                  <a:pt x="3722487" y="47958"/>
                  <a:pt x="3722487" y="44169"/>
                </a:cubicBezTo>
                <a:cubicBezTo>
                  <a:pt x="3722487" y="40876"/>
                  <a:pt x="3722961" y="37762"/>
                  <a:pt x="3723908" y="34827"/>
                </a:cubicBezTo>
                <a:cubicBezTo>
                  <a:pt x="3724856" y="31892"/>
                  <a:pt x="3726238" y="29314"/>
                  <a:pt x="3728055" y="27093"/>
                </a:cubicBezTo>
                <a:cubicBezTo>
                  <a:pt x="3729872" y="24872"/>
                  <a:pt x="3732101" y="23109"/>
                  <a:pt x="3734741" y="21805"/>
                </a:cubicBezTo>
                <a:cubicBezTo>
                  <a:pt x="3737381" y="20500"/>
                  <a:pt x="3740378" y="19848"/>
                  <a:pt x="3743733" y="19848"/>
                </a:cubicBezTo>
                <a:cubicBezTo>
                  <a:pt x="3746994" y="19848"/>
                  <a:pt x="3749883" y="20361"/>
                  <a:pt x="3752399" y="21386"/>
                </a:cubicBezTo>
                <a:cubicBezTo>
                  <a:pt x="3754915" y="22411"/>
                  <a:pt x="3757035" y="23863"/>
                  <a:pt x="3758759" y="25742"/>
                </a:cubicBezTo>
                <a:cubicBezTo>
                  <a:pt x="3760483" y="27621"/>
                  <a:pt x="3761787" y="29904"/>
                  <a:pt x="3762673" y="32591"/>
                </a:cubicBezTo>
                <a:cubicBezTo>
                  <a:pt x="3763558" y="35278"/>
                  <a:pt x="3764000" y="38283"/>
                  <a:pt x="3764000" y="41606"/>
                </a:cubicBezTo>
                <a:moveTo>
                  <a:pt x="3755567" y="40442"/>
                </a:moveTo>
                <a:cubicBezTo>
                  <a:pt x="3755661" y="38360"/>
                  <a:pt x="3755459" y="36458"/>
                  <a:pt x="3754962" y="34734"/>
                </a:cubicBezTo>
                <a:cubicBezTo>
                  <a:pt x="3754465" y="33010"/>
                  <a:pt x="3753696" y="31527"/>
                  <a:pt x="3752655" y="30285"/>
                </a:cubicBezTo>
                <a:cubicBezTo>
                  <a:pt x="3751615" y="29042"/>
                  <a:pt x="3750318" y="28071"/>
                  <a:pt x="3748765" y="27373"/>
                </a:cubicBezTo>
                <a:cubicBezTo>
                  <a:pt x="3747212" y="26674"/>
                  <a:pt x="3745410" y="26324"/>
                  <a:pt x="3743360" y="26324"/>
                </a:cubicBezTo>
                <a:cubicBezTo>
                  <a:pt x="3741590" y="26324"/>
                  <a:pt x="3739975" y="26666"/>
                  <a:pt x="3738515" y="27349"/>
                </a:cubicBezTo>
                <a:cubicBezTo>
                  <a:pt x="3737055" y="28033"/>
                  <a:pt x="3735797" y="28996"/>
                  <a:pt x="3734741" y="30238"/>
                </a:cubicBezTo>
                <a:cubicBezTo>
                  <a:pt x="3733685" y="31480"/>
                  <a:pt x="3732831" y="32971"/>
                  <a:pt x="3732178" y="34711"/>
                </a:cubicBezTo>
                <a:cubicBezTo>
                  <a:pt x="3731526" y="36450"/>
                  <a:pt x="3731122" y="38360"/>
                  <a:pt x="3730967" y="40442"/>
                </a:cubicBezTo>
                <a:lnTo>
                  <a:pt x="3755567" y="40442"/>
                </a:lnTo>
                <a:close/>
                <a:moveTo>
                  <a:pt x="3854988" y="12859"/>
                </a:moveTo>
                <a:lnTo>
                  <a:pt x="3846881" y="12859"/>
                </a:lnTo>
                <a:lnTo>
                  <a:pt x="3831972" y="1584"/>
                </a:lnTo>
                <a:lnTo>
                  <a:pt x="3843713" y="1584"/>
                </a:lnTo>
                <a:lnTo>
                  <a:pt x="3854988" y="12859"/>
                </a:lnTo>
                <a:moveTo>
                  <a:pt x="3823865" y="20687"/>
                </a:moveTo>
                <a:lnTo>
                  <a:pt x="3823865" y="20687"/>
                </a:lnTo>
                <a:close/>
                <a:moveTo>
                  <a:pt x="3922082" y="65182"/>
                </a:moveTo>
                <a:cubicBezTo>
                  <a:pt x="3917205" y="67201"/>
                  <a:pt x="3912096" y="68210"/>
                  <a:pt x="3906753" y="68210"/>
                </a:cubicBezTo>
                <a:cubicBezTo>
                  <a:pt x="3898149" y="68210"/>
                  <a:pt x="3891541" y="65638"/>
                  <a:pt x="3886929" y="60493"/>
                </a:cubicBezTo>
                <a:cubicBezTo>
                  <a:pt x="3882316" y="55349"/>
                  <a:pt x="3880010" y="47741"/>
                  <a:pt x="3880010" y="37669"/>
                </a:cubicBezTo>
                <a:cubicBezTo>
                  <a:pt x="3880010" y="32790"/>
                  <a:pt x="3880647" y="28376"/>
                  <a:pt x="3881920" y="24429"/>
                </a:cubicBezTo>
                <a:cubicBezTo>
                  <a:pt x="3883194" y="20481"/>
                  <a:pt x="3885011" y="17132"/>
                  <a:pt x="3887371" y="14381"/>
                </a:cubicBezTo>
                <a:cubicBezTo>
                  <a:pt x="3889732" y="11629"/>
                  <a:pt x="3892589" y="9507"/>
                  <a:pt x="3895944" y="8015"/>
                </a:cubicBezTo>
                <a:cubicBezTo>
                  <a:pt x="3899299" y="6523"/>
                  <a:pt x="3903057" y="5777"/>
                  <a:pt x="3907219" y="5777"/>
                </a:cubicBezTo>
                <a:cubicBezTo>
                  <a:pt x="3910046" y="5777"/>
                  <a:pt x="3912670" y="6018"/>
                  <a:pt x="3915093" y="6500"/>
                </a:cubicBezTo>
                <a:cubicBezTo>
                  <a:pt x="3917516" y="6981"/>
                  <a:pt x="3919846" y="7719"/>
                  <a:pt x="3922082" y="8713"/>
                </a:cubicBezTo>
                <a:lnTo>
                  <a:pt x="3922082" y="16866"/>
                </a:lnTo>
                <a:cubicBezTo>
                  <a:pt x="3919877" y="15655"/>
                  <a:pt x="3917594" y="14731"/>
                  <a:pt x="3915233" y="14094"/>
                </a:cubicBezTo>
                <a:cubicBezTo>
                  <a:pt x="3912872" y="13457"/>
                  <a:pt x="3910294" y="13139"/>
                  <a:pt x="3907499" y="13139"/>
                </a:cubicBezTo>
                <a:cubicBezTo>
                  <a:pt x="3904641" y="13139"/>
                  <a:pt x="3902055" y="13675"/>
                  <a:pt x="3899741" y="14748"/>
                </a:cubicBezTo>
                <a:cubicBezTo>
                  <a:pt x="3897427" y="15820"/>
                  <a:pt x="3895463" y="17375"/>
                  <a:pt x="3893847" y="19411"/>
                </a:cubicBezTo>
                <a:cubicBezTo>
                  <a:pt x="3892232" y="21448"/>
                  <a:pt x="3890990" y="23935"/>
                  <a:pt x="3890120" y="26873"/>
                </a:cubicBezTo>
                <a:cubicBezTo>
                  <a:pt x="3889250" y="29811"/>
                  <a:pt x="3888816" y="33162"/>
                  <a:pt x="3888816" y="36924"/>
                </a:cubicBezTo>
                <a:cubicBezTo>
                  <a:pt x="3888816" y="44821"/>
                  <a:pt x="3890415" y="50775"/>
                  <a:pt x="3893615" y="54786"/>
                </a:cubicBezTo>
                <a:cubicBezTo>
                  <a:pt x="3896814" y="58797"/>
                  <a:pt x="3901504" y="60802"/>
                  <a:pt x="3907685" y="60802"/>
                </a:cubicBezTo>
                <a:cubicBezTo>
                  <a:pt x="3910294" y="60802"/>
                  <a:pt x="3912795" y="60499"/>
                  <a:pt x="3915186" y="59894"/>
                </a:cubicBezTo>
                <a:cubicBezTo>
                  <a:pt x="3917578" y="59288"/>
                  <a:pt x="3919877" y="58441"/>
                  <a:pt x="3922082" y="57354"/>
                </a:cubicBezTo>
                <a:lnTo>
                  <a:pt x="3922082" y="65182"/>
                </a:lnTo>
                <a:close/>
                <a:moveTo>
                  <a:pt x="3965088" y="67465"/>
                </a:moveTo>
                <a:lnTo>
                  <a:pt x="3964902" y="61162"/>
                </a:lnTo>
                <a:cubicBezTo>
                  <a:pt x="3962355" y="63682"/>
                  <a:pt x="3959769" y="65503"/>
                  <a:pt x="3957144" y="66623"/>
                </a:cubicBezTo>
                <a:cubicBezTo>
                  <a:pt x="3954520" y="67743"/>
                  <a:pt x="3951763" y="68303"/>
                  <a:pt x="3948874" y="68303"/>
                </a:cubicBezTo>
                <a:cubicBezTo>
                  <a:pt x="3946203" y="68303"/>
                  <a:pt x="3943920" y="67961"/>
                  <a:pt x="3942025" y="67277"/>
                </a:cubicBezTo>
                <a:cubicBezTo>
                  <a:pt x="3940130" y="66593"/>
                  <a:pt x="3938570" y="65651"/>
                  <a:pt x="3937343" y="64454"/>
                </a:cubicBezTo>
                <a:cubicBezTo>
                  <a:pt x="3936116" y="63256"/>
                  <a:pt x="3935215" y="61848"/>
                  <a:pt x="3934640" y="60230"/>
                </a:cubicBezTo>
                <a:cubicBezTo>
                  <a:pt x="3934066" y="58612"/>
                  <a:pt x="3933778" y="56854"/>
                  <a:pt x="3933778" y="54956"/>
                </a:cubicBezTo>
                <a:cubicBezTo>
                  <a:pt x="3933778" y="50258"/>
                  <a:pt x="3935526" y="46579"/>
                  <a:pt x="3939020" y="43920"/>
                </a:cubicBezTo>
                <a:cubicBezTo>
                  <a:pt x="3942514" y="41259"/>
                  <a:pt x="3947678" y="39929"/>
                  <a:pt x="3954512" y="39929"/>
                </a:cubicBezTo>
                <a:lnTo>
                  <a:pt x="3964203" y="39929"/>
                </a:lnTo>
                <a:lnTo>
                  <a:pt x="3964203" y="35844"/>
                </a:lnTo>
                <a:cubicBezTo>
                  <a:pt x="3964203" y="33089"/>
                  <a:pt x="3963318" y="30883"/>
                  <a:pt x="3961547" y="29227"/>
                </a:cubicBezTo>
                <a:cubicBezTo>
                  <a:pt x="3959777" y="27572"/>
                  <a:pt x="3957074" y="26744"/>
                  <a:pt x="3953440" y="26744"/>
                </a:cubicBezTo>
                <a:cubicBezTo>
                  <a:pt x="3950800" y="26744"/>
                  <a:pt x="3948199" y="27043"/>
                  <a:pt x="3945636" y="27642"/>
                </a:cubicBezTo>
                <a:cubicBezTo>
                  <a:pt x="3943074" y="28240"/>
                  <a:pt x="3940426" y="29090"/>
                  <a:pt x="3937692" y="30191"/>
                </a:cubicBezTo>
                <a:lnTo>
                  <a:pt x="3937692" y="22876"/>
                </a:lnTo>
                <a:cubicBezTo>
                  <a:pt x="3938717" y="22498"/>
                  <a:pt x="3939859" y="22127"/>
                  <a:pt x="3941117" y="21764"/>
                </a:cubicBezTo>
                <a:cubicBezTo>
                  <a:pt x="3942375" y="21401"/>
                  <a:pt x="3943703" y="21078"/>
                  <a:pt x="3945100" y="20794"/>
                </a:cubicBezTo>
                <a:cubicBezTo>
                  <a:pt x="3946498" y="20510"/>
                  <a:pt x="3947958" y="20281"/>
                  <a:pt x="3949480" y="20109"/>
                </a:cubicBezTo>
                <a:cubicBezTo>
                  <a:pt x="3951002" y="19935"/>
                  <a:pt x="3952539" y="19848"/>
                  <a:pt x="3954092" y="19848"/>
                </a:cubicBezTo>
                <a:cubicBezTo>
                  <a:pt x="3956919" y="19848"/>
                  <a:pt x="3959466" y="20159"/>
                  <a:pt x="3961733" y="20780"/>
                </a:cubicBezTo>
                <a:cubicBezTo>
                  <a:pt x="3964001" y="21401"/>
                  <a:pt x="3965919" y="22348"/>
                  <a:pt x="3967488" y="23622"/>
                </a:cubicBezTo>
                <a:cubicBezTo>
                  <a:pt x="3969056" y="24895"/>
                  <a:pt x="3970260" y="26495"/>
                  <a:pt x="3971098" y="28421"/>
                </a:cubicBezTo>
                <a:cubicBezTo>
                  <a:pt x="3971937" y="30347"/>
                  <a:pt x="3972356" y="32614"/>
                  <a:pt x="3972356" y="35223"/>
                </a:cubicBezTo>
                <a:lnTo>
                  <a:pt x="3972356" y="67465"/>
                </a:lnTo>
                <a:lnTo>
                  <a:pt x="3965088" y="67465"/>
                </a:lnTo>
                <a:moveTo>
                  <a:pt x="3964203" y="46126"/>
                </a:moveTo>
                <a:lnTo>
                  <a:pt x="3953906" y="46126"/>
                </a:lnTo>
                <a:cubicBezTo>
                  <a:pt x="3951887" y="46126"/>
                  <a:pt x="3950148" y="46329"/>
                  <a:pt x="3948688" y="46734"/>
                </a:cubicBezTo>
                <a:cubicBezTo>
                  <a:pt x="3947228" y="47139"/>
                  <a:pt x="3946032" y="47715"/>
                  <a:pt x="3945100" y="48463"/>
                </a:cubicBezTo>
                <a:cubicBezTo>
                  <a:pt x="3944168" y="49210"/>
                  <a:pt x="3943477" y="50106"/>
                  <a:pt x="3943027" y="51150"/>
                </a:cubicBezTo>
                <a:cubicBezTo>
                  <a:pt x="3942577" y="52194"/>
                  <a:pt x="3942351" y="53370"/>
                  <a:pt x="3942351" y="54678"/>
                </a:cubicBezTo>
                <a:cubicBezTo>
                  <a:pt x="3942351" y="55582"/>
                  <a:pt x="3942491" y="56447"/>
                  <a:pt x="3942771" y="57273"/>
                </a:cubicBezTo>
                <a:cubicBezTo>
                  <a:pt x="3943050" y="58098"/>
                  <a:pt x="3943501" y="58830"/>
                  <a:pt x="3944122" y="59468"/>
                </a:cubicBezTo>
                <a:cubicBezTo>
                  <a:pt x="3944743" y="60107"/>
                  <a:pt x="3945551" y="60613"/>
                  <a:pt x="3946545" y="60987"/>
                </a:cubicBezTo>
                <a:cubicBezTo>
                  <a:pt x="3947539" y="61361"/>
                  <a:pt x="3948750" y="61548"/>
                  <a:pt x="3950179" y="61548"/>
                </a:cubicBezTo>
                <a:cubicBezTo>
                  <a:pt x="3952042" y="61548"/>
                  <a:pt x="3954178" y="60979"/>
                  <a:pt x="3956585" y="59843"/>
                </a:cubicBezTo>
                <a:cubicBezTo>
                  <a:pt x="3958992" y="58705"/>
                  <a:pt x="3961532" y="56905"/>
                  <a:pt x="3964203" y="54444"/>
                </a:cubicBezTo>
                <a:lnTo>
                  <a:pt x="3964203" y="46126"/>
                </a:lnTo>
                <a:close/>
                <a:moveTo>
                  <a:pt x="4023935" y="54699"/>
                </a:moveTo>
                <a:cubicBezTo>
                  <a:pt x="4023935" y="56345"/>
                  <a:pt x="4023656" y="57820"/>
                  <a:pt x="4023097" y="59125"/>
                </a:cubicBezTo>
                <a:cubicBezTo>
                  <a:pt x="4022538" y="60429"/>
                  <a:pt x="4021777" y="61586"/>
                  <a:pt x="4020814" y="62596"/>
                </a:cubicBezTo>
                <a:cubicBezTo>
                  <a:pt x="4019851" y="63605"/>
                  <a:pt x="4018733" y="64467"/>
                  <a:pt x="4017459" y="65182"/>
                </a:cubicBezTo>
                <a:cubicBezTo>
                  <a:pt x="4016186" y="65896"/>
                  <a:pt x="4014827" y="66486"/>
                  <a:pt x="4013382" y="66952"/>
                </a:cubicBezTo>
                <a:cubicBezTo>
                  <a:pt x="4011938" y="67418"/>
                  <a:pt x="4010455" y="67760"/>
                  <a:pt x="4008933" y="67977"/>
                </a:cubicBezTo>
                <a:cubicBezTo>
                  <a:pt x="4007411" y="68195"/>
                  <a:pt x="4005920" y="68303"/>
                  <a:pt x="4004460" y="68303"/>
                </a:cubicBezTo>
                <a:cubicBezTo>
                  <a:pt x="4001292" y="68303"/>
                  <a:pt x="3998380" y="68164"/>
                  <a:pt x="3995724" y="67884"/>
                </a:cubicBezTo>
                <a:cubicBezTo>
                  <a:pt x="3993068" y="67604"/>
                  <a:pt x="3990467" y="67154"/>
                  <a:pt x="3987920" y="66533"/>
                </a:cubicBezTo>
                <a:lnTo>
                  <a:pt x="3987920" y="59078"/>
                </a:lnTo>
                <a:cubicBezTo>
                  <a:pt x="3990653" y="59855"/>
                  <a:pt x="3993371" y="60445"/>
                  <a:pt x="3996073" y="60849"/>
                </a:cubicBezTo>
                <a:cubicBezTo>
                  <a:pt x="3998776" y="61252"/>
                  <a:pt x="4001463" y="61454"/>
                  <a:pt x="4004134" y="61454"/>
                </a:cubicBezTo>
                <a:cubicBezTo>
                  <a:pt x="4008016" y="61454"/>
                  <a:pt x="4010890" y="60926"/>
                  <a:pt x="4012753" y="59870"/>
                </a:cubicBezTo>
                <a:cubicBezTo>
                  <a:pt x="4014617" y="58814"/>
                  <a:pt x="4015549" y="57308"/>
                  <a:pt x="4015549" y="55351"/>
                </a:cubicBezTo>
                <a:cubicBezTo>
                  <a:pt x="4015549" y="54512"/>
                  <a:pt x="4015401" y="53759"/>
                  <a:pt x="4015106" y="53091"/>
                </a:cubicBezTo>
                <a:cubicBezTo>
                  <a:pt x="4014811" y="52423"/>
                  <a:pt x="4014275" y="51787"/>
                  <a:pt x="4013499" y="51181"/>
                </a:cubicBezTo>
                <a:cubicBezTo>
                  <a:pt x="4012722" y="50575"/>
                  <a:pt x="4011519" y="49946"/>
                  <a:pt x="4009888" y="49294"/>
                </a:cubicBezTo>
                <a:cubicBezTo>
                  <a:pt x="4008257" y="48642"/>
                  <a:pt x="4006029" y="47896"/>
                  <a:pt x="4003202" y="47058"/>
                </a:cubicBezTo>
                <a:cubicBezTo>
                  <a:pt x="4001090" y="46436"/>
                  <a:pt x="3999141" y="45730"/>
                  <a:pt x="3997355" y="44938"/>
                </a:cubicBezTo>
                <a:cubicBezTo>
                  <a:pt x="3995569" y="44146"/>
                  <a:pt x="3994023" y="43206"/>
                  <a:pt x="3992719" y="42119"/>
                </a:cubicBezTo>
                <a:cubicBezTo>
                  <a:pt x="3991414" y="41032"/>
                  <a:pt x="3990389" y="39758"/>
                  <a:pt x="3989644" y="38298"/>
                </a:cubicBezTo>
                <a:cubicBezTo>
                  <a:pt x="3988898" y="36838"/>
                  <a:pt x="3988526" y="35115"/>
                  <a:pt x="3988526" y="33127"/>
                </a:cubicBezTo>
                <a:cubicBezTo>
                  <a:pt x="3988526" y="31822"/>
                  <a:pt x="3988829" y="30393"/>
                  <a:pt x="3989434" y="28840"/>
                </a:cubicBezTo>
                <a:cubicBezTo>
                  <a:pt x="3990040" y="27287"/>
                  <a:pt x="3991073" y="25843"/>
                  <a:pt x="3992533" y="24507"/>
                </a:cubicBezTo>
                <a:cubicBezTo>
                  <a:pt x="3993992" y="23172"/>
                  <a:pt x="3995965" y="22061"/>
                  <a:pt x="3998450" y="21176"/>
                </a:cubicBezTo>
                <a:cubicBezTo>
                  <a:pt x="4000935" y="20291"/>
                  <a:pt x="4004041" y="19848"/>
                  <a:pt x="4007768" y="19848"/>
                </a:cubicBezTo>
                <a:cubicBezTo>
                  <a:pt x="4009601" y="19848"/>
                  <a:pt x="4011635" y="19949"/>
                  <a:pt x="4013871" y="20151"/>
                </a:cubicBezTo>
                <a:cubicBezTo>
                  <a:pt x="4016108" y="20353"/>
                  <a:pt x="4018437" y="20702"/>
                  <a:pt x="4020860" y="21199"/>
                </a:cubicBezTo>
                <a:lnTo>
                  <a:pt x="4020860" y="28421"/>
                </a:lnTo>
                <a:cubicBezTo>
                  <a:pt x="4018313" y="27800"/>
                  <a:pt x="4015898" y="27342"/>
                  <a:pt x="4013615" y="27046"/>
                </a:cubicBezTo>
                <a:cubicBezTo>
                  <a:pt x="4011332" y="26751"/>
                  <a:pt x="4009352" y="26604"/>
                  <a:pt x="4007675" y="26604"/>
                </a:cubicBezTo>
                <a:cubicBezTo>
                  <a:pt x="4005656" y="26604"/>
                  <a:pt x="4003955" y="26759"/>
                  <a:pt x="4002573" y="27070"/>
                </a:cubicBezTo>
                <a:cubicBezTo>
                  <a:pt x="4001191" y="27380"/>
                  <a:pt x="4000073" y="27807"/>
                  <a:pt x="3999218" y="28351"/>
                </a:cubicBezTo>
                <a:cubicBezTo>
                  <a:pt x="3998364" y="28895"/>
                  <a:pt x="3997751" y="29531"/>
                  <a:pt x="3997378" y="30261"/>
                </a:cubicBezTo>
                <a:cubicBezTo>
                  <a:pt x="3997005" y="30991"/>
                  <a:pt x="3996819" y="31775"/>
                  <a:pt x="3996819" y="32614"/>
                </a:cubicBezTo>
                <a:cubicBezTo>
                  <a:pt x="3996819" y="33453"/>
                  <a:pt x="3996982" y="34214"/>
                  <a:pt x="3997308" y="34897"/>
                </a:cubicBezTo>
                <a:cubicBezTo>
                  <a:pt x="3997634" y="35580"/>
                  <a:pt x="3998240" y="36241"/>
                  <a:pt x="3999125" y="36877"/>
                </a:cubicBezTo>
                <a:cubicBezTo>
                  <a:pt x="4000010" y="37514"/>
                  <a:pt x="4001245" y="38151"/>
                  <a:pt x="4002829" y="38788"/>
                </a:cubicBezTo>
                <a:cubicBezTo>
                  <a:pt x="4004413" y="39424"/>
                  <a:pt x="4006479" y="40115"/>
                  <a:pt x="4009026" y="40861"/>
                </a:cubicBezTo>
                <a:cubicBezTo>
                  <a:pt x="4011790" y="41668"/>
                  <a:pt x="4014120" y="42515"/>
                  <a:pt x="4016015" y="43400"/>
                </a:cubicBezTo>
                <a:cubicBezTo>
                  <a:pt x="4017909" y="44285"/>
                  <a:pt x="4019447" y="45272"/>
                  <a:pt x="4020627" y="46359"/>
                </a:cubicBezTo>
                <a:cubicBezTo>
                  <a:pt x="4021808" y="47446"/>
                  <a:pt x="4022654" y="48673"/>
                  <a:pt x="4023167" y="50039"/>
                </a:cubicBezTo>
                <a:cubicBezTo>
                  <a:pt x="4023679" y="51406"/>
                  <a:pt x="4023935" y="52959"/>
                  <a:pt x="4023935" y="54699"/>
                </a:cubicBezTo>
                <a:close/>
                <a:moveTo>
                  <a:pt x="4075095" y="65741"/>
                </a:moveTo>
                <a:cubicBezTo>
                  <a:pt x="4072983" y="66548"/>
                  <a:pt x="4070816" y="67146"/>
                  <a:pt x="4068595" y="67535"/>
                </a:cubicBezTo>
                <a:cubicBezTo>
                  <a:pt x="4066374" y="67923"/>
                  <a:pt x="4064084" y="68117"/>
                  <a:pt x="4061723" y="68117"/>
                </a:cubicBezTo>
                <a:cubicBezTo>
                  <a:pt x="4054331" y="68117"/>
                  <a:pt x="4048639" y="66113"/>
                  <a:pt x="4044647" y="62107"/>
                </a:cubicBezTo>
                <a:cubicBezTo>
                  <a:pt x="4040656" y="58100"/>
                  <a:pt x="4038660" y="52245"/>
                  <a:pt x="4038660" y="44542"/>
                </a:cubicBezTo>
                <a:cubicBezTo>
                  <a:pt x="4038660" y="40845"/>
                  <a:pt x="4039235" y="37491"/>
                  <a:pt x="4040384" y="34478"/>
                </a:cubicBezTo>
                <a:cubicBezTo>
                  <a:pt x="4041533" y="31465"/>
                  <a:pt x="4043149" y="28887"/>
                  <a:pt x="4045230" y="26744"/>
                </a:cubicBezTo>
                <a:cubicBezTo>
                  <a:pt x="4047311" y="24600"/>
                  <a:pt x="4049796" y="22946"/>
                  <a:pt x="4052684" y="21782"/>
                </a:cubicBezTo>
                <a:cubicBezTo>
                  <a:pt x="4055573" y="20617"/>
                  <a:pt x="4058757" y="20034"/>
                  <a:pt x="4062236" y="20034"/>
                </a:cubicBezTo>
                <a:cubicBezTo>
                  <a:pt x="4064658" y="20034"/>
                  <a:pt x="4066926" y="20209"/>
                  <a:pt x="4069038" y="20559"/>
                </a:cubicBezTo>
                <a:cubicBezTo>
                  <a:pt x="4071150" y="20907"/>
                  <a:pt x="4073169" y="21478"/>
                  <a:pt x="4075095" y="22271"/>
                </a:cubicBezTo>
                <a:lnTo>
                  <a:pt x="4075095" y="30005"/>
                </a:lnTo>
                <a:cubicBezTo>
                  <a:pt x="4073076" y="28932"/>
                  <a:pt x="4071018" y="28152"/>
                  <a:pt x="4068921" y="27664"/>
                </a:cubicBezTo>
                <a:cubicBezTo>
                  <a:pt x="4066825" y="27175"/>
                  <a:pt x="4064658" y="26930"/>
                  <a:pt x="4062422" y="26930"/>
                </a:cubicBezTo>
                <a:cubicBezTo>
                  <a:pt x="4060341" y="26930"/>
                  <a:pt x="4058376" y="27326"/>
                  <a:pt x="4056528" y="28118"/>
                </a:cubicBezTo>
                <a:cubicBezTo>
                  <a:pt x="4054680" y="28910"/>
                  <a:pt x="4053057" y="30052"/>
                  <a:pt x="4051659" y="31543"/>
                </a:cubicBezTo>
                <a:cubicBezTo>
                  <a:pt x="4050262" y="33033"/>
                  <a:pt x="4049159" y="34851"/>
                  <a:pt x="4048351" y="36994"/>
                </a:cubicBezTo>
                <a:cubicBezTo>
                  <a:pt x="4047544" y="39137"/>
                  <a:pt x="4047140" y="41560"/>
                  <a:pt x="4047140" y="44262"/>
                </a:cubicBezTo>
                <a:cubicBezTo>
                  <a:pt x="4047140" y="49915"/>
                  <a:pt x="4048514" y="54147"/>
                  <a:pt x="4051263" y="56958"/>
                </a:cubicBezTo>
                <a:cubicBezTo>
                  <a:pt x="4054012" y="59769"/>
                  <a:pt x="4057825" y="61175"/>
                  <a:pt x="4062702" y="61175"/>
                </a:cubicBezTo>
                <a:cubicBezTo>
                  <a:pt x="4064907" y="61175"/>
                  <a:pt x="4067042" y="60926"/>
                  <a:pt x="4069108" y="60429"/>
                </a:cubicBezTo>
                <a:cubicBezTo>
                  <a:pt x="4071173" y="59932"/>
                  <a:pt x="4073169" y="59187"/>
                  <a:pt x="4075095" y="58193"/>
                </a:cubicBezTo>
                <a:lnTo>
                  <a:pt x="4075095" y="65741"/>
                </a:lnTo>
                <a:close/>
                <a:moveTo>
                  <a:pt x="4120663" y="67465"/>
                </a:moveTo>
                <a:lnTo>
                  <a:pt x="4120477" y="61162"/>
                </a:lnTo>
                <a:cubicBezTo>
                  <a:pt x="4117930" y="63682"/>
                  <a:pt x="4115344" y="65503"/>
                  <a:pt x="4112720" y="66623"/>
                </a:cubicBezTo>
                <a:cubicBezTo>
                  <a:pt x="4110095" y="67743"/>
                  <a:pt x="4107338" y="68303"/>
                  <a:pt x="4104450" y="68303"/>
                </a:cubicBezTo>
                <a:cubicBezTo>
                  <a:pt x="4101778" y="68303"/>
                  <a:pt x="4099495" y="67961"/>
                  <a:pt x="4097601" y="67277"/>
                </a:cubicBezTo>
                <a:cubicBezTo>
                  <a:pt x="4095706" y="66593"/>
                  <a:pt x="4094145" y="65651"/>
                  <a:pt x="4092918" y="64454"/>
                </a:cubicBezTo>
                <a:cubicBezTo>
                  <a:pt x="4091691" y="63256"/>
                  <a:pt x="4090791" y="61848"/>
                  <a:pt x="4090216" y="60230"/>
                </a:cubicBezTo>
                <a:cubicBezTo>
                  <a:pt x="4089641" y="58612"/>
                  <a:pt x="4089354" y="56854"/>
                  <a:pt x="4089354" y="54956"/>
                </a:cubicBezTo>
                <a:cubicBezTo>
                  <a:pt x="4089354" y="50258"/>
                  <a:pt x="4091101" y="46579"/>
                  <a:pt x="4094595" y="43920"/>
                </a:cubicBezTo>
                <a:cubicBezTo>
                  <a:pt x="4098090" y="41259"/>
                  <a:pt x="4103254" y="39929"/>
                  <a:pt x="4110087" y="39929"/>
                </a:cubicBezTo>
                <a:lnTo>
                  <a:pt x="4119778" y="39929"/>
                </a:lnTo>
                <a:lnTo>
                  <a:pt x="4119778" y="35844"/>
                </a:lnTo>
                <a:cubicBezTo>
                  <a:pt x="4119778" y="33089"/>
                  <a:pt x="4118893" y="30883"/>
                  <a:pt x="4117123" y="29227"/>
                </a:cubicBezTo>
                <a:cubicBezTo>
                  <a:pt x="4115352" y="27572"/>
                  <a:pt x="4112650" y="26744"/>
                  <a:pt x="4109016" y="26744"/>
                </a:cubicBezTo>
                <a:cubicBezTo>
                  <a:pt x="4106375" y="26744"/>
                  <a:pt x="4103774" y="27043"/>
                  <a:pt x="4101212" y="27642"/>
                </a:cubicBezTo>
                <a:cubicBezTo>
                  <a:pt x="4098649" y="28240"/>
                  <a:pt x="4096001" y="29090"/>
                  <a:pt x="4093268" y="30191"/>
                </a:cubicBezTo>
                <a:lnTo>
                  <a:pt x="4093268" y="22876"/>
                </a:lnTo>
                <a:cubicBezTo>
                  <a:pt x="4094293" y="22498"/>
                  <a:pt x="4095434" y="22127"/>
                  <a:pt x="4096692" y="21764"/>
                </a:cubicBezTo>
                <a:cubicBezTo>
                  <a:pt x="4097950" y="21401"/>
                  <a:pt x="4099278" y="21078"/>
                  <a:pt x="4100676" y="20794"/>
                </a:cubicBezTo>
                <a:cubicBezTo>
                  <a:pt x="4102073" y="20510"/>
                  <a:pt x="4103533" y="20281"/>
                  <a:pt x="4105055" y="20109"/>
                </a:cubicBezTo>
                <a:cubicBezTo>
                  <a:pt x="4106577" y="19935"/>
                  <a:pt x="4108115" y="19848"/>
                  <a:pt x="4109668" y="19848"/>
                </a:cubicBezTo>
                <a:cubicBezTo>
                  <a:pt x="4112494" y="19848"/>
                  <a:pt x="4115041" y="20159"/>
                  <a:pt x="4117309" y="20780"/>
                </a:cubicBezTo>
                <a:cubicBezTo>
                  <a:pt x="4119576" y="21401"/>
                  <a:pt x="4121494" y="22348"/>
                  <a:pt x="4123063" y="23622"/>
                </a:cubicBezTo>
                <a:cubicBezTo>
                  <a:pt x="4124632" y="24895"/>
                  <a:pt x="4125835" y="26495"/>
                  <a:pt x="4126674" y="28421"/>
                </a:cubicBezTo>
                <a:cubicBezTo>
                  <a:pt x="4127512" y="30347"/>
                  <a:pt x="4127932" y="32614"/>
                  <a:pt x="4127932" y="35223"/>
                </a:cubicBezTo>
                <a:lnTo>
                  <a:pt x="4127932" y="67465"/>
                </a:lnTo>
                <a:lnTo>
                  <a:pt x="4120663" y="67465"/>
                </a:lnTo>
                <a:moveTo>
                  <a:pt x="4119778" y="46126"/>
                </a:moveTo>
                <a:lnTo>
                  <a:pt x="4109482" y="46126"/>
                </a:lnTo>
                <a:cubicBezTo>
                  <a:pt x="4107463" y="46126"/>
                  <a:pt x="4105723" y="46329"/>
                  <a:pt x="4104263" y="46734"/>
                </a:cubicBezTo>
                <a:cubicBezTo>
                  <a:pt x="4102803" y="47139"/>
                  <a:pt x="4101608" y="47715"/>
                  <a:pt x="4100676" y="48463"/>
                </a:cubicBezTo>
                <a:cubicBezTo>
                  <a:pt x="4099744" y="49210"/>
                  <a:pt x="4099053" y="50106"/>
                  <a:pt x="4098602" y="51150"/>
                </a:cubicBezTo>
                <a:cubicBezTo>
                  <a:pt x="4098152" y="52194"/>
                  <a:pt x="4097927" y="53370"/>
                  <a:pt x="4097927" y="54678"/>
                </a:cubicBezTo>
                <a:cubicBezTo>
                  <a:pt x="4097927" y="55582"/>
                  <a:pt x="4098067" y="56447"/>
                  <a:pt x="4098346" y="57273"/>
                </a:cubicBezTo>
                <a:cubicBezTo>
                  <a:pt x="4098626" y="58098"/>
                  <a:pt x="4099076" y="58830"/>
                  <a:pt x="4099697" y="59468"/>
                </a:cubicBezTo>
                <a:cubicBezTo>
                  <a:pt x="4100318" y="60107"/>
                  <a:pt x="4101126" y="60613"/>
                  <a:pt x="4102120" y="60987"/>
                </a:cubicBezTo>
                <a:cubicBezTo>
                  <a:pt x="4103114" y="61361"/>
                  <a:pt x="4104325" y="61548"/>
                  <a:pt x="4105754" y="61548"/>
                </a:cubicBezTo>
                <a:cubicBezTo>
                  <a:pt x="4107618" y="61548"/>
                  <a:pt x="4109753" y="60979"/>
                  <a:pt x="4112161" y="59843"/>
                </a:cubicBezTo>
                <a:cubicBezTo>
                  <a:pt x="4114568" y="58705"/>
                  <a:pt x="4117107" y="56905"/>
                  <a:pt x="4119778" y="54444"/>
                </a:cubicBezTo>
                <a:lnTo>
                  <a:pt x="4119778" y="46126"/>
                </a:lnTo>
                <a:close/>
                <a:moveTo>
                  <a:pt x="4140094" y="45054"/>
                </a:moveTo>
                <a:cubicBezTo>
                  <a:pt x="4140094" y="41078"/>
                  <a:pt x="4140638" y="37545"/>
                  <a:pt x="4141725" y="34454"/>
                </a:cubicBezTo>
                <a:cubicBezTo>
                  <a:pt x="4142812" y="31364"/>
                  <a:pt x="4144357" y="28755"/>
                  <a:pt x="4146361" y="26627"/>
                </a:cubicBezTo>
                <a:cubicBezTo>
                  <a:pt x="4148364" y="24499"/>
                  <a:pt x="4150771" y="22884"/>
                  <a:pt x="4153582" y="21782"/>
                </a:cubicBezTo>
                <a:cubicBezTo>
                  <a:pt x="4156394" y="20679"/>
                  <a:pt x="4159523" y="20128"/>
                  <a:pt x="4162971" y="20128"/>
                </a:cubicBezTo>
                <a:cubicBezTo>
                  <a:pt x="4164462" y="20128"/>
                  <a:pt x="4165929" y="20221"/>
                  <a:pt x="4167374" y="20407"/>
                </a:cubicBezTo>
                <a:cubicBezTo>
                  <a:pt x="4168818" y="20593"/>
                  <a:pt x="4170239" y="20889"/>
                  <a:pt x="4171637" y="21292"/>
                </a:cubicBezTo>
                <a:lnTo>
                  <a:pt x="4171637" y="1584"/>
                </a:lnTo>
                <a:lnTo>
                  <a:pt x="4179790" y="1584"/>
                </a:lnTo>
                <a:lnTo>
                  <a:pt x="4179790" y="67465"/>
                </a:lnTo>
                <a:lnTo>
                  <a:pt x="4172522" y="67465"/>
                </a:lnTo>
                <a:lnTo>
                  <a:pt x="4172242" y="58612"/>
                </a:lnTo>
                <a:cubicBezTo>
                  <a:pt x="4169975" y="61905"/>
                  <a:pt x="4167521" y="64343"/>
                  <a:pt x="4164881" y="65927"/>
                </a:cubicBezTo>
                <a:cubicBezTo>
                  <a:pt x="4162241" y="67511"/>
                  <a:pt x="4159383" y="68303"/>
                  <a:pt x="4156308" y="68303"/>
                </a:cubicBezTo>
                <a:cubicBezTo>
                  <a:pt x="4153637" y="68303"/>
                  <a:pt x="4151284" y="67744"/>
                  <a:pt x="4149249" y="66626"/>
                </a:cubicBezTo>
                <a:cubicBezTo>
                  <a:pt x="4147215" y="65508"/>
                  <a:pt x="4145522" y="63931"/>
                  <a:pt x="4144171" y="61897"/>
                </a:cubicBezTo>
                <a:cubicBezTo>
                  <a:pt x="4142820" y="59862"/>
                  <a:pt x="4141803" y="57416"/>
                  <a:pt x="4141119" y="54559"/>
                </a:cubicBezTo>
                <a:cubicBezTo>
                  <a:pt x="4140436" y="51701"/>
                  <a:pt x="4140094" y="48533"/>
                  <a:pt x="4140094" y="45054"/>
                </a:cubicBezTo>
                <a:moveTo>
                  <a:pt x="4148388" y="44542"/>
                </a:moveTo>
                <a:cubicBezTo>
                  <a:pt x="4148388" y="50195"/>
                  <a:pt x="4149218" y="54411"/>
                  <a:pt x="4150880" y="57191"/>
                </a:cubicBezTo>
                <a:cubicBezTo>
                  <a:pt x="4152542" y="59971"/>
                  <a:pt x="4154895" y="61361"/>
                  <a:pt x="4157939" y="61361"/>
                </a:cubicBezTo>
                <a:cubicBezTo>
                  <a:pt x="4159989" y="61361"/>
                  <a:pt x="4162155" y="60445"/>
                  <a:pt x="4164438" y="58612"/>
                </a:cubicBezTo>
                <a:cubicBezTo>
                  <a:pt x="4166721" y="56780"/>
                  <a:pt x="4169121" y="54062"/>
                  <a:pt x="4171637" y="50459"/>
                </a:cubicBezTo>
                <a:lnTo>
                  <a:pt x="4171637" y="28747"/>
                </a:lnTo>
                <a:cubicBezTo>
                  <a:pt x="4170301" y="28126"/>
                  <a:pt x="4168826" y="27652"/>
                  <a:pt x="4167211" y="27326"/>
                </a:cubicBezTo>
                <a:cubicBezTo>
                  <a:pt x="4165595" y="27000"/>
                  <a:pt x="4163996" y="26837"/>
                  <a:pt x="4162412" y="26837"/>
                </a:cubicBezTo>
                <a:cubicBezTo>
                  <a:pt x="4158001" y="26837"/>
                  <a:pt x="4154561" y="28266"/>
                  <a:pt x="4152092" y="31123"/>
                </a:cubicBezTo>
                <a:cubicBezTo>
                  <a:pt x="4149622" y="33981"/>
                  <a:pt x="4148388" y="38454"/>
                  <a:pt x="4148388" y="44542"/>
                </a:cubicBezTo>
                <a:close/>
                <a:moveTo>
                  <a:pt x="4233839" y="41606"/>
                </a:moveTo>
                <a:cubicBezTo>
                  <a:pt x="4233839" y="42756"/>
                  <a:pt x="4233823" y="43718"/>
                  <a:pt x="4233792" y="44495"/>
                </a:cubicBezTo>
                <a:cubicBezTo>
                  <a:pt x="4233761" y="45272"/>
                  <a:pt x="4233714" y="46001"/>
                  <a:pt x="4233652" y="46685"/>
                </a:cubicBezTo>
                <a:lnTo>
                  <a:pt x="4200805" y="46685"/>
                </a:lnTo>
                <a:cubicBezTo>
                  <a:pt x="4200805" y="51468"/>
                  <a:pt x="4202141" y="55141"/>
                  <a:pt x="4204812" y="57704"/>
                </a:cubicBezTo>
                <a:cubicBezTo>
                  <a:pt x="4207483" y="60266"/>
                  <a:pt x="4211335" y="61548"/>
                  <a:pt x="4216367" y="61548"/>
                </a:cubicBezTo>
                <a:cubicBezTo>
                  <a:pt x="4217733" y="61548"/>
                  <a:pt x="4219100" y="61492"/>
                  <a:pt x="4220467" y="61382"/>
                </a:cubicBezTo>
                <a:cubicBezTo>
                  <a:pt x="4221833" y="61270"/>
                  <a:pt x="4223154" y="61119"/>
                  <a:pt x="4224427" y="60929"/>
                </a:cubicBezTo>
                <a:cubicBezTo>
                  <a:pt x="4225701" y="60737"/>
                  <a:pt x="4226920" y="60523"/>
                  <a:pt x="4228084" y="60285"/>
                </a:cubicBezTo>
                <a:cubicBezTo>
                  <a:pt x="4229249" y="60046"/>
                  <a:pt x="4230329" y="59784"/>
                  <a:pt x="4231323" y="59497"/>
                </a:cubicBezTo>
                <a:lnTo>
                  <a:pt x="4231323" y="66160"/>
                </a:lnTo>
                <a:cubicBezTo>
                  <a:pt x="4229117" y="66795"/>
                  <a:pt x="4226625" y="67311"/>
                  <a:pt x="4223845" y="67708"/>
                </a:cubicBezTo>
                <a:cubicBezTo>
                  <a:pt x="4221065" y="68105"/>
                  <a:pt x="4218184" y="68303"/>
                  <a:pt x="4215202" y="68303"/>
                </a:cubicBezTo>
                <a:cubicBezTo>
                  <a:pt x="4211195" y="68303"/>
                  <a:pt x="4207747" y="67760"/>
                  <a:pt x="4204859" y="66673"/>
                </a:cubicBezTo>
                <a:cubicBezTo>
                  <a:pt x="4201970" y="65585"/>
                  <a:pt x="4199601" y="64009"/>
                  <a:pt x="4197753" y="61944"/>
                </a:cubicBezTo>
                <a:cubicBezTo>
                  <a:pt x="4195905" y="59878"/>
                  <a:pt x="4194539" y="57347"/>
                  <a:pt x="4193653" y="54349"/>
                </a:cubicBezTo>
                <a:cubicBezTo>
                  <a:pt x="4192768" y="51352"/>
                  <a:pt x="4192325" y="47958"/>
                  <a:pt x="4192325" y="44169"/>
                </a:cubicBezTo>
                <a:cubicBezTo>
                  <a:pt x="4192325" y="40876"/>
                  <a:pt x="4192799" y="37762"/>
                  <a:pt x="4193746" y="34827"/>
                </a:cubicBezTo>
                <a:cubicBezTo>
                  <a:pt x="4194694" y="31892"/>
                  <a:pt x="4196076" y="29314"/>
                  <a:pt x="4197893" y="27093"/>
                </a:cubicBezTo>
                <a:cubicBezTo>
                  <a:pt x="4199710" y="24872"/>
                  <a:pt x="4201939" y="23109"/>
                  <a:pt x="4204579" y="21805"/>
                </a:cubicBezTo>
                <a:cubicBezTo>
                  <a:pt x="4207219" y="20500"/>
                  <a:pt x="4210217" y="19848"/>
                  <a:pt x="4213571" y="19848"/>
                </a:cubicBezTo>
                <a:cubicBezTo>
                  <a:pt x="4216833" y="19848"/>
                  <a:pt x="4219721" y="20361"/>
                  <a:pt x="4222237" y="21386"/>
                </a:cubicBezTo>
                <a:cubicBezTo>
                  <a:pt x="4224753" y="22411"/>
                  <a:pt x="4226873" y="23863"/>
                  <a:pt x="4228597" y="25742"/>
                </a:cubicBezTo>
                <a:cubicBezTo>
                  <a:pt x="4230321" y="27621"/>
                  <a:pt x="4231625" y="29904"/>
                  <a:pt x="4232511" y="32591"/>
                </a:cubicBezTo>
                <a:cubicBezTo>
                  <a:pt x="4233396" y="35278"/>
                  <a:pt x="4233839" y="38283"/>
                  <a:pt x="4233839" y="41606"/>
                </a:cubicBezTo>
                <a:moveTo>
                  <a:pt x="4225405" y="40442"/>
                </a:moveTo>
                <a:cubicBezTo>
                  <a:pt x="4225499" y="38360"/>
                  <a:pt x="4225297" y="36458"/>
                  <a:pt x="4224800" y="34734"/>
                </a:cubicBezTo>
                <a:cubicBezTo>
                  <a:pt x="4224303" y="33010"/>
                  <a:pt x="4223534" y="31527"/>
                  <a:pt x="4222494" y="30285"/>
                </a:cubicBezTo>
                <a:cubicBezTo>
                  <a:pt x="4221453" y="29042"/>
                  <a:pt x="4220156" y="28071"/>
                  <a:pt x="4218603" y="27373"/>
                </a:cubicBezTo>
                <a:cubicBezTo>
                  <a:pt x="4217050" y="26674"/>
                  <a:pt x="4215249" y="26324"/>
                  <a:pt x="4213198" y="26324"/>
                </a:cubicBezTo>
                <a:cubicBezTo>
                  <a:pt x="4211428" y="26324"/>
                  <a:pt x="4209813" y="26666"/>
                  <a:pt x="4208353" y="27349"/>
                </a:cubicBezTo>
                <a:cubicBezTo>
                  <a:pt x="4206893" y="28033"/>
                  <a:pt x="4205635" y="28996"/>
                  <a:pt x="4204579" y="30238"/>
                </a:cubicBezTo>
                <a:cubicBezTo>
                  <a:pt x="4203523" y="31480"/>
                  <a:pt x="4202669" y="32971"/>
                  <a:pt x="4202016" y="34711"/>
                </a:cubicBezTo>
                <a:cubicBezTo>
                  <a:pt x="4201364" y="36450"/>
                  <a:pt x="4200960" y="38360"/>
                  <a:pt x="4200805" y="40442"/>
                </a:cubicBezTo>
                <a:lnTo>
                  <a:pt x="4225405" y="40442"/>
                </a:lnTo>
                <a:close/>
                <a:moveTo>
                  <a:pt x="4248098" y="20687"/>
                </a:moveTo>
                <a:lnTo>
                  <a:pt x="4255506" y="20687"/>
                </a:lnTo>
                <a:lnTo>
                  <a:pt x="4255739" y="29284"/>
                </a:lnTo>
                <a:cubicBezTo>
                  <a:pt x="4258503" y="25969"/>
                  <a:pt x="4261229" y="23567"/>
                  <a:pt x="4263915" y="22080"/>
                </a:cubicBezTo>
                <a:cubicBezTo>
                  <a:pt x="4266602" y="20592"/>
                  <a:pt x="4269312" y="19848"/>
                  <a:pt x="4272046" y="19848"/>
                </a:cubicBezTo>
                <a:cubicBezTo>
                  <a:pt x="4276891" y="19848"/>
                  <a:pt x="4280564" y="21413"/>
                  <a:pt x="4283065" y="24542"/>
                </a:cubicBezTo>
                <a:cubicBezTo>
                  <a:pt x="4285565" y="27672"/>
                  <a:pt x="4286722" y="32319"/>
                  <a:pt x="4286536" y="38485"/>
                </a:cubicBezTo>
                <a:lnTo>
                  <a:pt x="4278336" y="38485"/>
                </a:lnTo>
                <a:cubicBezTo>
                  <a:pt x="4278429" y="34401"/>
                  <a:pt x="4277831" y="31439"/>
                  <a:pt x="4276542" y="29599"/>
                </a:cubicBezTo>
                <a:cubicBezTo>
                  <a:pt x="4275253" y="27757"/>
                  <a:pt x="4273366" y="26837"/>
                  <a:pt x="4270881" y="26837"/>
                </a:cubicBezTo>
                <a:cubicBezTo>
                  <a:pt x="4269794" y="26837"/>
                  <a:pt x="4268699" y="27030"/>
                  <a:pt x="4267596" y="27418"/>
                </a:cubicBezTo>
                <a:cubicBezTo>
                  <a:pt x="4266494" y="27804"/>
                  <a:pt x="4265360" y="28422"/>
                  <a:pt x="4264195" y="29273"/>
                </a:cubicBezTo>
                <a:cubicBezTo>
                  <a:pt x="4263030" y="30123"/>
                  <a:pt x="4261796" y="31213"/>
                  <a:pt x="4260491" y="32544"/>
                </a:cubicBezTo>
                <a:cubicBezTo>
                  <a:pt x="4259186" y="33874"/>
                  <a:pt x="4257789" y="35482"/>
                  <a:pt x="4256298" y="37369"/>
                </a:cubicBezTo>
                <a:lnTo>
                  <a:pt x="4256298" y="67465"/>
                </a:lnTo>
                <a:lnTo>
                  <a:pt x="4248098" y="67465"/>
                </a:lnTo>
                <a:lnTo>
                  <a:pt x="4248098" y="20687"/>
                </a:lnTo>
                <a:close/>
                <a:moveTo>
                  <a:pt x="4337043" y="50958"/>
                </a:moveTo>
                <a:cubicBezTo>
                  <a:pt x="4337043" y="53849"/>
                  <a:pt x="4336453" y="56382"/>
                  <a:pt x="4335273" y="58558"/>
                </a:cubicBezTo>
                <a:cubicBezTo>
                  <a:pt x="4334092" y="60735"/>
                  <a:pt x="4332446" y="62545"/>
                  <a:pt x="4330334" y="63991"/>
                </a:cubicBezTo>
                <a:cubicBezTo>
                  <a:pt x="4328222" y="65436"/>
                  <a:pt x="4325682" y="66516"/>
                  <a:pt x="4322716" y="67232"/>
                </a:cubicBezTo>
                <a:cubicBezTo>
                  <a:pt x="4319750" y="67946"/>
                  <a:pt x="4316481" y="68303"/>
                  <a:pt x="4312909" y="68303"/>
                </a:cubicBezTo>
                <a:cubicBezTo>
                  <a:pt x="4311293" y="68303"/>
                  <a:pt x="4309686" y="68241"/>
                  <a:pt x="4308086" y="68117"/>
                </a:cubicBezTo>
                <a:cubicBezTo>
                  <a:pt x="4306487" y="67993"/>
                  <a:pt x="4304949" y="67837"/>
                  <a:pt x="4303474" y="67651"/>
                </a:cubicBezTo>
                <a:cubicBezTo>
                  <a:pt x="4301998" y="67465"/>
                  <a:pt x="4300608" y="67247"/>
                  <a:pt x="4299304" y="66999"/>
                </a:cubicBezTo>
                <a:cubicBezTo>
                  <a:pt x="4297999" y="66750"/>
                  <a:pt x="4296819" y="66486"/>
                  <a:pt x="4295763" y="66207"/>
                </a:cubicBezTo>
                <a:lnTo>
                  <a:pt x="4295763" y="58193"/>
                </a:lnTo>
                <a:cubicBezTo>
                  <a:pt x="4298092" y="59063"/>
                  <a:pt x="4300709" y="59746"/>
                  <a:pt x="4303614" y="60243"/>
                </a:cubicBezTo>
                <a:cubicBezTo>
                  <a:pt x="4306518" y="60740"/>
                  <a:pt x="4309818" y="60988"/>
                  <a:pt x="4313514" y="60988"/>
                </a:cubicBezTo>
                <a:cubicBezTo>
                  <a:pt x="4316186" y="60988"/>
                  <a:pt x="4318461" y="60779"/>
                  <a:pt x="4320340" y="60359"/>
                </a:cubicBezTo>
                <a:cubicBezTo>
                  <a:pt x="4322219" y="59939"/>
                  <a:pt x="4323757" y="59317"/>
                  <a:pt x="4324952" y="58493"/>
                </a:cubicBezTo>
                <a:cubicBezTo>
                  <a:pt x="4326148" y="57668"/>
                  <a:pt x="4327018" y="56665"/>
                  <a:pt x="4327562" y="55483"/>
                </a:cubicBezTo>
                <a:cubicBezTo>
                  <a:pt x="4328105" y="54301"/>
                  <a:pt x="4328377" y="52948"/>
                  <a:pt x="4328377" y="51424"/>
                </a:cubicBezTo>
                <a:cubicBezTo>
                  <a:pt x="4328377" y="49777"/>
                  <a:pt x="4327919" y="48370"/>
                  <a:pt x="4327003" y="47205"/>
                </a:cubicBezTo>
                <a:cubicBezTo>
                  <a:pt x="4326086" y="46039"/>
                  <a:pt x="4324883" y="44998"/>
                  <a:pt x="4323392" y="44081"/>
                </a:cubicBezTo>
                <a:cubicBezTo>
                  <a:pt x="4321901" y="43164"/>
                  <a:pt x="4320200" y="42325"/>
                  <a:pt x="4318290" y="41563"/>
                </a:cubicBezTo>
                <a:cubicBezTo>
                  <a:pt x="4316380" y="40801"/>
                  <a:pt x="4314431" y="40016"/>
                  <a:pt x="4312443" y="39208"/>
                </a:cubicBezTo>
                <a:cubicBezTo>
                  <a:pt x="4310455" y="38400"/>
                  <a:pt x="4308506" y="37522"/>
                  <a:pt x="4306595" y="36574"/>
                </a:cubicBezTo>
                <a:cubicBezTo>
                  <a:pt x="4304685" y="35626"/>
                  <a:pt x="4302985" y="34507"/>
                  <a:pt x="4301494" y="33217"/>
                </a:cubicBezTo>
                <a:cubicBezTo>
                  <a:pt x="4300003" y="31927"/>
                  <a:pt x="4298799" y="30412"/>
                  <a:pt x="4297883" y="28671"/>
                </a:cubicBezTo>
                <a:cubicBezTo>
                  <a:pt x="4296966" y="26930"/>
                  <a:pt x="4296508" y="24862"/>
                  <a:pt x="4296508" y="22469"/>
                </a:cubicBezTo>
                <a:cubicBezTo>
                  <a:pt x="4296508" y="20387"/>
                  <a:pt x="4296943" y="18336"/>
                  <a:pt x="4297813" y="16316"/>
                </a:cubicBezTo>
                <a:cubicBezTo>
                  <a:pt x="4298683" y="14295"/>
                  <a:pt x="4300034" y="12500"/>
                  <a:pt x="4301866" y="10930"/>
                </a:cubicBezTo>
                <a:cubicBezTo>
                  <a:pt x="4303699" y="9360"/>
                  <a:pt x="4306052" y="8093"/>
                  <a:pt x="4308925" y="7130"/>
                </a:cubicBezTo>
                <a:cubicBezTo>
                  <a:pt x="4311798" y="6166"/>
                  <a:pt x="4315223" y="5684"/>
                  <a:pt x="4319198" y="5684"/>
                </a:cubicBezTo>
                <a:cubicBezTo>
                  <a:pt x="4320223" y="5684"/>
                  <a:pt x="4321334" y="5731"/>
                  <a:pt x="4322530" y="5824"/>
                </a:cubicBezTo>
                <a:cubicBezTo>
                  <a:pt x="4323726" y="5917"/>
                  <a:pt x="4324937" y="6049"/>
                  <a:pt x="4326164" y="6220"/>
                </a:cubicBezTo>
                <a:cubicBezTo>
                  <a:pt x="4327391" y="6391"/>
                  <a:pt x="4328602" y="6585"/>
                  <a:pt x="4329798" y="6802"/>
                </a:cubicBezTo>
                <a:cubicBezTo>
                  <a:pt x="4330994" y="7020"/>
                  <a:pt x="4332104" y="7253"/>
                  <a:pt x="4333129" y="7501"/>
                </a:cubicBezTo>
                <a:lnTo>
                  <a:pt x="4333129" y="14956"/>
                </a:lnTo>
                <a:cubicBezTo>
                  <a:pt x="4330738" y="14273"/>
                  <a:pt x="4328346" y="13752"/>
                  <a:pt x="4325954" y="13395"/>
                </a:cubicBezTo>
                <a:cubicBezTo>
                  <a:pt x="4323563" y="13038"/>
                  <a:pt x="4321248" y="12859"/>
                  <a:pt x="4319012" y="12859"/>
                </a:cubicBezTo>
                <a:cubicBezTo>
                  <a:pt x="4314260" y="12859"/>
                  <a:pt x="4310765" y="13652"/>
                  <a:pt x="4308529" y="15238"/>
                </a:cubicBezTo>
                <a:cubicBezTo>
                  <a:pt x="4306293" y="16824"/>
                  <a:pt x="4305174" y="18955"/>
                  <a:pt x="4305174" y="21630"/>
                </a:cubicBezTo>
                <a:cubicBezTo>
                  <a:pt x="4305174" y="23277"/>
                  <a:pt x="4305633" y="24692"/>
                  <a:pt x="4306549" y="25873"/>
                </a:cubicBezTo>
                <a:cubicBezTo>
                  <a:pt x="4307465" y="27054"/>
                  <a:pt x="4308669" y="28111"/>
                  <a:pt x="4310160" y="29044"/>
                </a:cubicBezTo>
                <a:cubicBezTo>
                  <a:pt x="4311651" y="29977"/>
                  <a:pt x="4313351" y="30824"/>
                  <a:pt x="4315261" y="31586"/>
                </a:cubicBezTo>
                <a:cubicBezTo>
                  <a:pt x="4317172" y="32347"/>
                  <a:pt x="4319121" y="33132"/>
                  <a:pt x="4321109" y="33941"/>
                </a:cubicBezTo>
                <a:cubicBezTo>
                  <a:pt x="4323097" y="34748"/>
                  <a:pt x="4325046" y="35634"/>
                  <a:pt x="4326956" y="36598"/>
                </a:cubicBezTo>
                <a:cubicBezTo>
                  <a:pt x="4328866" y="37561"/>
                  <a:pt x="4330567" y="38703"/>
                  <a:pt x="4332058" y="40024"/>
                </a:cubicBezTo>
                <a:cubicBezTo>
                  <a:pt x="4333549" y="41345"/>
                  <a:pt x="4334752" y="42891"/>
                  <a:pt x="4335669" y="44664"/>
                </a:cubicBezTo>
                <a:cubicBezTo>
                  <a:pt x="4336585" y="46435"/>
                  <a:pt x="4337043" y="48533"/>
                  <a:pt x="4337043" y="50958"/>
                </a:cubicBezTo>
                <a:close/>
                <a:moveTo>
                  <a:pt x="4389414" y="41606"/>
                </a:moveTo>
                <a:cubicBezTo>
                  <a:pt x="4389414" y="42756"/>
                  <a:pt x="4389398" y="43718"/>
                  <a:pt x="4389367" y="44495"/>
                </a:cubicBezTo>
                <a:cubicBezTo>
                  <a:pt x="4389336" y="45272"/>
                  <a:pt x="4389290" y="46001"/>
                  <a:pt x="4389228" y="46685"/>
                </a:cubicBezTo>
                <a:lnTo>
                  <a:pt x="4356381" y="46685"/>
                </a:lnTo>
                <a:cubicBezTo>
                  <a:pt x="4356381" y="51468"/>
                  <a:pt x="4357716" y="55141"/>
                  <a:pt x="4360387" y="57704"/>
                </a:cubicBezTo>
                <a:cubicBezTo>
                  <a:pt x="4363059" y="60266"/>
                  <a:pt x="4366910" y="61548"/>
                  <a:pt x="4371942" y="61548"/>
                </a:cubicBezTo>
                <a:cubicBezTo>
                  <a:pt x="4373309" y="61548"/>
                  <a:pt x="4374676" y="61492"/>
                  <a:pt x="4376042" y="61382"/>
                </a:cubicBezTo>
                <a:cubicBezTo>
                  <a:pt x="4377409" y="61270"/>
                  <a:pt x="4378729" y="61119"/>
                  <a:pt x="4380002" y="60929"/>
                </a:cubicBezTo>
                <a:cubicBezTo>
                  <a:pt x="4381276" y="60737"/>
                  <a:pt x="4382495" y="60523"/>
                  <a:pt x="4383660" y="60285"/>
                </a:cubicBezTo>
                <a:cubicBezTo>
                  <a:pt x="4384825" y="60046"/>
                  <a:pt x="4385904" y="59784"/>
                  <a:pt x="4386898" y="59497"/>
                </a:cubicBezTo>
                <a:lnTo>
                  <a:pt x="4386898" y="66160"/>
                </a:lnTo>
                <a:cubicBezTo>
                  <a:pt x="4384693" y="66795"/>
                  <a:pt x="4382200" y="67311"/>
                  <a:pt x="4379420" y="67708"/>
                </a:cubicBezTo>
                <a:cubicBezTo>
                  <a:pt x="4376640" y="68105"/>
                  <a:pt x="4373759" y="68303"/>
                  <a:pt x="4370777" y="68303"/>
                </a:cubicBezTo>
                <a:cubicBezTo>
                  <a:pt x="4366770" y="68303"/>
                  <a:pt x="4363323" y="67760"/>
                  <a:pt x="4360434" y="66673"/>
                </a:cubicBezTo>
                <a:cubicBezTo>
                  <a:pt x="4357545" y="65585"/>
                  <a:pt x="4355177" y="64009"/>
                  <a:pt x="4353329" y="61944"/>
                </a:cubicBezTo>
                <a:cubicBezTo>
                  <a:pt x="4351481" y="59878"/>
                  <a:pt x="4350114" y="57347"/>
                  <a:pt x="4349229" y="54349"/>
                </a:cubicBezTo>
                <a:cubicBezTo>
                  <a:pt x="4348344" y="51352"/>
                  <a:pt x="4347901" y="47958"/>
                  <a:pt x="4347901" y="44169"/>
                </a:cubicBezTo>
                <a:cubicBezTo>
                  <a:pt x="4347901" y="40876"/>
                  <a:pt x="4348375" y="37762"/>
                  <a:pt x="4349322" y="34827"/>
                </a:cubicBezTo>
                <a:cubicBezTo>
                  <a:pt x="4350269" y="31892"/>
                  <a:pt x="4351652" y="29314"/>
                  <a:pt x="4353469" y="27093"/>
                </a:cubicBezTo>
                <a:cubicBezTo>
                  <a:pt x="4355286" y="24872"/>
                  <a:pt x="4357514" y="23109"/>
                  <a:pt x="4360154" y="21805"/>
                </a:cubicBezTo>
                <a:cubicBezTo>
                  <a:pt x="4362795" y="20500"/>
                  <a:pt x="4365792" y="19848"/>
                  <a:pt x="4369147" y="19848"/>
                </a:cubicBezTo>
                <a:cubicBezTo>
                  <a:pt x="4372408" y="19848"/>
                  <a:pt x="4375297" y="20361"/>
                  <a:pt x="4377813" y="21386"/>
                </a:cubicBezTo>
                <a:cubicBezTo>
                  <a:pt x="4380329" y="22411"/>
                  <a:pt x="4382449" y="23863"/>
                  <a:pt x="4384172" y="25742"/>
                </a:cubicBezTo>
                <a:cubicBezTo>
                  <a:pt x="4385896" y="27621"/>
                  <a:pt x="4387201" y="29904"/>
                  <a:pt x="4388086" y="32591"/>
                </a:cubicBezTo>
                <a:cubicBezTo>
                  <a:pt x="4388971" y="35278"/>
                  <a:pt x="4389414" y="38283"/>
                  <a:pt x="4389414" y="41606"/>
                </a:cubicBezTo>
                <a:moveTo>
                  <a:pt x="4380981" y="40442"/>
                </a:moveTo>
                <a:cubicBezTo>
                  <a:pt x="4381074" y="38360"/>
                  <a:pt x="4380872" y="36458"/>
                  <a:pt x="4380375" y="34734"/>
                </a:cubicBezTo>
                <a:cubicBezTo>
                  <a:pt x="4379878" y="33010"/>
                  <a:pt x="4379109" y="31527"/>
                  <a:pt x="4378069" y="30285"/>
                </a:cubicBezTo>
                <a:cubicBezTo>
                  <a:pt x="4377028" y="29042"/>
                  <a:pt x="4375732" y="28071"/>
                  <a:pt x="4374179" y="27373"/>
                </a:cubicBezTo>
                <a:cubicBezTo>
                  <a:pt x="4372625" y="26674"/>
                  <a:pt x="4370824" y="26324"/>
                  <a:pt x="4368774" y="26324"/>
                </a:cubicBezTo>
                <a:cubicBezTo>
                  <a:pt x="4367003" y="26324"/>
                  <a:pt x="4365388" y="26666"/>
                  <a:pt x="4363928" y="27349"/>
                </a:cubicBezTo>
                <a:cubicBezTo>
                  <a:pt x="4362469" y="28033"/>
                  <a:pt x="4361211" y="28996"/>
                  <a:pt x="4360154" y="30238"/>
                </a:cubicBezTo>
                <a:cubicBezTo>
                  <a:pt x="4359098" y="31480"/>
                  <a:pt x="4358244" y="32971"/>
                  <a:pt x="4357592" y="34711"/>
                </a:cubicBezTo>
                <a:cubicBezTo>
                  <a:pt x="4356940" y="36450"/>
                  <a:pt x="4356536" y="38360"/>
                  <a:pt x="4356381" y="40442"/>
                </a:cubicBezTo>
                <a:lnTo>
                  <a:pt x="4380981" y="40442"/>
                </a:lnTo>
                <a:close/>
                <a:moveTo>
                  <a:pt x="4417697" y="8247"/>
                </a:moveTo>
                <a:lnTo>
                  <a:pt x="4403859" y="8247"/>
                </a:lnTo>
                <a:lnTo>
                  <a:pt x="4403859" y="1584"/>
                </a:lnTo>
                <a:lnTo>
                  <a:pt x="4425897" y="1584"/>
                </a:lnTo>
                <a:lnTo>
                  <a:pt x="4425897" y="60709"/>
                </a:lnTo>
                <a:lnTo>
                  <a:pt x="4439828" y="60709"/>
                </a:lnTo>
                <a:lnTo>
                  <a:pt x="4439828" y="67465"/>
                </a:lnTo>
                <a:lnTo>
                  <a:pt x="4402322" y="67465"/>
                </a:lnTo>
                <a:lnTo>
                  <a:pt x="4402322" y="60709"/>
                </a:lnTo>
                <a:lnTo>
                  <a:pt x="4417697" y="60709"/>
                </a:lnTo>
                <a:lnTo>
                  <a:pt x="4417697" y="8247"/>
                </a:lnTo>
                <a:close/>
                <a:moveTo>
                  <a:pt x="4493131" y="41606"/>
                </a:moveTo>
                <a:cubicBezTo>
                  <a:pt x="4493131" y="42756"/>
                  <a:pt x="4493115" y="43718"/>
                  <a:pt x="4493084" y="44495"/>
                </a:cubicBezTo>
                <a:cubicBezTo>
                  <a:pt x="4493053" y="45272"/>
                  <a:pt x="4493007" y="46001"/>
                  <a:pt x="4492945" y="46685"/>
                </a:cubicBezTo>
                <a:lnTo>
                  <a:pt x="4460098" y="46685"/>
                </a:lnTo>
                <a:cubicBezTo>
                  <a:pt x="4460098" y="51468"/>
                  <a:pt x="4461433" y="55141"/>
                  <a:pt x="4464104" y="57704"/>
                </a:cubicBezTo>
                <a:cubicBezTo>
                  <a:pt x="4466776" y="60266"/>
                  <a:pt x="4470627" y="61548"/>
                  <a:pt x="4475659" y="61548"/>
                </a:cubicBezTo>
                <a:cubicBezTo>
                  <a:pt x="4477026" y="61548"/>
                  <a:pt x="4478392" y="61492"/>
                  <a:pt x="4479759" y="61382"/>
                </a:cubicBezTo>
                <a:cubicBezTo>
                  <a:pt x="4481126" y="61270"/>
                  <a:pt x="4482446" y="61119"/>
                  <a:pt x="4483719" y="60929"/>
                </a:cubicBezTo>
                <a:cubicBezTo>
                  <a:pt x="4484993" y="60737"/>
                  <a:pt x="4486212" y="60523"/>
                  <a:pt x="4487377" y="60285"/>
                </a:cubicBezTo>
                <a:cubicBezTo>
                  <a:pt x="4488542" y="60046"/>
                  <a:pt x="4489621" y="59784"/>
                  <a:pt x="4490615" y="59497"/>
                </a:cubicBezTo>
                <a:lnTo>
                  <a:pt x="4490615" y="66160"/>
                </a:lnTo>
                <a:cubicBezTo>
                  <a:pt x="4488410" y="66795"/>
                  <a:pt x="4485917" y="67311"/>
                  <a:pt x="4483137" y="67708"/>
                </a:cubicBezTo>
                <a:cubicBezTo>
                  <a:pt x="4480357" y="68105"/>
                  <a:pt x="4477476" y="68303"/>
                  <a:pt x="4474494" y="68303"/>
                </a:cubicBezTo>
                <a:cubicBezTo>
                  <a:pt x="4470487" y="68303"/>
                  <a:pt x="4467040" y="67760"/>
                  <a:pt x="4464151" y="66673"/>
                </a:cubicBezTo>
                <a:cubicBezTo>
                  <a:pt x="4461262" y="65585"/>
                  <a:pt x="4458894" y="64009"/>
                  <a:pt x="4457046" y="61944"/>
                </a:cubicBezTo>
                <a:cubicBezTo>
                  <a:pt x="4455198" y="59878"/>
                  <a:pt x="4453831" y="57347"/>
                  <a:pt x="4452946" y="54349"/>
                </a:cubicBezTo>
                <a:cubicBezTo>
                  <a:pt x="4452060" y="51352"/>
                  <a:pt x="4451618" y="47958"/>
                  <a:pt x="4451618" y="44169"/>
                </a:cubicBezTo>
                <a:cubicBezTo>
                  <a:pt x="4451618" y="40876"/>
                  <a:pt x="4452092" y="37762"/>
                  <a:pt x="4453039" y="34827"/>
                </a:cubicBezTo>
                <a:cubicBezTo>
                  <a:pt x="4453986" y="31892"/>
                  <a:pt x="4455368" y="29314"/>
                  <a:pt x="4457186" y="27093"/>
                </a:cubicBezTo>
                <a:cubicBezTo>
                  <a:pt x="4459003" y="24872"/>
                  <a:pt x="4461231" y="23109"/>
                  <a:pt x="4463871" y="21805"/>
                </a:cubicBezTo>
                <a:cubicBezTo>
                  <a:pt x="4466512" y="20500"/>
                  <a:pt x="4469509" y="19848"/>
                  <a:pt x="4472864" y="19848"/>
                </a:cubicBezTo>
                <a:cubicBezTo>
                  <a:pt x="4476125" y="19848"/>
                  <a:pt x="4479014" y="20361"/>
                  <a:pt x="4481530" y="21386"/>
                </a:cubicBezTo>
                <a:cubicBezTo>
                  <a:pt x="4484046" y="22411"/>
                  <a:pt x="4486166" y="23863"/>
                  <a:pt x="4487889" y="25742"/>
                </a:cubicBezTo>
                <a:cubicBezTo>
                  <a:pt x="4489613" y="27621"/>
                  <a:pt x="4490918" y="29904"/>
                  <a:pt x="4491803" y="32591"/>
                </a:cubicBezTo>
                <a:cubicBezTo>
                  <a:pt x="4492688" y="35278"/>
                  <a:pt x="4493131" y="38283"/>
                  <a:pt x="4493131" y="41606"/>
                </a:cubicBezTo>
                <a:moveTo>
                  <a:pt x="4484698" y="40442"/>
                </a:moveTo>
                <a:cubicBezTo>
                  <a:pt x="4484791" y="38360"/>
                  <a:pt x="4484589" y="36458"/>
                  <a:pt x="4484092" y="34734"/>
                </a:cubicBezTo>
                <a:cubicBezTo>
                  <a:pt x="4483595" y="33010"/>
                  <a:pt x="4482826" y="31527"/>
                  <a:pt x="4481786" y="30285"/>
                </a:cubicBezTo>
                <a:cubicBezTo>
                  <a:pt x="4480745" y="29042"/>
                  <a:pt x="4479449" y="28071"/>
                  <a:pt x="4477896" y="27373"/>
                </a:cubicBezTo>
                <a:cubicBezTo>
                  <a:pt x="4476342" y="26674"/>
                  <a:pt x="4474541" y="26324"/>
                  <a:pt x="4472491" y="26324"/>
                </a:cubicBezTo>
                <a:cubicBezTo>
                  <a:pt x="4470720" y="26324"/>
                  <a:pt x="4469105" y="26666"/>
                  <a:pt x="4467645" y="27349"/>
                </a:cubicBezTo>
                <a:cubicBezTo>
                  <a:pt x="4466185" y="28033"/>
                  <a:pt x="4464928" y="28996"/>
                  <a:pt x="4463871" y="30238"/>
                </a:cubicBezTo>
                <a:cubicBezTo>
                  <a:pt x="4462815" y="31480"/>
                  <a:pt x="4461961" y="32971"/>
                  <a:pt x="4461309" y="34711"/>
                </a:cubicBezTo>
                <a:cubicBezTo>
                  <a:pt x="4460657" y="36450"/>
                  <a:pt x="4460253" y="38360"/>
                  <a:pt x="4460098" y="40442"/>
                </a:cubicBezTo>
                <a:lnTo>
                  <a:pt x="4484698" y="40442"/>
                </a:lnTo>
                <a:close/>
                <a:moveTo>
                  <a:pt x="4541821" y="65741"/>
                </a:moveTo>
                <a:cubicBezTo>
                  <a:pt x="4539709" y="66548"/>
                  <a:pt x="4537543" y="67146"/>
                  <a:pt x="4535322" y="67535"/>
                </a:cubicBezTo>
                <a:cubicBezTo>
                  <a:pt x="4533101" y="67923"/>
                  <a:pt x="4530810" y="68117"/>
                  <a:pt x="4528449" y="68117"/>
                </a:cubicBezTo>
                <a:cubicBezTo>
                  <a:pt x="4521057" y="68117"/>
                  <a:pt x="4515365" y="66113"/>
                  <a:pt x="4511374" y="62107"/>
                </a:cubicBezTo>
                <a:cubicBezTo>
                  <a:pt x="4507382" y="58100"/>
                  <a:pt x="4505387" y="52245"/>
                  <a:pt x="4505387" y="44542"/>
                </a:cubicBezTo>
                <a:cubicBezTo>
                  <a:pt x="4505387" y="40845"/>
                  <a:pt x="4505961" y="37491"/>
                  <a:pt x="4507110" y="34478"/>
                </a:cubicBezTo>
                <a:cubicBezTo>
                  <a:pt x="4508260" y="31465"/>
                  <a:pt x="4509875" y="28887"/>
                  <a:pt x="4511956" y="26744"/>
                </a:cubicBezTo>
                <a:cubicBezTo>
                  <a:pt x="4514037" y="24600"/>
                  <a:pt x="4516522" y="22946"/>
                  <a:pt x="4519411" y="21782"/>
                </a:cubicBezTo>
                <a:cubicBezTo>
                  <a:pt x="4522299" y="20617"/>
                  <a:pt x="4525483" y="20034"/>
                  <a:pt x="4528962" y="20034"/>
                </a:cubicBezTo>
                <a:cubicBezTo>
                  <a:pt x="4531385" y="20034"/>
                  <a:pt x="4533652" y="20209"/>
                  <a:pt x="4535764" y="20559"/>
                </a:cubicBezTo>
                <a:cubicBezTo>
                  <a:pt x="4537876" y="20907"/>
                  <a:pt x="4539895" y="21478"/>
                  <a:pt x="4541821" y="22271"/>
                </a:cubicBezTo>
                <a:lnTo>
                  <a:pt x="4541821" y="30005"/>
                </a:lnTo>
                <a:cubicBezTo>
                  <a:pt x="4539802" y="28932"/>
                  <a:pt x="4537744" y="28152"/>
                  <a:pt x="4535648" y="27664"/>
                </a:cubicBezTo>
                <a:cubicBezTo>
                  <a:pt x="4533551" y="27175"/>
                  <a:pt x="4531385" y="26930"/>
                  <a:pt x="4529148" y="26930"/>
                </a:cubicBezTo>
                <a:cubicBezTo>
                  <a:pt x="4527067" y="26930"/>
                  <a:pt x="4525103" y="27326"/>
                  <a:pt x="4523254" y="28118"/>
                </a:cubicBezTo>
                <a:cubicBezTo>
                  <a:pt x="4521406" y="28910"/>
                  <a:pt x="4519783" y="30052"/>
                  <a:pt x="4518386" y="31543"/>
                </a:cubicBezTo>
                <a:cubicBezTo>
                  <a:pt x="4516988" y="33033"/>
                  <a:pt x="4515885" y="34851"/>
                  <a:pt x="4515078" y="36994"/>
                </a:cubicBezTo>
                <a:cubicBezTo>
                  <a:pt x="4514270" y="39137"/>
                  <a:pt x="4513866" y="41560"/>
                  <a:pt x="4513866" y="44262"/>
                </a:cubicBezTo>
                <a:cubicBezTo>
                  <a:pt x="4513866" y="49915"/>
                  <a:pt x="4515241" y="54147"/>
                  <a:pt x="4517990" y="56958"/>
                </a:cubicBezTo>
                <a:cubicBezTo>
                  <a:pt x="4520739" y="59769"/>
                  <a:pt x="4524551" y="61175"/>
                  <a:pt x="4529428" y="61175"/>
                </a:cubicBezTo>
                <a:cubicBezTo>
                  <a:pt x="4531633" y="61175"/>
                  <a:pt x="4533769" y="60926"/>
                  <a:pt x="4535834" y="60429"/>
                </a:cubicBezTo>
                <a:cubicBezTo>
                  <a:pt x="4537900" y="59932"/>
                  <a:pt x="4539895" y="59187"/>
                  <a:pt x="4541821" y="58193"/>
                </a:cubicBezTo>
                <a:lnTo>
                  <a:pt x="4541821" y="65741"/>
                </a:lnTo>
                <a:close/>
                <a:moveTo>
                  <a:pt x="4595031" y="66766"/>
                </a:moveTo>
                <a:cubicBezTo>
                  <a:pt x="4593198" y="67248"/>
                  <a:pt x="4591304" y="67594"/>
                  <a:pt x="4589347" y="67802"/>
                </a:cubicBezTo>
                <a:cubicBezTo>
                  <a:pt x="4587390" y="68012"/>
                  <a:pt x="4585402" y="68117"/>
                  <a:pt x="4583383" y="68117"/>
                </a:cubicBezTo>
                <a:cubicBezTo>
                  <a:pt x="4577512" y="68117"/>
                  <a:pt x="4573133" y="66789"/>
                  <a:pt x="4570244" y="64133"/>
                </a:cubicBezTo>
                <a:cubicBezTo>
                  <a:pt x="4567355" y="61478"/>
                  <a:pt x="4565911" y="57401"/>
                  <a:pt x="4565911" y="51903"/>
                </a:cubicBezTo>
                <a:lnTo>
                  <a:pt x="4565911" y="27489"/>
                </a:lnTo>
                <a:lnTo>
                  <a:pt x="4552819" y="27489"/>
                </a:lnTo>
                <a:lnTo>
                  <a:pt x="4552819" y="20687"/>
                </a:lnTo>
                <a:lnTo>
                  <a:pt x="4565911" y="20687"/>
                </a:lnTo>
                <a:lnTo>
                  <a:pt x="4565911" y="7787"/>
                </a:lnTo>
                <a:lnTo>
                  <a:pt x="4574018" y="5684"/>
                </a:lnTo>
                <a:lnTo>
                  <a:pt x="4574018" y="20687"/>
                </a:lnTo>
                <a:lnTo>
                  <a:pt x="4595031" y="20687"/>
                </a:lnTo>
                <a:lnTo>
                  <a:pt x="4595031" y="27489"/>
                </a:lnTo>
                <a:lnTo>
                  <a:pt x="4574018" y="27489"/>
                </a:lnTo>
                <a:lnTo>
                  <a:pt x="4574018" y="51251"/>
                </a:lnTo>
                <a:cubicBezTo>
                  <a:pt x="4574018" y="54605"/>
                  <a:pt x="4574911" y="57114"/>
                  <a:pt x="4576697" y="58775"/>
                </a:cubicBezTo>
                <a:cubicBezTo>
                  <a:pt x="4578483" y="60437"/>
                  <a:pt x="4581115" y="61268"/>
                  <a:pt x="4584594" y="61268"/>
                </a:cubicBezTo>
                <a:cubicBezTo>
                  <a:pt x="4586085" y="61268"/>
                  <a:pt x="4587716" y="61148"/>
                  <a:pt x="4589486" y="60908"/>
                </a:cubicBezTo>
                <a:cubicBezTo>
                  <a:pt x="4591257" y="60668"/>
                  <a:pt x="4593105" y="60291"/>
                  <a:pt x="4595031" y="59777"/>
                </a:cubicBezTo>
                <a:lnTo>
                  <a:pt x="4595031" y="66766"/>
                </a:lnTo>
                <a:close/>
                <a:moveTo>
                  <a:pt x="4632866" y="12859"/>
                </a:moveTo>
                <a:lnTo>
                  <a:pt x="4624759" y="12859"/>
                </a:lnTo>
                <a:lnTo>
                  <a:pt x="4609849" y="1584"/>
                </a:lnTo>
                <a:lnTo>
                  <a:pt x="4621590" y="1584"/>
                </a:lnTo>
                <a:lnTo>
                  <a:pt x="4632866" y="12859"/>
                </a:lnTo>
                <a:moveTo>
                  <a:pt x="4601742" y="20687"/>
                </a:moveTo>
                <a:lnTo>
                  <a:pt x="4601742" y="20687"/>
                </a:lnTo>
                <a:close/>
                <a:moveTo>
                  <a:pt x="4752366" y="65741"/>
                </a:moveTo>
                <a:cubicBezTo>
                  <a:pt x="4750254" y="66548"/>
                  <a:pt x="4748088" y="67146"/>
                  <a:pt x="4745867" y="67535"/>
                </a:cubicBezTo>
                <a:cubicBezTo>
                  <a:pt x="4743646" y="67923"/>
                  <a:pt x="4741355" y="68117"/>
                  <a:pt x="4738995" y="68117"/>
                </a:cubicBezTo>
                <a:cubicBezTo>
                  <a:pt x="4731602" y="68117"/>
                  <a:pt x="4725910" y="66113"/>
                  <a:pt x="4721919" y="62107"/>
                </a:cubicBezTo>
                <a:cubicBezTo>
                  <a:pt x="4717927" y="58100"/>
                  <a:pt x="4715932" y="52245"/>
                  <a:pt x="4715932" y="44542"/>
                </a:cubicBezTo>
                <a:cubicBezTo>
                  <a:pt x="4715932" y="40845"/>
                  <a:pt x="4716506" y="37491"/>
                  <a:pt x="4717656" y="34478"/>
                </a:cubicBezTo>
                <a:cubicBezTo>
                  <a:pt x="4718805" y="31465"/>
                  <a:pt x="4720420" y="28887"/>
                  <a:pt x="4722501" y="26744"/>
                </a:cubicBezTo>
                <a:cubicBezTo>
                  <a:pt x="4724582" y="24600"/>
                  <a:pt x="4727067" y="22946"/>
                  <a:pt x="4729956" y="21782"/>
                </a:cubicBezTo>
                <a:cubicBezTo>
                  <a:pt x="4732845" y="20617"/>
                  <a:pt x="4736028" y="20034"/>
                  <a:pt x="4739507" y="20034"/>
                </a:cubicBezTo>
                <a:cubicBezTo>
                  <a:pt x="4741930" y="20034"/>
                  <a:pt x="4744197" y="20209"/>
                  <a:pt x="4746309" y="20559"/>
                </a:cubicBezTo>
                <a:cubicBezTo>
                  <a:pt x="4748422" y="20907"/>
                  <a:pt x="4750441" y="21478"/>
                  <a:pt x="4752366" y="22271"/>
                </a:cubicBezTo>
                <a:lnTo>
                  <a:pt x="4752366" y="30005"/>
                </a:lnTo>
                <a:cubicBezTo>
                  <a:pt x="4750347" y="28932"/>
                  <a:pt x="4748290" y="28152"/>
                  <a:pt x="4746193" y="27664"/>
                </a:cubicBezTo>
                <a:cubicBezTo>
                  <a:pt x="4744096" y="27175"/>
                  <a:pt x="4741930" y="26930"/>
                  <a:pt x="4739693" y="26930"/>
                </a:cubicBezTo>
                <a:cubicBezTo>
                  <a:pt x="4737612" y="26930"/>
                  <a:pt x="4735648" y="27326"/>
                  <a:pt x="4733800" y="28118"/>
                </a:cubicBezTo>
                <a:cubicBezTo>
                  <a:pt x="4731952" y="28910"/>
                  <a:pt x="4730329" y="30052"/>
                  <a:pt x="4728931" y="31543"/>
                </a:cubicBezTo>
                <a:cubicBezTo>
                  <a:pt x="4727533" y="33033"/>
                  <a:pt x="4726430" y="34851"/>
                  <a:pt x="4725623" y="36994"/>
                </a:cubicBezTo>
                <a:cubicBezTo>
                  <a:pt x="4724815" y="39137"/>
                  <a:pt x="4724411" y="41560"/>
                  <a:pt x="4724411" y="44262"/>
                </a:cubicBezTo>
                <a:cubicBezTo>
                  <a:pt x="4724411" y="49915"/>
                  <a:pt x="4725786" y="54147"/>
                  <a:pt x="4728535" y="56958"/>
                </a:cubicBezTo>
                <a:cubicBezTo>
                  <a:pt x="4731284" y="59769"/>
                  <a:pt x="4735096" y="61175"/>
                  <a:pt x="4739973" y="61175"/>
                </a:cubicBezTo>
                <a:cubicBezTo>
                  <a:pt x="4742178" y="61175"/>
                  <a:pt x="4744314" y="60926"/>
                  <a:pt x="4746379" y="60429"/>
                </a:cubicBezTo>
                <a:cubicBezTo>
                  <a:pt x="4748445" y="59932"/>
                  <a:pt x="4750441" y="59187"/>
                  <a:pt x="4752366" y="58193"/>
                </a:cubicBezTo>
                <a:lnTo>
                  <a:pt x="4752366" y="65741"/>
                </a:lnTo>
                <a:close/>
                <a:moveTo>
                  <a:pt x="4808605" y="43703"/>
                </a:moveTo>
                <a:cubicBezTo>
                  <a:pt x="4808605" y="47337"/>
                  <a:pt x="4808093" y="50668"/>
                  <a:pt x="4807068" y="53697"/>
                </a:cubicBezTo>
                <a:cubicBezTo>
                  <a:pt x="4806043" y="56725"/>
                  <a:pt x="4804567" y="59319"/>
                  <a:pt x="4802641" y="61478"/>
                </a:cubicBezTo>
                <a:cubicBezTo>
                  <a:pt x="4800716" y="63636"/>
                  <a:pt x="4798370" y="65314"/>
                  <a:pt x="4795606" y="66510"/>
                </a:cubicBezTo>
                <a:cubicBezTo>
                  <a:pt x="4792842" y="67705"/>
                  <a:pt x="4789704" y="68303"/>
                  <a:pt x="4786194" y="68303"/>
                </a:cubicBezTo>
                <a:cubicBezTo>
                  <a:pt x="4782840" y="68303"/>
                  <a:pt x="4779835" y="67783"/>
                  <a:pt x="4777179" y="66742"/>
                </a:cubicBezTo>
                <a:cubicBezTo>
                  <a:pt x="4774523" y="65702"/>
                  <a:pt x="4772271" y="64172"/>
                  <a:pt x="4770423" y="62153"/>
                </a:cubicBezTo>
                <a:cubicBezTo>
                  <a:pt x="4768575" y="60134"/>
                  <a:pt x="4767162" y="57634"/>
                  <a:pt x="4766183" y="54652"/>
                </a:cubicBezTo>
                <a:cubicBezTo>
                  <a:pt x="4765205" y="51670"/>
                  <a:pt x="4764716" y="48238"/>
                  <a:pt x="4764716" y="44355"/>
                </a:cubicBezTo>
                <a:cubicBezTo>
                  <a:pt x="4764716" y="40721"/>
                  <a:pt x="4765228" y="37405"/>
                  <a:pt x="4766253" y="34408"/>
                </a:cubicBezTo>
                <a:cubicBezTo>
                  <a:pt x="4767278" y="31411"/>
                  <a:pt x="4768754" y="28832"/>
                  <a:pt x="4770679" y="26674"/>
                </a:cubicBezTo>
                <a:cubicBezTo>
                  <a:pt x="4772605" y="24515"/>
                  <a:pt x="4774950" y="22838"/>
                  <a:pt x="4777715" y="21642"/>
                </a:cubicBezTo>
                <a:cubicBezTo>
                  <a:pt x="4780479" y="20446"/>
                  <a:pt x="4783616" y="19848"/>
                  <a:pt x="4787126" y="19848"/>
                </a:cubicBezTo>
                <a:cubicBezTo>
                  <a:pt x="4790481" y="19848"/>
                  <a:pt x="4793486" y="20368"/>
                  <a:pt x="4796142" y="21409"/>
                </a:cubicBezTo>
                <a:cubicBezTo>
                  <a:pt x="4798798" y="22449"/>
                  <a:pt x="4801049" y="23971"/>
                  <a:pt x="4802898" y="25975"/>
                </a:cubicBezTo>
                <a:cubicBezTo>
                  <a:pt x="4804746" y="27978"/>
                  <a:pt x="4806159" y="30471"/>
                  <a:pt x="4807137" y="33453"/>
                </a:cubicBezTo>
                <a:cubicBezTo>
                  <a:pt x="4808116" y="36435"/>
                  <a:pt x="4808605" y="39851"/>
                  <a:pt x="4808605" y="43703"/>
                </a:cubicBezTo>
                <a:moveTo>
                  <a:pt x="4800312" y="44076"/>
                </a:moveTo>
                <a:cubicBezTo>
                  <a:pt x="4800312" y="41187"/>
                  <a:pt x="4799993" y="38663"/>
                  <a:pt x="4799357" y="36505"/>
                </a:cubicBezTo>
                <a:cubicBezTo>
                  <a:pt x="4798720" y="34346"/>
                  <a:pt x="4797811" y="32544"/>
                  <a:pt x="4796631" y="31100"/>
                </a:cubicBezTo>
                <a:cubicBezTo>
                  <a:pt x="4795451" y="29656"/>
                  <a:pt x="4794014" y="28568"/>
                  <a:pt x="4792321" y="27838"/>
                </a:cubicBezTo>
                <a:cubicBezTo>
                  <a:pt x="4790628" y="27109"/>
                  <a:pt x="4788742" y="26744"/>
                  <a:pt x="4786660" y="26744"/>
                </a:cubicBezTo>
                <a:cubicBezTo>
                  <a:pt x="4784238" y="26744"/>
                  <a:pt x="4782164" y="27217"/>
                  <a:pt x="4780440" y="28165"/>
                </a:cubicBezTo>
                <a:cubicBezTo>
                  <a:pt x="4778717" y="29112"/>
                  <a:pt x="4777303" y="30378"/>
                  <a:pt x="4776201" y="31962"/>
                </a:cubicBezTo>
                <a:cubicBezTo>
                  <a:pt x="4775098" y="33546"/>
                  <a:pt x="4774290" y="35386"/>
                  <a:pt x="4773778" y="37483"/>
                </a:cubicBezTo>
                <a:cubicBezTo>
                  <a:pt x="4773265" y="39580"/>
                  <a:pt x="4773009" y="41777"/>
                  <a:pt x="4773009" y="44076"/>
                </a:cubicBezTo>
                <a:cubicBezTo>
                  <a:pt x="4773009" y="46964"/>
                  <a:pt x="4773327" y="49496"/>
                  <a:pt x="4773964" y="51670"/>
                </a:cubicBezTo>
                <a:cubicBezTo>
                  <a:pt x="4774601" y="53844"/>
                  <a:pt x="4775509" y="55654"/>
                  <a:pt x="4776690" y="57098"/>
                </a:cubicBezTo>
                <a:cubicBezTo>
                  <a:pt x="4777870" y="58542"/>
                  <a:pt x="4779299" y="59629"/>
                  <a:pt x="4780976" y="60359"/>
                </a:cubicBezTo>
                <a:cubicBezTo>
                  <a:pt x="4782654" y="61089"/>
                  <a:pt x="4784548" y="61454"/>
                  <a:pt x="4786660" y="61454"/>
                </a:cubicBezTo>
                <a:cubicBezTo>
                  <a:pt x="4789083" y="61454"/>
                  <a:pt x="4791156" y="60981"/>
                  <a:pt x="4792880" y="60033"/>
                </a:cubicBezTo>
                <a:cubicBezTo>
                  <a:pt x="4794604" y="59086"/>
                  <a:pt x="4796018" y="57820"/>
                  <a:pt x="4797120" y="56236"/>
                </a:cubicBezTo>
                <a:cubicBezTo>
                  <a:pt x="4798223" y="54652"/>
                  <a:pt x="4799030" y="52812"/>
                  <a:pt x="4799543" y="50715"/>
                </a:cubicBezTo>
                <a:cubicBezTo>
                  <a:pt x="4800055" y="48618"/>
                  <a:pt x="4800312" y="46405"/>
                  <a:pt x="4800312" y="44076"/>
                </a:cubicBezTo>
                <a:close/>
                <a:moveTo>
                  <a:pt x="4853102" y="67465"/>
                </a:moveTo>
                <a:lnTo>
                  <a:pt x="4853102" y="33872"/>
                </a:lnTo>
                <a:cubicBezTo>
                  <a:pt x="4853102" y="32412"/>
                  <a:pt x="4853047" y="31216"/>
                  <a:pt x="4852939" y="30285"/>
                </a:cubicBezTo>
                <a:cubicBezTo>
                  <a:pt x="4852830" y="29353"/>
                  <a:pt x="4852659" y="28615"/>
                  <a:pt x="4852426" y="28071"/>
                </a:cubicBezTo>
                <a:cubicBezTo>
                  <a:pt x="4852193" y="27528"/>
                  <a:pt x="4851898" y="27147"/>
                  <a:pt x="4851541" y="26930"/>
                </a:cubicBezTo>
                <a:cubicBezTo>
                  <a:pt x="4851184" y="26713"/>
                  <a:pt x="4850741" y="26604"/>
                  <a:pt x="4850213" y="26604"/>
                </a:cubicBezTo>
                <a:cubicBezTo>
                  <a:pt x="4849592" y="26604"/>
                  <a:pt x="4849017" y="26790"/>
                  <a:pt x="4848489" y="27163"/>
                </a:cubicBezTo>
                <a:cubicBezTo>
                  <a:pt x="4847961" y="27536"/>
                  <a:pt x="4847394" y="28141"/>
                  <a:pt x="4846789" y="28980"/>
                </a:cubicBezTo>
                <a:cubicBezTo>
                  <a:pt x="4846183" y="29819"/>
                  <a:pt x="4845515" y="30929"/>
                  <a:pt x="4844785" y="32311"/>
                </a:cubicBezTo>
                <a:cubicBezTo>
                  <a:pt x="4844055" y="33693"/>
                  <a:pt x="4843193" y="35394"/>
                  <a:pt x="4842199" y="37413"/>
                </a:cubicBezTo>
                <a:lnTo>
                  <a:pt x="4842199" y="67465"/>
                </a:lnTo>
                <a:lnTo>
                  <a:pt x="4834791" y="67465"/>
                </a:lnTo>
                <a:lnTo>
                  <a:pt x="4834791" y="34757"/>
                </a:lnTo>
                <a:cubicBezTo>
                  <a:pt x="4834791" y="33049"/>
                  <a:pt x="4834737" y="31667"/>
                  <a:pt x="4834628" y="30611"/>
                </a:cubicBezTo>
                <a:cubicBezTo>
                  <a:pt x="4834519" y="29555"/>
                  <a:pt x="4834349" y="28731"/>
                  <a:pt x="4834116" y="28141"/>
                </a:cubicBezTo>
                <a:cubicBezTo>
                  <a:pt x="4833883" y="27551"/>
                  <a:pt x="4833580" y="27147"/>
                  <a:pt x="4833207" y="26930"/>
                </a:cubicBezTo>
                <a:cubicBezTo>
                  <a:pt x="4832834" y="26713"/>
                  <a:pt x="4832384" y="26604"/>
                  <a:pt x="4831856" y="26604"/>
                </a:cubicBezTo>
                <a:cubicBezTo>
                  <a:pt x="4831297" y="26604"/>
                  <a:pt x="4830769" y="26759"/>
                  <a:pt x="4830272" y="27070"/>
                </a:cubicBezTo>
                <a:cubicBezTo>
                  <a:pt x="4829775" y="27380"/>
                  <a:pt x="4829224" y="27939"/>
                  <a:pt x="4828618" y="28747"/>
                </a:cubicBezTo>
                <a:cubicBezTo>
                  <a:pt x="4828012" y="29555"/>
                  <a:pt x="4827337" y="30657"/>
                  <a:pt x="4826591" y="32055"/>
                </a:cubicBezTo>
                <a:cubicBezTo>
                  <a:pt x="4825846" y="33453"/>
                  <a:pt x="4824960" y="35239"/>
                  <a:pt x="4823935" y="37413"/>
                </a:cubicBezTo>
                <a:lnTo>
                  <a:pt x="4823935" y="67465"/>
                </a:lnTo>
                <a:lnTo>
                  <a:pt x="4816481" y="67465"/>
                </a:lnTo>
                <a:lnTo>
                  <a:pt x="4816481" y="20687"/>
                </a:lnTo>
                <a:lnTo>
                  <a:pt x="4822677" y="20687"/>
                </a:lnTo>
                <a:lnTo>
                  <a:pt x="4823050" y="29586"/>
                </a:lnTo>
                <a:cubicBezTo>
                  <a:pt x="4823858" y="27815"/>
                  <a:pt x="4824642" y="26309"/>
                  <a:pt x="4825403" y="25066"/>
                </a:cubicBezTo>
                <a:cubicBezTo>
                  <a:pt x="4826164" y="23824"/>
                  <a:pt x="4826948" y="22822"/>
                  <a:pt x="4827756" y="22061"/>
                </a:cubicBezTo>
                <a:cubicBezTo>
                  <a:pt x="4828564" y="21300"/>
                  <a:pt x="4829425" y="20741"/>
                  <a:pt x="4830342" y="20384"/>
                </a:cubicBezTo>
                <a:cubicBezTo>
                  <a:pt x="4831258" y="20027"/>
                  <a:pt x="4832275" y="19848"/>
                  <a:pt x="4833394" y="19848"/>
                </a:cubicBezTo>
                <a:cubicBezTo>
                  <a:pt x="4835909" y="19848"/>
                  <a:pt x="4837820" y="20671"/>
                  <a:pt x="4839124" y="22317"/>
                </a:cubicBezTo>
                <a:cubicBezTo>
                  <a:pt x="4840429" y="23964"/>
                  <a:pt x="4841081" y="26511"/>
                  <a:pt x="4841081" y="29958"/>
                </a:cubicBezTo>
                <a:cubicBezTo>
                  <a:pt x="4841827" y="28343"/>
                  <a:pt x="4842557" y="26907"/>
                  <a:pt x="4843271" y="25649"/>
                </a:cubicBezTo>
                <a:cubicBezTo>
                  <a:pt x="4843985" y="24391"/>
                  <a:pt x="4844754" y="23335"/>
                  <a:pt x="4845577" y="22480"/>
                </a:cubicBezTo>
                <a:cubicBezTo>
                  <a:pt x="4846400" y="21626"/>
                  <a:pt x="4847309" y="20974"/>
                  <a:pt x="4848303" y="20524"/>
                </a:cubicBezTo>
                <a:cubicBezTo>
                  <a:pt x="4849297" y="20073"/>
                  <a:pt x="4850446" y="19848"/>
                  <a:pt x="4851751" y="19848"/>
                </a:cubicBezTo>
                <a:cubicBezTo>
                  <a:pt x="4857621" y="19848"/>
                  <a:pt x="4860556" y="24367"/>
                  <a:pt x="4860556" y="33406"/>
                </a:cubicBezTo>
                <a:lnTo>
                  <a:pt x="4860556" y="67465"/>
                </a:lnTo>
                <a:lnTo>
                  <a:pt x="4853102" y="67465"/>
                </a:lnTo>
                <a:close/>
                <a:moveTo>
                  <a:pt x="4911576" y="43237"/>
                </a:moveTo>
                <a:cubicBezTo>
                  <a:pt x="4911576" y="47399"/>
                  <a:pt x="4910994" y="51033"/>
                  <a:pt x="4909829" y="54139"/>
                </a:cubicBezTo>
                <a:cubicBezTo>
                  <a:pt x="4908664" y="57246"/>
                  <a:pt x="4907057" y="59824"/>
                  <a:pt x="4905007" y="61874"/>
                </a:cubicBezTo>
                <a:cubicBezTo>
                  <a:pt x="4902957" y="63924"/>
                  <a:pt x="4900534" y="65461"/>
                  <a:pt x="4897739" y="66486"/>
                </a:cubicBezTo>
                <a:cubicBezTo>
                  <a:pt x="4894943" y="67511"/>
                  <a:pt x="4891915" y="68024"/>
                  <a:pt x="4888653" y="68024"/>
                </a:cubicBezTo>
                <a:cubicBezTo>
                  <a:pt x="4887162" y="68024"/>
                  <a:pt x="4885679" y="67946"/>
                  <a:pt x="4884204" y="67791"/>
                </a:cubicBezTo>
                <a:cubicBezTo>
                  <a:pt x="4882728" y="67635"/>
                  <a:pt x="4881230" y="67371"/>
                  <a:pt x="4879708" y="66999"/>
                </a:cubicBezTo>
                <a:lnTo>
                  <a:pt x="4879708" y="86567"/>
                </a:lnTo>
                <a:lnTo>
                  <a:pt x="4871601" y="86567"/>
                </a:lnTo>
                <a:lnTo>
                  <a:pt x="4871601" y="20687"/>
                </a:lnTo>
                <a:lnTo>
                  <a:pt x="4878822" y="20687"/>
                </a:lnTo>
                <a:lnTo>
                  <a:pt x="4879335" y="28514"/>
                </a:lnTo>
                <a:cubicBezTo>
                  <a:pt x="4881664" y="25315"/>
                  <a:pt x="4884149" y="23071"/>
                  <a:pt x="4886790" y="21782"/>
                </a:cubicBezTo>
                <a:cubicBezTo>
                  <a:pt x="4889430" y="20493"/>
                  <a:pt x="4892287" y="19848"/>
                  <a:pt x="4895362" y="19848"/>
                </a:cubicBezTo>
                <a:cubicBezTo>
                  <a:pt x="4898034" y="19848"/>
                  <a:pt x="4900379" y="20407"/>
                  <a:pt x="4902398" y="21525"/>
                </a:cubicBezTo>
                <a:cubicBezTo>
                  <a:pt x="4904417" y="22644"/>
                  <a:pt x="4906110" y="24220"/>
                  <a:pt x="4907476" y="26254"/>
                </a:cubicBezTo>
                <a:cubicBezTo>
                  <a:pt x="4908843" y="28289"/>
                  <a:pt x="4909868" y="30743"/>
                  <a:pt x="4910551" y="33616"/>
                </a:cubicBezTo>
                <a:cubicBezTo>
                  <a:pt x="4911235" y="36489"/>
                  <a:pt x="4911576" y="39696"/>
                  <a:pt x="4911576" y="43237"/>
                </a:cubicBezTo>
                <a:moveTo>
                  <a:pt x="4903283" y="43610"/>
                </a:moveTo>
                <a:cubicBezTo>
                  <a:pt x="4903283" y="41156"/>
                  <a:pt x="4903104" y="38904"/>
                  <a:pt x="4902747" y="36854"/>
                </a:cubicBezTo>
                <a:cubicBezTo>
                  <a:pt x="4902390" y="34804"/>
                  <a:pt x="4901823" y="33049"/>
                  <a:pt x="4901047" y="31589"/>
                </a:cubicBezTo>
                <a:cubicBezTo>
                  <a:pt x="4900270" y="30129"/>
                  <a:pt x="4899276" y="28988"/>
                  <a:pt x="4898065" y="28165"/>
                </a:cubicBezTo>
                <a:cubicBezTo>
                  <a:pt x="4896853" y="27342"/>
                  <a:pt x="4895409" y="26930"/>
                  <a:pt x="4893732" y="26930"/>
                </a:cubicBezTo>
                <a:cubicBezTo>
                  <a:pt x="4892707" y="26930"/>
                  <a:pt x="4891666" y="27093"/>
                  <a:pt x="4890610" y="27419"/>
                </a:cubicBezTo>
                <a:cubicBezTo>
                  <a:pt x="4889554" y="27745"/>
                  <a:pt x="4888459" y="28289"/>
                  <a:pt x="4887325" y="29050"/>
                </a:cubicBezTo>
                <a:cubicBezTo>
                  <a:pt x="4886192" y="29811"/>
                  <a:pt x="4884996" y="30820"/>
                  <a:pt x="4883738" y="32078"/>
                </a:cubicBezTo>
                <a:cubicBezTo>
                  <a:pt x="4882480" y="33336"/>
                  <a:pt x="4881136" y="34897"/>
                  <a:pt x="4879708" y="36761"/>
                </a:cubicBezTo>
                <a:lnTo>
                  <a:pt x="4879708" y="59451"/>
                </a:lnTo>
                <a:cubicBezTo>
                  <a:pt x="4881199" y="60072"/>
                  <a:pt x="4882767" y="60561"/>
                  <a:pt x="4884413" y="60919"/>
                </a:cubicBezTo>
                <a:cubicBezTo>
                  <a:pt x="4886060" y="61276"/>
                  <a:pt x="4887675" y="61454"/>
                  <a:pt x="4889259" y="61454"/>
                </a:cubicBezTo>
                <a:cubicBezTo>
                  <a:pt x="4893638" y="61454"/>
                  <a:pt x="4897071" y="59971"/>
                  <a:pt x="4899556" y="57005"/>
                </a:cubicBezTo>
                <a:cubicBezTo>
                  <a:pt x="4902041" y="54038"/>
                  <a:pt x="4903283" y="49573"/>
                  <a:pt x="4903283" y="43610"/>
                </a:cubicBezTo>
                <a:close/>
                <a:moveTo>
                  <a:pt x="4964180" y="43703"/>
                </a:moveTo>
                <a:cubicBezTo>
                  <a:pt x="4964180" y="47337"/>
                  <a:pt x="4963668" y="50668"/>
                  <a:pt x="4962643" y="53697"/>
                </a:cubicBezTo>
                <a:cubicBezTo>
                  <a:pt x="4961618" y="56725"/>
                  <a:pt x="4960142" y="59319"/>
                  <a:pt x="4958216" y="61478"/>
                </a:cubicBezTo>
                <a:cubicBezTo>
                  <a:pt x="4956291" y="63636"/>
                  <a:pt x="4953946" y="65314"/>
                  <a:pt x="4951181" y="66510"/>
                </a:cubicBezTo>
                <a:cubicBezTo>
                  <a:pt x="4948417" y="67705"/>
                  <a:pt x="4945280" y="68303"/>
                  <a:pt x="4941770" y="68303"/>
                </a:cubicBezTo>
                <a:cubicBezTo>
                  <a:pt x="4938415" y="68303"/>
                  <a:pt x="4935410" y="67783"/>
                  <a:pt x="4932754" y="66742"/>
                </a:cubicBezTo>
                <a:cubicBezTo>
                  <a:pt x="4930098" y="65702"/>
                  <a:pt x="4927847" y="64172"/>
                  <a:pt x="4925998" y="62153"/>
                </a:cubicBezTo>
                <a:cubicBezTo>
                  <a:pt x="4924150" y="60134"/>
                  <a:pt x="4922737" y="57634"/>
                  <a:pt x="4921759" y="54652"/>
                </a:cubicBezTo>
                <a:cubicBezTo>
                  <a:pt x="4920780" y="51670"/>
                  <a:pt x="4920291" y="48238"/>
                  <a:pt x="4920291" y="44355"/>
                </a:cubicBezTo>
                <a:cubicBezTo>
                  <a:pt x="4920291" y="40721"/>
                  <a:pt x="4920803" y="37405"/>
                  <a:pt x="4921828" y="34408"/>
                </a:cubicBezTo>
                <a:cubicBezTo>
                  <a:pt x="4922853" y="31411"/>
                  <a:pt x="4924329" y="28832"/>
                  <a:pt x="4926255" y="26674"/>
                </a:cubicBezTo>
                <a:cubicBezTo>
                  <a:pt x="4928180" y="24515"/>
                  <a:pt x="4930526" y="22838"/>
                  <a:pt x="4933290" y="21642"/>
                </a:cubicBezTo>
                <a:cubicBezTo>
                  <a:pt x="4936054" y="20446"/>
                  <a:pt x="4939192" y="19848"/>
                  <a:pt x="4942701" y="19848"/>
                </a:cubicBezTo>
                <a:cubicBezTo>
                  <a:pt x="4946056" y="19848"/>
                  <a:pt x="4949061" y="20368"/>
                  <a:pt x="4951717" y="21409"/>
                </a:cubicBezTo>
                <a:cubicBezTo>
                  <a:pt x="4954373" y="22449"/>
                  <a:pt x="4956625" y="23971"/>
                  <a:pt x="4958473" y="25975"/>
                </a:cubicBezTo>
                <a:cubicBezTo>
                  <a:pt x="4960321" y="27978"/>
                  <a:pt x="4961734" y="30471"/>
                  <a:pt x="4962713" y="33453"/>
                </a:cubicBezTo>
                <a:cubicBezTo>
                  <a:pt x="4963691" y="36435"/>
                  <a:pt x="4964180" y="39851"/>
                  <a:pt x="4964180" y="43703"/>
                </a:cubicBezTo>
                <a:moveTo>
                  <a:pt x="4955887" y="44076"/>
                </a:moveTo>
                <a:cubicBezTo>
                  <a:pt x="4955887" y="41187"/>
                  <a:pt x="4955569" y="38663"/>
                  <a:pt x="4954932" y="36505"/>
                </a:cubicBezTo>
                <a:cubicBezTo>
                  <a:pt x="4954295" y="34346"/>
                  <a:pt x="4953386" y="32544"/>
                  <a:pt x="4952206" y="31100"/>
                </a:cubicBezTo>
                <a:cubicBezTo>
                  <a:pt x="4951026" y="29656"/>
                  <a:pt x="4949589" y="28568"/>
                  <a:pt x="4947896" y="27838"/>
                </a:cubicBezTo>
                <a:cubicBezTo>
                  <a:pt x="4946204" y="27109"/>
                  <a:pt x="4944317" y="26744"/>
                  <a:pt x="4942236" y="26744"/>
                </a:cubicBezTo>
                <a:cubicBezTo>
                  <a:pt x="4939813" y="26744"/>
                  <a:pt x="4937739" y="27217"/>
                  <a:pt x="4936016" y="28165"/>
                </a:cubicBezTo>
                <a:cubicBezTo>
                  <a:pt x="4934292" y="29112"/>
                  <a:pt x="4932878" y="30378"/>
                  <a:pt x="4931776" y="31962"/>
                </a:cubicBezTo>
                <a:cubicBezTo>
                  <a:pt x="4930673" y="33546"/>
                  <a:pt x="4929865" y="35386"/>
                  <a:pt x="4929353" y="37483"/>
                </a:cubicBezTo>
                <a:cubicBezTo>
                  <a:pt x="4928840" y="39580"/>
                  <a:pt x="4928584" y="41777"/>
                  <a:pt x="4928584" y="44076"/>
                </a:cubicBezTo>
                <a:cubicBezTo>
                  <a:pt x="4928584" y="46964"/>
                  <a:pt x="4928903" y="49496"/>
                  <a:pt x="4929539" y="51670"/>
                </a:cubicBezTo>
                <a:cubicBezTo>
                  <a:pt x="4930176" y="53844"/>
                  <a:pt x="4931085" y="55654"/>
                  <a:pt x="4932265" y="57098"/>
                </a:cubicBezTo>
                <a:cubicBezTo>
                  <a:pt x="4933445" y="58542"/>
                  <a:pt x="4934874" y="59629"/>
                  <a:pt x="4936551" y="60359"/>
                </a:cubicBezTo>
                <a:cubicBezTo>
                  <a:pt x="4938229" y="61089"/>
                  <a:pt x="4940123" y="61454"/>
                  <a:pt x="4942236" y="61454"/>
                </a:cubicBezTo>
                <a:cubicBezTo>
                  <a:pt x="4944658" y="61454"/>
                  <a:pt x="4946732" y="60981"/>
                  <a:pt x="4948456" y="60033"/>
                </a:cubicBezTo>
                <a:cubicBezTo>
                  <a:pt x="4950179" y="59086"/>
                  <a:pt x="4951593" y="57820"/>
                  <a:pt x="4952695" y="56236"/>
                </a:cubicBezTo>
                <a:cubicBezTo>
                  <a:pt x="4953798" y="54652"/>
                  <a:pt x="4954606" y="52812"/>
                  <a:pt x="4955118" y="50715"/>
                </a:cubicBezTo>
                <a:cubicBezTo>
                  <a:pt x="4955631" y="48618"/>
                  <a:pt x="4955887" y="46405"/>
                  <a:pt x="4955887" y="44076"/>
                </a:cubicBezTo>
                <a:close/>
                <a:moveTo>
                  <a:pt x="4975318" y="20687"/>
                </a:moveTo>
                <a:lnTo>
                  <a:pt x="4982539" y="20687"/>
                </a:lnTo>
                <a:lnTo>
                  <a:pt x="4982865" y="28235"/>
                </a:lnTo>
                <a:cubicBezTo>
                  <a:pt x="4984232" y="26619"/>
                  <a:pt x="4985552" y="25276"/>
                  <a:pt x="4986826" y="24204"/>
                </a:cubicBezTo>
                <a:cubicBezTo>
                  <a:pt x="4988099" y="23133"/>
                  <a:pt x="4989349" y="22271"/>
                  <a:pt x="4990576" y="21619"/>
                </a:cubicBezTo>
                <a:cubicBezTo>
                  <a:pt x="4991803" y="20966"/>
                  <a:pt x="4993054" y="20508"/>
                  <a:pt x="4994327" y="20244"/>
                </a:cubicBezTo>
                <a:cubicBezTo>
                  <a:pt x="4995601" y="19980"/>
                  <a:pt x="4996921" y="19848"/>
                  <a:pt x="4998287" y="19848"/>
                </a:cubicBezTo>
                <a:cubicBezTo>
                  <a:pt x="5003102" y="19848"/>
                  <a:pt x="5006744" y="21269"/>
                  <a:pt x="5009213" y="24111"/>
                </a:cubicBezTo>
                <a:cubicBezTo>
                  <a:pt x="5011682" y="26953"/>
                  <a:pt x="5012917" y="31232"/>
                  <a:pt x="5012917" y="36947"/>
                </a:cubicBezTo>
                <a:lnTo>
                  <a:pt x="5012917" y="67465"/>
                </a:lnTo>
                <a:lnTo>
                  <a:pt x="5004810" y="67465"/>
                </a:lnTo>
                <a:lnTo>
                  <a:pt x="5004810" y="37599"/>
                </a:lnTo>
                <a:cubicBezTo>
                  <a:pt x="5004810" y="33934"/>
                  <a:pt x="5004127" y="31224"/>
                  <a:pt x="5002760" y="29469"/>
                </a:cubicBezTo>
                <a:cubicBezTo>
                  <a:pt x="5001393" y="27714"/>
                  <a:pt x="4999359" y="26837"/>
                  <a:pt x="4996657" y="26837"/>
                </a:cubicBezTo>
                <a:cubicBezTo>
                  <a:pt x="4995663" y="26837"/>
                  <a:pt x="4994692" y="26984"/>
                  <a:pt x="4993745" y="27279"/>
                </a:cubicBezTo>
                <a:cubicBezTo>
                  <a:pt x="4992797" y="27574"/>
                  <a:pt x="4991811" y="28087"/>
                  <a:pt x="4990786" y="28817"/>
                </a:cubicBezTo>
                <a:cubicBezTo>
                  <a:pt x="4989761" y="29547"/>
                  <a:pt x="4988651" y="30533"/>
                  <a:pt x="4987455" y="31775"/>
                </a:cubicBezTo>
                <a:cubicBezTo>
                  <a:pt x="4986259" y="33018"/>
                  <a:pt x="4984916" y="34571"/>
                  <a:pt x="4983425" y="36435"/>
                </a:cubicBezTo>
                <a:lnTo>
                  <a:pt x="4983425" y="67465"/>
                </a:lnTo>
                <a:lnTo>
                  <a:pt x="4975318" y="67465"/>
                </a:lnTo>
                <a:lnTo>
                  <a:pt x="4975318" y="20687"/>
                </a:lnTo>
                <a:close/>
                <a:moveTo>
                  <a:pt x="5066686" y="41606"/>
                </a:moveTo>
                <a:cubicBezTo>
                  <a:pt x="5066686" y="42756"/>
                  <a:pt x="5066670" y="43718"/>
                  <a:pt x="5066639" y="44495"/>
                </a:cubicBezTo>
                <a:cubicBezTo>
                  <a:pt x="5066608" y="45272"/>
                  <a:pt x="5066562" y="46001"/>
                  <a:pt x="5066499" y="46685"/>
                </a:cubicBezTo>
                <a:lnTo>
                  <a:pt x="5033652" y="46685"/>
                </a:lnTo>
                <a:cubicBezTo>
                  <a:pt x="5033652" y="51468"/>
                  <a:pt x="5034988" y="55141"/>
                  <a:pt x="5037659" y="57704"/>
                </a:cubicBezTo>
                <a:cubicBezTo>
                  <a:pt x="5040330" y="60266"/>
                  <a:pt x="5044182" y="61548"/>
                  <a:pt x="5049214" y="61548"/>
                </a:cubicBezTo>
                <a:cubicBezTo>
                  <a:pt x="5050581" y="61548"/>
                  <a:pt x="5051947" y="61492"/>
                  <a:pt x="5053314" y="61382"/>
                </a:cubicBezTo>
                <a:cubicBezTo>
                  <a:pt x="5054681" y="61270"/>
                  <a:pt x="5056001" y="61119"/>
                  <a:pt x="5057274" y="60929"/>
                </a:cubicBezTo>
                <a:cubicBezTo>
                  <a:pt x="5058548" y="60737"/>
                  <a:pt x="5059767" y="60523"/>
                  <a:pt x="5060932" y="60285"/>
                </a:cubicBezTo>
                <a:cubicBezTo>
                  <a:pt x="5062097" y="60046"/>
                  <a:pt x="5063176" y="59784"/>
                  <a:pt x="5064170" y="59497"/>
                </a:cubicBezTo>
                <a:lnTo>
                  <a:pt x="5064170" y="66160"/>
                </a:lnTo>
                <a:cubicBezTo>
                  <a:pt x="5061965" y="66795"/>
                  <a:pt x="5059472" y="67311"/>
                  <a:pt x="5056692" y="67708"/>
                </a:cubicBezTo>
                <a:cubicBezTo>
                  <a:pt x="5053912" y="68105"/>
                  <a:pt x="5051031" y="68303"/>
                  <a:pt x="5048049" y="68303"/>
                </a:cubicBezTo>
                <a:cubicBezTo>
                  <a:pt x="5044042" y="68303"/>
                  <a:pt x="5040594" y="67760"/>
                  <a:pt x="5037706" y="66673"/>
                </a:cubicBezTo>
                <a:cubicBezTo>
                  <a:pt x="5034817" y="65585"/>
                  <a:pt x="5032449" y="64009"/>
                  <a:pt x="5030601" y="61944"/>
                </a:cubicBezTo>
                <a:cubicBezTo>
                  <a:pt x="5028752" y="59878"/>
                  <a:pt x="5027386" y="57347"/>
                  <a:pt x="5026501" y="54349"/>
                </a:cubicBezTo>
                <a:cubicBezTo>
                  <a:pt x="5025615" y="51352"/>
                  <a:pt x="5025173" y="47958"/>
                  <a:pt x="5025173" y="44169"/>
                </a:cubicBezTo>
                <a:cubicBezTo>
                  <a:pt x="5025173" y="40876"/>
                  <a:pt x="5025646" y="37762"/>
                  <a:pt x="5026594" y="34827"/>
                </a:cubicBezTo>
                <a:cubicBezTo>
                  <a:pt x="5027541" y="31892"/>
                  <a:pt x="5028923" y="29314"/>
                  <a:pt x="5030740" y="27093"/>
                </a:cubicBezTo>
                <a:cubicBezTo>
                  <a:pt x="5032557" y="24872"/>
                  <a:pt x="5034786" y="23109"/>
                  <a:pt x="5037426" y="21805"/>
                </a:cubicBezTo>
                <a:cubicBezTo>
                  <a:pt x="5040066" y="20500"/>
                  <a:pt x="5043064" y="19848"/>
                  <a:pt x="5046418" y="19848"/>
                </a:cubicBezTo>
                <a:cubicBezTo>
                  <a:pt x="5049680" y="19848"/>
                  <a:pt x="5052569" y="20361"/>
                  <a:pt x="5055084" y="21386"/>
                </a:cubicBezTo>
                <a:cubicBezTo>
                  <a:pt x="5057600" y="22411"/>
                  <a:pt x="5059720" y="23863"/>
                  <a:pt x="5061444" y="25742"/>
                </a:cubicBezTo>
                <a:cubicBezTo>
                  <a:pt x="5063168" y="27621"/>
                  <a:pt x="5064473" y="29904"/>
                  <a:pt x="5065358" y="32591"/>
                </a:cubicBezTo>
                <a:cubicBezTo>
                  <a:pt x="5066243" y="35278"/>
                  <a:pt x="5066686" y="38283"/>
                  <a:pt x="5066686" y="41606"/>
                </a:cubicBezTo>
                <a:moveTo>
                  <a:pt x="5058253" y="40442"/>
                </a:moveTo>
                <a:cubicBezTo>
                  <a:pt x="5058346" y="38360"/>
                  <a:pt x="5058144" y="36458"/>
                  <a:pt x="5057647" y="34734"/>
                </a:cubicBezTo>
                <a:cubicBezTo>
                  <a:pt x="5057150" y="33010"/>
                  <a:pt x="5056381" y="31527"/>
                  <a:pt x="5055341" y="30285"/>
                </a:cubicBezTo>
                <a:cubicBezTo>
                  <a:pt x="5054300" y="29042"/>
                  <a:pt x="5053003" y="28071"/>
                  <a:pt x="5051450" y="27373"/>
                </a:cubicBezTo>
                <a:cubicBezTo>
                  <a:pt x="5049897" y="26674"/>
                  <a:pt x="5048096" y="26324"/>
                  <a:pt x="5046046" y="26324"/>
                </a:cubicBezTo>
                <a:cubicBezTo>
                  <a:pt x="5044275" y="26324"/>
                  <a:pt x="5042660" y="26666"/>
                  <a:pt x="5041200" y="27349"/>
                </a:cubicBezTo>
                <a:cubicBezTo>
                  <a:pt x="5039740" y="28033"/>
                  <a:pt x="5038482" y="28996"/>
                  <a:pt x="5037426" y="30238"/>
                </a:cubicBezTo>
                <a:cubicBezTo>
                  <a:pt x="5036370" y="31480"/>
                  <a:pt x="5035516" y="32971"/>
                  <a:pt x="5034864" y="34711"/>
                </a:cubicBezTo>
                <a:cubicBezTo>
                  <a:pt x="5034211" y="36450"/>
                  <a:pt x="5033808" y="38360"/>
                  <a:pt x="5033652" y="40442"/>
                </a:cubicBezTo>
                <a:lnTo>
                  <a:pt x="5058253" y="40442"/>
                </a:lnTo>
                <a:close/>
                <a:moveTo>
                  <a:pt x="5079035" y="20687"/>
                </a:moveTo>
                <a:lnTo>
                  <a:pt x="5086256" y="20687"/>
                </a:lnTo>
                <a:lnTo>
                  <a:pt x="5086582" y="28235"/>
                </a:lnTo>
                <a:cubicBezTo>
                  <a:pt x="5087949" y="26619"/>
                  <a:pt x="5089269" y="25276"/>
                  <a:pt x="5090543" y="24204"/>
                </a:cubicBezTo>
                <a:cubicBezTo>
                  <a:pt x="5091816" y="23133"/>
                  <a:pt x="5093066" y="22271"/>
                  <a:pt x="5094293" y="21619"/>
                </a:cubicBezTo>
                <a:cubicBezTo>
                  <a:pt x="5095520" y="20966"/>
                  <a:pt x="5096770" y="20508"/>
                  <a:pt x="5098044" y="20244"/>
                </a:cubicBezTo>
                <a:cubicBezTo>
                  <a:pt x="5099317" y="19980"/>
                  <a:pt x="5100638" y="19848"/>
                  <a:pt x="5102004" y="19848"/>
                </a:cubicBezTo>
                <a:cubicBezTo>
                  <a:pt x="5106819" y="19848"/>
                  <a:pt x="5110461" y="21269"/>
                  <a:pt x="5112930" y="24111"/>
                </a:cubicBezTo>
                <a:cubicBezTo>
                  <a:pt x="5115399" y="26953"/>
                  <a:pt x="5116634" y="31232"/>
                  <a:pt x="5116634" y="36947"/>
                </a:cubicBezTo>
                <a:lnTo>
                  <a:pt x="5116634" y="67465"/>
                </a:lnTo>
                <a:lnTo>
                  <a:pt x="5108527" y="67465"/>
                </a:lnTo>
                <a:lnTo>
                  <a:pt x="5108527" y="37599"/>
                </a:lnTo>
                <a:cubicBezTo>
                  <a:pt x="5108527" y="33934"/>
                  <a:pt x="5107844" y="31224"/>
                  <a:pt x="5106477" y="29469"/>
                </a:cubicBezTo>
                <a:cubicBezTo>
                  <a:pt x="5105110" y="27714"/>
                  <a:pt x="5103076" y="26837"/>
                  <a:pt x="5100374" y="26837"/>
                </a:cubicBezTo>
                <a:cubicBezTo>
                  <a:pt x="5099380" y="26837"/>
                  <a:pt x="5098409" y="26984"/>
                  <a:pt x="5097462" y="27279"/>
                </a:cubicBezTo>
                <a:cubicBezTo>
                  <a:pt x="5096514" y="27574"/>
                  <a:pt x="5095528" y="28087"/>
                  <a:pt x="5094503" y="28817"/>
                </a:cubicBezTo>
                <a:cubicBezTo>
                  <a:pt x="5093478" y="29547"/>
                  <a:pt x="5092368" y="30533"/>
                  <a:pt x="5091172" y="31775"/>
                </a:cubicBezTo>
                <a:cubicBezTo>
                  <a:pt x="5089976" y="33018"/>
                  <a:pt x="5088632" y="34571"/>
                  <a:pt x="5087142" y="36435"/>
                </a:cubicBezTo>
                <a:lnTo>
                  <a:pt x="5087142" y="67465"/>
                </a:lnTo>
                <a:lnTo>
                  <a:pt x="5079035" y="67465"/>
                </a:lnTo>
                <a:lnTo>
                  <a:pt x="5079035" y="20687"/>
                </a:lnTo>
                <a:close/>
                <a:moveTo>
                  <a:pt x="5168586" y="66766"/>
                </a:moveTo>
                <a:cubicBezTo>
                  <a:pt x="5166753" y="67248"/>
                  <a:pt x="5164858" y="67594"/>
                  <a:pt x="5162902" y="67802"/>
                </a:cubicBezTo>
                <a:cubicBezTo>
                  <a:pt x="5160945" y="68012"/>
                  <a:pt x="5158957" y="68117"/>
                  <a:pt x="5156938" y="68117"/>
                </a:cubicBezTo>
                <a:cubicBezTo>
                  <a:pt x="5151067" y="68117"/>
                  <a:pt x="5146688" y="66789"/>
                  <a:pt x="5143799" y="64133"/>
                </a:cubicBezTo>
                <a:cubicBezTo>
                  <a:pt x="5140910" y="61478"/>
                  <a:pt x="5139466" y="57401"/>
                  <a:pt x="5139466" y="51903"/>
                </a:cubicBezTo>
                <a:lnTo>
                  <a:pt x="5139466" y="27489"/>
                </a:lnTo>
                <a:lnTo>
                  <a:pt x="5126374" y="27489"/>
                </a:lnTo>
                <a:lnTo>
                  <a:pt x="5126374" y="20687"/>
                </a:lnTo>
                <a:lnTo>
                  <a:pt x="5139466" y="20687"/>
                </a:lnTo>
                <a:lnTo>
                  <a:pt x="5139466" y="7787"/>
                </a:lnTo>
                <a:lnTo>
                  <a:pt x="5147573" y="5684"/>
                </a:lnTo>
                <a:lnTo>
                  <a:pt x="5147573" y="20687"/>
                </a:lnTo>
                <a:lnTo>
                  <a:pt x="5168586" y="20687"/>
                </a:lnTo>
                <a:lnTo>
                  <a:pt x="5168586" y="27489"/>
                </a:lnTo>
                <a:lnTo>
                  <a:pt x="5147573" y="27489"/>
                </a:lnTo>
                <a:lnTo>
                  <a:pt x="5147573" y="51251"/>
                </a:lnTo>
                <a:cubicBezTo>
                  <a:pt x="5147573" y="54605"/>
                  <a:pt x="5148466" y="57114"/>
                  <a:pt x="5150252" y="58775"/>
                </a:cubicBezTo>
                <a:cubicBezTo>
                  <a:pt x="5152038" y="60437"/>
                  <a:pt x="5154670" y="61268"/>
                  <a:pt x="5158149" y="61268"/>
                </a:cubicBezTo>
                <a:cubicBezTo>
                  <a:pt x="5159640" y="61268"/>
                  <a:pt x="5161271" y="61148"/>
                  <a:pt x="5163041" y="60908"/>
                </a:cubicBezTo>
                <a:cubicBezTo>
                  <a:pt x="5164812" y="60668"/>
                  <a:pt x="5166660" y="60291"/>
                  <a:pt x="5168586" y="59777"/>
                </a:cubicBezTo>
                <a:lnTo>
                  <a:pt x="5168586" y="66766"/>
                </a:lnTo>
                <a:close/>
                <a:moveTo>
                  <a:pt x="5201328" y="52788"/>
                </a:moveTo>
                <a:cubicBezTo>
                  <a:pt x="5202384" y="52788"/>
                  <a:pt x="5203386" y="52990"/>
                  <a:pt x="5204334" y="53394"/>
                </a:cubicBezTo>
                <a:cubicBezTo>
                  <a:pt x="5205281" y="53798"/>
                  <a:pt x="5206104" y="54357"/>
                  <a:pt x="5206803" y="55071"/>
                </a:cubicBezTo>
                <a:cubicBezTo>
                  <a:pt x="5207502" y="55786"/>
                  <a:pt x="5208053" y="56617"/>
                  <a:pt x="5208457" y="57564"/>
                </a:cubicBezTo>
                <a:cubicBezTo>
                  <a:pt x="5208861" y="58511"/>
                  <a:pt x="5209063" y="59529"/>
                  <a:pt x="5209063" y="60616"/>
                </a:cubicBezTo>
                <a:cubicBezTo>
                  <a:pt x="5209063" y="61672"/>
                  <a:pt x="5208861" y="62666"/>
                  <a:pt x="5208457" y="63598"/>
                </a:cubicBezTo>
                <a:cubicBezTo>
                  <a:pt x="5208053" y="64529"/>
                  <a:pt x="5207502" y="65345"/>
                  <a:pt x="5206803" y="66044"/>
                </a:cubicBezTo>
                <a:cubicBezTo>
                  <a:pt x="5206104" y="66742"/>
                  <a:pt x="5205281" y="67294"/>
                  <a:pt x="5204334" y="67698"/>
                </a:cubicBezTo>
                <a:cubicBezTo>
                  <a:pt x="5203386" y="68101"/>
                  <a:pt x="5202384" y="68303"/>
                  <a:pt x="5201328" y="68303"/>
                </a:cubicBezTo>
                <a:cubicBezTo>
                  <a:pt x="5200241" y="68303"/>
                  <a:pt x="5199232" y="68101"/>
                  <a:pt x="5198300" y="67698"/>
                </a:cubicBezTo>
                <a:cubicBezTo>
                  <a:pt x="5197368" y="67294"/>
                  <a:pt x="5196553" y="66742"/>
                  <a:pt x="5195854" y="66044"/>
                </a:cubicBezTo>
                <a:cubicBezTo>
                  <a:pt x="5195155" y="65345"/>
                  <a:pt x="5194604" y="64529"/>
                  <a:pt x="5194200" y="63598"/>
                </a:cubicBezTo>
                <a:cubicBezTo>
                  <a:pt x="5193796" y="62666"/>
                  <a:pt x="5193594" y="61672"/>
                  <a:pt x="5193594" y="60616"/>
                </a:cubicBezTo>
                <a:cubicBezTo>
                  <a:pt x="5193594" y="59529"/>
                  <a:pt x="5193796" y="58511"/>
                  <a:pt x="5194200" y="57564"/>
                </a:cubicBezTo>
                <a:cubicBezTo>
                  <a:pt x="5194604" y="56617"/>
                  <a:pt x="5195155" y="55786"/>
                  <a:pt x="5195854" y="55071"/>
                </a:cubicBezTo>
                <a:cubicBezTo>
                  <a:pt x="5196553" y="54357"/>
                  <a:pt x="5197368" y="53798"/>
                  <a:pt x="5198300" y="53394"/>
                </a:cubicBezTo>
                <a:cubicBezTo>
                  <a:pt x="5199232" y="52990"/>
                  <a:pt x="5200241" y="52788"/>
                  <a:pt x="5201328" y="52788"/>
                </a:cubicBezTo>
                <a:close/>
                <a:moveTo>
                  <a:pt x="5330754" y="13605"/>
                </a:moveTo>
                <a:lnTo>
                  <a:pt x="5312723" y="13605"/>
                </a:lnTo>
                <a:lnTo>
                  <a:pt x="5312723" y="67465"/>
                </a:lnTo>
                <a:lnTo>
                  <a:pt x="5304336" y="67465"/>
                </a:lnTo>
                <a:lnTo>
                  <a:pt x="5304336" y="13605"/>
                </a:lnTo>
                <a:lnTo>
                  <a:pt x="5286305" y="13605"/>
                </a:lnTo>
                <a:lnTo>
                  <a:pt x="5286305" y="6523"/>
                </a:lnTo>
                <a:lnTo>
                  <a:pt x="5330754" y="6523"/>
                </a:lnTo>
                <a:lnTo>
                  <a:pt x="5330754" y="13605"/>
                </a:lnTo>
                <a:close/>
                <a:moveTo>
                  <a:pt x="5379211" y="67465"/>
                </a:moveTo>
                <a:lnTo>
                  <a:pt x="5371104" y="67465"/>
                </a:lnTo>
                <a:lnTo>
                  <a:pt x="5371104" y="37599"/>
                </a:lnTo>
                <a:cubicBezTo>
                  <a:pt x="5371104" y="33996"/>
                  <a:pt x="5370428" y="31302"/>
                  <a:pt x="5369077" y="29516"/>
                </a:cubicBezTo>
                <a:cubicBezTo>
                  <a:pt x="5367726" y="27730"/>
                  <a:pt x="5365792" y="26837"/>
                  <a:pt x="5363277" y="26837"/>
                </a:cubicBezTo>
                <a:cubicBezTo>
                  <a:pt x="5362189" y="26837"/>
                  <a:pt x="5361172" y="26984"/>
                  <a:pt x="5360225" y="27279"/>
                </a:cubicBezTo>
                <a:cubicBezTo>
                  <a:pt x="5359277" y="27574"/>
                  <a:pt x="5358291" y="28087"/>
                  <a:pt x="5357266" y="28817"/>
                </a:cubicBezTo>
                <a:cubicBezTo>
                  <a:pt x="5356241" y="29547"/>
                  <a:pt x="5355123" y="30533"/>
                  <a:pt x="5353912" y="31775"/>
                </a:cubicBezTo>
                <a:cubicBezTo>
                  <a:pt x="5352700" y="33018"/>
                  <a:pt x="5351302" y="34571"/>
                  <a:pt x="5349718" y="36435"/>
                </a:cubicBezTo>
                <a:lnTo>
                  <a:pt x="5349718" y="67465"/>
                </a:lnTo>
                <a:lnTo>
                  <a:pt x="5341611" y="67465"/>
                </a:lnTo>
                <a:lnTo>
                  <a:pt x="5341611" y="1584"/>
                </a:lnTo>
                <a:lnTo>
                  <a:pt x="5349718" y="1584"/>
                </a:lnTo>
                <a:lnTo>
                  <a:pt x="5349718" y="20674"/>
                </a:lnTo>
                <a:lnTo>
                  <a:pt x="5349439" y="28048"/>
                </a:lnTo>
                <a:cubicBezTo>
                  <a:pt x="5350712" y="26526"/>
                  <a:pt x="5351963" y="25245"/>
                  <a:pt x="5353189" y="24204"/>
                </a:cubicBezTo>
                <a:cubicBezTo>
                  <a:pt x="5354416" y="23164"/>
                  <a:pt x="5355643" y="22317"/>
                  <a:pt x="5356870" y="21665"/>
                </a:cubicBezTo>
                <a:cubicBezTo>
                  <a:pt x="5358097" y="21013"/>
                  <a:pt x="5359347" y="20547"/>
                  <a:pt x="5360621" y="20267"/>
                </a:cubicBezTo>
                <a:cubicBezTo>
                  <a:pt x="5361894" y="19988"/>
                  <a:pt x="5363214" y="19848"/>
                  <a:pt x="5364581" y="19848"/>
                </a:cubicBezTo>
                <a:cubicBezTo>
                  <a:pt x="5369240" y="19848"/>
                  <a:pt x="5372843" y="21269"/>
                  <a:pt x="5375390" y="24111"/>
                </a:cubicBezTo>
                <a:cubicBezTo>
                  <a:pt x="5377937" y="26953"/>
                  <a:pt x="5379211" y="31232"/>
                  <a:pt x="5379211" y="36947"/>
                </a:cubicBezTo>
                <a:lnTo>
                  <a:pt x="5379211" y="67465"/>
                </a:lnTo>
                <a:close/>
                <a:moveTo>
                  <a:pt x="5409404" y="27396"/>
                </a:moveTo>
                <a:lnTo>
                  <a:pt x="5395567" y="27396"/>
                </a:lnTo>
                <a:lnTo>
                  <a:pt x="5395567" y="20687"/>
                </a:lnTo>
                <a:lnTo>
                  <a:pt x="5417604" y="20687"/>
                </a:lnTo>
                <a:lnTo>
                  <a:pt x="5417604" y="60709"/>
                </a:lnTo>
                <a:lnTo>
                  <a:pt x="5431535" y="60709"/>
                </a:lnTo>
                <a:lnTo>
                  <a:pt x="5431535" y="67465"/>
                </a:lnTo>
                <a:lnTo>
                  <a:pt x="5394029" y="67465"/>
                </a:lnTo>
                <a:lnTo>
                  <a:pt x="5394029" y="60709"/>
                </a:lnTo>
                <a:lnTo>
                  <a:pt x="5409404" y="60709"/>
                </a:lnTo>
                <a:lnTo>
                  <a:pt x="5409404" y="27396"/>
                </a:lnTo>
                <a:moveTo>
                  <a:pt x="5412246" y="1025"/>
                </a:moveTo>
                <a:cubicBezTo>
                  <a:pt x="5413147" y="1025"/>
                  <a:pt x="5413986" y="1188"/>
                  <a:pt x="5414762" y="1514"/>
                </a:cubicBezTo>
                <a:cubicBezTo>
                  <a:pt x="5415539" y="1840"/>
                  <a:pt x="5416214" y="2299"/>
                  <a:pt x="5416789" y="2889"/>
                </a:cubicBezTo>
                <a:cubicBezTo>
                  <a:pt x="5417364" y="3479"/>
                  <a:pt x="5417814" y="4154"/>
                  <a:pt x="5418140" y="4915"/>
                </a:cubicBezTo>
                <a:cubicBezTo>
                  <a:pt x="5418466" y="5676"/>
                  <a:pt x="5418629" y="6507"/>
                  <a:pt x="5418629" y="7408"/>
                </a:cubicBezTo>
                <a:cubicBezTo>
                  <a:pt x="5418629" y="8278"/>
                  <a:pt x="5418466" y="9101"/>
                  <a:pt x="5418140" y="9877"/>
                </a:cubicBezTo>
                <a:cubicBezTo>
                  <a:pt x="5417814" y="10654"/>
                  <a:pt x="5417364" y="11337"/>
                  <a:pt x="5416789" y="11927"/>
                </a:cubicBezTo>
                <a:cubicBezTo>
                  <a:pt x="5416214" y="12518"/>
                  <a:pt x="5415539" y="12976"/>
                  <a:pt x="5414762" y="13302"/>
                </a:cubicBezTo>
                <a:cubicBezTo>
                  <a:pt x="5413986" y="13628"/>
                  <a:pt x="5413147" y="13791"/>
                  <a:pt x="5412246" y="13791"/>
                </a:cubicBezTo>
                <a:cubicBezTo>
                  <a:pt x="5411346" y="13791"/>
                  <a:pt x="5410507" y="13628"/>
                  <a:pt x="5409730" y="13302"/>
                </a:cubicBezTo>
                <a:cubicBezTo>
                  <a:pt x="5408954" y="12976"/>
                  <a:pt x="5408278" y="12518"/>
                  <a:pt x="5407704" y="11927"/>
                </a:cubicBezTo>
                <a:cubicBezTo>
                  <a:pt x="5407129" y="11337"/>
                  <a:pt x="5406679" y="10654"/>
                  <a:pt x="5406352" y="9877"/>
                </a:cubicBezTo>
                <a:cubicBezTo>
                  <a:pt x="5406026" y="9101"/>
                  <a:pt x="5405863" y="8278"/>
                  <a:pt x="5405863" y="7408"/>
                </a:cubicBezTo>
                <a:cubicBezTo>
                  <a:pt x="5405863" y="6507"/>
                  <a:pt x="5406026" y="5676"/>
                  <a:pt x="5406352" y="4915"/>
                </a:cubicBezTo>
                <a:cubicBezTo>
                  <a:pt x="5406679" y="4154"/>
                  <a:pt x="5407129" y="3479"/>
                  <a:pt x="5407704" y="2889"/>
                </a:cubicBezTo>
                <a:cubicBezTo>
                  <a:pt x="5408278" y="2299"/>
                  <a:pt x="5408954" y="1840"/>
                  <a:pt x="5409730" y="1514"/>
                </a:cubicBezTo>
                <a:cubicBezTo>
                  <a:pt x="5410507" y="1188"/>
                  <a:pt x="5411346" y="1025"/>
                  <a:pt x="5412246" y="1025"/>
                </a:cubicBezTo>
                <a:close/>
                <a:moveTo>
                  <a:pt x="5482369" y="54699"/>
                </a:moveTo>
                <a:cubicBezTo>
                  <a:pt x="5482369" y="56345"/>
                  <a:pt x="5482089" y="57820"/>
                  <a:pt x="5481530" y="59125"/>
                </a:cubicBezTo>
                <a:cubicBezTo>
                  <a:pt x="5480971" y="60429"/>
                  <a:pt x="5480210" y="61586"/>
                  <a:pt x="5479247" y="62596"/>
                </a:cubicBezTo>
                <a:cubicBezTo>
                  <a:pt x="5478284" y="63605"/>
                  <a:pt x="5477166" y="64467"/>
                  <a:pt x="5475892" y="65182"/>
                </a:cubicBezTo>
                <a:cubicBezTo>
                  <a:pt x="5474619" y="65896"/>
                  <a:pt x="5473260" y="66486"/>
                  <a:pt x="5471816" y="66952"/>
                </a:cubicBezTo>
                <a:cubicBezTo>
                  <a:pt x="5470371" y="67418"/>
                  <a:pt x="5468888" y="67760"/>
                  <a:pt x="5467366" y="67977"/>
                </a:cubicBezTo>
                <a:cubicBezTo>
                  <a:pt x="5465844" y="68195"/>
                  <a:pt x="5464353" y="68303"/>
                  <a:pt x="5462893" y="68303"/>
                </a:cubicBezTo>
                <a:cubicBezTo>
                  <a:pt x="5459725" y="68303"/>
                  <a:pt x="5456813" y="68164"/>
                  <a:pt x="5454157" y="67884"/>
                </a:cubicBezTo>
                <a:cubicBezTo>
                  <a:pt x="5451502" y="67604"/>
                  <a:pt x="5448900" y="67154"/>
                  <a:pt x="5446353" y="66533"/>
                </a:cubicBezTo>
                <a:lnTo>
                  <a:pt x="5446353" y="59078"/>
                </a:lnTo>
                <a:cubicBezTo>
                  <a:pt x="5449087" y="59855"/>
                  <a:pt x="5451805" y="60445"/>
                  <a:pt x="5454507" y="60849"/>
                </a:cubicBezTo>
                <a:cubicBezTo>
                  <a:pt x="5457209" y="61252"/>
                  <a:pt x="5459896" y="61454"/>
                  <a:pt x="5462567" y="61454"/>
                </a:cubicBezTo>
                <a:cubicBezTo>
                  <a:pt x="5466450" y="61454"/>
                  <a:pt x="5469323" y="60926"/>
                  <a:pt x="5471187" y="59870"/>
                </a:cubicBezTo>
                <a:cubicBezTo>
                  <a:pt x="5473050" y="58814"/>
                  <a:pt x="5473982" y="57308"/>
                  <a:pt x="5473982" y="55351"/>
                </a:cubicBezTo>
                <a:cubicBezTo>
                  <a:pt x="5473982" y="54512"/>
                  <a:pt x="5473835" y="53759"/>
                  <a:pt x="5473540" y="53091"/>
                </a:cubicBezTo>
                <a:cubicBezTo>
                  <a:pt x="5473245" y="52423"/>
                  <a:pt x="5472709" y="51787"/>
                  <a:pt x="5471932" y="51181"/>
                </a:cubicBezTo>
                <a:cubicBezTo>
                  <a:pt x="5471156" y="50575"/>
                  <a:pt x="5469952" y="49946"/>
                  <a:pt x="5468321" y="49294"/>
                </a:cubicBezTo>
                <a:cubicBezTo>
                  <a:pt x="5466691" y="48642"/>
                  <a:pt x="5464462" y="47896"/>
                  <a:pt x="5461635" y="47058"/>
                </a:cubicBezTo>
                <a:cubicBezTo>
                  <a:pt x="5459523" y="46436"/>
                  <a:pt x="5457574" y="45730"/>
                  <a:pt x="5455788" y="44938"/>
                </a:cubicBezTo>
                <a:cubicBezTo>
                  <a:pt x="5454002" y="44146"/>
                  <a:pt x="5452457" y="43206"/>
                  <a:pt x="5451152" y="42119"/>
                </a:cubicBezTo>
                <a:cubicBezTo>
                  <a:pt x="5449848" y="41032"/>
                  <a:pt x="5448823" y="39758"/>
                  <a:pt x="5448077" y="38298"/>
                </a:cubicBezTo>
                <a:cubicBezTo>
                  <a:pt x="5447332" y="36838"/>
                  <a:pt x="5446959" y="35115"/>
                  <a:pt x="5446959" y="33127"/>
                </a:cubicBezTo>
                <a:cubicBezTo>
                  <a:pt x="5446959" y="31822"/>
                  <a:pt x="5447262" y="30393"/>
                  <a:pt x="5447868" y="28840"/>
                </a:cubicBezTo>
                <a:cubicBezTo>
                  <a:pt x="5448473" y="27287"/>
                  <a:pt x="5449506" y="25843"/>
                  <a:pt x="5450966" y="24507"/>
                </a:cubicBezTo>
                <a:cubicBezTo>
                  <a:pt x="5452426" y="23172"/>
                  <a:pt x="5454398" y="22061"/>
                  <a:pt x="5456883" y="21176"/>
                </a:cubicBezTo>
                <a:cubicBezTo>
                  <a:pt x="5459368" y="20291"/>
                  <a:pt x="5462474" y="19848"/>
                  <a:pt x="5466201" y="19848"/>
                </a:cubicBezTo>
                <a:cubicBezTo>
                  <a:pt x="5468034" y="19848"/>
                  <a:pt x="5470069" y="19949"/>
                  <a:pt x="5472305" y="20151"/>
                </a:cubicBezTo>
                <a:cubicBezTo>
                  <a:pt x="5474541" y="20353"/>
                  <a:pt x="5476871" y="20702"/>
                  <a:pt x="5479294" y="21199"/>
                </a:cubicBezTo>
                <a:lnTo>
                  <a:pt x="5479294" y="28421"/>
                </a:lnTo>
                <a:cubicBezTo>
                  <a:pt x="5476747" y="27800"/>
                  <a:pt x="5474332" y="27342"/>
                  <a:pt x="5472049" y="27046"/>
                </a:cubicBezTo>
                <a:cubicBezTo>
                  <a:pt x="5469766" y="26751"/>
                  <a:pt x="5467786" y="26604"/>
                  <a:pt x="5466108" y="26604"/>
                </a:cubicBezTo>
                <a:cubicBezTo>
                  <a:pt x="5464089" y="26604"/>
                  <a:pt x="5462389" y="26759"/>
                  <a:pt x="5461006" y="27070"/>
                </a:cubicBezTo>
                <a:cubicBezTo>
                  <a:pt x="5459624" y="27380"/>
                  <a:pt x="5458506" y="27807"/>
                  <a:pt x="5457652" y="28351"/>
                </a:cubicBezTo>
                <a:cubicBezTo>
                  <a:pt x="5456798" y="28895"/>
                  <a:pt x="5456184" y="29531"/>
                  <a:pt x="5455811" y="30261"/>
                </a:cubicBezTo>
                <a:cubicBezTo>
                  <a:pt x="5455439" y="30991"/>
                  <a:pt x="5455252" y="31775"/>
                  <a:pt x="5455252" y="32614"/>
                </a:cubicBezTo>
                <a:cubicBezTo>
                  <a:pt x="5455252" y="33453"/>
                  <a:pt x="5455415" y="34214"/>
                  <a:pt x="5455742" y="34897"/>
                </a:cubicBezTo>
                <a:cubicBezTo>
                  <a:pt x="5456068" y="35580"/>
                  <a:pt x="5456673" y="36241"/>
                  <a:pt x="5457559" y="36877"/>
                </a:cubicBezTo>
                <a:cubicBezTo>
                  <a:pt x="5458444" y="37514"/>
                  <a:pt x="5459679" y="38151"/>
                  <a:pt x="5461263" y="38788"/>
                </a:cubicBezTo>
                <a:cubicBezTo>
                  <a:pt x="5462847" y="39424"/>
                  <a:pt x="5464912" y="40115"/>
                  <a:pt x="5467459" y="40861"/>
                </a:cubicBezTo>
                <a:cubicBezTo>
                  <a:pt x="5470224" y="41668"/>
                  <a:pt x="5472553" y="42515"/>
                  <a:pt x="5474448" y="43400"/>
                </a:cubicBezTo>
                <a:cubicBezTo>
                  <a:pt x="5476343" y="44285"/>
                  <a:pt x="5477880" y="45272"/>
                  <a:pt x="5479061" y="46359"/>
                </a:cubicBezTo>
                <a:cubicBezTo>
                  <a:pt x="5480241" y="47446"/>
                  <a:pt x="5481087" y="48673"/>
                  <a:pt x="5481600" y="50039"/>
                </a:cubicBezTo>
                <a:cubicBezTo>
                  <a:pt x="5482112" y="51406"/>
                  <a:pt x="5482369" y="52959"/>
                  <a:pt x="5482369" y="54699"/>
                </a:cubicBezTo>
                <a:close/>
                <a:moveTo>
                  <a:pt x="5588498" y="65741"/>
                </a:moveTo>
                <a:cubicBezTo>
                  <a:pt x="5586386" y="66548"/>
                  <a:pt x="5584220" y="67146"/>
                  <a:pt x="5581999" y="67535"/>
                </a:cubicBezTo>
                <a:cubicBezTo>
                  <a:pt x="5579778" y="67923"/>
                  <a:pt x="5577487" y="68117"/>
                  <a:pt x="5575127" y="68117"/>
                </a:cubicBezTo>
                <a:cubicBezTo>
                  <a:pt x="5567734" y="68117"/>
                  <a:pt x="5562042" y="66113"/>
                  <a:pt x="5558051" y="62107"/>
                </a:cubicBezTo>
                <a:cubicBezTo>
                  <a:pt x="5554059" y="58100"/>
                  <a:pt x="5552064" y="52245"/>
                  <a:pt x="5552064" y="44542"/>
                </a:cubicBezTo>
                <a:cubicBezTo>
                  <a:pt x="5552064" y="40845"/>
                  <a:pt x="5552638" y="37491"/>
                  <a:pt x="5553788" y="34478"/>
                </a:cubicBezTo>
                <a:cubicBezTo>
                  <a:pt x="5554937" y="31465"/>
                  <a:pt x="5556552" y="28887"/>
                  <a:pt x="5558633" y="26744"/>
                </a:cubicBezTo>
                <a:cubicBezTo>
                  <a:pt x="5560714" y="24600"/>
                  <a:pt x="5563199" y="22946"/>
                  <a:pt x="5566088" y="21782"/>
                </a:cubicBezTo>
                <a:cubicBezTo>
                  <a:pt x="5568976" y="20617"/>
                  <a:pt x="5572160" y="20034"/>
                  <a:pt x="5575639" y="20034"/>
                </a:cubicBezTo>
                <a:cubicBezTo>
                  <a:pt x="5578062" y="20034"/>
                  <a:pt x="5580329" y="20209"/>
                  <a:pt x="5582441" y="20559"/>
                </a:cubicBezTo>
                <a:cubicBezTo>
                  <a:pt x="5584554" y="20907"/>
                  <a:pt x="5586573" y="21478"/>
                  <a:pt x="5588498" y="22271"/>
                </a:cubicBezTo>
                <a:lnTo>
                  <a:pt x="5588498" y="30005"/>
                </a:lnTo>
                <a:cubicBezTo>
                  <a:pt x="5586479" y="28932"/>
                  <a:pt x="5584422" y="28152"/>
                  <a:pt x="5582325" y="27664"/>
                </a:cubicBezTo>
                <a:cubicBezTo>
                  <a:pt x="5580228" y="27175"/>
                  <a:pt x="5578062" y="26930"/>
                  <a:pt x="5575825" y="26930"/>
                </a:cubicBezTo>
                <a:cubicBezTo>
                  <a:pt x="5573744" y="26930"/>
                  <a:pt x="5571780" y="27326"/>
                  <a:pt x="5569932" y="28118"/>
                </a:cubicBezTo>
                <a:cubicBezTo>
                  <a:pt x="5568083" y="28910"/>
                  <a:pt x="5566460" y="30052"/>
                  <a:pt x="5565063" y="31543"/>
                </a:cubicBezTo>
                <a:cubicBezTo>
                  <a:pt x="5563665" y="33033"/>
                  <a:pt x="5562562" y="34851"/>
                  <a:pt x="5561755" y="36994"/>
                </a:cubicBezTo>
                <a:cubicBezTo>
                  <a:pt x="5560947" y="39137"/>
                  <a:pt x="5560543" y="41560"/>
                  <a:pt x="5560543" y="44262"/>
                </a:cubicBezTo>
                <a:cubicBezTo>
                  <a:pt x="5560543" y="49915"/>
                  <a:pt x="5561918" y="54147"/>
                  <a:pt x="5564667" y="56958"/>
                </a:cubicBezTo>
                <a:cubicBezTo>
                  <a:pt x="5567416" y="59769"/>
                  <a:pt x="5571228" y="61175"/>
                  <a:pt x="5576105" y="61175"/>
                </a:cubicBezTo>
                <a:cubicBezTo>
                  <a:pt x="5578310" y="61175"/>
                  <a:pt x="5580446" y="60926"/>
                  <a:pt x="5582511" y="60429"/>
                </a:cubicBezTo>
                <a:cubicBezTo>
                  <a:pt x="5584577" y="59932"/>
                  <a:pt x="5586573" y="59187"/>
                  <a:pt x="5588498" y="58193"/>
                </a:cubicBezTo>
                <a:lnTo>
                  <a:pt x="5588498" y="65741"/>
                </a:lnTo>
                <a:close/>
                <a:moveTo>
                  <a:pt x="5644736" y="43703"/>
                </a:moveTo>
                <a:cubicBezTo>
                  <a:pt x="5644736" y="47337"/>
                  <a:pt x="5644224" y="50668"/>
                  <a:pt x="5643199" y="53697"/>
                </a:cubicBezTo>
                <a:cubicBezTo>
                  <a:pt x="5642174" y="56725"/>
                  <a:pt x="5640698" y="59319"/>
                  <a:pt x="5638773" y="61478"/>
                </a:cubicBezTo>
                <a:cubicBezTo>
                  <a:pt x="5636847" y="63636"/>
                  <a:pt x="5634502" y="65314"/>
                  <a:pt x="5631737" y="66510"/>
                </a:cubicBezTo>
                <a:cubicBezTo>
                  <a:pt x="5628973" y="67705"/>
                  <a:pt x="5625836" y="68303"/>
                  <a:pt x="5622326" y="68303"/>
                </a:cubicBezTo>
                <a:cubicBezTo>
                  <a:pt x="5618971" y="68303"/>
                  <a:pt x="5615966" y="67783"/>
                  <a:pt x="5613310" y="66742"/>
                </a:cubicBezTo>
                <a:cubicBezTo>
                  <a:pt x="5610655" y="65702"/>
                  <a:pt x="5608403" y="64172"/>
                  <a:pt x="5606555" y="62153"/>
                </a:cubicBezTo>
                <a:cubicBezTo>
                  <a:pt x="5604706" y="60134"/>
                  <a:pt x="5603293" y="57634"/>
                  <a:pt x="5602315" y="54652"/>
                </a:cubicBezTo>
                <a:cubicBezTo>
                  <a:pt x="5601336" y="51670"/>
                  <a:pt x="5600847" y="48238"/>
                  <a:pt x="5600847" y="44355"/>
                </a:cubicBezTo>
                <a:cubicBezTo>
                  <a:pt x="5600847" y="40721"/>
                  <a:pt x="5601360" y="37405"/>
                  <a:pt x="5602385" y="34408"/>
                </a:cubicBezTo>
                <a:cubicBezTo>
                  <a:pt x="5603410" y="31411"/>
                  <a:pt x="5604885" y="28832"/>
                  <a:pt x="5606811" y="26674"/>
                </a:cubicBezTo>
                <a:cubicBezTo>
                  <a:pt x="5608737" y="24515"/>
                  <a:pt x="5611082" y="22838"/>
                  <a:pt x="5613846" y="21642"/>
                </a:cubicBezTo>
                <a:cubicBezTo>
                  <a:pt x="5616611" y="20446"/>
                  <a:pt x="5619748" y="19848"/>
                  <a:pt x="5623258" y="19848"/>
                </a:cubicBezTo>
                <a:cubicBezTo>
                  <a:pt x="5626612" y="19848"/>
                  <a:pt x="5629617" y="20368"/>
                  <a:pt x="5632273" y="21409"/>
                </a:cubicBezTo>
                <a:cubicBezTo>
                  <a:pt x="5634929" y="22449"/>
                  <a:pt x="5637181" y="23971"/>
                  <a:pt x="5639029" y="25975"/>
                </a:cubicBezTo>
                <a:cubicBezTo>
                  <a:pt x="5640877" y="27978"/>
                  <a:pt x="5642290" y="30471"/>
                  <a:pt x="5643269" y="33453"/>
                </a:cubicBezTo>
                <a:cubicBezTo>
                  <a:pt x="5644247" y="36435"/>
                  <a:pt x="5644736" y="39851"/>
                  <a:pt x="5644736" y="43703"/>
                </a:cubicBezTo>
                <a:moveTo>
                  <a:pt x="5636443" y="44076"/>
                </a:moveTo>
                <a:cubicBezTo>
                  <a:pt x="5636443" y="41187"/>
                  <a:pt x="5636125" y="38663"/>
                  <a:pt x="5635488" y="36505"/>
                </a:cubicBezTo>
                <a:cubicBezTo>
                  <a:pt x="5634851" y="34346"/>
                  <a:pt x="5633943" y="32544"/>
                  <a:pt x="5632762" y="31100"/>
                </a:cubicBezTo>
                <a:cubicBezTo>
                  <a:pt x="5631582" y="29656"/>
                  <a:pt x="5630145" y="28568"/>
                  <a:pt x="5628453" y="27838"/>
                </a:cubicBezTo>
                <a:cubicBezTo>
                  <a:pt x="5626760" y="27109"/>
                  <a:pt x="5624873" y="26744"/>
                  <a:pt x="5622792" y="26744"/>
                </a:cubicBezTo>
                <a:cubicBezTo>
                  <a:pt x="5620369" y="26744"/>
                  <a:pt x="5618296" y="27217"/>
                  <a:pt x="5616572" y="28165"/>
                </a:cubicBezTo>
                <a:cubicBezTo>
                  <a:pt x="5614848" y="29112"/>
                  <a:pt x="5613435" y="30378"/>
                  <a:pt x="5612332" y="31962"/>
                </a:cubicBezTo>
                <a:cubicBezTo>
                  <a:pt x="5611229" y="33546"/>
                  <a:pt x="5610422" y="35386"/>
                  <a:pt x="5609909" y="37483"/>
                </a:cubicBezTo>
                <a:cubicBezTo>
                  <a:pt x="5609397" y="39580"/>
                  <a:pt x="5609140" y="41777"/>
                  <a:pt x="5609140" y="44076"/>
                </a:cubicBezTo>
                <a:cubicBezTo>
                  <a:pt x="5609140" y="46964"/>
                  <a:pt x="5609459" y="49496"/>
                  <a:pt x="5610096" y="51670"/>
                </a:cubicBezTo>
                <a:cubicBezTo>
                  <a:pt x="5610732" y="53844"/>
                  <a:pt x="5611641" y="55654"/>
                  <a:pt x="5612821" y="57098"/>
                </a:cubicBezTo>
                <a:cubicBezTo>
                  <a:pt x="5614001" y="58542"/>
                  <a:pt x="5615430" y="59629"/>
                  <a:pt x="5617108" y="60359"/>
                </a:cubicBezTo>
                <a:cubicBezTo>
                  <a:pt x="5618785" y="61089"/>
                  <a:pt x="5620680" y="61454"/>
                  <a:pt x="5622792" y="61454"/>
                </a:cubicBezTo>
                <a:cubicBezTo>
                  <a:pt x="5625215" y="61454"/>
                  <a:pt x="5627288" y="60981"/>
                  <a:pt x="5629012" y="60033"/>
                </a:cubicBezTo>
                <a:cubicBezTo>
                  <a:pt x="5630736" y="59086"/>
                  <a:pt x="5632149" y="57820"/>
                  <a:pt x="5633252" y="56236"/>
                </a:cubicBezTo>
                <a:cubicBezTo>
                  <a:pt x="5634354" y="54652"/>
                  <a:pt x="5635162" y="52812"/>
                  <a:pt x="5635674" y="50715"/>
                </a:cubicBezTo>
                <a:cubicBezTo>
                  <a:pt x="5636187" y="48618"/>
                  <a:pt x="5636443" y="46405"/>
                  <a:pt x="5636443" y="44076"/>
                </a:cubicBezTo>
                <a:close/>
                <a:moveTo>
                  <a:pt x="5655874" y="20687"/>
                </a:moveTo>
                <a:lnTo>
                  <a:pt x="5663096" y="20687"/>
                </a:lnTo>
                <a:lnTo>
                  <a:pt x="5663422" y="28235"/>
                </a:lnTo>
                <a:cubicBezTo>
                  <a:pt x="5664788" y="26619"/>
                  <a:pt x="5666108" y="25276"/>
                  <a:pt x="5667382" y="24204"/>
                </a:cubicBezTo>
                <a:cubicBezTo>
                  <a:pt x="5668655" y="23133"/>
                  <a:pt x="5669906" y="22271"/>
                  <a:pt x="5671133" y="21619"/>
                </a:cubicBezTo>
                <a:cubicBezTo>
                  <a:pt x="5672359" y="20966"/>
                  <a:pt x="5673610" y="20508"/>
                  <a:pt x="5674883" y="20244"/>
                </a:cubicBezTo>
                <a:cubicBezTo>
                  <a:pt x="5676157" y="19980"/>
                  <a:pt x="5677477" y="19848"/>
                  <a:pt x="5678843" y="19848"/>
                </a:cubicBezTo>
                <a:cubicBezTo>
                  <a:pt x="5683658" y="19848"/>
                  <a:pt x="5687300" y="21269"/>
                  <a:pt x="5689769" y="24111"/>
                </a:cubicBezTo>
                <a:cubicBezTo>
                  <a:pt x="5692239" y="26953"/>
                  <a:pt x="5693473" y="31232"/>
                  <a:pt x="5693473" y="36947"/>
                </a:cubicBezTo>
                <a:lnTo>
                  <a:pt x="5693473" y="67465"/>
                </a:lnTo>
                <a:lnTo>
                  <a:pt x="5685366" y="67465"/>
                </a:lnTo>
                <a:lnTo>
                  <a:pt x="5685366" y="37599"/>
                </a:lnTo>
                <a:cubicBezTo>
                  <a:pt x="5685366" y="33934"/>
                  <a:pt x="5684683" y="31224"/>
                  <a:pt x="5683316" y="29469"/>
                </a:cubicBezTo>
                <a:cubicBezTo>
                  <a:pt x="5681950" y="27714"/>
                  <a:pt x="5679915" y="26837"/>
                  <a:pt x="5677213" y="26837"/>
                </a:cubicBezTo>
                <a:cubicBezTo>
                  <a:pt x="5676219" y="26837"/>
                  <a:pt x="5675248" y="26984"/>
                  <a:pt x="5674301" y="27279"/>
                </a:cubicBezTo>
                <a:cubicBezTo>
                  <a:pt x="5673353" y="27574"/>
                  <a:pt x="5672367" y="28087"/>
                  <a:pt x="5671342" y="28817"/>
                </a:cubicBezTo>
                <a:cubicBezTo>
                  <a:pt x="5670317" y="29547"/>
                  <a:pt x="5669207" y="30533"/>
                  <a:pt x="5668011" y="31775"/>
                </a:cubicBezTo>
                <a:cubicBezTo>
                  <a:pt x="5666815" y="33018"/>
                  <a:pt x="5665472" y="34571"/>
                  <a:pt x="5663981" y="36435"/>
                </a:cubicBezTo>
                <a:lnTo>
                  <a:pt x="5663981" y="67465"/>
                </a:lnTo>
                <a:lnTo>
                  <a:pt x="5655874" y="67465"/>
                </a:lnTo>
                <a:lnTo>
                  <a:pt x="5655874" y="20687"/>
                </a:lnTo>
                <a:close/>
                <a:moveTo>
                  <a:pt x="5749245" y="9132"/>
                </a:moveTo>
                <a:cubicBezTo>
                  <a:pt x="5744990" y="8231"/>
                  <a:pt x="5741325" y="7781"/>
                  <a:pt x="5738250" y="7781"/>
                </a:cubicBezTo>
                <a:cubicBezTo>
                  <a:pt x="5730950" y="7781"/>
                  <a:pt x="5727301" y="11601"/>
                  <a:pt x="5727301" y="19242"/>
                </a:cubicBezTo>
                <a:lnTo>
                  <a:pt x="5727301" y="27442"/>
                </a:lnTo>
                <a:lnTo>
                  <a:pt x="5747801" y="27442"/>
                </a:lnTo>
                <a:lnTo>
                  <a:pt x="5747801" y="34198"/>
                </a:lnTo>
                <a:lnTo>
                  <a:pt x="5727301" y="34198"/>
                </a:lnTo>
                <a:lnTo>
                  <a:pt x="5727301" y="67465"/>
                </a:lnTo>
                <a:lnTo>
                  <a:pt x="5719054" y="67465"/>
                </a:lnTo>
                <a:lnTo>
                  <a:pt x="5719054" y="34198"/>
                </a:lnTo>
                <a:lnTo>
                  <a:pt x="5704005" y="34198"/>
                </a:lnTo>
                <a:lnTo>
                  <a:pt x="5704005" y="27442"/>
                </a:lnTo>
                <a:lnTo>
                  <a:pt x="5719054" y="27442"/>
                </a:lnTo>
                <a:lnTo>
                  <a:pt x="5719054" y="19708"/>
                </a:lnTo>
                <a:cubicBezTo>
                  <a:pt x="5719054" y="7253"/>
                  <a:pt x="5725546" y="1025"/>
                  <a:pt x="5738529" y="1025"/>
                </a:cubicBezTo>
                <a:cubicBezTo>
                  <a:pt x="5741759" y="1025"/>
                  <a:pt x="5745331" y="1398"/>
                  <a:pt x="5749245" y="2143"/>
                </a:cubicBezTo>
                <a:lnTo>
                  <a:pt x="5749245" y="9132"/>
                </a:lnTo>
                <a:moveTo>
                  <a:pt x="5700277" y="20687"/>
                </a:moveTo>
                <a:lnTo>
                  <a:pt x="5700277" y="20687"/>
                </a:lnTo>
                <a:close/>
                <a:moveTo>
                  <a:pt x="5775525" y="27396"/>
                </a:moveTo>
                <a:lnTo>
                  <a:pt x="5761687" y="27396"/>
                </a:lnTo>
                <a:lnTo>
                  <a:pt x="5761687" y="20687"/>
                </a:lnTo>
                <a:lnTo>
                  <a:pt x="5783725" y="20687"/>
                </a:lnTo>
                <a:lnTo>
                  <a:pt x="5783725" y="60709"/>
                </a:lnTo>
                <a:lnTo>
                  <a:pt x="5797656" y="60709"/>
                </a:lnTo>
                <a:lnTo>
                  <a:pt x="5797656" y="67465"/>
                </a:lnTo>
                <a:lnTo>
                  <a:pt x="5760150" y="67465"/>
                </a:lnTo>
                <a:lnTo>
                  <a:pt x="5760150" y="60709"/>
                </a:lnTo>
                <a:lnTo>
                  <a:pt x="5775525" y="60709"/>
                </a:lnTo>
                <a:lnTo>
                  <a:pt x="5775525" y="27396"/>
                </a:lnTo>
                <a:moveTo>
                  <a:pt x="5778367" y="1025"/>
                </a:moveTo>
                <a:cubicBezTo>
                  <a:pt x="5779268" y="1025"/>
                  <a:pt x="5780106" y="1188"/>
                  <a:pt x="5780883" y="1514"/>
                </a:cubicBezTo>
                <a:cubicBezTo>
                  <a:pt x="5781659" y="1840"/>
                  <a:pt x="5782335" y="2299"/>
                  <a:pt x="5782910" y="2889"/>
                </a:cubicBezTo>
                <a:cubicBezTo>
                  <a:pt x="5783484" y="3479"/>
                  <a:pt x="5783935" y="4154"/>
                  <a:pt x="5784261" y="4915"/>
                </a:cubicBezTo>
                <a:cubicBezTo>
                  <a:pt x="5784587" y="5676"/>
                  <a:pt x="5784750" y="6507"/>
                  <a:pt x="5784750" y="7408"/>
                </a:cubicBezTo>
                <a:cubicBezTo>
                  <a:pt x="5784750" y="8278"/>
                  <a:pt x="5784587" y="9101"/>
                  <a:pt x="5784261" y="9877"/>
                </a:cubicBezTo>
                <a:cubicBezTo>
                  <a:pt x="5783935" y="10654"/>
                  <a:pt x="5783484" y="11337"/>
                  <a:pt x="5782910" y="11927"/>
                </a:cubicBezTo>
                <a:cubicBezTo>
                  <a:pt x="5782335" y="12518"/>
                  <a:pt x="5781659" y="12976"/>
                  <a:pt x="5780883" y="13302"/>
                </a:cubicBezTo>
                <a:cubicBezTo>
                  <a:pt x="5780106" y="13628"/>
                  <a:pt x="5779268" y="13791"/>
                  <a:pt x="5778367" y="13791"/>
                </a:cubicBezTo>
                <a:cubicBezTo>
                  <a:pt x="5777466" y="13791"/>
                  <a:pt x="5776628" y="13628"/>
                  <a:pt x="5775851" y="13302"/>
                </a:cubicBezTo>
                <a:cubicBezTo>
                  <a:pt x="5775074" y="12976"/>
                  <a:pt x="5774399" y="12518"/>
                  <a:pt x="5773824" y="11927"/>
                </a:cubicBezTo>
                <a:cubicBezTo>
                  <a:pt x="5773250" y="11337"/>
                  <a:pt x="5772799" y="10654"/>
                  <a:pt x="5772473" y="9877"/>
                </a:cubicBezTo>
                <a:cubicBezTo>
                  <a:pt x="5772147" y="9101"/>
                  <a:pt x="5771984" y="8278"/>
                  <a:pt x="5771984" y="7408"/>
                </a:cubicBezTo>
                <a:cubicBezTo>
                  <a:pt x="5771984" y="6507"/>
                  <a:pt x="5772147" y="5676"/>
                  <a:pt x="5772473" y="4915"/>
                </a:cubicBezTo>
                <a:cubicBezTo>
                  <a:pt x="5772799" y="4154"/>
                  <a:pt x="5773250" y="3479"/>
                  <a:pt x="5773824" y="2889"/>
                </a:cubicBezTo>
                <a:cubicBezTo>
                  <a:pt x="5774399" y="2299"/>
                  <a:pt x="5775074" y="1840"/>
                  <a:pt x="5775851" y="1514"/>
                </a:cubicBezTo>
                <a:cubicBezTo>
                  <a:pt x="5776628" y="1188"/>
                  <a:pt x="5777466" y="1025"/>
                  <a:pt x="5778367" y="1025"/>
                </a:cubicBezTo>
                <a:close/>
                <a:moveTo>
                  <a:pt x="5845135" y="27303"/>
                </a:moveTo>
                <a:cubicBezTo>
                  <a:pt x="5846004" y="28390"/>
                  <a:pt x="5846680" y="29656"/>
                  <a:pt x="5847161" y="31100"/>
                </a:cubicBezTo>
                <a:cubicBezTo>
                  <a:pt x="5847643" y="32544"/>
                  <a:pt x="5847884" y="34105"/>
                  <a:pt x="5847884" y="35782"/>
                </a:cubicBezTo>
                <a:cubicBezTo>
                  <a:pt x="5847884" y="38205"/>
                  <a:pt x="5847441" y="40418"/>
                  <a:pt x="5846556" y="42422"/>
                </a:cubicBezTo>
                <a:cubicBezTo>
                  <a:pt x="5845671" y="44425"/>
                  <a:pt x="5844420" y="46141"/>
                  <a:pt x="5842805" y="47570"/>
                </a:cubicBezTo>
                <a:cubicBezTo>
                  <a:pt x="5841190" y="48999"/>
                  <a:pt x="5839256" y="50109"/>
                  <a:pt x="5837004" y="50901"/>
                </a:cubicBezTo>
                <a:cubicBezTo>
                  <a:pt x="5834753" y="51693"/>
                  <a:pt x="5832275" y="52089"/>
                  <a:pt x="5829573" y="52089"/>
                </a:cubicBezTo>
                <a:cubicBezTo>
                  <a:pt x="5827616" y="52089"/>
                  <a:pt x="5825784" y="51880"/>
                  <a:pt x="5824075" y="51460"/>
                </a:cubicBezTo>
                <a:cubicBezTo>
                  <a:pt x="5822367" y="51041"/>
                  <a:pt x="5821016" y="50521"/>
                  <a:pt x="5820022" y="49900"/>
                </a:cubicBezTo>
                <a:cubicBezTo>
                  <a:pt x="5819432" y="50769"/>
                  <a:pt x="5818935" y="51591"/>
                  <a:pt x="5818531" y="52365"/>
                </a:cubicBezTo>
                <a:cubicBezTo>
                  <a:pt x="5818127" y="53137"/>
                  <a:pt x="5817925" y="54002"/>
                  <a:pt x="5817925" y="54959"/>
                </a:cubicBezTo>
                <a:cubicBezTo>
                  <a:pt x="5817925" y="56132"/>
                  <a:pt x="5818492" y="57104"/>
                  <a:pt x="5819626" y="57876"/>
                </a:cubicBezTo>
                <a:cubicBezTo>
                  <a:pt x="5820760" y="58646"/>
                  <a:pt x="5822258" y="59063"/>
                  <a:pt x="5824122" y="59125"/>
                </a:cubicBezTo>
                <a:lnTo>
                  <a:pt x="5836422" y="59591"/>
                </a:lnTo>
                <a:cubicBezTo>
                  <a:pt x="5838752" y="59653"/>
                  <a:pt x="5840903" y="59948"/>
                  <a:pt x="5842875" y="60477"/>
                </a:cubicBezTo>
                <a:cubicBezTo>
                  <a:pt x="5844847" y="61006"/>
                  <a:pt x="5846540" y="61769"/>
                  <a:pt x="5847954" y="62765"/>
                </a:cubicBezTo>
                <a:cubicBezTo>
                  <a:pt x="5849367" y="63760"/>
                  <a:pt x="5850469" y="64988"/>
                  <a:pt x="5851262" y="66451"/>
                </a:cubicBezTo>
                <a:cubicBezTo>
                  <a:pt x="5852054" y="67913"/>
                  <a:pt x="5852450" y="69609"/>
                  <a:pt x="5852450" y="71538"/>
                </a:cubicBezTo>
                <a:cubicBezTo>
                  <a:pt x="5852450" y="73623"/>
                  <a:pt x="5851999" y="75599"/>
                  <a:pt x="5851098" y="77466"/>
                </a:cubicBezTo>
                <a:cubicBezTo>
                  <a:pt x="5850198" y="79332"/>
                  <a:pt x="5848808" y="80973"/>
                  <a:pt x="5846928" y="82389"/>
                </a:cubicBezTo>
                <a:cubicBezTo>
                  <a:pt x="5845049" y="83805"/>
                  <a:pt x="5842665" y="84933"/>
                  <a:pt x="5839777" y="85772"/>
                </a:cubicBezTo>
                <a:cubicBezTo>
                  <a:pt x="5836888" y="86613"/>
                  <a:pt x="5833456" y="87033"/>
                  <a:pt x="5829480" y="87033"/>
                </a:cubicBezTo>
                <a:cubicBezTo>
                  <a:pt x="5825690" y="87033"/>
                  <a:pt x="5822468" y="86730"/>
                  <a:pt x="5819812" y="86123"/>
                </a:cubicBezTo>
                <a:cubicBezTo>
                  <a:pt x="5817156" y="85516"/>
                  <a:pt x="5814974" y="84676"/>
                  <a:pt x="5813266" y="83603"/>
                </a:cubicBezTo>
                <a:cubicBezTo>
                  <a:pt x="5811558" y="82529"/>
                  <a:pt x="5810315" y="81253"/>
                  <a:pt x="5809539" y="79775"/>
                </a:cubicBezTo>
                <a:cubicBezTo>
                  <a:pt x="5808762" y="78298"/>
                  <a:pt x="5808374" y="76672"/>
                  <a:pt x="5808374" y="74899"/>
                </a:cubicBezTo>
                <a:cubicBezTo>
                  <a:pt x="5808374" y="72628"/>
                  <a:pt x="5808902" y="70636"/>
                  <a:pt x="5809958" y="68925"/>
                </a:cubicBezTo>
                <a:cubicBezTo>
                  <a:pt x="5811014" y="67215"/>
                  <a:pt x="5812645" y="65566"/>
                  <a:pt x="5814850" y="63979"/>
                </a:cubicBezTo>
                <a:cubicBezTo>
                  <a:pt x="5814043" y="63607"/>
                  <a:pt x="5813344" y="63142"/>
                  <a:pt x="5812754" y="62584"/>
                </a:cubicBezTo>
                <a:cubicBezTo>
                  <a:pt x="5812163" y="62026"/>
                  <a:pt x="5811682" y="61414"/>
                  <a:pt x="5811309" y="60748"/>
                </a:cubicBezTo>
                <a:cubicBezTo>
                  <a:pt x="5810936" y="60081"/>
                  <a:pt x="5810657" y="59376"/>
                  <a:pt x="5810471" y="58633"/>
                </a:cubicBezTo>
                <a:cubicBezTo>
                  <a:pt x="5810284" y="57888"/>
                  <a:pt x="5810191" y="57160"/>
                  <a:pt x="5810191" y="56447"/>
                </a:cubicBezTo>
                <a:cubicBezTo>
                  <a:pt x="5810191" y="54432"/>
                  <a:pt x="5810665" y="52588"/>
                  <a:pt x="5811612" y="50914"/>
                </a:cubicBezTo>
                <a:cubicBezTo>
                  <a:pt x="5812559" y="49241"/>
                  <a:pt x="5813685" y="47660"/>
                  <a:pt x="5814990" y="46172"/>
                </a:cubicBezTo>
                <a:cubicBezTo>
                  <a:pt x="5814400" y="45458"/>
                  <a:pt x="5813880" y="44759"/>
                  <a:pt x="5813429" y="44076"/>
                </a:cubicBezTo>
                <a:cubicBezTo>
                  <a:pt x="5812979" y="43392"/>
                  <a:pt x="5812590" y="42655"/>
                  <a:pt x="5812264" y="41863"/>
                </a:cubicBezTo>
                <a:cubicBezTo>
                  <a:pt x="5811938" y="41071"/>
                  <a:pt x="5811690" y="40216"/>
                  <a:pt x="5811519" y="39300"/>
                </a:cubicBezTo>
                <a:cubicBezTo>
                  <a:pt x="5811348" y="38384"/>
                  <a:pt x="5811263" y="37335"/>
                  <a:pt x="5811263" y="36155"/>
                </a:cubicBezTo>
                <a:cubicBezTo>
                  <a:pt x="5811263" y="33732"/>
                  <a:pt x="5811705" y="31519"/>
                  <a:pt x="5812590" y="29516"/>
                </a:cubicBezTo>
                <a:cubicBezTo>
                  <a:pt x="5813476" y="27512"/>
                  <a:pt x="5814718" y="25796"/>
                  <a:pt x="5816318" y="24367"/>
                </a:cubicBezTo>
                <a:cubicBezTo>
                  <a:pt x="5817917" y="22939"/>
                  <a:pt x="5819843" y="21828"/>
                  <a:pt x="5822095" y="21036"/>
                </a:cubicBezTo>
                <a:cubicBezTo>
                  <a:pt x="5824347" y="20244"/>
                  <a:pt x="5826840" y="19848"/>
                  <a:pt x="5829573" y="19848"/>
                </a:cubicBezTo>
                <a:cubicBezTo>
                  <a:pt x="5830722" y="19848"/>
                  <a:pt x="5831825" y="19926"/>
                  <a:pt x="5832881" y="20081"/>
                </a:cubicBezTo>
                <a:cubicBezTo>
                  <a:pt x="5833937" y="20236"/>
                  <a:pt x="5834869" y="20438"/>
                  <a:pt x="5835677" y="20687"/>
                </a:cubicBezTo>
                <a:lnTo>
                  <a:pt x="5852636" y="20687"/>
                </a:lnTo>
                <a:lnTo>
                  <a:pt x="5852636" y="27303"/>
                </a:lnTo>
                <a:lnTo>
                  <a:pt x="5845135" y="27303"/>
                </a:lnTo>
                <a:moveTo>
                  <a:pt x="5816993" y="74200"/>
                </a:moveTo>
                <a:cubicBezTo>
                  <a:pt x="5816993" y="76412"/>
                  <a:pt x="5818143" y="78024"/>
                  <a:pt x="5820441" y="79037"/>
                </a:cubicBezTo>
                <a:cubicBezTo>
                  <a:pt x="5822740" y="80050"/>
                  <a:pt x="5825939" y="80557"/>
                  <a:pt x="5830039" y="80557"/>
                </a:cubicBezTo>
                <a:cubicBezTo>
                  <a:pt x="5832617" y="80557"/>
                  <a:pt x="5834784" y="80323"/>
                  <a:pt x="5836539" y="79855"/>
                </a:cubicBezTo>
                <a:cubicBezTo>
                  <a:pt x="5838294" y="79388"/>
                  <a:pt x="5839707" y="78773"/>
                  <a:pt x="5840778" y="78009"/>
                </a:cubicBezTo>
                <a:cubicBezTo>
                  <a:pt x="5841850" y="77245"/>
                  <a:pt x="5842619" y="76372"/>
                  <a:pt x="5843085" y="75391"/>
                </a:cubicBezTo>
                <a:cubicBezTo>
                  <a:pt x="5843551" y="74410"/>
                  <a:pt x="5843784" y="73405"/>
                  <a:pt x="5843784" y="72376"/>
                </a:cubicBezTo>
                <a:cubicBezTo>
                  <a:pt x="5843784" y="70474"/>
                  <a:pt x="5843007" y="69072"/>
                  <a:pt x="5841454" y="68168"/>
                </a:cubicBezTo>
                <a:cubicBezTo>
                  <a:pt x="5839901" y="67264"/>
                  <a:pt x="5837525" y="66735"/>
                  <a:pt x="5834325" y="66579"/>
                </a:cubicBezTo>
                <a:lnTo>
                  <a:pt x="5822118" y="66160"/>
                </a:lnTo>
                <a:cubicBezTo>
                  <a:pt x="5821093" y="66845"/>
                  <a:pt x="5820247" y="67515"/>
                  <a:pt x="5819579" y="68169"/>
                </a:cubicBezTo>
                <a:cubicBezTo>
                  <a:pt x="5818911" y="68825"/>
                  <a:pt x="5818391" y="69487"/>
                  <a:pt x="5818018" y="70157"/>
                </a:cubicBezTo>
                <a:cubicBezTo>
                  <a:pt x="5817646" y="70827"/>
                  <a:pt x="5817382" y="71496"/>
                  <a:pt x="5817226" y="72166"/>
                </a:cubicBezTo>
                <a:cubicBezTo>
                  <a:pt x="5817071" y="72837"/>
                  <a:pt x="5816993" y="73515"/>
                  <a:pt x="5816993" y="74200"/>
                </a:cubicBezTo>
                <a:moveTo>
                  <a:pt x="5819463" y="35969"/>
                </a:moveTo>
                <a:cubicBezTo>
                  <a:pt x="5819463" y="37460"/>
                  <a:pt x="5819711" y="38826"/>
                  <a:pt x="5820208" y="40069"/>
                </a:cubicBezTo>
                <a:cubicBezTo>
                  <a:pt x="5820705" y="41311"/>
                  <a:pt x="5821404" y="42367"/>
                  <a:pt x="5822305" y="43237"/>
                </a:cubicBezTo>
                <a:cubicBezTo>
                  <a:pt x="5823206" y="44107"/>
                  <a:pt x="5824269" y="44782"/>
                  <a:pt x="5825496" y="45264"/>
                </a:cubicBezTo>
                <a:cubicBezTo>
                  <a:pt x="5826723" y="45745"/>
                  <a:pt x="5828082" y="45986"/>
                  <a:pt x="5829573" y="45986"/>
                </a:cubicBezTo>
                <a:cubicBezTo>
                  <a:pt x="5831188" y="45986"/>
                  <a:pt x="5832625" y="45714"/>
                  <a:pt x="5833883" y="45171"/>
                </a:cubicBezTo>
                <a:cubicBezTo>
                  <a:pt x="5835141" y="44627"/>
                  <a:pt x="5836197" y="43889"/>
                  <a:pt x="5837051" y="42957"/>
                </a:cubicBezTo>
                <a:cubicBezTo>
                  <a:pt x="5837905" y="42026"/>
                  <a:pt x="5838558" y="40954"/>
                  <a:pt x="5839008" y="39743"/>
                </a:cubicBezTo>
                <a:cubicBezTo>
                  <a:pt x="5839458" y="38531"/>
                  <a:pt x="5839684" y="37273"/>
                  <a:pt x="5839684" y="35969"/>
                </a:cubicBezTo>
                <a:cubicBezTo>
                  <a:pt x="5839684" y="34478"/>
                  <a:pt x="5839435" y="33111"/>
                  <a:pt x="5838938" y="31869"/>
                </a:cubicBezTo>
                <a:cubicBezTo>
                  <a:pt x="5838441" y="30626"/>
                  <a:pt x="5837742" y="29570"/>
                  <a:pt x="5836841" y="28700"/>
                </a:cubicBezTo>
                <a:cubicBezTo>
                  <a:pt x="5835941" y="27831"/>
                  <a:pt x="5834877" y="27155"/>
                  <a:pt x="5833650" y="26674"/>
                </a:cubicBezTo>
                <a:cubicBezTo>
                  <a:pt x="5832423" y="26192"/>
                  <a:pt x="5831064" y="25952"/>
                  <a:pt x="5829573" y="25952"/>
                </a:cubicBezTo>
                <a:cubicBezTo>
                  <a:pt x="5827958" y="25952"/>
                  <a:pt x="5826521" y="26231"/>
                  <a:pt x="5825263" y="26790"/>
                </a:cubicBezTo>
                <a:cubicBezTo>
                  <a:pt x="5824005" y="27349"/>
                  <a:pt x="5822949" y="28087"/>
                  <a:pt x="5822095" y="29003"/>
                </a:cubicBezTo>
                <a:cubicBezTo>
                  <a:pt x="5821241" y="29920"/>
                  <a:pt x="5820589" y="30983"/>
                  <a:pt x="5820138" y="32195"/>
                </a:cubicBezTo>
                <a:cubicBezTo>
                  <a:pt x="5819688" y="33406"/>
                  <a:pt x="5819463" y="34664"/>
                  <a:pt x="5819463" y="35969"/>
                </a:cubicBezTo>
                <a:close/>
                <a:moveTo>
                  <a:pt x="5900907" y="67465"/>
                </a:moveTo>
                <a:lnTo>
                  <a:pt x="5893639" y="67465"/>
                </a:lnTo>
                <a:lnTo>
                  <a:pt x="5893359" y="59917"/>
                </a:lnTo>
                <a:cubicBezTo>
                  <a:pt x="5891961" y="61532"/>
                  <a:pt x="5890633" y="62875"/>
                  <a:pt x="5889375" y="63947"/>
                </a:cubicBezTo>
                <a:cubicBezTo>
                  <a:pt x="5888118" y="65019"/>
                  <a:pt x="5886867" y="65881"/>
                  <a:pt x="5885625" y="66533"/>
                </a:cubicBezTo>
                <a:cubicBezTo>
                  <a:pt x="5884382" y="67185"/>
                  <a:pt x="5883132" y="67643"/>
                  <a:pt x="5881874" y="67907"/>
                </a:cubicBezTo>
                <a:cubicBezTo>
                  <a:pt x="5880616" y="68171"/>
                  <a:pt x="5879288" y="68303"/>
                  <a:pt x="5877891" y="68303"/>
                </a:cubicBezTo>
                <a:cubicBezTo>
                  <a:pt x="5873076" y="68303"/>
                  <a:pt x="5869442" y="66890"/>
                  <a:pt x="5866988" y="64063"/>
                </a:cubicBezTo>
                <a:cubicBezTo>
                  <a:pt x="5864534" y="61237"/>
                  <a:pt x="5863307" y="56966"/>
                  <a:pt x="5863307" y="51251"/>
                </a:cubicBezTo>
                <a:lnTo>
                  <a:pt x="5863307" y="20687"/>
                </a:lnTo>
                <a:lnTo>
                  <a:pt x="5871414" y="20687"/>
                </a:lnTo>
                <a:lnTo>
                  <a:pt x="5871414" y="50598"/>
                </a:lnTo>
                <a:cubicBezTo>
                  <a:pt x="5871414" y="57774"/>
                  <a:pt x="5874117" y="61361"/>
                  <a:pt x="5879521" y="61361"/>
                </a:cubicBezTo>
                <a:cubicBezTo>
                  <a:pt x="5880515" y="61361"/>
                  <a:pt x="5881486" y="61214"/>
                  <a:pt x="5882433" y="60919"/>
                </a:cubicBezTo>
                <a:cubicBezTo>
                  <a:pt x="5883381" y="60623"/>
                  <a:pt x="5884375" y="60111"/>
                  <a:pt x="5885415" y="59381"/>
                </a:cubicBezTo>
                <a:cubicBezTo>
                  <a:pt x="5886456" y="58651"/>
                  <a:pt x="5887574" y="57665"/>
                  <a:pt x="5888770" y="56422"/>
                </a:cubicBezTo>
                <a:cubicBezTo>
                  <a:pt x="5889966" y="55180"/>
                  <a:pt x="5891309" y="53611"/>
                  <a:pt x="5892800" y="51717"/>
                </a:cubicBezTo>
                <a:lnTo>
                  <a:pt x="5892800" y="20687"/>
                </a:lnTo>
                <a:lnTo>
                  <a:pt x="5900907" y="20687"/>
                </a:lnTo>
                <a:lnTo>
                  <a:pt x="5900907" y="67465"/>
                </a:lnTo>
                <a:close/>
                <a:moveTo>
                  <a:pt x="5917076" y="20687"/>
                </a:moveTo>
                <a:lnTo>
                  <a:pt x="5924484" y="20687"/>
                </a:lnTo>
                <a:lnTo>
                  <a:pt x="5924717" y="29284"/>
                </a:lnTo>
                <a:cubicBezTo>
                  <a:pt x="5927482" y="25969"/>
                  <a:pt x="5930207" y="23567"/>
                  <a:pt x="5932894" y="22080"/>
                </a:cubicBezTo>
                <a:cubicBezTo>
                  <a:pt x="5935581" y="20592"/>
                  <a:pt x="5938291" y="19848"/>
                  <a:pt x="5941024" y="19848"/>
                </a:cubicBezTo>
                <a:cubicBezTo>
                  <a:pt x="5945870" y="19848"/>
                  <a:pt x="5949543" y="21413"/>
                  <a:pt x="5952043" y="24542"/>
                </a:cubicBezTo>
                <a:cubicBezTo>
                  <a:pt x="5954544" y="27672"/>
                  <a:pt x="5955701" y="32319"/>
                  <a:pt x="5955514" y="38485"/>
                </a:cubicBezTo>
                <a:lnTo>
                  <a:pt x="5947314" y="38485"/>
                </a:lnTo>
                <a:cubicBezTo>
                  <a:pt x="5947407" y="34401"/>
                  <a:pt x="5946809" y="31439"/>
                  <a:pt x="5945520" y="29599"/>
                </a:cubicBezTo>
                <a:cubicBezTo>
                  <a:pt x="5944231" y="27757"/>
                  <a:pt x="5942344" y="26837"/>
                  <a:pt x="5939860" y="26837"/>
                </a:cubicBezTo>
                <a:cubicBezTo>
                  <a:pt x="5938772" y="26837"/>
                  <a:pt x="5937677" y="27030"/>
                  <a:pt x="5936575" y="27418"/>
                </a:cubicBezTo>
                <a:cubicBezTo>
                  <a:pt x="5935472" y="27804"/>
                  <a:pt x="5934338" y="28422"/>
                  <a:pt x="5933174" y="29273"/>
                </a:cubicBezTo>
                <a:cubicBezTo>
                  <a:pt x="5932009" y="30123"/>
                  <a:pt x="5930774" y="31213"/>
                  <a:pt x="5929470" y="32544"/>
                </a:cubicBezTo>
                <a:cubicBezTo>
                  <a:pt x="5928165" y="33874"/>
                  <a:pt x="5926767" y="35482"/>
                  <a:pt x="5925276" y="37369"/>
                </a:cubicBezTo>
                <a:lnTo>
                  <a:pt x="5925276" y="67465"/>
                </a:lnTo>
                <a:lnTo>
                  <a:pt x="5917076" y="67465"/>
                </a:lnTo>
                <a:lnTo>
                  <a:pt x="5917076" y="20687"/>
                </a:lnTo>
                <a:close/>
                <a:moveTo>
                  <a:pt x="5997076" y="67465"/>
                </a:moveTo>
                <a:lnTo>
                  <a:pt x="5996890" y="61162"/>
                </a:lnTo>
                <a:cubicBezTo>
                  <a:pt x="5994343" y="63682"/>
                  <a:pt x="5991757" y="65503"/>
                  <a:pt x="5989132" y="66623"/>
                </a:cubicBezTo>
                <a:cubicBezTo>
                  <a:pt x="5986507" y="67743"/>
                  <a:pt x="5983751" y="68303"/>
                  <a:pt x="5980862" y="68303"/>
                </a:cubicBezTo>
                <a:cubicBezTo>
                  <a:pt x="5978191" y="68303"/>
                  <a:pt x="5975908" y="67961"/>
                  <a:pt x="5974013" y="67277"/>
                </a:cubicBezTo>
                <a:cubicBezTo>
                  <a:pt x="5972118" y="66593"/>
                  <a:pt x="5970558" y="65651"/>
                  <a:pt x="5969331" y="64454"/>
                </a:cubicBezTo>
                <a:cubicBezTo>
                  <a:pt x="5968104" y="63256"/>
                  <a:pt x="5967203" y="61848"/>
                  <a:pt x="5966628" y="60230"/>
                </a:cubicBezTo>
                <a:cubicBezTo>
                  <a:pt x="5966054" y="58612"/>
                  <a:pt x="5965766" y="56854"/>
                  <a:pt x="5965766" y="54956"/>
                </a:cubicBezTo>
                <a:cubicBezTo>
                  <a:pt x="5965766" y="50258"/>
                  <a:pt x="5967514" y="46579"/>
                  <a:pt x="5971008" y="43920"/>
                </a:cubicBezTo>
                <a:cubicBezTo>
                  <a:pt x="5974502" y="41259"/>
                  <a:pt x="5979666" y="39929"/>
                  <a:pt x="5986500" y="39929"/>
                </a:cubicBezTo>
                <a:lnTo>
                  <a:pt x="5996191" y="39929"/>
                </a:lnTo>
                <a:lnTo>
                  <a:pt x="5996191" y="35844"/>
                </a:lnTo>
                <a:cubicBezTo>
                  <a:pt x="5996191" y="33089"/>
                  <a:pt x="5995306" y="30883"/>
                  <a:pt x="5993535" y="29227"/>
                </a:cubicBezTo>
                <a:cubicBezTo>
                  <a:pt x="5991765" y="27572"/>
                  <a:pt x="5989062" y="26744"/>
                  <a:pt x="5985428" y="26744"/>
                </a:cubicBezTo>
                <a:cubicBezTo>
                  <a:pt x="5982788" y="26744"/>
                  <a:pt x="5980187" y="27043"/>
                  <a:pt x="5977624" y="27642"/>
                </a:cubicBezTo>
                <a:cubicBezTo>
                  <a:pt x="5975061" y="28240"/>
                  <a:pt x="5972414" y="29090"/>
                  <a:pt x="5969680" y="30191"/>
                </a:cubicBezTo>
                <a:lnTo>
                  <a:pt x="5969680" y="22876"/>
                </a:lnTo>
                <a:cubicBezTo>
                  <a:pt x="5970705" y="22498"/>
                  <a:pt x="5971847" y="22127"/>
                  <a:pt x="5973105" y="21764"/>
                </a:cubicBezTo>
                <a:cubicBezTo>
                  <a:pt x="5974363" y="21401"/>
                  <a:pt x="5975690" y="21078"/>
                  <a:pt x="5977088" y="20794"/>
                </a:cubicBezTo>
                <a:cubicBezTo>
                  <a:pt x="5978486" y="20510"/>
                  <a:pt x="5979946" y="20281"/>
                  <a:pt x="5981468" y="20109"/>
                </a:cubicBezTo>
                <a:cubicBezTo>
                  <a:pt x="5982990" y="19935"/>
                  <a:pt x="5984527" y="19848"/>
                  <a:pt x="5986080" y="19848"/>
                </a:cubicBezTo>
                <a:cubicBezTo>
                  <a:pt x="5988907" y="19848"/>
                  <a:pt x="5991454" y="20159"/>
                  <a:pt x="5993721" y="20780"/>
                </a:cubicBezTo>
                <a:cubicBezTo>
                  <a:pt x="5995989" y="21401"/>
                  <a:pt x="5997907" y="22348"/>
                  <a:pt x="5999475" y="23622"/>
                </a:cubicBezTo>
                <a:cubicBezTo>
                  <a:pt x="6001044" y="24895"/>
                  <a:pt x="6002248" y="26495"/>
                  <a:pt x="6003086" y="28421"/>
                </a:cubicBezTo>
                <a:cubicBezTo>
                  <a:pt x="6003925" y="30347"/>
                  <a:pt x="6004344" y="32614"/>
                  <a:pt x="6004344" y="35223"/>
                </a:cubicBezTo>
                <a:lnTo>
                  <a:pt x="6004344" y="67465"/>
                </a:lnTo>
                <a:lnTo>
                  <a:pt x="5997076" y="67465"/>
                </a:lnTo>
                <a:moveTo>
                  <a:pt x="5996191" y="46126"/>
                </a:moveTo>
                <a:lnTo>
                  <a:pt x="5985894" y="46126"/>
                </a:lnTo>
                <a:cubicBezTo>
                  <a:pt x="5983875" y="46126"/>
                  <a:pt x="5982136" y="46329"/>
                  <a:pt x="5980676" y="46734"/>
                </a:cubicBezTo>
                <a:cubicBezTo>
                  <a:pt x="5979216" y="47139"/>
                  <a:pt x="5978020" y="47715"/>
                  <a:pt x="5977088" y="48463"/>
                </a:cubicBezTo>
                <a:cubicBezTo>
                  <a:pt x="5976156" y="49210"/>
                  <a:pt x="5975465" y="50106"/>
                  <a:pt x="5975015" y="51150"/>
                </a:cubicBezTo>
                <a:cubicBezTo>
                  <a:pt x="5974565" y="52194"/>
                  <a:pt x="5974339" y="53370"/>
                  <a:pt x="5974339" y="54678"/>
                </a:cubicBezTo>
                <a:cubicBezTo>
                  <a:pt x="5974339" y="55582"/>
                  <a:pt x="5974479" y="56447"/>
                  <a:pt x="5974759" y="57273"/>
                </a:cubicBezTo>
                <a:cubicBezTo>
                  <a:pt x="5975038" y="58098"/>
                  <a:pt x="5975489" y="58830"/>
                  <a:pt x="5976110" y="59468"/>
                </a:cubicBezTo>
                <a:cubicBezTo>
                  <a:pt x="5976731" y="60107"/>
                  <a:pt x="5977539" y="60613"/>
                  <a:pt x="5978533" y="60987"/>
                </a:cubicBezTo>
                <a:cubicBezTo>
                  <a:pt x="5979527" y="61361"/>
                  <a:pt x="5980738" y="61548"/>
                  <a:pt x="5982167" y="61548"/>
                </a:cubicBezTo>
                <a:cubicBezTo>
                  <a:pt x="5984030" y="61548"/>
                  <a:pt x="5986166" y="60979"/>
                  <a:pt x="5988573" y="59843"/>
                </a:cubicBezTo>
                <a:cubicBezTo>
                  <a:pt x="5990980" y="58705"/>
                  <a:pt x="5993520" y="56905"/>
                  <a:pt x="5996191" y="54444"/>
                </a:cubicBezTo>
                <a:lnTo>
                  <a:pt x="5996191" y="46126"/>
                </a:lnTo>
                <a:close/>
                <a:moveTo>
                  <a:pt x="6056576" y="66766"/>
                </a:moveTo>
                <a:cubicBezTo>
                  <a:pt x="6054743" y="67248"/>
                  <a:pt x="6052848" y="67594"/>
                  <a:pt x="6050891" y="67802"/>
                </a:cubicBezTo>
                <a:cubicBezTo>
                  <a:pt x="6048935" y="68012"/>
                  <a:pt x="6046947" y="68117"/>
                  <a:pt x="6044928" y="68117"/>
                </a:cubicBezTo>
                <a:cubicBezTo>
                  <a:pt x="6039057" y="68117"/>
                  <a:pt x="6034677" y="66789"/>
                  <a:pt x="6031789" y="64133"/>
                </a:cubicBezTo>
                <a:cubicBezTo>
                  <a:pt x="6028900" y="61478"/>
                  <a:pt x="6027456" y="57401"/>
                  <a:pt x="6027456" y="51903"/>
                </a:cubicBezTo>
                <a:lnTo>
                  <a:pt x="6027456" y="27489"/>
                </a:lnTo>
                <a:lnTo>
                  <a:pt x="6014364" y="27489"/>
                </a:lnTo>
                <a:lnTo>
                  <a:pt x="6014364" y="20687"/>
                </a:lnTo>
                <a:lnTo>
                  <a:pt x="6027456" y="20687"/>
                </a:lnTo>
                <a:lnTo>
                  <a:pt x="6027456" y="7787"/>
                </a:lnTo>
                <a:lnTo>
                  <a:pt x="6035563" y="5684"/>
                </a:lnTo>
                <a:lnTo>
                  <a:pt x="6035563" y="20687"/>
                </a:lnTo>
                <a:lnTo>
                  <a:pt x="6056576" y="20687"/>
                </a:lnTo>
                <a:lnTo>
                  <a:pt x="6056576" y="27489"/>
                </a:lnTo>
                <a:lnTo>
                  <a:pt x="6035563" y="27489"/>
                </a:lnTo>
                <a:lnTo>
                  <a:pt x="6035563" y="51251"/>
                </a:lnTo>
                <a:cubicBezTo>
                  <a:pt x="6035563" y="54605"/>
                  <a:pt x="6036456" y="57114"/>
                  <a:pt x="6038242" y="58775"/>
                </a:cubicBezTo>
                <a:cubicBezTo>
                  <a:pt x="6040028" y="60437"/>
                  <a:pt x="6042660" y="61268"/>
                  <a:pt x="6046139" y="61268"/>
                </a:cubicBezTo>
                <a:cubicBezTo>
                  <a:pt x="6047630" y="61268"/>
                  <a:pt x="6049261" y="61148"/>
                  <a:pt x="6051031" y="60908"/>
                </a:cubicBezTo>
                <a:cubicBezTo>
                  <a:pt x="6052802" y="60668"/>
                  <a:pt x="6054650" y="60291"/>
                  <a:pt x="6056576" y="59777"/>
                </a:cubicBezTo>
                <a:lnTo>
                  <a:pt x="6056576" y="66766"/>
                </a:lnTo>
                <a:close/>
                <a:moveTo>
                  <a:pt x="6086676" y="27396"/>
                </a:moveTo>
                <a:lnTo>
                  <a:pt x="6072838" y="27396"/>
                </a:lnTo>
                <a:lnTo>
                  <a:pt x="6072838" y="20687"/>
                </a:lnTo>
                <a:lnTo>
                  <a:pt x="6094876" y="20687"/>
                </a:lnTo>
                <a:lnTo>
                  <a:pt x="6094876" y="60709"/>
                </a:lnTo>
                <a:lnTo>
                  <a:pt x="6108807" y="60709"/>
                </a:lnTo>
                <a:lnTo>
                  <a:pt x="6108807" y="67465"/>
                </a:lnTo>
                <a:lnTo>
                  <a:pt x="6071300" y="67465"/>
                </a:lnTo>
                <a:lnTo>
                  <a:pt x="6071300" y="60709"/>
                </a:lnTo>
                <a:lnTo>
                  <a:pt x="6086676" y="60709"/>
                </a:lnTo>
                <a:lnTo>
                  <a:pt x="6086676" y="27396"/>
                </a:lnTo>
                <a:moveTo>
                  <a:pt x="6089518" y="1025"/>
                </a:moveTo>
                <a:cubicBezTo>
                  <a:pt x="6090419" y="1025"/>
                  <a:pt x="6091257" y="1188"/>
                  <a:pt x="6092034" y="1514"/>
                </a:cubicBezTo>
                <a:cubicBezTo>
                  <a:pt x="6092810" y="1840"/>
                  <a:pt x="6093486" y="2299"/>
                  <a:pt x="6094060" y="2889"/>
                </a:cubicBezTo>
                <a:cubicBezTo>
                  <a:pt x="6094635" y="3479"/>
                  <a:pt x="6095086" y="4154"/>
                  <a:pt x="6095412" y="4915"/>
                </a:cubicBezTo>
                <a:cubicBezTo>
                  <a:pt x="6095738" y="5676"/>
                  <a:pt x="6095901" y="6507"/>
                  <a:pt x="6095901" y="7408"/>
                </a:cubicBezTo>
                <a:cubicBezTo>
                  <a:pt x="6095901" y="8278"/>
                  <a:pt x="6095738" y="9101"/>
                  <a:pt x="6095412" y="9877"/>
                </a:cubicBezTo>
                <a:cubicBezTo>
                  <a:pt x="6095086" y="10654"/>
                  <a:pt x="6094635" y="11337"/>
                  <a:pt x="6094060" y="11927"/>
                </a:cubicBezTo>
                <a:cubicBezTo>
                  <a:pt x="6093486" y="12518"/>
                  <a:pt x="6092810" y="12976"/>
                  <a:pt x="6092034" y="13302"/>
                </a:cubicBezTo>
                <a:cubicBezTo>
                  <a:pt x="6091257" y="13628"/>
                  <a:pt x="6090419" y="13791"/>
                  <a:pt x="6089518" y="13791"/>
                </a:cubicBezTo>
                <a:cubicBezTo>
                  <a:pt x="6088617" y="13791"/>
                  <a:pt x="6087778" y="13628"/>
                  <a:pt x="6087002" y="13302"/>
                </a:cubicBezTo>
                <a:cubicBezTo>
                  <a:pt x="6086225" y="12976"/>
                  <a:pt x="6085550" y="12518"/>
                  <a:pt x="6084975" y="11927"/>
                </a:cubicBezTo>
                <a:cubicBezTo>
                  <a:pt x="6084401" y="11337"/>
                  <a:pt x="6083950" y="10654"/>
                  <a:pt x="6083624" y="9877"/>
                </a:cubicBezTo>
                <a:cubicBezTo>
                  <a:pt x="6083298" y="9101"/>
                  <a:pt x="6083135" y="8278"/>
                  <a:pt x="6083135" y="7408"/>
                </a:cubicBezTo>
                <a:cubicBezTo>
                  <a:pt x="6083135" y="6507"/>
                  <a:pt x="6083298" y="5676"/>
                  <a:pt x="6083624" y="4915"/>
                </a:cubicBezTo>
                <a:cubicBezTo>
                  <a:pt x="6083950" y="4154"/>
                  <a:pt x="6084401" y="3479"/>
                  <a:pt x="6084975" y="2889"/>
                </a:cubicBezTo>
                <a:cubicBezTo>
                  <a:pt x="6085550" y="2299"/>
                  <a:pt x="6086225" y="1840"/>
                  <a:pt x="6087002" y="1514"/>
                </a:cubicBezTo>
                <a:cubicBezTo>
                  <a:pt x="6087778" y="1188"/>
                  <a:pt x="6088617" y="1025"/>
                  <a:pt x="6089518" y="1025"/>
                </a:cubicBezTo>
                <a:close/>
                <a:moveTo>
                  <a:pt x="6163321" y="43703"/>
                </a:moveTo>
                <a:cubicBezTo>
                  <a:pt x="6163321" y="47337"/>
                  <a:pt x="6162808" y="50668"/>
                  <a:pt x="6161783" y="53697"/>
                </a:cubicBezTo>
                <a:cubicBezTo>
                  <a:pt x="6160758" y="56725"/>
                  <a:pt x="6159283" y="59319"/>
                  <a:pt x="6157357" y="61478"/>
                </a:cubicBezTo>
                <a:cubicBezTo>
                  <a:pt x="6155431" y="63636"/>
                  <a:pt x="6153086" y="65314"/>
                  <a:pt x="6150322" y="66510"/>
                </a:cubicBezTo>
                <a:cubicBezTo>
                  <a:pt x="6147557" y="67705"/>
                  <a:pt x="6144420" y="68303"/>
                  <a:pt x="6140910" y="68303"/>
                </a:cubicBezTo>
                <a:cubicBezTo>
                  <a:pt x="6137556" y="68303"/>
                  <a:pt x="6134551" y="67783"/>
                  <a:pt x="6131895" y="66742"/>
                </a:cubicBezTo>
                <a:cubicBezTo>
                  <a:pt x="6129239" y="65702"/>
                  <a:pt x="6126987" y="64172"/>
                  <a:pt x="6125139" y="62153"/>
                </a:cubicBezTo>
                <a:cubicBezTo>
                  <a:pt x="6123291" y="60134"/>
                  <a:pt x="6121878" y="57634"/>
                  <a:pt x="6120899" y="54652"/>
                </a:cubicBezTo>
                <a:cubicBezTo>
                  <a:pt x="6119921" y="51670"/>
                  <a:pt x="6119432" y="48238"/>
                  <a:pt x="6119432" y="44355"/>
                </a:cubicBezTo>
                <a:cubicBezTo>
                  <a:pt x="6119432" y="40721"/>
                  <a:pt x="6119944" y="37405"/>
                  <a:pt x="6120969" y="34408"/>
                </a:cubicBezTo>
                <a:cubicBezTo>
                  <a:pt x="6121994" y="31411"/>
                  <a:pt x="6123470" y="28832"/>
                  <a:pt x="6125395" y="26674"/>
                </a:cubicBezTo>
                <a:cubicBezTo>
                  <a:pt x="6127321" y="24515"/>
                  <a:pt x="6129666" y="22838"/>
                  <a:pt x="6132431" y="21642"/>
                </a:cubicBezTo>
                <a:cubicBezTo>
                  <a:pt x="6135195" y="20446"/>
                  <a:pt x="6138332" y="19848"/>
                  <a:pt x="6141842" y="19848"/>
                </a:cubicBezTo>
                <a:cubicBezTo>
                  <a:pt x="6145197" y="19848"/>
                  <a:pt x="6148202" y="20368"/>
                  <a:pt x="6150858" y="21409"/>
                </a:cubicBezTo>
                <a:cubicBezTo>
                  <a:pt x="6153513" y="22449"/>
                  <a:pt x="6155765" y="23971"/>
                  <a:pt x="6157613" y="25975"/>
                </a:cubicBezTo>
                <a:cubicBezTo>
                  <a:pt x="6159462" y="27978"/>
                  <a:pt x="6160875" y="30471"/>
                  <a:pt x="6161853" y="33453"/>
                </a:cubicBezTo>
                <a:cubicBezTo>
                  <a:pt x="6162832" y="36435"/>
                  <a:pt x="6163321" y="39851"/>
                  <a:pt x="6163321" y="43703"/>
                </a:cubicBezTo>
                <a:moveTo>
                  <a:pt x="6155028" y="44076"/>
                </a:moveTo>
                <a:cubicBezTo>
                  <a:pt x="6155028" y="41187"/>
                  <a:pt x="6154709" y="38663"/>
                  <a:pt x="6154073" y="36505"/>
                </a:cubicBezTo>
                <a:cubicBezTo>
                  <a:pt x="6153436" y="34346"/>
                  <a:pt x="6152527" y="32544"/>
                  <a:pt x="6151347" y="31100"/>
                </a:cubicBezTo>
                <a:cubicBezTo>
                  <a:pt x="6150167" y="29656"/>
                  <a:pt x="6148730" y="28568"/>
                  <a:pt x="6147037" y="27838"/>
                </a:cubicBezTo>
                <a:cubicBezTo>
                  <a:pt x="6145344" y="27109"/>
                  <a:pt x="6143457" y="26744"/>
                  <a:pt x="6141376" y="26744"/>
                </a:cubicBezTo>
                <a:cubicBezTo>
                  <a:pt x="6138954" y="26744"/>
                  <a:pt x="6136880" y="27217"/>
                  <a:pt x="6135156" y="28165"/>
                </a:cubicBezTo>
                <a:cubicBezTo>
                  <a:pt x="6133432" y="29112"/>
                  <a:pt x="6132019" y="30378"/>
                  <a:pt x="6130916" y="31962"/>
                </a:cubicBezTo>
                <a:cubicBezTo>
                  <a:pt x="6129814" y="33546"/>
                  <a:pt x="6129006" y="35386"/>
                  <a:pt x="6128494" y="37483"/>
                </a:cubicBezTo>
                <a:cubicBezTo>
                  <a:pt x="6127981" y="39580"/>
                  <a:pt x="6127725" y="41777"/>
                  <a:pt x="6127725" y="44076"/>
                </a:cubicBezTo>
                <a:cubicBezTo>
                  <a:pt x="6127725" y="46964"/>
                  <a:pt x="6128043" y="49496"/>
                  <a:pt x="6128680" y="51670"/>
                </a:cubicBezTo>
                <a:cubicBezTo>
                  <a:pt x="6129317" y="53844"/>
                  <a:pt x="6130225" y="55654"/>
                  <a:pt x="6131406" y="57098"/>
                </a:cubicBezTo>
                <a:cubicBezTo>
                  <a:pt x="6132586" y="58542"/>
                  <a:pt x="6134015" y="59629"/>
                  <a:pt x="6135692" y="60359"/>
                </a:cubicBezTo>
                <a:cubicBezTo>
                  <a:pt x="6137369" y="61089"/>
                  <a:pt x="6139264" y="61454"/>
                  <a:pt x="6141376" y="61454"/>
                </a:cubicBezTo>
                <a:cubicBezTo>
                  <a:pt x="6143799" y="61454"/>
                  <a:pt x="6145872" y="60981"/>
                  <a:pt x="6147596" y="60033"/>
                </a:cubicBezTo>
                <a:cubicBezTo>
                  <a:pt x="6149320" y="59086"/>
                  <a:pt x="6150733" y="57820"/>
                  <a:pt x="6151836" y="56236"/>
                </a:cubicBezTo>
                <a:cubicBezTo>
                  <a:pt x="6152939" y="54652"/>
                  <a:pt x="6153746" y="52812"/>
                  <a:pt x="6154259" y="50715"/>
                </a:cubicBezTo>
                <a:cubicBezTo>
                  <a:pt x="6154771" y="48618"/>
                  <a:pt x="6155028" y="46405"/>
                  <a:pt x="6155028" y="44076"/>
                </a:cubicBezTo>
                <a:close/>
                <a:moveTo>
                  <a:pt x="6174458" y="20687"/>
                </a:moveTo>
                <a:lnTo>
                  <a:pt x="6181680" y="20687"/>
                </a:lnTo>
                <a:lnTo>
                  <a:pt x="6182006" y="28235"/>
                </a:lnTo>
                <a:cubicBezTo>
                  <a:pt x="6183373" y="26619"/>
                  <a:pt x="6184693" y="25276"/>
                  <a:pt x="6185966" y="24204"/>
                </a:cubicBezTo>
                <a:cubicBezTo>
                  <a:pt x="6187240" y="23133"/>
                  <a:pt x="6188490" y="22271"/>
                  <a:pt x="6189717" y="21619"/>
                </a:cubicBezTo>
                <a:cubicBezTo>
                  <a:pt x="6190944" y="20966"/>
                  <a:pt x="6192194" y="20508"/>
                  <a:pt x="6193467" y="20244"/>
                </a:cubicBezTo>
                <a:cubicBezTo>
                  <a:pt x="6194741" y="19980"/>
                  <a:pt x="6196061" y="19848"/>
                  <a:pt x="6197428" y="19848"/>
                </a:cubicBezTo>
                <a:cubicBezTo>
                  <a:pt x="6202242" y="19848"/>
                  <a:pt x="6205884" y="21269"/>
                  <a:pt x="6208353" y="24111"/>
                </a:cubicBezTo>
                <a:cubicBezTo>
                  <a:pt x="6210823" y="26953"/>
                  <a:pt x="6212058" y="31232"/>
                  <a:pt x="6212058" y="36947"/>
                </a:cubicBezTo>
                <a:lnTo>
                  <a:pt x="6212058" y="67465"/>
                </a:lnTo>
                <a:lnTo>
                  <a:pt x="6203951" y="67465"/>
                </a:lnTo>
                <a:lnTo>
                  <a:pt x="6203951" y="37599"/>
                </a:lnTo>
                <a:cubicBezTo>
                  <a:pt x="6203951" y="33934"/>
                  <a:pt x="6203267" y="31224"/>
                  <a:pt x="6201901" y="29469"/>
                </a:cubicBezTo>
                <a:cubicBezTo>
                  <a:pt x="6200534" y="27714"/>
                  <a:pt x="6198499" y="26837"/>
                  <a:pt x="6195797" y="26837"/>
                </a:cubicBezTo>
                <a:cubicBezTo>
                  <a:pt x="6194803" y="26837"/>
                  <a:pt x="6193832" y="26984"/>
                  <a:pt x="6192885" y="27279"/>
                </a:cubicBezTo>
                <a:cubicBezTo>
                  <a:pt x="6191938" y="27574"/>
                  <a:pt x="6190952" y="28087"/>
                  <a:pt x="6189926" y="28817"/>
                </a:cubicBezTo>
                <a:cubicBezTo>
                  <a:pt x="6188901" y="29547"/>
                  <a:pt x="6187791" y="30533"/>
                  <a:pt x="6186595" y="31775"/>
                </a:cubicBezTo>
                <a:cubicBezTo>
                  <a:pt x="6185399" y="33018"/>
                  <a:pt x="6184056" y="34571"/>
                  <a:pt x="6182565" y="36435"/>
                </a:cubicBezTo>
                <a:lnTo>
                  <a:pt x="6182565" y="67465"/>
                </a:lnTo>
                <a:lnTo>
                  <a:pt x="6174458" y="67465"/>
                </a:lnTo>
                <a:lnTo>
                  <a:pt x="6174458" y="20687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seemstobeincompatible,leadingtoanullreferenceerrorwhentryingtoaccess`getInstance`.Theprovidedcodesnippetreproduces">
            <a:extLst xmlns:a="http://schemas.openxmlformats.org/drawingml/2006/main">
              <a:ext uri="{FF2B5EF4-FFF2-40B4-BE49-F238E27FC236}">
                <a16:creationId xmlns:a16="http://schemas.microsoft.com/office/drawing/2014/main" id="{D11E9DC6-E46B-4429-9DD2-7B26CDDA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15" y="5898065"/>
            <a:ext cx="6995182" cy="86008"/>
          </a:xfrm>
          <a:custGeom xmlns:a="http://schemas.openxmlformats.org/drawingml/2006/main">
            <a:pathLst>
              <a:path w="6995182" h="86008">
                <a:moveTo>
                  <a:pt x="36015" y="53674"/>
                </a:moveTo>
                <a:cubicBezTo>
                  <a:pt x="36015" y="55320"/>
                  <a:pt x="35736" y="56795"/>
                  <a:pt x="35177" y="58100"/>
                </a:cubicBezTo>
                <a:cubicBezTo>
                  <a:pt x="34618" y="59404"/>
                  <a:pt x="33857" y="60561"/>
                  <a:pt x="32894" y="61571"/>
                </a:cubicBezTo>
                <a:cubicBezTo>
                  <a:pt x="31931" y="62580"/>
                  <a:pt x="30813" y="63442"/>
                  <a:pt x="29539" y="64157"/>
                </a:cubicBezTo>
                <a:cubicBezTo>
                  <a:pt x="28266" y="64871"/>
                  <a:pt x="26907" y="65461"/>
                  <a:pt x="25462" y="65927"/>
                </a:cubicBezTo>
                <a:cubicBezTo>
                  <a:pt x="24018" y="66393"/>
                  <a:pt x="22535" y="66735"/>
                  <a:pt x="21013" y="66952"/>
                </a:cubicBezTo>
                <a:cubicBezTo>
                  <a:pt x="19491" y="67170"/>
                  <a:pt x="18000" y="67278"/>
                  <a:pt x="16540" y="67278"/>
                </a:cubicBezTo>
                <a:cubicBezTo>
                  <a:pt x="13372" y="67278"/>
                  <a:pt x="10460" y="67139"/>
                  <a:pt x="7804" y="66859"/>
                </a:cubicBezTo>
                <a:cubicBezTo>
                  <a:pt x="5148" y="66579"/>
                  <a:pt x="2547" y="66129"/>
                  <a:pt x="0" y="65508"/>
                </a:cubicBezTo>
                <a:lnTo>
                  <a:pt x="0" y="58053"/>
                </a:lnTo>
                <a:cubicBezTo>
                  <a:pt x="2733" y="58830"/>
                  <a:pt x="5451" y="59420"/>
                  <a:pt x="8154" y="59824"/>
                </a:cubicBezTo>
                <a:cubicBezTo>
                  <a:pt x="10856" y="60227"/>
                  <a:pt x="13543" y="60429"/>
                  <a:pt x="16214" y="60429"/>
                </a:cubicBezTo>
                <a:cubicBezTo>
                  <a:pt x="20097" y="60429"/>
                  <a:pt x="22970" y="59901"/>
                  <a:pt x="24833" y="58845"/>
                </a:cubicBezTo>
                <a:cubicBezTo>
                  <a:pt x="26697" y="57789"/>
                  <a:pt x="27629" y="56283"/>
                  <a:pt x="27629" y="54326"/>
                </a:cubicBezTo>
                <a:cubicBezTo>
                  <a:pt x="27629" y="53487"/>
                  <a:pt x="27481" y="52734"/>
                  <a:pt x="27186" y="52066"/>
                </a:cubicBezTo>
                <a:cubicBezTo>
                  <a:pt x="26891" y="51398"/>
                  <a:pt x="26355" y="50762"/>
                  <a:pt x="25579" y="50156"/>
                </a:cubicBezTo>
                <a:cubicBezTo>
                  <a:pt x="24802" y="49550"/>
                  <a:pt x="23599" y="48921"/>
                  <a:pt x="21968" y="48269"/>
                </a:cubicBezTo>
                <a:cubicBezTo>
                  <a:pt x="20337" y="47617"/>
                  <a:pt x="18109" y="46871"/>
                  <a:pt x="15282" y="46033"/>
                </a:cubicBezTo>
                <a:cubicBezTo>
                  <a:pt x="13170" y="45411"/>
                  <a:pt x="11221" y="44705"/>
                  <a:pt x="9435" y="43913"/>
                </a:cubicBezTo>
                <a:cubicBezTo>
                  <a:pt x="7649" y="43121"/>
                  <a:pt x="6103" y="42181"/>
                  <a:pt x="4799" y="41094"/>
                </a:cubicBezTo>
                <a:cubicBezTo>
                  <a:pt x="3494" y="40007"/>
                  <a:pt x="2469" y="38733"/>
                  <a:pt x="1724" y="37273"/>
                </a:cubicBezTo>
                <a:cubicBezTo>
                  <a:pt x="978" y="35813"/>
                  <a:pt x="606" y="34090"/>
                  <a:pt x="606" y="32102"/>
                </a:cubicBezTo>
                <a:cubicBezTo>
                  <a:pt x="606" y="30797"/>
                  <a:pt x="909" y="29368"/>
                  <a:pt x="1514" y="27815"/>
                </a:cubicBezTo>
                <a:cubicBezTo>
                  <a:pt x="2120" y="26262"/>
                  <a:pt x="3153" y="24818"/>
                  <a:pt x="4613" y="23482"/>
                </a:cubicBezTo>
                <a:cubicBezTo>
                  <a:pt x="6072" y="22147"/>
                  <a:pt x="8045" y="21036"/>
                  <a:pt x="10530" y="20151"/>
                </a:cubicBezTo>
                <a:cubicBezTo>
                  <a:pt x="13015" y="19266"/>
                  <a:pt x="16121" y="18823"/>
                  <a:pt x="19848" y="18823"/>
                </a:cubicBezTo>
                <a:cubicBezTo>
                  <a:pt x="21681" y="18823"/>
                  <a:pt x="23715" y="18924"/>
                  <a:pt x="25952" y="19126"/>
                </a:cubicBezTo>
                <a:cubicBezTo>
                  <a:pt x="28188" y="19328"/>
                  <a:pt x="30518" y="19677"/>
                  <a:pt x="32940" y="20174"/>
                </a:cubicBezTo>
                <a:lnTo>
                  <a:pt x="32940" y="27396"/>
                </a:lnTo>
                <a:cubicBezTo>
                  <a:pt x="30393" y="26775"/>
                  <a:pt x="27978" y="26316"/>
                  <a:pt x="25695" y="26021"/>
                </a:cubicBezTo>
                <a:cubicBezTo>
                  <a:pt x="23412" y="25726"/>
                  <a:pt x="21432" y="25579"/>
                  <a:pt x="19755" y="25579"/>
                </a:cubicBezTo>
                <a:cubicBezTo>
                  <a:pt x="17736" y="25579"/>
                  <a:pt x="16035" y="25734"/>
                  <a:pt x="14653" y="26045"/>
                </a:cubicBezTo>
                <a:cubicBezTo>
                  <a:pt x="13271" y="26355"/>
                  <a:pt x="12153" y="26782"/>
                  <a:pt x="11298" y="27326"/>
                </a:cubicBezTo>
                <a:cubicBezTo>
                  <a:pt x="10444" y="27870"/>
                  <a:pt x="9831" y="28506"/>
                  <a:pt x="9458" y="29236"/>
                </a:cubicBezTo>
                <a:cubicBezTo>
                  <a:pt x="9085" y="29966"/>
                  <a:pt x="8899" y="30750"/>
                  <a:pt x="8899" y="31589"/>
                </a:cubicBezTo>
                <a:cubicBezTo>
                  <a:pt x="8899" y="32428"/>
                  <a:pt x="9062" y="33189"/>
                  <a:pt x="9388" y="33872"/>
                </a:cubicBezTo>
                <a:cubicBezTo>
                  <a:pt x="9714" y="34555"/>
                  <a:pt x="10320" y="35215"/>
                  <a:pt x="11205" y="35852"/>
                </a:cubicBezTo>
                <a:cubicBezTo>
                  <a:pt x="12091" y="36489"/>
                  <a:pt x="13325" y="37126"/>
                  <a:pt x="14909" y="37762"/>
                </a:cubicBezTo>
                <a:cubicBezTo>
                  <a:pt x="16493" y="38399"/>
                  <a:pt x="18559" y="39090"/>
                  <a:pt x="21106" y="39836"/>
                </a:cubicBezTo>
                <a:cubicBezTo>
                  <a:pt x="23870" y="40643"/>
                  <a:pt x="26200" y="41490"/>
                  <a:pt x="28095" y="42375"/>
                </a:cubicBezTo>
                <a:cubicBezTo>
                  <a:pt x="29989" y="43260"/>
                  <a:pt x="31527" y="44246"/>
                  <a:pt x="32707" y="45334"/>
                </a:cubicBezTo>
                <a:cubicBezTo>
                  <a:pt x="33888" y="46421"/>
                  <a:pt x="34734" y="47648"/>
                  <a:pt x="35247" y="49014"/>
                </a:cubicBezTo>
                <a:cubicBezTo>
                  <a:pt x="35759" y="50381"/>
                  <a:pt x="36015" y="51934"/>
                  <a:pt x="36015" y="53674"/>
                </a:cubicBezTo>
                <a:close/>
                <a:moveTo>
                  <a:pt x="90343" y="40581"/>
                </a:moveTo>
                <a:cubicBezTo>
                  <a:pt x="90343" y="41731"/>
                  <a:pt x="90328" y="42693"/>
                  <a:pt x="90297" y="43470"/>
                </a:cubicBezTo>
                <a:cubicBezTo>
                  <a:pt x="90265" y="44246"/>
                  <a:pt x="90219" y="44976"/>
                  <a:pt x="90157" y="45660"/>
                </a:cubicBezTo>
                <a:lnTo>
                  <a:pt x="57310" y="45660"/>
                </a:lnTo>
                <a:cubicBezTo>
                  <a:pt x="57310" y="50443"/>
                  <a:pt x="58645" y="54116"/>
                  <a:pt x="61317" y="56679"/>
                </a:cubicBezTo>
                <a:cubicBezTo>
                  <a:pt x="63988" y="59241"/>
                  <a:pt x="67839" y="60522"/>
                  <a:pt x="72871" y="60522"/>
                </a:cubicBezTo>
                <a:cubicBezTo>
                  <a:pt x="74238" y="60522"/>
                  <a:pt x="75605" y="60467"/>
                  <a:pt x="76971" y="60357"/>
                </a:cubicBezTo>
                <a:cubicBezTo>
                  <a:pt x="78338" y="60245"/>
                  <a:pt x="79658" y="60094"/>
                  <a:pt x="80932" y="59904"/>
                </a:cubicBezTo>
                <a:cubicBezTo>
                  <a:pt x="82205" y="59712"/>
                  <a:pt x="83424" y="59498"/>
                  <a:pt x="84589" y="59260"/>
                </a:cubicBezTo>
                <a:cubicBezTo>
                  <a:pt x="85754" y="59021"/>
                  <a:pt x="86833" y="58759"/>
                  <a:pt x="87827" y="58472"/>
                </a:cubicBezTo>
                <a:lnTo>
                  <a:pt x="87827" y="65135"/>
                </a:lnTo>
                <a:cubicBezTo>
                  <a:pt x="85622" y="65770"/>
                  <a:pt x="83129" y="66286"/>
                  <a:pt x="80349" y="66683"/>
                </a:cubicBezTo>
                <a:cubicBezTo>
                  <a:pt x="77569" y="67080"/>
                  <a:pt x="74688" y="67278"/>
                  <a:pt x="71706" y="67278"/>
                </a:cubicBezTo>
                <a:cubicBezTo>
                  <a:pt x="67700" y="67278"/>
                  <a:pt x="64252" y="66735"/>
                  <a:pt x="61363" y="65648"/>
                </a:cubicBezTo>
                <a:cubicBezTo>
                  <a:pt x="58474" y="64560"/>
                  <a:pt x="56106" y="62984"/>
                  <a:pt x="54258" y="60919"/>
                </a:cubicBezTo>
                <a:cubicBezTo>
                  <a:pt x="52410" y="58853"/>
                  <a:pt x="51043" y="56321"/>
                  <a:pt x="50158" y="53324"/>
                </a:cubicBezTo>
                <a:cubicBezTo>
                  <a:pt x="49273" y="50327"/>
                  <a:pt x="48830" y="46933"/>
                  <a:pt x="48830" y="43144"/>
                </a:cubicBezTo>
                <a:cubicBezTo>
                  <a:pt x="48830" y="39851"/>
                  <a:pt x="49304" y="36737"/>
                  <a:pt x="50251" y="33802"/>
                </a:cubicBezTo>
                <a:cubicBezTo>
                  <a:pt x="51198" y="30867"/>
                  <a:pt x="52581" y="28289"/>
                  <a:pt x="54398" y="26068"/>
                </a:cubicBezTo>
                <a:cubicBezTo>
                  <a:pt x="56215" y="23847"/>
                  <a:pt x="58443" y="22084"/>
                  <a:pt x="61084" y="20780"/>
                </a:cubicBezTo>
                <a:cubicBezTo>
                  <a:pt x="63724" y="19475"/>
                  <a:pt x="66721" y="18823"/>
                  <a:pt x="70076" y="18823"/>
                </a:cubicBezTo>
                <a:cubicBezTo>
                  <a:pt x="73337" y="18823"/>
                  <a:pt x="76226" y="19336"/>
                  <a:pt x="78742" y="20361"/>
                </a:cubicBezTo>
                <a:cubicBezTo>
                  <a:pt x="81258" y="21386"/>
                  <a:pt x="83378" y="22838"/>
                  <a:pt x="85102" y="24717"/>
                </a:cubicBezTo>
                <a:cubicBezTo>
                  <a:pt x="86825" y="26596"/>
                  <a:pt x="88130" y="28879"/>
                  <a:pt x="89015" y="31566"/>
                </a:cubicBezTo>
                <a:cubicBezTo>
                  <a:pt x="89900" y="34253"/>
                  <a:pt x="90343" y="37258"/>
                  <a:pt x="90343" y="40581"/>
                </a:cubicBezTo>
                <a:moveTo>
                  <a:pt x="81910" y="39416"/>
                </a:moveTo>
                <a:cubicBezTo>
                  <a:pt x="82003" y="37335"/>
                  <a:pt x="81801" y="35433"/>
                  <a:pt x="81304" y="33709"/>
                </a:cubicBezTo>
                <a:cubicBezTo>
                  <a:pt x="80807" y="31985"/>
                  <a:pt x="80039" y="30502"/>
                  <a:pt x="78998" y="29260"/>
                </a:cubicBezTo>
                <a:cubicBezTo>
                  <a:pt x="77958" y="28017"/>
                  <a:pt x="76661" y="27046"/>
                  <a:pt x="75108" y="26348"/>
                </a:cubicBezTo>
                <a:cubicBezTo>
                  <a:pt x="73555" y="25649"/>
                  <a:pt x="71753" y="25299"/>
                  <a:pt x="69703" y="25299"/>
                </a:cubicBezTo>
                <a:cubicBezTo>
                  <a:pt x="67933" y="25299"/>
                  <a:pt x="66317" y="25641"/>
                  <a:pt x="64858" y="26324"/>
                </a:cubicBezTo>
                <a:cubicBezTo>
                  <a:pt x="63398" y="27008"/>
                  <a:pt x="62140" y="27970"/>
                  <a:pt x="61084" y="29213"/>
                </a:cubicBezTo>
                <a:cubicBezTo>
                  <a:pt x="60028" y="30455"/>
                  <a:pt x="59173" y="31946"/>
                  <a:pt x="58521" y="33686"/>
                </a:cubicBezTo>
                <a:cubicBezTo>
                  <a:pt x="57869" y="35425"/>
                  <a:pt x="57465" y="37335"/>
                  <a:pt x="57310" y="39416"/>
                </a:cubicBezTo>
                <a:lnTo>
                  <a:pt x="81910" y="39416"/>
                </a:lnTo>
                <a:close/>
                <a:moveTo>
                  <a:pt x="142202" y="40581"/>
                </a:moveTo>
                <a:cubicBezTo>
                  <a:pt x="142202" y="41731"/>
                  <a:pt x="142186" y="42693"/>
                  <a:pt x="142155" y="43470"/>
                </a:cubicBezTo>
                <a:cubicBezTo>
                  <a:pt x="142124" y="44246"/>
                  <a:pt x="142077" y="44976"/>
                  <a:pt x="142015" y="45660"/>
                </a:cubicBezTo>
                <a:lnTo>
                  <a:pt x="109168" y="45660"/>
                </a:lnTo>
                <a:cubicBezTo>
                  <a:pt x="109168" y="50443"/>
                  <a:pt x="110504" y="54116"/>
                  <a:pt x="113175" y="56679"/>
                </a:cubicBezTo>
                <a:cubicBezTo>
                  <a:pt x="115846" y="59241"/>
                  <a:pt x="119698" y="60522"/>
                  <a:pt x="124730" y="60522"/>
                </a:cubicBezTo>
                <a:cubicBezTo>
                  <a:pt x="126096" y="60522"/>
                  <a:pt x="127463" y="60467"/>
                  <a:pt x="128830" y="60357"/>
                </a:cubicBezTo>
                <a:cubicBezTo>
                  <a:pt x="130197" y="60245"/>
                  <a:pt x="131517" y="60094"/>
                  <a:pt x="132790" y="59904"/>
                </a:cubicBezTo>
                <a:cubicBezTo>
                  <a:pt x="134064" y="59712"/>
                  <a:pt x="135283" y="59498"/>
                  <a:pt x="136448" y="59260"/>
                </a:cubicBezTo>
                <a:cubicBezTo>
                  <a:pt x="137612" y="59021"/>
                  <a:pt x="138692" y="58759"/>
                  <a:pt x="139686" y="58472"/>
                </a:cubicBezTo>
                <a:lnTo>
                  <a:pt x="139686" y="65135"/>
                </a:lnTo>
                <a:cubicBezTo>
                  <a:pt x="137480" y="65770"/>
                  <a:pt x="134988" y="66286"/>
                  <a:pt x="132208" y="66683"/>
                </a:cubicBezTo>
                <a:cubicBezTo>
                  <a:pt x="129428" y="67080"/>
                  <a:pt x="126547" y="67278"/>
                  <a:pt x="123565" y="67278"/>
                </a:cubicBezTo>
                <a:cubicBezTo>
                  <a:pt x="119558" y="67278"/>
                  <a:pt x="116110" y="66735"/>
                  <a:pt x="113222" y="65648"/>
                </a:cubicBezTo>
                <a:cubicBezTo>
                  <a:pt x="110333" y="64560"/>
                  <a:pt x="107965" y="62984"/>
                  <a:pt x="106116" y="60919"/>
                </a:cubicBezTo>
                <a:cubicBezTo>
                  <a:pt x="104268" y="58853"/>
                  <a:pt x="102902" y="56321"/>
                  <a:pt x="102016" y="53324"/>
                </a:cubicBezTo>
                <a:cubicBezTo>
                  <a:pt x="101131" y="50327"/>
                  <a:pt x="100689" y="46933"/>
                  <a:pt x="100689" y="43144"/>
                </a:cubicBezTo>
                <a:cubicBezTo>
                  <a:pt x="100689" y="39851"/>
                  <a:pt x="101162" y="36737"/>
                  <a:pt x="102110" y="33802"/>
                </a:cubicBezTo>
                <a:cubicBezTo>
                  <a:pt x="103057" y="30867"/>
                  <a:pt x="104439" y="28289"/>
                  <a:pt x="106256" y="26068"/>
                </a:cubicBezTo>
                <a:cubicBezTo>
                  <a:pt x="108073" y="23847"/>
                  <a:pt x="110302" y="22084"/>
                  <a:pt x="112942" y="20780"/>
                </a:cubicBezTo>
                <a:cubicBezTo>
                  <a:pt x="115582" y="19475"/>
                  <a:pt x="118580" y="18823"/>
                  <a:pt x="121934" y="18823"/>
                </a:cubicBezTo>
                <a:cubicBezTo>
                  <a:pt x="125196" y="18823"/>
                  <a:pt x="128084" y="19336"/>
                  <a:pt x="130600" y="20361"/>
                </a:cubicBezTo>
                <a:cubicBezTo>
                  <a:pt x="133116" y="21386"/>
                  <a:pt x="135236" y="22838"/>
                  <a:pt x="136960" y="24717"/>
                </a:cubicBezTo>
                <a:cubicBezTo>
                  <a:pt x="138684" y="26596"/>
                  <a:pt x="139989" y="28879"/>
                  <a:pt x="140874" y="31566"/>
                </a:cubicBezTo>
                <a:cubicBezTo>
                  <a:pt x="141759" y="34253"/>
                  <a:pt x="142202" y="37258"/>
                  <a:pt x="142202" y="40581"/>
                </a:cubicBezTo>
                <a:moveTo>
                  <a:pt x="133769" y="39416"/>
                </a:moveTo>
                <a:cubicBezTo>
                  <a:pt x="133862" y="37335"/>
                  <a:pt x="133660" y="35433"/>
                  <a:pt x="133163" y="33709"/>
                </a:cubicBezTo>
                <a:cubicBezTo>
                  <a:pt x="132666" y="31985"/>
                  <a:pt x="131897" y="30502"/>
                  <a:pt x="130857" y="29260"/>
                </a:cubicBezTo>
                <a:cubicBezTo>
                  <a:pt x="129816" y="28017"/>
                  <a:pt x="128519" y="27046"/>
                  <a:pt x="126966" y="26348"/>
                </a:cubicBezTo>
                <a:cubicBezTo>
                  <a:pt x="125413" y="25649"/>
                  <a:pt x="123612" y="25299"/>
                  <a:pt x="121562" y="25299"/>
                </a:cubicBezTo>
                <a:cubicBezTo>
                  <a:pt x="119791" y="25299"/>
                  <a:pt x="118176" y="25641"/>
                  <a:pt x="116716" y="26324"/>
                </a:cubicBezTo>
                <a:cubicBezTo>
                  <a:pt x="115256" y="27008"/>
                  <a:pt x="113998" y="27970"/>
                  <a:pt x="112942" y="29213"/>
                </a:cubicBezTo>
                <a:cubicBezTo>
                  <a:pt x="111886" y="30455"/>
                  <a:pt x="111032" y="31946"/>
                  <a:pt x="110380" y="33686"/>
                </a:cubicBezTo>
                <a:cubicBezTo>
                  <a:pt x="109727" y="35425"/>
                  <a:pt x="109323" y="37335"/>
                  <a:pt x="109168" y="39416"/>
                </a:cubicBezTo>
                <a:lnTo>
                  <a:pt x="133769" y="39416"/>
                </a:lnTo>
                <a:close/>
                <a:moveTo>
                  <a:pt x="187910" y="66440"/>
                </a:moveTo>
                <a:lnTo>
                  <a:pt x="187910" y="32847"/>
                </a:lnTo>
                <a:cubicBezTo>
                  <a:pt x="187910" y="31387"/>
                  <a:pt x="187856" y="30191"/>
                  <a:pt x="187747" y="29260"/>
                </a:cubicBezTo>
                <a:cubicBezTo>
                  <a:pt x="187638" y="28328"/>
                  <a:pt x="187467" y="27590"/>
                  <a:pt x="187234" y="27046"/>
                </a:cubicBezTo>
                <a:cubicBezTo>
                  <a:pt x="187001" y="26503"/>
                  <a:pt x="186706" y="26122"/>
                  <a:pt x="186349" y="25905"/>
                </a:cubicBezTo>
                <a:cubicBezTo>
                  <a:pt x="185992" y="25688"/>
                  <a:pt x="185549" y="25579"/>
                  <a:pt x="185021" y="25579"/>
                </a:cubicBezTo>
                <a:cubicBezTo>
                  <a:pt x="184400" y="25579"/>
                  <a:pt x="183825" y="25765"/>
                  <a:pt x="183297" y="26138"/>
                </a:cubicBezTo>
                <a:cubicBezTo>
                  <a:pt x="182769" y="26511"/>
                  <a:pt x="182203" y="27116"/>
                  <a:pt x="181597" y="27955"/>
                </a:cubicBezTo>
                <a:cubicBezTo>
                  <a:pt x="180991" y="28794"/>
                  <a:pt x="180323" y="29904"/>
                  <a:pt x="179593" y="31286"/>
                </a:cubicBezTo>
                <a:cubicBezTo>
                  <a:pt x="178863" y="32668"/>
                  <a:pt x="178002" y="34369"/>
                  <a:pt x="177008" y="36388"/>
                </a:cubicBezTo>
                <a:lnTo>
                  <a:pt x="177008" y="66440"/>
                </a:lnTo>
                <a:lnTo>
                  <a:pt x="169600" y="66440"/>
                </a:lnTo>
                <a:lnTo>
                  <a:pt x="169600" y="33732"/>
                </a:lnTo>
                <a:cubicBezTo>
                  <a:pt x="169600" y="32024"/>
                  <a:pt x="169545" y="30642"/>
                  <a:pt x="169436" y="29586"/>
                </a:cubicBezTo>
                <a:cubicBezTo>
                  <a:pt x="169328" y="28530"/>
                  <a:pt x="169157" y="27706"/>
                  <a:pt x="168924" y="27116"/>
                </a:cubicBezTo>
                <a:cubicBezTo>
                  <a:pt x="168691" y="26526"/>
                  <a:pt x="168388" y="26122"/>
                  <a:pt x="168015" y="25905"/>
                </a:cubicBezTo>
                <a:cubicBezTo>
                  <a:pt x="167643" y="25688"/>
                  <a:pt x="167192" y="25579"/>
                  <a:pt x="166664" y="25579"/>
                </a:cubicBezTo>
                <a:cubicBezTo>
                  <a:pt x="166105" y="25579"/>
                  <a:pt x="165577" y="25734"/>
                  <a:pt x="165080" y="26045"/>
                </a:cubicBezTo>
                <a:cubicBezTo>
                  <a:pt x="164583" y="26355"/>
                  <a:pt x="164032" y="26914"/>
                  <a:pt x="163426" y="27722"/>
                </a:cubicBezTo>
                <a:cubicBezTo>
                  <a:pt x="162820" y="28530"/>
                  <a:pt x="162145" y="29632"/>
                  <a:pt x="161399" y="31030"/>
                </a:cubicBezTo>
                <a:cubicBezTo>
                  <a:pt x="160654" y="32428"/>
                  <a:pt x="159769" y="34214"/>
                  <a:pt x="158744" y="36388"/>
                </a:cubicBezTo>
                <a:lnTo>
                  <a:pt x="158744" y="66440"/>
                </a:lnTo>
                <a:lnTo>
                  <a:pt x="151289" y="66440"/>
                </a:lnTo>
                <a:lnTo>
                  <a:pt x="151289" y="19662"/>
                </a:lnTo>
                <a:lnTo>
                  <a:pt x="157486" y="19662"/>
                </a:lnTo>
                <a:lnTo>
                  <a:pt x="157858" y="28561"/>
                </a:lnTo>
                <a:cubicBezTo>
                  <a:pt x="158666" y="26790"/>
                  <a:pt x="159450" y="25284"/>
                  <a:pt x="160211" y="24041"/>
                </a:cubicBezTo>
                <a:cubicBezTo>
                  <a:pt x="160972" y="22799"/>
                  <a:pt x="161757" y="21797"/>
                  <a:pt x="162564" y="21036"/>
                </a:cubicBezTo>
                <a:cubicBezTo>
                  <a:pt x="163372" y="20275"/>
                  <a:pt x="164234" y="19716"/>
                  <a:pt x="165150" y="19359"/>
                </a:cubicBezTo>
                <a:cubicBezTo>
                  <a:pt x="166066" y="19002"/>
                  <a:pt x="167084" y="18823"/>
                  <a:pt x="168202" y="18823"/>
                </a:cubicBezTo>
                <a:cubicBezTo>
                  <a:pt x="170718" y="18823"/>
                  <a:pt x="172628" y="19646"/>
                  <a:pt x="173933" y="21292"/>
                </a:cubicBezTo>
                <a:cubicBezTo>
                  <a:pt x="175237" y="22939"/>
                  <a:pt x="175889" y="25486"/>
                  <a:pt x="175889" y="28933"/>
                </a:cubicBezTo>
                <a:cubicBezTo>
                  <a:pt x="176635" y="27318"/>
                  <a:pt x="177365" y="25882"/>
                  <a:pt x="178079" y="24624"/>
                </a:cubicBezTo>
                <a:cubicBezTo>
                  <a:pt x="178794" y="23366"/>
                  <a:pt x="179562" y="22310"/>
                  <a:pt x="180385" y="21455"/>
                </a:cubicBezTo>
                <a:cubicBezTo>
                  <a:pt x="181209" y="20601"/>
                  <a:pt x="182117" y="19949"/>
                  <a:pt x="183111" y="19499"/>
                </a:cubicBezTo>
                <a:cubicBezTo>
                  <a:pt x="184105" y="19048"/>
                  <a:pt x="185254" y="18823"/>
                  <a:pt x="186559" y="18823"/>
                </a:cubicBezTo>
                <a:cubicBezTo>
                  <a:pt x="192429" y="18823"/>
                  <a:pt x="195365" y="23342"/>
                  <a:pt x="195365" y="32381"/>
                </a:cubicBezTo>
                <a:lnTo>
                  <a:pt x="195365" y="66440"/>
                </a:lnTo>
                <a:lnTo>
                  <a:pt x="187910" y="66440"/>
                </a:lnTo>
                <a:close/>
                <a:moveTo>
                  <a:pt x="243449" y="53674"/>
                </a:moveTo>
                <a:cubicBezTo>
                  <a:pt x="243449" y="55320"/>
                  <a:pt x="243170" y="56795"/>
                  <a:pt x="242611" y="58100"/>
                </a:cubicBezTo>
                <a:cubicBezTo>
                  <a:pt x="242051" y="59404"/>
                  <a:pt x="241290" y="60561"/>
                  <a:pt x="240328" y="61571"/>
                </a:cubicBezTo>
                <a:cubicBezTo>
                  <a:pt x="239365" y="62580"/>
                  <a:pt x="238246" y="63442"/>
                  <a:pt x="236973" y="64157"/>
                </a:cubicBezTo>
                <a:cubicBezTo>
                  <a:pt x="235699" y="64871"/>
                  <a:pt x="234341" y="65461"/>
                  <a:pt x="232896" y="65927"/>
                </a:cubicBezTo>
                <a:cubicBezTo>
                  <a:pt x="231452" y="66393"/>
                  <a:pt x="229969" y="66735"/>
                  <a:pt x="228447" y="66952"/>
                </a:cubicBezTo>
                <a:cubicBezTo>
                  <a:pt x="226925" y="67170"/>
                  <a:pt x="225434" y="67278"/>
                  <a:pt x="223974" y="67278"/>
                </a:cubicBezTo>
                <a:cubicBezTo>
                  <a:pt x="220806" y="67278"/>
                  <a:pt x="217894" y="67139"/>
                  <a:pt x="215238" y="66859"/>
                </a:cubicBezTo>
                <a:cubicBezTo>
                  <a:pt x="212582" y="66579"/>
                  <a:pt x="209981" y="66129"/>
                  <a:pt x="207434" y="65508"/>
                </a:cubicBezTo>
                <a:lnTo>
                  <a:pt x="207434" y="58053"/>
                </a:lnTo>
                <a:cubicBezTo>
                  <a:pt x="210167" y="58830"/>
                  <a:pt x="212885" y="59420"/>
                  <a:pt x="215587" y="59824"/>
                </a:cubicBezTo>
                <a:cubicBezTo>
                  <a:pt x="218290" y="60227"/>
                  <a:pt x="220977" y="60429"/>
                  <a:pt x="223648" y="60429"/>
                </a:cubicBezTo>
                <a:cubicBezTo>
                  <a:pt x="227530" y="60429"/>
                  <a:pt x="230404" y="59901"/>
                  <a:pt x="232267" y="58845"/>
                </a:cubicBezTo>
                <a:cubicBezTo>
                  <a:pt x="234131" y="57789"/>
                  <a:pt x="235063" y="56283"/>
                  <a:pt x="235063" y="54326"/>
                </a:cubicBezTo>
                <a:cubicBezTo>
                  <a:pt x="235063" y="53487"/>
                  <a:pt x="234915" y="52734"/>
                  <a:pt x="234620" y="52066"/>
                </a:cubicBezTo>
                <a:cubicBezTo>
                  <a:pt x="234325" y="51398"/>
                  <a:pt x="233789" y="50762"/>
                  <a:pt x="233013" y="50156"/>
                </a:cubicBezTo>
                <a:cubicBezTo>
                  <a:pt x="232236" y="49550"/>
                  <a:pt x="231033" y="48921"/>
                  <a:pt x="229402" y="48269"/>
                </a:cubicBezTo>
                <a:cubicBezTo>
                  <a:pt x="227771" y="47617"/>
                  <a:pt x="225543" y="46871"/>
                  <a:pt x="222716" y="46033"/>
                </a:cubicBezTo>
                <a:cubicBezTo>
                  <a:pt x="220604" y="45411"/>
                  <a:pt x="218655" y="44705"/>
                  <a:pt x="216869" y="43913"/>
                </a:cubicBezTo>
                <a:cubicBezTo>
                  <a:pt x="215083" y="43121"/>
                  <a:pt x="213537" y="42181"/>
                  <a:pt x="212233" y="41094"/>
                </a:cubicBezTo>
                <a:cubicBezTo>
                  <a:pt x="210928" y="40007"/>
                  <a:pt x="209903" y="38733"/>
                  <a:pt x="209158" y="37273"/>
                </a:cubicBezTo>
                <a:cubicBezTo>
                  <a:pt x="208412" y="35813"/>
                  <a:pt x="208040" y="34090"/>
                  <a:pt x="208040" y="32102"/>
                </a:cubicBezTo>
                <a:cubicBezTo>
                  <a:pt x="208040" y="30797"/>
                  <a:pt x="208342" y="29368"/>
                  <a:pt x="208948" y="27815"/>
                </a:cubicBezTo>
                <a:cubicBezTo>
                  <a:pt x="209554" y="26262"/>
                  <a:pt x="210587" y="24818"/>
                  <a:pt x="212046" y="23482"/>
                </a:cubicBezTo>
                <a:cubicBezTo>
                  <a:pt x="213506" y="22147"/>
                  <a:pt x="215479" y="21036"/>
                  <a:pt x="217964" y="20151"/>
                </a:cubicBezTo>
                <a:cubicBezTo>
                  <a:pt x="220448" y="19266"/>
                  <a:pt x="223555" y="18823"/>
                  <a:pt x="227282" y="18823"/>
                </a:cubicBezTo>
                <a:cubicBezTo>
                  <a:pt x="229115" y="18823"/>
                  <a:pt x="231149" y="18924"/>
                  <a:pt x="233385" y="19126"/>
                </a:cubicBezTo>
                <a:cubicBezTo>
                  <a:pt x="235622" y="19328"/>
                  <a:pt x="237951" y="19677"/>
                  <a:pt x="240374" y="20174"/>
                </a:cubicBezTo>
                <a:lnTo>
                  <a:pt x="240374" y="27396"/>
                </a:lnTo>
                <a:cubicBezTo>
                  <a:pt x="237827" y="26775"/>
                  <a:pt x="235412" y="26316"/>
                  <a:pt x="233129" y="26021"/>
                </a:cubicBezTo>
                <a:cubicBezTo>
                  <a:pt x="230846" y="25726"/>
                  <a:pt x="228866" y="25579"/>
                  <a:pt x="227189" y="25579"/>
                </a:cubicBezTo>
                <a:cubicBezTo>
                  <a:pt x="225170" y="25579"/>
                  <a:pt x="223469" y="25734"/>
                  <a:pt x="222087" y="26045"/>
                </a:cubicBezTo>
                <a:cubicBezTo>
                  <a:pt x="220705" y="26355"/>
                  <a:pt x="219587" y="26782"/>
                  <a:pt x="218732" y="27326"/>
                </a:cubicBezTo>
                <a:cubicBezTo>
                  <a:pt x="217878" y="27870"/>
                  <a:pt x="217265" y="28506"/>
                  <a:pt x="216892" y="29236"/>
                </a:cubicBezTo>
                <a:cubicBezTo>
                  <a:pt x="216519" y="29966"/>
                  <a:pt x="216333" y="30750"/>
                  <a:pt x="216333" y="31589"/>
                </a:cubicBezTo>
                <a:cubicBezTo>
                  <a:pt x="216333" y="32428"/>
                  <a:pt x="216496" y="33189"/>
                  <a:pt x="216822" y="33872"/>
                </a:cubicBezTo>
                <a:cubicBezTo>
                  <a:pt x="217148" y="34555"/>
                  <a:pt x="217754" y="35215"/>
                  <a:pt x="218639" y="35852"/>
                </a:cubicBezTo>
                <a:cubicBezTo>
                  <a:pt x="219524" y="36489"/>
                  <a:pt x="220759" y="37126"/>
                  <a:pt x="222343" y="37762"/>
                </a:cubicBezTo>
                <a:cubicBezTo>
                  <a:pt x="223927" y="38399"/>
                  <a:pt x="225993" y="39090"/>
                  <a:pt x="228540" y="39836"/>
                </a:cubicBezTo>
                <a:cubicBezTo>
                  <a:pt x="231304" y="40643"/>
                  <a:pt x="233634" y="41490"/>
                  <a:pt x="235529" y="42375"/>
                </a:cubicBezTo>
                <a:cubicBezTo>
                  <a:pt x="237423" y="43260"/>
                  <a:pt x="238961" y="44246"/>
                  <a:pt x="240141" y="45334"/>
                </a:cubicBezTo>
                <a:cubicBezTo>
                  <a:pt x="241322" y="46421"/>
                  <a:pt x="242168" y="47648"/>
                  <a:pt x="242680" y="49014"/>
                </a:cubicBezTo>
                <a:cubicBezTo>
                  <a:pt x="243193" y="50381"/>
                  <a:pt x="243449" y="51934"/>
                  <a:pt x="243449" y="53674"/>
                </a:cubicBezTo>
                <a:close/>
                <a:moveTo>
                  <a:pt x="354059" y="65741"/>
                </a:moveTo>
                <a:cubicBezTo>
                  <a:pt x="352226" y="66223"/>
                  <a:pt x="350331" y="66569"/>
                  <a:pt x="348375" y="66777"/>
                </a:cubicBezTo>
                <a:cubicBezTo>
                  <a:pt x="346418" y="66987"/>
                  <a:pt x="344430" y="67092"/>
                  <a:pt x="342411" y="67092"/>
                </a:cubicBezTo>
                <a:cubicBezTo>
                  <a:pt x="336540" y="67092"/>
                  <a:pt x="332161" y="65764"/>
                  <a:pt x="329272" y="63108"/>
                </a:cubicBezTo>
                <a:cubicBezTo>
                  <a:pt x="326383" y="60453"/>
                  <a:pt x="324939" y="56376"/>
                  <a:pt x="324939" y="50878"/>
                </a:cubicBezTo>
                <a:lnTo>
                  <a:pt x="324939" y="26464"/>
                </a:lnTo>
                <a:lnTo>
                  <a:pt x="311847" y="26464"/>
                </a:lnTo>
                <a:lnTo>
                  <a:pt x="311847" y="19662"/>
                </a:lnTo>
                <a:lnTo>
                  <a:pt x="324939" y="19662"/>
                </a:lnTo>
                <a:lnTo>
                  <a:pt x="324939" y="6762"/>
                </a:lnTo>
                <a:lnTo>
                  <a:pt x="333046" y="4659"/>
                </a:lnTo>
                <a:lnTo>
                  <a:pt x="333046" y="19662"/>
                </a:lnTo>
                <a:lnTo>
                  <a:pt x="354059" y="19662"/>
                </a:lnTo>
                <a:lnTo>
                  <a:pt x="354059" y="26464"/>
                </a:lnTo>
                <a:lnTo>
                  <a:pt x="333046" y="26464"/>
                </a:lnTo>
                <a:lnTo>
                  <a:pt x="333046" y="50226"/>
                </a:lnTo>
                <a:cubicBezTo>
                  <a:pt x="333046" y="53580"/>
                  <a:pt x="333939" y="56089"/>
                  <a:pt x="335725" y="57750"/>
                </a:cubicBezTo>
                <a:cubicBezTo>
                  <a:pt x="337511" y="59412"/>
                  <a:pt x="340143" y="60243"/>
                  <a:pt x="343622" y="60243"/>
                </a:cubicBezTo>
                <a:cubicBezTo>
                  <a:pt x="345113" y="60243"/>
                  <a:pt x="346744" y="60123"/>
                  <a:pt x="348514" y="59883"/>
                </a:cubicBezTo>
                <a:cubicBezTo>
                  <a:pt x="350285" y="59643"/>
                  <a:pt x="352133" y="59265"/>
                  <a:pt x="354059" y="58752"/>
                </a:cubicBezTo>
                <a:lnTo>
                  <a:pt x="354059" y="65741"/>
                </a:lnTo>
                <a:close/>
                <a:moveTo>
                  <a:pt x="408946" y="42678"/>
                </a:moveTo>
                <a:cubicBezTo>
                  <a:pt x="408946" y="46312"/>
                  <a:pt x="408433" y="49643"/>
                  <a:pt x="407408" y="52672"/>
                </a:cubicBezTo>
                <a:cubicBezTo>
                  <a:pt x="406383" y="55700"/>
                  <a:pt x="404908" y="58294"/>
                  <a:pt x="402982" y="60453"/>
                </a:cubicBezTo>
                <a:cubicBezTo>
                  <a:pt x="401056" y="62611"/>
                  <a:pt x="398711" y="64289"/>
                  <a:pt x="395947" y="65485"/>
                </a:cubicBezTo>
                <a:cubicBezTo>
                  <a:pt x="393182" y="66680"/>
                  <a:pt x="390045" y="67278"/>
                  <a:pt x="386535" y="67278"/>
                </a:cubicBezTo>
                <a:cubicBezTo>
                  <a:pt x="383181" y="67278"/>
                  <a:pt x="380175" y="66758"/>
                  <a:pt x="377520" y="65717"/>
                </a:cubicBezTo>
                <a:cubicBezTo>
                  <a:pt x="374864" y="64677"/>
                  <a:pt x="372612" y="63147"/>
                  <a:pt x="370764" y="61128"/>
                </a:cubicBezTo>
                <a:cubicBezTo>
                  <a:pt x="368916" y="59109"/>
                  <a:pt x="367502" y="56609"/>
                  <a:pt x="366524" y="53627"/>
                </a:cubicBezTo>
                <a:cubicBezTo>
                  <a:pt x="365546" y="50645"/>
                  <a:pt x="365056" y="47213"/>
                  <a:pt x="365056" y="43330"/>
                </a:cubicBezTo>
                <a:cubicBezTo>
                  <a:pt x="365056" y="39696"/>
                  <a:pt x="365569" y="36380"/>
                  <a:pt x="366594" y="33383"/>
                </a:cubicBezTo>
                <a:cubicBezTo>
                  <a:pt x="367619" y="30385"/>
                  <a:pt x="369094" y="27807"/>
                  <a:pt x="371020" y="25649"/>
                </a:cubicBezTo>
                <a:cubicBezTo>
                  <a:pt x="372946" y="23490"/>
                  <a:pt x="375291" y="21813"/>
                  <a:pt x="378055" y="20617"/>
                </a:cubicBezTo>
                <a:cubicBezTo>
                  <a:pt x="380820" y="19421"/>
                  <a:pt x="383957" y="18823"/>
                  <a:pt x="387467" y="18823"/>
                </a:cubicBezTo>
                <a:cubicBezTo>
                  <a:pt x="390822" y="18823"/>
                  <a:pt x="393827" y="19343"/>
                  <a:pt x="396482" y="20384"/>
                </a:cubicBezTo>
                <a:cubicBezTo>
                  <a:pt x="399138" y="21424"/>
                  <a:pt x="401390" y="22946"/>
                  <a:pt x="403238" y="24950"/>
                </a:cubicBezTo>
                <a:cubicBezTo>
                  <a:pt x="405086" y="26953"/>
                  <a:pt x="406500" y="29446"/>
                  <a:pt x="407478" y="32428"/>
                </a:cubicBezTo>
                <a:cubicBezTo>
                  <a:pt x="408457" y="35410"/>
                  <a:pt x="408946" y="38826"/>
                  <a:pt x="408946" y="42678"/>
                </a:cubicBezTo>
                <a:moveTo>
                  <a:pt x="400652" y="43051"/>
                </a:moveTo>
                <a:cubicBezTo>
                  <a:pt x="400652" y="40162"/>
                  <a:pt x="400334" y="37638"/>
                  <a:pt x="399697" y="35480"/>
                </a:cubicBezTo>
                <a:cubicBezTo>
                  <a:pt x="399061" y="33321"/>
                  <a:pt x="398152" y="31519"/>
                  <a:pt x="396972" y="30075"/>
                </a:cubicBezTo>
                <a:cubicBezTo>
                  <a:pt x="395791" y="28631"/>
                  <a:pt x="394355" y="27543"/>
                  <a:pt x="392662" y="26813"/>
                </a:cubicBezTo>
                <a:cubicBezTo>
                  <a:pt x="390969" y="26084"/>
                  <a:pt x="389082" y="25719"/>
                  <a:pt x="387001" y="25719"/>
                </a:cubicBezTo>
                <a:cubicBezTo>
                  <a:pt x="384578" y="25719"/>
                  <a:pt x="382505" y="26192"/>
                  <a:pt x="380781" y="27140"/>
                </a:cubicBezTo>
                <a:cubicBezTo>
                  <a:pt x="379057" y="28087"/>
                  <a:pt x="377644" y="29353"/>
                  <a:pt x="376541" y="30937"/>
                </a:cubicBezTo>
                <a:cubicBezTo>
                  <a:pt x="375439" y="32521"/>
                  <a:pt x="374631" y="34361"/>
                  <a:pt x="374118" y="36458"/>
                </a:cubicBezTo>
                <a:cubicBezTo>
                  <a:pt x="373606" y="38555"/>
                  <a:pt x="373350" y="40752"/>
                  <a:pt x="373350" y="43051"/>
                </a:cubicBezTo>
                <a:cubicBezTo>
                  <a:pt x="373350" y="45939"/>
                  <a:pt x="373668" y="48471"/>
                  <a:pt x="374305" y="50645"/>
                </a:cubicBezTo>
                <a:cubicBezTo>
                  <a:pt x="374942" y="52819"/>
                  <a:pt x="375850" y="54629"/>
                  <a:pt x="377030" y="56073"/>
                </a:cubicBezTo>
                <a:cubicBezTo>
                  <a:pt x="378211" y="57517"/>
                  <a:pt x="379640" y="58604"/>
                  <a:pt x="381317" y="59334"/>
                </a:cubicBezTo>
                <a:cubicBezTo>
                  <a:pt x="382994" y="60064"/>
                  <a:pt x="384889" y="60429"/>
                  <a:pt x="387001" y="60429"/>
                </a:cubicBezTo>
                <a:cubicBezTo>
                  <a:pt x="389424" y="60429"/>
                  <a:pt x="391497" y="59956"/>
                  <a:pt x="393221" y="59008"/>
                </a:cubicBezTo>
                <a:cubicBezTo>
                  <a:pt x="394945" y="58061"/>
                  <a:pt x="396358" y="56795"/>
                  <a:pt x="397461" y="55211"/>
                </a:cubicBezTo>
                <a:cubicBezTo>
                  <a:pt x="398564" y="53627"/>
                  <a:pt x="399371" y="51787"/>
                  <a:pt x="399884" y="49690"/>
                </a:cubicBezTo>
                <a:cubicBezTo>
                  <a:pt x="400396" y="47593"/>
                  <a:pt x="400652" y="45380"/>
                  <a:pt x="400652" y="43051"/>
                </a:cubicBezTo>
                <a:close/>
                <a:moveTo>
                  <a:pt x="518140" y="42212"/>
                </a:moveTo>
                <a:cubicBezTo>
                  <a:pt x="518140" y="46095"/>
                  <a:pt x="517604" y="49566"/>
                  <a:pt x="516533" y="52625"/>
                </a:cubicBezTo>
                <a:cubicBezTo>
                  <a:pt x="515461" y="55685"/>
                  <a:pt x="513939" y="58278"/>
                  <a:pt x="511967" y="60406"/>
                </a:cubicBezTo>
                <a:cubicBezTo>
                  <a:pt x="509995" y="62534"/>
                  <a:pt x="507595" y="64164"/>
                  <a:pt x="504768" y="65298"/>
                </a:cubicBezTo>
                <a:cubicBezTo>
                  <a:pt x="501942" y="66432"/>
                  <a:pt x="498758" y="66999"/>
                  <a:pt x="495217" y="66999"/>
                </a:cubicBezTo>
                <a:cubicBezTo>
                  <a:pt x="492453" y="66999"/>
                  <a:pt x="489626" y="66735"/>
                  <a:pt x="486738" y="66207"/>
                </a:cubicBezTo>
                <a:cubicBezTo>
                  <a:pt x="483849" y="65679"/>
                  <a:pt x="480991" y="64840"/>
                  <a:pt x="478165" y="63691"/>
                </a:cubicBezTo>
                <a:lnTo>
                  <a:pt x="478165" y="559"/>
                </a:lnTo>
                <a:lnTo>
                  <a:pt x="486272" y="559"/>
                </a:lnTo>
                <a:lnTo>
                  <a:pt x="486272" y="18715"/>
                </a:lnTo>
                <a:lnTo>
                  <a:pt x="485899" y="27396"/>
                </a:lnTo>
                <a:cubicBezTo>
                  <a:pt x="488228" y="24259"/>
                  <a:pt x="490721" y="22046"/>
                  <a:pt x="493377" y="20757"/>
                </a:cubicBezTo>
                <a:cubicBezTo>
                  <a:pt x="496033" y="19468"/>
                  <a:pt x="498882" y="18823"/>
                  <a:pt x="501926" y="18823"/>
                </a:cubicBezTo>
                <a:cubicBezTo>
                  <a:pt x="504598" y="18823"/>
                  <a:pt x="506943" y="19382"/>
                  <a:pt x="508962" y="20500"/>
                </a:cubicBezTo>
                <a:cubicBezTo>
                  <a:pt x="510981" y="21619"/>
                  <a:pt x="512674" y="23195"/>
                  <a:pt x="514040" y="25229"/>
                </a:cubicBezTo>
                <a:cubicBezTo>
                  <a:pt x="515407" y="27264"/>
                  <a:pt x="516432" y="29718"/>
                  <a:pt x="517115" y="32591"/>
                </a:cubicBezTo>
                <a:cubicBezTo>
                  <a:pt x="517799" y="35464"/>
                  <a:pt x="518140" y="38671"/>
                  <a:pt x="518140" y="42212"/>
                </a:cubicBezTo>
                <a:moveTo>
                  <a:pt x="509847" y="42585"/>
                </a:moveTo>
                <a:cubicBezTo>
                  <a:pt x="509847" y="40131"/>
                  <a:pt x="509668" y="37879"/>
                  <a:pt x="509311" y="35829"/>
                </a:cubicBezTo>
                <a:cubicBezTo>
                  <a:pt x="508954" y="33779"/>
                  <a:pt x="508387" y="32024"/>
                  <a:pt x="507611" y="30564"/>
                </a:cubicBezTo>
                <a:cubicBezTo>
                  <a:pt x="506834" y="29104"/>
                  <a:pt x="505840" y="27963"/>
                  <a:pt x="504629" y="27140"/>
                </a:cubicBezTo>
                <a:cubicBezTo>
                  <a:pt x="503417" y="26316"/>
                  <a:pt x="501973" y="25905"/>
                  <a:pt x="500296" y="25905"/>
                </a:cubicBezTo>
                <a:cubicBezTo>
                  <a:pt x="499271" y="25905"/>
                  <a:pt x="498230" y="26068"/>
                  <a:pt x="497174" y="26394"/>
                </a:cubicBezTo>
                <a:cubicBezTo>
                  <a:pt x="496118" y="26720"/>
                  <a:pt x="495023" y="27264"/>
                  <a:pt x="493889" y="28025"/>
                </a:cubicBezTo>
                <a:cubicBezTo>
                  <a:pt x="492756" y="28786"/>
                  <a:pt x="491560" y="29795"/>
                  <a:pt x="490302" y="31053"/>
                </a:cubicBezTo>
                <a:cubicBezTo>
                  <a:pt x="489044" y="32311"/>
                  <a:pt x="487700" y="33872"/>
                  <a:pt x="486272" y="35736"/>
                </a:cubicBezTo>
                <a:lnTo>
                  <a:pt x="486272" y="58426"/>
                </a:lnTo>
                <a:cubicBezTo>
                  <a:pt x="487856" y="59047"/>
                  <a:pt x="489471" y="59536"/>
                  <a:pt x="491117" y="59894"/>
                </a:cubicBezTo>
                <a:cubicBezTo>
                  <a:pt x="492763" y="60251"/>
                  <a:pt x="494332" y="60429"/>
                  <a:pt x="495823" y="60429"/>
                </a:cubicBezTo>
                <a:cubicBezTo>
                  <a:pt x="497687" y="60429"/>
                  <a:pt x="499465" y="60134"/>
                  <a:pt x="501158" y="59544"/>
                </a:cubicBezTo>
                <a:cubicBezTo>
                  <a:pt x="502850" y="58954"/>
                  <a:pt x="504341" y="57968"/>
                  <a:pt x="505630" y="56586"/>
                </a:cubicBezTo>
                <a:cubicBezTo>
                  <a:pt x="506919" y="55203"/>
                  <a:pt x="507944" y="53371"/>
                  <a:pt x="508705" y="51088"/>
                </a:cubicBezTo>
                <a:cubicBezTo>
                  <a:pt x="509466" y="48805"/>
                  <a:pt x="509847" y="45970"/>
                  <a:pt x="509847" y="42585"/>
                </a:cubicBezTo>
                <a:close/>
                <a:moveTo>
                  <a:pt x="569533" y="40581"/>
                </a:moveTo>
                <a:cubicBezTo>
                  <a:pt x="569533" y="41731"/>
                  <a:pt x="569517" y="42693"/>
                  <a:pt x="569486" y="43470"/>
                </a:cubicBezTo>
                <a:cubicBezTo>
                  <a:pt x="569455" y="44246"/>
                  <a:pt x="569409" y="44976"/>
                  <a:pt x="569346" y="45660"/>
                </a:cubicBezTo>
                <a:lnTo>
                  <a:pt x="536499" y="45660"/>
                </a:lnTo>
                <a:cubicBezTo>
                  <a:pt x="536499" y="50443"/>
                  <a:pt x="537835" y="54116"/>
                  <a:pt x="540506" y="56679"/>
                </a:cubicBezTo>
                <a:cubicBezTo>
                  <a:pt x="543177" y="59241"/>
                  <a:pt x="547029" y="60522"/>
                  <a:pt x="552061" y="60522"/>
                </a:cubicBezTo>
                <a:cubicBezTo>
                  <a:pt x="553428" y="60522"/>
                  <a:pt x="554794" y="60467"/>
                  <a:pt x="556161" y="60357"/>
                </a:cubicBezTo>
                <a:cubicBezTo>
                  <a:pt x="557528" y="60245"/>
                  <a:pt x="558848" y="60094"/>
                  <a:pt x="560121" y="59904"/>
                </a:cubicBezTo>
                <a:cubicBezTo>
                  <a:pt x="561395" y="59712"/>
                  <a:pt x="562614" y="59498"/>
                  <a:pt x="563779" y="59260"/>
                </a:cubicBezTo>
                <a:cubicBezTo>
                  <a:pt x="564944" y="59021"/>
                  <a:pt x="566023" y="58759"/>
                  <a:pt x="567017" y="58472"/>
                </a:cubicBezTo>
                <a:lnTo>
                  <a:pt x="567017" y="65135"/>
                </a:lnTo>
                <a:cubicBezTo>
                  <a:pt x="564812" y="65770"/>
                  <a:pt x="562319" y="66286"/>
                  <a:pt x="559539" y="66683"/>
                </a:cubicBezTo>
                <a:cubicBezTo>
                  <a:pt x="556759" y="67080"/>
                  <a:pt x="553878" y="67278"/>
                  <a:pt x="550896" y="67278"/>
                </a:cubicBezTo>
                <a:cubicBezTo>
                  <a:pt x="546889" y="67278"/>
                  <a:pt x="543442" y="66735"/>
                  <a:pt x="540553" y="65648"/>
                </a:cubicBezTo>
                <a:cubicBezTo>
                  <a:pt x="537664" y="64560"/>
                  <a:pt x="535296" y="62984"/>
                  <a:pt x="533448" y="60919"/>
                </a:cubicBezTo>
                <a:cubicBezTo>
                  <a:pt x="531599" y="58853"/>
                  <a:pt x="530233" y="56321"/>
                  <a:pt x="529348" y="53324"/>
                </a:cubicBezTo>
                <a:cubicBezTo>
                  <a:pt x="528462" y="50327"/>
                  <a:pt x="528020" y="46933"/>
                  <a:pt x="528020" y="43144"/>
                </a:cubicBezTo>
                <a:cubicBezTo>
                  <a:pt x="528020" y="39851"/>
                  <a:pt x="528493" y="36737"/>
                  <a:pt x="529441" y="33802"/>
                </a:cubicBezTo>
                <a:cubicBezTo>
                  <a:pt x="530388" y="30867"/>
                  <a:pt x="531770" y="28289"/>
                  <a:pt x="533587" y="26068"/>
                </a:cubicBezTo>
                <a:cubicBezTo>
                  <a:pt x="535404" y="23847"/>
                  <a:pt x="537633" y="22084"/>
                  <a:pt x="540273" y="20780"/>
                </a:cubicBezTo>
                <a:cubicBezTo>
                  <a:pt x="542913" y="19475"/>
                  <a:pt x="545911" y="18823"/>
                  <a:pt x="549265" y="18823"/>
                </a:cubicBezTo>
                <a:cubicBezTo>
                  <a:pt x="552527" y="18823"/>
                  <a:pt x="555416" y="19336"/>
                  <a:pt x="557932" y="20361"/>
                </a:cubicBezTo>
                <a:cubicBezTo>
                  <a:pt x="560447" y="21386"/>
                  <a:pt x="562567" y="22838"/>
                  <a:pt x="564291" y="24717"/>
                </a:cubicBezTo>
                <a:cubicBezTo>
                  <a:pt x="566015" y="26596"/>
                  <a:pt x="567320" y="28879"/>
                  <a:pt x="568205" y="31566"/>
                </a:cubicBezTo>
                <a:cubicBezTo>
                  <a:pt x="569090" y="34253"/>
                  <a:pt x="569533" y="37258"/>
                  <a:pt x="569533" y="40581"/>
                </a:cubicBezTo>
                <a:moveTo>
                  <a:pt x="561100" y="39416"/>
                </a:moveTo>
                <a:cubicBezTo>
                  <a:pt x="561193" y="37335"/>
                  <a:pt x="560991" y="35433"/>
                  <a:pt x="560494" y="33709"/>
                </a:cubicBezTo>
                <a:cubicBezTo>
                  <a:pt x="559997" y="31985"/>
                  <a:pt x="559228" y="30502"/>
                  <a:pt x="558188" y="29260"/>
                </a:cubicBezTo>
                <a:cubicBezTo>
                  <a:pt x="557147" y="28017"/>
                  <a:pt x="555850" y="27046"/>
                  <a:pt x="554297" y="26348"/>
                </a:cubicBezTo>
                <a:cubicBezTo>
                  <a:pt x="552744" y="25649"/>
                  <a:pt x="550943" y="25299"/>
                  <a:pt x="548893" y="25299"/>
                </a:cubicBezTo>
                <a:cubicBezTo>
                  <a:pt x="547122" y="25299"/>
                  <a:pt x="545507" y="25641"/>
                  <a:pt x="544047" y="26324"/>
                </a:cubicBezTo>
                <a:cubicBezTo>
                  <a:pt x="542587" y="27008"/>
                  <a:pt x="541329" y="27970"/>
                  <a:pt x="540273" y="29213"/>
                </a:cubicBezTo>
                <a:cubicBezTo>
                  <a:pt x="539217" y="30455"/>
                  <a:pt x="538363" y="31946"/>
                  <a:pt x="537711" y="33686"/>
                </a:cubicBezTo>
                <a:cubicBezTo>
                  <a:pt x="537058" y="35425"/>
                  <a:pt x="536655" y="37335"/>
                  <a:pt x="536499" y="39416"/>
                </a:cubicBezTo>
                <a:lnTo>
                  <a:pt x="561100" y="39416"/>
                </a:lnTo>
                <a:close/>
                <a:moveTo>
                  <a:pt x="655897" y="26371"/>
                </a:moveTo>
                <a:lnTo>
                  <a:pt x="642060" y="26371"/>
                </a:lnTo>
                <a:lnTo>
                  <a:pt x="642060" y="19662"/>
                </a:lnTo>
                <a:lnTo>
                  <a:pt x="664098" y="19662"/>
                </a:lnTo>
                <a:lnTo>
                  <a:pt x="664098" y="59684"/>
                </a:lnTo>
                <a:lnTo>
                  <a:pt x="678028" y="59684"/>
                </a:lnTo>
                <a:lnTo>
                  <a:pt x="678028" y="66440"/>
                </a:lnTo>
                <a:lnTo>
                  <a:pt x="640522" y="66440"/>
                </a:lnTo>
                <a:lnTo>
                  <a:pt x="640522" y="59684"/>
                </a:lnTo>
                <a:lnTo>
                  <a:pt x="655897" y="59684"/>
                </a:lnTo>
                <a:lnTo>
                  <a:pt x="655897" y="26371"/>
                </a:lnTo>
                <a:moveTo>
                  <a:pt x="658740" y="0"/>
                </a:moveTo>
                <a:cubicBezTo>
                  <a:pt x="659640" y="0"/>
                  <a:pt x="660479" y="163"/>
                  <a:pt x="661256" y="489"/>
                </a:cubicBezTo>
                <a:cubicBezTo>
                  <a:pt x="662032" y="815"/>
                  <a:pt x="662708" y="1274"/>
                  <a:pt x="663282" y="1864"/>
                </a:cubicBezTo>
                <a:cubicBezTo>
                  <a:pt x="663857" y="2454"/>
                  <a:pt x="664307" y="3129"/>
                  <a:pt x="664633" y="3890"/>
                </a:cubicBezTo>
                <a:cubicBezTo>
                  <a:pt x="664960" y="4651"/>
                  <a:pt x="665123" y="5482"/>
                  <a:pt x="665123" y="6383"/>
                </a:cubicBezTo>
                <a:cubicBezTo>
                  <a:pt x="665123" y="7253"/>
                  <a:pt x="664960" y="8076"/>
                  <a:pt x="664633" y="8852"/>
                </a:cubicBezTo>
                <a:cubicBezTo>
                  <a:pt x="664307" y="9629"/>
                  <a:pt x="663857" y="10312"/>
                  <a:pt x="663282" y="10902"/>
                </a:cubicBezTo>
                <a:cubicBezTo>
                  <a:pt x="662708" y="11493"/>
                  <a:pt x="662032" y="11951"/>
                  <a:pt x="661256" y="12277"/>
                </a:cubicBezTo>
                <a:cubicBezTo>
                  <a:pt x="660479" y="12603"/>
                  <a:pt x="659640" y="12766"/>
                  <a:pt x="658740" y="12766"/>
                </a:cubicBezTo>
                <a:cubicBezTo>
                  <a:pt x="657839" y="12766"/>
                  <a:pt x="657000" y="12603"/>
                  <a:pt x="656224" y="12277"/>
                </a:cubicBezTo>
                <a:cubicBezTo>
                  <a:pt x="655447" y="11951"/>
                  <a:pt x="654772" y="11493"/>
                  <a:pt x="654197" y="10902"/>
                </a:cubicBezTo>
                <a:cubicBezTo>
                  <a:pt x="653622" y="10312"/>
                  <a:pt x="653172" y="9629"/>
                  <a:pt x="652846" y="8852"/>
                </a:cubicBezTo>
                <a:cubicBezTo>
                  <a:pt x="652520" y="8076"/>
                  <a:pt x="652357" y="7253"/>
                  <a:pt x="652357" y="6383"/>
                </a:cubicBezTo>
                <a:cubicBezTo>
                  <a:pt x="652357" y="5482"/>
                  <a:pt x="652520" y="4651"/>
                  <a:pt x="652846" y="3890"/>
                </a:cubicBezTo>
                <a:cubicBezTo>
                  <a:pt x="653172" y="3129"/>
                  <a:pt x="653622" y="2454"/>
                  <a:pt x="654197" y="1864"/>
                </a:cubicBezTo>
                <a:cubicBezTo>
                  <a:pt x="654772" y="1274"/>
                  <a:pt x="655447" y="815"/>
                  <a:pt x="656224" y="489"/>
                </a:cubicBezTo>
                <a:cubicBezTo>
                  <a:pt x="657000" y="163"/>
                  <a:pt x="657839" y="0"/>
                  <a:pt x="658740" y="0"/>
                </a:cubicBezTo>
                <a:close/>
                <a:moveTo>
                  <a:pt x="691822" y="19662"/>
                </a:moveTo>
                <a:lnTo>
                  <a:pt x="699043" y="19662"/>
                </a:lnTo>
                <a:lnTo>
                  <a:pt x="699369" y="27210"/>
                </a:lnTo>
                <a:cubicBezTo>
                  <a:pt x="700736" y="25594"/>
                  <a:pt x="702056" y="24251"/>
                  <a:pt x="703330" y="23179"/>
                </a:cubicBezTo>
                <a:cubicBezTo>
                  <a:pt x="704603" y="22108"/>
                  <a:pt x="705853" y="21246"/>
                  <a:pt x="707080" y="20593"/>
                </a:cubicBezTo>
                <a:cubicBezTo>
                  <a:pt x="708307" y="19941"/>
                  <a:pt x="709557" y="19483"/>
                  <a:pt x="710831" y="19219"/>
                </a:cubicBezTo>
                <a:cubicBezTo>
                  <a:pt x="712104" y="18955"/>
                  <a:pt x="713425" y="18823"/>
                  <a:pt x="714791" y="18823"/>
                </a:cubicBezTo>
                <a:cubicBezTo>
                  <a:pt x="719606" y="18823"/>
                  <a:pt x="723248" y="20244"/>
                  <a:pt x="725717" y="23086"/>
                </a:cubicBezTo>
                <a:cubicBezTo>
                  <a:pt x="728186" y="25928"/>
                  <a:pt x="729421" y="30207"/>
                  <a:pt x="729421" y="35922"/>
                </a:cubicBezTo>
                <a:lnTo>
                  <a:pt x="729421" y="66440"/>
                </a:lnTo>
                <a:lnTo>
                  <a:pt x="721314" y="66440"/>
                </a:lnTo>
                <a:lnTo>
                  <a:pt x="721314" y="36574"/>
                </a:lnTo>
                <a:cubicBezTo>
                  <a:pt x="721314" y="32909"/>
                  <a:pt x="720631" y="30199"/>
                  <a:pt x="719264" y="28444"/>
                </a:cubicBezTo>
                <a:cubicBezTo>
                  <a:pt x="717897" y="26689"/>
                  <a:pt x="715863" y="25812"/>
                  <a:pt x="713161" y="25812"/>
                </a:cubicBezTo>
                <a:cubicBezTo>
                  <a:pt x="712167" y="25812"/>
                  <a:pt x="711196" y="25959"/>
                  <a:pt x="710249" y="26254"/>
                </a:cubicBezTo>
                <a:cubicBezTo>
                  <a:pt x="709301" y="26549"/>
                  <a:pt x="708315" y="27062"/>
                  <a:pt x="707290" y="27792"/>
                </a:cubicBezTo>
                <a:cubicBezTo>
                  <a:pt x="706265" y="28522"/>
                  <a:pt x="705155" y="29508"/>
                  <a:pt x="703959" y="30750"/>
                </a:cubicBezTo>
                <a:cubicBezTo>
                  <a:pt x="702763" y="31993"/>
                  <a:pt x="701419" y="33546"/>
                  <a:pt x="699929" y="35410"/>
                </a:cubicBezTo>
                <a:lnTo>
                  <a:pt x="699929" y="66440"/>
                </a:lnTo>
                <a:lnTo>
                  <a:pt x="691822" y="66440"/>
                </a:lnTo>
                <a:lnTo>
                  <a:pt x="691822" y="19662"/>
                </a:lnTo>
                <a:close/>
                <a:moveTo>
                  <a:pt x="780022" y="64716"/>
                </a:moveTo>
                <a:cubicBezTo>
                  <a:pt x="777909" y="65523"/>
                  <a:pt x="775743" y="66121"/>
                  <a:pt x="773522" y="66510"/>
                </a:cubicBezTo>
                <a:cubicBezTo>
                  <a:pt x="771301" y="66898"/>
                  <a:pt x="769010" y="67092"/>
                  <a:pt x="766650" y="67092"/>
                </a:cubicBezTo>
                <a:cubicBezTo>
                  <a:pt x="759257" y="67092"/>
                  <a:pt x="753565" y="65088"/>
                  <a:pt x="749574" y="61082"/>
                </a:cubicBezTo>
                <a:cubicBezTo>
                  <a:pt x="745583" y="57075"/>
                  <a:pt x="743587" y="51220"/>
                  <a:pt x="743587" y="43517"/>
                </a:cubicBezTo>
                <a:cubicBezTo>
                  <a:pt x="743587" y="39820"/>
                  <a:pt x="744162" y="36466"/>
                  <a:pt x="745311" y="33453"/>
                </a:cubicBezTo>
                <a:cubicBezTo>
                  <a:pt x="746460" y="30440"/>
                  <a:pt x="748075" y="27862"/>
                  <a:pt x="750156" y="25719"/>
                </a:cubicBezTo>
                <a:cubicBezTo>
                  <a:pt x="752237" y="23575"/>
                  <a:pt x="754722" y="21921"/>
                  <a:pt x="757611" y="20757"/>
                </a:cubicBezTo>
                <a:cubicBezTo>
                  <a:pt x="760500" y="19592"/>
                  <a:pt x="763683" y="19009"/>
                  <a:pt x="767162" y="19009"/>
                </a:cubicBezTo>
                <a:cubicBezTo>
                  <a:pt x="769585" y="19009"/>
                  <a:pt x="771853" y="19184"/>
                  <a:pt x="773965" y="19534"/>
                </a:cubicBezTo>
                <a:cubicBezTo>
                  <a:pt x="776077" y="19882"/>
                  <a:pt x="778096" y="20453"/>
                  <a:pt x="780022" y="21246"/>
                </a:cubicBezTo>
                <a:lnTo>
                  <a:pt x="780022" y="28980"/>
                </a:lnTo>
                <a:cubicBezTo>
                  <a:pt x="778003" y="27907"/>
                  <a:pt x="775945" y="27127"/>
                  <a:pt x="773848" y="26639"/>
                </a:cubicBezTo>
                <a:cubicBezTo>
                  <a:pt x="771752" y="26150"/>
                  <a:pt x="769585" y="25905"/>
                  <a:pt x="767349" y="25905"/>
                </a:cubicBezTo>
                <a:cubicBezTo>
                  <a:pt x="765268" y="25905"/>
                  <a:pt x="763303" y="26301"/>
                  <a:pt x="761455" y="27093"/>
                </a:cubicBezTo>
                <a:cubicBezTo>
                  <a:pt x="759607" y="27885"/>
                  <a:pt x="757984" y="29027"/>
                  <a:pt x="756586" y="30518"/>
                </a:cubicBezTo>
                <a:cubicBezTo>
                  <a:pt x="755188" y="32008"/>
                  <a:pt x="754086" y="33826"/>
                  <a:pt x="753278" y="35969"/>
                </a:cubicBezTo>
                <a:cubicBezTo>
                  <a:pt x="752470" y="38112"/>
                  <a:pt x="752067" y="40535"/>
                  <a:pt x="752067" y="43237"/>
                </a:cubicBezTo>
                <a:cubicBezTo>
                  <a:pt x="752067" y="48890"/>
                  <a:pt x="753441" y="53122"/>
                  <a:pt x="756190" y="55933"/>
                </a:cubicBezTo>
                <a:cubicBezTo>
                  <a:pt x="758939" y="58744"/>
                  <a:pt x="762752" y="60150"/>
                  <a:pt x="767628" y="60150"/>
                </a:cubicBezTo>
                <a:cubicBezTo>
                  <a:pt x="769834" y="60150"/>
                  <a:pt x="771969" y="59901"/>
                  <a:pt x="774035" y="59404"/>
                </a:cubicBezTo>
                <a:cubicBezTo>
                  <a:pt x="776100" y="58907"/>
                  <a:pt x="778096" y="58162"/>
                  <a:pt x="780022" y="57168"/>
                </a:cubicBezTo>
                <a:lnTo>
                  <a:pt x="780022" y="64716"/>
                </a:lnTo>
                <a:close/>
                <a:moveTo>
                  <a:pt x="836260" y="42678"/>
                </a:moveTo>
                <a:cubicBezTo>
                  <a:pt x="836260" y="46312"/>
                  <a:pt x="835747" y="49643"/>
                  <a:pt x="834722" y="52672"/>
                </a:cubicBezTo>
                <a:cubicBezTo>
                  <a:pt x="833697" y="55700"/>
                  <a:pt x="832222" y="58294"/>
                  <a:pt x="830296" y="60453"/>
                </a:cubicBezTo>
                <a:cubicBezTo>
                  <a:pt x="828370" y="62611"/>
                  <a:pt x="826025" y="64289"/>
                  <a:pt x="823260" y="65485"/>
                </a:cubicBezTo>
                <a:cubicBezTo>
                  <a:pt x="820496" y="66680"/>
                  <a:pt x="817359" y="67278"/>
                  <a:pt x="813849" y="67278"/>
                </a:cubicBezTo>
                <a:cubicBezTo>
                  <a:pt x="810494" y="67278"/>
                  <a:pt x="807489" y="66758"/>
                  <a:pt x="804834" y="65717"/>
                </a:cubicBezTo>
                <a:cubicBezTo>
                  <a:pt x="802178" y="64677"/>
                  <a:pt x="799926" y="63147"/>
                  <a:pt x="798078" y="61128"/>
                </a:cubicBezTo>
                <a:cubicBezTo>
                  <a:pt x="796230" y="59109"/>
                  <a:pt x="794816" y="56609"/>
                  <a:pt x="793838" y="53627"/>
                </a:cubicBezTo>
                <a:cubicBezTo>
                  <a:pt x="792859" y="50645"/>
                  <a:pt x="792370" y="47213"/>
                  <a:pt x="792370" y="43330"/>
                </a:cubicBezTo>
                <a:cubicBezTo>
                  <a:pt x="792370" y="39696"/>
                  <a:pt x="792883" y="36380"/>
                  <a:pt x="793908" y="33383"/>
                </a:cubicBezTo>
                <a:cubicBezTo>
                  <a:pt x="794933" y="30385"/>
                  <a:pt x="796408" y="27807"/>
                  <a:pt x="798334" y="25649"/>
                </a:cubicBezTo>
                <a:cubicBezTo>
                  <a:pt x="800260" y="23490"/>
                  <a:pt x="802605" y="21813"/>
                  <a:pt x="805369" y="20617"/>
                </a:cubicBezTo>
                <a:cubicBezTo>
                  <a:pt x="808134" y="19421"/>
                  <a:pt x="811271" y="18823"/>
                  <a:pt x="814781" y="18823"/>
                </a:cubicBezTo>
                <a:cubicBezTo>
                  <a:pt x="818135" y="18823"/>
                  <a:pt x="821141" y="19343"/>
                  <a:pt x="823796" y="20384"/>
                </a:cubicBezTo>
                <a:cubicBezTo>
                  <a:pt x="826452" y="21424"/>
                  <a:pt x="828704" y="22946"/>
                  <a:pt x="830552" y="24950"/>
                </a:cubicBezTo>
                <a:cubicBezTo>
                  <a:pt x="832400" y="26953"/>
                  <a:pt x="833813" y="29446"/>
                  <a:pt x="834792" y="32428"/>
                </a:cubicBezTo>
                <a:cubicBezTo>
                  <a:pt x="835770" y="35410"/>
                  <a:pt x="836260" y="38826"/>
                  <a:pt x="836260" y="42678"/>
                </a:cubicBezTo>
                <a:moveTo>
                  <a:pt x="827966" y="43051"/>
                </a:moveTo>
                <a:cubicBezTo>
                  <a:pt x="827966" y="40162"/>
                  <a:pt x="827648" y="37638"/>
                  <a:pt x="827011" y="35480"/>
                </a:cubicBezTo>
                <a:cubicBezTo>
                  <a:pt x="826374" y="33321"/>
                  <a:pt x="825466" y="31519"/>
                  <a:pt x="824286" y="30075"/>
                </a:cubicBezTo>
                <a:cubicBezTo>
                  <a:pt x="823105" y="28631"/>
                  <a:pt x="821669" y="27543"/>
                  <a:pt x="819976" y="26813"/>
                </a:cubicBezTo>
                <a:cubicBezTo>
                  <a:pt x="818283" y="26084"/>
                  <a:pt x="816396" y="25719"/>
                  <a:pt x="814315" y="25719"/>
                </a:cubicBezTo>
                <a:cubicBezTo>
                  <a:pt x="811892" y="25719"/>
                  <a:pt x="809819" y="26192"/>
                  <a:pt x="808095" y="27140"/>
                </a:cubicBezTo>
                <a:cubicBezTo>
                  <a:pt x="806371" y="28087"/>
                  <a:pt x="804958" y="29353"/>
                  <a:pt x="803855" y="30937"/>
                </a:cubicBezTo>
                <a:cubicBezTo>
                  <a:pt x="802752" y="32521"/>
                  <a:pt x="801945" y="34361"/>
                  <a:pt x="801432" y="36458"/>
                </a:cubicBezTo>
                <a:cubicBezTo>
                  <a:pt x="800920" y="38555"/>
                  <a:pt x="800664" y="40752"/>
                  <a:pt x="800664" y="43051"/>
                </a:cubicBezTo>
                <a:cubicBezTo>
                  <a:pt x="800664" y="45939"/>
                  <a:pt x="800982" y="48471"/>
                  <a:pt x="801619" y="50645"/>
                </a:cubicBezTo>
                <a:cubicBezTo>
                  <a:pt x="802255" y="52819"/>
                  <a:pt x="803164" y="54629"/>
                  <a:pt x="804344" y="56073"/>
                </a:cubicBezTo>
                <a:cubicBezTo>
                  <a:pt x="805525" y="57517"/>
                  <a:pt x="806953" y="58604"/>
                  <a:pt x="808631" y="59334"/>
                </a:cubicBezTo>
                <a:cubicBezTo>
                  <a:pt x="810308" y="60064"/>
                  <a:pt x="812203" y="60429"/>
                  <a:pt x="814315" y="60429"/>
                </a:cubicBezTo>
                <a:cubicBezTo>
                  <a:pt x="816738" y="60429"/>
                  <a:pt x="818811" y="59956"/>
                  <a:pt x="820535" y="59008"/>
                </a:cubicBezTo>
                <a:cubicBezTo>
                  <a:pt x="822259" y="58061"/>
                  <a:pt x="823672" y="56795"/>
                  <a:pt x="824775" y="55211"/>
                </a:cubicBezTo>
                <a:cubicBezTo>
                  <a:pt x="825877" y="53627"/>
                  <a:pt x="826685" y="51787"/>
                  <a:pt x="827197" y="49690"/>
                </a:cubicBezTo>
                <a:cubicBezTo>
                  <a:pt x="827710" y="47593"/>
                  <a:pt x="827966" y="45380"/>
                  <a:pt x="827966" y="43051"/>
                </a:cubicBezTo>
                <a:close/>
                <a:moveTo>
                  <a:pt x="880757" y="66440"/>
                </a:moveTo>
                <a:lnTo>
                  <a:pt x="880757" y="32847"/>
                </a:lnTo>
                <a:cubicBezTo>
                  <a:pt x="880757" y="31387"/>
                  <a:pt x="880702" y="30191"/>
                  <a:pt x="880593" y="29260"/>
                </a:cubicBezTo>
                <a:cubicBezTo>
                  <a:pt x="880485" y="28328"/>
                  <a:pt x="880314" y="27590"/>
                  <a:pt x="880081" y="27046"/>
                </a:cubicBezTo>
                <a:cubicBezTo>
                  <a:pt x="879848" y="26503"/>
                  <a:pt x="879553" y="26122"/>
                  <a:pt x="879196" y="25905"/>
                </a:cubicBezTo>
                <a:cubicBezTo>
                  <a:pt x="878839" y="25688"/>
                  <a:pt x="878396" y="25579"/>
                  <a:pt x="877868" y="25579"/>
                </a:cubicBezTo>
                <a:cubicBezTo>
                  <a:pt x="877247" y="25579"/>
                  <a:pt x="876672" y="25765"/>
                  <a:pt x="876144" y="26138"/>
                </a:cubicBezTo>
                <a:cubicBezTo>
                  <a:pt x="875616" y="26511"/>
                  <a:pt x="875049" y="27116"/>
                  <a:pt x="874443" y="27955"/>
                </a:cubicBezTo>
                <a:cubicBezTo>
                  <a:pt x="873838" y="28794"/>
                  <a:pt x="873170" y="29904"/>
                  <a:pt x="872440" y="31286"/>
                </a:cubicBezTo>
                <a:cubicBezTo>
                  <a:pt x="871710" y="32668"/>
                  <a:pt x="870848" y="34369"/>
                  <a:pt x="869854" y="36388"/>
                </a:cubicBezTo>
                <a:lnTo>
                  <a:pt x="869854" y="66440"/>
                </a:lnTo>
                <a:lnTo>
                  <a:pt x="862446" y="66440"/>
                </a:lnTo>
                <a:lnTo>
                  <a:pt x="862446" y="33732"/>
                </a:lnTo>
                <a:cubicBezTo>
                  <a:pt x="862446" y="32024"/>
                  <a:pt x="862392" y="30642"/>
                  <a:pt x="862283" y="29586"/>
                </a:cubicBezTo>
                <a:cubicBezTo>
                  <a:pt x="862174" y="28530"/>
                  <a:pt x="862003" y="27706"/>
                  <a:pt x="861770" y="27116"/>
                </a:cubicBezTo>
                <a:cubicBezTo>
                  <a:pt x="861538" y="26526"/>
                  <a:pt x="861235" y="26122"/>
                  <a:pt x="860862" y="25905"/>
                </a:cubicBezTo>
                <a:cubicBezTo>
                  <a:pt x="860489" y="25688"/>
                  <a:pt x="860039" y="25579"/>
                  <a:pt x="859511" y="25579"/>
                </a:cubicBezTo>
                <a:cubicBezTo>
                  <a:pt x="858952" y="25579"/>
                  <a:pt x="858424" y="25734"/>
                  <a:pt x="857927" y="26045"/>
                </a:cubicBezTo>
                <a:cubicBezTo>
                  <a:pt x="857430" y="26355"/>
                  <a:pt x="856878" y="26914"/>
                  <a:pt x="856273" y="27722"/>
                </a:cubicBezTo>
                <a:cubicBezTo>
                  <a:pt x="855667" y="28530"/>
                  <a:pt x="854991" y="29632"/>
                  <a:pt x="854246" y="31030"/>
                </a:cubicBezTo>
                <a:cubicBezTo>
                  <a:pt x="853500" y="32428"/>
                  <a:pt x="852615" y="34214"/>
                  <a:pt x="851590" y="36388"/>
                </a:cubicBezTo>
                <a:lnTo>
                  <a:pt x="851590" y="66440"/>
                </a:lnTo>
                <a:lnTo>
                  <a:pt x="844136" y="66440"/>
                </a:lnTo>
                <a:lnTo>
                  <a:pt x="844136" y="19662"/>
                </a:lnTo>
                <a:lnTo>
                  <a:pt x="850332" y="19662"/>
                </a:lnTo>
                <a:lnTo>
                  <a:pt x="850705" y="28561"/>
                </a:lnTo>
                <a:cubicBezTo>
                  <a:pt x="851513" y="26790"/>
                  <a:pt x="852297" y="25284"/>
                  <a:pt x="853058" y="24041"/>
                </a:cubicBezTo>
                <a:cubicBezTo>
                  <a:pt x="853819" y="22799"/>
                  <a:pt x="854603" y="21797"/>
                  <a:pt x="855411" y="21036"/>
                </a:cubicBezTo>
                <a:cubicBezTo>
                  <a:pt x="856218" y="20275"/>
                  <a:pt x="857080" y="19716"/>
                  <a:pt x="857997" y="19359"/>
                </a:cubicBezTo>
                <a:cubicBezTo>
                  <a:pt x="858913" y="19002"/>
                  <a:pt x="859930" y="18823"/>
                  <a:pt x="861048" y="18823"/>
                </a:cubicBezTo>
                <a:cubicBezTo>
                  <a:pt x="863564" y="18823"/>
                  <a:pt x="865475" y="19646"/>
                  <a:pt x="866779" y="21292"/>
                </a:cubicBezTo>
                <a:cubicBezTo>
                  <a:pt x="868084" y="22939"/>
                  <a:pt x="868736" y="25486"/>
                  <a:pt x="868736" y="28933"/>
                </a:cubicBezTo>
                <a:cubicBezTo>
                  <a:pt x="869481" y="27318"/>
                  <a:pt x="870211" y="25882"/>
                  <a:pt x="870926" y="24624"/>
                </a:cubicBezTo>
                <a:cubicBezTo>
                  <a:pt x="871640" y="23366"/>
                  <a:pt x="872409" y="22310"/>
                  <a:pt x="873232" y="21455"/>
                </a:cubicBezTo>
                <a:cubicBezTo>
                  <a:pt x="874055" y="20601"/>
                  <a:pt x="874964" y="19949"/>
                  <a:pt x="875958" y="19499"/>
                </a:cubicBezTo>
                <a:cubicBezTo>
                  <a:pt x="876952" y="19048"/>
                  <a:pt x="878101" y="18823"/>
                  <a:pt x="879405" y="18823"/>
                </a:cubicBezTo>
                <a:cubicBezTo>
                  <a:pt x="885276" y="18823"/>
                  <a:pt x="888211" y="23342"/>
                  <a:pt x="888211" y="32381"/>
                </a:cubicBezTo>
                <a:lnTo>
                  <a:pt x="888211" y="66440"/>
                </a:lnTo>
                <a:lnTo>
                  <a:pt x="880757" y="66440"/>
                </a:lnTo>
                <a:close/>
                <a:moveTo>
                  <a:pt x="939231" y="42212"/>
                </a:moveTo>
                <a:cubicBezTo>
                  <a:pt x="939231" y="46374"/>
                  <a:pt x="938649" y="50008"/>
                  <a:pt x="937484" y="53114"/>
                </a:cubicBezTo>
                <a:cubicBezTo>
                  <a:pt x="936319" y="56221"/>
                  <a:pt x="934712" y="58799"/>
                  <a:pt x="932662" y="60849"/>
                </a:cubicBezTo>
                <a:cubicBezTo>
                  <a:pt x="930612" y="62899"/>
                  <a:pt x="928189" y="64436"/>
                  <a:pt x="925394" y="65461"/>
                </a:cubicBezTo>
                <a:cubicBezTo>
                  <a:pt x="922598" y="66486"/>
                  <a:pt x="919570" y="66999"/>
                  <a:pt x="916308" y="66999"/>
                </a:cubicBezTo>
                <a:cubicBezTo>
                  <a:pt x="914817" y="66999"/>
                  <a:pt x="913334" y="66921"/>
                  <a:pt x="911859" y="66766"/>
                </a:cubicBezTo>
                <a:cubicBezTo>
                  <a:pt x="910383" y="66610"/>
                  <a:pt x="908885" y="66346"/>
                  <a:pt x="907363" y="65974"/>
                </a:cubicBezTo>
                <a:lnTo>
                  <a:pt x="907363" y="85542"/>
                </a:lnTo>
                <a:lnTo>
                  <a:pt x="899256" y="85542"/>
                </a:lnTo>
                <a:lnTo>
                  <a:pt x="899256" y="19662"/>
                </a:lnTo>
                <a:lnTo>
                  <a:pt x="906477" y="19662"/>
                </a:lnTo>
                <a:lnTo>
                  <a:pt x="906990" y="27489"/>
                </a:lnTo>
                <a:cubicBezTo>
                  <a:pt x="909319" y="24290"/>
                  <a:pt x="911804" y="22046"/>
                  <a:pt x="914444" y="20757"/>
                </a:cubicBezTo>
                <a:cubicBezTo>
                  <a:pt x="917085" y="19468"/>
                  <a:pt x="919942" y="18823"/>
                  <a:pt x="923017" y="18823"/>
                </a:cubicBezTo>
                <a:cubicBezTo>
                  <a:pt x="925689" y="18823"/>
                  <a:pt x="928034" y="19382"/>
                  <a:pt x="930053" y="20500"/>
                </a:cubicBezTo>
                <a:cubicBezTo>
                  <a:pt x="932072" y="21619"/>
                  <a:pt x="933764" y="23195"/>
                  <a:pt x="935131" y="25229"/>
                </a:cubicBezTo>
                <a:cubicBezTo>
                  <a:pt x="936498" y="27264"/>
                  <a:pt x="937523" y="29718"/>
                  <a:pt x="938206" y="32591"/>
                </a:cubicBezTo>
                <a:cubicBezTo>
                  <a:pt x="938890" y="35464"/>
                  <a:pt x="939231" y="38671"/>
                  <a:pt x="939231" y="42212"/>
                </a:cubicBezTo>
                <a:moveTo>
                  <a:pt x="930938" y="42585"/>
                </a:moveTo>
                <a:cubicBezTo>
                  <a:pt x="930938" y="40131"/>
                  <a:pt x="930759" y="37879"/>
                  <a:pt x="930402" y="35829"/>
                </a:cubicBezTo>
                <a:cubicBezTo>
                  <a:pt x="930045" y="33779"/>
                  <a:pt x="929478" y="32024"/>
                  <a:pt x="928702" y="30564"/>
                </a:cubicBezTo>
                <a:cubicBezTo>
                  <a:pt x="927925" y="29104"/>
                  <a:pt x="926931" y="27963"/>
                  <a:pt x="925720" y="27140"/>
                </a:cubicBezTo>
                <a:cubicBezTo>
                  <a:pt x="924508" y="26316"/>
                  <a:pt x="923064" y="25905"/>
                  <a:pt x="921387" y="25905"/>
                </a:cubicBezTo>
                <a:cubicBezTo>
                  <a:pt x="920362" y="25905"/>
                  <a:pt x="919321" y="26068"/>
                  <a:pt x="918265" y="26394"/>
                </a:cubicBezTo>
                <a:cubicBezTo>
                  <a:pt x="917209" y="26720"/>
                  <a:pt x="916114" y="27264"/>
                  <a:pt x="914980" y="28025"/>
                </a:cubicBezTo>
                <a:cubicBezTo>
                  <a:pt x="913847" y="28786"/>
                  <a:pt x="912651" y="29795"/>
                  <a:pt x="911393" y="31053"/>
                </a:cubicBezTo>
                <a:cubicBezTo>
                  <a:pt x="910135" y="32311"/>
                  <a:pt x="908791" y="33872"/>
                  <a:pt x="907363" y="35736"/>
                </a:cubicBezTo>
                <a:lnTo>
                  <a:pt x="907363" y="58426"/>
                </a:lnTo>
                <a:cubicBezTo>
                  <a:pt x="908853" y="59047"/>
                  <a:pt x="910422" y="59536"/>
                  <a:pt x="912068" y="59894"/>
                </a:cubicBezTo>
                <a:cubicBezTo>
                  <a:pt x="913715" y="60251"/>
                  <a:pt x="915330" y="60429"/>
                  <a:pt x="916914" y="60429"/>
                </a:cubicBezTo>
                <a:cubicBezTo>
                  <a:pt x="921293" y="60429"/>
                  <a:pt x="924726" y="58946"/>
                  <a:pt x="927211" y="55980"/>
                </a:cubicBezTo>
                <a:cubicBezTo>
                  <a:pt x="929695" y="53013"/>
                  <a:pt x="930938" y="48548"/>
                  <a:pt x="930938" y="42585"/>
                </a:cubicBezTo>
                <a:close/>
                <a:moveTo>
                  <a:pt x="981166" y="66440"/>
                </a:moveTo>
                <a:lnTo>
                  <a:pt x="980979" y="60137"/>
                </a:lnTo>
                <a:cubicBezTo>
                  <a:pt x="978432" y="62657"/>
                  <a:pt x="975846" y="64478"/>
                  <a:pt x="973222" y="65598"/>
                </a:cubicBezTo>
                <a:cubicBezTo>
                  <a:pt x="970597" y="66718"/>
                  <a:pt x="967840" y="67278"/>
                  <a:pt x="964952" y="67278"/>
                </a:cubicBezTo>
                <a:cubicBezTo>
                  <a:pt x="962281" y="67278"/>
                  <a:pt x="959998" y="66936"/>
                  <a:pt x="958103" y="66252"/>
                </a:cubicBezTo>
                <a:cubicBezTo>
                  <a:pt x="956208" y="65567"/>
                  <a:pt x="954647" y="64626"/>
                  <a:pt x="953420" y="63429"/>
                </a:cubicBezTo>
                <a:cubicBezTo>
                  <a:pt x="952193" y="62231"/>
                  <a:pt x="951293" y="60823"/>
                  <a:pt x="950718" y="59205"/>
                </a:cubicBezTo>
                <a:cubicBezTo>
                  <a:pt x="950143" y="57587"/>
                  <a:pt x="949856" y="55829"/>
                  <a:pt x="949856" y="53931"/>
                </a:cubicBezTo>
                <a:cubicBezTo>
                  <a:pt x="949856" y="49233"/>
                  <a:pt x="951603" y="45554"/>
                  <a:pt x="955098" y="42895"/>
                </a:cubicBezTo>
                <a:cubicBezTo>
                  <a:pt x="958592" y="40234"/>
                  <a:pt x="963756" y="38904"/>
                  <a:pt x="970589" y="38904"/>
                </a:cubicBezTo>
                <a:lnTo>
                  <a:pt x="980280" y="38904"/>
                </a:lnTo>
                <a:lnTo>
                  <a:pt x="980280" y="34818"/>
                </a:lnTo>
                <a:cubicBezTo>
                  <a:pt x="980280" y="32064"/>
                  <a:pt x="979395" y="29858"/>
                  <a:pt x="977625" y="28202"/>
                </a:cubicBezTo>
                <a:cubicBezTo>
                  <a:pt x="975854" y="26547"/>
                  <a:pt x="973152" y="25719"/>
                  <a:pt x="969518" y="25719"/>
                </a:cubicBezTo>
                <a:cubicBezTo>
                  <a:pt x="966878" y="25719"/>
                  <a:pt x="964276" y="26018"/>
                  <a:pt x="961714" y="26617"/>
                </a:cubicBezTo>
                <a:cubicBezTo>
                  <a:pt x="959151" y="27215"/>
                  <a:pt x="956503" y="28065"/>
                  <a:pt x="953770" y="29166"/>
                </a:cubicBezTo>
                <a:lnTo>
                  <a:pt x="953770" y="21851"/>
                </a:lnTo>
                <a:cubicBezTo>
                  <a:pt x="954795" y="21473"/>
                  <a:pt x="955936" y="21102"/>
                  <a:pt x="957194" y="20739"/>
                </a:cubicBezTo>
                <a:cubicBezTo>
                  <a:pt x="958452" y="20376"/>
                  <a:pt x="959780" y="20053"/>
                  <a:pt x="961178" y="19769"/>
                </a:cubicBezTo>
                <a:cubicBezTo>
                  <a:pt x="962576" y="19485"/>
                  <a:pt x="964035" y="19256"/>
                  <a:pt x="965557" y="19084"/>
                </a:cubicBezTo>
                <a:cubicBezTo>
                  <a:pt x="967079" y="18910"/>
                  <a:pt x="968617" y="18823"/>
                  <a:pt x="970170" y="18823"/>
                </a:cubicBezTo>
                <a:cubicBezTo>
                  <a:pt x="972997" y="18823"/>
                  <a:pt x="975544" y="19134"/>
                  <a:pt x="977811" y="19755"/>
                </a:cubicBezTo>
                <a:cubicBezTo>
                  <a:pt x="980079" y="20376"/>
                  <a:pt x="981997" y="21323"/>
                  <a:pt x="983565" y="22597"/>
                </a:cubicBezTo>
                <a:cubicBezTo>
                  <a:pt x="985134" y="23870"/>
                  <a:pt x="986337" y="25470"/>
                  <a:pt x="987176" y="27396"/>
                </a:cubicBezTo>
                <a:cubicBezTo>
                  <a:pt x="988015" y="29322"/>
                  <a:pt x="988434" y="31589"/>
                  <a:pt x="988434" y="34198"/>
                </a:cubicBezTo>
                <a:lnTo>
                  <a:pt x="988434" y="66440"/>
                </a:lnTo>
                <a:lnTo>
                  <a:pt x="981166" y="66440"/>
                </a:lnTo>
                <a:moveTo>
                  <a:pt x="980280" y="45101"/>
                </a:moveTo>
                <a:lnTo>
                  <a:pt x="969984" y="45101"/>
                </a:lnTo>
                <a:cubicBezTo>
                  <a:pt x="967965" y="45101"/>
                  <a:pt x="966225" y="45304"/>
                  <a:pt x="964765" y="45709"/>
                </a:cubicBezTo>
                <a:cubicBezTo>
                  <a:pt x="963306" y="46114"/>
                  <a:pt x="962110" y="46690"/>
                  <a:pt x="961178" y="47438"/>
                </a:cubicBezTo>
                <a:cubicBezTo>
                  <a:pt x="960246" y="48185"/>
                  <a:pt x="959555" y="49081"/>
                  <a:pt x="959105" y="50125"/>
                </a:cubicBezTo>
                <a:cubicBezTo>
                  <a:pt x="958654" y="51169"/>
                  <a:pt x="958429" y="52345"/>
                  <a:pt x="958429" y="53653"/>
                </a:cubicBezTo>
                <a:cubicBezTo>
                  <a:pt x="958429" y="54557"/>
                  <a:pt x="958569" y="55422"/>
                  <a:pt x="958848" y="56248"/>
                </a:cubicBezTo>
                <a:cubicBezTo>
                  <a:pt x="959128" y="57073"/>
                  <a:pt x="959578" y="57805"/>
                  <a:pt x="960199" y="58443"/>
                </a:cubicBezTo>
                <a:cubicBezTo>
                  <a:pt x="960821" y="59082"/>
                  <a:pt x="961628" y="59588"/>
                  <a:pt x="962622" y="59962"/>
                </a:cubicBezTo>
                <a:cubicBezTo>
                  <a:pt x="963616" y="60336"/>
                  <a:pt x="964828" y="60522"/>
                  <a:pt x="966256" y="60522"/>
                </a:cubicBezTo>
                <a:cubicBezTo>
                  <a:pt x="968120" y="60522"/>
                  <a:pt x="970255" y="59954"/>
                  <a:pt x="972663" y="58818"/>
                </a:cubicBezTo>
                <a:cubicBezTo>
                  <a:pt x="975070" y="57680"/>
                  <a:pt x="977609" y="55880"/>
                  <a:pt x="980280" y="53419"/>
                </a:cubicBezTo>
                <a:lnTo>
                  <a:pt x="980280" y="45101"/>
                </a:lnTo>
                <a:close/>
                <a:moveTo>
                  <a:pt x="1040665" y="65741"/>
                </a:moveTo>
                <a:cubicBezTo>
                  <a:pt x="1038833" y="66223"/>
                  <a:pt x="1036938" y="66569"/>
                  <a:pt x="1034981" y="66777"/>
                </a:cubicBezTo>
                <a:cubicBezTo>
                  <a:pt x="1033024" y="66987"/>
                  <a:pt x="1031036" y="67092"/>
                  <a:pt x="1029017" y="67092"/>
                </a:cubicBezTo>
                <a:cubicBezTo>
                  <a:pt x="1023147" y="67092"/>
                  <a:pt x="1018767" y="65764"/>
                  <a:pt x="1015878" y="63108"/>
                </a:cubicBezTo>
                <a:cubicBezTo>
                  <a:pt x="1012990" y="60453"/>
                  <a:pt x="1011545" y="56376"/>
                  <a:pt x="1011545" y="50878"/>
                </a:cubicBezTo>
                <a:lnTo>
                  <a:pt x="1011545" y="26464"/>
                </a:lnTo>
                <a:lnTo>
                  <a:pt x="998453" y="26464"/>
                </a:lnTo>
                <a:lnTo>
                  <a:pt x="998453" y="19662"/>
                </a:lnTo>
                <a:lnTo>
                  <a:pt x="1011545" y="19662"/>
                </a:lnTo>
                <a:lnTo>
                  <a:pt x="1011545" y="6762"/>
                </a:lnTo>
                <a:lnTo>
                  <a:pt x="1019652" y="4659"/>
                </a:lnTo>
                <a:lnTo>
                  <a:pt x="1019652" y="19662"/>
                </a:lnTo>
                <a:lnTo>
                  <a:pt x="1040665" y="19662"/>
                </a:lnTo>
                <a:lnTo>
                  <a:pt x="1040665" y="26464"/>
                </a:lnTo>
                <a:lnTo>
                  <a:pt x="1019652" y="26464"/>
                </a:lnTo>
                <a:lnTo>
                  <a:pt x="1019652" y="50226"/>
                </a:lnTo>
                <a:cubicBezTo>
                  <a:pt x="1019652" y="53580"/>
                  <a:pt x="1020545" y="56089"/>
                  <a:pt x="1022331" y="57750"/>
                </a:cubicBezTo>
                <a:cubicBezTo>
                  <a:pt x="1024117" y="59412"/>
                  <a:pt x="1026750" y="60243"/>
                  <a:pt x="1030229" y="60243"/>
                </a:cubicBezTo>
                <a:cubicBezTo>
                  <a:pt x="1031720" y="60243"/>
                  <a:pt x="1033350" y="60123"/>
                  <a:pt x="1035121" y="59883"/>
                </a:cubicBezTo>
                <a:cubicBezTo>
                  <a:pt x="1036891" y="59643"/>
                  <a:pt x="1038739" y="59265"/>
                  <a:pt x="1040665" y="58752"/>
                </a:cubicBezTo>
                <a:lnTo>
                  <a:pt x="1040665" y="65741"/>
                </a:lnTo>
                <a:close/>
                <a:moveTo>
                  <a:pt x="1069716" y="26371"/>
                </a:moveTo>
                <a:lnTo>
                  <a:pt x="1055878" y="26371"/>
                </a:lnTo>
                <a:lnTo>
                  <a:pt x="1055878" y="19662"/>
                </a:lnTo>
                <a:lnTo>
                  <a:pt x="1077916" y="19662"/>
                </a:lnTo>
                <a:lnTo>
                  <a:pt x="1077916" y="59684"/>
                </a:lnTo>
                <a:lnTo>
                  <a:pt x="1091847" y="59684"/>
                </a:lnTo>
                <a:lnTo>
                  <a:pt x="1091847" y="66440"/>
                </a:lnTo>
                <a:lnTo>
                  <a:pt x="1054340" y="66440"/>
                </a:lnTo>
                <a:lnTo>
                  <a:pt x="1054340" y="59684"/>
                </a:lnTo>
                <a:lnTo>
                  <a:pt x="1069716" y="59684"/>
                </a:lnTo>
                <a:lnTo>
                  <a:pt x="1069716" y="26371"/>
                </a:lnTo>
                <a:moveTo>
                  <a:pt x="1072558" y="0"/>
                </a:moveTo>
                <a:cubicBezTo>
                  <a:pt x="1073459" y="0"/>
                  <a:pt x="1074297" y="163"/>
                  <a:pt x="1075074" y="489"/>
                </a:cubicBezTo>
                <a:cubicBezTo>
                  <a:pt x="1075850" y="815"/>
                  <a:pt x="1076526" y="1274"/>
                  <a:pt x="1077100" y="1864"/>
                </a:cubicBezTo>
                <a:cubicBezTo>
                  <a:pt x="1077675" y="2454"/>
                  <a:pt x="1078125" y="3129"/>
                  <a:pt x="1078452" y="3890"/>
                </a:cubicBezTo>
                <a:cubicBezTo>
                  <a:pt x="1078778" y="4651"/>
                  <a:pt x="1078941" y="5482"/>
                  <a:pt x="1078941" y="6383"/>
                </a:cubicBezTo>
                <a:cubicBezTo>
                  <a:pt x="1078941" y="7253"/>
                  <a:pt x="1078778" y="8076"/>
                  <a:pt x="1078452" y="8852"/>
                </a:cubicBezTo>
                <a:cubicBezTo>
                  <a:pt x="1078125" y="9629"/>
                  <a:pt x="1077675" y="10312"/>
                  <a:pt x="1077100" y="10902"/>
                </a:cubicBezTo>
                <a:cubicBezTo>
                  <a:pt x="1076526" y="11493"/>
                  <a:pt x="1075850" y="11951"/>
                  <a:pt x="1075074" y="12277"/>
                </a:cubicBezTo>
                <a:cubicBezTo>
                  <a:pt x="1074297" y="12603"/>
                  <a:pt x="1073459" y="12766"/>
                  <a:pt x="1072558" y="12766"/>
                </a:cubicBezTo>
                <a:cubicBezTo>
                  <a:pt x="1071657" y="12766"/>
                  <a:pt x="1070818" y="12603"/>
                  <a:pt x="1070042" y="12277"/>
                </a:cubicBezTo>
                <a:cubicBezTo>
                  <a:pt x="1069265" y="11951"/>
                  <a:pt x="1068590" y="11493"/>
                  <a:pt x="1068015" y="10902"/>
                </a:cubicBezTo>
                <a:cubicBezTo>
                  <a:pt x="1067440" y="10312"/>
                  <a:pt x="1066990" y="9629"/>
                  <a:pt x="1066664" y="8852"/>
                </a:cubicBezTo>
                <a:cubicBezTo>
                  <a:pt x="1066338" y="8076"/>
                  <a:pt x="1066175" y="7253"/>
                  <a:pt x="1066175" y="6383"/>
                </a:cubicBezTo>
                <a:cubicBezTo>
                  <a:pt x="1066175" y="5482"/>
                  <a:pt x="1066338" y="4651"/>
                  <a:pt x="1066664" y="3890"/>
                </a:cubicBezTo>
                <a:cubicBezTo>
                  <a:pt x="1066990" y="3129"/>
                  <a:pt x="1067440" y="2454"/>
                  <a:pt x="1068015" y="1864"/>
                </a:cubicBezTo>
                <a:cubicBezTo>
                  <a:pt x="1068590" y="1274"/>
                  <a:pt x="1069265" y="815"/>
                  <a:pt x="1070042" y="489"/>
                </a:cubicBezTo>
                <a:cubicBezTo>
                  <a:pt x="1070818" y="163"/>
                  <a:pt x="1071657" y="0"/>
                  <a:pt x="1072558" y="0"/>
                </a:cubicBezTo>
                <a:close/>
                <a:moveTo>
                  <a:pt x="1145615" y="42212"/>
                </a:moveTo>
                <a:cubicBezTo>
                  <a:pt x="1145615" y="46095"/>
                  <a:pt x="1145080" y="49566"/>
                  <a:pt x="1144008" y="52625"/>
                </a:cubicBezTo>
                <a:cubicBezTo>
                  <a:pt x="1142936" y="55685"/>
                  <a:pt x="1141414" y="58278"/>
                  <a:pt x="1139442" y="60406"/>
                </a:cubicBezTo>
                <a:cubicBezTo>
                  <a:pt x="1137470" y="62534"/>
                  <a:pt x="1135070" y="64164"/>
                  <a:pt x="1132244" y="65298"/>
                </a:cubicBezTo>
                <a:cubicBezTo>
                  <a:pt x="1129417" y="66432"/>
                  <a:pt x="1126233" y="66999"/>
                  <a:pt x="1122692" y="66999"/>
                </a:cubicBezTo>
                <a:cubicBezTo>
                  <a:pt x="1119928" y="66999"/>
                  <a:pt x="1117101" y="66735"/>
                  <a:pt x="1114213" y="66207"/>
                </a:cubicBezTo>
                <a:cubicBezTo>
                  <a:pt x="1111324" y="65679"/>
                  <a:pt x="1108466" y="64840"/>
                  <a:pt x="1105640" y="63691"/>
                </a:cubicBezTo>
                <a:lnTo>
                  <a:pt x="1105640" y="559"/>
                </a:lnTo>
                <a:lnTo>
                  <a:pt x="1113747" y="559"/>
                </a:lnTo>
                <a:lnTo>
                  <a:pt x="1113747" y="18715"/>
                </a:lnTo>
                <a:lnTo>
                  <a:pt x="1113374" y="27396"/>
                </a:lnTo>
                <a:cubicBezTo>
                  <a:pt x="1115704" y="24259"/>
                  <a:pt x="1118196" y="22046"/>
                  <a:pt x="1120852" y="20757"/>
                </a:cubicBezTo>
                <a:cubicBezTo>
                  <a:pt x="1123508" y="19468"/>
                  <a:pt x="1126358" y="18823"/>
                  <a:pt x="1129402" y="18823"/>
                </a:cubicBezTo>
                <a:cubicBezTo>
                  <a:pt x="1132073" y="18823"/>
                  <a:pt x="1134418" y="19382"/>
                  <a:pt x="1136437" y="20500"/>
                </a:cubicBezTo>
                <a:cubicBezTo>
                  <a:pt x="1138456" y="21619"/>
                  <a:pt x="1140149" y="23195"/>
                  <a:pt x="1141515" y="25229"/>
                </a:cubicBezTo>
                <a:cubicBezTo>
                  <a:pt x="1142882" y="27264"/>
                  <a:pt x="1143907" y="29718"/>
                  <a:pt x="1144590" y="32591"/>
                </a:cubicBezTo>
                <a:cubicBezTo>
                  <a:pt x="1145274" y="35464"/>
                  <a:pt x="1145615" y="38671"/>
                  <a:pt x="1145615" y="42212"/>
                </a:cubicBezTo>
                <a:moveTo>
                  <a:pt x="1137322" y="42585"/>
                </a:moveTo>
                <a:cubicBezTo>
                  <a:pt x="1137322" y="40131"/>
                  <a:pt x="1137144" y="37879"/>
                  <a:pt x="1136786" y="35829"/>
                </a:cubicBezTo>
                <a:cubicBezTo>
                  <a:pt x="1136429" y="33779"/>
                  <a:pt x="1135862" y="32024"/>
                  <a:pt x="1135086" y="30564"/>
                </a:cubicBezTo>
                <a:cubicBezTo>
                  <a:pt x="1134309" y="29104"/>
                  <a:pt x="1133315" y="27963"/>
                  <a:pt x="1132104" y="27140"/>
                </a:cubicBezTo>
                <a:cubicBezTo>
                  <a:pt x="1130892" y="26316"/>
                  <a:pt x="1129448" y="25905"/>
                  <a:pt x="1127771" y="25905"/>
                </a:cubicBezTo>
                <a:cubicBezTo>
                  <a:pt x="1126746" y="25905"/>
                  <a:pt x="1125705" y="26068"/>
                  <a:pt x="1124649" y="26394"/>
                </a:cubicBezTo>
                <a:cubicBezTo>
                  <a:pt x="1123593" y="26720"/>
                  <a:pt x="1122498" y="27264"/>
                  <a:pt x="1121364" y="28025"/>
                </a:cubicBezTo>
                <a:cubicBezTo>
                  <a:pt x="1120231" y="28786"/>
                  <a:pt x="1119035" y="29795"/>
                  <a:pt x="1117777" y="31053"/>
                </a:cubicBezTo>
                <a:cubicBezTo>
                  <a:pt x="1116519" y="32311"/>
                  <a:pt x="1115176" y="33872"/>
                  <a:pt x="1113747" y="35736"/>
                </a:cubicBezTo>
                <a:lnTo>
                  <a:pt x="1113747" y="58426"/>
                </a:lnTo>
                <a:cubicBezTo>
                  <a:pt x="1115331" y="59047"/>
                  <a:pt x="1116946" y="59536"/>
                  <a:pt x="1118592" y="59894"/>
                </a:cubicBezTo>
                <a:cubicBezTo>
                  <a:pt x="1120239" y="60251"/>
                  <a:pt x="1121807" y="60429"/>
                  <a:pt x="1123298" y="60429"/>
                </a:cubicBezTo>
                <a:cubicBezTo>
                  <a:pt x="1125162" y="60429"/>
                  <a:pt x="1126940" y="60134"/>
                  <a:pt x="1128633" y="59544"/>
                </a:cubicBezTo>
                <a:cubicBezTo>
                  <a:pt x="1130326" y="58954"/>
                  <a:pt x="1131817" y="57968"/>
                  <a:pt x="1133106" y="56586"/>
                </a:cubicBezTo>
                <a:cubicBezTo>
                  <a:pt x="1134395" y="55203"/>
                  <a:pt x="1135420" y="53371"/>
                  <a:pt x="1136181" y="51088"/>
                </a:cubicBezTo>
                <a:cubicBezTo>
                  <a:pt x="1136942" y="48805"/>
                  <a:pt x="1137322" y="45970"/>
                  <a:pt x="1137322" y="42585"/>
                </a:cubicBezTo>
                <a:close/>
                <a:moveTo>
                  <a:pt x="1173433" y="7222"/>
                </a:moveTo>
                <a:lnTo>
                  <a:pt x="1159595" y="7222"/>
                </a:lnTo>
                <a:lnTo>
                  <a:pt x="1159595" y="559"/>
                </a:lnTo>
                <a:lnTo>
                  <a:pt x="1181633" y="559"/>
                </a:lnTo>
                <a:lnTo>
                  <a:pt x="1181633" y="59684"/>
                </a:lnTo>
                <a:lnTo>
                  <a:pt x="1195564" y="59684"/>
                </a:lnTo>
                <a:lnTo>
                  <a:pt x="1195564" y="66440"/>
                </a:lnTo>
                <a:lnTo>
                  <a:pt x="1158057" y="66440"/>
                </a:lnTo>
                <a:lnTo>
                  <a:pt x="1158057" y="59684"/>
                </a:lnTo>
                <a:lnTo>
                  <a:pt x="1173433" y="59684"/>
                </a:lnTo>
                <a:lnTo>
                  <a:pt x="1173433" y="7222"/>
                </a:lnTo>
                <a:close/>
                <a:moveTo>
                  <a:pt x="1248866" y="40581"/>
                </a:moveTo>
                <a:cubicBezTo>
                  <a:pt x="1248866" y="41731"/>
                  <a:pt x="1248851" y="42693"/>
                  <a:pt x="1248820" y="43470"/>
                </a:cubicBezTo>
                <a:cubicBezTo>
                  <a:pt x="1248789" y="44246"/>
                  <a:pt x="1248742" y="44976"/>
                  <a:pt x="1248680" y="45660"/>
                </a:cubicBezTo>
                <a:lnTo>
                  <a:pt x="1215833" y="45660"/>
                </a:lnTo>
                <a:cubicBezTo>
                  <a:pt x="1215833" y="50443"/>
                  <a:pt x="1217169" y="54116"/>
                  <a:pt x="1219840" y="56679"/>
                </a:cubicBezTo>
                <a:cubicBezTo>
                  <a:pt x="1222511" y="59241"/>
                  <a:pt x="1226363" y="60522"/>
                  <a:pt x="1231395" y="60522"/>
                </a:cubicBezTo>
                <a:cubicBezTo>
                  <a:pt x="1232761" y="60522"/>
                  <a:pt x="1234128" y="60467"/>
                  <a:pt x="1235495" y="60357"/>
                </a:cubicBezTo>
                <a:cubicBezTo>
                  <a:pt x="1236861" y="60245"/>
                  <a:pt x="1238181" y="60094"/>
                  <a:pt x="1239455" y="59904"/>
                </a:cubicBezTo>
                <a:cubicBezTo>
                  <a:pt x="1240728" y="59712"/>
                  <a:pt x="1241948" y="59498"/>
                  <a:pt x="1243112" y="59260"/>
                </a:cubicBezTo>
                <a:cubicBezTo>
                  <a:pt x="1244277" y="59021"/>
                  <a:pt x="1245357" y="58759"/>
                  <a:pt x="1246351" y="58472"/>
                </a:cubicBezTo>
                <a:lnTo>
                  <a:pt x="1246351" y="65135"/>
                </a:lnTo>
                <a:cubicBezTo>
                  <a:pt x="1244145" y="65770"/>
                  <a:pt x="1241653" y="66286"/>
                  <a:pt x="1238873" y="66683"/>
                </a:cubicBezTo>
                <a:cubicBezTo>
                  <a:pt x="1236093" y="67080"/>
                  <a:pt x="1233212" y="67278"/>
                  <a:pt x="1230230" y="67278"/>
                </a:cubicBezTo>
                <a:cubicBezTo>
                  <a:pt x="1226223" y="67278"/>
                  <a:pt x="1222775" y="66735"/>
                  <a:pt x="1219886" y="65648"/>
                </a:cubicBezTo>
                <a:cubicBezTo>
                  <a:pt x="1216998" y="64560"/>
                  <a:pt x="1214629" y="62984"/>
                  <a:pt x="1212781" y="60919"/>
                </a:cubicBezTo>
                <a:cubicBezTo>
                  <a:pt x="1210933" y="58853"/>
                  <a:pt x="1209566" y="56321"/>
                  <a:pt x="1208681" y="53324"/>
                </a:cubicBezTo>
                <a:cubicBezTo>
                  <a:pt x="1207796" y="50327"/>
                  <a:pt x="1207353" y="46933"/>
                  <a:pt x="1207353" y="43144"/>
                </a:cubicBezTo>
                <a:cubicBezTo>
                  <a:pt x="1207353" y="39851"/>
                  <a:pt x="1207827" y="36737"/>
                  <a:pt x="1208774" y="33802"/>
                </a:cubicBezTo>
                <a:cubicBezTo>
                  <a:pt x="1209722" y="30867"/>
                  <a:pt x="1211104" y="28289"/>
                  <a:pt x="1212921" y="26068"/>
                </a:cubicBezTo>
                <a:cubicBezTo>
                  <a:pt x="1214738" y="23847"/>
                  <a:pt x="1216967" y="22084"/>
                  <a:pt x="1219607" y="20780"/>
                </a:cubicBezTo>
                <a:cubicBezTo>
                  <a:pt x="1222247" y="19475"/>
                  <a:pt x="1225245" y="18823"/>
                  <a:pt x="1228599" y="18823"/>
                </a:cubicBezTo>
                <a:cubicBezTo>
                  <a:pt x="1231861" y="18823"/>
                  <a:pt x="1234749" y="19336"/>
                  <a:pt x="1237265" y="20361"/>
                </a:cubicBezTo>
                <a:cubicBezTo>
                  <a:pt x="1239781" y="21386"/>
                  <a:pt x="1241901" y="22838"/>
                  <a:pt x="1243625" y="24717"/>
                </a:cubicBezTo>
                <a:cubicBezTo>
                  <a:pt x="1245349" y="26596"/>
                  <a:pt x="1246653" y="28879"/>
                  <a:pt x="1247539" y="31566"/>
                </a:cubicBezTo>
                <a:cubicBezTo>
                  <a:pt x="1248424" y="34253"/>
                  <a:pt x="1248866" y="37258"/>
                  <a:pt x="1248866" y="40581"/>
                </a:cubicBezTo>
                <a:moveTo>
                  <a:pt x="1240433" y="39416"/>
                </a:moveTo>
                <a:cubicBezTo>
                  <a:pt x="1240527" y="37335"/>
                  <a:pt x="1240325" y="35433"/>
                  <a:pt x="1239828" y="33709"/>
                </a:cubicBezTo>
                <a:cubicBezTo>
                  <a:pt x="1239331" y="31985"/>
                  <a:pt x="1238562" y="30502"/>
                  <a:pt x="1237521" y="29260"/>
                </a:cubicBezTo>
                <a:cubicBezTo>
                  <a:pt x="1236481" y="28017"/>
                  <a:pt x="1235184" y="27046"/>
                  <a:pt x="1233631" y="26348"/>
                </a:cubicBezTo>
                <a:cubicBezTo>
                  <a:pt x="1232078" y="25649"/>
                  <a:pt x="1230276" y="25299"/>
                  <a:pt x="1228226" y="25299"/>
                </a:cubicBezTo>
                <a:cubicBezTo>
                  <a:pt x="1226456" y="25299"/>
                  <a:pt x="1224841" y="25641"/>
                  <a:pt x="1223381" y="26324"/>
                </a:cubicBezTo>
                <a:cubicBezTo>
                  <a:pt x="1221921" y="27008"/>
                  <a:pt x="1220663" y="27970"/>
                  <a:pt x="1219607" y="29213"/>
                </a:cubicBezTo>
                <a:cubicBezTo>
                  <a:pt x="1218551" y="30455"/>
                  <a:pt x="1217697" y="31946"/>
                  <a:pt x="1217044" y="33686"/>
                </a:cubicBezTo>
                <a:cubicBezTo>
                  <a:pt x="1216392" y="35425"/>
                  <a:pt x="1215988" y="37335"/>
                  <a:pt x="1215833" y="39416"/>
                </a:cubicBezTo>
                <a:lnTo>
                  <a:pt x="1240433" y="39416"/>
                </a:lnTo>
                <a:close/>
                <a:moveTo>
                  <a:pt x="1264849" y="75991"/>
                </a:moveTo>
                <a:cubicBezTo>
                  <a:pt x="1266433" y="76053"/>
                  <a:pt x="1267971" y="75912"/>
                  <a:pt x="1269462" y="75569"/>
                </a:cubicBezTo>
                <a:cubicBezTo>
                  <a:pt x="1270953" y="75226"/>
                  <a:pt x="1272265" y="74719"/>
                  <a:pt x="1273399" y="74047"/>
                </a:cubicBezTo>
                <a:cubicBezTo>
                  <a:pt x="1274533" y="73376"/>
                  <a:pt x="1275441" y="72542"/>
                  <a:pt x="1276125" y="71543"/>
                </a:cubicBezTo>
                <a:cubicBezTo>
                  <a:pt x="1276808" y="70545"/>
                  <a:pt x="1277150" y="69406"/>
                  <a:pt x="1277150" y="68126"/>
                </a:cubicBezTo>
                <a:cubicBezTo>
                  <a:pt x="1277150" y="66815"/>
                  <a:pt x="1276924" y="65756"/>
                  <a:pt x="1276474" y="64949"/>
                </a:cubicBezTo>
                <a:cubicBezTo>
                  <a:pt x="1276024" y="64141"/>
                  <a:pt x="1275519" y="63396"/>
                  <a:pt x="1274960" y="62712"/>
                </a:cubicBezTo>
                <a:cubicBezTo>
                  <a:pt x="1274401" y="62029"/>
                  <a:pt x="1273896" y="61299"/>
                  <a:pt x="1273446" y="60522"/>
                </a:cubicBezTo>
                <a:cubicBezTo>
                  <a:pt x="1272995" y="59746"/>
                  <a:pt x="1272770" y="58705"/>
                  <a:pt x="1272770" y="57401"/>
                </a:cubicBezTo>
                <a:cubicBezTo>
                  <a:pt x="1272770" y="56749"/>
                  <a:pt x="1272894" y="56065"/>
                  <a:pt x="1273143" y="55351"/>
                </a:cubicBezTo>
                <a:cubicBezTo>
                  <a:pt x="1273391" y="54636"/>
                  <a:pt x="1273772" y="53984"/>
                  <a:pt x="1274284" y="53394"/>
                </a:cubicBezTo>
                <a:cubicBezTo>
                  <a:pt x="1274797" y="52804"/>
                  <a:pt x="1275449" y="52322"/>
                  <a:pt x="1276241" y="51950"/>
                </a:cubicBezTo>
                <a:cubicBezTo>
                  <a:pt x="1277033" y="51577"/>
                  <a:pt x="1277973" y="51391"/>
                  <a:pt x="1279060" y="51391"/>
                </a:cubicBezTo>
                <a:cubicBezTo>
                  <a:pt x="1280147" y="51391"/>
                  <a:pt x="1281195" y="51616"/>
                  <a:pt x="1282205" y="52068"/>
                </a:cubicBezTo>
                <a:cubicBezTo>
                  <a:pt x="1283214" y="52518"/>
                  <a:pt x="1284099" y="53210"/>
                  <a:pt x="1284860" y="54144"/>
                </a:cubicBezTo>
                <a:cubicBezTo>
                  <a:pt x="1285621" y="55077"/>
                  <a:pt x="1286227" y="56243"/>
                  <a:pt x="1286678" y="57644"/>
                </a:cubicBezTo>
                <a:cubicBezTo>
                  <a:pt x="1287128" y="59044"/>
                  <a:pt x="1287353" y="60692"/>
                  <a:pt x="1287353" y="62590"/>
                </a:cubicBezTo>
                <a:cubicBezTo>
                  <a:pt x="1287353" y="65172"/>
                  <a:pt x="1286879" y="67652"/>
                  <a:pt x="1285932" y="70032"/>
                </a:cubicBezTo>
                <a:cubicBezTo>
                  <a:pt x="1284985" y="72412"/>
                  <a:pt x="1283571" y="74519"/>
                  <a:pt x="1281692" y="76355"/>
                </a:cubicBezTo>
                <a:cubicBezTo>
                  <a:pt x="1279813" y="78190"/>
                  <a:pt x="1277468" y="79652"/>
                  <a:pt x="1274657" y="80740"/>
                </a:cubicBezTo>
                <a:cubicBezTo>
                  <a:pt x="1271846" y="81829"/>
                  <a:pt x="1268577" y="82374"/>
                  <a:pt x="1264849" y="82374"/>
                </a:cubicBezTo>
                <a:lnTo>
                  <a:pt x="1264849" y="75991"/>
                </a:lnTo>
                <a:close/>
                <a:moveTo>
                  <a:pt x="1387275" y="7222"/>
                </a:moveTo>
                <a:lnTo>
                  <a:pt x="1373437" y="7222"/>
                </a:lnTo>
                <a:lnTo>
                  <a:pt x="1373437" y="559"/>
                </a:lnTo>
                <a:lnTo>
                  <a:pt x="1395475" y="559"/>
                </a:lnTo>
                <a:lnTo>
                  <a:pt x="1395475" y="59684"/>
                </a:lnTo>
                <a:lnTo>
                  <a:pt x="1409406" y="59684"/>
                </a:lnTo>
                <a:lnTo>
                  <a:pt x="1409406" y="66440"/>
                </a:lnTo>
                <a:lnTo>
                  <a:pt x="1371900" y="66440"/>
                </a:lnTo>
                <a:lnTo>
                  <a:pt x="1371900" y="59684"/>
                </a:lnTo>
                <a:lnTo>
                  <a:pt x="1387275" y="59684"/>
                </a:lnTo>
                <a:lnTo>
                  <a:pt x="1387275" y="7222"/>
                </a:lnTo>
                <a:close/>
                <a:moveTo>
                  <a:pt x="1462709" y="40581"/>
                </a:moveTo>
                <a:cubicBezTo>
                  <a:pt x="1462709" y="41731"/>
                  <a:pt x="1462693" y="42693"/>
                  <a:pt x="1462662" y="43470"/>
                </a:cubicBezTo>
                <a:cubicBezTo>
                  <a:pt x="1462631" y="44246"/>
                  <a:pt x="1462584" y="44976"/>
                  <a:pt x="1462522" y="45660"/>
                </a:cubicBezTo>
                <a:lnTo>
                  <a:pt x="1429675" y="45660"/>
                </a:lnTo>
                <a:cubicBezTo>
                  <a:pt x="1429675" y="50443"/>
                  <a:pt x="1431011" y="54116"/>
                  <a:pt x="1433682" y="56679"/>
                </a:cubicBezTo>
                <a:cubicBezTo>
                  <a:pt x="1436353" y="59241"/>
                  <a:pt x="1440205" y="60522"/>
                  <a:pt x="1445237" y="60522"/>
                </a:cubicBezTo>
                <a:cubicBezTo>
                  <a:pt x="1446603" y="60522"/>
                  <a:pt x="1447970" y="60467"/>
                  <a:pt x="1449337" y="60357"/>
                </a:cubicBezTo>
                <a:cubicBezTo>
                  <a:pt x="1450704" y="60245"/>
                  <a:pt x="1452024" y="60094"/>
                  <a:pt x="1453297" y="59904"/>
                </a:cubicBezTo>
                <a:cubicBezTo>
                  <a:pt x="1454571" y="59712"/>
                  <a:pt x="1455790" y="59498"/>
                  <a:pt x="1456955" y="59260"/>
                </a:cubicBezTo>
                <a:cubicBezTo>
                  <a:pt x="1458119" y="59021"/>
                  <a:pt x="1459199" y="58759"/>
                  <a:pt x="1460193" y="58472"/>
                </a:cubicBezTo>
                <a:lnTo>
                  <a:pt x="1460193" y="65135"/>
                </a:lnTo>
                <a:cubicBezTo>
                  <a:pt x="1457987" y="65770"/>
                  <a:pt x="1455495" y="66286"/>
                  <a:pt x="1452715" y="66683"/>
                </a:cubicBezTo>
                <a:cubicBezTo>
                  <a:pt x="1449935" y="67080"/>
                  <a:pt x="1447054" y="67278"/>
                  <a:pt x="1444072" y="67278"/>
                </a:cubicBezTo>
                <a:cubicBezTo>
                  <a:pt x="1440065" y="67278"/>
                  <a:pt x="1436617" y="66735"/>
                  <a:pt x="1433729" y="65648"/>
                </a:cubicBezTo>
                <a:cubicBezTo>
                  <a:pt x="1430840" y="64560"/>
                  <a:pt x="1428472" y="62984"/>
                  <a:pt x="1426623" y="60919"/>
                </a:cubicBezTo>
                <a:cubicBezTo>
                  <a:pt x="1424775" y="58853"/>
                  <a:pt x="1423409" y="56321"/>
                  <a:pt x="1422523" y="53324"/>
                </a:cubicBezTo>
                <a:cubicBezTo>
                  <a:pt x="1421638" y="50327"/>
                  <a:pt x="1421195" y="46933"/>
                  <a:pt x="1421195" y="43144"/>
                </a:cubicBezTo>
                <a:cubicBezTo>
                  <a:pt x="1421195" y="39851"/>
                  <a:pt x="1421669" y="36737"/>
                  <a:pt x="1422617" y="33802"/>
                </a:cubicBezTo>
                <a:cubicBezTo>
                  <a:pt x="1423564" y="30867"/>
                  <a:pt x="1424946" y="28289"/>
                  <a:pt x="1426763" y="26068"/>
                </a:cubicBezTo>
                <a:cubicBezTo>
                  <a:pt x="1428580" y="23847"/>
                  <a:pt x="1430809" y="22084"/>
                  <a:pt x="1433449" y="20780"/>
                </a:cubicBezTo>
                <a:cubicBezTo>
                  <a:pt x="1436089" y="19475"/>
                  <a:pt x="1439087" y="18823"/>
                  <a:pt x="1442441" y="18823"/>
                </a:cubicBezTo>
                <a:cubicBezTo>
                  <a:pt x="1445703" y="18823"/>
                  <a:pt x="1448591" y="19336"/>
                  <a:pt x="1451107" y="20361"/>
                </a:cubicBezTo>
                <a:cubicBezTo>
                  <a:pt x="1453623" y="21386"/>
                  <a:pt x="1455743" y="22838"/>
                  <a:pt x="1457467" y="24717"/>
                </a:cubicBezTo>
                <a:cubicBezTo>
                  <a:pt x="1459191" y="26596"/>
                  <a:pt x="1460496" y="28879"/>
                  <a:pt x="1461381" y="31566"/>
                </a:cubicBezTo>
                <a:cubicBezTo>
                  <a:pt x="1462266" y="34253"/>
                  <a:pt x="1462709" y="37258"/>
                  <a:pt x="1462709" y="40581"/>
                </a:cubicBezTo>
                <a:moveTo>
                  <a:pt x="1454276" y="39416"/>
                </a:moveTo>
                <a:cubicBezTo>
                  <a:pt x="1454369" y="37335"/>
                  <a:pt x="1454167" y="35433"/>
                  <a:pt x="1453670" y="33709"/>
                </a:cubicBezTo>
                <a:cubicBezTo>
                  <a:pt x="1453173" y="31985"/>
                  <a:pt x="1452404" y="30502"/>
                  <a:pt x="1451364" y="29260"/>
                </a:cubicBezTo>
                <a:cubicBezTo>
                  <a:pt x="1450323" y="28017"/>
                  <a:pt x="1449026" y="27046"/>
                  <a:pt x="1447473" y="26348"/>
                </a:cubicBezTo>
                <a:cubicBezTo>
                  <a:pt x="1445920" y="25649"/>
                  <a:pt x="1444119" y="25299"/>
                  <a:pt x="1442069" y="25299"/>
                </a:cubicBezTo>
                <a:cubicBezTo>
                  <a:pt x="1440298" y="25299"/>
                  <a:pt x="1438683" y="25641"/>
                  <a:pt x="1437223" y="26324"/>
                </a:cubicBezTo>
                <a:cubicBezTo>
                  <a:pt x="1435763" y="27008"/>
                  <a:pt x="1434505" y="27970"/>
                  <a:pt x="1433449" y="29213"/>
                </a:cubicBezTo>
                <a:cubicBezTo>
                  <a:pt x="1432393" y="30455"/>
                  <a:pt x="1431539" y="31946"/>
                  <a:pt x="1430887" y="33686"/>
                </a:cubicBezTo>
                <a:cubicBezTo>
                  <a:pt x="1430234" y="35425"/>
                  <a:pt x="1429830" y="37335"/>
                  <a:pt x="1429675" y="39416"/>
                </a:cubicBezTo>
                <a:lnTo>
                  <a:pt x="1454276" y="39416"/>
                </a:lnTo>
                <a:close/>
                <a:moveTo>
                  <a:pt x="1505109" y="66440"/>
                </a:moveTo>
                <a:lnTo>
                  <a:pt x="1504923" y="60137"/>
                </a:lnTo>
                <a:cubicBezTo>
                  <a:pt x="1502376" y="62657"/>
                  <a:pt x="1499790" y="64478"/>
                  <a:pt x="1497165" y="65598"/>
                </a:cubicBezTo>
                <a:cubicBezTo>
                  <a:pt x="1494540" y="66718"/>
                  <a:pt x="1491784" y="67278"/>
                  <a:pt x="1488895" y="67278"/>
                </a:cubicBezTo>
                <a:cubicBezTo>
                  <a:pt x="1486224" y="67278"/>
                  <a:pt x="1483941" y="66936"/>
                  <a:pt x="1482046" y="66252"/>
                </a:cubicBezTo>
                <a:cubicBezTo>
                  <a:pt x="1480151" y="65567"/>
                  <a:pt x="1478591" y="64626"/>
                  <a:pt x="1477364" y="63429"/>
                </a:cubicBezTo>
                <a:cubicBezTo>
                  <a:pt x="1476137" y="62231"/>
                  <a:pt x="1475236" y="60823"/>
                  <a:pt x="1474661" y="59205"/>
                </a:cubicBezTo>
                <a:cubicBezTo>
                  <a:pt x="1474087" y="57587"/>
                  <a:pt x="1473799" y="55829"/>
                  <a:pt x="1473799" y="53931"/>
                </a:cubicBezTo>
                <a:cubicBezTo>
                  <a:pt x="1473799" y="49233"/>
                  <a:pt x="1475547" y="45554"/>
                  <a:pt x="1479041" y="42895"/>
                </a:cubicBezTo>
                <a:cubicBezTo>
                  <a:pt x="1482535" y="40234"/>
                  <a:pt x="1487699" y="38904"/>
                  <a:pt x="1494533" y="38904"/>
                </a:cubicBezTo>
                <a:lnTo>
                  <a:pt x="1504224" y="38904"/>
                </a:lnTo>
                <a:lnTo>
                  <a:pt x="1504224" y="34818"/>
                </a:lnTo>
                <a:cubicBezTo>
                  <a:pt x="1504224" y="32064"/>
                  <a:pt x="1503339" y="29858"/>
                  <a:pt x="1501568" y="28202"/>
                </a:cubicBezTo>
                <a:cubicBezTo>
                  <a:pt x="1499798" y="26547"/>
                  <a:pt x="1497095" y="25719"/>
                  <a:pt x="1493461" y="25719"/>
                </a:cubicBezTo>
                <a:cubicBezTo>
                  <a:pt x="1490821" y="25719"/>
                  <a:pt x="1488220" y="26018"/>
                  <a:pt x="1485657" y="26617"/>
                </a:cubicBezTo>
                <a:cubicBezTo>
                  <a:pt x="1483094" y="27215"/>
                  <a:pt x="1480447" y="28065"/>
                  <a:pt x="1477713" y="29166"/>
                </a:cubicBezTo>
                <a:lnTo>
                  <a:pt x="1477713" y="21851"/>
                </a:lnTo>
                <a:cubicBezTo>
                  <a:pt x="1478738" y="21473"/>
                  <a:pt x="1479880" y="21102"/>
                  <a:pt x="1481138" y="20739"/>
                </a:cubicBezTo>
                <a:cubicBezTo>
                  <a:pt x="1482396" y="20376"/>
                  <a:pt x="1483723" y="20053"/>
                  <a:pt x="1485121" y="19769"/>
                </a:cubicBezTo>
                <a:cubicBezTo>
                  <a:pt x="1486519" y="19485"/>
                  <a:pt x="1487979" y="19256"/>
                  <a:pt x="1489501" y="19084"/>
                </a:cubicBezTo>
                <a:cubicBezTo>
                  <a:pt x="1491023" y="18910"/>
                  <a:pt x="1492560" y="18823"/>
                  <a:pt x="1494113" y="18823"/>
                </a:cubicBezTo>
                <a:cubicBezTo>
                  <a:pt x="1496940" y="18823"/>
                  <a:pt x="1499487" y="19134"/>
                  <a:pt x="1501754" y="19755"/>
                </a:cubicBezTo>
                <a:cubicBezTo>
                  <a:pt x="1504022" y="20376"/>
                  <a:pt x="1505940" y="21323"/>
                  <a:pt x="1507508" y="22597"/>
                </a:cubicBezTo>
                <a:cubicBezTo>
                  <a:pt x="1509077" y="23870"/>
                  <a:pt x="1510281" y="25470"/>
                  <a:pt x="1511119" y="27396"/>
                </a:cubicBezTo>
                <a:cubicBezTo>
                  <a:pt x="1511958" y="29322"/>
                  <a:pt x="1512377" y="31589"/>
                  <a:pt x="1512377" y="34198"/>
                </a:cubicBezTo>
                <a:lnTo>
                  <a:pt x="1512377" y="66440"/>
                </a:lnTo>
                <a:lnTo>
                  <a:pt x="1505109" y="66440"/>
                </a:lnTo>
                <a:moveTo>
                  <a:pt x="1504224" y="45101"/>
                </a:moveTo>
                <a:lnTo>
                  <a:pt x="1493927" y="45101"/>
                </a:lnTo>
                <a:cubicBezTo>
                  <a:pt x="1491908" y="45101"/>
                  <a:pt x="1490169" y="45304"/>
                  <a:pt x="1488709" y="45709"/>
                </a:cubicBezTo>
                <a:cubicBezTo>
                  <a:pt x="1487249" y="46114"/>
                  <a:pt x="1486053" y="46690"/>
                  <a:pt x="1485121" y="47438"/>
                </a:cubicBezTo>
                <a:cubicBezTo>
                  <a:pt x="1484189" y="48185"/>
                  <a:pt x="1483498" y="49081"/>
                  <a:pt x="1483048" y="50125"/>
                </a:cubicBezTo>
                <a:cubicBezTo>
                  <a:pt x="1482597" y="51169"/>
                  <a:pt x="1482372" y="52345"/>
                  <a:pt x="1482372" y="53653"/>
                </a:cubicBezTo>
                <a:cubicBezTo>
                  <a:pt x="1482372" y="54557"/>
                  <a:pt x="1482512" y="55422"/>
                  <a:pt x="1482792" y="56248"/>
                </a:cubicBezTo>
                <a:cubicBezTo>
                  <a:pt x="1483071" y="57073"/>
                  <a:pt x="1483522" y="57805"/>
                  <a:pt x="1484143" y="58443"/>
                </a:cubicBezTo>
                <a:cubicBezTo>
                  <a:pt x="1484764" y="59082"/>
                  <a:pt x="1485572" y="59588"/>
                  <a:pt x="1486566" y="59962"/>
                </a:cubicBezTo>
                <a:cubicBezTo>
                  <a:pt x="1487559" y="60336"/>
                  <a:pt x="1488771" y="60522"/>
                  <a:pt x="1490200" y="60522"/>
                </a:cubicBezTo>
                <a:cubicBezTo>
                  <a:pt x="1492063" y="60522"/>
                  <a:pt x="1494199" y="59954"/>
                  <a:pt x="1496606" y="58818"/>
                </a:cubicBezTo>
                <a:cubicBezTo>
                  <a:pt x="1499013" y="57680"/>
                  <a:pt x="1501553" y="55880"/>
                  <a:pt x="1504224" y="53419"/>
                </a:cubicBezTo>
                <a:lnTo>
                  <a:pt x="1504224" y="45101"/>
                </a:lnTo>
                <a:close/>
                <a:moveTo>
                  <a:pt x="1524540" y="44029"/>
                </a:moveTo>
                <a:cubicBezTo>
                  <a:pt x="1524540" y="40053"/>
                  <a:pt x="1525083" y="36520"/>
                  <a:pt x="1526170" y="33429"/>
                </a:cubicBezTo>
                <a:cubicBezTo>
                  <a:pt x="1527258" y="30339"/>
                  <a:pt x="1528803" y="27730"/>
                  <a:pt x="1530806" y="25602"/>
                </a:cubicBezTo>
                <a:cubicBezTo>
                  <a:pt x="1532810" y="23474"/>
                  <a:pt x="1535217" y="21859"/>
                  <a:pt x="1538028" y="20757"/>
                </a:cubicBezTo>
                <a:cubicBezTo>
                  <a:pt x="1540839" y="19654"/>
                  <a:pt x="1543968" y="19103"/>
                  <a:pt x="1547416" y="19103"/>
                </a:cubicBezTo>
                <a:cubicBezTo>
                  <a:pt x="1548907" y="19103"/>
                  <a:pt x="1550375" y="19196"/>
                  <a:pt x="1551819" y="19382"/>
                </a:cubicBezTo>
                <a:cubicBezTo>
                  <a:pt x="1553263" y="19568"/>
                  <a:pt x="1554684" y="19864"/>
                  <a:pt x="1556082" y="20267"/>
                </a:cubicBezTo>
                <a:lnTo>
                  <a:pt x="1556082" y="559"/>
                </a:lnTo>
                <a:lnTo>
                  <a:pt x="1564236" y="559"/>
                </a:lnTo>
                <a:lnTo>
                  <a:pt x="1564236" y="66440"/>
                </a:lnTo>
                <a:lnTo>
                  <a:pt x="1556967" y="66440"/>
                </a:lnTo>
                <a:lnTo>
                  <a:pt x="1556688" y="57587"/>
                </a:lnTo>
                <a:cubicBezTo>
                  <a:pt x="1554420" y="60880"/>
                  <a:pt x="1551967" y="63318"/>
                  <a:pt x="1549326" y="64902"/>
                </a:cubicBezTo>
                <a:cubicBezTo>
                  <a:pt x="1546686" y="66486"/>
                  <a:pt x="1543829" y="67278"/>
                  <a:pt x="1540754" y="67278"/>
                </a:cubicBezTo>
                <a:cubicBezTo>
                  <a:pt x="1538082" y="67278"/>
                  <a:pt x="1535729" y="66719"/>
                  <a:pt x="1533695" y="65601"/>
                </a:cubicBezTo>
                <a:cubicBezTo>
                  <a:pt x="1531660" y="64483"/>
                  <a:pt x="1529968" y="62906"/>
                  <a:pt x="1528616" y="60872"/>
                </a:cubicBezTo>
                <a:cubicBezTo>
                  <a:pt x="1527265" y="58837"/>
                  <a:pt x="1526248" y="56391"/>
                  <a:pt x="1525565" y="53534"/>
                </a:cubicBezTo>
                <a:cubicBezTo>
                  <a:pt x="1524881" y="50676"/>
                  <a:pt x="1524540" y="47508"/>
                  <a:pt x="1524540" y="44029"/>
                </a:cubicBezTo>
                <a:moveTo>
                  <a:pt x="1532833" y="43517"/>
                </a:moveTo>
                <a:cubicBezTo>
                  <a:pt x="1532833" y="49170"/>
                  <a:pt x="1533664" y="53386"/>
                  <a:pt x="1535326" y="56166"/>
                </a:cubicBezTo>
                <a:cubicBezTo>
                  <a:pt x="1536987" y="58946"/>
                  <a:pt x="1539340" y="60336"/>
                  <a:pt x="1542384" y="60336"/>
                </a:cubicBezTo>
                <a:cubicBezTo>
                  <a:pt x="1544434" y="60336"/>
                  <a:pt x="1546601" y="59420"/>
                  <a:pt x="1548884" y="57587"/>
                </a:cubicBezTo>
                <a:cubicBezTo>
                  <a:pt x="1551167" y="55755"/>
                  <a:pt x="1553566" y="53037"/>
                  <a:pt x="1556082" y="49434"/>
                </a:cubicBezTo>
                <a:lnTo>
                  <a:pt x="1556082" y="27722"/>
                </a:lnTo>
                <a:cubicBezTo>
                  <a:pt x="1554747" y="27101"/>
                  <a:pt x="1553271" y="26627"/>
                  <a:pt x="1551656" y="26301"/>
                </a:cubicBezTo>
                <a:cubicBezTo>
                  <a:pt x="1550041" y="25975"/>
                  <a:pt x="1548441" y="25812"/>
                  <a:pt x="1546857" y="25812"/>
                </a:cubicBezTo>
                <a:cubicBezTo>
                  <a:pt x="1542446" y="25812"/>
                  <a:pt x="1539006" y="27241"/>
                  <a:pt x="1536537" y="30098"/>
                </a:cubicBezTo>
                <a:cubicBezTo>
                  <a:pt x="1534068" y="32956"/>
                  <a:pt x="1532833" y="37429"/>
                  <a:pt x="1532833" y="43517"/>
                </a:cubicBezTo>
                <a:close/>
                <a:moveTo>
                  <a:pt x="1594709" y="26371"/>
                </a:moveTo>
                <a:lnTo>
                  <a:pt x="1580871" y="26371"/>
                </a:lnTo>
                <a:lnTo>
                  <a:pt x="1580871" y="19662"/>
                </a:lnTo>
                <a:lnTo>
                  <a:pt x="1602909" y="19662"/>
                </a:lnTo>
                <a:lnTo>
                  <a:pt x="1602909" y="59684"/>
                </a:lnTo>
                <a:lnTo>
                  <a:pt x="1616840" y="59684"/>
                </a:lnTo>
                <a:lnTo>
                  <a:pt x="1616840" y="66440"/>
                </a:lnTo>
                <a:lnTo>
                  <a:pt x="1579333" y="66440"/>
                </a:lnTo>
                <a:lnTo>
                  <a:pt x="1579333" y="59684"/>
                </a:lnTo>
                <a:lnTo>
                  <a:pt x="1594709" y="59684"/>
                </a:lnTo>
                <a:lnTo>
                  <a:pt x="1594709" y="26371"/>
                </a:lnTo>
                <a:moveTo>
                  <a:pt x="1597551" y="0"/>
                </a:moveTo>
                <a:cubicBezTo>
                  <a:pt x="1598452" y="0"/>
                  <a:pt x="1599290" y="163"/>
                  <a:pt x="1600067" y="489"/>
                </a:cubicBezTo>
                <a:cubicBezTo>
                  <a:pt x="1600843" y="815"/>
                  <a:pt x="1601519" y="1274"/>
                  <a:pt x="1602093" y="1864"/>
                </a:cubicBezTo>
                <a:cubicBezTo>
                  <a:pt x="1602668" y="2454"/>
                  <a:pt x="1603118" y="3129"/>
                  <a:pt x="1603445" y="3890"/>
                </a:cubicBezTo>
                <a:cubicBezTo>
                  <a:pt x="1603771" y="4651"/>
                  <a:pt x="1603934" y="5482"/>
                  <a:pt x="1603934" y="6383"/>
                </a:cubicBezTo>
                <a:cubicBezTo>
                  <a:pt x="1603934" y="7253"/>
                  <a:pt x="1603771" y="8076"/>
                  <a:pt x="1603445" y="8852"/>
                </a:cubicBezTo>
                <a:cubicBezTo>
                  <a:pt x="1603118" y="9629"/>
                  <a:pt x="1602668" y="10312"/>
                  <a:pt x="1602093" y="10902"/>
                </a:cubicBezTo>
                <a:cubicBezTo>
                  <a:pt x="1601519" y="11493"/>
                  <a:pt x="1600843" y="11951"/>
                  <a:pt x="1600067" y="12277"/>
                </a:cubicBezTo>
                <a:cubicBezTo>
                  <a:pt x="1599290" y="12603"/>
                  <a:pt x="1598452" y="12766"/>
                  <a:pt x="1597551" y="12766"/>
                </a:cubicBezTo>
                <a:cubicBezTo>
                  <a:pt x="1596650" y="12766"/>
                  <a:pt x="1595811" y="12603"/>
                  <a:pt x="1595035" y="12277"/>
                </a:cubicBezTo>
                <a:cubicBezTo>
                  <a:pt x="1594258" y="11951"/>
                  <a:pt x="1593583" y="11493"/>
                  <a:pt x="1593008" y="10902"/>
                </a:cubicBezTo>
                <a:cubicBezTo>
                  <a:pt x="1592433" y="10312"/>
                  <a:pt x="1591983" y="9629"/>
                  <a:pt x="1591657" y="8852"/>
                </a:cubicBezTo>
                <a:cubicBezTo>
                  <a:pt x="1591331" y="8076"/>
                  <a:pt x="1591168" y="7253"/>
                  <a:pt x="1591168" y="6383"/>
                </a:cubicBezTo>
                <a:cubicBezTo>
                  <a:pt x="1591168" y="5482"/>
                  <a:pt x="1591331" y="4651"/>
                  <a:pt x="1591657" y="3890"/>
                </a:cubicBezTo>
                <a:cubicBezTo>
                  <a:pt x="1591983" y="3129"/>
                  <a:pt x="1592433" y="2454"/>
                  <a:pt x="1593008" y="1864"/>
                </a:cubicBezTo>
                <a:cubicBezTo>
                  <a:pt x="1593583" y="1274"/>
                  <a:pt x="1594258" y="815"/>
                  <a:pt x="1595035" y="489"/>
                </a:cubicBezTo>
                <a:cubicBezTo>
                  <a:pt x="1595811" y="163"/>
                  <a:pt x="1596650" y="0"/>
                  <a:pt x="1597551" y="0"/>
                </a:cubicBezTo>
                <a:close/>
                <a:moveTo>
                  <a:pt x="1630633" y="19662"/>
                </a:moveTo>
                <a:lnTo>
                  <a:pt x="1637855" y="19662"/>
                </a:lnTo>
                <a:lnTo>
                  <a:pt x="1638181" y="27210"/>
                </a:lnTo>
                <a:cubicBezTo>
                  <a:pt x="1639547" y="25594"/>
                  <a:pt x="1640867" y="24251"/>
                  <a:pt x="1642141" y="23179"/>
                </a:cubicBezTo>
                <a:cubicBezTo>
                  <a:pt x="1643414" y="22108"/>
                  <a:pt x="1644665" y="21246"/>
                  <a:pt x="1645892" y="20593"/>
                </a:cubicBezTo>
                <a:cubicBezTo>
                  <a:pt x="1647119" y="19941"/>
                  <a:pt x="1648369" y="19483"/>
                  <a:pt x="1649642" y="19219"/>
                </a:cubicBezTo>
                <a:cubicBezTo>
                  <a:pt x="1650916" y="18955"/>
                  <a:pt x="1652236" y="18823"/>
                  <a:pt x="1653603" y="18823"/>
                </a:cubicBezTo>
                <a:cubicBezTo>
                  <a:pt x="1658417" y="18823"/>
                  <a:pt x="1662059" y="20244"/>
                  <a:pt x="1664528" y="23086"/>
                </a:cubicBezTo>
                <a:cubicBezTo>
                  <a:pt x="1666998" y="25928"/>
                  <a:pt x="1668232" y="30207"/>
                  <a:pt x="1668232" y="35922"/>
                </a:cubicBezTo>
                <a:lnTo>
                  <a:pt x="1668232" y="66440"/>
                </a:lnTo>
                <a:lnTo>
                  <a:pt x="1660125" y="66440"/>
                </a:lnTo>
                <a:lnTo>
                  <a:pt x="1660125" y="36574"/>
                </a:lnTo>
                <a:cubicBezTo>
                  <a:pt x="1660125" y="32909"/>
                  <a:pt x="1659442" y="30199"/>
                  <a:pt x="1658075" y="28444"/>
                </a:cubicBezTo>
                <a:cubicBezTo>
                  <a:pt x="1656709" y="26689"/>
                  <a:pt x="1654674" y="25812"/>
                  <a:pt x="1651972" y="25812"/>
                </a:cubicBezTo>
                <a:cubicBezTo>
                  <a:pt x="1650978" y="25812"/>
                  <a:pt x="1650007" y="25959"/>
                  <a:pt x="1649060" y="26254"/>
                </a:cubicBezTo>
                <a:cubicBezTo>
                  <a:pt x="1648112" y="26549"/>
                  <a:pt x="1647126" y="27062"/>
                  <a:pt x="1646101" y="27792"/>
                </a:cubicBezTo>
                <a:cubicBezTo>
                  <a:pt x="1645076" y="28522"/>
                  <a:pt x="1643966" y="29508"/>
                  <a:pt x="1642770" y="30750"/>
                </a:cubicBezTo>
                <a:cubicBezTo>
                  <a:pt x="1641574" y="31993"/>
                  <a:pt x="1640231" y="33546"/>
                  <a:pt x="1638740" y="35410"/>
                </a:cubicBezTo>
                <a:lnTo>
                  <a:pt x="1638740" y="66440"/>
                </a:lnTo>
                <a:lnTo>
                  <a:pt x="1630633" y="66440"/>
                </a:lnTo>
                <a:lnTo>
                  <a:pt x="1630633" y="19662"/>
                </a:lnTo>
                <a:close/>
                <a:moveTo>
                  <a:pt x="1716177" y="26278"/>
                </a:moveTo>
                <a:cubicBezTo>
                  <a:pt x="1717047" y="27365"/>
                  <a:pt x="1717722" y="28631"/>
                  <a:pt x="1718204" y="30075"/>
                </a:cubicBezTo>
                <a:cubicBezTo>
                  <a:pt x="1718685" y="31519"/>
                  <a:pt x="1718926" y="33080"/>
                  <a:pt x="1718926" y="34757"/>
                </a:cubicBezTo>
                <a:cubicBezTo>
                  <a:pt x="1718926" y="37180"/>
                  <a:pt x="1718483" y="39393"/>
                  <a:pt x="1717598" y="41397"/>
                </a:cubicBezTo>
                <a:cubicBezTo>
                  <a:pt x="1716713" y="43400"/>
                  <a:pt x="1715463" y="45116"/>
                  <a:pt x="1713847" y="46545"/>
                </a:cubicBezTo>
                <a:cubicBezTo>
                  <a:pt x="1712232" y="47974"/>
                  <a:pt x="1710299" y="49084"/>
                  <a:pt x="1708047" y="49876"/>
                </a:cubicBezTo>
                <a:cubicBezTo>
                  <a:pt x="1705795" y="50668"/>
                  <a:pt x="1703318" y="51064"/>
                  <a:pt x="1700615" y="51064"/>
                </a:cubicBezTo>
                <a:cubicBezTo>
                  <a:pt x="1698659" y="51064"/>
                  <a:pt x="1696826" y="50855"/>
                  <a:pt x="1695118" y="50435"/>
                </a:cubicBezTo>
                <a:cubicBezTo>
                  <a:pt x="1693409" y="50016"/>
                  <a:pt x="1692058" y="49496"/>
                  <a:pt x="1691064" y="48875"/>
                </a:cubicBezTo>
                <a:cubicBezTo>
                  <a:pt x="1690474" y="49744"/>
                  <a:pt x="1689977" y="50566"/>
                  <a:pt x="1689573" y="51340"/>
                </a:cubicBezTo>
                <a:cubicBezTo>
                  <a:pt x="1689169" y="52112"/>
                  <a:pt x="1688968" y="52977"/>
                  <a:pt x="1688968" y="53934"/>
                </a:cubicBezTo>
                <a:cubicBezTo>
                  <a:pt x="1688968" y="55107"/>
                  <a:pt x="1689534" y="56079"/>
                  <a:pt x="1690668" y="56850"/>
                </a:cubicBezTo>
                <a:cubicBezTo>
                  <a:pt x="1691802" y="57621"/>
                  <a:pt x="1693301" y="58038"/>
                  <a:pt x="1695164" y="58100"/>
                </a:cubicBezTo>
                <a:lnTo>
                  <a:pt x="1707464" y="58566"/>
                </a:lnTo>
                <a:cubicBezTo>
                  <a:pt x="1709794" y="58628"/>
                  <a:pt x="1711945" y="58923"/>
                  <a:pt x="1713917" y="59452"/>
                </a:cubicBezTo>
                <a:cubicBezTo>
                  <a:pt x="1715890" y="59981"/>
                  <a:pt x="1717583" y="60744"/>
                  <a:pt x="1718996" y="61740"/>
                </a:cubicBezTo>
                <a:cubicBezTo>
                  <a:pt x="1720409" y="62735"/>
                  <a:pt x="1721512" y="63963"/>
                  <a:pt x="1722304" y="65426"/>
                </a:cubicBezTo>
                <a:cubicBezTo>
                  <a:pt x="1723096" y="66888"/>
                  <a:pt x="1723492" y="68584"/>
                  <a:pt x="1723492" y="70513"/>
                </a:cubicBezTo>
                <a:cubicBezTo>
                  <a:pt x="1723492" y="72598"/>
                  <a:pt x="1723042" y="74574"/>
                  <a:pt x="1722141" y="76441"/>
                </a:cubicBezTo>
                <a:cubicBezTo>
                  <a:pt x="1721240" y="78307"/>
                  <a:pt x="1719850" y="79948"/>
                  <a:pt x="1717971" y="81364"/>
                </a:cubicBezTo>
                <a:cubicBezTo>
                  <a:pt x="1716092" y="82780"/>
                  <a:pt x="1713708" y="83908"/>
                  <a:pt x="1710819" y="84747"/>
                </a:cubicBezTo>
                <a:cubicBezTo>
                  <a:pt x="1707930" y="85588"/>
                  <a:pt x="1704498" y="86008"/>
                  <a:pt x="1700522" y="86008"/>
                </a:cubicBezTo>
                <a:cubicBezTo>
                  <a:pt x="1696733" y="86008"/>
                  <a:pt x="1693510" y="85705"/>
                  <a:pt x="1690855" y="85098"/>
                </a:cubicBezTo>
                <a:cubicBezTo>
                  <a:pt x="1688199" y="84491"/>
                  <a:pt x="1686017" y="83651"/>
                  <a:pt x="1684308" y="82578"/>
                </a:cubicBezTo>
                <a:cubicBezTo>
                  <a:pt x="1682600" y="81504"/>
                  <a:pt x="1681358" y="80228"/>
                  <a:pt x="1680581" y="78750"/>
                </a:cubicBezTo>
                <a:cubicBezTo>
                  <a:pt x="1679805" y="77273"/>
                  <a:pt x="1679416" y="75647"/>
                  <a:pt x="1679416" y="73874"/>
                </a:cubicBezTo>
                <a:cubicBezTo>
                  <a:pt x="1679416" y="71603"/>
                  <a:pt x="1679944" y="69611"/>
                  <a:pt x="1681000" y="67900"/>
                </a:cubicBezTo>
                <a:cubicBezTo>
                  <a:pt x="1682056" y="66190"/>
                  <a:pt x="1683687" y="64541"/>
                  <a:pt x="1685893" y="62954"/>
                </a:cubicBezTo>
                <a:cubicBezTo>
                  <a:pt x="1685085" y="62582"/>
                  <a:pt x="1684386" y="62117"/>
                  <a:pt x="1683796" y="61559"/>
                </a:cubicBezTo>
                <a:cubicBezTo>
                  <a:pt x="1683206" y="61001"/>
                  <a:pt x="1682724" y="60389"/>
                  <a:pt x="1682352" y="59723"/>
                </a:cubicBezTo>
                <a:cubicBezTo>
                  <a:pt x="1681979" y="59056"/>
                  <a:pt x="1681699" y="58351"/>
                  <a:pt x="1681513" y="57608"/>
                </a:cubicBezTo>
                <a:cubicBezTo>
                  <a:pt x="1681327" y="56863"/>
                  <a:pt x="1681233" y="56135"/>
                  <a:pt x="1681233" y="55422"/>
                </a:cubicBezTo>
                <a:cubicBezTo>
                  <a:pt x="1681233" y="53407"/>
                  <a:pt x="1681707" y="51563"/>
                  <a:pt x="1682654" y="49889"/>
                </a:cubicBezTo>
                <a:cubicBezTo>
                  <a:pt x="1683602" y="48216"/>
                  <a:pt x="1684728" y="46635"/>
                  <a:pt x="1686032" y="45147"/>
                </a:cubicBezTo>
                <a:cubicBezTo>
                  <a:pt x="1685442" y="44433"/>
                  <a:pt x="1684922" y="43734"/>
                  <a:pt x="1684471" y="43051"/>
                </a:cubicBezTo>
                <a:cubicBezTo>
                  <a:pt x="1684021" y="42367"/>
                  <a:pt x="1683633" y="41630"/>
                  <a:pt x="1683307" y="40838"/>
                </a:cubicBezTo>
                <a:cubicBezTo>
                  <a:pt x="1682981" y="40045"/>
                  <a:pt x="1682732" y="39191"/>
                  <a:pt x="1682561" y="38275"/>
                </a:cubicBezTo>
                <a:cubicBezTo>
                  <a:pt x="1682390" y="37359"/>
                  <a:pt x="1682305" y="36310"/>
                  <a:pt x="1682305" y="35130"/>
                </a:cubicBezTo>
                <a:cubicBezTo>
                  <a:pt x="1682305" y="32707"/>
                  <a:pt x="1682748" y="30494"/>
                  <a:pt x="1683633" y="28491"/>
                </a:cubicBezTo>
                <a:cubicBezTo>
                  <a:pt x="1684518" y="26487"/>
                  <a:pt x="1685761" y="24771"/>
                  <a:pt x="1687360" y="23342"/>
                </a:cubicBezTo>
                <a:cubicBezTo>
                  <a:pt x="1688960" y="21914"/>
                  <a:pt x="1690886" y="20803"/>
                  <a:pt x="1693138" y="20011"/>
                </a:cubicBezTo>
                <a:cubicBezTo>
                  <a:pt x="1695389" y="19219"/>
                  <a:pt x="1697882" y="18823"/>
                  <a:pt x="1700615" y="18823"/>
                </a:cubicBezTo>
                <a:cubicBezTo>
                  <a:pt x="1701765" y="18823"/>
                  <a:pt x="1702867" y="18901"/>
                  <a:pt x="1703923" y="19056"/>
                </a:cubicBezTo>
                <a:cubicBezTo>
                  <a:pt x="1704980" y="19211"/>
                  <a:pt x="1705911" y="19413"/>
                  <a:pt x="1706719" y="19662"/>
                </a:cubicBezTo>
                <a:lnTo>
                  <a:pt x="1723678" y="19662"/>
                </a:lnTo>
                <a:lnTo>
                  <a:pt x="1723678" y="26278"/>
                </a:lnTo>
                <a:lnTo>
                  <a:pt x="1716177" y="26278"/>
                </a:lnTo>
                <a:moveTo>
                  <a:pt x="1688036" y="73175"/>
                </a:moveTo>
                <a:cubicBezTo>
                  <a:pt x="1688036" y="75387"/>
                  <a:pt x="1689185" y="76999"/>
                  <a:pt x="1691484" y="78012"/>
                </a:cubicBezTo>
                <a:cubicBezTo>
                  <a:pt x="1693782" y="79025"/>
                  <a:pt x="1696981" y="79532"/>
                  <a:pt x="1701081" y="79532"/>
                </a:cubicBezTo>
                <a:cubicBezTo>
                  <a:pt x="1703659" y="79532"/>
                  <a:pt x="1705826" y="79298"/>
                  <a:pt x="1707581" y="78830"/>
                </a:cubicBezTo>
                <a:cubicBezTo>
                  <a:pt x="1709336" y="78363"/>
                  <a:pt x="1710749" y="77748"/>
                  <a:pt x="1711821" y="76984"/>
                </a:cubicBezTo>
                <a:cubicBezTo>
                  <a:pt x="1712892" y="76220"/>
                  <a:pt x="1713661" y="75347"/>
                  <a:pt x="1714127" y="74366"/>
                </a:cubicBezTo>
                <a:cubicBezTo>
                  <a:pt x="1714593" y="73385"/>
                  <a:pt x="1714826" y="72380"/>
                  <a:pt x="1714826" y="71351"/>
                </a:cubicBezTo>
                <a:cubicBezTo>
                  <a:pt x="1714826" y="69449"/>
                  <a:pt x="1714049" y="68047"/>
                  <a:pt x="1712496" y="67143"/>
                </a:cubicBezTo>
                <a:cubicBezTo>
                  <a:pt x="1710943" y="66239"/>
                  <a:pt x="1708567" y="65710"/>
                  <a:pt x="1705368" y="65554"/>
                </a:cubicBezTo>
                <a:lnTo>
                  <a:pt x="1693161" y="65135"/>
                </a:lnTo>
                <a:cubicBezTo>
                  <a:pt x="1692136" y="65820"/>
                  <a:pt x="1691289" y="66490"/>
                  <a:pt x="1690622" y="67144"/>
                </a:cubicBezTo>
                <a:cubicBezTo>
                  <a:pt x="1689954" y="67800"/>
                  <a:pt x="1689433" y="68462"/>
                  <a:pt x="1689061" y="69132"/>
                </a:cubicBezTo>
                <a:cubicBezTo>
                  <a:pt x="1688688" y="69802"/>
                  <a:pt x="1688424" y="70471"/>
                  <a:pt x="1688269" y="71141"/>
                </a:cubicBezTo>
                <a:cubicBezTo>
                  <a:pt x="1688113" y="71812"/>
                  <a:pt x="1688036" y="72490"/>
                  <a:pt x="1688036" y="73175"/>
                </a:cubicBezTo>
                <a:moveTo>
                  <a:pt x="1690505" y="34944"/>
                </a:moveTo>
                <a:cubicBezTo>
                  <a:pt x="1690505" y="36435"/>
                  <a:pt x="1690754" y="37801"/>
                  <a:pt x="1691251" y="39044"/>
                </a:cubicBezTo>
                <a:cubicBezTo>
                  <a:pt x="1691748" y="40286"/>
                  <a:pt x="1692446" y="41342"/>
                  <a:pt x="1693347" y="42212"/>
                </a:cubicBezTo>
                <a:cubicBezTo>
                  <a:pt x="1694248" y="43082"/>
                  <a:pt x="1695312" y="43757"/>
                  <a:pt x="1696539" y="44239"/>
                </a:cubicBezTo>
                <a:cubicBezTo>
                  <a:pt x="1697766" y="44720"/>
                  <a:pt x="1699125" y="44961"/>
                  <a:pt x="1700615" y="44961"/>
                </a:cubicBezTo>
                <a:cubicBezTo>
                  <a:pt x="1702231" y="44961"/>
                  <a:pt x="1703667" y="44689"/>
                  <a:pt x="1704925" y="44146"/>
                </a:cubicBezTo>
                <a:cubicBezTo>
                  <a:pt x="1706183" y="43602"/>
                  <a:pt x="1707239" y="42864"/>
                  <a:pt x="1708093" y="41932"/>
                </a:cubicBezTo>
                <a:cubicBezTo>
                  <a:pt x="1708948" y="41001"/>
                  <a:pt x="1709600" y="39929"/>
                  <a:pt x="1710050" y="38718"/>
                </a:cubicBezTo>
                <a:cubicBezTo>
                  <a:pt x="1710501" y="37506"/>
                  <a:pt x="1710726" y="36248"/>
                  <a:pt x="1710726" y="34944"/>
                </a:cubicBezTo>
                <a:cubicBezTo>
                  <a:pt x="1710726" y="33453"/>
                  <a:pt x="1710477" y="32086"/>
                  <a:pt x="1709980" y="30844"/>
                </a:cubicBezTo>
                <a:cubicBezTo>
                  <a:pt x="1709483" y="29601"/>
                  <a:pt x="1708785" y="28545"/>
                  <a:pt x="1707884" y="27675"/>
                </a:cubicBezTo>
                <a:cubicBezTo>
                  <a:pt x="1706983" y="26806"/>
                  <a:pt x="1705919" y="26130"/>
                  <a:pt x="1704692" y="25649"/>
                </a:cubicBezTo>
                <a:cubicBezTo>
                  <a:pt x="1703465" y="25167"/>
                  <a:pt x="1702106" y="24927"/>
                  <a:pt x="1700615" y="24927"/>
                </a:cubicBezTo>
                <a:cubicBezTo>
                  <a:pt x="1699000" y="24927"/>
                  <a:pt x="1697564" y="25206"/>
                  <a:pt x="1696306" y="25765"/>
                </a:cubicBezTo>
                <a:cubicBezTo>
                  <a:pt x="1695048" y="26324"/>
                  <a:pt x="1693992" y="27062"/>
                  <a:pt x="1693138" y="27978"/>
                </a:cubicBezTo>
                <a:cubicBezTo>
                  <a:pt x="1692283" y="28895"/>
                  <a:pt x="1691631" y="29958"/>
                  <a:pt x="1691181" y="31170"/>
                </a:cubicBezTo>
                <a:cubicBezTo>
                  <a:pt x="1690730" y="32381"/>
                  <a:pt x="1690505" y="33639"/>
                  <a:pt x="1690505" y="34944"/>
                </a:cubicBezTo>
                <a:close/>
                <a:moveTo>
                  <a:pt x="1830124" y="65741"/>
                </a:moveTo>
                <a:cubicBezTo>
                  <a:pt x="1828291" y="66223"/>
                  <a:pt x="1826397" y="66569"/>
                  <a:pt x="1824440" y="66777"/>
                </a:cubicBezTo>
                <a:cubicBezTo>
                  <a:pt x="1822483" y="66987"/>
                  <a:pt x="1820495" y="67092"/>
                  <a:pt x="1818476" y="67092"/>
                </a:cubicBezTo>
                <a:cubicBezTo>
                  <a:pt x="1812606" y="67092"/>
                  <a:pt x="1808226" y="65764"/>
                  <a:pt x="1805337" y="63108"/>
                </a:cubicBezTo>
                <a:cubicBezTo>
                  <a:pt x="1802449" y="60453"/>
                  <a:pt x="1801004" y="56376"/>
                  <a:pt x="1801004" y="50878"/>
                </a:cubicBezTo>
                <a:lnTo>
                  <a:pt x="1801004" y="26464"/>
                </a:lnTo>
                <a:lnTo>
                  <a:pt x="1787912" y="26464"/>
                </a:lnTo>
                <a:lnTo>
                  <a:pt x="1787912" y="19662"/>
                </a:lnTo>
                <a:lnTo>
                  <a:pt x="1801004" y="19662"/>
                </a:lnTo>
                <a:lnTo>
                  <a:pt x="1801004" y="6762"/>
                </a:lnTo>
                <a:lnTo>
                  <a:pt x="1809111" y="4659"/>
                </a:lnTo>
                <a:lnTo>
                  <a:pt x="1809111" y="19662"/>
                </a:lnTo>
                <a:lnTo>
                  <a:pt x="1830124" y="19662"/>
                </a:lnTo>
                <a:lnTo>
                  <a:pt x="1830124" y="26464"/>
                </a:lnTo>
                <a:lnTo>
                  <a:pt x="1809111" y="26464"/>
                </a:lnTo>
                <a:lnTo>
                  <a:pt x="1809111" y="50226"/>
                </a:lnTo>
                <a:cubicBezTo>
                  <a:pt x="1809111" y="53580"/>
                  <a:pt x="1810004" y="56089"/>
                  <a:pt x="1811790" y="57750"/>
                </a:cubicBezTo>
                <a:cubicBezTo>
                  <a:pt x="1813576" y="59412"/>
                  <a:pt x="1816209" y="60243"/>
                  <a:pt x="1819687" y="60243"/>
                </a:cubicBezTo>
                <a:cubicBezTo>
                  <a:pt x="1821178" y="60243"/>
                  <a:pt x="1822809" y="60123"/>
                  <a:pt x="1824580" y="59883"/>
                </a:cubicBezTo>
                <a:cubicBezTo>
                  <a:pt x="1826350" y="59643"/>
                  <a:pt x="1828198" y="59265"/>
                  <a:pt x="1830124" y="58752"/>
                </a:cubicBezTo>
                <a:lnTo>
                  <a:pt x="1830124" y="65741"/>
                </a:lnTo>
                <a:close/>
                <a:moveTo>
                  <a:pt x="1885011" y="42678"/>
                </a:moveTo>
                <a:cubicBezTo>
                  <a:pt x="1885011" y="46312"/>
                  <a:pt x="1884498" y="49643"/>
                  <a:pt x="1883473" y="52672"/>
                </a:cubicBezTo>
                <a:cubicBezTo>
                  <a:pt x="1882448" y="55700"/>
                  <a:pt x="1880973" y="58294"/>
                  <a:pt x="1879047" y="60453"/>
                </a:cubicBezTo>
                <a:cubicBezTo>
                  <a:pt x="1877121" y="62611"/>
                  <a:pt x="1874776" y="64289"/>
                  <a:pt x="1872012" y="65485"/>
                </a:cubicBezTo>
                <a:cubicBezTo>
                  <a:pt x="1869247" y="66680"/>
                  <a:pt x="1866110" y="67278"/>
                  <a:pt x="1862600" y="67278"/>
                </a:cubicBezTo>
                <a:cubicBezTo>
                  <a:pt x="1859246" y="67278"/>
                  <a:pt x="1856241" y="66758"/>
                  <a:pt x="1853585" y="65717"/>
                </a:cubicBezTo>
                <a:cubicBezTo>
                  <a:pt x="1850929" y="64677"/>
                  <a:pt x="1848677" y="63147"/>
                  <a:pt x="1846829" y="61128"/>
                </a:cubicBezTo>
                <a:cubicBezTo>
                  <a:pt x="1844981" y="59109"/>
                  <a:pt x="1843568" y="56609"/>
                  <a:pt x="1842589" y="53627"/>
                </a:cubicBezTo>
                <a:cubicBezTo>
                  <a:pt x="1841611" y="50645"/>
                  <a:pt x="1841122" y="47213"/>
                  <a:pt x="1841122" y="43330"/>
                </a:cubicBezTo>
                <a:cubicBezTo>
                  <a:pt x="1841122" y="39696"/>
                  <a:pt x="1841634" y="36380"/>
                  <a:pt x="1842659" y="33383"/>
                </a:cubicBezTo>
                <a:cubicBezTo>
                  <a:pt x="1843684" y="30385"/>
                  <a:pt x="1845160" y="27807"/>
                  <a:pt x="1847085" y="25649"/>
                </a:cubicBezTo>
                <a:cubicBezTo>
                  <a:pt x="1849011" y="23490"/>
                  <a:pt x="1851356" y="21813"/>
                  <a:pt x="1854121" y="20617"/>
                </a:cubicBezTo>
                <a:cubicBezTo>
                  <a:pt x="1856885" y="19421"/>
                  <a:pt x="1860022" y="18823"/>
                  <a:pt x="1863532" y="18823"/>
                </a:cubicBezTo>
                <a:cubicBezTo>
                  <a:pt x="1866887" y="18823"/>
                  <a:pt x="1869892" y="19343"/>
                  <a:pt x="1872548" y="20384"/>
                </a:cubicBezTo>
                <a:cubicBezTo>
                  <a:pt x="1875203" y="21424"/>
                  <a:pt x="1877455" y="22946"/>
                  <a:pt x="1879303" y="24950"/>
                </a:cubicBezTo>
                <a:cubicBezTo>
                  <a:pt x="1881152" y="26953"/>
                  <a:pt x="1882565" y="29446"/>
                  <a:pt x="1883543" y="32428"/>
                </a:cubicBezTo>
                <a:cubicBezTo>
                  <a:pt x="1884522" y="35410"/>
                  <a:pt x="1885011" y="38826"/>
                  <a:pt x="1885011" y="42678"/>
                </a:cubicBezTo>
                <a:moveTo>
                  <a:pt x="1876718" y="43051"/>
                </a:moveTo>
                <a:cubicBezTo>
                  <a:pt x="1876718" y="40162"/>
                  <a:pt x="1876399" y="37638"/>
                  <a:pt x="1875762" y="35480"/>
                </a:cubicBezTo>
                <a:cubicBezTo>
                  <a:pt x="1875126" y="33321"/>
                  <a:pt x="1874217" y="31519"/>
                  <a:pt x="1873037" y="30075"/>
                </a:cubicBezTo>
                <a:cubicBezTo>
                  <a:pt x="1871857" y="28631"/>
                  <a:pt x="1870420" y="27543"/>
                  <a:pt x="1868727" y="26813"/>
                </a:cubicBezTo>
                <a:cubicBezTo>
                  <a:pt x="1867034" y="26084"/>
                  <a:pt x="1865147" y="25719"/>
                  <a:pt x="1863066" y="25719"/>
                </a:cubicBezTo>
                <a:cubicBezTo>
                  <a:pt x="1860644" y="25719"/>
                  <a:pt x="1858570" y="26192"/>
                  <a:pt x="1856846" y="27140"/>
                </a:cubicBezTo>
                <a:cubicBezTo>
                  <a:pt x="1855122" y="28087"/>
                  <a:pt x="1853709" y="29353"/>
                  <a:pt x="1852606" y="30937"/>
                </a:cubicBezTo>
                <a:cubicBezTo>
                  <a:pt x="1851504" y="32521"/>
                  <a:pt x="1850696" y="34361"/>
                  <a:pt x="1850184" y="36458"/>
                </a:cubicBezTo>
                <a:cubicBezTo>
                  <a:pt x="1849671" y="38555"/>
                  <a:pt x="1849415" y="40752"/>
                  <a:pt x="1849415" y="43051"/>
                </a:cubicBezTo>
                <a:cubicBezTo>
                  <a:pt x="1849415" y="45939"/>
                  <a:pt x="1849733" y="48471"/>
                  <a:pt x="1850370" y="50645"/>
                </a:cubicBezTo>
                <a:cubicBezTo>
                  <a:pt x="1851007" y="52819"/>
                  <a:pt x="1851915" y="54629"/>
                  <a:pt x="1853096" y="56073"/>
                </a:cubicBezTo>
                <a:cubicBezTo>
                  <a:pt x="1854276" y="57517"/>
                  <a:pt x="1855705" y="58604"/>
                  <a:pt x="1857382" y="59334"/>
                </a:cubicBezTo>
                <a:cubicBezTo>
                  <a:pt x="1859059" y="60064"/>
                  <a:pt x="1860954" y="60429"/>
                  <a:pt x="1863066" y="60429"/>
                </a:cubicBezTo>
                <a:cubicBezTo>
                  <a:pt x="1865489" y="60429"/>
                  <a:pt x="1867562" y="59956"/>
                  <a:pt x="1869286" y="59008"/>
                </a:cubicBezTo>
                <a:cubicBezTo>
                  <a:pt x="1871010" y="58061"/>
                  <a:pt x="1872423" y="56795"/>
                  <a:pt x="1873526" y="55211"/>
                </a:cubicBezTo>
                <a:cubicBezTo>
                  <a:pt x="1874629" y="53627"/>
                  <a:pt x="1875436" y="51787"/>
                  <a:pt x="1875949" y="49690"/>
                </a:cubicBezTo>
                <a:cubicBezTo>
                  <a:pt x="1876461" y="47593"/>
                  <a:pt x="1876718" y="45380"/>
                  <a:pt x="1876718" y="43051"/>
                </a:cubicBezTo>
                <a:close/>
                <a:moveTo>
                  <a:pt x="1984281" y="66440"/>
                </a:moveTo>
                <a:lnTo>
                  <a:pt x="1984095" y="60137"/>
                </a:lnTo>
                <a:cubicBezTo>
                  <a:pt x="1981548" y="62657"/>
                  <a:pt x="1978962" y="64478"/>
                  <a:pt x="1976338" y="65598"/>
                </a:cubicBezTo>
                <a:cubicBezTo>
                  <a:pt x="1973713" y="66718"/>
                  <a:pt x="1970956" y="67278"/>
                  <a:pt x="1968068" y="67278"/>
                </a:cubicBezTo>
                <a:cubicBezTo>
                  <a:pt x="1965396" y="67278"/>
                  <a:pt x="1963113" y="66936"/>
                  <a:pt x="1961219" y="66252"/>
                </a:cubicBezTo>
                <a:cubicBezTo>
                  <a:pt x="1959324" y="65567"/>
                  <a:pt x="1957763" y="64626"/>
                  <a:pt x="1956536" y="63429"/>
                </a:cubicBezTo>
                <a:cubicBezTo>
                  <a:pt x="1955309" y="62231"/>
                  <a:pt x="1954408" y="60823"/>
                  <a:pt x="1953834" y="59205"/>
                </a:cubicBezTo>
                <a:cubicBezTo>
                  <a:pt x="1953259" y="57587"/>
                  <a:pt x="1952972" y="55829"/>
                  <a:pt x="1952972" y="53931"/>
                </a:cubicBezTo>
                <a:cubicBezTo>
                  <a:pt x="1952972" y="49233"/>
                  <a:pt x="1954719" y="45554"/>
                  <a:pt x="1958213" y="42895"/>
                </a:cubicBezTo>
                <a:cubicBezTo>
                  <a:pt x="1961708" y="40234"/>
                  <a:pt x="1966872" y="38904"/>
                  <a:pt x="1973705" y="38904"/>
                </a:cubicBezTo>
                <a:lnTo>
                  <a:pt x="1983396" y="38904"/>
                </a:lnTo>
                <a:lnTo>
                  <a:pt x="1983396" y="34818"/>
                </a:lnTo>
                <a:cubicBezTo>
                  <a:pt x="1983396" y="32064"/>
                  <a:pt x="1982511" y="29858"/>
                  <a:pt x="1980740" y="28202"/>
                </a:cubicBezTo>
                <a:cubicBezTo>
                  <a:pt x="1978970" y="26547"/>
                  <a:pt x="1976268" y="25719"/>
                  <a:pt x="1972634" y="25719"/>
                </a:cubicBezTo>
                <a:cubicBezTo>
                  <a:pt x="1969993" y="25719"/>
                  <a:pt x="1967392" y="26018"/>
                  <a:pt x="1964829" y="26617"/>
                </a:cubicBezTo>
                <a:cubicBezTo>
                  <a:pt x="1962267" y="27215"/>
                  <a:pt x="1959619" y="28065"/>
                  <a:pt x="1956886" y="29166"/>
                </a:cubicBezTo>
                <a:lnTo>
                  <a:pt x="1956886" y="21851"/>
                </a:lnTo>
                <a:cubicBezTo>
                  <a:pt x="1957911" y="21473"/>
                  <a:pt x="1959052" y="21102"/>
                  <a:pt x="1960310" y="20739"/>
                </a:cubicBezTo>
                <a:cubicBezTo>
                  <a:pt x="1961568" y="20376"/>
                  <a:pt x="1962896" y="20053"/>
                  <a:pt x="1964294" y="19769"/>
                </a:cubicBezTo>
                <a:cubicBezTo>
                  <a:pt x="1965691" y="19485"/>
                  <a:pt x="1967151" y="19256"/>
                  <a:pt x="1968673" y="19084"/>
                </a:cubicBezTo>
                <a:cubicBezTo>
                  <a:pt x="1970195" y="18910"/>
                  <a:pt x="1971733" y="18823"/>
                  <a:pt x="1973286" y="18823"/>
                </a:cubicBezTo>
                <a:cubicBezTo>
                  <a:pt x="1976112" y="18823"/>
                  <a:pt x="1978659" y="19134"/>
                  <a:pt x="1980927" y="19755"/>
                </a:cubicBezTo>
                <a:cubicBezTo>
                  <a:pt x="1983194" y="20376"/>
                  <a:pt x="1985112" y="21323"/>
                  <a:pt x="1986681" y="22597"/>
                </a:cubicBezTo>
                <a:cubicBezTo>
                  <a:pt x="1988250" y="23870"/>
                  <a:pt x="1989453" y="25470"/>
                  <a:pt x="1990292" y="27396"/>
                </a:cubicBezTo>
                <a:cubicBezTo>
                  <a:pt x="1991130" y="29322"/>
                  <a:pt x="1991550" y="31589"/>
                  <a:pt x="1991550" y="34198"/>
                </a:cubicBezTo>
                <a:lnTo>
                  <a:pt x="1991550" y="66440"/>
                </a:lnTo>
                <a:lnTo>
                  <a:pt x="1984281" y="66440"/>
                </a:lnTo>
                <a:moveTo>
                  <a:pt x="1983396" y="45101"/>
                </a:moveTo>
                <a:lnTo>
                  <a:pt x="1973099" y="45101"/>
                </a:lnTo>
                <a:cubicBezTo>
                  <a:pt x="1971081" y="45101"/>
                  <a:pt x="1969341" y="45304"/>
                  <a:pt x="1967881" y="45709"/>
                </a:cubicBezTo>
                <a:cubicBezTo>
                  <a:pt x="1966421" y="46114"/>
                  <a:pt x="1965225" y="46690"/>
                  <a:pt x="1964294" y="47438"/>
                </a:cubicBezTo>
                <a:cubicBezTo>
                  <a:pt x="1963362" y="48185"/>
                  <a:pt x="1962671" y="49081"/>
                  <a:pt x="1962220" y="50125"/>
                </a:cubicBezTo>
                <a:cubicBezTo>
                  <a:pt x="1961770" y="51169"/>
                  <a:pt x="1961545" y="52345"/>
                  <a:pt x="1961545" y="53653"/>
                </a:cubicBezTo>
                <a:cubicBezTo>
                  <a:pt x="1961545" y="54557"/>
                  <a:pt x="1961685" y="55422"/>
                  <a:pt x="1961964" y="56248"/>
                </a:cubicBezTo>
                <a:cubicBezTo>
                  <a:pt x="1962244" y="57073"/>
                  <a:pt x="1962694" y="57805"/>
                  <a:pt x="1963315" y="58443"/>
                </a:cubicBezTo>
                <a:cubicBezTo>
                  <a:pt x="1963936" y="59082"/>
                  <a:pt x="1964744" y="59588"/>
                  <a:pt x="1965738" y="59962"/>
                </a:cubicBezTo>
                <a:cubicBezTo>
                  <a:pt x="1966732" y="60336"/>
                  <a:pt x="1967943" y="60522"/>
                  <a:pt x="1969372" y="60522"/>
                </a:cubicBezTo>
                <a:cubicBezTo>
                  <a:pt x="1971236" y="60522"/>
                  <a:pt x="1973371" y="59954"/>
                  <a:pt x="1975778" y="58818"/>
                </a:cubicBezTo>
                <a:cubicBezTo>
                  <a:pt x="1978186" y="57680"/>
                  <a:pt x="1980725" y="55880"/>
                  <a:pt x="1983396" y="53419"/>
                </a:cubicBezTo>
                <a:lnTo>
                  <a:pt x="1983396" y="45101"/>
                </a:lnTo>
                <a:close/>
                <a:moveTo>
                  <a:pt x="2064170" y="19662"/>
                </a:moveTo>
                <a:lnTo>
                  <a:pt x="2071392" y="19662"/>
                </a:lnTo>
                <a:lnTo>
                  <a:pt x="2071718" y="27210"/>
                </a:lnTo>
                <a:cubicBezTo>
                  <a:pt x="2073084" y="25594"/>
                  <a:pt x="2074405" y="24251"/>
                  <a:pt x="2075678" y="23179"/>
                </a:cubicBezTo>
                <a:cubicBezTo>
                  <a:pt x="2076952" y="22108"/>
                  <a:pt x="2078202" y="21246"/>
                  <a:pt x="2079429" y="20593"/>
                </a:cubicBezTo>
                <a:cubicBezTo>
                  <a:pt x="2080656" y="19941"/>
                  <a:pt x="2081906" y="19483"/>
                  <a:pt x="2083179" y="19219"/>
                </a:cubicBezTo>
                <a:cubicBezTo>
                  <a:pt x="2084453" y="18955"/>
                  <a:pt x="2085773" y="18823"/>
                  <a:pt x="2087140" y="18823"/>
                </a:cubicBezTo>
                <a:cubicBezTo>
                  <a:pt x="2091954" y="18823"/>
                  <a:pt x="2095596" y="20244"/>
                  <a:pt x="2098065" y="23086"/>
                </a:cubicBezTo>
                <a:cubicBezTo>
                  <a:pt x="2100535" y="25928"/>
                  <a:pt x="2101769" y="30207"/>
                  <a:pt x="2101769" y="35922"/>
                </a:cubicBezTo>
                <a:lnTo>
                  <a:pt x="2101769" y="66440"/>
                </a:lnTo>
                <a:lnTo>
                  <a:pt x="2093662" y="66440"/>
                </a:lnTo>
                <a:lnTo>
                  <a:pt x="2093662" y="36574"/>
                </a:lnTo>
                <a:cubicBezTo>
                  <a:pt x="2093662" y="32909"/>
                  <a:pt x="2092979" y="30199"/>
                  <a:pt x="2091612" y="28444"/>
                </a:cubicBezTo>
                <a:cubicBezTo>
                  <a:pt x="2090246" y="26689"/>
                  <a:pt x="2088211" y="25812"/>
                  <a:pt x="2085509" y="25812"/>
                </a:cubicBezTo>
                <a:cubicBezTo>
                  <a:pt x="2084515" y="25812"/>
                  <a:pt x="2083544" y="25959"/>
                  <a:pt x="2082597" y="26254"/>
                </a:cubicBezTo>
                <a:cubicBezTo>
                  <a:pt x="2081650" y="26549"/>
                  <a:pt x="2080663" y="27062"/>
                  <a:pt x="2079638" y="27792"/>
                </a:cubicBezTo>
                <a:cubicBezTo>
                  <a:pt x="2078613" y="28522"/>
                  <a:pt x="2077503" y="29508"/>
                  <a:pt x="2076307" y="30750"/>
                </a:cubicBezTo>
                <a:cubicBezTo>
                  <a:pt x="2075111" y="31993"/>
                  <a:pt x="2073768" y="33546"/>
                  <a:pt x="2072277" y="35410"/>
                </a:cubicBezTo>
                <a:lnTo>
                  <a:pt x="2072277" y="66440"/>
                </a:lnTo>
                <a:lnTo>
                  <a:pt x="2064170" y="66440"/>
                </a:lnTo>
                <a:lnTo>
                  <a:pt x="2064170" y="19662"/>
                </a:lnTo>
                <a:close/>
                <a:moveTo>
                  <a:pt x="2152628" y="66440"/>
                </a:moveTo>
                <a:lnTo>
                  <a:pt x="2145359" y="66440"/>
                </a:lnTo>
                <a:lnTo>
                  <a:pt x="2145080" y="58892"/>
                </a:lnTo>
                <a:cubicBezTo>
                  <a:pt x="2143682" y="60507"/>
                  <a:pt x="2142354" y="61850"/>
                  <a:pt x="2141096" y="62922"/>
                </a:cubicBezTo>
                <a:cubicBezTo>
                  <a:pt x="2139838" y="63994"/>
                  <a:pt x="2138588" y="64856"/>
                  <a:pt x="2137346" y="65508"/>
                </a:cubicBezTo>
                <a:cubicBezTo>
                  <a:pt x="2136103" y="66160"/>
                  <a:pt x="2134853" y="66618"/>
                  <a:pt x="2133595" y="66882"/>
                </a:cubicBezTo>
                <a:cubicBezTo>
                  <a:pt x="2132337" y="67146"/>
                  <a:pt x="2131009" y="67278"/>
                  <a:pt x="2129611" y="67278"/>
                </a:cubicBezTo>
                <a:cubicBezTo>
                  <a:pt x="2124797" y="67278"/>
                  <a:pt x="2121163" y="65865"/>
                  <a:pt x="2118709" y="63038"/>
                </a:cubicBezTo>
                <a:cubicBezTo>
                  <a:pt x="2116255" y="60212"/>
                  <a:pt x="2115028" y="55941"/>
                  <a:pt x="2115028" y="50226"/>
                </a:cubicBezTo>
                <a:lnTo>
                  <a:pt x="2115028" y="19662"/>
                </a:lnTo>
                <a:lnTo>
                  <a:pt x="2123135" y="19662"/>
                </a:lnTo>
                <a:lnTo>
                  <a:pt x="2123135" y="49573"/>
                </a:lnTo>
                <a:cubicBezTo>
                  <a:pt x="2123135" y="56749"/>
                  <a:pt x="2125838" y="60336"/>
                  <a:pt x="2131242" y="60336"/>
                </a:cubicBezTo>
                <a:cubicBezTo>
                  <a:pt x="2132236" y="60336"/>
                  <a:pt x="2133207" y="60189"/>
                  <a:pt x="2134154" y="59894"/>
                </a:cubicBezTo>
                <a:cubicBezTo>
                  <a:pt x="2135101" y="59598"/>
                  <a:pt x="2136095" y="59086"/>
                  <a:pt x="2137136" y="58356"/>
                </a:cubicBezTo>
                <a:cubicBezTo>
                  <a:pt x="2138177" y="57626"/>
                  <a:pt x="2139295" y="56640"/>
                  <a:pt x="2140491" y="55397"/>
                </a:cubicBezTo>
                <a:cubicBezTo>
                  <a:pt x="2141686" y="54155"/>
                  <a:pt x="2143030" y="52586"/>
                  <a:pt x="2144521" y="50692"/>
                </a:cubicBezTo>
                <a:lnTo>
                  <a:pt x="2144521" y="19662"/>
                </a:lnTo>
                <a:lnTo>
                  <a:pt x="2152628" y="19662"/>
                </a:lnTo>
                <a:lnTo>
                  <a:pt x="2152628" y="66440"/>
                </a:lnTo>
                <a:close/>
                <a:moveTo>
                  <a:pt x="2182776" y="7222"/>
                </a:moveTo>
                <a:lnTo>
                  <a:pt x="2168938" y="7222"/>
                </a:lnTo>
                <a:lnTo>
                  <a:pt x="2168938" y="559"/>
                </a:lnTo>
                <a:lnTo>
                  <a:pt x="2190976" y="559"/>
                </a:lnTo>
                <a:lnTo>
                  <a:pt x="2190976" y="59684"/>
                </a:lnTo>
                <a:lnTo>
                  <a:pt x="2204907" y="59684"/>
                </a:lnTo>
                <a:lnTo>
                  <a:pt x="2204907" y="66440"/>
                </a:lnTo>
                <a:lnTo>
                  <a:pt x="2167400" y="66440"/>
                </a:lnTo>
                <a:lnTo>
                  <a:pt x="2167400" y="59684"/>
                </a:lnTo>
                <a:lnTo>
                  <a:pt x="2182776" y="59684"/>
                </a:lnTo>
                <a:lnTo>
                  <a:pt x="2182776" y="7222"/>
                </a:lnTo>
                <a:close/>
                <a:moveTo>
                  <a:pt x="2234588" y="7222"/>
                </a:moveTo>
                <a:lnTo>
                  <a:pt x="2220751" y="7222"/>
                </a:lnTo>
                <a:lnTo>
                  <a:pt x="2220751" y="559"/>
                </a:lnTo>
                <a:lnTo>
                  <a:pt x="2242789" y="559"/>
                </a:lnTo>
                <a:lnTo>
                  <a:pt x="2242789" y="59684"/>
                </a:lnTo>
                <a:lnTo>
                  <a:pt x="2256719" y="59684"/>
                </a:lnTo>
                <a:lnTo>
                  <a:pt x="2256719" y="66440"/>
                </a:lnTo>
                <a:lnTo>
                  <a:pt x="2219213" y="66440"/>
                </a:lnTo>
                <a:lnTo>
                  <a:pt x="2219213" y="59684"/>
                </a:lnTo>
                <a:lnTo>
                  <a:pt x="2234588" y="59684"/>
                </a:lnTo>
                <a:lnTo>
                  <a:pt x="2234588" y="7222"/>
                </a:lnTo>
                <a:close/>
                <a:moveTo>
                  <a:pt x="2330558" y="19662"/>
                </a:moveTo>
                <a:lnTo>
                  <a:pt x="2337966" y="19662"/>
                </a:lnTo>
                <a:lnTo>
                  <a:pt x="2338199" y="28259"/>
                </a:lnTo>
                <a:cubicBezTo>
                  <a:pt x="2340964" y="24943"/>
                  <a:pt x="2343689" y="22542"/>
                  <a:pt x="2346376" y="21055"/>
                </a:cubicBezTo>
                <a:cubicBezTo>
                  <a:pt x="2349063" y="19567"/>
                  <a:pt x="2351773" y="18823"/>
                  <a:pt x="2354506" y="18823"/>
                </a:cubicBezTo>
                <a:cubicBezTo>
                  <a:pt x="2359352" y="18823"/>
                  <a:pt x="2363025" y="20388"/>
                  <a:pt x="2365525" y="23517"/>
                </a:cubicBezTo>
                <a:cubicBezTo>
                  <a:pt x="2368026" y="26647"/>
                  <a:pt x="2369183" y="31294"/>
                  <a:pt x="2368996" y="37460"/>
                </a:cubicBezTo>
                <a:lnTo>
                  <a:pt x="2360796" y="37460"/>
                </a:lnTo>
                <a:cubicBezTo>
                  <a:pt x="2360889" y="33376"/>
                  <a:pt x="2360292" y="30414"/>
                  <a:pt x="2359003" y="28574"/>
                </a:cubicBezTo>
                <a:cubicBezTo>
                  <a:pt x="2357713" y="26732"/>
                  <a:pt x="2355827" y="25812"/>
                  <a:pt x="2353342" y="25812"/>
                </a:cubicBezTo>
                <a:cubicBezTo>
                  <a:pt x="2352255" y="25812"/>
                  <a:pt x="2351160" y="26005"/>
                  <a:pt x="2350057" y="26393"/>
                </a:cubicBezTo>
                <a:cubicBezTo>
                  <a:pt x="2348954" y="26779"/>
                  <a:pt x="2347821" y="27397"/>
                  <a:pt x="2346656" y="28248"/>
                </a:cubicBezTo>
                <a:cubicBezTo>
                  <a:pt x="2345491" y="29098"/>
                  <a:pt x="2344256" y="30188"/>
                  <a:pt x="2342952" y="31519"/>
                </a:cubicBezTo>
                <a:cubicBezTo>
                  <a:pt x="2341647" y="32849"/>
                  <a:pt x="2340249" y="34457"/>
                  <a:pt x="2338758" y="36344"/>
                </a:cubicBezTo>
                <a:lnTo>
                  <a:pt x="2338758" y="66440"/>
                </a:lnTo>
                <a:lnTo>
                  <a:pt x="2330558" y="66440"/>
                </a:lnTo>
                <a:lnTo>
                  <a:pt x="2330558" y="19662"/>
                </a:lnTo>
                <a:close/>
                <a:moveTo>
                  <a:pt x="2420016" y="40581"/>
                </a:moveTo>
                <a:cubicBezTo>
                  <a:pt x="2420016" y="41731"/>
                  <a:pt x="2420001" y="42693"/>
                  <a:pt x="2419970" y="43470"/>
                </a:cubicBezTo>
                <a:cubicBezTo>
                  <a:pt x="2419939" y="44246"/>
                  <a:pt x="2419892" y="44976"/>
                  <a:pt x="2419830" y="45660"/>
                </a:cubicBezTo>
                <a:lnTo>
                  <a:pt x="2386983" y="45660"/>
                </a:lnTo>
                <a:cubicBezTo>
                  <a:pt x="2386983" y="50443"/>
                  <a:pt x="2388318" y="54116"/>
                  <a:pt x="2390990" y="56679"/>
                </a:cubicBezTo>
                <a:cubicBezTo>
                  <a:pt x="2393661" y="59241"/>
                  <a:pt x="2397513" y="60522"/>
                  <a:pt x="2402544" y="60522"/>
                </a:cubicBezTo>
                <a:cubicBezTo>
                  <a:pt x="2403911" y="60522"/>
                  <a:pt x="2405278" y="60467"/>
                  <a:pt x="2406644" y="60357"/>
                </a:cubicBezTo>
                <a:cubicBezTo>
                  <a:pt x="2408011" y="60245"/>
                  <a:pt x="2409331" y="60094"/>
                  <a:pt x="2410605" y="59904"/>
                </a:cubicBezTo>
                <a:cubicBezTo>
                  <a:pt x="2411878" y="59712"/>
                  <a:pt x="2413097" y="59498"/>
                  <a:pt x="2414262" y="59260"/>
                </a:cubicBezTo>
                <a:cubicBezTo>
                  <a:pt x="2415427" y="59021"/>
                  <a:pt x="2416506" y="58759"/>
                  <a:pt x="2417500" y="58472"/>
                </a:cubicBezTo>
                <a:lnTo>
                  <a:pt x="2417500" y="65135"/>
                </a:lnTo>
                <a:cubicBezTo>
                  <a:pt x="2415295" y="65770"/>
                  <a:pt x="2412802" y="66286"/>
                  <a:pt x="2410022" y="66683"/>
                </a:cubicBezTo>
                <a:cubicBezTo>
                  <a:pt x="2407242" y="67080"/>
                  <a:pt x="2404361" y="67278"/>
                  <a:pt x="2401380" y="67278"/>
                </a:cubicBezTo>
                <a:cubicBezTo>
                  <a:pt x="2397373" y="67278"/>
                  <a:pt x="2393925" y="66735"/>
                  <a:pt x="2391036" y="65648"/>
                </a:cubicBezTo>
                <a:cubicBezTo>
                  <a:pt x="2388148" y="64560"/>
                  <a:pt x="2385779" y="62984"/>
                  <a:pt x="2383931" y="60919"/>
                </a:cubicBezTo>
                <a:cubicBezTo>
                  <a:pt x="2382083" y="58853"/>
                  <a:pt x="2380716" y="56321"/>
                  <a:pt x="2379831" y="53324"/>
                </a:cubicBezTo>
                <a:cubicBezTo>
                  <a:pt x="2378946" y="50327"/>
                  <a:pt x="2378503" y="46933"/>
                  <a:pt x="2378503" y="43144"/>
                </a:cubicBezTo>
                <a:cubicBezTo>
                  <a:pt x="2378503" y="39851"/>
                  <a:pt x="2378977" y="36737"/>
                  <a:pt x="2379924" y="33802"/>
                </a:cubicBezTo>
                <a:cubicBezTo>
                  <a:pt x="2380872" y="30867"/>
                  <a:pt x="2382254" y="28289"/>
                  <a:pt x="2384071" y="26068"/>
                </a:cubicBezTo>
                <a:cubicBezTo>
                  <a:pt x="2385888" y="23847"/>
                  <a:pt x="2388117" y="22084"/>
                  <a:pt x="2390757" y="20780"/>
                </a:cubicBezTo>
                <a:cubicBezTo>
                  <a:pt x="2393397" y="19475"/>
                  <a:pt x="2396394" y="18823"/>
                  <a:pt x="2399749" y="18823"/>
                </a:cubicBezTo>
                <a:cubicBezTo>
                  <a:pt x="2403010" y="18823"/>
                  <a:pt x="2405899" y="19336"/>
                  <a:pt x="2408415" y="20361"/>
                </a:cubicBezTo>
                <a:cubicBezTo>
                  <a:pt x="2410931" y="21386"/>
                  <a:pt x="2413051" y="22838"/>
                  <a:pt x="2414775" y="24717"/>
                </a:cubicBezTo>
                <a:cubicBezTo>
                  <a:pt x="2416499" y="26596"/>
                  <a:pt x="2417803" y="28879"/>
                  <a:pt x="2418688" y="31566"/>
                </a:cubicBezTo>
                <a:cubicBezTo>
                  <a:pt x="2419574" y="34253"/>
                  <a:pt x="2420016" y="37258"/>
                  <a:pt x="2420016" y="40581"/>
                </a:cubicBezTo>
                <a:moveTo>
                  <a:pt x="2411583" y="39416"/>
                </a:moveTo>
                <a:cubicBezTo>
                  <a:pt x="2411676" y="37335"/>
                  <a:pt x="2411474" y="35433"/>
                  <a:pt x="2410977" y="33709"/>
                </a:cubicBezTo>
                <a:cubicBezTo>
                  <a:pt x="2410481" y="31985"/>
                  <a:pt x="2409712" y="30502"/>
                  <a:pt x="2408671" y="29260"/>
                </a:cubicBezTo>
                <a:cubicBezTo>
                  <a:pt x="2407631" y="28017"/>
                  <a:pt x="2406334" y="27046"/>
                  <a:pt x="2404781" y="26348"/>
                </a:cubicBezTo>
                <a:cubicBezTo>
                  <a:pt x="2403228" y="25649"/>
                  <a:pt x="2401426" y="25299"/>
                  <a:pt x="2399376" y="25299"/>
                </a:cubicBezTo>
                <a:cubicBezTo>
                  <a:pt x="2397606" y="25299"/>
                  <a:pt x="2395991" y="25641"/>
                  <a:pt x="2394531" y="26324"/>
                </a:cubicBezTo>
                <a:cubicBezTo>
                  <a:pt x="2393071" y="27008"/>
                  <a:pt x="2391813" y="27970"/>
                  <a:pt x="2390757" y="29213"/>
                </a:cubicBezTo>
                <a:cubicBezTo>
                  <a:pt x="2389701" y="30455"/>
                  <a:pt x="2388846" y="31946"/>
                  <a:pt x="2388194" y="33686"/>
                </a:cubicBezTo>
                <a:cubicBezTo>
                  <a:pt x="2387542" y="35425"/>
                  <a:pt x="2387138" y="37335"/>
                  <a:pt x="2386983" y="39416"/>
                </a:cubicBezTo>
                <a:lnTo>
                  <a:pt x="2411583" y="39416"/>
                </a:lnTo>
                <a:close/>
                <a:moveTo>
                  <a:pt x="2473878" y="8107"/>
                </a:moveTo>
                <a:cubicBezTo>
                  <a:pt x="2469623" y="7206"/>
                  <a:pt x="2465958" y="6756"/>
                  <a:pt x="2462883" y="6756"/>
                </a:cubicBezTo>
                <a:cubicBezTo>
                  <a:pt x="2455583" y="6756"/>
                  <a:pt x="2451934" y="10576"/>
                  <a:pt x="2451934" y="18217"/>
                </a:cubicBezTo>
                <a:lnTo>
                  <a:pt x="2451934" y="26417"/>
                </a:lnTo>
                <a:lnTo>
                  <a:pt x="2472434" y="26417"/>
                </a:lnTo>
                <a:lnTo>
                  <a:pt x="2472434" y="33173"/>
                </a:lnTo>
                <a:lnTo>
                  <a:pt x="2451934" y="33173"/>
                </a:lnTo>
                <a:lnTo>
                  <a:pt x="2451934" y="66440"/>
                </a:lnTo>
                <a:lnTo>
                  <a:pt x="2443687" y="66440"/>
                </a:lnTo>
                <a:lnTo>
                  <a:pt x="2443687" y="33173"/>
                </a:lnTo>
                <a:lnTo>
                  <a:pt x="2428638" y="33173"/>
                </a:lnTo>
                <a:lnTo>
                  <a:pt x="2428638" y="26417"/>
                </a:lnTo>
                <a:lnTo>
                  <a:pt x="2443687" y="26417"/>
                </a:lnTo>
                <a:lnTo>
                  <a:pt x="2443687" y="18683"/>
                </a:lnTo>
                <a:cubicBezTo>
                  <a:pt x="2443687" y="6228"/>
                  <a:pt x="2450179" y="0"/>
                  <a:pt x="2463162" y="0"/>
                </a:cubicBezTo>
                <a:cubicBezTo>
                  <a:pt x="2466392" y="0"/>
                  <a:pt x="2469964" y="373"/>
                  <a:pt x="2473878" y="1118"/>
                </a:cubicBezTo>
                <a:lnTo>
                  <a:pt x="2473878" y="8107"/>
                </a:lnTo>
                <a:moveTo>
                  <a:pt x="2424910" y="19662"/>
                </a:moveTo>
                <a:lnTo>
                  <a:pt x="2424910" y="19662"/>
                </a:lnTo>
                <a:close/>
                <a:moveTo>
                  <a:pt x="2523733" y="40581"/>
                </a:moveTo>
                <a:cubicBezTo>
                  <a:pt x="2523733" y="41731"/>
                  <a:pt x="2523718" y="42693"/>
                  <a:pt x="2523687" y="43470"/>
                </a:cubicBezTo>
                <a:cubicBezTo>
                  <a:pt x="2523656" y="44246"/>
                  <a:pt x="2523609" y="44976"/>
                  <a:pt x="2523547" y="45660"/>
                </a:cubicBezTo>
                <a:lnTo>
                  <a:pt x="2490700" y="45660"/>
                </a:lnTo>
                <a:cubicBezTo>
                  <a:pt x="2490700" y="50443"/>
                  <a:pt x="2492035" y="54116"/>
                  <a:pt x="2494707" y="56679"/>
                </a:cubicBezTo>
                <a:cubicBezTo>
                  <a:pt x="2497378" y="59241"/>
                  <a:pt x="2501229" y="60522"/>
                  <a:pt x="2506261" y="60522"/>
                </a:cubicBezTo>
                <a:cubicBezTo>
                  <a:pt x="2507628" y="60522"/>
                  <a:pt x="2508995" y="60467"/>
                  <a:pt x="2510361" y="60357"/>
                </a:cubicBezTo>
                <a:cubicBezTo>
                  <a:pt x="2511728" y="60245"/>
                  <a:pt x="2513048" y="60094"/>
                  <a:pt x="2514322" y="59904"/>
                </a:cubicBezTo>
                <a:cubicBezTo>
                  <a:pt x="2515595" y="59712"/>
                  <a:pt x="2516814" y="59498"/>
                  <a:pt x="2517979" y="59260"/>
                </a:cubicBezTo>
                <a:cubicBezTo>
                  <a:pt x="2519144" y="59021"/>
                  <a:pt x="2520223" y="58759"/>
                  <a:pt x="2521217" y="58472"/>
                </a:cubicBezTo>
                <a:lnTo>
                  <a:pt x="2521217" y="65135"/>
                </a:lnTo>
                <a:cubicBezTo>
                  <a:pt x="2519012" y="65770"/>
                  <a:pt x="2516519" y="66286"/>
                  <a:pt x="2513739" y="66683"/>
                </a:cubicBezTo>
                <a:cubicBezTo>
                  <a:pt x="2510959" y="67080"/>
                  <a:pt x="2508078" y="67278"/>
                  <a:pt x="2505097" y="67278"/>
                </a:cubicBezTo>
                <a:cubicBezTo>
                  <a:pt x="2501090" y="67278"/>
                  <a:pt x="2497642" y="66735"/>
                  <a:pt x="2494753" y="65648"/>
                </a:cubicBezTo>
                <a:cubicBezTo>
                  <a:pt x="2491865" y="64560"/>
                  <a:pt x="2489496" y="62984"/>
                  <a:pt x="2487648" y="60919"/>
                </a:cubicBezTo>
                <a:cubicBezTo>
                  <a:pt x="2485800" y="58853"/>
                  <a:pt x="2484433" y="56321"/>
                  <a:pt x="2483548" y="53324"/>
                </a:cubicBezTo>
                <a:cubicBezTo>
                  <a:pt x="2482663" y="50327"/>
                  <a:pt x="2482220" y="46933"/>
                  <a:pt x="2482220" y="43144"/>
                </a:cubicBezTo>
                <a:cubicBezTo>
                  <a:pt x="2482220" y="39851"/>
                  <a:pt x="2482694" y="36737"/>
                  <a:pt x="2483641" y="33802"/>
                </a:cubicBezTo>
                <a:cubicBezTo>
                  <a:pt x="2484589" y="30867"/>
                  <a:pt x="2485971" y="28289"/>
                  <a:pt x="2487788" y="26068"/>
                </a:cubicBezTo>
                <a:cubicBezTo>
                  <a:pt x="2489605" y="23847"/>
                  <a:pt x="2491834" y="22084"/>
                  <a:pt x="2494474" y="20780"/>
                </a:cubicBezTo>
                <a:cubicBezTo>
                  <a:pt x="2497114" y="19475"/>
                  <a:pt x="2500111" y="18823"/>
                  <a:pt x="2503466" y="18823"/>
                </a:cubicBezTo>
                <a:cubicBezTo>
                  <a:pt x="2506727" y="18823"/>
                  <a:pt x="2509616" y="19336"/>
                  <a:pt x="2512132" y="20361"/>
                </a:cubicBezTo>
                <a:cubicBezTo>
                  <a:pt x="2514648" y="21386"/>
                  <a:pt x="2516768" y="22838"/>
                  <a:pt x="2518492" y="24717"/>
                </a:cubicBezTo>
                <a:cubicBezTo>
                  <a:pt x="2520216" y="26596"/>
                  <a:pt x="2521520" y="28879"/>
                  <a:pt x="2522405" y="31566"/>
                </a:cubicBezTo>
                <a:cubicBezTo>
                  <a:pt x="2523291" y="34253"/>
                  <a:pt x="2523733" y="37258"/>
                  <a:pt x="2523733" y="40581"/>
                </a:cubicBezTo>
                <a:moveTo>
                  <a:pt x="2515300" y="39416"/>
                </a:moveTo>
                <a:cubicBezTo>
                  <a:pt x="2515393" y="37335"/>
                  <a:pt x="2515191" y="35433"/>
                  <a:pt x="2514694" y="33709"/>
                </a:cubicBezTo>
                <a:cubicBezTo>
                  <a:pt x="2514197" y="31985"/>
                  <a:pt x="2513429" y="30502"/>
                  <a:pt x="2512388" y="29260"/>
                </a:cubicBezTo>
                <a:cubicBezTo>
                  <a:pt x="2511348" y="28017"/>
                  <a:pt x="2510051" y="27046"/>
                  <a:pt x="2508498" y="26348"/>
                </a:cubicBezTo>
                <a:cubicBezTo>
                  <a:pt x="2506945" y="25649"/>
                  <a:pt x="2505143" y="25299"/>
                  <a:pt x="2503093" y="25299"/>
                </a:cubicBezTo>
                <a:cubicBezTo>
                  <a:pt x="2501323" y="25299"/>
                  <a:pt x="2499707" y="25641"/>
                  <a:pt x="2498248" y="26324"/>
                </a:cubicBezTo>
                <a:cubicBezTo>
                  <a:pt x="2496788" y="27008"/>
                  <a:pt x="2495530" y="27970"/>
                  <a:pt x="2494474" y="29213"/>
                </a:cubicBezTo>
                <a:cubicBezTo>
                  <a:pt x="2493418" y="30455"/>
                  <a:pt x="2492563" y="31946"/>
                  <a:pt x="2491911" y="33686"/>
                </a:cubicBezTo>
                <a:cubicBezTo>
                  <a:pt x="2491259" y="35425"/>
                  <a:pt x="2490855" y="37335"/>
                  <a:pt x="2490700" y="39416"/>
                </a:cubicBezTo>
                <a:lnTo>
                  <a:pt x="2515300" y="39416"/>
                </a:lnTo>
                <a:close/>
                <a:moveTo>
                  <a:pt x="2537992" y="19662"/>
                </a:moveTo>
                <a:lnTo>
                  <a:pt x="2545400" y="19662"/>
                </a:lnTo>
                <a:lnTo>
                  <a:pt x="2545633" y="28259"/>
                </a:lnTo>
                <a:cubicBezTo>
                  <a:pt x="2548398" y="24943"/>
                  <a:pt x="2551123" y="22542"/>
                  <a:pt x="2553810" y="21055"/>
                </a:cubicBezTo>
                <a:cubicBezTo>
                  <a:pt x="2556497" y="19567"/>
                  <a:pt x="2559207" y="18823"/>
                  <a:pt x="2561940" y="18823"/>
                </a:cubicBezTo>
                <a:cubicBezTo>
                  <a:pt x="2566786" y="18823"/>
                  <a:pt x="2570459" y="20388"/>
                  <a:pt x="2572959" y="23517"/>
                </a:cubicBezTo>
                <a:cubicBezTo>
                  <a:pt x="2575460" y="26647"/>
                  <a:pt x="2576617" y="31294"/>
                  <a:pt x="2576430" y="37460"/>
                </a:cubicBezTo>
                <a:lnTo>
                  <a:pt x="2568230" y="37460"/>
                </a:lnTo>
                <a:cubicBezTo>
                  <a:pt x="2568323" y="33376"/>
                  <a:pt x="2567725" y="30414"/>
                  <a:pt x="2566436" y="28574"/>
                </a:cubicBezTo>
                <a:cubicBezTo>
                  <a:pt x="2565147" y="26732"/>
                  <a:pt x="2563260" y="25812"/>
                  <a:pt x="2560776" y="25812"/>
                </a:cubicBezTo>
                <a:cubicBezTo>
                  <a:pt x="2559688" y="25812"/>
                  <a:pt x="2558594" y="26005"/>
                  <a:pt x="2557491" y="26393"/>
                </a:cubicBezTo>
                <a:cubicBezTo>
                  <a:pt x="2556388" y="26779"/>
                  <a:pt x="2555254" y="27397"/>
                  <a:pt x="2554090" y="28248"/>
                </a:cubicBezTo>
                <a:cubicBezTo>
                  <a:pt x="2552925" y="29098"/>
                  <a:pt x="2551690" y="30188"/>
                  <a:pt x="2550386" y="31519"/>
                </a:cubicBezTo>
                <a:cubicBezTo>
                  <a:pt x="2549081" y="32849"/>
                  <a:pt x="2547683" y="34457"/>
                  <a:pt x="2546192" y="36344"/>
                </a:cubicBezTo>
                <a:lnTo>
                  <a:pt x="2546192" y="66440"/>
                </a:lnTo>
                <a:lnTo>
                  <a:pt x="2537992" y="66440"/>
                </a:lnTo>
                <a:lnTo>
                  <a:pt x="2537992" y="19662"/>
                </a:lnTo>
                <a:close/>
                <a:moveTo>
                  <a:pt x="2627450" y="40581"/>
                </a:moveTo>
                <a:cubicBezTo>
                  <a:pt x="2627450" y="41731"/>
                  <a:pt x="2627435" y="42693"/>
                  <a:pt x="2627404" y="43470"/>
                </a:cubicBezTo>
                <a:cubicBezTo>
                  <a:pt x="2627373" y="44246"/>
                  <a:pt x="2627326" y="44976"/>
                  <a:pt x="2627264" y="45660"/>
                </a:cubicBezTo>
                <a:lnTo>
                  <a:pt x="2594417" y="45660"/>
                </a:lnTo>
                <a:cubicBezTo>
                  <a:pt x="2594417" y="50443"/>
                  <a:pt x="2595752" y="54116"/>
                  <a:pt x="2598424" y="56679"/>
                </a:cubicBezTo>
                <a:cubicBezTo>
                  <a:pt x="2601095" y="59241"/>
                  <a:pt x="2604946" y="60522"/>
                  <a:pt x="2609978" y="60522"/>
                </a:cubicBezTo>
                <a:cubicBezTo>
                  <a:pt x="2611345" y="60522"/>
                  <a:pt x="2612712" y="60467"/>
                  <a:pt x="2614078" y="60357"/>
                </a:cubicBezTo>
                <a:cubicBezTo>
                  <a:pt x="2615445" y="60245"/>
                  <a:pt x="2616765" y="60094"/>
                  <a:pt x="2618039" y="59904"/>
                </a:cubicBezTo>
                <a:cubicBezTo>
                  <a:pt x="2619312" y="59712"/>
                  <a:pt x="2620531" y="59498"/>
                  <a:pt x="2621696" y="59260"/>
                </a:cubicBezTo>
                <a:cubicBezTo>
                  <a:pt x="2622861" y="59021"/>
                  <a:pt x="2623940" y="58759"/>
                  <a:pt x="2624934" y="58472"/>
                </a:cubicBezTo>
                <a:lnTo>
                  <a:pt x="2624934" y="65135"/>
                </a:lnTo>
                <a:cubicBezTo>
                  <a:pt x="2622729" y="65770"/>
                  <a:pt x="2620236" y="66286"/>
                  <a:pt x="2617456" y="66683"/>
                </a:cubicBezTo>
                <a:cubicBezTo>
                  <a:pt x="2614676" y="67080"/>
                  <a:pt x="2611795" y="67278"/>
                  <a:pt x="2608814" y="67278"/>
                </a:cubicBezTo>
                <a:cubicBezTo>
                  <a:pt x="2604807" y="67278"/>
                  <a:pt x="2601359" y="66735"/>
                  <a:pt x="2598470" y="65648"/>
                </a:cubicBezTo>
                <a:cubicBezTo>
                  <a:pt x="2595582" y="64560"/>
                  <a:pt x="2593213" y="62984"/>
                  <a:pt x="2591365" y="60919"/>
                </a:cubicBezTo>
                <a:cubicBezTo>
                  <a:pt x="2589517" y="58853"/>
                  <a:pt x="2588150" y="56321"/>
                  <a:pt x="2587265" y="53324"/>
                </a:cubicBezTo>
                <a:cubicBezTo>
                  <a:pt x="2586380" y="50327"/>
                  <a:pt x="2585937" y="46933"/>
                  <a:pt x="2585937" y="43144"/>
                </a:cubicBezTo>
                <a:cubicBezTo>
                  <a:pt x="2585937" y="39851"/>
                  <a:pt x="2586411" y="36737"/>
                  <a:pt x="2587358" y="33802"/>
                </a:cubicBezTo>
                <a:cubicBezTo>
                  <a:pt x="2588305" y="30867"/>
                  <a:pt x="2589688" y="28289"/>
                  <a:pt x="2591505" y="26068"/>
                </a:cubicBezTo>
                <a:cubicBezTo>
                  <a:pt x="2593322" y="23847"/>
                  <a:pt x="2595550" y="22084"/>
                  <a:pt x="2598191" y="20780"/>
                </a:cubicBezTo>
                <a:cubicBezTo>
                  <a:pt x="2600831" y="19475"/>
                  <a:pt x="2603828" y="18823"/>
                  <a:pt x="2607183" y="18823"/>
                </a:cubicBezTo>
                <a:cubicBezTo>
                  <a:pt x="2610444" y="18823"/>
                  <a:pt x="2613333" y="19336"/>
                  <a:pt x="2615849" y="20361"/>
                </a:cubicBezTo>
                <a:cubicBezTo>
                  <a:pt x="2618365" y="21386"/>
                  <a:pt x="2620485" y="22838"/>
                  <a:pt x="2622209" y="24717"/>
                </a:cubicBezTo>
                <a:cubicBezTo>
                  <a:pt x="2623933" y="26596"/>
                  <a:pt x="2625237" y="28879"/>
                  <a:pt x="2626122" y="31566"/>
                </a:cubicBezTo>
                <a:cubicBezTo>
                  <a:pt x="2627008" y="34253"/>
                  <a:pt x="2627450" y="37258"/>
                  <a:pt x="2627450" y="40581"/>
                </a:cubicBezTo>
                <a:moveTo>
                  <a:pt x="2619017" y="39416"/>
                </a:moveTo>
                <a:cubicBezTo>
                  <a:pt x="2619110" y="37335"/>
                  <a:pt x="2618908" y="35433"/>
                  <a:pt x="2618411" y="33709"/>
                </a:cubicBezTo>
                <a:cubicBezTo>
                  <a:pt x="2617914" y="31985"/>
                  <a:pt x="2617146" y="30502"/>
                  <a:pt x="2616105" y="29260"/>
                </a:cubicBezTo>
                <a:cubicBezTo>
                  <a:pt x="2615065" y="28017"/>
                  <a:pt x="2613768" y="27046"/>
                  <a:pt x="2612215" y="26348"/>
                </a:cubicBezTo>
                <a:cubicBezTo>
                  <a:pt x="2610662" y="25649"/>
                  <a:pt x="2608860" y="25299"/>
                  <a:pt x="2606810" y="25299"/>
                </a:cubicBezTo>
                <a:cubicBezTo>
                  <a:pt x="2605040" y="25299"/>
                  <a:pt x="2603424" y="25641"/>
                  <a:pt x="2601965" y="26324"/>
                </a:cubicBezTo>
                <a:cubicBezTo>
                  <a:pt x="2600505" y="27008"/>
                  <a:pt x="2599247" y="27970"/>
                  <a:pt x="2598191" y="29213"/>
                </a:cubicBezTo>
                <a:cubicBezTo>
                  <a:pt x="2597135" y="30455"/>
                  <a:pt x="2596280" y="31946"/>
                  <a:pt x="2595628" y="33686"/>
                </a:cubicBezTo>
                <a:cubicBezTo>
                  <a:pt x="2594976" y="35425"/>
                  <a:pt x="2594572" y="37335"/>
                  <a:pt x="2594417" y="39416"/>
                </a:cubicBezTo>
                <a:lnTo>
                  <a:pt x="2619017" y="39416"/>
                </a:lnTo>
                <a:close/>
                <a:moveTo>
                  <a:pt x="2639799" y="19662"/>
                </a:moveTo>
                <a:lnTo>
                  <a:pt x="2647021" y="19662"/>
                </a:lnTo>
                <a:lnTo>
                  <a:pt x="2647347" y="27210"/>
                </a:lnTo>
                <a:cubicBezTo>
                  <a:pt x="2648714" y="25594"/>
                  <a:pt x="2650034" y="24251"/>
                  <a:pt x="2651307" y="23179"/>
                </a:cubicBezTo>
                <a:cubicBezTo>
                  <a:pt x="2652581" y="22108"/>
                  <a:pt x="2653831" y="21246"/>
                  <a:pt x="2655058" y="20593"/>
                </a:cubicBezTo>
                <a:cubicBezTo>
                  <a:pt x="2656285" y="19941"/>
                  <a:pt x="2657535" y="19483"/>
                  <a:pt x="2658808" y="19219"/>
                </a:cubicBezTo>
                <a:cubicBezTo>
                  <a:pt x="2660082" y="18955"/>
                  <a:pt x="2661402" y="18823"/>
                  <a:pt x="2662769" y="18823"/>
                </a:cubicBezTo>
                <a:cubicBezTo>
                  <a:pt x="2667583" y="18823"/>
                  <a:pt x="2671225" y="20244"/>
                  <a:pt x="2673694" y="23086"/>
                </a:cubicBezTo>
                <a:cubicBezTo>
                  <a:pt x="2676164" y="25928"/>
                  <a:pt x="2677398" y="30207"/>
                  <a:pt x="2677398" y="35922"/>
                </a:cubicBezTo>
                <a:lnTo>
                  <a:pt x="2677398" y="66440"/>
                </a:lnTo>
                <a:lnTo>
                  <a:pt x="2669291" y="66440"/>
                </a:lnTo>
                <a:lnTo>
                  <a:pt x="2669291" y="36574"/>
                </a:lnTo>
                <a:cubicBezTo>
                  <a:pt x="2669291" y="32909"/>
                  <a:pt x="2668608" y="30199"/>
                  <a:pt x="2667241" y="28444"/>
                </a:cubicBezTo>
                <a:cubicBezTo>
                  <a:pt x="2665875" y="26689"/>
                  <a:pt x="2663840" y="25812"/>
                  <a:pt x="2661138" y="25812"/>
                </a:cubicBezTo>
                <a:cubicBezTo>
                  <a:pt x="2660144" y="25812"/>
                  <a:pt x="2659173" y="25959"/>
                  <a:pt x="2658226" y="26254"/>
                </a:cubicBezTo>
                <a:cubicBezTo>
                  <a:pt x="2657279" y="26549"/>
                  <a:pt x="2656292" y="27062"/>
                  <a:pt x="2655267" y="27792"/>
                </a:cubicBezTo>
                <a:cubicBezTo>
                  <a:pt x="2654242" y="28522"/>
                  <a:pt x="2653132" y="29508"/>
                  <a:pt x="2651936" y="30750"/>
                </a:cubicBezTo>
                <a:cubicBezTo>
                  <a:pt x="2650740" y="31993"/>
                  <a:pt x="2649397" y="33546"/>
                  <a:pt x="2647906" y="35410"/>
                </a:cubicBezTo>
                <a:lnTo>
                  <a:pt x="2647906" y="66440"/>
                </a:lnTo>
                <a:lnTo>
                  <a:pt x="2639799" y="66440"/>
                </a:lnTo>
                <a:lnTo>
                  <a:pt x="2639799" y="19662"/>
                </a:lnTo>
                <a:close/>
                <a:moveTo>
                  <a:pt x="2727999" y="64716"/>
                </a:moveTo>
                <a:cubicBezTo>
                  <a:pt x="2725887" y="65523"/>
                  <a:pt x="2723720" y="66121"/>
                  <a:pt x="2721499" y="66510"/>
                </a:cubicBezTo>
                <a:cubicBezTo>
                  <a:pt x="2719279" y="66898"/>
                  <a:pt x="2716988" y="67092"/>
                  <a:pt x="2714627" y="67092"/>
                </a:cubicBezTo>
                <a:cubicBezTo>
                  <a:pt x="2707235" y="67092"/>
                  <a:pt x="2701543" y="65088"/>
                  <a:pt x="2697551" y="61082"/>
                </a:cubicBezTo>
                <a:cubicBezTo>
                  <a:pt x="2693560" y="57075"/>
                  <a:pt x="2691564" y="51220"/>
                  <a:pt x="2691564" y="43517"/>
                </a:cubicBezTo>
                <a:cubicBezTo>
                  <a:pt x="2691564" y="39820"/>
                  <a:pt x="2692139" y="36466"/>
                  <a:pt x="2693288" y="33453"/>
                </a:cubicBezTo>
                <a:cubicBezTo>
                  <a:pt x="2694437" y="30440"/>
                  <a:pt x="2696053" y="27862"/>
                  <a:pt x="2698134" y="25719"/>
                </a:cubicBezTo>
                <a:cubicBezTo>
                  <a:pt x="2700215" y="23575"/>
                  <a:pt x="2702700" y="21921"/>
                  <a:pt x="2705588" y="20757"/>
                </a:cubicBezTo>
                <a:cubicBezTo>
                  <a:pt x="2708477" y="19592"/>
                  <a:pt x="2711661" y="19009"/>
                  <a:pt x="2715140" y="19009"/>
                </a:cubicBezTo>
                <a:cubicBezTo>
                  <a:pt x="2717562" y="19009"/>
                  <a:pt x="2719830" y="19184"/>
                  <a:pt x="2721942" y="19534"/>
                </a:cubicBezTo>
                <a:cubicBezTo>
                  <a:pt x="2724054" y="19882"/>
                  <a:pt x="2726073" y="20453"/>
                  <a:pt x="2727999" y="21246"/>
                </a:cubicBezTo>
                <a:lnTo>
                  <a:pt x="2727999" y="28980"/>
                </a:lnTo>
                <a:cubicBezTo>
                  <a:pt x="2725980" y="27907"/>
                  <a:pt x="2723922" y="27127"/>
                  <a:pt x="2721826" y="26639"/>
                </a:cubicBezTo>
                <a:cubicBezTo>
                  <a:pt x="2719729" y="26150"/>
                  <a:pt x="2717562" y="25905"/>
                  <a:pt x="2715326" y="25905"/>
                </a:cubicBezTo>
                <a:cubicBezTo>
                  <a:pt x="2713245" y="25905"/>
                  <a:pt x="2711280" y="26301"/>
                  <a:pt x="2709432" y="27093"/>
                </a:cubicBezTo>
                <a:cubicBezTo>
                  <a:pt x="2707584" y="27885"/>
                  <a:pt x="2705961" y="29027"/>
                  <a:pt x="2704563" y="30518"/>
                </a:cubicBezTo>
                <a:cubicBezTo>
                  <a:pt x="2703166" y="32008"/>
                  <a:pt x="2702063" y="33826"/>
                  <a:pt x="2701255" y="35969"/>
                </a:cubicBezTo>
                <a:cubicBezTo>
                  <a:pt x="2700448" y="38112"/>
                  <a:pt x="2700044" y="40535"/>
                  <a:pt x="2700044" y="43237"/>
                </a:cubicBezTo>
                <a:cubicBezTo>
                  <a:pt x="2700044" y="48890"/>
                  <a:pt x="2701418" y="53122"/>
                  <a:pt x="2704167" y="55933"/>
                </a:cubicBezTo>
                <a:cubicBezTo>
                  <a:pt x="2706916" y="58744"/>
                  <a:pt x="2710729" y="60150"/>
                  <a:pt x="2715606" y="60150"/>
                </a:cubicBezTo>
                <a:cubicBezTo>
                  <a:pt x="2717811" y="60150"/>
                  <a:pt x="2719946" y="59901"/>
                  <a:pt x="2722012" y="59404"/>
                </a:cubicBezTo>
                <a:cubicBezTo>
                  <a:pt x="2724077" y="58907"/>
                  <a:pt x="2726073" y="58162"/>
                  <a:pt x="2727999" y="57168"/>
                </a:cubicBezTo>
                <a:lnTo>
                  <a:pt x="2727999" y="64716"/>
                </a:lnTo>
                <a:close/>
                <a:moveTo>
                  <a:pt x="2783026" y="40581"/>
                </a:moveTo>
                <a:cubicBezTo>
                  <a:pt x="2783026" y="41731"/>
                  <a:pt x="2783010" y="42693"/>
                  <a:pt x="2782979" y="43470"/>
                </a:cubicBezTo>
                <a:cubicBezTo>
                  <a:pt x="2782948" y="44246"/>
                  <a:pt x="2782901" y="44976"/>
                  <a:pt x="2782839" y="45660"/>
                </a:cubicBezTo>
                <a:lnTo>
                  <a:pt x="2749992" y="45660"/>
                </a:lnTo>
                <a:cubicBezTo>
                  <a:pt x="2749992" y="50443"/>
                  <a:pt x="2751328" y="54116"/>
                  <a:pt x="2753999" y="56679"/>
                </a:cubicBezTo>
                <a:cubicBezTo>
                  <a:pt x="2756670" y="59241"/>
                  <a:pt x="2760522" y="60522"/>
                  <a:pt x="2765554" y="60522"/>
                </a:cubicBezTo>
                <a:cubicBezTo>
                  <a:pt x="2766920" y="60522"/>
                  <a:pt x="2768287" y="60467"/>
                  <a:pt x="2769654" y="60357"/>
                </a:cubicBezTo>
                <a:cubicBezTo>
                  <a:pt x="2771021" y="60245"/>
                  <a:pt x="2772341" y="60094"/>
                  <a:pt x="2773614" y="59904"/>
                </a:cubicBezTo>
                <a:cubicBezTo>
                  <a:pt x="2774888" y="59712"/>
                  <a:pt x="2776107" y="59498"/>
                  <a:pt x="2777272" y="59260"/>
                </a:cubicBezTo>
                <a:cubicBezTo>
                  <a:pt x="2778436" y="59021"/>
                  <a:pt x="2779516" y="58759"/>
                  <a:pt x="2780510" y="58472"/>
                </a:cubicBezTo>
                <a:lnTo>
                  <a:pt x="2780510" y="65135"/>
                </a:lnTo>
                <a:cubicBezTo>
                  <a:pt x="2778304" y="65770"/>
                  <a:pt x="2775812" y="66286"/>
                  <a:pt x="2773032" y="66683"/>
                </a:cubicBezTo>
                <a:cubicBezTo>
                  <a:pt x="2770252" y="67080"/>
                  <a:pt x="2767371" y="67278"/>
                  <a:pt x="2764389" y="67278"/>
                </a:cubicBezTo>
                <a:cubicBezTo>
                  <a:pt x="2760382" y="67278"/>
                  <a:pt x="2756934" y="66735"/>
                  <a:pt x="2754046" y="65648"/>
                </a:cubicBezTo>
                <a:cubicBezTo>
                  <a:pt x="2751157" y="64560"/>
                  <a:pt x="2748789" y="62984"/>
                  <a:pt x="2746940" y="60919"/>
                </a:cubicBezTo>
                <a:cubicBezTo>
                  <a:pt x="2745092" y="58853"/>
                  <a:pt x="2743726" y="56321"/>
                  <a:pt x="2742840" y="53324"/>
                </a:cubicBezTo>
                <a:cubicBezTo>
                  <a:pt x="2741955" y="50327"/>
                  <a:pt x="2741513" y="46933"/>
                  <a:pt x="2741513" y="43144"/>
                </a:cubicBezTo>
                <a:cubicBezTo>
                  <a:pt x="2741513" y="39851"/>
                  <a:pt x="2741986" y="36737"/>
                  <a:pt x="2742934" y="33802"/>
                </a:cubicBezTo>
                <a:cubicBezTo>
                  <a:pt x="2743881" y="30867"/>
                  <a:pt x="2745263" y="28289"/>
                  <a:pt x="2747080" y="26068"/>
                </a:cubicBezTo>
                <a:cubicBezTo>
                  <a:pt x="2748897" y="23847"/>
                  <a:pt x="2751126" y="22084"/>
                  <a:pt x="2753766" y="20780"/>
                </a:cubicBezTo>
                <a:cubicBezTo>
                  <a:pt x="2756406" y="19475"/>
                  <a:pt x="2759404" y="18823"/>
                  <a:pt x="2762758" y="18823"/>
                </a:cubicBezTo>
                <a:cubicBezTo>
                  <a:pt x="2766020" y="18823"/>
                  <a:pt x="2768908" y="19336"/>
                  <a:pt x="2771424" y="20361"/>
                </a:cubicBezTo>
                <a:cubicBezTo>
                  <a:pt x="2773940" y="21386"/>
                  <a:pt x="2776060" y="22838"/>
                  <a:pt x="2777784" y="24717"/>
                </a:cubicBezTo>
                <a:cubicBezTo>
                  <a:pt x="2779508" y="26596"/>
                  <a:pt x="2780813" y="28879"/>
                  <a:pt x="2781698" y="31566"/>
                </a:cubicBezTo>
                <a:cubicBezTo>
                  <a:pt x="2782583" y="34253"/>
                  <a:pt x="2783026" y="37258"/>
                  <a:pt x="2783026" y="40581"/>
                </a:cubicBezTo>
                <a:moveTo>
                  <a:pt x="2774593" y="39416"/>
                </a:moveTo>
                <a:cubicBezTo>
                  <a:pt x="2774686" y="37335"/>
                  <a:pt x="2774484" y="35433"/>
                  <a:pt x="2773987" y="33709"/>
                </a:cubicBezTo>
                <a:cubicBezTo>
                  <a:pt x="2773490" y="31985"/>
                  <a:pt x="2772721" y="30502"/>
                  <a:pt x="2771681" y="29260"/>
                </a:cubicBezTo>
                <a:cubicBezTo>
                  <a:pt x="2770640" y="28017"/>
                  <a:pt x="2769343" y="27046"/>
                  <a:pt x="2767790" y="26348"/>
                </a:cubicBezTo>
                <a:cubicBezTo>
                  <a:pt x="2766237" y="25649"/>
                  <a:pt x="2764436" y="25299"/>
                  <a:pt x="2762386" y="25299"/>
                </a:cubicBezTo>
                <a:cubicBezTo>
                  <a:pt x="2760615" y="25299"/>
                  <a:pt x="2759000" y="25641"/>
                  <a:pt x="2757540" y="26324"/>
                </a:cubicBezTo>
                <a:cubicBezTo>
                  <a:pt x="2756080" y="27008"/>
                  <a:pt x="2754822" y="27970"/>
                  <a:pt x="2753766" y="29213"/>
                </a:cubicBezTo>
                <a:cubicBezTo>
                  <a:pt x="2752710" y="30455"/>
                  <a:pt x="2751856" y="31946"/>
                  <a:pt x="2751204" y="33686"/>
                </a:cubicBezTo>
                <a:cubicBezTo>
                  <a:pt x="2750551" y="35425"/>
                  <a:pt x="2750147" y="37335"/>
                  <a:pt x="2749992" y="39416"/>
                </a:cubicBezTo>
                <a:lnTo>
                  <a:pt x="2774593" y="39416"/>
                </a:lnTo>
                <a:close/>
                <a:moveTo>
                  <a:pt x="2893225" y="40581"/>
                </a:moveTo>
                <a:cubicBezTo>
                  <a:pt x="2893225" y="41731"/>
                  <a:pt x="2893209" y="42693"/>
                  <a:pt x="2893178" y="43470"/>
                </a:cubicBezTo>
                <a:cubicBezTo>
                  <a:pt x="2893147" y="44246"/>
                  <a:pt x="2893101" y="44976"/>
                  <a:pt x="2893038" y="45660"/>
                </a:cubicBezTo>
                <a:lnTo>
                  <a:pt x="2860191" y="45660"/>
                </a:lnTo>
                <a:cubicBezTo>
                  <a:pt x="2860191" y="50443"/>
                  <a:pt x="2861527" y="54116"/>
                  <a:pt x="2864198" y="56679"/>
                </a:cubicBezTo>
                <a:cubicBezTo>
                  <a:pt x="2866870" y="59241"/>
                  <a:pt x="2870721" y="60522"/>
                  <a:pt x="2875753" y="60522"/>
                </a:cubicBezTo>
                <a:cubicBezTo>
                  <a:pt x="2877120" y="60522"/>
                  <a:pt x="2878486" y="60467"/>
                  <a:pt x="2879853" y="60357"/>
                </a:cubicBezTo>
                <a:cubicBezTo>
                  <a:pt x="2881220" y="60245"/>
                  <a:pt x="2882540" y="60094"/>
                  <a:pt x="2883813" y="59904"/>
                </a:cubicBezTo>
                <a:cubicBezTo>
                  <a:pt x="2885087" y="59712"/>
                  <a:pt x="2886306" y="59498"/>
                  <a:pt x="2887471" y="59260"/>
                </a:cubicBezTo>
                <a:cubicBezTo>
                  <a:pt x="2888636" y="59021"/>
                  <a:pt x="2889715" y="58759"/>
                  <a:pt x="2890709" y="58472"/>
                </a:cubicBezTo>
                <a:lnTo>
                  <a:pt x="2890709" y="65135"/>
                </a:lnTo>
                <a:cubicBezTo>
                  <a:pt x="2888504" y="65770"/>
                  <a:pt x="2886011" y="66286"/>
                  <a:pt x="2883231" y="66683"/>
                </a:cubicBezTo>
                <a:cubicBezTo>
                  <a:pt x="2880451" y="67080"/>
                  <a:pt x="2877570" y="67278"/>
                  <a:pt x="2874588" y="67278"/>
                </a:cubicBezTo>
                <a:cubicBezTo>
                  <a:pt x="2870581" y="67278"/>
                  <a:pt x="2867134" y="66735"/>
                  <a:pt x="2864245" y="65648"/>
                </a:cubicBezTo>
                <a:cubicBezTo>
                  <a:pt x="2861356" y="64560"/>
                  <a:pt x="2858988" y="62984"/>
                  <a:pt x="2857140" y="60919"/>
                </a:cubicBezTo>
                <a:cubicBezTo>
                  <a:pt x="2855292" y="58853"/>
                  <a:pt x="2853925" y="56321"/>
                  <a:pt x="2853040" y="53324"/>
                </a:cubicBezTo>
                <a:cubicBezTo>
                  <a:pt x="2852154" y="50327"/>
                  <a:pt x="2851712" y="46933"/>
                  <a:pt x="2851712" y="43144"/>
                </a:cubicBezTo>
                <a:cubicBezTo>
                  <a:pt x="2851712" y="39851"/>
                  <a:pt x="2852185" y="36737"/>
                  <a:pt x="2853133" y="33802"/>
                </a:cubicBezTo>
                <a:cubicBezTo>
                  <a:pt x="2854080" y="30867"/>
                  <a:pt x="2855462" y="28289"/>
                  <a:pt x="2857279" y="26068"/>
                </a:cubicBezTo>
                <a:cubicBezTo>
                  <a:pt x="2859096" y="23847"/>
                  <a:pt x="2861325" y="22084"/>
                  <a:pt x="2863965" y="20780"/>
                </a:cubicBezTo>
                <a:cubicBezTo>
                  <a:pt x="2866605" y="19475"/>
                  <a:pt x="2869603" y="18823"/>
                  <a:pt x="2872957" y="18823"/>
                </a:cubicBezTo>
                <a:cubicBezTo>
                  <a:pt x="2876219" y="18823"/>
                  <a:pt x="2879108" y="19336"/>
                  <a:pt x="2881624" y="20361"/>
                </a:cubicBezTo>
                <a:cubicBezTo>
                  <a:pt x="2884139" y="21386"/>
                  <a:pt x="2886259" y="22838"/>
                  <a:pt x="2887983" y="24717"/>
                </a:cubicBezTo>
                <a:cubicBezTo>
                  <a:pt x="2889707" y="26596"/>
                  <a:pt x="2891012" y="28879"/>
                  <a:pt x="2891897" y="31566"/>
                </a:cubicBezTo>
                <a:cubicBezTo>
                  <a:pt x="2892782" y="34253"/>
                  <a:pt x="2893225" y="37258"/>
                  <a:pt x="2893225" y="40581"/>
                </a:cubicBezTo>
                <a:moveTo>
                  <a:pt x="2884792" y="39416"/>
                </a:moveTo>
                <a:cubicBezTo>
                  <a:pt x="2884885" y="37335"/>
                  <a:pt x="2884683" y="35433"/>
                  <a:pt x="2884186" y="33709"/>
                </a:cubicBezTo>
                <a:cubicBezTo>
                  <a:pt x="2883689" y="31985"/>
                  <a:pt x="2882920" y="30502"/>
                  <a:pt x="2881880" y="29260"/>
                </a:cubicBezTo>
                <a:cubicBezTo>
                  <a:pt x="2880839" y="28017"/>
                  <a:pt x="2879542" y="27046"/>
                  <a:pt x="2877989" y="26348"/>
                </a:cubicBezTo>
                <a:cubicBezTo>
                  <a:pt x="2876436" y="25649"/>
                  <a:pt x="2874635" y="25299"/>
                  <a:pt x="2872585" y="25299"/>
                </a:cubicBezTo>
                <a:cubicBezTo>
                  <a:pt x="2870814" y="25299"/>
                  <a:pt x="2869199" y="25641"/>
                  <a:pt x="2867739" y="26324"/>
                </a:cubicBezTo>
                <a:cubicBezTo>
                  <a:pt x="2866279" y="27008"/>
                  <a:pt x="2865021" y="27970"/>
                  <a:pt x="2863965" y="29213"/>
                </a:cubicBezTo>
                <a:cubicBezTo>
                  <a:pt x="2862909" y="30455"/>
                  <a:pt x="2862055" y="31946"/>
                  <a:pt x="2861403" y="33686"/>
                </a:cubicBezTo>
                <a:cubicBezTo>
                  <a:pt x="2860750" y="35425"/>
                  <a:pt x="2860347" y="37335"/>
                  <a:pt x="2860191" y="39416"/>
                </a:cubicBezTo>
                <a:lnTo>
                  <a:pt x="2884792" y="39416"/>
                </a:lnTo>
                <a:close/>
                <a:moveTo>
                  <a:pt x="2907484" y="19662"/>
                </a:moveTo>
                <a:lnTo>
                  <a:pt x="2914892" y="19662"/>
                </a:lnTo>
                <a:lnTo>
                  <a:pt x="2915125" y="28259"/>
                </a:lnTo>
                <a:cubicBezTo>
                  <a:pt x="2917889" y="24943"/>
                  <a:pt x="2920615" y="22542"/>
                  <a:pt x="2923302" y="21055"/>
                </a:cubicBezTo>
                <a:cubicBezTo>
                  <a:pt x="2925989" y="19567"/>
                  <a:pt x="2928699" y="18823"/>
                  <a:pt x="2931432" y="18823"/>
                </a:cubicBezTo>
                <a:cubicBezTo>
                  <a:pt x="2936278" y="18823"/>
                  <a:pt x="2939950" y="20388"/>
                  <a:pt x="2942451" y="23517"/>
                </a:cubicBezTo>
                <a:cubicBezTo>
                  <a:pt x="2944951" y="26647"/>
                  <a:pt x="2946108" y="31294"/>
                  <a:pt x="2945922" y="37460"/>
                </a:cubicBezTo>
                <a:lnTo>
                  <a:pt x="2937722" y="37460"/>
                </a:lnTo>
                <a:cubicBezTo>
                  <a:pt x="2937815" y="33376"/>
                  <a:pt x="2937217" y="30414"/>
                  <a:pt x="2935928" y="28574"/>
                </a:cubicBezTo>
                <a:cubicBezTo>
                  <a:pt x="2934639" y="26732"/>
                  <a:pt x="2932752" y="25812"/>
                  <a:pt x="2930267" y="25812"/>
                </a:cubicBezTo>
                <a:cubicBezTo>
                  <a:pt x="2929180" y="25812"/>
                  <a:pt x="2928085" y="26005"/>
                  <a:pt x="2926982" y="26393"/>
                </a:cubicBezTo>
                <a:cubicBezTo>
                  <a:pt x="2925880" y="26779"/>
                  <a:pt x="2924746" y="27397"/>
                  <a:pt x="2923581" y="28248"/>
                </a:cubicBezTo>
                <a:cubicBezTo>
                  <a:pt x="2922417" y="29098"/>
                  <a:pt x="2921182" y="30188"/>
                  <a:pt x="2919877" y="31519"/>
                </a:cubicBezTo>
                <a:cubicBezTo>
                  <a:pt x="2918573" y="32849"/>
                  <a:pt x="2917175" y="34457"/>
                  <a:pt x="2915684" y="36344"/>
                </a:cubicBezTo>
                <a:lnTo>
                  <a:pt x="2915684" y="66440"/>
                </a:lnTo>
                <a:lnTo>
                  <a:pt x="2907484" y="66440"/>
                </a:lnTo>
                <a:lnTo>
                  <a:pt x="2907484" y="19662"/>
                </a:lnTo>
                <a:close/>
                <a:moveTo>
                  <a:pt x="2959343" y="19662"/>
                </a:moveTo>
                <a:lnTo>
                  <a:pt x="2966751" y="19662"/>
                </a:lnTo>
                <a:lnTo>
                  <a:pt x="2966984" y="28259"/>
                </a:lnTo>
                <a:cubicBezTo>
                  <a:pt x="2969748" y="24943"/>
                  <a:pt x="2972474" y="22542"/>
                  <a:pt x="2975160" y="21055"/>
                </a:cubicBezTo>
                <a:cubicBezTo>
                  <a:pt x="2977847" y="19567"/>
                  <a:pt x="2980557" y="18823"/>
                  <a:pt x="2983291" y="18823"/>
                </a:cubicBezTo>
                <a:cubicBezTo>
                  <a:pt x="2988136" y="18823"/>
                  <a:pt x="2991809" y="20388"/>
                  <a:pt x="2994310" y="23517"/>
                </a:cubicBezTo>
                <a:cubicBezTo>
                  <a:pt x="2996810" y="26647"/>
                  <a:pt x="2997967" y="31294"/>
                  <a:pt x="2997781" y="37460"/>
                </a:cubicBezTo>
                <a:lnTo>
                  <a:pt x="2989581" y="37460"/>
                </a:lnTo>
                <a:cubicBezTo>
                  <a:pt x="2989674" y="33376"/>
                  <a:pt x="2989076" y="30414"/>
                  <a:pt x="2987787" y="28574"/>
                </a:cubicBezTo>
                <a:cubicBezTo>
                  <a:pt x="2986498" y="26732"/>
                  <a:pt x="2984611" y="25812"/>
                  <a:pt x="2982126" y="25812"/>
                </a:cubicBezTo>
                <a:cubicBezTo>
                  <a:pt x="2981039" y="25812"/>
                  <a:pt x="2979944" y="26005"/>
                  <a:pt x="2978841" y="26393"/>
                </a:cubicBezTo>
                <a:cubicBezTo>
                  <a:pt x="2977738" y="26779"/>
                  <a:pt x="2976605" y="27397"/>
                  <a:pt x="2975440" y="28248"/>
                </a:cubicBezTo>
                <a:cubicBezTo>
                  <a:pt x="2974275" y="29098"/>
                  <a:pt x="2973041" y="30188"/>
                  <a:pt x="2971736" y="31519"/>
                </a:cubicBezTo>
                <a:cubicBezTo>
                  <a:pt x="2970431" y="32849"/>
                  <a:pt x="2969034" y="34457"/>
                  <a:pt x="2967543" y="36344"/>
                </a:cubicBezTo>
                <a:lnTo>
                  <a:pt x="2967543" y="66440"/>
                </a:lnTo>
                <a:lnTo>
                  <a:pt x="2959343" y="66440"/>
                </a:lnTo>
                <a:lnTo>
                  <a:pt x="2959343" y="19662"/>
                </a:lnTo>
                <a:close/>
                <a:moveTo>
                  <a:pt x="3050012" y="42678"/>
                </a:moveTo>
                <a:cubicBezTo>
                  <a:pt x="3050012" y="46312"/>
                  <a:pt x="3049499" y="49643"/>
                  <a:pt x="3048474" y="52672"/>
                </a:cubicBezTo>
                <a:cubicBezTo>
                  <a:pt x="3047449" y="55700"/>
                  <a:pt x="3045974" y="58294"/>
                  <a:pt x="3044048" y="60453"/>
                </a:cubicBezTo>
                <a:cubicBezTo>
                  <a:pt x="3042122" y="62611"/>
                  <a:pt x="3039777" y="64289"/>
                  <a:pt x="3037013" y="65485"/>
                </a:cubicBezTo>
                <a:cubicBezTo>
                  <a:pt x="3034248" y="66680"/>
                  <a:pt x="3031111" y="67278"/>
                  <a:pt x="3027601" y="67278"/>
                </a:cubicBezTo>
                <a:cubicBezTo>
                  <a:pt x="3024247" y="67278"/>
                  <a:pt x="3021241" y="66758"/>
                  <a:pt x="3018586" y="65717"/>
                </a:cubicBezTo>
                <a:cubicBezTo>
                  <a:pt x="3015930" y="64677"/>
                  <a:pt x="3013678" y="63147"/>
                  <a:pt x="3011830" y="61128"/>
                </a:cubicBezTo>
                <a:cubicBezTo>
                  <a:pt x="3009982" y="59109"/>
                  <a:pt x="3008568" y="56609"/>
                  <a:pt x="3007590" y="53627"/>
                </a:cubicBezTo>
                <a:cubicBezTo>
                  <a:pt x="3006612" y="50645"/>
                  <a:pt x="3006122" y="47213"/>
                  <a:pt x="3006122" y="43330"/>
                </a:cubicBezTo>
                <a:cubicBezTo>
                  <a:pt x="3006122" y="39696"/>
                  <a:pt x="3006635" y="36380"/>
                  <a:pt x="3007660" y="33383"/>
                </a:cubicBezTo>
                <a:cubicBezTo>
                  <a:pt x="3008685" y="30385"/>
                  <a:pt x="3010160" y="27807"/>
                  <a:pt x="3012086" y="25649"/>
                </a:cubicBezTo>
                <a:cubicBezTo>
                  <a:pt x="3014012" y="23490"/>
                  <a:pt x="3016357" y="21813"/>
                  <a:pt x="3019121" y="20617"/>
                </a:cubicBezTo>
                <a:cubicBezTo>
                  <a:pt x="3021886" y="19421"/>
                  <a:pt x="3025023" y="18823"/>
                  <a:pt x="3028533" y="18823"/>
                </a:cubicBezTo>
                <a:cubicBezTo>
                  <a:pt x="3031888" y="18823"/>
                  <a:pt x="3034893" y="19343"/>
                  <a:pt x="3037548" y="20384"/>
                </a:cubicBezTo>
                <a:cubicBezTo>
                  <a:pt x="3040204" y="21424"/>
                  <a:pt x="3042456" y="22946"/>
                  <a:pt x="3044304" y="24950"/>
                </a:cubicBezTo>
                <a:cubicBezTo>
                  <a:pt x="3046152" y="26953"/>
                  <a:pt x="3047566" y="29446"/>
                  <a:pt x="3048544" y="32428"/>
                </a:cubicBezTo>
                <a:cubicBezTo>
                  <a:pt x="3049522" y="35410"/>
                  <a:pt x="3050012" y="38826"/>
                  <a:pt x="3050012" y="42678"/>
                </a:cubicBezTo>
                <a:moveTo>
                  <a:pt x="3041718" y="43051"/>
                </a:moveTo>
                <a:cubicBezTo>
                  <a:pt x="3041718" y="40162"/>
                  <a:pt x="3041400" y="37638"/>
                  <a:pt x="3040763" y="35480"/>
                </a:cubicBezTo>
                <a:cubicBezTo>
                  <a:pt x="3040126" y="33321"/>
                  <a:pt x="3039218" y="31519"/>
                  <a:pt x="3038038" y="30075"/>
                </a:cubicBezTo>
                <a:cubicBezTo>
                  <a:pt x="3036857" y="28631"/>
                  <a:pt x="3035421" y="27543"/>
                  <a:pt x="3033728" y="26813"/>
                </a:cubicBezTo>
                <a:cubicBezTo>
                  <a:pt x="3032035" y="26084"/>
                  <a:pt x="3030148" y="25719"/>
                  <a:pt x="3028067" y="25719"/>
                </a:cubicBezTo>
                <a:cubicBezTo>
                  <a:pt x="3025644" y="25719"/>
                  <a:pt x="3023571" y="26192"/>
                  <a:pt x="3021847" y="27140"/>
                </a:cubicBezTo>
                <a:cubicBezTo>
                  <a:pt x="3020123" y="28087"/>
                  <a:pt x="3018710" y="29353"/>
                  <a:pt x="3017607" y="30937"/>
                </a:cubicBezTo>
                <a:cubicBezTo>
                  <a:pt x="3016505" y="32521"/>
                  <a:pt x="3015697" y="34361"/>
                  <a:pt x="3015184" y="36458"/>
                </a:cubicBezTo>
                <a:cubicBezTo>
                  <a:pt x="3014672" y="38555"/>
                  <a:pt x="3014416" y="40752"/>
                  <a:pt x="3014416" y="43051"/>
                </a:cubicBezTo>
                <a:cubicBezTo>
                  <a:pt x="3014416" y="45939"/>
                  <a:pt x="3014734" y="48471"/>
                  <a:pt x="3015371" y="50645"/>
                </a:cubicBezTo>
                <a:cubicBezTo>
                  <a:pt x="3016008" y="52819"/>
                  <a:pt x="3016916" y="54629"/>
                  <a:pt x="3018096" y="56073"/>
                </a:cubicBezTo>
                <a:cubicBezTo>
                  <a:pt x="3019277" y="57517"/>
                  <a:pt x="3020706" y="58604"/>
                  <a:pt x="3022383" y="59334"/>
                </a:cubicBezTo>
                <a:cubicBezTo>
                  <a:pt x="3024060" y="60064"/>
                  <a:pt x="3025955" y="60429"/>
                  <a:pt x="3028067" y="60429"/>
                </a:cubicBezTo>
                <a:cubicBezTo>
                  <a:pt x="3030490" y="60429"/>
                  <a:pt x="3032563" y="59956"/>
                  <a:pt x="3034287" y="59008"/>
                </a:cubicBezTo>
                <a:cubicBezTo>
                  <a:pt x="3036011" y="58061"/>
                  <a:pt x="3037424" y="56795"/>
                  <a:pt x="3038527" y="55211"/>
                </a:cubicBezTo>
                <a:cubicBezTo>
                  <a:pt x="3039629" y="53627"/>
                  <a:pt x="3040437" y="51787"/>
                  <a:pt x="3040950" y="49690"/>
                </a:cubicBezTo>
                <a:cubicBezTo>
                  <a:pt x="3041462" y="47593"/>
                  <a:pt x="3041718" y="45380"/>
                  <a:pt x="3041718" y="43051"/>
                </a:cubicBezTo>
                <a:close/>
                <a:moveTo>
                  <a:pt x="3063059" y="19662"/>
                </a:moveTo>
                <a:lnTo>
                  <a:pt x="3070467" y="19662"/>
                </a:lnTo>
                <a:lnTo>
                  <a:pt x="3070700" y="28259"/>
                </a:lnTo>
                <a:cubicBezTo>
                  <a:pt x="3073465" y="24943"/>
                  <a:pt x="3076190" y="22542"/>
                  <a:pt x="3078877" y="21055"/>
                </a:cubicBezTo>
                <a:cubicBezTo>
                  <a:pt x="3081564" y="19567"/>
                  <a:pt x="3084274" y="18823"/>
                  <a:pt x="3087007" y="18823"/>
                </a:cubicBezTo>
                <a:cubicBezTo>
                  <a:pt x="3091853" y="18823"/>
                  <a:pt x="3095526" y="20388"/>
                  <a:pt x="3098026" y="23517"/>
                </a:cubicBezTo>
                <a:cubicBezTo>
                  <a:pt x="3100527" y="26647"/>
                  <a:pt x="3101684" y="31294"/>
                  <a:pt x="3101497" y="37460"/>
                </a:cubicBezTo>
                <a:lnTo>
                  <a:pt x="3093297" y="37460"/>
                </a:lnTo>
                <a:cubicBezTo>
                  <a:pt x="3093390" y="33376"/>
                  <a:pt x="3092792" y="30414"/>
                  <a:pt x="3091503" y="28574"/>
                </a:cubicBezTo>
                <a:cubicBezTo>
                  <a:pt x="3090214" y="26732"/>
                  <a:pt x="3088327" y="25812"/>
                  <a:pt x="3085843" y="25812"/>
                </a:cubicBezTo>
                <a:cubicBezTo>
                  <a:pt x="3084755" y="25812"/>
                  <a:pt x="3083661" y="26005"/>
                  <a:pt x="3082558" y="26393"/>
                </a:cubicBezTo>
                <a:cubicBezTo>
                  <a:pt x="3081455" y="26779"/>
                  <a:pt x="3080321" y="27397"/>
                  <a:pt x="3079157" y="28248"/>
                </a:cubicBezTo>
                <a:cubicBezTo>
                  <a:pt x="3077992" y="29098"/>
                  <a:pt x="3076757" y="30188"/>
                  <a:pt x="3075453" y="31519"/>
                </a:cubicBezTo>
                <a:cubicBezTo>
                  <a:pt x="3074148" y="32849"/>
                  <a:pt x="3072750" y="34457"/>
                  <a:pt x="3071259" y="36344"/>
                </a:cubicBezTo>
                <a:lnTo>
                  <a:pt x="3071259" y="66440"/>
                </a:lnTo>
                <a:lnTo>
                  <a:pt x="3063059" y="66440"/>
                </a:lnTo>
                <a:lnTo>
                  <a:pt x="3063059" y="19662"/>
                </a:lnTo>
                <a:close/>
                <a:moveTo>
                  <a:pt x="3213382" y="19662"/>
                </a:moveTo>
                <a:lnTo>
                  <a:pt x="3206580" y="66440"/>
                </a:lnTo>
                <a:lnTo>
                  <a:pt x="3196749" y="66440"/>
                </a:lnTo>
                <a:lnTo>
                  <a:pt x="3189993" y="46871"/>
                </a:lnTo>
                <a:lnTo>
                  <a:pt x="3188642" y="42119"/>
                </a:lnTo>
                <a:lnTo>
                  <a:pt x="3187104" y="47151"/>
                </a:lnTo>
                <a:lnTo>
                  <a:pt x="3180628" y="66440"/>
                </a:lnTo>
                <a:lnTo>
                  <a:pt x="3171077" y="66440"/>
                </a:lnTo>
                <a:lnTo>
                  <a:pt x="3164321" y="19662"/>
                </a:lnTo>
                <a:lnTo>
                  <a:pt x="3172242" y="19662"/>
                </a:lnTo>
                <a:lnTo>
                  <a:pt x="3176155" y="51437"/>
                </a:lnTo>
                <a:lnTo>
                  <a:pt x="3176994" y="58519"/>
                </a:lnTo>
                <a:lnTo>
                  <a:pt x="3178997" y="52322"/>
                </a:lnTo>
                <a:lnTo>
                  <a:pt x="3185800" y="31310"/>
                </a:lnTo>
                <a:lnTo>
                  <a:pt x="3191624" y="31310"/>
                </a:lnTo>
                <a:lnTo>
                  <a:pt x="3198939" y="52043"/>
                </a:lnTo>
                <a:lnTo>
                  <a:pt x="3201035" y="58240"/>
                </a:lnTo>
                <a:lnTo>
                  <a:pt x="3201734" y="51670"/>
                </a:lnTo>
                <a:lnTo>
                  <a:pt x="3205368" y="19662"/>
                </a:lnTo>
                <a:lnTo>
                  <a:pt x="3213382" y="19662"/>
                </a:lnTo>
                <a:close/>
                <a:moveTo>
                  <a:pt x="3259510" y="66440"/>
                </a:moveTo>
                <a:lnTo>
                  <a:pt x="3251403" y="66440"/>
                </a:lnTo>
                <a:lnTo>
                  <a:pt x="3251403" y="36574"/>
                </a:lnTo>
                <a:cubicBezTo>
                  <a:pt x="3251403" y="32971"/>
                  <a:pt x="3250727" y="30277"/>
                  <a:pt x="3249376" y="28491"/>
                </a:cubicBezTo>
                <a:cubicBezTo>
                  <a:pt x="3248025" y="26705"/>
                  <a:pt x="3246091" y="25812"/>
                  <a:pt x="3243575" y="25812"/>
                </a:cubicBezTo>
                <a:cubicBezTo>
                  <a:pt x="3242488" y="25812"/>
                  <a:pt x="3241471" y="25959"/>
                  <a:pt x="3240524" y="26254"/>
                </a:cubicBezTo>
                <a:cubicBezTo>
                  <a:pt x="3239576" y="26549"/>
                  <a:pt x="3238590" y="27062"/>
                  <a:pt x="3237565" y="27792"/>
                </a:cubicBezTo>
                <a:cubicBezTo>
                  <a:pt x="3236540" y="28522"/>
                  <a:pt x="3235422" y="29508"/>
                  <a:pt x="3234210" y="30750"/>
                </a:cubicBezTo>
                <a:cubicBezTo>
                  <a:pt x="3232999" y="31993"/>
                  <a:pt x="3231601" y="33546"/>
                  <a:pt x="3230017" y="35410"/>
                </a:cubicBezTo>
                <a:lnTo>
                  <a:pt x="3230017" y="66440"/>
                </a:lnTo>
                <a:lnTo>
                  <a:pt x="3221910" y="66440"/>
                </a:lnTo>
                <a:lnTo>
                  <a:pt x="3221910" y="559"/>
                </a:lnTo>
                <a:lnTo>
                  <a:pt x="3230017" y="559"/>
                </a:lnTo>
                <a:lnTo>
                  <a:pt x="3230017" y="19649"/>
                </a:lnTo>
                <a:lnTo>
                  <a:pt x="3229738" y="27023"/>
                </a:lnTo>
                <a:cubicBezTo>
                  <a:pt x="3231011" y="25501"/>
                  <a:pt x="3232261" y="24220"/>
                  <a:pt x="3233488" y="23179"/>
                </a:cubicBezTo>
                <a:cubicBezTo>
                  <a:pt x="3234715" y="22139"/>
                  <a:pt x="3235942" y="21292"/>
                  <a:pt x="3237169" y="20640"/>
                </a:cubicBezTo>
                <a:cubicBezTo>
                  <a:pt x="3238396" y="19988"/>
                  <a:pt x="3239646" y="19522"/>
                  <a:pt x="3240920" y="19242"/>
                </a:cubicBezTo>
                <a:cubicBezTo>
                  <a:pt x="3242193" y="18963"/>
                  <a:pt x="3243513" y="18823"/>
                  <a:pt x="3244880" y="18823"/>
                </a:cubicBezTo>
                <a:cubicBezTo>
                  <a:pt x="3249539" y="18823"/>
                  <a:pt x="3253142" y="20244"/>
                  <a:pt x="3255689" y="23086"/>
                </a:cubicBezTo>
                <a:cubicBezTo>
                  <a:pt x="3258236" y="25928"/>
                  <a:pt x="3259510" y="30207"/>
                  <a:pt x="3259510" y="35922"/>
                </a:cubicBezTo>
                <a:lnTo>
                  <a:pt x="3259510" y="66440"/>
                </a:lnTo>
                <a:close/>
                <a:moveTo>
                  <a:pt x="3313278" y="40581"/>
                </a:moveTo>
                <a:cubicBezTo>
                  <a:pt x="3313278" y="41731"/>
                  <a:pt x="3313263" y="42693"/>
                  <a:pt x="3313232" y="43470"/>
                </a:cubicBezTo>
                <a:cubicBezTo>
                  <a:pt x="3313201" y="44246"/>
                  <a:pt x="3313154" y="44976"/>
                  <a:pt x="3313092" y="45660"/>
                </a:cubicBezTo>
                <a:lnTo>
                  <a:pt x="3280245" y="45660"/>
                </a:lnTo>
                <a:cubicBezTo>
                  <a:pt x="3280245" y="50443"/>
                  <a:pt x="3281581" y="54116"/>
                  <a:pt x="3284252" y="56679"/>
                </a:cubicBezTo>
                <a:cubicBezTo>
                  <a:pt x="3286923" y="59241"/>
                  <a:pt x="3290775" y="60522"/>
                  <a:pt x="3295807" y="60522"/>
                </a:cubicBezTo>
                <a:cubicBezTo>
                  <a:pt x="3297173" y="60522"/>
                  <a:pt x="3298540" y="60467"/>
                  <a:pt x="3299907" y="60357"/>
                </a:cubicBezTo>
                <a:cubicBezTo>
                  <a:pt x="3301273" y="60245"/>
                  <a:pt x="3302593" y="60094"/>
                  <a:pt x="3303867" y="59904"/>
                </a:cubicBezTo>
                <a:cubicBezTo>
                  <a:pt x="3305140" y="59712"/>
                  <a:pt x="3306360" y="59498"/>
                  <a:pt x="3307524" y="59260"/>
                </a:cubicBezTo>
                <a:cubicBezTo>
                  <a:pt x="3308689" y="59021"/>
                  <a:pt x="3309769" y="58759"/>
                  <a:pt x="3310763" y="58472"/>
                </a:cubicBezTo>
                <a:lnTo>
                  <a:pt x="3310763" y="65135"/>
                </a:lnTo>
                <a:cubicBezTo>
                  <a:pt x="3308557" y="65770"/>
                  <a:pt x="3306065" y="66286"/>
                  <a:pt x="3303285" y="66683"/>
                </a:cubicBezTo>
                <a:cubicBezTo>
                  <a:pt x="3300505" y="67080"/>
                  <a:pt x="3297624" y="67278"/>
                  <a:pt x="3294642" y="67278"/>
                </a:cubicBezTo>
                <a:cubicBezTo>
                  <a:pt x="3290635" y="67278"/>
                  <a:pt x="3287187" y="66735"/>
                  <a:pt x="3284298" y="65648"/>
                </a:cubicBezTo>
                <a:cubicBezTo>
                  <a:pt x="3281410" y="64560"/>
                  <a:pt x="3279041" y="62984"/>
                  <a:pt x="3277193" y="60919"/>
                </a:cubicBezTo>
                <a:cubicBezTo>
                  <a:pt x="3275345" y="58853"/>
                  <a:pt x="3273978" y="56321"/>
                  <a:pt x="3273093" y="53324"/>
                </a:cubicBezTo>
                <a:cubicBezTo>
                  <a:pt x="3272208" y="50327"/>
                  <a:pt x="3271765" y="46933"/>
                  <a:pt x="3271765" y="43144"/>
                </a:cubicBezTo>
                <a:cubicBezTo>
                  <a:pt x="3271765" y="39851"/>
                  <a:pt x="3272239" y="36737"/>
                  <a:pt x="3273186" y="33802"/>
                </a:cubicBezTo>
                <a:cubicBezTo>
                  <a:pt x="3274134" y="30867"/>
                  <a:pt x="3275516" y="28289"/>
                  <a:pt x="3277333" y="26068"/>
                </a:cubicBezTo>
                <a:cubicBezTo>
                  <a:pt x="3279150" y="23847"/>
                  <a:pt x="3281379" y="22084"/>
                  <a:pt x="3284019" y="20780"/>
                </a:cubicBezTo>
                <a:cubicBezTo>
                  <a:pt x="3286659" y="19475"/>
                  <a:pt x="3289657" y="18823"/>
                  <a:pt x="3293011" y="18823"/>
                </a:cubicBezTo>
                <a:cubicBezTo>
                  <a:pt x="3296273" y="18823"/>
                  <a:pt x="3299161" y="19336"/>
                  <a:pt x="3301677" y="20361"/>
                </a:cubicBezTo>
                <a:cubicBezTo>
                  <a:pt x="3304193" y="21386"/>
                  <a:pt x="3306313" y="22838"/>
                  <a:pt x="3308037" y="24717"/>
                </a:cubicBezTo>
                <a:cubicBezTo>
                  <a:pt x="3309761" y="26596"/>
                  <a:pt x="3311065" y="28879"/>
                  <a:pt x="3311951" y="31566"/>
                </a:cubicBezTo>
                <a:cubicBezTo>
                  <a:pt x="3312836" y="34253"/>
                  <a:pt x="3313278" y="37258"/>
                  <a:pt x="3313278" y="40581"/>
                </a:cubicBezTo>
                <a:moveTo>
                  <a:pt x="3304845" y="39416"/>
                </a:moveTo>
                <a:cubicBezTo>
                  <a:pt x="3304939" y="37335"/>
                  <a:pt x="3304737" y="35433"/>
                  <a:pt x="3304240" y="33709"/>
                </a:cubicBezTo>
                <a:cubicBezTo>
                  <a:pt x="3303743" y="31985"/>
                  <a:pt x="3302974" y="30502"/>
                  <a:pt x="3301933" y="29260"/>
                </a:cubicBezTo>
                <a:cubicBezTo>
                  <a:pt x="3300893" y="28017"/>
                  <a:pt x="3299596" y="27046"/>
                  <a:pt x="3298043" y="26348"/>
                </a:cubicBezTo>
                <a:cubicBezTo>
                  <a:pt x="3296490" y="25649"/>
                  <a:pt x="3294688" y="25299"/>
                  <a:pt x="3292638" y="25299"/>
                </a:cubicBezTo>
                <a:cubicBezTo>
                  <a:pt x="3290868" y="25299"/>
                  <a:pt x="3289253" y="25641"/>
                  <a:pt x="3287793" y="26324"/>
                </a:cubicBezTo>
                <a:cubicBezTo>
                  <a:pt x="3286333" y="27008"/>
                  <a:pt x="3285075" y="27970"/>
                  <a:pt x="3284019" y="29213"/>
                </a:cubicBezTo>
                <a:cubicBezTo>
                  <a:pt x="3282963" y="30455"/>
                  <a:pt x="3282109" y="31946"/>
                  <a:pt x="3281456" y="33686"/>
                </a:cubicBezTo>
                <a:cubicBezTo>
                  <a:pt x="3280804" y="35425"/>
                  <a:pt x="3280400" y="37335"/>
                  <a:pt x="3280245" y="39416"/>
                </a:cubicBezTo>
                <a:lnTo>
                  <a:pt x="3304845" y="39416"/>
                </a:lnTo>
                <a:close/>
                <a:moveTo>
                  <a:pt x="3325627" y="19662"/>
                </a:moveTo>
                <a:lnTo>
                  <a:pt x="3332849" y="19662"/>
                </a:lnTo>
                <a:lnTo>
                  <a:pt x="3333175" y="27210"/>
                </a:lnTo>
                <a:cubicBezTo>
                  <a:pt x="3334542" y="25594"/>
                  <a:pt x="3335862" y="24251"/>
                  <a:pt x="3337135" y="23179"/>
                </a:cubicBezTo>
                <a:cubicBezTo>
                  <a:pt x="3338409" y="22108"/>
                  <a:pt x="3339659" y="21246"/>
                  <a:pt x="3340886" y="20593"/>
                </a:cubicBezTo>
                <a:cubicBezTo>
                  <a:pt x="3342113" y="19941"/>
                  <a:pt x="3343363" y="19483"/>
                  <a:pt x="3344637" y="19219"/>
                </a:cubicBezTo>
                <a:cubicBezTo>
                  <a:pt x="3345910" y="18955"/>
                  <a:pt x="3347230" y="18823"/>
                  <a:pt x="3348597" y="18823"/>
                </a:cubicBezTo>
                <a:cubicBezTo>
                  <a:pt x="3353411" y="18823"/>
                  <a:pt x="3357053" y="20244"/>
                  <a:pt x="3359523" y="23086"/>
                </a:cubicBezTo>
                <a:cubicBezTo>
                  <a:pt x="3361992" y="25928"/>
                  <a:pt x="3363227" y="30207"/>
                  <a:pt x="3363227" y="35922"/>
                </a:cubicBezTo>
                <a:lnTo>
                  <a:pt x="3363227" y="66440"/>
                </a:lnTo>
                <a:lnTo>
                  <a:pt x="3355120" y="66440"/>
                </a:lnTo>
                <a:lnTo>
                  <a:pt x="3355120" y="36574"/>
                </a:lnTo>
                <a:cubicBezTo>
                  <a:pt x="3355120" y="32909"/>
                  <a:pt x="3354436" y="30199"/>
                  <a:pt x="3353070" y="28444"/>
                </a:cubicBezTo>
                <a:cubicBezTo>
                  <a:pt x="3351703" y="26689"/>
                  <a:pt x="3349669" y="25812"/>
                  <a:pt x="3346966" y="25812"/>
                </a:cubicBezTo>
                <a:cubicBezTo>
                  <a:pt x="3345972" y="25812"/>
                  <a:pt x="3345002" y="25959"/>
                  <a:pt x="3344054" y="26254"/>
                </a:cubicBezTo>
                <a:cubicBezTo>
                  <a:pt x="3343107" y="26549"/>
                  <a:pt x="3342121" y="27062"/>
                  <a:pt x="3341096" y="27792"/>
                </a:cubicBezTo>
                <a:cubicBezTo>
                  <a:pt x="3340071" y="28522"/>
                  <a:pt x="3338960" y="29508"/>
                  <a:pt x="3337764" y="30750"/>
                </a:cubicBezTo>
                <a:cubicBezTo>
                  <a:pt x="3336569" y="31993"/>
                  <a:pt x="3335225" y="33546"/>
                  <a:pt x="3333734" y="35410"/>
                </a:cubicBezTo>
                <a:lnTo>
                  <a:pt x="3333734" y="66440"/>
                </a:lnTo>
                <a:lnTo>
                  <a:pt x="3325627" y="66440"/>
                </a:lnTo>
                <a:lnTo>
                  <a:pt x="3325627" y="19662"/>
                </a:lnTo>
                <a:close/>
                <a:moveTo>
                  <a:pt x="3473260" y="65741"/>
                </a:moveTo>
                <a:cubicBezTo>
                  <a:pt x="3471428" y="66223"/>
                  <a:pt x="3469533" y="66569"/>
                  <a:pt x="3467576" y="66777"/>
                </a:cubicBezTo>
                <a:cubicBezTo>
                  <a:pt x="3465619" y="66987"/>
                  <a:pt x="3463631" y="67092"/>
                  <a:pt x="3461612" y="67092"/>
                </a:cubicBezTo>
                <a:cubicBezTo>
                  <a:pt x="3455742" y="67092"/>
                  <a:pt x="3451362" y="65764"/>
                  <a:pt x="3448473" y="63108"/>
                </a:cubicBezTo>
                <a:cubicBezTo>
                  <a:pt x="3445585" y="60453"/>
                  <a:pt x="3444140" y="56376"/>
                  <a:pt x="3444140" y="50878"/>
                </a:cubicBezTo>
                <a:lnTo>
                  <a:pt x="3444140" y="26464"/>
                </a:lnTo>
                <a:lnTo>
                  <a:pt x="3431048" y="26464"/>
                </a:lnTo>
                <a:lnTo>
                  <a:pt x="3431048" y="19662"/>
                </a:lnTo>
                <a:lnTo>
                  <a:pt x="3444140" y="19662"/>
                </a:lnTo>
                <a:lnTo>
                  <a:pt x="3444140" y="6762"/>
                </a:lnTo>
                <a:lnTo>
                  <a:pt x="3452247" y="4659"/>
                </a:lnTo>
                <a:lnTo>
                  <a:pt x="3452247" y="19662"/>
                </a:lnTo>
                <a:lnTo>
                  <a:pt x="3473260" y="19662"/>
                </a:lnTo>
                <a:lnTo>
                  <a:pt x="3473260" y="26464"/>
                </a:lnTo>
                <a:lnTo>
                  <a:pt x="3452247" y="26464"/>
                </a:lnTo>
                <a:lnTo>
                  <a:pt x="3452247" y="50226"/>
                </a:lnTo>
                <a:cubicBezTo>
                  <a:pt x="3452247" y="53580"/>
                  <a:pt x="3453140" y="56089"/>
                  <a:pt x="3454926" y="57750"/>
                </a:cubicBezTo>
                <a:cubicBezTo>
                  <a:pt x="3456712" y="59412"/>
                  <a:pt x="3459345" y="60243"/>
                  <a:pt x="3462824" y="60243"/>
                </a:cubicBezTo>
                <a:cubicBezTo>
                  <a:pt x="3464315" y="60243"/>
                  <a:pt x="3465945" y="60123"/>
                  <a:pt x="3467716" y="59883"/>
                </a:cubicBezTo>
                <a:cubicBezTo>
                  <a:pt x="3469486" y="59643"/>
                  <a:pt x="3471334" y="59265"/>
                  <a:pt x="3473260" y="58752"/>
                </a:cubicBezTo>
                <a:lnTo>
                  <a:pt x="3473260" y="65741"/>
                </a:lnTo>
                <a:close/>
                <a:moveTo>
                  <a:pt x="3489336" y="19662"/>
                </a:moveTo>
                <a:lnTo>
                  <a:pt x="3496744" y="19662"/>
                </a:lnTo>
                <a:lnTo>
                  <a:pt x="3496977" y="28259"/>
                </a:lnTo>
                <a:cubicBezTo>
                  <a:pt x="3499742" y="24943"/>
                  <a:pt x="3502467" y="22542"/>
                  <a:pt x="3505154" y="21055"/>
                </a:cubicBezTo>
                <a:cubicBezTo>
                  <a:pt x="3507841" y="19567"/>
                  <a:pt x="3510551" y="18823"/>
                  <a:pt x="3513284" y="18823"/>
                </a:cubicBezTo>
                <a:cubicBezTo>
                  <a:pt x="3518130" y="18823"/>
                  <a:pt x="3521803" y="20388"/>
                  <a:pt x="3524303" y="23517"/>
                </a:cubicBezTo>
                <a:cubicBezTo>
                  <a:pt x="3526804" y="26647"/>
                  <a:pt x="3527961" y="31294"/>
                  <a:pt x="3527774" y="37460"/>
                </a:cubicBezTo>
                <a:lnTo>
                  <a:pt x="3519574" y="37460"/>
                </a:lnTo>
                <a:cubicBezTo>
                  <a:pt x="3519667" y="33376"/>
                  <a:pt x="3519070" y="30414"/>
                  <a:pt x="3517781" y="28574"/>
                </a:cubicBezTo>
                <a:cubicBezTo>
                  <a:pt x="3516491" y="26732"/>
                  <a:pt x="3514605" y="25812"/>
                  <a:pt x="3512120" y="25812"/>
                </a:cubicBezTo>
                <a:cubicBezTo>
                  <a:pt x="3511032" y="25812"/>
                  <a:pt x="3509938" y="26005"/>
                  <a:pt x="3508835" y="26393"/>
                </a:cubicBezTo>
                <a:cubicBezTo>
                  <a:pt x="3507732" y="26779"/>
                  <a:pt x="3506599" y="27397"/>
                  <a:pt x="3505434" y="28248"/>
                </a:cubicBezTo>
                <a:cubicBezTo>
                  <a:pt x="3504269" y="29098"/>
                  <a:pt x="3503034" y="30188"/>
                  <a:pt x="3501730" y="31519"/>
                </a:cubicBezTo>
                <a:cubicBezTo>
                  <a:pt x="3500425" y="32849"/>
                  <a:pt x="3499027" y="34457"/>
                  <a:pt x="3497536" y="36344"/>
                </a:cubicBezTo>
                <a:lnTo>
                  <a:pt x="3497536" y="66440"/>
                </a:lnTo>
                <a:lnTo>
                  <a:pt x="3489336" y="66440"/>
                </a:lnTo>
                <a:lnTo>
                  <a:pt x="3489336" y="19662"/>
                </a:lnTo>
                <a:close/>
                <a:moveTo>
                  <a:pt x="3580891" y="19662"/>
                </a:moveTo>
                <a:lnTo>
                  <a:pt x="3564957" y="61501"/>
                </a:lnTo>
                <a:cubicBezTo>
                  <a:pt x="3563310" y="65756"/>
                  <a:pt x="3561610" y="69421"/>
                  <a:pt x="3559855" y="72497"/>
                </a:cubicBezTo>
                <a:cubicBezTo>
                  <a:pt x="3558100" y="75572"/>
                  <a:pt x="3556182" y="78095"/>
                  <a:pt x="3554101" y="80068"/>
                </a:cubicBezTo>
                <a:cubicBezTo>
                  <a:pt x="3552020" y="82040"/>
                  <a:pt x="3549737" y="83492"/>
                  <a:pt x="3547252" y="84424"/>
                </a:cubicBezTo>
                <a:cubicBezTo>
                  <a:pt x="3544767" y="85356"/>
                  <a:pt x="3541987" y="85822"/>
                  <a:pt x="3538912" y="85822"/>
                </a:cubicBezTo>
                <a:cubicBezTo>
                  <a:pt x="3538104" y="85822"/>
                  <a:pt x="3537374" y="85806"/>
                  <a:pt x="3536722" y="85775"/>
                </a:cubicBezTo>
                <a:cubicBezTo>
                  <a:pt x="3536070" y="85744"/>
                  <a:pt x="3535355" y="85697"/>
                  <a:pt x="3534579" y="85635"/>
                </a:cubicBezTo>
                <a:lnTo>
                  <a:pt x="3534579" y="78274"/>
                </a:lnTo>
                <a:cubicBezTo>
                  <a:pt x="3535262" y="78367"/>
                  <a:pt x="3536008" y="78453"/>
                  <a:pt x="3536815" y="78530"/>
                </a:cubicBezTo>
                <a:cubicBezTo>
                  <a:pt x="3537623" y="78608"/>
                  <a:pt x="3538477" y="78647"/>
                  <a:pt x="3539378" y="78647"/>
                </a:cubicBezTo>
                <a:cubicBezTo>
                  <a:pt x="3540869" y="78647"/>
                  <a:pt x="3542259" y="78429"/>
                  <a:pt x="3543548" y="77994"/>
                </a:cubicBezTo>
                <a:cubicBezTo>
                  <a:pt x="3544837" y="77559"/>
                  <a:pt x="3546056" y="76853"/>
                  <a:pt x="3547205" y="75874"/>
                </a:cubicBezTo>
                <a:cubicBezTo>
                  <a:pt x="3548354" y="74896"/>
                  <a:pt x="3549457" y="73630"/>
                  <a:pt x="3550513" y="72077"/>
                </a:cubicBezTo>
                <a:cubicBezTo>
                  <a:pt x="3551569" y="70524"/>
                  <a:pt x="3552594" y="68645"/>
                  <a:pt x="3553588" y="66440"/>
                </a:cubicBezTo>
                <a:lnTo>
                  <a:pt x="3534905" y="19662"/>
                </a:lnTo>
                <a:lnTo>
                  <a:pt x="3544130" y="19662"/>
                </a:lnTo>
                <a:lnTo>
                  <a:pt x="3555964" y="50598"/>
                </a:lnTo>
                <a:lnTo>
                  <a:pt x="3558341" y="57867"/>
                </a:lnTo>
                <a:lnTo>
                  <a:pt x="3561043" y="50412"/>
                </a:lnTo>
                <a:lnTo>
                  <a:pt x="3571992" y="19662"/>
                </a:lnTo>
                <a:lnTo>
                  <a:pt x="3580891" y="19662"/>
                </a:lnTo>
                <a:close/>
                <a:moveTo>
                  <a:pt x="3607077" y="26371"/>
                </a:moveTo>
                <a:lnTo>
                  <a:pt x="3593239" y="26371"/>
                </a:lnTo>
                <a:lnTo>
                  <a:pt x="3593239" y="19662"/>
                </a:lnTo>
                <a:lnTo>
                  <a:pt x="3615277" y="19662"/>
                </a:lnTo>
                <a:lnTo>
                  <a:pt x="3615277" y="59684"/>
                </a:lnTo>
                <a:lnTo>
                  <a:pt x="3629208" y="59684"/>
                </a:lnTo>
                <a:lnTo>
                  <a:pt x="3629208" y="66440"/>
                </a:lnTo>
                <a:lnTo>
                  <a:pt x="3591702" y="66440"/>
                </a:lnTo>
                <a:lnTo>
                  <a:pt x="3591702" y="59684"/>
                </a:lnTo>
                <a:lnTo>
                  <a:pt x="3607077" y="59684"/>
                </a:lnTo>
                <a:lnTo>
                  <a:pt x="3607077" y="26371"/>
                </a:lnTo>
                <a:moveTo>
                  <a:pt x="3609919" y="0"/>
                </a:moveTo>
                <a:cubicBezTo>
                  <a:pt x="3610820" y="0"/>
                  <a:pt x="3611659" y="163"/>
                  <a:pt x="3612435" y="489"/>
                </a:cubicBezTo>
                <a:cubicBezTo>
                  <a:pt x="3613212" y="815"/>
                  <a:pt x="3613887" y="1274"/>
                  <a:pt x="3614462" y="1864"/>
                </a:cubicBezTo>
                <a:cubicBezTo>
                  <a:pt x="3615036" y="2454"/>
                  <a:pt x="3615487" y="3129"/>
                  <a:pt x="3615813" y="3890"/>
                </a:cubicBezTo>
                <a:cubicBezTo>
                  <a:pt x="3616139" y="4651"/>
                  <a:pt x="3616302" y="5482"/>
                  <a:pt x="3616302" y="6383"/>
                </a:cubicBezTo>
                <a:cubicBezTo>
                  <a:pt x="3616302" y="7253"/>
                  <a:pt x="3616139" y="8076"/>
                  <a:pt x="3615813" y="8852"/>
                </a:cubicBezTo>
                <a:cubicBezTo>
                  <a:pt x="3615487" y="9629"/>
                  <a:pt x="3615036" y="10312"/>
                  <a:pt x="3614462" y="10902"/>
                </a:cubicBezTo>
                <a:cubicBezTo>
                  <a:pt x="3613887" y="11493"/>
                  <a:pt x="3613212" y="11951"/>
                  <a:pt x="3612435" y="12277"/>
                </a:cubicBezTo>
                <a:cubicBezTo>
                  <a:pt x="3611659" y="12603"/>
                  <a:pt x="3610820" y="12766"/>
                  <a:pt x="3609919" y="12766"/>
                </a:cubicBezTo>
                <a:cubicBezTo>
                  <a:pt x="3609018" y="12766"/>
                  <a:pt x="3608180" y="12603"/>
                  <a:pt x="3607403" y="12277"/>
                </a:cubicBezTo>
                <a:cubicBezTo>
                  <a:pt x="3606627" y="11951"/>
                  <a:pt x="3605951" y="11493"/>
                  <a:pt x="3605376" y="10902"/>
                </a:cubicBezTo>
                <a:cubicBezTo>
                  <a:pt x="3604802" y="10312"/>
                  <a:pt x="3604351" y="9629"/>
                  <a:pt x="3604025" y="8852"/>
                </a:cubicBezTo>
                <a:cubicBezTo>
                  <a:pt x="3603699" y="8076"/>
                  <a:pt x="3603536" y="7253"/>
                  <a:pt x="3603536" y="6383"/>
                </a:cubicBezTo>
                <a:cubicBezTo>
                  <a:pt x="3603536" y="5482"/>
                  <a:pt x="3603699" y="4651"/>
                  <a:pt x="3604025" y="3890"/>
                </a:cubicBezTo>
                <a:cubicBezTo>
                  <a:pt x="3604351" y="3129"/>
                  <a:pt x="3604802" y="2454"/>
                  <a:pt x="3605376" y="1864"/>
                </a:cubicBezTo>
                <a:cubicBezTo>
                  <a:pt x="3605951" y="1274"/>
                  <a:pt x="3606627" y="815"/>
                  <a:pt x="3607403" y="489"/>
                </a:cubicBezTo>
                <a:cubicBezTo>
                  <a:pt x="3608180" y="163"/>
                  <a:pt x="3609018" y="0"/>
                  <a:pt x="3609919" y="0"/>
                </a:cubicBezTo>
                <a:close/>
                <a:moveTo>
                  <a:pt x="3643002" y="19662"/>
                </a:moveTo>
                <a:lnTo>
                  <a:pt x="3650223" y="19662"/>
                </a:lnTo>
                <a:lnTo>
                  <a:pt x="3650549" y="27210"/>
                </a:lnTo>
                <a:cubicBezTo>
                  <a:pt x="3651916" y="25594"/>
                  <a:pt x="3653236" y="24251"/>
                  <a:pt x="3654510" y="23179"/>
                </a:cubicBezTo>
                <a:cubicBezTo>
                  <a:pt x="3655783" y="22108"/>
                  <a:pt x="3657033" y="21246"/>
                  <a:pt x="3658260" y="20593"/>
                </a:cubicBezTo>
                <a:cubicBezTo>
                  <a:pt x="3659487" y="19941"/>
                  <a:pt x="3660737" y="19483"/>
                  <a:pt x="3662011" y="19219"/>
                </a:cubicBezTo>
                <a:cubicBezTo>
                  <a:pt x="3663284" y="18955"/>
                  <a:pt x="3664604" y="18823"/>
                  <a:pt x="3665971" y="18823"/>
                </a:cubicBezTo>
                <a:cubicBezTo>
                  <a:pt x="3670786" y="18823"/>
                  <a:pt x="3674428" y="20244"/>
                  <a:pt x="3676897" y="23086"/>
                </a:cubicBezTo>
                <a:cubicBezTo>
                  <a:pt x="3679366" y="25928"/>
                  <a:pt x="3680601" y="30207"/>
                  <a:pt x="3680601" y="35922"/>
                </a:cubicBezTo>
                <a:lnTo>
                  <a:pt x="3680601" y="66440"/>
                </a:lnTo>
                <a:lnTo>
                  <a:pt x="3672494" y="66440"/>
                </a:lnTo>
                <a:lnTo>
                  <a:pt x="3672494" y="36574"/>
                </a:lnTo>
                <a:cubicBezTo>
                  <a:pt x="3672494" y="32909"/>
                  <a:pt x="3671811" y="30199"/>
                  <a:pt x="3670444" y="28444"/>
                </a:cubicBezTo>
                <a:cubicBezTo>
                  <a:pt x="3669077" y="26689"/>
                  <a:pt x="3667043" y="25812"/>
                  <a:pt x="3664340" y="25812"/>
                </a:cubicBezTo>
                <a:cubicBezTo>
                  <a:pt x="3663347" y="25812"/>
                  <a:pt x="3662376" y="25959"/>
                  <a:pt x="3661428" y="26254"/>
                </a:cubicBezTo>
                <a:cubicBezTo>
                  <a:pt x="3660481" y="26549"/>
                  <a:pt x="3659495" y="27062"/>
                  <a:pt x="3658470" y="27792"/>
                </a:cubicBezTo>
                <a:cubicBezTo>
                  <a:pt x="3657445" y="28522"/>
                  <a:pt x="3656334" y="29508"/>
                  <a:pt x="3655139" y="30750"/>
                </a:cubicBezTo>
                <a:cubicBezTo>
                  <a:pt x="3653943" y="31993"/>
                  <a:pt x="3652599" y="33546"/>
                  <a:pt x="3651108" y="35410"/>
                </a:cubicBezTo>
                <a:lnTo>
                  <a:pt x="3651108" y="66440"/>
                </a:lnTo>
                <a:lnTo>
                  <a:pt x="3643002" y="66440"/>
                </a:lnTo>
                <a:lnTo>
                  <a:pt x="3643002" y="19662"/>
                </a:lnTo>
                <a:close/>
                <a:moveTo>
                  <a:pt x="3728546" y="26278"/>
                </a:moveTo>
                <a:cubicBezTo>
                  <a:pt x="3729415" y="27365"/>
                  <a:pt x="3730091" y="28631"/>
                  <a:pt x="3730572" y="30075"/>
                </a:cubicBezTo>
                <a:cubicBezTo>
                  <a:pt x="3731054" y="31519"/>
                  <a:pt x="3731295" y="33080"/>
                  <a:pt x="3731295" y="34757"/>
                </a:cubicBezTo>
                <a:cubicBezTo>
                  <a:pt x="3731295" y="37180"/>
                  <a:pt x="3730852" y="39393"/>
                  <a:pt x="3729967" y="41397"/>
                </a:cubicBezTo>
                <a:cubicBezTo>
                  <a:pt x="3729082" y="43400"/>
                  <a:pt x="3727831" y="45116"/>
                  <a:pt x="3726216" y="46545"/>
                </a:cubicBezTo>
                <a:cubicBezTo>
                  <a:pt x="3724601" y="47974"/>
                  <a:pt x="3722667" y="49084"/>
                  <a:pt x="3720415" y="49876"/>
                </a:cubicBezTo>
                <a:cubicBezTo>
                  <a:pt x="3718164" y="50668"/>
                  <a:pt x="3715686" y="51064"/>
                  <a:pt x="3712984" y="51064"/>
                </a:cubicBezTo>
                <a:cubicBezTo>
                  <a:pt x="3711027" y="51064"/>
                  <a:pt x="3709195" y="50855"/>
                  <a:pt x="3707486" y="50435"/>
                </a:cubicBezTo>
                <a:cubicBezTo>
                  <a:pt x="3705778" y="50016"/>
                  <a:pt x="3704427" y="49496"/>
                  <a:pt x="3703433" y="48875"/>
                </a:cubicBezTo>
                <a:cubicBezTo>
                  <a:pt x="3702843" y="49744"/>
                  <a:pt x="3702346" y="50566"/>
                  <a:pt x="3701942" y="51340"/>
                </a:cubicBezTo>
                <a:cubicBezTo>
                  <a:pt x="3701538" y="52112"/>
                  <a:pt x="3701336" y="52977"/>
                  <a:pt x="3701336" y="53934"/>
                </a:cubicBezTo>
                <a:cubicBezTo>
                  <a:pt x="3701336" y="55107"/>
                  <a:pt x="3701903" y="56079"/>
                  <a:pt x="3703037" y="56850"/>
                </a:cubicBezTo>
                <a:cubicBezTo>
                  <a:pt x="3704171" y="57621"/>
                  <a:pt x="3705669" y="58038"/>
                  <a:pt x="3707533" y="58100"/>
                </a:cubicBezTo>
                <a:lnTo>
                  <a:pt x="3719833" y="58566"/>
                </a:lnTo>
                <a:cubicBezTo>
                  <a:pt x="3722163" y="58628"/>
                  <a:pt x="3724314" y="58923"/>
                  <a:pt x="3726286" y="59452"/>
                </a:cubicBezTo>
                <a:cubicBezTo>
                  <a:pt x="3728258" y="59981"/>
                  <a:pt x="3729951" y="60744"/>
                  <a:pt x="3731365" y="61740"/>
                </a:cubicBezTo>
                <a:cubicBezTo>
                  <a:pt x="3732778" y="62735"/>
                  <a:pt x="3733880" y="63963"/>
                  <a:pt x="3734673" y="65426"/>
                </a:cubicBezTo>
                <a:cubicBezTo>
                  <a:pt x="3735465" y="66888"/>
                  <a:pt x="3735861" y="68584"/>
                  <a:pt x="3735861" y="70513"/>
                </a:cubicBezTo>
                <a:cubicBezTo>
                  <a:pt x="3735861" y="72598"/>
                  <a:pt x="3735410" y="74574"/>
                  <a:pt x="3734509" y="76441"/>
                </a:cubicBezTo>
                <a:cubicBezTo>
                  <a:pt x="3733609" y="78307"/>
                  <a:pt x="3732219" y="79948"/>
                  <a:pt x="3730340" y="81364"/>
                </a:cubicBezTo>
                <a:cubicBezTo>
                  <a:pt x="3728460" y="82780"/>
                  <a:pt x="3726076" y="83908"/>
                  <a:pt x="3723188" y="84747"/>
                </a:cubicBezTo>
                <a:cubicBezTo>
                  <a:pt x="3720299" y="85588"/>
                  <a:pt x="3716867" y="86008"/>
                  <a:pt x="3712891" y="86008"/>
                </a:cubicBezTo>
                <a:cubicBezTo>
                  <a:pt x="3709101" y="86008"/>
                  <a:pt x="3705879" y="85705"/>
                  <a:pt x="3703223" y="85098"/>
                </a:cubicBezTo>
                <a:cubicBezTo>
                  <a:pt x="3700567" y="84491"/>
                  <a:pt x="3698385" y="83651"/>
                  <a:pt x="3696677" y="82578"/>
                </a:cubicBezTo>
                <a:cubicBezTo>
                  <a:pt x="3694969" y="81504"/>
                  <a:pt x="3693726" y="80228"/>
                  <a:pt x="3692950" y="78750"/>
                </a:cubicBezTo>
                <a:cubicBezTo>
                  <a:pt x="3692173" y="77273"/>
                  <a:pt x="3691785" y="75647"/>
                  <a:pt x="3691785" y="73874"/>
                </a:cubicBezTo>
                <a:cubicBezTo>
                  <a:pt x="3691785" y="71603"/>
                  <a:pt x="3692313" y="69611"/>
                  <a:pt x="3693369" y="67900"/>
                </a:cubicBezTo>
                <a:cubicBezTo>
                  <a:pt x="3694425" y="66190"/>
                  <a:pt x="3696056" y="64541"/>
                  <a:pt x="3698261" y="62954"/>
                </a:cubicBezTo>
                <a:cubicBezTo>
                  <a:pt x="3697454" y="62582"/>
                  <a:pt x="3696755" y="62117"/>
                  <a:pt x="3696165" y="61559"/>
                </a:cubicBezTo>
                <a:cubicBezTo>
                  <a:pt x="3695574" y="61001"/>
                  <a:pt x="3695093" y="60389"/>
                  <a:pt x="3694720" y="59723"/>
                </a:cubicBezTo>
                <a:cubicBezTo>
                  <a:pt x="3694347" y="59056"/>
                  <a:pt x="3694068" y="58351"/>
                  <a:pt x="3693882" y="57608"/>
                </a:cubicBezTo>
                <a:cubicBezTo>
                  <a:pt x="3693695" y="56863"/>
                  <a:pt x="3693602" y="56135"/>
                  <a:pt x="3693602" y="55422"/>
                </a:cubicBezTo>
                <a:cubicBezTo>
                  <a:pt x="3693602" y="53407"/>
                  <a:pt x="3694076" y="51563"/>
                  <a:pt x="3695023" y="49889"/>
                </a:cubicBezTo>
                <a:cubicBezTo>
                  <a:pt x="3695970" y="48216"/>
                  <a:pt x="3697096" y="46635"/>
                  <a:pt x="3698401" y="45147"/>
                </a:cubicBezTo>
                <a:cubicBezTo>
                  <a:pt x="3697811" y="44433"/>
                  <a:pt x="3697291" y="43734"/>
                  <a:pt x="3696840" y="43051"/>
                </a:cubicBezTo>
                <a:cubicBezTo>
                  <a:pt x="3696390" y="42367"/>
                  <a:pt x="3696001" y="41630"/>
                  <a:pt x="3695675" y="40838"/>
                </a:cubicBezTo>
                <a:cubicBezTo>
                  <a:pt x="3695349" y="40045"/>
                  <a:pt x="3695101" y="39191"/>
                  <a:pt x="3694930" y="38275"/>
                </a:cubicBezTo>
                <a:cubicBezTo>
                  <a:pt x="3694759" y="37359"/>
                  <a:pt x="3694674" y="36310"/>
                  <a:pt x="3694674" y="35130"/>
                </a:cubicBezTo>
                <a:cubicBezTo>
                  <a:pt x="3694674" y="32707"/>
                  <a:pt x="3695116" y="30494"/>
                  <a:pt x="3696001" y="28491"/>
                </a:cubicBezTo>
                <a:cubicBezTo>
                  <a:pt x="3696887" y="26487"/>
                  <a:pt x="3698129" y="24771"/>
                  <a:pt x="3699729" y="23342"/>
                </a:cubicBezTo>
                <a:cubicBezTo>
                  <a:pt x="3701328" y="21914"/>
                  <a:pt x="3703254" y="20803"/>
                  <a:pt x="3705506" y="20011"/>
                </a:cubicBezTo>
                <a:cubicBezTo>
                  <a:pt x="3707758" y="19219"/>
                  <a:pt x="3710251" y="18823"/>
                  <a:pt x="3712984" y="18823"/>
                </a:cubicBezTo>
                <a:cubicBezTo>
                  <a:pt x="3714133" y="18823"/>
                  <a:pt x="3715236" y="18901"/>
                  <a:pt x="3716292" y="19056"/>
                </a:cubicBezTo>
                <a:cubicBezTo>
                  <a:pt x="3717348" y="19211"/>
                  <a:pt x="3718280" y="19413"/>
                  <a:pt x="3719088" y="19662"/>
                </a:cubicBezTo>
                <a:lnTo>
                  <a:pt x="3736047" y="19662"/>
                </a:lnTo>
                <a:lnTo>
                  <a:pt x="3736047" y="26278"/>
                </a:lnTo>
                <a:lnTo>
                  <a:pt x="3728546" y="26278"/>
                </a:lnTo>
                <a:moveTo>
                  <a:pt x="3700404" y="73175"/>
                </a:moveTo>
                <a:cubicBezTo>
                  <a:pt x="3700404" y="75387"/>
                  <a:pt x="3701554" y="76999"/>
                  <a:pt x="3703852" y="78012"/>
                </a:cubicBezTo>
                <a:cubicBezTo>
                  <a:pt x="3706151" y="79025"/>
                  <a:pt x="3709350" y="79532"/>
                  <a:pt x="3713450" y="79532"/>
                </a:cubicBezTo>
                <a:cubicBezTo>
                  <a:pt x="3716028" y="79532"/>
                  <a:pt x="3718195" y="79298"/>
                  <a:pt x="3719950" y="78830"/>
                </a:cubicBezTo>
                <a:cubicBezTo>
                  <a:pt x="3721705" y="78363"/>
                  <a:pt x="3723118" y="77748"/>
                  <a:pt x="3724189" y="76984"/>
                </a:cubicBezTo>
                <a:cubicBezTo>
                  <a:pt x="3725261" y="76220"/>
                  <a:pt x="3726030" y="75347"/>
                  <a:pt x="3726496" y="74366"/>
                </a:cubicBezTo>
                <a:cubicBezTo>
                  <a:pt x="3726962" y="73385"/>
                  <a:pt x="3727195" y="72380"/>
                  <a:pt x="3727195" y="71351"/>
                </a:cubicBezTo>
                <a:cubicBezTo>
                  <a:pt x="3727195" y="69449"/>
                  <a:pt x="3726418" y="68047"/>
                  <a:pt x="3724865" y="67143"/>
                </a:cubicBezTo>
                <a:cubicBezTo>
                  <a:pt x="3723312" y="66239"/>
                  <a:pt x="3720936" y="65710"/>
                  <a:pt x="3717736" y="65554"/>
                </a:cubicBezTo>
                <a:lnTo>
                  <a:pt x="3705529" y="65135"/>
                </a:lnTo>
                <a:cubicBezTo>
                  <a:pt x="3704504" y="65820"/>
                  <a:pt x="3703658" y="66490"/>
                  <a:pt x="3702990" y="67144"/>
                </a:cubicBezTo>
                <a:cubicBezTo>
                  <a:pt x="3702322" y="67800"/>
                  <a:pt x="3701802" y="68462"/>
                  <a:pt x="3701429" y="69132"/>
                </a:cubicBezTo>
                <a:cubicBezTo>
                  <a:pt x="3701057" y="69802"/>
                  <a:pt x="3700793" y="70471"/>
                  <a:pt x="3700637" y="71141"/>
                </a:cubicBezTo>
                <a:cubicBezTo>
                  <a:pt x="3700482" y="71812"/>
                  <a:pt x="3700404" y="72490"/>
                  <a:pt x="3700404" y="73175"/>
                </a:cubicBezTo>
                <a:moveTo>
                  <a:pt x="3702874" y="34944"/>
                </a:moveTo>
                <a:cubicBezTo>
                  <a:pt x="3702874" y="36435"/>
                  <a:pt x="3703122" y="37801"/>
                  <a:pt x="3703619" y="39044"/>
                </a:cubicBezTo>
                <a:cubicBezTo>
                  <a:pt x="3704116" y="40286"/>
                  <a:pt x="3704815" y="41342"/>
                  <a:pt x="3705716" y="42212"/>
                </a:cubicBezTo>
                <a:cubicBezTo>
                  <a:pt x="3706617" y="43082"/>
                  <a:pt x="3707680" y="43757"/>
                  <a:pt x="3708907" y="44239"/>
                </a:cubicBezTo>
                <a:cubicBezTo>
                  <a:pt x="3710134" y="44720"/>
                  <a:pt x="3711493" y="44961"/>
                  <a:pt x="3712984" y="44961"/>
                </a:cubicBezTo>
                <a:cubicBezTo>
                  <a:pt x="3714599" y="44961"/>
                  <a:pt x="3716036" y="44689"/>
                  <a:pt x="3717294" y="44146"/>
                </a:cubicBezTo>
                <a:cubicBezTo>
                  <a:pt x="3718552" y="43602"/>
                  <a:pt x="3719608" y="42864"/>
                  <a:pt x="3720462" y="41932"/>
                </a:cubicBezTo>
                <a:cubicBezTo>
                  <a:pt x="3721316" y="41001"/>
                  <a:pt x="3721969" y="39929"/>
                  <a:pt x="3722419" y="38718"/>
                </a:cubicBezTo>
                <a:cubicBezTo>
                  <a:pt x="3722869" y="37506"/>
                  <a:pt x="3723095" y="36248"/>
                  <a:pt x="3723095" y="34944"/>
                </a:cubicBezTo>
                <a:cubicBezTo>
                  <a:pt x="3723095" y="33453"/>
                  <a:pt x="3722846" y="32086"/>
                  <a:pt x="3722349" y="30844"/>
                </a:cubicBezTo>
                <a:cubicBezTo>
                  <a:pt x="3721852" y="29601"/>
                  <a:pt x="3721153" y="28545"/>
                  <a:pt x="3720252" y="27675"/>
                </a:cubicBezTo>
                <a:cubicBezTo>
                  <a:pt x="3719352" y="26806"/>
                  <a:pt x="3718288" y="26130"/>
                  <a:pt x="3717061" y="25649"/>
                </a:cubicBezTo>
                <a:cubicBezTo>
                  <a:pt x="3715834" y="25167"/>
                  <a:pt x="3714475" y="24927"/>
                  <a:pt x="3712984" y="24927"/>
                </a:cubicBezTo>
                <a:cubicBezTo>
                  <a:pt x="3711369" y="24927"/>
                  <a:pt x="3709932" y="25206"/>
                  <a:pt x="3708674" y="25765"/>
                </a:cubicBezTo>
                <a:cubicBezTo>
                  <a:pt x="3707416" y="26324"/>
                  <a:pt x="3706360" y="27062"/>
                  <a:pt x="3705506" y="27978"/>
                </a:cubicBezTo>
                <a:cubicBezTo>
                  <a:pt x="3704652" y="28895"/>
                  <a:pt x="3704000" y="29958"/>
                  <a:pt x="3703549" y="31170"/>
                </a:cubicBezTo>
                <a:cubicBezTo>
                  <a:pt x="3703099" y="32381"/>
                  <a:pt x="3702874" y="33639"/>
                  <a:pt x="3702874" y="34944"/>
                </a:cubicBezTo>
                <a:close/>
                <a:moveTo>
                  <a:pt x="3842492" y="65741"/>
                </a:moveTo>
                <a:cubicBezTo>
                  <a:pt x="3840660" y="66223"/>
                  <a:pt x="3838765" y="66569"/>
                  <a:pt x="3836808" y="66777"/>
                </a:cubicBezTo>
                <a:cubicBezTo>
                  <a:pt x="3834851" y="66987"/>
                  <a:pt x="3832863" y="67092"/>
                  <a:pt x="3830844" y="67092"/>
                </a:cubicBezTo>
                <a:cubicBezTo>
                  <a:pt x="3824974" y="67092"/>
                  <a:pt x="3820594" y="65764"/>
                  <a:pt x="3817706" y="63108"/>
                </a:cubicBezTo>
                <a:cubicBezTo>
                  <a:pt x="3814817" y="60453"/>
                  <a:pt x="3813373" y="56376"/>
                  <a:pt x="3813373" y="50878"/>
                </a:cubicBezTo>
                <a:lnTo>
                  <a:pt x="3813373" y="26464"/>
                </a:lnTo>
                <a:lnTo>
                  <a:pt x="3800280" y="26464"/>
                </a:lnTo>
                <a:lnTo>
                  <a:pt x="3800280" y="19662"/>
                </a:lnTo>
                <a:lnTo>
                  <a:pt x="3813373" y="19662"/>
                </a:lnTo>
                <a:lnTo>
                  <a:pt x="3813373" y="6762"/>
                </a:lnTo>
                <a:lnTo>
                  <a:pt x="3821480" y="4659"/>
                </a:lnTo>
                <a:lnTo>
                  <a:pt x="3821480" y="19662"/>
                </a:lnTo>
                <a:lnTo>
                  <a:pt x="3842492" y="19662"/>
                </a:lnTo>
                <a:lnTo>
                  <a:pt x="3842492" y="26464"/>
                </a:lnTo>
                <a:lnTo>
                  <a:pt x="3821480" y="26464"/>
                </a:lnTo>
                <a:lnTo>
                  <a:pt x="3821480" y="50226"/>
                </a:lnTo>
                <a:cubicBezTo>
                  <a:pt x="3821480" y="53580"/>
                  <a:pt x="3822373" y="56089"/>
                  <a:pt x="3824159" y="57750"/>
                </a:cubicBezTo>
                <a:cubicBezTo>
                  <a:pt x="3825945" y="59412"/>
                  <a:pt x="3828577" y="60243"/>
                  <a:pt x="3832056" y="60243"/>
                </a:cubicBezTo>
                <a:cubicBezTo>
                  <a:pt x="3833547" y="60243"/>
                  <a:pt x="3835177" y="60123"/>
                  <a:pt x="3836948" y="59883"/>
                </a:cubicBezTo>
                <a:cubicBezTo>
                  <a:pt x="3838718" y="59643"/>
                  <a:pt x="3840567" y="59265"/>
                  <a:pt x="3842492" y="58752"/>
                </a:cubicBezTo>
                <a:lnTo>
                  <a:pt x="3842492" y="65741"/>
                </a:lnTo>
                <a:close/>
                <a:moveTo>
                  <a:pt x="3897379" y="42678"/>
                </a:moveTo>
                <a:cubicBezTo>
                  <a:pt x="3897379" y="46312"/>
                  <a:pt x="3896867" y="49643"/>
                  <a:pt x="3895842" y="52672"/>
                </a:cubicBezTo>
                <a:cubicBezTo>
                  <a:pt x="3894817" y="55700"/>
                  <a:pt x="3893341" y="58294"/>
                  <a:pt x="3891416" y="60453"/>
                </a:cubicBezTo>
                <a:cubicBezTo>
                  <a:pt x="3889490" y="62611"/>
                  <a:pt x="3887145" y="64289"/>
                  <a:pt x="3884380" y="65485"/>
                </a:cubicBezTo>
                <a:cubicBezTo>
                  <a:pt x="3881616" y="66680"/>
                  <a:pt x="3878479" y="67278"/>
                  <a:pt x="3874969" y="67278"/>
                </a:cubicBezTo>
                <a:cubicBezTo>
                  <a:pt x="3871614" y="67278"/>
                  <a:pt x="3868609" y="66758"/>
                  <a:pt x="3865953" y="65717"/>
                </a:cubicBezTo>
                <a:cubicBezTo>
                  <a:pt x="3863298" y="64677"/>
                  <a:pt x="3861046" y="63147"/>
                  <a:pt x="3859197" y="61128"/>
                </a:cubicBezTo>
                <a:cubicBezTo>
                  <a:pt x="3857349" y="59109"/>
                  <a:pt x="3855936" y="56609"/>
                  <a:pt x="3854958" y="53627"/>
                </a:cubicBezTo>
                <a:cubicBezTo>
                  <a:pt x="3853979" y="50645"/>
                  <a:pt x="3853490" y="47213"/>
                  <a:pt x="3853490" y="43330"/>
                </a:cubicBezTo>
                <a:cubicBezTo>
                  <a:pt x="3853490" y="39696"/>
                  <a:pt x="3854002" y="36380"/>
                  <a:pt x="3855028" y="33383"/>
                </a:cubicBezTo>
                <a:cubicBezTo>
                  <a:pt x="3856053" y="30385"/>
                  <a:pt x="3857528" y="27807"/>
                  <a:pt x="3859454" y="25649"/>
                </a:cubicBezTo>
                <a:cubicBezTo>
                  <a:pt x="3861380" y="23490"/>
                  <a:pt x="3863725" y="21813"/>
                  <a:pt x="3866489" y="20617"/>
                </a:cubicBezTo>
                <a:cubicBezTo>
                  <a:pt x="3869253" y="19421"/>
                  <a:pt x="3872391" y="18823"/>
                  <a:pt x="3875901" y="18823"/>
                </a:cubicBezTo>
                <a:cubicBezTo>
                  <a:pt x="3879255" y="18823"/>
                  <a:pt x="3882260" y="19343"/>
                  <a:pt x="3884916" y="20384"/>
                </a:cubicBezTo>
                <a:cubicBezTo>
                  <a:pt x="3887572" y="21424"/>
                  <a:pt x="3889824" y="22946"/>
                  <a:pt x="3891672" y="24950"/>
                </a:cubicBezTo>
                <a:cubicBezTo>
                  <a:pt x="3893520" y="26953"/>
                  <a:pt x="3894933" y="29446"/>
                  <a:pt x="3895912" y="32428"/>
                </a:cubicBezTo>
                <a:cubicBezTo>
                  <a:pt x="3896890" y="35410"/>
                  <a:pt x="3897379" y="38826"/>
                  <a:pt x="3897379" y="42678"/>
                </a:cubicBezTo>
                <a:moveTo>
                  <a:pt x="3889086" y="43051"/>
                </a:moveTo>
                <a:cubicBezTo>
                  <a:pt x="3889086" y="40162"/>
                  <a:pt x="3888768" y="37638"/>
                  <a:pt x="3888131" y="35480"/>
                </a:cubicBezTo>
                <a:cubicBezTo>
                  <a:pt x="3887494" y="33321"/>
                  <a:pt x="3886586" y="31519"/>
                  <a:pt x="3885405" y="30075"/>
                </a:cubicBezTo>
                <a:cubicBezTo>
                  <a:pt x="3884225" y="28631"/>
                  <a:pt x="3882788" y="27543"/>
                  <a:pt x="3881096" y="26813"/>
                </a:cubicBezTo>
                <a:cubicBezTo>
                  <a:pt x="3879403" y="26084"/>
                  <a:pt x="3877516" y="25719"/>
                  <a:pt x="3875435" y="25719"/>
                </a:cubicBezTo>
                <a:cubicBezTo>
                  <a:pt x="3873012" y="25719"/>
                  <a:pt x="3870939" y="26192"/>
                  <a:pt x="3869215" y="27140"/>
                </a:cubicBezTo>
                <a:cubicBezTo>
                  <a:pt x="3867491" y="28087"/>
                  <a:pt x="3866077" y="29353"/>
                  <a:pt x="3864975" y="30937"/>
                </a:cubicBezTo>
                <a:cubicBezTo>
                  <a:pt x="3863872" y="32521"/>
                  <a:pt x="3863065" y="34361"/>
                  <a:pt x="3862552" y="36458"/>
                </a:cubicBezTo>
                <a:cubicBezTo>
                  <a:pt x="3862040" y="38555"/>
                  <a:pt x="3861783" y="40752"/>
                  <a:pt x="3861783" y="43051"/>
                </a:cubicBezTo>
                <a:cubicBezTo>
                  <a:pt x="3861783" y="45939"/>
                  <a:pt x="3862102" y="48471"/>
                  <a:pt x="3862738" y="50645"/>
                </a:cubicBezTo>
                <a:cubicBezTo>
                  <a:pt x="3863375" y="52819"/>
                  <a:pt x="3864284" y="54629"/>
                  <a:pt x="3865464" y="56073"/>
                </a:cubicBezTo>
                <a:cubicBezTo>
                  <a:pt x="3866644" y="57517"/>
                  <a:pt x="3868073" y="58604"/>
                  <a:pt x="3869750" y="59334"/>
                </a:cubicBezTo>
                <a:cubicBezTo>
                  <a:pt x="3871428" y="60064"/>
                  <a:pt x="3873322" y="60429"/>
                  <a:pt x="3875435" y="60429"/>
                </a:cubicBezTo>
                <a:cubicBezTo>
                  <a:pt x="3877857" y="60429"/>
                  <a:pt x="3879931" y="59956"/>
                  <a:pt x="3881655" y="59008"/>
                </a:cubicBezTo>
                <a:cubicBezTo>
                  <a:pt x="3883379" y="58061"/>
                  <a:pt x="3884792" y="56795"/>
                  <a:pt x="3885894" y="55211"/>
                </a:cubicBezTo>
                <a:cubicBezTo>
                  <a:pt x="3886997" y="53627"/>
                  <a:pt x="3887805" y="51787"/>
                  <a:pt x="3888317" y="49690"/>
                </a:cubicBezTo>
                <a:cubicBezTo>
                  <a:pt x="3888830" y="47593"/>
                  <a:pt x="3889086" y="45380"/>
                  <a:pt x="3889086" y="43051"/>
                </a:cubicBezTo>
                <a:close/>
                <a:moveTo>
                  <a:pt x="3996650" y="66440"/>
                </a:moveTo>
                <a:lnTo>
                  <a:pt x="3996463" y="60137"/>
                </a:lnTo>
                <a:cubicBezTo>
                  <a:pt x="3993916" y="62657"/>
                  <a:pt x="3991331" y="64478"/>
                  <a:pt x="3988706" y="65598"/>
                </a:cubicBezTo>
                <a:cubicBezTo>
                  <a:pt x="3986081" y="66718"/>
                  <a:pt x="3983325" y="67278"/>
                  <a:pt x="3980436" y="67278"/>
                </a:cubicBezTo>
                <a:cubicBezTo>
                  <a:pt x="3977765" y="67278"/>
                  <a:pt x="3975482" y="66936"/>
                  <a:pt x="3973587" y="66252"/>
                </a:cubicBezTo>
                <a:cubicBezTo>
                  <a:pt x="3971692" y="65567"/>
                  <a:pt x="3970131" y="64626"/>
                  <a:pt x="3968905" y="63429"/>
                </a:cubicBezTo>
                <a:cubicBezTo>
                  <a:pt x="3967678" y="62231"/>
                  <a:pt x="3966777" y="60823"/>
                  <a:pt x="3966202" y="59205"/>
                </a:cubicBezTo>
                <a:cubicBezTo>
                  <a:pt x="3965628" y="57587"/>
                  <a:pt x="3965340" y="55829"/>
                  <a:pt x="3965340" y="53931"/>
                </a:cubicBezTo>
                <a:cubicBezTo>
                  <a:pt x="3965340" y="49233"/>
                  <a:pt x="3967087" y="45554"/>
                  <a:pt x="3970582" y="42895"/>
                </a:cubicBezTo>
                <a:cubicBezTo>
                  <a:pt x="3974076" y="40234"/>
                  <a:pt x="3979240" y="38904"/>
                  <a:pt x="3986074" y="38904"/>
                </a:cubicBezTo>
                <a:lnTo>
                  <a:pt x="3995765" y="38904"/>
                </a:lnTo>
                <a:lnTo>
                  <a:pt x="3995765" y="34818"/>
                </a:lnTo>
                <a:cubicBezTo>
                  <a:pt x="3995765" y="32064"/>
                  <a:pt x="3994879" y="29858"/>
                  <a:pt x="3993109" y="28202"/>
                </a:cubicBezTo>
                <a:cubicBezTo>
                  <a:pt x="3991338" y="26547"/>
                  <a:pt x="3988636" y="25719"/>
                  <a:pt x="3985002" y="25719"/>
                </a:cubicBezTo>
                <a:cubicBezTo>
                  <a:pt x="3982362" y="25719"/>
                  <a:pt x="3979760" y="26018"/>
                  <a:pt x="3977198" y="26617"/>
                </a:cubicBezTo>
                <a:cubicBezTo>
                  <a:pt x="3974635" y="27215"/>
                  <a:pt x="3971987" y="28065"/>
                  <a:pt x="3969254" y="29166"/>
                </a:cubicBezTo>
                <a:lnTo>
                  <a:pt x="3969254" y="21851"/>
                </a:lnTo>
                <a:cubicBezTo>
                  <a:pt x="3970279" y="21473"/>
                  <a:pt x="3971420" y="21102"/>
                  <a:pt x="3972678" y="20739"/>
                </a:cubicBezTo>
                <a:cubicBezTo>
                  <a:pt x="3973936" y="20376"/>
                  <a:pt x="3975264" y="20053"/>
                  <a:pt x="3976662" y="19769"/>
                </a:cubicBezTo>
                <a:cubicBezTo>
                  <a:pt x="3978060" y="19485"/>
                  <a:pt x="3979520" y="19256"/>
                  <a:pt x="3981042" y="19084"/>
                </a:cubicBezTo>
                <a:cubicBezTo>
                  <a:pt x="3982564" y="18910"/>
                  <a:pt x="3984101" y="18823"/>
                  <a:pt x="3985654" y="18823"/>
                </a:cubicBezTo>
                <a:cubicBezTo>
                  <a:pt x="3988481" y="18823"/>
                  <a:pt x="3991028" y="19134"/>
                  <a:pt x="3993295" y="19755"/>
                </a:cubicBezTo>
                <a:cubicBezTo>
                  <a:pt x="3995563" y="20376"/>
                  <a:pt x="3997481" y="21323"/>
                  <a:pt x="3999049" y="22597"/>
                </a:cubicBezTo>
                <a:cubicBezTo>
                  <a:pt x="4000618" y="23870"/>
                  <a:pt x="4001822" y="25470"/>
                  <a:pt x="4002660" y="27396"/>
                </a:cubicBezTo>
                <a:cubicBezTo>
                  <a:pt x="4003499" y="29322"/>
                  <a:pt x="4003918" y="31589"/>
                  <a:pt x="4003918" y="34198"/>
                </a:cubicBezTo>
                <a:lnTo>
                  <a:pt x="4003918" y="66440"/>
                </a:lnTo>
                <a:lnTo>
                  <a:pt x="3996650" y="66440"/>
                </a:lnTo>
                <a:moveTo>
                  <a:pt x="3995765" y="45101"/>
                </a:moveTo>
                <a:lnTo>
                  <a:pt x="3985468" y="45101"/>
                </a:lnTo>
                <a:cubicBezTo>
                  <a:pt x="3983449" y="45101"/>
                  <a:pt x="3981709" y="45304"/>
                  <a:pt x="3980250" y="45709"/>
                </a:cubicBezTo>
                <a:cubicBezTo>
                  <a:pt x="3978790" y="46114"/>
                  <a:pt x="3977594" y="46690"/>
                  <a:pt x="3976662" y="47438"/>
                </a:cubicBezTo>
                <a:cubicBezTo>
                  <a:pt x="3975730" y="48185"/>
                  <a:pt x="3975039" y="49081"/>
                  <a:pt x="3974589" y="50125"/>
                </a:cubicBezTo>
                <a:cubicBezTo>
                  <a:pt x="3974138" y="51169"/>
                  <a:pt x="3973913" y="52345"/>
                  <a:pt x="3973913" y="53653"/>
                </a:cubicBezTo>
                <a:cubicBezTo>
                  <a:pt x="3973913" y="54557"/>
                  <a:pt x="3974053" y="55422"/>
                  <a:pt x="3974332" y="56248"/>
                </a:cubicBezTo>
                <a:cubicBezTo>
                  <a:pt x="3974612" y="57073"/>
                  <a:pt x="3975062" y="57805"/>
                  <a:pt x="3975684" y="58443"/>
                </a:cubicBezTo>
                <a:cubicBezTo>
                  <a:pt x="3976305" y="59082"/>
                  <a:pt x="3977112" y="59588"/>
                  <a:pt x="3978106" y="59962"/>
                </a:cubicBezTo>
                <a:cubicBezTo>
                  <a:pt x="3979100" y="60336"/>
                  <a:pt x="3980312" y="60522"/>
                  <a:pt x="3981741" y="60522"/>
                </a:cubicBezTo>
                <a:cubicBezTo>
                  <a:pt x="3983604" y="60522"/>
                  <a:pt x="3985740" y="59954"/>
                  <a:pt x="3988147" y="58818"/>
                </a:cubicBezTo>
                <a:cubicBezTo>
                  <a:pt x="3990554" y="57680"/>
                  <a:pt x="3993093" y="55880"/>
                  <a:pt x="3995765" y="53419"/>
                </a:cubicBezTo>
                <a:lnTo>
                  <a:pt x="3995765" y="45101"/>
                </a:lnTo>
                <a:close/>
                <a:moveTo>
                  <a:pt x="4054753" y="64716"/>
                </a:moveTo>
                <a:cubicBezTo>
                  <a:pt x="4052641" y="65523"/>
                  <a:pt x="4050474" y="66121"/>
                  <a:pt x="4048254" y="66510"/>
                </a:cubicBezTo>
                <a:cubicBezTo>
                  <a:pt x="4046033" y="66898"/>
                  <a:pt x="4043742" y="67092"/>
                  <a:pt x="4041381" y="67092"/>
                </a:cubicBezTo>
                <a:cubicBezTo>
                  <a:pt x="4033989" y="67092"/>
                  <a:pt x="4028297" y="65088"/>
                  <a:pt x="4024305" y="61082"/>
                </a:cubicBezTo>
                <a:cubicBezTo>
                  <a:pt x="4020314" y="57075"/>
                  <a:pt x="4018318" y="51220"/>
                  <a:pt x="4018318" y="43517"/>
                </a:cubicBezTo>
                <a:cubicBezTo>
                  <a:pt x="4018318" y="39820"/>
                  <a:pt x="4018893" y="36466"/>
                  <a:pt x="4020042" y="33453"/>
                </a:cubicBezTo>
                <a:cubicBezTo>
                  <a:pt x="4021192" y="30440"/>
                  <a:pt x="4022807" y="27862"/>
                  <a:pt x="4024888" y="25719"/>
                </a:cubicBezTo>
                <a:cubicBezTo>
                  <a:pt x="4026969" y="23575"/>
                  <a:pt x="4029454" y="21921"/>
                  <a:pt x="4032342" y="20757"/>
                </a:cubicBezTo>
                <a:cubicBezTo>
                  <a:pt x="4035231" y="19592"/>
                  <a:pt x="4038415" y="19009"/>
                  <a:pt x="4041894" y="19009"/>
                </a:cubicBezTo>
                <a:cubicBezTo>
                  <a:pt x="4044317" y="19009"/>
                  <a:pt x="4046584" y="19184"/>
                  <a:pt x="4048696" y="19534"/>
                </a:cubicBezTo>
                <a:cubicBezTo>
                  <a:pt x="4050808" y="19882"/>
                  <a:pt x="4052827" y="20453"/>
                  <a:pt x="4054753" y="21246"/>
                </a:cubicBezTo>
                <a:lnTo>
                  <a:pt x="4054753" y="28980"/>
                </a:lnTo>
                <a:cubicBezTo>
                  <a:pt x="4052734" y="27907"/>
                  <a:pt x="4050676" y="27127"/>
                  <a:pt x="4048580" y="26639"/>
                </a:cubicBezTo>
                <a:cubicBezTo>
                  <a:pt x="4046483" y="26150"/>
                  <a:pt x="4044317" y="25905"/>
                  <a:pt x="4042080" y="25905"/>
                </a:cubicBezTo>
                <a:cubicBezTo>
                  <a:pt x="4039999" y="25905"/>
                  <a:pt x="4038034" y="26301"/>
                  <a:pt x="4036186" y="27093"/>
                </a:cubicBezTo>
                <a:cubicBezTo>
                  <a:pt x="4034338" y="27885"/>
                  <a:pt x="4032715" y="29027"/>
                  <a:pt x="4031317" y="30518"/>
                </a:cubicBezTo>
                <a:cubicBezTo>
                  <a:pt x="4029920" y="32008"/>
                  <a:pt x="4028817" y="33826"/>
                  <a:pt x="4028009" y="35969"/>
                </a:cubicBezTo>
                <a:cubicBezTo>
                  <a:pt x="4027202" y="38112"/>
                  <a:pt x="4026798" y="40535"/>
                  <a:pt x="4026798" y="43237"/>
                </a:cubicBezTo>
                <a:cubicBezTo>
                  <a:pt x="4026798" y="48890"/>
                  <a:pt x="4028173" y="53122"/>
                  <a:pt x="4030921" y="55933"/>
                </a:cubicBezTo>
                <a:cubicBezTo>
                  <a:pt x="4033670" y="58744"/>
                  <a:pt x="4037483" y="60150"/>
                  <a:pt x="4042360" y="60150"/>
                </a:cubicBezTo>
                <a:cubicBezTo>
                  <a:pt x="4044565" y="60150"/>
                  <a:pt x="4046700" y="59901"/>
                  <a:pt x="4048766" y="59404"/>
                </a:cubicBezTo>
                <a:cubicBezTo>
                  <a:pt x="4050832" y="58907"/>
                  <a:pt x="4052827" y="58162"/>
                  <a:pt x="4054753" y="57168"/>
                </a:cubicBezTo>
                <a:lnTo>
                  <a:pt x="4054753" y="64716"/>
                </a:lnTo>
                <a:close/>
                <a:moveTo>
                  <a:pt x="4106566" y="64716"/>
                </a:moveTo>
                <a:cubicBezTo>
                  <a:pt x="4104454" y="65523"/>
                  <a:pt x="4102287" y="66121"/>
                  <a:pt x="4100067" y="66510"/>
                </a:cubicBezTo>
                <a:cubicBezTo>
                  <a:pt x="4097846" y="66898"/>
                  <a:pt x="4095555" y="67092"/>
                  <a:pt x="4093194" y="67092"/>
                </a:cubicBezTo>
                <a:cubicBezTo>
                  <a:pt x="4085802" y="67092"/>
                  <a:pt x="4080110" y="65088"/>
                  <a:pt x="4076118" y="61082"/>
                </a:cubicBezTo>
                <a:cubicBezTo>
                  <a:pt x="4072127" y="57075"/>
                  <a:pt x="4070131" y="51220"/>
                  <a:pt x="4070131" y="43517"/>
                </a:cubicBezTo>
                <a:cubicBezTo>
                  <a:pt x="4070131" y="39820"/>
                  <a:pt x="4070706" y="36466"/>
                  <a:pt x="4071855" y="33453"/>
                </a:cubicBezTo>
                <a:cubicBezTo>
                  <a:pt x="4073005" y="30440"/>
                  <a:pt x="4074620" y="27862"/>
                  <a:pt x="4076701" y="25719"/>
                </a:cubicBezTo>
                <a:cubicBezTo>
                  <a:pt x="4078782" y="23575"/>
                  <a:pt x="4081267" y="21921"/>
                  <a:pt x="4084156" y="20757"/>
                </a:cubicBezTo>
                <a:cubicBezTo>
                  <a:pt x="4087044" y="19592"/>
                  <a:pt x="4090228" y="19009"/>
                  <a:pt x="4093707" y="19009"/>
                </a:cubicBezTo>
                <a:cubicBezTo>
                  <a:pt x="4096130" y="19009"/>
                  <a:pt x="4098397" y="19184"/>
                  <a:pt x="4100509" y="19534"/>
                </a:cubicBezTo>
                <a:cubicBezTo>
                  <a:pt x="4102621" y="19882"/>
                  <a:pt x="4104640" y="20453"/>
                  <a:pt x="4106566" y="21246"/>
                </a:cubicBezTo>
                <a:lnTo>
                  <a:pt x="4106566" y="28980"/>
                </a:lnTo>
                <a:cubicBezTo>
                  <a:pt x="4104547" y="27907"/>
                  <a:pt x="4102489" y="27127"/>
                  <a:pt x="4100393" y="26639"/>
                </a:cubicBezTo>
                <a:cubicBezTo>
                  <a:pt x="4098296" y="26150"/>
                  <a:pt x="4096130" y="25905"/>
                  <a:pt x="4093893" y="25905"/>
                </a:cubicBezTo>
                <a:cubicBezTo>
                  <a:pt x="4091812" y="25905"/>
                  <a:pt x="4089847" y="26301"/>
                  <a:pt x="4087999" y="27093"/>
                </a:cubicBezTo>
                <a:cubicBezTo>
                  <a:pt x="4086151" y="27885"/>
                  <a:pt x="4084528" y="29027"/>
                  <a:pt x="4083131" y="30518"/>
                </a:cubicBezTo>
                <a:cubicBezTo>
                  <a:pt x="4081733" y="32008"/>
                  <a:pt x="4080630" y="33826"/>
                  <a:pt x="4079822" y="35969"/>
                </a:cubicBezTo>
                <a:cubicBezTo>
                  <a:pt x="4079015" y="38112"/>
                  <a:pt x="4078611" y="40535"/>
                  <a:pt x="4078611" y="43237"/>
                </a:cubicBezTo>
                <a:cubicBezTo>
                  <a:pt x="4078611" y="48890"/>
                  <a:pt x="4079986" y="53122"/>
                  <a:pt x="4082734" y="55933"/>
                </a:cubicBezTo>
                <a:cubicBezTo>
                  <a:pt x="4085483" y="58744"/>
                  <a:pt x="4089296" y="60150"/>
                  <a:pt x="4094173" y="60150"/>
                </a:cubicBezTo>
                <a:cubicBezTo>
                  <a:pt x="4096378" y="60150"/>
                  <a:pt x="4098513" y="59901"/>
                  <a:pt x="4100579" y="59404"/>
                </a:cubicBezTo>
                <a:cubicBezTo>
                  <a:pt x="4102645" y="58907"/>
                  <a:pt x="4104640" y="58162"/>
                  <a:pt x="4106566" y="57168"/>
                </a:cubicBezTo>
                <a:lnTo>
                  <a:pt x="4106566" y="64716"/>
                </a:lnTo>
                <a:close/>
                <a:moveTo>
                  <a:pt x="4161547" y="40581"/>
                </a:moveTo>
                <a:cubicBezTo>
                  <a:pt x="4161547" y="41731"/>
                  <a:pt x="4161532" y="42693"/>
                  <a:pt x="4161501" y="43470"/>
                </a:cubicBezTo>
                <a:cubicBezTo>
                  <a:pt x="4161470" y="44246"/>
                  <a:pt x="4161423" y="44976"/>
                  <a:pt x="4161361" y="45660"/>
                </a:cubicBezTo>
                <a:lnTo>
                  <a:pt x="4128514" y="45660"/>
                </a:lnTo>
                <a:cubicBezTo>
                  <a:pt x="4128514" y="50443"/>
                  <a:pt x="4129850" y="54116"/>
                  <a:pt x="4132521" y="56679"/>
                </a:cubicBezTo>
                <a:cubicBezTo>
                  <a:pt x="4135192" y="59241"/>
                  <a:pt x="4139044" y="60522"/>
                  <a:pt x="4144076" y="60522"/>
                </a:cubicBezTo>
                <a:cubicBezTo>
                  <a:pt x="4145442" y="60522"/>
                  <a:pt x="4146809" y="60467"/>
                  <a:pt x="4148176" y="60357"/>
                </a:cubicBezTo>
                <a:cubicBezTo>
                  <a:pt x="4149542" y="60245"/>
                  <a:pt x="4150862" y="60094"/>
                  <a:pt x="4152136" y="59904"/>
                </a:cubicBezTo>
                <a:cubicBezTo>
                  <a:pt x="4153409" y="59712"/>
                  <a:pt x="4154629" y="59498"/>
                  <a:pt x="4155793" y="59260"/>
                </a:cubicBezTo>
                <a:cubicBezTo>
                  <a:pt x="4156958" y="59021"/>
                  <a:pt x="4158037" y="58759"/>
                  <a:pt x="4159031" y="58472"/>
                </a:cubicBezTo>
                <a:lnTo>
                  <a:pt x="4159031" y="65135"/>
                </a:lnTo>
                <a:cubicBezTo>
                  <a:pt x="4156826" y="65770"/>
                  <a:pt x="4154333" y="66286"/>
                  <a:pt x="4151553" y="66683"/>
                </a:cubicBezTo>
                <a:cubicBezTo>
                  <a:pt x="4148773" y="67080"/>
                  <a:pt x="4145893" y="67278"/>
                  <a:pt x="4142911" y="67278"/>
                </a:cubicBezTo>
                <a:cubicBezTo>
                  <a:pt x="4138904" y="67278"/>
                  <a:pt x="4135456" y="66735"/>
                  <a:pt x="4132567" y="65648"/>
                </a:cubicBezTo>
                <a:cubicBezTo>
                  <a:pt x="4129679" y="64560"/>
                  <a:pt x="4127310" y="62984"/>
                  <a:pt x="4125462" y="60919"/>
                </a:cubicBezTo>
                <a:cubicBezTo>
                  <a:pt x="4123614" y="58853"/>
                  <a:pt x="4122247" y="56321"/>
                  <a:pt x="4121362" y="53324"/>
                </a:cubicBezTo>
                <a:cubicBezTo>
                  <a:pt x="4120477" y="50327"/>
                  <a:pt x="4120034" y="46933"/>
                  <a:pt x="4120034" y="43144"/>
                </a:cubicBezTo>
                <a:cubicBezTo>
                  <a:pt x="4120034" y="39851"/>
                  <a:pt x="4120508" y="36737"/>
                  <a:pt x="4121455" y="33802"/>
                </a:cubicBezTo>
                <a:cubicBezTo>
                  <a:pt x="4122403" y="30867"/>
                  <a:pt x="4123785" y="28289"/>
                  <a:pt x="4125602" y="26068"/>
                </a:cubicBezTo>
                <a:cubicBezTo>
                  <a:pt x="4127419" y="23847"/>
                  <a:pt x="4129648" y="22084"/>
                  <a:pt x="4132288" y="20780"/>
                </a:cubicBezTo>
                <a:cubicBezTo>
                  <a:pt x="4134928" y="19475"/>
                  <a:pt x="4137925" y="18823"/>
                  <a:pt x="4141280" y="18823"/>
                </a:cubicBezTo>
                <a:cubicBezTo>
                  <a:pt x="4144541" y="18823"/>
                  <a:pt x="4147430" y="19336"/>
                  <a:pt x="4149946" y="20361"/>
                </a:cubicBezTo>
                <a:cubicBezTo>
                  <a:pt x="4152462" y="21386"/>
                  <a:pt x="4154582" y="22838"/>
                  <a:pt x="4156306" y="24717"/>
                </a:cubicBezTo>
                <a:cubicBezTo>
                  <a:pt x="4158030" y="26596"/>
                  <a:pt x="4159334" y="28879"/>
                  <a:pt x="4160219" y="31566"/>
                </a:cubicBezTo>
                <a:cubicBezTo>
                  <a:pt x="4161105" y="34253"/>
                  <a:pt x="4161547" y="37258"/>
                  <a:pt x="4161547" y="40581"/>
                </a:cubicBezTo>
                <a:moveTo>
                  <a:pt x="4153114" y="39416"/>
                </a:moveTo>
                <a:cubicBezTo>
                  <a:pt x="4153207" y="37335"/>
                  <a:pt x="4153006" y="35433"/>
                  <a:pt x="4152509" y="33709"/>
                </a:cubicBezTo>
                <a:cubicBezTo>
                  <a:pt x="4152012" y="31985"/>
                  <a:pt x="4151243" y="30502"/>
                  <a:pt x="4150202" y="29260"/>
                </a:cubicBezTo>
                <a:cubicBezTo>
                  <a:pt x="4149162" y="28017"/>
                  <a:pt x="4147865" y="27046"/>
                  <a:pt x="4146312" y="26348"/>
                </a:cubicBezTo>
                <a:cubicBezTo>
                  <a:pt x="4144759" y="25649"/>
                  <a:pt x="4142957" y="25299"/>
                  <a:pt x="4140907" y="25299"/>
                </a:cubicBezTo>
                <a:cubicBezTo>
                  <a:pt x="4139137" y="25299"/>
                  <a:pt x="4137522" y="25641"/>
                  <a:pt x="4136062" y="26324"/>
                </a:cubicBezTo>
                <a:cubicBezTo>
                  <a:pt x="4134602" y="27008"/>
                  <a:pt x="4133344" y="27970"/>
                  <a:pt x="4132288" y="29213"/>
                </a:cubicBezTo>
                <a:cubicBezTo>
                  <a:pt x="4131232" y="30455"/>
                  <a:pt x="4130378" y="31946"/>
                  <a:pt x="4129725" y="33686"/>
                </a:cubicBezTo>
                <a:cubicBezTo>
                  <a:pt x="4129073" y="35425"/>
                  <a:pt x="4128669" y="37335"/>
                  <a:pt x="4128514" y="39416"/>
                </a:cubicBezTo>
                <a:lnTo>
                  <a:pt x="4153114" y="39416"/>
                </a:lnTo>
                <a:close/>
                <a:moveTo>
                  <a:pt x="4210891" y="53674"/>
                </a:moveTo>
                <a:cubicBezTo>
                  <a:pt x="4210891" y="55320"/>
                  <a:pt x="4210611" y="56795"/>
                  <a:pt x="4210052" y="58100"/>
                </a:cubicBezTo>
                <a:cubicBezTo>
                  <a:pt x="4209493" y="59404"/>
                  <a:pt x="4208732" y="60561"/>
                  <a:pt x="4207769" y="61571"/>
                </a:cubicBezTo>
                <a:cubicBezTo>
                  <a:pt x="4206807" y="62580"/>
                  <a:pt x="4205688" y="63442"/>
                  <a:pt x="4204415" y="64157"/>
                </a:cubicBezTo>
                <a:cubicBezTo>
                  <a:pt x="4203141" y="64871"/>
                  <a:pt x="4201782" y="65461"/>
                  <a:pt x="4200338" y="65927"/>
                </a:cubicBezTo>
                <a:cubicBezTo>
                  <a:pt x="4198894" y="66393"/>
                  <a:pt x="4197411" y="66735"/>
                  <a:pt x="4195889" y="66952"/>
                </a:cubicBezTo>
                <a:cubicBezTo>
                  <a:pt x="4194367" y="67170"/>
                  <a:pt x="4192876" y="67278"/>
                  <a:pt x="4191416" y="67278"/>
                </a:cubicBezTo>
                <a:cubicBezTo>
                  <a:pt x="4188248" y="67278"/>
                  <a:pt x="4185336" y="67139"/>
                  <a:pt x="4182680" y="66859"/>
                </a:cubicBezTo>
                <a:cubicBezTo>
                  <a:pt x="4180024" y="66579"/>
                  <a:pt x="4177423" y="66129"/>
                  <a:pt x="4174876" y="65508"/>
                </a:cubicBezTo>
                <a:lnTo>
                  <a:pt x="4174876" y="58053"/>
                </a:lnTo>
                <a:cubicBezTo>
                  <a:pt x="4177609" y="58830"/>
                  <a:pt x="4180327" y="59420"/>
                  <a:pt x="4183029" y="59824"/>
                </a:cubicBezTo>
                <a:cubicBezTo>
                  <a:pt x="4185732" y="60227"/>
                  <a:pt x="4188418" y="60429"/>
                  <a:pt x="4191090" y="60429"/>
                </a:cubicBezTo>
                <a:cubicBezTo>
                  <a:pt x="4194972" y="60429"/>
                  <a:pt x="4197845" y="59901"/>
                  <a:pt x="4199709" y="58845"/>
                </a:cubicBezTo>
                <a:cubicBezTo>
                  <a:pt x="4201573" y="57789"/>
                  <a:pt x="4202505" y="56283"/>
                  <a:pt x="4202505" y="54326"/>
                </a:cubicBezTo>
                <a:cubicBezTo>
                  <a:pt x="4202505" y="53487"/>
                  <a:pt x="4202357" y="52734"/>
                  <a:pt x="4202062" y="52066"/>
                </a:cubicBezTo>
                <a:cubicBezTo>
                  <a:pt x="4201767" y="51398"/>
                  <a:pt x="4201231" y="50762"/>
                  <a:pt x="4200455" y="50156"/>
                </a:cubicBezTo>
                <a:cubicBezTo>
                  <a:pt x="4199678" y="49550"/>
                  <a:pt x="4198474" y="48921"/>
                  <a:pt x="4196844" y="48269"/>
                </a:cubicBezTo>
                <a:cubicBezTo>
                  <a:pt x="4195213" y="47617"/>
                  <a:pt x="4192984" y="46871"/>
                  <a:pt x="4190158" y="46033"/>
                </a:cubicBezTo>
                <a:cubicBezTo>
                  <a:pt x="4188046" y="45411"/>
                  <a:pt x="4186097" y="44705"/>
                  <a:pt x="4184311" y="43913"/>
                </a:cubicBezTo>
                <a:cubicBezTo>
                  <a:pt x="4182525" y="43121"/>
                  <a:pt x="4180979" y="42181"/>
                  <a:pt x="4179675" y="41094"/>
                </a:cubicBezTo>
                <a:cubicBezTo>
                  <a:pt x="4178370" y="40007"/>
                  <a:pt x="4177345" y="38733"/>
                  <a:pt x="4176600" y="37273"/>
                </a:cubicBezTo>
                <a:cubicBezTo>
                  <a:pt x="4175854" y="35813"/>
                  <a:pt x="4175481" y="34090"/>
                  <a:pt x="4175481" y="32102"/>
                </a:cubicBezTo>
                <a:cubicBezTo>
                  <a:pt x="4175481" y="30797"/>
                  <a:pt x="4175784" y="29368"/>
                  <a:pt x="4176390" y="27815"/>
                </a:cubicBezTo>
                <a:cubicBezTo>
                  <a:pt x="4176996" y="26262"/>
                  <a:pt x="4178028" y="24818"/>
                  <a:pt x="4179488" y="23482"/>
                </a:cubicBezTo>
                <a:cubicBezTo>
                  <a:pt x="4180948" y="22147"/>
                  <a:pt x="4182921" y="21036"/>
                  <a:pt x="4185405" y="20151"/>
                </a:cubicBezTo>
                <a:cubicBezTo>
                  <a:pt x="4187890" y="19266"/>
                  <a:pt x="4190996" y="18823"/>
                  <a:pt x="4194724" y="18823"/>
                </a:cubicBezTo>
                <a:cubicBezTo>
                  <a:pt x="4196556" y="18823"/>
                  <a:pt x="4198591" y="18924"/>
                  <a:pt x="4200827" y="19126"/>
                </a:cubicBezTo>
                <a:cubicBezTo>
                  <a:pt x="4203064" y="19328"/>
                  <a:pt x="4205393" y="19677"/>
                  <a:pt x="4207816" y="20174"/>
                </a:cubicBezTo>
                <a:lnTo>
                  <a:pt x="4207816" y="27396"/>
                </a:lnTo>
                <a:cubicBezTo>
                  <a:pt x="4205269" y="26775"/>
                  <a:pt x="4202854" y="26316"/>
                  <a:pt x="4200571" y="26021"/>
                </a:cubicBezTo>
                <a:cubicBezTo>
                  <a:pt x="4198288" y="25726"/>
                  <a:pt x="4196308" y="25579"/>
                  <a:pt x="4194631" y="25579"/>
                </a:cubicBezTo>
                <a:cubicBezTo>
                  <a:pt x="4192612" y="25579"/>
                  <a:pt x="4190911" y="25734"/>
                  <a:pt x="4189529" y="26045"/>
                </a:cubicBezTo>
                <a:cubicBezTo>
                  <a:pt x="4188147" y="26355"/>
                  <a:pt x="4187028" y="26782"/>
                  <a:pt x="4186174" y="27326"/>
                </a:cubicBezTo>
                <a:cubicBezTo>
                  <a:pt x="4185320" y="27870"/>
                  <a:pt x="4184707" y="28506"/>
                  <a:pt x="4184334" y="29236"/>
                </a:cubicBezTo>
                <a:cubicBezTo>
                  <a:pt x="4183961" y="29966"/>
                  <a:pt x="4183775" y="30750"/>
                  <a:pt x="4183775" y="31589"/>
                </a:cubicBezTo>
                <a:cubicBezTo>
                  <a:pt x="4183775" y="32428"/>
                  <a:pt x="4183938" y="33189"/>
                  <a:pt x="4184264" y="33872"/>
                </a:cubicBezTo>
                <a:cubicBezTo>
                  <a:pt x="4184590" y="34555"/>
                  <a:pt x="4185196" y="35215"/>
                  <a:pt x="4186081" y="35852"/>
                </a:cubicBezTo>
                <a:cubicBezTo>
                  <a:pt x="4186966" y="36489"/>
                  <a:pt x="4188201" y="37126"/>
                  <a:pt x="4189785" y="37762"/>
                </a:cubicBezTo>
                <a:cubicBezTo>
                  <a:pt x="4191369" y="38399"/>
                  <a:pt x="4193435" y="39090"/>
                  <a:pt x="4195982" y="39836"/>
                </a:cubicBezTo>
                <a:cubicBezTo>
                  <a:pt x="4198746" y="40643"/>
                  <a:pt x="4201076" y="41490"/>
                  <a:pt x="4202970" y="42375"/>
                </a:cubicBezTo>
                <a:cubicBezTo>
                  <a:pt x="4204865" y="43260"/>
                  <a:pt x="4206403" y="44246"/>
                  <a:pt x="4207583" y="45334"/>
                </a:cubicBezTo>
                <a:cubicBezTo>
                  <a:pt x="4208763" y="46421"/>
                  <a:pt x="4209610" y="47648"/>
                  <a:pt x="4210122" y="49014"/>
                </a:cubicBezTo>
                <a:cubicBezTo>
                  <a:pt x="4210635" y="50381"/>
                  <a:pt x="4210891" y="51934"/>
                  <a:pt x="4210891" y="53674"/>
                </a:cubicBezTo>
                <a:close/>
                <a:moveTo>
                  <a:pt x="4261750" y="53674"/>
                </a:moveTo>
                <a:cubicBezTo>
                  <a:pt x="4261750" y="55320"/>
                  <a:pt x="4261470" y="56795"/>
                  <a:pt x="4260911" y="58100"/>
                </a:cubicBezTo>
                <a:cubicBezTo>
                  <a:pt x="4260352" y="59404"/>
                  <a:pt x="4259591" y="60561"/>
                  <a:pt x="4258628" y="61571"/>
                </a:cubicBezTo>
                <a:cubicBezTo>
                  <a:pt x="4257665" y="62580"/>
                  <a:pt x="4256547" y="63442"/>
                  <a:pt x="4255274" y="64157"/>
                </a:cubicBezTo>
                <a:cubicBezTo>
                  <a:pt x="4254000" y="64871"/>
                  <a:pt x="4252641" y="65461"/>
                  <a:pt x="4251197" y="65927"/>
                </a:cubicBezTo>
                <a:cubicBezTo>
                  <a:pt x="4249753" y="66393"/>
                  <a:pt x="4248269" y="66735"/>
                  <a:pt x="4246747" y="66952"/>
                </a:cubicBezTo>
                <a:cubicBezTo>
                  <a:pt x="4245225" y="67170"/>
                  <a:pt x="4243735" y="67278"/>
                  <a:pt x="4242275" y="67278"/>
                </a:cubicBezTo>
                <a:cubicBezTo>
                  <a:pt x="4239106" y="67278"/>
                  <a:pt x="4236194" y="67139"/>
                  <a:pt x="4233539" y="66859"/>
                </a:cubicBezTo>
                <a:cubicBezTo>
                  <a:pt x="4230883" y="66579"/>
                  <a:pt x="4228282" y="66129"/>
                  <a:pt x="4225735" y="65508"/>
                </a:cubicBezTo>
                <a:lnTo>
                  <a:pt x="4225735" y="58053"/>
                </a:lnTo>
                <a:cubicBezTo>
                  <a:pt x="4228468" y="58830"/>
                  <a:pt x="4231186" y="59420"/>
                  <a:pt x="4233888" y="59824"/>
                </a:cubicBezTo>
                <a:cubicBezTo>
                  <a:pt x="4236591" y="60227"/>
                  <a:pt x="4239277" y="60429"/>
                  <a:pt x="4241949" y="60429"/>
                </a:cubicBezTo>
                <a:cubicBezTo>
                  <a:pt x="4245831" y="60429"/>
                  <a:pt x="4248704" y="59901"/>
                  <a:pt x="4250568" y="58845"/>
                </a:cubicBezTo>
                <a:cubicBezTo>
                  <a:pt x="4252432" y="57789"/>
                  <a:pt x="4253363" y="56283"/>
                  <a:pt x="4253363" y="54326"/>
                </a:cubicBezTo>
                <a:cubicBezTo>
                  <a:pt x="4253363" y="53487"/>
                  <a:pt x="4253216" y="52734"/>
                  <a:pt x="4252921" y="52066"/>
                </a:cubicBezTo>
                <a:cubicBezTo>
                  <a:pt x="4252626" y="51398"/>
                  <a:pt x="4252090" y="50762"/>
                  <a:pt x="4251313" y="50156"/>
                </a:cubicBezTo>
                <a:cubicBezTo>
                  <a:pt x="4250537" y="49550"/>
                  <a:pt x="4249333" y="48921"/>
                  <a:pt x="4247703" y="48269"/>
                </a:cubicBezTo>
                <a:cubicBezTo>
                  <a:pt x="4246072" y="47617"/>
                  <a:pt x="4243843" y="46871"/>
                  <a:pt x="4241017" y="46033"/>
                </a:cubicBezTo>
                <a:cubicBezTo>
                  <a:pt x="4238905" y="45411"/>
                  <a:pt x="4236955" y="44705"/>
                  <a:pt x="4235169" y="43913"/>
                </a:cubicBezTo>
                <a:cubicBezTo>
                  <a:pt x="4233383" y="43121"/>
                  <a:pt x="4231838" y="42181"/>
                  <a:pt x="4230534" y="41094"/>
                </a:cubicBezTo>
                <a:cubicBezTo>
                  <a:pt x="4229229" y="40007"/>
                  <a:pt x="4228204" y="38733"/>
                  <a:pt x="4227459" y="37273"/>
                </a:cubicBezTo>
                <a:cubicBezTo>
                  <a:pt x="4226713" y="35813"/>
                  <a:pt x="4226340" y="34090"/>
                  <a:pt x="4226340" y="32102"/>
                </a:cubicBezTo>
                <a:cubicBezTo>
                  <a:pt x="4226340" y="30797"/>
                  <a:pt x="4226643" y="29368"/>
                  <a:pt x="4227249" y="27815"/>
                </a:cubicBezTo>
                <a:cubicBezTo>
                  <a:pt x="4227855" y="26262"/>
                  <a:pt x="4228887" y="24818"/>
                  <a:pt x="4230347" y="23482"/>
                </a:cubicBezTo>
                <a:cubicBezTo>
                  <a:pt x="4231807" y="22147"/>
                  <a:pt x="4233779" y="21036"/>
                  <a:pt x="4236264" y="20151"/>
                </a:cubicBezTo>
                <a:cubicBezTo>
                  <a:pt x="4238749" y="19266"/>
                  <a:pt x="4241855" y="18823"/>
                  <a:pt x="4245583" y="18823"/>
                </a:cubicBezTo>
                <a:cubicBezTo>
                  <a:pt x="4247415" y="18823"/>
                  <a:pt x="4249450" y="18924"/>
                  <a:pt x="4251686" y="19126"/>
                </a:cubicBezTo>
                <a:cubicBezTo>
                  <a:pt x="4253923" y="19328"/>
                  <a:pt x="4256252" y="19677"/>
                  <a:pt x="4258675" y="20174"/>
                </a:cubicBezTo>
                <a:lnTo>
                  <a:pt x="4258675" y="27396"/>
                </a:lnTo>
                <a:cubicBezTo>
                  <a:pt x="4256128" y="26775"/>
                  <a:pt x="4253713" y="26316"/>
                  <a:pt x="4251430" y="26021"/>
                </a:cubicBezTo>
                <a:cubicBezTo>
                  <a:pt x="4249147" y="25726"/>
                  <a:pt x="4247167" y="25579"/>
                  <a:pt x="4245490" y="25579"/>
                </a:cubicBezTo>
                <a:cubicBezTo>
                  <a:pt x="4243471" y="25579"/>
                  <a:pt x="4241770" y="25734"/>
                  <a:pt x="4240388" y="26045"/>
                </a:cubicBezTo>
                <a:cubicBezTo>
                  <a:pt x="4239006" y="26355"/>
                  <a:pt x="4237887" y="26782"/>
                  <a:pt x="4237033" y="27326"/>
                </a:cubicBezTo>
                <a:cubicBezTo>
                  <a:pt x="4236179" y="27870"/>
                  <a:pt x="4235565" y="28506"/>
                  <a:pt x="4235193" y="29236"/>
                </a:cubicBezTo>
                <a:cubicBezTo>
                  <a:pt x="4234820" y="29966"/>
                  <a:pt x="4234634" y="30750"/>
                  <a:pt x="4234634" y="31589"/>
                </a:cubicBezTo>
                <a:cubicBezTo>
                  <a:pt x="4234634" y="32428"/>
                  <a:pt x="4234797" y="33189"/>
                  <a:pt x="4235123" y="33872"/>
                </a:cubicBezTo>
                <a:cubicBezTo>
                  <a:pt x="4235449" y="34555"/>
                  <a:pt x="4236055" y="35215"/>
                  <a:pt x="4236940" y="35852"/>
                </a:cubicBezTo>
                <a:cubicBezTo>
                  <a:pt x="4237825" y="36489"/>
                  <a:pt x="4239060" y="37126"/>
                  <a:pt x="4240644" y="37762"/>
                </a:cubicBezTo>
                <a:cubicBezTo>
                  <a:pt x="4242228" y="38399"/>
                  <a:pt x="4244294" y="39090"/>
                  <a:pt x="4246841" y="39836"/>
                </a:cubicBezTo>
                <a:cubicBezTo>
                  <a:pt x="4249605" y="40643"/>
                  <a:pt x="4251935" y="41490"/>
                  <a:pt x="4253829" y="42375"/>
                </a:cubicBezTo>
                <a:cubicBezTo>
                  <a:pt x="4255724" y="43260"/>
                  <a:pt x="4257262" y="44246"/>
                  <a:pt x="4258442" y="45334"/>
                </a:cubicBezTo>
                <a:cubicBezTo>
                  <a:pt x="4259622" y="46421"/>
                  <a:pt x="4260469" y="47648"/>
                  <a:pt x="4260981" y="49014"/>
                </a:cubicBezTo>
                <a:cubicBezTo>
                  <a:pt x="4261494" y="50381"/>
                  <a:pt x="4261750" y="51934"/>
                  <a:pt x="4261750" y="53674"/>
                </a:cubicBezTo>
                <a:close/>
                <a:moveTo>
                  <a:pt x="4358635" y="11834"/>
                </a:moveTo>
                <a:lnTo>
                  <a:pt x="4350528" y="11834"/>
                </a:lnTo>
                <a:lnTo>
                  <a:pt x="4335619" y="559"/>
                </a:lnTo>
                <a:lnTo>
                  <a:pt x="4347360" y="559"/>
                </a:lnTo>
                <a:lnTo>
                  <a:pt x="4358635" y="11834"/>
                </a:lnTo>
                <a:moveTo>
                  <a:pt x="4327512" y="19662"/>
                </a:moveTo>
                <a:lnTo>
                  <a:pt x="4327512" y="19662"/>
                </a:lnTo>
                <a:close/>
                <a:moveTo>
                  <a:pt x="4420510" y="26278"/>
                </a:moveTo>
                <a:cubicBezTo>
                  <a:pt x="4421380" y="27365"/>
                  <a:pt x="4422056" y="28631"/>
                  <a:pt x="4422537" y="30075"/>
                </a:cubicBezTo>
                <a:cubicBezTo>
                  <a:pt x="4423019" y="31519"/>
                  <a:pt x="4423259" y="33080"/>
                  <a:pt x="4423259" y="34757"/>
                </a:cubicBezTo>
                <a:cubicBezTo>
                  <a:pt x="4423259" y="37180"/>
                  <a:pt x="4422817" y="39393"/>
                  <a:pt x="4421932" y="41397"/>
                </a:cubicBezTo>
                <a:cubicBezTo>
                  <a:pt x="4421046" y="43400"/>
                  <a:pt x="4419796" y="45116"/>
                  <a:pt x="4418181" y="46545"/>
                </a:cubicBezTo>
                <a:cubicBezTo>
                  <a:pt x="4416566" y="47974"/>
                  <a:pt x="4414632" y="49084"/>
                  <a:pt x="4412380" y="49876"/>
                </a:cubicBezTo>
                <a:cubicBezTo>
                  <a:pt x="4410128" y="50668"/>
                  <a:pt x="4407651" y="51064"/>
                  <a:pt x="4404949" y="51064"/>
                </a:cubicBezTo>
                <a:cubicBezTo>
                  <a:pt x="4402992" y="51064"/>
                  <a:pt x="4401159" y="50855"/>
                  <a:pt x="4399451" y="50435"/>
                </a:cubicBezTo>
                <a:cubicBezTo>
                  <a:pt x="4397743" y="50016"/>
                  <a:pt x="4396392" y="49496"/>
                  <a:pt x="4395398" y="48875"/>
                </a:cubicBezTo>
                <a:cubicBezTo>
                  <a:pt x="4394807" y="49744"/>
                  <a:pt x="4394310" y="50566"/>
                  <a:pt x="4393907" y="51340"/>
                </a:cubicBezTo>
                <a:cubicBezTo>
                  <a:pt x="4393503" y="52112"/>
                  <a:pt x="4393301" y="52977"/>
                  <a:pt x="4393301" y="53934"/>
                </a:cubicBezTo>
                <a:cubicBezTo>
                  <a:pt x="4393301" y="55107"/>
                  <a:pt x="4393868" y="56079"/>
                  <a:pt x="4395002" y="56850"/>
                </a:cubicBezTo>
                <a:cubicBezTo>
                  <a:pt x="4396135" y="57621"/>
                  <a:pt x="4397634" y="58038"/>
                  <a:pt x="4399498" y="58100"/>
                </a:cubicBezTo>
                <a:lnTo>
                  <a:pt x="4411798" y="58566"/>
                </a:lnTo>
                <a:cubicBezTo>
                  <a:pt x="4414127" y="58628"/>
                  <a:pt x="4416278" y="58923"/>
                  <a:pt x="4418251" y="59452"/>
                </a:cubicBezTo>
                <a:cubicBezTo>
                  <a:pt x="4420223" y="59981"/>
                  <a:pt x="4421916" y="60744"/>
                  <a:pt x="4423329" y="61740"/>
                </a:cubicBezTo>
                <a:cubicBezTo>
                  <a:pt x="4424743" y="62735"/>
                  <a:pt x="4425845" y="63963"/>
                  <a:pt x="4426637" y="65426"/>
                </a:cubicBezTo>
                <a:cubicBezTo>
                  <a:pt x="4427429" y="66888"/>
                  <a:pt x="4427825" y="68584"/>
                  <a:pt x="4427825" y="70513"/>
                </a:cubicBezTo>
                <a:cubicBezTo>
                  <a:pt x="4427825" y="72598"/>
                  <a:pt x="4427375" y="74574"/>
                  <a:pt x="4426474" y="76441"/>
                </a:cubicBezTo>
                <a:cubicBezTo>
                  <a:pt x="4425573" y="78307"/>
                  <a:pt x="4424183" y="79948"/>
                  <a:pt x="4422304" y="81364"/>
                </a:cubicBezTo>
                <a:cubicBezTo>
                  <a:pt x="4420425" y="82780"/>
                  <a:pt x="4418041" y="83908"/>
                  <a:pt x="4415152" y="84747"/>
                </a:cubicBezTo>
                <a:cubicBezTo>
                  <a:pt x="4412264" y="85588"/>
                  <a:pt x="4408832" y="86008"/>
                  <a:pt x="4404856" y="86008"/>
                </a:cubicBezTo>
                <a:cubicBezTo>
                  <a:pt x="4401066" y="86008"/>
                  <a:pt x="4397844" y="85705"/>
                  <a:pt x="4395188" y="85098"/>
                </a:cubicBezTo>
                <a:cubicBezTo>
                  <a:pt x="4392532" y="84491"/>
                  <a:pt x="4390350" y="83651"/>
                  <a:pt x="4388642" y="82578"/>
                </a:cubicBezTo>
                <a:cubicBezTo>
                  <a:pt x="4386933" y="81504"/>
                  <a:pt x="4385691" y="80228"/>
                  <a:pt x="4384915" y="78750"/>
                </a:cubicBezTo>
                <a:cubicBezTo>
                  <a:pt x="4384138" y="77273"/>
                  <a:pt x="4383750" y="75647"/>
                  <a:pt x="4383750" y="73874"/>
                </a:cubicBezTo>
                <a:cubicBezTo>
                  <a:pt x="4383750" y="71603"/>
                  <a:pt x="4384278" y="69611"/>
                  <a:pt x="4385334" y="67900"/>
                </a:cubicBezTo>
                <a:cubicBezTo>
                  <a:pt x="4386390" y="66190"/>
                  <a:pt x="4388021" y="64541"/>
                  <a:pt x="4390226" y="62954"/>
                </a:cubicBezTo>
                <a:cubicBezTo>
                  <a:pt x="4389418" y="62582"/>
                  <a:pt x="4388719" y="62117"/>
                  <a:pt x="4388129" y="61559"/>
                </a:cubicBezTo>
                <a:cubicBezTo>
                  <a:pt x="4387539" y="61001"/>
                  <a:pt x="4387058" y="60389"/>
                  <a:pt x="4386685" y="59723"/>
                </a:cubicBezTo>
                <a:cubicBezTo>
                  <a:pt x="4386312" y="59056"/>
                  <a:pt x="4386033" y="58351"/>
                  <a:pt x="4385846" y="57608"/>
                </a:cubicBezTo>
                <a:cubicBezTo>
                  <a:pt x="4385660" y="56863"/>
                  <a:pt x="4385567" y="56135"/>
                  <a:pt x="4385567" y="55422"/>
                </a:cubicBezTo>
                <a:cubicBezTo>
                  <a:pt x="4385567" y="53407"/>
                  <a:pt x="4386040" y="51563"/>
                  <a:pt x="4386988" y="49889"/>
                </a:cubicBezTo>
                <a:cubicBezTo>
                  <a:pt x="4387935" y="48216"/>
                  <a:pt x="4389061" y="46635"/>
                  <a:pt x="4390366" y="45147"/>
                </a:cubicBezTo>
                <a:cubicBezTo>
                  <a:pt x="4389776" y="44433"/>
                  <a:pt x="4389255" y="43734"/>
                  <a:pt x="4388805" y="43051"/>
                </a:cubicBezTo>
                <a:cubicBezTo>
                  <a:pt x="4388355" y="42367"/>
                  <a:pt x="4387966" y="41630"/>
                  <a:pt x="4387640" y="40838"/>
                </a:cubicBezTo>
                <a:cubicBezTo>
                  <a:pt x="4387314" y="40045"/>
                  <a:pt x="4387065" y="39191"/>
                  <a:pt x="4386895" y="38275"/>
                </a:cubicBezTo>
                <a:cubicBezTo>
                  <a:pt x="4386724" y="37359"/>
                  <a:pt x="4386638" y="36310"/>
                  <a:pt x="4386638" y="35130"/>
                </a:cubicBezTo>
                <a:cubicBezTo>
                  <a:pt x="4386638" y="32707"/>
                  <a:pt x="4387081" y="30494"/>
                  <a:pt x="4387966" y="28491"/>
                </a:cubicBezTo>
                <a:cubicBezTo>
                  <a:pt x="4388852" y="26487"/>
                  <a:pt x="4390094" y="24771"/>
                  <a:pt x="4391694" y="23342"/>
                </a:cubicBezTo>
                <a:cubicBezTo>
                  <a:pt x="4393293" y="21914"/>
                  <a:pt x="4395219" y="20803"/>
                  <a:pt x="4397471" y="20011"/>
                </a:cubicBezTo>
                <a:cubicBezTo>
                  <a:pt x="4399723" y="19219"/>
                  <a:pt x="4402216" y="18823"/>
                  <a:pt x="4404949" y="18823"/>
                </a:cubicBezTo>
                <a:cubicBezTo>
                  <a:pt x="4406098" y="18823"/>
                  <a:pt x="4407201" y="18901"/>
                  <a:pt x="4408257" y="19056"/>
                </a:cubicBezTo>
                <a:cubicBezTo>
                  <a:pt x="4409313" y="19211"/>
                  <a:pt x="4410245" y="19413"/>
                  <a:pt x="4411052" y="19662"/>
                </a:cubicBezTo>
                <a:lnTo>
                  <a:pt x="4428012" y="19662"/>
                </a:lnTo>
                <a:lnTo>
                  <a:pt x="4428012" y="26278"/>
                </a:lnTo>
                <a:lnTo>
                  <a:pt x="4420510" y="26278"/>
                </a:lnTo>
                <a:moveTo>
                  <a:pt x="4392369" y="73175"/>
                </a:moveTo>
                <a:cubicBezTo>
                  <a:pt x="4392369" y="75387"/>
                  <a:pt x="4393518" y="76999"/>
                  <a:pt x="4395817" y="78012"/>
                </a:cubicBezTo>
                <a:cubicBezTo>
                  <a:pt x="4398115" y="79025"/>
                  <a:pt x="4401315" y="79532"/>
                  <a:pt x="4405415" y="79532"/>
                </a:cubicBezTo>
                <a:cubicBezTo>
                  <a:pt x="4407993" y="79532"/>
                  <a:pt x="4410159" y="79298"/>
                  <a:pt x="4411914" y="78830"/>
                </a:cubicBezTo>
                <a:cubicBezTo>
                  <a:pt x="4413669" y="78363"/>
                  <a:pt x="4415083" y="77748"/>
                  <a:pt x="4416154" y="76984"/>
                </a:cubicBezTo>
                <a:cubicBezTo>
                  <a:pt x="4417226" y="76220"/>
                  <a:pt x="4417995" y="75347"/>
                  <a:pt x="4418460" y="74366"/>
                </a:cubicBezTo>
                <a:cubicBezTo>
                  <a:pt x="4418926" y="73385"/>
                  <a:pt x="4419159" y="72380"/>
                  <a:pt x="4419159" y="71351"/>
                </a:cubicBezTo>
                <a:cubicBezTo>
                  <a:pt x="4419159" y="69449"/>
                  <a:pt x="4418383" y="68047"/>
                  <a:pt x="4416830" y="67143"/>
                </a:cubicBezTo>
                <a:cubicBezTo>
                  <a:pt x="4415277" y="66239"/>
                  <a:pt x="4412901" y="65710"/>
                  <a:pt x="4409701" y="65554"/>
                </a:cubicBezTo>
                <a:lnTo>
                  <a:pt x="4397494" y="65135"/>
                </a:lnTo>
                <a:cubicBezTo>
                  <a:pt x="4396469" y="65820"/>
                  <a:pt x="4395623" y="66490"/>
                  <a:pt x="4394955" y="67144"/>
                </a:cubicBezTo>
                <a:cubicBezTo>
                  <a:pt x="4394287" y="67800"/>
                  <a:pt x="4393767" y="68462"/>
                  <a:pt x="4393394" y="69132"/>
                </a:cubicBezTo>
                <a:cubicBezTo>
                  <a:pt x="4393021" y="69802"/>
                  <a:pt x="4392757" y="70471"/>
                  <a:pt x="4392602" y="71141"/>
                </a:cubicBezTo>
                <a:cubicBezTo>
                  <a:pt x="4392447" y="71812"/>
                  <a:pt x="4392369" y="72490"/>
                  <a:pt x="4392369" y="73175"/>
                </a:cubicBezTo>
                <a:moveTo>
                  <a:pt x="4394839" y="34944"/>
                </a:moveTo>
                <a:cubicBezTo>
                  <a:pt x="4394839" y="36435"/>
                  <a:pt x="4395087" y="37801"/>
                  <a:pt x="4395584" y="39044"/>
                </a:cubicBezTo>
                <a:cubicBezTo>
                  <a:pt x="4396081" y="40286"/>
                  <a:pt x="4396780" y="41342"/>
                  <a:pt x="4397681" y="42212"/>
                </a:cubicBezTo>
                <a:cubicBezTo>
                  <a:pt x="4398581" y="43082"/>
                  <a:pt x="4399645" y="43757"/>
                  <a:pt x="4400872" y="44239"/>
                </a:cubicBezTo>
                <a:cubicBezTo>
                  <a:pt x="4402099" y="44720"/>
                  <a:pt x="4403458" y="44961"/>
                  <a:pt x="4404949" y="44961"/>
                </a:cubicBezTo>
                <a:cubicBezTo>
                  <a:pt x="4406564" y="44961"/>
                  <a:pt x="4408001" y="44689"/>
                  <a:pt x="4409259" y="44146"/>
                </a:cubicBezTo>
                <a:cubicBezTo>
                  <a:pt x="4410517" y="43602"/>
                  <a:pt x="4411573" y="42864"/>
                  <a:pt x="4412427" y="41932"/>
                </a:cubicBezTo>
                <a:cubicBezTo>
                  <a:pt x="4413281" y="41001"/>
                  <a:pt x="4413933" y="39929"/>
                  <a:pt x="4414384" y="38718"/>
                </a:cubicBezTo>
                <a:cubicBezTo>
                  <a:pt x="4414834" y="37506"/>
                  <a:pt x="4415059" y="36248"/>
                  <a:pt x="4415059" y="34944"/>
                </a:cubicBezTo>
                <a:cubicBezTo>
                  <a:pt x="4415059" y="33453"/>
                  <a:pt x="4414811" y="32086"/>
                  <a:pt x="4414314" y="30844"/>
                </a:cubicBezTo>
                <a:cubicBezTo>
                  <a:pt x="4413817" y="29601"/>
                  <a:pt x="4413118" y="28545"/>
                  <a:pt x="4412217" y="27675"/>
                </a:cubicBezTo>
                <a:cubicBezTo>
                  <a:pt x="4411316" y="26806"/>
                  <a:pt x="4410253" y="26130"/>
                  <a:pt x="4409026" y="25649"/>
                </a:cubicBezTo>
                <a:cubicBezTo>
                  <a:pt x="4407799" y="25167"/>
                  <a:pt x="4406440" y="24927"/>
                  <a:pt x="4404949" y="24927"/>
                </a:cubicBezTo>
                <a:cubicBezTo>
                  <a:pt x="4403334" y="24927"/>
                  <a:pt x="4401897" y="25206"/>
                  <a:pt x="4400639" y="25765"/>
                </a:cubicBezTo>
                <a:cubicBezTo>
                  <a:pt x="4399381" y="26324"/>
                  <a:pt x="4398325" y="27062"/>
                  <a:pt x="4397471" y="27978"/>
                </a:cubicBezTo>
                <a:cubicBezTo>
                  <a:pt x="4396617" y="28895"/>
                  <a:pt x="4395964" y="29958"/>
                  <a:pt x="4395514" y="31170"/>
                </a:cubicBezTo>
                <a:cubicBezTo>
                  <a:pt x="4395064" y="32381"/>
                  <a:pt x="4394839" y="33639"/>
                  <a:pt x="4394839" y="34944"/>
                </a:cubicBezTo>
                <a:close/>
                <a:moveTo>
                  <a:pt x="4478193" y="40581"/>
                </a:moveTo>
                <a:cubicBezTo>
                  <a:pt x="4478193" y="41731"/>
                  <a:pt x="4478177" y="42693"/>
                  <a:pt x="4478146" y="43470"/>
                </a:cubicBezTo>
                <a:cubicBezTo>
                  <a:pt x="4478115" y="44246"/>
                  <a:pt x="4478068" y="44976"/>
                  <a:pt x="4478006" y="45660"/>
                </a:cubicBezTo>
                <a:lnTo>
                  <a:pt x="4445159" y="45660"/>
                </a:lnTo>
                <a:cubicBezTo>
                  <a:pt x="4445159" y="50443"/>
                  <a:pt x="4446495" y="54116"/>
                  <a:pt x="4449166" y="56679"/>
                </a:cubicBezTo>
                <a:cubicBezTo>
                  <a:pt x="4451837" y="59241"/>
                  <a:pt x="4455689" y="60522"/>
                  <a:pt x="4460721" y="60522"/>
                </a:cubicBezTo>
                <a:cubicBezTo>
                  <a:pt x="4462087" y="60522"/>
                  <a:pt x="4463454" y="60467"/>
                  <a:pt x="4464821" y="60357"/>
                </a:cubicBezTo>
                <a:cubicBezTo>
                  <a:pt x="4466188" y="60245"/>
                  <a:pt x="4467508" y="60094"/>
                  <a:pt x="4468781" y="59904"/>
                </a:cubicBezTo>
                <a:cubicBezTo>
                  <a:pt x="4470055" y="59712"/>
                  <a:pt x="4471274" y="59498"/>
                  <a:pt x="4472439" y="59260"/>
                </a:cubicBezTo>
                <a:cubicBezTo>
                  <a:pt x="4473603" y="59021"/>
                  <a:pt x="4474683" y="58759"/>
                  <a:pt x="4475677" y="58472"/>
                </a:cubicBezTo>
                <a:lnTo>
                  <a:pt x="4475677" y="65135"/>
                </a:lnTo>
                <a:cubicBezTo>
                  <a:pt x="4473471" y="65770"/>
                  <a:pt x="4470979" y="66286"/>
                  <a:pt x="4468199" y="66683"/>
                </a:cubicBezTo>
                <a:cubicBezTo>
                  <a:pt x="4465419" y="67080"/>
                  <a:pt x="4462538" y="67278"/>
                  <a:pt x="4459556" y="67278"/>
                </a:cubicBezTo>
                <a:cubicBezTo>
                  <a:pt x="4455549" y="67278"/>
                  <a:pt x="4452101" y="66735"/>
                  <a:pt x="4449213" y="65648"/>
                </a:cubicBezTo>
                <a:cubicBezTo>
                  <a:pt x="4446324" y="64560"/>
                  <a:pt x="4443956" y="62984"/>
                  <a:pt x="4442107" y="60919"/>
                </a:cubicBezTo>
                <a:cubicBezTo>
                  <a:pt x="4440259" y="58853"/>
                  <a:pt x="4438893" y="56321"/>
                  <a:pt x="4438007" y="53324"/>
                </a:cubicBezTo>
                <a:cubicBezTo>
                  <a:pt x="4437122" y="50327"/>
                  <a:pt x="4436680" y="46933"/>
                  <a:pt x="4436680" y="43144"/>
                </a:cubicBezTo>
                <a:cubicBezTo>
                  <a:pt x="4436680" y="39851"/>
                  <a:pt x="4437153" y="36737"/>
                  <a:pt x="4438101" y="33802"/>
                </a:cubicBezTo>
                <a:cubicBezTo>
                  <a:pt x="4439048" y="30867"/>
                  <a:pt x="4440430" y="28289"/>
                  <a:pt x="4442247" y="26068"/>
                </a:cubicBezTo>
                <a:cubicBezTo>
                  <a:pt x="4444064" y="23847"/>
                  <a:pt x="4446293" y="22084"/>
                  <a:pt x="4448933" y="20780"/>
                </a:cubicBezTo>
                <a:cubicBezTo>
                  <a:pt x="4451573" y="19475"/>
                  <a:pt x="4454571" y="18823"/>
                  <a:pt x="4457925" y="18823"/>
                </a:cubicBezTo>
                <a:cubicBezTo>
                  <a:pt x="4461187" y="18823"/>
                  <a:pt x="4464075" y="19336"/>
                  <a:pt x="4466591" y="20361"/>
                </a:cubicBezTo>
                <a:cubicBezTo>
                  <a:pt x="4469107" y="21386"/>
                  <a:pt x="4471227" y="22838"/>
                  <a:pt x="4472951" y="24717"/>
                </a:cubicBezTo>
                <a:cubicBezTo>
                  <a:pt x="4474675" y="26596"/>
                  <a:pt x="4475980" y="28879"/>
                  <a:pt x="4476865" y="31566"/>
                </a:cubicBezTo>
                <a:cubicBezTo>
                  <a:pt x="4477750" y="34253"/>
                  <a:pt x="4478193" y="37258"/>
                  <a:pt x="4478193" y="40581"/>
                </a:cubicBezTo>
                <a:moveTo>
                  <a:pt x="4469760" y="39416"/>
                </a:moveTo>
                <a:cubicBezTo>
                  <a:pt x="4469853" y="37335"/>
                  <a:pt x="4469651" y="35433"/>
                  <a:pt x="4469154" y="33709"/>
                </a:cubicBezTo>
                <a:cubicBezTo>
                  <a:pt x="4468657" y="31985"/>
                  <a:pt x="4467888" y="30502"/>
                  <a:pt x="4466848" y="29260"/>
                </a:cubicBezTo>
                <a:cubicBezTo>
                  <a:pt x="4465807" y="28017"/>
                  <a:pt x="4464510" y="27046"/>
                  <a:pt x="4462957" y="26348"/>
                </a:cubicBezTo>
                <a:cubicBezTo>
                  <a:pt x="4461404" y="25649"/>
                  <a:pt x="4459603" y="25299"/>
                  <a:pt x="4457553" y="25299"/>
                </a:cubicBezTo>
                <a:cubicBezTo>
                  <a:pt x="4455782" y="25299"/>
                  <a:pt x="4454167" y="25641"/>
                  <a:pt x="4452707" y="26324"/>
                </a:cubicBezTo>
                <a:cubicBezTo>
                  <a:pt x="4451247" y="27008"/>
                  <a:pt x="4449989" y="27970"/>
                  <a:pt x="4448933" y="29213"/>
                </a:cubicBezTo>
                <a:cubicBezTo>
                  <a:pt x="4447877" y="30455"/>
                  <a:pt x="4447023" y="31946"/>
                  <a:pt x="4446371" y="33686"/>
                </a:cubicBezTo>
                <a:cubicBezTo>
                  <a:pt x="4445718" y="35425"/>
                  <a:pt x="4445315" y="37335"/>
                  <a:pt x="4445159" y="39416"/>
                </a:cubicBezTo>
                <a:lnTo>
                  <a:pt x="4469760" y="39416"/>
                </a:lnTo>
                <a:close/>
                <a:moveTo>
                  <a:pt x="4528234" y="65741"/>
                </a:moveTo>
                <a:cubicBezTo>
                  <a:pt x="4526402" y="66223"/>
                  <a:pt x="4524507" y="66569"/>
                  <a:pt x="4522550" y="66777"/>
                </a:cubicBezTo>
                <a:cubicBezTo>
                  <a:pt x="4520593" y="66987"/>
                  <a:pt x="4518605" y="67092"/>
                  <a:pt x="4516586" y="67092"/>
                </a:cubicBezTo>
                <a:cubicBezTo>
                  <a:pt x="4510716" y="67092"/>
                  <a:pt x="4506336" y="65764"/>
                  <a:pt x="4503448" y="63108"/>
                </a:cubicBezTo>
                <a:cubicBezTo>
                  <a:pt x="4500559" y="60453"/>
                  <a:pt x="4499115" y="56376"/>
                  <a:pt x="4499115" y="50878"/>
                </a:cubicBezTo>
                <a:lnTo>
                  <a:pt x="4499115" y="26464"/>
                </a:lnTo>
                <a:lnTo>
                  <a:pt x="4486022" y="26464"/>
                </a:lnTo>
                <a:lnTo>
                  <a:pt x="4486022" y="19662"/>
                </a:lnTo>
                <a:lnTo>
                  <a:pt x="4499115" y="19662"/>
                </a:lnTo>
                <a:lnTo>
                  <a:pt x="4499115" y="6762"/>
                </a:lnTo>
                <a:lnTo>
                  <a:pt x="4507222" y="4659"/>
                </a:lnTo>
                <a:lnTo>
                  <a:pt x="4507222" y="19662"/>
                </a:lnTo>
                <a:lnTo>
                  <a:pt x="4528234" y="19662"/>
                </a:lnTo>
                <a:lnTo>
                  <a:pt x="4528234" y="26464"/>
                </a:lnTo>
                <a:lnTo>
                  <a:pt x="4507222" y="26464"/>
                </a:lnTo>
                <a:lnTo>
                  <a:pt x="4507222" y="50226"/>
                </a:lnTo>
                <a:cubicBezTo>
                  <a:pt x="4507222" y="53580"/>
                  <a:pt x="4508115" y="56089"/>
                  <a:pt x="4509901" y="57750"/>
                </a:cubicBezTo>
                <a:cubicBezTo>
                  <a:pt x="4511687" y="59412"/>
                  <a:pt x="4514319" y="60243"/>
                  <a:pt x="4517798" y="60243"/>
                </a:cubicBezTo>
                <a:cubicBezTo>
                  <a:pt x="4519289" y="60243"/>
                  <a:pt x="4520919" y="60123"/>
                  <a:pt x="4522690" y="59883"/>
                </a:cubicBezTo>
                <a:cubicBezTo>
                  <a:pt x="4524460" y="59643"/>
                  <a:pt x="4526309" y="59265"/>
                  <a:pt x="4528234" y="58752"/>
                </a:cubicBezTo>
                <a:lnTo>
                  <a:pt x="4528234" y="65741"/>
                </a:lnTo>
                <a:close/>
                <a:moveTo>
                  <a:pt x="4556983" y="12487"/>
                </a:moveTo>
                <a:lnTo>
                  <a:pt x="4542959" y="12487"/>
                </a:lnTo>
                <a:lnTo>
                  <a:pt x="4542959" y="5498"/>
                </a:lnTo>
                <a:lnTo>
                  <a:pt x="4579394" y="5498"/>
                </a:lnTo>
                <a:lnTo>
                  <a:pt x="4579394" y="12487"/>
                </a:lnTo>
                <a:lnTo>
                  <a:pt x="4565370" y="12487"/>
                </a:lnTo>
                <a:lnTo>
                  <a:pt x="4565370" y="59358"/>
                </a:lnTo>
                <a:lnTo>
                  <a:pt x="4579394" y="59358"/>
                </a:lnTo>
                <a:lnTo>
                  <a:pt x="4579394" y="66440"/>
                </a:lnTo>
                <a:lnTo>
                  <a:pt x="4542959" y="66440"/>
                </a:lnTo>
                <a:lnTo>
                  <a:pt x="4542959" y="59358"/>
                </a:lnTo>
                <a:lnTo>
                  <a:pt x="4556983" y="59358"/>
                </a:lnTo>
                <a:lnTo>
                  <a:pt x="4556983" y="12487"/>
                </a:lnTo>
                <a:close/>
                <a:moveTo>
                  <a:pt x="4594259" y="19662"/>
                </a:moveTo>
                <a:lnTo>
                  <a:pt x="4601480" y="19662"/>
                </a:lnTo>
                <a:lnTo>
                  <a:pt x="4601807" y="27210"/>
                </a:lnTo>
                <a:cubicBezTo>
                  <a:pt x="4603173" y="25594"/>
                  <a:pt x="4604493" y="24251"/>
                  <a:pt x="4605767" y="23179"/>
                </a:cubicBezTo>
                <a:cubicBezTo>
                  <a:pt x="4607040" y="22108"/>
                  <a:pt x="4608291" y="21246"/>
                  <a:pt x="4609517" y="20593"/>
                </a:cubicBezTo>
                <a:cubicBezTo>
                  <a:pt x="4610744" y="19941"/>
                  <a:pt x="4611995" y="19483"/>
                  <a:pt x="4613268" y="19219"/>
                </a:cubicBezTo>
                <a:cubicBezTo>
                  <a:pt x="4614542" y="18955"/>
                  <a:pt x="4615862" y="18823"/>
                  <a:pt x="4617228" y="18823"/>
                </a:cubicBezTo>
                <a:cubicBezTo>
                  <a:pt x="4622043" y="18823"/>
                  <a:pt x="4625685" y="20244"/>
                  <a:pt x="4628154" y="23086"/>
                </a:cubicBezTo>
                <a:cubicBezTo>
                  <a:pt x="4630623" y="25928"/>
                  <a:pt x="4631858" y="30207"/>
                  <a:pt x="4631858" y="35922"/>
                </a:cubicBezTo>
                <a:lnTo>
                  <a:pt x="4631858" y="66440"/>
                </a:lnTo>
                <a:lnTo>
                  <a:pt x="4623751" y="66440"/>
                </a:lnTo>
                <a:lnTo>
                  <a:pt x="4623751" y="36574"/>
                </a:lnTo>
                <a:cubicBezTo>
                  <a:pt x="4623751" y="32909"/>
                  <a:pt x="4623068" y="30199"/>
                  <a:pt x="4621701" y="28444"/>
                </a:cubicBezTo>
                <a:cubicBezTo>
                  <a:pt x="4620334" y="26689"/>
                  <a:pt x="4618300" y="25812"/>
                  <a:pt x="4615598" y="25812"/>
                </a:cubicBezTo>
                <a:cubicBezTo>
                  <a:pt x="4614604" y="25812"/>
                  <a:pt x="4613633" y="25959"/>
                  <a:pt x="4612686" y="26254"/>
                </a:cubicBezTo>
                <a:cubicBezTo>
                  <a:pt x="4611738" y="26549"/>
                  <a:pt x="4610752" y="27062"/>
                  <a:pt x="4609727" y="27792"/>
                </a:cubicBezTo>
                <a:cubicBezTo>
                  <a:pt x="4608702" y="28522"/>
                  <a:pt x="4607592" y="29508"/>
                  <a:pt x="4606396" y="30750"/>
                </a:cubicBezTo>
                <a:cubicBezTo>
                  <a:pt x="4605200" y="31993"/>
                  <a:pt x="4603857" y="33546"/>
                  <a:pt x="4602366" y="35410"/>
                </a:cubicBezTo>
                <a:lnTo>
                  <a:pt x="4602366" y="66440"/>
                </a:lnTo>
                <a:lnTo>
                  <a:pt x="4594259" y="66440"/>
                </a:lnTo>
                <a:lnTo>
                  <a:pt x="4594259" y="19662"/>
                </a:lnTo>
                <a:close/>
                <a:moveTo>
                  <a:pt x="4683158" y="53674"/>
                </a:moveTo>
                <a:cubicBezTo>
                  <a:pt x="4683158" y="55320"/>
                  <a:pt x="4682878" y="56795"/>
                  <a:pt x="4682319" y="58100"/>
                </a:cubicBezTo>
                <a:cubicBezTo>
                  <a:pt x="4681760" y="59404"/>
                  <a:pt x="4680999" y="60561"/>
                  <a:pt x="4680036" y="61571"/>
                </a:cubicBezTo>
                <a:cubicBezTo>
                  <a:pt x="4679073" y="62580"/>
                  <a:pt x="4677955" y="63442"/>
                  <a:pt x="4676681" y="64157"/>
                </a:cubicBezTo>
                <a:cubicBezTo>
                  <a:pt x="4675408" y="64871"/>
                  <a:pt x="4674049" y="65461"/>
                  <a:pt x="4672605" y="65927"/>
                </a:cubicBezTo>
                <a:cubicBezTo>
                  <a:pt x="4671160" y="66393"/>
                  <a:pt x="4669677" y="66735"/>
                  <a:pt x="4668155" y="66952"/>
                </a:cubicBezTo>
                <a:cubicBezTo>
                  <a:pt x="4666633" y="67170"/>
                  <a:pt x="4665142" y="67278"/>
                  <a:pt x="4663682" y="67278"/>
                </a:cubicBezTo>
                <a:cubicBezTo>
                  <a:pt x="4660514" y="67278"/>
                  <a:pt x="4657602" y="67139"/>
                  <a:pt x="4654946" y="66859"/>
                </a:cubicBezTo>
                <a:cubicBezTo>
                  <a:pt x="4652291" y="66579"/>
                  <a:pt x="4649689" y="66129"/>
                  <a:pt x="4647142" y="65508"/>
                </a:cubicBezTo>
                <a:lnTo>
                  <a:pt x="4647142" y="58053"/>
                </a:lnTo>
                <a:cubicBezTo>
                  <a:pt x="4649876" y="58830"/>
                  <a:pt x="4652593" y="59420"/>
                  <a:pt x="4655296" y="59824"/>
                </a:cubicBezTo>
                <a:cubicBezTo>
                  <a:pt x="4657998" y="60227"/>
                  <a:pt x="4660685" y="60429"/>
                  <a:pt x="4663356" y="60429"/>
                </a:cubicBezTo>
                <a:cubicBezTo>
                  <a:pt x="4667239" y="60429"/>
                  <a:pt x="4670112" y="59901"/>
                  <a:pt x="4671976" y="58845"/>
                </a:cubicBezTo>
                <a:cubicBezTo>
                  <a:pt x="4673839" y="57789"/>
                  <a:pt x="4674771" y="56283"/>
                  <a:pt x="4674771" y="54326"/>
                </a:cubicBezTo>
                <a:cubicBezTo>
                  <a:pt x="4674771" y="53487"/>
                  <a:pt x="4674623" y="52734"/>
                  <a:pt x="4674328" y="52066"/>
                </a:cubicBezTo>
                <a:cubicBezTo>
                  <a:pt x="4674033" y="51398"/>
                  <a:pt x="4673498" y="50762"/>
                  <a:pt x="4672721" y="50156"/>
                </a:cubicBezTo>
                <a:cubicBezTo>
                  <a:pt x="4671944" y="49550"/>
                  <a:pt x="4670741" y="48921"/>
                  <a:pt x="4669110" y="48269"/>
                </a:cubicBezTo>
                <a:cubicBezTo>
                  <a:pt x="4667479" y="47617"/>
                  <a:pt x="4665251" y="46871"/>
                  <a:pt x="4662424" y="46033"/>
                </a:cubicBezTo>
                <a:cubicBezTo>
                  <a:pt x="4660312" y="45411"/>
                  <a:pt x="4658363" y="44705"/>
                  <a:pt x="4656577" y="43913"/>
                </a:cubicBezTo>
                <a:cubicBezTo>
                  <a:pt x="4654791" y="43121"/>
                  <a:pt x="4653246" y="42181"/>
                  <a:pt x="4651941" y="41094"/>
                </a:cubicBezTo>
                <a:cubicBezTo>
                  <a:pt x="4650637" y="40007"/>
                  <a:pt x="4649612" y="38733"/>
                  <a:pt x="4648866" y="37273"/>
                </a:cubicBezTo>
                <a:cubicBezTo>
                  <a:pt x="4648121" y="35813"/>
                  <a:pt x="4647748" y="34090"/>
                  <a:pt x="4647748" y="32102"/>
                </a:cubicBezTo>
                <a:cubicBezTo>
                  <a:pt x="4647748" y="30797"/>
                  <a:pt x="4648051" y="29368"/>
                  <a:pt x="4648656" y="27815"/>
                </a:cubicBezTo>
                <a:cubicBezTo>
                  <a:pt x="4649262" y="26262"/>
                  <a:pt x="4650295" y="24818"/>
                  <a:pt x="4651755" y="23482"/>
                </a:cubicBezTo>
                <a:cubicBezTo>
                  <a:pt x="4653215" y="22147"/>
                  <a:pt x="4655187" y="21036"/>
                  <a:pt x="4657672" y="20151"/>
                </a:cubicBezTo>
                <a:cubicBezTo>
                  <a:pt x="4660157" y="19266"/>
                  <a:pt x="4663263" y="18823"/>
                  <a:pt x="4666990" y="18823"/>
                </a:cubicBezTo>
                <a:cubicBezTo>
                  <a:pt x="4668823" y="18823"/>
                  <a:pt x="4670857" y="18924"/>
                  <a:pt x="4673094" y="19126"/>
                </a:cubicBezTo>
                <a:cubicBezTo>
                  <a:pt x="4675330" y="19328"/>
                  <a:pt x="4677660" y="19677"/>
                  <a:pt x="4680082" y="20174"/>
                </a:cubicBezTo>
                <a:lnTo>
                  <a:pt x="4680082" y="27396"/>
                </a:lnTo>
                <a:cubicBezTo>
                  <a:pt x="4677535" y="26775"/>
                  <a:pt x="4675120" y="26316"/>
                  <a:pt x="4672837" y="26021"/>
                </a:cubicBezTo>
                <a:cubicBezTo>
                  <a:pt x="4670554" y="25726"/>
                  <a:pt x="4668574" y="25579"/>
                  <a:pt x="4666897" y="25579"/>
                </a:cubicBezTo>
                <a:cubicBezTo>
                  <a:pt x="4664878" y="25579"/>
                  <a:pt x="4663177" y="25734"/>
                  <a:pt x="4661795" y="26045"/>
                </a:cubicBezTo>
                <a:cubicBezTo>
                  <a:pt x="4660413" y="26355"/>
                  <a:pt x="4659295" y="26782"/>
                  <a:pt x="4658441" y="27326"/>
                </a:cubicBezTo>
                <a:cubicBezTo>
                  <a:pt x="4657586" y="27870"/>
                  <a:pt x="4656973" y="28506"/>
                  <a:pt x="4656600" y="29236"/>
                </a:cubicBezTo>
                <a:cubicBezTo>
                  <a:pt x="4656228" y="29966"/>
                  <a:pt x="4656041" y="30750"/>
                  <a:pt x="4656041" y="31589"/>
                </a:cubicBezTo>
                <a:cubicBezTo>
                  <a:pt x="4656041" y="32428"/>
                  <a:pt x="4656204" y="33189"/>
                  <a:pt x="4656530" y="33872"/>
                </a:cubicBezTo>
                <a:cubicBezTo>
                  <a:pt x="4656857" y="34555"/>
                  <a:pt x="4657462" y="35215"/>
                  <a:pt x="4658347" y="35852"/>
                </a:cubicBezTo>
                <a:cubicBezTo>
                  <a:pt x="4659233" y="36489"/>
                  <a:pt x="4660467" y="37126"/>
                  <a:pt x="4662052" y="37762"/>
                </a:cubicBezTo>
                <a:cubicBezTo>
                  <a:pt x="4663636" y="38399"/>
                  <a:pt x="4665701" y="39090"/>
                  <a:pt x="4668248" y="39836"/>
                </a:cubicBezTo>
                <a:cubicBezTo>
                  <a:pt x="4671013" y="40643"/>
                  <a:pt x="4673342" y="41490"/>
                  <a:pt x="4675237" y="42375"/>
                </a:cubicBezTo>
                <a:cubicBezTo>
                  <a:pt x="4677132" y="43260"/>
                  <a:pt x="4678669" y="44246"/>
                  <a:pt x="4679849" y="45334"/>
                </a:cubicBezTo>
                <a:cubicBezTo>
                  <a:pt x="4681030" y="46421"/>
                  <a:pt x="4681876" y="47648"/>
                  <a:pt x="4682389" y="49014"/>
                </a:cubicBezTo>
                <a:cubicBezTo>
                  <a:pt x="4682901" y="50381"/>
                  <a:pt x="4683158" y="51934"/>
                  <a:pt x="4683158" y="53674"/>
                </a:cubicBezTo>
                <a:close/>
                <a:moveTo>
                  <a:pt x="4735668" y="65741"/>
                </a:moveTo>
                <a:cubicBezTo>
                  <a:pt x="4733835" y="66223"/>
                  <a:pt x="4731941" y="66569"/>
                  <a:pt x="4729984" y="66777"/>
                </a:cubicBezTo>
                <a:cubicBezTo>
                  <a:pt x="4728027" y="66987"/>
                  <a:pt x="4726039" y="67092"/>
                  <a:pt x="4724020" y="67092"/>
                </a:cubicBezTo>
                <a:cubicBezTo>
                  <a:pt x="4718150" y="67092"/>
                  <a:pt x="4713770" y="65764"/>
                  <a:pt x="4710881" y="63108"/>
                </a:cubicBezTo>
                <a:cubicBezTo>
                  <a:pt x="4707993" y="60453"/>
                  <a:pt x="4706548" y="56376"/>
                  <a:pt x="4706548" y="50878"/>
                </a:cubicBezTo>
                <a:lnTo>
                  <a:pt x="4706548" y="26464"/>
                </a:lnTo>
                <a:lnTo>
                  <a:pt x="4693456" y="26464"/>
                </a:lnTo>
                <a:lnTo>
                  <a:pt x="4693456" y="19662"/>
                </a:lnTo>
                <a:lnTo>
                  <a:pt x="4706548" y="19662"/>
                </a:lnTo>
                <a:lnTo>
                  <a:pt x="4706548" y="6762"/>
                </a:lnTo>
                <a:lnTo>
                  <a:pt x="4714655" y="4659"/>
                </a:lnTo>
                <a:lnTo>
                  <a:pt x="4714655" y="19662"/>
                </a:lnTo>
                <a:lnTo>
                  <a:pt x="4735668" y="19662"/>
                </a:lnTo>
                <a:lnTo>
                  <a:pt x="4735668" y="26464"/>
                </a:lnTo>
                <a:lnTo>
                  <a:pt x="4714655" y="26464"/>
                </a:lnTo>
                <a:lnTo>
                  <a:pt x="4714655" y="50226"/>
                </a:lnTo>
                <a:cubicBezTo>
                  <a:pt x="4714655" y="53580"/>
                  <a:pt x="4715548" y="56089"/>
                  <a:pt x="4717334" y="57750"/>
                </a:cubicBezTo>
                <a:cubicBezTo>
                  <a:pt x="4719120" y="59412"/>
                  <a:pt x="4721753" y="60243"/>
                  <a:pt x="4725231" y="60243"/>
                </a:cubicBezTo>
                <a:cubicBezTo>
                  <a:pt x="4726722" y="60243"/>
                  <a:pt x="4728353" y="60123"/>
                  <a:pt x="4730124" y="59883"/>
                </a:cubicBezTo>
                <a:cubicBezTo>
                  <a:pt x="4731894" y="59643"/>
                  <a:pt x="4733742" y="59265"/>
                  <a:pt x="4735668" y="58752"/>
                </a:cubicBezTo>
                <a:lnTo>
                  <a:pt x="4735668" y="65741"/>
                </a:lnTo>
                <a:close/>
                <a:moveTo>
                  <a:pt x="4779886" y="66440"/>
                </a:moveTo>
                <a:lnTo>
                  <a:pt x="4779699" y="60137"/>
                </a:lnTo>
                <a:cubicBezTo>
                  <a:pt x="4777152" y="62657"/>
                  <a:pt x="4774567" y="64478"/>
                  <a:pt x="4771942" y="65598"/>
                </a:cubicBezTo>
                <a:cubicBezTo>
                  <a:pt x="4769317" y="66718"/>
                  <a:pt x="4766561" y="67278"/>
                  <a:pt x="4763672" y="67278"/>
                </a:cubicBezTo>
                <a:cubicBezTo>
                  <a:pt x="4761001" y="67278"/>
                  <a:pt x="4758718" y="66936"/>
                  <a:pt x="4756823" y="66252"/>
                </a:cubicBezTo>
                <a:cubicBezTo>
                  <a:pt x="4754928" y="65567"/>
                  <a:pt x="4753367" y="64626"/>
                  <a:pt x="4752140" y="63429"/>
                </a:cubicBezTo>
                <a:cubicBezTo>
                  <a:pt x="4750914" y="62231"/>
                  <a:pt x="4750013" y="60823"/>
                  <a:pt x="4749438" y="59205"/>
                </a:cubicBezTo>
                <a:cubicBezTo>
                  <a:pt x="4748863" y="57587"/>
                  <a:pt x="4748576" y="55829"/>
                  <a:pt x="4748576" y="53931"/>
                </a:cubicBezTo>
                <a:cubicBezTo>
                  <a:pt x="4748576" y="49233"/>
                  <a:pt x="4750323" y="45554"/>
                  <a:pt x="4753818" y="42895"/>
                </a:cubicBezTo>
                <a:cubicBezTo>
                  <a:pt x="4757312" y="40234"/>
                  <a:pt x="4762476" y="38904"/>
                  <a:pt x="4769309" y="38904"/>
                </a:cubicBezTo>
                <a:lnTo>
                  <a:pt x="4779000" y="38904"/>
                </a:lnTo>
                <a:lnTo>
                  <a:pt x="4779000" y="34818"/>
                </a:lnTo>
                <a:cubicBezTo>
                  <a:pt x="4779000" y="32064"/>
                  <a:pt x="4778115" y="29858"/>
                  <a:pt x="4776345" y="28202"/>
                </a:cubicBezTo>
                <a:cubicBezTo>
                  <a:pt x="4774574" y="26547"/>
                  <a:pt x="4771872" y="25719"/>
                  <a:pt x="4768238" y="25719"/>
                </a:cubicBezTo>
                <a:cubicBezTo>
                  <a:pt x="4765598" y="25719"/>
                  <a:pt x="4762996" y="26018"/>
                  <a:pt x="4760434" y="26617"/>
                </a:cubicBezTo>
                <a:cubicBezTo>
                  <a:pt x="4757871" y="27215"/>
                  <a:pt x="4755223" y="28065"/>
                  <a:pt x="4752490" y="29166"/>
                </a:cubicBezTo>
                <a:lnTo>
                  <a:pt x="4752490" y="21851"/>
                </a:lnTo>
                <a:cubicBezTo>
                  <a:pt x="4753515" y="21473"/>
                  <a:pt x="4754656" y="21102"/>
                  <a:pt x="4755914" y="20739"/>
                </a:cubicBezTo>
                <a:cubicBezTo>
                  <a:pt x="4757172" y="20376"/>
                  <a:pt x="4758500" y="20053"/>
                  <a:pt x="4759898" y="19769"/>
                </a:cubicBezTo>
                <a:cubicBezTo>
                  <a:pt x="4761296" y="19485"/>
                  <a:pt x="4762756" y="19256"/>
                  <a:pt x="4764278" y="19084"/>
                </a:cubicBezTo>
                <a:cubicBezTo>
                  <a:pt x="4765800" y="18910"/>
                  <a:pt x="4767337" y="18823"/>
                  <a:pt x="4768890" y="18823"/>
                </a:cubicBezTo>
                <a:cubicBezTo>
                  <a:pt x="4771717" y="18823"/>
                  <a:pt x="4774264" y="19134"/>
                  <a:pt x="4776531" y="19755"/>
                </a:cubicBezTo>
                <a:cubicBezTo>
                  <a:pt x="4778799" y="20376"/>
                  <a:pt x="4780717" y="21323"/>
                  <a:pt x="4782285" y="22597"/>
                </a:cubicBezTo>
                <a:cubicBezTo>
                  <a:pt x="4783854" y="23870"/>
                  <a:pt x="4785057" y="25470"/>
                  <a:pt x="4785896" y="27396"/>
                </a:cubicBezTo>
                <a:cubicBezTo>
                  <a:pt x="4786735" y="29322"/>
                  <a:pt x="4787154" y="31589"/>
                  <a:pt x="4787154" y="34198"/>
                </a:cubicBezTo>
                <a:lnTo>
                  <a:pt x="4787154" y="66440"/>
                </a:lnTo>
                <a:lnTo>
                  <a:pt x="4779886" y="66440"/>
                </a:lnTo>
                <a:moveTo>
                  <a:pt x="4779000" y="45101"/>
                </a:moveTo>
                <a:lnTo>
                  <a:pt x="4768704" y="45101"/>
                </a:lnTo>
                <a:cubicBezTo>
                  <a:pt x="4766685" y="45101"/>
                  <a:pt x="4764945" y="45304"/>
                  <a:pt x="4763485" y="45709"/>
                </a:cubicBezTo>
                <a:cubicBezTo>
                  <a:pt x="4762026" y="46114"/>
                  <a:pt x="4760830" y="46690"/>
                  <a:pt x="4759898" y="47438"/>
                </a:cubicBezTo>
                <a:cubicBezTo>
                  <a:pt x="4758966" y="48185"/>
                  <a:pt x="4758275" y="49081"/>
                  <a:pt x="4757825" y="50125"/>
                </a:cubicBezTo>
                <a:cubicBezTo>
                  <a:pt x="4757374" y="51169"/>
                  <a:pt x="4757149" y="52345"/>
                  <a:pt x="4757149" y="53653"/>
                </a:cubicBezTo>
                <a:cubicBezTo>
                  <a:pt x="4757149" y="54557"/>
                  <a:pt x="4757289" y="55422"/>
                  <a:pt x="4757568" y="56248"/>
                </a:cubicBezTo>
                <a:cubicBezTo>
                  <a:pt x="4757848" y="57073"/>
                  <a:pt x="4758298" y="57805"/>
                  <a:pt x="4758920" y="58443"/>
                </a:cubicBezTo>
                <a:cubicBezTo>
                  <a:pt x="4759541" y="59082"/>
                  <a:pt x="4760348" y="59588"/>
                  <a:pt x="4761342" y="59962"/>
                </a:cubicBezTo>
                <a:cubicBezTo>
                  <a:pt x="4762336" y="60336"/>
                  <a:pt x="4763548" y="60522"/>
                  <a:pt x="4764976" y="60522"/>
                </a:cubicBezTo>
                <a:cubicBezTo>
                  <a:pt x="4766840" y="60522"/>
                  <a:pt x="4768976" y="59954"/>
                  <a:pt x="4771383" y="58818"/>
                </a:cubicBezTo>
                <a:cubicBezTo>
                  <a:pt x="4773790" y="57680"/>
                  <a:pt x="4776329" y="55880"/>
                  <a:pt x="4779000" y="53419"/>
                </a:cubicBezTo>
                <a:lnTo>
                  <a:pt x="4779000" y="45101"/>
                </a:lnTo>
                <a:close/>
                <a:moveTo>
                  <a:pt x="4801693" y="19662"/>
                </a:moveTo>
                <a:lnTo>
                  <a:pt x="4808915" y="19662"/>
                </a:lnTo>
                <a:lnTo>
                  <a:pt x="4809241" y="27210"/>
                </a:lnTo>
                <a:cubicBezTo>
                  <a:pt x="4810607" y="25594"/>
                  <a:pt x="4811928" y="24251"/>
                  <a:pt x="4813201" y="23179"/>
                </a:cubicBezTo>
                <a:cubicBezTo>
                  <a:pt x="4814475" y="22108"/>
                  <a:pt x="4815725" y="21246"/>
                  <a:pt x="4816952" y="20593"/>
                </a:cubicBezTo>
                <a:cubicBezTo>
                  <a:pt x="4818179" y="19941"/>
                  <a:pt x="4819429" y="19483"/>
                  <a:pt x="4820702" y="19219"/>
                </a:cubicBezTo>
                <a:cubicBezTo>
                  <a:pt x="4821976" y="18955"/>
                  <a:pt x="4823296" y="18823"/>
                  <a:pt x="4824663" y="18823"/>
                </a:cubicBezTo>
                <a:cubicBezTo>
                  <a:pt x="4829477" y="18823"/>
                  <a:pt x="4833119" y="20244"/>
                  <a:pt x="4835588" y="23086"/>
                </a:cubicBezTo>
                <a:cubicBezTo>
                  <a:pt x="4838058" y="25928"/>
                  <a:pt x="4839292" y="30207"/>
                  <a:pt x="4839292" y="35922"/>
                </a:cubicBezTo>
                <a:lnTo>
                  <a:pt x="4839292" y="66440"/>
                </a:lnTo>
                <a:lnTo>
                  <a:pt x="4831185" y="66440"/>
                </a:lnTo>
                <a:lnTo>
                  <a:pt x="4831185" y="36574"/>
                </a:lnTo>
                <a:cubicBezTo>
                  <a:pt x="4831185" y="32909"/>
                  <a:pt x="4830502" y="30199"/>
                  <a:pt x="4829135" y="28444"/>
                </a:cubicBezTo>
                <a:cubicBezTo>
                  <a:pt x="4827769" y="26689"/>
                  <a:pt x="4825734" y="25812"/>
                  <a:pt x="4823032" y="25812"/>
                </a:cubicBezTo>
                <a:cubicBezTo>
                  <a:pt x="4822038" y="25812"/>
                  <a:pt x="4821067" y="25959"/>
                  <a:pt x="4820120" y="26254"/>
                </a:cubicBezTo>
                <a:cubicBezTo>
                  <a:pt x="4819173" y="26549"/>
                  <a:pt x="4818186" y="27062"/>
                  <a:pt x="4817161" y="27792"/>
                </a:cubicBezTo>
                <a:cubicBezTo>
                  <a:pt x="4816136" y="28522"/>
                  <a:pt x="4815026" y="29508"/>
                  <a:pt x="4813830" y="30750"/>
                </a:cubicBezTo>
                <a:cubicBezTo>
                  <a:pt x="4812634" y="31993"/>
                  <a:pt x="4811291" y="33546"/>
                  <a:pt x="4809800" y="35410"/>
                </a:cubicBezTo>
                <a:lnTo>
                  <a:pt x="4809800" y="66440"/>
                </a:lnTo>
                <a:lnTo>
                  <a:pt x="4801693" y="66440"/>
                </a:lnTo>
                <a:lnTo>
                  <a:pt x="4801693" y="19662"/>
                </a:lnTo>
                <a:close/>
                <a:moveTo>
                  <a:pt x="4889893" y="64716"/>
                </a:moveTo>
                <a:cubicBezTo>
                  <a:pt x="4887781" y="65523"/>
                  <a:pt x="4885614" y="66121"/>
                  <a:pt x="4883393" y="66510"/>
                </a:cubicBezTo>
                <a:cubicBezTo>
                  <a:pt x="4881172" y="66898"/>
                  <a:pt x="4878882" y="67092"/>
                  <a:pt x="4876521" y="67092"/>
                </a:cubicBezTo>
                <a:cubicBezTo>
                  <a:pt x="4869129" y="67092"/>
                  <a:pt x="4863437" y="65088"/>
                  <a:pt x="4859445" y="61082"/>
                </a:cubicBezTo>
                <a:cubicBezTo>
                  <a:pt x="4855454" y="57075"/>
                  <a:pt x="4853458" y="51220"/>
                  <a:pt x="4853458" y="43517"/>
                </a:cubicBezTo>
                <a:cubicBezTo>
                  <a:pt x="4853458" y="39820"/>
                  <a:pt x="4854033" y="36466"/>
                  <a:pt x="4855182" y="33453"/>
                </a:cubicBezTo>
                <a:cubicBezTo>
                  <a:pt x="4856331" y="30440"/>
                  <a:pt x="4857947" y="27862"/>
                  <a:pt x="4860028" y="25719"/>
                </a:cubicBezTo>
                <a:cubicBezTo>
                  <a:pt x="4862109" y="23575"/>
                  <a:pt x="4864594" y="21921"/>
                  <a:pt x="4867482" y="20757"/>
                </a:cubicBezTo>
                <a:cubicBezTo>
                  <a:pt x="4870371" y="19592"/>
                  <a:pt x="4873555" y="19009"/>
                  <a:pt x="4877034" y="19009"/>
                </a:cubicBezTo>
                <a:cubicBezTo>
                  <a:pt x="4879456" y="19009"/>
                  <a:pt x="4881724" y="19184"/>
                  <a:pt x="4883836" y="19534"/>
                </a:cubicBezTo>
                <a:cubicBezTo>
                  <a:pt x="4885948" y="19882"/>
                  <a:pt x="4887967" y="20453"/>
                  <a:pt x="4889893" y="21246"/>
                </a:cubicBezTo>
                <a:lnTo>
                  <a:pt x="4889893" y="28980"/>
                </a:lnTo>
                <a:cubicBezTo>
                  <a:pt x="4887874" y="27907"/>
                  <a:pt x="4885816" y="27127"/>
                  <a:pt x="4883719" y="26639"/>
                </a:cubicBezTo>
                <a:cubicBezTo>
                  <a:pt x="4881623" y="26150"/>
                  <a:pt x="4879456" y="25905"/>
                  <a:pt x="4877220" y="25905"/>
                </a:cubicBezTo>
                <a:cubicBezTo>
                  <a:pt x="4875139" y="25905"/>
                  <a:pt x="4873174" y="26301"/>
                  <a:pt x="4871326" y="27093"/>
                </a:cubicBezTo>
                <a:cubicBezTo>
                  <a:pt x="4869478" y="27885"/>
                  <a:pt x="4867855" y="29027"/>
                  <a:pt x="4866457" y="30518"/>
                </a:cubicBezTo>
                <a:cubicBezTo>
                  <a:pt x="4865060" y="32008"/>
                  <a:pt x="4863957" y="33826"/>
                  <a:pt x="4863149" y="35969"/>
                </a:cubicBezTo>
                <a:cubicBezTo>
                  <a:pt x="4862342" y="38112"/>
                  <a:pt x="4861938" y="40535"/>
                  <a:pt x="4861938" y="43237"/>
                </a:cubicBezTo>
                <a:cubicBezTo>
                  <a:pt x="4861938" y="48890"/>
                  <a:pt x="4863312" y="53122"/>
                  <a:pt x="4866061" y="55933"/>
                </a:cubicBezTo>
                <a:cubicBezTo>
                  <a:pt x="4868810" y="58744"/>
                  <a:pt x="4872623" y="60150"/>
                  <a:pt x="4877499" y="60150"/>
                </a:cubicBezTo>
                <a:cubicBezTo>
                  <a:pt x="4879705" y="60150"/>
                  <a:pt x="4881840" y="59901"/>
                  <a:pt x="4883906" y="59404"/>
                </a:cubicBezTo>
                <a:cubicBezTo>
                  <a:pt x="4885971" y="58907"/>
                  <a:pt x="4887967" y="58162"/>
                  <a:pt x="4889893" y="57168"/>
                </a:cubicBezTo>
                <a:lnTo>
                  <a:pt x="4889893" y="64716"/>
                </a:lnTo>
                <a:close/>
                <a:moveTo>
                  <a:pt x="4944920" y="40581"/>
                </a:moveTo>
                <a:cubicBezTo>
                  <a:pt x="4944920" y="41731"/>
                  <a:pt x="4944904" y="42693"/>
                  <a:pt x="4944873" y="43470"/>
                </a:cubicBezTo>
                <a:cubicBezTo>
                  <a:pt x="4944842" y="44246"/>
                  <a:pt x="4944795" y="44976"/>
                  <a:pt x="4944733" y="45660"/>
                </a:cubicBezTo>
                <a:lnTo>
                  <a:pt x="4911886" y="45660"/>
                </a:lnTo>
                <a:cubicBezTo>
                  <a:pt x="4911886" y="50443"/>
                  <a:pt x="4913222" y="54116"/>
                  <a:pt x="4915893" y="56679"/>
                </a:cubicBezTo>
                <a:cubicBezTo>
                  <a:pt x="4918564" y="59241"/>
                  <a:pt x="4922416" y="60522"/>
                  <a:pt x="4927448" y="60522"/>
                </a:cubicBezTo>
                <a:cubicBezTo>
                  <a:pt x="4928814" y="60522"/>
                  <a:pt x="4930181" y="60467"/>
                  <a:pt x="4931548" y="60357"/>
                </a:cubicBezTo>
                <a:cubicBezTo>
                  <a:pt x="4932914" y="60245"/>
                  <a:pt x="4934235" y="60094"/>
                  <a:pt x="4935508" y="59904"/>
                </a:cubicBezTo>
                <a:cubicBezTo>
                  <a:pt x="4936782" y="59712"/>
                  <a:pt x="4938001" y="59498"/>
                  <a:pt x="4939165" y="59260"/>
                </a:cubicBezTo>
                <a:cubicBezTo>
                  <a:pt x="4940330" y="59021"/>
                  <a:pt x="4941410" y="58759"/>
                  <a:pt x="4942404" y="58472"/>
                </a:cubicBezTo>
                <a:lnTo>
                  <a:pt x="4942404" y="65135"/>
                </a:lnTo>
                <a:cubicBezTo>
                  <a:pt x="4940198" y="65770"/>
                  <a:pt x="4937706" y="66286"/>
                  <a:pt x="4934926" y="66683"/>
                </a:cubicBezTo>
                <a:cubicBezTo>
                  <a:pt x="4932146" y="67080"/>
                  <a:pt x="4929265" y="67278"/>
                  <a:pt x="4926283" y="67278"/>
                </a:cubicBezTo>
                <a:cubicBezTo>
                  <a:pt x="4922276" y="67278"/>
                  <a:pt x="4918828" y="66735"/>
                  <a:pt x="4915940" y="65648"/>
                </a:cubicBezTo>
                <a:cubicBezTo>
                  <a:pt x="4913051" y="64560"/>
                  <a:pt x="4910682" y="62984"/>
                  <a:pt x="4908834" y="60919"/>
                </a:cubicBezTo>
                <a:cubicBezTo>
                  <a:pt x="4906986" y="58853"/>
                  <a:pt x="4905620" y="56321"/>
                  <a:pt x="4904734" y="53324"/>
                </a:cubicBezTo>
                <a:cubicBezTo>
                  <a:pt x="4903849" y="50327"/>
                  <a:pt x="4903406" y="46933"/>
                  <a:pt x="4903406" y="43144"/>
                </a:cubicBezTo>
                <a:cubicBezTo>
                  <a:pt x="4903406" y="39851"/>
                  <a:pt x="4903880" y="36737"/>
                  <a:pt x="4904827" y="33802"/>
                </a:cubicBezTo>
                <a:cubicBezTo>
                  <a:pt x="4905775" y="30867"/>
                  <a:pt x="4907157" y="28289"/>
                  <a:pt x="4908974" y="26068"/>
                </a:cubicBezTo>
                <a:cubicBezTo>
                  <a:pt x="4910791" y="23847"/>
                  <a:pt x="4913020" y="22084"/>
                  <a:pt x="4915660" y="20780"/>
                </a:cubicBezTo>
                <a:cubicBezTo>
                  <a:pt x="4918300" y="19475"/>
                  <a:pt x="4921298" y="18823"/>
                  <a:pt x="4924652" y="18823"/>
                </a:cubicBezTo>
                <a:cubicBezTo>
                  <a:pt x="4927914" y="18823"/>
                  <a:pt x="4930802" y="19336"/>
                  <a:pt x="4933318" y="20361"/>
                </a:cubicBezTo>
                <a:cubicBezTo>
                  <a:pt x="4935834" y="21386"/>
                  <a:pt x="4937954" y="22838"/>
                  <a:pt x="4939678" y="24717"/>
                </a:cubicBezTo>
                <a:cubicBezTo>
                  <a:pt x="4941402" y="26596"/>
                  <a:pt x="4942706" y="28879"/>
                  <a:pt x="4943592" y="31566"/>
                </a:cubicBezTo>
                <a:cubicBezTo>
                  <a:pt x="4944477" y="34253"/>
                  <a:pt x="4944920" y="37258"/>
                  <a:pt x="4944920" y="40581"/>
                </a:cubicBezTo>
                <a:moveTo>
                  <a:pt x="4936486" y="39416"/>
                </a:moveTo>
                <a:cubicBezTo>
                  <a:pt x="4936580" y="37335"/>
                  <a:pt x="4936378" y="35433"/>
                  <a:pt x="4935881" y="33709"/>
                </a:cubicBezTo>
                <a:cubicBezTo>
                  <a:pt x="4935384" y="31985"/>
                  <a:pt x="4934615" y="30502"/>
                  <a:pt x="4933574" y="29260"/>
                </a:cubicBezTo>
                <a:cubicBezTo>
                  <a:pt x="4932534" y="28017"/>
                  <a:pt x="4931237" y="27046"/>
                  <a:pt x="4929684" y="26348"/>
                </a:cubicBezTo>
                <a:cubicBezTo>
                  <a:pt x="4928131" y="25649"/>
                  <a:pt x="4926330" y="25299"/>
                  <a:pt x="4924279" y="25299"/>
                </a:cubicBezTo>
                <a:cubicBezTo>
                  <a:pt x="4922509" y="25299"/>
                  <a:pt x="4920894" y="25641"/>
                  <a:pt x="4919434" y="26324"/>
                </a:cubicBezTo>
                <a:cubicBezTo>
                  <a:pt x="4917974" y="27008"/>
                  <a:pt x="4916716" y="27970"/>
                  <a:pt x="4915660" y="29213"/>
                </a:cubicBezTo>
                <a:cubicBezTo>
                  <a:pt x="4914604" y="30455"/>
                  <a:pt x="4913750" y="31946"/>
                  <a:pt x="4913097" y="33686"/>
                </a:cubicBezTo>
                <a:cubicBezTo>
                  <a:pt x="4912445" y="35425"/>
                  <a:pt x="4912041" y="37335"/>
                  <a:pt x="4911886" y="39416"/>
                </a:cubicBezTo>
                <a:lnTo>
                  <a:pt x="4936486" y="39416"/>
                </a:lnTo>
                <a:close/>
                <a:moveTo>
                  <a:pt x="4980937" y="11834"/>
                </a:moveTo>
                <a:lnTo>
                  <a:pt x="4972830" y="11834"/>
                </a:lnTo>
                <a:lnTo>
                  <a:pt x="4957921" y="559"/>
                </a:lnTo>
                <a:lnTo>
                  <a:pt x="4969662" y="559"/>
                </a:lnTo>
                <a:lnTo>
                  <a:pt x="4980937" y="11834"/>
                </a:lnTo>
                <a:moveTo>
                  <a:pt x="4949814" y="19662"/>
                </a:moveTo>
                <a:lnTo>
                  <a:pt x="4949814" y="19662"/>
                </a:lnTo>
                <a:close/>
                <a:moveTo>
                  <a:pt x="5027531" y="51763"/>
                </a:moveTo>
                <a:cubicBezTo>
                  <a:pt x="5028587" y="51763"/>
                  <a:pt x="5029588" y="51965"/>
                  <a:pt x="5030536" y="52369"/>
                </a:cubicBezTo>
                <a:cubicBezTo>
                  <a:pt x="5031483" y="52773"/>
                  <a:pt x="5032306" y="53332"/>
                  <a:pt x="5033005" y="54046"/>
                </a:cubicBezTo>
                <a:cubicBezTo>
                  <a:pt x="5033704" y="54761"/>
                  <a:pt x="5034255" y="55592"/>
                  <a:pt x="5034659" y="56539"/>
                </a:cubicBezTo>
                <a:cubicBezTo>
                  <a:pt x="5035063" y="57486"/>
                  <a:pt x="5035265" y="58504"/>
                  <a:pt x="5035265" y="59591"/>
                </a:cubicBezTo>
                <a:cubicBezTo>
                  <a:pt x="5035265" y="60647"/>
                  <a:pt x="5035063" y="61641"/>
                  <a:pt x="5034659" y="62573"/>
                </a:cubicBezTo>
                <a:cubicBezTo>
                  <a:pt x="5034255" y="63504"/>
                  <a:pt x="5033704" y="64320"/>
                  <a:pt x="5033005" y="65019"/>
                </a:cubicBezTo>
                <a:cubicBezTo>
                  <a:pt x="5032306" y="65717"/>
                  <a:pt x="5031483" y="66269"/>
                  <a:pt x="5030536" y="66673"/>
                </a:cubicBezTo>
                <a:cubicBezTo>
                  <a:pt x="5029588" y="67076"/>
                  <a:pt x="5028587" y="67278"/>
                  <a:pt x="5027531" y="67278"/>
                </a:cubicBezTo>
                <a:cubicBezTo>
                  <a:pt x="5026443" y="67278"/>
                  <a:pt x="5025434" y="67076"/>
                  <a:pt x="5024502" y="66673"/>
                </a:cubicBezTo>
                <a:cubicBezTo>
                  <a:pt x="5023570" y="66269"/>
                  <a:pt x="5022755" y="65717"/>
                  <a:pt x="5022056" y="65019"/>
                </a:cubicBezTo>
                <a:cubicBezTo>
                  <a:pt x="5021357" y="64320"/>
                  <a:pt x="5020806" y="63504"/>
                  <a:pt x="5020402" y="62573"/>
                </a:cubicBezTo>
                <a:cubicBezTo>
                  <a:pt x="5019998" y="61641"/>
                  <a:pt x="5019796" y="60647"/>
                  <a:pt x="5019796" y="59591"/>
                </a:cubicBezTo>
                <a:cubicBezTo>
                  <a:pt x="5019796" y="58504"/>
                  <a:pt x="5019998" y="57486"/>
                  <a:pt x="5020402" y="56539"/>
                </a:cubicBezTo>
                <a:cubicBezTo>
                  <a:pt x="5020806" y="55592"/>
                  <a:pt x="5021357" y="54761"/>
                  <a:pt x="5022056" y="54046"/>
                </a:cubicBezTo>
                <a:cubicBezTo>
                  <a:pt x="5022755" y="53332"/>
                  <a:pt x="5023570" y="52773"/>
                  <a:pt x="5024502" y="52369"/>
                </a:cubicBezTo>
                <a:cubicBezTo>
                  <a:pt x="5025434" y="51965"/>
                  <a:pt x="5026443" y="51763"/>
                  <a:pt x="5027531" y="51763"/>
                </a:cubicBezTo>
                <a:close/>
                <a:moveTo>
                  <a:pt x="5160067" y="12580"/>
                </a:moveTo>
                <a:lnTo>
                  <a:pt x="5142036" y="12580"/>
                </a:lnTo>
                <a:lnTo>
                  <a:pt x="5142036" y="66440"/>
                </a:lnTo>
                <a:lnTo>
                  <a:pt x="5133650" y="66440"/>
                </a:lnTo>
                <a:lnTo>
                  <a:pt x="5133650" y="12580"/>
                </a:lnTo>
                <a:lnTo>
                  <a:pt x="5115619" y="12580"/>
                </a:lnTo>
                <a:lnTo>
                  <a:pt x="5115619" y="5498"/>
                </a:lnTo>
                <a:lnTo>
                  <a:pt x="5160067" y="5498"/>
                </a:lnTo>
                <a:lnTo>
                  <a:pt x="5160067" y="12580"/>
                </a:lnTo>
                <a:close/>
                <a:moveTo>
                  <a:pt x="5208524" y="66440"/>
                </a:moveTo>
                <a:lnTo>
                  <a:pt x="5200418" y="66440"/>
                </a:lnTo>
                <a:lnTo>
                  <a:pt x="5200418" y="36574"/>
                </a:lnTo>
                <a:cubicBezTo>
                  <a:pt x="5200418" y="32971"/>
                  <a:pt x="5199742" y="30277"/>
                  <a:pt x="5198391" y="28491"/>
                </a:cubicBezTo>
                <a:cubicBezTo>
                  <a:pt x="5197040" y="26705"/>
                  <a:pt x="5195106" y="25812"/>
                  <a:pt x="5192590" y="25812"/>
                </a:cubicBezTo>
                <a:cubicBezTo>
                  <a:pt x="5191503" y="25812"/>
                  <a:pt x="5190486" y="25959"/>
                  <a:pt x="5189538" y="26254"/>
                </a:cubicBezTo>
                <a:cubicBezTo>
                  <a:pt x="5188591" y="26549"/>
                  <a:pt x="5187605" y="27062"/>
                  <a:pt x="5186580" y="27792"/>
                </a:cubicBezTo>
                <a:cubicBezTo>
                  <a:pt x="5185555" y="28522"/>
                  <a:pt x="5184437" y="29508"/>
                  <a:pt x="5183225" y="30750"/>
                </a:cubicBezTo>
                <a:cubicBezTo>
                  <a:pt x="5182014" y="31993"/>
                  <a:pt x="5180616" y="33546"/>
                  <a:pt x="5179032" y="35410"/>
                </a:cubicBezTo>
                <a:lnTo>
                  <a:pt x="5179032" y="66440"/>
                </a:lnTo>
                <a:lnTo>
                  <a:pt x="5170925" y="66440"/>
                </a:lnTo>
                <a:lnTo>
                  <a:pt x="5170925" y="559"/>
                </a:lnTo>
                <a:lnTo>
                  <a:pt x="5179032" y="559"/>
                </a:lnTo>
                <a:lnTo>
                  <a:pt x="5179032" y="19649"/>
                </a:lnTo>
                <a:lnTo>
                  <a:pt x="5178752" y="27023"/>
                </a:lnTo>
                <a:cubicBezTo>
                  <a:pt x="5180026" y="25501"/>
                  <a:pt x="5181276" y="24220"/>
                  <a:pt x="5182503" y="23179"/>
                </a:cubicBezTo>
                <a:cubicBezTo>
                  <a:pt x="5183730" y="22139"/>
                  <a:pt x="5184957" y="21292"/>
                  <a:pt x="5186184" y="20640"/>
                </a:cubicBezTo>
                <a:cubicBezTo>
                  <a:pt x="5187411" y="19988"/>
                  <a:pt x="5188661" y="19522"/>
                  <a:pt x="5189934" y="19242"/>
                </a:cubicBezTo>
                <a:cubicBezTo>
                  <a:pt x="5191208" y="18963"/>
                  <a:pt x="5192528" y="18823"/>
                  <a:pt x="5193895" y="18823"/>
                </a:cubicBezTo>
                <a:cubicBezTo>
                  <a:pt x="5198554" y="18823"/>
                  <a:pt x="5202157" y="20244"/>
                  <a:pt x="5204704" y="23086"/>
                </a:cubicBezTo>
                <a:cubicBezTo>
                  <a:pt x="5207251" y="25928"/>
                  <a:pt x="5208524" y="30207"/>
                  <a:pt x="5208524" y="35922"/>
                </a:cubicBezTo>
                <a:lnTo>
                  <a:pt x="5208524" y="66440"/>
                </a:lnTo>
                <a:close/>
                <a:moveTo>
                  <a:pt x="5262293" y="40581"/>
                </a:moveTo>
                <a:cubicBezTo>
                  <a:pt x="5262293" y="41731"/>
                  <a:pt x="5262278" y="42693"/>
                  <a:pt x="5262247" y="43470"/>
                </a:cubicBezTo>
                <a:cubicBezTo>
                  <a:pt x="5262216" y="44246"/>
                  <a:pt x="5262169" y="44976"/>
                  <a:pt x="5262107" y="45660"/>
                </a:cubicBezTo>
                <a:lnTo>
                  <a:pt x="5229260" y="45660"/>
                </a:lnTo>
                <a:cubicBezTo>
                  <a:pt x="5229260" y="50443"/>
                  <a:pt x="5230595" y="54116"/>
                  <a:pt x="5233267" y="56679"/>
                </a:cubicBezTo>
                <a:cubicBezTo>
                  <a:pt x="5235938" y="59241"/>
                  <a:pt x="5239789" y="60522"/>
                  <a:pt x="5244821" y="60522"/>
                </a:cubicBezTo>
                <a:cubicBezTo>
                  <a:pt x="5246188" y="60522"/>
                  <a:pt x="5247555" y="60467"/>
                  <a:pt x="5248921" y="60357"/>
                </a:cubicBezTo>
                <a:cubicBezTo>
                  <a:pt x="5250288" y="60245"/>
                  <a:pt x="5251608" y="60094"/>
                  <a:pt x="5252882" y="59904"/>
                </a:cubicBezTo>
                <a:cubicBezTo>
                  <a:pt x="5254155" y="59712"/>
                  <a:pt x="5255374" y="59498"/>
                  <a:pt x="5256539" y="59260"/>
                </a:cubicBezTo>
                <a:cubicBezTo>
                  <a:pt x="5257704" y="59021"/>
                  <a:pt x="5258783" y="58759"/>
                  <a:pt x="5259777" y="58472"/>
                </a:cubicBezTo>
                <a:lnTo>
                  <a:pt x="5259777" y="65135"/>
                </a:lnTo>
                <a:cubicBezTo>
                  <a:pt x="5257572" y="65770"/>
                  <a:pt x="5255079" y="66286"/>
                  <a:pt x="5252299" y="66683"/>
                </a:cubicBezTo>
                <a:cubicBezTo>
                  <a:pt x="5249519" y="67080"/>
                  <a:pt x="5246638" y="67278"/>
                  <a:pt x="5243657" y="67278"/>
                </a:cubicBezTo>
                <a:cubicBezTo>
                  <a:pt x="5239650" y="67278"/>
                  <a:pt x="5236202" y="66735"/>
                  <a:pt x="5233313" y="65648"/>
                </a:cubicBezTo>
                <a:cubicBezTo>
                  <a:pt x="5230425" y="64560"/>
                  <a:pt x="5228056" y="62984"/>
                  <a:pt x="5226208" y="60919"/>
                </a:cubicBezTo>
                <a:cubicBezTo>
                  <a:pt x="5224360" y="58853"/>
                  <a:pt x="5222993" y="56321"/>
                  <a:pt x="5222108" y="53324"/>
                </a:cubicBezTo>
                <a:cubicBezTo>
                  <a:pt x="5221223" y="50327"/>
                  <a:pt x="5220780" y="46933"/>
                  <a:pt x="5220780" y="43144"/>
                </a:cubicBezTo>
                <a:cubicBezTo>
                  <a:pt x="5220780" y="39851"/>
                  <a:pt x="5221254" y="36737"/>
                  <a:pt x="5222201" y="33802"/>
                </a:cubicBezTo>
                <a:cubicBezTo>
                  <a:pt x="5223149" y="30867"/>
                  <a:pt x="5224531" y="28289"/>
                  <a:pt x="5226348" y="26068"/>
                </a:cubicBezTo>
                <a:cubicBezTo>
                  <a:pt x="5228165" y="23847"/>
                  <a:pt x="5230393" y="22084"/>
                  <a:pt x="5233034" y="20780"/>
                </a:cubicBezTo>
                <a:cubicBezTo>
                  <a:pt x="5235674" y="19475"/>
                  <a:pt x="5238671" y="18823"/>
                  <a:pt x="5242026" y="18823"/>
                </a:cubicBezTo>
                <a:cubicBezTo>
                  <a:pt x="5245287" y="18823"/>
                  <a:pt x="5248176" y="19336"/>
                  <a:pt x="5250692" y="20361"/>
                </a:cubicBezTo>
                <a:cubicBezTo>
                  <a:pt x="5253208" y="21386"/>
                  <a:pt x="5255328" y="22838"/>
                  <a:pt x="5257052" y="24717"/>
                </a:cubicBezTo>
                <a:cubicBezTo>
                  <a:pt x="5258776" y="26596"/>
                  <a:pt x="5260080" y="28879"/>
                  <a:pt x="5260965" y="31566"/>
                </a:cubicBezTo>
                <a:cubicBezTo>
                  <a:pt x="5261851" y="34253"/>
                  <a:pt x="5262293" y="37258"/>
                  <a:pt x="5262293" y="40581"/>
                </a:cubicBezTo>
                <a:moveTo>
                  <a:pt x="5253860" y="39416"/>
                </a:moveTo>
                <a:cubicBezTo>
                  <a:pt x="5253953" y="37335"/>
                  <a:pt x="5253751" y="35433"/>
                  <a:pt x="5253254" y="33709"/>
                </a:cubicBezTo>
                <a:cubicBezTo>
                  <a:pt x="5252757" y="31985"/>
                  <a:pt x="5251989" y="30502"/>
                  <a:pt x="5250948" y="29260"/>
                </a:cubicBezTo>
                <a:cubicBezTo>
                  <a:pt x="5249908" y="28017"/>
                  <a:pt x="5248611" y="27046"/>
                  <a:pt x="5247058" y="26348"/>
                </a:cubicBezTo>
                <a:cubicBezTo>
                  <a:pt x="5245505" y="25649"/>
                  <a:pt x="5243703" y="25299"/>
                  <a:pt x="5241653" y="25299"/>
                </a:cubicBezTo>
                <a:cubicBezTo>
                  <a:pt x="5239883" y="25299"/>
                  <a:pt x="5238267" y="25641"/>
                  <a:pt x="5236808" y="26324"/>
                </a:cubicBezTo>
                <a:cubicBezTo>
                  <a:pt x="5235348" y="27008"/>
                  <a:pt x="5234090" y="27970"/>
                  <a:pt x="5233034" y="29213"/>
                </a:cubicBezTo>
                <a:cubicBezTo>
                  <a:pt x="5231978" y="30455"/>
                  <a:pt x="5231123" y="31946"/>
                  <a:pt x="5230471" y="33686"/>
                </a:cubicBezTo>
                <a:cubicBezTo>
                  <a:pt x="5229819" y="35425"/>
                  <a:pt x="5229415" y="37335"/>
                  <a:pt x="5229260" y="39416"/>
                </a:cubicBezTo>
                <a:lnTo>
                  <a:pt x="5253860" y="39416"/>
                </a:lnTo>
                <a:close/>
                <a:moveTo>
                  <a:pt x="5372699" y="42212"/>
                </a:moveTo>
                <a:cubicBezTo>
                  <a:pt x="5372699" y="46374"/>
                  <a:pt x="5372117" y="50008"/>
                  <a:pt x="5370952" y="53114"/>
                </a:cubicBezTo>
                <a:cubicBezTo>
                  <a:pt x="5369787" y="56221"/>
                  <a:pt x="5368180" y="58799"/>
                  <a:pt x="5366130" y="60849"/>
                </a:cubicBezTo>
                <a:cubicBezTo>
                  <a:pt x="5364080" y="62899"/>
                  <a:pt x="5361657" y="64436"/>
                  <a:pt x="5358862" y="65461"/>
                </a:cubicBezTo>
                <a:cubicBezTo>
                  <a:pt x="5356066" y="66486"/>
                  <a:pt x="5353038" y="66999"/>
                  <a:pt x="5349776" y="66999"/>
                </a:cubicBezTo>
                <a:cubicBezTo>
                  <a:pt x="5348285" y="66999"/>
                  <a:pt x="5346802" y="66921"/>
                  <a:pt x="5345327" y="66766"/>
                </a:cubicBezTo>
                <a:cubicBezTo>
                  <a:pt x="5343851" y="66610"/>
                  <a:pt x="5342353" y="66346"/>
                  <a:pt x="5340831" y="65974"/>
                </a:cubicBezTo>
                <a:lnTo>
                  <a:pt x="5340831" y="85542"/>
                </a:lnTo>
                <a:lnTo>
                  <a:pt x="5332724" y="85542"/>
                </a:lnTo>
                <a:lnTo>
                  <a:pt x="5332724" y="19662"/>
                </a:lnTo>
                <a:lnTo>
                  <a:pt x="5339946" y="19662"/>
                </a:lnTo>
                <a:lnTo>
                  <a:pt x="5340458" y="27489"/>
                </a:lnTo>
                <a:cubicBezTo>
                  <a:pt x="5342788" y="24290"/>
                  <a:pt x="5345273" y="22046"/>
                  <a:pt x="5347913" y="20757"/>
                </a:cubicBezTo>
                <a:cubicBezTo>
                  <a:pt x="5350553" y="19468"/>
                  <a:pt x="5353411" y="18823"/>
                  <a:pt x="5356486" y="18823"/>
                </a:cubicBezTo>
                <a:cubicBezTo>
                  <a:pt x="5359157" y="18823"/>
                  <a:pt x="5361502" y="19382"/>
                  <a:pt x="5363521" y="20500"/>
                </a:cubicBezTo>
                <a:cubicBezTo>
                  <a:pt x="5365540" y="21619"/>
                  <a:pt x="5367233" y="23195"/>
                  <a:pt x="5368599" y="25229"/>
                </a:cubicBezTo>
                <a:cubicBezTo>
                  <a:pt x="5369966" y="27264"/>
                  <a:pt x="5370991" y="29718"/>
                  <a:pt x="5371674" y="32591"/>
                </a:cubicBezTo>
                <a:cubicBezTo>
                  <a:pt x="5372358" y="35464"/>
                  <a:pt x="5372699" y="38671"/>
                  <a:pt x="5372699" y="42212"/>
                </a:cubicBezTo>
                <a:moveTo>
                  <a:pt x="5364406" y="42585"/>
                </a:moveTo>
                <a:cubicBezTo>
                  <a:pt x="5364406" y="40131"/>
                  <a:pt x="5364228" y="37879"/>
                  <a:pt x="5363870" y="35829"/>
                </a:cubicBezTo>
                <a:cubicBezTo>
                  <a:pt x="5363513" y="33779"/>
                  <a:pt x="5362946" y="32024"/>
                  <a:pt x="5362170" y="30564"/>
                </a:cubicBezTo>
                <a:cubicBezTo>
                  <a:pt x="5361393" y="29104"/>
                  <a:pt x="5360399" y="27963"/>
                  <a:pt x="5359188" y="27140"/>
                </a:cubicBezTo>
                <a:cubicBezTo>
                  <a:pt x="5357976" y="26316"/>
                  <a:pt x="5356532" y="25905"/>
                  <a:pt x="5354855" y="25905"/>
                </a:cubicBezTo>
                <a:cubicBezTo>
                  <a:pt x="5353830" y="25905"/>
                  <a:pt x="5352789" y="26068"/>
                  <a:pt x="5351733" y="26394"/>
                </a:cubicBezTo>
                <a:cubicBezTo>
                  <a:pt x="5350677" y="26720"/>
                  <a:pt x="5349582" y="27264"/>
                  <a:pt x="5348449" y="28025"/>
                </a:cubicBezTo>
                <a:cubicBezTo>
                  <a:pt x="5347315" y="28786"/>
                  <a:pt x="5346119" y="29795"/>
                  <a:pt x="5344861" y="31053"/>
                </a:cubicBezTo>
                <a:cubicBezTo>
                  <a:pt x="5343603" y="32311"/>
                  <a:pt x="5342260" y="33872"/>
                  <a:pt x="5340831" y="35736"/>
                </a:cubicBezTo>
                <a:lnTo>
                  <a:pt x="5340831" y="58426"/>
                </a:lnTo>
                <a:cubicBezTo>
                  <a:pt x="5342322" y="59047"/>
                  <a:pt x="5343890" y="59536"/>
                  <a:pt x="5345537" y="59894"/>
                </a:cubicBezTo>
                <a:cubicBezTo>
                  <a:pt x="5347183" y="60251"/>
                  <a:pt x="5348798" y="60429"/>
                  <a:pt x="5350382" y="60429"/>
                </a:cubicBezTo>
                <a:cubicBezTo>
                  <a:pt x="5354762" y="60429"/>
                  <a:pt x="5358194" y="58946"/>
                  <a:pt x="5360679" y="55980"/>
                </a:cubicBezTo>
                <a:cubicBezTo>
                  <a:pt x="5363164" y="53013"/>
                  <a:pt x="5364406" y="48548"/>
                  <a:pt x="5364406" y="42585"/>
                </a:cubicBezTo>
                <a:close/>
                <a:moveTo>
                  <a:pt x="5386493" y="19662"/>
                </a:moveTo>
                <a:lnTo>
                  <a:pt x="5393901" y="19662"/>
                </a:lnTo>
                <a:lnTo>
                  <a:pt x="5394134" y="28259"/>
                </a:lnTo>
                <a:cubicBezTo>
                  <a:pt x="5396898" y="24943"/>
                  <a:pt x="5399624" y="22542"/>
                  <a:pt x="5402310" y="21055"/>
                </a:cubicBezTo>
                <a:cubicBezTo>
                  <a:pt x="5404997" y="19567"/>
                  <a:pt x="5407707" y="18823"/>
                  <a:pt x="5410441" y="18823"/>
                </a:cubicBezTo>
                <a:cubicBezTo>
                  <a:pt x="5415286" y="18823"/>
                  <a:pt x="5418959" y="20388"/>
                  <a:pt x="5421460" y="23517"/>
                </a:cubicBezTo>
                <a:cubicBezTo>
                  <a:pt x="5423960" y="26647"/>
                  <a:pt x="5425117" y="31294"/>
                  <a:pt x="5424931" y="37460"/>
                </a:cubicBezTo>
                <a:lnTo>
                  <a:pt x="5416731" y="37460"/>
                </a:lnTo>
                <a:cubicBezTo>
                  <a:pt x="5416824" y="33376"/>
                  <a:pt x="5416226" y="30414"/>
                  <a:pt x="5414937" y="28574"/>
                </a:cubicBezTo>
                <a:cubicBezTo>
                  <a:pt x="5413648" y="26732"/>
                  <a:pt x="5411761" y="25812"/>
                  <a:pt x="5409276" y="25812"/>
                </a:cubicBezTo>
                <a:cubicBezTo>
                  <a:pt x="5408189" y="25812"/>
                  <a:pt x="5407094" y="26005"/>
                  <a:pt x="5405991" y="26393"/>
                </a:cubicBezTo>
                <a:cubicBezTo>
                  <a:pt x="5404889" y="26779"/>
                  <a:pt x="5403755" y="27397"/>
                  <a:pt x="5402590" y="28248"/>
                </a:cubicBezTo>
                <a:cubicBezTo>
                  <a:pt x="5401425" y="29098"/>
                  <a:pt x="5400191" y="30188"/>
                  <a:pt x="5398886" y="31519"/>
                </a:cubicBezTo>
                <a:cubicBezTo>
                  <a:pt x="5397581" y="32849"/>
                  <a:pt x="5396184" y="34457"/>
                  <a:pt x="5394693" y="36344"/>
                </a:cubicBezTo>
                <a:lnTo>
                  <a:pt x="5394693" y="66440"/>
                </a:lnTo>
                <a:lnTo>
                  <a:pt x="5386493" y="66440"/>
                </a:lnTo>
                <a:lnTo>
                  <a:pt x="5386493" y="19662"/>
                </a:lnTo>
                <a:close/>
                <a:moveTo>
                  <a:pt x="5477162" y="42678"/>
                </a:moveTo>
                <a:cubicBezTo>
                  <a:pt x="5477162" y="46312"/>
                  <a:pt x="5476649" y="49643"/>
                  <a:pt x="5475624" y="52672"/>
                </a:cubicBezTo>
                <a:cubicBezTo>
                  <a:pt x="5474599" y="55700"/>
                  <a:pt x="5473124" y="58294"/>
                  <a:pt x="5471198" y="60453"/>
                </a:cubicBezTo>
                <a:cubicBezTo>
                  <a:pt x="5469272" y="62611"/>
                  <a:pt x="5466927" y="64289"/>
                  <a:pt x="5464163" y="65485"/>
                </a:cubicBezTo>
                <a:cubicBezTo>
                  <a:pt x="5461398" y="66680"/>
                  <a:pt x="5458261" y="67278"/>
                  <a:pt x="5454751" y="67278"/>
                </a:cubicBezTo>
                <a:cubicBezTo>
                  <a:pt x="5451396" y="67278"/>
                  <a:pt x="5448391" y="66758"/>
                  <a:pt x="5445736" y="65717"/>
                </a:cubicBezTo>
                <a:cubicBezTo>
                  <a:pt x="5443080" y="64677"/>
                  <a:pt x="5440828" y="63147"/>
                  <a:pt x="5438980" y="61128"/>
                </a:cubicBezTo>
                <a:cubicBezTo>
                  <a:pt x="5437132" y="59109"/>
                  <a:pt x="5435718" y="56609"/>
                  <a:pt x="5434740" y="53627"/>
                </a:cubicBezTo>
                <a:cubicBezTo>
                  <a:pt x="5433762" y="50645"/>
                  <a:pt x="5433272" y="47213"/>
                  <a:pt x="5433272" y="43330"/>
                </a:cubicBezTo>
                <a:cubicBezTo>
                  <a:pt x="5433272" y="39696"/>
                  <a:pt x="5433785" y="36380"/>
                  <a:pt x="5434810" y="33383"/>
                </a:cubicBezTo>
                <a:cubicBezTo>
                  <a:pt x="5435835" y="30385"/>
                  <a:pt x="5437310" y="27807"/>
                  <a:pt x="5439236" y="25649"/>
                </a:cubicBezTo>
                <a:cubicBezTo>
                  <a:pt x="5441162" y="23490"/>
                  <a:pt x="5443507" y="21813"/>
                  <a:pt x="5446271" y="20617"/>
                </a:cubicBezTo>
                <a:cubicBezTo>
                  <a:pt x="5449036" y="19421"/>
                  <a:pt x="5452173" y="18823"/>
                  <a:pt x="5455683" y="18823"/>
                </a:cubicBezTo>
                <a:cubicBezTo>
                  <a:pt x="5459037" y="18823"/>
                  <a:pt x="5462043" y="19343"/>
                  <a:pt x="5464698" y="20384"/>
                </a:cubicBezTo>
                <a:cubicBezTo>
                  <a:pt x="5467354" y="21424"/>
                  <a:pt x="5469606" y="22946"/>
                  <a:pt x="5471454" y="24950"/>
                </a:cubicBezTo>
                <a:cubicBezTo>
                  <a:pt x="5473302" y="26953"/>
                  <a:pt x="5474716" y="29446"/>
                  <a:pt x="5475694" y="32428"/>
                </a:cubicBezTo>
                <a:cubicBezTo>
                  <a:pt x="5476672" y="35410"/>
                  <a:pt x="5477162" y="38826"/>
                  <a:pt x="5477162" y="42678"/>
                </a:cubicBezTo>
                <a:moveTo>
                  <a:pt x="5468868" y="43051"/>
                </a:moveTo>
                <a:cubicBezTo>
                  <a:pt x="5468868" y="40162"/>
                  <a:pt x="5468550" y="37638"/>
                  <a:pt x="5467913" y="35480"/>
                </a:cubicBezTo>
                <a:cubicBezTo>
                  <a:pt x="5467276" y="33321"/>
                  <a:pt x="5466368" y="31519"/>
                  <a:pt x="5465188" y="30075"/>
                </a:cubicBezTo>
                <a:cubicBezTo>
                  <a:pt x="5464007" y="28631"/>
                  <a:pt x="5462571" y="27543"/>
                  <a:pt x="5460878" y="26813"/>
                </a:cubicBezTo>
                <a:cubicBezTo>
                  <a:pt x="5459185" y="26084"/>
                  <a:pt x="5457298" y="25719"/>
                  <a:pt x="5455217" y="25719"/>
                </a:cubicBezTo>
                <a:cubicBezTo>
                  <a:pt x="5452794" y="25719"/>
                  <a:pt x="5450721" y="26192"/>
                  <a:pt x="5448997" y="27140"/>
                </a:cubicBezTo>
                <a:cubicBezTo>
                  <a:pt x="5447273" y="28087"/>
                  <a:pt x="5445860" y="29353"/>
                  <a:pt x="5444757" y="30937"/>
                </a:cubicBezTo>
                <a:cubicBezTo>
                  <a:pt x="5443654" y="32521"/>
                  <a:pt x="5442847" y="34361"/>
                  <a:pt x="5442334" y="36458"/>
                </a:cubicBezTo>
                <a:cubicBezTo>
                  <a:pt x="5441822" y="38555"/>
                  <a:pt x="5441566" y="40752"/>
                  <a:pt x="5441566" y="43051"/>
                </a:cubicBezTo>
                <a:cubicBezTo>
                  <a:pt x="5441566" y="45939"/>
                  <a:pt x="5441884" y="48471"/>
                  <a:pt x="5442521" y="50645"/>
                </a:cubicBezTo>
                <a:cubicBezTo>
                  <a:pt x="5443157" y="52819"/>
                  <a:pt x="5444066" y="54629"/>
                  <a:pt x="5445246" y="56073"/>
                </a:cubicBezTo>
                <a:cubicBezTo>
                  <a:pt x="5446427" y="57517"/>
                  <a:pt x="5447855" y="58604"/>
                  <a:pt x="5449533" y="59334"/>
                </a:cubicBezTo>
                <a:cubicBezTo>
                  <a:pt x="5451210" y="60064"/>
                  <a:pt x="5453105" y="60429"/>
                  <a:pt x="5455217" y="60429"/>
                </a:cubicBezTo>
                <a:cubicBezTo>
                  <a:pt x="5457640" y="60429"/>
                  <a:pt x="5459713" y="59956"/>
                  <a:pt x="5461437" y="59008"/>
                </a:cubicBezTo>
                <a:cubicBezTo>
                  <a:pt x="5463161" y="58061"/>
                  <a:pt x="5464574" y="56795"/>
                  <a:pt x="5465677" y="55211"/>
                </a:cubicBezTo>
                <a:cubicBezTo>
                  <a:pt x="5466779" y="53627"/>
                  <a:pt x="5467587" y="51787"/>
                  <a:pt x="5468100" y="49690"/>
                </a:cubicBezTo>
                <a:cubicBezTo>
                  <a:pt x="5468612" y="47593"/>
                  <a:pt x="5468868" y="45380"/>
                  <a:pt x="5468868" y="43051"/>
                </a:cubicBezTo>
                <a:close/>
                <a:moveTo>
                  <a:pt x="5483919" y="19662"/>
                </a:moveTo>
                <a:lnTo>
                  <a:pt x="5493145" y="19662"/>
                </a:lnTo>
                <a:lnTo>
                  <a:pt x="5504606" y="50598"/>
                </a:lnTo>
                <a:lnTo>
                  <a:pt x="5507075" y="58146"/>
                </a:lnTo>
                <a:lnTo>
                  <a:pt x="5509638" y="50412"/>
                </a:lnTo>
                <a:lnTo>
                  <a:pt x="5521006" y="19662"/>
                </a:lnTo>
                <a:lnTo>
                  <a:pt x="5529905" y="19662"/>
                </a:lnTo>
                <a:lnTo>
                  <a:pt x="5511548" y="66440"/>
                </a:lnTo>
                <a:lnTo>
                  <a:pt x="5502230" y="66440"/>
                </a:lnTo>
                <a:lnTo>
                  <a:pt x="5483919" y="19662"/>
                </a:lnTo>
                <a:close/>
                <a:moveTo>
                  <a:pt x="5556092" y="26371"/>
                </a:moveTo>
                <a:lnTo>
                  <a:pt x="5542254" y="26371"/>
                </a:lnTo>
                <a:lnTo>
                  <a:pt x="5542254" y="19662"/>
                </a:lnTo>
                <a:lnTo>
                  <a:pt x="5564292" y="19662"/>
                </a:lnTo>
                <a:lnTo>
                  <a:pt x="5564292" y="59684"/>
                </a:lnTo>
                <a:lnTo>
                  <a:pt x="5578223" y="59684"/>
                </a:lnTo>
                <a:lnTo>
                  <a:pt x="5578223" y="66440"/>
                </a:lnTo>
                <a:lnTo>
                  <a:pt x="5540717" y="66440"/>
                </a:lnTo>
                <a:lnTo>
                  <a:pt x="5540717" y="59684"/>
                </a:lnTo>
                <a:lnTo>
                  <a:pt x="5556092" y="59684"/>
                </a:lnTo>
                <a:lnTo>
                  <a:pt x="5556092" y="26371"/>
                </a:lnTo>
                <a:moveTo>
                  <a:pt x="5558934" y="0"/>
                </a:moveTo>
                <a:cubicBezTo>
                  <a:pt x="5559835" y="0"/>
                  <a:pt x="5560673" y="163"/>
                  <a:pt x="5561450" y="489"/>
                </a:cubicBezTo>
                <a:cubicBezTo>
                  <a:pt x="5562226" y="815"/>
                  <a:pt x="5562902" y="1274"/>
                  <a:pt x="5563477" y="1864"/>
                </a:cubicBezTo>
                <a:cubicBezTo>
                  <a:pt x="5564051" y="2454"/>
                  <a:pt x="5564502" y="3129"/>
                  <a:pt x="5564828" y="3890"/>
                </a:cubicBezTo>
                <a:cubicBezTo>
                  <a:pt x="5565154" y="4651"/>
                  <a:pt x="5565317" y="5482"/>
                  <a:pt x="5565317" y="6383"/>
                </a:cubicBezTo>
                <a:cubicBezTo>
                  <a:pt x="5565317" y="7253"/>
                  <a:pt x="5565154" y="8076"/>
                  <a:pt x="5564828" y="8852"/>
                </a:cubicBezTo>
                <a:cubicBezTo>
                  <a:pt x="5564502" y="9629"/>
                  <a:pt x="5564051" y="10312"/>
                  <a:pt x="5563477" y="10902"/>
                </a:cubicBezTo>
                <a:cubicBezTo>
                  <a:pt x="5562902" y="11493"/>
                  <a:pt x="5562226" y="11951"/>
                  <a:pt x="5561450" y="12277"/>
                </a:cubicBezTo>
                <a:cubicBezTo>
                  <a:pt x="5560673" y="12603"/>
                  <a:pt x="5559835" y="12766"/>
                  <a:pt x="5558934" y="12766"/>
                </a:cubicBezTo>
                <a:cubicBezTo>
                  <a:pt x="5558033" y="12766"/>
                  <a:pt x="5557194" y="12603"/>
                  <a:pt x="5556418" y="12277"/>
                </a:cubicBezTo>
                <a:cubicBezTo>
                  <a:pt x="5555641" y="11951"/>
                  <a:pt x="5554966" y="11493"/>
                  <a:pt x="5554391" y="10902"/>
                </a:cubicBezTo>
                <a:cubicBezTo>
                  <a:pt x="5553817" y="10312"/>
                  <a:pt x="5553366" y="9629"/>
                  <a:pt x="5553040" y="8852"/>
                </a:cubicBezTo>
                <a:cubicBezTo>
                  <a:pt x="5552714" y="8076"/>
                  <a:pt x="5552551" y="7253"/>
                  <a:pt x="5552551" y="6383"/>
                </a:cubicBezTo>
                <a:cubicBezTo>
                  <a:pt x="5552551" y="5482"/>
                  <a:pt x="5552714" y="4651"/>
                  <a:pt x="5553040" y="3890"/>
                </a:cubicBezTo>
                <a:cubicBezTo>
                  <a:pt x="5553366" y="3129"/>
                  <a:pt x="5553817" y="2454"/>
                  <a:pt x="5554391" y="1864"/>
                </a:cubicBezTo>
                <a:cubicBezTo>
                  <a:pt x="5554966" y="1274"/>
                  <a:pt x="5555641" y="815"/>
                  <a:pt x="5556418" y="489"/>
                </a:cubicBezTo>
                <a:cubicBezTo>
                  <a:pt x="5557194" y="163"/>
                  <a:pt x="5558033" y="0"/>
                  <a:pt x="5558934" y="0"/>
                </a:cubicBezTo>
                <a:close/>
                <a:moveTo>
                  <a:pt x="5589640" y="44029"/>
                </a:moveTo>
                <a:cubicBezTo>
                  <a:pt x="5589640" y="40053"/>
                  <a:pt x="5590183" y="36520"/>
                  <a:pt x="5591271" y="33429"/>
                </a:cubicBezTo>
                <a:cubicBezTo>
                  <a:pt x="5592358" y="30339"/>
                  <a:pt x="5593903" y="27730"/>
                  <a:pt x="5595906" y="25602"/>
                </a:cubicBezTo>
                <a:cubicBezTo>
                  <a:pt x="5597910" y="23474"/>
                  <a:pt x="5600317" y="21859"/>
                  <a:pt x="5603128" y="20757"/>
                </a:cubicBezTo>
                <a:cubicBezTo>
                  <a:pt x="5605939" y="19654"/>
                  <a:pt x="5609068" y="19103"/>
                  <a:pt x="5612516" y="19103"/>
                </a:cubicBezTo>
                <a:cubicBezTo>
                  <a:pt x="5614007" y="19103"/>
                  <a:pt x="5615475" y="19196"/>
                  <a:pt x="5616919" y="19382"/>
                </a:cubicBezTo>
                <a:cubicBezTo>
                  <a:pt x="5618364" y="19568"/>
                  <a:pt x="5619785" y="19864"/>
                  <a:pt x="5621182" y="20267"/>
                </a:cubicBezTo>
                <a:lnTo>
                  <a:pt x="5621182" y="559"/>
                </a:lnTo>
                <a:lnTo>
                  <a:pt x="5629336" y="559"/>
                </a:lnTo>
                <a:lnTo>
                  <a:pt x="5629336" y="66440"/>
                </a:lnTo>
                <a:lnTo>
                  <a:pt x="5622068" y="66440"/>
                </a:lnTo>
                <a:lnTo>
                  <a:pt x="5621788" y="57587"/>
                </a:lnTo>
                <a:cubicBezTo>
                  <a:pt x="5619521" y="60880"/>
                  <a:pt x="5617067" y="63318"/>
                  <a:pt x="5614427" y="64902"/>
                </a:cubicBezTo>
                <a:cubicBezTo>
                  <a:pt x="5611786" y="66486"/>
                  <a:pt x="5608929" y="67278"/>
                  <a:pt x="5605854" y="67278"/>
                </a:cubicBezTo>
                <a:cubicBezTo>
                  <a:pt x="5603182" y="67278"/>
                  <a:pt x="5600830" y="66719"/>
                  <a:pt x="5598795" y="65601"/>
                </a:cubicBezTo>
                <a:cubicBezTo>
                  <a:pt x="5596761" y="64483"/>
                  <a:pt x="5595068" y="62906"/>
                  <a:pt x="5593717" y="60872"/>
                </a:cubicBezTo>
                <a:cubicBezTo>
                  <a:pt x="5592365" y="58837"/>
                  <a:pt x="5591348" y="56391"/>
                  <a:pt x="5590665" y="53534"/>
                </a:cubicBezTo>
                <a:cubicBezTo>
                  <a:pt x="5589981" y="50676"/>
                  <a:pt x="5589640" y="47508"/>
                  <a:pt x="5589640" y="44029"/>
                </a:cubicBezTo>
                <a:moveTo>
                  <a:pt x="5597933" y="43517"/>
                </a:moveTo>
                <a:cubicBezTo>
                  <a:pt x="5597933" y="49170"/>
                  <a:pt x="5598764" y="53386"/>
                  <a:pt x="5600426" y="56166"/>
                </a:cubicBezTo>
                <a:cubicBezTo>
                  <a:pt x="5602088" y="58946"/>
                  <a:pt x="5604440" y="60336"/>
                  <a:pt x="5607484" y="60336"/>
                </a:cubicBezTo>
                <a:cubicBezTo>
                  <a:pt x="5609534" y="60336"/>
                  <a:pt x="5611701" y="59420"/>
                  <a:pt x="5613984" y="57587"/>
                </a:cubicBezTo>
                <a:cubicBezTo>
                  <a:pt x="5616267" y="55755"/>
                  <a:pt x="5618666" y="53037"/>
                  <a:pt x="5621182" y="49434"/>
                </a:cubicBezTo>
                <a:lnTo>
                  <a:pt x="5621182" y="27722"/>
                </a:lnTo>
                <a:cubicBezTo>
                  <a:pt x="5619847" y="27101"/>
                  <a:pt x="5618371" y="26627"/>
                  <a:pt x="5616756" y="26301"/>
                </a:cubicBezTo>
                <a:cubicBezTo>
                  <a:pt x="5615141" y="25975"/>
                  <a:pt x="5613541" y="25812"/>
                  <a:pt x="5611957" y="25812"/>
                </a:cubicBezTo>
                <a:cubicBezTo>
                  <a:pt x="5607547" y="25812"/>
                  <a:pt x="5604106" y="27241"/>
                  <a:pt x="5601637" y="30098"/>
                </a:cubicBezTo>
                <a:cubicBezTo>
                  <a:pt x="5599168" y="32956"/>
                  <a:pt x="5597933" y="37429"/>
                  <a:pt x="5597933" y="43517"/>
                </a:cubicBezTo>
                <a:close/>
                <a:moveTo>
                  <a:pt x="5683384" y="40581"/>
                </a:moveTo>
                <a:cubicBezTo>
                  <a:pt x="5683384" y="41731"/>
                  <a:pt x="5683369" y="42693"/>
                  <a:pt x="5683338" y="43470"/>
                </a:cubicBezTo>
                <a:cubicBezTo>
                  <a:pt x="5683306" y="44246"/>
                  <a:pt x="5683260" y="44976"/>
                  <a:pt x="5683198" y="45660"/>
                </a:cubicBezTo>
                <a:lnTo>
                  <a:pt x="5650351" y="45660"/>
                </a:lnTo>
                <a:cubicBezTo>
                  <a:pt x="5650351" y="50443"/>
                  <a:pt x="5651686" y="54116"/>
                  <a:pt x="5654358" y="56679"/>
                </a:cubicBezTo>
                <a:cubicBezTo>
                  <a:pt x="5657029" y="59241"/>
                  <a:pt x="5660880" y="60522"/>
                  <a:pt x="5665912" y="60522"/>
                </a:cubicBezTo>
                <a:cubicBezTo>
                  <a:pt x="5667279" y="60522"/>
                  <a:pt x="5668646" y="60467"/>
                  <a:pt x="5670012" y="60357"/>
                </a:cubicBezTo>
                <a:cubicBezTo>
                  <a:pt x="5671379" y="60245"/>
                  <a:pt x="5672699" y="60094"/>
                  <a:pt x="5673973" y="59904"/>
                </a:cubicBezTo>
                <a:cubicBezTo>
                  <a:pt x="5675246" y="59712"/>
                  <a:pt x="5676465" y="59498"/>
                  <a:pt x="5677630" y="59260"/>
                </a:cubicBezTo>
                <a:cubicBezTo>
                  <a:pt x="5678795" y="59021"/>
                  <a:pt x="5679874" y="58759"/>
                  <a:pt x="5680868" y="58472"/>
                </a:cubicBezTo>
                <a:lnTo>
                  <a:pt x="5680868" y="65135"/>
                </a:lnTo>
                <a:cubicBezTo>
                  <a:pt x="5678663" y="65770"/>
                  <a:pt x="5676170" y="66286"/>
                  <a:pt x="5673390" y="66683"/>
                </a:cubicBezTo>
                <a:cubicBezTo>
                  <a:pt x="5670610" y="67080"/>
                  <a:pt x="5667729" y="67278"/>
                  <a:pt x="5664747" y="67278"/>
                </a:cubicBezTo>
                <a:cubicBezTo>
                  <a:pt x="5660741" y="67278"/>
                  <a:pt x="5657293" y="66735"/>
                  <a:pt x="5654404" y="65648"/>
                </a:cubicBezTo>
                <a:cubicBezTo>
                  <a:pt x="5651515" y="64560"/>
                  <a:pt x="5649147" y="62984"/>
                  <a:pt x="5647299" y="60919"/>
                </a:cubicBezTo>
                <a:cubicBezTo>
                  <a:pt x="5645451" y="58853"/>
                  <a:pt x="5644084" y="56321"/>
                  <a:pt x="5643199" y="53324"/>
                </a:cubicBezTo>
                <a:cubicBezTo>
                  <a:pt x="5642314" y="50327"/>
                  <a:pt x="5641871" y="46933"/>
                  <a:pt x="5641871" y="43144"/>
                </a:cubicBezTo>
                <a:cubicBezTo>
                  <a:pt x="5641871" y="39851"/>
                  <a:pt x="5642345" y="36737"/>
                  <a:pt x="5643292" y="33802"/>
                </a:cubicBezTo>
                <a:cubicBezTo>
                  <a:pt x="5644239" y="30867"/>
                  <a:pt x="5645622" y="28289"/>
                  <a:pt x="5647439" y="26068"/>
                </a:cubicBezTo>
                <a:cubicBezTo>
                  <a:pt x="5649256" y="23847"/>
                  <a:pt x="5651484" y="22084"/>
                  <a:pt x="5654125" y="20780"/>
                </a:cubicBezTo>
                <a:cubicBezTo>
                  <a:pt x="5656765" y="19475"/>
                  <a:pt x="5659762" y="18823"/>
                  <a:pt x="5663117" y="18823"/>
                </a:cubicBezTo>
                <a:cubicBezTo>
                  <a:pt x="5666378" y="18823"/>
                  <a:pt x="5669267" y="19336"/>
                  <a:pt x="5671783" y="20361"/>
                </a:cubicBezTo>
                <a:cubicBezTo>
                  <a:pt x="5674299" y="21386"/>
                  <a:pt x="5676419" y="22838"/>
                  <a:pt x="5678143" y="24717"/>
                </a:cubicBezTo>
                <a:cubicBezTo>
                  <a:pt x="5679866" y="26596"/>
                  <a:pt x="5681171" y="28879"/>
                  <a:pt x="5682056" y="31566"/>
                </a:cubicBezTo>
                <a:cubicBezTo>
                  <a:pt x="5682942" y="34253"/>
                  <a:pt x="5683384" y="37258"/>
                  <a:pt x="5683384" y="40581"/>
                </a:cubicBezTo>
                <a:moveTo>
                  <a:pt x="5674951" y="39416"/>
                </a:moveTo>
                <a:cubicBezTo>
                  <a:pt x="5675044" y="37335"/>
                  <a:pt x="5674842" y="35433"/>
                  <a:pt x="5674345" y="33709"/>
                </a:cubicBezTo>
                <a:cubicBezTo>
                  <a:pt x="5673848" y="31985"/>
                  <a:pt x="5673080" y="30502"/>
                  <a:pt x="5672039" y="29260"/>
                </a:cubicBezTo>
                <a:cubicBezTo>
                  <a:pt x="5670999" y="28017"/>
                  <a:pt x="5669702" y="27046"/>
                  <a:pt x="5668149" y="26348"/>
                </a:cubicBezTo>
                <a:cubicBezTo>
                  <a:pt x="5666596" y="25649"/>
                  <a:pt x="5664794" y="25299"/>
                  <a:pt x="5662744" y="25299"/>
                </a:cubicBezTo>
                <a:cubicBezTo>
                  <a:pt x="5660974" y="25299"/>
                  <a:pt x="5659358" y="25641"/>
                  <a:pt x="5657899" y="26324"/>
                </a:cubicBezTo>
                <a:cubicBezTo>
                  <a:pt x="5656439" y="27008"/>
                  <a:pt x="5655181" y="27970"/>
                  <a:pt x="5654125" y="29213"/>
                </a:cubicBezTo>
                <a:cubicBezTo>
                  <a:pt x="5653069" y="30455"/>
                  <a:pt x="5652214" y="31946"/>
                  <a:pt x="5651562" y="33686"/>
                </a:cubicBezTo>
                <a:cubicBezTo>
                  <a:pt x="5650910" y="35425"/>
                  <a:pt x="5650506" y="37335"/>
                  <a:pt x="5650351" y="39416"/>
                </a:cubicBezTo>
                <a:lnTo>
                  <a:pt x="5674951" y="39416"/>
                </a:lnTo>
                <a:close/>
                <a:moveTo>
                  <a:pt x="5693357" y="44029"/>
                </a:moveTo>
                <a:cubicBezTo>
                  <a:pt x="5693357" y="40053"/>
                  <a:pt x="5693900" y="36520"/>
                  <a:pt x="5694987" y="33429"/>
                </a:cubicBezTo>
                <a:cubicBezTo>
                  <a:pt x="5696075" y="30339"/>
                  <a:pt x="5697620" y="27730"/>
                  <a:pt x="5699623" y="25602"/>
                </a:cubicBezTo>
                <a:cubicBezTo>
                  <a:pt x="5701627" y="23474"/>
                  <a:pt x="5704034" y="21859"/>
                  <a:pt x="5706845" y="20757"/>
                </a:cubicBezTo>
                <a:cubicBezTo>
                  <a:pt x="5709656" y="19654"/>
                  <a:pt x="5712785" y="19103"/>
                  <a:pt x="5716233" y="19103"/>
                </a:cubicBezTo>
                <a:cubicBezTo>
                  <a:pt x="5717724" y="19103"/>
                  <a:pt x="5719192" y="19196"/>
                  <a:pt x="5720636" y="19382"/>
                </a:cubicBezTo>
                <a:cubicBezTo>
                  <a:pt x="5722080" y="19568"/>
                  <a:pt x="5723502" y="19864"/>
                  <a:pt x="5724899" y="20267"/>
                </a:cubicBezTo>
                <a:lnTo>
                  <a:pt x="5724899" y="559"/>
                </a:lnTo>
                <a:lnTo>
                  <a:pt x="5733053" y="559"/>
                </a:lnTo>
                <a:lnTo>
                  <a:pt x="5733053" y="66440"/>
                </a:lnTo>
                <a:lnTo>
                  <a:pt x="5725785" y="66440"/>
                </a:lnTo>
                <a:lnTo>
                  <a:pt x="5725505" y="57587"/>
                </a:lnTo>
                <a:cubicBezTo>
                  <a:pt x="5723238" y="60880"/>
                  <a:pt x="5720784" y="63318"/>
                  <a:pt x="5718143" y="64902"/>
                </a:cubicBezTo>
                <a:cubicBezTo>
                  <a:pt x="5715503" y="66486"/>
                  <a:pt x="5712646" y="67278"/>
                  <a:pt x="5709571" y="67278"/>
                </a:cubicBezTo>
                <a:cubicBezTo>
                  <a:pt x="5706899" y="67278"/>
                  <a:pt x="5704547" y="66719"/>
                  <a:pt x="5702512" y="65601"/>
                </a:cubicBezTo>
                <a:cubicBezTo>
                  <a:pt x="5700478" y="64483"/>
                  <a:pt x="5698785" y="62906"/>
                  <a:pt x="5697434" y="60872"/>
                </a:cubicBezTo>
                <a:cubicBezTo>
                  <a:pt x="5696082" y="58837"/>
                  <a:pt x="5695065" y="56391"/>
                  <a:pt x="5694382" y="53534"/>
                </a:cubicBezTo>
                <a:cubicBezTo>
                  <a:pt x="5693698" y="50676"/>
                  <a:pt x="5693357" y="47508"/>
                  <a:pt x="5693357" y="44029"/>
                </a:cubicBezTo>
                <a:moveTo>
                  <a:pt x="5701650" y="43517"/>
                </a:moveTo>
                <a:cubicBezTo>
                  <a:pt x="5701650" y="49170"/>
                  <a:pt x="5702481" y="53386"/>
                  <a:pt x="5704143" y="56166"/>
                </a:cubicBezTo>
                <a:cubicBezTo>
                  <a:pt x="5705804" y="58946"/>
                  <a:pt x="5708157" y="60336"/>
                  <a:pt x="5711201" y="60336"/>
                </a:cubicBezTo>
                <a:cubicBezTo>
                  <a:pt x="5713251" y="60336"/>
                  <a:pt x="5715418" y="59420"/>
                  <a:pt x="5717701" y="57587"/>
                </a:cubicBezTo>
                <a:cubicBezTo>
                  <a:pt x="5719984" y="55755"/>
                  <a:pt x="5722383" y="53037"/>
                  <a:pt x="5724899" y="49434"/>
                </a:cubicBezTo>
                <a:lnTo>
                  <a:pt x="5724899" y="27722"/>
                </a:lnTo>
                <a:cubicBezTo>
                  <a:pt x="5723564" y="27101"/>
                  <a:pt x="5722088" y="26627"/>
                  <a:pt x="5720473" y="26301"/>
                </a:cubicBezTo>
                <a:cubicBezTo>
                  <a:pt x="5718858" y="25975"/>
                  <a:pt x="5717258" y="25812"/>
                  <a:pt x="5715674" y="25812"/>
                </a:cubicBezTo>
                <a:cubicBezTo>
                  <a:pt x="5711263" y="25812"/>
                  <a:pt x="5707823" y="27241"/>
                  <a:pt x="5705354" y="30098"/>
                </a:cubicBezTo>
                <a:cubicBezTo>
                  <a:pt x="5702885" y="32956"/>
                  <a:pt x="5701650" y="37429"/>
                  <a:pt x="5701650" y="43517"/>
                </a:cubicBezTo>
                <a:close/>
                <a:moveTo>
                  <a:pt x="5842014" y="64716"/>
                </a:moveTo>
                <a:cubicBezTo>
                  <a:pt x="5839902" y="65523"/>
                  <a:pt x="5837735" y="66121"/>
                  <a:pt x="5835515" y="66510"/>
                </a:cubicBezTo>
                <a:cubicBezTo>
                  <a:pt x="5833294" y="66898"/>
                  <a:pt x="5831003" y="67092"/>
                  <a:pt x="5828642" y="67092"/>
                </a:cubicBezTo>
                <a:cubicBezTo>
                  <a:pt x="5821250" y="67092"/>
                  <a:pt x="5815558" y="65088"/>
                  <a:pt x="5811567" y="61082"/>
                </a:cubicBezTo>
                <a:cubicBezTo>
                  <a:pt x="5807575" y="57075"/>
                  <a:pt x="5805579" y="51220"/>
                  <a:pt x="5805579" y="43517"/>
                </a:cubicBezTo>
                <a:cubicBezTo>
                  <a:pt x="5805579" y="39820"/>
                  <a:pt x="5806154" y="36466"/>
                  <a:pt x="5807303" y="33453"/>
                </a:cubicBezTo>
                <a:cubicBezTo>
                  <a:pt x="5808453" y="30440"/>
                  <a:pt x="5810068" y="27862"/>
                  <a:pt x="5812149" y="25719"/>
                </a:cubicBezTo>
                <a:cubicBezTo>
                  <a:pt x="5814230" y="23575"/>
                  <a:pt x="5816715" y="21921"/>
                  <a:pt x="5819604" y="20757"/>
                </a:cubicBezTo>
                <a:cubicBezTo>
                  <a:pt x="5822492" y="19592"/>
                  <a:pt x="5825676" y="19009"/>
                  <a:pt x="5829155" y="19009"/>
                </a:cubicBezTo>
                <a:cubicBezTo>
                  <a:pt x="5831578" y="19009"/>
                  <a:pt x="5833845" y="19184"/>
                  <a:pt x="5835957" y="19534"/>
                </a:cubicBezTo>
                <a:cubicBezTo>
                  <a:pt x="5838069" y="19882"/>
                  <a:pt x="5840088" y="20453"/>
                  <a:pt x="5842014" y="21246"/>
                </a:cubicBezTo>
                <a:lnTo>
                  <a:pt x="5842014" y="28980"/>
                </a:lnTo>
                <a:cubicBezTo>
                  <a:pt x="5839995" y="27907"/>
                  <a:pt x="5837937" y="27127"/>
                  <a:pt x="5835841" y="26639"/>
                </a:cubicBezTo>
                <a:cubicBezTo>
                  <a:pt x="5833744" y="26150"/>
                  <a:pt x="5831578" y="25905"/>
                  <a:pt x="5829341" y="25905"/>
                </a:cubicBezTo>
                <a:cubicBezTo>
                  <a:pt x="5827260" y="25905"/>
                  <a:pt x="5825296" y="26301"/>
                  <a:pt x="5823447" y="27093"/>
                </a:cubicBezTo>
                <a:cubicBezTo>
                  <a:pt x="5821599" y="27885"/>
                  <a:pt x="5819976" y="29027"/>
                  <a:pt x="5818579" y="30518"/>
                </a:cubicBezTo>
                <a:cubicBezTo>
                  <a:pt x="5817181" y="32008"/>
                  <a:pt x="5816078" y="33826"/>
                  <a:pt x="5815271" y="35969"/>
                </a:cubicBezTo>
                <a:cubicBezTo>
                  <a:pt x="5814463" y="38112"/>
                  <a:pt x="5814059" y="40535"/>
                  <a:pt x="5814059" y="43237"/>
                </a:cubicBezTo>
                <a:cubicBezTo>
                  <a:pt x="5814059" y="48890"/>
                  <a:pt x="5815434" y="53122"/>
                  <a:pt x="5818183" y="55933"/>
                </a:cubicBezTo>
                <a:cubicBezTo>
                  <a:pt x="5820931" y="58744"/>
                  <a:pt x="5824744" y="60150"/>
                  <a:pt x="5829621" y="60150"/>
                </a:cubicBezTo>
                <a:cubicBezTo>
                  <a:pt x="5831826" y="60150"/>
                  <a:pt x="5833962" y="59901"/>
                  <a:pt x="5836027" y="59404"/>
                </a:cubicBezTo>
                <a:cubicBezTo>
                  <a:pt x="5838093" y="58907"/>
                  <a:pt x="5840088" y="58162"/>
                  <a:pt x="5842014" y="57168"/>
                </a:cubicBezTo>
                <a:lnTo>
                  <a:pt x="5842014" y="64716"/>
                </a:lnTo>
                <a:close/>
                <a:moveTo>
                  <a:pt x="5898252" y="42678"/>
                </a:moveTo>
                <a:cubicBezTo>
                  <a:pt x="5898252" y="46312"/>
                  <a:pt x="5897740" y="49643"/>
                  <a:pt x="5896715" y="52672"/>
                </a:cubicBezTo>
                <a:cubicBezTo>
                  <a:pt x="5895690" y="55700"/>
                  <a:pt x="5894214" y="58294"/>
                  <a:pt x="5892288" y="60453"/>
                </a:cubicBezTo>
                <a:cubicBezTo>
                  <a:pt x="5890363" y="62611"/>
                  <a:pt x="5888018" y="64289"/>
                  <a:pt x="5885253" y="65485"/>
                </a:cubicBezTo>
                <a:cubicBezTo>
                  <a:pt x="5882489" y="66680"/>
                  <a:pt x="5879352" y="67278"/>
                  <a:pt x="5875842" y="67278"/>
                </a:cubicBezTo>
                <a:cubicBezTo>
                  <a:pt x="5872487" y="67278"/>
                  <a:pt x="5869482" y="66758"/>
                  <a:pt x="5866826" y="65717"/>
                </a:cubicBezTo>
                <a:cubicBezTo>
                  <a:pt x="5864170" y="64677"/>
                  <a:pt x="5861919" y="63147"/>
                  <a:pt x="5860070" y="61128"/>
                </a:cubicBezTo>
                <a:cubicBezTo>
                  <a:pt x="5858222" y="59109"/>
                  <a:pt x="5856809" y="56609"/>
                  <a:pt x="5855831" y="53627"/>
                </a:cubicBezTo>
                <a:cubicBezTo>
                  <a:pt x="5854852" y="50645"/>
                  <a:pt x="5854363" y="47213"/>
                  <a:pt x="5854363" y="43330"/>
                </a:cubicBezTo>
                <a:cubicBezTo>
                  <a:pt x="5854363" y="39696"/>
                  <a:pt x="5854875" y="36380"/>
                  <a:pt x="5855900" y="33383"/>
                </a:cubicBezTo>
                <a:cubicBezTo>
                  <a:pt x="5856925" y="30385"/>
                  <a:pt x="5858401" y="27807"/>
                  <a:pt x="5860327" y="25649"/>
                </a:cubicBezTo>
                <a:cubicBezTo>
                  <a:pt x="5862252" y="23490"/>
                  <a:pt x="5864598" y="21813"/>
                  <a:pt x="5867362" y="20617"/>
                </a:cubicBezTo>
                <a:cubicBezTo>
                  <a:pt x="5870126" y="19421"/>
                  <a:pt x="5873264" y="18823"/>
                  <a:pt x="5876773" y="18823"/>
                </a:cubicBezTo>
                <a:cubicBezTo>
                  <a:pt x="5880128" y="18823"/>
                  <a:pt x="5883133" y="19343"/>
                  <a:pt x="5885789" y="20384"/>
                </a:cubicBezTo>
                <a:cubicBezTo>
                  <a:pt x="5888445" y="21424"/>
                  <a:pt x="5890697" y="22946"/>
                  <a:pt x="5892545" y="24950"/>
                </a:cubicBezTo>
                <a:cubicBezTo>
                  <a:pt x="5894393" y="26953"/>
                  <a:pt x="5895806" y="29446"/>
                  <a:pt x="5896785" y="32428"/>
                </a:cubicBezTo>
                <a:cubicBezTo>
                  <a:pt x="5897763" y="35410"/>
                  <a:pt x="5898252" y="38826"/>
                  <a:pt x="5898252" y="42678"/>
                </a:cubicBezTo>
                <a:moveTo>
                  <a:pt x="5889959" y="43051"/>
                </a:moveTo>
                <a:cubicBezTo>
                  <a:pt x="5889959" y="40162"/>
                  <a:pt x="5889641" y="37638"/>
                  <a:pt x="5889004" y="35480"/>
                </a:cubicBezTo>
                <a:cubicBezTo>
                  <a:pt x="5888367" y="33321"/>
                  <a:pt x="5887458" y="31519"/>
                  <a:pt x="5886278" y="30075"/>
                </a:cubicBezTo>
                <a:cubicBezTo>
                  <a:pt x="5885098" y="28631"/>
                  <a:pt x="5883661" y="27543"/>
                  <a:pt x="5881968" y="26813"/>
                </a:cubicBezTo>
                <a:cubicBezTo>
                  <a:pt x="5880276" y="26084"/>
                  <a:pt x="5878389" y="25719"/>
                  <a:pt x="5876308" y="25719"/>
                </a:cubicBezTo>
                <a:cubicBezTo>
                  <a:pt x="5873885" y="25719"/>
                  <a:pt x="5871811" y="26192"/>
                  <a:pt x="5870088" y="27140"/>
                </a:cubicBezTo>
                <a:cubicBezTo>
                  <a:pt x="5868364" y="28087"/>
                  <a:pt x="5866950" y="29353"/>
                  <a:pt x="5865848" y="30937"/>
                </a:cubicBezTo>
                <a:cubicBezTo>
                  <a:pt x="5864745" y="32521"/>
                  <a:pt x="5863938" y="34361"/>
                  <a:pt x="5863425" y="36458"/>
                </a:cubicBezTo>
                <a:cubicBezTo>
                  <a:pt x="5862912" y="38555"/>
                  <a:pt x="5862656" y="40752"/>
                  <a:pt x="5862656" y="43051"/>
                </a:cubicBezTo>
                <a:cubicBezTo>
                  <a:pt x="5862656" y="45939"/>
                  <a:pt x="5862975" y="48471"/>
                  <a:pt x="5863611" y="50645"/>
                </a:cubicBezTo>
                <a:cubicBezTo>
                  <a:pt x="5864248" y="52819"/>
                  <a:pt x="5865157" y="54629"/>
                  <a:pt x="5866337" y="56073"/>
                </a:cubicBezTo>
                <a:cubicBezTo>
                  <a:pt x="5867517" y="57517"/>
                  <a:pt x="5868946" y="58604"/>
                  <a:pt x="5870623" y="59334"/>
                </a:cubicBezTo>
                <a:cubicBezTo>
                  <a:pt x="5872301" y="60064"/>
                  <a:pt x="5874195" y="60429"/>
                  <a:pt x="5876308" y="60429"/>
                </a:cubicBezTo>
                <a:cubicBezTo>
                  <a:pt x="5878730" y="60429"/>
                  <a:pt x="5880804" y="59956"/>
                  <a:pt x="5882528" y="59008"/>
                </a:cubicBezTo>
                <a:cubicBezTo>
                  <a:pt x="5884251" y="58061"/>
                  <a:pt x="5885665" y="56795"/>
                  <a:pt x="5886767" y="55211"/>
                </a:cubicBezTo>
                <a:cubicBezTo>
                  <a:pt x="5887870" y="53627"/>
                  <a:pt x="5888678" y="51787"/>
                  <a:pt x="5889190" y="49690"/>
                </a:cubicBezTo>
                <a:cubicBezTo>
                  <a:pt x="5889703" y="47593"/>
                  <a:pt x="5889959" y="45380"/>
                  <a:pt x="5889959" y="43051"/>
                </a:cubicBezTo>
                <a:close/>
                <a:moveTo>
                  <a:pt x="5907013" y="44029"/>
                </a:moveTo>
                <a:cubicBezTo>
                  <a:pt x="5907013" y="40053"/>
                  <a:pt x="5907557" y="36520"/>
                  <a:pt x="5908644" y="33429"/>
                </a:cubicBezTo>
                <a:cubicBezTo>
                  <a:pt x="5909731" y="30339"/>
                  <a:pt x="5911277" y="27730"/>
                  <a:pt x="5913280" y="25602"/>
                </a:cubicBezTo>
                <a:cubicBezTo>
                  <a:pt x="5915283" y="23474"/>
                  <a:pt x="5917691" y="21859"/>
                  <a:pt x="5920502" y="20757"/>
                </a:cubicBezTo>
                <a:cubicBezTo>
                  <a:pt x="5923313" y="19654"/>
                  <a:pt x="5926442" y="19103"/>
                  <a:pt x="5929890" y="19103"/>
                </a:cubicBezTo>
                <a:cubicBezTo>
                  <a:pt x="5931381" y="19103"/>
                  <a:pt x="5932849" y="19196"/>
                  <a:pt x="5934293" y="19382"/>
                </a:cubicBezTo>
                <a:cubicBezTo>
                  <a:pt x="5935737" y="19568"/>
                  <a:pt x="5937158" y="19864"/>
                  <a:pt x="5938556" y="20267"/>
                </a:cubicBezTo>
                <a:lnTo>
                  <a:pt x="5938556" y="559"/>
                </a:lnTo>
                <a:lnTo>
                  <a:pt x="5946710" y="559"/>
                </a:lnTo>
                <a:lnTo>
                  <a:pt x="5946710" y="66440"/>
                </a:lnTo>
                <a:lnTo>
                  <a:pt x="5939441" y="66440"/>
                </a:lnTo>
                <a:lnTo>
                  <a:pt x="5939162" y="57587"/>
                </a:lnTo>
                <a:cubicBezTo>
                  <a:pt x="5936894" y="60880"/>
                  <a:pt x="5934440" y="63318"/>
                  <a:pt x="5931800" y="64902"/>
                </a:cubicBezTo>
                <a:cubicBezTo>
                  <a:pt x="5929160" y="66486"/>
                  <a:pt x="5926302" y="67278"/>
                  <a:pt x="5923227" y="67278"/>
                </a:cubicBezTo>
                <a:cubicBezTo>
                  <a:pt x="5920556" y="67278"/>
                  <a:pt x="5918203" y="66719"/>
                  <a:pt x="5916169" y="65601"/>
                </a:cubicBezTo>
                <a:cubicBezTo>
                  <a:pt x="5914134" y="64483"/>
                  <a:pt x="5912441" y="62906"/>
                  <a:pt x="5911090" y="60872"/>
                </a:cubicBezTo>
                <a:cubicBezTo>
                  <a:pt x="5909739" y="58837"/>
                  <a:pt x="5908722" y="56391"/>
                  <a:pt x="5908038" y="53534"/>
                </a:cubicBezTo>
                <a:cubicBezTo>
                  <a:pt x="5907355" y="50676"/>
                  <a:pt x="5907013" y="47508"/>
                  <a:pt x="5907013" y="44029"/>
                </a:cubicBezTo>
                <a:moveTo>
                  <a:pt x="5915307" y="43517"/>
                </a:moveTo>
                <a:cubicBezTo>
                  <a:pt x="5915307" y="49170"/>
                  <a:pt x="5916138" y="53386"/>
                  <a:pt x="5917799" y="56166"/>
                </a:cubicBezTo>
                <a:cubicBezTo>
                  <a:pt x="5919461" y="58946"/>
                  <a:pt x="5921814" y="60336"/>
                  <a:pt x="5924858" y="60336"/>
                </a:cubicBezTo>
                <a:cubicBezTo>
                  <a:pt x="5926908" y="60336"/>
                  <a:pt x="5929075" y="59420"/>
                  <a:pt x="5931358" y="57587"/>
                </a:cubicBezTo>
                <a:cubicBezTo>
                  <a:pt x="5933641" y="55755"/>
                  <a:pt x="5936040" y="53037"/>
                  <a:pt x="5938556" y="49434"/>
                </a:cubicBezTo>
                <a:lnTo>
                  <a:pt x="5938556" y="27722"/>
                </a:lnTo>
                <a:cubicBezTo>
                  <a:pt x="5937220" y="27101"/>
                  <a:pt x="5935745" y="26627"/>
                  <a:pt x="5934130" y="26301"/>
                </a:cubicBezTo>
                <a:cubicBezTo>
                  <a:pt x="5932515" y="25975"/>
                  <a:pt x="5930915" y="25812"/>
                  <a:pt x="5929331" y="25812"/>
                </a:cubicBezTo>
                <a:cubicBezTo>
                  <a:pt x="5924920" y="25812"/>
                  <a:pt x="5921480" y="27241"/>
                  <a:pt x="5919011" y="30098"/>
                </a:cubicBezTo>
                <a:cubicBezTo>
                  <a:pt x="5916541" y="32956"/>
                  <a:pt x="5915307" y="37429"/>
                  <a:pt x="5915307" y="43517"/>
                </a:cubicBezTo>
                <a:close/>
                <a:moveTo>
                  <a:pt x="6000758" y="40581"/>
                </a:moveTo>
                <a:cubicBezTo>
                  <a:pt x="6000758" y="41731"/>
                  <a:pt x="6000742" y="42693"/>
                  <a:pt x="6000711" y="43470"/>
                </a:cubicBezTo>
                <a:cubicBezTo>
                  <a:pt x="6000680" y="44246"/>
                  <a:pt x="6000634" y="44976"/>
                  <a:pt x="6000571" y="45660"/>
                </a:cubicBezTo>
                <a:lnTo>
                  <a:pt x="5967724" y="45660"/>
                </a:lnTo>
                <a:cubicBezTo>
                  <a:pt x="5967724" y="50443"/>
                  <a:pt x="5969060" y="54116"/>
                  <a:pt x="5971731" y="56679"/>
                </a:cubicBezTo>
                <a:cubicBezTo>
                  <a:pt x="5974402" y="59241"/>
                  <a:pt x="5978254" y="60522"/>
                  <a:pt x="5983286" y="60522"/>
                </a:cubicBezTo>
                <a:cubicBezTo>
                  <a:pt x="5984653" y="60522"/>
                  <a:pt x="5986019" y="60467"/>
                  <a:pt x="5987386" y="60357"/>
                </a:cubicBezTo>
                <a:cubicBezTo>
                  <a:pt x="5988753" y="60245"/>
                  <a:pt x="5990073" y="60094"/>
                  <a:pt x="5991346" y="59904"/>
                </a:cubicBezTo>
                <a:cubicBezTo>
                  <a:pt x="5992620" y="59712"/>
                  <a:pt x="5993839" y="59498"/>
                  <a:pt x="5995004" y="59260"/>
                </a:cubicBezTo>
                <a:cubicBezTo>
                  <a:pt x="5996169" y="59021"/>
                  <a:pt x="5997248" y="58759"/>
                  <a:pt x="5998242" y="58472"/>
                </a:cubicBezTo>
                <a:lnTo>
                  <a:pt x="5998242" y="65135"/>
                </a:lnTo>
                <a:cubicBezTo>
                  <a:pt x="5996037" y="65770"/>
                  <a:pt x="5993544" y="66286"/>
                  <a:pt x="5990764" y="66683"/>
                </a:cubicBezTo>
                <a:cubicBezTo>
                  <a:pt x="5987984" y="67080"/>
                  <a:pt x="5985103" y="67278"/>
                  <a:pt x="5982121" y="67278"/>
                </a:cubicBezTo>
                <a:cubicBezTo>
                  <a:pt x="5978114" y="67278"/>
                  <a:pt x="5974667" y="66735"/>
                  <a:pt x="5971778" y="65648"/>
                </a:cubicBezTo>
                <a:cubicBezTo>
                  <a:pt x="5968889" y="64560"/>
                  <a:pt x="5966521" y="62984"/>
                  <a:pt x="5964673" y="60919"/>
                </a:cubicBezTo>
                <a:cubicBezTo>
                  <a:pt x="5962824" y="58853"/>
                  <a:pt x="5961458" y="56321"/>
                  <a:pt x="5960573" y="53324"/>
                </a:cubicBezTo>
                <a:cubicBezTo>
                  <a:pt x="5959687" y="50327"/>
                  <a:pt x="5959245" y="46933"/>
                  <a:pt x="5959245" y="43144"/>
                </a:cubicBezTo>
                <a:cubicBezTo>
                  <a:pt x="5959245" y="39851"/>
                  <a:pt x="5959718" y="36737"/>
                  <a:pt x="5960666" y="33802"/>
                </a:cubicBezTo>
                <a:cubicBezTo>
                  <a:pt x="5961613" y="30867"/>
                  <a:pt x="5962995" y="28289"/>
                  <a:pt x="5964812" y="26068"/>
                </a:cubicBezTo>
                <a:cubicBezTo>
                  <a:pt x="5966629" y="23847"/>
                  <a:pt x="5968858" y="22084"/>
                  <a:pt x="5971498" y="20780"/>
                </a:cubicBezTo>
                <a:cubicBezTo>
                  <a:pt x="5974138" y="19475"/>
                  <a:pt x="5977136" y="18823"/>
                  <a:pt x="5980490" y="18823"/>
                </a:cubicBezTo>
                <a:cubicBezTo>
                  <a:pt x="5983752" y="18823"/>
                  <a:pt x="5986641" y="19336"/>
                  <a:pt x="5989156" y="20361"/>
                </a:cubicBezTo>
                <a:cubicBezTo>
                  <a:pt x="5991672" y="21386"/>
                  <a:pt x="5993792" y="22838"/>
                  <a:pt x="5995516" y="24717"/>
                </a:cubicBezTo>
                <a:cubicBezTo>
                  <a:pt x="5997240" y="26596"/>
                  <a:pt x="5998545" y="28879"/>
                  <a:pt x="5999430" y="31566"/>
                </a:cubicBezTo>
                <a:cubicBezTo>
                  <a:pt x="6000315" y="34253"/>
                  <a:pt x="6000758" y="37258"/>
                  <a:pt x="6000758" y="40581"/>
                </a:cubicBezTo>
                <a:moveTo>
                  <a:pt x="5992325" y="39416"/>
                </a:moveTo>
                <a:cubicBezTo>
                  <a:pt x="5992418" y="37335"/>
                  <a:pt x="5992216" y="35433"/>
                  <a:pt x="5991719" y="33709"/>
                </a:cubicBezTo>
                <a:cubicBezTo>
                  <a:pt x="5991222" y="31985"/>
                  <a:pt x="5990453" y="30502"/>
                  <a:pt x="5989413" y="29260"/>
                </a:cubicBezTo>
                <a:cubicBezTo>
                  <a:pt x="5988372" y="28017"/>
                  <a:pt x="5987075" y="27046"/>
                  <a:pt x="5985522" y="26348"/>
                </a:cubicBezTo>
                <a:cubicBezTo>
                  <a:pt x="5983969" y="25649"/>
                  <a:pt x="5982168" y="25299"/>
                  <a:pt x="5980118" y="25299"/>
                </a:cubicBezTo>
                <a:cubicBezTo>
                  <a:pt x="5978347" y="25299"/>
                  <a:pt x="5976732" y="25641"/>
                  <a:pt x="5975272" y="26324"/>
                </a:cubicBezTo>
                <a:cubicBezTo>
                  <a:pt x="5973812" y="27008"/>
                  <a:pt x="5972554" y="27970"/>
                  <a:pt x="5971498" y="29213"/>
                </a:cubicBezTo>
                <a:cubicBezTo>
                  <a:pt x="5970442" y="30455"/>
                  <a:pt x="5969588" y="31946"/>
                  <a:pt x="5968936" y="33686"/>
                </a:cubicBezTo>
                <a:cubicBezTo>
                  <a:pt x="5968283" y="35425"/>
                  <a:pt x="5967880" y="37335"/>
                  <a:pt x="5967724" y="39416"/>
                </a:cubicBezTo>
                <a:lnTo>
                  <a:pt x="5992325" y="39416"/>
                </a:lnTo>
                <a:close/>
                <a:moveTo>
                  <a:pt x="6108402" y="53674"/>
                </a:moveTo>
                <a:cubicBezTo>
                  <a:pt x="6108402" y="55320"/>
                  <a:pt x="6108122" y="56795"/>
                  <a:pt x="6107563" y="58100"/>
                </a:cubicBezTo>
                <a:cubicBezTo>
                  <a:pt x="6107004" y="59404"/>
                  <a:pt x="6106243" y="60561"/>
                  <a:pt x="6105280" y="61571"/>
                </a:cubicBezTo>
                <a:cubicBezTo>
                  <a:pt x="6104317" y="62580"/>
                  <a:pt x="6103199" y="63442"/>
                  <a:pt x="6101925" y="64157"/>
                </a:cubicBezTo>
                <a:cubicBezTo>
                  <a:pt x="6100652" y="64871"/>
                  <a:pt x="6099293" y="65461"/>
                  <a:pt x="6097849" y="65927"/>
                </a:cubicBezTo>
                <a:cubicBezTo>
                  <a:pt x="6096404" y="66393"/>
                  <a:pt x="6094921" y="66735"/>
                  <a:pt x="6093399" y="66952"/>
                </a:cubicBezTo>
                <a:cubicBezTo>
                  <a:pt x="6091877" y="67170"/>
                  <a:pt x="6090386" y="67278"/>
                  <a:pt x="6088926" y="67278"/>
                </a:cubicBezTo>
                <a:cubicBezTo>
                  <a:pt x="6085758" y="67278"/>
                  <a:pt x="6082846" y="67139"/>
                  <a:pt x="6080190" y="66859"/>
                </a:cubicBezTo>
                <a:cubicBezTo>
                  <a:pt x="6077535" y="66579"/>
                  <a:pt x="6074933" y="66129"/>
                  <a:pt x="6072386" y="65508"/>
                </a:cubicBezTo>
                <a:lnTo>
                  <a:pt x="6072386" y="58053"/>
                </a:lnTo>
                <a:cubicBezTo>
                  <a:pt x="6075120" y="58830"/>
                  <a:pt x="6077838" y="59420"/>
                  <a:pt x="6080540" y="59824"/>
                </a:cubicBezTo>
                <a:cubicBezTo>
                  <a:pt x="6083242" y="60227"/>
                  <a:pt x="6085929" y="60429"/>
                  <a:pt x="6088600" y="60429"/>
                </a:cubicBezTo>
                <a:cubicBezTo>
                  <a:pt x="6092483" y="60429"/>
                  <a:pt x="6095356" y="59901"/>
                  <a:pt x="6097220" y="58845"/>
                </a:cubicBezTo>
                <a:cubicBezTo>
                  <a:pt x="6099083" y="57789"/>
                  <a:pt x="6100015" y="56283"/>
                  <a:pt x="6100015" y="54326"/>
                </a:cubicBezTo>
                <a:cubicBezTo>
                  <a:pt x="6100015" y="53487"/>
                  <a:pt x="6099868" y="52734"/>
                  <a:pt x="6099573" y="52066"/>
                </a:cubicBezTo>
                <a:cubicBezTo>
                  <a:pt x="6099277" y="51398"/>
                  <a:pt x="6098742" y="50762"/>
                  <a:pt x="6097965" y="50156"/>
                </a:cubicBezTo>
                <a:cubicBezTo>
                  <a:pt x="6097189" y="49550"/>
                  <a:pt x="6095985" y="48921"/>
                  <a:pt x="6094354" y="48269"/>
                </a:cubicBezTo>
                <a:cubicBezTo>
                  <a:pt x="6092724" y="47617"/>
                  <a:pt x="6090495" y="46871"/>
                  <a:pt x="6087668" y="46033"/>
                </a:cubicBezTo>
                <a:cubicBezTo>
                  <a:pt x="6085556" y="45411"/>
                  <a:pt x="6083607" y="44705"/>
                  <a:pt x="6081821" y="43913"/>
                </a:cubicBezTo>
                <a:cubicBezTo>
                  <a:pt x="6080035" y="43121"/>
                  <a:pt x="6078490" y="42181"/>
                  <a:pt x="6077185" y="41094"/>
                </a:cubicBezTo>
                <a:cubicBezTo>
                  <a:pt x="6075881" y="40007"/>
                  <a:pt x="6074856" y="38733"/>
                  <a:pt x="6074110" y="37273"/>
                </a:cubicBezTo>
                <a:cubicBezTo>
                  <a:pt x="6073365" y="35813"/>
                  <a:pt x="6072992" y="34090"/>
                  <a:pt x="6072992" y="32102"/>
                </a:cubicBezTo>
                <a:cubicBezTo>
                  <a:pt x="6072992" y="30797"/>
                  <a:pt x="6073295" y="29368"/>
                  <a:pt x="6073901" y="27815"/>
                </a:cubicBezTo>
                <a:cubicBezTo>
                  <a:pt x="6074506" y="26262"/>
                  <a:pt x="6075539" y="24818"/>
                  <a:pt x="6076999" y="23482"/>
                </a:cubicBezTo>
                <a:cubicBezTo>
                  <a:pt x="6078459" y="22147"/>
                  <a:pt x="6080431" y="21036"/>
                  <a:pt x="6082916" y="20151"/>
                </a:cubicBezTo>
                <a:cubicBezTo>
                  <a:pt x="6085401" y="19266"/>
                  <a:pt x="6088507" y="18823"/>
                  <a:pt x="6092234" y="18823"/>
                </a:cubicBezTo>
                <a:cubicBezTo>
                  <a:pt x="6094067" y="18823"/>
                  <a:pt x="6096101" y="18924"/>
                  <a:pt x="6098338" y="19126"/>
                </a:cubicBezTo>
                <a:cubicBezTo>
                  <a:pt x="6100574" y="19328"/>
                  <a:pt x="6102904" y="19677"/>
                  <a:pt x="6105327" y="20174"/>
                </a:cubicBezTo>
                <a:lnTo>
                  <a:pt x="6105327" y="27396"/>
                </a:lnTo>
                <a:cubicBezTo>
                  <a:pt x="6102780" y="26775"/>
                  <a:pt x="6100365" y="26316"/>
                  <a:pt x="6098082" y="26021"/>
                </a:cubicBezTo>
                <a:cubicBezTo>
                  <a:pt x="6095799" y="25726"/>
                  <a:pt x="6093818" y="25579"/>
                  <a:pt x="6092141" y="25579"/>
                </a:cubicBezTo>
                <a:cubicBezTo>
                  <a:pt x="6090122" y="25579"/>
                  <a:pt x="6088422" y="25734"/>
                  <a:pt x="6087039" y="26045"/>
                </a:cubicBezTo>
                <a:cubicBezTo>
                  <a:pt x="6085657" y="26355"/>
                  <a:pt x="6084539" y="26782"/>
                  <a:pt x="6083685" y="27326"/>
                </a:cubicBezTo>
                <a:cubicBezTo>
                  <a:pt x="6082831" y="27870"/>
                  <a:pt x="6082217" y="28506"/>
                  <a:pt x="6081844" y="29236"/>
                </a:cubicBezTo>
                <a:cubicBezTo>
                  <a:pt x="6081472" y="29966"/>
                  <a:pt x="6081285" y="30750"/>
                  <a:pt x="6081285" y="31589"/>
                </a:cubicBezTo>
                <a:cubicBezTo>
                  <a:pt x="6081285" y="32428"/>
                  <a:pt x="6081448" y="33189"/>
                  <a:pt x="6081775" y="33872"/>
                </a:cubicBezTo>
                <a:cubicBezTo>
                  <a:pt x="6082101" y="34555"/>
                  <a:pt x="6082706" y="35215"/>
                  <a:pt x="6083592" y="35852"/>
                </a:cubicBezTo>
                <a:cubicBezTo>
                  <a:pt x="6084477" y="36489"/>
                  <a:pt x="6085712" y="37126"/>
                  <a:pt x="6087296" y="37762"/>
                </a:cubicBezTo>
                <a:cubicBezTo>
                  <a:pt x="6088880" y="38399"/>
                  <a:pt x="6090945" y="39090"/>
                  <a:pt x="6093492" y="39836"/>
                </a:cubicBezTo>
                <a:cubicBezTo>
                  <a:pt x="6096257" y="40643"/>
                  <a:pt x="6098586" y="41490"/>
                  <a:pt x="6100481" y="42375"/>
                </a:cubicBezTo>
                <a:cubicBezTo>
                  <a:pt x="6102376" y="43260"/>
                  <a:pt x="6103913" y="44246"/>
                  <a:pt x="6105094" y="45334"/>
                </a:cubicBezTo>
                <a:cubicBezTo>
                  <a:pt x="6106274" y="46421"/>
                  <a:pt x="6107120" y="47648"/>
                  <a:pt x="6107633" y="49014"/>
                </a:cubicBezTo>
                <a:cubicBezTo>
                  <a:pt x="6108145" y="50381"/>
                  <a:pt x="6108402" y="51934"/>
                  <a:pt x="6108402" y="53674"/>
                </a:cubicBezTo>
                <a:close/>
                <a:moveTo>
                  <a:pt x="6123175" y="19662"/>
                </a:moveTo>
                <a:lnTo>
                  <a:pt x="6130396" y="19662"/>
                </a:lnTo>
                <a:lnTo>
                  <a:pt x="6130722" y="27210"/>
                </a:lnTo>
                <a:cubicBezTo>
                  <a:pt x="6132089" y="25594"/>
                  <a:pt x="6133409" y="24251"/>
                  <a:pt x="6134683" y="23179"/>
                </a:cubicBezTo>
                <a:cubicBezTo>
                  <a:pt x="6135956" y="22108"/>
                  <a:pt x="6137206" y="21246"/>
                  <a:pt x="6138433" y="20593"/>
                </a:cubicBezTo>
                <a:cubicBezTo>
                  <a:pt x="6139660" y="19941"/>
                  <a:pt x="6140911" y="19483"/>
                  <a:pt x="6142184" y="19219"/>
                </a:cubicBezTo>
                <a:cubicBezTo>
                  <a:pt x="6143458" y="18955"/>
                  <a:pt x="6144778" y="18823"/>
                  <a:pt x="6146144" y="18823"/>
                </a:cubicBezTo>
                <a:cubicBezTo>
                  <a:pt x="6150959" y="18823"/>
                  <a:pt x="6154601" y="20244"/>
                  <a:pt x="6157070" y="23086"/>
                </a:cubicBezTo>
                <a:cubicBezTo>
                  <a:pt x="6159539" y="25928"/>
                  <a:pt x="6160774" y="30207"/>
                  <a:pt x="6160774" y="35922"/>
                </a:cubicBezTo>
                <a:lnTo>
                  <a:pt x="6160774" y="66440"/>
                </a:lnTo>
                <a:lnTo>
                  <a:pt x="6152667" y="66440"/>
                </a:lnTo>
                <a:lnTo>
                  <a:pt x="6152667" y="36574"/>
                </a:lnTo>
                <a:cubicBezTo>
                  <a:pt x="6152667" y="32909"/>
                  <a:pt x="6151984" y="30199"/>
                  <a:pt x="6150617" y="28444"/>
                </a:cubicBezTo>
                <a:cubicBezTo>
                  <a:pt x="6149250" y="26689"/>
                  <a:pt x="6147216" y="25812"/>
                  <a:pt x="6144514" y="25812"/>
                </a:cubicBezTo>
                <a:cubicBezTo>
                  <a:pt x="6143520" y="25812"/>
                  <a:pt x="6142549" y="25959"/>
                  <a:pt x="6141602" y="26254"/>
                </a:cubicBezTo>
                <a:cubicBezTo>
                  <a:pt x="6140654" y="26549"/>
                  <a:pt x="6139668" y="27062"/>
                  <a:pt x="6138643" y="27792"/>
                </a:cubicBezTo>
                <a:cubicBezTo>
                  <a:pt x="6137618" y="28522"/>
                  <a:pt x="6136508" y="29508"/>
                  <a:pt x="6135312" y="30750"/>
                </a:cubicBezTo>
                <a:cubicBezTo>
                  <a:pt x="6134116" y="31993"/>
                  <a:pt x="6132773" y="33546"/>
                  <a:pt x="6131282" y="35410"/>
                </a:cubicBezTo>
                <a:lnTo>
                  <a:pt x="6131282" y="66440"/>
                </a:lnTo>
                <a:lnTo>
                  <a:pt x="6123175" y="66440"/>
                </a:lnTo>
                <a:lnTo>
                  <a:pt x="6123175" y="19662"/>
                </a:lnTo>
                <a:close/>
                <a:moveTo>
                  <a:pt x="6190922" y="26371"/>
                </a:moveTo>
                <a:lnTo>
                  <a:pt x="6177084" y="26371"/>
                </a:lnTo>
                <a:lnTo>
                  <a:pt x="6177084" y="19662"/>
                </a:lnTo>
                <a:lnTo>
                  <a:pt x="6199122" y="19662"/>
                </a:lnTo>
                <a:lnTo>
                  <a:pt x="6199122" y="59684"/>
                </a:lnTo>
                <a:lnTo>
                  <a:pt x="6213053" y="59684"/>
                </a:lnTo>
                <a:lnTo>
                  <a:pt x="6213053" y="66440"/>
                </a:lnTo>
                <a:lnTo>
                  <a:pt x="6175547" y="66440"/>
                </a:lnTo>
                <a:lnTo>
                  <a:pt x="6175547" y="59684"/>
                </a:lnTo>
                <a:lnTo>
                  <a:pt x="6190922" y="59684"/>
                </a:lnTo>
                <a:lnTo>
                  <a:pt x="6190922" y="26371"/>
                </a:lnTo>
                <a:moveTo>
                  <a:pt x="6193764" y="0"/>
                </a:moveTo>
                <a:cubicBezTo>
                  <a:pt x="6194665" y="0"/>
                  <a:pt x="6195504" y="163"/>
                  <a:pt x="6196280" y="489"/>
                </a:cubicBezTo>
                <a:cubicBezTo>
                  <a:pt x="6197057" y="815"/>
                  <a:pt x="6197732" y="1274"/>
                  <a:pt x="6198307" y="1864"/>
                </a:cubicBezTo>
                <a:cubicBezTo>
                  <a:pt x="6198881" y="2454"/>
                  <a:pt x="6199332" y="3129"/>
                  <a:pt x="6199658" y="3890"/>
                </a:cubicBezTo>
                <a:cubicBezTo>
                  <a:pt x="6199984" y="4651"/>
                  <a:pt x="6200147" y="5482"/>
                  <a:pt x="6200147" y="6383"/>
                </a:cubicBezTo>
                <a:cubicBezTo>
                  <a:pt x="6200147" y="7253"/>
                  <a:pt x="6199984" y="8076"/>
                  <a:pt x="6199658" y="8852"/>
                </a:cubicBezTo>
                <a:cubicBezTo>
                  <a:pt x="6199332" y="9629"/>
                  <a:pt x="6198881" y="10312"/>
                  <a:pt x="6198307" y="10902"/>
                </a:cubicBezTo>
                <a:cubicBezTo>
                  <a:pt x="6197732" y="11493"/>
                  <a:pt x="6197057" y="11951"/>
                  <a:pt x="6196280" y="12277"/>
                </a:cubicBezTo>
                <a:cubicBezTo>
                  <a:pt x="6195504" y="12603"/>
                  <a:pt x="6194665" y="12766"/>
                  <a:pt x="6193764" y="12766"/>
                </a:cubicBezTo>
                <a:cubicBezTo>
                  <a:pt x="6192863" y="12766"/>
                  <a:pt x="6192025" y="12603"/>
                  <a:pt x="6191248" y="12277"/>
                </a:cubicBezTo>
                <a:cubicBezTo>
                  <a:pt x="6190472" y="11951"/>
                  <a:pt x="6189796" y="11493"/>
                  <a:pt x="6189221" y="10902"/>
                </a:cubicBezTo>
                <a:cubicBezTo>
                  <a:pt x="6188647" y="10312"/>
                  <a:pt x="6188196" y="9629"/>
                  <a:pt x="6187870" y="8852"/>
                </a:cubicBezTo>
                <a:cubicBezTo>
                  <a:pt x="6187544" y="8076"/>
                  <a:pt x="6187381" y="7253"/>
                  <a:pt x="6187381" y="6383"/>
                </a:cubicBezTo>
                <a:cubicBezTo>
                  <a:pt x="6187381" y="5482"/>
                  <a:pt x="6187544" y="4651"/>
                  <a:pt x="6187870" y="3890"/>
                </a:cubicBezTo>
                <a:cubicBezTo>
                  <a:pt x="6188196" y="3129"/>
                  <a:pt x="6188647" y="2454"/>
                  <a:pt x="6189221" y="1864"/>
                </a:cubicBezTo>
                <a:cubicBezTo>
                  <a:pt x="6189796" y="1274"/>
                  <a:pt x="6190472" y="815"/>
                  <a:pt x="6191248" y="489"/>
                </a:cubicBezTo>
                <a:cubicBezTo>
                  <a:pt x="6192025" y="163"/>
                  <a:pt x="6192863" y="0"/>
                  <a:pt x="6193764" y="0"/>
                </a:cubicBezTo>
                <a:close/>
                <a:moveTo>
                  <a:pt x="6266776" y="42212"/>
                </a:moveTo>
                <a:cubicBezTo>
                  <a:pt x="6266776" y="46374"/>
                  <a:pt x="6266194" y="50008"/>
                  <a:pt x="6265029" y="53114"/>
                </a:cubicBezTo>
                <a:cubicBezTo>
                  <a:pt x="6263864" y="56221"/>
                  <a:pt x="6262257" y="58799"/>
                  <a:pt x="6260207" y="60849"/>
                </a:cubicBezTo>
                <a:cubicBezTo>
                  <a:pt x="6258157" y="62899"/>
                  <a:pt x="6255734" y="64436"/>
                  <a:pt x="6252939" y="65461"/>
                </a:cubicBezTo>
                <a:cubicBezTo>
                  <a:pt x="6250143" y="66486"/>
                  <a:pt x="6247115" y="66999"/>
                  <a:pt x="6243853" y="66999"/>
                </a:cubicBezTo>
                <a:cubicBezTo>
                  <a:pt x="6242362" y="66999"/>
                  <a:pt x="6240879" y="66921"/>
                  <a:pt x="6239404" y="66766"/>
                </a:cubicBezTo>
                <a:cubicBezTo>
                  <a:pt x="6237928" y="66610"/>
                  <a:pt x="6236430" y="66346"/>
                  <a:pt x="6234908" y="65974"/>
                </a:cubicBezTo>
                <a:lnTo>
                  <a:pt x="6234908" y="85542"/>
                </a:lnTo>
                <a:lnTo>
                  <a:pt x="6226801" y="85542"/>
                </a:lnTo>
                <a:lnTo>
                  <a:pt x="6226801" y="19662"/>
                </a:lnTo>
                <a:lnTo>
                  <a:pt x="6234022" y="19662"/>
                </a:lnTo>
                <a:lnTo>
                  <a:pt x="6234535" y="27489"/>
                </a:lnTo>
                <a:cubicBezTo>
                  <a:pt x="6236865" y="24290"/>
                  <a:pt x="6239349" y="22046"/>
                  <a:pt x="6241990" y="20757"/>
                </a:cubicBezTo>
                <a:cubicBezTo>
                  <a:pt x="6244630" y="19468"/>
                  <a:pt x="6247487" y="18823"/>
                  <a:pt x="6250562" y="18823"/>
                </a:cubicBezTo>
                <a:cubicBezTo>
                  <a:pt x="6253234" y="18823"/>
                  <a:pt x="6255579" y="19382"/>
                  <a:pt x="6257598" y="20500"/>
                </a:cubicBezTo>
                <a:cubicBezTo>
                  <a:pt x="6259617" y="21619"/>
                  <a:pt x="6261310" y="23195"/>
                  <a:pt x="6262676" y="25229"/>
                </a:cubicBezTo>
                <a:cubicBezTo>
                  <a:pt x="6264043" y="27264"/>
                  <a:pt x="6265068" y="29718"/>
                  <a:pt x="6265751" y="32591"/>
                </a:cubicBezTo>
                <a:cubicBezTo>
                  <a:pt x="6266435" y="35464"/>
                  <a:pt x="6266776" y="38671"/>
                  <a:pt x="6266776" y="42212"/>
                </a:cubicBezTo>
                <a:moveTo>
                  <a:pt x="6258483" y="42585"/>
                </a:moveTo>
                <a:cubicBezTo>
                  <a:pt x="6258483" y="40131"/>
                  <a:pt x="6258304" y="37879"/>
                  <a:pt x="6257947" y="35829"/>
                </a:cubicBezTo>
                <a:cubicBezTo>
                  <a:pt x="6257590" y="33779"/>
                  <a:pt x="6257023" y="32024"/>
                  <a:pt x="6256247" y="30564"/>
                </a:cubicBezTo>
                <a:cubicBezTo>
                  <a:pt x="6255470" y="29104"/>
                  <a:pt x="6254476" y="27963"/>
                  <a:pt x="6253265" y="27140"/>
                </a:cubicBezTo>
                <a:cubicBezTo>
                  <a:pt x="6252053" y="26316"/>
                  <a:pt x="6250609" y="25905"/>
                  <a:pt x="6248932" y="25905"/>
                </a:cubicBezTo>
                <a:cubicBezTo>
                  <a:pt x="6247907" y="25905"/>
                  <a:pt x="6246866" y="26068"/>
                  <a:pt x="6245810" y="26394"/>
                </a:cubicBezTo>
                <a:cubicBezTo>
                  <a:pt x="6244754" y="26720"/>
                  <a:pt x="6243659" y="27264"/>
                  <a:pt x="6242525" y="28025"/>
                </a:cubicBezTo>
                <a:cubicBezTo>
                  <a:pt x="6241392" y="28786"/>
                  <a:pt x="6240196" y="29795"/>
                  <a:pt x="6238938" y="31053"/>
                </a:cubicBezTo>
                <a:cubicBezTo>
                  <a:pt x="6237680" y="32311"/>
                  <a:pt x="6236336" y="33872"/>
                  <a:pt x="6234908" y="35736"/>
                </a:cubicBezTo>
                <a:lnTo>
                  <a:pt x="6234908" y="58426"/>
                </a:lnTo>
                <a:cubicBezTo>
                  <a:pt x="6236399" y="59047"/>
                  <a:pt x="6237967" y="59536"/>
                  <a:pt x="6239613" y="59894"/>
                </a:cubicBezTo>
                <a:cubicBezTo>
                  <a:pt x="6241260" y="60251"/>
                  <a:pt x="6242875" y="60429"/>
                  <a:pt x="6244459" y="60429"/>
                </a:cubicBezTo>
                <a:cubicBezTo>
                  <a:pt x="6248839" y="60429"/>
                  <a:pt x="6252271" y="58946"/>
                  <a:pt x="6254756" y="55980"/>
                </a:cubicBezTo>
                <a:cubicBezTo>
                  <a:pt x="6257241" y="53013"/>
                  <a:pt x="6258483" y="48548"/>
                  <a:pt x="6258483" y="42585"/>
                </a:cubicBezTo>
                <a:close/>
                <a:moveTo>
                  <a:pt x="6318590" y="42212"/>
                </a:moveTo>
                <a:cubicBezTo>
                  <a:pt x="6318590" y="46374"/>
                  <a:pt x="6318007" y="50008"/>
                  <a:pt x="6316842" y="53114"/>
                </a:cubicBezTo>
                <a:cubicBezTo>
                  <a:pt x="6315678" y="56221"/>
                  <a:pt x="6314070" y="58799"/>
                  <a:pt x="6312020" y="60849"/>
                </a:cubicBezTo>
                <a:cubicBezTo>
                  <a:pt x="6309970" y="62899"/>
                  <a:pt x="6307547" y="64436"/>
                  <a:pt x="6304752" y="65461"/>
                </a:cubicBezTo>
                <a:cubicBezTo>
                  <a:pt x="6301956" y="66486"/>
                  <a:pt x="6298928" y="66999"/>
                  <a:pt x="6295667" y="66999"/>
                </a:cubicBezTo>
                <a:cubicBezTo>
                  <a:pt x="6294176" y="66999"/>
                  <a:pt x="6292692" y="66921"/>
                  <a:pt x="6291217" y="66766"/>
                </a:cubicBezTo>
                <a:cubicBezTo>
                  <a:pt x="6289742" y="66610"/>
                  <a:pt x="6288243" y="66346"/>
                  <a:pt x="6286721" y="65974"/>
                </a:cubicBezTo>
                <a:lnTo>
                  <a:pt x="6286721" y="85542"/>
                </a:lnTo>
                <a:lnTo>
                  <a:pt x="6278614" y="85542"/>
                </a:lnTo>
                <a:lnTo>
                  <a:pt x="6278614" y="19662"/>
                </a:lnTo>
                <a:lnTo>
                  <a:pt x="6285836" y="19662"/>
                </a:lnTo>
                <a:lnTo>
                  <a:pt x="6286348" y="27489"/>
                </a:lnTo>
                <a:cubicBezTo>
                  <a:pt x="6288678" y="24290"/>
                  <a:pt x="6291163" y="22046"/>
                  <a:pt x="6293803" y="20757"/>
                </a:cubicBezTo>
                <a:cubicBezTo>
                  <a:pt x="6296443" y="19468"/>
                  <a:pt x="6299301" y="18823"/>
                  <a:pt x="6302376" y="18823"/>
                </a:cubicBezTo>
                <a:cubicBezTo>
                  <a:pt x="6305047" y="18823"/>
                  <a:pt x="6307392" y="19382"/>
                  <a:pt x="6309411" y="20500"/>
                </a:cubicBezTo>
                <a:cubicBezTo>
                  <a:pt x="6311430" y="21619"/>
                  <a:pt x="6313123" y="23195"/>
                  <a:pt x="6314490" y="25229"/>
                </a:cubicBezTo>
                <a:cubicBezTo>
                  <a:pt x="6315856" y="27264"/>
                  <a:pt x="6316881" y="29718"/>
                  <a:pt x="6317565" y="32591"/>
                </a:cubicBezTo>
                <a:cubicBezTo>
                  <a:pt x="6318248" y="35464"/>
                  <a:pt x="6318590" y="38671"/>
                  <a:pt x="6318590" y="42212"/>
                </a:cubicBezTo>
                <a:moveTo>
                  <a:pt x="6310296" y="42585"/>
                </a:moveTo>
                <a:cubicBezTo>
                  <a:pt x="6310296" y="40131"/>
                  <a:pt x="6310118" y="37879"/>
                  <a:pt x="6309761" y="35829"/>
                </a:cubicBezTo>
                <a:cubicBezTo>
                  <a:pt x="6309403" y="33779"/>
                  <a:pt x="6308836" y="32024"/>
                  <a:pt x="6308060" y="30564"/>
                </a:cubicBezTo>
                <a:cubicBezTo>
                  <a:pt x="6307283" y="29104"/>
                  <a:pt x="6306289" y="27963"/>
                  <a:pt x="6305078" y="27140"/>
                </a:cubicBezTo>
                <a:cubicBezTo>
                  <a:pt x="6303867" y="26316"/>
                  <a:pt x="6302422" y="25905"/>
                  <a:pt x="6300745" y="25905"/>
                </a:cubicBezTo>
                <a:cubicBezTo>
                  <a:pt x="6299720" y="25905"/>
                  <a:pt x="6298680" y="26068"/>
                  <a:pt x="6297623" y="26394"/>
                </a:cubicBezTo>
                <a:cubicBezTo>
                  <a:pt x="6296567" y="26720"/>
                  <a:pt x="6295472" y="27264"/>
                  <a:pt x="6294339" y="28025"/>
                </a:cubicBezTo>
                <a:cubicBezTo>
                  <a:pt x="6293205" y="28786"/>
                  <a:pt x="6292009" y="29795"/>
                  <a:pt x="6290751" y="31053"/>
                </a:cubicBezTo>
                <a:cubicBezTo>
                  <a:pt x="6289493" y="32311"/>
                  <a:pt x="6288150" y="33872"/>
                  <a:pt x="6286721" y="35736"/>
                </a:cubicBezTo>
                <a:lnTo>
                  <a:pt x="6286721" y="58426"/>
                </a:lnTo>
                <a:cubicBezTo>
                  <a:pt x="6288212" y="59047"/>
                  <a:pt x="6289781" y="59536"/>
                  <a:pt x="6291427" y="59894"/>
                </a:cubicBezTo>
                <a:cubicBezTo>
                  <a:pt x="6293073" y="60251"/>
                  <a:pt x="6294688" y="60429"/>
                  <a:pt x="6296272" y="60429"/>
                </a:cubicBezTo>
                <a:cubicBezTo>
                  <a:pt x="6300652" y="60429"/>
                  <a:pt x="6304084" y="58946"/>
                  <a:pt x="6306569" y="55980"/>
                </a:cubicBezTo>
                <a:cubicBezTo>
                  <a:pt x="6309054" y="53013"/>
                  <a:pt x="6310296" y="48548"/>
                  <a:pt x="6310296" y="42585"/>
                </a:cubicBezTo>
                <a:close/>
                <a:moveTo>
                  <a:pt x="6368982" y="40581"/>
                </a:moveTo>
                <a:cubicBezTo>
                  <a:pt x="6368982" y="41731"/>
                  <a:pt x="6368967" y="42693"/>
                  <a:pt x="6368936" y="43470"/>
                </a:cubicBezTo>
                <a:cubicBezTo>
                  <a:pt x="6368905" y="44246"/>
                  <a:pt x="6368858" y="44976"/>
                  <a:pt x="6368796" y="45660"/>
                </a:cubicBezTo>
                <a:lnTo>
                  <a:pt x="6335949" y="45660"/>
                </a:lnTo>
                <a:cubicBezTo>
                  <a:pt x="6335949" y="50443"/>
                  <a:pt x="6337285" y="54116"/>
                  <a:pt x="6339956" y="56679"/>
                </a:cubicBezTo>
                <a:cubicBezTo>
                  <a:pt x="6342627" y="59241"/>
                  <a:pt x="6346479" y="60522"/>
                  <a:pt x="6351511" y="60522"/>
                </a:cubicBezTo>
                <a:cubicBezTo>
                  <a:pt x="6352877" y="60522"/>
                  <a:pt x="6354244" y="60467"/>
                  <a:pt x="6355611" y="60357"/>
                </a:cubicBezTo>
                <a:cubicBezTo>
                  <a:pt x="6356977" y="60245"/>
                  <a:pt x="6358297" y="60094"/>
                  <a:pt x="6359571" y="59904"/>
                </a:cubicBezTo>
                <a:cubicBezTo>
                  <a:pt x="6360844" y="59712"/>
                  <a:pt x="6362064" y="59498"/>
                  <a:pt x="6363228" y="59260"/>
                </a:cubicBezTo>
                <a:cubicBezTo>
                  <a:pt x="6364393" y="59021"/>
                  <a:pt x="6365472" y="58759"/>
                  <a:pt x="6366466" y="58472"/>
                </a:cubicBezTo>
                <a:lnTo>
                  <a:pt x="6366466" y="65135"/>
                </a:lnTo>
                <a:cubicBezTo>
                  <a:pt x="6364261" y="65770"/>
                  <a:pt x="6361768" y="66286"/>
                  <a:pt x="6358988" y="66683"/>
                </a:cubicBezTo>
                <a:cubicBezTo>
                  <a:pt x="6356209" y="67080"/>
                  <a:pt x="6353328" y="67278"/>
                  <a:pt x="6350346" y="67278"/>
                </a:cubicBezTo>
                <a:cubicBezTo>
                  <a:pt x="6346339" y="67278"/>
                  <a:pt x="6342891" y="66735"/>
                  <a:pt x="6340002" y="65648"/>
                </a:cubicBezTo>
                <a:cubicBezTo>
                  <a:pt x="6337114" y="64560"/>
                  <a:pt x="6334745" y="62984"/>
                  <a:pt x="6332897" y="60919"/>
                </a:cubicBezTo>
                <a:cubicBezTo>
                  <a:pt x="6331049" y="58853"/>
                  <a:pt x="6329682" y="56321"/>
                  <a:pt x="6328797" y="53324"/>
                </a:cubicBezTo>
                <a:cubicBezTo>
                  <a:pt x="6327912" y="50327"/>
                  <a:pt x="6327469" y="46933"/>
                  <a:pt x="6327469" y="43144"/>
                </a:cubicBezTo>
                <a:cubicBezTo>
                  <a:pt x="6327469" y="39851"/>
                  <a:pt x="6327943" y="36737"/>
                  <a:pt x="6328890" y="33802"/>
                </a:cubicBezTo>
                <a:cubicBezTo>
                  <a:pt x="6329838" y="30867"/>
                  <a:pt x="6331220" y="28289"/>
                  <a:pt x="6333037" y="26068"/>
                </a:cubicBezTo>
                <a:cubicBezTo>
                  <a:pt x="6334854" y="23847"/>
                  <a:pt x="6337083" y="22084"/>
                  <a:pt x="6339723" y="20780"/>
                </a:cubicBezTo>
                <a:cubicBezTo>
                  <a:pt x="6342363" y="19475"/>
                  <a:pt x="6345360" y="18823"/>
                  <a:pt x="6348715" y="18823"/>
                </a:cubicBezTo>
                <a:cubicBezTo>
                  <a:pt x="6351976" y="18823"/>
                  <a:pt x="6354865" y="19336"/>
                  <a:pt x="6357381" y="20361"/>
                </a:cubicBezTo>
                <a:cubicBezTo>
                  <a:pt x="6359897" y="21386"/>
                  <a:pt x="6362017" y="22838"/>
                  <a:pt x="6363741" y="24717"/>
                </a:cubicBezTo>
                <a:cubicBezTo>
                  <a:pt x="6365465" y="26596"/>
                  <a:pt x="6366769" y="28879"/>
                  <a:pt x="6367655" y="31566"/>
                </a:cubicBezTo>
                <a:cubicBezTo>
                  <a:pt x="6368540" y="34253"/>
                  <a:pt x="6368982" y="37258"/>
                  <a:pt x="6368982" y="40581"/>
                </a:cubicBezTo>
                <a:moveTo>
                  <a:pt x="6360549" y="39416"/>
                </a:moveTo>
                <a:cubicBezTo>
                  <a:pt x="6360642" y="37335"/>
                  <a:pt x="6360441" y="35433"/>
                  <a:pt x="6359944" y="33709"/>
                </a:cubicBezTo>
                <a:cubicBezTo>
                  <a:pt x="6359447" y="31985"/>
                  <a:pt x="6358678" y="30502"/>
                  <a:pt x="6357637" y="29260"/>
                </a:cubicBezTo>
                <a:cubicBezTo>
                  <a:pt x="6356597" y="28017"/>
                  <a:pt x="6355300" y="27046"/>
                  <a:pt x="6353747" y="26348"/>
                </a:cubicBezTo>
                <a:cubicBezTo>
                  <a:pt x="6352194" y="25649"/>
                  <a:pt x="6350392" y="25299"/>
                  <a:pt x="6348342" y="25299"/>
                </a:cubicBezTo>
                <a:cubicBezTo>
                  <a:pt x="6346572" y="25299"/>
                  <a:pt x="6344957" y="25641"/>
                  <a:pt x="6343497" y="26324"/>
                </a:cubicBezTo>
                <a:cubicBezTo>
                  <a:pt x="6342037" y="27008"/>
                  <a:pt x="6340779" y="27970"/>
                  <a:pt x="6339723" y="29213"/>
                </a:cubicBezTo>
                <a:cubicBezTo>
                  <a:pt x="6338667" y="30455"/>
                  <a:pt x="6337813" y="31946"/>
                  <a:pt x="6337160" y="33686"/>
                </a:cubicBezTo>
                <a:cubicBezTo>
                  <a:pt x="6336508" y="35425"/>
                  <a:pt x="6336104" y="37335"/>
                  <a:pt x="6335949" y="39416"/>
                </a:cubicBezTo>
                <a:lnTo>
                  <a:pt x="6360549" y="39416"/>
                </a:lnTo>
                <a:close/>
                <a:moveTo>
                  <a:pt x="6418978" y="65741"/>
                </a:moveTo>
                <a:cubicBezTo>
                  <a:pt x="6417146" y="66223"/>
                  <a:pt x="6415251" y="66569"/>
                  <a:pt x="6413294" y="66777"/>
                </a:cubicBezTo>
                <a:cubicBezTo>
                  <a:pt x="6411337" y="66987"/>
                  <a:pt x="6409349" y="67092"/>
                  <a:pt x="6407330" y="67092"/>
                </a:cubicBezTo>
                <a:cubicBezTo>
                  <a:pt x="6401460" y="67092"/>
                  <a:pt x="6397080" y="65764"/>
                  <a:pt x="6394192" y="63108"/>
                </a:cubicBezTo>
                <a:cubicBezTo>
                  <a:pt x="6391303" y="60453"/>
                  <a:pt x="6389859" y="56376"/>
                  <a:pt x="6389859" y="50878"/>
                </a:cubicBezTo>
                <a:lnTo>
                  <a:pt x="6389859" y="26464"/>
                </a:lnTo>
                <a:lnTo>
                  <a:pt x="6376766" y="26464"/>
                </a:lnTo>
                <a:lnTo>
                  <a:pt x="6376766" y="19662"/>
                </a:lnTo>
                <a:lnTo>
                  <a:pt x="6389859" y="19662"/>
                </a:lnTo>
                <a:lnTo>
                  <a:pt x="6389859" y="6762"/>
                </a:lnTo>
                <a:lnTo>
                  <a:pt x="6397966" y="4659"/>
                </a:lnTo>
                <a:lnTo>
                  <a:pt x="6397966" y="19662"/>
                </a:lnTo>
                <a:lnTo>
                  <a:pt x="6418978" y="19662"/>
                </a:lnTo>
                <a:lnTo>
                  <a:pt x="6418978" y="26464"/>
                </a:lnTo>
                <a:lnTo>
                  <a:pt x="6397966" y="26464"/>
                </a:lnTo>
                <a:lnTo>
                  <a:pt x="6397966" y="50226"/>
                </a:lnTo>
                <a:cubicBezTo>
                  <a:pt x="6397966" y="53580"/>
                  <a:pt x="6398859" y="56089"/>
                  <a:pt x="6400645" y="57750"/>
                </a:cubicBezTo>
                <a:cubicBezTo>
                  <a:pt x="6402431" y="59412"/>
                  <a:pt x="6405063" y="60243"/>
                  <a:pt x="6408542" y="60243"/>
                </a:cubicBezTo>
                <a:cubicBezTo>
                  <a:pt x="6410033" y="60243"/>
                  <a:pt x="6411663" y="60123"/>
                  <a:pt x="6413434" y="59883"/>
                </a:cubicBezTo>
                <a:cubicBezTo>
                  <a:pt x="6415204" y="59643"/>
                  <a:pt x="6417053" y="59265"/>
                  <a:pt x="6418978" y="58752"/>
                </a:cubicBezTo>
                <a:lnTo>
                  <a:pt x="6418978" y="65741"/>
                </a:lnTo>
                <a:close/>
                <a:moveTo>
                  <a:pt x="6493325" y="19662"/>
                </a:moveTo>
                <a:lnTo>
                  <a:pt x="6500733" y="19662"/>
                </a:lnTo>
                <a:lnTo>
                  <a:pt x="6500966" y="28259"/>
                </a:lnTo>
                <a:cubicBezTo>
                  <a:pt x="6503730" y="24943"/>
                  <a:pt x="6506456" y="22542"/>
                  <a:pt x="6509143" y="21055"/>
                </a:cubicBezTo>
                <a:cubicBezTo>
                  <a:pt x="6511830" y="19567"/>
                  <a:pt x="6514540" y="18823"/>
                  <a:pt x="6517273" y="18823"/>
                </a:cubicBezTo>
                <a:cubicBezTo>
                  <a:pt x="6522119" y="18823"/>
                  <a:pt x="6525792" y="20388"/>
                  <a:pt x="6528292" y="23517"/>
                </a:cubicBezTo>
                <a:cubicBezTo>
                  <a:pt x="6530792" y="26647"/>
                  <a:pt x="6531949" y="31294"/>
                  <a:pt x="6531763" y="37460"/>
                </a:cubicBezTo>
                <a:lnTo>
                  <a:pt x="6523563" y="37460"/>
                </a:lnTo>
                <a:cubicBezTo>
                  <a:pt x="6523656" y="33376"/>
                  <a:pt x="6523058" y="30414"/>
                  <a:pt x="6521769" y="28574"/>
                </a:cubicBezTo>
                <a:cubicBezTo>
                  <a:pt x="6520480" y="26732"/>
                  <a:pt x="6518593" y="25812"/>
                  <a:pt x="6516108" y="25812"/>
                </a:cubicBezTo>
                <a:cubicBezTo>
                  <a:pt x="6515021" y="25812"/>
                  <a:pt x="6513926" y="26005"/>
                  <a:pt x="6512824" y="26393"/>
                </a:cubicBezTo>
                <a:cubicBezTo>
                  <a:pt x="6511721" y="26779"/>
                  <a:pt x="6510587" y="27397"/>
                  <a:pt x="6509422" y="28248"/>
                </a:cubicBezTo>
                <a:cubicBezTo>
                  <a:pt x="6508258" y="29098"/>
                  <a:pt x="6507023" y="30188"/>
                  <a:pt x="6505718" y="31519"/>
                </a:cubicBezTo>
                <a:cubicBezTo>
                  <a:pt x="6504414" y="32849"/>
                  <a:pt x="6503016" y="34457"/>
                  <a:pt x="6501525" y="36344"/>
                </a:cubicBezTo>
                <a:lnTo>
                  <a:pt x="6501525" y="66440"/>
                </a:lnTo>
                <a:lnTo>
                  <a:pt x="6493325" y="66440"/>
                </a:lnTo>
                <a:lnTo>
                  <a:pt x="6493325" y="19662"/>
                </a:lnTo>
                <a:close/>
                <a:moveTo>
                  <a:pt x="6582783" y="40581"/>
                </a:moveTo>
                <a:cubicBezTo>
                  <a:pt x="6582783" y="41731"/>
                  <a:pt x="6582767" y="42693"/>
                  <a:pt x="6582736" y="43470"/>
                </a:cubicBezTo>
                <a:cubicBezTo>
                  <a:pt x="6582705" y="44246"/>
                  <a:pt x="6582659" y="44976"/>
                  <a:pt x="6582596" y="45660"/>
                </a:cubicBezTo>
                <a:lnTo>
                  <a:pt x="6549749" y="45660"/>
                </a:lnTo>
                <a:cubicBezTo>
                  <a:pt x="6549749" y="50443"/>
                  <a:pt x="6551085" y="54116"/>
                  <a:pt x="6553756" y="56679"/>
                </a:cubicBezTo>
                <a:cubicBezTo>
                  <a:pt x="6556428" y="59241"/>
                  <a:pt x="6560279" y="60522"/>
                  <a:pt x="6565311" y="60522"/>
                </a:cubicBezTo>
                <a:cubicBezTo>
                  <a:pt x="6566678" y="60522"/>
                  <a:pt x="6568044" y="60467"/>
                  <a:pt x="6569411" y="60357"/>
                </a:cubicBezTo>
                <a:cubicBezTo>
                  <a:pt x="6570778" y="60245"/>
                  <a:pt x="6572098" y="60094"/>
                  <a:pt x="6573371" y="59904"/>
                </a:cubicBezTo>
                <a:cubicBezTo>
                  <a:pt x="6574645" y="59712"/>
                  <a:pt x="6575864" y="59498"/>
                  <a:pt x="6577029" y="59260"/>
                </a:cubicBezTo>
                <a:cubicBezTo>
                  <a:pt x="6578194" y="59021"/>
                  <a:pt x="6579273" y="58759"/>
                  <a:pt x="6580267" y="58472"/>
                </a:cubicBezTo>
                <a:lnTo>
                  <a:pt x="6580267" y="65135"/>
                </a:lnTo>
                <a:cubicBezTo>
                  <a:pt x="6578062" y="65770"/>
                  <a:pt x="6575569" y="66286"/>
                  <a:pt x="6572789" y="66683"/>
                </a:cubicBezTo>
                <a:cubicBezTo>
                  <a:pt x="6570009" y="67080"/>
                  <a:pt x="6567128" y="67278"/>
                  <a:pt x="6564146" y="67278"/>
                </a:cubicBezTo>
                <a:cubicBezTo>
                  <a:pt x="6560139" y="67278"/>
                  <a:pt x="6556692" y="66735"/>
                  <a:pt x="6553803" y="65648"/>
                </a:cubicBezTo>
                <a:cubicBezTo>
                  <a:pt x="6550914" y="64560"/>
                  <a:pt x="6548546" y="62984"/>
                  <a:pt x="6546698" y="60919"/>
                </a:cubicBezTo>
                <a:cubicBezTo>
                  <a:pt x="6544849" y="58853"/>
                  <a:pt x="6543483" y="56321"/>
                  <a:pt x="6542598" y="53324"/>
                </a:cubicBezTo>
                <a:cubicBezTo>
                  <a:pt x="6541712" y="50327"/>
                  <a:pt x="6541270" y="46933"/>
                  <a:pt x="6541270" y="43144"/>
                </a:cubicBezTo>
                <a:cubicBezTo>
                  <a:pt x="6541270" y="39851"/>
                  <a:pt x="6541743" y="36737"/>
                  <a:pt x="6542691" y="33802"/>
                </a:cubicBezTo>
                <a:cubicBezTo>
                  <a:pt x="6543638" y="30867"/>
                  <a:pt x="6545020" y="28289"/>
                  <a:pt x="6546837" y="26068"/>
                </a:cubicBezTo>
                <a:cubicBezTo>
                  <a:pt x="6548654" y="23847"/>
                  <a:pt x="6550883" y="22084"/>
                  <a:pt x="6553523" y="20780"/>
                </a:cubicBezTo>
                <a:cubicBezTo>
                  <a:pt x="6556163" y="19475"/>
                  <a:pt x="6559161" y="18823"/>
                  <a:pt x="6562515" y="18823"/>
                </a:cubicBezTo>
                <a:cubicBezTo>
                  <a:pt x="6565777" y="18823"/>
                  <a:pt x="6568666" y="19336"/>
                  <a:pt x="6571182" y="20361"/>
                </a:cubicBezTo>
                <a:cubicBezTo>
                  <a:pt x="6573697" y="21386"/>
                  <a:pt x="6575817" y="22838"/>
                  <a:pt x="6577541" y="24717"/>
                </a:cubicBezTo>
                <a:cubicBezTo>
                  <a:pt x="6579265" y="26596"/>
                  <a:pt x="6580570" y="28879"/>
                  <a:pt x="6581455" y="31566"/>
                </a:cubicBezTo>
                <a:cubicBezTo>
                  <a:pt x="6582340" y="34253"/>
                  <a:pt x="6582783" y="37258"/>
                  <a:pt x="6582783" y="40581"/>
                </a:cubicBezTo>
                <a:moveTo>
                  <a:pt x="6574350" y="39416"/>
                </a:moveTo>
                <a:cubicBezTo>
                  <a:pt x="6574443" y="37335"/>
                  <a:pt x="6574241" y="35433"/>
                  <a:pt x="6573744" y="33709"/>
                </a:cubicBezTo>
                <a:cubicBezTo>
                  <a:pt x="6573247" y="31985"/>
                  <a:pt x="6572478" y="30502"/>
                  <a:pt x="6571438" y="29260"/>
                </a:cubicBezTo>
                <a:cubicBezTo>
                  <a:pt x="6570397" y="28017"/>
                  <a:pt x="6569100" y="27046"/>
                  <a:pt x="6567547" y="26348"/>
                </a:cubicBezTo>
                <a:cubicBezTo>
                  <a:pt x="6565994" y="25649"/>
                  <a:pt x="6564193" y="25299"/>
                  <a:pt x="6562143" y="25299"/>
                </a:cubicBezTo>
                <a:cubicBezTo>
                  <a:pt x="6560372" y="25299"/>
                  <a:pt x="6558757" y="25641"/>
                  <a:pt x="6557297" y="26324"/>
                </a:cubicBezTo>
                <a:cubicBezTo>
                  <a:pt x="6555837" y="27008"/>
                  <a:pt x="6554579" y="27970"/>
                  <a:pt x="6553523" y="29213"/>
                </a:cubicBezTo>
                <a:cubicBezTo>
                  <a:pt x="6552467" y="30455"/>
                  <a:pt x="6551613" y="31946"/>
                  <a:pt x="6550961" y="33686"/>
                </a:cubicBezTo>
                <a:cubicBezTo>
                  <a:pt x="6550308" y="35425"/>
                  <a:pt x="6549905" y="37335"/>
                  <a:pt x="6549749" y="39416"/>
                </a:cubicBezTo>
                <a:lnTo>
                  <a:pt x="6574350" y="39416"/>
                </a:lnTo>
                <a:close/>
                <a:moveTo>
                  <a:pt x="6635107" y="42212"/>
                </a:moveTo>
                <a:cubicBezTo>
                  <a:pt x="6635107" y="46374"/>
                  <a:pt x="6634525" y="50008"/>
                  <a:pt x="6633360" y="53114"/>
                </a:cubicBezTo>
                <a:cubicBezTo>
                  <a:pt x="6632195" y="56221"/>
                  <a:pt x="6630588" y="58799"/>
                  <a:pt x="6628538" y="60849"/>
                </a:cubicBezTo>
                <a:cubicBezTo>
                  <a:pt x="6626488" y="62899"/>
                  <a:pt x="6624065" y="64436"/>
                  <a:pt x="6621270" y="65461"/>
                </a:cubicBezTo>
                <a:cubicBezTo>
                  <a:pt x="6618474" y="66486"/>
                  <a:pt x="6615446" y="66999"/>
                  <a:pt x="6612184" y="66999"/>
                </a:cubicBezTo>
                <a:cubicBezTo>
                  <a:pt x="6610693" y="66999"/>
                  <a:pt x="6609210" y="66921"/>
                  <a:pt x="6607735" y="66766"/>
                </a:cubicBezTo>
                <a:cubicBezTo>
                  <a:pt x="6606259" y="66610"/>
                  <a:pt x="6604761" y="66346"/>
                  <a:pt x="6603239" y="65974"/>
                </a:cubicBezTo>
                <a:lnTo>
                  <a:pt x="6603239" y="85542"/>
                </a:lnTo>
                <a:lnTo>
                  <a:pt x="6595132" y="85542"/>
                </a:lnTo>
                <a:lnTo>
                  <a:pt x="6595132" y="19662"/>
                </a:lnTo>
                <a:lnTo>
                  <a:pt x="6602353" y="19662"/>
                </a:lnTo>
                <a:lnTo>
                  <a:pt x="6602866" y="27489"/>
                </a:lnTo>
                <a:cubicBezTo>
                  <a:pt x="6605195" y="24290"/>
                  <a:pt x="6607680" y="22046"/>
                  <a:pt x="6610320" y="20757"/>
                </a:cubicBezTo>
                <a:cubicBezTo>
                  <a:pt x="6612961" y="19468"/>
                  <a:pt x="6615818" y="18823"/>
                  <a:pt x="6618893" y="18823"/>
                </a:cubicBezTo>
                <a:cubicBezTo>
                  <a:pt x="6621565" y="18823"/>
                  <a:pt x="6623910" y="19382"/>
                  <a:pt x="6625929" y="20500"/>
                </a:cubicBezTo>
                <a:cubicBezTo>
                  <a:pt x="6627948" y="21619"/>
                  <a:pt x="6629640" y="23195"/>
                  <a:pt x="6631007" y="25229"/>
                </a:cubicBezTo>
                <a:cubicBezTo>
                  <a:pt x="6632374" y="27264"/>
                  <a:pt x="6633399" y="29718"/>
                  <a:pt x="6634082" y="32591"/>
                </a:cubicBezTo>
                <a:cubicBezTo>
                  <a:pt x="6634766" y="35464"/>
                  <a:pt x="6635107" y="38671"/>
                  <a:pt x="6635107" y="42212"/>
                </a:cubicBezTo>
                <a:moveTo>
                  <a:pt x="6626814" y="42585"/>
                </a:moveTo>
                <a:cubicBezTo>
                  <a:pt x="6626814" y="40131"/>
                  <a:pt x="6626635" y="37879"/>
                  <a:pt x="6626278" y="35829"/>
                </a:cubicBezTo>
                <a:cubicBezTo>
                  <a:pt x="6625921" y="33779"/>
                  <a:pt x="6625354" y="32024"/>
                  <a:pt x="6624578" y="30564"/>
                </a:cubicBezTo>
                <a:cubicBezTo>
                  <a:pt x="6623801" y="29104"/>
                  <a:pt x="6622807" y="27963"/>
                  <a:pt x="6621596" y="27140"/>
                </a:cubicBezTo>
                <a:cubicBezTo>
                  <a:pt x="6620384" y="26316"/>
                  <a:pt x="6618940" y="25905"/>
                  <a:pt x="6617263" y="25905"/>
                </a:cubicBezTo>
                <a:cubicBezTo>
                  <a:pt x="6616238" y="25905"/>
                  <a:pt x="6615197" y="26068"/>
                  <a:pt x="6614141" y="26394"/>
                </a:cubicBezTo>
                <a:cubicBezTo>
                  <a:pt x="6613085" y="26720"/>
                  <a:pt x="6611990" y="27264"/>
                  <a:pt x="6610856" y="28025"/>
                </a:cubicBezTo>
                <a:cubicBezTo>
                  <a:pt x="6609723" y="28786"/>
                  <a:pt x="6608527" y="29795"/>
                  <a:pt x="6607269" y="31053"/>
                </a:cubicBezTo>
                <a:cubicBezTo>
                  <a:pt x="6606011" y="32311"/>
                  <a:pt x="6604667" y="33872"/>
                  <a:pt x="6603239" y="35736"/>
                </a:cubicBezTo>
                <a:lnTo>
                  <a:pt x="6603239" y="58426"/>
                </a:lnTo>
                <a:cubicBezTo>
                  <a:pt x="6604730" y="59047"/>
                  <a:pt x="6606298" y="59536"/>
                  <a:pt x="6607944" y="59894"/>
                </a:cubicBezTo>
                <a:cubicBezTo>
                  <a:pt x="6609591" y="60251"/>
                  <a:pt x="6611206" y="60429"/>
                  <a:pt x="6612790" y="60429"/>
                </a:cubicBezTo>
                <a:cubicBezTo>
                  <a:pt x="6617169" y="60429"/>
                  <a:pt x="6620602" y="58946"/>
                  <a:pt x="6623087" y="55980"/>
                </a:cubicBezTo>
                <a:cubicBezTo>
                  <a:pt x="6625571" y="53013"/>
                  <a:pt x="6626814" y="48548"/>
                  <a:pt x="6626814" y="42585"/>
                </a:cubicBezTo>
                <a:close/>
                <a:moveTo>
                  <a:pt x="6648900" y="19662"/>
                </a:moveTo>
                <a:lnTo>
                  <a:pt x="6656308" y="19662"/>
                </a:lnTo>
                <a:lnTo>
                  <a:pt x="6656541" y="28259"/>
                </a:lnTo>
                <a:cubicBezTo>
                  <a:pt x="6659306" y="24943"/>
                  <a:pt x="6662031" y="22542"/>
                  <a:pt x="6664718" y="21055"/>
                </a:cubicBezTo>
                <a:cubicBezTo>
                  <a:pt x="6667405" y="19567"/>
                  <a:pt x="6670115" y="18823"/>
                  <a:pt x="6672848" y="18823"/>
                </a:cubicBezTo>
                <a:cubicBezTo>
                  <a:pt x="6677694" y="18823"/>
                  <a:pt x="6681367" y="20388"/>
                  <a:pt x="6683867" y="23517"/>
                </a:cubicBezTo>
                <a:cubicBezTo>
                  <a:pt x="6686368" y="26647"/>
                  <a:pt x="6687525" y="31294"/>
                  <a:pt x="6687338" y="37460"/>
                </a:cubicBezTo>
                <a:lnTo>
                  <a:pt x="6679138" y="37460"/>
                </a:lnTo>
                <a:cubicBezTo>
                  <a:pt x="6679232" y="33376"/>
                  <a:pt x="6678634" y="30414"/>
                  <a:pt x="6677345" y="28574"/>
                </a:cubicBezTo>
                <a:cubicBezTo>
                  <a:pt x="6676056" y="26732"/>
                  <a:pt x="6674169" y="25812"/>
                  <a:pt x="6671684" y="25812"/>
                </a:cubicBezTo>
                <a:cubicBezTo>
                  <a:pt x="6670597" y="25812"/>
                  <a:pt x="6669502" y="26005"/>
                  <a:pt x="6668399" y="26393"/>
                </a:cubicBezTo>
                <a:cubicBezTo>
                  <a:pt x="6667296" y="26779"/>
                  <a:pt x="6666163" y="27397"/>
                  <a:pt x="6664998" y="28248"/>
                </a:cubicBezTo>
                <a:cubicBezTo>
                  <a:pt x="6663833" y="29098"/>
                  <a:pt x="6662598" y="30188"/>
                  <a:pt x="6661294" y="31519"/>
                </a:cubicBezTo>
                <a:cubicBezTo>
                  <a:pt x="6659989" y="32849"/>
                  <a:pt x="6658591" y="34457"/>
                  <a:pt x="6657100" y="36344"/>
                </a:cubicBezTo>
                <a:lnTo>
                  <a:pt x="6657100" y="66440"/>
                </a:lnTo>
                <a:lnTo>
                  <a:pt x="6648900" y="66440"/>
                </a:lnTo>
                <a:lnTo>
                  <a:pt x="6648900" y="19662"/>
                </a:lnTo>
                <a:close/>
                <a:moveTo>
                  <a:pt x="6739570" y="42678"/>
                </a:moveTo>
                <a:cubicBezTo>
                  <a:pt x="6739570" y="46312"/>
                  <a:pt x="6739058" y="49643"/>
                  <a:pt x="6738033" y="52672"/>
                </a:cubicBezTo>
                <a:cubicBezTo>
                  <a:pt x="6737008" y="55700"/>
                  <a:pt x="6735532" y="58294"/>
                  <a:pt x="6733606" y="60453"/>
                </a:cubicBezTo>
                <a:cubicBezTo>
                  <a:pt x="6731681" y="62611"/>
                  <a:pt x="6729336" y="64289"/>
                  <a:pt x="6726571" y="65485"/>
                </a:cubicBezTo>
                <a:cubicBezTo>
                  <a:pt x="6723807" y="66680"/>
                  <a:pt x="6720670" y="67278"/>
                  <a:pt x="6717160" y="67278"/>
                </a:cubicBezTo>
                <a:cubicBezTo>
                  <a:pt x="6713805" y="67278"/>
                  <a:pt x="6710800" y="66758"/>
                  <a:pt x="6708144" y="65717"/>
                </a:cubicBezTo>
                <a:cubicBezTo>
                  <a:pt x="6705488" y="64677"/>
                  <a:pt x="6703237" y="63147"/>
                  <a:pt x="6701388" y="61128"/>
                </a:cubicBezTo>
                <a:cubicBezTo>
                  <a:pt x="6699540" y="59109"/>
                  <a:pt x="6698127" y="56609"/>
                  <a:pt x="6697149" y="53627"/>
                </a:cubicBezTo>
                <a:cubicBezTo>
                  <a:pt x="6696170" y="50645"/>
                  <a:pt x="6695681" y="47213"/>
                  <a:pt x="6695681" y="43330"/>
                </a:cubicBezTo>
                <a:cubicBezTo>
                  <a:pt x="6695681" y="39696"/>
                  <a:pt x="6696193" y="36380"/>
                  <a:pt x="6697218" y="33383"/>
                </a:cubicBezTo>
                <a:cubicBezTo>
                  <a:pt x="6698243" y="30385"/>
                  <a:pt x="6699719" y="27807"/>
                  <a:pt x="6701645" y="25649"/>
                </a:cubicBezTo>
                <a:cubicBezTo>
                  <a:pt x="6703570" y="23490"/>
                  <a:pt x="6705916" y="21813"/>
                  <a:pt x="6708680" y="20617"/>
                </a:cubicBezTo>
                <a:cubicBezTo>
                  <a:pt x="6711444" y="19421"/>
                  <a:pt x="6714582" y="18823"/>
                  <a:pt x="6718091" y="18823"/>
                </a:cubicBezTo>
                <a:cubicBezTo>
                  <a:pt x="6721446" y="18823"/>
                  <a:pt x="6724451" y="19343"/>
                  <a:pt x="6727107" y="20384"/>
                </a:cubicBezTo>
                <a:cubicBezTo>
                  <a:pt x="6729763" y="21424"/>
                  <a:pt x="6732015" y="22946"/>
                  <a:pt x="6733863" y="24950"/>
                </a:cubicBezTo>
                <a:cubicBezTo>
                  <a:pt x="6735711" y="26953"/>
                  <a:pt x="6737124" y="29446"/>
                  <a:pt x="6738103" y="32428"/>
                </a:cubicBezTo>
                <a:cubicBezTo>
                  <a:pt x="6739081" y="35410"/>
                  <a:pt x="6739570" y="38826"/>
                  <a:pt x="6739570" y="42678"/>
                </a:cubicBezTo>
                <a:moveTo>
                  <a:pt x="6731277" y="43051"/>
                </a:moveTo>
                <a:cubicBezTo>
                  <a:pt x="6731277" y="40162"/>
                  <a:pt x="6730959" y="37638"/>
                  <a:pt x="6730322" y="35480"/>
                </a:cubicBezTo>
                <a:cubicBezTo>
                  <a:pt x="6729685" y="33321"/>
                  <a:pt x="6728777" y="31519"/>
                  <a:pt x="6727596" y="30075"/>
                </a:cubicBezTo>
                <a:cubicBezTo>
                  <a:pt x="6726416" y="28631"/>
                  <a:pt x="6724979" y="27543"/>
                  <a:pt x="6723286" y="26813"/>
                </a:cubicBezTo>
                <a:cubicBezTo>
                  <a:pt x="6721594" y="26084"/>
                  <a:pt x="6719707" y="25719"/>
                  <a:pt x="6717626" y="25719"/>
                </a:cubicBezTo>
                <a:cubicBezTo>
                  <a:pt x="6715203" y="25719"/>
                  <a:pt x="6713129" y="26192"/>
                  <a:pt x="6711406" y="27140"/>
                </a:cubicBezTo>
                <a:cubicBezTo>
                  <a:pt x="6709682" y="28087"/>
                  <a:pt x="6708268" y="29353"/>
                  <a:pt x="6707166" y="30937"/>
                </a:cubicBezTo>
                <a:cubicBezTo>
                  <a:pt x="6706063" y="32521"/>
                  <a:pt x="6705256" y="34361"/>
                  <a:pt x="6704743" y="36458"/>
                </a:cubicBezTo>
                <a:cubicBezTo>
                  <a:pt x="6704230" y="38555"/>
                  <a:pt x="6703974" y="40752"/>
                  <a:pt x="6703974" y="43051"/>
                </a:cubicBezTo>
                <a:cubicBezTo>
                  <a:pt x="6703974" y="45939"/>
                  <a:pt x="6704293" y="48471"/>
                  <a:pt x="6704929" y="50645"/>
                </a:cubicBezTo>
                <a:cubicBezTo>
                  <a:pt x="6705566" y="52819"/>
                  <a:pt x="6706475" y="54629"/>
                  <a:pt x="6707655" y="56073"/>
                </a:cubicBezTo>
                <a:cubicBezTo>
                  <a:pt x="6708835" y="57517"/>
                  <a:pt x="6710264" y="58604"/>
                  <a:pt x="6711941" y="59334"/>
                </a:cubicBezTo>
                <a:cubicBezTo>
                  <a:pt x="6713619" y="60064"/>
                  <a:pt x="6715513" y="60429"/>
                  <a:pt x="6717626" y="60429"/>
                </a:cubicBezTo>
                <a:cubicBezTo>
                  <a:pt x="6720048" y="60429"/>
                  <a:pt x="6722122" y="59956"/>
                  <a:pt x="6723846" y="59008"/>
                </a:cubicBezTo>
                <a:cubicBezTo>
                  <a:pt x="6725569" y="58061"/>
                  <a:pt x="6726983" y="56795"/>
                  <a:pt x="6728085" y="55211"/>
                </a:cubicBezTo>
                <a:cubicBezTo>
                  <a:pt x="6729188" y="53627"/>
                  <a:pt x="6729996" y="51787"/>
                  <a:pt x="6730508" y="49690"/>
                </a:cubicBezTo>
                <a:cubicBezTo>
                  <a:pt x="6731021" y="47593"/>
                  <a:pt x="6731277" y="45380"/>
                  <a:pt x="6731277" y="43051"/>
                </a:cubicBezTo>
                <a:close/>
                <a:moveTo>
                  <a:pt x="6748331" y="44029"/>
                </a:moveTo>
                <a:cubicBezTo>
                  <a:pt x="6748331" y="40053"/>
                  <a:pt x="6748875" y="36520"/>
                  <a:pt x="6749962" y="33429"/>
                </a:cubicBezTo>
                <a:cubicBezTo>
                  <a:pt x="6751049" y="30339"/>
                  <a:pt x="6752595" y="27730"/>
                  <a:pt x="6754598" y="25602"/>
                </a:cubicBezTo>
                <a:cubicBezTo>
                  <a:pt x="6756601" y="23474"/>
                  <a:pt x="6759009" y="21859"/>
                  <a:pt x="6761820" y="20757"/>
                </a:cubicBezTo>
                <a:cubicBezTo>
                  <a:pt x="6764631" y="19654"/>
                  <a:pt x="6767760" y="19103"/>
                  <a:pt x="6771208" y="19103"/>
                </a:cubicBezTo>
                <a:cubicBezTo>
                  <a:pt x="6772699" y="19103"/>
                  <a:pt x="6774167" y="19196"/>
                  <a:pt x="6775611" y="19382"/>
                </a:cubicBezTo>
                <a:cubicBezTo>
                  <a:pt x="6777055" y="19568"/>
                  <a:pt x="6778476" y="19864"/>
                  <a:pt x="6779874" y="20267"/>
                </a:cubicBezTo>
                <a:lnTo>
                  <a:pt x="6779874" y="559"/>
                </a:lnTo>
                <a:lnTo>
                  <a:pt x="6788028" y="559"/>
                </a:lnTo>
                <a:lnTo>
                  <a:pt x="6788028" y="66440"/>
                </a:lnTo>
                <a:lnTo>
                  <a:pt x="6780759" y="66440"/>
                </a:lnTo>
                <a:lnTo>
                  <a:pt x="6780480" y="57587"/>
                </a:lnTo>
                <a:cubicBezTo>
                  <a:pt x="6778212" y="60880"/>
                  <a:pt x="6775758" y="63318"/>
                  <a:pt x="6773118" y="64902"/>
                </a:cubicBezTo>
                <a:cubicBezTo>
                  <a:pt x="6770478" y="66486"/>
                  <a:pt x="6767620" y="67278"/>
                  <a:pt x="6764545" y="67278"/>
                </a:cubicBezTo>
                <a:cubicBezTo>
                  <a:pt x="6761874" y="67278"/>
                  <a:pt x="6759521" y="66719"/>
                  <a:pt x="6757487" y="65601"/>
                </a:cubicBezTo>
                <a:cubicBezTo>
                  <a:pt x="6755452" y="64483"/>
                  <a:pt x="6753759" y="62906"/>
                  <a:pt x="6752408" y="60872"/>
                </a:cubicBezTo>
                <a:cubicBezTo>
                  <a:pt x="6751057" y="58837"/>
                  <a:pt x="6750040" y="56391"/>
                  <a:pt x="6749356" y="53534"/>
                </a:cubicBezTo>
                <a:cubicBezTo>
                  <a:pt x="6748673" y="50676"/>
                  <a:pt x="6748331" y="47508"/>
                  <a:pt x="6748331" y="44029"/>
                </a:cubicBezTo>
                <a:moveTo>
                  <a:pt x="6756625" y="43517"/>
                </a:moveTo>
                <a:cubicBezTo>
                  <a:pt x="6756625" y="49170"/>
                  <a:pt x="6757456" y="53386"/>
                  <a:pt x="6759117" y="56166"/>
                </a:cubicBezTo>
                <a:cubicBezTo>
                  <a:pt x="6760779" y="58946"/>
                  <a:pt x="6763132" y="60336"/>
                  <a:pt x="6766176" y="60336"/>
                </a:cubicBezTo>
                <a:cubicBezTo>
                  <a:pt x="6768226" y="60336"/>
                  <a:pt x="6770393" y="59420"/>
                  <a:pt x="6772676" y="57587"/>
                </a:cubicBezTo>
                <a:cubicBezTo>
                  <a:pt x="6774959" y="55755"/>
                  <a:pt x="6777358" y="53037"/>
                  <a:pt x="6779874" y="49434"/>
                </a:cubicBezTo>
                <a:lnTo>
                  <a:pt x="6779874" y="27722"/>
                </a:lnTo>
                <a:cubicBezTo>
                  <a:pt x="6778538" y="27101"/>
                  <a:pt x="6777063" y="26627"/>
                  <a:pt x="6775448" y="26301"/>
                </a:cubicBezTo>
                <a:cubicBezTo>
                  <a:pt x="6773833" y="25975"/>
                  <a:pt x="6772233" y="25812"/>
                  <a:pt x="6770649" y="25812"/>
                </a:cubicBezTo>
                <a:cubicBezTo>
                  <a:pt x="6766238" y="25812"/>
                  <a:pt x="6762798" y="27241"/>
                  <a:pt x="6760329" y="30098"/>
                </a:cubicBezTo>
                <a:cubicBezTo>
                  <a:pt x="6757859" y="32956"/>
                  <a:pt x="6756625" y="37429"/>
                  <a:pt x="6756625" y="43517"/>
                </a:cubicBezTo>
                <a:close/>
                <a:moveTo>
                  <a:pt x="6840166" y="66440"/>
                </a:moveTo>
                <a:lnTo>
                  <a:pt x="6832897" y="66440"/>
                </a:lnTo>
                <a:lnTo>
                  <a:pt x="6832618" y="58892"/>
                </a:lnTo>
                <a:cubicBezTo>
                  <a:pt x="6831220" y="60507"/>
                  <a:pt x="6829892" y="61850"/>
                  <a:pt x="6828634" y="62922"/>
                </a:cubicBezTo>
                <a:cubicBezTo>
                  <a:pt x="6827376" y="63994"/>
                  <a:pt x="6826126" y="64856"/>
                  <a:pt x="6824884" y="65508"/>
                </a:cubicBezTo>
                <a:cubicBezTo>
                  <a:pt x="6823641" y="66160"/>
                  <a:pt x="6822391" y="66618"/>
                  <a:pt x="6821133" y="66882"/>
                </a:cubicBezTo>
                <a:cubicBezTo>
                  <a:pt x="6819875" y="67146"/>
                  <a:pt x="6818547" y="67278"/>
                  <a:pt x="6817149" y="67278"/>
                </a:cubicBezTo>
                <a:cubicBezTo>
                  <a:pt x="6812335" y="67278"/>
                  <a:pt x="6808701" y="65865"/>
                  <a:pt x="6806247" y="63038"/>
                </a:cubicBezTo>
                <a:cubicBezTo>
                  <a:pt x="6803793" y="60212"/>
                  <a:pt x="6802566" y="55941"/>
                  <a:pt x="6802566" y="50226"/>
                </a:cubicBezTo>
                <a:lnTo>
                  <a:pt x="6802566" y="19662"/>
                </a:lnTo>
                <a:lnTo>
                  <a:pt x="6810673" y="19662"/>
                </a:lnTo>
                <a:lnTo>
                  <a:pt x="6810673" y="49573"/>
                </a:lnTo>
                <a:cubicBezTo>
                  <a:pt x="6810673" y="56749"/>
                  <a:pt x="6813375" y="60336"/>
                  <a:pt x="6818780" y="60336"/>
                </a:cubicBezTo>
                <a:cubicBezTo>
                  <a:pt x="6819774" y="60336"/>
                  <a:pt x="6820745" y="60189"/>
                  <a:pt x="6821692" y="59894"/>
                </a:cubicBezTo>
                <a:cubicBezTo>
                  <a:pt x="6822639" y="59598"/>
                  <a:pt x="6823633" y="59086"/>
                  <a:pt x="6824674" y="58356"/>
                </a:cubicBezTo>
                <a:cubicBezTo>
                  <a:pt x="6825714" y="57626"/>
                  <a:pt x="6826833" y="56640"/>
                  <a:pt x="6828028" y="55397"/>
                </a:cubicBezTo>
                <a:cubicBezTo>
                  <a:pt x="6829224" y="54155"/>
                  <a:pt x="6830568" y="52586"/>
                  <a:pt x="6832059" y="50692"/>
                </a:cubicBezTo>
                <a:lnTo>
                  <a:pt x="6832059" y="19662"/>
                </a:lnTo>
                <a:lnTo>
                  <a:pt x="6840166" y="19662"/>
                </a:lnTo>
                <a:lnTo>
                  <a:pt x="6840166" y="66440"/>
                </a:lnTo>
                <a:close/>
                <a:moveTo>
                  <a:pt x="6890766" y="64716"/>
                </a:moveTo>
                <a:cubicBezTo>
                  <a:pt x="6888654" y="65523"/>
                  <a:pt x="6886487" y="66121"/>
                  <a:pt x="6884266" y="66510"/>
                </a:cubicBezTo>
                <a:cubicBezTo>
                  <a:pt x="6882045" y="66898"/>
                  <a:pt x="6879755" y="67092"/>
                  <a:pt x="6877394" y="67092"/>
                </a:cubicBezTo>
                <a:cubicBezTo>
                  <a:pt x="6870001" y="67092"/>
                  <a:pt x="6864310" y="65088"/>
                  <a:pt x="6860318" y="61082"/>
                </a:cubicBezTo>
                <a:cubicBezTo>
                  <a:pt x="6856327" y="57075"/>
                  <a:pt x="6854331" y="51220"/>
                  <a:pt x="6854331" y="43517"/>
                </a:cubicBezTo>
                <a:cubicBezTo>
                  <a:pt x="6854331" y="39820"/>
                  <a:pt x="6854906" y="36466"/>
                  <a:pt x="6856055" y="33453"/>
                </a:cubicBezTo>
                <a:cubicBezTo>
                  <a:pt x="6857204" y="30440"/>
                  <a:pt x="6858819" y="27862"/>
                  <a:pt x="6860901" y="25719"/>
                </a:cubicBezTo>
                <a:cubicBezTo>
                  <a:pt x="6862982" y="23575"/>
                  <a:pt x="6865467" y="21921"/>
                  <a:pt x="6868355" y="20757"/>
                </a:cubicBezTo>
                <a:cubicBezTo>
                  <a:pt x="6871244" y="19592"/>
                  <a:pt x="6874428" y="19009"/>
                  <a:pt x="6877906" y="19009"/>
                </a:cubicBezTo>
                <a:cubicBezTo>
                  <a:pt x="6880329" y="19009"/>
                  <a:pt x="6882597" y="19184"/>
                  <a:pt x="6884709" y="19534"/>
                </a:cubicBezTo>
                <a:cubicBezTo>
                  <a:pt x="6886821" y="19882"/>
                  <a:pt x="6888840" y="20453"/>
                  <a:pt x="6890766" y="21246"/>
                </a:cubicBezTo>
                <a:lnTo>
                  <a:pt x="6890766" y="28980"/>
                </a:lnTo>
                <a:cubicBezTo>
                  <a:pt x="6888747" y="27907"/>
                  <a:pt x="6886689" y="27127"/>
                  <a:pt x="6884592" y="26639"/>
                </a:cubicBezTo>
                <a:cubicBezTo>
                  <a:pt x="6882496" y="26150"/>
                  <a:pt x="6880329" y="25905"/>
                  <a:pt x="6878093" y="25905"/>
                </a:cubicBezTo>
                <a:cubicBezTo>
                  <a:pt x="6876012" y="25905"/>
                  <a:pt x="6874047" y="26301"/>
                  <a:pt x="6872199" y="27093"/>
                </a:cubicBezTo>
                <a:cubicBezTo>
                  <a:pt x="6870351" y="27885"/>
                  <a:pt x="6868728" y="29027"/>
                  <a:pt x="6867330" y="30518"/>
                </a:cubicBezTo>
                <a:cubicBezTo>
                  <a:pt x="6865932" y="32008"/>
                  <a:pt x="6864830" y="33826"/>
                  <a:pt x="6864022" y="35969"/>
                </a:cubicBezTo>
                <a:cubicBezTo>
                  <a:pt x="6863215" y="38112"/>
                  <a:pt x="6862811" y="40535"/>
                  <a:pt x="6862811" y="43237"/>
                </a:cubicBezTo>
                <a:cubicBezTo>
                  <a:pt x="6862811" y="48890"/>
                  <a:pt x="6864185" y="53122"/>
                  <a:pt x="6866934" y="55933"/>
                </a:cubicBezTo>
                <a:cubicBezTo>
                  <a:pt x="6869683" y="58744"/>
                  <a:pt x="6873496" y="60150"/>
                  <a:pt x="6878372" y="60150"/>
                </a:cubicBezTo>
                <a:cubicBezTo>
                  <a:pt x="6880578" y="60150"/>
                  <a:pt x="6882713" y="59901"/>
                  <a:pt x="6884779" y="59404"/>
                </a:cubicBezTo>
                <a:cubicBezTo>
                  <a:pt x="6886844" y="58907"/>
                  <a:pt x="6888840" y="58162"/>
                  <a:pt x="6890766" y="57168"/>
                </a:cubicBezTo>
                <a:lnTo>
                  <a:pt x="6890766" y="64716"/>
                </a:lnTo>
                <a:close/>
                <a:moveTo>
                  <a:pt x="6945792" y="40581"/>
                </a:moveTo>
                <a:cubicBezTo>
                  <a:pt x="6945792" y="41731"/>
                  <a:pt x="6945777" y="42693"/>
                  <a:pt x="6945746" y="43470"/>
                </a:cubicBezTo>
                <a:cubicBezTo>
                  <a:pt x="6945715" y="44246"/>
                  <a:pt x="6945668" y="44976"/>
                  <a:pt x="6945606" y="45660"/>
                </a:cubicBezTo>
                <a:lnTo>
                  <a:pt x="6912759" y="45660"/>
                </a:lnTo>
                <a:cubicBezTo>
                  <a:pt x="6912759" y="50443"/>
                  <a:pt x="6914095" y="54116"/>
                  <a:pt x="6916766" y="56679"/>
                </a:cubicBezTo>
                <a:cubicBezTo>
                  <a:pt x="6919437" y="59241"/>
                  <a:pt x="6923289" y="60522"/>
                  <a:pt x="6928321" y="60522"/>
                </a:cubicBezTo>
                <a:cubicBezTo>
                  <a:pt x="6929687" y="60522"/>
                  <a:pt x="6931054" y="60467"/>
                  <a:pt x="6932421" y="60357"/>
                </a:cubicBezTo>
                <a:cubicBezTo>
                  <a:pt x="6933787" y="60245"/>
                  <a:pt x="6935107" y="60094"/>
                  <a:pt x="6936381" y="59904"/>
                </a:cubicBezTo>
                <a:cubicBezTo>
                  <a:pt x="6937654" y="59712"/>
                  <a:pt x="6938874" y="59498"/>
                  <a:pt x="6940038" y="59260"/>
                </a:cubicBezTo>
                <a:cubicBezTo>
                  <a:pt x="6941203" y="59021"/>
                  <a:pt x="6942283" y="58759"/>
                  <a:pt x="6943277" y="58472"/>
                </a:cubicBezTo>
                <a:lnTo>
                  <a:pt x="6943277" y="65135"/>
                </a:lnTo>
                <a:cubicBezTo>
                  <a:pt x="6941071" y="65770"/>
                  <a:pt x="6938579" y="66286"/>
                  <a:pt x="6935799" y="66683"/>
                </a:cubicBezTo>
                <a:cubicBezTo>
                  <a:pt x="6933019" y="67080"/>
                  <a:pt x="6930138" y="67278"/>
                  <a:pt x="6927156" y="67278"/>
                </a:cubicBezTo>
                <a:cubicBezTo>
                  <a:pt x="6923149" y="67278"/>
                  <a:pt x="6919701" y="66735"/>
                  <a:pt x="6916813" y="65648"/>
                </a:cubicBezTo>
                <a:cubicBezTo>
                  <a:pt x="6913924" y="64560"/>
                  <a:pt x="6911555" y="62984"/>
                  <a:pt x="6909707" y="60919"/>
                </a:cubicBezTo>
                <a:cubicBezTo>
                  <a:pt x="6907859" y="58853"/>
                  <a:pt x="6906492" y="56321"/>
                  <a:pt x="6905607" y="53324"/>
                </a:cubicBezTo>
                <a:cubicBezTo>
                  <a:pt x="6904722" y="50327"/>
                  <a:pt x="6904279" y="46933"/>
                  <a:pt x="6904279" y="43144"/>
                </a:cubicBezTo>
                <a:cubicBezTo>
                  <a:pt x="6904279" y="39851"/>
                  <a:pt x="6904753" y="36737"/>
                  <a:pt x="6905700" y="33802"/>
                </a:cubicBezTo>
                <a:cubicBezTo>
                  <a:pt x="6906648" y="30867"/>
                  <a:pt x="6908030" y="28289"/>
                  <a:pt x="6909847" y="26068"/>
                </a:cubicBezTo>
                <a:cubicBezTo>
                  <a:pt x="6911664" y="23847"/>
                  <a:pt x="6913893" y="22084"/>
                  <a:pt x="6916533" y="20780"/>
                </a:cubicBezTo>
                <a:cubicBezTo>
                  <a:pt x="6919173" y="19475"/>
                  <a:pt x="6922171" y="18823"/>
                  <a:pt x="6925525" y="18823"/>
                </a:cubicBezTo>
                <a:cubicBezTo>
                  <a:pt x="6928787" y="18823"/>
                  <a:pt x="6931675" y="19336"/>
                  <a:pt x="6934191" y="20361"/>
                </a:cubicBezTo>
                <a:cubicBezTo>
                  <a:pt x="6936707" y="21386"/>
                  <a:pt x="6938827" y="22838"/>
                  <a:pt x="6940551" y="24717"/>
                </a:cubicBezTo>
                <a:cubicBezTo>
                  <a:pt x="6942275" y="26596"/>
                  <a:pt x="6943579" y="28879"/>
                  <a:pt x="6944465" y="31566"/>
                </a:cubicBezTo>
                <a:cubicBezTo>
                  <a:pt x="6945350" y="34253"/>
                  <a:pt x="6945792" y="37258"/>
                  <a:pt x="6945792" y="40581"/>
                </a:cubicBezTo>
                <a:moveTo>
                  <a:pt x="6937359" y="39416"/>
                </a:moveTo>
                <a:cubicBezTo>
                  <a:pt x="6937453" y="37335"/>
                  <a:pt x="6937251" y="35433"/>
                  <a:pt x="6936754" y="33709"/>
                </a:cubicBezTo>
                <a:cubicBezTo>
                  <a:pt x="6936257" y="31985"/>
                  <a:pt x="6935488" y="30502"/>
                  <a:pt x="6934447" y="29260"/>
                </a:cubicBezTo>
                <a:cubicBezTo>
                  <a:pt x="6933407" y="28017"/>
                  <a:pt x="6932110" y="27046"/>
                  <a:pt x="6930557" y="26348"/>
                </a:cubicBezTo>
                <a:cubicBezTo>
                  <a:pt x="6929004" y="25649"/>
                  <a:pt x="6927202" y="25299"/>
                  <a:pt x="6925152" y="25299"/>
                </a:cubicBezTo>
                <a:cubicBezTo>
                  <a:pt x="6923382" y="25299"/>
                  <a:pt x="6921767" y="25641"/>
                  <a:pt x="6920307" y="26324"/>
                </a:cubicBezTo>
                <a:cubicBezTo>
                  <a:pt x="6918847" y="27008"/>
                  <a:pt x="6917589" y="27970"/>
                  <a:pt x="6916533" y="29213"/>
                </a:cubicBezTo>
                <a:cubicBezTo>
                  <a:pt x="6915477" y="30455"/>
                  <a:pt x="6914623" y="31946"/>
                  <a:pt x="6913970" y="33686"/>
                </a:cubicBezTo>
                <a:cubicBezTo>
                  <a:pt x="6913318" y="35425"/>
                  <a:pt x="6912914" y="37335"/>
                  <a:pt x="6912759" y="39416"/>
                </a:cubicBezTo>
                <a:lnTo>
                  <a:pt x="6937359" y="39416"/>
                </a:lnTo>
                <a:close/>
                <a:moveTo>
                  <a:pt x="6995182" y="53674"/>
                </a:moveTo>
                <a:cubicBezTo>
                  <a:pt x="6995182" y="55320"/>
                  <a:pt x="6994902" y="56795"/>
                  <a:pt x="6994343" y="58100"/>
                </a:cubicBezTo>
                <a:cubicBezTo>
                  <a:pt x="6993784" y="59404"/>
                  <a:pt x="6993023" y="60561"/>
                  <a:pt x="6992060" y="61571"/>
                </a:cubicBezTo>
                <a:cubicBezTo>
                  <a:pt x="6991097" y="62580"/>
                  <a:pt x="6989979" y="63442"/>
                  <a:pt x="6988705" y="64157"/>
                </a:cubicBezTo>
                <a:cubicBezTo>
                  <a:pt x="6987432" y="64871"/>
                  <a:pt x="6986073" y="65461"/>
                  <a:pt x="6984629" y="65927"/>
                </a:cubicBezTo>
                <a:cubicBezTo>
                  <a:pt x="6983184" y="66393"/>
                  <a:pt x="6981701" y="66735"/>
                  <a:pt x="6980179" y="66952"/>
                </a:cubicBezTo>
                <a:cubicBezTo>
                  <a:pt x="6978657" y="67170"/>
                  <a:pt x="6977166" y="67278"/>
                  <a:pt x="6975706" y="67278"/>
                </a:cubicBezTo>
                <a:cubicBezTo>
                  <a:pt x="6972538" y="67278"/>
                  <a:pt x="6969626" y="67139"/>
                  <a:pt x="6966970" y="66859"/>
                </a:cubicBezTo>
                <a:cubicBezTo>
                  <a:pt x="6964315" y="66579"/>
                  <a:pt x="6961713" y="66129"/>
                  <a:pt x="6959166" y="65508"/>
                </a:cubicBezTo>
                <a:lnTo>
                  <a:pt x="6959166" y="58053"/>
                </a:lnTo>
                <a:cubicBezTo>
                  <a:pt x="6961900" y="58830"/>
                  <a:pt x="6964618" y="59420"/>
                  <a:pt x="6967320" y="59824"/>
                </a:cubicBezTo>
                <a:cubicBezTo>
                  <a:pt x="6970022" y="60227"/>
                  <a:pt x="6972709" y="60429"/>
                  <a:pt x="6975380" y="60429"/>
                </a:cubicBezTo>
                <a:cubicBezTo>
                  <a:pt x="6979263" y="60429"/>
                  <a:pt x="6982136" y="59901"/>
                  <a:pt x="6984000" y="58845"/>
                </a:cubicBezTo>
                <a:cubicBezTo>
                  <a:pt x="6985863" y="57789"/>
                  <a:pt x="6986795" y="56283"/>
                  <a:pt x="6986795" y="54326"/>
                </a:cubicBezTo>
                <a:cubicBezTo>
                  <a:pt x="6986795" y="53487"/>
                  <a:pt x="6986648" y="52734"/>
                  <a:pt x="6986353" y="52066"/>
                </a:cubicBezTo>
                <a:cubicBezTo>
                  <a:pt x="6986057" y="51398"/>
                  <a:pt x="6985522" y="50762"/>
                  <a:pt x="6984745" y="50156"/>
                </a:cubicBezTo>
                <a:cubicBezTo>
                  <a:pt x="6983969" y="49550"/>
                  <a:pt x="6982765" y="48921"/>
                  <a:pt x="6981134" y="48269"/>
                </a:cubicBezTo>
                <a:cubicBezTo>
                  <a:pt x="6979504" y="47617"/>
                  <a:pt x="6977275" y="46871"/>
                  <a:pt x="6974448" y="46033"/>
                </a:cubicBezTo>
                <a:cubicBezTo>
                  <a:pt x="6972336" y="45411"/>
                  <a:pt x="6970387" y="44705"/>
                  <a:pt x="6968601" y="43913"/>
                </a:cubicBezTo>
                <a:cubicBezTo>
                  <a:pt x="6966815" y="43121"/>
                  <a:pt x="6965270" y="42181"/>
                  <a:pt x="6963965" y="41094"/>
                </a:cubicBezTo>
                <a:cubicBezTo>
                  <a:pt x="6962661" y="40007"/>
                  <a:pt x="6961636" y="38733"/>
                  <a:pt x="6960890" y="37273"/>
                </a:cubicBezTo>
                <a:cubicBezTo>
                  <a:pt x="6960145" y="35813"/>
                  <a:pt x="6959772" y="34090"/>
                  <a:pt x="6959772" y="32102"/>
                </a:cubicBezTo>
                <a:cubicBezTo>
                  <a:pt x="6959772" y="30797"/>
                  <a:pt x="6960075" y="29368"/>
                  <a:pt x="6960681" y="27815"/>
                </a:cubicBezTo>
                <a:cubicBezTo>
                  <a:pt x="6961286" y="26262"/>
                  <a:pt x="6962319" y="24818"/>
                  <a:pt x="6963779" y="23482"/>
                </a:cubicBezTo>
                <a:cubicBezTo>
                  <a:pt x="6965239" y="22147"/>
                  <a:pt x="6967211" y="21036"/>
                  <a:pt x="6969696" y="20151"/>
                </a:cubicBezTo>
                <a:cubicBezTo>
                  <a:pt x="6972181" y="19266"/>
                  <a:pt x="6975287" y="18823"/>
                  <a:pt x="6979014" y="18823"/>
                </a:cubicBezTo>
                <a:cubicBezTo>
                  <a:pt x="6980847" y="18823"/>
                  <a:pt x="6982881" y="18924"/>
                  <a:pt x="6985118" y="19126"/>
                </a:cubicBezTo>
                <a:cubicBezTo>
                  <a:pt x="6987354" y="19328"/>
                  <a:pt x="6989684" y="19677"/>
                  <a:pt x="6992107" y="20174"/>
                </a:cubicBezTo>
                <a:lnTo>
                  <a:pt x="6992107" y="27396"/>
                </a:lnTo>
                <a:cubicBezTo>
                  <a:pt x="6989560" y="26775"/>
                  <a:pt x="6987145" y="26316"/>
                  <a:pt x="6984862" y="26021"/>
                </a:cubicBezTo>
                <a:cubicBezTo>
                  <a:pt x="6982579" y="25726"/>
                  <a:pt x="6980598" y="25579"/>
                  <a:pt x="6978921" y="25579"/>
                </a:cubicBezTo>
                <a:cubicBezTo>
                  <a:pt x="6976902" y="25579"/>
                  <a:pt x="6975202" y="25734"/>
                  <a:pt x="6973819" y="26045"/>
                </a:cubicBezTo>
                <a:cubicBezTo>
                  <a:pt x="6972437" y="26355"/>
                  <a:pt x="6971319" y="26782"/>
                  <a:pt x="6970465" y="27326"/>
                </a:cubicBezTo>
                <a:cubicBezTo>
                  <a:pt x="6969611" y="27870"/>
                  <a:pt x="6968997" y="28506"/>
                  <a:pt x="6968624" y="29236"/>
                </a:cubicBezTo>
                <a:cubicBezTo>
                  <a:pt x="6968252" y="29966"/>
                  <a:pt x="6968065" y="30750"/>
                  <a:pt x="6968065" y="31589"/>
                </a:cubicBezTo>
                <a:cubicBezTo>
                  <a:pt x="6968065" y="32428"/>
                  <a:pt x="6968228" y="33189"/>
                  <a:pt x="6968555" y="33872"/>
                </a:cubicBezTo>
                <a:cubicBezTo>
                  <a:pt x="6968881" y="34555"/>
                  <a:pt x="6969486" y="35215"/>
                  <a:pt x="6970372" y="35852"/>
                </a:cubicBezTo>
                <a:cubicBezTo>
                  <a:pt x="6971257" y="36489"/>
                  <a:pt x="6972492" y="37126"/>
                  <a:pt x="6974076" y="37762"/>
                </a:cubicBezTo>
                <a:cubicBezTo>
                  <a:pt x="6975660" y="38399"/>
                  <a:pt x="6977725" y="39090"/>
                  <a:pt x="6980272" y="39836"/>
                </a:cubicBezTo>
                <a:cubicBezTo>
                  <a:pt x="6983037" y="40643"/>
                  <a:pt x="6985366" y="41490"/>
                  <a:pt x="6987261" y="42375"/>
                </a:cubicBezTo>
                <a:cubicBezTo>
                  <a:pt x="6989156" y="43260"/>
                  <a:pt x="6990693" y="44246"/>
                  <a:pt x="6991874" y="45334"/>
                </a:cubicBezTo>
                <a:cubicBezTo>
                  <a:pt x="6993054" y="46421"/>
                  <a:pt x="6993900" y="47648"/>
                  <a:pt x="6994413" y="49014"/>
                </a:cubicBezTo>
                <a:cubicBezTo>
                  <a:pt x="6994925" y="50381"/>
                  <a:pt x="6995182" y="51934"/>
                  <a:pt x="6995182" y="53674"/>
                </a:cubicBez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thisissuebysettingupabasic`CascaderSelect`withtheproblematic`popupProps`configuration.&quot;">
            <a:extLst xmlns:a="http://schemas.openxmlformats.org/drawingml/2006/main">
              <a:ext uri="{FF2B5EF4-FFF2-40B4-BE49-F238E27FC236}">
                <a16:creationId xmlns:a16="http://schemas.microsoft.com/office/drawing/2014/main" id="{B4776D2C-FE04-4B72-8FFC-9F89906E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70" y="6019414"/>
            <a:ext cx="5120260" cy="86008"/>
          </a:xfrm>
          <a:custGeom xmlns:a="http://schemas.openxmlformats.org/drawingml/2006/main">
            <a:pathLst>
              <a:path w="5120260" h="86008">
                <a:moveTo>
                  <a:pt x="42212" y="65741"/>
                </a:moveTo>
                <a:cubicBezTo>
                  <a:pt x="40379" y="66223"/>
                  <a:pt x="38485" y="66569"/>
                  <a:pt x="36528" y="66777"/>
                </a:cubicBezTo>
                <a:cubicBezTo>
                  <a:pt x="34571" y="66987"/>
                  <a:pt x="32583" y="67092"/>
                  <a:pt x="30564" y="67092"/>
                </a:cubicBezTo>
                <a:cubicBezTo>
                  <a:pt x="24694" y="67092"/>
                  <a:pt x="20314" y="65764"/>
                  <a:pt x="17425" y="63108"/>
                </a:cubicBezTo>
                <a:cubicBezTo>
                  <a:pt x="14537" y="60453"/>
                  <a:pt x="13092" y="56376"/>
                  <a:pt x="13092" y="50878"/>
                </a:cubicBezTo>
                <a:lnTo>
                  <a:pt x="13092" y="26464"/>
                </a:lnTo>
                <a:lnTo>
                  <a:pt x="0" y="26464"/>
                </a:lnTo>
                <a:lnTo>
                  <a:pt x="0" y="19662"/>
                </a:lnTo>
                <a:lnTo>
                  <a:pt x="13092" y="19662"/>
                </a:lnTo>
                <a:lnTo>
                  <a:pt x="13092" y="6762"/>
                </a:lnTo>
                <a:lnTo>
                  <a:pt x="21199" y="4659"/>
                </a:lnTo>
                <a:lnTo>
                  <a:pt x="21199" y="19662"/>
                </a:lnTo>
                <a:lnTo>
                  <a:pt x="42212" y="19662"/>
                </a:lnTo>
                <a:lnTo>
                  <a:pt x="42212" y="26464"/>
                </a:lnTo>
                <a:lnTo>
                  <a:pt x="21199" y="26464"/>
                </a:lnTo>
                <a:lnTo>
                  <a:pt x="21199" y="50226"/>
                </a:lnTo>
                <a:cubicBezTo>
                  <a:pt x="21199" y="53580"/>
                  <a:pt x="22092" y="56089"/>
                  <a:pt x="23878" y="57750"/>
                </a:cubicBezTo>
                <a:cubicBezTo>
                  <a:pt x="25664" y="59412"/>
                  <a:pt x="28297" y="60243"/>
                  <a:pt x="31775" y="60243"/>
                </a:cubicBezTo>
                <a:cubicBezTo>
                  <a:pt x="33266" y="60243"/>
                  <a:pt x="34897" y="60123"/>
                  <a:pt x="36668" y="59883"/>
                </a:cubicBezTo>
                <a:cubicBezTo>
                  <a:pt x="38438" y="59643"/>
                  <a:pt x="40286" y="59265"/>
                  <a:pt x="42212" y="58752"/>
                </a:cubicBezTo>
                <a:lnTo>
                  <a:pt x="42212" y="65741"/>
                </a:lnTo>
                <a:close/>
                <a:moveTo>
                  <a:pt x="93977" y="66440"/>
                </a:moveTo>
                <a:lnTo>
                  <a:pt x="85870" y="66440"/>
                </a:lnTo>
                <a:lnTo>
                  <a:pt x="85870" y="36574"/>
                </a:lnTo>
                <a:cubicBezTo>
                  <a:pt x="85870" y="32971"/>
                  <a:pt x="85195" y="30277"/>
                  <a:pt x="83844" y="28491"/>
                </a:cubicBezTo>
                <a:cubicBezTo>
                  <a:pt x="82492" y="26705"/>
                  <a:pt x="80559" y="25812"/>
                  <a:pt x="78043" y="25812"/>
                </a:cubicBezTo>
                <a:cubicBezTo>
                  <a:pt x="76956" y="25812"/>
                  <a:pt x="75939" y="25959"/>
                  <a:pt x="74991" y="26254"/>
                </a:cubicBezTo>
                <a:cubicBezTo>
                  <a:pt x="74044" y="26549"/>
                  <a:pt x="73058" y="27062"/>
                  <a:pt x="72033" y="27792"/>
                </a:cubicBezTo>
                <a:cubicBezTo>
                  <a:pt x="71008" y="28522"/>
                  <a:pt x="69889" y="29508"/>
                  <a:pt x="68678" y="30750"/>
                </a:cubicBezTo>
                <a:cubicBezTo>
                  <a:pt x="67467" y="31993"/>
                  <a:pt x="66069" y="33546"/>
                  <a:pt x="64485" y="35410"/>
                </a:cubicBezTo>
                <a:lnTo>
                  <a:pt x="64485" y="66440"/>
                </a:lnTo>
                <a:lnTo>
                  <a:pt x="56378" y="66440"/>
                </a:lnTo>
                <a:lnTo>
                  <a:pt x="56378" y="559"/>
                </a:lnTo>
                <a:lnTo>
                  <a:pt x="64485" y="559"/>
                </a:lnTo>
                <a:lnTo>
                  <a:pt x="64485" y="19649"/>
                </a:lnTo>
                <a:lnTo>
                  <a:pt x="64205" y="27023"/>
                </a:lnTo>
                <a:cubicBezTo>
                  <a:pt x="65479" y="25501"/>
                  <a:pt x="66729" y="24220"/>
                  <a:pt x="67956" y="23179"/>
                </a:cubicBezTo>
                <a:cubicBezTo>
                  <a:pt x="69183" y="22139"/>
                  <a:pt x="70410" y="21292"/>
                  <a:pt x="71637" y="20640"/>
                </a:cubicBezTo>
                <a:cubicBezTo>
                  <a:pt x="72864" y="19988"/>
                  <a:pt x="74114" y="19522"/>
                  <a:pt x="75387" y="19242"/>
                </a:cubicBezTo>
                <a:cubicBezTo>
                  <a:pt x="76661" y="18963"/>
                  <a:pt x="77981" y="18823"/>
                  <a:pt x="79348" y="18823"/>
                </a:cubicBezTo>
                <a:cubicBezTo>
                  <a:pt x="84007" y="18823"/>
                  <a:pt x="87610" y="20244"/>
                  <a:pt x="90157" y="23086"/>
                </a:cubicBezTo>
                <a:cubicBezTo>
                  <a:pt x="92704" y="25928"/>
                  <a:pt x="93977" y="30207"/>
                  <a:pt x="93977" y="35922"/>
                </a:cubicBezTo>
                <a:lnTo>
                  <a:pt x="93977" y="66440"/>
                </a:lnTo>
                <a:close/>
                <a:moveTo>
                  <a:pt x="124171" y="26371"/>
                </a:moveTo>
                <a:lnTo>
                  <a:pt x="110333" y="26371"/>
                </a:lnTo>
                <a:lnTo>
                  <a:pt x="110333" y="19662"/>
                </a:lnTo>
                <a:lnTo>
                  <a:pt x="132371" y="19662"/>
                </a:lnTo>
                <a:lnTo>
                  <a:pt x="132371" y="59684"/>
                </a:lnTo>
                <a:lnTo>
                  <a:pt x="146302" y="59684"/>
                </a:lnTo>
                <a:lnTo>
                  <a:pt x="146302" y="66440"/>
                </a:lnTo>
                <a:lnTo>
                  <a:pt x="108795" y="66440"/>
                </a:lnTo>
                <a:lnTo>
                  <a:pt x="108795" y="59684"/>
                </a:lnTo>
                <a:lnTo>
                  <a:pt x="124171" y="59684"/>
                </a:lnTo>
                <a:lnTo>
                  <a:pt x="124171" y="26371"/>
                </a:lnTo>
                <a:moveTo>
                  <a:pt x="127013" y="0"/>
                </a:moveTo>
                <a:cubicBezTo>
                  <a:pt x="127914" y="0"/>
                  <a:pt x="128752" y="163"/>
                  <a:pt x="129529" y="489"/>
                </a:cubicBezTo>
                <a:cubicBezTo>
                  <a:pt x="130305" y="815"/>
                  <a:pt x="130981" y="1274"/>
                  <a:pt x="131555" y="1864"/>
                </a:cubicBezTo>
                <a:cubicBezTo>
                  <a:pt x="132130" y="2454"/>
                  <a:pt x="132580" y="3129"/>
                  <a:pt x="132907" y="3890"/>
                </a:cubicBezTo>
                <a:cubicBezTo>
                  <a:pt x="133233" y="4651"/>
                  <a:pt x="133396" y="5482"/>
                  <a:pt x="133396" y="6383"/>
                </a:cubicBezTo>
                <a:cubicBezTo>
                  <a:pt x="133396" y="7253"/>
                  <a:pt x="133233" y="8076"/>
                  <a:pt x="132907" y="8852"/>
                </a:cubicBezTo>
                <a:cubicBezTo>
                  <a:pt x="132580" y="9629"/>
                  <a:pt x="132130" y="10312"/>
                  <a:pt x="131555" y="10902"/>
                </a:cubicBezTo>
                <a:cubicBezTo>
                  <a:pt x="130981" y="11493"/>
                  <a:pt x="130305" y="11951"/>
                  <a:pt x="129529" y="12277"/>
                </a:cubicBezTo>
                <a:cubicBezTo>
                  <a:pt x="128752" y="12603"/>
                  <a:pt x="127914" y="12766"/>
                  <a:pt x="127013" y="12766"/>
                </a:cubicBezTo>
                <a:cubicBezTo>
                  <a:pt x="126112" y="12766"/>
                  <a:pt x="125273" y="12603"/>
                  <a:pt x="124497" y="12277"/>
                </a:cubicBezTo>
                <a:cubicBezTo>
                  <a:pt x="123720" y="11951"/>
                  <a:pt x="123045" y="11493"/>
                  <a:pt x="122470" y="10902"/>
                </a:cubicBezTo>
                <a:cubicBezTo>
                  <a:pt x="121895" y="10312"/>
                  <a:pt x="121445" y="9629"/>
                  <a:pt x="121119" y="8852"/>
                </a:cubicBezTo>
                <a:cubicBezTo>
                  <a:pt x="120793" y="8076"/>
                  <a:pt x="120630" y="7253"/>
                  <a:pt x="120630" y="6383"/>
                </a:cubicBezTo>
                <a:cubicBezTo>
                  <a:pt x="120630" y="5482"/>
                  <a:pt x="120793" y="4651"/>
                  <a:pt x="121119" y="3890"/>
                </a:cubicBezTo>
                <a:cubicBezTo>
                  <a:pt x="121445" y="3129"/>
                  <a:pt x="121895" y="2454"/>
                  <a:pt x="122470" y="1864"/>
                </a:cubicBezTo>
                <a:cubicBezTo>
                  <a:pt x="123045" y="1274"/>
                  <a:pt x="123720" y="815"/>
                  <a:pt x="124497" y="489"/>
                </a:cubicBezTo>
                <a:cubicBezTo>
                  <a:pt x="125273" y="163"/>
                  <a:pt x="126112" y="0"/>
                  <a:pt x="127013" y="0"/>
                </a:cubicBezTo>
                <a:close/>
                <a:moveTo>
                  <a:pt x="197135" y="53674"/>
                </a:moveTo>
                <a:cubicBezTo>
                  <a:pt x="197135" y="55320"/>
                  <a:pt x="196856" y="56795"/>
                  <a:pt x="196297" y="58100"/>
                </a:cubicBezTo>
                <a:cubicBezTo>
                  <a:pt x="195737" y="59404"/>
                  <a:pt x="194976" y="60561"/>
                  <a:pt x="194014" y="61571"/>
                </a:cubicBezTo>
                <a:cubicBezTo>
                  <a:pt x="193051" y="62580"/>
                  <a:pt x="191932" y="63442"/>
                  <a:pt x="190659" y="64157"/>
                </a:cubicBezTo>
                <a:cubicBezTo>
                  <a:pt x="189385" y="64871"/>
                  <a:pt x="188026" y="65461"/>
                  <a:pt x="186582" y="65927"/>
                </a:cubicBezTo>
                <a:cubicBezTo>
                  <a:pt x="185138" y="66393"/>
                  <a:pt x="183655" y="66735"/>
                  <a:pt x="182133" y="66952"/>
                </a:cubicBezTo>
                <a:cubicBezTo>
                  <a:pt x="180611" y="67170"/>
                  <a:pt x="179120" y="67278"/>
                  <a:pt x="177660" y="67278"/>
                </a:cubicBezTo>
                <a:cubicBezTo>
                  <a:pt x="174492" y="67278"/>
                  <a:pt x="171580" y="67139"/>
                  <a:pt x="168924" y="66859"/>
                </a:cubicBezTo>
                <a:cubicBezTo>
                  <a:pt x="166268" y="66579"/>
                  <a:pt x="163667" y="66129"/>
                  <a:pt x="161120" y="65508"/>
                </a:cubicBezTo>
                <a:lnTo>
                  <a:pt x="161120" y="58053"/>
                </a:lnTo>
                <a:cubicBezTo>
                  <a:pt x="163853" y="58830"/>
                  <a:pt x="166571" y="59420"/>
                  <a:pt x="169273" y="59824"/>
                </a:cubicBezTo>
                <a:cubicBezTo>
                  <a:pt x="171976" y="60227"/>
                  <a:pt x="174662" y="60429"/>
                  <a:pt x="177334" y="60429"/>
                </a:cubicBezTo>
                <a:cubicBezTo>
                  <a:pt x="181216" y="60429"/>
                  <a:pt x="184090" y="59901"/>
                  <a:pt x="185953" y="58845"/>
                </a:cubicBezTo>
                <a:cubicBezTo>
                  <a:pt x="187817" y="57789"/>
                  <a:pt x="188749" y="56283"/>
                  <a:pt x="188749" y="54326"/>
                </a:cubicBezTo>
                <a:cubicBezTo>
                  <a:pt x="188749" y="53487"/>
                  <a:pt x="188601" y="52734"/>
                  <a:pt x="188306" y="52066"/>
                </a:cubicBezTo>
                <a:cubicBezTo>
                  <a:pt x="188011" y="51398"/>
                  <a:pt x="187475" y="50762"/>
                  <a:pt x="186699" y="50156"/>
                </a:cubicBezTo>
                <a:cubicBezTo>
                  <a:pt x="185922" y="49550"/>
                  <a:pt x="184718" y="48921"/>
                  <a:pt x="183088" y="48269"/>
                </a:cubicBezTo>
                <a:cubicBezTo>
                  <a:pt x="181457" y="47617"/>
                  <a:pt x="179228" y="46871"/>
                  <a:pt x="176402" y="46033"/>
                </a:cubicBezTo>
                <a:cubicBezTo>
                  <a:pt x="174290" y="45411"/>
                  <a:pt x="172341" y="44705"/>
                  <a:pt x="170555" y="43913"/>
                </a:cubicBezTo>
                <a:cubicBezTo>
                  <a:pt x="168769" y="43121"/>
                  <a:pt x="167223" y="42181"/>
                  <a:pt x="165919" y="41094"/>
                </a:cubicBezTo>
                <a:cubicBezTo>
                  <a:pt x="164614" y="40007"/>
                  <a:pt x="163589" y="38733"/>
                  <a:pt x="162844" y="37273"/>
                </a:cubicBezTo>
                <a:cubicBezTo>
                  <a:pt x="162098" y="35813"/>
                  <a:pt x="161726" y="34090"/>
                  <a:pt x="161726" y="32102"/>
                </a:cubicBezTo>
                <a:cubicBezTo>
                  <a:pt x="161726" y="30797"/>
                  <a:pt x="162028" y="29368"/>
                  <a:pt x="162634" y="27815"/>
                </a:cubicBezTo>
                <a:cubicBezTo>
                  <a:pt x="163240" y="26262"/>
                  <a:pt x="164273" y="24818"/>
                  <a:pt x="165732" y="23482"/>
                </a:cubicBezTo>
                <a:cubicBezTo>
                  <a:pt x="167192" y="22147"/>
                  <a:pt x="169165" y="21036"/>
                  <a:pt x="171650" y="20151"/>
                </a:cubicBezTo>
                <a:cubicBezTo>
                  <a:pt x="174134" y="19266"/>
                  <a:pt x="177241" y="18823"/>
                  <a:pt x="180968" y="18823"/>
                </a:cubicBezTo>
                <a:cubicBezTo>
                  <a:pt x="182800" y="18823"/>
                  <a:pt x="184835" y="18924"/>
                  <a:pt x="187071" y="19126"/>
                </a:cubicBezTo>
                <a:cubicBezTo>
                  <a:pt x="189308" y="19328"/>
                  <a:pt x="191637" y="19677"/>
                  <a:pt x="194060" y="20174"/>
                </a:cubicBezTo>
                <a:lnTo>
                  <a:pt x="194060" y="27396"/>
                </a:lnTo>
                <a:cubicBezTo>
                  <a:pt x="191513" y="26775"/>
                  <a:pt x="189098" y="26316"/>
                  <a:pt x="186815" y="26021"/>
                </a:cubicBezTo>
                <a:cubicBezTo>
                  <a:pt x="184532" y="25726"/>
                  <a:pt x="182552" y="25579"/>
                  <a:pt x="180875" y="25579"/>
                </a:cubicBezTo>
                <a:cubicBezTo>
                  <a:pt x="178856" y="25579"/>
                  <a:pt x="177155" y="25734"/>
                  <a:pt x="175773" y="26045"/>
                </a:cubicBezTo>
                <a:cubicBezTo>
                  <a:pt x="174391" y="26355"/>
                  <a:pt x="173272" y="26782"/>
                  <a:pt x="172418" y="27326"/>
                </a:cubicBezTo>
                <a:cubicBezTo>
                  <a:pt x="171564" y="27870"/>
                  <a:pt x="170951" y="28506"/>
                  <a:pt x="170578" y="29236"/>
                </a:cubicBezTo>
                <a:cubicBezTo>
                  <a:pt x="170205" y="29966"/>
                  <a:pt x="170019" y="30750"/>
                  <a:pt x="170019" y="31589"/>
                </a:cubicBezTo>
                <a:cubicBezTo>
                  <a:pt x="170019" y="32428"/>
                  <a:pt x="170182" y="33189"/>
                  <a:pt x="170508" y="33872"/>
                </a:cubicBezTo>
                <a:cubicBezTo>
                  <a:pt x="170834" y="34555"/>
                  <a:pt x="171440" y="35215"/>
                  <a:pt x="172325" y="35852"/>
                </a:cubicBezTo>
                <a:cubicBezTo>
                  <a:pt x="173210" y="36489"/>
                  <a:pt x="174445" y="37126"/>
                  <a:pt x="176029" y="37762"/>
                </a:cubicBezTo>
                <a:cubicBezTo>
                  <a:pt x="177613" y="38399"/>
                  <a:pt x="179679" y="39090"/>
                  <a:pt x="182226" y="39836"/>
                </a:cubicBezTo>
                <a:cubicBezTo>
                  <a:pt x="184990" y="40643"/>
                  <a:pt x="187320" y="41490"/>
                  <a:pt x="189215" y="42375"/>
                </a:cubicBezTo>
                <a:cubicBezTo>
                  <a:pt x="191109" y="43260"/>
                  <a:pt x="192647" y="44246"/>
                  <a:pt x="193827" y="45334"/>
                </a:cubicBezTo>
                <a:cubicBezTo>
                  <a:pt x="195007" y="46421"/>
                  <a:pt x="195854" y="47648"/>
                  <a:pt x="196366" y="49014"/>
                </a:cubicBezTo>
                <a:cubicBezTo>
                  <a:pt x="196879" y="50381"/>
                  <a:pt x="197135" y="51934"/>
                  <a:pt x="197135" y="53674"/>
                </a:cubicBezTo>
                <a:close/>
                <a:moveTo>
                  <a:pt x="279763" y="26371"/>
                </a:moveTo>
                <a:lnTo>
                  <a:pt x="265926" y="26371"/>
                </a:lnTo>
                <a:lnTo>
                  <a:pt x="265926" y="19662"/>
                </a:lnTo>
                <a:lnTo>
                  <a:pt x="287964" y="19662"/>
                </a:lnTo>
                <a:lnTo>
                  <a:pt x="287964" y="59684"/>
                </a:lnTo>
                <a:lnTo>
                  <a:pt x="301894" y="59684"/>
                </a:lnTo>
                <a:lnTo>
                  <a:pt x="301894" y="66440"/>
                </a:lnTo>
                <a:lnTo>
                  <a:pt x="264388" y="66440"/>
                </a:lnTo>
                <a:lnTo>
                  <a:pt x="264388" y="59684"/>
                </a:lnTo>
                <a:lnTo>
                  <a:pt x="279763" y="59684"/>
                </a:lnTo>
                <a:lnTo>
                  <a:pt x="279763" y="26371"/>
                </a:lnTo>
                <a:moveTo>
                  <a:pt x="282605" y="0"/>
                </a:moveTo>
                <a:cubicBezTo>
                  <a:pt x="283506" y="0"/>
                  <a:pt x="284345" y="163"/>
                  <a:pt x="285121" y="489"/>
                </a:cubicBezTo>
                <a:cubicBezTo>
                  <a:pt x="285898" y="815"/>
                  <a:pt x="286574" y="1274"/>
                  <a:pt x="287148" y="1864"/>
                </a:cubicBezTo>
                <a:cubicBezTo>
                  <a:pt x="287723" y="2454"/>
                  <a:pt x="288173" y="3129"/>
                  <a:pt x="288499" y="3890"/>
                </a:cubicBezTo>
                <a:cubicBezTo>
                  <a:pt x="288825" y="4651"/>
                  <a:pt x="288989" y="5482"/>
                  <a:pt x="288989" y="6383"/>
                </a:cubicBezTo>
                <a:cubicBezTo>
                  <a:pt x="288989" y="7253"/>
                  <a:pt x="288825" y="8076"/>
                  <a:pt x="288499" y="8852"/>
                </a:cubicBezTo>
                <a:cubicBezTo>
                  <a:pt x="288173" y="9629"/>
                  <a:pt x="287723" y="10312"/>
                  <a:pt x="287148" y="10902"/>
                </a:cubicBezTo>
                <a:cubicBezTo>
                  <a:pt x="286574" y="11493"/>
                  <a:pt x="285898" y="11951"/>
                  <a:pt x="285121" y="12277"/>
                </a:cubicBezTo>
                <a:cubicBezTo>
                  <a:pt x="284345" y="12603"/>
                  <a:pt x="283506" y="12766"/>
                  <a:pt x="282605" y="12766"/>
                </a:cubicBezTo>
                <a:cubicBezTo>
                  <a:pt x="281705" y="12766"/>
                  <a:pt x="280866" y="12603"/>
                  <a:pt x="280090" y="12277"/>
                </a:cubicBezTo>
                <a:cubicBezTo>
                  <a:pt x="279313" y="11951"/>
                  <a:pt x="278637" y="11493"/>
                  <a:pt x="278063" y="10902"/>
                </a:cubicBezTo>
                <a:cubicBezTo>
                  <a:pt x="277488" y="10312"/>
                  <a:pt x="277038" y="9629"/>
                  <a:pt x="276712" y="8852"/>
                </a:cubicBezTo>
                <a:cubicBezTo>
                  <a:pt x="276386" y="8076"/>
                  <a:pt x="276222" y="7253"/>
                  <a:pt x="276222" y="6383"/>
                </a:cubicBezTo>
                <a:cubicBezTo>
                  <a:pt x="276222" y="5482"/>
                  <a:pt x="276386" y="4651"/>
                  <a:pt x="276712" y="3890"/>
                </a:cubicBezTo>
                <a:cubicBezTo>
                  <a:pt x="277038" y="3129"/>
                  <a:pt x="277488" y="2454"/>
                  <a:pt x="278063" y="1864"/>
                </a:cubicBezTo>
                <a:cubicBezTo>
                  <a:pt x="278637" y="1274"/>
                  <a:pt x="279313" y="815"/>
                  <a:pt x="280090" y="489"/>
                </a:cubicBezTo>
                <a:cubicBezTo>
                  <a:pt x="280866" y="163"/>
                  <a:pt x="281705" y="0"/>
                  <a:pt x="282605" y="0"/>
                </a:cubicBezTo>
                <a:close/>
                <a:moveTo>
                  <a:pt x="352728" y="53674"/>
                </a:moveTo>
                <a:cubicBezTo>
                  <a:pt x="352728" y="55320"/>
                  <a:pt x="352448" y="56795"/>
                  <a:pt x="351889" y="58100"/>
                </a:cubicBezTo>
                <a:cubicBezTo>
                  <a:pt x="351330" y="59404"/>
                  <a:pt x="350569" y="60561"/>
                  <a:pt x="349606" y="61571"/>
                </a:cubicBezTo>
                <a:cubicBezTo>
                  <a:pt x="348643" y="62580"/>
                  <a:pt x="347525" y="63442"/>
                  <a:pt x="346252" y="64157"/>
                </a:cubicBezTo>
                <a:cubicBezTo>
                  <a:pt x="344978" y="64871"/>
                  <a:pt x="343619" y="65461"/>
                  <a:pt x="342175" y="65927"/>
                </a:cubicBezTo>
                <a:cubicBezTo>
                  <a:pt x="340731" y="66393"/>
                  <a:pt x="339247" y="66735"/>
                  <a:pt x="337725" y="66952"/>
                </a:cubicBezTo>
                <a:cubicBezTo>
                  <a:pt x="336203" y="67170"/>
                  <a:pt x="334713" y="67278"/>
                  <a:pt x="333253" y="67278"/>
                </a:cubicBezTo>
                <a:cubicBezTo>
                  <a:pt x="330084" y="67278"/>
                  <a:pt x="327172" y="67139"/>
                  <a:pt x="324517" y="66859"/>
                </a:cubicBezTo>
                <a:cubicBezTo>
                  <a:pt x="321861" y="66579"/>
                  <a:pt x="319260" y="66129"/>
                  <a:pt x="316713" y="65508"/>
                </a:cubicBezTo>
                <a:lnTo>
                  <a:pt x="316713" y="58053"/>
                </a:lnTo>
                <a:cubicBezTo>
                  <a:pt x="319446" y="58830"/>
                  <a:pt x="322164" y="59420"/>
                  <a:pt x="324866" y="59824"/>
                </a:cubicBezTo>
                <a:cubicBezTo>
                  <a:pt x="327568" y="60227"/>
                  <a:pt x="330255" y="60429"/>
                  <a:pt x="332927" y="60429"/>
                </a:cubicBezTo>
                <a:cubicBezTo>
                  <a:pt x="336809" y="60429"/>
                  <a:pt x="339682" y="59901"/>
                  <a:pt x="341546" y="58845"/>
                </a:cubicBezTo>
                <a:cubicBezTo>
                  <a:pt x="343410" y="57789"/>
                  <a:pt x="344341" y="56283"/>
                  <a:pt x="344341" y="54326"/>
                </a:cubicBezTo>
                <a:cubicBezTo>
                  <a:pt x="344341" y="53487"/>
                  <a:pt x="344194" y="52734"/>
                  <a:pt x="343899" y="52066"/>
                </a:cubicBezTo>
                <a:cubicBezTo>
                  <a:pt x="343604" y="51398"/>
                  <a:pt x="343068" y="50762"/>
                  <a:pt x="342291" y="50156"/>
                </a:cubicBezTo>
                <a:cubicBezTo>
                  <a:pt x="341515" y="49550"/>
                  <a:pt x="340311" y="48921"/>
                  <a:pt x="338681" y="48269"/>
                </a:cubicBezTo>
                <a:cubicBezTo>
                  <a:pt x="337050" y="47617"/>
                  <a:pt x="334821" y="46871"/>
                  <a:pt x="331995" y="46033"/>
                </a:cubicBezTo>
                <a:cubicBezTo>
                  <a:pt x="329883" y="45411"/>
                  <a:pt x="327933" y="44705"/>
                  <a:pt x="326147" y="43913"/>
                </a:cubicBezTo>
                <a:cubicBezTo>
                  <a:pt x="324361" y="43121"/>
                  <a:pt x="322816" y="42181"/>
                  <a:pt x="321512" y="41094"/>
                </a:cubicBezTo>
                <a:cubicBezTo>
                  <a:pt x="320207" y="40007"/>
                  <a:pt x="319182" y="38733"/>
                  <a:pt x="318437" y="37273"/>
                </a:cubicBezTo>
                <a:cubicBezTo>
                  <a:pt x="317691" y="35813"/>
                  <a:pt x="317318" y="34090"/>
                  <a:pt x="317318" y="32102"/>
                </a:cubicBezTo>
                <a:cubicBezTo>
                  <a:pt x="317318" y="30797"/>
                  <a:pt x="317621" y="29368"/>
                  <a:pt x="318227" y="27815"/>
                </a:cubicBezTo>
                <a:cubicBezTo>
                  <a:pt x="318833" y="26262"/>
                  <a:pt x="319865" y="24818"/>
                  <a:pt x="321325" y="23482"/>
                </a:cubicBezTo>
                <a:cubicBezTo>
                  <a:pt x="322785" y="22147"/>
                  <a:pt x="324757" y="21036"/>
                  <a:pt x="327242" y="20151"/>
                </a:cubicBezTo>
                <a:cubicBezTo>
                  <a:pt x="329727" y="19266"/>
                  <a:pt x="332833" y="18823"/>
                  <a:pt x="336561" y="18823"/>
                </a:cubicBezTo>
                <a:cubicBezTo>
                  <a:pt x="338393" y="18823"/>
                  <a:pt x="340428" y="18924"/>
                  <a:pt x="342664" y="19126"/>
                </a:cubicBezTo>
                <a:cubicBezTo>
                  <a:pt x="344901" y="19328"/>
                  <a:pt x="347230" y="19677"/>
                  <a:pt x="349653" y="20174"/>
                </a:cubicBezTo>
                <a:lnTo>
                  <a:pt x="349653" y="27396"/>
                </a:lnTo>
                <a:cubicBezTo>
                  <a:pt x="347106" y="26775"/>
                  <a:pt x="344691" y="26316"/>
                  <a:pt x="342408" y="26021"/>
                </a:cubicBezTo>
                <a:cubicBezTo>
                  <a:pt x="340125" y="25726"/>
                  <a:pt x="338145" y="25579"/>
                  <a:pt x="336467" y="25579"/>
                </a:cubicBezTo>
                <a:cubicBezTo>
                  <a:pt x="334449" y="25579"/>
                  <a:pt x="332748" y="25734"/>
                  <a:pt x="331366" y="26045"/>
                </a:cubicBezTo>
                <a:cubicBezTo>
                  <a:pt x="329983" y="26355"/>
                  <a:pt x="328865" y="26782"/>
                  <a:pt x="328011" y="27326"/>
                </a:cubicBezTo>
                <a:cubicBezTo>
                  <a:pt x="327157" y="27870"/>
                  <a:pt x="326543" y="28506"/>
                  <a:pt x="326171" y="29236"/>
                </a:cubicBezTo>
                <a:cubicBezTo>
                  <a:pt x="325798" y="29966"/>
                  <a:pt x="325612" y="30750"/>
                  <a:pt x="325612" y="31589"/>
                </a:cubicBezTo>
                <a:cubicBezTo>
                  <a:pt x="325612" y="32428"/>
                  <a:pt x="325775" y="33189"/>
                  <a:pt x="326101" y="33872"/>
                </a:cubicBezTo>
                <a:cubicBezTo>
                  <a:pt x="326427" y="34555"/>
                  <a:pt x="327033" y="35215"/>
                  <a:pt x="327918" y="35852"/>
                </a:cubicBezTo>
                <a:cubicBezTo>
                  <a:pt x="328803" y="36489"/>
                  <a:pt x="330038" y="37126"/>
                  <a:pt x="331622" y="37762"/>
                </a:cubicBezTo>
                <a:cubicBezTo>
                  <a:pt x="333206" y="38399"/>
                  <a:pt x="335272" y="39090"/>
                  <a:pt x="337819" y="39836"/>
                </a:cubicBezTo>
                <a:cubicBezTo>
                  <a:pt x="340583" y="40643"/>
                  <a:pt x="342913" y="41490"/>
                  <a:pt x="344807" y="42375"/>
                </a:cubicBezTo>
                <a:cubicBezTo>
                  <a:pt x="346702" y="43260"/>
                  <a:pt x="348240" y="44246"/>
                  <a:pt x="349420" y="45334"/>
                </a:cubicBezTo>
                <a:cubicBezTo>
                  <a:pt x="350600" y="46421"/>
                  <a:pt x="351447" y="47648"/>
                  <a:pt x="351959" y="49014"/>
                </a:cubicBezTo>
                <a:cubicBezTo>
                  <a:pt x="352472" y="50381"/>
                  <a:pt x="352728" y="51934"/>
                  <a:pt x="352728" y="53674"/>
                </a:cubicBezTo>
                <a:close/>
                <a:moveTo>
                  <a:pt x="404586" y="53674"/>
                </a:moveTo>
                <a:cubicBezTo>
                  <a:pt x="404586" y="55320"/>
                  <a:pt x="404307" y="56795"/>
                  <a:pt x="403748" y="58100"/>
                </a:cubicBezTo>
                <a:cubicBezTo>
                  <a:pt x="403189" y="59404"/>
                  <a:pt x="402428" y="60561"/>
                  <a:pt x="401465" y="61571"/>
                </a:cubicBezTo>
                <a:cubicBezTo>
                  <a:pt x="400502" y="62580"/>
                  <a:pt x="399384" y="63442"/>
                  <a:pt x="398110" y="64157"/>
                </a:cubicBezTo>
                <a:cubicBezTo>
                  <a:pt x="396837" y="64871"/>
                  <a:pt x="395478" y="65461"/>
                  <a:pt x="394033" y="65927"/>
                </a:cubicBezTo>
                <a:cubicBezTo>
                  <a:pt x="392589" y="66393"/>
                  <a:pt x="391106" y="66735"/>
                  <a:pt x="389584" y="66952"/>
                </a:cubicBezTo>
                <a:cubicBezTo>
                  <a:pt x="388062" y="67170"/>
                  <a:pt x="386571" y="67278"/>
                  <a:pt x="385111" y="67278"/>
                </a:cubicBezTo>
                <a:cubicBezTo>
                  <a:pt x="381943" y="67278"/>
                  <a:pt x="379031" y="67139"/>
                  <a:pt x="376375" y="66859"/>
                </a:cubicBezTo>
                <a:cubicBezTo>
                  <a:pt x="373719" y="66579"/>
                  <a:pt x="371118" y="66129"/>
                  <a:pt x="368571" y="65508"/>
                </a:cubicBezTo>
                <a:lnTo>
                  <a:pt x="368571" y="58053"/>
                </a:lnTo>
                <a:cubicBezTo>
                  <a:pt x="371304" y="58830"/>
                  <a:pt x="374022" y="59420"/>
                  <a:pt x="376725" y="59824"/>
                </a:cubicBezTo>
                <a:cubicBezTo>
                  <a:pt x="379427" y="60227"/>
                  <a:pt x="382114" y="60429"/>
                  <a:pt x="384785" y="60429"/>
                </a:cubicBezTo>
                <a:cubicBezTo>
                  <a:pt x="388668" y="60429"/>
                  <a:pt x="391541" y="59901"/>
                  <a:pt x="393404" y="58845"/>
                </a:cubicBezTo>
                <a:cubicBezTo>
                  <a:pt x="395268" y="57789"/>
                  <a:pt x="396200" y="56283"/>
                  <a:pt x="396200" y="54326"/>
                </a:cubicBezTo>
                <a:cubicBezTo>
                  <a:pt x="396200" y="53487"/>
                  <a:pt x="396052" y="52734"/>
                  <a:pt x="395757" y="52066"/>
                </a:cubicBezTo>
                <a:cubicBezTo>
                  <a:pt x="395462" y="51398"/>
                  <a:pt x="394926" y="50762"/>
                  <a:pt x="394150" y="50156"/>
                </a:cubicBezTo>
                <a:cubicBezTo>
                  <a:pt x="393373" y="49550"/>
                  <a:pt x="392170" y="48921"/>
                  <a:pt x="390539" y="48269"/>
                </a:cubicBezTo>
                <a:cubicBezTo>
                  <a:pt x="388908" y="47617"/>
                  <a:pt x="386680" y="46871"/>
                  <a:pt x="383853" y="46033"/>
                </a:cubicBezTo>
                <a:cubicBezTo>
                  <a:pt x="381741" y="45411"/>
                  <a:pt x="379792" y="44705"/>
                  <a:pt x="378006" y="43913"/>
                </a:cubicBezTo>
                <a:cubicBezTo>
                  <a:pt x="376220" y="43121"/>
                  <a:pt x="374675" y="42181"/>
                  <a:pt x="373370" y="41094"/>
                </a:cubicBezTo>
                <a:cubicBezTo>
                  <a:pt x="372065" y="40007"/>
                  <a:pt x="371040" y="38733"/>
                  <a:pt x="370295" y="37273"/>
                </a:cubicBezTo>
                <a:cubicBezTo>
                  <a:pt x="369550" y="35813"/>
                  <a:pt x="369177" y="34090"/>
                  <a:pt x="369177" y="32102"/>
                </a:cubicBezTo>
                <a:cubicBezTo>
                  <a:pt x="369177" y="30797"/>
                  <a:pt x="369480" y="29368"/>
                  <a:pt x="370085" y="27815"/>
                </a:cubicBezTo>
                <a:cubicBezTo>
                  <a:pt x="370691" y="26262"/>
                  <a:pt x="371724" y="24818"/>
                  <a:pt x="373184" y="23482"/>
                </a:cubicBezTo>
                <a:cubicBezTo>
                  <a:pt x="374644" y="22147"/>
                  <a:pt x="376616" y="21036"/>
                  <a:pt x="379101" y="20151"/>
                </a:cubicBezTo>
                <a:cubicBezTo>
                  <a:pt x="381586" y="19266"/>
                  <a:pt x="384692" y="18823"/>
                  <a:pt x="388419" y="18823"/>
                </a:cubicBezTo>
                <a:cubicBezTo>
                  <a:pt x="390252" y="18823"/>
                  <a:pt x="392286" y="18924"/>
                  <a:pt x="394523" y="19126"/>
                </a:cubicBezTo>
                <a:cubicBezTo>
                  <a:pt x="396759" y="19328"/>
                  <a:pt x="399089" y="19677"/>
                  <a:pt x="401511" y="20174"/>
                </a:cubicBezTo>
                <a:lnTo>
                  <a:pt x="401511" y="27396"/>
                </a:lnTo>
                <a:cubicBezTo>
                  <a:pt x="398964" y="26775"/>
                  <a:pt x="396549" y="26316"/>
                  <a:pt x="394266" y="26021"/>
                </a:cubicBezTo>
                <a:cubicBezTo>
                  <a:pt x="391983" y="25726"/>
                  <a:pt x="390003" y="25579"/>
                  <a:pt x="388326" y="25579"/>
                </a:cubicBezTo>
                <a:cubicBezTo>
                  <a:pt x="386307" y="25579"/>
                  <a:pt x="384606" y="25734"/>
                  <a:pt x="383224" y="26045"/>
                </a:cubicBezTo>
                <a:cubicBezTo>
                  <a:pt x="381842" y="26355"/>
                  <a:pt x="380724" y="26782"/>
                  <a:pt x="379870" y="27326"/>
                </a:cubicBezTo>
                <a:cubicBezTo>
                  <a:pt x="379015" y="27870"/>
                  <a:pt x="378402" y="28506"/>
                  <a:pt x="378029" y="29236"/>
                </a:cubicBezTo>
                <a:cubicBezTo>
                  <a:pt x="377656" y="29966"/>
                  <a:pt x="377470" y="30750"/>
                  <a:pt x="377470" y="31589"/>
                </a:cubicBezTo>
                <a:cubicBezTo>
                  <a:pt x="377470" y="32428"/>
                  <a:pt x="377633" y="33189"/>
                  <a:pt x="377959" y="33872"/>
                </a:cubicBezTo>
                <a:cubicBezTo>
                  <a:pt x="378285" y="34555"/>
                  <a:pt x="378891" y="35215"/>
                  <a:pt x="379776" y="35852"/>
                </a:cubicBezTo>
                <a:cubicBezTo>
                  <a:pt x="380662" y="36489"/>
                  <a:pt x="381896" y="37126"/>
                  <a:pt x="383480" y="37762"/>
                </a:cubicBezTo>
                <a:cubicBezTo>
                  <a:pt x="385065" y="38399"/>
                  <a:pt x="387130" y="39090"/>
                  <a:pt x="389677" y="39836"/>
                </a:cubicBezTo>
                <a:cubicBezTo>
                  <a:pt x="392442" y="40643"/>
                  <a:pt x="394771" y="41490"/>
                  <a:pt x="396666" y="42375"/>
                </a:cubicBezTo>
                <a:cubicBezTo>
                  <a:pt x="398561" y="43260"/>
                  <a:pt x="400098" y="44246"/>
                  <a:pt x="401278" y="45334"/>
                </a:cubicBezTo>
                <a:cubicBezTo>
                  <a:pt x="402459" y="46421"/>
                  <a:pt x="403305" y="47648"/>
                  <a:pt x="403818" y="49014"/>
                </a:cubicBezTo>
                <a:cubicBezTo>
                  <a:pt x="404330" y="50381"/>
                  <a:pt x="404586" y="51934"/>
                  <a:pt x="404586" y="53674"/>
                </a:cubicBezTo>
                <a:close/>
                <a:moveTo>
                  <a:pt x="457004" y="66440"/>
                </a:moveTo>
                <a:lnTo>
                  <a:pt x="449736" y="66440"/>
                </a:lnTo>
                <a:lnTo>
                  <a:pt x="449456" y="58892"/>
                </a:lnTo>
                <a:cubicBezTo>
                  <a:pt x="448058" y="60507"/>
                  <a:pt x="446731" y="61850"/>
                  <a:pt x="445473" y="62922"/>
                </a:cubicBezTo>
                <a:cubicBezTo>
                  <a:pt x="444215" y="63994"/>
                  <a:pt x="442964" y="64856"/>
                  <a:pt x="441722" y="65508"/>
                </a:cubicBezTo>
                <a:cubicBezTo>
                  <a:pt x="440479" y="66160"/>
                  <a:pt x="439229" y="66618"/>
                  <a:pt x="437971" y="66882"/>
                </a:cubicBezTo>
                <a:cubicBezTo>
                  <a:pt x="436713" y="67146"/>
                  <a:pt x="435385" y="67278"/>
                  <a:pt x="433988" y="67278"/>
                </a:cubicBezTo>
                <a:cubicBezTo>
                  <a:pt x="429173" y="67278"/>
                  <a:pt x="425539" y="65865"/>
                  <a:pt x="423085" y="63038"/>
                </a:cubicBezTo>
                <a:cubicBezTo>
                  <a:pt x="420631" y="60212"/>
                  <a:pt x="419405" y="55941"/>
                  <a:pt x="419405" y="50226"/>
                </a:cubicBezTo>
                <a:lnTo>
                  <a:pt x="419405" y="19662"/>
                </a:lnTo>
                <a:lnTo>
                  <a:pt x="427511" y="19662"/>
                </a:lnTo>
                <a:lnTo>
                  <a:pt x="427511" y="49573"/>
                </a:lnTo>
                <a:cubicBezTo>
                  <a:pt x="427511" y="56749"/>
                  <a:pt x="430214" y="60336"/>
                  <a:pt x="435618" y="60336"/>
                </a:cubicBezTo>
                <a:cubicBezTo>
                  <a:pt x="436612" y="60336"/>
                  <a:pt x="437583" y="60189"/>
                  <a:pt x="438530" y="59894"/>
                </a:cubicBezTo>
                <a:cubicBezTo>
                  <a:pt x="439478" y="59598"/>
                  <a:pt x="440472" y="59086"/>
                  <a:pt x="441512" y="58356"/>
                </a:cubicBezTo>
                <a:cubicBezTo>
                  <a:pt x="442553" y="57626"/>
                  <a:pt x="443671" y="56640"/>
                  <a:pt x="444867" y="55397"/>
                </a:cubicBezTo>
                <a:cubicBezTo>
                  <a:pt x="446063" y="54155"/>
                  <a:pt x="447406" y="52586"/>
                  <a:pt x="448897" y="50692"/>
                </a:cubicBezTo>
                <a:lnTo>
                  <a:pt x="448897" y="19662"/>
                </a:lnTo>
                <a:lnTo>
                  <a:pt x="457004" y="19662"/>
                </a:lnTo>
                <a:lnTo>
                  <a:pt x="457004" y="66440"/>
                </a:lnTo>
                <a:close/>
                <a:moveTo>
                  <a:pt x="510773" y="40581"/>
                </a:moveTo>
                <a:cubicBezTo>
                  <a:pt x="510773" y="41731"/>
                  <a:pt x="510757" y="42693"/>
                  <a:pt x="510726" y="43470"/>
                </a:cubicBezTo>
                <a:cubicBezTo>
                  <a:pt x="510695" y="44246"/>
                  <a:pt x="510648" y="44976"/>
                  <a:pt x="510586" y="45660"/>
                </a:cubicBezTo>
                <a:lnTo>
                  <a:pt x="477739" y="45660"/>
                </a:lnTo>
                <a:cubicBezTo>
                  <a:pt x="477739" y="50443"/>
                  <a:pt x="479075" y="54116"/>
                  <a:pt x="481746" y="56679"/>
                </a:cubicBezTo>
                <a:cubicBezTo>
                  <a:pt x="484417" y="59241"/>
                  <a:pt x="488269" y="60522"/>
                  <a:pt x="493301" y="60522"/>
                </a:cubicBezTo>
                <a:cubicBezTo>
                  <a:pt x="494668" y="60522"/>
                  <a:pt x="496034" y="60467"/>
                  <a:pt x="497401" y="60357"/>
                </a:cubicBezTo>
                <a:cubicBezTo>
                  <a:pt x="498768" y="60245"/>
                  <a:pt x="500088" y="60094"/>
                  <a:pt x="501361" y="59904"/>
                </a:cubicBezTo>
                <a:cubicBezTo>
                  <a:pt x="502635" y="59712"/>
                  <a:pt x="503854" y="59498"/>
                  <a:pt x="505019" y="59260"/>
                </a:cubicBezTo>
                <a:cubicBezTo>
                  <a:pt x="506183" y="59021"/>
                  <a:pt x="507263" y="58759"/>
                  <a:pt x="508257" y="58472"/>
                </a:cubicBezTo>
                <a:lnTo>
                  <a:pt x="508257" y="65135"/>
                </a:lnTo>
                <a:cubicBezTo>
                  <a:pt x="506051" y="65770"/>
                  <a:pt x="503559" y="66286"/>
                  <a:pt x="500779" y="66683"/>
                </a:cubicBezTo>
                <a:cubicBezTo>
                  <a:pt x="497999" y="67080"/>
                  <a:pt x="495118" y="67278"/>
                  <a:pt x="492136" y="67278"/>
                </a:cubicBezTo>
                <a:cubicBezTo>
                  <a:pt x="488129" y="67278"/>
                  <a:pt x="484681" y="66735"/>
                  <a:pt x="481793" y="65648"/>
                </a:cubicBezTo>
                <a:cubicBezTo>
                  <a:pt x="478904" y="64560"/>
                  <a:pt x="476536" y="62984"/>
                  <a:pt x="474687" y="60919"/>
                </a:cubicBezTo>
                <a:cubicBezTo>
                  <a:pt x="472839" y="58853"/>
                  <a:pt x="471473" y="56321"/>
                  <a:pt x="470587" y="53324"/>
                </a:cubicBezTo>
                <a:cubicBezTo>
                  <a:pt x="469702" y="50327"/>
                  <a:pt x="469260" y="46933"/>
                  <a:pt x="469260" y="43144"/>
                </a:cubicBezTo>
                <a:cubicBezTo>
                  <a:pt x="469260" y="39851"/>
                  <a:pt x="469733" y="36737"/>
                  <a:pt x="470681" y="33802"/>
                </a:cubicBezTo>
                <a:cubicBezTo>
                  <a:pt x="471628" y="30867"/>
                  <a:pt x="473010" y="28289"/>
                  <a:pt x="474827" y="26068"/>
                </a:cubicBezTo>
                <a:cubicBezTo>
                  <a:pt x="476644" y="23847"/>
                  <a:pt x="478873" y="22084"/>
                  <a:pt x="481513" y="20780"/>
                </a:cubicBezTo>
                <a:cubicBezTo>
                  <a:pt x="484153" y="19475"/>
                  <a:pt x="487151" y="18823"/>
                  <a:pt x="490505" y="18823"/>
                </a:cubicBezTo>
                <a:cubicBezTo>
                  <a:pt x="493767" y="18823"/>
                  <a:pt x="496655" y="19336"/>
                  <a:pt x="499171" y="20361"/>
                </a:cubicBezTo>
                <a:cubicBezTo>
                  <a:pt x="501687" y="21386"/>
                  <a:pt x="503807" y="22838"/>
                  <a:pt x="505531" y="24717"/>
                </a:cubicBezTo>
                <a:cubicBezTo>
                  <a:pt x="507255" y="26596"/>
                  <a:pt x="508560" y="28879"/>
                  <a:pt x="509445" y="31566"/>
                </a:cubicBezTo>
                <a:cubicBezTo>
                  <a:pt x="510330" y="34253"/>
                  <a:pt x="510773" y="37258"/>
                  <a:pt x="510773" y="40581"/>
                </a:cubicBezTo>
                <a:moveTo>
                  <a:pt x="502340" y="39416"/>
                </a:moveTo>
                <a:cubicBezTo>
                  <a:pt x="502433" y="37335"/>
                  <a:pt x="502231" y="35433"/>
                  <a:pt x="501734" y="33709"/>
                </a:cubicBezTo>
                <a:cubicBezTo>
                  <a:pt x="501237" y="31985"/>
                  <a:pt x="500468" y="30502"/>
                  <a:pt x="499428" y="29260"/>
                </a:cubicBezTo>
                <a:cubicBezTo>
                  <a:pt x="498387" y="28017"/>
                  <a:pt x="497090" y="27046"/>
                  <a:pt x="495537" y="26348"/>
                </a:cubicBezTo>
                <a:cubicBezTo>
                  <a:pt x="493984" y="25649"/>
                  <a:pt x="492183" y="25299"/>
                  <a:pt x="490133" y="25299"/>
                </a:cubicBezTo>
                <a:cubicBezTo>
                  <a:pt x="488362" y="25299"/>
                  <a:pt x="486747" y="25641"/>
                  <a:pt x="485287" y="26324"/>
                </a:cubicBezTo>
                <a:cubicBezTo>
                  <a:pt x="483827" y="27008"/>
                  <a:pt x="482569" y="27970"/>
                  <a:pt x="481513" y="29213"/>
                </a:cubicBezTo>
                <a:cubicBezTo>
                  <a:pt x="480457" y="30455"/>
                  <a:pt x="479603" y="31946"/>
                  <a:pt x="478951" y="33686"/>
                </a:cubicBezTo>
                <a:cubicBezTo>
                  <a:pt x="478298" y="35425"/>
                  <a:pt x="477895" y="37335"/>
                  <a:pt x="477739" y="39416"/>
                </a:cubicBezTo>
                <a:lnTo>
                  <a:pt x="502340" y="39416"/>
                </a:lnTo>
                <a:close/>
                <a:moveTo>
                  <a:pt x="614956" y="42212"/>
                </a:moveTo>
                <a:cubicBezTo>
                  <a:pt x="614956" y="46095"/>
                  <a:pt x="614420" y="49566"/>
                  <a:pt x="613348" y="52625"/>
                </a:cubicBezTo>
                <a:cubicBezTo>
                  <a:pt x="612276" y="55685"/>
                  <a:pt x="610754" y="58278"/>
                  <a:pt x="608782" y="60406"/>
                </a:cubicBezTo>
                <a:cubicBezTo>
                  <a:pt x="606810" y="62534"/>
                  <a:pt x="604410" y="64164"/>
                  <a:pt x="601584" y="65298"/>
                </a:cubicBezTo>
                <a:cubicBezTo>
                  <a:pt x="598757" y="66432"/>
                  <a:pt x="595573" y="66999"/>
                  <a:pt x="592032" y="66999"/>
                </a:cubicBezTo>
                <a:cubicBezTo>
                  <a:pt x="589268" y="66999"/>
                  <a:pt x="586441" y="66735"/>
                  <a:pt x="583553" y="66207"/>
                </a:cubicBezTo>
                <a:cubicBezTo>
                  <a:pt x="580664" y="65679"/>
                  <a:pt x="577806" y="64840"/>
                  <a:pt x="574980" y="63691"/>
                </a:cubicBezTo>
                <a:lnTo>
                  <a:pt x="574980" y="559"/>
                </a:lnTo>
                <a:lnTo>
                  <a:pt x="583087" y="559"/>
                </a:lnTo>
                <a:lnTo>
                  <a:pt x="583087" y="18715"/>
                </a:lnTo>
                <a:lnTo>
                  <a:pt x="582714" y="27396"/>
                </a:lnTo>
                <a:cubicBezTo>
                  <a:pt x="585044" y="24259"/>
                  <a:pt x="587536" y="22046"/>
                  <a:pt x="590192" y="20757"/>
                </a:cubicBezTo>
                <a:cubicBezTo>
                  <a:pt x="592848" y="19468"/>
                  <a:pt x="595698" y="18823"/>
                  <a:pt x="598742" y="18823"/>
                </a:cubicBezTo>
                <a:cubicBezTo>
                  <a:pt x="601413" y="18823"/>
                  <a:pt x="603758" y="19382"/>
                  <a:pt x="605777" y="20500"/>
                </a:cubicBezTo>
                <a:cubicBezTo>
                  <a:pt x="607796" y="21619"/>
                  <a:pt x="609489" y="23195"/>
                  <a:pt x="610855" y="25229"/>
                </a:cubicBezTo>
                <a:cubicBezTo>
                  <a:pt x="612222" y="27264"/>
                  <a:pt x="613247" y="29718"/>
                  <a:pt x="613930" y="32591"/>
                </a:cubicBezTo>
                <a:cubicBezTo>
                  <a:pt x="614614" y="35464"/>
                  <a:pt x="614956" y="38671"/>
                  <a:pt x="614956" y="42212"/>
                </a:cubicBezTo>
                <a:moveTo>
                  <a:pt x="606662" y="42585"/>
                </a:moveTo>
                <a:cubicBezTo>
                  <a:pt x="606662" y="40131"/>
                  <a:pt x="606484" y="37879"/>
                  <a:pt x="606126" y="35829"/>
                </a:cubicBezTo>
                <a:cubicBezTo>
                  <a:pt x="605769" y="33779"/>
                  <a:pt x="605202" y="32024"/>
                  <a:pt x="604426" y="30564"/>
                </a:cubicBezTo>
                <a:cubicBezTo>
                  <a:pt x="603649" y="29104"/>
                  <a:pt x="602655" y="27963"/>
                  <a:pt x="601444" y="27140"/>
                </a:cubicBezTo>
                <a:cubicBezTo>
                  <a:pt x="600233" y="26316"/>
                  <a:pt x="598788" y="25905"/>
                  <a:pt x="597111" y="25905"/>
                </a:cubicBezTo>
                <a:cubicBezTo>
                  <a:pt x="596086" y="25905"/>
                  <a:pt x="595045" y="26068"/>
                  <a:pt x="593989" y="26394"/>
                </a:cubicBezTo>
                <a:cubicBezTo>
                  <a:pt x="592933" y="26720"/>
                  <a:pt x="591838" y="27264"/>
                  <a:pt x="590705" y="28025"/>
                </a:cubicBezTo>
                <a:cubicBezTo>
                  <a:pt x="589571" y="28786"/>
                  <a:pt x="588375" y="29795"/>
                  <a:pt x="587117" y="31053"/>
                </a:cubicBezTo>
                <a:cubicBezTo>
                  <a:pt x="585859" y="32311"/>
                  <a:pt x="584516" y="33872"/>
                  <a:pt x="583087" y="35736"/>
                </a:cubicBezTo>
                <a:lnTo>
                  <a:pt x="583087" y="58426"/>
                </a:lnTo>
                <a:cubicBezTo>
                  <a:pt x="584671" y="59047"/>
                  <a:pt x="586286" y="59536"/>
                  <a:pt x="587932" y="59894"/>
                </a:cubicBezTo>
                <a:cubicBezTo>
                  <a:pt x="589579" y="60251"/>
                  <a:pt x="591147" y="60429"/>
                  <a:pt x="592638" y="60429"/>
                </a:cubicBezTo>
                <a:cubicBezTo>
                  <a:pt x="594502" y="60429"/>
                  <a:pt x="596280" y="60134"/>
                  <a:pt x="597973" y="59544"/>
                </a:cubicBezTo>
                <a:cubicBezTo>
                  <a:pt x="599666" y="58954"/>
                  <a:pt x="601157" y="57968"/>
                  <a:pt x="602446" y="56586"/>
                </a:cubicBezTo>
                <a:cubicBezTo>
                  <a:pt x="603735" y="55203"/>
                  <a:pt x="604760" y="53371"/>
                  <a:pt x="605521" y="51088"/>
                </a:cubicBezTo>
                <a:cubicBezTo>
                  <a:pt x="606282" y="48805"/>
                  <a:pt x="606662" y="45970"/>
                  <a:pt x="606662" y="42585"/>
                </a:cubicBezTo>
                <a:close/>
                <a:moveTo>
                  <a:pt x="668445" y="19662"/>
                </a:moveTo>
                <a:lnTo>
                  <a:pt x="652510" y="61501"/>
                </a:lnTo>
                <a:cubicBezTo>
                  <a:pt x="650864" y="65756"/>
                  <a:pt x="649164" y="69421"/>
                  <a:pt x="647409" y="72497"/>
                </a:cubicBezTo>
                <a:cubicBezTo>
                  <a:pt x="645654" y="75572"/>
                  <a:pt x="643736" y="78095"/>
                  <a:pt x="641655" y="80068"/>
                </a:cubicBezTo>
                <a:cubicBezTo>
                  <a:pt x="639574" y="82040"/>
                  <a:pt x="637291" y="83492"/>
                  <a:pt x="634806" y="84424"/>
                </a:cubicBezTo>
                <a:cubicBezTo>
                  <a:pt x="632321" y="85356"/>
                  <a:pt x="629541" y="85822"/>
                  <a:pt x="626466" y="85822"/>
                </a:cubicBezTo>
                <a:cubicBezTo>
                  <a:pt x="625658" y="85822"/>
                  <a:pt x="624928" y="85806"/>
                  <a:pt x="624276" y="85775"/>
                </a:cubicBezTo>
                <a:cubicBezTo>
                  <a:pt x="623624" y="85744"/>
                  <a:pt x="622909" y="85697"/>
                  <a:pt x="622133" y="85635"/>
                </a:cubicBezTo>
                <a:lnTo>
                  <a:pt x="622133" y="78274"/>
                </a:lnTo>
                <a:cubicBezTo>
                  <a:pt x="622816" y="78367"/>
                  <a:pt x="623562" y="78453"/>
                  <a:pt x="624369" y="78530"/>
                </a:cubicBezTo>
                <a:cubicBezTo>
                  <a:pt x="625177" y="78608"/>
                  <a:pt x="626031" y="78647"/>
                  <a:pt x="626932" y="78647"/>
                </a:cubicBezTo>
                <a:cubicBezTo>
                  <a:pt x="628423" y="78647"/>
                  <a:pt x="629813" y="78429"/>
                  <a:pt x="631102" y="77994"/>
                </a:cubicBezTo>
                <a:cubicBezTo>
                  <a:pt x="632391" y="77559"/>
                  <a:pt x="633610" y="76853"/>
                  <a:pt x="634759" y="75874"/>
                </a:cubicBezTo>
                <a:cubicBezTo>
                  <a:pt x="635908" y="74896"/>
                  <a:pt x="637011" y="73630"/>
                  <a:pt x="638067" y="72077"/>
                </a:cubicBezTo>
                <a:cubicBezTo>
                  <a:pt x="639123" y="70524"/>
                  <a:pt x="640148" y="68645"/>
                  <a:pt x="641142" y="66440"/>
                </a:cubicBezTo>
                <a:lnTo>
                  <a:pt x="622459" y="19662"/>
                </a:lnTo>
                <a:lnTo>
                  <a:pt x="631684" y="19662"/>
                </a:lnTo>
                <a:lnTo>
                  <a:pt x="643518" y="50598"/>
                </a:lnTo>
                <a:lnTo>
                  <a:pt x="645894" y="57867"/>
                </a:lnTo>
                <a:lnTo>
                  <a:pt x="648597" y="50412"/>
                </a:lnTo>
                <a:lnTo>
                  <a:pt x="659546" y="19662"/>
                </a:lnTo>
                <a:lnTo>
                  <a:pt x="668445" y="19662"/>
                </a:lnTo>
                <a:close/>
                <a:moveTo>
                  <a:pt x="767596" y="53674"/>
                </a:moveTo>
                <a:cubicBezTo>
                  <a:pt x="767596" y="55320"/>
                  <a:pt x="767316" y="56795"/>
                  <a:pt x="766757" y="58100"/>
                </a:cubicBezTo>
                <a:cubicBezTo>
                  <a:pt x="766198" y="59404"/>
                  <a:pt x="765437" y="60561"/>
                  <a:pt x="764474" y="61571"/>
                </a:cubicBezTo>
                <a:cubicBezTo>
                  <a:pt x="763511" y="62580"/>
                  <a:pt x="762393" y="63442"/>
                  <a:pt x="761120" y="64157"/>
                </a:cubicBezTo>
                <a:cubicBezTo>
                  <a:pt x="759846" y="64871"/>
                  <a:pt x="758487" y="65461"/>
                  <a:pt x="757043" y="65927"/>
                </a:cubicBezTo>
                <a:cubicBezTo>
                  <a:pt x="755598" y="66393"/>
                  <a:pt x="754115" y="66735"/>
                  <a:pt x="752593" y="66952"/>
                </a:cubicBezTo>
                <a:cubicBezTo>
                  <a:pt x="751071" y="67170"/>
                  <a:pt x="749580" y="67278"/>
                  <a:pt x="748120" y="67278"/>
                </a:cubicBezTo>
                <a:cubicBezTo>
                  <a:pt x="744952" y="67278"/>
                  <a:pt x="742040" y="67139"/>
                  <a:pt x="739385" y="66859"/>
                </a:cubicBezTo>
                <a:cubicBezTo>
                  <a:pt x="736729" y="66579"/>
                  <a:pt x="734127" y="66129"/>
                  <a:pt x="731580" y="65508"/>
                </a:cubicBezTo>
                <a:lnTo>
                  <a:pt x="731580" y="58053"/>
                </a:lnTo>
                <a:cubicBezTo>
                  <a:pt x="734314" y="58830"/>
                  <a:pt x="737032" y="59420"/>
                  <a:pt x="739734" y="59824"/>
                </a:cubicBezTo>
                <a:cubicBezTo>
                  <a:pt x="742436" y="60227"/>
                  <a:pt x="745123" y="60429"/>
                  <a:pt x="747794" y="60429"/>
                </a:cubicBezTo>
                <a:cubicBezTo>
                  <a:pt x="751677" y="60429"/>
                  <a:pt x="754550" y="59901"/>
                  <a:pt x="756414" y="58845"/>
                </a:cubicBezTo>
                <a:cubicBezTo>
                  <a:pt x="758277" y="57789"/>
                  <a:pt x="759209" y="56283"/>
                  <a:pt x="759209" y="54326"/>
                </a:cubicBezTo>
                <a:cubicBezTo>
                  <a:pt x="759209" y="53487"/>
                  <a:pt x="759062" y="52734"/>
                  <a:pt x="758767" y="52066"/>
                </a:cubicBezTo>
                <a:cubicBezTo>
                  <a:pt x="758472" y="51398"/>
                  <a:pt x="757936" y="50762"/>
                  <a:pt x="757159" y="50156"/>
                </a:cubicBezTo>
                <a:cubicBezTo>
                  <a:pt x="756383" y="49550"/>
                  <a:pt x="755179" y="48921"/>
                  <a:pt x="753548" y="48269"/>
                </a:cubicBezTo>
                <a:cubicBezTo>
                  <a:pt x="751918" y="47617"/>
                  <a:pt x="749689" y="46871"/>
                  <a:pt x="746862" y="46033"/>
                </a:cubicBezTo>
                <a:cubicBezTo>
                  <a:pt x="744750" y="45411"/>
                  <a:pt x="742801" y="44705"/>
                  <a:pt x="741015" y="43913"/>
                </a:cubicBezTo>
                <a:cubicBezTo>
                  <a:pt x="739229" y="43121"/>
                  <a:pt x="737684" y="42181"/>
                  <a:pt x="736379" y="41094"/>
                </a:cubicBezTo>
                <a:cubicBezTo>
                  <a:pt x="735075" y="40007"/>
                  <a:pt x="734050" y="38733"/>
                  <a:pt x="733304" y="37273"/>
                </a:cubicBezTo>
                <a:cubicBezTo>
                  <a:pt x="732559" y="35813"/>
                  <a:pt x="732186" y="34090"/>
                  <a:pt x="732186" y="32102"/>
                </a:cubicBezTo>
                <a:cubicBezTo>
                  <a:pt x="732186" y="30797"/>
                  <a:pt x="732489" y="29368"/>
                  <a:pt x="733095" y="27815"/>
                </a:cubicBezTo>
                <a:cubicBezTo>
                  <a:pt x="733700" y="26262"/>
                  <a:pt x="734733" y="24818"/>
                  <a:pt x="736193" y="23482"/>
                </a:cubicBezTo>
                <a:cubicBezTo>
                  <a:pt x="737653" y="22147"/>
                  <a:pt x="739625" y="21036"/>
                  <a:pt x="742110" y="20151"/>
                </a:cubicBezTo>
                <a:cubicBezTo>
                  <a:pt x="744595" y="19266"/>
                  <a:pt x="747701" y="18823"/>
                  <a:pt x="751428" y="18823"/>
                </a:cubicBezTo>
                <a:cubicBezTo>
                  <a:pt x="753261" y="18823"/>
                  <a:pt x="755296" y="18924"/>
                  <a:pt x="757532" y="19126"/>
                </a:cubicBezTo>
                <a:cubicBezTo>
                  <a:pt x="759768" y="19328"/>
                  <a:pt x="762098" y="19677"/>
                  <a:pt x="764521" y="20174"/>
                </a:cubicBezTo>
                <a:lnTo>
                  <a:pt x="764521" y="27396"/>
                </a:lnTo>
                <a:cubicBezTo>
                  <a:pt x="761974" y="26775"/>
                  <a:pt x="759559" y="26316"/>
                  <a:pt x="757276" y="26021"/>
                </a:cubicBezTo>
                <a:cubicBezTo>
                  <a:pt x="754993" y="25726"/>
                  <a:pt x="753013" y="25579"/>
                  <a:pt x="751335" y="25579"/>
                </a:cubicBezTo>
                <a:cubicBezTo>
                  <a:pt x="749316" y="25579"/>
                  <a:pt x="747616" y="25734"/>
                  <a:pt x="746233" y="26045"/>
                </a:cubicBezTo>
                <a:cubicBezTo>
                  <a:pt x="744851" y="26355"/>
                  <a:pt x="743733" y="26782"/>
                  <a:pt x="742879" y="27326"/>
                </a:cubicBezTo>
                <a:cubicBezTo>
                  <a:pt x="742025" y="27870"/>
                  <a:pt x="741411" y="28506"/>
                  <a:pt x="741039" y="29236"/>
                </a:cubicBezTo>
                <a:cubicBezTo>
                  <a:pt x="740666" y="29966"/>
                  <a:pt x="740479" y="30750"/>
                  <a:pt x="740479" y="31589"/>
                </a:cubicBezTo>
                <a:cubicBezTo>
                  <a:pt x="740479" y="32428"/>
                  <a:pt x="740642" y="33189"/>
                  <a:pt x="740969" y="33872"/>
                </a:cubicBezTo>
                <a:cubicBezTo>
                  <a:pt x="741295" y="34555"/>
                  <a:pt x="741900" y="35215"/>
                  <a:pt x="742786" y="35852"/>
                </a:cubicBezTo>
                <a:cubicBezTo>
                  <a:pt x="743671" y="36489"/>
                  <a:pt x="744906" y="37126"/>
                  <a:pt x="746490" y="37762"/>
                </a:cubicBezTo>
                <a:cubicBezTo>
                  <a:pt x="748074" y="38399"/>
                  <a:pt x="750139" y="39090"/>
                  <a:pt x="752686" y="39836"/>
                </a:cubicBezTo>
                <a:cubicBezTo>
                  <a:pt x="755451" y="40643"/>
                  <a:pt x="757780" y="41490"/>
                  <a:pt x="759675" y="42375"/>
                </a:cubicBezTo>
                <a:cubicBezTo>
                  <a:pt x="761570" y="43260"/>
                  <a:pt x="763107" y="44246"/>
                  <a:pt x="764288" y="45334"/>
                </a:cubicBezTo>
                <a:cubicBezTo>
                  <a:pt x="765468" y="46421"/>
                  <a:pt x="766314" y="47648"/>
                  <a:pt x="766827" y="49014"/>
                </a:cubicBezTo>
                <a:cubicBezTo>
                  <a:pt x="767339" y="50381"/>
                  <a:pt x="767596" y="51934"/>
                  <a:pt x="767596" y="53674"/>
                </a:cubicBezTo>
                <a:close/>
                <a:moveTo>
                  <a:pt x="821924" y="40581"/>
                </a:moveTo>
                <a:cubicBezTo>
                  <a:pt x="821924" y="41731"/>
                  <a:pt x="821908" y="42693"/>
                  <a:pt x="821877" y="43470"/>
                </a:cubicBezTo>
                <a:cubicBezTo>
                  <a:pt x="821846" y="44246"/>
                  <a:pt x="821799" y="44976"/>
                  <a:pt x="821737" y="45660"/>
                </a:cubicBezTo>
                <a:lnTo>
                  <a:pt x="788890" y="45660"/>
                </a:lnTo>
                <a:cubicBezTo>
                  <a:pt x="788890" y="50443"/>
                  <a:pt x="790226" y="54116"/>
                  <a:pt x="792897" y="56679"/>
                </a:cubicBezTo>
                <a:cubicBezTo>
                  <a:pt x="795568" y="59241"/>
                  <a:pt x="799420" y="60522"/>
                  <a:pt x="804452" y="60522"/>
                </a:cubicBezTo>
                <a:cubicBezTo>
                  <a:pt x="805818" y="60522"/>
                  <a:pt x="807185" y="60467"/>
                  <a:pt x="808552" y="60357"/>
                </a:cubicBezTo>
                <a:cubicBezTo>
                  <a:pt x="809918" y="60245"/>
                  <a:pt x="811239" y="60094"/>
                  <a:pt x="812512" y="59904"/>
                </a:cubicBezTo>
                <a:cubicBezTo>
                  <a:pt x="813786" y="59712"/>
                  <a:pt x="815005" y="59498"/>
                  <a:pt x="816170" y="59260"/>
                </a:cubicBezTo>
                <a:cubicBezTo>
                  <a:pt x="817334" y="59021"/>
                  <a:pt x="818414" y="58759"/>
                  <a:pt x="819408" y="58472"/>
                </a:cubicBezTo>
                <a:lnTo>
                  <a:pt x="819408" y="65135"/>
                </a:lnTo>
                <a:cubicBezTo>
                  <a:pt x="817202" y="65770"/>
                  <a:pt x="814710" y="66286"/>
                  <a:pt x="811930" y="66683"/>
                </a:cubicBezTo>
                <a:cubicBezTo>
                  <a:pt x="809150" y="67080"/>
                  <a:pt x="806269" y="67278"/>
                  <a:pt x="803287" y="67278"/>
                </a:cubicBezTo>
                <a:cubicBezTo>
                  <a:pt x="799280" y="67278"/>
                  <a:pt x="795832" y="66735"/>
                  <a:pt x="792944" y="65648"/>
                </a:cubicBezTo>
                <a:cubicBezTo>
                  <a:pt x="790055" y="64560"/>
                  <a:pt x="787687" y="62984"/>
                  <a:pt x="785838" y="60919"/>
                </a:cubicBezTo>
                <a:cubicBezTo>
                  <a:pt x="783990" y="58853"/>
                  <a:pt x="782624" y="56321"/>
                  <a:pt x="781738" y="53324"/>
                </a:cubicBezTo>
                <a:cubicBezTo>
                  <a:pt x="780853" y="50327"/>
                  <a:pt x="780410" y="46933"/>
                  <a:pt x="780410" y="43144"/>
                </a:cubicBezTo>
                <a:cubicBezTo>
                  <a:pt x="780410" y="39851"/>
                  <a:pt x="780884" y="36737"/>
                  <a:pt x="781832" y="33802"/>
                </a:cubicBezTo>
                <a:cubicBezTo>
                  <a:pt x="782779" y="30867"/>
                  <a:pt x="784161" y="28289"/>
                  <a:pt x="785978" y="26068"/>
                </a:cubicBezTo>
                <a:cubicBezTo>
                  <a:pt x="787795" y="23847"/>
                  <a:pt x="790024" y="22084"/>
                  <a:pt x="792664" y="20780"/>
                </a:cubicBezTo>
                <a:cubicBezTo>
                  <a:pt x="795304" y="19475"/>
                  <a:pt x="798302" y="18823"/>
                  <a:pt x="801656" y="18823"/>
                </a:cubicBezTo>
                <a:cubicBezTo>
                  <a:pt x="804918" y="18823"/>
                  <a:pt x="807806" y="19336"/>
                  <a:pt x="810322" y="20361"/>
                </a:cubicBezTo>
                <a:cubicBezTo>
                  <a:pt x="812838" y="21386"/>
                  <a:pt x="814958" y="22838"/>
                  <a:pt x="816682" y="24717"/>
                </a:cubicBezTo>
                <a:cubicBezTo>
                  <a:pt x="818406" y="26596"/>
                  <a:pt x="819710" y="28879"/>
                  <a:pt x="820596" y="31566"/>
                </a:cubicBezTo>
                <a:cubicBezTo>
                  <a:pt x="821481" y="34253"/>
                  <a:pt x="821924" y="37258"/>
                  <a:pt x="821924" y="40581"/>
                </a:cubicBezTo>
                <a:moveTo>
                  <a:pt x="813490" y="39416"/>
                </a:moveTo>
                <a:cubicBezTo>
                  <a:pt x="813584" y="37335"/>
                  <a:pt x="813382" y="35433"/>
                  <a:pt x="812885" y="33709"/>
                </a:cubicBezTo>
                <a:cubicBezTo>
                  <a:pt x="812388" y="31985"/>
                  <a:pt x="811619" y="30502"/>
                  <a:pt x="810579" y="29260"/>
                </a:cubicBezTo>
                <a:cubicBezTo>
                  <a:pt x="809538" y="28017"/>
                  <a:pt x="808241" y="27046"/>
                  <a:pt x="806688" y="26348"/>
                </a:cubicBezTo>
                <a:cubicBezTo>
                  <a:pt x="805135" y="25649"/>
                  <a:pt x="803334" y="25299"/>
                  <a:pt x="801283" y="25299"/>
                </a:cubicBezTo>
                <a:cubicBezTo>
                  <a:pt x="799513" y="25299"/>
                  <a:pt x="797898" y="25641"/>
                  <a:pt x="796438" y="26324"/>
                </a:cubicBezTo>
                <a:cubicBezTo>
                  <a:pt x="794978" y="27008"/>
                  <a:pt x="793720" y="27970"/>
                  <a:pt x="792664" y="29213"/>
                </a:cubicBezTo>
                <a:cubicBezTo>
                  <a:pt x="791608" y="30455"/>
                  <a:pt x="790754" y="31946"/>
                  <a:pt x="790102" y="33686"/>
                </a:cubicBezTo>
                <a:cubicBezTo>
                  <a:pt x="789449" y="35425"/>
                  <a:pt x="789045" y="37335"/>
                  <a:pt x="788890" y="39416"/>
                </a:cubicBezTo>
                <a:lnTo>
                  <a:pt x="813490" y="39416"/>
                </a:lnTo>
                <a:close/>
                <a:moveTo>
                  <a:pt x="871965" y="65741"/>
                </a:moveTo>
                <a:cubicBezTo>
                  <a:pt x="870132" y="66223"/>
                  <a:pt x="868238" y="66569"/>
                  <a:pt x="866281" y="66777"/>
                </a:cubicBezTo>
                <a:cubicBezTo>
                  <a:pt x="864324" y="66987"/>
                  <a:pt x="862336" y="67092"/>
                  <a:pt x="860317" y="67092"/>
                </a:cubicBezTo>
                <a:cubicBezTo>
                  <a:pt x="854447" y="67092"/>
                  <a:pt x="850067" y="65764"/>
                  <a:pt x="847178" y="63108"/>
                </a:cubicBezTo>
                <a:cubicBezTo>
                  <a:pt x="844290" y="60453"/>
                  <a:pt x="842845" y="56376"/>
                  <a:pt x="842845" y="50878"/>
                </a:cubicBezTo>
                <a:lnTo>
                  <a:pt x="842845" y="26464"/>
                </a:lnTo>
                <a:lnTo>
                  <a:pt x="829753" y="26464"/>
                </a:lnTo>
                <a:lnTo>
                  <a:pt x="829753" y="19662"/>
                </a:lnTo>
                <a:lnTo>
                  <a:pt x="842845" y="19662"/>
                </a:lnTo>
                <a:lnTo>
                  <a:pt x="842845" y="6762"/>
                </a:lnTo>
                <a:lnTo>
                  <a:pt x="850952" y="4659"/>
                </a:lnTo>
                <a:lnTo>
                  <a:pt x="850952" y="19662"/>
                </a:lnTo>
                <a:lnTo>
                  <a:pt x="871965" y="19662"/>
                </a:lnTo>
                <a:lnTo>
                  <a:pt x="871965" y="26464"/>
                </a:lnTo>
                <a:lnTo>
                  <a:pt x="850952" y="26464"/>
                </a:lnTo>
                <a:lnTo>
                  <a:pt x="850952" y="50226"/>
                </a:lnTo>
                <a:cubicBezTo>
                  <a:pt x="850952" y="53580"/>
                  <a:pt x="851845" y="56089"/>
                  <a:pt x="853631" y="57750"/>
                </a:cubicBezTo>
                <a:cubicBezTo>
                  <a:pt x="855417" y="59412"/>
                  <a:pt x="858050" y="60243"/>
                  <a:pt x="861528" y="60243"/>
                </a:cubicBezTo>
                <a:cubicBezTo>
                  <a:pt x="863019" y="60243"/>
                  <a:pt x="864650" y="60123"/>
                  <a:pt x="866421" y="59883"/>
                </a:cubicBezTo>
                <a:cubicBezTo>
                  <a:pt x="868191" y="59643"/>
                  <a:pt x="870039" y="59265"/>
                  <a:pt x="871965" y="58752"/>
                </a:cubicBezTo>
                <a:lnTo>
                  <a:pt x="871965" y="65741"/>
                </a:lnTo>
                <a:close/>
                <a:moveTo>
                  <a:pt x="923823" y="65741"/>
                </a:moveTo>
                <a:cubicBezTo>
                  <a:pt x="921991" y="66223"/>
                  <a:pt x="920096" y="66569"/>
                  <a:pt x="918139" y="66777"/>
                </a:cubicBezTo>
                <a:cubicBezTo>
                  <a:pt x="916182" y="66987"/>
                  <a:pt x="914195" y="67092"/>
                  <a:pt x="912176" y="67092"/>
                </a:cubicBezTo>
                <a:cubicBezTo>
                  <a:pt x="906305" y="67092"/>
                  <a:pt x="901925" y="65764"/>
                  <a:pt x="899037" y="63108"/>
                </a:cubicBezTo>
                <a:cubicBezTo>
                  <a:pt x="896148" y="60453"/>
                  <a:pt x="894704" y="56376"/>
                  <a:pt x="894704" y="50878"/>
                </a:cubicBezTo>
                <a:lnTo>
                  <a:pt x="894704" y="26464"/>
                </a:lnTo>
                <a:lnTo>
                  <a:pt x="881611" y="26464"/>
                </a:lnTo>
                <a:lnTo>
                  <a:pt x="881611" y="19662"/>
                </a:lnTo>
                <a:lnTo>
                  <a:pt x="894704" y="19662"/>
                </a:lnTo>
                <a:lnTo>
                  <a:pt x="894704" y="6762"/>
                </a:lnTo>
                <a:lnTo>
                  <a:pt x="902811" y="4659"/>
                </a:lnTo>
                <a:lnTo>
                  <a:pt x="902811" y="19662"/>
                </a:lnTo>
                <a:lnTo>
                  <a:pt x="923823" y="19662"/>
                </a:lnTo>
                <a:lnTo>
                  <a:pt x="923823" y="26464"/>
                </a:lnTo>
                <a:lnTo>
                  <a:pt x="902811" y="26464"/>
                </a:lnTo>
                <a:lnTo>
                  <a:pt x="902811" y="50226"/>
                </a:lnTo>
                <a:cubicBezTo>
                  <a:pt x="902811" y="53580"/>
                  <a:pt x="903704" y="56089"/>
                  <a:pt x="905490" y="57750"/>
                </a:cubicBezTo>
                <a:cubicBezTo>
                  <a:pt x="907276" y="59412"/>
                  <a:pt x="909908" y="60243"/>
                  <a:pt x="913387" y="60243"/>
                </a:cubicBezTo>
                <a:cubicBezTo>
                  <a:pt x="914878" y="60243"/>
                  <a:pt x="916509" y="60123"/>
                  <a:pt x="918279" y="59883"/>
                </a:cubicBezTo>
                <a:cubicBezTo>
                  <a:pt x="920050" y="59643"/>
                  <a:pt x="921898" y="59265"/>
                  <a:pt x="923823" y="58752"/>
                </a:cubicBezTo>
                <a:lnTo>
                  <a:pt x="923823" y="65741"/>
                </a:lnTo>
                <a:close/>
                <a:moveTo>
                  <a:pt x="953924" y="26371"/>
                </a:moveTo>
                <a:lnTo>
                  <a:pt x="940086" y="26371"/>
                </a:lnTo>
                <a:lnTo>
                  <a:pt x="940086" y="19662"/>
                </a:lnTo>
                <a:lnTo>
                  <a:pt x="962124" y="19662"/>
                </a:lnTo>
                <a:lnTo>
                  <a:pt x="962124" y="59684"/>
                </a:lnTo>
                <a:lnTo>
                  <a:pt x="976055" y="59684"/>
                </a:lnTo>
                <a:lnTo>
                  <a:pt x="976055" y="66440"/>
                </a:lnTo>
                <a:lnTo>
                  <a:pt x="938548" y="66440"/>
                </a:lnTo>
                <a:lnTo>
                  <a:pt x="938548" y="59684"/>
                </a:lnTo>
                <a:lnTo>
                  <a:pt x="953924" y="59684"/>
                </a:lnTo>
                <a:lnTo>
                  <a:pt x="953924" y="26371"/>
                </a:lnTo>
                <a:moveTo>
                  <a:pt x="956766" y="0"/>
                </a:moveTo>
                <a:cubicBezTo>
                  <a:pt x="957667" y="0"/>
                  <a:pt x="958505" y="163"/>
                  <a:pt x="959282" y="489"/>
                </a:cubicBezTo>
                <a:cubicBezTo>
                  <a:pt x="960058" y="815"/>
                  <a:pt x="960734" y="1274"/>
                  <a:pt x="961308" y="1864"/>
                </a:cubicBezTo>
                <a:cubicBezTo>
                  <a:pt x="961883" y="2454"/>
                  <a:pt x="962334" y="3129"/>
                  <a:pt x="962660" y="3890"/>
                </a:cubicBezTo>
                <a:cubicBezTo>
                  <a:pt x="962986" y="4651"/>
                  <a:pt x="963149" y="5482"/>
                  <a:pt x="963149" y="6383"/>
                </a:cubicBezTo>
                <a:cubicBezTo>
                  <a:pt x="963149" y="7253"/>
                  <a:pt x="962986" y="8076"/>
                  <a:pt x="962660" y="8852"/>
                </a:cubicBezTo>
                <a:cubicBezTo>
                  <a:pt x="962334" y="9629"/>
                  <a:pt x="961883" y="10312"/>
                  <a:pt x="961308" y="10902"/>
                </a:cubicBezTo>
                <a:cubicBezTo>
                  <a:pt x="960734" y="11493"/>
                  <a:pt x="960058" y="11951"/>
                  <a:pt x="959282" y="12277"/>
                </a:cubicBezTo>
                <a:cubicBezTo>
                  <a:pt x="958505" y="12603"/>
                  <a:pt x="957667" y="12766"/>
                  <a:pt x="956766" y="12766"/>
                </a:cubicBezTo>
                <a:cubicBezTo>
                  <a:pt x="955865" y="12766"/>
                  <a:pt x="955026" y="12603"/>
                  <a:pt x="954250" y="12277"/>
                </a:cubicBezTo>
                <a:cubicBezTo>
                  <a:pt x="953473" y="11951"/>
                  <a:pt x="952798" y="11493"/>
                  <a:pt x="952223" y="10902"/>
                </a:cubicBezTo>
                <a:cubicBezTo>
                  <a:pt x="951649" y="10312"/>
                  <a:pt x="951198" y="9629"/>
                  <a:pt x="950872" y="8852"/>
                </a:cubicBezTo>
                <a:cubicBezTo>
                  <a:pt x="950546" y="8076"/>
                  <a:pt x="950383" y="7253"/>
                  <a:pt x="950383" y="6383"/>
                </a:cubicBezTo>
                <a:cubicBezTo>
                  <a:pt x="950383" y="5482"/>
                  <a:pt x="950546" y="4651"/>
                  <a:pt x="950872" y="3890"/>
                </a:cubicBezTo>
                <a:cubicBezTo>
                  <a:pt x="951198" y="3129"/>
                  <a:pt x="951649" y="2454"/>
                  <a:pt x="952223" y="1864"/>
                </a:cubicBezTo>
                <a:cubicBezTo>
                  <a:pt x="952798" y="1274"/>
                  <a:pt x="953473" y="815"/>
                  <a:pt x="954250" y="489"/>
                </a:cubicBezTo>
                <a:cubicBezTo>
                  <a:pt x="955026" y="163"/>
                  <a:pt x="955865" y="0"/>
                  <a:pt x="956766" y="0"/>
                </a:cubicBezTo>
                <a:close/>
                <a:moveTo>
                  <a:pt x="989848" y="19662"/>
                </a:moveTo>
                <a:lnTo>
                  <a:pt x="997070" y="19662"/>
                </a:lnTo>
                <a:lnTo>
                  <a:pt x="997396" y="27210"/>
                </a:lnTo>
                <a:cubicBezTo>
                  <a:pt x="998762" y="25594"/>
                  <a:pt x="1000083" y="24251"/>
                  <a:pt x="1001356" y="23179"/>
                </a:cubicBezTo>
                <a:cubicBezTo>
                  <a:pt x="1002630" y="22108"/>
                  <a:pt x="1003880" y="21246"/>
                  <a:pt x="1005107" y="20593"/>
                </a:cubicBezTo>
                <a:cubicBezTo>
                  <a:pt x="1006334" y="19941"/>
                  <a:pt x="1007584" y="19483"/>
                  <a:pt x="1008857" y="19219"/>
                </a:cubicBezTo>
                <a:cubicBezTo>
                  <a:pt x="1010131" y="18955"/>
                  <a:pt x="1011451" y="18823"/>
                  <a:pt x="1012818" y="18823"/>
                </a:cubicBezTo>
                <a:cubicBezTo>
                  <a:pt x="1017632" y="18823"/>
                  <a:pt x="1021274" y="20244"/>
                  <a:pt x="1023743" y="23086"/>
                </a:cubicBezTo>
                <a:cubicBezTo>
                  <a:pt x="1026213" y="25928"/>
                  <a:pt x="1027447" y="30207"/>
                  <a:pt x="1027447" y="35922"/>
                </a:cubicBezTo>
                <a:lnTo>
                  <a:pt x="1027447" y="66440"/>
                </a:lnTo>
                <a:lnTo>
                  <a:pt x="1019340" y="66440"/>
                </a:lnTo>
                <a:lnTo>
                  <a:pt x="1019340" y="36574"/>
                </a:lnTo>
                <a:cubicBezTo>
                  <a:pt x="1019340" y="32909"/>
                  <a:pt x="1018657" y="30199"/>
                  <a:pt x="1017290" y="28444"/>
                </a:cubicBezTo>
                <a:cubicBezTo>
                  <a:pt x="1015924" y="26689"/>
                  <a:pt x="1013889" y="25812"/>
                  <a:pt x="1011187" y="25812"/>
                </a:cubicBezTo>
                <a:cubicBezTo>
                  <a:pt x="1010193" y="25812"/>
                  <a:pt x="1009222" y="25959"/>
                  <a:pt x="1008275" y="26254"/>
                </a:cubicBezTo>
                <a:cubicBezTo>
                  <a:pt x="1007327" y="26549"/>
                  <a:pt x="1006341" y="27062"/>
                  <a:pt x="1005316" y="27792"/>
                </a:cubicBezTo>
                <a:cubicBezTo>
                  <a:pt x="1004291" y="28522"/>
                  <a:pt x="1003181" y="29508"/>
                  <a:pt x="1001985" y="30750"/>
                </a:cubicBezTo>
                <a:cubicBezTo>
                  <a:pt x="1000789" y="31993"/>
                  <a:pt x="999446" y="33546"/>
                  <a:pt x="997955" y="35410"/>
                </a:cubicBezTo>
                <a:lnTo>
                  <a:pt x="997955" y="66440"/>
                </a:lnTo>
                <a:lnTo>
                  <a:pt x="989848" y="66440"/>
                </a:lnTo>
                <a:lnTo>
                  <a:pt x="989848" y="19662"/>
                </a:lnTo>
                <a:close/>
                <a:moveTo>
                  <a:pt x="1075392" y="26278"/>
                </a:moveTo>
                <a:cubicBezTo>
                  <a:pt x="1076262" y="27365"/>
                  <a:pt x="1076937" y="28631"/>
                  <a:pt x="1077419" y="30075"/>
                </a:cubicBezTo>
                <a:cubicBezTo>
                  <a:pt x="1077900" y="31519"/>
                  <a:pt x="1078141" y="33080"/>
                  <a:pt x="1078141" y="34757"/>
                </a:cubicBezTo>
                <a:cubicBezTo>
                  <a:pt x="1078141" y="37180"/>
                  <a:pt x="1077698" y="39393"/>
                  <a:pt x="1076813" y="41397"/>
                </a:cubicBezTo>
                <a:cubicBezTo>
                  <a:pt x="1075928" y="43400"/>
                  <a:pt x="1074678" y="45116"/>
                  <a:pt x="1073062" y="46545"/>
                </a:cubicBezTo>
                <a:cubicBezTo>
                  <a:pt x="1071447" y="47974"/>
                  <a:pt x="1069514" y="49084"/>
                  <a:pt x="1067262" y="49876"/>
                </a:cubicBezTo>
                <a:cubicBezTo>
                  <a:pt x="1065010" y="50668"/>
                  <a:pt x="1062533" y="51064"/>
                  <a:pt x="1059830" y="51064"/>
                </a:cubicBezTo>
                <a:cubicBezTo>
                  <a:pt x="1057874" y="51064"/>
                  <a:pt x="1056041" y="50855"/>
                  <a:pt x="1054333" y="50435"/>
                </a:cubicBezTo>
                <a:cubicBezTo>
                  <a:pt x="1052624" y="50016"/>
                  <a:pt x="1051273" y="49496"/>
                  <a:pt x="1050279" y="48875"/>
                </a:cubicBezTo>
                <a:cubicBezTo>
                  <a:pt x="1049689" y="49744"/>
                  <a:pt x="1049192" y="50566"/>
                  <a:pt x="1048788" y="51340"/>
                </a:cubicBezTo>
                <a:cubicBezTo>
                  <a:pt x="1048384" y="52112"/>
                  <a:pt x="1048183" y="52977"/>
                  <a:pt x="1048183" y="53934"/>
                </a:cubicBezTo>
                <a:cubicBezTo>
                  <a:pt x="1048183" y="55107"/>
                  <a:pt x="1048749" y="56079"/>
                  <a:pt x="1049883" y="56850"/>
                </a:cubicBezTo>
                <a:cubicBezTo>
                  <a:pt x="1051017" y="57621"/>
                  <a:pt x="1052516" y="58038"/>
                  <a:pt x="1054379" y="58100"/>
                </a:cubicBezTo>
                <a:lnTo>
                  <a:pt x="1066679" y="58566"/>
                </a:lnTo>
                <a:cubicBezTo>
                  <a:pt x="1069009" y="58628"/>
                  <a:pt x="1071160" y="58923"/>
                  <a:pt x="1073132" y="59452"/>
                </a:cubicBezTo>
                <a:cubicBezTo>
                  <a:pt x="1075105" y="59981"/>
                  <a:pt x="1076798" y="60744"/>
                  <a:pt x="1078211" y="61740"/>
                </a:cubicBezTo>
                <a:cubicBezTo>
                  <a:pt x="1079624" y="62735"/>
                  <a:pt x="1080727" y="63963"/>
                  <a:pt x="1081519" y="65426"/>
                </a:cubicBezTo>
                <a:cubicBezTo>
                  <a:pt x="1082311" y="66888"/>
                  <a:pt x="1082707" y="68584"/>
                  <a:pt x="1082707" y="70513"/>
                </a:cubicBezTo>
                <a:cubicBezTo>
                  <a:pt x="1082707" y="72598"/>
                  <a:pt x="1082257" y="74574"/>
                  <a:pt x="1081356" y="76441"/>
                </a:cubicBezTo>
                <a:cubicBezTo>
                  <a:pt x="1080455" y="78307"/>
                  <a:pt x="1079065" y="79948"/>
                  <a:pt x="1077186" y="81364"/>
                </a:cubicBezTo>
                <a:cubicBezTo>
                  <a:pt x="1075307" y="82780"/>
                  <a:pt x="1072923" y="83908"/>
                  <a:pt x="1070034" y="84747"/>
                </a:cubicBezTo>
                <a:cubicBezTo>
                  <a:pt x="1067145" y="85588"/>
                  <a:pt x="1063713" y="86008"/>
                  <a:pt x="1059737" y="86008"/>
                </a:cubicBezTo>
                <a:cubicBezTo>
                  <a:pt x="1055948" y="86008"/>
                  <a:pt x="1052725" y="85705"/>
                  <a:pt x="1050070" y="85098"/>
                </a:cubicBezTo>
                <a:cubicBezTo>
                  <a:pt x="1047414" y="84491"/>
                  <a:pt x="1045232" y="83651"/>
                  <a:pt x="1043523" y="82578"/>
                </a:cubicBezTo>
                <a:cubicBezTo>
                  <a:pt x="1041815" y="81504"/>
                  <a:pt x="1040573" y="80228"/>
                  <a:pt x="1039796" y="78750"/>
                </a:cubicBezTo>
                <a:cubicBezTo>
                  <a:pt x="1039020" y="77273"/>
                  <a:pt x="1038631" y="75647"/>
                  <a:pt x="1038631" y="73874"/>
                </a:cubicBezTo>
                <a:cubicBezTo>
                  <a:pt x="1038631" y="71603"/>
                  <a:pt x="1039159" y="69611"/>
                  <a:pt x="1040215" y="67900"/>
                </a:cubicBezTo>
                <a:cubicBezTo>
                  <a:pt x="1041271" y="66190"/>
                  <a:pt x="1042902" y="64541"/>
                  <a:pt x="1045108" y="62954"/>
                </a:cubicBezTo>
                <a:cubicBezTo>
                  <a:pt x="1044300" y="62582"/>
                  <a:pt x="1043601" y="62117"/>
                  <a:pt x="1043011" y="61559"/>
                </a:cubicBezTo>
                <a:cubicBezTo>
                  <a:pt x="1042421" y="61001"/>
                  <a:pt x="1041939" y="60389"/>
                  <a:pt x="1041567" y="59723"/>
                </a:cubicBezTo>
                <a:cubicBezTo>
                  <a:pt x="1041194" y="59056"/>
                  <a:pt x="1040914" y="58351"/>
                  <a:pt x="1040728" y="57608"/>
                </a:cubicBezTo>
                <a:cubicBezTo>
                  <a:pt x="1040542" y="56863"/>
                  <a:pt x="1040448" y="56135"/>
                  <a:pt x="1040448" y="55422"/>
                </a:cubicBezTo>
                <a:cubicBezTo>
                  <a:pt x="1040448" y="53407"/>
                  <a:pt x="1040922" y="51563"/>
                  <a:pt x="1041869" y="49889"/>
                </a:cubicBezTo>
                <a:cubicBezTo>
                  <a:pt x="1042817" y="48216"/>
                  <a:pt x="1043943" y="46635"/>
                  <a:pt x="1045247" y="45147"/>
                </a:cubicBezTo>
                <a:cubicBezTo>
                  <a:pt x="1044657" y="44433"/>
                  <a:pt x="1044137" y="43734"/>
                  <a:pt x="1043686" y="43051"/>
                </a:cubicBezTo>
                <a:cubicBezTo>
                  <a:pt x="1043236" y="42367"/>
                  <a:pt x="1042848" y="41630"/>
                  <a:pt x="1042522" y="40838"/>
                </a:cubicBezTo>
                <a:cubicBezTo>
                  <a:pt x="1042196" y="40045"/>
                  <a:pt x="1041947" y="39191"/>
                  <a:pt x="1041776" y="38275"/>
                </a:cubicBezTo>
                <a:cubicBezTo>
                  <a:pt x="1041605" y="37359"/>
                  <a:pt x="1041520" y="36310"/>
                  <a:pt x="1041520" y="35130"/>
                </a:cubicBezTo>
                <a:cubicBezTo>
                  <a:pt x="1041520" y="32707"/>
                  <a:pt x="1041963" y="30494"/>
                  <a:pt x="1042848" y="28491"/>
                </a:cubicBezTo>
                <a:cubicBezTo>
                  <a:pt x="1043733" y="26487"/>
                  <a:pt x="1044976" y="24771"/>
                  <a:pt x="1046575" y="23342"/>
                </a:cubicBezTo>
                <a:cubicBezTo>
                  <a:pt x="1048175" y="21914"/>
                  <a:pt x="1050101" y="20803"/>
                  <a:pt x="1052353" y="20011"/>
                </a:cubicBezTo>
                <a:cubicBezTo>
                  <a:pt x="1054604" y="19219"/>
                  <a:pt x="1057097" y="18823"/>
                  <a:pt x="1059830" y="18823"/>
                </a:cubicBezTo>
                <a:cubicBezTo>
                  <a:pt x="1060980" y="18823"/>
                  <a:pt x="1062082" y="18901"/>
                  <a:pt x="1063138" y="19056"/>
                </a:cubicBezTo>
                <a:cubicBezTo>
                  <a:pt x="1064195" y="19211"/>
                  <a:pt x="1065126" y="19413"/>
                  <a:pt x="1065934" y="19662"/>
                </a:cubicBezTo>
                <a:lnTo>
                  <a:pt x="1082893" y="19662"/>
                </a:lnTo>
                <a:lnTo>
                  <a:pt x="1082893" y="26278"/>
                </a:lnTo>
                <a:lnTo>
                  <a:pt x="1075392" y="26278"/>
                </a:lnTo>
                <a:moveTo>
                  <a:pt x="1047251" y="73175"/>
                </a:moveTo>
                <a:cubicBezTo>
                  <a:pt x="1047251" y="75387"/>
                  <a:pt x="1048400" y="76999"/>
                  <a:pt x="1050699" y="78012"/>
                </a:cubicBezTo>
                <a:cubicBezTo>
                  <a:pt x="1052997" y="79025"/>
                  <a:pt x="1056196" y="79532"/>
                  <a:pt x="1060296" y="79532"/>
                </a:cubicBezTo>
                <a:cubicBezTo>
                  <a:pt x="1062874" y="79532"/>
                  <a:pt x="1065041" y="79298"/>
                  <a:pt x="1066796" y="78830"/>
                </a:cubicBezTo>
                <a:cubicBezTo>
                  <a:pt x="1068551" y="78363"/>
                  <a:pt x="1069964" y="77748"/>
                  <a:pt x="1071036" y="76984"/>
                </a:cubicBezTo>
                <a:cubicBezTo>
                  <a:pt x="1072107" y="76220"/>
                  <a:pt x="1072876" y="75347"/>
                  <a:pt x="1073342" y="74366"/>
                </a:cubicBezTo>
                <a:cubicBezTo>
                  <a:pt x="1073808" y="73385"/>
                  <a:pt x="1074041" y="72380"/>
                  <a:pt x="1074041" y="71351"/>
                </a:cubicBezTo>
                <a:cubicBezTo>
                  <a:pt x="1074041" y="69449"/>
                  <a:pt x="1073264" y="68047"/>
                  <a:pt x="1071711" y="67143"/>
                </a:cubicBezTo>
                <a:cubicBezTo>
                  <a:pt x="1070158" y="66239"/>
                  <a:pt x="1067782" y="65710"/>
                  <a:pt x="1064583" y="65554"/>
                </a:cubicBezTo>
                <a:lnTo>
                  <a:pt x="1052376" y="65135"/>
                </a:lnTo>
                <a:cubicBezTo>
                  <a:pt x="1051351" y="65820"/>
                  <a:pt x="1050504" y="66490"/>
                  <a:pt x="1049837" y="67144"/>
                </a:cubicBezTo>
                <a:cubicBezTo>
                  <a:pt x="1049169" y="67800"/>
                  <a:pt x="1048648" y="68462"/>
                  <a:pt x="1048276" y="69132"/>
                </a:cubicBezTo>
                <a:cubicBezTo>
                  <a:pt x="1047903" y="69802"/>
                  <a:pt x="1047639" y="70471"/>
                  <a:pt x="1047484" y="71141"/>
                </a:cubicBezTo>
                <a:cubicBezTo>
                  <a:pt x="1047328" y="71812"/>
                  <a:pt x="1047251" y="72490"/>
                  <a:pt x="1047251" y="73175"/>
                </a:cubicBezTo>
                <a:moveTo>
                  <a:pt x="1049720" y="34944"/>
                </a:moveTo>
                <a:cubicBezTo>
                  <a:pt x="1049720" y="36435"/>
                  <a:pt x="1049969" y="37801"/>
                  <a:pt x="1050466" y="39044"/>
                </a:cubicBezTo>
                <a:cubicBezTo>
                  <a:pt x="1050963" y="40286"/>
                  <a:pt x="1051661" y="41342"/>
                  <a:pt x="1052562" y="42212"/>
                </a:cubicBezTo>
                <a:cubicBezTo>
                  <a:pt x="1053463" y="43082"/>
                  <a:pt x="1054527" y="43757"/>
                  <a:pt x="1055754" y="44239"/>
                </a:cubicBezTo>
                <a:cubicBezTo>
                  <a:pt x="1056981" y="44720"/>
                  <a:pt x="1058340" y="44961"/>
                  <a:pt x="1059830" y="44961"/>
                </a:cubicBezTo>
                <a:cubicBezTo>
                  <a:pt x="1061446" y="44961"/>
                  <a:pt x="1062882" y="44689"/>
                  <a:pt x="1064140" y="44146"/>
                </a:cubicBezTo>
                <a:cubicBezTo>
                  <a:pt x="1065398" y="43602"/>
                  <a:pt x="1066454" y="42864"/>
                  <a:pt x="1067308" y="41932"/>
                </a:cubicBezTo>
                <a:cubicBezTo>
                  <a:pt x="1068163" y="41001"/>
                  <a:pt x="1068815" y="39929"/>
                  <a:pt x="1069265" y="38718"/>
                </a:cubicBezTo>
                <a:cubicBezTo>
                  <a:pt x="1069716" y="37506"/>
                  <a:pt x="1069941" y="36248"/>
                  <a:pt x="1069941" y="34944"/>
                </a:cubicBezTo>
                <a:cubicBezTo>
                  <a:pt x="1069941" y="33453"/>
                  <a:pt x="1069692" y="32086"/>
                  <a:pt x="1069195" y="30844"/>
                </a:cubicBezTo>
                <a:cubicBezTo>
                  <a:pt x="1068698" y="29601"/>
                  <a:pt x="1068000" y="28545"/>
                  <a:pt x="1067099" y="27675"/>
                </a:cubicBezTo>
                <a:cubicBezTo>
                  <a:pt x="1066198" y="26806"/>
                  <a:pt x="1065134" y="26130"/>
                  <a:pt x="1063907" y="25649"/>
                </a:cubicBezTo>
                <a:cubicBezTo>
                  <a:pt x="1062680" y="25167"/>
                  <a:pt x="1061321" y="24927"/>
                  <a:pt x="1059830" y="24927"/>
                </a:cubicBezTo>
                <a:cubicBezTo>
                  <a:pt x="1058215" y="24927"/>
                  <a:pt x="1056779" y="25206"/>
                  <a:pt x="1055521" y="25765"/>
                </a:cubicBezTo>
                <a:cubicBezTo>
                  <a:pt x="1054263" y="26324"/>
                  <a:pt x="1053207" y="27062"/>
                  <a:pt x="1052353" y="27978"/>
                </a:cubicBezTo>
                <a:cubicBezTo>
                  <a:pt x="1051498" y="28895"/>
                  <a:pt x="1050846" y="29958"/>
                  <a:pt x="1050396" y="31170"/>
                </a:cubicBezTo>
                <a:cubicBezTo>
                  <a:pt x="1049945" y="32381"/>
                  <a:pt x="1049720" y="33639"/>
                  <a:pt x="1049720" y="34944"/>
                </a:cubicBezTo>
                <a:close/>
                <a:moveTo>
                  <a:pt x="1183196" y="66440"/>
                </a:moveTo>
                <a:lnTo>
                  <a:pt x="1175927" y="66440"/>
                </a:lnTo>
                <a:lnTo>
                  <a:pt x="1175648" y="58892"/>
                </a:lnTo>
                <a:cubicBezTo>
                  <a:pt x="1174250" y="60507"/>
                  <a:pt x="1172922" y="61850"/>
                  <a:pt x="1171664" y="62922"/>
                </a:cubicBezTo>
                <a:cubicBezTo>
                  <a:pt x="1170406" y="63994"/>
                  <a:pt x="1169156" y="64856"/>
                  <a:pt x="1167914" y="65508"/>
                </a:cubicBezTo>
                <a:cubicBezTo>
                  <a:pt x="1166671" y="66160"/>
                  <a:pt x="1165421" y="66618"/>
                  <a:pt x="1164163" y="66882"/>
                </a:cubicBezTo>
                <a:cubicBezTo>
                  <a:pt x="1162905" y="67146"/>
                  <a:pt x="1161577" y="67278"/>
                  <a:pt x="1160179" y="67278"/>
                </a:cubicBezTo>
                <a:cubicBezTo>
                  <a:pt x="1155365" y="67278"/>
                  <a:pt x="1151731" y="65865"/>
                  <a:pt x="1149277" y="63038"/>
                </a:cubicBezTo>
                <a:cubicBezTo>
                  <a:pt x="1146823" y="60212"/>
                  <a:pt x="1145596" y="55941"/>
                  <a:pt x="1145596" y="50226"/>
                </a:cubicBezTo>
                <a:lnTo>
                  <a:pt x="1145596" y="19662"/>
                </a:lnTo>
                <a:lnTo>
                  <a:pt x="1153703" y="19662"/>
                </a:lnTo>
                <a:lnTo>
                  <a:pt x="1153703" y="49573"/>
                </a:lnTo>
                <a:cubicBezTo>
                  <a:pt x="1153703" y="56749"/>
                  <a:pt x="1156405" y="60336"/>
                  <a:pt x="1161810" y="60336"/>
                </a:cubicBezTo>
                <a:cubicBezTo>
                  <a:pt x="1162804" y="60336"/>
                  <a:pt x="1163775" y="60189"/>
                  <a:pt x="1164722" y="59894"/>
                </a:cubicBezTo>
                <a:cubicBezTo>
                  <a:pt x="1165669" y="59598"/>
                  <a:pt x="1166663" y="59086"/>
                  <a:pt x="1167704" y="58356"/>
                </a:cubicBezTo>
                <a:cubicBezTo>
                  <a:pt x="1168744" y="57626"/>
                  <a:pt x="1169863" y="56640"/>
                  <a:pt x="1171058" y="55397"/>
                </a:cubicBezTo>
                <a:cubicBezTo>
                  <a:pt x="1172254" y="54155"/>
                  <a:pt x="1173598" y="52586"/>
                  <a:pt x="1175089" y="50692"/>
                </a:cubicBezTo>
                <a:lnTo>
                  <a:pt x="1175089" y="19662"/>
                </a:lnTo>
                <a:lnTo>
                  <a:pt x="1183196" y="19662"/>
                </a:lnTo>
                <a:lnTo>
                  <a:pt x="1183196" y="66440"/>
                </a:lnTo>
                <a:close/>
                <a:moveTo>
                  <a:pt x="1237430" y="42212"/>
                </a:moveTo>
                <a:cubicBezTo>
                  <a:pt x="1237430" y="46374"/>
                  <a:pt x="1236848" y="50008"/>
                  <a:pt x="1235683" y="53114"/>
                </a:cubicBezTo>
                <a:cubicBezTo>
                  <a:pt x="1234518" y="56221"/>
                  <a:pt x="1232911" y="58799"/>
                  <a:pt x="1230861" y="60849"/>
                </a:cubicBezTo>
                <a:cubicBezTo>
                  <a:pt x="1228811" y="62899"/>
                  <a:pt x="1226388" y="64436"/>
                  <a:pt x="1223593" y="65461"/>
                </a:cubicBezTo>
                <a:cubicBezTo>
                  <a:pt x="1220797" y="66486"/>
                  <a:pt x="1217769" y="66999"/>
                  <a:pt x="1214507" y="66999"/>
                </a:cubicBezTo>
                <a:cubicBezTo>
                  <a:pt x="1213016" y="66999"/>
                  <a:pt x="1211533" y="66921"/>
                  <a:pt x="1210058" y="66766"/>
                </a:cubicBezTo>
                <a:cubicBezTo>
                  <a:pt x="1208582" y="66610"/>
                  <a:pt x="1207084" y="66346"/>
                  <a:pt x="1205562" y="65974"/>
                </a:cubicBezTo>
                <a:lnTo>
                  <a:pt x="1205562" y="85542"/>
                </a:lnTo>
                <a:lnTo>
                  <a:pt x="1197455" y="85542"/>
                </a:lnTo>
                <a:lnTo>
                  <a:pt x="1197455" y="19662"/>
                </a:lnTo>
                <a:lnTo>
                  <a:pt x="1204676" y="19662"/>
                </a:lnTo>
                <a:lnTo>
                  <a:pt x="1205189" y="27489"/>
                </a:lnTo>
                <a:cubicBezTo>
                  <a:pt x="1207518" y="24290"/>
                  <a:pt x="1210003" y="22046"/>
                  <a:pt x="1212644" y="20757"/>
                </a:cubicBezTo>
                <a:cubicBezTo>
                  <a:pt x="1215284" y="19468"/>
                  <a:pt x="1218141" y="18823"/>
                  <a:pt x="1221216" y="18823"/>
                </a:cubicBezTo>
                <a:cubicBezTo>
                  <a:pt x="1223888" y="18823"/>
                  <a:pt x="1226233" y="19382"/>
                  <a:pt x="1228252" y="20500"/>
                </a:cubicBezTo>
                <a:cubicBezTo>
                  <a:pt x="1230271" y="21619"/>
                  <a:pt x="1231964" y="23195"/>
                  <a:pt x="1233330" y="25229"/>
                </a:cubicBezTo>
                <a:cubicBezTo>
                  <a:pt x="1234697" y="27264"/>
                  <a:pt x="1235722" y="29718"/>
                  <a:pt x="1236405" y="32591"/>
                </a:cubicBezTo>
                <a:cubicBezTo>
                  <a:pt x="1237089" y="35464"/>
                  <a:pt x="1237430" y="38671"/>
                  <a:pt x="1237430" y="42212"/>
                </a:cubicBezTo>
                <a:moveTo>
                  <a:pt x="1229137" y="42585"/>
                </a:moveTo>
                <a:cubicBezTo>
                  <a:pt x="1229137" y="40131"/>
                  <a:pt x="1228958" y="37879"/>
                  <a:pt x="1228601" y="35829"/>
                </a:cubicBezTo>
                <a:cubicBezTo>
                  <a:pt x="1228244" y="33779"/>
                  <a:pt x="1227677" y="32024"/>
                  <a:pt x="1226901" y="30564"/>
                </a:cubicBezTo>
                <a:cubicBezTo>
                  <a:pt x="1226124" y="29104"/>
                  <a:pt x="1225130" y="27963"/>
                  <a:pt x="1223919" y="27140"/>
                </a:cubicBezTo>
                <a:cubicBezTo>
                  <a:pt x="1222707" y="26316"/>
                  <a:pt x="1221263" y="25905"/>
                  <a:pt x="1219586" y="25905"/>
                </a:cubicBezTo>
                <a:cubicBezTo>
                  <a:pt x="1218561" y="25905"/>
                  <a:pt x="1217520" y="26068"/>
                  <a:pt x="1216464" y="26394"/>
                </a:cubicBezTo>
                <a:cubicBezTo>
                  <a:pt x="1215408" y="26720"/>
                  <a:pt x="1214313" y="27264"/>
                  <a:pt x="1213179" y="28025"/>
                </a:cubicBezTo>
                <a:cubicBezTo>
                  <a:pt x="1212046" y="28786"/>
                  <a:pt x="1210850" y="29795"/>
                  <a:pt x="1209592" y="31053"/>
                </a:cubicBezTo>
                <a:cubicBezTo>
                  <a:pt x="1208334" y="32311"/>
                  <a:pt x="1206990" y="33872"/>
                  <a:pt x="1205562" y="35736"/>
                </a:cubicBezTo>
                <a:lnTo>
                  <a:pt x="1205562" y="58426"/>
                </a:lnTo>
                <a:cubicBezTo>
                  <a:pt x="1207053" y="59047"/>
                  <a:pt x="1208621" y="59536"/>
                  <a:pt x="1210267" y="59894"/>
                </a:cubicBezTo>
                <a:cubicBezTo>
                  <a:pt x="1211914" y="60251"/>
                  <a:pt x="1213529" y="60429"/>
                  <a:pt x="1215113" y="60429"/>
                </a:cubicBezTo>
                <a:cubicBezTo>
                  <a:pt x="1219493" y="60429"/>
                  <a:pt x="1222925" y="58946"/>
                  <a:pt x="1225410" y="55980"/>
                </a:cubicBezTo>
                <a:cubicBezTo>
                  <a:pt x="1227895" y="53013"/>
                  <a:pt x="1229137" y="48548"/>
                  <a:pt x="1229137" y="42585"/>
                </a:cubicBezTo>
                <a:close/>
                <a:moveTo>
                  <a:pt x="1331223" y="66440"/>
                </a:moveTo>
                <a:lnTo>
                  <a:pt x="1331037" y="60137"/>
                </a:lnTo>
                <a:cubicBezTo>
                  <a:pt x="1328490" y="62657"/>
                  <a:pt x="1325904" y="64478"/>
                  <a:pt x="1323279" y="65598"/>
                </a:cubicBezTo>
                <a:cubicBezTo>
                  <a:pt x="1320655" y="66718"/>
                  <a:pt x="1317898" y="67278"/>
                  <a:pt x="1315009" y="67278"/>
                </a:cubicBezTo>
                <a:cubicBezTo>
                  <a:pt x="1312338" y="67278"/>
                  <a:pt x="1310055" y="66936"/>
                  <a:pt x="1308160" y="66252"/>
                </a:cubicBezTo>
                <a:cubicBezTo>
                  <a:pt x="1306266" y="65567"/>
                  <a:pt x="1304705" y="64626"/>
                  <a:pt x="1303478" y="63429"/>
                </a:cubicBezTo>
                <a:cubicBezTo>
                  <a:pt x="1302251" y="62231"/>
                  <a:pt x="1301350" y="60823"/>
                  <a:pt x="1300776" y="59205"/>
                </a:cubicBezTo>
                <a:cubicBezTo>
                  <a:pt x="1300201" y="57587"/>
                  <a:pt x="1299914" y="55829"/>
                  <a:pt x="1299914" y="53931"/>
                </a:cubicBezTo>
                <a:cubicBezTo>
                  <a:pt x="1299914" y="49233"/>
                  <a:pt x="1301661" y="45554"/>
                  <a:pt x="1305155" y="42895"/>
                </a:cubicBezTo>
                <a:cubicBezTo>
                  <a:pt x="1308650" y="40234"/>
                  <a:pt x="1313814" y="38904"/>
                  <a:pt x="1320647" y="38904"/>
                </a:cubicBezTo>
                <a:lnTo>
                  <a:pt x="1330338" y="38904"/>
                </a:lnTo>
                <a:lnTo>
                  <a:pt x="1330338" y="34818"/>
                </a:lnTo>
                <a:cubicBezTo>
                  <a:pt x="1330338" y="32064"/>
                  <a:pt x="1329453" y="29858"/>
                  <a:pt x="1327682" y="28202"/>
                </a:cubicBezTo>
                <a:cubicBezTo>
                  <a:pt x="1325912" y="26547"/>
                  <a:pt x="1323209" y="25719"/>
                  <a:pt x="1319575" y="25719"/>
                </a:cubicBezTo>
                <a:cubicBezTo>
                  <a:pt x="1316935" y="25719"/>
                  <a:pt x="1314334" y="26018"/>
                  <a:pt x="1311771" y="26617"/>
                </a:cubicBezTo>
                <a:cubicBezTo>
                  <a:pt x="1309209" y="27215"/>
                  <a:pt x="1306561" y="28065"/>
                  <a:pt x="1303827" y="29166"/>
                </a:cubicBezTo>
                <a:lnTo>
                  <a:pt x="1303827" y="21851"/>
                </a:lnTo>
                <a:cubicBezTo>
                  <a:pt x="1304852" y="21473"/>
                  <a:pt x="1305994" y="21102"/>
                  <a:pt x="1307252" y="20739"/>
                </a:cubicBezTo>
                <a:cubicBezTo>
                  <a:pt x="1308510" y="20376"/>
                  <a:pt x="1309838" y="20053"/>
                  <a:pt x="1311235" y="19769"/>
                </a:cubicBezTo>
                <a:cubicBezTo>
                  <a:pt x="1312633" y="19485"/>
                  <a:pt x="1314093" y="19256"/>
                  <a:pt x="1315615" y="19084"/>
                </a:cubicBezTo>
                <a:cubicBezTo>
                  <a:pt x="1317137" y="18910"/>
                  <a:pt x="1318675" y="18823"/>
                  <a:pt x="1320228" y="18823"/>
                </a:cubicBezTo>
                <a:cubicBezTo>
                  <a:pt x="1323054" y="18823"/>
                  <a:pt x="1325601" y="19134"/>
                  <a:pt x="1327869" y="19755"/>
                </a:cubicBezTo>
                <a:cubicBezTo>
                  <a:pt x="1330136" y="20376"/>
                  <a:pt x="1332054" y="21323"/>
                  <a:pt x="1333623" y="22597"/>
                </a:cubicBezTo>
                <a:cubicBezTo>
                  <a:pt x="1335191" y="23870"/>
                  <a:pt x="1336395" y="25470"/>
                  <a:pt x="1337234" y="27396"/>
                </a:cubicBezTo>
                <a:cubicBezTo>
                  <a:pt x="1338072" y="29322"/>
                  <a:pt x="1338492" y="31589"/>
                  <a:pt x="1338492" y="34198"/>
                </a:cubicBezTo>
                <a:lnTo>
                  <a:pt x="1338492" y="66440"/>
                </a:lnTo>
                <a:lnTo>
                  <a:pt x="1331223" y="66440"/>
                </a:lnTo>
                <a:moveTo>
                  <a:pt x="1330338" y="45101"/>
                </a:moveTo>
                <a:lnTo>
                  <a:pt x="1320041" y="45101"/>
                </a:lnTo>
                <a:cubicBezTo>
                  <a:pt x="1318022" y="45101"/>
                  <a:pt x="1316283" y="45304"/>
                  <a:pt x="1314823" y="45709"/>
                </a:cubicBezTo>
                <a:cubicBezTo>
                  <a:pt x="1313363" y="46114"/>
                  <a:pt x="1312167" y="46690"/>
                  <a:pt x="1311235" y="47438"/>
                </a:cubicBezTo>
                <a:cubicBezTo>
                  <a:pt x="1310304" y="48185"/>
                  <a:pt x="1309612" y="49081"/>
                  <a:pt x="1309162" y="50125"/>
                </a:cubicBezTo>
                <a:cubicBezTo>
                  <a:pt x="1308712" y="51169"/>
                  <a:pt x="1308487" y="52345"/>
                  <a:pt x="1308487" y="53653"/>
                </a:cubicBezTo>
                <a:cubicBezTo>
                  <a:pt x="1308487" y="54557"/>
                  <a:pt x="1308626" y="55422"/>
                  <a:pt x="1308906" y="56248"/>
                </a:cubicBezTo>
                <a:cubicBezTo>
                  <a:pt x="1309185" y="57073"/>
                  <a:pt x="1309636" y="57805"/>
                  <a:pt x="1310257" y="58443"/>
                </a:cubicBezTo>
                <a:cubicBezTo>
                  <a:pt x="1310878" y="59082"/>
                  <a:pt x="1311686" y="59588"/>
                  <a:pt x="1312680" y="59962"/>
                </a:cubicBezTo>
                <a:cubicBezTo>
                  <a:pt x="1313674" y="60336"/>
                  <a:pt x="1314885" y="60522"/>
                  <a:pt x="1316314" y="60522"/>
                </a:cubicBezTo>
                <a:cubicBezTo>
                  <a:pt x="1318178" y="60522"/>
                  <a:pt x="1320313" y="59954"/>
                  <a:pt x="1322720" y="58818"/>
                </a:cubicBezTo>
                <a:cubicBezTo>
                  <a:pt x="1325127" y="57680"/>
                  <a:pt x="1327667" y="55880"/>
                  <a:pt x="1330338" y="53419"/>
                </a:cubicBezTo>
                <a:lnTo>
                  <a:pt x="1330338" y="45101"/>
                </a:lnTo>
                <a:close/>
                <a:moveTo>
                  <a:pt x="1444864" y="42212"/>
                </a:moveTo>
                <a:cubicBezTo>
                  <a:pt x="1444864" y="46095"/>
                  <a:pt x="1444328" y="49566"/>
                  <a:pt x="1443257" y="52625"/>
                </a:cubicBezTo>
                <a:cubicBezTo>
                  <a:pt x="1442185" y="55685"/>
                  <a:pt x="1440663" y="58278"/>
                  <a:pt x="1438691" y="60406"/>
                </a:cubicBezTo>
                <a:cubicBezTo>
                  <a:pt x="1436718" y="62534"/>
                  <a:pt x="1434319" y="64164"/>
                  <a:pt x="1431492" y="65298"/>
                </a:cubicBezTo>
                <a:cubicBezTo>
                  <a:pt x="1428666" y="66432"/>
                  <a:pt x="1425482" y="66999"/>
                  <a:pt x="1421941" y="66999"/>
                </a:cubicBezTo>
                <a:cubicBezTo>
                  <a:pt x="1419177" y="66999"/>
                  <a:pt x="1416350" y="66735"/>
                  <a:pt x="1413461" y="66207"/>
                </a:cubicBezTo>
                <a:cubicBezTo>
                  <a:pt x="1410573" y="65679"/>
                  <a:pt x="1407715" y="64840"/>
                  <a:pt x="1404889" y="63691"/>
                </a:cubicBezTo>
                <a:lnTo>
                  <a:pt x="1404889" y="559"/>
                </a:lnTo>
                <a:lnTo>
                  <a:pt x="1412995" y="559"/>
                </a:lnTo>
                <a:lnTo>
                  <a:pt x="1412995" y="18715"/>
                </a:lnTo>
                <a:lnTo>
                  <a:pt x="1412623" y="27396"/>
                </a:lnTo>
                <a:cubicBezTo>
                  <a:pt x="1414952" y="24259"/>
                  <a:pt x="1417445" y="22046"/>
                  <a:pt x="1420101" y="20757"/>
                </a:cubicBezTo>
                <a:cubicBezTo>
                  <a:pt x="1422756" y="19468"/>
                  <a:pt x="1425606" y="18823"/>
                  <a:pt x="1428650" y="18823"/>
                </a:cubicBezTo>
                <a:cubicBezTo>
                  <a:pt x="1431322" y="18823"/>
                  <a:pt x="1433667" y="19382"/>
                  <a:pt x="1435686" y="20500"/>
                </a:cubicBezTo>
                <a:cubicBezTo>
                  <a:pt x="1437705" y="21619"/>
                  <a:pt x="1439397" y="23195"/>
                  <a:pt x="1440764" y="25229"/>
                </a:cubicBezTo>
                <a:cubicBezTo>
                  <a:pt x="1442131" y="27264"/>
                  <a:pt x="1443156" y="29718"/>
                  <a:pt x="1443839" y="32591"/>
                </a:cubicBezTo>
                <a:cubicBezTo>
                  <a:pt x="1444522" y="35464"/>
                  <a:pt x="1444864" y="38671"/>
                  <a:pt x="1444864" y="42212"/>
                </a:cubicBezTo>
                <a:moveTo>
                  <a:pt x="1436571" y="42585"/>
                </a:moveTo>
                <a:cubicBezTo>
                  <a:pt x="1436571" y="40131"/>
                  <a:pt x="1436392" y="37879"/>
                  <a:pt x="1436035" y="35829"/>
                </a:cubicBezTo>
                <a:cubicBezTo>
                  <a:pt x="1435678" y="33779"/>
                  <a:pt x="1435111" y="32024"/>
                  <a:pt x="1434334" y="30564"/>
                </a:cubicBezTo>
                <a:cubicBezTo>
                  <a:pt x="1433558" y="29104"/>
                  <a:pt x="1432564" y="27963"/>
                  <a:pt x="1431353" y="27140"/>
                </a:cubicBezTo>
                <a:cubicBezTo>
                  <a:pt x="1430141" y="26316"/>
                  <a:pt x="1428697" y="25905"/>
                  <a:pt x="1427020" y="25905"/>
                </a:cubicBezTo>
                <a:cubicBezTo>
                  <a:pt x="1425995" y="25905"/>
                  <a:pt x="1424954" y="26068"/>
                  <a:pt x="1423898" y="26394"/>
                </a:cubicBezTo>
                <a:cubicBezTo>
                  <a:pt x="1422842" y="26720"/>
                  <a:pt x="1421747" y="27264"/>
                  <a:pt x="1420613" y="28025"/>
                </a:cubicBezTo>
                <a:cubicBezTo>
                  <a:pt x="1419479" y="28786"/>
                  <a:pt x="1418284" y="29795"/>
                  <a:pt x="1417026" y="31053"/>
                </a:cubicBezTo>
                <a:cubicBezTo>
                  <a:pt x="1415768" y="32311"/>
                  <a:pt x="1414424" y="33872"/>
                  <a:pt x="1412995" y="35736"/>
                </a:cubicBezTo>
                <a:lnTo>
                  <a:pt x="1412995" y="58426"/>
                </a:lnTo>
                <a:cubicBezTo>
                  <a:pt x="1414580" y="59047"/>
                  <a:pt x="1416195" y="59536"/>
                  <a:pt x="1417841" y="59894"/>
                </a:cubicBezTo>
                <a:cubicBezTo>
                  <a:pt x="1419487" y="60251"/>
                  <a:pt x="1421056" y="60429"/>
                  <a:pt x="1422547" y="60429"/>
                </a:cubicBezTo>
                <a:cubicBezTo>
                  <a:pt x="1424410" y="60429"/>
                  <a:pt x="1426189" y="60134"/>
                  <a:pt x="1427882" y="59544"/>
                </a:cubicBezTo>
                <a:cubicBezTo>
                  <a:pt x="1429574" y="58954"/>
                  <a:pt x="1431065" y="57968"/>
                  <a:pt x="1432354" y="56586"/>
                </a:cubicBezTo>
                <a:cubicBezTo>
                  <a:pt x="1433643" y="55203"/>
                  <a:pt x="1434668" y="53371"/>
                  <a:pt x="1435429" y="51088"/>
                </a:cubicBezTo>
                <a:cubicBezTo>
                  <a:pt x="1436190" y="48805"/>
                  <a:pt x="1436571" y="45970"/>
                  <a:pt x="1436571" y="42585"/>
                </a:cubicBezTo>
                <a:close/>
                <a:moveTo>
                  <a:pt x="1486799" y="66440"/>
                </a:moveTo>
                <a:lnTo>
                  <a:pt x="1486612" y="60137"/>
                </a:lnTo>
                <a:cubicBezTo>
                  <a:pt x="1484065" y="62657"/>
                  <a:pt x="1481479" y="64478"/>
                  <a:pt x="1478855" y="65598"/>
                </a:cubicBezTo>
                <a:cubicBezTo>
                  <a:pt x="1476230" y="66718"/>
                  <a:pt x="1473473" y="67278"/>
                  <a:pt x="1470585" y="67278"/>
                </a:cubicBezTo>
                <a:cubicBezTo>
                  <a:pt x="1467913" y="67278"/>
                  <a:pt x="1465631" y="66936"/>
                  <a:pt x="1463736" y="66252"/>
                </a:cubicBezTo>
                <a:cubicBezTo>
                  <a:pt x="1461841" y="65567"/>
                  <a:pt x="1460280" y="64626"/>
                  <a:pt x="1459053" y="63429"/>
                </a:cubicBezTo>
                <a:cubicBezTo>
                  <a:pt x="1457826" y="62231"/>
                  <a:pt x="1456926" y="60823"/>
                  <a:pt x="1456351" y="59205"/>
                </a:cubicBezTo>
                <a:cubicBezTo>
                  <a:pt x="1455776" y="57587"/>
                  <a:pt x="1455489" y="55829"/>
                  <a:pt x="1455489" y="53931"/>
                </a:cubicBezTo>
                <a:cubicBezTo>
                  <a:pt x="1455489" y="49233"/>
                  <a:pt x="1457236" y="45554"/>
                  <a:pt x="1460731" y="42895"/>
                </a:cubicBezTo>
                <a:cubicBezTo>
                  <a:pt x="1464225" y="40234"/>
                  <a:pt x="1469389" y="38904"/>
                  <a:pt x="1476222" y="38904"/>
                </a:cubicBezTo>
                <a:lnTo>
                  <a:pt x="1485913" y="38904"/>
                </a:lnTo>
                <a:lnTo>
                  <a:pt x="1485913" y="34818"/>
                </a:lnTo>
                <a:cubicBezTo>
                  <a:pt x="1485913" y="32064"/>
                  <a:pt x="1485028" y="29858"/>
                  <a:pt x="1483258" y="28202"/>
                </a:cubicBezTo>
                <a:cubicBezTo>
                  <a:pt x="1481487" y="26547"/>
                  <a:pt x="1478785" y="25719"/>
                  <a:pt x="1475151" y="25719"/>
                </a:cubicBezTo>
                <a:cubicBezTo>
                  <a:pt x="1472511" y="25719"/>
                  <a:pt x="1469909" y="26018"/>
                  <a:pt x="1467347" y="26617"/>
                </a:cubicBezTo>
                <a:cubicBezTo>
                  <a:pt x="1464784" y="27215"/>
                  <a:pt x="1462136" y="28065"/>
                  <a:pt x="1459403" y="29166"/>
                </a:cubicBezTo>
                <a:lnTo>
                  <a:pt x="1459403" y="21851"/>
                </a:lnTo>
                <a:cubicBezTo>
                  <a:pt x="1460428" y="21473"/>
                  <a:pt x="1461569" y="21102"/>
                  <a:pt x="1462827" y="20739"/>
                </a:cubicBezTo>
                <a:cubicBezTo>
                  <a:pt x="1464085" y="20376"/>
                  <a:pt x="1465413" y="20053"/>
                  <a:pt x="1466811" y="19769"/>
                </a:cubicBezTo>
                <a:cubicBezTo>
                  <a:pt x="1468209" y="19485"/>
                  <a:pt x="1469668" y="19256"/>
                  <a:pt x="1471190" y="19084"/>
                </a:cubicBezTo>
                <a:cubicBezTo>
                  <a:pt x="1472712" y="18910"/>
                  <a:pt x="1474250" y="18823"/>
                  <a:pt x="1475803" y="18823"/>
                </a:cubicBezTo>
                <a:cubicBezTo>
                  <a:pt x="1478630" y="18823"/>
                  <a:pt x="1481177" y="19134"/>
                  <a:pt x="1483444" y="19755"/>
                </a:cubicBezTo>
                <a:cubicBezTo>
                  <a:pt x="1485711" y="20376"/>
                  <a:pt x="1487630" y="21323"/>
                  <a:pt x="1489198" y="22597"/>
                </a:cubicBezTo>
                <a:cubicBezTo>
                  <a:pt x="1490767" y="23870"/>
                  <a:pt x="1491970" y="25470"/>
                  <a:pt x="1492809" y="27396"/>
                </a:cubicBezTo>
                <a:cubicBezTo>
                  <a:pt x="1493648" y="29322"/>
                  <a:pt x="1494067" y="31589"/>
                  <a:pt x="1494067" y="34198"/>
                </a:cubicBezTo>
                <a:lnTo>
                  <a:pt x="1494067" y="66440"/>
                </a:lnTo>
                <a:lnTo>
                  <a:pt x="1486799" y="66440"/>
                </a:lnTo>
                <a:moveTo>
                  <a:pt x="1485913" y="45101"/>
                </a:moveTo>
                <a:lnTo>
                  <a:pt x="1475617" y="45101"/>
                </a:lnTo>
                <a:cubicBezTo>
                  <a:pt x="1473598" y="45101"/>
                  <a:pt x="1471858" y="45304"/>
                  <a:pt x="1470398" y="45709"/>
                </a:cubicBezTo>
                <a:cubicBezTo>
                  <a:pt x="1468939" y="46114"/>
                  <a:pt x="1467743" y="46690"/>
                  <a:pt x="1466811" y="47438"/>
                </a:cubicBezTo>
                <a:cubicBezTo>
                  <a:pt x="1465879" y="48185"/>
                  <a:pt x="1465188" y="49081"/>
                  <a:pt x="1464737" y="50125"/>
                </a:cubicBezTo>
                <a:cubicBezTo>
                  <a:pt x="1464287" y="51169"/>
                  <a:pt x="1464062" y="52345"/>
                  <a:pt x="1464062" y="53653"/>
                </a:cubicBezTo>
                <a:cubicBezTo>
                  <a:pt x="1464062" y="54557"/>
                  <a:pt x="1464202" y="55422"/>
                  <a:pt x="1464481" y="56248"/>
                </a:cubicBezTo>
                <a:cubicBezTo>
                  <a:pt x="1464761" y="57073"/>
                  <a:pt x="1465211" y="57805"/>
                  <a:pt x="1465832" y="58443"/>
                </a:cubicBezTo>
                <a:cubicBezTo>
                  <a:pt x="1466454" y="59082"/>
                  <a:pt x="1467261" y="59588"/>
                  <a:pt x="1468255" y="59962"/>
                </a:cubicBezTo>
                <a:cubicBezTo>
                  <a:pt x="1469249" y="60336"/>
                  <a:pt x="1470460" y="60522"/>
                  <a:pt x="1471889" y="60522"/>
                </a:cubicBezTo>
                <a:cubicBezTo>
                  <a:pt x="1473753" y="60522"/>
                  <a:pt x="1475888" y="59954"/>
                  <a:pt x="1478296" y="58818"/>
                </a:cubicBezTo>
                <a:cubicBezTo>
                  <a:pt x="1480703" y="57680"/>
                  <a:pt x="1483242" y="55880"/>
                  <a:pt x="1485913" y="53419"/>
                </a:cubicBezTo>
                <a:lnTo>
                  <a:pt x="1485913" y="45101"/>
                </a:lnTo>
                <a:close/>
                <a:moveTo>
                  <a:pt x="1545646" y="53674"/>
                </a:moveTo>
                <a:cubicBezTo>
                  <a:pt x="1545646" y="55320"/>
                  <a:pt x="1545366" y="56795"/>
                  <a:pt x="1544807" y="58100"/>
                </a:cubicBezTo>
                <a:cubicBezTo>
                  <a:pt x="1544248" y="59404"/>
                  <a:pt x="1543487" y="60561"/>
                  <a:pt x="1542524" y="61571"/>
                </a:cubicBezTo>
                <a:cubicBezTo>
                  <a:pt x="1541561" y="62580"/>
                  <a:pt x="1540443" y="63442"/>
                  <a:pt x="1539170" y="64157"/>
                </a:cubicBezTo>
                <a:cubicBezTo>
                  <a:pt x="1537896" y="64871"/>
                  <a:pt x="1536537" y="65461"/>
                  <a:pt x="1535093" y="65927"/>
                </a:cubicBezTo>
                <a:cubicBezTo>
                  <a:pt x="1533648" y="66393"/>
                  <a:pt x="1532165" y="66735"/>
                  <a:pt x="1530643" y="66952"/>
                </a:cubicBezTo>
                <a:cubicBezTo>
                  <a:pt x="1529121" y="67170"/>
                  <a:pt x="1527630" y="67278"/>
                  <a:pt x="1526171" y="67278"/>
                </a:cubicBezTo>
                <a:cubicBezTo>
                  <a:pt x="1523002" y="67278"/>
                  <a:pt x="1520090" y="67139"/>
                  <a:pt x="1517435" y="66859"/>
                </a:cubicBezTo>
                <a:cubicBezTo>
                  <a:pt x="1514779" y="66579"/>
                  <a:pt x="1512178" y="66129"/>
                  <a:pt x="1509631" y="65508"/>
                </a:cubicBezTo>
                <a:lnTo>
                  <a:pt x="1509631" y="58053"/>
                </a:lnTo>
                <a:cubicBezTo>
                  <a:pt x="1512364" y="58830"/>
                  <a:pt x="1515082" y="59420"/>
                  <a:pt x="1517784" y="59824"/>
                </a:cubicBezTo>
                <a:cubicBezTo>
                  <a:pt x="1520486" y="60227"/>
                  <a:pt x="1523173" y="60429"/>
                  <a:pt x="1525844" y="60429"/>
                </a:cubicBezTo>
                <a:cubicBezTo>
                  <a:pt x="1529727" y="60429"/>
                  <a:pt x="1532600" y="59901"/>
                  <a:pt x="1534464" y="58845"/>
                </a:cubicBezTo>
                <a:cubicBezTo>
                  <a:pt x="1536327" y="57789"/>
                  <a:pt x="1537259" y="56283"/>
                  <a:pt x="1537259" y="54326"/>
                </a:cubicBezTo>
                <a:cubicBezTo>
                  <a:pt x="1537259" y="53487"/>
                  <a:pt x="1537112" y="52734"/>
                  <a:pt x="1536817" y="52066"/>
                </a:cubicBezTo>
                <a:cubicBezTo>
                  <a:pt x="1536522" y="51398"/>
                  <a:pt x="1535986" y="50762"/>
                  <a:pt x="1535209" y="50156"/>
                </a:cubicBezTo>
                <a:cubicBezTo>
                  <a:pt x="1534433" y="49550"/>
                  <a:pt x="1533229" y="48921"/>
                  <a:pt x="1531598" y="48269"/>
                </a:cubicBezTo>
                <a:cubicBezTo>
                  <a:pt x="1529968" y="47617"/>
                  <a:pt x="1527739" y="46871"/>
                  <a:pt x="1524913" y="46033"/>
                </a:cubicBezTo>
                <a:cubicBezTo>
                  <a:pt x="1522800" y="45411"/>
                  <a:pt x="1520851" y="44705"/>
                  <a:pt x="1519065" y="43913"/>
                </a:cubicBezTo>
                <a:cubicBezTo>
                  <a:pt x="1517279" y="43121"/>
                  <a:pt x="1515734" y="42181"/>
                  <a:pt x="1514429" y="41094"/>
                </a:cubicBezTo>
                <a:cubicBezTo>
                  <a:pt x="1513125" y="40007"/>
                  <a:pt x="1512100" y="38733"/>
                  <a:pt x="1511354" y="37273"/>
                </a:cubicBezTo>
                <a:cubicBezTo>
                  <a:pt x="1510609" y="35813"/>
                  <a:pt x="1510236" y="34090"/>
                  <a:pt x="1510236" y="32102"/>
                </a:cubicBezTo>
                <a:cubicBezTo>
                  <a:pt x="1510236" y="30797"/>
                  <a:pt x="1510539" y="29368"/>
                  <a:pt x="1511145" y="27815"/>
                </a:cubicBezTo>
                <a:cubicBezTo>
                  <a:pt x="1511750" y="26262"/>
                  <a:pt x="1512783" y="24818"/>
                  <a:pt x="1514243" y="23482"/>
                </a:cubicBezTo>
                <a:cubicBezTo>
                  <a:pt x="1515703" y="22147"/>
                  <a:pt x="1517675" y="21036"/>
                  <a:pt x="1520160" y="20151"/>
                </a:cubicBezTo>
                <a:cubicBezTo>
                  <a:pt x="1522645" y="19266"/>
                  <a:pt x="1525751" y="18823"/>
                  <a:pt x="1529479" y="18823"/>
                </a:cubicBezTo>
                <a:cubicBezTo>
                  <a:pt x="1531311" y="18823"/>
                  <a:pt x="1533346" y="18924"/>
                  <a:pt x="1535582" y="19126"/>
                </a:cubicBezTo>
                <a:cubicBezTo>
                  <a:pt x="1537818" y="19328"/>
                  <a:pt x="1540148" y="19677"/>
                  <a:pt x="1542571" y="20174"/>
                </a:cubicBezTo>
                <a:lnTo>
                  <a:pt x="1542571" y="27396"/>
                </a:lnTo>
                <a:cubicBezTo>
                  <a:pt x="1540024" y="26775"/>
                  <a:pt x="1537609" y="26316"/>
                  <a:pt x="1535326" y="26021"/>
                </a:cubicBezTo>
                <a:cubicBezTo>
                  <a:pt x="1533043" y="25726"/>
                  <a:pt x="1531063" y="25579"/>
                  <a:pt x="1529385" y="25579"/>
                </a:cubicBezTo>
                <a:cubicBezTo>
                  <a:pt x="1527366" y="25579"/>
                  <a:pt x="1525666" y="25734"/>
                  <a:pt x="1524284" y="26045"/>
                </a:cubicBezTo>
                <a:cubicBezTo>
                  <a:pt x="1522901" y="26355"/>
                  <a:pt x="1521783" y="26782"/>
                  <a:pt x="1520929" y="27326"/>
                </a:cubicBezTo>
                <a:cubicBezTo>
                  <a:pt x="1520075" y="27870"/>
                  <a:pt x="1519461" y="28506"/>
                  <a:pt x="1519089" y="29236"/>
                </a:cubicBezTo>
                <a:cubicBezTo>
                  <a:pt x="1518716" y="29966"/>
                  <a:pt x="1518529" y="30750"/>
                  <a:pt x="1518529" y="31589"/>
                </a:cubicBezTo>
                <a:cubicBezTo>
                  <a:pt x="1518529" y="32428"/>
                  <a:pt x="1518693" y="33189"/>
                  <a:pt x="1519019" y="33872"/>
                </a:cubicBezTo>
                <a:cubicBezTo>
                  <a:pt x="1519345" y="34555"/>
                  <a:pt x="1519951" y="35215"/>
                  <a:pt x="1520836" y="35852"/>
                </a:cubicBezTo>
                <a:cubicBezTo>
                  <a:pt x="1521721" y="36489"/>
                  <a:pt x="1522956" y="37126"/>
                  <a:pt x="1524540" y="37762"/>
                </a:cubicBezTo>
                <a:cubicBezTo>
                  <a:pt x="1526124" y="38399"/>
                  <a:pt x="1528189" y="39090"/>
                  <a:pt x="1530736" y="39836"/>
                </a:cubicBezTo>
                <a:cubicBezTo>
                  <a:pt x="1533501" y="40643"/>
                  <a:pt x="1535831" y="41490"/>
                  <a:pt x="1537725" y="42375"/>
                </a:cubicBezTo>
                <a:cubicBezTo>
                  <a:pt x="1539620" y="43260"/>
                  <a:pt x="1541157" y="44246"/>
                  <a:pt x="1542338" y="45334"/>
                </a:cubicBezTo>
                <a:cubicBezTo>
                  <a:pt x="1543518" y="46421"/>
                  <a:pt x="1544365" y="47648"/>
                  <a:pt x="1544877" y="49014"/>
                </a:cubicBezTo>
                <a:cubicBezTo>
                  <a:pt x="1545390" y="50381"/>
                  <a:pt x="1545646" y="51934"/>
                  <a:pt x="1545646" y="53674"/>
                </a:cubicBezTo>
                <a:close/>
                <a:moveTo>
                  <a:pt x="1576398" y="26371"/>
                </a:moveTo>
                <a:lnTo>
                  <a:pt x="1562561" y="26371"/>
                </a:lnTo>
                <a:lnTo>
                  <a:pt x="1562561" y="19662"/>
                </a:lnTo>
                <a:lnTo>
                  <a:pt x="1584598" y="19662"/>
                </a:lnTo>
                <a:lnTo>
                  <a:pt x="1584598" y="59684"/>
                </a:lnTo>
                <a:lnTo>
                  <a:pt x="1598529" y="59684"/>
                </a:lnTo>
                <a:lnTo>
                  <a:pt x="1598529" y="66440"/>
                </a:lnTo>
                <a:lnTo>
                  <a:pt x="1561023" y="66440"/>
                </a:lnTo>
                <a:lnTo>
                  <a:pt x="1561023" y="59684"/>
                </a:lnTo>
                <a:lnTo>
                  <a:pt x="1576398" y="59684"/>
                </a:lnTo>
                <a:lnTo>
                  <a:pt x="1576398" y="26371"/>
                </a:lnTo>
                <a:moveTo>
                  <a:pt x="1579240" y="0"/>
                </a:moveTo>
                <a:cubicBezTo>
                  <a:pt x="1580141" y="0"/>
                  <a:pt x="1580980" y="163"/>
                  <a:pt x="1581756" y="489"/>
                </a:cubicBezTo>
                <a:cubicBezTo>
                  <a:pt x="1582533" y="815"/>
                  <a:pt x="1583208" y="1274"/>
                  <a:pt x="1583783" y="1864"/>
                </a:cubicBezTo>
                <a:cubicBezTo>
                  <a:pt x="1584358" y="2454"/>
                  <a:pt x="1584808" y="3129"/>
                  <a:pt x="1585134" y="3890"/>
                </a:cubicBezTo>
                <a:cubicBezTo>
                  <a:pt x="1585460" y="4651"/>
                  <a:pt x="1585623" y="5482"/>
                  <a:pt x="1585623" y="6383"/>
                </a:cubicBezTo>
                <a:cubicBezTo>
                  <a:pt x="1585623" y="7253"/>
                  <a:pt x="1585460" y="8076"/>
                  <a:pt x="1585134" y="8852"/>
                </a:cubicBezTo>
                <a:cubicBezTo>
                  <a:pt x="1584808" y="9629"/>
                  <a:pt x="1584358" y="10312"/>
                  <a:pt x="1583783" y="10902"/>
                </a:cubicBezTo>
                <a:cubicBezTo>
                  <a:pt x="1583208" y="11493"/>
                  <a:pt x="1582533" y="11951"/>
                  <a:pt x="1581756" y="12277"/>
                </a:cubicBezTo>
                <a:cubicBezTo>
                  <a:pt x="1580980" y="12603"/>
                  <a:pt x="1580141" y="12766"/>
                  <a:pt x="1579240" y="12766"/>
                </a:cubicBezTo>
                <a:cubicBezTo>
                  <a:pt x="1578340" y="12766"/>
                  <a:pt x="1577501" y="12603"/>
                  <a:pt x="1576724" y="12277"/>
                </a:cubicBezTo>
                <a:cubicBezTo>
                  <a:pt x="1575948" y="11951"/>
                  <a:pt x="1575272" y="11493"/>
                  <a:pt x="1574698" y="10902"/>
                </a:cubicBezTo>
                <a:cubicBezTo>
                  <a:pt x="1574123" y="10312"/>
                  <a:pt x="1573673" y="9629"/>
                  <a:pt x="1573347" y="8852"/>
                </a:cubicBezTo>
                <a:cubicBezTo>
                  <a:pt x="1573020" y="8076"/>
                  <a:pt x="1572857" y="7253"/>
                  <a:pt x="1572857" y="6383"/>
                </a:cubicBezTo>
                <a:cubicBezTo>
                  <a:pt x="1572857" y="5482"/>
                  <a:pt x="1573020" y="4651"/>
                  <a:pt x="1573347" y="3890"/>
                </a:cubicBezTo>
                <a:cubicBezTo>
                  <a:pt x="1573673" y="3129"/>
                  <a:pt x="1574123" y="2454"/>
                  <a:pt x="1574698" y="1864"/>
                </a:cubicBezTo>
                <a:cubicBezTo>
                  <a:pt x="1575272" y="1274"/>
                  <a:pt x="1575948" y="815"/>
                  <a:pt x="1576724" y="489"/>
                </a:cubicBezTo>
                <a:cubicBezTo>
                  <a:pt x="1577501" y="163"/>
                  <a:pt x="1578340" y="0"/>
                  <a:pt x="1579240" y="0"/>
                </a:cubicBezTo>
                <a:close/>
                <a:moveTo>
                  <a:pt x="1648664" y="64716"/>
                </a:moveTo>
                <a:cubicBezTo>
                  <a:pt x="1646552" y="65523"/>
                  <a:pt x="1644385" y="66121"/>
                  <a:pt x="1642164" y="66510"/>
                </a:cubicBezTo>
                <a:cubicBezTo>
                  <a:pt x="1639944" y="66898"/>
                  <a:pt x="1637653" y="67092"/>
                  <a:pt x="1635292" y="67092"/>
                </a:cubicBezTo>
                <a:cubicBezTo>
                  <a:pt x="1627900" y="67092"/>
                  <a:pt x="1622208" y="65088"/>
                  <a:pt x="1618216" y="61082"/>
                </a:cubicBezTo>
                <a:cubicBezTo>
                  <a:pt x="1614225" y="57075"/>
                  <a:pt x="1612229" y="51220"/>
                  <a:pt x="1612229" y="43517"/>
                </a:cubicBezTo>
                <a:cubicBezTo>
                  <a:pt x="1612229" y="39820"/>
                  <a:pt x="1612804" y="36466"/>
                  <a:pt x="1613953" y="33453"/>
                </a:cubicBezTo>
                <a:cubicBezTo>
                  <a:pt x="1615103" y="30440"/>
                  <a:pt x="1616718" y="27862"/>
                  <a:pt x="1618799" y="25719"/>
                </a:cubicBezTo>
                <a:cubicBezTo>
                  <a:pt x="1620880" y="23575"/>
                  <a:pt x="1623365" y="21921"/>
                  <a:pt x="1626253" y="20757"/>
                </a:cubicBezTo>
                <a:cubicBezTo>
                  <a:pt x="1629142" y="19592"/>
                  <a:pt x="1632326" y="19009"/>
                  <a:pt x="1635805" y="19009"/>
                </a:cubicBezTo>
                <a:cubicBezTo>
                  <a:pt x="1638227" y="19009"/>
                  <a:pt x="1640495" y="19184"/>
                  <a:pt x="1642607" y="19534"/>
                </a:cubicBezTo>
                <a:cubicBezTo>
                  <a:pt x="1644719" y="19882"/>
                  <a:pt x="1646738" y="20453"/>
                  <a:pt x="1648664" y="21246"/>
                </a:cubicBezTo>
                <a:lnTo>
                  <a:pt x="1648664" y="28980"/>
                </a:lnTo>
                <a:cubicBezTo>
                  <a:pt x="1646645" y="27907"/>
                  <a:pt x="1644587" y="27127"/>
                  <a:pt x="1642491" y="26639"/>
                </a:cubicBezTo>
                <a:cubicBezTo>
                  <a:pt x="1640394" y="26150"/>
                  <a:pt x="1638227" y="25905"/>
                  <a:pt x="1635991" y="25905"/>
                </a:cubicBezTo>
                <a:cubicBezTo>
                  <a:pt x="1633910" y="25905"/>
                  <a:pt x="1631945" y="26301"/>
                  <a:pt x="1630097" y="27093"/>
                </a:cubicBezTo>
                <a:cubicBezTo>
                  <a:pt x="1628249" y="27885"/>
                  <a:pt x="1626626" y="29027"/>
                  <a:pt x="1625228" y="30518"/>
                </a:cubicBezTo>
                <a:cubicBezTo>
                  <a:pt x="1623831" y="32008"/>
                  <a:pt x="1622728" y="33826"/>
                  <a:pt x="1621920" y="35969"/>
                </a:cubicBezTo>
                <a:cubicBezTo>
                  <a:pt x="1621113" y="38112"/>
                  <a:pt x="1620709" y="40535"/>
                  <a:pt x="1620709" y="43237"/>
                </a:cubicBezTo>
                <a:cubicBezTo>
                  <a:pt x="1620709" y="48890"/>
                  <a:pt x="1622084" y="53122"/>
                  <a:pt x="1624832" y="55933"/>
                </a:cubicBezTo>
                <a:cubicBezTo>
                  <a:pt x="1627581" y="58744"/>
                  <a:pt x="1631394" y="60150"/>
                  <a:pt x="1636271" y="60150"/>
                </a:cubicBezTo>
                <a:cubicBezTo>
                  <a:pt x="1638476" y="60150"/>
                  <a:pt x="1640611" y="59901"/>
                  <a:pt x="1642677" y="59404"/>
                </a:cubicBezTo>
                <a:cubicBezTo>
                  <a:pt x="1644743" y="58907"/>
                  <a:pt x="1646738" y="58162"/>
                  <a:pt x="1648664" y="57168"/>
                </a:cubicBezTo>
                <a:lnTo>
                  <a:pt x="1648664" y="64716"/>
                </a:lnTo>
                <a:close/>
                <a:moveTo>
                  <a:pt x="1739708" y="11834"/>
                </a:moveTo>
                <a:lnTo>
                  <a:pt x="1731601" y="11834"/>
                </a:lnTo>
                <a:lnTo>
                  <a:pt x="1716692" y="559"/>
                </a:lnTo>
                <a:lnTo>
                  <a:pt x="1728433" y="559"/>
                </a:lnTo>
                <a:lnTo>
                  <a:pt x="1739708" y="11834"/>
                </a:lnTo>
                <a:moveTo>
                  <a:pt x="1708585" y="19662"/>
                </a:moveTo>
                <a:lnTo>
                  <a:pt x="1708585" y="19662"/>
                </a:lnTo>
                <a:close/>
                <a:moveTo>
                  <a:pt x="1806802" y="64157"/>
                </a:moveTo>
                <a:cubicBezTo>
                  <a:pt x="1801925" y="66176"/>
                  <a:pt x="1796816" y="67185"/>
                  <a:pt x="1791473" y="67185"/>
                </a:cubicBezTo>
                <a:cubicBezTo>
                  <a:pt x="1782869" y="67185"/>
                  <a:pt x="1776261" y="64613"/>
                  <a:pt x="1771649" y="59468"/>
                </a:cubicBezTo>
                <a:cubicBezTo>
                  <a:pt x="1767036" y="54324"/>
                  <a:pt x="1764730" y="46716"/>
                  <a:pt x="1764730" y="36644"/>
                </a:cubicBezTo>
                <a:cubicBezTo>
                  <a:pt x="1764730" y="31765"/>
                  <a:pt x="1765367" y="27351"/>
                  <a:pt x="1766640" y="23404"/>
                </a:cubicBezTo>
                <a:cubicBezTo>
                  <a:pt x="1767914" y="19456"/>
                  <a:pt x="1769731" y="16107"/>
                  <a:pt x="1772091" y="13356"/>
                </a:cubicBezTo>
                <a:cubicBezTo>
                  <a:pt x="1774452" y="10604"/>
                  <a:pt x="1777310" y="8482"/>
                  <a:pt x="1780664" y="6990"/>
                </a:cubicBezTo>
                <a:cubicBezTo>
                  <a:pt x="1784019" y="5498"/>
                  <a:pt x="1787777" y="4752"/>
                  <a:pt x="1791939" y="4752"/>
                </a:cubicBezTo>
                <a:cubicBezTo>
                  <a:pt x="1794766" y="4752"/>
                  <a:pt x="1797390" y="4993"/>
                  <a:pt x="1799813" y="5475"/>
                </a:cubicBezTo>
                <a:cubicBezTo>
                  <a:pt x="1802236" y="5956"/>
                  <a:pt x="1804566" y="6694"/>
                  <a:pt x="1806802" y="7688"/>
                </a:cubicBezTo>
                <a:lnTo>
                  <a:pt x="1806802" y="15841"/>
                </a:lnTo>
                <a:cubicBezTo>
                  <a:pt x="1804597" y="14630"/>
                  <a:pt x="1802314" y="13706"/>
                  <a:pt x="1799953" y="13069"/>
                </a:cubicBezTo>
                <a:cubicBezTo>
                  <a:pt x="1797592" y="12432"/>
                  <a:pt x="1795014" y="12114"/>
                  <a:pt x="1792219" y="12114"/>
                </a:cubicBezTo>
                <a:cubicBezTo>
                  <a:pt x="1789361" y="12114"/>
                  <a:pt x="1786775" y="12650"/>
                  <a:pt x="1784461" y="13723"/>
                </a:cubicBezTo>
                <a:cubicBezTo>
                  <a:pt x="1782147" y="14795"/>
                  <a:pt x="1780183" y="16350"/>
                  <a:pt x="1778567" y="18386"/>
                </a:cubicBezTo>
                <a:cubicBezTo>
                  <a:pt x="1776952" y="20423"/>
                  <a:pt x="1775710" y="22910"/>
                  <a:pt x="1774840" y="25848"/>
                </a:cubicBezTo>
                <a:cubicBezTo>
                  <a:pt x="1773970" y="28786"/>
                  <a:pt x="1773536" y="32137"/>
                  <a:pt x="1773536" y="35899"/>
                </a:cubicBezTo>
                <a:cubicBezTo>
                  <a:pt x="1773536" y="43796"/>
                  <a:pt x="1775135" y="49750"/>
                  <a:pt x="1778335" y="53761"/>
                </a:cubicBezTo>
                <a:cubicBezTo>
                  <a:pt x="1781534" y="57772"/>
                  <a:pt x="1786224" y="59777"/>
                  <a:pt x="1792405" y="59777"/>
                </a:cubicBezTo>
                <a:cubicBezTo>
                  <a:pt x="1795014" y="59777"/>
                  <a:pt x="1797515" y="59474"/>
                  <a:pt x="1799906" y="58868"/>
                </a:cubicBezTo>
                <a:cubicBezTo>
                  <a:pt x="1802298" y="58263"/>
                  <a:pt x="1804597" y="57416"/>
                  <a:pt x="1806802" y="56329"/>
                </a:cubicBezTo>
                <a:lnTo>
                  <a:pt x="1806802" y="64157"/>
                </a:lnTo>
                <a:close/>
                <a:moveTo>
                  <a:pt x="1849808" y="66440"/>
                </a:moveTo>
                <a:lnTo>
                  <a:pt x="1849622" y="60137"/>
                </a:lnTo>
                <a:cubicBezTo>
                  <a:pt x="1847075" y="62657"/>
                  <a:pt x="1844489" y="64478"/>
                  <a:pt x="1841864" y="65598"/>
                </a:cubicBezTo>
                <a:cubicBezTo>
                  <a:pt x="1839240" y="66718"/>
                  <a:pt x="1836483" y="67278"/>
                  <a:pt x="1833594" y="67278"/>
                </a:cubicBezTo>
                <a:cubicBezTo>
                  <a:pt x="1830923" y="67278"/>
                  <a:pt x="1828640" y="66936"/>
                  <a:pt x="1826745" y="66252"/>
                </a:cubicBezTo>
                <a:cubicBezTo>
                  <a:pt x="1824851" y="65567"/>
                  <a:pt x="1823290" y="64626"/>
                  <a:pt x="1822063" y="63429"/>
                </a:cubicBezTo>
                <a:cubicBezTo>
                  <a:pt x="1820836" y="62231"/>
                  <a:pt x="1819935" y="60823"/>
                  <a:pt x="1819360" y="59205"/>
                </a:cubicBezTo>
                <a:cubicBezTo>
                  <a:pt x="1818786" y="57587"/>
                  <a:pt x="1818499" y="55829"/>
                  <a:pt x="1818499" y="53931"/>
                </a:cubicBezTo>
                <a:cubicBezTo>
                  <a:pt x="1818499" y="49233"/>
                  <a:pt x="1820246" y="45554"/>
                  <a:pt x="1823740" y="42895"/>
                </a:cubicBezTo>
                <a:cubicBezTo>
                  <a:pt x="1827234" y="40234"/>
                  <a:pt x="1832398" y="38904"/>
                  <a:pt x="1839232" y="38904"/>
                </a:cubicBezTo>
                <a:lnTo>
                  <a:pt x="1848923" y="38904"/>
                </a:lnTo>
                <a:lnTo>
                  <a:pt x="1848923" y="34818"/>
                </a:lnTo>
                <a:cubicBezTo>
                  <a:pt x="1848923" y="32064"/>
                  <a:pt x="1848038" y="29858"/>
                  <a:pt x="1846267" y="28202"/>
                </a:cubicBezTo>
                <a:cubicBezTo>
                  <a:pt x="1844497" y="26547"/>
                  <a:pt x="1841794" y="25719"/>
                  <a:pt x="1838160" y="25719"/>
                </a:cubicBezTo>
                <a:cubicBezTo>
                  <a:pt x="1835520" y="25719"/>
                  <a:pt x="1832919" y="26018"/>
                  <a:pt x="1830356" y="26617"/>
                </a:cubicBezTo>
                <a:cubicBezTo>
                  <a:pt x="1827794" y="27215"/>
                  <a:pt x="1825146" y="28065"/>
                  <a:pt x="1822412" y="29166"/>
                </a:cubicBezTo>
                <a:lnTo>
                  <a:pt x="1822412" y="21851"/>
                </a:lnTo>
                <a:cubicBezTo>
                  <a:pt x="1823437" y="21473"/>
                  <a:pt x="1824579" y="21102"/>
                  <a:pt x="1825837" y="20739"/>
                </a:cubicBezTo>
                <a:cubicBezTo>
                  <a:pt x="1827095" y="20376"/>
                  <a:pt x="1828423" y="20053"/>
                  <a:pt x="1829820" y="19769"/>
                </a:cubicBezTo>
                <a:cubicBezTo>
                  <a:pt x="1831218" y="19485"/>
                  <a:pt x="1832678" y="19256"/>
                  <a:pt x="1834200" y="19084"/>
                </a:cubicBezTo>
                <a:cubicBezTo>
                  <a:pt x="1835722" y="18910"/>
                  <a:pt x="1837259" y="18823"/>
                  <a:pt x="1838812" y="18823"/>
                </a:cubicBezTo>
                <a:cubicBezTo>
                  <a:pt x="1841639" y="18823"/>
                  <a:pt x="1844186" y="19134"/>
                  <a:pt x="1846453" y="19755"/>
                </a:cubicBezTo>
                <a:cubicBezTo>
                  <a:pt x="1848721" y="20376"/>
                  <a:pt x="1850639" y="21323"/>
                  <a:pt x="1852208" y="22597"/>
                </a:cubicBezTo>
                <a:cubicBezTo>
                  <a:pt x="1853776" y="23870"/>
                  <a:pt x="1854980" y="25470"/>
                  <a:pt x="1855818" y="27396"/>
                </a:cubicBezTo>
                <a:cubicBezTo>
                  <a:pt x="1856657" y="29322"/>
                  <a:pt x="1857076" y="31589"/>
                  <a:pt x="1857076" y="34198"/>
                </a:cubicBezTo>
                <a:lnTo>
                  <a:pt x="1857076" y="66440"/>
                </a:lnTo>
                <a:lnTo>
                  <a:pt x="1849808" y="66440"/>
                </a:lnTo>
                <a:moveTo>
                  <a:pt x="1848923" y="45101"/>
                </a:moveTo>
                <a:lnTo>
                  <a:pt x="1838626" y="45101"/>
                </a:lnTo>
                <a:cubicBezTo>
                  <a:pt x="1836607" y="45101"/>
                  <a:pt x="1834868" y="45304"/>
                  <a:pt x="1833408" y="45709"/>
                </a:cubicBezTo>
                <a:cubicBezTo>
                  <a:pt x="1831948" y="46114"/>
                  <a:pt x="1830752" y="46690"/>
                  <a:pt x="1829820" y="47438"/>
                </a:cubicBezTo>
                <a:cubicBezTo>
                  <a:pt x="1828888" y="48185"/>
                  <a:pt x="1828197" y="49081"/>
                  <a:pt x="1827747" y="50125"/>
                </a:cubicBezTo>
                <a:cubicBezTo>
                  <a:pt x="1827297" y="51169"/>
                  <a:pt x="1827071" y="52345"/>
                  <a:pt x="1827071" y="53653"/>
                </a:cubicBezTo>
                <a:cubicBezTo>
                  <a:pt x="1827071" y="54557"/>
                  <a:pt x="1827211" y="55422"/>
                  <a:pt x="1827491" y="56248"/>
                </a:cubicBezTo>
                <a:cubicBezTo>
                  <a:pt x="1827770" y="57073"/>
                  <a:pt x="1828221" y="57805"/>
                  <a:pt x="1828842" y="58443"/>
                </a:cubicBezTo>
                <a:cubicBezTo>
                  <a:pt x="1829463" y="59082"/>
                  <a:pt x="1830271" y="59588"/>
                  <a:pt x="1831265" y="59962"/>
                </a:cubicBezTo>
                <a:cubicBezTo>
                  <a:pt x="1832259" y="60336"/>
                  <a:pt x="1833470" y="60522"/>
                  <a:pt x="1834899" y="60522"/>
                </a:cubicBezTo>
                <a:cubicBezTo>
                  <a:pt x="1836762" y="60522"/>
                  <a:pt x="1838898" y="59954"/>
                  <a:pt x="1841305" y="58818"/>
                </a:cubicBezTo>
                <a:cubicBezTo>
                  <a:pt x="1843712" y="57680"/>
                  <a:pt x="1846252" y="55880"/>
                  <a:pt x="1848923" y="53419"/>
                </a:cubicBezTo>
                <a:lnTo>
                  <a:pt x="1848923" y="45101"/>
                </a:lnTo>
                <a:close/>
                <a:moveTo>
                  <a:pt x="1908655" y="53674"/>
                </a:moveTo>
                <a:cubicBezTo>
                  <a:pt x="1908655" y="55320"/>
                  <a:pt x="1908376" y="56795"/>
                  <a:pt x="1907817" y="58100"/>
                </a:cubicBezTo>
                <a:cubicBezTo>
                  <a:pt x="1907258" y="59404"/>
                  <a:pt x="1906497" y="60561"/>
                  <a:pt x="1905534" y="61571"/>
                </a:cubicBezTo>
                <a:cubicBezTo>
                  <a:pt x="1904571" y="62580"/>
                  <a:pt x="1903453" y="63442"/>
                  <a:pt x="1902179" y="64157"/>
                </a:cubicBezTo>
                <a:cubicBezTo>
                  <a:pt x="1900906" y="64871"/>
                  <a:pt x="1899547" y="65461"/>
                  <a:pt x="1898102" y="65927"/>
                </a:cubicBezTo>
                <a:cubicBezTo>
                  <a:pt x="1896658" y="66393"/>
                  <a:pt x="1895175" y="66735"/>
                  <a:pt x="1893653" y="66952"/>
                </a:cubicBezTo>
                <a:cubicBezTo>
                  <a:pt x="1892131" y="67170"/>
                  <a:pt x="1890640" y="67278"/>
                  <a:pt x="1889180" y="67278"/>
                </a:cubicBezTo>
                <a:cubicBezTo>
                  <a:pt x="1886012" y="67278"/>
                  <a:pt x="1883100" y="67139"/>
                  <a:pt x="1880444" y="66859"/>
                </a:cubicBezTo>
                <a:cubicBezTo>
                  <a:pt x="1877788" y="66579"/>
                  <a:pt x="1875187" y="66129"/>
                  <a:pt x="1872640" y="65508"/>
                </a:cubicBezTo>
                <a:lnTo>
                  <a:pt x="1872640" y="58053"/>
                </a:lnTo>
                <a:cubicBezTo>
                  <a:pt x="1875373" y="58830"/>
                  <a:pt x="1878091" y="59420"/>
                  <a:pt x="1880794" y="59824"/>
                </a:cubicBezTo>
                <a:cubicBezTo>
                  <a:pt x="1883496" y="60227"/>
                  <a:pt x="1886183" y="60429"/>
                  <a:pt x="1888854" y="60429"/>
                </a:cubicBezTo>
                <a:cubicBezTo>
                  <a:pt x="1892736" y="60429"/>
                  <a:pt x="1895610" y="59901"/>
                  <a:pt x="1897473" y="58845"/>
                </a:cubicBezTo>
                <a:cubicBezTo>
                  <a:pt x="1899337" y="57789"/>
                  <a:pt x="1900269" y="56283"/>
                  <a:pt x="1900269" y="54326"/>
                </a:cubicBezTo>
                <a:cubicBezTo>
                  <a:pt x="1900269" y="53487"/>
                  <a:pt x="1900121" y="52734"/>
                  <a:pt x="1899826" y="52066"/>
                </a:cubicBezTo>
                <a:cubicBezTo>
                  <a:pt x="1899531" y="51398"/>
                  <a:pt x="1898995" y="50762"/>
                  <a:pt x="1898219" y="50156"/>
                </a:cubicBezTo>
                <a:cubicBezTo>
                  <a:pt x="1897442" y="49550"/>
                  <a:pt x="1896239" y="48921"/>
                  <a:pt x="1894608" y="48269"/>
                </a:cubicBezTo>
                <a:cubicBezTo>
                  <a:pt x="1892977" y="47617"/>
                  <a:pt x="1890749" y="46871"/>
                  <a:pt x="1887922" y="46033"/>
                </a:cubicBezTo>
                <a:cubicBezTo>
                  <a:pt x="1885810" y="45411"/>
                  <a:pt x="1883861" y="44705"/>
                  <a:pt x="1882075" y="43913"/>
                </a:cubicBezTo>
                <a:cubicBezTo>
                  <a:pt x="1880289" y="43121"/>
                  <a:pt x="1878743" y="42181"/>
                  <a:pt x="1877439" y="41094"/>
                </a:cubicBezTo>
                <a:cubicBezTo>
                  <a:pt x="1876134" y="40007"/>
                  <a:pt x="1875109" y="38733"/>
                  <a:pt x="1874364" y="37273"/>
                </a:cubicBezTo>
                <a:cubicBezTo>
                  <a:pt x="1873618" y="35813"/>
                  <a:pt x="1873246" y="34090"/>
                  <a:pt x="1873246" y="32102"/>
                </a:cubicBezTo>
                <a:cubicBezTo>
                  <a:pt x="1873246" y="30797"/>
                  <a:pt x="1873549" y="29368"/>
                  <a:pt x="1874154" y="27815"/>
                </a:cubicBezTo>
                <a:cubicBezTo>
                  <a:pt x="1874760" y="26262"/>
                  <a:pt x="1875793" y="24818"/>
                  <a:pt x="1877253" y="23482"/>
                </a:cubicBezTo>
                <a:cubicBezTo>
                  <a:pt x="1878712" y="22147"/>
                  <a:pt x="1880685" y="21036"/>
                  <a:pt x="1883170" y="20151"/>
                </a:cubicBezTo>
                <a:cubicBezTo>
                  <a:pt x="1885655" y="19266"/>
                  <a:pt x="1888761" y="18823"/>
                  <a:pt x="1892488" y="18823"/>
                </a:cubicBezTo>
                <a:cubicBezTo>
                  <a:pt x="1894321" y="18823"/>
                  <a:pt x="1896355" y="18924"/>
                  <a:pt x="1898592" y="19126"/>
                </a:cubicBezTo>
                <a:cubicBezTo>
                  <a:pt x="1900828" y="19328"/>
                  <a:pt x="1903157" y="19677"/>
                  <a:pt x="1905580" y="20174"/>
                </a:cubicBezTo>
                <a:lnTo>
                  <a:pt x="1905580" y="27396"/>
                </a:lnTo>
                <a:cubicBezTo>
                  <a:pt x="1903033" y="26775"/>
                  <a:pt x="1900618" y="26316"/>
                  <a:pt x="1898335" y="26021"/>
                </a:cubicBezTo>
                <a:cubicBezTo>
                  <a:pt x="1896052" y="25726"/>
                  <a:pt x="1894072" y="25579"/>
                  <a:pt x="1892395" y="25579"/>
                </a:cubicBezTo>
                <a:cubicBezTo>
                  <a:pt x="1890376" y="25579"/>
                  <a:pt x="1888675" y="25734"/>
                  <a:pt x="1887293" y="26045"/>
                </a:cubicBezTo>
                <a:cubicBezTo>
                  <a:pt x="1885911" y="26355"/>
                  <a:pt x="1884793" y="26782"/>
                  <a:pt x="1883938" y="27326"/>
                </a:cubicBezTo>
                <a:cubicBezTo>
                  <a:pt x="1883084" y="27870"/>
                  <a:pt x="1882471" y="28506"/>
                  <a:pt x="1882098" y="29236"/>
                </a:cubicBezTo>
                <a:cubicBezTo>
                  <a:pt x="1881725" y="29966"/>
                  <a:pt x="1881539" y="30750"/>
                  <a:pt x="1881539" y="31589"/>
                </a:cubicBezTo>
                <a:cubicBezTo>
                  <a:pt x="1881539" y="32428"/>
                  <a:pt x="1881702" y="33189"/>
                  <a:pt x="1882028" y="33872"/>
                </a:cubicBezTo>
                <a:cubicBezTo>
                  <a:pt x="1882354" y="34555"/>
                  <a:pt x="1882960" y="35215"/>
                  <a:pt x="1883845" y="35852"/>
                </a:cubicBezTo>
                <a:cubicBezTo>
                  <a:pt x="1884731" y="36489"/>
                  <a:pt x="1885965" y="37126"/>
                  <a:pt x="1887549" y="37762"/>
                </a:cubicBezTo>
                <a:cubicBezTo>
                  <a:pt x="1889133" y="38399"/>
                  <a:pt x="1891199" y="39090"/>
                  <a:pt x="1893746" y="39836"/>
                </a:cubicBezTo>
                <a:cubicBezTo>
                  <a:pt x="1896510" y="40643"/>
                  <a:pt x="1898840" y="41490"/>
                  <a:pt x="1900735" y="42375"/>
                </a:cubicBezTo>
                <a:cubicBezTo>
                  <a:pt x="1902629" y="43260"/>
                  <a:pt x="1904167" y="44246"/>
                  <a:pt x="1905347" y="45334"/>
                </a:cubicBezTo>
                <a:cubicBezTo>
                  <a:pt x="1906528" y="46421"/>
                  <a:pt x="1907374" y="47648"/>
                  <a:pt x="1907887" y="49014"/>
                </a:cubicBezTo>
                <a:cubicBezTo>
                  <a:pt x="1908399" y="50381"/>
                  <a:pt x="1908655" y="51934"/>
                  <a:pt x="1908655" y="53674"/>
                </a:cubicBezTo>
                <a:close/>
                <a:moveTo>
                  <a:pt x="1959815" y="64716"/>
                </a:moveTo>
                <a:cubicBezTo>
                  <a:pt x="1957703" y="65523"/>
                  <a:pt x="1955536" y="66121"/>
                  <a:pt x="1953315" y="66510"/>
                </a:cubicBezTo>
                <a:cubicBezTo>
                  <a:pt x="1951095" y="66898"/>
                  <a:pt x="1948804" y="67092"/>
                  <a:pt x="1946443" y="67092"/>
                </a:cubicBezTo>
                <a:cubicBezTo>
                  <a:pt x="1939051" y="67092"/>
                  <a:pt x="1933359" y="65088"/>
                  <a:pt x="1929367" y="61082"/>
                </a:cubicBezTo>
                <a:cubicBezTo>
                  <a:pt x="1925376" y="57075"/>
                  <a:pt x="1923380" y="51220"/>
                  <a:pt x="1923380" y="43517"/>
                </a:cubicBezTo>
                <a:cubicBezTo>
                  <a:pt x="1923380" y="39820"/>
                  <a:pt x="1923955" y="36466"/>
                  <a:pt x="1925104" y="33453"/>
                </a:cubicBezTo>
                <a:cubicBezTo>
                  <a:pt x="1926253" y="30440"/>
                  <a:pt x="1927869" y="27862"/>
                  <a:pt x="1929950" y="25719"/>
                </a:cubicBezTo>
                <a:cubicBezTo>
                  <a:pt x="1932031" y="23575"/>
                  <a:pt x="1934516" y="21921"/>
                  <a:pt x="1937404" y="20757"/>
                </a:cubicBezTo>
                <a:cubicBezTo>
                  <a:pt x="1940293" y="19592"/>
                  <a:pt x="1943477" y="19009"/>
                  <a:pt x="1946956" y="19009"/>
                </a:cubicBezTo>
                <a:cubicBezTo>
                  <a:pt x="1949378" y="19009"/>
                  <a:pt x="1951646" y="19184"/>
                  <a:pt x="1953758" y="19534"/>
                </a:cubicBezTo>
                <a:cubicBezTo>
                  <a:pt x="1955870" y="19882"/>
                  <a:pt x="1957889" y="20453"/>
                  <a:pt x="1959815" y="21246"/>
                </a:cubicBezTo>
                <a:lnTo>
                  <a:pt x="1959815" y="28980"/>
                </a:lnTo>
                <a:cubicBezTo>
                  <a:pt x="1957796" y="27907"/>
                  <a:pt x="1955738" y="27127"/>
                  <a:pt x="1953642" y="26639"/>
                </a:cubicBezTo>
                <a:cubicBezTo>
                  <a:pt x="1951545" y="26150"/>
                  <a:pt x="1949378" y="25905"/>
                  <a:pt x="1947142" y="25905"/>
                </a:cubicBezTo>
                <a:cubicBezTo>
                  <a:pt x="1945061" y="25905"/>
                  <a:pt x="1943096" y="26301"/>
                  <a:pt x="1941248" y="27093"/>
                </a:cubicBezTo>
                <a:cubicBezTo>
                  <a:pt x="1939400" y="27885"/>
                  <a:pt x="1937777" y="29027"/>
                  <a:pt x="1936379" y="30518"/>
                </a:cubicBezTo>
                <a:cubicBezTo>
                  <a:pt x="1934982" y="32008"/>
                  <a:pt x="1933879" y="33826"/>
                  <a:pt x="1933071" y="35969"/>
                </a:cubicBezTo>
                <a:cubicBezTo>
                  <a:pt x="1932264" y="38112"/>
                  <a:pt x="1931860" y="40535"/>
                  <a:pt x="1931860" y="43237"/>
                </a:cubicBezTo>
                <a:cubicBezTo>
                  <a:pt x="1931860" y="48890"/>
                  <a:pt x="1933234" y="53122"/>
                  <a:pt x="1935983" y="55933"/>
                </a:cubicBezTo>
                <a:cubicBezTo>
                  <a:pt x="1938732" y="58744"/>
                  <a:pt x="1942545" y="60150"/>
                  <a:pt x="1947422" y="60150"/>
                </a:cubicBezTo>
                <a:cubicBezTo>
                  <a:pt x="1949627" y="60150"/>
                  <a:pt x="1951762" y="59901"/>
                  <a:pt x="1953828" y="59404"/>
                </a:cubicBezTo>
                <a:cubicBezTo>
                  <a:pt x="1955893" y="58907"/>
                  <a:pt x="1957889" y="58162"/>
                  <a:pt x="1959815" y="57168"/>
                </a:cubicBezTo>
                <a:lnTo>
                  <a:pt x="1959815" y="64716"/>
                </a:lnTo>
                <a:close/>
                <a:moveTo>
                  <a:pt x="2005383" y="66440"/>
                </a:moveTo>
                <a:lnTo>
                  <a:pt x="2005197" y="60137"/>
                </a:lnTo>
                <a:cubicBezTo>
                  <a:pt x="2002650" y="62657"/>
                  <a:pt x="2000064" y="64478"/>
                  <a:pt x="1997440" y="65598"/>
                </a:cubicBezTo>
                <a:cubicBezTo>
                  <a:pt x="1994815" y="66718"/>
                  <a:pt x="1992058" y="67278"/>
                  <a:pt x="1989170" y="67278"/>
                </a:cubicBezTo>
                <a:cubicBezTo>
                  <a:pt x="1986498" y="67278"/>
                  <a:pt x="1984215" y="66936"/>
                  <a:pt x="1982321" y="66252"/>
                </a:cubicBezTo>
                <a:cubicBezTo>
                  <a:pt x="1980426" y="65567"/>
                  <a:pt x="1978865" y="64626"/>
                  <a:pt x="1977638" y="63429"/>
                </a:cubicBezTo>
                <a:cubicBezTo>
                  <a:pt x="1976411" y="62231"/>
                  <a:pt x="1975511" y="60823"/>
                  <a:pt x="1974936" y="59205"/>
                </a:cubicBezTo>
                <a:cubicBezTo>
                  <a:pt x="1974361" y="57587"/>
                  <a:pt x="1974074" y="55829"/>
                  <a:pt x="1974074" y="53931"/>
                </a:cubicBezTo>
                <a:cubicBezTo>
                  <a:pt x="1974074" y="49233"/>
                  <a:pt x="1975821" y="45554"/>
                  <a:pt x="1979315" y="42895"/>
                </a:cubicBezTo>
                <a:cubicBezTo>
                  <a:pt x="1982810" y="40234"/>
                  <a:pt x="1987974" y="38904"/>
                  <a:pt x="1994807" y="38904"/>
                </a:cubicBezTo>
                <a:lnTo>
                  <a:pt x="2004498" y="38904"/>
                </a:lnTo>
                <a:lnTo>
                  <a:pt x="2004498" y="34818"/>
                </a:lnTo>
                <a:cubicBezTo>
                  <a:pt x="2004498" y="32064"/>
                  <a:pt x="2003613" y="29858"/>
                  <a:pt x="2001843" y="28202"/>
                </a:cubicBezTo>
                <a:cubicBezTo>
                  <a:pt x="2000072" y="26547"/>
                  <a:pt x="1997370" y="25719"/>
                  <a:pt x="1993736" y="25719"/>
                </a:cubicBezTo>
                <a:cubicBezTo>
                  <a:pt x="1991095" y="25719"/>
                  <a:pt x="1988494" y="26018"/>
                  <a:pt x="1985931" y="26617"/>
                </a:cubicBezTo>
                <a:cubicBezTo>
                  <a:pt x="1983369" y="27215"/>
                  <a:pt x="1980721" y="28065"/>
                  <a:pt x="1977988" y="29166"/>
                </a:cubicBezTo>
                <a:lnTo>
                  <a:pt x="1977988" y="21851"/>
                </a:lnTo>
                <a:cubicBezTo>
                  <a:pt x="1979013" y="21473"/>
                  <a:pt x="1980154" y="21102"/>
                  <a:pt x="1981412" y="20739"/>
                </a:cubicBezTo>
                <a:cubicBezTo>
                  <a:pt x="1982670" y="20376"/>
                  <a:pt x="1983998" y="20053"/>
                  <a:pt x="1985396" y="19769"/>
                </a:cubicBezTo>
                <a:cubicBezTo>
                  <a:pt x="1986793" y="19485"/>
                  <a:pt x="1988253" y="19256"/>
                  <a:pt x="1989775" y="19084"/>
                </a:cubicBezTo>
                <a:cubicBezTo>
                  <a:pt x="1991297" y="18910"/>
                  <a:pt x="1992835" y="18823"/>
                  <a:pt x="1994388" y="18823"/>
                </a:cubicBezTo>
                <a:cubicBezTo>
                  <a:pt x="1997214" y="18823"/>
                  <a:pt x="1999761" y="19134"/>
                  <a:pt x="2002029" y="19755"/>
                </a:cubicBezTo>
                <a:cubicBezTo>
                  <a:pt x="2004296" y="20376"/>
                  <a:pt x="2006214" y="21323"/>
                  <a:pt x="2007783" y="22597"/>
                </a:cubicBezTo>
                <a:cubicBezTo>
                  <a:pt x="2009352" y="23870"/>
                  <a:pt x="2010555" y="25470"/>
                  <a:pt x="2011394" y="27396"/>
                </a:cubicBezTo>
                <a:cubicBezTo>
                  <a:pt x="2012232" y="29322"/>
                  <a:pt x="2012652" y="31589"/>
                  <a:pt x="2012652" y="34198"/>
                </a:cubicBezTo>
                <a:lnTo>
                  <a:pt x="2012652" y="66440"/>
                </a:lnTo>
                <a:lnTo>
                  <a:pt x="2005383" y="66440"/>
                </a:lnTo>
                <a:moveTo>
                  <a:pt x="2004498" y="45101"/>
                </a:moveTo>
                <a:lnTo>
                  <a:pt x="1994202" y="45101"/>
                </a:lnTo>
                <a:cubicBezTo>
                  <a:pt x="1992183" y="45101"/>
                  <a:pt x="1990443" y="45304"/>
                  <a:pt x="1988983" y="45709"/>
                </a:cubicBezTo>
                <a:cubicBezTo>
                  <a:pt x="1987523" y="46114"/>
                  <a:pt x="1986328" y="46690"/>
                  <a:pt x="1985396" y="47438"/>
                </a:cubicBezTo>
                <a:cubicBezTo>
                  <a:pt x="1984464" y="48185"/>
                  <a:pt x="1983773" y="49081"/>
                  <a:pt x="1983322" y="50125"/>
                </a:cubicBezTo>
                <a:cubicBezTo>
                  <a:pt x="1982872" y="51169"/>
                  <a:pt x="1982647" y="52345"/>
                  <a:pt x="1982647" y="53653"/>
                </a:cubicBezTo>
                <a:cubicBezTo>
                  <a:pt x="1982647" y="54557"/>
                  <a:pt x="1982787" y="55422"/>
                  <a:pt x="1983066" y="56248"/>
                </a:cubicBezTo>
                <a:cubicBezTo>
                  <a:pt x="1983346" y="57073"/>
                  <a:pt x="1983796" y="57805"/>
                  <a:pt x="1984417" y="58443"/>
                </a:cubicBezTo>
                <a:cubicBezTo>
                  <a:pt x="1985038" y="59082"/>
                  <a:pt x="1985846" y="59588"/>
                  <a:pt x="1986840" y="59962"/>
                </a:cubicBezTo>
                <a:cubicBezTo>
                  <a:pt x="1987834" y="60336"/>
                  <a:pt x="1989045" y="60522"/>
                  <a:pt x="1990474" y="60522"/>
                </a:cubicBezTo>
                <a:cubicBezTo>
                  <a:pt x="1992338" y="60522"/>
                  <a:pt x="1994473" y="59954"/>
                  <a:pt x="1996881" y="58818"/>
                </a:cubicBezTo>
                <a:cubicBezTo>
                  <a:pt x="1999288" y="57680"/>
                  <a:pt x="2001827" y="55880"/>
                  <a:pt x="2004498" y="53419"/>
                </a:cubicBezTo>
                <a:lnTo>
                  <a:pt x="2004498" y="45101"/>
                </a:lnTo>
                <a:close/>
                <a:moveTo>
                  <a:pt x="2024814" y="44029"/>
                </a:moveTo>
                <a:cubicBezTo>
                  <a:pt x="2024814" y="40053"/>
                  <a:pt x="2025358" y="36520"/>
                  <a:pt x="2026445" y="33429"/>
                </a:cubicBezTo>
                <a:cubicBezTo>
                  <a:pt x="2027532" y="30339"/>
                  <a:pt x="2029077" y="27730"/>
                  <a:pt x="2031081" y="25602"/>
                </a:cubicBezTo>
                <a:cubicBezTo>
                  <a:pt x="2033084" y="23474"/>
                  <a:pt x="2035491" y="21859"/>
                  <a:pt x="2038302" y="20757"/>
                </a:cubicBezTo>
                <a:cubicBezTo>
                  <a:pt x="2041114" y="19654"/>
                  <a:pt x="2044243" y="19103"/>
                  <a:pt x="2047691" y="19103"/>
                </a:cubicBezTo>
                <a:cubicBezTo>
                  <a:pt x="2049182" y="19103"/>
                  <a:pt x="2050649" y="19196"/>
                  <a:pt x="2052094" y="19382"/>
                </a:cubicBezTo>
                <a:cubicBezTo>
                  <a:pt x="2053538" y="19568"/>
                  <a:pt x="2054959" y="19864"/>
                  <a:pt x="2056357" y="20267"/>
                </a:cubicBezTo>
                <a:lnTo>
                  <a:pt x="2056357" y="559"/>
                </a:lnTo>
                <a:lnTo>
                  <a:pt x="2064510" y="559"/>
                </a:lnTo>
                <a:lnTo>
                  <a:pt x="2064510" y="66440"/>
                </a:lnTo>
                <a:lnTo>
                  <a:pt x="2057242" y="66440"/>
                </a:lnTo>
                <a:lnTo>
                  <a:pt x="2056962" y="57587"/>
                </a:lnTo>
                <a:cubicBezTo>
                  <a:pt x="2054695" y="60880"/>
                  <a:pt x="2052241" y="63318"/>
                  <a:pt x="2049601" y="64902"/>
                </a:cubicBezTo>
                <a:cubicBezTo>
                  <a:pt x="2046961" y="66486"/>
                  <a:pt x="2044103" y="67278"/>
                  <a:pt x="2041028" y="67278"/>
                </a:cubicBezTo>
                <a:cubicBezTo>
                  <a:pt x="2038357" y="67278"/>
                  <a:pt x="2036004" y="66719"/>
                  <a:pt x="2033969" y="65601"/>
                </a:cubicBezTo>
                <a:cubicBezTo>
                  <a:pt x="2031935" y="64483"/>
                  <a:pt x="2030242" y="62906"/>
                  <a:pt x="2028891" y="60872"/>
                </a:cubicBezTo>
                <a:cubicBezTo>
                  <a:pt x="2027540" y="58837"/>
                  <a:pt x="2026523" y="56391"/>
                  <a:pt x="2025839" y="53534"/>
                </a:cubicBezTo>
                <a:cubicBezTo>
                  <a:pt x="2025156" y="50676"/>
                  <a:pt x="2024814" y="47508"/>
                  <a:pt x="2024814" y="44029"/>
                </a:cubicBezTo>
                <a:moveTo>
                  <a:pt x="2033108" y="43517"/>
                </a:moveTo>
                <a:cubicBezTo>
                  <a:pt x="2033108" y="49170"/>
                  <a:pt x="2033938" y="53386"/>
                  <a:pt x="2035600" y="56166"/>
                </a:cubicBezTo>
                <a:cubicBezTo>
                  <a:pt x="2037262" y="58946"/>
                  <a:pt x="2039615" y="60336"/>
                  <a:pt x="2042659" y="60336"/>
                </a:cubicBezTo>
                <a:cubicBezTo>
                  <a:pt x="2044709" y="60336"/>
                  <a:pt x="2046875" y="59420"/>
                  <a:pt x="2049158" y="57587"/>
                </a:cubicBezTo>
                <a:cubicBezTo>
                  <a:pt x="2051441" y="55755"/>
                  <a:pt x="2053841" y="53037"/>
                  <a:pt x="2056357" y="49434"/>
                </a:cubicBezTo>
                <a:lnTo>
                  <a:pt x="2056357" y="27722"/>
                </a:lnTo>
                <a:cubicBezTo>
                  <a:pt x="2055021" y="27101"/>
                  <a:pt x="2053546" y="26627"/>
                  <a:pt x="2051931" y="26301"/>
                </a:cubicBezTo>
                <a:cubicBezTo>
                  <a:pt x="2050315" y="25975"/>
                  <a:pt x="2048716" y="25812"/>
                  <a:pt x="2047132" y="25812"/>
                </a:cubicBezTo>
                <a:cubicBezTo>
                  <a:pt x="2042721" y="25812"/>
                  <a:pt x="2039281" y="27241"/>
                  <a:pt x="2036812" y="30098"/>
                </a:cubicBezTo>
                <a:cubicBezTo>
                  <a:pt x="2034342" y="32956"/>
                  <a:pt x="2033108" y="37429"/>
                  <a:pt x="2033108" y="43517"/>
                </a:cubicBezTo>
                <a:close/>
                <a:moveTo>
                  <a:pt x="2118559" y="40581"/>
                </a:moveTo>
                <a:cubicBezTo>
                  <a:pt x="2118559" y="41731"/>
                  <a:pt x="2118543" y="42693"/>
                  <a:pt x="2118512" y="43470"/>
                </a:cubicBezTo>
                <a:cubicBezTo>
                  <a:pt x="2118481" y="44246"/>
                  <a:pt x="2118434" y="44976"/>
                  <a:pt x="2118372" y="45660"/>
                </a:cubicBezTo>
                <a:lnTo>
                  <a:pt x="2085525" y="45660"/>
                </a:lnTo>
                <a:cubicBezTo>
                  <a:pt x="2085525" y="50443"/>
                  <a:pt x="2086861" y="54116"/>
                  <a:pt x="2089532" y="56679"/>
                </a:cubicBezTo>
                <a:cubicBezTo>
                  <a:pt x="2092203" y="59241"/>
                  <a:pt x="2096055" y="60522"/>
                  <a:pt x="2101087" y="60522"/>
                </a:cubicBezTo>
                <a:cubicBezTo>
                  <a:pt x="2102453" y="60522"/>
                  <a:pt x="2103820" y="60467"/>
                  <a:pt x="2105187" y="60357"/>
                </a:cubicBezTo>
                <a:cubicBezTo>
                  <a:pt x="2106553" y="60245"/>
                  <a:pt x="2107874" y="60094"/>
                  <a:pt x="2109147" y="59904"/>
                </a:cubicBezTo>
                <a:cubicBezTo>
                  <a:pt x="2110421" y="59712"/>
                  <a:pt x="2111640" y="59498"/>
                  <a:pt x="2112804" y="59260"/>
                </a:cubicBezTo>
                <a:cubicBezTo>
                  <a:pt x="2113969" y="59021"/>
                  <a:pt x="2115049" y="58759"/>
                  <a:pt x="2116043" y="58472"/>
                </a:cubicBezTo>
                <a:lnTo>
                  <a:pt x="2116043" y="65135"/>
                </a:lnTo>
                <a:cubicBezTo>
                  <a:pt x="2113837" y="65770"/>
                  <a:pt x="2111345" y="66286"/>
                  <a:pt x="2108565" y="66683"/>
                </a:cubicBezTo>
                <a:cubicBezTo>
                  <a:pt x="2105785" y="67080"/>
                  <a:pt x="2102904" y="67278"/>
                  <a:pt x="2099922" y="67278"/>
                </a:cubicBezTo>
                <a:cubicBezTo>
                  <a:pt x="2095915" y="67278"/>
                  <a:pt x="2092467" y="66735"/>
                  <a:pt x="2089579" y="65648"/>
                </a:cubicBezTo>
                <a:cubicBezTo>
                  <a:pt x="2086690" y="64560"/>
                  <a:pt x="2084321" y="62984"/>
                  <a:pt x="2082473" y="60919"/>
                </a:cubicBezTo>
                <a:cubicBezTo>
                  <a:pt x="2080625" y="58853"/>
                  <a:pt x="2079259" y="56321"/>
                  <a:pt x="2078373" y="53324"/>
                </a:cubicBezTo>
                <a:cubicBezTo>
                  <a:pt x="2077488" y="50327"/>
                  <a:pt x="2077045" y="46933"/>
                  <a:pt x="2077045" y="43144"/>
                </a:cubicBezTo>
                <a:cubicBezTo>
                  <a:pt x="2077045" y="39851"/>
                  <a:pt x="2077519" y="36737"/>
                  <a:pt x="2078466" y="33802"/>
                </a:cubicBezTo>
                <a:cubicBezTo>
                  <a:pt x="2079414" y="30867"/>
                  <a:pt x="2080796" y="28289"/>
                  <a:pt x="2082613" y="26068"/>
                </a:cubicBezTo>
                <a:cubicBezTo>
                  <a:pt x="2084430" y="23847"/>
                  <a:pt x="2086659" y="22084"/>
                  <a:pt x="2089299" y="20780"/>
                </a:cubicBezTo>
                <a:cubicBezTo>
                  <a:pt x="2091939" y="19475"/>
                  <a:pt x="2094937" y="18823"/>
                  <a:pt x="2098291" y="18823"/>
                </a:cubicBezTo>
                <a:cubicBezTo>
                  <a:pt x="2101553" y="18823"/>
                  <a:pt x="2104441" y="19336"/>
                  <a:pt x="2106957" y="20361"/>
                </a:cubicBezTo>
                <a:cubicBezTo>
                  <a:pt x="2109473" y="21386"/>
                  <a:pt x="2111593" y="22838"/>
                  <a:pt x="2113317" y="24717"/>
                </a:cubicBezTo>
                <a:cubicBezTo>
                  <a:pt x="2115041" y="26596"/>
                  <a:pt x="2116345" y="28879"/>
                  <a:pt x="2117231" y="31566"/>
                </a:cubicBezTo>
                <a:cubicBezTo>
                  <a:pt x="2118116" y="34253"/>
                  <a:pt x="2118559" y="37258"/>
                  <a:pt x="2118559" y="40581"/>
                </a:cubicBezTo>
                <a:moveTo>
                  <a:pt x="2110125" y="39416"/>
                </a:moveTo>
                <a:cubicBezTo>
                  <a:pt x="2110219" y="37335"/>
                  <a:pt x="2110017" y="35433"/>
                  <a:pt x="2109520" y="33709"/>
                </a:cubicBezTo>
                <a:cubicBezTo>
                  <a:pt x="2109023" y="31985"/>
                  <a:pt x="2108254" y="30502"/>
                  <a:pt x="2107213" y="29260"/>
                </a:cubicBezTo>
                <a:cubicBezTo>
                  <a:pt x="2106173" y="28017"/>
                  <a:pt x="2104876" y="27046"/>
                  <a:pt x="2103323" y="26348"/>
                </a:cubicBezTo>
                <a:cubicBezTo>
                  <a:pt x="2101770" y="25649"/>
                  <a:pt x="2099968" y="25299"/>
                  <a:pt x="2097918" y="25299"/>
                </a:cubicBezTo>
                <a:cubicBezTo>
                  <a:pt x="2096148" y="25299"/>
                  <a:pt x="2094533" y="25641"/>
                  <a:pt x="2093073" y="26324"/>
                </a:cubicBezTo>
                <a:cubicBezTo>
                  <a:pt x="2091613" y="27008"/>
                  <a:pt x="2090355" y="27970"/>
                  <a:pt x="2089299" y="29213"/>
                </a:cubicBezTo>
                <a:cubicBezTo>
                  <a:pt x="2088243" y="30455"/>
                  <a:pt x="2087389" y="31946"/>
                  <a:pt x="2086736" y="33686"/>
                </a:cubicBezTo>
                <a:cubicBezTo>
                  <a:pt x="2086084" y="35425"/>
                  <a:pt x="2085680" y="37335"/>
                  <a:pt x="2085525" y="39416"/>
                </a:cubicBezTo>
                <a:lnTo>
                  <a:pt x="2110125" y="39416"/>
                </a:lnTo>
                <a:close/>
                <a:moveTo>
                  <a:pt x="2132818" y="19662"/>
                </a:moveTo>
                <a:lnTo>
                  <a:pt x="2140226" y="19662"/>
                </a:lnTo>
                <a:lnTo>
                  <a:pt x="2140459" y="28259"/>
                </a:lnTo>
                <a:cubicBezTo>
                  <a:pt x="2143223" y="24943"/>
                  <a:pt x="2145949" y="22542"/>
                  <a:pt x="2148635" y="21055"/>
                </a:cubicBezTo>
                <a:cubicBezTo>
                  <a:pt x="2151322" y="19567"/>
                  <a:pt x="2154032" y="18823"/>
                  <a:pt x="2156766" y="18823"/>
                </a:cubicBezTo>
                <a:cubicBezTo>
                  <a:pt x="2161611" y="18823"/>
                  <a:pt x="2165284" y="20388"/>
                  <a:pt x="2167785" y="23517"/>
                </a:cubicBezTo>
                <a:cubicBezTo>
                  <a:pt x="2170285" y="26647"/>
                  <a:pt x="2171442" y="31294"/>
                  <a:pt x="2171256" y="37460"/>
                </a:cubicBezTo>
                <a:lnTo>
                  <a:pt x="2163056" y="37460"/>
                </a:lnTo>
                <a:cubicBezTo>
                  <a:pt x="2163149" y="33376"/>
                  <a:pt x="2162551" y="30414"/>
                  <a:pt x="2161262" y="28574"/>
                </a:cubicBezTo>
                <a:cubicBezTo>
                  <a:pt x="2159973" y="26732"/>
                  <a:pt x="2158086" y="25812"/>
                  <a:pt x="2155601" y="25812"/>
                </a:cubicBezTo>
                <a:cubicBezTo>
                  <a:pt x="2154514" y="25812"/>
                  <a:pt x="2153419" y="26005"/>
                  <a:pt x="2152316" y="26393"/>
                </a:cubicBezTo>
                <a:cubicBezTo>
                  <a:pt x="2151213" y="26779"/>
                  <a:pt x="2150080" y="27397"/>
                  <a:pt x="2148915" y="28248"/>
                </a:cubicBezTo>
                <a:cubicBezTo>
                  <a:pt x="2147750" y="29098"/>
                  <a:pt x="2146515" y="30188"/>
                  <a:pt x="2145211" y="31519"/>
                </a:cubicBezTo>
                <a:cubicBezTo>
                  <a:pt x="2143906" y="32849"/>
                  <a:pt x="2142509" y="34457"/>
                  <a:pt x="2141018" y="36344"/>
                </a:cubicBezTo>
                <a:lnTo>
                  <a:pt x="2141018" y="66440"/>
                </a:lnTo>
                <a:lnTo>
                  <a:pt x="2132818" y="66440"/>
                </a:lnTo>
                <a:lnTo>
                  <a:pt x="2132818" y="19662"/>
                </a:lnTo>
                <a:close/>
                <a:moveTo>
                  <a:pt x="2221763" y="49933"/>
                </a:moveTo>
                <a:cubicBezTo>
                  <a:pt x="2221763" y="52824"/>
                  <a:pt x="2221173" y="55357"/>
                  <a:pt x="2219992" y="57533"/>
                </a:cubicBezTo>
                <a:cubicBezTo>
                  <a:pt x="2218812" y="59710"/>
                  <a:pt x="2217166" y="61520"/>
                  <a:pt x="2215054" y="62966"/>
                </a:cubicBezTo>
                <a:cubicBezTo>
                  <a:pt x="2212941" y="64411"/>
                  <a:pt x="2210402" y="65491"/>
                  <a:pt x="2207436" y="66207"/>
                </a:cubicBezTo>
                <a:cubicBezTo>
                  <a:pt x="2204469" y="66921"/>
                  <a:pt x="2201200" y="67278"/>
                  <a:pt x="2197628" y="67278"/>
                </a:cubicBezTo>
                <a:cubicBezTo>
                  <a:pt x="2196013" y="67278"/>
                  <a:pt x="2194406" y="67216"/>
                  <a:pt x="2192806" y="67092"/>
                </a:cubicBezTo>
                <a:cubicBezTo>
                  <a:pt x="2191206" y="66968"/>
                  <a:pt x="2189669" y="66812"/>
                  <a:pt x="2188193" y="66626"/>
                </a:cubicBezTo>
                <a:cubicBezTo>
                  <a:pt x="2186718" y="66440"/>
                  <a:pt x="2185328" y="66222"/>
                  <a:pt x="2184024" y="65974"/>
                </a:cubicBezTo>
                <a:cubicBezTo>
                  <a:pt x="2182719" y="65725"/>
                  <a:pt x="2181539" y="65461"/>
                  <a:pt x="2180483" y="65182"/>
                </a:cubicBezTo>
                <a:lnTo>
                  <a:pt x="2180483" y="57168"/>
                </a:lnTo>
                <a:cubicBezTo>
                  <a:pt x="2182812" y="58038"/>
                  <a:pt x="2185429" y="58721"/>
                  <a:pt x="2188333" y="59218"/>
                </a:cubicBezTo>
                <a:cubicBezTo>
                  <a:pt x="2191237" y="59715"/>
                  <a:pt x="2194538" y="59963"/>
                  <a:pt x="2198234" y="59963"/>
                </a:cubicBezTo>
                <a:cubicBezTo>
                  <a:pt x="2200905" y="59963"/>
                  <a:pt x="2203180" y="59754"/>
                  <a:pt x="2205060" y="59334"/>
                </a:cubicBezTo>
                <a:cubicBezTo>
                  <a:pt x="2206939" y="58914"/>
                  <a:pt x="2208476" y="58292"/>
                  <a:pt x="2209672" y="57468"/>
                </a:cubicBezTo>
                <a:cubicBezTo>
                  <a:pt x="2210868" y="56643"/>
                  <a:pt x="2211738" y="55640"/>
                  <a:pt x="2212281" y="54458"/>
                </a:cubicBezTo>
                <a:cubicBezTo>
                  <a:pt x="2212825" y="53276"/>
                  <a:pt x="2213097" y="51923"/>
                  <a:pt x="2213097" y="50399"/>
                </a:cubicBezTo>
                <a:cubicBezTo>
                  <a:pt x="2213097" y="48752"/>
                  <a:pt x="2212639" y="47345"/>
                  <a:pt x="2211722" y="46180"/>
                </a:cubicBezTo>
                <a:cubicBezTo>
                  <a:pt x="2210806" y="45014"/>
                  <a:pt x="2209602" y="43973"/>
                  <a:pt x="2208111" y="43056"/>
                </a:cubicBezTo>
                <a:cubicBezTo>
                  <a:pt x="2206620" y="42139"/>
                  <a:pt x="2204920" y="41300"/>
                  <a:pt x="2203010" y="40538"/>
                </a:cubicBezTo>
                <a:cubicBezTo>
                  <a:pt x="2201099" y="39776"/>
                  <a:pt x="2199150" y="38991"/>
                  <a:pt x="2197162" y="38183"/>
                </a:cubicBezTo>
                <a:cubicBezTo>
                  <a:pt x="2195174" y="37375"/>
                  <a:pt x="2193225" y="36497"/>
                  <a:pt x="2191315" y="35549"/>
                </a:cubicBezTo>
                <a:cubicBezTo>
                  <a:pt x="2189405" y="34601"/>
                  <a:pt x="2187704" y="33482"/>
                  <a:pt x="2186213" y="32192"/>
                </a:cubicBezTo>
                <a:cubicBezTo>
                  <a:pt x="2184722" y="30902"/>
                  <a:pt x="2183519" y="29387"/>
                  <a:pt x="2182603" y="27646"/>
                </a:cubicBezTo>
                <a:cubicBezTo>
                  <a:pt x="2181686" y="25905"/>
                  <a:pt x="2181228" y="23837"/>
                  <a:pt x="2181228" y="21444"/>
                </a:cubicBezTo>
                <a:cubicBezTo>
                  <a:pt x="2181228" y="19362"/>
                  <a:pt x="2181663" y="17311"/>
                  <a:pt x="2182533" y="15291"/>
                </a:cubicBezTo>
                <a:cubicBezTo>
                  <a:pt x="2183402" y="13270"/>
                  <a:pt x="2184753" y="11475"/>
                  <a:pt x="2186586" y="9905"/>
                </a:cubicBezTo>
                <a:cubicBezTo>
                  <a:pt x="2188419" y="8335"/>
                  <a:pt x="2190772" y="7068"/>
                  <a:pt x="2193645" y="6105"/>
                </a:cubicBezTo>
                <a:cubicBezTo>
                  <a:pt x="2196518" y="5141"/>
                  <a:pt x="2199942" y="4659"/>
                  <a:pt x="2203918" y="4659"/>
                </a:cubicBezTo>
                <a:cubicBezTo>
                  <a:pt x="2204943" y="4659"/>
                  <a:pt x="2206054" y="4706"/>
                  <a:pt x="2207249" y="4799"/>
                </a:cubicBezTo>
                <a:cubicBezTo>
                  <a:pt x="2208445" y="4892"/>
                  <a:pt x="2209657" y="5024"/>
                  <a:pt x="2210884" y="5195"/>
                </a:cubicBezTo>
                <a:cubicBezTo>
                  <a:pt x="2212111" y="5366"/>
                  <a:pt x="2213322" y="5560"/>
                  <a:pt x="2214518" y="5777"/>
                </a:cubicBezTo>
                <a:cubicBezTo>
                  <a:pt x="2215714" y="5995"/>
                  <a:pt x="2216824" y="6228"/>
                  <a:pt x="2217849" y="6476"/>
                </a:cubicBezTo>
                <a:lnTo>
                  <a:pt x="2217849" y="13931"/>
                </a:lnTo>
                <a:cubicBezTo>
                  <a:pt x="2215457" y="13248"/>
                  <a:pt x="2213066" y="12727"/>
                  <a:pt x="2210674" y="12370"/>
                </a:cubicBezTo>
                <a:cubicBezTo>
                  <a:pt x="2208282" y="12013"/>
                  <a:pt x="2205968" y="11834"/>
                  <a:pt x="2203732" y="11834"/>
                </a:cubicBezTo>
                <a:cubicBezTo>
                  <a:pt x="2198979" y="11834"/>
                  <a:pt x="2195485" y="12627"/>
                  <a:pt x="2193249" y="14213"/>
                </a:cubicBezTo>
                <a:cubicBezTo>
                  <a:pt x="2191012" y="15799"/>
                  <a:pt x="2189894" y="17930"/>
                  <a:pt x="2189894" y="20605"/>
                </a:cubicBezTo>
                <a:cubicBezTo>
                  <a:pt x="2189894" y="22252"/>
                  <a:pt x="2190352" y="23667"/>
                  <a:pt x="2191269" y="24848"/>
                </a:cubicBezTo>
                <a:cubicBezTo>
                  <a:pt x="2192185" y="26029"/>
                  <a:pt x="2193388" y="27086"/>
                  <a:pt x="2194879" y="28019"/>
                </a:cubicBezTo>
                <a:cubicBezTo>
                  <a:pt x="2196370" y="28952"/>
                  <a:pt x="2198071" y="29799"/>
                  <a:pt x="2199981" y="30561"/>
                </a:cubicBezTo>
                <a:cubicBezTo>
                  <a:pt x="2201891" y="31322"/>
                  <a:pt x="2203841" y="32107"/>
                  <a:pt x="2205828" y="32916"/>
                </a:cubicBezTo>
                <a:cubicBezTo>
                  <a:pt x="2207816" y="33723"/>
                  <a:pt x="2209765" y="34609"/>
                  <a:pt x="2211676" y="35573"/>
                </a:cubicBezTo>
                <a:cubicBezTo>
                  <a:pt x="2213586" y="36536"/>
                  <a:pt x="2215287" y="37678"/>
                  <a:pt x="2216777" y="38999"/>
                </a:cubicBezTo>
                <a:cubicBezTo>
                  <a:pt x="2218268" y="40320"/>
                  <a:pt x="2219472" y="41866"/>
                  <a:pt x="2220388" y="43639"/>
                </a:cubicBezTo>
                <a:cubicBezTo>
                  <a:pt x="2221305" y="45410"/>
                  <a:pt x="2221763" y="47508"/>
                  <a:pt x="2221763" y="49933"/>
                </a:cubicBezTo>
                <a:close/>
                <a:moveTo>
                  <a:pt x="2274134" y="40581"/>
                </a:moveTo>
                <a:cubicBezTo>
                  <a:pt x="2274134" y="41731"/>
                  <a:pt x="2274118" y="42693"/>
                  <a:pt x="2274087" y="43470"/>
                </a:cubicBezTo>
                <a:cubicBezTo>
                  <a:pt x="2274056" y="44246"/>
                  <a:pt x="2274010" y="44976"/>
                  <a:pt x="2273948" y="45660"/>
                </a:cubicBezTo>
                <a:lnTo>
                  <a:pt x="2241101" y="45660"/>
                </a:lnTo>
                <a:cubicBezTo>
                  <a:pt x="2241101" y="50443"/>
                  <a:pt x="2242436" y="54116"/>
                  <a:pt x="2245107" y="56679"/>
                </a:cubicBezTo>
                <a:cubicBezTo>
                  <a:pt x="2247779" y="59241"/>
                  <a:pt x="2251630" y="60522"/>
                  <a:pt x="2256662" y="60522"/>
                </a:cubicBezTo>
                <a:cubicBezTo>
                  <a:pt x="2258029" y="60522"/>
                  <a:pt x="2259396" y="60467"/>
                  <a:pt x="2260762" y="60357"/>
                </a:cubicBezTo>
                <a:cubicBezTo>
                  <a:pt x="2262129" y="60245"/>
                  <a:pt x="2263449" y="60094"/>
                  <a:pt x="2264723" y="59904"/>
                </a:cubicBezTo>
                <a:cubicBezTo>
                  <a:pt x="2265996" y="59712"/>
                  <a:pt x="2267215" y="59498"/>
                  <a:pt x="2268380" y="59260"/>
                </a:cubicBezTo>
                <a:cubicBezTo>
                  <a:pt x="2269545" y="59021"/>
                  <a:pt x="2270624" y="58759"/>
                  <a:pt x="2271618" y="58472"/>
                </a:cubicBezTo>
                <a:lnTo>
                  <a:pt x="2271618" y="65135"/>
                </a:lnTo>
                <a:cubicBezTo>
                  <a:pt x="2269413" y="65770"/>
                  <a:pt x="2266920" y="66286"/>
                  <a:pt x="2264140" y="66683"/>
                </a:cubicBezTo>
                <a:cubicBezTo>
                  <a:pt x="2261360" y="67080"/>
                  <a:pt x="2258479" y="67278"/>
                  <a:pt x="2255497" y="67278"/>
                </a:cubicBezTo>
                <a:cubicBezTo>
                  <a:pt x="2251491" y="67278"/>
                  <a:pt x="2248043" y="66735"/>
                  <a:pt x="2245154" y="65648"/>
                </a:cubicBezTo>
                <a:cubicBezTo>
                  <a:pt x="2242265" y="64560"/>
                  <a:pt x="2239897" y="62984"/>
                  <a:pt x="2238049" y="60919"/>
                </a:cubicBezTo>
                <a:cubicBezTo>
                  <a:pt x="2236201" y="58853"/>
                  <a:pt x="2234834" y="56321"/>
                  <a:pt x="2233949" y="53324"/>
                </a:cubicBezTo>
                <a:cubicBezTo>
                  <a:pt x="2233064" y="50327"/>
                  <a:pt x="2232621" y="46933"/>
                  <a:pt x="2232621" y="43144"/>
                </a:cubicBezTo>
                <a:cubicBezTo>
                  <a:pt x="2232621" y="39851"/>
                  <a:pt x="2233095" y="36737"/>
                  <a:pt x="2234042" y="33802"/>
                </a:cubicBezTo>
                <a:cubicBezTo>
                  <a:pt x="2234989" y="30867"/>
                  <a:pt x="2236372" y="28289"/>
                  <a:pt x="2238189" y="26068"/>
                </a:cubicBezTo>
                <a:cubicBezTo>
                  <a:pt x="2240006" y="23847"/>
                  <a:pt x="2242234" y="22084"/>
                  <a:pt x="2244874" y="20780"/>
                </a:cubicBezTo>
                <a:cubicBezTo>
                  <a:pt x="2247515" y="19475"/>
                  <a:pt x="2250512" y="18823"/>
                  <a:pt x="2253867" y="18823"/>
                </a:cubicBezTo>
                <a:cubicBezTo>
                  <a:pt x="2257128" y="18823"/>
                  <a:pt x="2260017" y="19336"/>
                  <a:pt x="2262533" y="20361"/>
                </a:cubicBezTo>
                <a:cubicBezTo>
                  <a:pt x="2265049" y="21386"/>
                  <a:pt x="2267169" y="22838"/>
                  <a:pt x="2268892" y="24717"/>
                </a:cubicBezTo>
                <a:cubicBezTo>
                  <a:pt x="2270616" y="26596"/>
                  <a:pt x="2271921" y="28879"/>
                  <a:pt x="2272806" y="31566"/>
                </a:cubicBezTo>
                <a:cubicBezTo>
                  <a:pt x="2273691" y="34253"/>
                  <a:pt x="2274134" y="37258"/>
                  <a:pt x="2274134" y="40581"/>
                </a:cubicBezTo>
                <a:moveTo>
                  <a:pt x="2265701" y="39416"/>
                </a:moveTo>
                <a:cubicBezTo>
                  <a:pt x="2265794" y="37335"/>
                  <a:pt x="2265592" y="35433"/>
                  <a:pt x="2265095" y="33709"/>
                </a:cubicBezTo>
                <a:cubicBezTo>
                  <a:pt x="2264598" y="31985"/>
                  <a:pt x="2263830" y="30502"/>
                  <a:pt x="2262789" y="29260"/>
                </a:cubicBezTo>
                <a:cubicBezTo>
                  <a:pt x="2261748" y="28017"/>
                  <a:pt x="2260452" y="27046"/>
                  <a:pt x="2258899" y="26348"/>
                </a:cubicBezTo>
                <a:cubicBezTo>
                  <a:pt x="2257346" y="25649"/>
                  <a:pt x="2255544" y="25299"/>
                  <a:pt x="2253494" y="25299"/>
                </a:cubicBezTo>
                <a:cubicBezTo>
                  <a:pt x="2251723" y="25299"/>
                  <a:pt x="2250108" y="25641"/>
                  <a:pt x="2248648" y="26324"/>
                </a:cubicBezTo>
                <a:cubicBezTo>
                  <a:pt x="2247189" y="27008"/>
                  <a:pt x="2245931" y="27970"/>
                  <a:pt x="2244874" y="29213"/>
                </a:cubicBezTo>
                <a:cubicBezTo>
                  <a:pt x="2243818" y="30455"/>
                  <a:pt x="2242964" y="31946"/>
                  <a:pt x="2242312" y="33686"/>
                </a:cubicBezTo>
                <a:cubicBezTo>
                  <a:pt x="2241660" y="35425"/>
                  <a:pt x="2241256" y="37335"/>
                  <a:pt x="2241101" y="39416"/>
                </a:cubicBezTo>
                <a:lnTo>
                  <a:pt x="2265701" y="39416"/>
                </a:lnTo>
                <a:close/>
                <a:moveTo>
                  <a:pt x="2302417" y="7222"/>
                </a:moveTo>
                <a:lnTo>
                  <a:pt x="2288579" y="7222"/>
                </a:lnTo>
                <a:lnTo>
                  <a:pt x="2288579" y="559"/>
                </a:lnTo>
                <a:lnTo>
                  <a:pt x="2310617" y="559"/>
                </a:lnTo>
                <a:lnTo>
                  <a:pt x="2310617" y="59684"/>
                </a:lnTo>
                <a:lnTo>
                  <a:pt x="2324548" y="59684"/>
                </a:lnTo>
                <a:lnTo>
                  <a:pt x="2324548" y="66440"/>
                </a:lnTo>
                <a:lnTo>
                  <a:pt x="2287042" y="66440"/>
                </a:lnTo>
                <a:lnTo>
                  <a:pt x="2287042" y="59684"/>
                </a:lnTo>
                <a:lnTo>
                  <a:pt x="2302417" y="59684"/>
                </a:lnTo>
                <a:lnTo>
                  <a:pt x="2302417" y="7222"/>
                </a:lnTo>
                <a:close/>
                <a:moveTo>
                  <a:pt x="2377851" y="40581"/>
                </a:moveTo>
                <a:cubicBezTo>
                  <a:pt x="2377851" y="41731"/>
                  <a:pt x="2377835" y="42693"/>
                  <a:pt x="2377804" y="43470"/>
                </a:cubicBezTo>
                <a:cubicBezTo>
                  <a:pt x="2377773" y="44246"/>
                  <a:pt x="2377727" y="44976"/>
                  <a:pt x="2377665" y="45660"/>
                </a:cubicBezTo>
                <a:lnTo>
                  <a:pt x="2344818" y="45660"/>
                </a:lnTo>
                <a:cubicBezTo>
                  <a:pt x="2344818" y="50443"/>
                  <a:pt x="2346153" y="54116"/>
                  <a:pt x="2348824" y="56679"/>
                </a:cubicBezTo>
                <a:cubicBezTo>
                  <a:pt x="2351496" y="59241"/>
                  <a:pt x="2355347" y="60522"/>
                  <a:pt x="2360379" y="60522"/>
                </a:cubicBezTo>
                <a:cubicBezTo>
                  <a:pt x="2361746" y="60522"/>
                  <a:pt x="2363113" y="60467"/>
                  <a:pt x="2364479" y="60357"/>
                </a:cubicBezTo>
                <a:cubicBezTo>
                  <a:pt x="2365846" y="60245"/>
                  <a:pt x="2367166" y="60094"/>
                  <a:pt x="2368439" y="59904"/>
                </a:cubicBezTo>
                <a:cubicBezTo>
                  <a:pt x="2369713" y="59712"/>
                  <a:pt x="2370932" y="59498"/>
                  <a:pt x="2372097" y="59260"/>
                </a:cubicBezTo>
                <a:cubicBezTo>
                  <a:pt x="2373262" y="59021"/>
                  <a:pt x="2374341" y="58759"/>
                  <a:pt x="2375335" y="58472"/>
                </a:cubicBezTo>
                <a:lnTo>
                  <a:pt x="2375335" y="65135"/>
                </a:lnTo>
                <a:cubicBezTo>
                  <a:pt x="2373130" y="65770"/>
                  <a:pt x="2370637" y="66286"/>
                  <a:pt x="2367857" y="66683"/>
                </a:cubicBezTo>
                <a:cubicBezTo>
                  <a:pt x="2365077" y="67080"/>
                  <a:pt x="2362196" y="67278"/>
                  <a:pt x="2359214" y="67278"/>
                </a:cubicBezTo>
                <a:cubicBezTo>
                  <a:pt x="2355207" y="67278"/>
                  <a:pt x="2351760" y="66735"/>
                  <a:pt x="2348871" y="65648"/>
                </a:cubicBezTo>
                <a:cubicBezTo>
                  <a:pt x="2345982" y="64560"/>
                  <a:pt x="2343614" y="62984"/>
                  <a:pt x="2341766" y="60919"/>
                </a:cubicBezTo>
                <a:cubicBezTo>
                  <a:pt x="2339918" y="58853"/>
                  <a:pt x="2338551" y="56321"/>
                  <a:pt x="2337666" y="53324"/>
                </a:cubicBezTo>
                <a:cubicBezTo>
                  <a:pt x="2336780" y="50327"/>
                  <a:pt x="2336338" y="46933"/>
                  <a:pt x="2336338" y="43144"/>
                </a:cubicBezTo>
                <a:cubicBezTo>
                  <a:pt x="2336338" y="39851"/>
                  <a:pt x="2336812" y="36737"/>
                  <a:pt x="2337759" y="33802"/>
                </a:cubicBezTo>
                <a:cubicBezTo>
                  <a:pt x="2338706" y="30867"/>
                  <a:pt x="2340088" y="28289"/>
                  <a:pt x="2341906" y="26068"/>
                </a:cubicBezTo>
                <a:cubicBezTo>
                  <a:pt x="2343723" y="23847"/>
                  <a:pt x="2345951" y="22084"/>
                  <a:pt x="2348591" y="20780"/>
                </a:cubicBezTo>
                <a:cubicBezTo>
                  <a:pt x="2351232" y="19475"/>
                  <a:pt x="2354229" y="18823"/>
                  <a:pt x="2357584" y="18823"/>
                </a:cubicBezTo>
                <a:cubicBezTo>
                  <a:pt x="2360845" y="18823"/>
                  <a:pt x="2363734" y="19336"/>
                  <a:pt x="2366250" y="20361"/>
                </a:cubicBezTo>
                <a:cubicBezTo>
                  <a:pt x="2368766" y="21386"/>
                  <a:pt x="2370886" y="22838"/>
                  <a:pt x="2372609" y="24717"/>
                </a:cubicBezTo>
                <a:cubicBezTo>
                  <a:pt x="2374333" y="26596"/>
                  <a:pt x="2375638" y="28879"/>
                  <a:pt x="2376523" y="31566"/>
                </a:cubicBezTo>
                <a:cubicBezTo>
                  <a:pt x="2377408" y="34253"/>
                  <a:pt x="2377851" y="37258"/>
                  <a:pt x="2377851" y="40581"/>
                </a:cubicBezTo>
                <a:moveTo>
                  <a:pt x="2369418" y="39416"/>
                </a:moveTo>
                <a:cubicBezTo>
                  <a:pt x="2369511" y="37335"/>
                  <a:pt x="2369309" y="35433"/>
                  <a:pt x="2368812" y="33709"/>
                </a:cubicBezTo>
                <a:cubicBezTo>
                  <a:pt x="2368315" y="31985"/>
                  <a:pt x="2367546" y="30502"/>
                  <a:pt x="2366506" y="29260"/>
                </a:cubicBezTo>
                <a:cubicBezTo>
                  <a:pt x="2365465" y="28017"/>
                  <a:pt x="2364169" y="27046"/>
                  <a:pt x="2362616" y="26348"/>
                </a:cubicBezTo>
                <a:cubicBezTo>
                  <a:pt x="2361062" y="25649"/>
                  <a:pt x="2359261" y="25299"/>
                  <a:pt x="2357211" y="25299"/>
                </a:cubicBezTo>
                <a:cubicBezTo>
                  <a:pt x="2355440" y="25299"/>
                  <a:pt x="2353825" y="25641"/>
                  <a:pt x="2352365" y="26324"/>
                </a:cubicBezTo>
                <a:cubicBezTo>
                  <a:pt x="2350906" y="27008"/>
                  <a:pt x="2349648" y="27970"/>
                  <a:pt x="2348591" y="29213"/>
                </a:cubicBezTo>
                <a:cubicBezTo>
                  <a:pt x="2347535" y="30455"/>
                  <a:pt x="2346681" y="31946"/>
                  <a:pt x="2346029" y="33686"/>
                </a:cubicBezTo>
                <a:cubicBezTo>
                  <a:pt x="2345377" y="35425"/>
                  <a:pt x="2344973" y="37335"/>
                  <a:pt x="2344818" y="39416"/>
                </a:cubicBezTo>
                <a:lnTo>
                  <a:pt x="2369418" y="39416"/>
                </a:lnTo>
                <a:close/>
                <a:moveTo>
                  <a:pt x="2426541" y="64716"/>
                </a:moveTo>
                <a:cubicBezTo>
                  <a:pt x="2424429" y="65523"/>
                  <a:pt x="2422263" y="66121"/>
                  <a:pt x="2420042" y="66510"/>
                </a:cubicBezTo>
                <a:cubicBezTo>
                  <a:pt x="2417821" y="66898"/>
                  <a:pt x="2415530" y="67092"/>
                  <a:pt x="2413169" y="67092"/>
                </a:cubicBezTo>
                <a:cubicBezTo>
                  <a:pt x="2405777" y="67092"/>
                  <a:pt x="2400085" y="65088"/>
                  <a:pt x="2396094" y="61082"/>
                </a:cubicBezTo>
                <a:cubicBezTo>
                  <a:pt x="2392102" y="57075"/>
                  <a:pt x="2390107" y="51220"/>
                  <a:pt x="2390107" y="43517"/>
                </a:cubicBezTo>
                <a:cubicBezTo>
                  <a:pt x="2390107" y="39820"/>
                  <a:pt x="2390681" y="36466"/>
                  <a:pt x="2391830" y="33453"/>
                </a:cubicBezTo>
                <a:cubicBezTo>
                  <a:pt x="2392980" y="30440"/>
                  <a:pt x="2394595" y="27862"/>
                  <a:pt x="2396676" y="25719"/>
                </a:cubicBezTo>
                <a:cubicBezTo>
                  <a:pt x="2398757" y="23575"/>
                  <a:pt x="2401242" y="21921"/>
                  <a:pt x="2404131" y="20757"/>
                </a:cubicBezTo>
                <a:cubicBezTo>
                  <a:pt x="2407019" y="19592"/>
                  <a:pt x="2410203" y="19009"/>
                  <a:pt x="2413682" y="19009"/>
                </a:cubicBezTo>
                <a:cubicBezTo>
                  <a:pt x="2416105" y="19009"/>
                  <a:pt x="2418372" y="19184"/>
                  <a:pt x="2420484" y="19534"/>
                </a:cubicBezTo>
                <a:cubicBezTo>
                  <a:pt x="2422596" y="19882"/>
                  <a:pt x="2424615" y="20453"/>
                  <a:pt x="2426541" y="21246"/>
                </a:cubicBezTo>
                <a:lnTo>
                  <a:pt x="2426541" y="28980"/>
                </a:lnTo>
                <a:cubicBezTo>
                  <a:pt x="2424522" y="27907"/>
                  <a:pt x="2422464" y="27127"/>
                  <a:pt x="2420368" y="26639"/>
                </a:cubicBezTo>
                <a:cubicBezTo>
                  <a:pt x="2418271" y="26150"/>
                  <a:pt x="2416105" y="25905"/>
                  <a:pt x="2413868" y="25905"/>
                </a:cubicBezTo>
                <a:cubicBezTo>
                  <a:pt x="2411787" y="25905"/>
                  <a:pt x="2409823" y="26301"/>
                  <a:pt x="2407974" y="27093"/>
                </a:cubicBezTo>
                <a:cubicBezTo>
                  <a:pt x="2406126" y="27885"/>
                  <a:pt x="2404503" y="29027"/>
                  <a:pt x="2403106" y="30518"/>
                </a:cubicBezTo>
                <a:cubicBezTo>
                  <a:pt x="2401708" y="32008"/>
                  <a:pt x="2400605" y="33826"/>
                  <a:pt x="2399798" y="35969"/>
                </a:cubicBezTo>
                <a:cubicBezTo>
                  <a:pt x="2398990" y="38112"/>
                  <a:pt x="2398586" y="40535"/>
                  <a:pt x="2398586" y="43237"/>
                </a:cubicBezTo>
                <a:cubicBezTo>
                  <a:pt x="2398586" y="48890"/>
                  <a:pt x="2399961" y="53122"/>
                  <a:pt x="2402710" y="55933"/>
                </a:cubicBezTo>
                <a:cubicBezTo>
                  <a:pt x="2405459" y="58744"/>
                  <a:pt x="2409271" y="60150"/>
                  <a:pt x="2414148" y="60150"/>
                </a:cubicBezTo>
                <a:cubicBezTo>
                  <a:pt x="2416353" y="60150"/>
                  <a:pt x="2418489" y="59901"/>
                  <a:pt x="2420554" y="59404"/>
                </a:cubicBezTo>
                <a:cubicBezTo>
                  <a:pt x="2422620" y="58907"/>
                  <a:pt x="2424615" y="58162"/>
                  <a:pt x="2426541" y="57168"/>
                </a:cubicBezTo>
                <a:lnTo>
                  <a:pt x="2426541" y="64716"/>
                </a:lnTo>
                <a:close/>
                <a:moveTo>
                  <a:pt x="2479751" y="65741"/>
                </a:moveTo>
                <a:cubicBezTo>
                  <a:pt x="2477918" y="66223"/>
                  <a:pt x="2476024" y="66569"/>
                  <a:pt x="2474067" y="66777"/>
                </a:cubicBezTo>
                <a:cubicBezTo>
                  <a:pt x="2472110" y="66987"/>
                  <a:pt x="2470122" y="67092"/>
                  <a:pt x="2468103" y="67092"/>
                </a:cubicBezTo>
                <a:cubicBezTo>
                  <a:pt x="2462232" y="67092"/>
                  <a:pt x="2457853" y="65764"/>
                  <a:pt x="2454964" y="63108"/>
                </a:cubicBezTo>
                <a:cubicBezTo>
                  <a:pt x="2452075" y="60453"/>
                  <a:pt x="2450631" y="56376"/>
                  <a:pt x="2450631" y="50878"/>
                </a:cubicBezTo>
                <a:lnTo>
                  <a:pt x="2450631" y="26464"/>
                </a:lnTo>
                <a:lnTo>
                  <a:pt x="2437539" y="26464"/>
                </a:lnTo>
                <a:lnTo>
                  <a:pt x="2437539" y="19662"/>
                </a:lnTo>
                <a:lnTo>
                  <a:pt x="2450631" y="19662"/>
                </a:lnTo>
                <a:lnTo>
                  <a:pt x="2450631" y="6762"/>
                </a:lnTo>
                <a:lnTo>
                  <a:pt x="2458738" y="4659"/>
                </a:lnTo>
                <a:lnTo>
                  <a:pt x="2458738" y="19662"/>
                </a:lnTo>
                <a:lnTo>
                  <a:pt x="2479751" y="19662"/>
                </a:lnTo>
                <a:lnTo>
                  <a:pt x="2479751" y="26464"/>
                </a:lnTo>
                <a:lnTo>
                  <a:pt x="2458738" y="26464"/>
                </a:lnTo>
                <a:lnTo>
                  <a:pt x="2458738" y="50226"/>
                </a:lnTo>
                <a:cubicBezTo>
                  <a:pt x="2458738" y="53580"/>
                  <a:pt x="2459631" y="56089"/>
                  <a:pt x="2461417" y="57750"/>
                </a:cubicBezTo>
                <a:cubicBezTo>
                  <a:pt x="2463203" y="59412"/>
                  <a:pt x="2465836" y="60243"/>
                  <a:pt x="2469314" y="60243"/>
                </a:cubicBezTo>
                <a:cubicBezTo>
                  <a:pt x="2470805" y="60243"/>
                  <a:pt x="2472436" y="60123"/>
                  <a:pt x="2474206" y="59883"/>
                </a:cubicBezTo>
                <a:cubicBezTo>
                  <a:pt x="2475977" y="59643"/>
                  <a:pt x="2477825" y="59265"/>
                  <a:pt x="2479751" y="58752"/>
                </a:cubicBezTo>
                <a:lnTo>
                  <a:pt x="2479751" y="65741"/>
                </a:lnTo>
                <a:close/>
                <a:moveTo>
                  <a:pt x="2517844" y="11834"/>
                </a:moveTo>
                <a:lnTo>
                  <a:pt x="2509738" y="11834"/>
                </a:lnTo>
                <a:lnTo>
                  <a:pt x="2494828" y="559"/>
                </a:lnTo>
                <a:lnTo>
                  <a:pt x="2506569" y="559"/>
                </a:lnTo>
                <a:lnTo>
                  <a:pt x="2517844" y="11834"/>
                </a:lnTo>
                <a:moveTo>
                  <a:pt x="2486721" y="19662"/>
                </a:moveTo>
                <a:lnTo>
                  <a:pt x="2486721" y="19662"/>
                </a:lnTo>
                <a:close/>
                <a:moveTo>
                  <a:pt x="2641223" y="19662"/>
                </a:moveTo>
                <a:lnTo>
                  <a:pt x="2634421" y="66440"/>
                </a:lnTo>
                <a:lnTo>
                  <a:pt x="2624590" y="66440"/>
                </a:lnTo>
                <a:lnTo>
                  <a:pt x="2617834" y="46871"/>
                </a:lnTo>
                <a:lnTo>
                  <a:pt x="2616483" y="42119"/>
                </a:lnTo>
                <a:lnTo>
                  <a:pt x="2614945" y="47151"/>
                </a:lnTo>
                <a:lnTo>
                  <a:pt x="2608469" y="66440"/>
                </a:lnTo>
                <a:lnTo>
                  <a:pt x="2598918" y="66440"/>
                </a:lnTo>
                <a:lnTo>
                  <a:pt x="2592162" y="19662"/>
                </a:lnTo>
                <a:lnTo>
                  <a:pt x="2600083" y="19662"/>
                </a:lnTo>
                <a:lnTo>
                  <a:pt x="2603996" y="51437"/>
                </a:lnTo>
                <a:lnTo>
                  <a:pt x="2604835" y="58519"/>
                </a:lnTo>
                <a:lnTo>
                  <a:pt x="2606838" y="52322"/>
                </a:lnTo>
                <a:lnTo>
                  <a:pt x="2613641" y="31310"/>
                </a:lnTo>
                <a:lnTo>
                  <a:pt x="2619465" y="31310"/>
                </a:lnTo>
                <a:lnTo>
                  <a:pt x="2626780" y="52043"/>
                </a:lnTo>
                <a:lnTo>
                  <a:pt x="2628876" y="58240"/>
                </a:lnTo>
                <a:lnTo>
                  <a:pt x="2629575" y="51670"/>
                </a:lnTo>
                <a:lnTo>
                  <a:pt x="2633209" y="19662"/>
                </a:lnTo>
                <a:lnTo>
                  <a:pt x="2641223" y="19662"/>
                </a:lnTo>
                <a:close/>
                <a:moveTo>
                  <a:pt x="2665686" y="26371"/>
                </a:moveTo>
                <a:lnTo>
                  <a:pt x="2651848" y="26371"/>
                </a:lnTo>
                <a:lnTo>
                  <a:pt x="2651848" y="19662"/>
                </a:lnTo>
                <a:lnTo>
                  <a:pt x="2673886" y="19662"/>
                </a:lnTo>
                <a:lnTo>
                  <a:pt x="2673886" y="59684"/>
                </a:lnTo>
                <a:lnTo>
                  <a:pt x="2687817" y="59684"/>
                </a:lnTo>
                <a:lnTo>
                  <a:pt x="2687817" y="66440"/>
                </a:lnTo>
                <a:lnTo>
                  <a:pt x="2650311" y="66440"/>
                </a:lnTo>
                <a:lnTo>
                  <a:pt x="2650311" y="59684"/>
                </a:lnTo>
                <a:lnTo>
                  <a:pt x="2665686" y="59684"/>
                </a:lnTo>
                <a:lnTo>
                  <a:pt x="2665686" y="26371"/>
                </a:lnTo>
                <a:moveTo>
                  <a:pt x="2668528" y="0"/>
                </a:moveTo>
                <a:cubicBezTo>
                  <a:pt x="2669429" y="0"/>
                  <a:pt x="2670267" y="163"/>
                  <a:pt x="2671044" y="489"/>
                </a:cubicBezTo>
                <a:cubicBezTo>
                  <a:pt x="2671820" y="815"/>
                  <a:pt x="2672496" y="1274"/>
                  <a:pt x="2673071" y="1864"/>
                </a:cubicBezTo>
                <a:cubicBezTo>
                  <a:pt x="2673645" y="2454"/>
                  <a:pt x="2674096" y="3129"/>
                  <a:pt x="2674422" y="3890"/>
                </a:cubicBezTo>
                <a:cubicBezTo>
                  <a:pt x="2674748" y="4651"/>
                  <a:pt x="2674911" y="5482"/>
                  <a:pt x="2674911" y="6383"/>
                </a:cubicBezTo>
                <a:cubicBezTo>
                  <a:pt x="2674911" y="7253"/>
                  <a:pt x="2674748" y="8076"/>
                  <a:pt x="2674422" y="8852"/>
                </a:cubicBezTo>
                <a:cubicBezTo>
                  <a:pt x="2674096" y="9629"/>
                  <a:pt x="2673645" y="10312"/>
                  <a:pt x="2673071" y="10902"/>
                </a:cubicBezTo>
                <a:cubicBezTo>
                  <a:pt x="2672496" y="11493"/>
                  <a:pt x="2671820" y="11951"/>
                  <a:pt x="2671044" y="12277"/>
                </a:cubicBezTo>
                <a:cubicBezTo>
                  <a:pt x="2670267" y="12603"/>
                  <a:pt x="2669429" y="12766"/>
                  <a:pt x="2668528" y="12766"/>
                </a:cubicBezTo>
                <a:cubicBezTo>
                  <a:pt x="2667627" y="12766"/>
                  <a:pt x="2666789" y="12603"/>
                  <a:pt x="2666012" y="12277"/>
                </a:cubicBezTo>
                <a:cubicBezTo>
                  <a:pt x="2665236" y="11951"/>
                  <a:pt x="2664560" y="11493"/>
                  <a:pt x="2663985" y="10902"/>
                </a:cubicBezTo>
                <a:cubicBezTo>
                  <a:pt x="2663411" y="10312"/>
                  <a:pt x="2662960" y="9629"/>
                  <a:pt x="2662634" y="8852"/>
                </a:cubicBezTo>
                <a:cubicBezTo>
                  <a:pt x="2662308" y="8076"/>
                  <a:pt x="2662145" y="7253"/>
                  <a:pt x="2662145" y="6383"/>
                </a:cubicBezTo>
                <a:cubicBezTo>
                  <a:pt x="2662145" y="5482"/>
                  <a:pt x="2662308" y="4651"/>
                  <a:pt x="2662634" y="3890"/>
                </a:cubicBezTo>
                <a:cubicBezTo>
                  <a:pt x="2662960" y="3129"/>
                  <a:pt x="2663411" y="2454"/>
                  <a:pt x="2663985" y="1864"/>
                </a:cubicBezTo>
                <a:cubicBezTo>
                  <a:pt x="2664560" y="1274"/>
                  <a:pt x="2665236" y="815"/>
                  <a:pt x="2666012" y="489"/>
                </a:cubicBezTo>
                <a:cubicBezTo>
                  <a:pt x="2666789" y="163"/>
                  <a:pt x="2667627" y="0"/>
                  <a:pt x="2668528" y="0"/>
                </a:cubicBezTo>
                <a:close/>
                <a:moveTo>
                  <a:pt x="2739302" y="65741"/>
                </a:moveTo>
                <a:cubicBezTo>
                  <a:pt x="2737470" y="66223"/>
                  <a:pt x="2735575" y="66569"/>
                  <a:pt x="2733618" y="66777"/>
                </a:cubicBezTo>
                <a:cubicBezTo>
                  <a:pt x="2731661" y="66987"/>
                  <a:pt x="2729674" y="67092"/>
                  <a:pt x="2727655" y="67092"/>
                </a:cubicBezTo>
                <a:cubicBezTo>
                  <a:pt x="2721784" y="67092"/>
                  <a:pt x="2717404" y="65764"/>
                  <a:pt x="2714516" y="63108"/>
                </a:cubicBezTo>
                <a:cubicBezTo>
                  <a:pt x="2711627" y="60453"/>
                  <a:pt x="2710183" y="56376"/>
                  <a:pt x="2710183" y="50878"/>
                </a:cubicBezTo>
                <a:lnTo>
                  <a:pt x="2710183" y="26464"/>
                </a:lnTo>
                <a:lnTo>
                  <a:pt x="2697090" y="26464"/>
                </a:lnTo>
                <a:lnTo>
                  <a:pt x="2697090" y="19662"/>
                </a:lnTo>
                <a:lnTo>
                  <a:pt x="2710183" y="19662"/>
                </a:lnTo>
                <a:lnTo>
                  <a:pt x="2710183" y="6762"/>
                </a:lnTo>
                <a:lnTo>
                  <a:pt x="2718290" y="4659"/>
                </a:lnTo>
                <a:lnTo>
                  <a:pt x="2718290" y="19662"/>
                </a:lnTo>
                <a:lnTo>
                  <a:pt x="2739302" y="19662"/>
                </a:lnTo>
                <a:lnTo>
                  <a:pt x="2739302" y="26464"/>
                </a:lnTo>
                <a:lnTo>
                  <a:pt x="2718290" y="26464"/>
                </a:lnTo>
                <a:lnTo>
                  <a:pt x="2718290" y="50226"/>
                </a:lnTo>
                <a:cubicBezTo>
                  <a:pt x="2718290" y="53580"/>
                  <a:pt x="2719183" y="56089"/>
                  <a:pt x="2720969" y="57750"/>
                </a:cubicBezTo>
                <a:cubicBezTo>
                  <a:pt x="2722755" y="59412"/>
                  <a:pt x="2725387" y="60243"/>
                  <a:pt x="2728866" y="60243"/>
                </a:cubicBezTo>
                <a:cubicBezTo>
                  <a:pt x="2730357" y="60243"/>
                  <a:pt x="2731988" y="60123"/>
                  <a:pt x="2733758" y="59883"/>
                </a:cubicBezTo>
                <a:cubicBezTo>
                  <a:pt x="2735529" y="59643"/>
                  <a:pt x="2737377" y="59265"/>
                  <a:pt x="2739302" y="58752"/>
                </a:cubicBezTo>
                <a:lnTo>
                  <a:pt x="2739302" y="65741"/>
                </a:lnTo>
                <a:close/>
                <a:moveTo>
                  <a:pt x="2791068" y="66440"/>
                </a:moveTo>
                <a:lnTo>
                  <a:pt x="2782961" y="66440"/>
                </a:lnTo>
                <a:lnTo>
                  <a:pt x="2782961" y="36574"/>
                </a:lnTo>
                <a:cubicBezTo>
                  <a:pt x="2782961" y="32971"/>
                  <a:pt x="2782285" y="30277"/>
                  <a:pt x="2780934" y="28491"/>
                </a:cubicBezTo>
                <a:cubicBezTo>
                  <a:pt x="2779583" y="26705"/>
                  <a:pt x="2777649" y="25812"/>
                  <a:pt x="2775133" y="25812"/>
                </a:cubicBezTo>
                <a:cubicBezTo>
                  <a:pt x="2774046" y="25812"/>
                  <a:pt x="2773029" y="25959"/>
                  <a:pt x="2772082" y="26254"/>
                </a:cubicBezTo>
                <a:cubicBezTo>
                  <a:pt x="2771134" y="26549"/>
                  <a:pt x="2770148" y="27062"/>
                  <a:pt x="2769123" y="27792"/>
                </a:cubicBezTo>
                <a:cubicBezTo>
                  <a:pt x="2768098" y="28522"/>
                  <a:pt x="2766980" y="29508"/>
                  <a:pt x="2765769" y="30750"/>
                </a:cubicBezTo>
                <a:cubicBezTo>
                  <a:pt x="2764557" y="31993"/>
                  <a:pt x="2763159" y="33546"/>
                  <a:pt x="2761575" y="35410"/>
                </a:cubicBezTo>
                <a:lnTo>
                  <a:pt x="2761575" y="66440"/>
                </a:lnTo>
                <a:lnTo>
                  <a:pt x="2753468" y="66440"/>
                </a:lnTo>
                <a:lnTo>
                  <a:pt x="2753468" y="559"/>
                </a:lnTo>
                <a:lnTo>
                  <a:pt x="2761575" y="559"/>
                </a:lnTo>
                <a:lnTo>
                  <a:pt x="2761575" y="19649"/>
                </a:lnTo>
                <a:lnTo>
                  <a:pt x="2761296" y="27023"/>
                </a:lnTo>
                <a:cubicBezTo>
                  <a:pt x="2762569" y="25501"/>
                  <a:pt x="2763819" y="24220"/>
                  <a:pt x="2765046" y="23179"/>
                </a:cubicBezTo>
                <a:cubicBezTo>
                  <a:pt x="2766273" y="22139"/>
                  <a:pt x="2767500" y="21292"/>
                  <a:pt x="2768727" y="20640"/>
                </a:cubicBezTo>
                <a:cubicBezTo>
                  <a:pt x="2769954" y="19988"/>
                  <a:pt x="2771204" y="19522"/>
                  <a:pt x="2772478" y="19242"/>
                </a:cubicBezTo>
                <a:cubicBezTo>
                  <a:pt x="2773751" y="18963"/>
                  <a:pt x="2775071" y="18823"/>
                  <a:pt x="2776438" y="18823"/>
                </a:cubicBezTo>
                <a:cubicBezTo>
                  <a:pt x="2781097" y="18823"/>
                  <a:pt x="2784700" y="20244"/>
                  <a:pt x="2787247" y="23086"/>
                </a:cubicBezTo>
                <a:cubicBezTo>
                  <a:pt x="2789794" y="25928"/>
                  <a:pt x="2791068" y="30207"/>
                  <a:pt x="2791068" y="35922"/>
                </a:cubicBezTo>
                <a:lnTo>
                  <a:pt x="2791068" y="66440"/>
                </a:lnTo>
                <a:close/>
                <a:moveTo>
                  <a:pt x="2894878" y="65741"/>
                </a:moveTo>
                <a:cubicBezTo>
                  <a:pt x="2893045" y="66223"/>
                  <a:pt x="2891151" y="66569"/>
                  <a:pt x="2889194" y="66777"/>
                </a:cubicBezTo>
                <a:cubicBezTo>
                  <a:pt x="2887237" y="66987"/>
                  <a:pt x="2885249" y="67092"/>
                  <a:pt x="2883230" y="67092"/>
                </a:cubicBezTo>
                <a:cubicBezTo>
                  <a:pt x="2877359" y="67092"/>
                  <a:pt x="2872980" y="65764"/>
                  <a:pt x="2870091" y="63108"/>
                </a:cubicBezTo>
                <a:cubicBezTo>
                  <a:pt x="2867202" y="60453"/>
                  <a:pt x="2865758" y="56376"/>
                  <a:pt x="2865758" y="50878"/>
                </a:cubicBezTo>
                <a:lnTo>
                  <a:pt x="2865758" y="26464"/>
                </a:lnTo>
                <a:lnTo>
                  <a:pt x="2852666" y="26464"/>
                </a:lnTo>
                <a:lnTo>
                  <a:pt x="2852666" y="19662"/>
                </a:lnTo>
                <a:lnTo>
                  <a:pt x="2865758" y="19662"/>
                </a:lnTo>
                <a:lnTo>
                  <a:pt x="2865758" y="6762"/>
                </a:lnTo>
                <a:lnTo>
                  <a:pt x="2873865" y="4659"/>
                </a:lnTo>
                <a:lnTo>
                  <a:pt x="2873865" y="19662"/>
                </a:lnTo>
                <a:lnTo>
                  <a:pt x="2894878" y="19662"/>
                </a:lnTo>
                <a:lnTo>
                  <a:pt x="2894878" y="26464"/>
                </a:lnTo>
                <a:lnTo>
                  <a:pt x="2873865" y="26464"/>
                </a:lnTo>
                <a:lnTo>
                  <a:pt x="2873865" y="50226"/>
                </a:lnTo>
                <a:cubicBezTo>
                  <a:pt x="2873865" y="53580"/>
                  <a:pt x="2874758" y="56089"/>
                  <a:pt x="2876544" y="57750"/>
                </a:cubicBezTo>
                <a:cubicBezTo>
                  <a:pt x="2878330" y="59412"/>
                  <a:pt x="2880963" y="60243"/>
                  <a:pt x="2884441" y="60243"/>
                </a:cubicBezTo>
                <a:cubicBezTo>
                  <a:pt x="2885932" y="60243"/>
                  <a:pt x="2887563" y="60123"/>
                  <a:pt x="2889334" y="59883"/>
                </a:cubicBezTo>
                <a:cubicBezTo>
                  <a:pt x="2891104" y="59643"/>
                  <a:pt x="2892952" y="59265"/>
                  <a:pt x="2894878" y="58752"/>
                </a:cubicBezTo>
                <a:lnTo>
                  <a:pt x="2894878" y="65741"/>
                </a:lnTo>
                <a:close/>
                <a:moveTo>
                  <a:pt x="2946643" y="66440"/>
                </a:moveTo>
                <a:lnTo>
                  <a:pt x="2938536" y="66440"/>
                </a:lnTo>
                <a:lnTo>
                  <a:pt x="2938536" y="36574"/>
                </a:lnTo>
                <a:cubicBezTo>
                  <a:pt x="2938536" y="32971"/>
                  <a:pt x="2937861" y="30277"/>
                  <a:pt x="2936510" y="28491"/>
                </a:cubicBezTo>
                <a:cubicBezTo>
                  <a:pt x="2935158" y="26705"/>
                  <a:pt x="2933225" y="25812"/>
                  <a:pt x="2930709" y="25812"/>
                </a:cubicBezTo>
                <a:cubicBezTo>
                  <a:pt x="2929622" y="25812"/>
                  <a:pt x="2928604" y="25959"/>
                  <a:pt x="2927657" y="26254"/>
                </a:cubicBezTo>
                <a:cubicBezTo>
                  <a:pt x="2926710" y="26549"/>
                  <a:pt x="2925724" y="27062"/>
                  <a:pt x="2924699" y="27792"/>
                </a:cubicBezTo>
                <a:cubicBezTo>
                  <a:pt x="2923674" y="28522"/>
                  <a:pt x="2922555" y="29508"/>
                  <a:pt x="2921344" y="30750"/>
                </a:cubicBezTo>
                <a:cubicBezTo>
                  <a:pt x="2920133" y="31993"/>
                  <a:pt x="2918735" y="33546"/>
                  <a:pt x="2917151" y="35410"/>
                </a:cubicBezTo>
                <a:lnTo>
                  <a:pt x="2917151" y="66440"/>
                </a:lnTo>
                <a:lnTo>
                  <a:pt x="2909044" y="66440"/>
                </a:lnTo>
                <a:lnTo>
                  <a:pt x="2909044" y="559"/>
                </a:lnTo>
                <a:lnTo>
                  <a:pt x="2917151" y="559"/>
                </a:lnTo>
                <a:lnTo>
                  <a:pt x="2917151" y="19649"/>
                </a:lnTo>
                <a:lnTo>
                  <a:pt x="2916871" y="27023"/>
                </a:lnTo>
                <a:cubicBezTo>
                  <a:pt x="2918145" y="25501"/>
                  <a:pt x="2919395" y="24220"/>
                  <a:pt x="2920622" y="23179"/>
                </a:cubicBezTo>
                <a:cubicBezTo>
                  <a:pt x="2921849" y="22139"/>
                  <a:pt x="2923076" y="21292"/>
                  <a:pt x="2924303" y="20640"/>
                </a:cubicBezTo>
                <a:cubicBezTo>
                  <a:pt x="2925529" y="19988"/>
                  <a:pt x="2926780" y="19522"/>
                  <a:pt x="2928053" y="19242"/>
                </a:cubicBezTo>
                <a:cubicBezTo>
                  <a:pt x="2929327" y="18963"/>
                  <a:pt x="2930647" y="18823"/>
                  <a:pt x="2932013" y="18823"/>
                </a:cubicBezTo>
                <a:cubicBezTo>
                  <a:pt x="2936673" y="18823"/>
                  <a:pt x="2940276" y="20244"/>
                  <a:pt x="2942823" y="23086"/>
                </a:cubicBezTo>
                <a:cubicBezTo>
                  <a:pt x="2945370" y="25928"/>
                  <a:pt x="2946643" y="30207"/>
                  <a:pt x="2946643" y="35922"/>
                </a:cubicBezTo>
                <a:lnTo>
                  <a:pt x="2946643" y="66440"/>
                </a:lnTo>
                <a:close/>
                <a:moveTo>
                  <a:pt x="3000412" y="40581"/>
                </a:moveTo>
                <a:cubicBezTo>
                  <a:pt x="3000412" y="41731"/>
                  <a:pt x="3000396" y="42693"/>
                  <a:pt x="3000365" y="43470"/>
                </a:cubicBezTo>
                <a:cubicBezTo>
                  <a:pt x="3000334" y="44246"/>
                  <a:pt x="3000288" y="44976"/>
                  <a:pt x="3000226" y="45660"/>
                </a:cubicBezTo>
                <a:lnTo>
                  <a:pt x="2967378" y="45660"/>
                </a:lnTo>
                <a:cubicBezTo>
                  <a:pt x="2967378" y="50443"/>
                  <a:pt x="2968714" y="54116"/>
                  <a:pt x="2971385" y="56679"/>
                </a:cubicBezTo>
                <a:cubicBezTo>
                  <a:pt x="2974057" y="59241"/>
                  <a:pt x="2977908" y="60522"/>
                  <a:pt x="2982940" y="60522"/>
                </a:cubicBezTo>
                <a:cubicBezTo>
                  <a:pt x="2984307" y="60522"/>
                  <a:pt x="2985673" y="60467"/>
                  <a:pt x="2987040" y="60357"/>
                </a:cubicBezTo>
                <a:cubicBezTo>
                  <a:pt x="2988407" y="60245"/>
                  <a:pt x="2989727" y="60094"/>
                  <a:pt x="2991000" y="59904"/>
                </a:cubicBezTo>
                <a:cubicBezTo>
                  <a:pt x="2992274" y="59712"/>
                  <a:pt x="2993493" y="59498"/>
                  <a:pt x="2994658" y="59260"/>
                </a:cubicBezTo>
                <a:cubicBezTo>
                  <a:pt x="2995823" y="59021"/>
                  <a:pt x="2996902" y="58759"/>
                  <a:pt x="2997896" y="58472"/>
                </a:cubicBezTo>
                <a:lnTo>
                  <a:pt x="2997896" y="65135"/>
                </a:lnTo>
                <a:cubicBezTo>
                  <a:pt x="2995691" y="65770"/>
                  <a:pt x="2993198" y="66286"/>
                  <a:pt x="2990418" y="66683"/>
                </a:cubicBezTo>
                <a:cubicBezTo>
                  <a:pt x="2987638" y="67080"/>
                  <a:pt x="2984757" y="67278"/>
                  <a:pt x="2981775" y="67278"/>
                </a:cubicBezTo>
                <a:cubicBezTo>
                  <a:pt x="2977768" y="67278"/>
                  <a:pt x="2974321" y="66735"/>
                  <a:pt x="2971432" y="65648"/>
                </a:cubicBezTo>
                <a:cubicBezTo>
                  <a:pt x="2968543" y="64560"/>
                  <a:pt x="2966175" y="62984"/>
                  <a:pt x="2964327" y="60919"/>
                </a:cubicBezTo>
                <a:cubicBezTo>
                  <a:pt x="2962479" y="58853"/>
                  <a:pt x="2961112" y="56321"/>
                  <a:pt x="2960227" y="53324"/>
                </a:cubicBezTo>
                <a:cubicBezTo>
                  <a:pt x="2959341" y="50327"/>
                  <a:pt x="2958899" y="46933"/>
                  <a:pt x="2958899" y="43144"/>
                </a:cubicBezTo>
                <a:cubicBezTo>
                  <a:pt x="2958899" y="39851"/>
                  <a:pt x="2959373" y="36737"/>
                  <a:pt x="2960320" y="33802"/>
                </a:cubicBezTo>
                <a:cubicBezTo>
                  <a:pt x="2961267" y="30867"/>
                  <a:pt x="2962649" y="28289"/>
                  <a:pt x="2964467" y="26068"/>
                </a:cubicBezTo>
                <a:cubicBezTo>
                  <a:pt x="2966284" y="23847"/>
                  <a:pt x="2968512" y="22084"/>
                  <a:pt x="2971152" y="20780"/>
                </a:cubicBezTo>
                <a:cubicBezTo>
                  <a:pt x="2973793" y="19475"/>
                  <a:pt x="2976790" y="18823"/>
                  <a:pt x="2980145" y="18823"/>
                </a:cubicBezTo>
                <a:cubicBezTo>
                  <a:pt x="2983406" y="18823"/>
                  <a:pt x="2986295" y="19336"/>
                  <a:pt x="2988811" y="20361"/>
                </a:cubicBezTo>
                <a:cubicBezTo>
                  <a:pt x="2991327" y="21386"/>
                  <a:pt x="2993446" y="22838"/>
                  <a:pt x="2995170" y="24717"/>
                </a:cubicBezTo>
                <a:cubicBezTo>
                  <a:pt x="2996894" y="26596"/>
                  <a:pt x="2998199" y="28879"/>
                  <a:pt x="2999084" y="31566"/>
                </a:cubicBezTo>
                <a:cubicBezTo>
                  <a:pt x="2999969" y="34253"/>
                  <a:pt x="3000412" y="37258"/>
                  <a:pt x="3000412" y="40581"/>
                </a:cubicBezTo>
                <a:moveTo>
                  <a:pt x="2991979" y="39416"/>
                </a:moveTo>
                <a:cubicBezTo>
                  <a:pt x="2992072" y="37335"/>
                  <a:pt x="2991870" y="35433"/>
                  <a:pt x="2991373" y="33709"/>
                </a:cubicBezTo>
                <a:cubicBezTo>
                  <a:pt x="2990876" y="31985"/>
                  <a:pt x="2990107" y="30502"/>
                  <a:pt x="2989067" y="29260"/>
                </a:cubicBezTo>
                <a:cubicBezTo>
                  <a:pt x="2988026" y="28017"/>
                  <a:pt x="2986730" y="27046"/>
                  <a:pt x="2985176" y="26348"/>
                </a:cubicBezTo>
                <a:cubicBezTo>
                  <a:pt x="2983623" y="25649"/>
                  <a:pt x="2981822" y="25299"/>
                  <a:pt x="2979772" y="25299"/>
                </a:cubicBezTo>
                <a:cubicBezTo>
                  <a:pt x="2978001" y="25299"/>
                  <a:pt x="2976386" y="25641"/>
                  <a:pt x="2974926" y="26324"/>
                </a:cubicBezTo>
                <a:cubicBezTo>
                  <a:pt x="2973466" y="27008"/>
                  <a:pt x="2972208" y="27970"/>
                  <a:pt x="2971152" y="29213"/>
                </a:cubicBezTo>
                <a:cubicBezTo>
                  <a:pt x="2970096" y="30455"/>
                  <a:pt x="2969242" y="31946"/>
                  <a:pt x="2968590" y="33686"/>
                </a:cubicBezTo>
                <a:cubicBezTo>
                  <a:pt x="2967938" y="35425"/>
                  <a:pt x="2967534" y="37335"/>
                  <a:pt x="2967378" y="39416"/>
                </a:cubicBezTo>
                <a:lnTo>
                  <a:pt x="2991979" y="39416"/>
                </a:lnTo>
                <a:close/>
                <a:moveTo>
                  <a:pt x="3104595" y="42212"/>
                </a:moveTo>
                <a:cubicBezTo>
                  <a:pt x="3104595" y="46374"/>
                  <a:pt x="3104012" y="50008"/>
                  <a:pt x="3102848" y="53114"/>
                </a:cubicBezTo>
                <a:cubicBezTo>
                  <a:pt x="3101683" y="56221"/>
                  <a:pt x="3100075" y="58799"/>
                  <a:pt x="3098025" y="60849"/>
                </a:cubicBezTo>
                <a:cubicBezTo>
                  <a:pt x="3095975" y="62899"/>
                  <a:pt x="3093553" y="64436"/>
                  <a:pt x="3090757" y="65461"/>
                </a:cubicBezTo>
                <a:cubicBezTo>
                  <a:pt x="3087962" y="66486"/>
                  <a:pt x="3084933" y="66999"/>
                  <a:pt x="3081672" y="66999"/>
                </a:cubicBezTo>
                <a:cubicBezTo>
                  <a:pt x="3080181" y="66999"/>
                  <a:pt x="3078698" y="66921"/>
                  <a:pt x="3077222" y="66766"/>
                </a:cubicBezTo>
                <a:cubicBezTo>
                  <a:pt x="3075747" y="66610"/>
                  <a:pt x="3074248" y="66346"/>
                  <a:pt x="3072726" y="65974"/>
                </a:cubicBezTo>
                <a:lnTo>
                  <a:pt x="3072726" y="85542"/>
                </a:lnTo>
                <a:lnTo>
                  <a:pt x="3064619" y="85542"/>
                </a:lnTo>
                <a:lnTo>
                  <a:pt x="3064619" y="19662"/>
                </a:lnTo>
                <a:lnTo>
                  <a:pt x="3071841" y="19662"/>
                </a:lnTo>
                <a:lnTo>
                  <a:pt x="3072353" y="27489"/>
                </a:lnTo>
                <a:cubicBezTo>
                  <a:pt x="3074683" y="24290"/>
                  <a:pt x="3077168" y="22046"/>
                  <a:pt x="3079808" y="20757"/>
                </a:cubicBezTo>
                <a:cubicBezTo>
                  <a:pt x="3082448" y="19468"/>
                  <a:pt x="3085306" y="18823"/>
                  <a:pt x="3088381" y="18823"/>
                </a:cubicBezTo>
                <a:cubicBezTo>
                  <a:pt x="3091052" y="18823"/>
                  <a:pt x="3093397" y="19382"/>
                  <a:pt x="3095416" y="20500"/>
                </a:cubicBezTo>
                <a:cubicBezTo>
                  <a:pt x="3097435" y="21619"/>
                  <a:pt x="3099128" y="23195"/>
                  <a:pt x="3100495" y="25229"/>
                </a:cubicBezTo>
                <a:cubicBezTo>
                  <a:pt x="3101861" y="27264"/>
                  <a:pt x="3102886" y="29718"/>
                  <a:pt x="3103570" y="32591"/>
                </a:cubicBezTo>
                <a:cubicBezTo>
                  <a:pt x="3104253" y="35464"/>
                  <a:pt x="3104595" y="38671"/>
                  <a:pt x="3104595" y="42212"/>
                </a:cubicBezTo>
                <a:moveTo>
                  <a:pt x="3096302" y="42585"/>
                </a:moveTo>
                <a:cubicBezTo>
                  <a:pt x="3096302" y="40131"/>
                  <a:pt x="3096123" y="37879"/>
                  <a:pt x="3095766" y="35829"/>
                </a:cubicBezTo>
                <a:cubicBezTo>
                  <a:pt x="3095409" y="33779"/>
                  <a:pt x="3094842" y="32024"/>
                  <a:pt x="3094065" y="30564"/>
                </a:cubicBezTo>
                <a:cubicBezTo>
                  <a:pt x="3093289" y="29104"/>
                  <a:pt x="3092295" y="27963"/>
                  <a:pt x="3091083" y="27140"/>
                </a:cubicBezTo>
                <a:cubicBezTo>
                  <a:pt x="3089872" y="26316"/>
                  <a:pt x="3088428" y="25905"/>
                  <a:pt x="3086750" y="25905"/>
                </a:cubicBezTo>
                <a:cubicBezTo>
                  <a:pt x="3085725" y="25905"/>
                  <a:pt x="3084685" y="26068"/>
                  <a:pt x="3083629" y="26394"/>
                </a:cubicBezTo>
                <a:cubicBezTo>
                  <a:pt x="3082573" y="26720"/>
                  <a:pt x="3081478" y="27264"/>
                  <a:pt x="3080344" y="28025"/>
                </a:cubicBezTo>
                <a:cubicBezTo>
                  <a:pt x="3079210" y="28786"/>
                  <a:pt x="3078014" y="29795"/>
                  <a:pt x="3076756" y="31053"/>
                </a:cubicBezTo>
                <a:cubicBezTo>
                  <a:pt x="3075498" y="32311"/>
                  <a:pt x="3074155" y="33872"/>
                  <a:pt x="3072726" y="35736"/>
                </a:cubicBezTo>
                <a:lnTo>
                  <a:pt x="3072726" y="58426"/>
                </a:lnTo>
                <a:cubicBezTo>
                  <a:pt x="3074217" y="59047"/>
                  <a:pt x="3075786" y="59536"/>
                  <a:pt x="3077432" y="59894"/>
                </a:cubicBezTo>
                <a:cubicBezTo>
                  <a:pt x="3079078" y="60251"/>
                  <a:pt x="3080693" y="60429"/>
                  <a:pt x="3082277" y="60429"/>
                </a:cubicBezTo>
                <a:cubicBezTo>
                  <a:pt x="3086657" y="60429"/>
                  <a:pt x="3090089" y="58946"/>
                  <a:pt x="3092574" y="55980"/>
                </a:cubicBezTo>
                <a:cubicBezTo>
                  <a:pt x="3095059" y="53013"/>
                  <a:pt x="3096302" y="48548"/>
                  <a:pt x="3096302" y="42585"/>
                </a:cubicBezTo>
                <a:close/>
                <a:moveTo>
                  <a:pt x="3118388" y="19662"/>
                </a:moveTo>
                <a:lnTo>
                  <a:pt x="3125796" y="19662"/>
                </a:lnTo>
                <a:lnTo>
                  <a:pt x="3126029" y="28259"/>
                </a:lnTo>
                <a:cubicBezTo>
                  <a:pt x="3128793" y="24943"/>
                  <a:pt x="3131519" y="22542"/>
                  <a:pt x="3134206" y="21055"/>
                </a:cubicBezTo>
                <a:cubicBezTo>
                  <a:pt x="3136893" y="19567"/>
                  <a:pt x="3139603" y="18823"/>
                  <a:pt x="3142336" y="18823"/>
                </a:cubicBezTo>
                <a:cubicBezTo>
                  <a:pt x="3147182" y="18823"/>
                  <a:pt x="3150855" y="20388"/>
                  <a:pt x="3153355" y="23517"/>
                </a:cubicBezTo>
                <a:cubicBezTo>
                  <a:pt x="3155855" y="26647"/>
                  <a:pt x="3157012" y="31294"/>
                  <a:pt x="3156826" y="37460"/>
                </a:cubicBezTo>
                <a:lnTo>
                  <a:pt x="3148626" y="37460"/>
                </a:lnTo>
                <a:cubicBezTo>
                  <a:pt x="3148719" y="33376"/>
                  <a:pt x="3148121" y="30414"/>
                  <a:pt x="3146832" y="28574"/>
                </a:cubicBezTo>
                <a:cubicBezTo>
                  <a:pt x="3145543" y="26732"/>
                  <a:pt x="3143656" y="25812"/>
                  <a:pt x="3141171" y="25812"/>
                </a:cubicBezTo>
                <a:cubicBezTo>
                  <a:pt x="3140084" y="25812"/>
                  <a:pt x="3138989" y="26005"/>
                  <a:pt x="3137887" y="26393"/>
                </a:cubicBezTo>
                <a:cubicBezTo>
                  <a:pt x="3136784" y="26779"/>
                  <a:pt x="3135650" y="27397"/>
                  <a:pt x="3134485" y="28248"/>
                </a:cubicBezTo>
                <a:cubicBezTo>
                  <a:pt x="3133321" y="29098"/>
                  <a:pt x="3132086" y="30188"/>
                  <a:pt x="3130781" y="31519"/>
                </a:cubicBezTo>
                <a:cubicBezTo>
                  <a:pt x="3129477" y="32849"/>
                  <a:pt x="3128079" y="34457"/>
                  <a:pt x="3126588" y="36344"/>
                </a:cubicBezTo>
                <a:lnTo>
                  <a:pt x="3126588" y="66440"/>
                </a:lnTo>
                <a:lnTo>
                  <a:pt x="3118388" y="66440"/>
                </a:lnTo>
                <a:lnTo>
                  <a:pt x="3118388" y="19662"/>
                </a:lnTo>
                <a:close/>
                <a:moveTo>
                  <a:pt x="3209057" y="42678"/>
                </a:moveTo>
                <a:cubicBezTo>
                  <a:pt x="3209057" y="46312"/>
                  <a:pt x="3208545" y="49643"/>
                  <a:pt x="3207520" y="52672"/>
                </a:cubicBezTo>
                <a:cubicBezTo>
                  <a:pt x="3206495" y="55700"/>
                  <a:pt x="3205019" y="58294"/>
                  <a:pt x="3203094" y="60453"/>
                </a:cubicBezTo>
                <a:cubicBezTo>
                  <a:pt x="3201168" y="62611"/>
                  <a:pt x="3198823" y="64289"/>
                  <a:pt x="3196058" y="65485"/>
                </a:cubicBezTo>
                <a:cubicBezTo>
                  <a:pt x="3193294" y="66680"/>
                  <a:pt x="3190157" y="67278"/>
                  <a:pt x="3186647" y="67278"/>
                </a:cubicBezTo>
                <a:cubicBezTo>
                  <a:pt x="3183292" y="67278"/>
                  <a:pt x="3180287" y="66758"/>
                  <a:pt x="3177631" y="65717"/>
                </a:cubicBezTo>
                <a:cubicBezTo>
                  <a:pt x="3174975" y="64677"/>
                  <a:pt x="3172724" y="63147"/>
                  <a:pt x="3170875" y="61128"/>
                </a:cubicBezTo>
                <a:cubicBezTo>
                  <a:pt x="3169027" y="59109"/>
                  <a:pt x="3167614" y="56609"/>
                  <a:pt x="3166636" y="53627"/>
                </a:cubicBezTo>
                <a:cubicBezTo>
                  <a:pt x="3165657" y="50645"/>
                  <a:pt x="3165168" y="47213"/>
                  <a:pt x="3165168" y="43330"/>
                </a:cubicBezTo>
                <a:cubicBezTo>
                  <a:pt x="3165168" y="39696"/>
                  <a:pt x="3165680" y="36380"/>
                  <a:pt x="3166705" y="33383"/>
                </a:cubicBezTo>
                <a:cubicBezTo>
                  <a:pt x="3167730" y="30385"/>
                  <a:pt x="3169206" y="27807"/>
                  <a:pt x="3171132" y="25649"/>
                </a:cubicBezTo>
                <a:cubicBezTo>
                  <a:pt x="3173057" y="23490"/>
                  <a:pt x="3175403" y="21813"/>
                  <a:pt x="3178167" y="20617"/>
                </a:cubicBezTo>
                <a:cubicBezTo>
                  <a:pt x="3180931" y="19421"/>
                  <a:pt x="3184069" y="18823"/>
                  <a:pt x="3187579" y="18823"/>
                </a:cubicBezTo>
                <a:cubicBezTo>
                  <a:pt x="3190933" y="18823"/>
                  <a:pt x="3193938" y="19343"/>
                  <a:pt x="3196594" y="20384"/>
                </a:cubicBezTo>
                <a:cubicBezTo>
                  <a:pt x="3199250" y="21424"/>
                  <a:pt x="3201502" y="22946"/>
                  <a:pt x="3203350" y="24950"/>
                </a:cubicBezTo>
                <a:cubicBezTo>
                  <a:pt x="3205198" y="26953"/>
                  <a:pt x="3206611" y="29446"/>
                  <a:pt x="3207590" y="32428"/>
                </a:cubicBezTo>
                <a:cubicBezTo>
                  <a:pt x="3208568" y="35410"/>
                  <a:pt x="3209057" y="38826"/>
                  <a:pt x="3209057" y="42678"/>
                </a:cubicBezTo>
                <a:moveTo>
                  <a:pt x="3200764" y="43051"/>
                </a:moveTo>
                <a:cubicBezTo>
                  <a:pt x="3200764" y="40162"/>
                  <a:pt x="3200446" y="37638"/>
                  <a:pt x="3199809" y="35480"/>
                </a:cubicBezTo>
                <a:cubicBezTo>
                  <a:pt x="3199172" y="33321"/>
                  <a:pt x="3198264" y="31519"/>
                  <a:pt x="3197083" y="30075"/>
                </a:cubicBezTo>
                <a:cubicBezTo>
                  <a:pt x="3195903" y="28631"/>
                  <a:pt x="3194466" y="27543"/>
                  <a:pt x="3192773" y="26813"/>
                </a:cubicBezTo>
                <a:cubicBezTo>
                  <a:pt x="3191081" y="26084"/>
                  <a:pt x="3189194" y="25719"/>
                  <a:pt x="3187113" y="25719"/>
                </a:cubicBezTo>
                <a:cubicBezTo>
                  <a:pt x="3184690" y="25719"/>
                  <a:pt x="3182617" y="26192"/>
                  <a:pt x="3180893" y="27140"/>
                </a:cubicBezTo>
                <a:cubicBezTo>
                  <a:pt x="3179169" y="28087"/>
                  <a:pt x="3177755" y="29353"/>
                  <a:pt x="3176653" y="30937"/>
                </a:cubicBezTo>
                <a:cubicBezTo>
                  <a:pt x="3175550" y="32521"/>
                  <a:pt x="3174743" y="34361"/>
                  <a:pt x="3174230" y="36458"/>
                </a:cubicBezTo>
                <a:cubicBezTo>
                  <a:pt x="3173718" y="38555"/>
                  <a:pt x="3173461" y="40752"/>
                  <a:pt x="3173461" y="43051"/>
                </a:cubicBezTo>
                <a:cubicBezTo>
                  <a:pt x="3173461" y="45939"/>
                  <a:pt x="3173780" y="48471"/>
                  <a:pt x="3174416" y="50645"/>
                </a:cubicBezTo>
                <a:cubicBezTo>
                  <a:pt x="3175053" y="52819"/>
                  <a:pt x="3175962" y="54629"/>
                  <a:pt x="3177142" y="56073"/>
                </a:cubicBezTo>
                <a:cubicBezTo>
                  <a:pt x="3178322" y="57517"/>
                  <a:pt x="3179751" y="58604"/>
                  <a:pt x="3181428" y="59334"/>
                </a:cubicBezTo>
                <a:cubicBezTo>
                  <a:pt x="3183106" y="60064"/>
                  <a:pt x="3185000" y="60429"/>
                  <a:pt x="3187113" y="60429"/>
                </a:cubicBezTo>
                <a:cubicBezTo>
                  <a:pt x="3189535" y="60429"/>
                  <a:pt x="3191609" y="59956"/>
                  <a:pt x="3193333" y="59008"/>
                </a:cubicBezTo>
                <a:cubicBezTo>
                  <a:pt x="3195056" y="58061"/>
                  <a:pt x="3196470" y="56795"/>
                  <a:pt x="3197572" y="55211"/>
                </a:cubicBezTo>
                <a:cubicBezTo>
                  <a:pt x="3198675" y="53627"/>
                  <a:pt x="3199483" y="51787"/>
                  <a:pt x="3199995" y="49690"/>
                </a:cubicBezTo>
                <a:cubicBezTo>
                  <a:pt x="3200508" y="47593"/>
                  <a:pt x="3200764" y="45380"/>
                  <a:pt x="3200764" y="43051"/>
                </a:cubicBezTo>
                <a:close/>
                <a:moveTo>
                  <a:pt x="3260170" y="42212"/>
                </a:moveTo>
                <a:cubicBezTo>
                  <a:pt x="3260170" y="46095"/>
                  <a:pt x="3259634" y="49566"/>
                  <a:pt x="3258563" y="52625"/>
                </a:cubicBezTo>
                <a:cubicBezTo>
                  <a:pt x="3257491" y="55685"/>
                  <a:pt x="3255969" y="58278"/>
                  <a:pt x="3253997" y="60406"/>
                </a:cubicBezTo>
                <a:cubicBezTo>
                  <a:pt x="3252024" y="62534"/>
                  <a:pt x="3249625" y="64164"/>
                  <a:pt x="3246798" y="65298"/>
                </a:cubicBezTo>
                <a:cubicBezTo>
                  <a:pt x="3243972" y="66432"/>
                  <a:pt x="3240788" y="66999"/>
                  <a:pt x="3237247" y="66999"/>
                </a:cubicBezTo>
                <a:cubicBezTo>
                  <a:pt x="3234483" y="66999"/>
                  <a:pt x="3231656" y="66735"/>
                  <a:pt x="3228768" y="66207"/>
                </a:cubicBezTo>
                <a:cubicBezTo>
                  <a:pt x="3225879" y="65679"/>
                  <a:pt x="3223021" y="64840"/>
                  <a:pt x="3220195" y="63691"/>
                </a:cubicBezTo>
                <a:lnTo>
                  <a:pt x="3220195" y="559"/>
                </a:lnTo>
                <a:lnTo>
                  <a:pt x="3228302" y="559"/>
                </a:lnTo>
                <a:lnTo>
                  <a:pt x="3228302" y="18715"/>
                </a:lnTo>
                <a:lnTo>
                  <a:pt x="3227929" y="27396"/>
                </a:lnTo>
                <a:cubicBezTo>
                  <a:pt x="3230258" y="24259"/>
                  <a:pt x="3232751" y="22046"/>
                  <a:pt x="3235407" y="20757"/>
                </a:cubicBezTo>
                <a:cubicBezTo>
                  <a:pt x="3238063" y="19468"/>
                  <a:pt x="3240912" y="18823"/>
                  <a:pt x="3243956" y="18823"/>
                </a:cubicBezTo>
                <a:cubicBezTo>
                  <a:pt x="3246628" y="18823"/>
                  <a:pt x="3248973" y="19382"/>
                  <a:pt x="3250992" y="20500"/>
                </a:cubicBezTo>
                <a:cubicBezTo>
                  <a:pt x="3253011" y="21619"/>
                  <a:pt x="3254704" y="23195"/>
                  <a:pt x="3256070" y="25229"/>
                </a:cubicBezTo>
                <a:cubicBezTo>
                  <a:pt x="3257437" y="27264"/>
                  <a:pt x="3258462" y="29718"/>
                  <a:pt x="3259145" y="32591"/>
                </a:cubicBezTo>
                <a:cubicBezTo>
                  <a:pt x="3259829" y="35464"/>
                  <a:pt x="3260170" y="38671"/>
                  <a:pt x="3260170" y="42212"/>
                </a:cubicBezTo>
                <a:moveTo>
                  <a:pt x="3251877" y="42585"/>
                </a:moveTo>
                <a:cubicBezTo>
                  <a:pt x="3251877" y="40131"/>
                  <a:pt x="3251698" y="37879"/>
                  <a:pt x="3251341" y="35829"/>
                </a:cubicBezTo>
                <a:cubicBezTo>
                  <a:pt x="3250984" y="33779"/>
                  <a:pt x="3250417" y="32024"/>
                  <a:pt x="3249641" y="30564"/>
                </a:cubicBezTo>
                <a:cubicBezTo>
                  <a:pt x="3248864" y="29104"/>
                  <a:pt x="3247870" y="27963"/>
                  <a:pt x="3246659" y="27140"/>
                </a:cubicBezTo>
                <a:cubicBezTo>
                  <a:pt x="3245447" y="26316"/>
                  <a:pt x="3244003" y="25905"/>
                  <a:pt x="3242326" y="25905"/>
                </a:cubicBezTo>
                <a:cubicBezTo>
                  <a:pt x="3241301" y="25905"/>
                  <a:pt x="3240260" y="26068"/>
                  <a:pt x="3239204" y="26394"/>
                </a:cubicBezTo>
                <a:cubicBezTo>
                  <a:pt x="3238148" y="26720"/>
                  <a:pt x="3237053" y="27264"/>
                  <a:pt x="3235919" y="28025"/>
                </a:cubicBezTo>
                <a:cubicBezTo>
                  <a:pt x="3234786" y="28786"/>
                  <a:pt x="3233590" y="29795"/>
                  <a:pt x="3232332" y="31053"/>
                </a:cubicBezTo>
                <a:cubicBezTo>
                  <a:pt x="3231074" y="32311"/>
                  <a:pt x="3229730" y="33872"/>
                  <a:pt x="3228302" y="35736"/>
                </a:cubicBezTo>
                <a:lnTo>
                  <a:pt x="3228302" y="58426"/>
                </a:lnTo>
                <a:cubicBezTo>
                  <a:pt x="3229886" y="59047"/>
                  <a:pt x="3231501" y="59536"/>
                  <a:pt x="3233147" y="59894"/>
                </a:cubicBezTo>
                <a:cubicBezTo>
                  <a:pt x="3234793" y="60251"/>
                  <a:pt x="3236362" y="60429"/>
                  <a:pt x="3237853" y="60429"/>
                </a:cubicBezTo>
                <a:cubicBezTo>
                  <a:pt x="3239717" y="60429"/>
                  <a:pt x="3241495" y="60134"/>
                  <a:pt x="3243188" y="59544"/>
                </a:cubicBezTo>
                <a:cubicBezTo>
                  <a:pt x="3244880" y="58954"/>
                  <a:pt x="3246371" y="57968"/>
                  <a:pt x="3247660" y="56586"/>
                </a:cubicBezTo>
                <a:cubicBezTo>
                  <a:pt x="3248949" y="55203"/>
                  <a:pt x="3249974" y="53371"/>
                  <a:pt x="3250735" y="51088"/>
                </a:cubicBezTo>
                <a:cubicBezTo>
                  <a:pt x="3251496" y="48805"/>
                  <a:pt x="3251877" y="45970"/>
                  <a:pt x="3251877" y="42585"/>
                </a:cubicBezTo>
                <a:close/>
                <a:moveTo>
                  <a:pt x="3287987" y="7222"/>
                </a:moveTo>
                <a:lnTo>
                  <a:pt x="3274150" y="7222"/>
                </a:lnTo>
                <a:lnTo>
                  <a:pt x="3274150" y="559"/>
                </a:lnTo>
                <a:lnTo>
                  <a:pt x="3296188" y="559"/>
                </a:lnTo>
                <a:lnTo>
                  <a:pt x="3296188" y="59684"/>
                </a:lnTo>
                <a:lnTo>
                  <a:pt x="3310118" y="59684"/>
                </a:lnTo>
                <a:lnTo>
                  <a:pt x="3310118" y="66440"/>
                </a:lnTo>
                <a:lnTo>
                  <a:pt x="3272612" y="66440"/>
                </a:lnTo>
                <a:lnTo>
                  <a:pt x="3272612" y="59684"/>
                </a:lnTo>
                <a:lnTo>
                  <a:pt x="3287987" y="59684"/>
                </a:lnTo>
                <a:lnTo>
                  <a:pt x="3287987" y="7222"/>
                </a:lnTo>
                <a:close/>
                <a:moveTo>
                  <a:pt x="3363421" y="40581"/>
                </a:moveTo>
                <a:cubicBezTo>
                  <a:pt x="3363421" y="41731"/>
                  <a:pt x="3363406" y="42693"/>
                  <a:pt x="3363375" y="43470"/>
                </a:cubicBezTo>
                <a:cubicBezTo>
                  <a:pt x="3363344" y="44246"/>
                  <a:pt x="3363297" y="44976"/>
                  <a:pt x="3363235" y="45660"/>
                </a:cubicBezTo>
                <a:lnTo>
                  <a:pt x="3330388" y="45660"/>
                </a:lnTo>
                <a:cubicBezTo>
                  <a:pt x="3330388" y="50443"/>
                  <a:pt x="3331723" y="54116"/>
                  <a:pt x="3334395" y="56679"/>
                </a:cubicBezTo>
                <a:cubicBezTo>
                  <a:pt x="3337066" y="59241"/>
                  <a:pt x="3340918" y="60522"/>
                  <a:pt x="3345949" y="60522"/>
                </a:cubicBezTo>
                <a:cubicBezTo>
                  <a:pt x="3347316" y="60522"/>
                  <a:pt x="3348683" y="60467"/>
                  <a:pt x="3350049" y="60357"/>
                </a:cubicBezTo>
                <a:cubicBezTo>
                  <a:pt x="3351416" y="60245"/>
                  <a:pt x="3352736" y="60094"/>
                  <a:pt x="3354010" y="59904"/>
                </a:cubicBezTo>
                <a:cubicBezTo>
                  <a:pt x="3355283" y="59712"/>
                  <a:pt x="3356502" y="59498"/>
                  <a:pt x="3357667" y="59260"/>
                </a:cubicBezTo>
                <a:cubicBezTo>
                  <a:pt x="3358832" y="59021"/>
                  <a:pt x="3359911" y="58759"/>
                  <a:pt x="3360905" y="58472"/>
                </a:cubicBezTo>
                <a:lnTo>
                  <a:pt x="3360905" y="65135"/>
                </a:lnTo>
                <a:cubicBezTo>
                  <a:pt x="3358700" y="65770"/>
                  <a:pt x="3356207" y="66286"/>
                  <a:pt x="3353427" y="66683"/>
                </a:cubicBezTo>
                <a:cubicBezTo>
                  <a:pt x="3350647" y="67080"/>
                  <a:pt x="3347767" y="67278"/>
                  <a:pt x="3344785" y="67278"/>
                </a:cubicBezTo>
                <a:cubicBezTo>
                  <a:pt x="3340778" y="67278"/>
                  <a:pt x="3337330" y="66735"/>
                  <a:pt x="3334441" y="65648"/>
                </a:cubicBezTo>
                <a:cubicBezTo>
                  <a:pt x="3331553" y="64560"/>
                  <a:pt x="3329184" y="62984"/>
                  <a:pt x="3327336" y="60919"/>
                </a:cubicBezTo>
                <a:cubicBezTo>
                  <a:pt x="3325488" y="58853"/>
                  <a:pt x="3324121" y="56321"/>
                  <a:pt x="3323236" y="53324"/>
                </a:cubicBezTo>
                <a:cubicBezTo>
                  <a:pt x="3322351" y="50327"/>
                  <a:pt x="3321908" y="46933"/>
                  <a:pt x="3321908" y="43144"/>
                </a:cubicBezTo>
                <a:cubicBezTo>
                  <a:pt x="3321908" y="39851"/>
                  <a:pt x="3322382" y="36737"/>
                  <a:pt x="3323329" y="33802"/>
                </a:cubicBezTo>
                <a:cubicBezTo>
                  <a:pt x="3324277" y="30867"/>
                  <a:pt x="3325659" y="28289"/>
                  <a:pt x="3327476" y="26068"/>
                </a:cubicBezTo>
                <a:cubicBezTo>
                  <a:pt x="3329293" y="23847"/>
                  <a:pt x="3331522" y="22084"/>
                  <a:pt x="3334162" y="20780"/>
                </a:cubicBezTo>
                <a:cubicBezTo>
                  <a:pt x="3336802" y="19475"/>
                  <a:pt x="3339799" y="18823"/>
                  <a:pt x="3343154" y="18823"/>
                </a:cubicBezTo>
                <a:cubicBezTo>
                  <a:pt x="3346415" y="18823"/>
                  <a:pt x="3349304" y="19336"/>
                  <a:pt x="3351820" y="20361"/>
                </a:cubicBezTo>
                <a:cubicBezTo>
                  <a:pt x="3354336" y="21386"/>
                  <a:pt x="3356456" y="22838"/>
                  <a:pt x="3358180" y="24717"/>
                </a:cubicBezTo>
                <a:cubicBezTo>
                  <a:pt x="3359904" y="26596"/>
                  <a:pt x="3361208" y="28879"/>
                  <a:pt x="3362093" y="31566"/>
                </a:cubicBezTo>
                <a:cubicBezTo>
                  <a:pt x="3362979" y="34253"/>
                  <a:pt x="3363421" y="37258"/>
                  <a:pt x="3363421" y="40581"/>
                </a:cubicBezTo>
                <a:moveTo>
                  <a:pt x="3354988" y="39416"/>
                </a:moveTo>
                <a:cubicBezTo>
                  <a:pt x="3355081" y="37335"/>
                  <a:pt x="3354879" y="35433"/>
                  <a:pt x="3354383" y="33709"/>
                </a:cubicBezTo>
                <a:cubicBezTo>
                  <a:pt x="3353886" y="31985"/>
                  <a:pt x="3353117" y="30502"/>
                  <a:pt x="3352076" y="29260"/>
                </a:cubicBezTo>
                <a:cubicBezTo>
                  <a:pt x="3351036" y="28017"/>
                  <a:pt x="3349739" y="27046"/>
                  <a:pt x="3348186" y="26348"/>
                </a:cubicBezTo>
                <a:cubicBezTo>
                  <a:pt x="3346633" y="25649"/>
                  <a:pt x="3344831" y="25299"/>
                  <a:pt x="3342781" y="25299"/>
                </a:cubicBezTo>
                <a:cubicBezTo>
                  <a:pt x="3341011" y="25299"/>
                  <a:pt x="3339396" y="25641"/>
                  <a:pt x="3337936" y="26324"/>
                </a:cubicBezTo>
                <a:cubicBezTo>
                  <a:pt x="3336476" y="27008"/>
                  <a:pt x="3335218" y="27970"/>
                  <a:pt x="3334162" y="29213"/>
                </a:cubicBezTo>
                <a:cubicBezTo>
                  <a:pt x="3333106" y="30455"/>
                  <a:pt x="3332251" y="31946"/>
                  <a:pt x="3331599" y="33686"/>
                </a:cubicBezTo>
                <a:cubicBezTo>
                  <a:pt x="3330947" y="35425"/>
                  <a:pt x="3330543" y="37335"/>
                  <a:pt x="3330388" y="39416"/>
                </a:cubicBezTo>
                <a:lnTo>
                  <a:pt x="3354988" y="39416"/>
                </a:lnTo>
                <a:close/>
                <a:moveTo>
                  <a:pt x="3409130" y="66440"/>
                </a:moveTo>
                <a:lnTo>
                  <a:pt x="3409130" y="32847"/>
                </a:lnTo>
                <a:cubicBezTo>
                  <a:pt x="3409130" y="31387"/>
                  <a:pt x="3409075" y="30191"/>
                  <a:pt x="3408967" y="29260"/>
                </a:cubicBezTo>
                <a:cubicBezTo>
                  <a:pt x="3408858" y="28328"/>
                  <a:pt x="3408687" y="27590"/>
                  <a:pt x="3408454" y="27046"/>
                </a:cubicBezTo>
                <a:cubicBezTo>
                  <a:pt x="3408221" y="26503"/>
                  <a:pt x="3407926" y="26122"/>
                  <a:pt x="3407569" y="25905"/>
                </a:cubicBezTo>
                <a:cubicBezTo>
                  <a:pt x="3407212" y="25688"/>
                  <a:pt x="3406769" y="25579"/>
                  <a:pt x="3406241" y="25579"/>
                </a:cubicBezTo>
                <a:cubicBezTo>
                  <a:pt x="3405620" y="25579"/>
                  <a:pt x="3405045" y="25765"/>
                  <a:pt x="3404517" y="26138"/>
                </a:cubicBezTo>
                <a:cubicBezTo>
                  <a:pt x="3403989" y="26511"/>
                  <a:pt x="3403422" y="27116"/>
                  <a:pt x="3402816" y="27955"/>
                </a:cubicBezTo>
                <a:cubicBezTo>
                  <a:pt x="3402211" y="28794"/>
                  <a:pt x="3401543" y="29904"/>
                  <a:pt x="3400813" y="31286"/>
                </a:cubicBezTo>
                <a:cubicBezTo>
                  <a:pt x="3400083" y="32668"/>
                  <a:pt x="3399221" y="34369"/>
                  <a:pt x="3398227" y="36388"/>
                </a:cubicBezTo>
                <a:lnTo>
                  <a:pt x="3398227" y="66440"/>
                </a:lnTo>
                <a:lnTo>
                  <a:pt x="3390819" y="66440"/>
                </a:lnTo>
                <a:lnTo>
                  <a:pt x="3390819" y="33732"/>
                </a:lnTo>
                <a:cubicBezTo>
                  <a:pt x="3390819" y="32024"/>
                  <a:pt x="3390765" y="30642"/>
                  <a:pt x="3390656" y="29586"/>
                </a:cubicBezTo>
                <a:cubicBezTo>
                  <a:pt x="3390547" y="28530"/>
                  <a:pt x="3390377" y="27706"/>
                  <a:pt x="3390144" y="27116"/>
                </a:cubicBezTo>
                <a:cubicBezTo>
                  <a:pt x="3389911" y="26526"/>
                  <a:pt x="3389608" y="26122"/>
                  <a:pt x="3389235" y="25905"/>
                </a:cubicBezTo>
                <a:cubicBezTo>
                  <a:pt x="3388862" y="25688"/>
                  <a:pt x="3388412" y="25579"/>
                  <a:pt x="3387884" y="25579"/>
                </a:cubicBezTo>
                <a:cubicBezTo>
                  <a:pt x="3387325" y="25579"/>
                  <a:pt x="3386797" y="25734"/>
                  <a:pt x="3386300" y="26045"/>
                </a:cubicBezTo>
                <a:cubicBezTo>
                  <a:pt x="3385803" y="26355"/>
                  <a:pt x="3385251" y="26914"/>
                  <a:pt x="3384646" y="27722"/>
                </a:cubicBezTo>
                <a:cubicBezTo>
                  <a:pt x="3384040" y="28530"/>
                  <a:pt x="3383364" y="29632"/>
                  <a:pt x="3382619" y="31030"/>
                </a:cubicBezTo>
                <a:cubicBezTo>
                  <a:pt x="3381874" y="32428"/>
                  <a:pt x="3380988" y="34214"/>
                  <a:pt x="3379963" y="36388"/>
                </a:cubicBezTo>
                <a:lnTo>
                  <a:pt x="3379963" y="66440"/>
                </a:lnTo>
                <a:lnTo>
                  <a:pt x="3372509" y="66440"/>
                </a:lnTo>
                <a:lnTo>
                  <a:pt x="3372509" y="19662"/>
                </a:lnTo>
                <a:lnTo>
                  <a:pt x="3378705" y="19662"/>
                </a:lnTo>
                <a:lnTo>
                  <a:pt x="3379078" y="28561"/>
                </a:lnTo>
                <a:cubicBezTo>
                  <a:pt x="3379886" y="26790"/>
                  <a:pt x="3380670" y="25284"/>
                  <a:pt x="3381431" y="24041"/>
                </a:cubicBezTo>
                <a:cubicBezTo>
                  <a:pt x="3382192" y="22799"/>
                  <a:pt x="3382976" y="21797"/>
                  <a:pt x="3383784" y="21036"/>
                </a:cubicBezTo>
                <a:cubicBezTo>
                  <a:pt x="3384591" y="20275"/>
                  <a:pt x="3385453" y="19716"/>
                  <a:pt x="3386370" y="19359"/>
                </a:cubicBezTo>
                <a:cubicBezTo>
                  <a:pt x="3387286" y="19002"/>
                  <a:pt x="3388303" y="18823"/>
                  <a:pt x="3389421" y="18823"/>
                </a:cubicBezTo>
                <a:cubicBezTo>
                  <a:pt x="3391937" y="18823"/>
                  <a:pt x="3393848" y="19646"/>
                  <a:pt x="3395152" y="21292"/>
                </a:cubicBezTo>
                <a:cubicBezTo>
                  <a:pt x="3396457" y="22939"/>
                  <a:pt x="3397109" y="25486"/>
                  <a:pt x="3397109" y="28933"/>
                </a:cubicBezTo>
                <a:cubicBezTo>
                  <a:pt x="3397854" y="27318"/>
                  <a:pt x="3398584" y="25882"/>
                  <a:pt x="3399299" y="24624"/>
                </a:cubicBezTo>
                <a:cubicBezTo>
                  <a:pt x="3400013" y="23366"/>
                  <a:pt x="3400782" y="22310"/>
                  <a:pt x="3401605" y="21455"/>
                </a:cubicBezTo>
                <a:cubicBezTo>
                  <a:pt x="3402428" y="20601"/>
                  <a:pt x="3403337" y="19949"/>
                  <a:pt x="3404331" y="19499"/>
                </a:cubicBezTo>
                <a:cubicBezTo>
                  <a:pt x="3405325" y="19048"/>
                  <a:pt x="3406474" y="18823"/>
                  <a:pt x="3407778" y="18823"/>
                </a:cubicBezTo>
                <a:cubicBezTo>
                  <a:pt x="3413649" y="18823"/>
                  <a:pt x="3416584" y="23342"/>
                  <a:pt x="3416584" y="32381"/>
                </a:cubicBezTo>
                <a:lnTo>
                  <a:pt x="3416584" y="66440"/>
                </a:lnTo>
                <a:lnTo>
                  <a:pt x="3409130" y="66440"/>
                </a:lnTo>
                <a:close/>
                <a:moveTo>
                  <a:pt x="3457680" y="66440"/>
                </a:moveTo>
                <a:lnTo>
                  <a:pt x="3457494" y="60137"/>
                </a:lnTo>
                <a:cubicBezTo>
                  <a:pt x="3454947" y="62657"/>
                  <a:pt x="3452361" y="64478"/>
                  <a:pt x="3449736" y="65598"/>
                </a:cubicBezTo>
                <a:cubicBezTo>
                  <a:pt x="3447112" y="66718"/>
                  <a:pt x="3444355" y="67278"/>
                  <a:pt x="3441466" y="67278"/>
                </a:cubicBezTo>
                <a:cubicBezTo>
                  <a:pt x="3438795" y="67278"/>
                  <a:pt x="3436512" y="66936"/>
                  <a:pt x="3434617" y="66252"/>
                </a:cubicBezTo>
                <a:cubicBezTo>
                  <a:pt x="3432723" y="65567"/>
                  <a:pt x="3431162" y="64626"/>
                  <a:pt x="3429935" y="63429"/>
                </a:cubicBezTo>
                <a:cubicBezTo>
                  <a:pt x="3428708" y="62231"/>
                  <a:pt x="3427807" y="60823"/>
                  <a:pt x="3427232" y="59205"/>
                </a:cubicBezTo>
                <a:cubicBezTo>
                  <a:pt x="3426658" y="57587"/>
                  <a:pt x="3426371" y="55829"/>
                  <a:pt x="3426371" y="53931"/>
                </a:cubicBezTo>
                <a:cubicBezTo>
                  <a:pt x="3426371" y="49233"/>
                  <a:pt x="3428118" y="45554"/>
                  <a:pt x="3431612" y="42895"/>
                </a:cubicBezTo>
                <a:cubicBezTo>
                  <a:pt x="3435106" y="40234"/>
                  <a:pt x="3440270" y="38904"/>
                  <a:pt x="3447104" y="38904"/>
                </a:cubicBezTo>
                <a:lnTo>
                  <a:pt x="3456795" y="38904"/>
                </a:lnTo>
                <a:lnTo>
                  <a:pt x="3456795" y="34818"/>
                </a:lnTo>
                <a:cubicBezTo>
                  <a:pt x="3456795" y="32064"/>
                  <a:pt x="3455910" y="29858"/>
                  <a:pt x="3454139" y="28202"/>
                </a:cubicBezTo>
                <a:cubicBezTo>
                  <a:pt x="3452369" y="26547"/>
                  <a:pt x="3449666" y="25719"/>
                  <a:pt x="3446032" y="25719"/>
                </a:cubicBezTo>
                <a:cubicBezTo>
                  <a:pt x="3443392" y="25719"/>
                  <a:pt x="3440791" y="26018"/>
                  <a:pt x="3438228" y="26617"/>
                </a:cubicBezTo>
                <a:cubicBezTo>
                  <a:pt x="3435666" y="27215"/>
                  <a:pt x="3433018" y="28065"/>
                  <a:pt x="3430284" y="29166"/>
                </a:cubicBezTo>
                <a:lnTo>
                  <a:pt x="3430284" y="21851"/>
                </a:lnTo>
                <a:cubicBezTo>
                  <a:pt x="3431309" y="21473"/>
                  <a:pt x="3432451" y="21102"/>
                  <a:pt x="3433709" y="20739"/>
                </a:cubicBezTo>
                <a:cubicBezTo>
                  <a:pt x="3434967" y="20376"/>
                  <a:pt x="3436295" y="20053"/>
                  <a:pt x="3437692" y="19769"/>
                </a:cubicBezTo>
                <a:cubicBezTo>
                  <a:pt x="3439090" y="19485"/>
                  <a:pt x="3440550" y="19256"/>
                  <a:pt x="3442072" y="19084"/>
                </a:cubicBezTo>
                <a:cubicBezTo>
                  <a:pt x="3443594" y="18910"/>
                  <a:pt x="3445131" y="18823"/>
                  <a:pt x="3446684" y="18823"/>
                </a:cubicBezTo>
                <a:cubicBezTo>
                  <a:pt x="3449511" y="18823"/>
                  <a:pt x="3452058" y="19134"/>
                  <a:pt x="3454325" y="19755"/>
                </a:cubicBezTo>
                <a:cubicBezTo>
                  <a:pt x="3456593" y="20376"/>
                  <a:pt x="3458511" y="21323"/>
                  <a:pt x="3460080" y="22597"/>
                </a:cubicBezTo>
                <a:cubicBezTo>
                  <a:pt x="3461648" y="23870"/>
                  <a:pt x="3462852" y="25470"/>
                  <a:pt x="3463690" y="27396"/>
                </a:cubicBezTo>
                <a:cubicBezTo>
                  <a:pt x="3464529" y="29322"/>
                  <a:pt x="3464948" y="31589"/>
                  <a:pt x="3464948" y="34198"/>
                </a:cubicBezTo>
                <a:lnTo>
                  <a:pt x="3464948" y="66440"/>
                </a:lnTo>
                <a:lnTo>
                  <a:pt x="3457680" y="66440"/>
                </a:lnTo>
                <a:moveTo>
                  <a:pt x="3456795" y="45101"/>
                </a:moveTo>
                <a:lnTo>
                  <a:pt x="3446498" y="45101"/>
                </a:lnTo>
                <a:cubicBezTo>
                  <a:pt x="3444479" y="45101"/>
                  <a:pt x="3442740" y="45304"/>
                  <a:pt x="3441280" y="45709"/>
                </a:cubicBezTo>
                <a:cubicBezTo>
                  <a:pt x="3439820" y="46114"/>
                  <a:pt x="3438624" y="46690"/>
                  <a:pt x="3437692" y="47438"/>
                </a:cubicBezTo>
                <a:cubicBezTo>
                  <a:pt x="3436760" y="48185"/>
                  <a:pt x="3436069" y="49081"/>
                  <a:pt x="3435619" y="50125"/>
                </a:cubicBezTo>
                <a:cubicBezTo>
                  <a:pt x="3435169" y="51169"/>
                  <a:pt x="3434943" y="52345"/>
                  <a:pt x="3434943" y="53653"/>
                </a:cubicBezTo>
                <a:cubicBezTo>
                  <a:pt x="3434943" y="54557"/>
                  <a:pt x="3435083" y="55422"/>
                  <a:pt x="3435363" y="56248"/>
                </a:cubicBezTo>
                <a:cubicBezTo>
                  <a:pt x="3435642" y="57073"/>
                  <a:pt x="3436093" y="57805"/>
                  <a:pt x="3436714" y="58443"/>
                </a:cubicBezTo>
                <a:cubicBezTo>
                  <a:pt x="3437335" y="59082"/>
                  <a:pt x="3438143" y="59588"/>
                  <a:pt x="3439137" y="59962"/>
                </a:cubicBezTo>
                <a:cubicBezTo>
                  <a:pt x="3440131" y="60336"/>
                  <a:pt x="3441342" y="60522"/>
                  <a:pt x="3442771" y="60522"/>
                </a:cubicBezTo>
                <a:cubicBezTo>
                  <a:pt x="3444634" y="60522"/>
                  <a:pt x="3446770" y="59954"/>
                  <a:pt x="3449177" y="58818"/>
                </a:cubicBezTo>
                <a:cubicBezTo>
                  <a:pt x="3451584" y="57680"/>
                  <a:pt x="3454124" y="55880"/>
                  <a:pt x="3456795" y="53419"/>
                </a:cubicBezTo>
                <a:lnTo>
                  <a:pt x="3456795" y="45101"/>
                </a:lnTo>
                <a:close/>
                <a:moveTo>
                  <a:pt x="3517179" y="65741"/>
                </a:moveTo>
                <a:cubicBezTo>
                  <a:pt x="3515347" y="66223"/>
                  <a:pt x="3513452" y="66569"/>
                  <a:pt x="3511495" y="66777"/>
                </a:cubicBezTo>
                <a:cubicBezTo>
                  <a:pt x="3509538" y="66987"/>
                  <a:pt x="3507550" y="67092"/>
                  <a:pt x="3505531" y="67092"/>
                </a:cubicBezTo>
                <a:cubicBezTo>
                  <a:pt x="3499661" y="67092"/>
                  <a:pt x="3495281" y="65764"/>
                  <a:pt x="3492393" y="63108"/>
                </a:cubicBezTo>
                <a:cubicBezTo>
                  <a:pt x="3489504" y="60453"/>
                  <a:pt x="3488060" y="56376"/>
                  <a:pt x="3488060" y="50878"/>
                </a:cubicBezTo>
                <a:lnTo>
                  <a:pt x="3488060" y="26464"/>
                </a:lnTo>
                <a:lnTo>
                  <a:pt x="3474967" y="26464"/>
                </a:lnTo>
                <a:lnTo>
                  <a:pt x="3474967" y="19662"/>
                </a:lnTo>
                <a:lnTo>
                  <a:pt x="3488060" y="19662"/>
                </a:lnTo>
                <a:lnTo>
                  <a:pt x="3488060" y="6762"/>
                </a:lnTo>
                <a:lnTo>
                  <a:pt x="3496167" y="4659"/>
                </a:lnTo>
                <a:lnTo>
                  <a:pt x="3496167" y="19662"/>
                </a:lnTo>
                <a:lnTo>
                  <a:pt x="3517179" y="19662"/>
                </a:lnTo>
                <a:lnTo>
                  <a:pt x="3517179" y="26464"/>
                </a:lnTo>
                <a:lnTo>
                  <a:pt x="3496167" y="26464"/>
                </a:lnTo>
                <a:lnTo>
                  <a:pt x="3496167" y="50226"/>
                </a:lnTo>
                <a:cubicBezTo>
                  <a:pt x="3496167" y="53580"/>
                  <a:pt x="3497060" y="56089"/>
                  <a:pt x="3498846" y="57750"/>
                </a:cubicBezTo>
                <a:cubicBezTo>
                  <a:pt x="3500632" y="59412"/>
                  <a:pt x="3503264" y="60243"/>
                  <a:pt x="3506743" y="60243"/>
                </a:cubicBezTo>
                <a:cubicBezTo>
                  <a:pt x="3508234" y="60243"/>
                  <a:pt x="3509865" y="60123"/>
                  <a:pt x="3511635" y="59883"/>
                </a:cubicBezTo>
                <a:cubicBezTo>
                  <a:pt x="3513405" y="59643"/>
                  <a:pt x="3515254" y="59265"/>
                  <a:pt x="3517179" y="58752"/>
                </a:cubicBezTo>
                <a:lnTo>
                  <a:pt x="3517179" y="65741"/>
                </a:lnTo>
                <a:close/>
                <a:moveTo>
                  <a:pt x="3547280" y="26371"/>
                </a:moveTo>
                <a:lnTo>
                  <a:pt x="3533442" y="26371"/>
                </a:lnTo>
                <a:lnTo>
                  <a:pt x="3533442" y="19662"/>
                </a:lnTo>
                <a:lnTo>
                  <a:pt x="3555480" y="19662"/>
                </a:lnTo>
                <a:lnTo>
                  <a:pt x="3555480" y="59684"/>
                </a:lnTo>
                <a:lnTo>
                  <a:pt x="3569411" y="59684"/>
                </a:lnTo>
                <a:lnTo>
                  <a:pt x="3569411" y="66440"/>
                </a:lnTo>
                <a:lnTo>
                  <a:pt x="3531905" y="66440"/>
                </a:lnTo>
                <a:lnTo>
                  <a:pt x="3531905" y="59684"/>
                </a:lnTo>
                <a:lnTo>
                  <a:pt x="3547280" y="59684"/>
                </a:lnTo>
                <a:lnTo>
                  <a:pt x="3547280" y="26371"/>
                </a:lnTo>
                <a:moveTo>
                  <a:pt x="3550122" y="0"/>
                </a:moveTo>
                <a:cubicBezTo>
                  <a:pt x="3551023" y="0"/>
                  <a:pt x="3551861" y="163"/>
                  <a:pt x="3552638" y="489"/>
                </a:cubicBezTo>
                <a:cubicBezTo>
                  <a:pt x="3553414" y="815"/>
                  <a:pt x="3554090" y="1274"/>
                  <a:pt x="3554665" y="1864"/>
                </a:cubicBezTo>
                <a:cubicBezTo>
                  <a:pt x="3555239" y="2454"/>
                  <a:pt x="3555690" y="3129"/>
                  <a:pt x="3556016" y="3890"/>
                </a:cubicBezTo>
                <a:cubicBezTo>
                  <a:pt x="3556342" y="4651"/>
                  <a:pt x="3556505" y="5482"/>
                  <a:pt x="3556505" y="6383"/>
                </a:cubicBezTo>
                <a:cubicBezTo>
                  <a:pt x="3556505" y="7253"/>
                  <a:pt x="3556342" y="8076"/>
                  <a:pt x="3556016" y="8852"/>
                </a:cubicBezTo>
                <a:cubicBezTo>
                  <a:pt x="3555690" y="9629"/>
                  <a:pt x="3555239" y="10312"/>
                  <a:pt x="3554665" y="10902"/>
                </a:cubicBezTo>
                <a:cubicBezTo>
                  <a:pt x="3554090" y="11493"/>
                  <a:pt x="3553414" y="11951"/>
                  <a:pt x="3552638" y="12277"/>
                </a:cubicBezTo>
                <a:cubicBezTo>
                  <a:pt x="3551861" y="12603"/>
                  <a:pt x="3551023" y="12766"/>
                  <a:pt x="3550122" y="12766"/>
                </a:cubicBezTo>
                <a:cubicBezTo>
                  <a:pt x="3549221" y="12766"/>
                  <a:pt x="3548383" y="12603"/>
                  <a:pt x="3547606" y="12277"/>
                </a:cubicBezTo>
                <a:cubicBezTo>
                  <a:pt x="3546829" y="11951"/>
                  <a:pt x="3546154" y="11493"/>
                  <a:pt x="3545579" y="10902"/>
                </a:cubicBezTo>
                <a:cubicBezTo>
                  <a:pt x="3545005" y="10312"/>
                  <a:pt x="3544554" y="9629"/>
                  <a:pt x="3544228" y="8852"/>
                </a:cubicBezTo>
                <a:cubicBezTo>
                  <a:pt x="3543902" y="8076"/>
                  <a:pt x="3543739" y="7253"/>
                  <a:pt x="3543739" y="6383"/>
                </a:cubicBezTo>
                <a:cubicBezTo>
                  <a:pt x="3543739" y="5482"/>
                  <a:pt x="3543902" y="4651"/>
                  <a:pt x="3544228" y="3890"/>
                </a:cubicBezTo>
                <a:cubicBezTo>
                  <a:pt x="3544554" y="3129"/>
                  <a:pt x="3545005" y="2454"/>
                  <a:pt x="3545579" y="1864"/>
                </a:cubicBezTo>
                <a:cubicBezTo>
                  <a:pt x="3546154" y="1274"/>
                  <a:pt x="3546829" y="815"/>
                  <a:pt x="3547606" y="489"/>
                </a:cubicBezTo>
                <a:cubicBezTo>
                  <a:pt x="3548383" y="163"/>
                  <a:pt x="3549221" y="0"/>
                  <a:pt x="3550122" y="0"/>
                </a:cubicBezTo>
                <a:close/>
                <a:moveTo>
                  <a:pt x="3619546" y="64716"/>
                </a:moveTo>
                <a:cubicBezTo>
                  <a:pt x="3617434" y="65523"/>
                  <a:pt x="3615267" y="66121"/>
                  <a:pt x="3613046" y="66510"/>
                </a:cubicBezTo>
                <a:cubicBezTo>
                  <a:pt x="3610825" y="66898"/>
                  <a:pt x="3608535" y="67092"/>
                  <a:pt x="3606174" y="67092"/>
                </a:cubicBezTo>
                <a:cubicBezTo>
                  <a:pt x="3598781" y="67092"/>
                  <a:pt x="3593090" y="65088"/>
                  <a:pt x="3589098" y="61082"/>
                </a:cubicBezTo>
                <a:cubicBezTo>
                  <a:pt x="3585107" y="57075"/>
                  <a:pt x="3583111" y="51220"/>
                  <a:pt x="3583111" y="43517"/>
                </a:cubicBezTo>
                <a:cubicBezTo>
                  <a:pt x="3583111" y="39820"/>
                  <a:pt x="3583686" y="36466"/>
                  <a:pt x="3584835" y="33453"/>
                </a:cubicBezTo>
                <a:cubicBezTo>
                  <a:pt x="3585984" y="30440"/>
                  <a:pt x="3587599" y="27862"/>
                  <a:pt x="3589681" y="25719"/>
                </a:cubicBezTo>
                <a:cubicBezTo>
                  <a:pt x="3591762" y="23575"/>
                  <a:pt x="3594247" y="21921"/>
                  <a:pt x="3597135" y="20757"/>
                </a:cubicBezTo>
                <a:cubicBezTo>
                  <a:pt x="3600024" y="19592"/>
                  <a:pt x="3603208" y="19009"/>
                  <a:pt x="3606686" y="19009"/>
                </a:cubicBezTo>
                <a:cubicBezTo>
                  <a:pt x="3609109" y="19009"/>
                  <a:pt x="3611377" y="19184"/>
                  <a:pt x="3613489" y="19534"/>
                </a:cubicBezTo>
                <a:cubicBezTo>
                  <a:pt x="3615601" y="19882"/>
                  <a:pt x="3617620" y="20453"/>
                  <a:pt x="3619546" y="21246"/>
                </a:cubicBezTo>
                <a:lnTo>
                  <a:pt x="3619546" y="28980"/>
                </a:lnTo>
                <a:cubicBezTo>
                  <a:pt x="3617527" y="27907"/>
                  <a:pt x="3615469" y="27127"/>
                  <a:pt x="3613372" y="26639"/>
                </a:cubicBezTo>
                <a:cubicBezTo>
                  <a:pt x="3611276" y="26150"/>
                  <a:pt x="3609109" y="25905"/>
                  <a:pt x="3606873" y="25905"/>
                </a:cubicBezTo>
                <a:cubicBezTo>
                  <a:pt x="3604792" y="25905"/>
                  <a:pt x="3602827" y="26301"/>
                  <a:pt x="3600979" y="27093"/>
                </a:cubicBezTo>
                <a:cubicBezTo>
                  <a:pt x="3599131" y="27885"/>
                  <a:pt x="3597508" y="29027"/>
                  <a:pt x="3596110" y="30518"/>
                </a:cubicBezTo>
                <a:cubicBezTo>
                  <a:pt x="3594712" y="32008"/>
                  <a:pt x="3593610" y="33826"/>
                  <a:pt x="3592802" y="35969"/>
                </a:cubicBezTo>
                <a:cubicBezTo>
                  <a:pt x="3591995" y="38112"/>
                  <a:pt x="3591591" y="40535"/>
                  <a:pt x="3591591" y="43237"/>
                </a:cubicBezTo>
                <a:cubicBezTo>
                  <a:pt x="3591591" y="48890"/>
                  <a:pt x="3592965" y="53122"/>
                  <a:pt x="3595714" y="55933"/>
                </a:cubicBezTo>
                <a:cubicBezTo>
                  <a:pt x="3598463" y="58744"/>
                  <a:pt x="3602276" y="60150"/>
                  <a:pt x="3607152" y="60150"/>
                </a:cubicBezTo>
                <a:cubicBezTo>
                  <a:pt x="3609358" y="60150"/>
                  <a:pt x="3611493" y="59901"/>
                  <a:pt x="3613559" y="59404"/>
                </a:cubicBezTo>
                <a:cubicBezTo>
                  <a:pt x="3615624" y="58907"/>
                  <a:pt x="3617620" y="58162"/>
                  <a:pt x="3619546" y="57168"/>
                </a:cubicBezTo>
                <a:lnTo>
                  <a:pt x="3619546" y="64716"/>
                </a:lnTo>
                <a:close/>
                <a:moveTo>
                  <a:pt x="3710590" y="11834"/>
                </a:moveTo>
                <a:lnTo>
                  <a:pt x="3702483" y="11834"/>
                </a:lnTo>
                <a:lnTo>
                  <a:pt x="3687574" y="559"/>
                </a:lnTo>
                <a:lnTo>
                  <a:pt x="3699315" y="559"/>
                </a:lnTo>
                <a:lnTo>
                  <a:pt x="3710590" y="11834"/>
                </a:lnTo>
                <a:moveTo>
                  <a:pt x="3679467" y="19662"/>
                </a:moveTo>
                <a:lnTo>
                  <a:pt x="3679467" y="19662"/>
                </a:lnTo>
                <a:close/>
                <a:moveTo>
                  <a:pt x="3778755" y="42212"/>
                </a:moveTo>
                <a:cubicBezTo>
                  <a:pt x="3778755" y="46374"/>
                  <a:pt x="3778173" y="50008"/>
                  <a:pt x="3777008" y="53114"/>
                </a:cubicBezTo>
                <a:cubicBezTo>
                  <a:pt x="3775843" y="56221"/>
                  <a:pt x="3774236" y="58799"/>
                  <a:pt x="3772186" y="60849"/>
                </a:cubicBezTo>
                <a:cubicBezTo>
                  <a:pt x="3770136" y="62899"/>
                  <a:pt x="3767713" y="64436"/>
                  <a:pt x="3764918" y="65461"/>
                </a:cubicBezTo>
                <a:cubicBezTo>
                  <a:pt x="3762122" y="66486"/>
                  <a:pt x="3759094" y="66999"/>
                  <a:pt x="3755832" y="66999"/>
                </a:cubicBezTo>
                <a:cubicBezTo>
                  <a:pt x="3754341" y="66999"/>
                  <a:pt x="3752858" y="66921"/>
                  <a:pt x="3751383" y="66766"/>
                </a:cubicBezTo>
                <a:cubicBezTo>
                  <a:pt x="3749907" y="66610"/>
                  <a:pt x="3748409" y="66346"/>
                  <a:pt x="3746887" y="65974"/>
                </a:cubicBezTo>
                <a:lnTo>
                  <a:pt x="3746887" y="85542"/>
                </a:lnTo>
                <a:lnTo>
                  <a:pt x="3738780" y="85542"/>
                </a:lnTo>
                <a:lnTo>
                  <a:pt x="3738780" y="19662"/>
                </a:lnTo>
                <a:lnTo>
                  <a:pt x="3746001" y="19662"/>
                </a:lnTo>
                <a:lnTo>
                  <a:pt x="3746514" y="27489"/>
                </a:lnTo>
                <a:cubicBezTo>
                  <a:pt x="3748844" y="24290"/>
                  <a:pt x="3751328" y="22046"/>
                  <a:pt x="3753969" y="20757"/>
                </a:cubicBezTo>
                <a:cubicBezTo>
                  <a:pt x="3756609" y="19468"/>
                  <a:pt x="3759466" y="18823"/>
                  <a:pt x="3762541" y="18823"/>
                </a:cubicBezTo>
                <a:cubicBezTo>
                  <a:pt x="3765213" y="18823"/>
                  <a:pt x="3767558" y="19382"/>
                  <a:pt x="3769577" y="20500"/>
                </a:cubicBezTo>
                <a:cubicBezTo>
                  <a:pt x="3771596" y="21619"/>
                  <a:pt x="3773289" y="23195"/>
                  <a:pt x="3774655" y="25229"/>
                </a:cubicBezTo>
                <a:cubicBezTo>
                  <a:pt x="3776022" y="27264"/>
                  <a:pt x="3777047" y="29718"/>
                  <a:pt x="3777730" y="32591"/>
                </a:cubicBezTo>
                <a:cubicBezTo>
                  <a:pt x="3778414" y="35464"/>
                  <a:pt x="3778755" y="38671"/>
                  <a:pt x="3778755" y="42212"/>
                </a:cubicBezTo>
                <a:moveTo>
                  <a:pt x="3770462" y="42585"/>
                </a:moveTo>
                <a:cubicBezTo>
                  <a:pt x="3770462" y="40131"/>
                  <a:pt x="3770283" y="37879"/>
                  <a:pt x="3769926" y="35829"/>
                </a:cubicBezTo>
                <a:cubicBezTo>
                  <a:pt x="3769569" y="33779"/>
                  <a:pt x="3769002" y="32024"/>
                  <a:pt x="3768226" y="30564"/>
                </a:cubicBezTo>
                <a:cubicBezTo>
                  <a:pt x="3767449" y="29104"/>
                  <a:pt x="3766455" y="27963"/>
                  <a:pt x="3765244" y="27140"/>
                </a:cubicBezTo>
                <a:cubicBezTo>
                  <a:pt x="3764032" y="26316"/>
                  <a:pt x="3762588" y="25905"/>
                  <a:pt x="3760911" y="25905"/>
                </a:cubicBezTo>
                <a:cubicBezTo>
                  <a:pt x="3759886" y="25905"/>
                  <a:pt x="3758845" y="26068"/>
                  <a:pt x="3757789" y="26394"/>
                </a:cubicBezTo>
                <a:cubicBezTo>
                  <a:pt x="3756733" y="26720"/>
                  <a:pt x="3755638" y="27264"/>
                  <a:pt x="3754504" y="28025"/>
                </a:cubicBezTo>
                <a:cubicBezTo>
                  <a:pt x="3753371" y="28786"/>
                  <a:pt x="3752175" y="29795"/>
                  <a:pt x="3750917" y="31053"/>
                </a:cubicBezTo>
                <a:cubicBezTo>
                  <a:pt x="3749659" y="32311"/>
                  <a:pt x="3748316" y="33872"/>
                  <a:pt x="3746887" y="35736"/>
                </a:cubicBezTo>
                <a:lnTo>
                  <a:pt x="3746887" y="58426"/>
                </a:lnTo>
                <a:cubicBezTo>
                  <a:pt x="3748378" y="59047"/>
                  <a:pt x="3749946" y="59536"/>
                  <a:pt x="3751592" y="59894"/>
                </a:cubicBezTo>
                <a:cubicBezTo>
                  <a:pt x="3753239" y="60251"/>
                  <a:pt x="3754854" y="60429"/>
                  <a:pt x="3756438" y="60429"/>
                </a:cubicBezTo>
                <a:cubicBezTo>
                  <a:pt x="3760818" y="60429"/>
                  <a:pt x="3764250" y="58946"/>
                  <a:pt x="3766735" y="55980"/>
                </a:cubicBezTo>
                <a:cubicBezTo>
                  <a:pt x="3769220" y="53013"/>
                  <a:pt x="3770462" y="48548"/>
                  <a:pt x="3770462" y="42585"/>
                </a:cubicBezTo>
                <a:close/>
                <a:moveTo>
                  <a:pt x="3831359" y="42678"/>
                </a:moveTo>
                <a:cubicBezTo>
                  <a:pt x="3831359" y="46312"/>
                  <a:pt x="3830847" y="49643"/>
                  <a:pt x="3829822" y="52672"/>
                </a:cubicBezTo>
                <a:cubicBezTo>
                  <a:pt x="3828797" y="55700"/>
                  <a:pt x="3827321" y="58294"/>
                  <a:pt x="3825396" y="60453"/>
                </a:cubicBezTo>
                <a:cubicBezTo>
                  <a:pt x="3823470" y="62611"/>
                  <a:pt x="3821125" y="64289"/>
                  <a:pt x="3818360" y="65485"/>
                </a:cubicBezTo>
                <a:cubicBezTo>
                  <a:pt x="3815596" y="66680"/>
                  <a:pt x="3812459" y="67278"/>
                  <a:pt x="3808949" y="67278"/>
                </a:cubicBezTo>
                <a:cubicBezTo>
                  <a:pt x="3805594" y="67278"/>
                  <a:pt x="3802589" y="66758"/>
                  <a:pt x="3799933" y="65717"/>
                </a:cubicBezTo>
                <a:cubicBezTo>
                  <a:pt x="3797278" y="64677"/>
                  <a:pt x="3795026" y="63147"/>
                  <a:pt x="3793177" y="61128"/>
                </a:cubicBezTo>
                <a:cubicBezTo>
                  <a:pt x="3791329" y="59109"/>
                  <a:pt x="3789916" y="56609"/>
                  <a:pt x="3788938" y="53627"/>
                </a:cubicBezTo>
                <a:cubicBezTo>
                  <a:pt x="3787959" y="50645"/>
                  <a:pt x="3787470" y="47213"/>
                  <a:pt x="3787470" y="43330"/>
                </a:cubicBezTo>
                <a:cubicBezTo>
                  <a:pt x="3787470" y="39696"/>
                  <a:pt x="3787983" y="36380"/>
                  <a:pt x="3789008" y="33383"/>
                </a:cubicBezTo>
                <a:cubicBezTo>
                  <a:pt x="3790033" y="30385"/>
                  <a:pt x="3791508" y="27807"/>
                  <a:pt x="3793434" y="25649"/>
                </a:cubicBezTo>
                <a:cubicBezTo>
                  <a:pt x="3795360" y="23490"/>
                  <a:pt x="3797705" y="21813"/>
                  <a:pt x="3800469" y="20617"/>
                </a:cubicBezTo>
                <a:cubicBezTo>
                  <a:pt x="3803234" y="19421"/>
                  <a:pt x="3806371" y="18823"/>
                  <a:pt x="3809881" y="18823"/>
                </a:cubicBezTo>
                <a:cubicBezTo>
                  <a:pt x="3813235" y="18823"/>
                  <a:pt x="3816240" y="19343"/>
                  <a:pt x="3818896" y="20384"/>
                </a:cubicBezTo>
                <a:cubicBezTo>
                  <a:pt x="3821552" y="21424"/>
                  <a:pt x="3823804" y="22946"/>
                  <a:pt x="3825652" y="24950"/>
                </a:cubicBezTo>
                <a:cubicBezTo>
                  <a:pt x="3827500" y="26953"/>
                  <a:pt x="3828913" y="29446"/>
                  <a:pt x="3829892" y="32428"/>
                </a:cubicBezTo>
                <a:cubicBezTo>
                  <a:pt x="3830870" y="35410"/>
                  <a:pt x="3831359" y="38826"/>
                  <a:pt x="3831359" y="42678"/>
                </a:cubicBezTo>
                <a:moveTo>
                  <a:pt x="3823066" y="43051"/>
                </a:moveTo>
                <a:cubicBezTo>
                  <a:pt x="3823066" y="40162"/>
                  <a:pt x="3822748" y="37638"/>
                  <a:pt x="3822111" y="35480"/>
                </a:cubicBezTo>
                <a:cubicBezTo>
                  <a:pt x="3821474" y="33321"/>
                  <a:pt x="3820566" y="31519"/>
                  <a:pt x="3819385" y="30075"/>
                </a:cubicBezTo>
                <a:cubicBezTo>
                  <a:pt x="3818205" y="28631"/>
                  <a:pt x="3816768" y="27543"/>
                  <a:pt x="3815076" y="26813"/>
                </a:cubicBezTo>
                <a:cubicBezTo>
                  <a:pt x="3813383" y="26084"/>
                  <a:pt x="3811496" y="25719"/>
                  <a:pt x="3809415" y="25719"/>
                </a:cubicBezTo>
                <a:cubicBezTo>
                  <a:pt x="3806992" y="25719"/>
                  <a:pt x="3804919" y="26192"/>
                  <a:pt x="3803195" y="27140"/>
                </a:cubicBezTo>
                <a:cubicBezTo>
                  <a:pt x="3801471" y="28087"/>
                  <a:pt x="3800058" y="29353"/>
                  <a:pt x="3798955" y="30937"/>
                </a:cubicBezTo>
                <a:cubicBezTo>
                  <a:pt x="3797852" y="32521"/>
                  <a:pt x="3797045" y="34361"/>
                  <a:pt x="3796532" y="36458"/>
                </a:cubicBezTo>
                <a:cubicBezTo>
                  <a:pt x="3796020" y="38555"/>
                  <a:pt x="3795763" y="40752"/>
                  <a:pt x="3795763" y="43051"/>
                </a:cubicBezTo>
                <a:cubicBezTo>
                  <a:pt x="3795763" y="45939"/>
                  <a:pt x="3796082" y="48471"/>
                  <a:pt x="3796718" y="50645"/>
                </a:cubicBezTo>
                <a:cubicBezTo>
                  <a:pt x="3797355" y="52819"/>
                  <a:pt x="3798264" y="54629"/>
                  <a:pt x="3799444" y="56073"/>
                </a:cubicBezTo>
                <a:cubicBezTo>
                  <a:pt x="3800624" y="57517"/>
                  <a:pt x="3802053" y="58604"/>
                  <a:pt x="3803730" y="59334"/>
                </a:cubicBezTo>
                <a:cubicBezTo>
                  <a:pt x="3805408" y="60064"/>
                  <a:pt x="3807303" y="60429"/>
                  <a:pt x="3809415" y="60429"/>
                </a:cubicBezTo>
                <a:cubicBezTo>
                  <a:pt x="3811837" y="60429"/>
                  <a:pt x="3813911" y="59956"/>
                  <a:pt x="3815635" y="59008"/>
                </a:cubicBezTo>
                <a:cubicBezTo>
                  <a:pt x="3817359" y="58061"/>
                  <a:pt x="3818772" y="56795"/>
                  <a:pt x="3819874" y="55211"/>
                </a:cubicBezTo>
                <a:cubicBezTo>
                  <a:pt x="3820977" y="53627"/>
                  <a:pt x="3821785" y="51787"/>
                  <a:pt x="3822297" y="49690"/>
                </a:cubicBezTo>
                <a:cubicBezTo>
                  <a:pt x="3822810" y="47593"/>
                  <a:pt x="3823066" y="45380"/>
                  <a:pt x="3823066" y="43051"/>
                </a:cubicBezTo>
                <a:close/>
                <a:moveTo>
                  <a:pt x="3882472" y="42212"/>
                </a:moveTo>
                <a:cubicBezTo>
                  <a:pt x="3882472" y="46374"/>
                  <a:pt x="3881890" y="50008"/>
                  <a:pt x="3880725" y="53114"/>
                </a:cubicBezTo>
                <a:cubicBezTo>
                  <a:pt x="3879560" y="56221"/>
                  <a:pt x="3877953" y="58799"/>
                  <a:pt x="3875903" y="60849"/>
                </a:cubicBezTo>
                <a:cubicBezTo>
                  <a:pt x="3873853" y="62899"/>
                  <a:pt x="3871430" y="64436"/>
                  <a:pt x="3868635" y="65461"/>
                </a:cubicBezTo>
                <a:cubicBezTo>
                  <a:pt x="3865839" y="66486"/>
                  <a:pt x="3862811" y="66999"/>
                  <a:pt x="3859549" y="66999"/>
                </a:cubicBezTo>
                <a:cubicBezTo>
                  <a:pt x="3858058" y="66999"/>
                  <a:pt x="3856575" y="66921"/>
                  <a:pt x="3855100" y="66766"/>
                </a:cubicBezTo>
                <a:cubicBezTo>
                  <a:pt x="3853624" y="66610"/>
                  <a:pt x="3852126" y="66346"/>
                  <a:pt x="3850604" y="65974"/>
                </a:cubicBezTo>
                <a:lnTo>
                  <a:pt x="3850604" y="85542"/>
                </a:lnTo>
                <a:lnTo>
                  <a:pt x="3842497" y="85542"/>
                </a:lnTo>
                <a:lnTo>
                  <a:pt x="3842497" y="19662"/>
                </a:lnTo>
                <a:lnTo>
                  <a:pt x="3849718" y="19662"/>
                </a:lnTo>
                <a:lnTo>
                  <a:pt x="3850231" y="27489"/>
                </a:lnTo>
                <a:cubicBezTo>
                  <a:pt x="3852561" y="24290"/>
                  <a:pt x="3855045" y="22046"/>
                  <a:pt x="3857686" y="20757"/>
                </a:cubicBezTo>
                <a:cubicBezTo>
                  <a:pt x="3860326" y="19468"/>
                  <a:pt x="3863183" y="18823"/>
                  <a:pt x="3866258" y="18823"/>
                </a:cubicBezTo>
                <a:cubicBezTo>
                  <a:pt x="3868930" y="18823"/>
                  <a:pt x="3871275" y="19382"/>
                  <a:pt x="3873294" y="20500"/>
                </a:cubicBezTo>
                <a:cubicBezTo>
                  <a:pt x="3875313" y="21619"/>
                  <a:pt x="3877006" y="23195"/>
                  <a:pt x="3878372" y="25229"/>
                </a:cubicBezTo>
                <a:cubicBezTo>
                  <a:pt x="3879739" y="27264"/>
                  <a:pt x="3880764" y="29718"/>
                  <a:pt x="3881447" y="32591"/>
                </a:cubicBezTo>
                <a:cubicBezTo>
                  <a:pt x="3882131" y="35464"/>
                  <a:pt x="3882472" y="38671"/>
                  <a:pt x="3882472" y="42212"/>
                </a:cubicBezTo>
                <a:moveTo>
                  <a:pt x="3874179" y="42585"/>
                </a:moveTo>
                <a:cubicBezTo>
                  <a:pt x="3874179" y="40131"/>
                  <a:pt x="3874000" y="37879"/>
                  <a:pt x="3873643" y="35829"/>
                </a:cubicBezTo>
                <a:cubicBezTo>
                  <a:pt x="3873286" y="33779"/>
                  <a:pt x="3872719" y="32024"/>
                  <a:pt x="3871943" y="30564"/>
                </a:cubicBezTo>
                <a:cubicBezTo>
                  <a:pt x="3871166" y="29104"/>
                  <a:pt x="3870172" y="27963"/>
                  <a:pt x="3868961" y="27140"/>
                </a:cubicBezTo>
                <a:cubicBezTo>
                  <a:pt x="3867749" y="26316"/>
                  <a:pt x="3866305" y="25905"/>
                  <a:pt x="3864628" y="25905"/>
                </a:cubicBezTo>
                <a:cubicBezTo>
                  <a:pt x="3863603" y="25905"/>
                  <a:pt x="3862562" y="26068"/>
                  <a:pt x="3861506" y="26394"/>
                </a:cubicBezTo>
                <a:cubicBezTo>
                  <a:pt x="3860450" y="26720"/>
                  <a:pt x="3859355" y="27264"/>
                  <a:pt x="3858221" y="28025"/>
                </a:cubicBezTo>
                <a:cubicBezTo>
                  <a:pt x="3857088" y="28786"/>
                  <a:pt x="3855892" y="29795"/>
                  <a:pt x="3854634" y="31053"/>
                </a:cubicBezTo>
                <a:cubicBezTo>
                  <a:pt x="3853376" y="32311"/>
                  <a:pt x="3852032" y="33872"/>
                  <a:pt x="3850604" y="35736"/>
                </a:cubicBezTo>
                <a:lnTo>
                  <a:pt x="3850604" y="58426"/>
                </a:lnTo>
                <a:cubicBezTo>
                  <a:pt x="3852095" y="59047"/>
                  <a:pt x="3853663" y="59536"/>
                  <a:pt x="3855309" y="59894"/>
                </a:cubicBezTo>
                <a:cubicBezTo>
                  <a:pt x="3856956" y="60251"/>
                  <a:pt x="3858571" y="60429"/>
                  <a:pt x="3860155" y="60429"/>
                </a:cubicBezTo>
                <a:cubicBezTo>
                  <a:pt x="3864535" y="60429"/>
                  <a:pt x="3867967" y="58946"/>
                  <a:pt x="3870452" y="55980"/>
                </a:cubicBezTo>
                <a:cubicBezTo>
                  <a:pt x="3872937" y="53013"/>
                  <a:pt x="3874179" y="48548"/>
                  <a:pt x="3874179" y="42585"/>
                </a:cubicBezTo>
                <a:close/>
                <a:moveTo>
                  <a:pt x="3931955" y="66440"/>
                </a:moveTo>
                <a:lnTo>
                  <a:pt x="3924686" y="66440"/>
                </a:lnTo>
                <a:lnTo>
                  <a:pt x="3924407" y="58892"/>
                </a:lnTo>
                <a:cubicBezTo>
                  <a:pt x="3923009" y="60507"/>
                  <a:pt x="3921681" y="61850"/>
                  <a:pt x="3920423" y="62922"/>
                </a:cubicBezTo>
                <a:cubicBezTo>
                  <a:pt x="3919165" y="63994"/>
                  <a:pt x="3917915" y="64856"/>
                  <a:pt x="3916673" y="65508"/>
                </a:cubicBezTo>
                <a:cubicBezTo>
                  <a:pt x="3915430" y="66160"/>
                  <a:pt x="3914180" y="66618"/>
                  <a:pt x="3912922" y="66882"/>
                </a:cubicBezTo>
                <a:cubicBezTo>
                  <a:pt x="3911664" y="67146"/>
                  <a:pt x="3910336" y="67278"/>
                  <a:pt x="3908938" y="67278"/>
                </a:cubicBezTo>
                <a:cubicBezTo>
                  <a:pt x="3904124" y="67278"/>
                  <a:pt x="3900490" y="65865"/>
                  <a:pt x="3898036" y="63038"/>
                </a:cubicBezTo>
                <a:cubicBezTo>
                  <a:pt x="3895582" y="60212"/>
                  <a:pt x="3894355" y="55941"/>
                  <a:pt x="3894355" y="50226"/>
                </a:cubicBezTo>
                <a:lnTo>
                  <a:pt x="3894355" y="19662"/>
                </a:lnTo>
                <a:lnTo>
                  <a:pt x="3902462" y="19662"/>
                </a:lnTo>
                <a:lnTo>
                  <a:pt x="3902462" y="49573"/>
                </a:lnTo>
                <a:cubicBezTo>
                  <a:pt x="3902462" y="56749"/>
                  <a:pt x="3905164" y="60336"/>
                  <a:pt x="3910569" y="60336"/>
                </a:cubicBezTo>
                <a:cubicBezTo>
                  <a:pt x="3911563" y="60336"/>
                  <a:pt x="3912534" y="60189"/>
                  <a:pt x="3913481" y="59894"/>
                </a:cubicBezTo>
                <a:cubicBezTo>
                  <a:pt x="3914428" y="59598"/>
                  <a:pt x="3915422" y="59086"/>
                  <a:pt x="3916463" y="58356"/>
                </a:cubicBezTo>
                <a:cubicBezTo>
                  <a:pt x="3917503" y="57626"/>
                  <a:pt x="3918622" y="56640"/>
                  <a:pt x="3919818" y="55397"/>
                </a:cubicBezTo>
                <a:cubicBezTo>
                  <a:pt x="3921013" y="54155"/>
                  <a:pt x="3922357" y="52586"/>
                  <a:pt x="3923848" y="50692"/>
                </a:cubicBezTo>
                <a:lnTo>
                  <a:pt x="3923848" y="19662"/>
                </a:lnTo>
                <a:lnTo>
                  <a:pt x="3931955" y="19662"/>
                </a:lnTo>
                <a:lnTo>
                  <a:pt x="3931955" y="66440"/>
                </a:lnTo>
                <a:close/>
                <a:moveTo>
                  <a:pt x="3986189" y="42212"/>
                </a:moveTo>
                <a:cubicBezTo>
                  <a:pt x="3986189" y="46374"/>
                  <a:pt x="3985607" y="50008"/>
                  <a:pt x="3984442" y="53114"/>
                </a:cubicBezTo>
                <a:cubicBezTo>
                  <a:pt x="3983277" y="56221"/>
                  <a:pt x="3981670" y="58799"/>
                  <a:pt x="3979620" y="60849"/>
                </a:cubicBezTo>
                <a:cubicBezTo>
                  <a:pt x="3977570" y="62899"/>
                  <a:pt x="3975147" y="64436"/>
                  <a:pt x="3972352" y="65461"/>
                </a:cubicBezTo>
                <a:cubicBezTo>
                  <a:pt x="3969556" y="66486"/>
                  <a:pt x="3966528" y="66999"/>
                  <a:pt x="3963266" y="66999"/>
                </a:cubicBezTo>
                <a:cubicBezTo>
                  <a:pt x="3961775" y="66999"/>
                  <a:pt x="3960292" y="66921"/>
                  <a:pt x="3958817" y="66766"/>
                </a:cubicBezTo>
                <a:cubicBezTo>
                  <a:pt x="3957341" y="66610"/>
                  <a:pt x="3955843" y="66346"/>
                  <a:pt x="3954321" y="65974"/>
                </a:cubicBezTo>
                <a:lnTo>
                  <a:pt x="3954321" y="85542"/>
                </a:lnTo>
                <a:lnTo>
                  <a:pt x="3946214" y="85542"/>
                </a:lnTo>
                <a:lnTo>
                  <a:pt x="3946214" y="19662"/>
                </a:lnTo>
                <a:lnTo>
                  <a:pt x="3953435" y="19662"/>
                </a:lnTo>
                <a:lnTo>
                  <a:pt x="3953948" y="27489"/>
                </a:lnTo>
                <a:cubicBezTo>
                  <a:pt x="3956277" y="24290"/>
                  <a:pt x="3958762" y="22046"/>
                  <a:pt x="3961403" y="20757"/>
                </a:cubicBezTo>
                <a:cubicBezTo>
                  <a:pt x="3964043" y="19468"/>
                  <a:pt x="3966900" y="18823"/>
                  <a:pt x="3969975" y="18823"/>
                </a:cubicBezTo>
                <a:cubicBezTo>
                  <a:pt x="3972647" y="18823"/>
                  <a:pt x="3974992" y="19382"/>
                  <a:pt x="3977011" y="20500"/>
                </a:cubicBezTo>
                <a:cubicBezTo>
                  <a:pt x="3979030" y="21619"/>
                  <a:pt x="3980723" y="23195"/>
                  <a:pt x="3982089" y="25229"/>
                </a:cubicBezTo>
                <a:cubicBezTo>
                  <a:pt x="3983456" y="27264"/>
                  <a:pt x="3984481" y="29718"/>
                  <a:pt x="3985164" y="32591"/>
                </a:cubicBezTo>
                <a:cubicBezTo>
                  <a:pt x="3985848" y="35464"/>
                  <a:pt x="3986189" y="38671"/>
                  <a:pt x="3986189" y="42212"/>
                </a:cubicBezTo>
                <a:moveTo>
                  <a:pt x="3977896" y="42585"/>
                </a:moveTo>
                <a:cubicBezTo>
                  <a:pt x="3977896" y="40131"/>
                  <a:pt x="3977717" y="37879"/>
                  <a:pt x="3977360" y="35829"/>
                </a:cubicBezTo>
                <a:cubicBezTo>
                  <a:pt x="3977003" y="33779"/>
                  <a:pt x="3976436" y="32024"/>
                  <a:pt x="3975660" y="30564"/>
                </a:cubicBezTo>
                <a:cubicBezTo>
                  <a:pt x="3974883" y="29104"/>
                  <a:pt x="3973889" y="27963"/>
                  <a:pt x="3972678" y="27140"/>
                </a:cubicBezTo>
                <a:cubicBezTo>
                  <a:pt x="3971466" y="26316"/>
                  <a:pt x="3970022" y="25905"/>
                  <a:pt x="3968345" y="25905"/>
                </a:cubicBezTo>
                <a:cubicBezTo>
                  <a:pt x="3967320" y="25905"/>
                  <a:pt x="3966279" y="26068"/>
                  <a:pt x="3965223" y="26394"/>
                </a:cubicBezTo>
                <a:cubicBezTo>
                  <a:pt x="3964167" y="26720"/>
                  <a:pt x="3963072" y="27264"/>
                  <a:pt x="3961938" y="28025"/>
                </a:cubicBezTo>
                <a:cubicBezTo>
                  <a:pt x="3960805" y="28786"/>
                  <a:pt x="3959609" y="29795"/>
                  <a:pt x="3958351" y="31053"/>
                </a:cubicBezTo>
                <a:cubicBezTo>
                  <a:pt x="3957093" y="32311"/>
                  <a:pt x="3955749" y="33872"/>
                  <a:pt x="3954321" y="35736"/>
                </a:cubicBezTo>
                <a:lnTo>
                  <a:pt x="3954321" y="58426"/>
                </a:lnTo>
                <a:cubicBezTo>
                  <a:pt x="3955812" y="59047"/>
                  <a:pt x="3957380" y="59536"/>
                  <a:pt x="3959026" y="59894"/>
                </a:cubicBezTo>
                <a:cubicBezTo>
                  <a:pt x="3960673" y="60251"/>
                  <a:pt x="3962288" y="60429"/>
                  <a:pt x="3963872" y="60429"/>
                </a:cubicBezTo>
                <a:cubicBezTo>
                  <a:pt x="3968252" y="60429"/>
                  <a:pt x="3971684" y="58946"/>
                  <a:pt x="3974169" y="55980"/>
                </a:cubicBezTo>
                <a:cubicBezTo>
                  <a:pt x="3976654" y="53013"/>
                  <a:pt x="3977896" y="48548"/>
                  <a:pt x="3977896" y="42585"/>
                </a:cubicBezTo>
                <a:close/>
                <a:moveTo>
                  <a:pt x="4037954" y="24134"/>
                </a:moveTo>
                <a:cubicBezTo>
                  <a:pt x="4037954" y="26619"/>
                  <a:pt x="4037488" y="29081"/>
                  <a:pt x="4036557" y="31519"/>
                </a:cubicBezTo>
                <a:cubicBezTo>
                  <a:pt x="4035625" y="33958"/>
                  <a:pt x="4034180" y="36140"/>
                  <a:pt x="4032224" y="38065"/>
                </a:cubicBezTo>
                <a:cubicBezTo>
                  <a:pt x="4030267" y="39991"/>
                  <a:pt x="4027766" y="41552"/>
                  <a:pt x="4024722" y="42748"/>
                </a:cubicBezTo>
                <a:cubicBezTo>
                  <a:pt x="4021678" y="43944"/>
                  <a:pt x="4018044" y="44542"/>
                  <a:pt x="4013820" y="44542"/>
                </a:cubicBezTo>
                <a:lnTo>
                  <a:pt x="4006272" y="44542"/>
                </a:lnTo>
                <a:lnTo>
                  <a:pt x="4006272" y="66440"/>
                </a:lnTo>
                <a:lnTo>
                  <a:pt x="3997979" y="66440"/>
                </a:lnTo>
                <a:lnTo>
                  <a:pt x="3997979" y="5498"/>
                </a:lnTo>
                <a:lnTo>
                  <a:pt x="4015124" y="5498"/>
                </a:lnTo>
                <a:cubicBezTo>
                  <a:pt x="4018137" y="5498"/>
                  <a:pt x="4021026" y="5832"/>
                  <a:pt x="4023790" y="6500"/>
                </a:cubicBezTo>
                <a:cubicBezTo>
                  <a:pt x="4026555" y="7167"/>
                  <a:pt x="4028985" y="8247"/>
                  <a:pt x="4031082" y="9738"/>
                </a:cubicBezTo>
                <a:cubicBezTo>
                  <a:pt x="4033179" y="11229"/>
                  <a:pt x="4034848" y="13154"/>
                  <a:pt x="4036091" y="15515"/>
                </a:cubicBezTo>
                <a:cubicBezTo>
                  <a:pt x="4037333" y="17876"/>
                  <a:pt x="4037954" y="20749"/>
                  <a:pt x="4037954" y="24134"/>
                </a:cubicBezTo>
                <a:moveTo>
                  <a:pt x="4029335" y="24507"/>
                </a:moveTo>
                <a:cubicBezTo>
                  <a:pt x="4029335" y="20593"/>
                  <a:pt x="4028054" y="17596"/>
                  <a:pt x="4025491" y="15515"/>
                </a:cubicBezTo>
                <a:cubicBezTo>
                  <a:pt x="4022929" y="13434"/>
                  <a:pt x="4019349" y="12393"/>
                  <a:pt x="4014752" y="12393"/>
                </a:cubicBezTo>
                <a:lnTo>
                  <a:pt x="4006272" y="12393"/>
                </a:lnTo>
                <a:lnTo>
                  <a:pt x="4006272" y="37460"/>
                </a:lnTo>
                <a:lnTo>
                  <a:pt x="4014006" y="37460"/>
                </a:lnTo>
                <a:cubicBezTo>
                  <a:pt x="4018914" y="37460"/>
                  <a:pt x="4022696" y="36388"/>
                  <a:pt x="4025351" y="34245"/>
                </a:cubicBezTo>
                <a:cubicBezTo>
                  <a:pt x="4028007" y="32102"/>
                  <a:pt x="4029335" y="28856"/>
                  <a:pt x="4029335" y="24507"/>
                </a:cubicBezTo>
                <a:close/>
                <a:moveTo>
                  <a:pt x="4051841" y="19662"/>
                </a:moveTo>
                <a:lnTo>
                  <a:pt x="4059249" y="19662"/>
                </a:lnTo>
                <a:lnTo>
                  <a:pt x="4059482" y="28259"/>
                </a:lnTo>
                <a:cubicBezTo>
                  <a:pt x="4062246" y="24943"/>
                  <a:pt x="4064972" y="22542"/>
                  <a:pt x="4067658" y="21055"/>
                </a:cubicBezTo>
                <a:cubicBezTo>
                  <a:pt x="4070345" y="19567"/>
                  <a:pt x="4073055" y="18823"/>
                  <a:pt x="4075789" y="18823"/>
                </a:cubicBezTo>
                <a:cubicBezTo>
                  <a:pt x="4080634" y="18823"/>
                  <a:pt x="4084307" y="20388"/>
                  <a:pt x="4086808" y="23517"/>
                </a:cubicBezTo>
                <a:cubicBezTo>
                  <a:pt x="4089308" y="26647"/>
                  <a:pt x="4090465" y="31294"/>
                  <a:pt x="4090279" y="37460"/>
                </a:cubicBezTo>
                <a:lnTo>
                  <a:pt x="4082079" y="37460"/>
                </a:lnTo>
                <a:cubicBezTo>
                  <a:pt x="4082172" y="33376"/>
                  <a:pt x="4081574" y="30414"/>
                  <a:pt x="4080285" y="28574"/>
                </a:cubicBezTo>
                <a:cubicBezTo>
                  <a:pt x="4078996" y="26732"/>
                  <a:pt x="4077109" y="25812"/>
                  <a:pt x="4074624" y="25812"/>
                </a:cubicBezTo>
                <a:cubicBezTo>
                  <a:pt x="4073537" y="25812"/>
                  <a:pt x="4072442" y="26005"/>
                  <a:pt x="4071339" y="26393"/>
                </a:cubicBezTo>
                <a:cubicBezTo>
                  <a:pt x="4070237" y="26779"/>
                  <a:pt x="4069103" y="27397"/>
                  <a:pt x="4067938" y="28248"/>
                </a:cubicBezTo>
                <a:cubicBezTo>
                  <a:pt x="4066773" y="29098"/>
                  <a:pt x="4065539" y="30188"/>
                  <a:pt x="4064234" y="31519"/>
                </a:cubicBezTo>
                <a:cubicBezTo>
                  <a:pt x="4062929" y="32849"/>
                  <a:pt x="4061532" y="34457"/>
                  <a:pt x="4060041" y="36344"/>
                </a:cubicBezTo>
                <a:lnTo>
                  <a:pt x="4060041" y="66440"/>
                </a:lnTo>
                <a:lnTo>
                  <a:pt x="4051841" y="66440"/>
                </a:lnTo>
                <a:lnTo>
                  <a:pt x="4051841" y="19662"/>
                </a:lnTo>
                <a:close/>
                <a:moveTo>
                  <a:pt x="4142510" y="42678"/>
                </a:moveTo>
                <a:cubicBezTo>
                  <a:pt x="4142510" y="46312"/>
                  <a:pt x="4141997" y="49643"/>
                  <a:pt x="4140972" y="52672"/>
                </a:cubicBezTo>
                <a:cubicBezTo>
                  <a:pt x="4139947" y="55700"/>
                  <a:pt x="4138472" y="58294"/>
                  <a:pt x="4136546" y="60453"/>
                </a:cubicBezTo>
                <a:cubicBezTo>
                  <a:pt x="4134620" y="62611"/>
                  <a:pt x="4132275" y="64289"/>
                  <a:pt x="4129511" y="65485"/>
                </a:cubicBezTo>
                <a:cubicBezTo>
                  <a:pt x="4126746" y="66680"/>
                  <a:pt x="4123609" y="67278"/>
                  <a:pt x="4120099" y="67278"/>
                </a:cubicBezTo>
                <a:cubicBezTo>
                  <a:pt x="4116745" y="67278"/>
                  <a:pt x="4113740" y="66758"/>
                  <a:pt x="4111084" y="65717"/>
                </a:cubicBezTo>
                <a:cubicBezTo>
                  <a:pt x="4108428" y="64677"/>
                  <a:pt x="4106176" y="63147"/>
                  <a:pt x="4104328" y="61128"/>
                </a:cubicBezTo>
                <a:cubicBezTo>
                  <a:pt x="4102480" y="59109"/>
                  <a:pt x="4101067" y="56609"/>
                  <a:pt x="4100088" y="53627"/>
                </a:cubicBezTo>
                <a:cubicBezTo>
                  <a:pt x="4099110" y="50645"/>
                  <a:pt x="4098621" y="47213"/>
                  <a:pt x="4098621" y="43330"/>
                </a:cubicBezTo>
                <a:cubicBezTo>
                  <a:pt x="4098621" y="39696"/>
                  <a:pt x="4099133" y="36380"/>
                  <a:pt x="4100158" y="33383"/>
                </a:cubicBezTo>
                <a:cubicBezTo>
                  <a:pt x="4101183" y="30385"/>
                  <a:pt x="4102659" y="27807"/>
                  <a:pt x="4104584" y="25649"/>
                </a:cubicBezTo>
                <a:cubicBezTo>
                  <a:pt x="4106510" y="23490"/>
                  <a:pt x="4108855" y="21813"/>
                  <a:pt x="4111620" y="20617"/>
                </a:cubicBezTo>
                <a:cubicBezTo>
                  <a:pt x="4114384" y="19421"/>
                  <a:pt x="4117521" y="18823"/>
                  <a:pt x="4121031" y="18823"/>
                </a:cubicBezTo>
                <a:cubicBezTo>
                  <a:pt x="4124386" y="18823"/>
                  <a:pt x="4127391" y="19343"/>
                  <a:pt x="4130047" y="20384"/>
                </a:cubicBezTo>
                <a:cubicBezTo>
                  <a:pt x="4132702" y="21424"/>
                  <a:pt x="4134954" y="22946"/>
                  <a:pt x="4136802" y="24950"/>
                </a:cubicBezTo>
                <a:cubicBezTo>
                  <a:pt x="4138651" y="26953"/>
                  <a:pt x="4140064" y="29446"/>
                  <a:pt x="4141042" y="32428"/>
                </a:cubicBezTo>
                <a:cubicBezTo>
                  <a:pt x="4142021" y="35410"/>
                  <a:pt x="4142510" y="38826"/>
                  <a:pt x="4142510" y="42678"/>
                </a:cubicBezTo>
                <a:moveTo>
                  <a:pt x="4134217" y="43051"/>
                </a:moveTo>
                <a:cubicBezTo>
                  <a:pt x="4134217" y="40162"/>
                  <a:pt x="4133898" y="37638"/>
                  <a:pt x="4133261" y="35480"/>
                </a:cubicBezTo>
                <a:cubicBezTo>
                  <a:pt x="4132625" y="33321"/>
                  <a:pt x="4131716" y="31519"/>
                  <a:pt x="4130536" y="30075"/>
                </a:cubicBezTo>
                <a:cubicBezTo>
                  <a:pt x="4129356" y="28631"/>
                  <a:pt x="4127919" y="27543"/>
                  <a:pt x="4126226" y="26813"/>
                </a:cubicBezTo>
                <a:cubicBezTo>
                  <a:pt x="4124533" y="26084"/>
                  <a:pt x="4122646" y="25719"/>
                  <a:pt x="4120565" y="25719"/>
                </a:cubicBezTo>
                <a:cubicBezTo>
                  <a:pt x="4118143" y="25719"/>
                  <a:pt x="4116069" y="26192"/>
                  <a:pt x="4114345" y="27140"/>
                </a:cubicBezTo>
                <a:cubicBezTo>
                  <a:pt x="4112621" y="28087"/>
                  <a:pt x="4111208" y="29353"/>
                  <a:pt x="4110105" y="30937"/>
                </a:cubicBezTo>
                <a:cubicBezTo>
                  <a:pt x="4109003" y="32521"/>
                  <a:pt x="4108195" y="34361"/>
                  <a:pt x="4107683" y="36458"/>
                </a:cubicBezTo>
                <a:cubicBezTo>
                  <a:pt x="4107170" y="38555"/>
                  <a:pt x="4106914" y="40752"/>
                  <a:pt x="4106914" y="43051"/>
                </a:cubicBezTo>
                <a:cubicBezTo>
                  <a:pt x="4106914" y="45939"/>
                  <a:pt x="4107232" y="48471"/>
                  <a:pt x="4107869" y="50645"/>
                </a:cubicBezTo>
                <a:cubicBezTo>
                  <a:pt x="4108506" y="52819"/>
                  <a:pt x="4109414" y="54629"/>
                  <a:pt x="4110595" y="56073"/>
                </a:cubicBezTo>
                <a:cubicBezTo>
                  <a:pt x="4111775" y="57517"/>
                  <a:pt x="4113204" y="58604"/>
                  <a:pt x="4114881" y="59334"/>
                </a:cubicBezTo>
                <a:cubicBezTo>
                  <a:pt x="4116558" y="60064"/>
                  <a:pt x="4118453" y="60429"/>
                  <a:pt x="4120565" y="60429"/>
                </a:cubicBezTo>
                <a:cubicBezTo>
                  <a:pt x="4122988" y="60429"/>
                  <a:pt x="4125061" y="59956"/>
                  <a:pt x="4126785" y="59008"/>
                </a:cubicBezTo>
                <a:cubicBezTo>
                  <a:pt x="4128509" y="58061"/>
                  <a:pt x="4129922" y="56795"/>
                  <a:pt x="4131025" y="55211"/>
                </a:cubicBezTo>
                <a:cubicBezTo>
                  <a:pt x="4132128" y="53627"/>
                  <a:pt x="4132935" y="51787"/>
                  <a:pt x="4133448" y="49690"/>
                </a:cubicBezTo>
                <a:cubicBezTo>
                  <a:pt x="4133960" y="47593"/>
                  <a:pt x="4134217" y="45380"/>
                  <a:pt x="4134217" y="43051"/>
                </a:cubicBezTo>
                <a:close/>
                <a:moveTo>
                  <a:pt x="4193623" y="42212"/>
                </a:moveTo>
                <a:cubicBezTo>
                  <a:pt x="4193623" y="46374"/>
                  <a:pt x="4193041" y="50008"/>
                  <a:pt x="4191876" y="53114"/>
                </a:cubicBezTo>
                <a:cubicBezTo>
                  <a:pt x="4190711" y="56221"/>
                  <a:pt x="4189104" y="58799"/>
                  <a:pt x="4187054" y="60849"/>
                </a:cubicBezTo>
                <a:cubicBezTo>
                  <a:pt x="4185003" y="62899"/>
                  <a:pt x="4182581" y="64436"/>
                  <a:pt x="4179785" y="65461"/>
                </a:cubicBezTo>
                <a:cubicBezTo>
                  <a:pt x="4176990" y="66486"/>
                  <a:pt x="4173961" y="66999"/>
                  <a:pt x="4170700" y="66999"/>
                </a:cubicBezTo>
                <a:cubicBezTo>
                  <a:pt x="4169209" y="66999"/>
                  <a:pt x="4167726" y="66921"/>
                  <a:pt x="4166250" y="66766"/>
                </a:cubicBezTo>
                <a:cubicBezTo>
                  <a:pt x="4164775" y="66610"/>
                  <a:pt x="4163276" y="66346"/>
                  <a:pt x="4161754" y="65974"/>
                </a:cubicBezTo>
                <a:lnTo>
                  <a:pt x="4161754" y="85542"/>
                </a:lnTo>
                <a:lnTo>
                  <a:pt x="4153647" y="85542"/>
                </a:lnTo>
                <a:lnTo>
                  <a:pt x="4153647" y="19662"/>
                </a:lnTo>
                <a:lnTo>
                  <a:pt x="4160869" y="19662"/>
                </a:lnTo>
                <a:lnTo>
                  <a:pt x="4161382" y="27489"/>
                </a:lnTo>
                <a:cubicBezTo>
                  <a:pt x="4163711" y="24290"/>
                  <a:pt x="4166196" y="22046"/>
                  <a:pt x="4168836" y="20757"/>
                </a:cubicBezTo>
                <a:cubicBezTo>
                  <a:pt x="4171476" y="19468"/>
                  <a:pt x="4174334" y="18823"/>
                  <a:pt x="4177409" y="18823"/>
                </a:cubicBezTo>
                <a:cubicBezTo>
                  <a:pt x="4180080" y="18823"/>
                  <a:pt x="4182425" y="19382"/>
                  <a:pt x="4184444" y="20500"/>
                </a:cubicBezTo>
                <a:cubicBezTo>
                  <a:pt x="4186463" y="21619"/>
                  <a:pt x="4188156" y="23195"/>
                  <a:pt x="4189523" y="25229"/>
                </a:cubicBezTo>
                <a:cubicBezTo>
                  <a:pt x="4190890" y="27264"/>
                  <a:pt x="4191915" y="29718"/>
                  <a:pt x="4192598" y="32591"/>
                </a:cubicBezTo>
                <a:cubicBezTo>
                  <a:pt x="4193281" y="35464"/>
                  <a:pt x="4193623" y="38671"/>
                  <a:pt x="4193623" y="42212"/>
                </a:cubicBezTo>
                <a:moveTo>
                  <a:pt x="4185330" y="42585"/>
                </a:moveTo>
                <a:cubicBezTo>
                  <a:pt x="4185330" y="40131"/>
                  <a:pt x="4185151" y="37879"/>
                  <a:pt x="4184794" y="35829"/>
                </a:cubicBezTo>
                <a:cubicBezTo>
                  <a:pt x="4184437" y="33779"/>
                  <a:pt x="4183870" y="32024"/>
                  <a:pt x="4183093" y="30564"/>
                </a:cubicBezTo>
                <a:cubicBezTo>
                  <a:pt x="4182317" y="29104"/>
                  <a:pt x="4181323" y="27963"/>
                  <a:pt x="4180111" y="27140"/>
                </a:cubicBezTo>
                <a:cubicBezTo>
                  <a:pt x="4178900" y="26316"/>
                  <a:pt x="4177456" y="25905"/>
                  <a:pt x="4175778" y="25905"/>
                </a:cubicBezTo>
                <a:cubicBezTo>
                  <a:pt x="4174753" y="25905"/>
                  <a:pt x="4173713" y="26068"/>
                  <a:pt x="4172657" y="26394"/>
                </a:cubicBezTo>
                <a:cubicBezTo>
                  <a:pt x="4171601" y="26720"/>
                  <a:pt x="4170506" y="27264"/>
                  <a:pt x="4169372" y="28025"/>
                </a:cubicBezTo>
                <a:cubicBezTo>
                  <a:pt x="4168238" y="28786"/>
                  <a:pt x="4167042" y="29795"/>
                  <a:pt x="4165784" y="31053"/>
                </a:cubicBezTo>
                <a:cubicBezTo>
                  <a:pt x="4164526" y="32311"/>
                  <a:pt x="4163183" y="33872"/>
                  <a:pt x="4161754" y="35736"/>
                </a:cubicBezTo>
                <a:lnTo>
                  <a:pt x="4161754" y="58426"/>
                </a:lnTo>
                <a:cubicBezTo>
                  <a:pt x="4163245" y="59047"/>
                  <a:pt x="4164814" y="59536"/>
                  <a:pt x="4166460" y="59894"/>
                </a:cubicBezTo>
                <a:cubicBezTo>
                  <a:pt x="4168106" y="60251"/>
                  <a:pt x="4169721" y="60429"/>
                  <a:pt x="4171306" y="60429"/>
                </a:cubicBezTo>
                <a:cubicBezTo>
                  <a:pt x="4175685" y="60429"/>
                  <a:pt x="4179117" y="58946"/>
                  <a:pt x="4181602" y="55980"/>
                </a:cubicBezTo>
                <a:cubicBezTo>
                  <a:pt x="4184087" y="53013"/>
                  <a:pt x="4185330" y="48548"/>
                  <a:pt x="4185330" y="42585"/>
                </a:cubicBezTo>
                <a:close/>
                <a:moveTo>
                  <a:pt x="4242546" y="53674"/>
                </a:moveTo>
                <a:cubicBezTo>
                  <a:pt x="4242546" y="55320"/>
                  <a:pt x="4242267" y="56795"/>
                  <a:pt x="4241707" y="58100"/>
                </a:cubicBezTo>
                <a:cubicBezTo>
                  <a:pt x="4241148" y="59404"/>
                  <a:pt x="4240387" y="60561"/>
                  <a:pt x="4239425" y="61571"/>
                </a:cubicBezTo>
                <a:cubicBezTo>
                  <a:pt x="4238462" y="62580"/>
                  <a:pt x="4237343" y="63442"/>
                  <a:pt x="4236070" y="64157"/>
                </a:cubicBezTo>
                <a:cubicBezTo>
                  <a:pt x="4234796" y="64871"/>
                  <a:pt x="4233437" y="65461"/>
                  <a:pt x="4231993" y="65927"/>
                </a:cubicBezTo>
                <a:cubicBezTo>
                  <a:pt x="4230549" y="66393"/>
                  <a:pt x="4229066" y="66735"/>
                  <a:pt x="4227544" y="66952"/>
                </a:cubicBezTo>
                <a:cubicBezTo>
                  <a:pt x="4226022" y="67170"/>
                  <a:pt x="4224531" y="67278"/>
                  <a:pt x="4223071" y="67278"/>
                </a:cubicBezTo>
                <a:cubicBezTo>
                  <a:pt x="4219903" y="67278"/>
                  <a:pt x="4216991" y="67139"/>
                  <a:pt x="4214335" y="66859"/>
                </a:cubicBezTo>
                <a:cubicBezTo>
                  <a:pt x="4211679" y="66579"/>
                  <a:pt x="4209078" y="66129"/>
                  <a:pt x="4206531" y="65508"/>
                </a:cubicBezTo>
                <a:lnTo>
                  <a:pt x="4206531" y="58053"/>
                </a:lnTo>
                <a:cubicBezTo>
                  <a:pt x="4209264" y="58830"/>
                  <a:pt x="4211982" y="59420"/>
                  <a:pt x="4214684" y="59824"/>
                </a:cubicBezTo>
                <a:cubicBezTo>
                  <a:pt x="4217387" y="60227"/>
                  <a:pt x="4220073" y="60429"/>
                  <a:pt x="4222745" y="60429"/>
                </a:cubicBezTo>
                <a:cubicBezTo>
                  <a:pt x="4226627" y="60429"/>
                  <a:pt x="4229500" y="59901"/>
                  <a:pt x="4231364" y="58845"/>
                </a:cubicBezTo>
                <a:cubicBezTo>
                  <a:pt x="4233228" y="57789"/>
                  <a:pt x="4234160" y="56283"/>
                  <a:pt x="4234160" y="54326"/>
                </a:cubicBezTo>
                <a:cubicBezTo>
                  <a:pt x="4234160" y="53487"/>
                  <a:pt x="4234012" y="52734"/>
                  <a:pt x="4233717" y="52066"/>
                </a:cubicBezTo>
                <a:cubicBezTo>
                  <a:pt x="4233422" y="51398"/>
                  <a:pt x="4232886" y="50762"/>
                  <a:pt x="4232110" y="50156"/>
                </a:cubicBezTo>
                <a:cubicBezTo>
                  <a:pt x="4231333" y="49550"/>
                  <a:pt x="4230129" y="48921"/>
                  <a:pt x="4228499" y="48269"/>
                </a:cubicBezTo>
                <a:cubicBezTo>
                  <a:pt x="4226868" y="47617"/>
                  <a:pt x="4224639" y="46871"/>
                  <a:pt x="4221813" y="46033"/>
                </a:cubicBezTo>
                <a:cubicBezTo>
                  <a:pt x="4219701" y="45411"/>
                  <a:pt x="4217752" y="44705"/>
                  <a:pt x="4215966" y="43913"/>
                </a:cubicBezTo>
                <a:cubicBezTo>
                  <a:pt x="4214180" y="43121"/>
                  <a:pt x="4212634" y="42181"/>
                  <a:pt x="4211330" y="41094"/>
                </a:cubicBezTo>
                <a:cubicBezTo>
                  <a:pt x="4210025" y="40007"/>
                  <a:pt x="4209000" y="38733"/>
                  <a:pt x="4208255" y="37273"/>
                </a:cubicBezTo>
                <a:cubicBezTo>
                  <a:pt x="4207509" y="35813"/>
                  <a:pt x="4207137" y="34090"/>
                  <a:pt x="4207137" y="32102"/>
                </a:cubicBezTo>
                <a:cubicBezTo>
                  <a:pt x="4207137" y="30797"/>
                  <a:pt x="4207439" y="29368"/>
                  <a:pt x="4208045" y="27815"/>
                </a:cubicBezTo>
                <a:cubicBezTo>
                  <a:pt x="4208651" y="26262"/>
                  <a:pt x="4209684" y="24818"/>
                  <a:pt x="4211143" y="23482"/>
                </a:cubicBezTo>
                <a:cubicBezTo>
                  <a:pt x="4212603" y="22147"/>
                  <a:pt x="4214576" y="21036"/>
                  <a:pt x="4217061" y="20151"/>
                </a:cubicBezTo>
                <a:cubicBezTo>
                  <a:pt x="4219545" y="19266"/>
                  <a:pt x="4222652" y="18823"/>
                  <a:pt x="4226379" y="18823"/>
                </a:cubicBezTo>
                <a:cubicBezTo>
                  <a:pt x="4228211" y="18823"/>
                  <a:pt x="4230246" y="18924"/>
                  <a:pt x="4232482" y="19126"/>
                </a:cubicBezTo>
                <a:cubicBezTo>
                  <a:pt x="4234719" y="19328"/>
                  <a:pt x="4237048" y="19677"/>
                  <a:pt x="4239471" y="20174"/>
                </a:cubicBezTo>
                <a:lnTo>
                  <a:pt x="4239471" y="27396"/>
                </a:lnTo>
                <a:cubicBezTo>
                  <a:pt x="4236924" y="26775"/>
                  <a:pt x="4234509" y="26316"/>
                  <a:pt x="4232226" y="26021"/>
                </a:cubicBezTo>
                <a:cubicBezTo>
                  <a:pt x="4229943" y="25726"/>
                  <a:pt x="4227963" y="25579"/>
                  <a:pt x="4226286" y="25579"/>
                </a:cubicBezTo>
                <a:cubicBezTo>
                  <a:pt x="4224267" y="25579"/>
                  <a:pt x="4222566" y="25734"/>
                  <a:pt x="4221184" y="26045"/>
                </a:cubicBezTo>
                <a:cubicBezTo>
                  <a:pt x="4219802" y="26355"/>
                  <a:pt x="4218683" y="26782"/>
                  <a:pt x="4217829" y="27326"/>
                </a:cubicBezTo>
                <a:cubicBezTo>
                  <a:pt x="4216975" y="27870"/>
                  <a:pt x="4216362" y="28506"/>
                  <a:pt x="4215989" y="29236"/>
                </a:cubicBezTo>
                <a:cubicBezTo>
                  <a:pt x="4215616" y="29966"/>
                  <a:pt x="4215430" y="30750"/>
                  <a:pt x="4215430" y="31589"/>
                </a:cubicBezTo>
                <a:cubicBezTo>
                  <a:pt x="4215430" y="32428"/>
                  <a:pt x="4215593" y="33189"/>
                  <a:pt x="4215919" y="33872"/>
                </a:cubicBezTo>
                <a:cubicBezTo>
                  <a:pt x="4216245" y="34555"/>
                  <a:pt x="4216851" y="35215"/>
                  <a:pt x="4217736" y="35852"/>
                </a:cubicBezTo>
                <a:cubicBezTo>
                  <a:pt x="4218621" y="36489"/>
                  <a:pt x="4219856" y="37126"/>
                  <a:pt x="4221440" y="37762"/>
                </a:cubicBezTo>
                <a:cubicBezTo>
                  <a:pt x="4223024" y="38399"/>
                  <a:pt x="4225090" y="39090"/>
                  <a:pt x="4227637" y="39836"/>
                </a:cubicBezTo>
                <a:cubicBezTo>
                  <a:pt x="4230401" y="40643"/>
                  <a:pt x="4232731" y="41490"/>
                  <a:pt x="4234626" y="42375"/>
                </a:cubicBezTo>
                <a:cubicBezTo>
                  <a:pt x="4236520" y="43260"/>
                  <a:pt x="4238058" y="44246"/>
                  <a:pt x="4239238" y="45334"/>
                </a:cubicBezTo>
                <a:cubicBezTo>
                  <a:pt x="4240418" y="46421"/>
                  <a:pt x="4241265" y="47648"/>
                  <a:pt x="4241777" y="49014"/>
                </a:cubicBezTo>
                <a:cubicBezTo>
                  <a:pt x="4242290" y="50381"/>
                  <a:pt x="4242546" y="51934"/>
                  <a:pt x="4242546" y="53674"/>
                </a:cubicBezTo>
                <a:close/>
                <a:moveTo>
                  <a:pt x="4281206" y="11834"/>
                </a:moveTo>
                <a:lnTo>
                  <a:pt x="4273099" y="11834"/>
                </a:lnTo>
                <a:lnTo>
                  <a:pt x="4258190" y="559"/>
                </a:lnTo>
                <a:lnTo>
                  <a:pt x="4269931" y="559"/>
                </a:lnTo>
                <a:lnTo>
                  <a:pt x="4281206" y="11834"/>
                </a:lnTo>
                <a:moveTo>
                  <a:pt x="4250083" y="19662"/>
                </a:moveTo>
                <a:lnTo>
                  <a:pt x="4250083" y="19662"/>
                </a:lnTo>
                <a:close/>
                <a:moveTo>
                  <a:pt x="4397596" y="64716"/>
                </a:moveTo>
                <a:cubicBezTo>
                  <a:pt x="4395483" y="65523"/>
                  <a:pt x="4393317" y="66121"/>
                  <a:pt x="4391096" y="66510"/>
                </a:cubicBezTo>
                <a:cubicBezTo>
                  <a:pt x="4388875" y="66898"/>
                  <a:pt x="4386584" y="67092"/>
                  <a:pt x="4384224" y="67092"/>
                </a:cubicBezTo>
                <a:cubicBezTo>
                  <a:pt x="4376831" y="67092"/>
                  <a:pt x="4371139" y="65088"/>
                  <a:pt x="4367148" y="61082"/>
                </a:cubicBezTo>
                <a:cubicBezTo>
                  <a:pt x="4363157" y="57075"/>
                  <a:pt x="4361161" y="51220"/>
                  <a:pt x="4361161" y="43517"/>
                </a:cubicBezTo>
                <a:cubicBezTo>
                  <a:pt x="4361161" y="39820"/>
                  <a:pt x="4361736" y="36466"/>
                  <a:pt x="4362885" y="33453"/>
                </a:cubicBezTo>
                <a:cubicBezTo>
                  <a:pt x="4364034" y="30440"/>
                  <a:pt x="4365649" y="27862"/>
                  <a:pt x="4367730" y="25719"/>
                </a:cubicBezTo>
                <a:cubicBezTo>
                  <a:pt x="4369811" y="23575"/>
                  <a:pt x="4372296" y="21921"/>
                  <a:pt x="4375185" y="20757"/>
                </a:cubicBezTo>
                <a:cubicBezTo>
                  <a:pt x="4378074" y="19592"/>
                  <a:pt x="4381257" y="19009"/>
                  <a:pt x="4384736" y="19009"/>
                </a:cubicBezTo>
                <a:cubicBezTo>
                  <a:pt x="4387159" y="19009"/>
                  <a:pt x="4389427" y="19184"/>
                  <a:pt x="4391539" y="19534"/>
                </a:cubicBezTo>
                <a:cubicBezTo>
                  <a:pt x="4393651" y="19882"/>
                  <a:pt x="4395670" y="20453"/>
                  <a:pt x="4397596" y="21246"/>
                </a:cubicBezTo>
                <a:lnTo>
                  <a:pt x="4397596" y="28980"/>
                </a:lnTo>
                <a:cubicBezTo>
                  <a:pt x="4395577" y="27907"/>
                  <a:pt x="4393519" y="27127"/>
                  <a:pt x="4391422" y="26639"/>
                </a:cubicBezTo>
                <a:cubicBezTo>
                  <a:pt x="4389326" y="26150"/>
                  <a:pt x="4387159" y="25905"/>
                  <a:pt x="4384923" y="25905"/>
                </a:cubicBezTo>
                <a:cubicBezTo>
                  <a:pt x="4382842" y="25905"/>
                  <a:pt x="4380877" y="26301"/>
                  <a:pt x="4379029" y="27093"/>
                </a:cubicBezTo>
                <a:cubicBezTo>
                  <a:pt x="4377181" y="27885"/>
                  <a:pt x="4375558" y="29027"/>
                  <a:pt x="4374160" y="30518"/>
                </a:cubicBezTo>
                <a:cubicBezTo>
                  <a:pt x="4372762" y="32008"/>
                  <a:pt x="4371660" y="33826"/>
                  <a:pt x="4370852" y="35969"/>
                </a:cubicBezTo>
                <a:cubicBezTo>
                  <a:pt x="4370044" y="38112"/>
                  <a:pt x="4369641" y="40535"/>
                  <a:pt x="4369641" y="43237"/>
                </a:cubicBezTo>
                <a:cubicBezTo>
                  <a:pt x="4369641" y="48890"/>
                  <a:pt x="4371015" y="53122"/>
                  <a:pt x="4373764" y="55933"/>
                </a:cubicBezTo>
                <a:cubicBezTo>
                  <a:pt x="4376513" y="58744"/>
                  <a:pt x="4380326" y="60150"/>
                  <a:pt x="4385202" y="60150"/>
                </a:cubicBezTo>
                <a:cubicBezTo>
                  <a:pt x="4387408" y="60150"/>
                  <a:pt x="4389543" y="59901"/>
                  <a:pt x="4391609" y="59404"/>
                </a:cubicBezTo>
                <a:cubicBezTo>
                  <a:pt x="4393674" y="58907"/>
                  <a:pt x="4395670" y="58162"/>
                  <a:pt x="4397596" y="57168"/>
                </a:cubicBezTo>
                <a:lnTo>
                  <a:pt x="4397596" y="64716"/>
                </a:lnTo>
                <a:close/>
                <a:moveTo>
                  <a:pt x="4453834" y="42678"/>
                </a:moveTo>
                <a:cubicBezTo>
                  <a:pt x="4453834" y="46312"/>
                  <a:pt x="4453321" y="49643"/>
                  <a:pt x="4452296" y="52672"/>
                </a:cubicBezTo>
                <a:cubicBezTo>
                  <a:pt x="4451271" y="55700"/>
                  <a:pt x="4449796" y="58294"/>
                  <a:pt x="4447870" y="60453"/>
                </a:cubicBezTo>
                <a:cubicBezTo>
                  <a:pt x="4445944" y="62611"/>
                  <a:pt x="4443599" y="64289"/>
                  <a:pt x="4440835" y="65485"/>
                </a:cubicBezTo>
                <a:cubicBezTo>
                  <a:pt x="4438070" y="66680"/>
                  <a:pt x="4434933" y="67278"/>
                  <a:pt x="4431423" y="67278"/>
                </a:cubicBezTo>
                <a:cubicBezTo>
                  <a:pt x="4428069" y="67278"/>
                  <a:pt x="4425064" y="66758"/>
                  <a:pt x="4422408" y="65717"/>
                </a:cubicBezTo>
                <a:cubicBezTo>
                  <a:pt x="4419752" y="64677"/>
                  <a:pt x="4417500" y="63147"/>
                  <a:pt x="4415652" y="61128"/>
                </a:cubicBezTo>
                <a:cubicBezTo>
                  <a:pt x="4413804" y="59109"/>
                  <a:pt x="4412391" y="56609"/>
                  <a:pt x="4411412" y="53627"/>
                </a:cubicBezTo>
                <a:cubicBezTo>
                  <a:pt x="4410434" y="50645"/>
                  <a:pt x="4409945" y="47213"/>
                  <a:pt x="4409945" y="43330"/>
                </a:cubicBezTo>
                <a:cubicBezTo>
                  <a:pt x="4409945" y="39696"/>
                  <a:pt x="4410457" y="36380"/>
                  <a:pt x="4411482" y="33383"/>
                </a:cubicBezTo>
                <a:cubicBezTo>
                  <a:pt x="4412507" y="30385"/>
                  <a:pt x="4413983" y="27807"/>
                  <a:pt x="4415908" y="25649"/>
                </a:cubicBezTo>
                <a:cubicBezTo>
                  <a:pt x="4417834" y="23490"/>
                  <a:pt x="4420179" y="21813"/>
                  <a:pt x="4422944" y="20617"/>
                </a:cubicBezTo>
                <a:cubicBezTo>
                  <a:pt x="4425708" y="19421"/>
                  <a:pt x="4428845" y="18823"/>
                  <a:pt x="4432355" y="18823"/>
                </a:cubicBezTo>
                <a:cubicBezTo>
                  <a:pt x="4435710" y="18823"/>
                  <a:pt x="4438715" y="19343"/>
                  <a:pt x="4441371" y="20384"/>
                </a:cubicBezTo>
                <a:cubicBezTo>
                  <a:pt x="4444026" y="21424"/>
                  <a:pt x="4446278" y="22946"/>
                  <a:pt x="4448126" y="24950"/>
                </a:cubicBezTo>
                <a:cubicBezTo>
                  <a:pt x="4449975" y="26953"/>
                  <a:pt x="4451388" y="29446"/>
                  <a:pt x="4452366" y="32428"/>
                </a:cubicBezTo>
                <a:cubicBezTo>
                  <a:pt x="4453345" y="35410"/>
                  <a:pt x="4453834" y="38826"/>
                  <a:pt x="4453834" y="42678"/>
                </a:cubicBezTo>
                <a:moveTo>
                  <a:pt x="4445541" y="43051"/>
                </a:moveTo>
                <a:cubicBezTo>
                  <a:pt x="4445541" y="40162"/>
                  <a:pt x="4445222" y="37638"/>
                  <a:pt x="4444586" y="35480"/>
                </a:cubicBezTo>
                <a:cubicBezTo>
                  <a:pt x="4443949" y="33321"/>
                  <a:pt x="4443040" y="31519"/>
                  <a:pt x="4441860" y="30075"/>
                </a:cubicBezTo>
                <a:cubicBezTo>
                  <a:pt x="4440680" y="28631"/>
                  <a:pt x="4439243" y="27543"/>
                  <a:pt x="4437550" y="26813"/>
                </a:cubicBezTo>
                <a:cubicBezTo>
                  <a:pt x="4435857" y="26084"/>
                  <a:pt x="4433970" y="25719"/>
                  <a:pt x="4431889" y="25719"/>
                </a:cubicBezTo>
                <a:cubicBezTo>
                  <a:pt x="4429467" y="25719"/>
                  <a:pt x="4427393" y="26192"/>
                  <a:pt x="4425669" y="27140"/>
                </a:cubicBezTo>
                <a:cubicBezTo>
                  <a:pt x="4423945" y="28087"/>
                  <a:pt x="4422532" y="29353"/>
                  <a:pt x="4421430" y="30937"/>
                </a:cubicBezTo>
                <a:cubicBezTo>
                  <a:pt x="4420327" y="32521"/>
                  <a:pt x="4419519" y="34361"/>
                  <a:pt x="4419007" y="36458"/>
                </a:cubicBezTo>
                <a:cubicBezTo>
                  <a:pt x="4418494" y="38555"/>
                  <a:pt x="4418238" y="40752"/>
                  <a:pt x="4418238" y="43051"/>
                </a:cubicBezTo>
                <a:cubicBezTo>
                  <a:pt x="4418238" y="45939"/>
                  <a:pt x="4418556" y="48471"/>
                  <a:pt x="4419193" y="50645"/>
                </a:cubicBezTo>
                <a:cubicBezTo>
                  <a:pt x="4419830" y="52819"/>
                  <a:pt x="4420738" y="54629"/>
                  <a:pt x="4421919" y="56073"/>
                </a:cubicBezTo>
                <a:cubicBezTo>
                  <a:pt x="4423099" y="57517"/>
                  <a:pt x="4424528" y="58604"/>
                  <a:pt x="4426205" y="59334"/>
                </a:cubicBezTo>
                <a:cubicBezTo>
                  <a:pt x="4427882" y="60064"/>
                  <a:pt x="4429777" y="60429"/>
                  <a:pt x="4431889" y="60429"/>
                </a:cubicBezTo>
                <a:cubicBezTo>
                  <a:pt x="4434312" y="60429"/>
                  <a:pt x="4436385" y="59956"/>
                  <a:pt x="4438109" y="59008"/>
                </a:cubicBezTo>
                <a:cubicBezTo>
                  <a:pt x="4439833" y="58061"/>
                  <a:pt x="4441246" y="56795"/>
                  <a:pt x="4442349" y="55211"/>
                </a:cubicBezTo>
                <a:cubicBezTo>
                  <a:pt x="4443452" y="53627"/>
                  <a:pt x="4444259" y="51787"/>
                  <a:pt x="4444772" y="49690"/>
                </a:cubicBezTo>
                <a:cubicBezTo>
                  <a:pt x="4445284" y="47593"/>
                  <a:pt x="4445541" y="45380"/>
                  <a:pt x="4445541" y="43051"/>
                </a:cubicBezTo>
                <a:close/>
                <a:moveTo>
                  <a:pt x="4464971" y="19662"/>
                </a:moveTo>
                <a:lnTo>
                  <a:pt x="4472193" y="19662"/>
                </a:lnTo>
                <a:lnTo>
                  <a:pt x="4472519" y="27210"/>
                </a:lnTo>
                <a:cubicBezTo>
                  <a:pt x="4473886" y="25594"/>
                  <a:pt x="4475206" y="24251"/>
                  <a:pt x="4476480" y="23179"/>
                </a:cubicBezTo>
                <a:cubicBezTo>
                  <a:pt x="4477753" y="22108"/>
                  <a:pt x="4479003" y="21246"/>
                  <a:pt x="4480230" y="20593"/>
                </a:cubicBezTo>
                <a:cubicBezTo>
                  <a:pt x="4481457" y="19941"/>
                  <a:pt x="4482707" y="19483"/>
                  <a:pt x="4483981" y="19219"/>
                </a:cubicBezTo>
                <a:cubicBezTo>
                  <a:pt x="4485254" y="18955"/>
                  <a:pt x="4486574" y="18823"/>
                  <a:pt x="4487941" y="18823"/>
                </a:cubicBezTo>
                <a:cubicBezTo>
                  <a:pt x="4492756" y="18823"/>
                  <a:pt x="4496397" y="20244"/>
                  <a:pt x="4498867" y="23086"/>
                </a:cubicBezTo>
                <a:cubicBezTo>
                  <a:pt x="4501336" y="25928"/>
                  <a:pt x="4502571" y="30207"/>
                  <a:pt x="4502571" y="35922"/>
                </a:cubicBezTo>
                <a:lnTo>
                  <a:pt x="4502571" y="66440"/>
                </a:lnTo>
                <a:lnTo>
                  <a:pt x="4494464" y="66440"/>
                </a:lnTo>
                <a:lnTo>
                  <a:pt x="4494464" y="36574"/>
                </a:lnTo>
                <a:cubicBezTo>
                  <a:pt x="4494464" y="32909"/>
                  <a:pt x="4493781" y="30199"/>
                  <a:pt x="4492414" y="28444"/>
                </a:cubicBezTo>
                <a:cubicBezTo>
                  <a:pt x="4491047" y="26689"/>
                  <a:pt x="4489013" y="25812"/>
                  <a:pt x="4486310" y="25812"/>
                </a:cubicBezTo>
                <a:cubicBezTo>
                  <a:pt x="4485316" y="25812"/>
                  <a:pt x="4484346" y="25959"/>
                  <a:pt x="4483398" y="26254"/>
                </a:cubicBezTo>
                <a:cubicBezTo>
                  <a:pt x="4482451" y="26549"/>
                  <a:pt x="4481465" y="27062"/>
                  <a:pt x="4480440" y="27792"/>
                </a:cubicBezTo>
                <a:cubicBezTo>
                  <a:pt x="4479415" y="28522"/>
                  <a:pt x="4478304" y="29508"/>
                  <a:pt x="4477109" y="30750"/>
                </a:cubicBezTo>
                <a:cubicBezTo>
                  <a:pt x="4475913" y="31993"/>
                  <a:pt x="4474569" y="33546"/>
                  <a:pt x="4473078" y="35410"/>
                </a:cubicBezTo>
                <a:lnTo>
                  <a:pt x="4473078" y="66440"/>
                </a:lnTo>
                <a:lnTo>
                  <a:pt x="4464971" y="66440"/>
                </a:lnTo>
                <a:lnTo>
                  <a:pt x="4464971" y="19662"/>
                </a:lnTo>
                <a:close/>
                <a:moveTo>
                  <a:pt x="4558343" y="8107"/>
                </a:moveTo>
                <a:cubicBezTo>
                  <a:pt x="4554088" y="7206"/>
                  <a:pt x="4550422" y="6756"/>
                  <a:pt x="4547347" y="6756"/>
                </a:cubicBezTo>
                <a:cubicBezTo>
                  <a:pt x="4540048" y="6756"/>
                  <a:pt x="4536398" y="10576"/>
                  <a:pt x="4536398" y="18217"/>
                </a:cubicBezTo>
                <a:lnTo>
                  <a:pt x="4536398" y="26417"/>
                </a:lnTo>
                <a:lnTo>
                  <a:pt x="4556899" y="26417"/>
                </a:lnTo>
                <a:lnTo>
                  <a:pt x="4556899" y="33173"/>
                </a:lnTo>
                <a:lnTo>
                  <a:pt x="4536398" y="33173"/>
                </a:lnTo>
                <a:lnTo>
                  <a:pt x="4536398" y="66440"/>
                </a:lnTo>
                <a:lnTo>
                  <a:pt x="4528152" y="66440"/>
                </a:lnTo>
                <a:lnTo>
                  <a:pt x="4528152" y="33173"/>
                </a:lnTo>
                <a:lnTo>
                  <a:pt x="4513103" y="33173"/>
                </a:lnTo>
                <a:lnTo>
                  <a:pt x="4513103" y="26417"/>
                </a:lnTo>
                <a:lnTo>
                  <a:pt x="4528152" y="26417"/>
                </a:lnTo>
                <a:lnTo>
                  <a:pt x="4528152" y="18683"/>
                </a:lnTo>
                <a:cubicBezTo>
                  <a:pt x="4528152" y="6228"/>
                  <a:pt x="4534643" y="0"/>
                  <a:pt x="4547627" y="0"/>
                </a:cubicBezTo>
                <a:cubicBezTo>
                  <a:pt x="4550857" y="0"/>
                  <a:pt x="4554429" y="373"/>
                  <a:pt x="4558343" y="1118"/>
                </a:cubicBezTo>
                <a:lnTo>
                  <a:pt x="4558343" y="8107"/>
                </a:lnTo>
                <a:moveTo>
                  <a:pt x="4509375" y="19662"/>
                </a:moveTo>
                <a:lnTo>
                  <a:pt x="4509375" y="19662"/>
                </a:lnTo>
                <a:close/>
                <a:moveTo>
                  <a:pt x="4584623" y="26371"/>
                </a:moveTo>
                <a:lnTo>
                  <a:pt x="4570785" y="26371"/>
                </a:lnTo>
                <a:lnTo>
                  <a:pt x="4570785" y="19662"/>
                </a:lnTo>
                <a:lnTo>
                  <a:pt x="4592823" y="19662"/>
                </a:lnTo>
                <a:lnTo>
                  <a:pt x="4592823" y="59684"/>
                </a:lnTo>
                <a:lnTo>
                  <a:pt x="4606754" y="59684"/>
                </a:lnTo>
                <a:lnTo>
                  <a:pt x="4606754" y="66440"/>
                </a:lnTo>
                <a:lnTo>
                  <a:pt x="4569247" y="66440"/>
                </a:lnTo>
                <a:lnTo>
                  <a:pt x="4569247" y="59684"/>
                </a:lnTo>
                <a:lnTo>
                  <a:pt x="4584623" y="59684"/>
                </a:lnTo>
                <a:lnTo>
                  <a:pt x="4584623" y="26371"/>
                </a:lnTo>
                <a:moveTo>
                  <a:pt x="4587465" y="0"/>
                </a:moveTo>
                <a:cubicBezTo>
                  <a:pt x="4588366" y="0"/>
                  <a:pt x="4589204" y="163"/>
                  <a:pt x="4589981" y="489"/>
                </a:cubicBezTo>
                <a:cubicBezTo>
                  <a:pt x="4590757" y="815"/>
                  <a:pt x="4591433" y="1274"/>
                  <a:pt x="4592007" y="1864"/>
                </a:cubicBezTo>
                <a:cubicBezTo>
                  <a:pt x="4592582" y="2454"/>
                  <a:pt x="4593032" y="3129"/>
                  <a:pt x="4593359" y="3890"/>
                </a:cubicBezTo>
                <a:cubicBezTo>
                  <a:pt x="4593685" y="4651"/>
                  <a:pt x="4593848" y="5482"/>
                  <a:pt x="4593848" y="6383"/>
                </a:cubicBezTo>
                <a:cubicBezTo>
                  <a:pt x="4593848" y="7253"/>
                  <a:pt x="4593685" y="8076"/>
                  <a:pt x="4593359" y="8852"/>
                </a:cubicBezTo>
                <a:cubicBezTo>
                  <a:pt x="4593032" y="9629"/>
                  <a:pt x="4592582" y="10312"/>
                  <a:pt x="4592007" y="10902"/>
                </a:cubicBezTo>
                <a:cubicBezTo>
                  <a:pt x="4591433" y="11493"/>
                  <a:pt x="4590757" y="11951"/>
                  <a:pt x="4589981" y="12277"/>
                </a:cubicBezTo>
                <a:cubicBezTo>
                  <a:pt x="4589204" y="12603"/>
                  <a:pt x="4588366" y="12766"/>
                  <a:pt x="4587465" y="12766"/>
                </a:cubicBezTo>
                <a:cubicBezTo>
                  <a:pt x="4586564" y="12766"/>
                  <a:pt x="4585725" y="12603"/>
                  <a:pt x="4584949" y="12277"/>
                </a:cubicBezTo>
                <a:cubicBezTo>
                  <a:pt x="4584172" y="11951"/>
                  <a:pt x="4583497" y="11493"/>
                  <a:pt x="4582922" y="10902"/>
                </a:cubicBezTo>
                <a:cubicBezTo>
                  <a:pt x="4582347" y="10312"/>
                  <a:pt x="4581897" y="9629"/>
                  <a:pt x="4581571" y="8852"/>
                </a:cubicBezTo>
                <a:cubicBezTo>
                  <a:pt x="4581245" y="8076"/>
                  <a:pt x="4581082" y="7253"/>
                  <a:pt x="4581082" y="6383"/>
                </a:cubicBezTo>
                <a:cubicBezTo>
                  <a:pt x="4581082" y="5482"/>
                  <a:pt x="4581245" y="4651"/>
                  <a:pt x="4581571" y="3890"/>
                </a:cubicBezTo>
                <a:cubicBezTo>
                  <a:pt x="4581897" y="3129"/>
                  <a:pt x="4582347" y="2454"/>
                  <a:pt x="4582922" y="1864"/>
                </a:cubicBezTo>
                <a:cubicBezTo>
                  <a:pt x="4583497" y="1274"/>
                  <a:pt x="4584172" y="815"/>
                  <a:pt x="4584949" y="489"/>
                </a:cubicBezTo>
                <a:cubicBezTo>
                  <a:pt x="4585725" y="163"/>
                  <a:pt x="4586564" y="0"/>
                  <a:pt x="4587465" y="0"/>
                </a:cubicBezTo>
                <a:close/>
                <a:moveTo>
                  <a:pt x="4654232" y="26278"/>
                </a:moveTo>
                <a:cubicBezTo>
                  <a:pt x="4655102" y="27365"/>
                  <a:pt x="4655778" y="28631"/>
                  <a:pt x="4656259" y="30075"/>
                </a:cubicBezTo>
                <a:cubicBezTo>
                  <a:pt x="4656740" y="31519"/>
                  <a:pt x="4656981" y="33080"/>
                  <a:pt x="4656981" y="34757"/>
                </a:cubicBezTo>
                <a:cubicBezTo>
                  <a:pt x="4656981" y="37180"/>
                  <a:pt x="4656539" y="39393"/>
                  <a:pt x="4655653" y="41397"/>
                </a:cubicBezTo>
                <a:cubicBezTo>
                  <a:pt x="4654768" y="43400"/>
                  <a:pt x="4653518" y="45116"/>
                  <a:pt x="4651903" y="46545"/>
                </a:cubicBezTo>
                <a:cubicBezTo>
                  <a:pt x="4650288" y="47974"/>
                  <a:pt x="4648354" y="49084"/>
                  <a:pt x="4646102" y="49876"/>
                </a:cubicBezTo>
                <a:cubicBezTo>
                  <a:pt x="4643850" y="50668"/>
                  <a:pt x="4641373" y="51064"/>
                  <a:pt x="4638671" y="51064"/>
                </a:cubicBezTo>
                <a:cubicBezTo>
                  <a:pt x="4636714" y="51064"/>
                  <a:pt x="4634881" y="50855"/>
                  <a:pt x="4633173" y="50435"/>
                </a:cubicBezTo>
                <a:cubicBezTo>
                  <a:pt x="4631465" y="50016"/>
                  <a:pt x="4630113" y="49496"/>
                  <a:pt x="4629119" y="48875"/>
                </a:cubicBezTo>
                <a:cubicBezTo>
                  <a:pt x="4628529" y="49744"/>
                  <a:pt x="4628032" y="50566"/>
                  <a:pt x="4627628" y="51340"/>
                </a:cubicBezTo>
                <a:cubicBezTo>
                  <a:pt x="4627225" y="52112"/>
                  <a:pt x="4627023" y="52977"/>
                  <a:pt x="4627023" y="53934"/>
                </a:cubicBezTo>
                <a:cubicBezTo>
                  <a:pt x="4627023" y="55107"/>
                  <a:pt x="4627590" y="56079"/>
                  <a:pt x="4628723" y="56850"/>
                </a:cubicBezTo>
                <a:cubicBezTo>
                  <a:pt x="4629857" y="57621"/>
                  <a:pt x="4631356" y="58038"/>
                  <a:pt x="4633219" y="58100"/>
                </a:cubicBezTo>
                <a:lnTo>
                  <a:pt x="4645520" y="58566"/>
                </a:lnTo>
                <a:cubicBezTo>
                  <a:pt x="4647849" y="58628"/>
                  <a:pt x="4650000" y="58923"/>
                  <a:pt x="4651973" y="59452"/>
                </a:cubicBezTo>
                <a:cubicBezTo>
                  <a:pt x="4653945" y="59981"/>
                  <a:pt x="4655638" y="60744"/>
                  <a:pt x="4657051" y="61740"/>
                </a:cubicBezTo>
                <a:cubicBezTo>
                  <a:pt x="4658464" y="62735"/>
                  <a:pt x="4659567" y="63963"/>
                  <a:pt x="4660359" y="65426"/>
                </a:cubicBezTo>
                <a:cubicBezTo>
                  <a:pt x="4661151" y="66888"/>
                  <a:pt x="4661547" y="68584"/>
                  <a:pt x="4661547" y="70513"/>
                </a:cubicBezTo>
                <a:cubicBezTo>
                  <a:pt x="4661547" y="72598"/>
                  <a:pt x="4661097" y="74574"/>
                  <a:pt x="4660196" y="76441"/>
                </a:cubicBezTo>
                <a:cubicBezTo>
                  <a:pt x="4659295" y="78307"/>
                  <a:pt x="4657905" y="79948"/>
                  <a:pt x="4656026" y="81364"/>
                </a:cubicBezTo>
                <a:cubicBezTo>
                  <a:pt x="4654147" y="82780"/>
                  <a:pt x="4651763" y="83908"/>
                  <a:pt x="4648874" y="84747"/>
                </a:cubicBezTo>
                <a:cubicBezTo>
                  <a:pt x="4645986" y="85588"/>
                  <a:pt x="4642553" y="86008"/>
                  <a:pt x="4638577" y="86008"/>
                </a:cubicBezTo>
                <a:cubicBezTo>
                  <a:pt x="4634788" y="86008"/>
                  <a:pt x="4631565" y="85705"/>
                  <a:pt x="4628910" y="85098"/>
                </a:cubicBezTo>
                <a:cubicBezTo>
                  <a:pt x="4626254" y="84491"/>
                  <a:pt x="4624072" y="83651"/>
                  <a:pt x="4622364" y="82578"/>
                </a:cubicBezTo>
                <a:cubicBezTo>
                  <a:pt x="4620655" y="81504"/>
                  <a:pt x="4619413" y="80228"/>
                  <a:pt x="4618636" y="78750"/>
                </a:cubicBezTo>
                <a:cubicBezTo>
                  <a:pt x="4617860" y="77273"/>
                  <a:pt x="4617471" y="75647"/>
                  <a:pt x="4617471" y="73874"/>
                </a:cubicBezTo>
                <a:cubicBezTo>
                  <a:pt x="4617471" y="71603"/>
                  <a:pt x="4618000" y="69611"/>
                  <a:pt x="4619056" y="67900"/>
                </a:cubicBezTo>
                <a:cubicBezTo>
                  <a:pt x="4620112" y="66190"/>
                  <a:pt x="4621742" y="64541"/>
                  <a:pt x="4623948" y="62954"/>
                </a:cubicBezTo>
                <a:cubicBezTo>
                  <a:pt x="4623140" y="62582"/>
                  <a:pt x="4622441" y="62117"/>
                  <a:pt x="4621851" y="61559"/>
                </a:cubicBezTo>
                <a:cubicBezTo>
                  <a:pt x="4621261" y="61001"/>
                  <a:pt x="4620780" y="60389"/>
                  <a:pt x="4620407" y="59723"/>
                </a:cubicBezTo>
                <a:cubicBezTo>
                  <a:pt x="4620034" y="59056"/>
                  <a:pt x="4619754" y="58351"/>
                  <a:pt x="4619568" y="57608"/>
                </a:cubicBezTo>
                <a:cubicBezTo>
                  <a:pt x="4619382" y="56863"/>
                  <a:pt x="4619289" y="56135"/>
                  <a:pt x="4619289" y="55422"/>
                </a:cubicBezTo>
                <a:cubicBezTo>
                  <a:pt x="4619289" y="53407"/>
                  <a:pt x="4619762" y="51563"/>
                  <a:pt x="4620710" y="49889"/>
                </a:cubicBezTo>
                <a:cubicBezTo>
                  <a:pt x="4621657" y="48216"/>
                  <a:pt x="4622783" y="46635"/>
                  <a:pt x="4624088" y="45147"/>
                </a:cubicBezTo>
                <a:cubicBezTo>
                  <a:pt x="4623497" y="44433"/>
                  <a:pt x="4622977" y="43734"/>
                  <a:pt x="4622527" y="43051"/>
                </a:cubicBezTo>
                <a:cubicBezTo>
                  <a:pt x="4622076" y="42367"/>
                  <a:pt x="4621688" y="41630"/>
                  <a:pt x="4621362" y="40838"/>
                </a:cubicBezTo>
                <a:cubicBezTo>
                  <a:pt x="4621036" y="40045"/>
                  <a:pt x="4620787" y="39191"/>
                  <a:pt x="4620616" y="38275"/>
                </a:cubicBezTo>
                <a:cubicBezTo>
                  <a:pt x="4620446" y="37359"/>
                  <a:pt x="4620360" y="36310"/>
                  <a:pt x="4620360" y="35130"/>
                </a:cubicBezTo>
                <a:cubicBezTo>
                  <a:pt x="4620360" y="32707"/>
                  <a:pt x="4620803" y="30494"/>
                  <a:pt x="4621688" y="28491"/>
                </a:cubicBezTo>
                <a:cubicBezTo>
                  <a:pt x="4622573" y="26487"/>
                  <a:pt x="4623816" y="24771"/>
                  <a:pt x="4625415" y="23342"/>
                </a:cubicBezTo>
                <a:cubicBezTo>
                  <a:pt x="4627015" y="21914"/>
                  <a:pt x="4628941" y="20803"/>
                  <a:pt x="4631193" y="20011"/>
                </a:cubicBezTo>
                <a:cubicBezTo>
                  <a:pt x="4633445" y="19219"/>
                  <a:pt x="4635937" y="18823"/>
                  <a:pt x="4638671" y="18823"/>
                </a:cubicBezTo>
                <a:cubicBezTo>
                  <a:pt x="4639820" y="18823"/>
                  <a:pt x="4640923" y="18901"/>
                  <a:pt x="4641979" y="19056"/>
                </a:cubicBezTo>
                <a:cubicBezTo>
                  <a:pt x="4643035" y="19211"/>
                  <a:pt x="4643967" y="19413"/>
                  <a:pt x="4644774" y="19662"/>
                </a:cubicBezTo>
                <a:lnTo>
                  <a:pt x="4661734" y="19662"/>
                </a:lnTo>
                <a:lnTo>
                  <a:pt x="4661734" y="26278"/>
                </a:lnTo>
                <a:lnTo>
                  <a:pt x="4654232" y="26278"/>
                </a:lnTo>
                <a:moveTo>
                  <a:pt x="4626091" y="73175"/>
                </a:moveTo>
                <a:cubicBezTo>
                  <a:pt x="4626091" y="75387"/>
                  <a:pt x="4627240" y="76999"/>
                  <a:pt x="4629539" y="78012"/>
                </a:cubicBezTo>
                <a:cubicBezTo>
                  <a:pt x="4631837" y="79025"/>
                  <a:pt x="4635037" y="79532"/>
                  <a:pt x="4639137" y="79532"/>
                </a:cubicBezTo>
                <a:cubicBezTo>
                  <a:pt x="4641715" y="79532"/>
                  <a:pt x="4643881" y="79298"/>
                  <a:pt x="4645636" y="78830"/>
                </a:cubicBezTo>
                <a:cubicBezTo>
                  <a:pt x="4647391" y="78363"/>
                  <a:pt x="4648804" y="77748"/>
                  <a:pt x="4649876" y="76984"/>
                </a:cubicBezTo>
                <a:cubicBezTo>
                  <a:pt x="4650948" y="76220"/>
                  <a:pt x="4651716" y="75347"/>
                  <a:pt x="4652182" y="74366"/>
                </a:cubicBezTo>
                <a:cubicBezTo>
                  <a:pt x="4652648" y="73385"/>
                  <a:pt x="4652881" y="72380"/>
                  <a:pt x="4652881" y="71351"/>
                </a:cubicBezTo>
                <a:cubicBezTo>
                  <a:pt x="4652881" y="69449"/>
                  <a:pt x="4652105" y="68047"/>
                  <a:pt x="4650552" y="67143"/>
                </a:cubicBezTo>
                <a:cubicBezTo>
                  <a:pt x="4648998" y="66239"/>
                  <a:pt x="4646622" y="65710"/>
                  <a:pt x="4643423" y="65554"/>
                </a:cubicBezTo>
                <a:lnTo>
                  <a:pt x="4631216" y="65135"/>
                </a:lnTo>
                <a:cubicBezTo>
                  <a:pt x="4630191" y="65820"/>
                  <a:pt x="4629345" y="66490"/>
                  <a:pt x="4628677" y="67144"/>
                </a:cubicBezTo>
                <a:cubicBezTo>
                  <a:pt x="4628009" y="67800"/>
                  <a:pt x="4627489" y="68462"/>
                  <a:pt x="4627116" y="69132"/>
                </a:cubicBezTo>
                <a:cubicBezTo>
                  <a:pt x="4626743" y="69802"/>
                  <a:pt x="4626479" y="70471"/>
                  <a:pt x="4626324" y="71141"/>
                </a:cubicBezTo>
                <a:cubicBezTo>
                  <a:pt x="4626169" y="71812"/>
                  <a:pt x="4626091" y="72490"/>
                  <a:pt x="4626091" y="73175"/>
                </a:cubicBezTo>
                <a:moveTo>
                  <a:pt x="4628560" y="34944"/>
                </a:moveTo>
                <a:cubicBezTo>
                  <a:pt x="4628560" y="36435"/>
                  <a:pt x="4628809" y="37801"/>
                  <a:pt x="4629306" y="39044"/>
                </a:cubicBezTo>
                <a:cubicBezTo>
                  <a:pt x="4629803" y="40286"/>
                  <a:pt x="4630502" y="41342"/>
                  <a:pt x="4631402" y="42212"/>
                </a:cubicBezTo>
                <a:cubicBezTo>
                  <a:pt x="4632303" y="43082"/>
                  <a:pt x="4633367" y="43757"/>
                  <a:pt x="4634594" y="44239"/>
                </a:cubicBezTo>
                <a:cubicBezTo>
                  <a:pt x="4635821" y="44720"/>
                  <a:pt x="4637180" y="44961"/>
                  <a:pt x="4638671" y="44961"/>
                </a:cubicBezTo>
                <a:cubicBezTo>
                  <a:pt x="4640286" y="44961"/>
                  <a:pt x="4641722" y="44689"/>
                  <a:pt x="4642980" y="44146"/>
                </a:cubicBezTo>
                <a:cubicBezTo>
                  <a:pt x="4644238" y="43602"/>
                  <a:pt x="4645294" y="42864"/>
                  <a:pt x="4646149" y="41932"/>
                </a:cubicBezTo>
                <a:cubicBezTo>
                  <a:pt x="4647003" y="41001"/>
                  <a:pt x="4647655" y="39929"/>
                  <a:pt x="4648105" y="38718"/>
                </a:cubicBezTo>
                <a:cubicBezTo>
                  <a:pt x="4648556" y="37506"/>
                  <a:pt x="4648781" y="36248"/>
                  <a:pt x="4648781" y="34944"/>
                </a:cubicBezTo>
                <a:cubicBezTo>
                  <a:pt x="4648781" y="33453"/>
                  <a:pt x="4648533" y="32086"/>
                  <a:pt x="4648036" y="30844"/>
                </a:cubicBezTo>
                <a:cubicBezTo>
                  <a:pt x="4647539" y="29601"/>
                  <a:pt x="4646840" y="28545"/>
                  <a:pt x="4645939" y="27675"/>
                </a:cubicBezTo>
                <a:cubicBezTo>
                  <a:pt x="4645038" y="26806"/>
                  <a:pt x="4643974" y="26130"/>
                  <a:pt x="4642747" y="25649"/>
                </a:cubicBezTo>
                <a:cubicBezTo>
                  <a:pt x="4641521" y="25167"/>
                  <a:pt x="4640162" y="24927"/>
                  <a:pt x="4638671" y="24927"/>
                </a:cubicBezTo>
                <a:cubicBezTo>
                  <a:pt x="4637056" y="24927"/>
                  <a:pt x="4635619" y="25206"/>
                  <a:pt x="4634361" y="25765"/>
                </a:cubicBezTo>
                <a:cubicBezTo>
                  <a:pt x="4633103" y="26324"/>
                  <a:pt x="4632047" y="27062"/>
                  <a:pt x="4631193" y="27978"/>
                </a:cubicBezTo>
                <a:cubicBezTo>
                  <a:pt x="4630339" y="28895"/>
                  <a:pt x="4629686" y="29958"/>
                  <a:pt x="4629236" y="31170"/>
                </a:cubicBezTo>
                <a:cubicBezTo>
                  <a:pt x="4628785" y="32381"/>
                  <a:pt x="4628560" y="33639"/>
                  <a:pt x="4628560" y="34944"/>
                </a:cubicBezTo>
                <a:close/>
                <a:moveTo>
                  <a:pt x="4710004" y="66440"/>
                </a:moveTo>
                <a:lnTo>
                  <a:pt x="4702736" y="66440"/>
                </a:lnTo>
                <a:lnTo>
                  <a:pt x="4702457" y="58892"/>
                </a:lnTo>
                <a:cubicBezTo>
                  <a:pt x="4701059" y="60507"/>
                  <a:pt x="4699731" y="61850"/>
                  <a:pt x="4698473" y="62922"/>
                </a:cubicBezTo>
                <a:cubicBezTo>
                  <a:pt x="4697215" y="63994"/>
                  <a:pt x="4695965" y="64856"/>
                  <a:pt x="4694722" y="65508"/>
                </a:cubicBezTo>
                <a:cubicBezTo>
                  <a:pt x="4693480" y="66160"/>
                  <a:pt x="4692230" y="66618"/>
                  <a:pt x="4690972" y="66882"/>
                </a:cubicBezTo>
                <a:cubicBezTo>
                  <a:pt x="4689714" y="67146"/>
                  <a:pt x="4688386" y="67278"/>
                  <a:pt x="4686988" y="67278"/>
                </a:cubicBezTo>
                <a:cubicBezTo>
                  <a:pt x="4682174" y="67278"/>
                  <a:pt x="4678540" y="65865"/>
                  <a:pt x="4676086" y="63038"/>
                </a:cubicBezTo>
                <a:cubicBezTo>
                  <a:pt x="4673632" y="60212"/>
                  <a:pt x="4672405" y="55941"/>
                  <a:pt x="4672405" y="50226"/>
                </a:cubicBezTo>
                <a:lnTo>
                  <a:pt x="4672405" y="19662"/>
                </a:lnTo>
                <a:lnTo>
                  <a:pt x="4680512" y="19662"/>
                </a:lnTo>
                <a:lnTo>
                  <a:pt x="4680512" y="49573"/>
                </a:lnTo>
                <a:cubicBezTo>
                  <a:pt x="4680512" y="56749"/>
                  <a:pt x="4683214" y="60336"/>
                  <a:pt x="4688619" y="60336"/>
                </a:cubicBezTo>
                <a:cubicBezTo>
                  <a:pt x="4689613" y="60336"/>
                  <a:pt x="4690584" y="60189"/>
                  <a:pt x="4691531" y="59894"/>
                </a:cubicBezTo>
                <a:cubicBezTo>
                  <a:pt x="4692478" y="59598"/>
                  <a:pt x="4693472" y="59086"/>
                  <a:pt x="4694513" y="58356"/>
                </a:cubicBezTo>
                <a:cubicBezTo>
                  <a:pt x="4695553" y="57626"/>
                  <a:pt x="4696671" y="56640"/>
                  <a:pt x="4697867" y="55397"/>
                </a:cubicBezTo>
                <a:cubicBezTo>
                  <a:pt x="4699063" y="54155"/>
                  <a:pt x="4700407" y="52586"/>
                  <a:pt x="4701898" y="50692"/>
                </a:cubicBezTo>
                <a:lnTo>
                  <a:pt x="4701898" y="19662"/>
                </a:lnTo>
                <a:lnTo>
                  <a:pt x="4710004" y="19662"/>
                </a:lnTo>
                <a:lnTo>
                  <a:pt x="4710004" y="66440"/>
                </a:lnTo>
                <a:close/>
                <a:moveTo>
                  <a:pt x="4726174" y="19662"/>
                </a:moveTo>
                <a:lnTo>
                  <a:pt x="4733582" y="19662"/>
                </a:lnTo>
                <a:lnTo>
                  <a:pt x="4733815" y="28259"/>
                </a:lnTo>
                <a:cubicBezTo>
                  <a:pt x="4736579" y="24943"/>
                  <a:pt x="4739305" y="22542"/>
                  <a:pt x="4741992" y="21055"/>
                </a:cubicBezTo>
                <a:cubicBezTo>
                  <a:pt x="4744678" y="19567"/>
                  <a:pt x="4747388" y="18823"/>
                  <a:pt x="4750122" y="18823"/>
                </a:cubicBezTo>
                <a:cubicBezTo>
                  <a:pt x="4754967" y="18823"/>
                  <a:pt x="4758640" y="20388"/>
                  <a:pt x="4761141" y="23517"/>
                </a:cubicBezTo>
                <a:cubicBezTo>
                  <a:pt x="4763641" y="26647"/>
                  <a:pt x="4764798" y="31294"/>
                  <a:pt x="4764612" y="37460"/>
                </a:cubicBezTo>
                <a:lnTo>
                  <a:pt x="4756412" y="37460"/>
                </a:lnTo>
                <a:cubicBezTo>
                  <a:pt x="4756505" y="33376"/>
                  <a:pt x="4755907" y="30414"/>
                  <a:pt x="4754618" y="28574"/>
                </a:cubicBezTo>
                <a:cubicBezTo>
                  <a:pt x="4753329" y="26732"/>
                  <a:pt x="4751442" y="25812"/>
                  <a:pt x="4748957" y="25812"/>
                </a:cubicBezTo>
                <a:cubicBezTo>
                  <a:pt x="4747870" y="25812"/>
                  <a:pt x="4746775" y="26005"/>
                  <a:pt x="4745672" y="26393"/>
                </a:cubicBezTo>
                <a:cubicBezTo>
                  <a:pt x="4744570" y="26779"/>
                  <a:pt x="4743436" y="27397"/>
                  <a:pt x="4742271" y="28248"/>
                </a:cubicBezTo>
                <a:cubicBezTo>
                  <a:pt x="4741106" y="29098"/>
                  <a:pt x="4739872" y="30188"/>
                  <a:pt x="4738567" y="31519"/>
                </a:cubicBezTo>
                <a:cubicBezTo>
                  <a:pt x="4737263" y="32849"/>
                  <a:pt x="4735865" y="34457"/>
                  <a:pt x="4734374" y="36344"/>
                </a:cubicBezTo>
                <a:lnTo>
                  <a:pt x="4734374" y="66440"/>
                </a:lnTo>
                <a:lnTo>
                  <a:pt x="4726174" y="66440"/>
                </a:lnTo>
                <a:lnTo>
                  <a:pt x="4726174" y="19662"/>
                </a:lnTo>
                <a:close/>
                <a:moveTo>
                  <a:pt x="4806174" y="66440"/>
                </a:moveTo>
                <a:lnTo>
                  <a:pt x="4805987" y="60137"/>
                </a:lnTo>
                <a:cubicBezTo>
                  <a:pt x="4803440" y="62657"/>
                  <a:pt x="4800854" y="64478"/>
                  <a:pt x="4798230" y="65598"/>
                </a:cubicBezTo>
                <a:cubicBezTo>
                  <a:pt x="4795605" y="66718"/>
                  <a:pt x="4792848" y="67278"/>
                  <a:pt x="4789960" y="67278"/>
                </a:cubicBezTo>
                <a:cubicBezTo>
                  <a:pt x="4787288" y="67278"/>
                  <a:pt x="4785005" y="66936"/>
                  <a:pt x="4783111" y="66252"/>
                </a:cubicBezTo>
                <a:cubicBezTo>
                  <a:pt x="4781216" y="65567"/>
                  <a:pt x="4779655" y="64626"/>
                  <a:pt x="4778428" y="63429"/>
                </a:cubicBezTo>
                <a:cubicBezTo>
                  <a:pt x="4777201" y="62231"/>
                  <a:pt x="4776301" y="60823"/>
                  <a:pt x="4775726" y="59205"/>
                </a:cubicBezTo>
                <a:cubicBezTo>
                  <a:pt x="4775151" y="57587"/>
                  <a:pt x="4774864" y="55829"/>
                  <a:pt x="4774864" y="53931"/>
                </a:cubicBezTo>
                <a:cubicBezTo>
                  <a:pt x="4774864" y="49233"/>
                  <a:pt x="4776611" y="45554"/>
                  <a:pt x="4780106" y="42895"/>
                </a:cubicBezTo>
                <a:cubicBezTo>
                  <a:pt x="4783600" y="40234"/>
                  <a:pt x="4788764" y="38904"/>
                  <a:pt x="4795597" y="38904"/>
                </a:cubicBezTo>
                <a:lnTo>
                  <a:pt x="4805288" y="38904"/>
                </a:lnTo>
                <a:lnTo>
                  <a:pt x="4805288" y="34818"/>
                </a:lnTo>
                <a:cubicBezTo>
                  <a:pt x="4805288" y="32064"/>
                  <a:pt x="4804403" y="29858"/>
                  <a:pt x="4802633" y="28202"/>
                </a:cubicBezTo>
                <a:cubicBezTo>
                  <a:pt x="4800862" y="26547"/>
                  <a:pt x="4798160" y="25719"/>
                  <a:pt x="4794526" y="25719"/>
                </a:cubicBezTo>
                <a:cubicBezTo>
                  <a:pt x="4791885" y="25719"/>
                  <a:pt x="4789284" y="26018"/>
                  <a:pt x="4786722" y="26617"/>
                </a:cubicBezTo>
                <a:cubicBezTo>
                  <a:pt x="4784159" y="27215"/>
                  <a:pt x="4781511" y="28065"/>
                  <a:pt x="4778778" y="29166"/>
                </a:cubicBezTo>
                <a:lnTo>
                  <a:pt x="4778778" y="21851"/>
                </a:lnTo>
                <a:cubicBezTo>
                  <a:pt x="4779803" y="21473"/>
                  <a:pt x="4780944" y="21102"/>
                  <a:pt x="4782202" y="20739"/>
                </a:cubicBezTo>
                <a:cubicBezTo>
                  <a:pt x="4783460" y="20376"/>
                  <a:pt x="4784788" y="20053"/>
                  <a:pt x="4786186" y="19769"/>
                </a:cubicBezTo>
                <a:cubicBezTo>
                  <a:pt x="4787584" y="19485"/>
                  <a:pt x="4789043" y="19256"/>
                  <a:pt x="4790565" y="19084"/>
                </a:cubicBezTo>
                <a:cubicBezTo>
                  <a:pt x="4792087" y="18910"/>
                  <a:pt x="4793625" y="18823"/>
                  <a:pt x="4795178" y="18823"/>
                </a:cubicBezTo>
                <a:cubicBezTo>
                  <a:pt x="4798005" y="18823"/>
                  <a:pt x="4800552" y="19134"/>
                  <a:pt x="4802819" y="19755"/>
                </a:cubicBezTo>
                <a:cubicBezTo>
                  <a:pt x="4805086" y="20376"/>
                  <a:pt x="4807004" y="21323"/>
                  <a:pt x="4808573" y="22597"/>
                </a:cubicBezTo>
                <a:cubicBezTo>
                  <a:pt x="4810142" y="23870"/>
                  <a:pt x="4811345" y="25470"/>
                  <a:pt x="4812184" y="27396"/>
                </a:cubicBezTo>
                <a:cubicBezTo>
                  <a:pt x="4813023" y="29322"/>
                  <a:pt x="4813442" y="31589"/>
                  <a:pt x="4813442" y="34198"/>
                </a:cubicBezTo>
                <a:lnTo>
                  <a:pt x="4813442" y="66440"/>
                </a:lnTo>
                <a:lnTo>
                  <a:pt x="4806174" y="66440"/>
                </a:lnTo>
                <a:moveTo>
                  <a:pt x="4805288" y="45101"/>
                </a:moveTo>
                <a:lnTo>
                  <a:pt x="4794992" y="45101"/>
                </a:lnTo>
                <a:cubicBezTo>
                  <a:pt x="4792973" y="45101"/>
                  <a:pt x="4791233" y="45304"/>
                  <a:pt x="4789773" y="45709"/>
                </a:cubicBezTo>
                <a:cubicBezTo>
                  <a:pt x="4788313" y="46114"/>
                  <a:pt x="4787118" y="46690"/>
                  <a:pt x="4786186" y="47438"/>
                </a:cubicBezTo>
                <a:cubicBezTo>
                  <a:pt x="4785254" y="48185"/>
                  <a:pt x="4784563" y="49081"/>
                  <a:pt x="4784112" y="50125"/>
                </a:cubicBezTo>
                <a:cubicBezTo>
                  <a:pt x="4783662" y="51169"/>
                  <a:pt x="4783437" y="52345"/>
                  <a:pt x="4783437" y="53653"/>
                </a:cubicBezTo>
                <a:cubicBezTo>
                  <a:pt x="4783437" y="54557"/>
                  <a:pt x="4783577" y="55422"/>
                  <a:pt x="4783856" y="56248"/>
                </a:cubicBezTo>
                <a:cubicBezTo>
                  <a:pt x="4784136" y="57073"/>
                  <a:pt x="4784586" y="57805"/>
                  <a:pt x="4785207" y="58443"/>
                </a:cubicBezTo>
                <a:cubicBezTo>
                  <a:pt x="4785829" y="59082"/>
                  <a:pt x="4786636" y="59588"/>
                  <a:pt x="4787630" y="59962"/>
                </a:cubicBezTo>
                <a:cubicBezTo>
                  <a:pt x="4788624" y="60336"/>
                  <a:pt x="4789835" y="60522"/>
                  <a:pt x="4791264" y="60522"/>
                </a:cubicBezTo>
                <a:cubicBezTo>
                  <a:pt x="4793128" y="60522"/>
                  <a:pt x="4795263" y="59954"/>
                  <a:pt x="4797671" y="58818"/>
                </a:cubicBezTo>
                <a:cubicBezTo>
                  <a:pt x="4800078" y="57680"/>
                  <a:pt x="4802617" y="55880"/>
                  <a:pt x="4805288" y="53419"/>
                </a:cubicBezTo>
                <a:lnTo>
                  <a:pt x="4805288" y="45101"/>
                </a:lnTo>
                <a:close/>
                <a:moveTo>
                  <a:pt x="4865673" y="65741"/>
                </a:moveTo>
                <a:cubicBezTo>
                  <a:pt x="4863840" y="66223"/>
                  <a:pt x="4861946" y="66569"/>
                  <a:pt x="4859989" y="66777"/>
                </a:cubicBezTo>
                <a:cubicBezTo>
                  <a:pt x="4858032" y="66987"/>
                  <a:pt x="4856044" y="67092"/>
                  <a:pt x="4854025" y="67092"/>
                </a:cubicBezTo>
                <a:cubicBezTo>
                  <a:pt x="4848155" y="67092"/>
                  <a:pt x="4843775" y="65764"/>
                  <a:pt x="4840886" y="63108"/>
                </a:cubicBezTo>
                <a:cubicBezTo>
                  <a:pt x="4837998" y="60453"/>
                  <a:pt x="4836553" y="56376"/>
                  <a:pt x="4836553" y="50878"/>
                </a:cubicBezTo>
                <a:lnTo>
                  <a:pt x="4836553" y="26464"/>
                </a:lnTo>
                <a:lnTo>
                  <a:pt x="4823461" y="26464"/>
                </a:lnTo>
                <a:lnTo>
                  <a:pt x="4823461" y="19662"/>
                </a:lnTo>
                <a:lnTo>
                  <a:pt x="4836553" y="19662"/>
                </a:lnTo>
                <a:lnTo>
                  <a:pt x="4836553" y="6762"/>
                </a:lnTo>
                <a:lnTo>
                  <a:pt x="4844660" y="4659"/>
                </a:lnTo>
                <a:lnTo>
                  <a:pt x="4844660" y="19662"/>
                </a:lnTo>
                <a:lnTo>
                  <a:pt x="4865673" y="19662"/>
                </a:lnTo>
                <a:lnTo>
                  <a:pt x="4865673" y="26464"/>
                </a:lnTo>
                <a:lnTo>
                  <a:pt x="4844660" y="26464"/>
                </a:lnTo>
                <a:lnTo>
                  <a:pt x="4844660" y="50226"/>
                </a:lnTo>
                <a:cubicBezTo>
                  <a:pt x="4844660" y="53580"/>
                  <a:pt x="4845553" y="56089"/>
                  <a:pt x="4847339" y="57750"/>
                </a:cubicBezTo>
                <a:cubicBezTo>
                  <a:pt x="4849125" y="59412"/>
                  <a:pt x="4851758" y="60243"/>
                  <a:pt x="4855237" y="60243"/>
                </a:cubicBezTo>
                <a:cubicBezTo>
                  <a:pt x="4856727" y="60243"/>
                  <a:pt x="4858358" y="60123"/>
                  <a:pt x="4860129" y="59883"/>
                </a:cubicBezTo>
                <a:cubicBezTo>
                  <a:pt x="4861899" y="59643"/>
                  <a:pt x="4863747" y="59265"/>
                  <a:pt x="4865673" y="58752"/>
                </a:cubicBezTo>
                <a:lnTo>
                  <a:pt x="4865673" y="65741"/>
                </a:lnTo>
                <a:close/>
                <a:moveTo>
                  <a:pt x="4895773" y="26371"/>
                </a:moveTo>
                <a:lnTo>
                  <a:pt x="4881936" y="26371"/>
                </a:lnTo>
                <a:lnTo>
                  <a:pt x="4881936" y="19662"/>
                </a:lnTo>
                <a:lnTo>
                  <a:pt x="4903973" y="19662"/>
                </a:lnTo>
                <a:lnTo>
                  <a:pt x="4903973" y="59684"/>
                </a:lnTo>
                <a:lnTo>
                  <a:pt x="4917904" y="59684"/>
                </a:lnTo>
                <a:lnTo>
                  <a:pt x="4917904" y="66440"/>
                </a:lnTo>
                <a:lnTo>
                  <a:pt x="4880398" y="66440"/>
                </a:lnTo>
                <a:lnTo>
                  <a:pt x="4880398" y="59684"/>
                </a:lnTo>
                <a:lnTo>
                  <a:pt x="4895773" y="59684"/>
                </a:lnTo>
                <a:lnTo>
                  <a:pt x="4895773" y="26371"/>
                </a:lnTo>
                <a:moveTo>
                  <a:pt x="4898615" y="0"/>
                </a:moveTo>
                <a:cubicBezTo>
                  <a:pt x="4899516" y="0"/>
                  <a:pt x="4900355" y="163"/>
                  <a:pt x="4901131" y="489"/>
                </a:cubicBezTo>
                <a:cubicBezTo>
                  <a:pt x="4901908" y="815"/>
                  <a:pt x="4902583" y="1274"/>
                  <a:pt x="4903158" y="1864"/>
                </a:cubicBezTo>
                <a:cubicBezTo>
                  <a:pt x="4903733" y="2454"/>
                  <a:pt x="4904183" y="3129"/>
                  <a:pt x="4904509" y="3890"/>
                </a:cubicBezTo>
                <a:cubicBezTo>
                  <a:pt x="4904835" y="4651"/>
                  <a:pt x="4904998" y="5482"/>
                  <a:pt x="4904998" y="6383"/>
                </a:cubicBezTo>
                <a:cubicBezTo>
                  <a:pt x="4904998" y="7253"/>
                  <a:pt x="4904835" y="8076"/>
                  <a:pt x="4904509" y="8852"/>
                </a:cubicBezTo>
                <a:cubicBezTo>
                  <a:pt x="4904183" y="9629"/>
                  <a:pt x="4903733" y="10312"/>
                  <a:pt x="4903158" y="10902"/>
                </a:cubicBezTo>
                <a:cubicBezTo>
                  <a:pt x="4902583" y="11493"/>
                  <a:pt x="4901908" y="11951"/>
                  <a:pt x="4901131" y="12277"/>
                </a:cubicBezTo>
                <a:cubicBezTo>
                  <a:pt x="4900355" y="12603"/>
                  <a:pt x="4899516" y="12766"/>
                  <a:pt x="4898615" y="12766"/>
                </a:cubicBezTo>
                <a:cubicBezTo>
                  <a:pt x="4897715" y="12766"/>
                  <a:pt x="4896876" y="12603"/>
                  <a:pt x="4896099" y="12277"/>
                </a:cubicBezTo>
                <a:cubicBezTo>
                  <a:pt x="4895323" y="11951"/>
                  <a:pt x="4894647" y="11493"/>
                  <a:pt x="4894073" y="10902"/>
                </a:cubicBezTo>
                <a:cubicBezTo>
                  <a:pt x="4893498" y="10312"/>
                  <a:pt x="4893048" y="9629"/>
                  <a:pt x="4892722" y="8852"/>
                </a:cubicBezTo>
                <a:cubicBezTo>
                  <a:pt x="4892395" y="8076"/>
                  <a:pt x="4892232" y="7253"/>
                  <a:pt x="4892232" y="6383"/>
                </a:cubicBezTo>
                <a:cubicBezTo>
                  <a:pt x="4892232" y="5482"/>
                  <a:pt x="4892395" y="4651"/>
                  <a:pt x="4892722" y="3890"/>
                </a:cubicBezTo>
                <a:cubicBezTo>
                  <a:pt x="4893048" y="3129"/>
                  <a:pt x="4893498" y="2454"/>
                  <a:pt x="4894073" y="1864"/>
                </a:cubicBezTo>
                <a:cubicBezTo>
                  <a:pt x="4894647" y="1274"/>
                  <a:pt x="4895323" y="815"/>
                  <a:pt x="4896099" y="489"/>
                </a:cubicBezTo>
                <a:cubicBezTo>
                  <a:pt x="4896876" y="163"/>
                  <a:pt x="4897715" y="0"/>
                  <a:pt x="4898615" y="0"/>
                </a:cubicBezTo>
                <a:close/>
                <a:moveTo>
                  <a:pt x="4972418" y="42678"/>
                </a:moveTo>
                <a:cubicBezTo>
                  <a:pt x="4972418" y="46312"/>
                  <a:pt x="4971906" y="49643"/>
                  <a:pt x="4970881" y="52672"/>
                </a:cubicBezTo>
                <a:cubicBezTo>
                  <a:pt x="4969856" y="55700"/>
                  <a:pt x="4968381" y="58294"/>
                  <a:pt x="4966455" y="60453"/>
                </a:cubicBezTo>
                <a:cubicBezTo>
                  <a:pt x="4964529" y="62611"/>
                  <a:pt x="4962184" y="64289"/>
                  <a:pt x="4959419" y="65485"/>
                </a:cubicBezTo>
                <a:cubicBezTo>
                  <a:pt x="4956655" y="66680"/>
                  <a:pt x="4953518" y="67278"/>
                  <a:pt x="4950008" y="67278"/>
                </a:cubicBezTo>
                <a:cubicBezTo>
                  <a:pt x="4946653" y="67278"/>
                  <a:pt x="4943648" y="66758"/>
                  <a:pt x="4940992" y="65717"/>
                </a:cubicBezTo>
                <a:cubicBezTo>
                  <a:pt x="4938337" y="64677"/>
                  <a:pt x="4936085" y="63147"/>
                  <a:pt x="4934237" y="61128"/>
                </a:cubicBezTo>
                <a:cubicBezTo>
                  <a:pt x="4932389" y="59109"/>
                  <a:pt x="4930975" y="56609"/>
                  <a:pt x="4929997" y="53627"/>
                </a:cubicBezTo>
                <a:cubicBezTo>
                  <a:pt x="4929018" y="50645"/>
                  <a:pt x="4928529" y="47213"/>
                  <a:pt x="4928529" y="43330"/>
                </a:cubicBezTo>
                <a:cubicBezTo>
                  <a:pt x="4928529" y="39696"/>
                  <a:pt x="4929042" y="36380"/>
                  <a:pt x="4930067" y="33383"/>
                </a:cubicBezTo>
                <a:cubicBezTo>
                  <a:pt x="4931092" y="30385"/>
                  <a:pt x="4932567" y="27807"/>
                  <a:pt x="4934493" y="25649"/>
                </a:cubicBezTo>
                <a:cubicBezTo>
                  <a:pt x="4936419" y="23490"/>
                  <a:pt x="4938764" y="21813"/>
                  <a:pt x="4941528" y="20617"/>
                </a:cubicBezTo>
                <a:cubicBezTo>
                  <a:pt x="4944293" y="19421"/>
                  <a:pt x="4947430" y="18823"/>
                  <a:pt x="4950940" y="18823"/>
                </a:cubicBezTo>
                <a:cubicBezTo>
                  <a:pt x="4954294" y="18823"/>
                  <a:pt x="4957300" y="19343"/>
                  <a:pt x="4959955" y="20384"/>
                </a:cubicBezTo>
                <a:cubicBezTo>
                  <a:pt x="4962611" y="21424"/>
                  <a:pt x="4964863" y="22946"/>
                  <a:pt x="4966711" y="24950"/>
                </a:cubicBezTo>
                <a:cubicBezTo>
                  <a:pt x="4968559" y="26953"/>
                  <a:pt x="4969972" y="29446"/>
                  <a:pt x="4970951" y="32428"/>
                </a:cubicBezTo>
                <a:cubicBezTo>
                  <a:pt x="4971929" y="35410"/>
                  <a:pt x="4972418" y="38826"/>
                  <a:pt x="4972418" y="42678"/>
                </a:cubicBezTo>
                <a:moveTo>
                  <a:pt x="4964125" y="43051"/>
                </a:moveTo>
                <a:cubicBezTo>
                  <a:pt x="4964125" y="40162"/>
                  <a:pt x="4963807" y="37638"/>
                  <a:pt x="4963170" y="35480"/>
                </a:cubicBezTo>
                <a:cubicBezTo>
                  <a:pt x="4962533" y="33321"/>
                  <a:pt x="4961625" y="31519"/>
                  <a:pt x="4960444" y="30075"/>
                </a:cubicBezTo>
                <a:cubicBezTo>
                  <a:pt x="4959264" y="28631"/>
                  <a:pt x="4957828" y="27543"/>
                  <a:pt x="4956135" y="26813"/>
                </a:cubicBezTo>
                <a:cubicBezTo>
                  <a:pt x="4954442" y="26084"/>
                  <a:pt x="4952555" y="25719"/>
                  <a:pt x="4950474" y="25719"/>
                </a:cubicBezTo>
                <a:cubicBezTo>
                  <a:pt x="4948051" y="25719"/>
                  <a:pt x="4945978" y="26192"/>
                  <a:pt x="4944254" y="27140"/>
                </a:cubicBezTo>
                <a:cubicBezTo>
                  <a:pt x="4942530" y="28087"/>
                  <a:pt x="4941117" y="29353"/>
                  <a:pt x="4940014" y="30937"/>
                </a:cubicBezTo>
                <a:cubicBezTo>
                  <a:pt x="4938911" y="32521"/>
                  <a:pt x="4938104" y="34361"/>
                  <a:pt x="4937591" y="36458"/>
                </a:cubicBezTo>
                <a:cubicBezTo>
                  <a:pt x="4937079" y="38555"/>
                  <a:pt x="4936823" y="40752"/>
                  <a:pt x="4936823" y="43051"/>
                </a:cubicBezTo>
                <a:cubicBezTo>
                  <a:pt x="4936823" y="45939"/>
                  <a:pt x="4937141" y="48471"/>
                  <a:pt x="4937778" y="50645"/>
                </a:cubicBezTo>
                <a:cubicBezTo>
                  <a:pt x="4938414" y="52819"/>
                  <a:pt x="4939323" y="54629"/>
                  <a:pt x="4940503" y="56073"/>
                </a:cubicBezTo>
                <a:cubicBezTo>
                  <a:pt x="4941684" y="57517"/>
                  <a:pt x="4943112" y="58604"/>
                  <a:pt x="4944790" y="59334"/>
                </a:cubicBezTo>
                <a:cubicBezTo>
                  <a:pt x="4946467" y="60064"/>
                  <a:pt x="4948362" y="60429"/>
                  <a:pt x="4950474" y="60429"/>
                </a:cubicBezTo>
                <a:cubicBezTo>
                  <a:pt x="4952897" y="60429"/>
                  <a:pt x="4954970" y="59956"/>
                  <a:pt x="4956694" y="59008"/>
                </a:cubicBezTo>
                <a:cubicBezTo>
                  <a:pt x="4958418" y="58061"/>
                  <a:pt x="4959831" y="56795"/>
                  <a:pt x="4960934" y="55211"/>
                </a:cubicBezTo>
                <a:cubicBezTo>
                  <a:pt x="4962036" y="53627"/>
                  <a:pt x="4962844" y="51787"/>
                  <a:pt x="4963356" y="49690"/>
                </a:cubicBezTo>
                <a:cubicBezTo>
                  <a:pt x="4963869" y="47593"/>
                  <a:pt x="4964125" y="45380"/>
                  <a:pt x="4964125" y="43051"/>
                </a:cubicBezTo>
                <a:close/>
                <a:moveTo>
                  <a:pt x="4983556" y="19662"/>
                </a:moveTo>
                <a:lnTo>
                  <a:pt x="4990778" y="19662"/>
                </a:lnTo>
                <a:lnTo>
                  <a:pt x="4991104" y="27210"/>
                </a:lnTo>
                <a:cubicBezTo>
                  <a:pt x="4992471" y="25594"/>
                  <a:pt x="4993791" y="24251"/>
                  <a:pt x="4995065" y="23179"/>
                </a:cubicBezTo>
                <a:cubicBezTo>
                  <a:pt x="4996338" y="22108"/>
                  <a:pt x="4997588" y="21246"/>
                  <a:pt x="4998815" y="20593"/>
                </a:cubicBezTo>
                <a:cubicBezTo>
                  <a:pt x="5000042" y="19941"/>
                  <a:pt x="5001292" y="19483"/>
                  <a:pt x="5002566" y="19219"/>
                </a:cubicBezTo>
                <a:cubicBezTo>
                  <a:pt x="5003839" y="18955"/>
                  <a:pt x="5005159" y="18823"/>
                  <a:pt x="5006526" y="18823"/>
                </a:cubicBezTo>
                <a:cubicBezTo>
                  <a:pt x="5011341" y="18823"/>
                  <a:pt x="5014983" y="20244"/>
                  <a:pt x="5017452" y="23086"/>
                </a:cubicBezTo>
                <a:cubicBezTo>
                  <a:pt x="5019921" y="25928"/>
                  <a:pt x="5021156" y="30207"/>
                  <a:pt x="5021156" y="35922"/>
                </a:cubicBezTo>
                <a:lnTo>
                  <a:pt x="5021156" y="66440"/>
                </a:lnTo>
                <a:lnTo>
                  <a:pt x="5013049" y="66440"/>
                </a:lnTo>
                <a:lnTo>
                  <a:pt x="5013049" y="36574"/>
                </a:lnTo>
                <a:cubicBezTo>
                  <a:pt x="5013049" y="32909"/>
                  <a:pt x="5012366" y="30199"/>
                  <a:pt x="5010999" y="28444"/>
                </a:cubicBezTo>
                <a:cubicBezTo>
                  <a:pt x="5009632" y="26689"/>
                  <a:pt x="5007598" y="25812"/>
                  <a:pt x="5004895" y="25812"/>
                </a:cubicBezTo>
                <a:cubicBezTo>
                  <a:pt x="5003901" y="25812"/>
                  <a:pt x="5002931" y="25959"/>
                  <a:pt x="5001983" y="26254"/>
                </a:cubicBezTo>
                <a:cubicBezTo>
                  <a:pt x="5001036" y="26549"/>
                  <a:pt x="5000050" y="27062"/>
                  <a:pt x="4999025" y="27792"/>
                </a:cubicBezTo>
                <a:cubicBezTo>
                  <a:pt x="4998000" y="28522"/>
                  <a:pt x="4996889" y="29508"/>
                  <a:pt x="4995694" y="30750"/>
                </a:cubicBezTo>
                <a:cubicBezTo>
                  <a:pt x="4994498" y="31993"/>
                  <a:pt x="4993154" y="33546"/>
                  <a:pt x="4991663" y="35410"/>
                </a:cubicBezTo>
                <a:lnTo>
                  <a:pt x="4991663" y="66440"/>
                </a:lnTo>
                <a:lnTo>
                  <a:pt x="4983556" y="66440"/>
                </a:lnTo>
                <a:lnTo>
                  <a:pt x="4983556" y="19662"/>
                </a:lnTo>
                <a:close/>
                <a:moveTo>
                  <a:pt x="5053818" y="51763"/>
                </a:moveTo>
                <a:cubicBezTo>
                  <a:pt x="5054874" y="51763"/>
                  <a:pt x="5055876" y="51965"/>
                  <a:pt x="5056824" y="52369"/>
                </a:cubicBezTo>
                <a:cubicBezTo>
                  <a:pt x="5057771" y="52773"/>
                  <a:pt x="5058594" y="53332"/>
                  <a:pt x="5059293" y="54046"/>
                </a:cubicBezTo>
                <a:cubicBezTo>
                  <a:pt x="5059992" y="54761"/>
                  <a:pt x="5060543" y="55592"/>
                  <a:pt x="5060947" y="56539"/>
                </a:cubicBezTo>
                <a:cubicBezTo>
                  <a:pt x="5061351" y="57486"/>
                  <a:pt x="5061553" y="58504"/>
                  <a:pt x="5061553" y="59591"/>
                </a:cubicBezTo>
                <a:cubicBezTo>
                  <a:pt x="5061553" y="60647"/>
                  <a:pt x="5061351" y="61641"/>
                  <a:pt x="5060947" y="62573"/>
                </a:cubicBezTo>
                <a:cubicBezTo>
                  <a:pt x="5060543" y="63504"/>
                  <a:pt x="5059992" y="64320"/>
                  <a:pt x="5059293" y="65019"/>
                </a:cubicBezTo>
                <a:cubicBezTo>
                  <a:pt x="5058594" y="65717"/>
                  <a:pt x="5057771" y="66269"/>
                  <a:pt x="5056824" y="66673"/>
                </a:cubicBezTo>
                <a:cubicBezTo>
                  <a:pt x="5055876" y="67076"/>
                  <a:pt x="5054874" y="67278"/>
                  <a:pt x="5053818" y="67278"/>
                </a:cubicBezTo>
                <a:cubicBezTo>
                  <a:pt x="5052731" y="67278"/>
                  <a:pt x="5051722" y="67076"/>
                  <a:pt x="5050790" y="66673"/>
                </a:cubicBezTo>
                <a:cubicBezTo>
                  <a:pt x="5049858" y="66269"/>
                  <a:pt x="5049043" y="65717"/>
                  <a:pt x="5048344" y="65019"/>
                </a:cubicBezTo>
                <a:cubicBezTo>
                  <a:pt x="5047645" y="64320"/>
                  <a:pt x="5047094" y="63504"/>
                  <a:pt x="5046690" y="62573"/>
                </a:cubicBezTo>
                <a:cubicBezTo>
                  <a:pt x="5046286" y="61641"/>
                  <a:pt x="5046084" y="60647"/>
                  <a:pt x="5046084" y="59591"/>
                </a:cubicBezTo>
                <a:cubicBezTo>
                  <a:pt x="5046084" y="58504"/>
                  <a:pt x="5046286" y="57486"/>
                  <a:pt x="5046690" y="56539"/>
                </a:cubicBezTo>
                <a:cubicBezTo>
                  <a:pt x="5047094" y="55592"/>
                  <a:pt x="5047645" y="54761"/>
                  <a:pt x="5048344" y="54046"/>
                </a:cubicBezTo>
                <a:cubicBezTo>
                  <a:pt x="5049043" y="53332"/>
                  <a:pt x="5049858" y="52773"/>
                  <a:pt x="5050790" y="52369"/>
                </a:cubicBezTo>
                <a:cubicBezTo>
                  <a:pt x="5051722" y="51965"/>
                  <a:pt x="5052731" y="51763"/>
                  <a:pt x="5053818" y="51763"/>
                </a:cubicBezTo>
                <a:close/>
                <a:moveTo>
                  <a:pt x="5102136" y="559"/>
                </a:moveTo>
                <a:lnTo>
                  <a:pt x="5100831" y="22457"/>
                </a:lnTo>
                <a:lnTo>
                  <a:pt x="5093190" y="22457"/>
                </a:lnTo>
                <a:lnTo>
                  <a:pt x="5091839" y="559"/>
                </a:lnTo>
                <a:lnTo>
                  <a:pt x="5102136" y="559"/>
                </a:lnTo>
                <a:moveTo>
                  <a:pt x="5120260" y="559"/>
                </a:moveTo>
                <a:lnTo>
                  <a:pt x="5118955" y="22457"/>
                </a:lnTo>
                <a:lnTo>
                  <a:pt x="5111314" y="22457"/>
                </a:lnTo>
                <a:lnTo>
                  <a:pt x="5109963" y="559"/>
                </a:lnTo>
                <a:lnTo>
                  <a:pt x="5120260" y="559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143140-1E00-44A8-8820-83B39EE0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07" y="4994665"/>
            <a:ext cx="177356" cy="177356"/>
          </a:xfrm>
          <a:custGeom xmlns:a="http://schemas.openxmlformats.org/drawingml/2006/main">
            <a:pathLst>
              <a:path w="177356" h="177356">
                <a:moveTo>
                  <a:pt x="0" y="88678"/>
                </a:moveTo>
                <a:cubicBezTo>
                  <a:pt x="0" y="39672"/>
                  <a:pt x="39672" y="0"/>
                  <a:pt x="88678" y="0"/>
                </a:cubicBezTo>
                <a:cubicBezTo>
                  <a:pt x="137598" y="0"/>
                  <a:pt x="177356" y="39672"/>
                  <a:pt x="177356" y="88678"/>
                </a:cubicBezTo>
                <a:cubicBezTo>
                  <a:pt x="177356" y="137598"/>
                  <a:pt x="137598" y="177356"/>
                  <a:pt x="88678" y="177356"/>
                </a:cubicBezTo>
                <a:cubicBezTo>
                  <a:pt x="39672" y="177356"/>
                  <a:pt x="0" y="137598"/>
                  <a:pt x="0" y="88678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2">
            <a:extLst xmlns:a="http://schemas.openxmlformats.org/drawingml/2006/main">
              <a:ext uri="{FF2B5EF4-FFF2-40B4-BE49-F238E27FC236}">
                <a16:creationId xmlns:a16="http://schemas.microsoft.com/office/drawing/2014/main" id="{58DCDE9A-EA4D-4CE8-BAC3-E8C5318A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462" y="5043581"/>
            <a:ext cx="55277" cy="90611"/>
          </a:xfrm>
          <a:custGeom xmlns:a="http://schemas.openxmlformats.org/drawingml/2006/main">
            <a:pathLst>
              <a:path w="55277" h="90611">
                <a:moveTo>
                  <a:pt x="25002" y="8342"/>
                </a:moveTo>
                <a:cubicBezTo>
                  <a:pt x="20303" y="8342"/>
                  <a:pt x="16516" y="9493"/>
                  <a:pt x="13640" y="11794"/>
                </a:cubicBezTo>
                <a:cubicBezTo>
                  <a:pt x="12729" y="12513"/>
                  <a:pt x="11926" y="13328"/>
                  <a:pt x="11230" y="14239"/>
                </a:cubicBezTo>
                <a:cubicBezTo>
                  <a:pt x="10535" y="15150"/>
                  <a:pt x="10056" y="15833"/>
                  <a:pt x="9792" y="16288"/>
                </a:cubicBezTo>
                <a:cubicBezTo>
                  <a:pt x="9528" y="16744"/>
                  <a:pt x="9073" y="17739"/>
                  <a:pt x="8426" y="19273"/>
                </a:cubicBezTo>
                <a:cubicBezTo>
                  <a:pt x="7779" y="20807"/>
                  <a:pt x="7359" y="21790"/>
                  <a:pt x="7167" y="22221"/>
                </a:cubicBezTo>
                <a:lnTo>
                  <a:pt x="5226" y="22077"/>
                </a:lnTo>
                <a:lnTo>
                  <a:pt x="1990" y="11938"/>
                </a:lnTo>
                <a:cubicBezTo>
                  <a:pt x="3332" y="10164"/>
                  <a:pt x="5022" y="8450"/>
                  <a:pt x="7059" y="6796"/>
                </a:cubicBezTo>
                <a:cubicBezTo>
                  <a:pt x="9097" y="5142"/>
                  <a:pt x="11962" y="3596"/>
                  <a:pt x="15653" y="2157"/>
                </a:cubicBezTo>
                <a:cubicBezTo>
                  <a:pt x="19345" y="719"/>
                  <a:pt x="23252" y="0"/>
                  <a:pt x="27375" y="0"/>
                </a:cubicBezTo>
                <a:cubicBezTo>
                  <a:pt x="32744" y="0"/>
                  <a:pt x="37395" y="1007"/>
                  <a:pt x="41326" y="3020"/>
                </a:cubicBezTo>
                <a:cubicBezTo>
                  <a:pt x="45257" y="5034"/>
                  <a:pt x="48218" y="7827"/>
                  <a:pt x="50207" y="11398"/>
                </a:cubicBezTo>
                <a:cubicBezTo>
                  <a:pt x="52197" y="14970"/>
                  <a:pt x="53192" y="19081"/>
                  <a:pt x="53192" y="23731"/>
                </a:cubicBezTo>
                <a:cubicBezTo>
                  <a:pt x="53192" y="30875"/>
                  <a:pt x="49644" y="39265"/>
                  <a:pt x="42549" y="48901"/>
                </a:cubicBezTo>
                <a:cubicBezTo>
                  <a:pt x="39528" y="52976"/>
                  <a:pt x="36472" y="56787"/>
                  <a:pt x="33380" y="60335"/>
                </a:cubicBezTo>
                <a:cubicBezTo>
                  <a:pt x="30287" y="63883"/>
                  <a:pt x="27878" y="66520"/>
                  <a:pt x="26152" y="68246"/>
                </a:cubicBezTo>
                <a:cubicBezTo>
                  <a:pt x="24426" y="69971"/>
                  <a:pt x="21934" y="72393"/>
                  <a:pt x="18673" y="75509"/>
                </a:cubicBezTo>
                <a:cubicBezTo>
                  <a:pt x="16948" y="77187"/>
                  <a:pt x="16085" y="78529"/>
                  <a:pt x="16085" y="79536"/>
                </a:cubicBezTo>
                <a:cubicBezTo>
                  <a:pt x="16085" y="79680"/>
                  <a:pt x="16097" y="79800"/>
                  <a:pt x="16121" y="79895"/>
                </a:cubicBezTo>
                <a:cubicBezTo>
                  <a:pt x="16144" y="79991"/>
                  <a:pt x="16204" y="80111"/>
                  <a:pt x="16300" y="80255"/>
                </a:cubicBezTo>
                <a:cubicBezTo>
                  <a:pt x="18985" y="80063"/>
                  <a:pt x="22988" y="79967"/>
                  <a:pt x="28310" y="79967"/>
                </a:cubicBezTo>
                <a:cubicBezTo>
                  <a:pt x="37419" y="79967"/>
                  <a:pt x="46408" y="79560"/>
                  <a:pt x="55277" y="78745"/>
                </a:cubicBezTo>
                <a:cubicBezTo>
                  <a:pt x="54798" y="80721"/>
                  <a:pt x="54558" y="83059"/>
                  <a:pt x="54558" y="85759"/>
                </a:cubicBezTo>
                <a:cubicBezTo>
                  <a:pt x="54558" y="86917"/>
                  <a:pt x="54702" y="88534"/>
                  <a:pt x="54990" y="90611"/>
                </a:cubicBezTo>
                <a:cubicBezTo>
                  <a:pt x="43292" y="90131"/>
                  <a:pt x="34758" y="89891"/>
                  <a:pt x="29389" y="89891"/>
                </a:cubicBezTo>
                <a:cubicBezTo>
                  <a:pt x="28909" y="89891"/>
                  <a:pt x="19608" y="90131"/>
                  <a:pt x="1486" y="90611"/>
                </a:cubicBezTo>
                <a:cubicBezTo>
                  <a:pt x="479" y="88969"/>
                  <a:pt x="0" y="87037"/>
                  <a:pt x="48" y="84817"/>
                </a:cubicBezTo>
                <a:cubicBezTo>
                  <a:pt x="96" y="84092"/>
                  <a:pt x="168" y="83464"/>
                  <a:pt x="264" y="82934"/>
                </a:cubicBezTo>
                <a:cubicBezTo>
                  <a:pt x="455" y="82742"/>
                  <a:pt x="2157" y="81145"/>
                  <a:pt x="5370" y="78143"/>
                </a:cubicBezTo>
                <a:cubicBezTo>
                  <a:pt x="8582" y="75140"/>
                  <a:pt x="11063" y="72764"/>
                  <a:pt x="12813" y="71014"/>
                </a:cubicBezTo>
                <a:cubicBezTo>
                  <a:pt x="14562" y="69264"/>
                  <a:pt x="16960" y="66831"/>
                  <a:pt x="20004" y="63715"/>
                </a:cubicBezTo>
                <a:cubicBezTo>
                  <a:pt x="23048" y="60599"/>
                  <a:pt x="25805" y="57531"/>
                  <a:pt x="28274" y="54510"/>
                </a:cubicBezTo>
                <a:cubicBezTo>
                  <a:pt x="30743" y="51490"/>
                  <a:pt x="32960" y="48493"/>
                  <a:pt x="34926" y="45521"/>
                </a:cubicBezTo>
                <a:cubicBezTo>
                  <a:pt x="38665" y="39912"/>
                  <a:pt x="40535" y="33320"/>
                  <a:pt x="40535" y="25745"/>
                </a:cubicBezTo>
                <a:cubicBezTo>
                  <a:pt x="40535" y="20759"/>
                  <a:pt x="38953" y="16612"/>
                  <a:pt x="35789" y="13304"/>
                </a:cubicBezTo>
                <a:cubicBezTo>
                  <a:pt x="32625" y="9996"/>
                  <a:pt x="29029" y="8342"/>
                  <a:pt x="25002" y="83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FDC6C-CCDA-4BEB-A08A-BFCF4749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908" y="6174456"/>
            <a:ext cx="248731" cy="12810"/>
          </a:xfrm>
          <a:custGeom xmlns:a="http://schemas.openxmlformats.org/drawingml/2006/main">
            <a:pathLst>
              <a:path w="248731" h="12810">
                <a:moveTo>
                  <a:pt x="52809" y="2564"/>
                </a:moveTo>
                <a:cubicBezTo>
                  <a:pt x="52809" y="2564"/>
                  <a:pt x="93630" y="524"/>
                  <a:pt x="120757" y="276"/>
                </a:cubicBezTo>
                <a:cubicBezTo>
                  <a:pt x="150901" y="0"/>
                  <a:pt x="198920" y="2564"/>
                  <a:pt x="198920" y="2564"/>
                </a:cubicBezTo>
                <a:lnTo>
                  <a:pt x="248731" y="8198"/>
                </a:lnTo>
                <a:cubicBezTo>
                  <a:pt x="248731" y="8198"/>
                  <a:pt x="170906" y="12810"/>
                  <a:pt x="120757" y="12775"/>
                </a:cubicBezTo>
                <a:cubicBezTo>
                  <a:pt x="71573" y="12741"/>
                  <a:pt x="0" y="8198"/>
                  <a:pt x="0" y="8198"/>
                </a:cubicBezTo>
                <a:lnTo>
                  <a:pt x="52809" y="25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C07331-AB2C-4EE6-8530-4C0D330C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729" y="5936748"/>
            <a:ext cx="245664" cy="243421"/>
          </a:xfrm>
          <a:custGeom xmlns:a="http://schemas.openxmlformats.org/drawingml/2006/main">
            <a:pathLst>
              <a:path w="245664" h="243421">
                <a:moveTo>
                  <a:pt x="224436" y="105222"/>
                </a:moveTo>
                <a:lnTo>
                  <a:pt x="224613" y="100651"/>
                </a:lnTo>
                <a:lnTo>
                  <a:pt x="224728" y="96214"/>
                </a:lnTo>
                <a:lnTo>
                  <a:pt x="224782" y="91907"/>
                </a:lnTo>
                <a:lnTo>
                  <a:pt x="224778" y="87731"/>
                </a:lnTo>
                <a:lnTo>
                  <a:pt x="224718" y="83682"/>
                </a:lnTo>
                <a:lnTo>
                  <a:pt x="224605" y="79759"/>
                </a:lnTo>
                <a:lnTo>
                  <a:pt x="224440" y="75962"/>
                </a:lnTo>
                <a:lnTo>
                  <a:pt x="224225" y="72287"/>
                </a:lnTo>
                <a:lnTo>
                  <a:pt x="223962" y="68733"/>
                </a:lnTo>
                <a:lnTo>
                  <a:pt x="223655" y="65300"/>
                </a:lnTo>
                <a:lnTo>
                  <a:pt x="223304" y="61984"/>
                </a:lnTo>
                <a:lnTo>
                  <a:pt x="222913" y="58784"/>
                </a:lnTo>
                <a:lnTo>
                  <a:pt x="222482" y="55700"/>
                </a:lnTo>
                <a:lnTo>
                  <a:pt x="222015" y="52728"/>
                </a:lnTo>
                <a:lnTo>
                  <a:pt x="221513" y="49867"/>
                </a:lnTo>
                <a:lnTo>
                  <a:pt x="220979" y="47116"/>
                </a:lnTo>
                <a:lnTo>
                  <a:pt x="220415" y="44473"/>
                </a:lnTo>
                <a:lnTo>
                  <a:pt x="219823" y="41937"/>
                </a:lnTo>
                <a:lnTo>
                  <a:pt x="219204" y="39505"/>
                </a:lnTo>
                <a:lnTo>
                  <a:pt x="218562" y="37176"/>
                </a:lnTo>
                <a:lnTo>
                  <a:pt x="217898" y="34948"/>
                </a:lnTo>
                <a:lnTo>
                  <a:pt x="217215" y="32820"/>
                </a:lnTo>
                <a:lnTo>
                  <a:pt x="216514" y="30790"/>
                </a:lnTo>
                <a:lnTo>
                  <a:pt x="216155" y="29805"/>
                </a:lnTo>
                <a:lnTo>
                  <a:pt x="215793" y="28843"/>
                </a:lnTo>
                <a:lnTo>
                  <a:pt x="215427" y="27905"/>
                </a:lnTo>
                <a:lnTo>
                  <a:pt x="215058" y="26989"/>
                </a:lnTo>
                <a:lnTo>
                  <a:pt x="214686" y="26097"/>
                </a:lnTo>
                <a:lnTo>
                  <a:pt x="214311" y="25227"/>
                </a:lnTo>
                <a:lnTo>
                  <a:pt x="213933" y="24380"/>
                </a:lnTo>
                <a:lnTo>
                  <a:pt x="213553" y="23556"/>
                </a:lnTo>
                <a:lnTo>
                  <a:pt x="213171" y="22754"/>
                </a:lnTo>
                <a:lnTo>
                  <a:pt x="212788" y="21973"/>
                </a:lnTo>
                <a:lnTo>
                  <a:pt x="212403" y="21215"/>
                </a:lnTo>
                <a:lnTo>
                  <a:pt x="212016" y="20478"/>
                </a:lnTo>
                <a:lnTo>
                  <a:pt x="211629" y="19763"/>
                </a:lnTo>
                <a:lnTo>
                  <a:pt x="211241" y="19069"/>
                </a:lnTo>
                <a:lnTo>
                  <a:pt x="210853" y="18397"/>
                </a:lnTo>
                <a:lnTo>
                  <a:pt x="210464" y="17745"/>
                </a:lnTo>
                <a:lnTo>
                  <a:pt x="210076" y="17114"/>
                </a:lnTo>
                <a:lnTo>
                  <a:pt x="209687" y="16504"/>
                </a:lnTo>
                <a:lnTo>
                  <a:pt x="209300" y="15914"/>
                </a:lnTo>
                <a:lnTo>
                  <a:pt x="208913" y="15344"/>
                </a:lnTo>
                <a:lnTo>
                  <a:pt x="208527" y="14794"/>
                </a:lnTo>
                <a:lnTo>
                  <a:pt x="208143" y="14265"/>
                </a:lnTo>
                <a:lnTo>
                  <a:pt x="207761" y="13755"/>
                </a:lnTo>
                <a:lnTo>
                  <a:pt x="207380" y="13264"/>
                </a:lnTo>
                <a:lnTo>
                  <a:pt x="207191" y="13027"/>
                </a:lnTo>
                <a:lnTo>
                  <a:pt x="207003" y="12795"/>
                </a:lnTo>
                <a:lnTo>
                  <a:pt x="206815" y="12566"/>
                </a:lnTo>
                <a:lnTo>
                  <a:pt x="206627" y="12342"/>
                </a:lnTo>
                <a:lnTo>
                  <a:pt x="206440" y="12122"/>
                </a:lnTo>
                <a:lnTo>
                  <a:pt x="206252" y="11906"/>
                </a:lnTo>
                <a:lnTo>
                  <a:pt x="206066" y="11695"/>
                </a:lnTo>
                <a:lnTo>
                  <a:pt x="205879" y="11487"/>
                </a:lnTo>
                <a:lnTo>
                  <a:pt x="205693" y="11284"/>
                </a:lnTo>
                <a:lnTo>
                  <a:pt x="205507" y="11086"/>
                </a:lnTo>
                <a:lnTo>
                  <a:pt x="205322" y="10891"/>
                </a:lnTo>
                <a:lnTo>
                  <a:pt x="205137" y="10701"/>
                </a:lnTo>
                <a:lnTo>
                  <a:pt x="204953" y="10515"/>
                </a:lnTo>
                <a:lnTo>
                  <a:pt x="204770" y="10333"/>
                </a:lnTo>
                <a:lnTo>
                  <a:pt x="204587" y="10156"/>
                </a:lnTo>
                <a:lnTo>
                  <a:pt x="204405" y="9982"/>
                </a:lnTo>
                <a:lnTo>
                  <a:pt x="204223" y="9814"/>
                </a:lnTo>
                <a:lnTo>
                  <a:pt x="204043" y="9649"/>
                </a:lnTo>
                <a:lnTo>
                  <a:pt x="203863" y="9489"/>
                </a:lnTo>
                <a:lnTo>
                  <a:pt x="203684" y="9333"/>
                </a:lnTo>
                <a:lnTo>
                  <a:pt x="203506" y="9181"/>
                </a:lnTo>
                <a:lnTo>
                  <a:pt x="203328" y="9034"/>
                </a:lnTo>
                <a:lnTo>
                  <a:pt x="203152" y="8891"/>
                </a:lnTo>
                <a:lnTo>
                  <a:pt x="202977" y="8752"/>
                </a:lnTo>
                <a:lnTo>
                  <a:pt x="202809" y="8623"/>
                </a:lnTo>
                <a:lnTo>
                  <a:pt x="202640" y="8496"/>
                </a:lnTo>
                <a:lnTo>
                  <a:pt x="202469" y="8371"/>
                </a:lnTo>
                <a:lnTo>
                  <a:pt x="202296" y="8248"/>
                </a:lnTo>
                <a:lnTo>
                  <a:pt x="202122" y="8128"/>
                </a:lnTo>
                <a:lnTo>
                  <a:pt x="201946" y="8011"/>
                </a:lnTo>
                <a:lnTo>
                  <a:pt x="201769" y="7896"/>
                </a:lnTo>
                <a:lnTo>
                  <a:pt x="201590" y="7784"/>
                </a:lnTo>
                <a:lnTo>
                  <a:pt x="201410" y="7675"/>
                </a:lnTo>
                <a:lnTo>
                  <a:pt x="201229" y="7570"/>
                </a:lnTo>
                <a:lnTo>
                  <a:pt x="201046" y="7468"/>
                </a:lnTo>
                <a:lnTo>
                  <a:pt x="200863" y="7370"/>
                </a:lnTo>
                <a:lnTo>
                  <a:pt x="200678" y="7275"/>
                </a:lnTo>
                <a:lnTo>
                  <a:pt x="200492" y="7185"/>
                </a:lnTo>
                <a:lnTo>
                  <a:pt x="200305" y="7099"/>
                </a:lnTo>
                <a:lnTo>
                  <a:pt x="200117" y="7017"/>
                </a:lnTo>
                <a:lnTo>
                  <a:pt x="199928" y="6940"/>
                </a:lnTo>
                <a:lnTo>
                  <a:pt x="199738" y="6868"/>
                </a:lnTo>
                <a:lnTo>
                  <a:pt x="199547" y="6801"/>
                </a:lnTo>
                <a:lnTo>
                  <a:pt x="199356" y="6739"/>
                </a:lnTo>
                <a:lnTo>
                  <a:pt x="199164" y="6682"/>
                </a:lnTo>
                <a:lnTo>
                  <a:pt x="198971" y="6630"/>
                </a:lnTo>
                <a:lnTo>
                  <a:pt x="198778" y="6585"/>
                </a:lnTo>
                <a:lnTo>
                  <a:pt x="198585" y="6545"/>
                </a:lnTo>
                <a:lnTo>
                  <a:pt x="198443" y="6520"/>
                </a:lnTo>
                <a:lnTo>
                  <a:pt x="198301" y="6499"/>
                </a:lnTo>
                <a:lnTo>
                  <a:pt x="198159" y="6481"/>
                </a:lnTo>
                <a:lnTo>
                  <a:pt x="198018" y="6468"/>
                </a:lnTo>
                <a:lnTo>
                  <a:pt x="197878" y="6458"/>
                </a:lnTo>
                <a:lnTo>
                  <a:pt x="197738" y="6452"/>
                </a:lnTo>
                <a:lnTo>
                  <a:pt x="197600" y="6448"/>
                </a:lnTo>
                <a:lnTo>
                  <a:pt x="197462" y="6448"/>
                </a:lnTo>
                <a:lnTo>
                  <a:pt x="197326" y="6450"/>
                </a:lnTo>
                <a:lnTo>
                  <a:pt x="197191" y="6455"/>
                </a:lnTo>
                <a:lnTo>
                  <a:pt x="197058" y="6463"/>
                </a:lnTo>
                <a:lnTo>
                  <a:pt x="196927" y="6472"/>
                </a:lnTo>
                <a:lnTo>
                  <a:pt x="196797" y="6484"/>
                </a:lnTo>
                <a:lnTo>
                  <a:pt x="196670" y="6497"/>
                </a:lnTo>
                <a:lnTo>
                  <a:pt x="196545" y="6512"/>
                </a:lnTo>
                <a:lnTo>
                  <a:pt x="196422" y="6529"/>
                </a:lnTo>
                <a:lnTo>
                  <a:pt x="196302" y="6546"/>
                </a:lnTo>
                <a:lnTo>
                  <a:pt x="196185" y="6565"/>
                </a:lnTo>
                <a:lnTo>
                  <a:pt x="196070" y="6584"/>
                </a:lnTo>
                <a:lnTo>
                  <a:pt x="195959" y="6604"/>
                </a:lnTo>
                <a:lnTo>
                  <a:pt x="195851" y="6625"/>
                </a:lnTo>
                <a:lnTo>
                  <a:pt x="195746" y="6645"/>
                </a:lnTo>
                <a:lnTo>
                  <a:pt x="195645" y="6666"/>
                </a:lnTo>
                <a:lnTo>
                  <a:pt x="195547" y="6687"/>
                </a:lnTo>
                <a:lnTo>
                  <a:pt x="195438" y="6712"/>
                </a:lnTo>
                <a:lnTo>
                  <a:pt x="195327" y="6738"/>
                </a:lnTo>
                <a:lnTo>
                  <a:pt x="195215" y="6766"/>
                </a:lnTo>
                <a:lnTo>
                  <a:pt x="195103" y="6794"/>
                </a:lnTo>
                <a:lnTo>
                  <a:pt x="194990" y="6823"/>
                </a:lnTo>
                <a:lnTo>
                  <a:pt x="194876" y="6854"/>
                </a:lnTo>
                <a:lnTo>
                  <a:pt x="194762" y="6885"/>
                </a:lnTo>
                <a:lnTo>
                  <a:pt x="194646" y="6918"/>
                </a:lnTo>
                <a:lnTo>
                  <a:pt x="194531" y="6951"/>
                </a:lnTo>
                <a:lnTo>
                  <a:pt x="194414" y="6986"/>
                </a:lnTo>
                <a:lnTo>
                  <a:pt x="194297" y="7021"/>
                </a:lnTo>
                <a:lnTo>
                  <a:pt x="194179" y="7057"/>
                </a:lnTo>
                <a:lnTo>
                  <a:pt x="194060" y="7094"/>
                </a:lnTo>
                <a:lnTo>
                  <a:pt x="193941" y="7132"/>
                </a:lnTo>
                <a:lnTo>
                  <a:pt x="193822" y="7170"/>
                </a:lnTo>
                <a:lnTo>
                  <a:pt x="193702" y="7210"/>
                </a:lnTo>
                <a:lnTo>
                  <a:pt x="193582" y="7250"/>
                </a:lnTo>
                <a:lnTo>
                  <a:pt x="193461" y="7291"/>
                </a:lnTo>
                <a:lnTo>
                  <a:pt x="193340" y="7332"/>
                </a:lnTo>
                <a:lnTo>
                  <a:pt x="193218" y="7374"/>
                </a:lnTo>
                <a:lnTo>
                  <a:pt x="193096" y="7417"/>
                </a:lnTo>
                <a:lnTo>
                  <a:pt x="192974" y="7461"/>
                </a:lnTo>
                <a:lnTo>
                  <a:pt x="192851" y="7505"/>
                </a:lnTo>
                <a:lnTo>
                  <a:pt x="192728" y="7550"/>
                </a:lnTo>
                <a:lnTo>
                  <a:pt x="192478" y="7643"/>
                </a:lnTo>
                <a:lnTo>
                  <a:pt x="192223" y="7740"/>
                </a:lnTo>
                <a:lnTo>
                  <a:pt x="191964" y="7841"/>
                </a:lnTo>
                <a:lnTo>
                  <a:pt x="191700" y="7946"/>
                </a:lnTo>
                <a:lnTo>
                  <a:pt x="191433" y="8053"/>
                </a:lnTo>
                <a:lnTo>
                  <a:pt x="191162" y="8165"/>
                </a:lnTo>
                <a:lnTo>
                  <a:pt x="190886" y="8280"/>
                </a:lnTo>
                <a:lnTo>
                  <a:pt x="190607" y="8398"/>
                </a:lnTo>
                <a:lnTo>
                  <a:pt x="190324" y="8520"/>
                </a:lnTo>
                <a:lnTo>
                  <a:pt x="190038" y="8645"/>
                </a:lnTo>
                <a:lnTo>
                  <a:pt x="189747" y="8773"/>
                </a:lnTo>
                <a:lnTo>
                  <a:pt x="189453" y="8905"/>
                </a:lnTo>
                <a:lnTo>
                  <a:pt x="189156" y="9040"/>
                </a:lnTo>
                <a:lnTo>
                  <a:pt x="188855" y="9177"/>
                </a:lnTo>
                <a:lnTo>
                  <a:pt x="188551" y="9318"/>
                </a:lnTo>
                <a:lnTo>
                  <a:pt x="188243" y="9462"/>
                </a:lnTo>
                <a:lnTo>
                  <a:pt x="187932" y="9609"/>
                </a:lnTo>
                <a:lnTo>
                  <a:pt x="187618" y="9759"/>
                </a:lnTo>
                <a:lnTo>
                  <a:pt x="187301" y="9912"/>
                </a:lnTo>
                <a:lnTo>
                  <a:pt x="186981" y="10068"/>
                </a:lnTo>
                <a:lnTo>
                  <a:pt x="186657" y="10227"/>
                </a:lnTo>
                <a:lnTo>
                  <a:pt x="186331" y="10388"/>
                </a:lnTo>
                <a:lnTo>
                  <a:pt x="186002" y="10552"/>
                </a:lnTo>
                <a:lnTo>
                  <a:pt x="185670" y="10719"/>
                </a:lnTo>
                <a:lnTo>
                  <a:pt x="184999" y="11059"/>
                </a:lnTo>
                <a:lnTo>
                  <a:pt x="184314" y="11411"/>
                </a:lnTo>
                <a:lnTo>
                  <a:pt x="183617" y="11774"/>
                </a:lnTo>
                <a:lnTo>
                  <a:pt x="182909" y="12148"/>
                </a:lnTo>
                <a:lnTo>
                  <a:pt x="182189" y="12532"/>
                </a:lnTo>
                <a:lnTo>
                  <a:pt x="181459" y="12927"/>
                </a:lnTo>
                <a:lnTo>
                  <a:pt x="180718" y="13332"/>
                </a:lnTo>
                <a:lnTo>
                  <a:pt x="179968" y="13747"/>
                </a:lnTo>
                <a:lnTo>
                  <a:pt x="179209" y="14171"/>
                </a:lnTo>
                <a:lnTo>
                  <a:pt x="178440" y="14605"/>
                </a:lnTo>
                <a:lnTo>
                  <a:pt x="177664" y="15047"/>
                </a:lnTo>
                <a:lnTo>
                  <a:pt x="176881" y="15499"/>
                </a:lnTo>
                <a:lnTo>
                  <a:pt x="176090" y="15958"/>
                </a:lnTo>
                <a:lnTo>
                  <a:pt x="175293" y="16426"/>
                </a:lnTo>
                <a:lnTo>
                  <a:pt x="174489" y="16902"/>
                </a:lnTo>
                <a:lnTo>
                  <a:pt x="173680" y="17385"/>
                </a:lnTo>
                <a:lnTo>
                  <a:pt x="172867" y="17876"/>
                </a:lnTo>
                <a:lnTo>
                  <a:pt x="172048" y="18373"/>
                </a:lnTo>
                <a:lnTo>
                  <a:pt x="171226" y="18878"/>
                </a:lnTo>
                <a:lnTo>
                  <a:pt x="170401" y="19389"/>
                </a:lnTo>
                <a:lnTo>
                  <a:pt x="169572" y="19906"/>
                </a:lnTo>
                <a:lnTo>
                  <a:pt x="168741" y="20429"/>
                </a:lnTo>
                <a:lnTo>
                  <a:pt x="167909" y="20958"/>
                </a:lnTo>
                <a:lnTo>
                  <a:pt x="167075" y="21492"/>
                </a:lnTo>
                <a:lnTo>
                  <a:pt x="166241" y="22030"/>
                </a:lnTo>
                <a:lnTo>
                  <a:pt x="165406" y="22573"/>
                </a:lnTo>
                <a:lnTo>
                  <a:pt x="164571" y="23122"/>
                </a:lnTo>
                <a:lnTo>
                  <a:pt x="163735" y="23675"/>
                </a:lnTo>
                <a:lnTo>
                  <a:pt x="162901" y="24232"/>
                </a:lnTo>
                <a:lnTo>
                  <a:pt x="162067" y="24794"/>
                </a:lnTo>
                <a:lnTo>
                  <a:pt x="161235" y="25360"/>
                </a:lnTo>
                <a:lnTo>
                  <a:pt x="160405" y="25929"/>
                </a:lnTo>
                <a:lnTo>
                  <a:pt x="159578" y="26502"/>
                </a:lnTo>
                <a:lnTo>
                  <a:pt x="158754" y="27078"/>
                </a:lnTo>
                <a:lnTo>
                  <a:pt x="157933" y="27656"/>
                </a:lnTo>
                <a:lnTo>
                  <a:pt x="157117" y="28237"/>
                </a:lnTo>
                <a:lnTo>
                  <a:pt x="156306" y="28820"/>
                </a:lnTo>
                <a:lnTo>
                  <a:pt x="155500" y="29406"/>
                </a:lnTo>
                <a:lnTo>
                  <a:pt x="154701" y="29992"/>
                </a:lnTo>
                <a:lnTo>
                  <a:pt x="153907" y="30581"/>
                </a:lnTo>
                <a:lnTo>
                  <a:pt x="153121" y="31170"/>
                </a:lnTo>
                <a:lnTo>
                  <a:pt x="152342" y="31760"/>
                </a:lnTo>
                <a:lnTo>
                  <a:pt x="151571" y="32351"/>
                </a:lnTo>
                <a:lnTo>
                  <a:pt x="150809" y="32942"/>
                </a:lnTo>
                <a:lnTo>
                  <a:pt x="150056" y="33532"/>
                </a:lnTo>
                <a:lnTo>
                  <a:pt x="149312" y="34123"/>
                </a:lnTo>
                <a:lnTo>
                  <a:pt x="148579" y="34713"/>
                </a:lnTo>
                <a:lnTo>
                  <a:pt x="147856" y="35302"/>
                </a:lnTo>
                <a:lnTo>
                  <a:pt x="147444" y="35644"/>
                </a:lnTo>
                <a:lnTo>
                  <a:pt x="147034" y="35986"/>
                </a:lnTo>
                <a:lnTo>
                  <a:pt x="146627" y="36329"/>
                </a:lnTo>
                <a:lnTo>
                  <a:pt x="146223" y="36672"/>
                </a:lnTo>
                <a:lnTo>
                  <a:pt x="145822" y="37015"/>
                </a:lnTo>
                <a:lnTo>
                  <a:pt x="145424" y="37359"/>
                </a:lnTo>
                <a:lnTo>
                  <a:pt x="145029" y="37703"/>
                </a:lnTo>
                <a:lnTo>
                  <a:pt x="144638" y="38047"/>
                </a:lnTo>
                <a:lnTo>
                  <a:pt x="144251" y="38391"/>
                </a:lnTo>
                <a:lnTo>
                  <a:pt x="143867" y="38736"/>
                </a:lnTo>
                <a:lnTo>
                  <a:pt x="143487" y="39080"/>
                </a:lnTo>
                <a:lnTo>
                  <a:pt x="143112" y="39424"/>
                </a:lnTo>
                <a:lnTo>
                  <a:pt x="142740" y="39768"/>
                </a:lnTo>
                <a:lnTo>
                  <a:pt x="142373" y="40112"/>
                </a:lnTo>
                <a:lnTo>
                  <a:pt x="142011" y="40456"/>
                </a:lnTo>
                <a:lnTo>
                  <a:pt x="141653" y="40799"/>
                </a:lnTo>
                <a:lnTo>
                  <a:pt x="141300" y="41142"/>
                </a:lnTo>
                <a:lnTo>
                  <a:pt x="140952" y="41485"/>
                </a:lnTo>
                <a:lnTo>
                  <a:pt x="140609" y="41827"/>
                </a:lnTo>
                <a:lnTo>
                  <a:pt x="140271" y="42169"/>
                </a:lnTo>
                <a:lnTo>
                  <a:pt x="139938" y="42510"/>
                </a:lnTo>
                <a:lnTo>
                  <a:pt x="139611" y="42851"/>
                </a:lnTo>
                <a:lnTo>
                  <a:pt x="139289" y="43191"/>
                </a:lnTo>
                <a:lnTo>
                  <a:pt x="138974" y="43530"/>
                </a:lnTo>
                <a:lnTo>
                  <a:pt x="139026" y="43147"/>
                </a:lnTo>
                <a:lnTo>
                  <a:pt x="139071" y="42771"/>
                </a:lnTo>
                <a:lnTo>
                  <a:pt x="139111" y="42403"/>
                </a:lnTo>
                <a:lnTo>
                  <a:pt x="139144" y="42044"/>
                </a:lnTo>
                <a:lnTo>
                  <a:pt x="139169" y="41695"/>
                </a:lnTo>
                <a:lnTo>
                  <a:pt x="139187" y="41357"/>
                </a:lnTo>
                <a:lnTo>
                  <a:pt x="139197" y="41032"/>
                </a:lnTo>
                <a:lnTo>
                  <a:pt x="139198" y="40720"/>
                </a:lnTo>
                <a:lnTo>
                  <a:pt x="139190" y="40423"/>
                </a:lnTo>
                <a:lnTo>
                  <a:pt x="139173" y="40143"/>
                </a:lnTo>
                <a:lnTo>
                  <a:pt x="139145" y="39880"/>
                </a:lnTo>
                <a:lnTo>
                  <a:pt x="139108" y="39636"/>
                </a:lnTo>
                <a:lnTo>
                  <a:pt x="139059" y="39411"/>
                </a:lnTo>
                <a:lnTo>
                  <a:pt x="138999" y="39208"/>
                </a:lnTo>
                <a:lnTo>
                  <a:pt x="138928" y="39027"/>
                </a:lnTo>
                <a:lnTo>
                  <a:pt x="138844" y="38869"/>
                </a:lnTo>
                <a:lnTo>
                  <a:pt x="138748" y="38737"/>
                </a:lnTo>
                <a:lnTo>
                  <a:pt x="138639" y="38630"/>
                </a:lnTo>
                <a:lnTo>
                  <a:pt x="138516" y="38550"/>
                </a:lnTo>
                <a:lnTo>
                  <a:pt x="138379" y="38499"/>
                </a:lnTo>
                <a:lnTo>
                  <a:pt x="138228" y="38477"/>
                </a:lnTo>
                <a:lnTo>
                  <a:pt x="138062" y="38486"/>
                </a:lnTo>
                <a:lnTo>
                  <a:pt x="137881" y="38528"/>
                </a:lnTo>
                <a:lnTo>
                  <a:pt x="137685" y="38602"/>
                </a:lnTo>
                <a:lnTo>
                  <a:pt x="137375" y="38757"/>
                </a:lnTo>
                <a:lnTo>
                  <a:pt x="137078" y="38941"/>
                </a:lnTo>
                <a:lnTo>
                  <a:pt x="136795" y="39151"/>
                </a:lnTo>
                <a:lnTo>
                  <a:pt x="136525" y="39385"/>
                </a:lnTo>
                <a:lnTo>
                  <a:pt x="136268" y="39642"/>
                </a:lnTo>
                <a:lnTo>
                  <a:pt x="136024" y="39919"/>
                </a:lnTo>
                <a:lnTo>
                  <a:pt x="135792" y="40213"/>
                </a:lnTo>
                <a:lnTo>
                  <a:pt x="135573" y="40525"/>
                </a:lnTo>
                <a:lnTo>
                  <a:pt x="135365" y="40850"/>
                </a:lnTo>
                <a:lnTo>
                  <a:pt x="135170" y="41187"/>
                </a:lnTo>
                <a:lnTo>
                  <a:pt x="134986" y="41535"/>
                </a:lnTo>
                <a:lnTo>
                  <a:pt x="134814" y="41891"/>
                </a:lnTo>
                <a:lnTo>
                  <a:pt x="134653" y="42253"/>
                </a:lnTo>
                <a:lnTo>
                  <a:pt x="134503" y="42619"/>
                </a:lnTo>
                <a:lnTo>
                  <a:pt x="134364" y="42987"/>
                </a:lnTo>
                <a:lnTo>
                  <a:pt x="134235" y="43355"/>
                </a:lnTo>
                <a:lnTo>
                  <a:pt x="134117" y="43722"/>
                </a:lnTo>
                <a:lnTo>
                  <a:pt x="134009" y="44084"/>
                </a:lnTo>
                <a:lnTo>
                  <a:pt x="133912" y="44441"/>
                </a:lnTo>
                <a:lnTo>
                  <a:pt x="133824" y="44789"/>
                </a:lnTo>
                <a:lnTo>
                  <a:pt x="133745" y="45128"/>
                </a:lnTo>
                <a:lnTo>
                  <a:pt x="133676" y="45455"/>
                </a:lnTo>
                <a:lnTo>
                  <a:pt x="133616" y="45768"/>
                </a:lnTo>
                <a:lnTo>
                  <a:pt x="133566" y="46065"/>
                </a:lnTo>
                <a:lnTo>
                  <a:pt x="132873" y="45936"/>
                </a:lnTo>
                <a:lnTo>
                  <a:pt x="132175" y="45814"/>
                </a:lnTo>
                <a:lnTo>
                  <a:pt x="131472" y="45697"/>
                </a:lnTo>
                <a:lnTo>
                  <a:pt x="130765" y="45587"/>
                </a:lnTo>
                <a:lnTo>
                  <a:pt x="130053" y="45481"/>
                </a:lnTo>
                <a:lnTo>
                  <a:pt x="129338" y="45382"/>
                </a:lnTo>
                <a:lnTo>
                  <a:pt x="128619" y="45287"/>
                </a:lnTo>
                <a:lnTo>
                  <a:pt x="127897" y="45199"/>
                </a:lnTo>
                <a:lnTo>
                  <a:pt x="127173" y="45115"/>
                </a:lnTo>
                <a:lnTo>
                  <a:pt x="126447" y="45037"/>
                </a:lnTo>
                <a:lnTo>
                  <a:pt x="125719" y="44964"/>
                </a:lnTo>
                <a:lnTo>
                  <a:pt x="124990" y="44895"/>
                </a:lnTo>
                <a:lnTo>
                  <a:pt x="124260" y="44832"/>
                </a:lnTo>
                <a:lnTo>
                  <a:pt x="123530" y="44774"/>
                </a:lnTo>
                <a:lnTo>
                  <a:pt x="122799" y="44721"/>
                </a:lnTo>
                <a:lnTo>
                  <a:pt x="122069" y="44672"/>
                </a:lnTo>
                <a:lnTo>
                  <a:pt x="121340" y="44629"/>
                </a:lnTo>
                <a:lnTo>
                  <a:pt x="120612" y="44589"/>
                </a:lnTo>
                <a:lnTo>
                  <a:pt x="119885" y="44555"/>
                </a:lnTo>
                <a:lnTo>
                  <a:pt x="119161" y="44525"/>
                </a:lnTo>
                <a:lnTo>
                  <a:pt x="118439" y="44499"/>
                </a:lnTo>
                <a:lnTo>
                  <a:pt x="117720" y="44478"/>
                </a:lnTo>
                <a:lnTo>
                  <a:pt x="117004" y="44460"/>
                </a:lnTo>
                <a:lnTo>
                  <a:pt x="116292" y="44447"/>
                </a:lnTo>
                <a:lnTo>
                  <a:pt x="115660" y="44438"/>
                </a:lnTo>
                <a:lnTo>
                  <a:pt x="115031" y="44432"/>
                </a:lnTo>
                <a:lnTo>
                  <a:pt x="114403" y="44428"/>
                </a:lnTo>
                <a:lnTo>
                  <a:pt x="113778" y="44428"/>
                </a:lnTo>
                <a:lnTo>
                  <a:pt x="113156" y="44431"/>
                </a:lnTo>
                <a:lnTo>
                  <a:pt x="112537" y="44436"/>
                </a:lnTo>
                <a:lnTo>
                  <a:pt x="111921" y="44444"/>
                </a:lnTo>
                <a:lnTo>
                  <a:pt x="111308" y="44456"/>
                </a:lnTo>
                <a:lnTo>
                  <a:pt x="110699" y="44470"/>
                </a:lnTo>
                <a:lnTo>
                  <a:pt x="110095" y="44486"/>
                </a:lnTo>
                <a:lnTo>
                  <a:pt x="109495" y="44506"/>
                </a:lnTo>
                <a:lnTo>
                  <a:pt x="108899" y="44528"/>
                </a:lnTo>
                <a:lnTo>
                  <a:pt x="108309" y="44553"/>
                </a:lnTo>
                <a:lnTo>
                  <a:pt x="107723" y="44580"/>
                </a:lnTo>
                <a:lnTo>
                  <a:pt x="107144" y="44611"/>
                </a:lnTo>
                <a:lnTo>
                  <a:pt x="106570" y="44643"/>
                </a:lnTo>
                <a:lnTo>
                  <a:pt x="106002" y="44679"/>
                </a:lnTo>
                <a:lnTo>
                  <a:pt x="105440" y="44716"/>
                </a:lnTo>
                <a:lnTo>
                  <a:pt x="104885" y="44757"/>
                </a:lnTo>
                <a:lnTo>
                  <a:pt x="104337" y="44799"/>
                </a:lnTo>
                <a:lnTo>
                  <a:pt x="103796" y="44844"/>
                </a:lnTo>
                <a:lnTo>
                  <a:pt x="103263" y="44892"/>
                </a:lnTo>
                <a:lnTo>
                  <a:pt x="102737" y="44942"/>
                </a:lnTo>
                <a:lnTo>
                  <a:pt x="102220" y="44994"/>
                </a:lnTo>
                <a:lnTo>
                  <a:pt x="102173" y="44700"/>
                </a:lnTo>
                <a:lnTo>
                  <a:pt x="102117" y="44388"/>
                </a:lnTo>
                <a:lnTo>
                  <a:pt x="102051" y="44060"/>
                </a:lnTo>
                <a:lnTo>
                  <a:pt x="101976" y="43718"/>
                </a:lnTo>
                <a:lnTo>
                  <a:pt x="101891" y="43364"/>
                </a:lnTo>
                <a:lnTo>
                  <a:pt x="101795" y="43001"/>
                </a:lnTo>
                <a:lnTo>
                  <a:pt x="101689" y="42631"/>
                </a:lnTo>
                <a:lnTo>
                  <a:pt x="101573" y="42255"/>
                </a:lnTo>
                <a:lnTo>
                  <a:pt x="101446" y="41877"/>
                </a:lnTo>
                <a:lnTo>
                  <a:pt x="101307" y="41498"/>
                </a:lnTo>
                <a:lnTo>
                  <a:pt x="101158" y="41120"/>
                </a:lnTo>
                <a:lnTo>
                  <a:pt x="100996" y="40746"/>
                </a:lnTo>
                <a:lnTo>
                  <a:pt x="100823" y="40378"/>
                </a:lnTo>
                <a:lnTo>
                  <a:pt x="100638" y="40018"/>
                </a:lnTo>
                <a:lnTo>
                  <a:pt x="100441" y="39668"/>
                </a:lnTo>
                <a:lnTo>
                  <a:pt x="100231" y="39330"/>
                </a:lnTo>
                <a:lnTo>
                  <a:pt x="100008" y="39007"/>
                </a:lnTo>
                <a:lnTo>
                  <a:pt x="99772" y="38700"/>
                </a:lnTo>
                <a:lnTo>
                  <a:pt x="99523" y="38413"/>
                </a:lnTo>
                <a:lnTo>
                  <a:pt x="99261" y="38146"/>
                </a:lnTo>
                <a:lnTo>
                  <a:pt x="98985" y="37903"/>
                </a:lnTo>
                <a:lnTo>
                  <a:pt x="98695" y="37685"/>
                </a:lnTo>
                <a:lnTo>
                  <a:pt x="98391" y="37495"/>
                </a:lnTo>
                <a:lnTo>
                  <a:pt x="98072" y="37335"/>
                </a:lnTo>
                <a:lnTo>
                  <a:pt x="97919" y="37274"/>
                </a:lnTo>
                <a:lnTo>
                  <a:pt x="97775" y="37233"/>
                </a:lnTo>
                <a:lnTo>
                  <a:pt x="97640" y="37212"/>
                </a:lnTo>
                <a:lnTo>
                  <a:pt x="97515" y="37210"/>
                </a:lnTo>
                <a:lnTo>
                  <a:pt x="97398" y="37226"/>
                </a:lnTo>
                <a:lnTo>
                  <a:pt x="97290" y="37261"/>
                </a:lnTo>
                <a:lnTo>
                  <a:pt x="97190" y="37312"/>
                </a:lnTo>
                <a:lnTo>
                  <a:pt x="97098" y="37380"/>
                </a:lnTo>
                <a:lnTo>
                  <a:pt x="97014" y="37465"/>
                </a:lnTo>
                <a:lnTo>
                  <a:pt x="96938" y="37564"/>
                </a:lnTo>
                <a:lnTo>
                  <a:pt x="96870" y="37679"/>
                </a:lnTo>
                <a:lnTo>
                  <a:pt x="96809" y="37808"/>
                </a:lnTo>
                <a:lnTo>
                  <a:pt x="96755" y="37952"/>
                </a:lnTo>
                <a:lnTo>
                  <a:pt x="96708" y="38108"/>
                </a:lnTo>
                <a:lnTo>
                  <a:pt x="96668" y="38277"/>
                </a:lnTo>
                <a:lnTo>
                  <a:pt x="96634" y="38458"/>
                </a:lnTo>
                <a:lnTo>
                  <a:pt x="96607" y="38651"/>
                </a:lnTo>
                <a:lnTo>
                  <a:pt x="96586" y="38854"/>
                </a:lnTo>
                <a:lnTo>
                  <a:pt x="96571" y="39068"/>
                </a:lnTo>
                <a:lnTo>
                  <a:pt x="96561" y="39292"/>
                </a:lnTo>
                <a:lnTo>
                  <a:pt x="96557" y="39525"/>
                </a:lnTo>
                <a:lnTo>
                  <a:pt x="96558" y="39767"/>
                </a:lnTo>
                <a:lnTo>
                  <a:pt x="96565" y="40016"/>
                </a:lnTo>
                <a:lnTo>
                  <a:pt x="96576" y="40274"/>
                </a:lnTo>
                <a:lnTo>
                  <a:pt x="95522" y="38504"/>
                </a:lnTo>
                <a:lnTo>
                  <a:pt x="94463" y="36782"/>
                </a:lnTo>
                <a:lnTo>
                  <a:pt x="93400" y="35109"/>
                </a:lnTo>
                <a:lnTo>
                  <a:pt x="92334" y="33484"/>
                </a:lnTo>
                <a:lnTo>
                  <a:pt x="91266" y="31906"/>
                </a:lnTo>
                <a:lnTo>
                  <a:pt x="90197" y="30374"/>
                </a:lnTo>
                <a:lnTo>
                  <a:pt x="89126" y="28888"/>
                </a:lnTo>
                <a:lnTo>
                  <a:pt x="88056" y="27448"/>
                </a:lnTo>
                <a:lnTo>
                  <a:pt x="86986" y="26052"/>
                </a:lnTo>
                <a:lnTo>
                  <a:pt x="85917" y="24700"/>
                </a:lnTo>
                <a:lnTo>
                  <a:pt x="84851" y="23392"/>
                </a:lnTo>
                <a:lnTo>
                  <a:pt x="83787" y="22127"/>
                </a:lnTo>
                <a:lnTo>
                  <a:pt x="82727" y="20904"/>
                </a:lnTo>
                <a:lnTo>
                  <a:pt x="81671" y="19723"/>
                </a:lnTo>
                <a:lnTo>
                  <a:pt x="80620" y="18583"/>
                </a:lnTo>
                <a:lnTo>
                  <a:pt x="79575" y="17484"/>
                </a:lnTo>
                <a:lnTo>
                  <a:pt x="78537" y="16425"/>
                </a:lnTo>
                <a:lnTo>
                  <a:pt x="77505" y="15406"/>
                </a:lnTo>
                <a:lnTo>
                  <a:pt x="76481" y="14425"/>
                </a:lnTo>
                <a:lnTo>
                  <a:pt x="75466" y="13483"/>
                </a:lnTo>
                <a:lnTo>
                  <a:pt x="74461" y="12578"/>
                </a:lnTo>
                <a:lnTo>
                  <a:pt x="73465" y="11711"/>
                </a:lnTo>
                <a:lnTo>
                  <a:pt x="72480" y="10880"/>
                </a:lnTo>
                <a:lnTo>
                  <a:pt x="71507" y="10085"/>
                </a:lnTo>
                <a:lnTo>
                  <a:pt x="70947" y="9639"/>
                </a:lnTo>
                <a:lnTo>
                  <a:pt x="70390" y="9204"/>
                </a:lnTo>
                <a:lnTo>
                  <a:pt x="69838" y="8781"/>
                </a:lnTo>
                <a:lnTo>
                  <a:pt x="69290" y="8370"/>
                </a:lnTo>
                <a:lnTo>
                  <a:pt x="68747" y="7970"/>
                </a:lnTo>
                <a:lnTo>
                  <a:pt x="68209" y="7582"/>
                </a:lnTo>
                <a:lnTo>
                  <a:pt x="67676" y="7204"/>
                </a:lnTo>
                <a:lnTo>
                  <a:pt x="67147" y="6838"/>
                </a:lnTo>
                <a:lnTo>
                  <a:pt x="66624" y="6483"/>
                </a:lnTo>
                <a:lnTo>
                  <a:pt x="66107" y="6139"/>
                </a:lnTo>
                <a:lnTo>
                  <a:pt x="65594" y="5805"/>
                </a:lnTo>
                <a:lnTo>
                  <a:pt x="65088" y="5482"/>
                </a:lnTo>
                <a:lnTo>
                  <a:pt x="64587" y="5170"/>
                </a:lnTo>
                <a:lnTo>
                  <a:pt x="64092" y="4868"/>
                </a:lnTo>
                <a:lnTo>
                  <a:pt x="63603" y="4577"/>
                </a:lnTo>
                <a:lnTo>
                  <a:pt x="63120" y="4296"/>
                </a:lnTo>
                <a:lnTo>
                  <a:pt x="62644" y="4025"/>
                </a:lnTo>
                <a:lnTo>
                  <a:pt x="62174" y="3764"/>
                </a:lnTo>
                <a:lnTo>
                  <a:pt x="61711" y="3513"/>
                </a:lnTo>
                <a:lnTo>
                  <a:pt x="61255" y="3272"/>
                </a:lnTo>
                <a:lnTo>
                  <a:pt x="60805" y="3040"/>
                </a:lnTo>
                <a:lnTo>
                  <a:pt x="60363" y="2819"/>
                </a:lnTo>
                <a:lnTo>
                  <a:pt x="59928" y="2606"/>
                </a:lnTo>
                <a:lnTo>
                  <a:pt x="59500" y="2404"/>
                </a:lnTo>
                <a:lnTo>
                  <a:pt x="59095" y="2216"/>
                </a:lnTo>
                <a:lnTo>
                  <a:pt x="58694" y="2035"/>
                </a:lnTo>
                <a:lnTo>
                  <a:pt x="58297" y="1861"/>
                </a:lnTo>
                <a:lnTo>
                  <a:pt x="57903" y="1695"/>
                </a:lnTo>
                <a:lnTo>
                  <a:pt x="57514" y="1535"/>
                </a:lnTo>
                <a:lnTo>
                  <a:pt x="57128" y="1383"/>
                </a:lnTo>
                <a:lnTo>
                  <a:pt x="56748" y="1238"/>
                </a:lnTo>
                <a:lnTo>
                  <a:pt x="56372" y="1101"/>
                </a:lnTo>
                <a:lnTo>
                  <a:pt x="56002" y="971"/>
                </a:lnTo>
                <a:lnTo>
                  <a:pt x="55637" y="849"/>
                </a:lnTo>
                <a:lnTo>
                  <a:pt x="55277" y="735"/>
                </a:lnTo>
                <a:lnTo>
                  <a:pt x="54923" y="628"/>
                </a:lnTo>
                <a:lnTo>
                  <a:pt x="54575" y="530"/>
                </a:lnTo>
                <a:lnTo>
                  <a:pt x="54234" y="439"/>
                </a:lnTo>
                <a:lnTo>
                  <a:pt x="53899" y="357"/>
                </a:lnTo>
                <a:lnTo>
                  <a:pt x="53571" y="283"/>
                </a:lnTo>
                <a:lnTo>
                  <a:pt x="53250" y="218"/>
                </a:lnTo>
                <a:lnTo>
                  <a:pt x="52936" y="160"/>
                </a:lnTo>
                <a:lnTo>
                  <a:pt x="52630" y="112"/>
                </a:lnTo>
                <a:lnTo>
                  <a:pt x="52332" y="72"/>
                </a:lnTo>
                <a:lnTo>
                  <a:pt x="52041" y="41"/>
                </a:lnTo>
                <a:lnTo>
                  <a:pt x="51759" y="18"/>
                </a:lnTo>
                <a:lnTo>
                  <a:pt x="51485" y="5"/>
                </a:lnTo>
                <a:lnTo>
                  <a:pt x="51220" y="0"/>
                </a:lnTo>
                <a:lnTo>
                  <a:pt x="51012" y="3"/>
                </a:lnTo>
                <a:lnTo>
                  <a:pt x="50806" y="14"/>
                </a:lnTo>
                <a:lnTo>
                  <a:pt x="50603" y="31"/>
                </a:lnTo>
                <a:lnTo>
                  <a:pt x="50402" y="54"/>
                </a:lnTo>
                <a:lnTo>
                  <a:pt x="50204" y="83"/>
                </a:lnTo>
                <a:lnTo>
                  <a:pt x="50008" y="117"/>
                </a:lnTo>
                <a:lnTo>
                  <a:pt x="49815" y="158"/>
                </a:lnTo>
                <a:lnTo>
                  <a:pt x="49625" y="203"/>
                </a:lnTo>
                <a:lnTo>
                  <a:pt x="49438" y="254"/>
                </a:lnTo>
                <a:lnTo>
                  <a:pt x="49254" y="309"/>
                </a:lnTo>
                <a:lnTo>
                  <a:pt x="49073" y="368"/>
                </a:lnTo>
                <a:lnTo>
                  <a:pt x="48894" y="432"/>
                </a:lnTo>
                <a:lnTo>
                  <a:pt x="48719" y="499"/>
                </a:lnTo>
                <a:lnTo>
                  <a:pt x="48546" y="570"/>
                </a:lnTo>
                <a:lnTo>
                  <a:pt x="48377" y="644"/>
                </a:lnTo>
                <a:lnTo>
                  <a:pt x="48211" y="722"/>
                </a:lnTo>
                <a:lnTo>
                  <a:pt x="48048" y="802"/>
                </a:lnTo>
                <a:lnTo>
                  <a:pt x="47888" y="885"/>
                </a:lnTo>
                <a:lnTo>
                  <a:pt x="47732" y="970"/>
                </a:lnTo>
                <a:lnTo>
                  <a:pt x="47579" y="1057"/>
                </a:lnTo>
                <a:lnTo>
                  <a:pt x="47429" y="1146"/>
                </a:lnTo>
                <a:lnTo>
                  <a:pt x="47283" y="1236"/>
                </a:lnTo>
                <a:lnTo>
                  <a:pt x="47140" y="1328"/>
                </a:lnTo>
                <a:lnTo>
                  <a:pt x="47001" y="1420"/>
                </a:lnTo>
                <a:lnTo>
                  <a:pt x="46861" y="1516"/>
                </a:lnTo>
                <a:lnTo>
                  <a:pt x="46722" y="1614"/>
                </a:lnTo>
                <a:lnTo>
                  <a:pt x="46584" y="1715"/>
                </a:lnTo>
                <a:lnTo>
                  <a:pt x="46447" y="1818"/>
                </a:lnTo>
                <a:lnTo>
                  <a:pt x="46311" y="1924"/>
                </a:lnTo>
                <a:lnTo>
                  <a:pt x="46175" y="2032"/>
                </a:lnTo>
                <a:lnTo>
                  <a:pt x="46041" y="2143"/>
                </a:lnTo>
                <a:lnTo>
                  <a:pt x="45907" y="2255"/>
                </a:lnTo>
                <a:lnTo>
                  <a:pt x="45774" y="2370"/>
                </a:lnTo>
                <a:lnTo>
                  <a:pt x="45642" y="2487"/>
                </a:lnTo>
                <a:lnTo>
                  <a:pt x="45510" y="2605"/>
                </a:lnTo>
                <a:lnTo>
                  <a:pt x="45380" y="2726"/>
                </a:lnTo>
                <a:lnTo>
                  <a:pt x="45251" y="2849"/>
                </a:lnTo>
                <a:lnTo>
                  <a:pt x="45122" y="2973"/>
                </a:lnTo>
                <a:lnTo>
                  <a:pt x="44994" y="3099"/>
                </a:lnTo>
                <a:lnTo>
                  <a:pt x="44867" y="3226"/>
                </a:lnTo>
                <a:lnTo>
                  <a:pt x="44741" y="3355"/>
                </a:lnTo>
                <a:lnTo>
                  <a:pt x="44616" y="3485"/>
                </a:lnTo>
                <a:lnTo>
                  <a:pt x="44491" y="3617"/>
                </a:lnTo>
                <a:lnTo>
                  <a:pt x="44368" y="3750"/>
                </a:lnTo>
                <a:lnTo>
                  <a:pt x="44245" y="3885"/>
                </a:lnTo>
                <a:lnTo>
                  <a:pt x="44123" y="4020"/>
                </a:lnTo>
                <a:lnTo>
                  <a:pt x="44003" y="4156"/>
                </a:lnTo>
                <a:lnTo>
                  <a:pt x="43882" y="4294"/>
                </a:lnTo>
                <a:lnTo>
                  <a:pt x="43643" y="4577"/>
                </a:lnTo>
                <a:lnTo>
                  <a:pt x="43403" y="4868"/>
                </a:lnTo>
                <a:lnTo>
                  <a:pt x="43163" y="5168"/>
                </a:lnTo>
                <a:lnTo>
                  <a:pt x="42923" y="5476"/>
                </a:lnTo>
                <a:lnTo>
                  <a:pt x="42682" y="5792"/>
                </a:lnTo>
                <a:lnTo>
                  <a:pt x="42441" y="6116"/>
                </a:lnTo>
                <a:lnTo>
                  <a:pt x="42200" y="6448"/>
                </a:lnTo>
                <a:lnTo>
                  <a:pt x="41958" y="6788"/>
                </a:lnTo>
                <a:lnTo>
                  <a:pt x="41717" y="7135"/>
                </a:lnTo>
                <a:lnTo>
                  <a:pt x="41475" y="7490"/>
                </a:lnTo>
                <a:lnTo>
                  <a:pt x="41234" y="7852"/>
                </a:lnTo>
                <a:lnTo>
                  <a:pt x="40992" y="8221"/>
                </a:lnTo>
                <a:lnTo>
                  <a:pt x="40750" y="8597"/>
                </a:lnTo>
                <a:lnTo>
                  <a:pt x="40508" y="8979"/>
                </a:lnTo>
                <a:lnTo>
                  <a:pt x="40266" y="9369"/>
                </a:lnTo>
                <a:lnTo>
                  <a:pt x="40025" y="9765"/>
                </a:lnTo>
                <a:lnTo>
                  <a:pt x="39783" y="10168"/>
                </a:lnTo>
                <a:lnTo>
                  <a:pt x="39541" y="10577"/>
                </a:lnTo>
                <a:lnTo>
                  <a:pt x="39300" y="10992"/>
                </a:lnTo>
                <a:lnTo>
                  <a:pt x="39059" y="11413"/>
                </a:lnTo>
                <a:lnTo>
                  <a:pt x="38818" y="11840"/>
                </a:lnTo>
                <a:lnTo>
                  <a:pt x="38577" y="12273"/>
                </a:lnTo>
                <a:lnTo>
                  <a:pt x="38336" y="12711"/>
                </a:lnTo>
                <a:lnTo>
                  <a:pt x="38096" y="13155"/>
                </a:lnTo>
                <a:lnTo>
                  <a:pt x="37613" y="14069"/>
                </a:lnTo>
                <a:lnTo>
                  <a:pt x="37128" y="15010"/>
                </a:lnTo>
                <a:lnTo>
                  <a:pt x="36641" y="15978"/>
                </a:lnTo>
                <a:lnTo>
                  <a:pt x="36154" y="16971"/>
                </a:lnTo>
                <a:lnTo>
                  <a:pt x="35665" y="17990"/>
                </a:lnTo>
                <a:lnTo>
                  <a:pt x="35176" y="19033"/>
                </a:lnTo>
                <a:lnTo>
                  <a:pt x="34687" y="20101"/>
                </a:lnTo>
                <a:lnTo>
                  <a:pt x="34198" y="21191"/>
                </a:lnTo>
                <a:lnTo>
                  <a:pt x="33709" y="22304"/>
                </a:lnTo>
                <a:lnTo>
                  <a:pt x="33221" y="23439"/>
                </a:lnTo>
                <a:lnTo>
                  <a:pt x="32733" y="24595"/>
                </a:lnTo>
                <a:lnTo>
                  <a:pt x="32247" y="25772"/>
                </a:lnTo>
                <a:lnTo>
                  <a:pt x="31762" y="26969"/>
                </a:lnTo>
                <a:lnTo>
                  <a:pt x="31278" y="28185"/>
                </a:lnTo>
                <a:lnTo>
                  <a:pt x="30797" y="29419"/>
                </a:lnTo>
                <a:lnTo>
                  <a:pt x="30318" y="30672"/>
                </a:lnTo>
                <a:lnTo>
                  <a:pt x="29841" y="31941"/>
                </a:lnTo>
                <a:lnTo>
                  <a:pt x="29367" y="33228"/>
                </a:lnTo>
                <a:lnTo>
                  <a:pt x="28896" y="34530"/>
                </a:lnTo>
                <a:lnTo>
                  <a:pt x="28428" y="35847"/>
                </a:lnTo>
                <a:lnTo>
                  <a:pt x="27964" y="37180"/>
                </a:lnTo>
                <a:lnTo>
                  <a:pt x="27504" y="38526"/>
                </a:lnTo>
                <a:lnTo>
                  <a:pt x="27048" y="39885"/>
                </a:lnTo>
                <a:lnTo>
                  <a:pt x="26597" y="41257"/>
                </a:lnTo>
                <a:lnTo>
                  <a:pt x="25720" y="43997"/>
                </a:lnTo>
                <a:lnTo>
                  <a:pt x="24861" y="46786"/>
                </a:lnTo>
                <a:lnTo>
                  <a:pt x="24023" y="49618"/>
                </a:lnTo>
                <a:lnTo>
                  <a:pt x="23207" y="52489"/>
                </a:lnTo>
                <a:lnTo>
                  <a:pt x="22417" y="55394"/>
                </a:lnTo>
                <a:lnTo>
                  <a:pt x="21655" y="58327"/>
                </a:lnTo>
                <a:lnTo>
                  <a:pt x="20922" y="61283"/>
                </a:lnTo>
                <a:lnTo>
                  <a:pt x="20222" y="64258"/>
                </a:lnTo>
                <a:lnTo>
                  <a:pt x="19556" y="67246"/>
                </a:lnTo>
                <a:lnTo>
                  <a:pt x="18928" y="70242"/>
                </a:lnTo>
                <a:lnTo>
                  <a:pt x="18339" y="73240"/>
                </a:lnTo>
                <a:lnTo>
                  <a:pt x="17791" y="76237"/>
                </a:lnTo>
                <a:lnTo>
                  <a:pt x="17288" y="79226"/>
                </a:lnTo>
                <a:lnTo>
                  <a:pt x="16832" y="82203"/>
                </a:lnTo>
                <a:lnTo>
                  <a:pt x="16424" y="85163"/>
                </a:lnTo>
                <a:lnTo>
                  <a:pt x="16067" y="88099"/>
                </a:lnTo>
                <a:lnTo>
                  <a:pt x="15765" y="91008"/>
                </a:lnTo>
                <a:lnTo>
                  <a:pt x="15518" y="93885"/>
                </a:lnTo>
                <a:lnTo>
                  <a:pt x="15329" y="96723"/>
                </a:lnTo>
                <a:lnTo>
                  <a:pt x="15201" y="99519"/>
                </a:lnTo>
                <a:lnTo>
                  <a:pt x="15137" y="102266"/>
                </a:lnTo>
                <a:lnTo>
                  <a:pt x="15137" y="104960"/>
                </a:lnTo>
                <a:lnTo>
                  <a:pt x="15206" y="107596"/>
                </a:lnTo>
                <a:lnTo>
                  <a:pt x="15345" y="110168"/>
                </a:lnTo>
                <a:lnTo>
                  <a:pt x="15299" y="110342"/>
                </a:lnTo>
                <a:lnTo>
                  <a:pt x="15254" y="110515"/>
                </a:lnTo>
                <a:lnTo>
                  <a:pt x="15208" y="110688"/>
                </a:lnTo>
                <a:lnTo>
                  <a:pt x="15163" y="110862"/>
                </a:lnTo>
                <a:lnTo>
                  <a:pt x="15118" y="111035"/>
                </a:lnTo>
                <a:lnTo>
                  <a:pt x="15074" y="111209"/>
                </a:lnTo>
                <a:lnTo>
                  <a:pt x="15029" y="111382"/>
                </a:lnTo>
                <a:lnTo>
                  <a:pt x="14985" y="111555"/>
                </a:lnTo>
                <a:lnTo>
                  <a:pt x="14940" y="111729"/>
                </a:lnTo>
                <a:lnTo>
                  <a:pt x="14896" y="111902"/>
                </a:lnTo>
                <a:lnTo>
                  <a:pt x="14852" y="112075"/>
                </a:lnTo>
                <a:lnTo>
                  <a:pt x="14809" y="112248"/>
                </a:lnTo>
                <a:lnTo>
                  <a:pt x="14765" y="112421"/>
                </a:lnTo>
                <a:lnTo>
                  <a:pt x="14722" y="112594"/>
                </a:lnTo>
                <a:lnTo>
                  <a:pt x="14678" y="112767"/>
                </a:lnTo>
                <a:lnTo>
                  <a:pt x="14635" y="112940"/>
                </a:lnTo>
                <a:lnTo>
                  <a:pt x="14592" y="113113"/>
                </a:lnTo>
                <a:lnTo>
                  <a:pt x="14550" y="113286"/>
                </a:lnTo>
                <a:lnTo>
                  <a:pt x="14507" y="113458"/>
                </a:lnTo>
                <a:lnTo>
                  <a:pt x="14465" y="113631"/>
                </a:lnTo>
                <a:lnTo>
                  <a:pt x="14423" y="113803"/>
                </a:lnTo>
                <a:lnTo>
                  <a:pt x="14381" y="113976"/>
                </a:lnTo>
                <a:lnTo>
                  <a:pt x="14339" y="114148"/>
                </a:lnTo>
                <a:lnTo>
                  <a:pt x="14298" y="114320"/>
                </a:lnTo>
                <a:lnTo>
                  <a:pt x="13797" y="115060"/>
                </a:lnTo>
                <a:lnTo>
                  <a:pt x="13300" y="115826"/>
                </a:lnTo>
                <a:lnTo>
                  <a:pt x="12806" y="116620"/>
                </a:lnTo>
                <a:lnTo>
                  <a:pt x="12316" y="117441"/>
                </a:lnTo>
                <a:lnTo>
                  <a:pt x="11830" y="118289"/>
                </a:lnTo>
                <a:lnTo>
                  <a:pt x="11349" y="119166"/>
                </a:lnTo>
                <a:lnTo>
                  <a:pt x="10873" y="120071"/>
                </a:lnTo>
                <a:lnTo>
                  <a:pt x="10402" y="121006"/>
                </a:lnTo>
                <a:lnTo>
                  <a:pt x="9938" y="121969"/>
                </a:lnTo>
                <a:lnTo>
                  <a:pt x="9480" y="122962"/>
                </a:lnTo>
                <a:lnTo>
                  <a:pt x="9029" y="123985"/>
                </a:lnTo>
                <a:lnTo>
                  <a:pt x="8585" y="125039"/>
                </a:lnTo>
                <a:lnTo>
                  <a:pt x="8149" y="126123"/>
                </a:lnTo>
                <a:lnTo>
                  <a:pt x="7721" y="127238"/>
                </a:lnTo>
                <a:lnTo>
                  <a:pt x="7302" y="128385"/>
                </a:lnTo>
                <a:lnTo>
                  <a:pt x="6891" y="129563"/>
                </a:lnTo>
                <a:lnTo>
                  <a:pt x="6491" y="130774"/>
                </a:lnTo>
                <a:lnTo>
                  <a:pt x="6100" y="132017"/>
                </a:lnTo>
                <a:lnTo>
                  <a:pt x="5720" y="133294"/>
                </a:lnTo>
                <a:lnTo>
                  <a:pt x="5350" y="134603"/>
                </a:lnTo>
                <a:lnTo>
                  <a:pt x="4992" y="135946"/>
                </a:lnTo>
                <a:lnTo>
                  <a:pt x="4645" y="137324"/>
                </a:lnTo>
                <a:lnTo>
                  <a:pt x="4310" y="138736"/>
                </a:lnTo>
                <a:lnTo>
                  <a:pt x="3988" y="140182"/>
                </a:lnTo>
                <a:lnTo>
                  <a:pt x="3529" y="142389"/>
                </a:lnTo>
                <a:lnTo>
                  <a:pt x="3147" y="144393"/>
                </a:lnTo>
                <a:lnTo>
                  <a:pt x="2839" y="146201"/>
                </a:lnTo>
                <a:lnTo>
                  <a:pt x="2604" y="147823"/>
                </a:lnTo>
                <a:lnTo>
                  <a:pt x="2438" y="149266"/>
                </a:lnTo>
                <a:lnTo>
                  <a:pt x="2340" y="150539"/>
                </a:lnTo>
                <a:lnTo>
                  <a:pt x="2306" y="151648"/>
                </a:lnTo>
                <a:lnTo>
                  <a:pt x="2335" y="152604"/>
                </a:lnTo>
                <a:lnTo>
                  <a:pt x="2424" y="153413"/>
                </a:lnTo>
                <a:lnTo>
                  <a:pt x="2571" y="154083"/>
                </a:lnTo>
                <a:lnTo>
                  <a:pt x="2772" y="154623"/>
                </a:lnTo>
                <a:lnTo>
                  <a:pt x="3027" y="155041"/>
                </a:lnTo>
                <a:lnTo>
                  <a:pt x="3332" y="155345"/>
                </a:lnTo>
                <a:lnTo>
                  <a:pt x="3685" y="155543"/>
                </a:lnTo>
                <a:lnTo>
                  <a:pt x="4084" y="155643"/>
                </a:lnTo>
                <a:lnTo>
                  <a:pt x="4525" y="155653"/>
                </a:lnTo>
                <a:lnTo>
                  <a:pt x="5008" y="155582"/>
                </a:lnTo>
                <a:lnTo>
                  <a:pt x="5528" y="155436"/>
                </a:lnTo>
                <a:lnTo>
                  <a:pt x="6085" y="155226"/>
                </a:lnTo>
                <a:lnTo>
                  <a:pt x="6675" y="154957"/>
                </a:lnTo>
                <a:lnTo>
                  <a:pt x="7296" y="154640"/>
                </a:lnTo>
                <a:lnTo>
                  <a:pt x="7946" y="154281"/>
                </a:lnTo>
                <a:lnTo>
                  <a:pt x="8622" y="153889"/>
                </a:lnTo>
                <a:lnTo>
                  <a:pt x="9321" y="153472"/>
                </a:lnTo>
                <a:lnTo>
                  <a:pt x="9267" y="153964"/>
                </a:lnTo>
                <a:lnTo>
                  <a:pt x="9209" y="154462"/>
                </a:lnTo>
                <a:lnTo>
                  <a:pt x="9148" y="154964"/>
                </a:lnTo>
                <a:lnTo>
                  <a:pt x="9082" y="155470"/>
                </a:lnTo>
                <a:lnTo>
                  <a:pt x="9011" y="155977"/>
                </a:lnTo>
                <a:lnTo>
                  <a:pt x="8933" y="156485"/>
                </a:lnTo>
                <a:lnTo>
                  <a:pt x="8849" y="156992"/>
                </a:lnTo>
                <a:lnTo>
                  <a:pt x="8756" y="157497"/>
                </a:lnTo>
                <a:lnTo>
                  <a:pt x="8655" y="157998"/>
                </a:lnTo>
                <a:lnTo>
                  <a:pt x="8543" y="158494"/>
                </a:lnTo>
                <a:lnTo>
                  <a:pt x="8422" y="158984"/>
                </a:lnTo>
                <a:lnTo>
                  <a:pt x="8289" y="159466"/>
                </a:lnTo>
                <a:lnTo>
                  <a:pt x="8144" y="159940"/>
                </a:lnTo>
                <a:lnTo>
                  <a:pt x="7986" y="160403"/>
                </a:lnTo>
                <a:lnTo>
                  <a:pt x="7815" y="160855"/>
                </a:lnTo>
                <a:lnTo>
                  <a:pt x="7628" y="161293"/>
                </a:lnTo>
                <a:lnTo>
                  <a:pt x="7426" y="161718"/>
                </a:lnTo>
                <a:lnTo>
                  <a:pt x="7208" y="162127"/>
                </a:lnTo>
                <a:lnTo>
                  <a:pt x="6973" y="162519"/>
                </a:lnTo>
                <a:lnTo>
                  <a:pt x="6720" y="162893"/>
                </a:lnTo>
                <a:lnTo>
                  <a:pt x="6448" y="163247"/>
                </a:lnTo>
                <a:lnTo>
                  <a:pt x="6157" y="163580"/>
                </a:lnTo>
                <a:lnTo>
                  <a:pt x="5845" y="163892"/>
                </a:lnTo>
                <a:lnTo>
                  <a:pt x="5512" y="164179"/>
                </a:lnTo>
                <a:lnTo>
                  <a:pt x="4932" y="164670"/>
                </a:lnTo>
                <a:lnTo>
                  <a:pt x="4438" y="165146"/>
                </a:lnTo>
                <a:lnTo>
                  <a:pt x="4026" y="165606"/>
                </a:lnTo>
                <a:lnTo>
                  <a:pt x="3696" y="166047"/>
                </a:lnTo>
                <a:lnTo>
                  <a:pt x="3446" y="166469"/>
                </a:lnTo>
                <a:lnTo>
                  <a:pt x="3274" y="166868"/>
                </a:lnTo>
                <a:lnTo>
                  <a:pt x="3180" y="167243"/>
                </a:lnTo>
                <a:lnTo>
                  <a:pt x="3160" y="167593"/>
                </a:lnTo>
                <a:lnTo>
                  <a:pt x="3214" y="167915"/>
                </a:lnTo>
                <a:lnTo>
                  <a:pt x="3340" y="168207"/>
                </a:lnTo>
                <a:lnTo>
                  <a:pt x="3537" y="168468"/>
                </a:lnTo>
                <a:lnTo>
                  <a:pt x="3802" y="168697"/>
                </a:lnTo>
                <a:lnTo>
                  <a:pt x="4135" y="168890"/>
                </a:lnTo>
                <a:lnTo>
                  <a:pt x="4534" y="169047"/>
                </a:lnTo>
                <a:lnTo>
                  <a:pt x="4998" y="169165"/>
                </a:lnTo>
                <a:lnTo>
                  <a:pt x="5524" y="169242"/>
                </a:lnTo>
                <a:lnTo>
                  <a:pt x="6111" y="169278"/>
                </a:lnTo>
                <a:lnTo>
                  <a:pt x="6758" y="169269"/>
                </a:lnTo>
                <a:lnTo>
                  <a:pt x="7463" y="169214"/>
                </a:lnTo>
                <a:lnTo>
                  <a:pt x="8224" y="169112"/>
                </a:lnTo>
                <a:lnTo>
                  <a:pt x="9041" y="168959"/>
                </a:lnTo>
                <a:lnTo>
                  <a:pt x="9911" y="168756"/>
                </a:lnTo>
                <a:lnTo>
                  <a:pt x="10833" y="168499"/>
                </a:lnTo>
                <a:lnTo>
                  <a:pt x="11805" y="168187"/>
                </a:lnTo>
                <a:lnTo>
                  <a:pt x="11812" y="168216"/>
                </a:lnTo>
                <a:lnTo>
                  <a:pt x="11820" y="168246"/>
                </a:lnTo>
                <a:lnTo>
                  <a:pt x="11827" y="168275"/>
                </a:lnTo>
                <a:lnTo>
                  <a:pt x="11835" y="168304"/>
                </a:lnTo>
                <a:lnTo>
                  <a:pt x="11842" y="168333"/>
                </a:lnTo>
                <a:lnTo>
                  <a:pt x="11850" y="168363"/>
                </a:lnTo>
                <a:lnTo>
                  <a:pt x="11858" y="168392"/>
                </a:lnTo>
                <a:lnTo>
                  <a:pt x="11865" y="168421"/>
                </a:lnTo>
                <a:lnTo>
                  <a:pt x="11873" y="168450"/>
                </a:lnTo>
                <a:lnTo>
                  <a:pt x="11880" y="168480"/>
                </a:lnTo>
                <a:lnTo>
                  <a:pt x="11888" y="168509"/>
                </a:lnTo>
                <a:lnTo>
                  <a:pt x="11896" y="168538"/>
                </a:lnTo>
                <a:lnTo>
                  <a:pt x="11903" y="168567"/>
                </a:lnTo>
                <a:lnTo>
                  <a:pt x="11911" y="168596"/>
                </a:lnTo>
                <a:lnTo>
                  <a:pt x="11919" y="168625"/>
                </a:lnTo>
                <a:lnTo>
                  <a:pt x="11926" y="168654"/>
                </a:lnTo>
                <a:lnTo>
                  <a:pt x="11934" y="168684"/>
                </a:lnTo>
                <a:lnTo>
                  <a:pt x="11942" y="168713"/>
                </a:lnTo>
                <a:lnTo>
                  <a:pt x="11950" y="168742"/>
                </a:lnTo>
                <a:lnTo>
                  <a:pt x="11957" y="168771"/>
                </a:lnTo>
                <a:lnTo>
                  <a:pt x="11965" y="168800"/>
                </a:lnTo>
                <a:lnTo>
                  <a:pt x="11973" y="168829"/>
                </a:lnTo>
                <a:lnTo>
                  <a:pt x="11981" y="168858"/>
                </a:lnTo>
                <a:lnTo>
                  <a:pt x="11988" y="168887"/>
                </a:lnTo>
                <a:lnTo>
                  <a:pt x="11684" y="169631"/>
                </a:lnTo>
                <a:lnTo>
                  <a:pt x="11392" y="170398"/>
                </a:lnTo>
                <a:lnTo>
                  <a:pt x="11114" y="171186"/>
                </a:lnTo>
                <a:lnTo>
                  <a:pt x="10853" y="171997"/>
                </a:lnTo>
                <a:lnTo>
                  <a:pt x="10609" y="172830"/>
                </a:lnTo>
                <a:lnTo>
                  <a:pt x="10383" y="173684"/>
                </a:lnTo>
                <a:lnTo>
                  <a:pt x="10178" y="174559"/>
                </a:lnTo>
                <a:lnTo>
                  <a:pt x="9994" y="175454"/>
                </a:lnTo>
                <a:lnTo>
                  <a:pt x="9834" y="176371"/>
                </a:lnTo>
                <a:lnTo>
                  <a:pt x="9699" y="177307"/>
                </a:lnTo>
                <a:lnTo>
                  <a:pt x="9589" y="178264"/>
                </a:lnTo>
                <a:lnTo>
                  <a:pt x="9508" y="179240"/>
                </a:lnTo>
                <a:lnTo>
                  <a:pt x="9455" y="180235"/>
                </a:lnTo>
                <a:lnTo>
                  <a:pt x="9433" y="181249"/>
                </a:lnTo>
                <a:lnTo>
                  <a:pt x="9444" y="182282"/>
                </a:lnTo>
                <a:lnTo>
                  <a:pt x="9487" y="183333"/>
                </a:lnTo>
                <a:lnTo>
                  <a:pt x="9566" y="184402"/>
                </a:lnTo>
                <a:lnTo>
                  <a:pt x="9682" y="185489"/>
                </a:lnTo>
                <a:lnTo>
                  <a:pt x="9835" y="186594"/>
                </a:lnTo>
                <a:lnTo>
                  <a:pt x="10028" y="187716"/>
                </a:lnTo>
                <a:lnTo>
                  <a:pt x="10263" y="188854"/>
                </a:lnTo>
                <a:lnTo>
                  <a:pt x="10539" y="190009"/>
                </a:lnTo>
                <a:lnTo>
                  <a:pt x="10860" y="191180"/>
                </a:lnTo>
                <a:lnTo>
                  <a:pt x="11226" y="192367"/>
                </a:lnTo>
                <a:lnTo>
                  <a:pt x="11434" y="192947"/>
                </a:lnTo>
                <a:lnTo>
                  <a:pt x="11651" y="193433"/>
                </a:lnTo>
                <a:lnTo>
                  <a:pt x="11876" y="193830"/>
                </a:lnTo>
                <a:lnTo>
                  <a:pt x="12110" y="194140"/>
                </a:lnTo>
                <a:lnTo>
                  <a:pt x="12353" y="194368"/>
                </a:lnTo>
                <a:lnTo>
                  <a:pt x="12604" y="194516"/>
                </a:lnTo>
                <a:lnTo>
                  <a:pt x="12864" y="194588"/>
                </a:lnTo>
                <a:lnTo>
                  <a:pt x="13133" y="194587"/>
                </a:lnTo>
                <a:lnTo>
                  <a:pt x="13411" y="194517"/>
                </a:lnTo>
                <a:lnTo>
                  <a:pt x="13697" y="194381"/>
                </a:lnTo>
                <a:lnTo>
                  <a:pt x="13992" y="194181"/>
                </a:lnTo>
                <a:lnTo>
                  <a:pt x="14297" y="193923"/>
                </a:lnTo>
                <a:lnTo>
                  <a:pt x="14609" y="193608"/>
                </a:lnTo>
                <a:lnTo>
                  <a:pt x="14931" y="193240"/>
                </a:lnTo>
                <a:lnTo>
                  <a:pt x="15262" y="192824"/>
                </a:lnTo>
                <a:lnTo>
                  <a:pt x="15602" y="192361"/>
                </a:lnTo>
                <a:lnTo>
                  <a:pt x="15950" y="191855"/>
                </a:lnTo>
                <a:lnTo>
                  <a:pt x="16308" y="191310"/>
                </a:lnTo>
                <a:lnTo>
                  <a:pt x="16674" y="190729"/>
                </a:lnTo>
                <a:lnTo>
                  <a:pt x="17050" y="190115"/>
                </a:lnTo>
                <a:lnTo>
                  <a:pt x="17435" y="189472"/>
                </a:lnTo>
                <a:lnTo>
                  <a:pt x="17828" y="188803"/>
                </a:lnTo>
                <a:lnTo>
                  <a:pt x="18231" y="188111"/>
                </a:lnTo>
                <a:lnTo>
                  <a:pt x="18643" y="187400"/>
                </a:lnTo>
                <a:lnTo>
                  <a:pt x="19984" y="190249"/>
                </a:lnTo>
                <a:lnTo>
                  <a:pt x="21378" y="193009"/>
                </a:lnTo>
                <a:lnTo>
                  <a:pt x="22823" y="195680"/>
                </a:lnTo>
                <a:lnTo>
                  <a:pt x="24315" y="198264"/>
                </a:lnTo>
                <a:lnTo>
                  <a:pt x="25852" y="200758"/>
                </a:lnTo>
                <a:lnTo>
                  <a:pt x="27432" y="203165"/>
                </a:lnTo>
                <a:lnTo>
                  <a:pt x="29051" y="205482"/>
                </a:lnTo>
                <a:lnTo>
                  <a:pt x="30708" y="207711"/>
                </a:lnTo>
                <a:lnTo>
                  <a:pt x="32398" y="209852"/>
                </a:lnTo>
                <a:lnTo>
                  <a:pt x="34120" y="211904"/>
                </a:lnTo>
                <a:lnTo>
                  <a:pt x="35870" y="213867"/>
                </a:lnTo>
                <a:lnTo>
                  <a:pt x="37647" y="215741"/>
                </a:lnTo>
                <a:lnTo>
                  <a:pt x="39447" y="217527"/>
                </a:lnTo>
                <a:lnTo>
                  <a:pt x="41267" y="219224"/>
                </a:lnTo>
                <a:lnTo>
                  <a:pt x="43105" y="220832"/>
                </a:lnTo>
                <a:lnTo>
                  <a:pt x="44958" y="222351"/>
                </a:lnTo>
                <a:lnTo>
                  <a:pt x="46824" y="223781"/>
                </a:lnTo>
                <a:lnTo>
                  <a:pt x="48699" y="225123"/>
                </a:lnTo>
                <a:lnTo>
                  <a:pt x="50581" y="226375"/>
                </a:lnTo>
                <a:lnTo>
                  <a:pt x="52468" y="227539"/>
                </a:lnTo>
                <a:lnTo>
                  <a:pt x="54356" y="228613"/>
                </a:lnTo>
                <a:lnTo>
                  <a:pt x="56242" y="229598"/>
                </a:lnTo>
                <a:lnTo>
                  <a:pt x="58125" y="230495"/>
                </a:lnTo>
                <a:lnTo>
                  <a:pt x="60001" y="231302"/>
                </a:lnTo>
                <a:lnTo>
                  <a:pt x="61907" y="232053"/>
                </a:lnTo>
                <a:lnTo>
                  <a:pt x="63936" y="232803"/>
                </a:lnTo>
                <a:lnTo>
                  <a:pt x="66082" y="233547"/>
                </a:lnTo>
                <a:lnTo>
                  <a:pt x="68341" y="234283"/>
                </a:lnTo>
                <a:lnTo>
                  <a:pt x="70708" y="235008"/>
                </a:lnTo>
                <a:lnTo>
                  <a:pt x="73178" y="235718"/>
                </a:lnTo>
                <a:lnTo>
                  <a:pt x="75749" y="236411"/>
                </a:lnTo>
                <a:lnTo>
                  <a:pt x="78414" y="237083"/>
                </a:lnTo>
                <a:lnTo>
                  <a:pt x="81169" y="237732"/>
                </a:lnTo>
                <a:lnTo>
                  <a:pt x="84010" y="238354"/>
                </a:lnTo>
                <a:lnTo>
                  <a:pt x="86933" y="238946"/>
                </a:lnTo>
                <a:lnTo>
                  <a:pt x="89932" y="239505"/>
                </a:lnTo>
                <a:lnTo>
                  <a:pt x="93005" y="240028"/>
                </a:lnTo>
                <a:lnTo>
                  <a:pt x="96145" y="240513"/>
                </a:lnTo>
                <a:lnTo>
                  <a:pt x="99348" y="240955"/>
                </a:lnTo>
                <a:lnTo>
                  <a:pt x="102611" y="241352"/>
                </a:lnTo>
                <a:lnTo>
                  <a:pt x="105928" y="241701"/>
                </a:lnTo>
                <a:lnTo>
                  <a:pt x="109295" y="241998"/>
                </a:lnTo>
                <a:lnTo>
                  <a:pt x="112708" y="242242"/>
                </a:lnTo>
                <a:lnTo>
                  <a:pt x="116162" y="242427"/>
                </a:lnTo>
                <a:lnTo>
                  <a:pt x="119652" y="242552"/>
                </a:lnTo>
                <a:lnTo>
                  <a:pt x="123175" y="242614"/>
                </a:lnTo>
                <a:lnTo>
                  <a:pt x="126726" y="242609"/>
                </a:lnTo>
                <a:lnTo>
                  <a:pt x="130299" y="242534"/>
                </a:lnTo>
                <a:lnTo>
                  <a:pt x="133893" y="242386"/>
                </a:lnTo>
                <a:lnTo>
                  <a:pt x="137507" y="242161"/>
                </a:lnTo>
                <a:lnTo>
                  <a:pt x="141136" y="241857"/>
                </a:lnTo>
                <a:lnTo>
                  <a:pt x="144776" y="241470"/>
                </a:lnTo>
                <a:lnTo>
                  <a:pt x="148422" y="240995"/>
                </a:lnTo>
                <a:lnTo>
                  <a:pt x="152069" y="240431"/>
                </a:lnTo>
                <a:lnTo>
                  <a:pt x="155711" y="239774"/>
                </a:lnTo>
                <a:lnTo>
                  <a:pt x="159345" y="239020"/>
                </a:lnTo>
                <a:lnTo>
                  <a:pt x="162966" y="238165"/>
                </a:lnTo>
                <a:lnTo>
                  <a:pt x="166568" y="237207"/>
                </a:lnTo>
                <a:lnTo>
                  <a:pt x="170147" y="236143"/>
                </a:lnTo>
                <a:lnTo>
                  <a:pt x="173699" y="234968"/>
                </a:lnTo>
                <a:lnTo>
                  <a:pt x="177218" y="233679"/>
                </a:lnTo>
                <a:lnTo>
                  <a:pt x="180699" y="232273"/>
                </a:lnTo>
                <a:lnTo>
                  <a:pt x="184138" y="230747"/>
                </a:lnTo>
                <a:lnTo>
                  <a:pt x="187530" y="229098"/>
                </a:lnTo>
                <a:lnTo>
                  <a:pt x="190870" y="227321"/>
                </a:lnTo>
                <a:lnTo>
                  <a:pt x="194153" y="225414"/>
                </a:lnTo>
                <a:lnTo>
                  <a:pt x="197375" y="223372"/>
                </a:lnTo>
                <a:lnTo>
                  <a:pt x="200531" y="221194"/>
                </a:lnTo>
                <a:lnTo>
                  <a:pt x="203616" y="218875"/>
                </a:lnTo>
                <a:lnTo>
                  <a:pt x="206624" y="216412"/>
                </a:lnTo>
                <a:lnTo>
                  <a:pt x="209552" y="213801"/>
                </a:lnTo>
                <a:lnTo>
                  <a:pt x="212395" y="211040"/>
                </a:lnTo>
                <a:lnTo>
                  <a:pt x="213176" y="210235"/>
                </a:lnTo>
                <a:lnTo>
                  <a:pt x="213940" y="209425"/>
                </a:lnTo>
                <a:lnTo>
                  <a:pt x="214688" y="208609"/>
                </a:lnTo>
                <a:lnTo>
                  <a:pt x="215419" y="207787"/>
                </a:lnTo>
                <a:lnTo>
                  <a:pt x="216134" y="206961"/>
                </a:lnTo>
                <a:lnTo>
                  <a:pt x="216832" y="206128"/>
                </a:lnTo>
                <a:lnTo>
                  <a:pt x="217514" y="205291"/>
                </a:lnTo>
                <a:lnTo>
                  <a:pt x="218180" y="204449"/>
                </a:lnTo>
                <a:lnTo>
                  <a:pt x="218830" y="203601"/>
                </a:lnTo>
                <a:lnTo>
                  <a:pt x="219464" y="202749"/>
                </a:lnTo>
                <a:lnTo>
                  <a:pt x="220082" y="201891"/>
                </a:lnTo>
                <a:lnTo>
                  <a:pt x="220685" y="201029"/>
                </a:lnTo>
                <a:lnTo>
                  <a:pt x="221272" y="200162"/>
                </a:lnTo>
                <a:lnTo>
                  <a:pt x="221844" y="199291"/>
                </a:lnTo>
                <a:lnTo>
                  <a:pt x="222400" y="198414"/>
                </a:lnTo>
                <a:lnTo>
                  <a:pt x="222940" y="197534"/>
                </a:lnTo>
                <a:lnTo>
                  <a:pt x="223466" y="196649"/>
                </a:lnTo>
                <a:lnTo>
                  <a:pt x="223977" y="195760"/>
                </a:lnTo>
                <a:lnTo>
                  <a:pt x="224472" y="194866"/>
                </a:lnTo>
                <a:lnTo>
                  <a:pt x="224953" y="193969"/>
                </a:lnTo>
                <a:lnTo>
                  <a:pt x="225419" y="193067"/>
                </a:lnTo>
                <a:lnTo>
                  <a:pt x="225870" y="192161"/>
                </a:lnTo>
                <a:lnTo>
                  <a:pt x="226307" y="191252"/>
                </a:lnTo>
                <a:lnTo>
                  <a:pt x="226730" y="190338"/>
                </a:lnTo>
                <a:lnTo>
                  <a:pt x="227003" y="190803"/>
                </a:lnTo>
                <a:lnTo>
                  <a:pt x="227416" y="191515"/>
                </a:lnTo>
                <a:lnTo>
                  <a:pt x="227820" y="192209"/>
                </a:lnTo>
                <a:lnTo>
                  <a:pt x="228215" y="192880"/>
                </a:lnTo>
                <a:lnTo>
                  <a:pt x="228601" y="193524"/>
                </a:lnTo>
                <a:lnTo>
                  <a:pt x="228978" y="194140"/>
                </a:lnTo>
                <a:lnTo>
                  <a:pt x="229345" y="194723"/>
                </a:lnTo>
                <a:lnTo>
                  <a:pt x="229704" y="195270"/>
                </a:lnTo>
                <a:lnTo>
                  <a:pt x="230053" y="195777"/>
                </a:lnTo>
                <a:lnTo>
                  <a:pt x="230394" y="196242"/>
                </a:lnTo>
                <a:lnTo>
                  <a:pt x="230725" y="196660"/>
                </a:lnTo>
                <a:lnTo>
                  <a:pt x="231047" y="197029"/>
                </a:lnTo>
                <a:lnTo>
                  <a:pt x="231361" y="197346"/>
                </a:lnTo>
                <a:lnTo>
                  <a:pt x="231665" y="197606"/>
                </a:lnTo>
                <a:lnTo>
                  <a:pt x="231961" y="197806"/>
                </a:lnTo>
                <a:lnTo>
                  <a:pt x="232248" y="197944"/>
                </a:lnTo>
                <a:lnTo>
                  <a:pt x="232526" y="198015"/>
                </a:lnTo>
                <a:lnTo>
                  <a:pt x="232795" y="198017"/>
                </a:lnTo>
                <a:lnTo>
                  <a:pt x="233055" y="197945"/>
                </a:lnTo>
                <a:lnTo>
                  <a:pt x="233306" y="197798"/>
                </a:lnTo>
                <a:lnTo>
                  <a:pt x="233549" y="197570"/>
                </a:lnTo>
                <a:lnTo>
                  <a:pt x="233783" y="197260"/>
                </a:lnTo>
                <a:lnTo>
                  <a:pt x="234008" y="196863"/>
                </a:lnTo>
                <a:lnTo>
                  <a:pt x="234225" y="196376"/>
                </a:lnTo>
                <a:lnTo>
                  <a:pt x="234432" y="195796"/>
                </a:lnTo>
                <a:lnTo>
                  <a:pt x="234816" y="194547"/>
                </a:lnTo>
                <a:lnTo>
                  <a:pt x="235150" y="193315"/>
                </a:lnTo>
                <a:lnTo>
                  <a:pt x="235435" y="192102"/>
                </a:lnTo>
                <a:lnTo>
                  <a:pt x="235674" y="190907"/>
                </a:lnTo>
                <a:lnTo>
                  <a:pt x="235867" y="189730"/>
                </a:lnTo>
                <a:lnTo>
                  <a:pt x="236017" y="188573"/>
                </a:lnTo>
                <a:lnTo>
                  <a:pt x="236125" y="187435"/>
                </a:lnTo>
                <a:lnTo>
                  <a:pt x="236193" y="186317"/>
                </a:lnTo>
                <a:lnTo>
                  <a:pt x="236224" y="185219"/>
                </a:lnTo>
                <a:lnTo>
                  <a:pt x="236217" y="184142"/>
                </a:lnTo>
                <a:lnTo>
                  <a:pt x="236176" y="183085"/>
                </a:lnTo>
                <a:lnTo>
                  <a:pt x="236103" y="182050"/>
                </a:lnTo>
                <a:lnTo>
                  <a:pt x="235997" y="181037"/>
                </a:lnTo>
                <a:lnTo>
                  <a:pt x="235863" y="180045"/>
                </a:lnTo>
                <a:lnTo>
                  <a:pt x="235700" y="179075"/>
                </a:lnTo>
                <a:lnTo>
                  <a:pt x="235512" y="178128"/>
                </a:lnTo>
                <a:lnTo>
                  <a:pt x="235299" y="177204"/>
                </a:lnTo>
                <a:lnTo>
                  <a:pt x="235064" y="176304"/>
                </a:lnTo>
                <a:lnTo>
                  <a:pt x="234808" y="175427"/>
                </a:lnTo>
                <a:lnTo>
                  <a:pt x="234532" y="174574"/>
                </a:lnTo>
                <a:lnTo>
                  <a:pt x="234239" y="173746"/>
                </a:lnTo>
                <a:lnTo>
                  <a:pt x="233931" y="172942"/>
                </a:lnTo>
                <a:lnTo>
                  <a:pt x="233609" y="172163"/>
                </a:lnTo>
                <a:lnTo>
                  <a:pt x="233274" y="171410"/>
                </a:lnTo>
                <a:lnTo>
                  <a:pt x="233296" y="171417"/>
                </a:lnTo>
                <a:lnTo>
                  <a:pt x="234318" y="171768"/>
                </a:lnTo>
                <a:lnTo>
                  <a:pt x="235288" y="172060"/>
                </a:lnTo>
                <a:lnTo>
                  <a:pt x="236205" y="172295"/>
                </a:lnTo>
                <a:lnTo>
                  <a:pt x="237067" y="172475"/>
                </a:lnTo>
                <a:lnTo>
                  <a:pt x="237871" y="172603"/>
                </a:lnTo>
                <a:lnTo>
                  <a:pt x="238618" y="172680"/>
                </a:lnTo>
                <a:lnTo>
                  <a:pt x="239304" y="172708"/>
                </a:lnTo>
                <a:lnTo>
                  <a:pt x="239928" y="172689"/>
                </a:lnTo>
                <a:lnTo>
                  <a:pt x="240489" y="172625"/>
                </a:lnTo>
                <a:lnTo>
                  <a:pt x="240984" y="172518"/>
                </a:lnTo>
                <a:lnTo>
                  <a:pt x="241413" y="172370"/>
                </a:lnTo>
                <a:lnTo>
                  <a:pt x="241773" y="172182"/>
                </a:lnTo>
                <a:lnTo>
                  <a:pt x="242063" y="171958"/>
                </a:lnTo>
                <a:lnTo>
                  <a:pt x="242281" y="171699"/>
                </a:lnTo>
                <a:lnTo>
                  <a:pt x="242426" y="171406"/>
                </a:lnTo>
                <a:lnTo>
                  <a:pt x="242495" y="171083"/>
                </a:lnTo>
                <a:lnTo>
                  <a:pt x="242488" y="170730"/>
                </a:lnTo>
                <a:lnTo>
                  <a:pt x="242402" y="170350"/>
                </a:lnTo>
                <a:lnTo>
                  <a:pt x="242237" y="169945"/>
                </a:lnTo>
                <a:lnTo>
                  <a:pt x="241989" y="169516"/>
                </a:lnTo>
                <a:lnTo>
                  <a:pt x="241658" y="169066"/>
                </a:lnTo>
                <a:lnTo>
                  <a:pt x="241241" y="168597"/>
                </a:lnTo>
                <a:lnTo>
                  <a:pt x="240738" y="168110"/>
                </a:lnTo>
                <a:lnTo>
                  <a:pt x="240146" y="167608"/>
                </a:lnTo>
                <a:lnTo>
                  <a:pt x="239813" y="167320"/>
                </a:lnTo>
                <a:lnTo>
                  <a:pt x="239501" y="167009"/>
                </a:lnTo>
                <a:lnTo>
                  <a:pt x="239210" y="166675"/>
                </a:lnTo>
                <a:lnTo>
                  <a:pt x="238938" y="166321"/>
                </a:lnTo>
                <a:lnTo>
                  <a:pt x="238686" y="165947"/>
                </a:lnTo>
                <a:lnTo>
                  <a:pt x="238451" y="165555"/>
                </a:lnTo>
                <a:lnTo>
                  <a:pt x="238233" y="165146"/>
                </a:lnTo>
                <a:lnTo>
                  <a:pt x="238032" y="164721"/>
                </a:lnTo>
                <a:lnTo>
                  <a:pt x="237846" y="164282"/>
                </a:lnTo>
                <a:lnTo>
                  <a:pt x="237675" y="163831"/>
                </a:lnTo>
                <a:lnTo>
                  <a:pt x="237517" y="163367"/>
                </a:lnTo>
                <a:lnTo>
                  <a:pt x="237373" y="162894"/>
                </a:lnTo>
                <a:lnTo>
                  <a:pt x="237240" y="162411"/>
                </a:lnTo>
                <a:lnTo>
                  <a:pt x="237119" y="161921"/>
                </a:lnTo>
                <a:lnTo>
                  <a:pt x="237009" y="161425"/>
                </a:lnTo>
                <a:lnTo>
                  <a:pt x="236908" y="160924"/>
                </a:lnTo>
                <a:lnTo>
                  <a:pt x="236815" y="160419"/>
                </a:lnTo>
                <a:lnTo>
                  <a:pt x="236731" y="159913"/>
                </a:lnTo>
                <a:lnTo>
                  <a:pt x="236654" y="159405"/>
                </a:lnTo>
                <a:lnTo>
                  <a:pt x="236583" y="158897"/>
                </a:lnTo>
                <a:lnTo>
                  <a:pt x="236517" y="158392"/>
                </a:lnTo>
                <a:lnTo>
                  <a:pt x="236456" y="157889"/>
                </a:lnTo>
                <a:lnTo>
                  <a:pt x="236399" y="157391"/>
                </a:lnTo>
                <a:lnTo>
                  <a:pt x="236344" y="156899"/>
                </a:lnTo>
                <a:lnTo>
                  <a:pt x="237043" y="157316"/>
                </a:lnTo>
                <a:lnTo>
                  <a:pt x="237719" y="157709"/>
                </a:lnTo>
                <a:lnTo>
                  <a:pt x="238368" y="158068"/>
                </a:lnTo>
                <a:lnTo>
                  <a:pt x="238989" y="158385"/>
                </a:lnTo>
                <a:lnTo>
                  <a:pt x="239579" y="158654"/>
                </a:lnTo>
                <a:lnTo>
                  <a:pt x="240135" y="158864"/>
                </a:lnTo>
                <a:lnTo>
                  <a:pt x="240656" y="159010"/>
                </a:lnTo>
                <a:lnTo>
                  <a:pt x="241138" y="159081"/>
                </a:lnTo>
                <a:lnTo>
                  <a:pt x="241579" y="159071"/>
                </a:lnTo>
                <a:lnTo>
                  <a:pt x="241978" y="158971"/>
                </a:lnTo>
                <a:lnTo>
                  <a:pt x="242331" y="158773"/>
                </a:lnTo>
                <a:lnTo>
                  <a:pt x="242636" y="158469"/>
                </a:lnTo>
                <a:lnTo>
                  <a:pt x="242891" y="158052"/>
                </a:lnTo>
                <a:lnTo>
                  <a:pt x="243093" y="157511"/>
                </a:lnTo>
                <a:lnTo>
                  <a:pt x="243240" y="156841"/>
                </a:lnTo>
                <a:lnTo>
                  <a:pt x="243329" y="156032"/>
                </a:lnTo>
                <a:lnTo>
                  <a:pt x="243358" y="155077"/>
                </a:lnTo>
                <a:lnTo>
                  <a:pt x="243324" y="153968"/>
                </a:lnTo>
                <a:lnTo>
                  <a:pt x="243226" y="152696"/>
                </a:lnTo>
                <a:lnTo>
                  <a:pt x="243060" y="151253"/>
                </a:lnTo>
                <a:lnTo>
                  <a:pt x="242825" y="149631"/>
                </a:lnTo>
                <a:lnTo>
                  <a:pt x="242517" y="147823"/>
                </a:lnTo>
                <a:lnTo>
                  <a:pt x="242135" y="145819"/>
                </a:lnTo>
                <a:lnTo>
                  <a:pt x="241676" y="143613"/>
                </a:lnTo>
                <a:lnTo>
                  <a:pt x="241157" y="141328"/>
                </a:lnTo>
                <a:lnTo>
                  <a:pt x="240608" y="139131"/>
                </a:lnTo>
                <a:lnTo>
                  <a:pt x="240029" y="137020"/>
                </a:lnTo>
                <a:lnTo>
                  <a:pt x="239422" y="134993"/>
                </a:lnTo>
                <a:lnTo>
                  <a:pt x="238790" y="133049"/>
                </a:lnTo>
                <a:lnTo>
                  <a:pt x="238133" y="131187"/>
                </a:lnTo>
                <a:lnTo>
                  <a:pt x="237455" y="129404"/>
                </a:lnTo>
                <a:lnTo>
                  <a:pt x="236755" y="127700"/>
                </a:lnTo>
                <a:lnTo>
                  <a:pt x="236037" y="126073"/>
                </a:lnTo>
                <a:lnTo>
                  <a:pt x="235302" y="124522"/>
                </a:lnTo>
                <a:lnTo>
                  <a:pt x="234552" y="123045"/>
                </a:lnTo>
                <a:lnTo>
                  <a:pt x="233788" y="121641"/>
                </a:lnTo>
                <a:lnTo>
                  <a:pt x="233012" y="120307"/>
                </a:lnTo>
                <a:lnTo>
                  <a:pt x="232226" y="119044"/>
                </a:lnTo>
                <a:lnTo>
                  <a:pt x="231431" y="117849"/>
                </a:lnTo>
                <a:lnTo>
                  <a:pt x="230630" y="116721"/>
                </a:lnTo>
                <a:lnTo>
                  <a:pt x="229825" y="115658"/>
                </a:lnTo>
                <a:lnTo>
                  <a:pt x="229016" y="114659"/>
                </a:lnTo>
                <a:lnTo>
                  <a:pt x="228205" y="113723"/>
                </a:lnTo>
                <a:lnTo>
                  <a:pt x="227396" y="112848"/>
                </a:lnTo>
                <a:lnTo>
                  <a:pt x="226588" y="112032"/>
                </a:lnTo>
                <a:lnTo>
                  <a:pt x="225784" y="111274"/>
                </a:lnTo>
                <a:lnTo>
                  <a:pt x="224986" y="110573"/>
                </a:lnTo>
                <a:lnTo>
                  <a:pt x="224195" y="109928"/>
                </a:lnTo>
                <a:lnTo>
                  <a:pt x="224436" y="1052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42DB45-9412-4DA5-9D3D-BA148DBB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698" y="5943937"/>
            <a:ext cx="217912" cy="241173"/>
          </a:xfrm>
          <a:custGeom xmlns:a="http://schemas.openxmlformats.org/drawingml/2006/main">
            <a:pathLst>
              <a:path w="217912" h="241173">
                <a:moveTo>
                  <a:pt x="38297" y="0"/>
                </a:moveTo>
                <a:cubicBezTo>
                  <a:pt x="28318" y="0"/>
                  <a:pt x="4297" y="65557"/>
                  <a:pt x="7221" y="103765"/>
                </a:cubicBezTo>
                <a:cubicBezTo>
                  <a:pt x="1339" y="125934"/>
                  <a:pt x="0" y="145913"/>
                  <a:pt x="3927" y="160014"/>
                </a:cubicBezTo>
                <a:cubicBezTo>
                  <a:pt x="12797" y="191868"/>
                  <a:pt x="31473" y="210944"/>
                  <a:pt x="48211" y="217778"/>
                </a:cubicBezTo>
                <a:cubicBezTo>
                  <a:pt x="75878" y="229074"/>
                  <a:pt x="150467" y="241173"/>
                  <a:pt x="192040" y="198906"/>
                </a:cubicBezTo>
                <a:cubicBezTo>
                  <a:pt x="217912" y="172608"/>
                  <a:pt x="214219" y="135932"/>
                  <a:pt x="202397" y="103765"/>
                </a:cubicBezTo>
                <a:cubicBezTo>
                  <a:pt x="206822" y="29260"/>
                  <a:pt x="187691" y="7036"/>
                  <a:pt x="182250" y="5988"/>
                </a:cubicBezTo>
                <a:cubicBezTo>
                  <a:pt x="176798" y="4950"/>
                  <a:pt x="131063" y="31478"/>
                  <a:pt x="122475" y="45901"/>
                </a:cubicBezTo>
                <a:cubicBezTo>
                  <a:pt x="110206" y="42317"/>
                  <a:pt x="91610" y="42798"/>
                  <a:pt x="83017" y="44447"/>
                </a:cubicBezTo>
                <a:cubicBezTo>
                  <a:pt x="64902" y="9145"/>
                  <a:pt x="43103" y="0"/>
                  <a:pt x="38298" y="0"/>
                </a:cubicBezTo>
                <a:lnTo>
                  <a:pt x="3829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9EFB24-EFE8-4178-A49B-5078EF70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476" y="5984233"/>
            <a:ext cx="190073" cy="187927"/>
          </a:xfrm>
          <a:custGeom xmlns:a="http://schemas.openxmlformats.org/drawingml/2006/main">
            <a:pathLst>
              <a:path w="190073" h="187927">
                <a:moveTo>
                  <a:pt x="41138" y="101078"/>
                </a:moveTo>
                <a:cubicBezTo>
                  <a:pt x="51813" y="104042"/>
                  <a:pt x="55685" y="103688"/>
                  <a:pt x="61707" y="99176"/>
                </a:cubicBezTo>
                <a:cubicBezTo>
                  <a:pt x="69461" y="93353"/>
                  <a:pt x="74347" y="74035"/>
                  <a:pt x="78084" y="37848"/>
                </a:cubicBezTo>
                <a:cubicBezTo>
                  <a:pt x="79340" y="25655"/>
                  <a:pt x="73091" y="7583"/>
                  <a:pt x="73899" y="3944"/>
                </a:cubicBezTo>
                <a:cubicBezTo>
                  <a:pt x="74468" y="0"/>
                  <a:pt x="108173" y="1661"/>
                  <a:pt x="108938" y="5463"/>
                </a:cubicBezTo>
                <a:cubicBezTo>
                  <a:pt x="109725" y="9386"/>
                  <a:pt x="104371" y="21470"/>
                  <a:pt x="103607" y="37848"/>
                </a:cubicBezTo>
                <a:cubicBezTo>
                  <a:pt x="104754" y="77084"/>
                  <a:pt x="111080" y="87715"/>
                  <a:pt x="119220" y="96882"/>
                </a:cubicBezTo>
                <a:cubicBezTo>
                  <a:pt x="122268" y="100313"/>
                  <a:pt x="126463" y="101602"/>
                  <a:pt x="132931" y="101078"/>
                </a:cubicBezTo>
                <a:cubicBezTo>
                  <a:pt x="147026" y="99930"/>
                  <a:pt x="173510" y="84076"/>
                  <a:pt x="184359" y="99176"/>
                </a:cubicBezTo>
                <a:cubicBezTo>
                  <a:pt x="189385" y="106160"/>
                  <a:pt x="190073" y="131550"/>
                  <a:pt x="176361" y="152882"/>
                </a:cubicBezTo>
                <a:cubicBezTo>
                  <a:pt x="157733" y="181862"/>
                  <a:pt x="111987" y="187927"/>
                  <a:pt x="94080" y="187927"/>
                </a:cubicBezTo>
                <a:cubicBezTo>
                  <a:pt x="58642" y="187927"/>
                  <a:pt x="40758" y="178023"/>
                  <a:pt x="27045" y="166976"/>
                </a:cubicBezTo>
                <a:cubicBezTo>
                  <a:pt x="13333" y="155929"/>
                  <a:pt x="0" y="139931"/>
                  <a:pt x="2666" y="114409"/>
                </a:cubicBezTo>
                <a:cubicBezTo>
                  <a:pt x="5336" y="88851"/>
                  <a:pt x="34282" y="99176"/>
                  <a:pt x="41138" y="10107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7EC690-A278-4E4B-8985-BC2C39EC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660" y="6099785"/>
            <a:ext cx="82659" cy="33468"/>
          </a:xfrm>
          <a:custGeom xmlns:a="http://schemas.openxmlformats.org/drawingml/2006/main">
            <a:pathLst>
              <a:path w="82659" h="33468">
                <a:moveTo>
                  <a:pt x="39994" y="32759"/>
                </a:moveTo>
                <a:cubicBezTo>
                  <a:pt x="19421" y="32211"/>
                  <a:pt x="2286" y="18284"/>
                  <a:pt x="0" y="380"/>
                </a:cubicBezTo>
                <a:cubicBezTo>
                  <a:pt x="17902" y="16379"/>
                  <a:pt x="27287" y="5713"/>
                  <a:pt x="41895" y="5713"/>
                </a:cubicBezTo>
                <a:cubicBezTo>
                  <a:pt x="55989" y="5713"/>
                  <a:pt x="61332" y="18664"/>
                  <a:pt x="82659" y="0"/>
                </a:cubicBezTo>
                <a:cubicBezTo>
                  <a:pt x="82659" y="14475"/>
                  <a:pt x="66653" y="33468"/>
                  <a:pt x="39994" y="327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2D2D2-E7E3-41DA-A35F-0C2D2DB7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0184" y="6107265"/>
            <a:ext cx="36820" cy="45703"/>
          </a:xfrm>
          <a:custGeom xmlns:a="http://schemas.openxmlformats.org/drawingml/2006/main">
            <a:pathLst>
              <a:path w="36820" h="45703">
                <a:moveTo>
                  <a:pt x="1464" y="29707"/>
                </a:moveTo>
                <a:cubicBezTo>
                  <a:pt x="0" y="18919"/>
                  <a:pt x="1333" y="7744"/>
                  <a:pt x="4130" y="763"/>
                </a:cubicBezTo>
                <a:lnTo>
                  <a:pt x="36820" y="0"/>
                </a:lnTo>
                <a:cubicBezTo>
                  <a:pt x="36186" y="6856"/>
                  <a:pt x="34471" y="18890"/>
                  <a:pt x="35684" y="28945"/>
                </a:cubicBezTo>
                <a:cubicBezTo>
                  <a:pt x="36743" y="37705"/>
                  <a:pt x="32646" y="45703"/>
                  <a:pt x="18956" y="45703"/>
                </a:cubicBezTo>
                <a:cubicBezTo>
                  <a:pt x="7550" y="45703"/>
                  <a:pt x="2600" y="38085"/>
                  <a:pt x="1464" y="29707"/>
                </a:cubicBezTo>
                <a:close/>
              </a:path>
            </a:pathLst>
          </a:custGeom>
          <a:solidFill xmlns:a="http://schemas.openxmlformats.org/drawingml/2006/main">
            <a:srgbClr val="FF8F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ED5FD5-8F57-4E75-88E4-0BE6B463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900" y="6105118"/>
            <a:ext cx="40982" cy="49348"/>
          </a:xfrm>
          <a:custGeom xmlns:a="http://schemas.openxmlformats.org/drawingml/2006/main">
            <a:pathLst>
              <a:path w="40982" h="49348">
                <a:moveTo>
                  <a:pt x="40982" y="1773"/>
                </a:moveTo>
                <a:lnTo>
                  <a:pt x="40447" y="904"/>
                </a:lnTo>
                <a:cubicBezTo>
                  <a:pt x="40338" y="2107"/>
                  <a:pt x="40196" y="3449"/>
                  <a:pt x="40043" y="4898"/>
                </a:cubicBezTo>
                <a:cubicBezTo>
                  <a:pt x="39300" y="12098"/>
                  <a:pt x="38273" y="21920"/>
                  <a:pt x="39289" y="30352"/>
                </a:cubicBezTo>
                <a:cubicBezTo>
                  <a:pt x="39857" y="35127"/>
                  <a:pt x="39060" y="39927"/>
                  <a:pt x="36055" y="43550"/>
                </a:cubicBezTo>
                <a:cubicBezTo>
                  <a:pt x="33029" y="47196"/>
                  <a:pt x="28025" y="49348"/>
                  <a:pt x="20792" y="49348"/>
                </a:cubicBezTo>
                <a:cubicBezTo>
                  <a:pt x="14630" y="49348"/>
                  <a:pt x="10063" y="47246"/>
                  <a:pt x="6894" y="43865"/>
                </a:cubicBezTo>
                <a:cubicBezTo>
                  <a:pt x="3769" y="40521"/>
                  <a:pt x="2131" y="36063"/>
                  <a:pt x="1519" y="31535"/>
                </a:cubicBezTo>
                <a:cubicBezTo>
                  <a:pt x="0" y="20218"/>
                  <a:pt x="1377" y="8439"/>
                  <a:pt x="4316" y="960"/>
                </a:cubicBezTo>
                <a:lnTo>
                  <a:pt x="4698" y="0"/>
                </a:lnTo>
                <a:lnTo>
                  <a:pt x="40982" y="1773"/>
                </a:lnTo>
                <a:close/>
                <a:moveTo>
                  <a:pt x="6829" y="3084"/>
                </a:moveTo>
                <a:cubicBezTo>
                  <a:pt x="4359" y="10026"/>
                  <a:pt x="3190" y="20721"/>
                  <a:pt x="4578" y="31111"/>
                </a:cubicBezTo>
                <a:cubicBezTo>
                  <a:pt x="5124" y="35204"/>
                  <a:pt x="6577" y="38975"/>
                  <a:pt x="9134" y="41704"/>
                </a:cubicBezTo>
                <a:cubicBezTo>
                  <a:pt x="11658" y="44397"/>
                  <a:pt x="15384" y="46213"/>
                  <a:pt x="20792" y="46213"/>
                </a:cubicBezTo>
                <a:cubicBezTo>
                  <a:pt x="27435" y="46213"/>
                  <a:pt x="31444" y="44252"/>
                  <a:pt x="33695" y="41529"/>
                </a:cubicBezTo>
                <a:cubicBezTo>
                  <a:pt x="35979" y="38786"/>
                  <a:pt x="36732" y="34964"/>
                  <a:pt x="36219" y="30728"/>
                </a:cubicBezTo>
                <a:cubicBezTo>
                  <a:pt x="35170" y="21900"/>
                  <a:pt x="36241" y="11626"/>
                  <a:pt x="36984" y="4450"/>
                </a:cubicBezTo>
                <a:cubicBezTo>
                  <a:pt x="37060" y="3723"/>
                  <a:pt x="37137" y="3027"/>
                  <a:pt x="37202" y="2367"/>
                </a:cubicBezTo>
                <a:lnTo>
                  <a:pt x="6829" y="3084"/>
                </a:lnTo>
                <a:close/>
              </a:path>
            </a:pathLst>
          </a:custGeom>
          <a:solidFill xmlns:a="http://schemas.openxmlformats.org/drawingml/2006/main">
            <a:srgbClr val="DF413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1AC75-85ED-4ED9-8BFF-B73E860C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940" y="6105499"/>
            <a:ext cx="11046" cy="30052"/>
          </a:xfrm>
          <a:custGeom xmlns:a="http://schemas.openxmlformats.org/drawingml/2006/main">
            <a:pathLst>
              <a:path w="11046" h="30052">
                <a:moveTo>
                  <a:pt x="11046" y="3047"/>
                </a:moveTo>
                <a:cubicBezTo>
                  <a:pt x="8380" y="6095"/>
                  <a:pt x="6097" y="11198"/>
                  <a:pt x="6097" y="23997"/>
                </a:cubicBezTo>
                <a:lnTo>
                  <a:pt x="6097" y="24681"/>
                </a:lnTo>
                <a:cubicBezTo>
                  <a:pt x="6239" y="28636"/>
                  <a:pt x="6108" y="30052"/>
                  <a:pt x="6097" y="24681"/>
                </a:cubicBezTo>
                <a:cubicBezTo>
                  <a:pt x="5867" y="18118"/>
                  <a:pt x="4928" y="4559"/>
                  <a:pt x="1530" y="3429"/>
                </a:cubicBezTo>
                <a:cubicBezTo>
                  <a:pt x="382" y="3047"/>
                  <a:pt x="0" y="0"/>
                  <a:pt x="11046" y="3047"/>
                </a:cubicBezTo>
                <a:close/>
              </a:path>
            </a:pathLst>
          </a:custGeom>
          <a:solidFill xmlns:a="http://schemas.openxmlformats.org/drawingml/2006/main">
            <a:srgbClr val="D74D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8C2847-06B7-40EC-849E-38AC94A7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058" y="6073510"/>
            <a:ext cx="83621" cy="40133"/>
          </a:xfrm>
          <a:custGeom xmlns:a="http://schemas.openxmlformats.org/drawingml/2006/main">
            <a:pathLst>
              <a:path w="83621" h="40133">
                <a:moveTo>
                  <a:pt x="39612" y="20131"/>
                </a:moveTo>
                <a:cubicBezTo>
                  <a:pt x="48364" y="20131"/>
                  <a:pt x="55455" y="13564"/>
                  <a:pt x="55455" y="7921"/>
                </a:cubicBezTo>
                <a:cubicBezTo>
                  <a:pt x="55455" y="2284"/>
                  <a:pt x="48364" y="0"/>
                  <a:pt x="39612" y="0"/>
                </a:cubicBezTo>
                <a:cubicBezTo>
                  <a:pt x="30861" y="0"/>
                  <a:pt x="23770" y="2284"/>
                  <a:pt x="23770" y="7921"/>
                </a:cubicBezTo>
                <a:cubicBezTo>
                  <a:pt x="23770" y="13564"/>
                  <a:pt x="30861" y="20131"/>
                  <a:pt x="39612" y="20131"/>
                </a:cubicBezTo>
                <a:close/>
                <a:moveTo>
                  <a:pt x="6263" y="24496"/>
                </a:moveTo>
                <a:cubicBezTo>
                  <a:pt x="5597" y="22950"/>
                  <a:pt x="3805" y="22237"/>
                  <a:pt x="2259" y="22902"/>
                </a:cubicBezTo>
                <a:cubicBezTo>
                  <a:pt x="713" y="23568"/>
                  <a:pt x="0" y="25361"/>
                  <a:pt x="665" y="26907"/>
                </a:cubicBezTo>
                <a:cubicBezTo>
                  <a:pt x="1785" y="29506"/>
                  <a:pt x="4468" y="33402"/>
                  <a:pt x="8745" y="36057"/>
                </a:cubicBezTo>
                <a:cubicBezTo>
                  <a:pt x="13166" y="38800"/>
                  <a:pt x="19170" y="40133"/>
                  <a:pt x="26480" y="37553"/>
                </a:cubicBezTo>
                <a:cubicBezTo>
                  <a:pt x="37689" y="33599"/>
                  <a:pt x="46485" y="34510"/>
                  <a:pt x="55662" y="37569"/>
                </a:cubicBezTo>
                <a:cubicBezTo>
                  <a:pt x="60568" y="39206"/>
                  <a:pt x="66577" y="39078"/>
                  <a:pt x="71690" y="37373"/>
                </a:cubicBezTo>
                <a:cubicBezTo>
                  <a:pt x="76782" y="35676"/>
                  <a:pt x="81655" y="32165"/>
                  <a:pt x="83162" y="26483"/>
                </a:cubicBezTo>
                <a:cubicBezTo>
                  <a:pt x="83621" y="24863"/>
                  <a:pt x="82671" y="23180"/>
                  <a:pt x="81054" y="22722"/>
                </a:cubicBezTo>
                <a:cubicBezTo>
                  <a:pt x="79437" y="22265"/>
                  <a:pt x="77754" y="23208"/>
                  <a:pt x="77295" y="24827"/>
                </a:cubicBezTo>
                <a:cubicBezTo>
                  <a:pt x="77284" y="24858"/>
                  <a:pt x="77273" y="24889"/>
                  <a:pt x="77273" y="24920"/>
                </a:cubicBezTo>
                <a:cubicBezTo>
                  <a:pt x="76487" y="27863"/>
                  <a:pt x="73788" y="30250"/>
                  <a:pt x="69768" y="31591"/>
                </a:cubicBezTo>
                <a:cubicBezTo>
                  <a:pt x="65780" y="32920"/>
                  <a:pt x="61125" y="32968"/>
                  <a:pt x="57585" y="31788"/>
                </a:cubicBezTo>
                <a:cubicBezTo>
                  <a:pt x="47402" y="28395"/>
                  <a:pt x="37187" y="27310"/>
                  <a:pt x="24458" y="31806"/>
                </a:cubicBezTo>
                <a:cubicBezTo>
                  <a:pt x="18974" y="33740"/>
                  <a:pt x="14889" y="32696"/>
                  <a:pt x="11959" y="30878"/>
                </a:cubicBezTo>
                <a:cubicBezTo>
                  <a:pt x="8887" y="28972"/>
                  <a:pt x="6963" y="26122"/>
                  <a:pt x="6263" y="244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FCE422-0A13-4021-B440-B19552C1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581" y="6078154"/>
            <a:ext cx="6107" cy="3376"/>
          </a:xfrm>
          <a:custGeom xmlns:a="http://schemas.openxmlformats.org/drawingml/2006/main">
            <a:pathLst>
              <a:path w="6107" h="3376">
                <a:moveTo>
                  <a:pt x="5889" y="754"/>
                </a:moveTo>
                <a:cubicBezTo>
                  <a:pt x="6107" y="1399"/>
                  <a:pt x="5004" y="2338"/>
                  <a:pt x="3431" y="2863"/>
                </a:cubicBezTo>
                <a:cubicBezTo>
                  <a:pt x="1868" y="3376"/>
                  <a:pt x="415" y="3267"/>
                  <a:pt x="208" y="2622"/>
                </a:cubicBezTo>
                <a:cubicBezTo>
                  <a:pt x="0" y="1978"/>
                  <a:pt x="1093" y="1038"/>
                  <a:pt x="2666" y="514"/>
                </a:cubicBezTo>
                <a:cubicBezTo>
                  <a:pt x="4239" y="0"/>
                  <a:pt x="5681" y="109"/>
                  <a:pt x="5889" y="754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5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E61E3-CC6C-4399-8881-38E97360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1" y="6061950"/>
            <a:ext cx="34099" cy="9528"/>
          </a:xfrm>
          <a:custGeom xmlns:a="http://schemas.openxmlformats.org/drawingml/2006/main">
            <a:pathLst>
              <a:path w="34099" h="9528">
                <a:moveTo>
                  <a:pt x="17241" y="4698"/>
                </a:moveTo>
                <a:cubicBezTo>
                  <a:pt x="12029" y="4589"/>
                  <a:pt x="7003" y="5802"/>
                  <a:pt x="3922" y="8009"/>
                </a:cubicBezTo>
                <a:cubicBezTo>
                  <a:pt x="2895" y="8741"/>
                  <a:pt x="1475" y="8501"/>
                  <a:pt x="743" y="7473"/>
                </a:cubicBezTo>
                <a:cubicBezTo>
                  <a:pt x="0" y="6446"/>
                  <a:pt x="240" y="5015"/>
                  <a:pt x="1267" y="4283"/>
                </a:cubicBezTo>
                <a:cubicBezTo>
                  <a:pt x="5430" y="1311"/>
                  <a:pt x="11549" y="0"/>
                  <a:pt x="17339" y="131"/>
                </a:cubicBezTo>
                <a:cubicBezTo>
                  <a:pt x="23119" y="262"/>
                  <a:pt x="29161" y="1825"/>
                  <a:pt x="33061" y="5266"/>
                </a:cubicBezTo>
                <a:cubicBezTo>
                  <a:pt x="34001" y="6097"/>
                  <a:pt x="34099" y="7550"/>
                  <a:pt x="33258" y="8490"/>
                </a:cubicBezTo>
                <a:cubicBezTo>
                  <a:pt x="32428" y="9440"/>
                  <a:pt x="30985" y="9528"/>
                  <a:pt x="30035" y="8697"/>
                </a:cubicBezTo>
                <a:cubicBezTo>
                  <a:pt x="27271" y="6250"/>
                  <a:pt x="22463" y="4818"/>
                  <a:pt x="17241" y="4698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7099D5-BCFC-4E00-B961-4B78BB78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424" y="6052171"/>
            <a:ext cx="108176" cy="28943"/>
          </a:xfrm>
          <a:custGeom xmlns:a="http://schemas.openxmlformats.org/drawingml/2006/main">
            <a:pathLst>
              <a:path w="108176" h="28943">
                <a:moveTo>
                  <a:pt x="94464" y="27425"/>
                </a:moveTo>
                <a:cubicBezTo>
                  <a:pt x="102036" y="27425"/>
                  <a:pt x="108176" y="21284"/>
                  <a:pt x="108176" y="13712"/>
                </a:cubicBezTo>
                <a:cubicBezTo>
                  <a:pt x="108176" y="6140"/>
                  <a:pt x="102036" y="0"/>
                  <a:pt x="94464" y="0"/>
                </a:cubicBezTo>
                <a:cubicBezTo>
                  <a:pt x="86893" y="0"/>
                  <a:pt x="80752" y="6140"/>
                  <a:pt x="80752" y="13712"/>
                </a:cubicBezTo>
                <a:cubicBezTo>
                  <a:pt x="80752" y="21284"/>
                  <a:pt x="86893" y="27425"/>
                  <a:pt x="94464" y="27425"/>
                </a:cubicBezTo>
                <a:close/>
                <a:moveTo>
                  <a:pt x="13712" y="28943"/>
                </a:moveTo>
                <a:cubicBezTo>
                  <a:pt x="21286" y="28943"/>
                  <a:pt x="27425" y="22803"/>
                  <a:pt x="27425" y="15231"/>
                </a:cubicBezTo>
                <a:cubicBezTo>
                  <a:pt x="27425" y="7659"/>
                  <a:pt x="21286" y="1519"/>
                  <a:pt x="13712" y="1519"/>
                </a:cubicBezTo>
                <a:cubicBezTo>
                  <a:pt x="6138" y="1519"/>
                  <a:pt x="0" y="7659"/>
                  <a:pt x="0" y="15231"/>
                </a:cubicBezTo>
                <a:cubicBezTo>
                  <a:pt x="0" y="22803"/>
                  <a:pt x="6138" y="28943"/>
                  <a:pt x="13712" y="289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22444-FB18-4736-BD3D-75588377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233" y="6055974"/>
            <a:ext cx="95222" cy="16007"/>
          </a:xfrm>
          <a:custGeom xmlns:a="http://schemas.openxmlformats.org/drawingml/2006/main">
            <a:pathLst>
              <a:path w="95222" h="16007">
                <a:moveTo>
                  <a:pt x="87989" y="14477"/>
                </a:moveTo>
                <a:cubicBezTo>
                  <a:pt x="91988" y="14477"/>
                  <a:pt x="95222" y="11243"/>
                  <a:pt x="95222" y="7244"/>
                </a:cubicBezTo>
                <a:cubicBezTo>
                  <a:pt x="95222" y="3245"/>
                  <a:pt x="91988" y="0"/>
                  <a:pt x="87989" y="0"/>
                </a:cubicBezTo>
                <a:cubicBezTo>
                  <a:pt x="83991" y="0"/>
                  <a:pt x="80757" y="3245"/>
                  <a:pt x="80757" y="7244"/>
                </a:cubicBezTo>
                <a:cubicBezTo>
                  <a:pt x="80757" y="11243"/>
                  <a:pt x="83991" y="14477"/>
                  <a:pt x="87989" y="14477"/>
                </a:cubicBezTo>
                <a:close/>
                <a:moveTo>
                  <a:pt x="7237" y="16007"/>
                </a:moveTo>
                <a:cubicBezTo>
                  <a:pt x="11234" y="16007"/>
                  <a:pt x="14474" y="12762"/>
                  <a:pt x="14474" y="8763"/>
                </a:cubicBezTo>
                <a:cubicBezTo>
                  <a:pt x="14474" y="4775"/>
                  <a:pt x="11234" y="1530"/>
                  <a:pt x="7237" y="1530"/>
                </a:cubicBezTo>
                <a:cubicBezTo>
                  <a:pt x="3241" y="1530"/>
                  <a:pt x="0" y="4775"/>
                  <a:pt x="0" y="8763"/>
                </a:cubicBezTo>
                <a:cubicBezTo>
                  <a:pt x="0" y="12762"/>
                  <a:pt x="3241" y="16007"/>
                  <a:pt x="7237" y="160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301AC0-FD19-4ACC-9CFA-F4BAB013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309" y="6059022"/>
            <a:ext cx="85296" cy="6130"/>
          </a:xfrm>
          <a:custGeom xmlns:a="http://schemas.openxmlformats.org/drawingml/2006/main">
            <a:pathLst>
              <a:path w="85296" h="6130">
                <a:moveTo>
                  <a:pt x="82630" y="5332"/>
                </a:moveTo>
                <a:cubicBezTo>
                  <a:pt x="84105" y="5332"/>
                  <a:pt x="85296" y="4141"/>
                  <a:pt x="85296" y="2666"/>
                </a:cubicBezTo>
                <a:cubicBezTo>
                  <a:pt x="85296" y="1202"/>
                  <a:pt x="84105" y="0"/>
                  <a:pt x="82630" y="0"/>
                </a:cubicBezTo>
                <a:cubicBezTo>
                  <a:pt x="81155" y="0"/>
                  <a:pt x="79965" y="1202"/>
                  <a:pt x="79965" y="2666"/>
                </a:cubicBezTo>
                <a:cubicBezTo>
                  <a:pt x="79965" y="4141"/>
                  <a:pt x="81155" y="5332"/>
                  <a:pt x="82630" y="5332"/>
                </a:cubicBezTo>
                <a:close/>
                <a:moveTo>
                  <a:pt x="2639" y="6097"/>
                </a:moveTo>
                <a:cubicBezTo>
                  <a:pt x="4111" y="6130"/>
                  <a:pt x="5333" y="4971"/>
                  <a:pt x="5368" y="3496"/>
                </a:cubicBezTo>
                <a:cubicBezTo>
                  <a:pt x="5403" y="2021"/>
                  <a:pt x="4237" y="798"/>
                  <a:pt x="2765" y="765"/>
                </a:cubicBezTo>
                <a:cubicBezTo>
                  <a:pt x="2723" y="765"/>
                  <a:pt x="2680" y="765"/>
                  <a:pt x="2639" y="765"/>
                </a:cubicBezTo>
                <a:cubicBezTo>
                  <a:pt x="1166" y="798"/>
                  <a:pt x="0" y="2021"/>
                  <a:pt x="35" y="3496"/>
                </a:cubicBezTo>
                <a:cubicBezTo>
                  <a:pt x="69" y="4917"/>
                  <a:pt x="1215" y="6064"/>
                  <a:pt x="2639" y="609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B457C5-61C7-4AFA-9899-6F29DE83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569" y="6071216"/>
            <a:ext cx="154653" cy="14475"/>
          </a:xfrm>
          <a:custGeom xmlns:a="http://schemas.openxmlformats.org/drawingml/2006/main">
            <a:pathLst>
              <a:path w="154653" h="14475">
                <a:moveTo>
                  <a:pt x="141695" y="12194"/>
                </a:moveTo>
                <a:cubicBezTo>
                  <a:pt x="148851" y="12194"/>
                  <a:pt x="154653" y="9462"/>
                  <a:pt x="154653" y="6097"/>
                </a:cubicBezTo>
                <a:cubicBezTo>
                  <a:pt x="154653" y="2732"/>
                  <a:pt x="148851" y="0"/>
                  <a:pt x="141695" y="0"/>
                </a:cubicBezTo>
                <a:cubicBezTo>
                  <a:pt x="134550" y="0"/>
                  <a:pt x="128748" y="2732"/>
                  <a:pt x="128748" y="6097"/>
                </a:cubicBezTo>
                <a:cubicBezTo>
                  <a:pt x="128748" y="9462"/>
                  <a:pt x="134550" y="12194"/>
                  <a:pt x="141695" y="12194"/>
                </a:cubicBezTo>
                <a:close/>
                <a:moveTo>
                  <a:pt x="12951" y="14475"/>
                </a:moveTo>
                <a:cubicBezTo>
                  <a:pt x="20104" y="14475"/>
                  <a:pt x="25903" y="11746"/>
                  <a:pt x="25903" y="8380"/>
                </a:cubicBezTo>
                <a:cubicBezTo>
                  <a:pt x="25903" y="5015"/>
                  <a:pt x="20103" y="2284"/>
                  <a:pt x="12951" y="2284"/>
                </a:cubicBezTo>
                <a:cubicBezTo>
                  <a:pt x="5799" y="2284"/>
                  <a:pt x="0" y="5015"/>
                  <a:pt x="0" y="8380"/>
                </a:cubicBezTo>
                <a:cubicBezTo>
                  <a:pt x="0" y="11746"/>
                  <a:pt x="5799" y="14475"/>
                  <a:pt x="12951" y="14475"/>
                </a:cubicBezTo>
                <a:close/>
              </a:path>
            </a:pathLst>
          </a:custGeom>
          <a:solidFill xmlns:a="http://schemas.openxmlformats.org/drawingml/2006/main">
            <a:srgbClr val="FF8F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B791C3-0378-4F87-B0BF-FFE2F466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388" y="5962992"/>
            <a:ext cx="173841" cy="65273"/>
          </a:xfrm>
          <a:custGeom xmlns:a="http://schemas.openxmlformats.org/drawingml/2006/main">
            <a:pathLst>
              <a:path w="173841" h="65273">
                <a:moveTo>
                  <a:pt x="5711" y="61263"/>
                </a:moveTo>
                <a:cubicBezTo>
                  <a:pt x="0" y="61459"/>
                  <a:pt x="1333" y="0"/>
                  <a:pt x="19962" y="164"/>
                </a:cubicBezTo>
                <a:cubicBezTo>
                  <a:pt x="23026" y="393"/>
                  <a:pt x="46608" y="20956"/>
                  <a:pt x="45871" y="26835"/>
                </a:cubicBezTo>
                <a:cubicBezTo>
                  <a:pt x="45450" y="30189"/>
                  <a:pt x="36271" y="37061"/>
                  <a:pt x="26278" y="44557"/>
                </a:cubicBezTo>
                <a:cubicBezTo>
                  <a:pt x="18756" y="50195"/>
                  <a:pt x="10771" y="56171"/>
                  <a:pt x="5711" y="61263"/>
                </a:cubicBezTo>
                <a:close/>
                <a:moveTo>
                  <a:pt x="168127" y="65076"/>
                </a:moveTo>
                <a:cubicBezTo>
                  <a:pt x="173841" y="65273"/>
                  <a:pt x="172508" y="3813"/>
                  <a:pt x="153879" y="3966"/>
                </a:cubicBezTo>
                <a:cubicBezTo>
                  <a:pt x="150809" y="4207"/>
                  <a:pt x="127231" y="24770"/>
                  <a:pt x="127974" y="30637"/>
                </a:cubicBezTo>
                <a:cubicBezTo>
                  <a:pt x="128390" y="33991"/>
                  <a:pt x="137567" y="40875"/>
                  <a:pt x="147564" y="48359"/>
                </a:cubicBezTo>
                <a:cubicBezTo>
                  <a:pt x="155081" y="53997"/>
                  <a:pt x="163068" y="59984"/>
                  <a:pt x="168127" y="65076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0D8FC-EC07-4C0A-A2A8-62CDF664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9221" y="6131041"/>
            <a:ext cx="201857" cy="61865"/>
          </a:xfrm>
          <a:custGeom xmlns:a="http://schemas.openxmlformats.org/drawingml/2006/main">
            <a:pathLst>
              <a:path w="201857" h="61865">
                <a:moveTo>
                  <a:pt x="16897" y="47843"/>
                </a:moveTo>
                <a:cubicBezTo>
                  <a:pt x="11376" y="50446"/>
                  <a:pt x="298" y="52794"/>
                  <a:pt x="166" y="41365"/>
                </a:cubicBezTo>
                <a:cubicBezTo>
                  <a:pt x="0" y="27078"/>
                  <a:pt x="6791" y="0"/>
                  <a:pt x="35783" y="7476"/>
                </a:cubicBezTo>
                <a:cubicBezTo>
                  <a:pt x="64772" y="14950"/>
                  <a:pt x="67919" y="37212"/>
                  <a:pt x="66594" y="41365"/>
                </a:cubicBezTo>
                <a:cubicBezTo>
                  <a:pt x="65268" y="45518"/>
                  <a:pt x="62453" y="51332"/>
                  <a:pt x="53176" y="47843"/>
                </a:cubicBezTo>
                <a:cubicBezTo>
                  <a:pt x="50912" y="53381"/>
                  <a:pt x="43965" y="61865"/>
                  <a:pt x="34292" y="51499"/>
                </a:cubicBezTo>
                <a:cubicBezTo>
                  <a:pt x="30592" y="54765"/>
                  <a:pt x="21934" y="58610"/>
                  <a:pt x="16897" y="47843"/>
                </a:cubicBezTo>
                <a:close/>
                <a:moveTo>
                  <a:pt x="185337" y="47971"/>
                </a:moveTo>
                <a:cubicBezTo>
                  <a:pt x="190734" y="50535"/>
                  <a:pt x="201562" y="52848"/>
                  <a:pt x="201693" y="41588"/>
                </a:cubicBezTo>
                <a:cubicBezTo>
                  <a:pt x="201857" y="27515"/>
                  <a:pt x="195214" y="841"/>
                  <a:pt x="166872" y="8204"/>
                </a:cubicBezTo>
                <a:cubicBezTo>
                  <a:pt x="138542" y="15569"/>
                  <a:pt x="135461" y="37498"/>
                  <a:pt x="136761" y="41588"/>
                </a:cubicBezTo>
                <a:cubicBezTo>
                  <a:pt x="138050" y="45680"/>
                  <a:pt x="140804" y="51408"/>
                  <a:pt x="149872" y="47971"/>
                </a:cubicBezTo>
                <a:cubicBezTo>
                  <a:pt x="152090" y="53426"/>
                  <a:pt x="158875" y="61783"/>
                  <a:pt x="168336" y="51571"/>
                </a:cubicBezTo>
                <a:cubicBezTo>
                  <a:pt x="171953" y="54790"/>
                  <a:pt x="180420" y="58577"/>
                  <a:pt x="185337" y="4797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CA76DD-9B4E-48C2-AA5F-08123982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578" y="6131510"/>
            <a:ext cx="214252" cy="61866"/>
          </a:xfrm>
          <a:custGeom xmlns:a="http://schemas.openxmlformats.org/drawingml/2006/main">
            <a:pathLst>
              <a:path w="214252" h="61866">
                <a:moveTo>
                  <a:pt x="7711" y="41686"/>
                </a:moveTo>
                <a:cubicBezTo>
                  <a:pt x="7629" y="34549"/>
                  <a:pt x="9324" y="24485"/>
                  <a:pt x="14332" y="17306"/>
                </a:cubicBezTo>
                <a:cubicBezTo>
                  <a:pt x="16784" y="13790"/>
                  <a:pt x="19973" y="11040"/>
                  <a:pt x="24112" y="9541"/>
                </a:cubicBezTo>
                <a:cubicBezTo>
                  <a:pt x="28254" y="8041"/>
                  <a:pt x="33679" y="7677"/>
                  <a:pt x="40800" y="9508"/>
                </a:cubicBezTo>
                <a:cubicBezTo>
                  <a:pt x="55269" y="13228"/>
                  <a:pt x="62964" y="20508"/>
                  <a:pt x="66943" y="27071"/>
                </a:cubicBezTo>
                <a:cubicBezTo>
                  <a:pt x="68958" y="30392"/>
                  <a:pt x="70054" y="33585"/>
                  <a:pt x="70567" y="36132"/>
                </a:cubicBezTo>
                <a:cubicBezTo>
                  <a:pt x="70825" y="37406"/>
                  <a:pt x="70930" y="38485"/>
                  <a:pt x="70943" y="39308"/>
                </a:cubicBezTo>
                <a:cubicBezTo>
                  <a:pt x="70956" y="40135"/>
                  <a:pt x="70873" y="40525"/>
                  <a:pt x="70864" y="40565"/>
                </a:cubicBezTo>
                <a:lnTo>
                  <a:pt x="70863" y="40570"/>
                </a:lnTo>
                <a:cubicBezTo>
                  <a:pt x="70189" y="42673"/>
                  <a:pt x="69379" y="44297"/>
                  <a:pt x="68235" y="45160"/>
                </a:cubicBezTo>
                <a:cubicBezTo>
                  <a:pt x="67420" y="45776"/>
                  <a:pt x="65677" y="46569"/>
                  <a:pt x="61570" y="45029"/>
                </a:cubicBezTo>
                <a:lnTo>
                  <a:pt x="58110" y="43732"/>
                </a:lnTo>
                <a:lnTo>
                  <a:pt x="56708" y="47151"/>
                </a:lnTo>
                <a:cubicBezTo>
                  <a:pt x="55663" y="49699"/>
                  <a:pt x="53714" y="52382"/>
                  <a:pt x="51536" y="53403"/>
                </a:cubicBezTo>
                <a:cubicBezTo>
                  <a:pt x="50582" y="53850"/>
                  <a:pt x="49557" y="54000"/>
                  <a:pt x="48328" y="53656"/>
                </a:cubicBezTo>
                <a:cubicBezTo>
                  <a:pt x="47021" y="53289"/>
                  <a:pt x="45204" y="52279"/>
                  <a:pt x="42946" y="49866"/>
                </a:cubicBezTo>
                <a:lnTo>
                  <a:pt x="40421" y="47168"/>
                </a:lnTo>
                <a:lnTo>
                  <a:pt x="37648" y="49610"/>
                </a:lnTo>
                <a:cubicBezTo>
                  <a:pt x="36074" y="50995"/>
                  <a:pt x="33642" y="52283"/>
                  <a:pt x="31429" y="52300"/>
                </a:cubicBezTo>
                <a:cubicBezTo>
                  <a:pt x="30363" y="52318"/>
                  <a:pt x="29319" y="51994"/>
                  <a:pt x="28452" y="51375"/>
                </a:cubicBezTo>
                <a:cubicBezTo>
                  <a:pt x="27448" y="50675"/>
                  <a:pt x="26256" y="49377"/>
                  <a:pt x="25130" y="46978"/>
                </a:cubicBezTo>
                <a:lnTo>
                  <a:pt x="23511" y="43527"/>
                </a:lnTo>
                <a:lnTo>
                  <a:pt x="20061" y="45148"/>
                </a:lnTo>
                <a:cubicBezTo>
                  <a:pt x="17409" y="46396"/>
                  <a:pt x="13815" y="47358"/>
                  <a:pt x="11202" y="46971"/>
                </a:cubicBezTo>
                <a:cubicBezTo>
                  <a:pt x="10010" y="46794"/>
                  <a:pt x="9283" y="46380"/>
                  <a:pt x="8815" y="45831"/>
                </a:cubicBezTo>
                <a:cubicBezTo>
                  <a:pt x="8337" y="45270"/>
                  <a:pt x="7739" y="44109"/>
                  <a:pt x="7711" y="41686"/>
                </a:cubicBezTo>
                <a:close/>
                <a:moveTo>
                  <a:pt x="42698" y="2130"/>
                </a:moveTo>
                <a:cubicBezTo>
                  <a:pt x="34416" y="0"/>
                  <a:pt x="27388" y="252"/>
                  <a:pt x="21518" y="2378"/>
                </a:cubicBezTo>
                <a:cubicBezTo>
                  <a:pt x="15643" y="4505"/>
                  <a:pt x="11264" y="8388"/>
                  <a:pt x="8084" y="12947"/>
                </a:cubicBezTo>
                <a:cubicBezTo>
                  <a:pt x="1826" y="21919"/>
                  <a:pt x="0" y="33773"/>
                  <a:pt x="94" y="41774"/>
                </a:cubicBezTo>
                <a:cubicBezTo>
                  <a:pt x="136" y="45408"/>
                  <a:pt x="1062" y="48477"/>
                  <a:pt x="3014" y="50770"/>
                </a:cubicBezTo>
                <a:cubicBezTo>
                  <a:pt x="4978" y="53075"/>
                  <a:pt x="7585" y="54137"/>
                  <a:pt x="10087" y="54507"/>
                </a:cubicBezTo>
                <a:cubicBezTo>
                  <a:pt x="13454" y="55006"/>
                  <a:pt x="17044" y="54328"/>
                  <a:pt x="19996" y="53354"/>
                </a:cubicBezTo>
                <a:cubicBezTo>
                  <a:pt x="21194" y="55134"/>
                  <a:pt x="22564" y="56557"/>
                  <a:pt x="24097" y="57625"/>
                </a:cubicBezTo>
                <a:cubicBezTo>
                  <a:pt x="26258" y="59146"/>
                  <a:pt x="28842" y="59948"/>
                  <a:pt x="31484" y="59917"/>
                </a:cubicBezTo>
                <a:cubicBezTo>
                  <a:pt x="34645" y="59894"/>
                  <a:pt x="37547" y="58770"/>
                  <a:pt x="39827" y="57402"/>
                </a:cubicBezTo>
                <a:cubicBezTo>
                  <a:pt x="41932" y="59175"/>
                  <a:pt x="44080" y="60376"/>
                  <a:pt x="46271" y="60990"/>
                </a:cubicBezTo>
                <a:cubicBezTo>
                  <a:pt x="49392" y="61866"/>
                  <a:pt x="52291" y="61461"/>
                  <a:pt x="54768" y="60301"/>
                </a:cubicBezTo>
                <a:cubicBezTo>
                  <a:pt x="58113" y="58734"/>
                  <a:pt x="60570" y="55866"/>
                  <a:pt x="62198" y="53145"/>
                </a:cubicBezTo>
                <a:cubicBezTo>
                  <a:pt x="66461" y="54058"/>
                  <a:pt x="70024" y="53355"/>
                  <a:pt x="72826" y="51240"/>
                </a:cubicBezTo>
                <a:cubicBezTo>
                  <a:pt x="75994" y="48847"/>
                  <a:pt x="77384" y="45188"/>
                  <a:pt x="78119" y="42892"/>
                </a:cubicBezTo>
                <a:cubicBezTo>
                  <a:pt x="78766" y="40867"/>
                  <a:pt x="78677" y="37800"/>
                  <a:pt x="78035" y="34623"/>
                </a:cubicBezTo>
                <a:cubicBezTo>
                  <a:pt x="77355" y="31261"/>
                  <a:pt x="75953" y="27236"/>
                  <a:pt x="73457" y="23120"/>
                </a:cubicBezTo>
                <a:cubicBezTo>
                  <a:pt x="68415" y="14806"/>
                  <a:pt x="59036" y="6332"/>
                  <a:pt x="42698" y="2130"/>
                </a:cubicBezTo>
                <a:close/>
                <a:moveTo>
                  <a:pt x="206549" y="41686"/>
                </a:moveTo>
                <a:cubicBezTo>
                  <a:pt x="206626" y="34549"/>
                  <a:pt x="204932" y="24485"/>
                  <a:pt x="199928" y="17306"/>
                </a:cubicBezTo>
                <a:cubicBezTo>
                  <a:pt x="197470" y="13790"/>
                  <a:pt x="194280" y="11040"/>
                  <a:pt x="190150" y="9541"/>
                </a:cubicBezTo>
                <a:cubicBezTo>
                  <a:pt x="185998" y="8041"/>
                  <a:pt x="180579" y="7677"/>
                  <a:pt x="173455" y="9508"/>
                </a:cubicBezTo>
                <a:cubicBezTo>
                  <a:pt x="158989" y="13228"/>
                  <a:pt x="151287" y="20508"/>
                  <a:pt x="147310" y="27071"/>
                </a:cubicBezTo>
                <a:cubicBezTo>
                  <a:pt x="145299" y="30392"/>
                  <a:pt x="144207" y="33585"/>
                  <a:pt x="143693" y="36132"/>
                </a:cubicBezTo>
                <a:cubicBezTo>
                  <a:pt x="143431" y="37406"/>
                  <a:pt x="143322" y="38485"/>
                  <a:pt x="143311" y="39308"/>
                </a:cubicBezTo>
                <a:cubicBezTo>
                  <a:pt x="143300" y="40135"/>
                  <a:pt x="143387" y="40524"/>
                  <a:pt x="143387" y="40565"/>
                </a:cubicBezTo>
                <a:lnTo>
                  <a:pt x="143387" y="40570"/>
                </a:lnTo>
                <a:cubicBezTo>
                  <a:pt x="144065" y="42673"/>
                  <a:pt x="144873" y="44297"/>
                  <a:pt x="146021" y="45160"/>
                </a:cubicBezTo>
                <a:cubicBezTo>
                  <a:pt x="146840" y="45776"/>
                  <a:pt x="148577" y="46569"/>
                  <a:pt x="152685" y="45029"/>
                </a:cubicBezTo>
                <a:lnTo>
                  <a:pt x="156149" y="43732"/>
                </a:lnTo>
                <a:lnTo>
                  <a:pt x="157547" y="47151"/>
                </a:lnTo>
                <a:cubicBezTo>
                  <a:pt x="158596" y="49699"/>
                  <a:pt x="160541" y="52382"/>
                  <a:pt x="162726" y="53403"/>
                </a:cubicBezTo>
                <a:cubicBezTo>
                  <a:pt x="163677" y="53850"/>
                  <a:pt x="164704" y="54000"/>
                  <a:pt x="165927" y="53656"/>
                </a:cubicBezTo>
                <a:cubicBezTo>
                  <a:pt x="167238" y="53289"/>
                  <a:pt x="169052" y="52279"/>
                  <a:pt x="171314" y="49866"/>
                </a:cubicBezTo>
                <a:lnTo>
                  <a:pt x="173838" y="47168"/>
                </a:lnTo>
                <a:lnTo>
                  <a:pt x="176613" y="49610"/>
                </a:lnTo>
                <a:cubicBezTo>
                  <a:pt x="178186" y="50995"/>
                  <a:pt x="180611" y="52283"/>
                  <a:pt x="182829" y="52300"/>
                </a:cubicBezTo>
                <a:cubicBezTo>
                  <a:pt x="183889" y="52318"/>
                  <a:pt x="184938" y="51994"/>
                  <a:pt x="185801" y="51375"/>
                </a:cubicBezTo>
                <a:cubicBezTo>
                  <a:pt x="186806" y="50675"/>
                  <a:pt x="187997" y="49377"/>
                  <a:pt x="189123" y="46978"/>
                </a:cubicBezTo>
                <a:lnTo>
                  <a:pt x="190740" y="43527"/>
                </a:lnTo>
                <a:lnTo>
                  <a:pt x="194192" y="45148"/>
                </a:lnTo>
                <a:cubicBezTo>
                  <a:pt x="196847" y="46396"/>
                  <a:pt x="200442" y="47358"/>
                  <a:pt x="203053" y="46971"/>
                </a:cubicBezTo>
                <a:cubicBezTo>
                  <a:pt x="204244" y="46794"/>
                  <a:pt x="204976" y="46380"/>
                  <a:pt x="205446" y="45831"/>
                </a:cubicBezTo>
                <a:cubicBezTo>
                  <a:pt x="205916" y="45270"/>
                  <a:pt x="206516" y="44109"/>
                  <a:pt x="206549" y="41686"/>
                </a:cubicBezTo>
                <a:close/>
                <a:moveTo>
                  <a:pt x="171554" y="2130"/>
                </a:moveTo>
                <a:cubicBezTo>
                  <a:pt x="179836" y="0"/>
                  <a:pt x="186872" y="252"/>
                  <a:pt x="192739" y="2378"/>
                </a:cubicBezTo>
                <a:cubicBezTo>
                  <a:pt x="198617" y="4505"/>
                  <a:pt x="202987" y="8388"/>
                  <a:pt x="206178" y="12947"/>
                </a:cubicBezTo>
                <a:cubicBezTo>
                  <a:pt x="212427" y="21919"/>
                  <a:pt x="214252" y="33773"/>
                  <a:pt x="214164" y="41774"/>
                </a:cubicBezTo>
                <a:cubicBezTo>
                  <a:pt x="214121" y="45408"/>
                  <a:pt x="213192" y="48477"/>
                  <a:pt x="211236" y="50770"/>
                </a:cubicBezTo>
                <a:cubicBezTo>
                  <a:pt x="209281" y="53075"/>
                  <a:pt x="206669" y="54137"/>
                  <a:pt x="204167" y="54507"/>
                </a:cubicBezTo>
                <a:cubicBezTo>
                  <a:pt x="200802" y="55006"/>
                  <a:pt x="197208" y="54328"/>
                  <a:pt x="194258" y="53354"/>
                </a:cubicBezTo>
                <a:cubicBezTo>
                  <a:pt x="193067" y="55134"/>
                  <a:pt x="191690" y="56557"/>
                  <a:pt x="190161" y="57625"/>
                </a:cubicBezTo>
                <a:cubicBezTo>
                  <a:pt x="187997" y="59146"/>
                  <a:pt x="185419" y="59948"/>
                  <a:pt x="182775" y="59917"/>
                </a:cubicBezTo>
                <a:cubicBezTo>
                  <a:pt x="179606" y="59894"/>
                  <a:pt x="176711" y="58770"/>
                  <a:pt x="174428" y="57402"/>
                </a:cubicBezTo>
                <a:cubicBezTo>
                  <a:pt x="172319" y="59175"/>
                  <a:pt x="170177" y="60376"/>
                  <a:pt x="167981" y="60990"/>
                </a:cubicBezTo>
                <a:cubicBezTo>
                  <a:pt x="164867" y="61866"/>
                  <a:pt x="161961" y="61461"/>
                  <a:pt x="159492" y="60301"/>
                </a:cubicBezTo>
                <a:cubicBezTo>
                  <a:pt x="156149" y="58734"/>
                  <a:pt x="153690" y="55866"/>
                  <a:pt x="152062" y="53145"/>
                </a:cubicBezTo>
                <a:cubicBezTo>
                  <a:pt x="147791" y="54058"/>
                  <a:pt x="144229" y="53355"/>
                  <a:pt x="141432" y="51240"/>
                </a:cubicBezTo>
                <a:cubicBezTo>
                  <a:pt x="138263" y="48847"/>
                  <a:pt x="136876" y="45188"/>
                  <a:pt x="136133" y="42892"/>
                </a:cubicBezTo>
                <a:cubicBezTo>
                  <a:pt x="135488" y="40867"/>
                  <a:pt x="135576" y="37800"/>
                  <a:pt x="136220" y="34623"/>
                </a:cubicBezTo>
                <a:cubicBezTo>
                  <a:pt x="136898" y="31261"/>
                  <a:pt x="138307" y="27236"/>
                  <a:pt x="140798" y="23120"/>
                </a:cubicBezTo>
                <a:cubicBezTo>
                  <a:pt x="145846" y="14806"/>
                  <a:pt x="155220" y="6332"/>
                  <a:pt x="171554" y="21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9D918-7A53-4A7B-A550-9B519AB4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7" y="7919224"/>
            <a:ext cx="7136851" cy="2440806"/>
          </a:xfrm>
          <a:custGeom xmlns:a="http://schemas.openxmlformats.org/drawingml/2006/main">
            <a:pathLst>
              <a:path w="7136851" h="2440806">
                <a:moveTo>
                  <a:pt x="0" y="2440806"/>
                </a:moveTo>
                <a:lnTo>
                  <a:pt x="0" y="0"/>
                </a:lnTo>
                <a:lnTo>
                  <a:pt x="7136851" y="0"/>
                </a:lnTo>
                <a:lnTo>
                  <a:pt x="7136851" y="2440806"/>
                </a:lnTo>
                <a:lnTo>
                  <a:pt x="0" y="2440806"/>
                </a:ln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A62E35-0A1A-46A9-9B1A-C42CE326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7" y="7919224"/>
            <a:ext cx="7136851" cy="2440806"/>
          </a:xfrm>
          <a:custGeom xmlns:a="http://schemas.openxmlformats.org/drawingml/2006/main">
            <a:pathLst>
              <a:path w="7136851" h="2440806" fill="none">
                <a:moveTo>
                  <a:pt x="0" y="2440806"/>
                </a:moveTo>
                <a:lnTo>
                  <a:pt x="7136851" y="2440806"/>
                </a:lnTo>
                <a:lnTo>
                  <a:pt x="7136851" y="0"/>
                </a:lnTo>
                <a:lnTo>
                  <a:pt x="0" y="0"/>
                </a:lnTo>
                <a:lnTo>
                  <a:pt x="0" y="24408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643" cap="flat">
            <a:solidFill>
              <a:srgbClr val="7F7F7F"/>
            </a:solidFill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E1BE8-131C-4EBE-9786-81489EB9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7" y="7837114"/>
            <a:ext cx="7136877" cy="245204"/>
          </a:xfrm>
          <a:custGeom xmlns:a="http://schemas.openxmlformats.org/drawingml/2006/main">
            <a:pathLst>
              <a:path w="7136877" h="245204">
                <a:moveTo>
                  <a:pt x="0" y="1296"/>
                </a:moveTo>
                <a:cubicBezTo>
                  <a:pt x="0" y="605"/>
                  <a:pt x="553" y="0"/>
                  <a:pt x="1227" y="0"/>
                </a:cubicBezTo>
                <a:lnTo>
                  <a:pt x="7135667" y="0"/>
                </a:lnTo>
                <a:cubicBezTo>
                  <a:pt x="7136358" y="0"/>
                  <a:pt x="7136877" y="605"/>
                  <a:pt x="7136877" y="1296"/>
                </a:cubicBezTo>
                <a:lnTo>
                  <a:pt x="7136877" y="243908"/>
                </a:lnTo>
                <a:cubicBezTo>
                  <a:pt x="7136877" y="244599"/>
                  <a:pt x="7136358" y="245204"/>
                  <a:pt x="7135667" y="245204"/>
                </a:cubicBezTo>
                <a:lnTo>
                  <a:pt x="1227" y="245204"/>
                </a:lnTo>
                <a:cubicBezTo>
                  <a:pt x="553" y="245204"/>
                  <a:pt x="0" y="244599"/>
                  <a:pt x="0" y="243908"/>
                </a:cubicBezTo>
                <a:lnTo>
                  <a:pt x="0" y="1296"/>
                </a:lnTo>
                <a:close/>
              </a:path>
            </a:pathLst>
          </a:custGeom>
          <a:solidFill xmlns:a="http://schemas.openxmlformats.org/drawingml/2006/main">
            <a:srgbClr val="F7F8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B4B049-403F-464B-83C7-5B7C0BCD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7" y="7837114"/>
            <a:ext cx="7136877" cy="245204"/>
          </a:xfrm>
          <a:custGeom xmlns:a="http://schemas.openxmlformats.org/drawingml/2006/main">
            <a:pathLst>
              <a:path w="7136877" h="245204" fill="none">
                <a:moveTo>
                  <a:pt x="0" y="1296"/>
                </a:moveTo>
                <a:cubicBezTo>
                  <a:pt x="0" y="605"/>
                  <a:pt x="553" y="0"/>
                  <a:pt x="1227" y="0"/>
                </a:cubicBezTo>
                <a:lnTo>
                  <a:pt x="7135667" y="0"/>
                </a:lnTo>
                <a:cubicBezTo>
                  <a:pt x="7136358" y="0"/>
                  <a:pt x="7136877" y="605"/>
                  <a:pt x="7136877" y="1296"/>
                </a:cubicBezTo>
                <a:lnTo>
                  <a:pt x="7136877" y="243908"/>
                </a:lnTo>
                <a:cubicBezTo>
                  <a:pt x="7136877" y="244599"/>
                  <a:pt x="7136358" y="245204"/>
                  <a:pt x="7135667" y="245204"/>
                </a:cubicBezTo>
                <a:lnTo>
                  <a:pt x="1227" y="245204"/>
                </a:lnTo>
                <a:cubicBezTo>
                  <a:pt x="553" y="245204"/>
                  <a:pt x="0" y="244599"/>
                  <a:pt x="0" y="243908"/>
                </a:cubicBezTo>
                <a:lnTo>
                  <a:pt x="0" y="12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643" cap="flat">
            <a:solidFill>
              <a:srgbClr val="7F7F7F"/>
            </a:solidFill>
            <a:miter/>
          </a:ln>
        </p:spPr>
      </p:sp>
      <p:sp>
        <p:nvSpPr>
          <p:cNvPr id="186" name="Text PatchSelection">
            <a:extLst xmlns:a="http://schemas.openxmlformats.org/drawingml/2006/main">
              <a:ext uri="{FF2B5EF4-FFF2-40B4-BE49-F238E27FC236}">
                <a16:creationId xmlns:a16="http://schemas.microsoft.com/office/drawing/2014/main" id="{F4813FDF-F95F-4DC6-B9C5-9FB23040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642" y="7925731"/>
            <a:ext cx="822732" cy="86074"/>
          </a:xfrm>
          <a:custGeom xmlns:a="http://schemas.openxmlformats.org/drawingml/2006/main">
            <a:pathLst>
              <a:path w="822732" h="86074">
                <a:moveTo>
                  <a:pt x="18664" y="16837"/>
                </a:moveTo>
                <a:lnTo>
                  <a:pt x="18664" y="44200"/>
                </a:lnTo>
                <a:cubicBezTo>
                  <a:pt x="20205" y="44992"/>
                  <a:pt x="23405" y="45387"/>
                  <a:pt x="28263" y="45387"/>
                </a:cubicBezTo>
                <a:cubicBezTo>
                  <a:pt x="32293" y="45387"/>
                  <a:pt x="35482" y="43973"/>
                  <a:pt x="37833" y="41143"/>
                </a:cubicBezTo>
                <a:cubicBezTo>
                  <a:pt x="40183" y="38314"/>
                  <a:pt x="41358" y="33952"/>
                  <a:pt x="41358" y="28056"/>
                </a:cubicBezTo>
                <a:cubicBezTo>
                  <a:pt x="41358" y="21407"/>
                  <a:pt x="40252" y="16985"/>
                  <a:pt x="38040" y="14789"/>
                </a:cubicBezTo>
                <a:cubicBezTo>
                  <a:pt x="35828" y="12593"/>
                  <a:pt x="32609" y="11495"/>
                  <a:pt x="28382" y="11495"/>
                </a:cubicBezTo>
                <a:cubicBezTo>
                  <a:pt x="24353" y="11495"/>
                  <a:pt x="21726" y="11900"/>
                  <a:pt x="20501" y="12711"/>
                </a:cubicBezTo>
                <a:cubicBezTo>
                  <a:pt x="19277" y="13523"/>
                  <a:pt x="18664" y="14898"/>
                  <a:pt x="18664" y="16837"/>
                </a:cubicBezTo>
                <a:moveTo>
                  <a:pt x="1422" y="30830"/>
                </a:moveTo>
                <a:cubicBezTo>
                  <a:pt x="1422" y="21500"/>
                  <a:pt x="948" y="13396"/>
                  <a:pt x="0" y="6518"/>
                </a:cubicBezTo>
                <a:lnTo>
                  <a:pt x="237" y="6162"/>
                </a:lnTo>
                <a:cubicBezTo>
                  <a:pt x="4108" y="6399"/>
                  <a:pt x="7426" y="6518"/>
                  <a:pt x="10191" y="6518"/>
                </a:cubicBezTo>
                <a:cubicBezTo>
                  <a:pt x="11416" y="6518"/>
                  <a:pt x="15060" y="6380"/>
                  <a:pt x="21123" y="6103"/>
                </a:cubicBezTo>
                <a:cubicBezTo>
                  <a:pt x="27187" y="5826"/>
                  <a:pt x="30693" y="5688"/>
                  <a:pt x="31641" y="5688"/>
                </a:cubicBezTo>
                <a:cubicBezTo>
                  <a:pt x="40687" y="5688"/>
                  <a:pt x="47204" y="7047"/>
                  <a:pt x="51194" y="9766"/>
                </a:cubicBezTo>
                <a:cubicBezTo>
                  <a:pt x="56843" y="13706"/>
                  <a:pt x="59687" y="19045"/>
                  <a:pt x="59726" y="25782"/>
                </a:cubicBezTo>
                <a:cubicBezTo>
                  <a:pt x="59726" y="28540"/>
                  <a:pt x="59173" y="31347"/>
                  <a:pt x="58067" y="34203"/>
                </a:cubicBezTo>
                <a:cubicBezTo>
                  <a:pt x="56961" y="37060"/>
                  <a:pt x="55282" y="39798"/>
                  <a:pt x="53031" y="42419"/>
                </a:cubicBezTo>
                <a:cubicBezTo>
                  <a:pt x="50779" y="45039"/>
                  <a:pt x="47629" y="47196"/>
                  <a:pt x="43580" y="48891"/>
                </a:cubicBezTo>
                <a:cubicBezTo>
                  <a:pt x="39531" y="50584"/>
                  <a:pt x="34880" y="51431"/>
                  <a:pt x="29626" y="51431"/>
                </a:cubicBezTo>
                <a:cubicBezTo>
                  <a:pt x="24846" y="51431"/>
                  <a:pt x="21193" y="51028"/>
                  <a:pt x="18664" y="50222"/>
                </a:cubicBezTo>
                <a:lnTo>
                  <a:pt x="18664" y="60456"/>
                </a:lnTo>
                <a:cubicBezTo>
                  <a:pt x="18664" y="69697"/>
                  <a:pt x="19158" y="77827"/>
                  <a:pt x="20146" y="84848"/>
                </a:cubicBezTo>
                <a:lnTo>
                  <a:pt x="19909" y="85205"/>
                </a:lnTo>
                <a:cubicBezTo>
                  <a:pt x="16196" y="84967"/>
                  <a:pt x="12957" y="84848"/>
                  <a:pt x="10191" y="84848"/>
                </a:cubicBezTo>
                <a:lnTo>
                  <a:pt x="119" y="85205"/>
                </a:lnTo>
                <a:lnTo>
                  <a:pt x="0" y="84849"/>
                </a:lnTo>
                <a:cubicBezTo>
                  <a:pt x="988" y="78287"/>
                  <a:pt x="1462" y="70183"/>
                  <a:pt x="1422" y="60537"/>
                </a:cubicBezTo>
                <a:lnTo>
                  <a:pt x="1422" y="30830"/>
                </a:lnTo>
                <a:close/>
                <a:moveTo>
                  <a:pt x="100475" y="57890"/>
                </a:moveTo>
                <a:lnTo>
                  <a:pt x="90757" y="60437"/>
                </a:lnTo>
                <a:cubicBezTo>
                  <a:pt x="85662" y="61820"/>
                  <a:pt x="83114" y="65632"/>
                  <a:pt x="83114" y="71873"/>
                </a:cubicBezTo>
                <a:cubicBezTo>
                  <a:pt x="83114" y="73572"/>
                  <a:pt x="83726" y="75152"/>
                  <a:pt x="84951" y="76613"/>
                </a:cubicBezTo>
                <a:cubicBezTo>
                  <a:pt x="86175" y="78075"/>
                  <a:pt x="87676" y="78806"/>
                  <a:pt x="89454" y="78806"/>
                </a:cubicBezTo>
                <a:cubicBezTo>
                  <a:pt x="92693" y="78806"/>
                  <a:pt x="95675" y="77423"/>
                  <a:pt x="98401" y="74658"/>
                </a:cubicBezTo>
                <a:cubicBezTo>
                  <a:pt x="98796" y="74263"/>
                  <a:pt x="99201" y="73453"/>
                  <a:pt x="99615" y="72229"/>
                </a:cubicBezTo>
                <a:cubicBezTo>
                  <a:pt x="100030" y="71004"/>
                  <a:pt x="100238" y="69997"/>
                  <a:pt x="100238" y="69207"/>
                </a:cubicBezTo>
                <a:lnTo>
                  <a:pt x="100475" y="57890"/>
                </a:lnTo>
                <a:moveTo>
                  <a:pt x="115762" y="75078"/>
                </a:moveTo>
                <a:cubicBezTo>
                  <a:pt x="115762" y="76957"/>
                  <a:pt x="116305" y="78167"/>
                  <a:pt x="117391" y="78708"/>
                </a:cubicBezTo>
                <a:cubicBezTo>
                  <a:pt x="118477" y="79247"/>
                  <a:pt x="120403" y="79517"/>
                  <a:pt x="123168" y="79517"/>
                </a:cubicBezTo>
                <a:cubicBezTo>
                  <a:pt x="123800" y="80070"/>
                  <a:pt x="124195" y="80919"/>
                  <a:pt x="124353" y="82065"/>
                </a:cubicBezTo>
                <a:cubicBezTo>
                  <a:pt x="120877" y="84751"/>
                  <a:pt x="116078" y="86074"/>
                  <a:pt x="109955" y="86034"/>
                </a:cubicBezTo>
                <a:cubicBezTo>
                  <a:pt x="107348" y="86034"/>
                  <a:pt x="105314" y="85491"/>
                  <a:pt x="103852" y="84405"/>
                </a:cubicBezTo>
                <a:cubicBezTo>
                  <a:pt x="102390" y="83319"/>
                  <a:pt x="101225" y="81531"/>
                  <a:pt x="100356" y="79043"/>
                </a:cubicBezTo>
                <a:lnTo>
                  <a:pt x="100119" y="79043"/>
                </a:lnTo>
                <a:cubicBezTo>
                  <a:pt x="95418" y="83743"/>
                  <a:pt x="89868" y="86074"/>
                  <a:pt x="83469" y="86034"/>
                </a:cubicBezTo>
                <a:cubicBezTo>
                  <a:pt x="78927" y="86034"/>
                  <a:pt x="75026" y="84842"/>
                  <a:pt x="71767" y="82457"/>
                </a:cubicBezTo>
                <a:cubicBezTo>
                  <a:pt x="68508" y="80071"/>
                  <a:pt x="66879" y="76870"/>
                  <a:pt x="66879" y="72854"/>
                </a:cubicBezTo>
                <a:cubicBezTo>
                  <a:pt x="66879" y="68778"/>
                  <a:pt x="68518" y="65251"/>
                  <a:pt x="71797" y="62272"/>
                </a:cubicBezTo>
                <a:cubicBezTo>
                  <a:pt x="75075" y="59294"/>
                  <a:pt x="79657" y="57069"/>
                  <a:pt x="85543" y="55599"/>
                </a:cubicBezTo>
                <a:lnTo>
                  <a:pt x="99764" y="52009"/>
                </a:lnTo>
                <a:cubicBezTo>
                  <a:pt x="100238" y="51843"/>
                  <a:pt x="100475" y="51327"/>
                  <a:pt x="100475" y="50459"/>
                </a:cubicBezTo>
                <a:cubicBezTo>
                  <a:pt x="100475" y="45706"/>
                  <a:pt x="99783" y="42370"/>
                  <a:pt x="98401" y="40449"/>
                </a:cubicBezTo>
                <a:cubicBezTo>
                  <a:pt x="97018" y="38527"/>
                  <a:pt x="94925" y="37566"/>
                  <a:pt x="92120" y="37566"/>
                </a:cubicBezTo>
                <a:cubicBezTo>
                  <a:pt x="86550" y="37566"/>
                  <a:pt x="81573" y="40792"/>
                  <a:pt x="77188" y="47245"/>
                </a:cubicBezTo>
                <a:lnTo>
                  <a:pt x="73159" y="47124"/>
                </a:lnTo>
                <a:lnTo>
                  <a:pt x="70730" y="37927"/>
                </a:lnTo>
                <a:lnTo>
                  <a:pt x="71085" y="37435"/>
                </a:lnTo>
                <a:cubicBezTo>
                  <a:pt x="72705" y="36084"/>
                  <a:pt x="75786" y="34761"/>
                  <a:pt x="80329" y="33466"/>
                </a:cubicBezTo>
                <a:cubicBezTo>
                  <a:pt x="84872" y="32170"/>
                  <a:pt x="89157" y="31522"/>
                  <a:pt x="93187" y="31522"/>
                </a:cubicBezTo>
                <a:cubicBezTo>
                  <a:pt x="96465" y="31483"/>
                  <a:pt x="99872" y="31871"/>
                  <a:pt x="103408" y="32687"/>
                </a:cubicBezTo>
                <a:cubicBezTo>
                  <a:pt x="106943" y="33502"/>
                  <a:pt x="109600" y="34705"/>
                  <a:pt x="111377" y="36296"/>
                </a:cubicBezTo>
                <a:cubicBezTo>
                  <a:pt x="114616" y="39168"/>
                  <a:pt x="116236" y="44020"/>
                  <a:pt x="116236" y="50851"/>
                </a:cubicBezTo>
                <a:cubicBezTo>
                  <a:pt x="116236" y="51092"/>
                  <a:pt x="116157" y="54840"/>
                  <a:pt x="115999" y="62095"/>
                </a:cubicBezTo>
                <a:cubicBezTo>
                  <a:pt x="115841" y="69348"/>
                  <a:pt x="115762" y="73676"/>
                  <a:pt x="115762" y="75078"/>
                </a:cubicBezTo>
                <a:close/>
                <a:moveTo>
                  <a:pt x="128250" y="38751"/>
                </a:moveTo>
                <a:cubicBezTo>
                  <a:pt x="127184" y="38751"/>
                  <a:pt x="126670" y="38105"/>
                  <a:pt x="126710" y="36814"/>
                </a:cubicBezTo>
                <a:cubicBezTo>
                  <a:pt x="126710" y="35914"/>
                  <a:pt x="126986" y="35005"/>
                  <a:pt x="127539" y="34087"/>
                </a:cubicBezTo>
                <a:cubicBezTo>
                  <a:pt x="128092" y="33167"/>
                  <a:pt x="128665" y="32707"/>
                  <a:pt x="129257" y="32707"/>
                </a:cubicBezTo>
                <a:lnTo>
                  <a:pt x="136249" y="32707"/>
                </a:lnTo>
                <a:cubicBezTo>
                  <a:pt x="136249" y="27928"/>
                  <a:pt x="135973" y="23859"/>
                  <a:pt x="135420" y="20501"/>
                </a:cubicBezTo>
                <a:lnTo>
                  <a:pt x="135657" y="20087"/>
                </a:lnTo>
                <a:cubicBezTo>
                  <a:pt x="138896" y="19376"/>
                  <a:pt x="144149" y="17558"/>
                  <a:pt x="151418" y="14635"/>
                </a:cubicBezTo>
                <a:cubicBezTo>
                  <a:pt x="152129" y="14635"/>
                  <a:pt x="152504" y="15050"/>
                  <a:pt x="152544" y="15880"/>
                </a:cubicBezTo>
                <a:cubicBezTo>
                  <a:pt x="152149" y="21805"/>
                  <a:pt x="151951" y="27414"/>
                  <a:pt x="151951" y="32707"/>
                </a:cubicBezTo>
                <a:lnTo>
                  <a:pt x="164927" y="32707"/>
                </a:lnTo>
                <a:cubicBezTo>
                  <a:pt x="165559" y="32707"/>
                  <a:pt x="165875" y="32962"/>
                  <a:pt x="165875" y="33470"/>
                </a:cubicBezTo>
                <a:lnTo>
                  <a:pt x="165875" y="37166"/>
                </a:lnTo>
                <a:cubicBezTo>
                  <a:pt x="165875" y="38223"/>
                  <a:pt x="164908" y="38751"/>
                  <a:pt x="162972" y="38751"/>
                </a:cubicBezTo>
                <a:lnTo>
                  <a:pt x="151951" y="38751"/>
                </a:lnTo>
                <a:lnTo>
                  <a:pt x="151655" y="51748"/>
                </a:lnTo>
                <a:cubicBezTo>
                  <a:pt x="151576" y="56178"/>
                  <a:pt x="151536" y="61894"/>
                  <a:pt x="151536" y="68896"/>
                </a:cubicBezTo>
                <a:cubicBezTo>
                  <a:pt x="151536" y="69529"/>
                  <a:pt x="151556" y="70133"/>
                  <a:pt x="151596" y="70707"/>
                </a:cubicBezTo>
                <a:cubicBezTo>
                  <a:pt x="151635" y="71281"/>
                  <a:pt x="151694" y="71855"/>
                  <a:pt x="151773" y="72429"/>
                </a:cubicBezTo>
                <a:cubicBezTo>
                  <a:pt x="151852" y="73001"/>
                  <a:pt x="151961" y="73535"/>
                  <a:pt x="152099" y="74030"/>
                </a:cubicBezTo>
                <a:cubicBezTo>
                  <a:pt x="152237" y="74524"/>
                  <a:pt x="152395" y="74989"/>
                  <a:pt x="152573" y="75425"/>
                </a:cubicBezTo>
                <a:cubicBezTo>
                  <a:pt x="152751" y="75859"/>
                  <a:pt x="152958" y="76245"/>
                  <a:pt x="153195" y="76582"/>
                </a:cubicBezTo>
                <a:cubicBezTo>
                  <a:pt x="153432" y="76918"/>
                  <a:pt x="153689" y="77214"/>
                  <a:pt x="153966" y="77472"/>
                </a:cubicBezTo>
                <a:cubicBezTo>
                  <a:pt x="154242" y="77729"/>
                  <a:pt x="154558" y="77917"/>
                  <a:pt x="154914" y="78035"/>
                </a:cubicBezTo>
                <a:cubicBezTo>
                  <a:pt x="155269" y="78154"/>
                  <a:pt x="155644" y="78213"/>
                  <a:pt x="156039" y="78213"/>
                </a:cubicBezTo>
                <a:cubicBezTo>
                  <a:pt x="158805" y="78213"/>
                  <a:pt x="161155" y="77738"/>
                  <a:pt x="163090" y="76789"/>
                </a:cubicBezTo>
                <a:cubicBezTo>
                  <a:pt x="164473" y="77663"/>
                  <a:pt x="165164" y="79332"/>
                  <a:pt x="165164" y="81796"/>
                </a:cubicBezTo>
                <a:cubicBezTo>
                  <a:pt x="160464" y="84661"/>
                  <a:pt x="154519" y="86074"/>
                  <a:pt x="147329" y="86034"/>
                </a:cubicBezTo>
                <a:cubicBezTo>
                  <a:pt x="143695" y="86034"/>
                  <a:pt x="140821" y="84833"/>
                  <a:pt x="138708" y="82431"/>
                </a:cubicBezTo>
                <a:cubicBezTo>
                  <a:pt x="136595" y="80028"/>
                  <a:pt x="135538" y="77257"/>
                  <a:pt x="135538" y="74119"/>
                </a:cubicBezTo>
                <a:cubicBezTo>
                  <a:pt x="135538" y="69807"/>
                  <a:pt x="135657" y="62785"/>
                  <a:pt x="135894" y="53053"/>
                </a:cubicBezTo>
                <a:lnTo>
                  <a:pt x="136249" y="38751"/>
                </a:lnTo>
                <a:lnTo>
                  <a:pt x="128250" y="38751"/>
                </a:lnTo>
                <a:close/>
                <a:moveTo>
                  <a:pt x="203246" y="37566"/>
                </a:moveTo>
                <a:cubicBezTo>
                  <a:pt x="201074" y="37566"/>
                  <a:pt x="199029" y="38080"/>
                  <a:pt x="197114" y="39108"/>
                </a:cubicBezTo>
                <a:cubicBezTo>
                  <a:pt x="195198" y="40135"/>
                  <a:pt x="193667" y="41578"/>
                  <a:pt x="192522" y="43438"/>
                </a:cubicBezTo>
                <a:cubicBezTo>
                  <a:pt x="191494" y="45058"/>
                  <a:pt x="190744" y="47016"/>
                  <a:pt x="190270" y="49309"/>
                </a:cubicBezTo>
                <a:cubicBezTo>
                  <a:pt x="189796" y="51601"/>
                  <a:pt x="189559" y="54210"/>
                  <a:pt x="189559" y="57136"/>
                </a:cubicBezTo>
                <a:cubicBezTo>
                  <a:pt x="189559" y="64102"/>
                  <a:pt x="190764" y="69523"/>
                  <a:pt x="193173" y="73401"/>
                </a:cubicBezTo>
                <a:cubicBezTo>
                  <a:pt x="194319" y="75182"/>
                  <a:pt x="195919" y="76726"/>
                  <a:pt x="197973" y="78032"/>
                </a:cubicBezTo>
                <a:cubicBezTo>
                  <a:pt x="200027" y="79338"/>
                  <a:pt x="201943" y="79991"/>
                  <a:pt x="203720" y="79991"/>
                </a:cubicBezTo>
                <a:cubicBezTo>
                  <a:pt x="209961" y="79991"/>
                  <a:pt x="214702" y="78051"/>
                  <a:pt x="217941" y="74173"/>
                </a:cubicBezTo>
                <a:lnTo>
                  <a:pt x="219896" y="74767"/>
                </a:lnTo>
                <a:cubicBezTo>
                  <a:pt x="219896" y="76152"/>
                  <a:pt x="220094" y="77735"/>
                  <a:pt x="220489" y="79517"/>
                </a:cubicBezTo>
                <a:cubicBezTo>
                  <a:pt x="217724" y="81847"/>
                  <a:pt x="214830" y="83516"/>
                  <a:pt x="211808" y="84524"/>
                </a:cubicBezTo>
                <a:cubicBezTo>
                  <a:pt x="208786" y="85531"/>
                  <a:pt x="205004" y="86034"/>
                  <a:pt x="200461" y="86034"/>
                </a:cubicBezTo>
                <a:cubicBezTo>
                  <a:pt x="191060" y="86034"/>
                  <a:pt x="183989" y="83443"/>
                  <a:pt x="179249" y="78261"/>
                </a:cubicBezTo>
                <a:cubicBezTo>
                  <a:pt x="174864" y="73475"/>
                  <a:pt x="172672" y="67483"/>
                  <a:pt x="172672" y="60284"/>
                </a:cubicBezTo>
                <a:cubicBezTo>
                  <a:pt x="172672" y="51151"/>
                  <a:pt x="175447" y="44075"/>
                  <a:pt x="180997" y="39055"/>
                </a:cubicBezTo>
                <a:cubicBezTo>
                  <a:pt x="186547" y="34033"/>
                  <a:pt x="193608" y="31522"/>
                  <a:pt x="202180" y="31522"/>
                </a:cubicBezTo>
                <a:cubicBezTo>
                  <a:pt x="205103" y="31522"/>
                  <a:pt x="208362" y="31927"/>
                  <a:pt x="211956" y="32737"/>
                </a:cubicBezTo>
                <a:cubicBezTo>
                  <a:pt x="215551" y="33547"/>
                  <a:pt x="218316" y="34485"/>
                  <a:pt x="220252" y="35551"/>
                </a:cubicBezTo>
                <a:lnTo>
                  <a:pt x="220489" y="35907"/>
                </a:lnTo>
                <a:lnTo>
                  <a:pt x="217585" y="47639"/>
                </a:lnTo>
                <a:lnTo>
                  <a:pt x="214149" y="47757"/>
                </a:lnTo>
                <a:cubicBezTo>
                  <a:pt x="211423" y="40963"/>
                  <a:pt x="207789" y="37566"/>
                  <a:pt x="203246" y="37566"/>
                </a:cubicBezTo>
                <a:close/>
                <a:moveTo>
                  <a:pt x="234917" y="27236"/>
                </a:moveTo>
                <a:cubicBezTo>
                  <a:pt x="234917" y="17426"/>
                  <a:pt x="234443" y="9811"/>
                  <a:pt x="233495" y="4392"/>
                </a:cubicBezTo>
                <a:lnTo>
                  <a:pt x="233732" y="4037"/>
                </a:lnTo>
                <a:cubicBezTo>
                  <a:pt x="235983" y="3877"/>
                  <a:pt x="239015" y="3333"/>
                  <a:pt x="242827" y="2403"/>
                </a:cubicBezTo>
                <a:cubicBezTo>
                  <a:pt x="246639" y="1474"/>
                  <a:pt x="249394" y="673"/>
                  <a:pt x="251093" y="0"/>
                </a:cubicBezTo>
                <a:cubicBezTo>
                  <a:pt x="251804" y="0"/>
                  <a:pt x="252159" y="415"/>
                  <a:pt x="252159" y="1246"/>
                </a:cubicBezTo>
                <a:cubicBezTo>
                  <a:pt x="251369" y="7737"/>
                  <a:pt x="250955" y="15353"/>
                  <a:pt x="250915" y="24093"/>
                </a:cubicBezTo>
                <a:lnTo>
                  <a:pt x="250915" y="31630"/>
                </a:lnTo>
                <a:lnTo>
                  <a:pt x="250441" y="42190"/>
                </a:lnTo>
                <a:lnTo>
                  <a:pt x="250915" y="42427"/>
                </a:lnTo>
                <a:cubicBezTo>
                  <a:pt x="253601" y="39029"/>
                  <a:pt x="256909" y="36363"/>
                  <a:pt x="260840" y="34427"/>
                </a:cubicBezTo>
                <a:cubicBezTo>
                  <a:pt x="264770" y="32491"/>
                  <a:pt x="268395" y="31522"/>
                  <a:pt x="271713" y="31522"/>
                </a:cubicBezTo>
                <a:cubicBezTo>
                  <a:pt x="282141" y="31522"/>
                  <a:pt x="287355" y="37510"/>
                  <a:pt x="287355" y="49487"/>
                </a:cubicBezTo>
                <a:lnTo>
                  <a:pt x="287355" y="62956"/>
                </a:lnTo>
                <a:cubicBezTo>
                  <a:pt x="287355" y="72448"/>
                  <a:pt x="287750" y="79746"/>
                  <a:pt x="288540" y="84849"/>
                </a:cubicBezTo>
                <a:lnTo>
                  <a:pt x="288303" y="85205"/>
                </a:lnTo>
                <a:cubicBezTo>
                  <a:pt x="286131" y="84968"/>
                  <a:pt x="283662" y="84849"/>
                  <a:pt x="280897" y="84849"/>
                </a:cubicBezTo>
                <a:lnTo>
                  <a:pt x="270705" y="85205"/>
                </a:lnTo>
                <a:lnTo>
                  <a:pt x="270587" y="84849"/>
                </a:lnTo>
                <a:cubicBezTo>
                  <a:pt x="271061" y="80538"/>
                  <a:pt x="271318" y="73240"/>
                  <a:pt x="271357" y="62956"/>
                </a:cubicBezTo>
                <a:lnTo>
                  <a:pt x="271357" y="52157"/>
                </a:lnTo>
                <a:cubicBezTo>
                  <a:pt x="271357" y="44642"/>
                  <a:pt x="269244" y="40884"/>
                  <a:pt x="265017" y="40884"/>
                </a:cubicBezTo>
                <a:cubicBezTo>
                  <a:pt x="260553" y="40884"/>
                  <a:pt x="255853" y="44108"/>
                  <a:pt x="250915" y="50555"/>
                </a:cubicBezTo>
                <a:lnTo>
                  <a:pt x="250915" y="62956"/>
                </a:lnTo>
                <a:cubicBezTo>
                  <a:pt x="250915" y="72014"/>
                  <a:pt x="251172" y="79312"/>
                  <a:pt x="251685" y="84849"/>
                </a:cubicBezTo>
                <a:lnTo>
                  <a:pt x="251448" y="85205"/>
                </a:lnTo>
                <a:cubicBezTo>
                  <a:pt x="248762" y="84968"/>
                  <a:pt x="246037" y="84849"/>
                  <a:pt x="243272" y="84849"/>
                </a:cubicBezTo>
                <a:lnTo>
                  <a:pt x="233613" y="85205"/>
                </a:lnTo>
                <a:lnTo>
                  <a:pt x="233495" y="84849"/>
                </a:lnTo>
                <a:cubicBezTo>
                  <a:pt x="234482" y="78679"/>
                  <a:pt x="234956" y="71380"/>
                  <a:pt x="234917" y="62954"/>
                </a:cubicBezTo>
                <a:lnTo>
                  <a:pt x="234917" y="27236"/>
                </a:lnTo>
                <a:close/>
                <a:moveTo>
                  <a:pt x="359905" y="79991"/>
                </a:moveTo>
                <a:cubicBezTo>
                  <a:pt x="367411" y="79991"/>
                  <a:pt x="371183" y="75805"/>
                  <a:pt x="371223" y="67435"/>
                </a:cubicBezTo>
                <a:cubicBezTo>
                  <a:pt x="371223" y="65094"/>
                  <a:pt x="370206" y="62764"/>
                  <a:pt x="368171" y="60443"/>
                </a:cubicBezTo>
                <a:cubicBezTo>
                  <a:pt x="366137" y="58121"/>
                  <a:pt x="363619" y="56187"/>
                  <a:pt x="360617" y="54640"/>
                </a:cubicBezTo>
                <a:cubicBezTo>
                  <a:pt x="352203" y="50316"/>
                  <a:pt x="346337" y="46685"/>
                  <a:pt x="343019" y="43747"/>
                </a:cubicBezTo>
                <a:cubicBezTo>
                  <a:pt x="341320" y="42238"/>
                  <a:pt x="339878" y="40709"/>
                  <a:pt x="338693" y="39160"/>
                </a:cubicBezTo>
                <a:cubicBezTo>
                  <a:pt x="336205" y="35905"/>
                  <a:pt x="334940" y="31519"/>
                  <a:pt x="334901" y="26001"/>
                </a:cubicBezTo>
                <a:cubicBezTo>
                  <a:pt x="334901" y="19727"/>
                  <a:pt x="337488" y="14635"/>
                  <a:pt x="342663" y="10725"/>
                </a:cubicBezTo>
                <a:cubicBezTo>
                  <a:pt x="347838" y="6814"/>
                  <a:pt x="354000" y="4859"/>
                  <a:pt x="361150" y="4859"/>
                </a:cubicBezTo>
                <a:cubicBezTo>
                  <a:pt x="365534" y="4859"/>
                  <a:pt x="369781" y="5307"/>
                  <a:pt x="373889" y="6205"/>
                </a:cubicBezTo>
                <a:cubicBezTo>
                  <a:pt x="377997" y="7102"/>
                  <a:pt x="381019" y="8030"/>
                  <a:pt x="382955" y="8988"/>
                </a:cubicBezTo>
                <a:lnTo>
                  <a:pt x="385858" y="10423"/>
                </a:lnTo>
                <a:lnTo>
                  <a:pt x="386154" y="10782"/>
                </a:lnTo>
                <a:cubicBezTo>
                  <a:pt x="385246" y="13639"/>
                  <a:pt x="384436" y="18498"/>
                  <a:pt x="383725" y="25362"/>
                </a:cubicBezTo>
                <a:lnTo>
                  <a:pt x="380051" y="25541"/>
                </a:lnTo>
                <a:cubicBezTo>
                  <a:pt x="378116" y="21891"/>
                  <a:pt x="375528" y="18539"/>
                  <a:pt x="372289" y="15485"/>
                </a:cubicBezTo>
                <a:cubicBezTo>
                  <a:pt x="369050" y="12430"/>
                  <a:pt x="365771" y="10902"/>
                  <a:pt x="362453" y="10902"/>
                </a:cubicBezTo>
                <a:cubicBezTo>
                  <a:pt x="359214" y="10902"/>
                  <a:pt x="356568" y="12083"/>
                  <a:pt x="354514" y="14443"/>
                </a:cubicBezTo>
                <a:cubicBezTo>
                  <a:pt x="352459" y="16803"/>
                  <a:pt x="351432" y="19550"/>
                  <a:pt x="351432" y="22684"/>
                </a:cubicBezTo>
                <a:cubicBezTo>
                  <a:pt x="351432" y="24787"/>
                  <a:pt x="351739" y="26661"/>
                  <a:pt x="352351" y="28308"/>
                </a:cubicBezTo>
                <a:cubicBezTo>
                  <a:pt x="352963" y="29955"/>
                  <a:pt x="353931" y="31363"/>
                  <a:pt x="355254" y="32533"/>
                </a:cubicBezTo>
                <a:cubicBezTo>
                  <a:pt x="356577" y="33703"/>
                  <a:pt x="357822" y="34616"/>
                  <a:pt x="358987" y="35272"/>
                </a:cubicBezTo>
                <a:cubicBezTo>
                  <a:pt x="360152" y="35926"/>
                  <a:pt x="361762" y="36729"/>
                  <a:pt x="363816" y="37681"/>
                </a:cubicBezTo>
                <a:cubicBezTo>
                  <a:pt x="367134" y="39228"/>
                  <a:pt x="369840" y="40596"/>
                  <a:pt x="371934" y="41786"/>
                </a:cubicBezTo>
                <a:cubicBezTo>
                  <a:pt x="374027" y="42976"/>
                  <a:pt x="376467" y="44603"/>
                  <a:pt x="379251" y="46667"/>
                </a:cubicBezTo>
                <a:cubicBezTo>
                  <a:pt x="382036" y="48730"/>
                  <a:pt x="384159" y="51080"/>
                  <a:pt x="385621" y="53718"/>
                </a:cubicBezTo>
                <a:cubicBezTo>
                  <a:pt x="387083" y="56356"/>
                  <a:pt x="387813" y="59262"/>
                  <a:pt x="387813" y="62435"/>
                </a:cubicBezTo>
                <a:cubicBezTo>
                  <a:pt x="387813" y="68869"/>
                  <a:pt x="385127" y="74411"/>
                  <a:pt x="379755" y="79061"/>
                </a:cubicBezTo>
                <a:cubicBezTo>
                  <a:pt x="374383" y="83710"/>
                  <a:pt x="367411" y="86034"/>
                  <a:pt x="358839" y="86034"/>
                </a:cubicBezTo>
                <a:cubicBezTo>
                  <a:pt x="354454" y="86034"/>
                  <a:pt x="350079" y="85607"/>
                  <a:pt x="345715" y="84751"/>
                </a:cubicBezTo>
                <a:cubicBezTo>
                  <a:pt x="341350" y="83896"/>
                  <a:pt x="338101" y="83031"/>
                  <a:pt x="335968" y="82157"/>
                </a:cubicBezTo>
                <a:lnTo>
                  <a:pt x="332709" y="80789"/>
                </a:lnTo>
                <a:lnTo>
                  <a:pt x="332472" y="80446"/>
                </a:lnTo>
                <a:cubicBezTo>
                  <a:pt x="333380" y="77118"/>
                  <a:pt x="334190" y="72166"/>
                  <a:pt x="334901" y="65591"/>
                </a:cubicBezTo>
                <a:lnTo>
                  <a:pt x="338101" y="65470"/>
                </a:lnTo>
                <a:cubicBezTo>
                  <a:pt x="340352" y="68961"/>
                  <a:pt x="343680" y="72254"/>
                  <a:pt x="348085" y="75349"/>
                </a:cubicBezTo>
                <a:cubicBezTo>
                  <a:pt x="352489" y="78443"/>
                  <a:pt x="356429" y="79991"/>
                  <a:pt x="359905" y="79991"/>
                </a:cubicBezTo>
                <a:close/>
                <a:moveTo>
                  <a:pt x="415598" y="50839"/>
                </a:moveTo>
                <a:lnTo>
                  <a:pt x="434085" y="50839"/>
                </a:lnTo>
                <a:cubicBezTo>
                  <a:pt x="434243" y="50687"/>
                  <a:pt x="434322" y="49872"/>
                  <a:pt x="434322" y="48394"/>
                </a:cubicBezTo>
                <a:cubicBezTo>
                  <a:pt x="434322" y="44190"/>
                  <a:pt x="433453" y="41235"/>
                  <a:pt x="431714" y="39531"/>
                </a:cubicBezTo>
                <a:cubicBezTo>
                  <a:pt x="429976" y="37826"/>
                  <a:pt x="428041" y="36973"/>
                  <a:pt x="425908" y="36973"/>
                </a:cubicBezTo>
                <a:cubicBezTo>
                  <a:pt x="423064" y="36973"/>
                  <a:pt x="420891" y="38091"/>
                  <a:pt x="419390" y="40327"/>
                </a:cubicBezTo>
                <a:cubicBezTo>
                  <a:pt x="416941" y="43773"/>
                  <a:pt x="415677" y="47277"/>
                  <a:pt x="415598" y="50839"/>
                </a:cubicBezTo>
                <a:moveTo>
                  <a:pt x="448364" y="69148"/>
                </a:moveTo>
                <a:cubicBezTo>
                  <a:pt x="449589" y="69148"/>
                  <a:pt x="450201" y="70392"/>
                  <a:pt x="450201" y="72880"/>
                </a:cubicBezTo>
                <a:cubicBezTo>
                  <a:pt x="444197" y="81650"/>
                  <a:pt x="436632" y="86034"/>
                  <a:pt x="427508" y="86034"/>
                </a:cubicBezTo>
                <a:cubicBezTo>
                  <a:pt x="418778" y="86034"/>
                  <a:pt x="412181" y="84015"/>
                  <a:pt x="407717" y="79976"/>
                </a:cubicBezTo>
                <a:cubicBezTo>
                  <a:pt x="405229" y="77719"/>
                  <a:pt x="403254" y="74780"/>
                  <a:pt x="401792" y="71158"/>
                </a:cubicBezTo>
                <a:cubicBezTo>
                  <a:pt x="400330" y="67535"/>
                  <a:pt x="399600" y="63902"/>
                  <a:pt x="399600" y="60260"/>
                </a:cubicBezTo>
                <a:cubicBezTo>
                  <a:pt x="399600" y="51372"/>
                  <a:pt x="402286" y="44262"/>
                  <a:pt x="407658" y="38929"/>
                </a:cubicBezTo>
                <a:cubicBezTo>
                  <a:pt x="413030" y="33596"/>
                  <a:pt x="419370" y="30930"/>
                  <a:pt x="426678" y="30930"/>
                </a:cubicBezTo>
                <a:cubicBezTo>
                  <a:pt x="434855" y="30930"/>
                  <a:pt x="440741" y="32987"/>
                  <a:pt x="444335" y="37101"/>
                </a:cubicBezTo>
                <a:cubicBezTo>
                  <a:pt x="447930" y="41216"/>
                  <a:pt x="449727" y="46189"/>
                  <a:pt x="449727" y="52022"/>
                </a:cubicBezTo>
                <a:cubicBezTo>
                  <a:pt x="449727" y="55262"/>
                  <a:pt x="448542" y="56882"/>
                  <a:pt x="446172" y="56882"/>
                </a:cubicBezTo>
                <a:lnTo>
                  <a:pt x="415124" y="56882"/>
                </a:lnTo>
                <a:lnTo>
                  <a:pt x="415124" y="58838"/>
                </a:lnTo>
                <a:cubicBezTo>
                  <a:pt x="415124" y="65711"/>
                  <a:pt x="416625" y="70421"/>
                  <a:pt x="419627" y="72969"/>
                </a:cubicBezTo>
                <a:cubicBezTo>
                  <a:pt x="422629" y="75517"/>
                  <a:pt x="426836" y="76791"/>
                  <a:pt x="432248" y="76791"/>
                </a:cubicBezTo>
                <a:cubicBezTo>
                  <a:pt x="434657" y="76791"/>
                  <a:pt x="437363" y="76120"/>
                  <a:pt x="440365" y="74776"/>
                </a:cubicBezTo>
                <a:cubicBezTo>
                  <a:pt x="443367" y="73433"/>
                  <a:pt x="446034" y="71557"/>
                  <a:pt x="448364" y="69148"/>
                </a:cubicBezTo>
                <a:close/>
                <a:moveTo>
                  <a:pt x="466086" y="60521"/>
                </a:moveTo>
                <a:lnTo>
                  <a:pt x="466086" y="27234"/>
                </a:lnTo>
                <a:cubicBezTo>
                  <a:pt x="466086" y="17424"/>
                  <a:pt x="465612" y="9809"/>
                  <a:pt x="464664" y="4390"/>
                </a:cubicBezTo>
                <a:lnTo>
                  <a:pt x="464901" y="4035"/>
                </a:lnTo>
                <a:cubicBezTo>
                  <a:pt x="467153" y="3877"/>
                  <a:pt x="470185" y="3333"/>
                  <a:pt x="473997" y="2403"/>
                </a:cubicBezTo>
                <a:cubicBezTo>
                  <a:pt x="477809" y="1474"/>
                  <a:pt x="480564" y="673"/>
                  <a:pt x="482262" y="0"/>
                </a:cubicBezTo>
                <a:cubicBezTo>
                  <a:pt x="483171" y="0"/>
                  <a:pt x="483605" y="415"/>
                  <a:pt x="483566" y="1246"/>
                </a:cubicBezTo>
                <a:cubicBezTo>
                  <a:pt x="482578" y="9039"/>
                  <a:pt x="482085" y="16654"/>
                  <a:pt x="482085" y="24090"/>
                </a:cubicBezTo>
                <a:lnTo>
                  <a:pt x="482085" y="60521"/>
                </a:lnTo>
                <a:cubicBezTo>
                  <a:pt x="482085" y="70252"/>
                  <a:pt x="482578" y="78361"/>
                  <a:pt x="483566" y="84849"/>
                </a:cubicBezTo>
                <a:lnTo>
                  <a:pt x="483329" y="85205"/>
                </a:lnTo>
                <a:cubicBezTo>
                  <a:pt x="479932" y="84968"/>
                  <a:pt x="476851" y="84849"/>
                  <a:pt x="474085" y="84849"/>
                </a:cubicBezTo>
                <a:lnTo>
                  <a:pt x="464783" y="85205"/>
                </a:lnTo>
                <a:lnTo>
                  <a:pt x="464664" y="84849"/>
                </a:lnTo>
                <a:cubicBezTo>
                  <a:pt x="465612" y="78679"/>
                  <a:pt x="466086" y="70569"/>
                  <a:pt x="466086" y="60521"/>
                </a:cubicBezTo>
                <a:close/>
                <a:moveTo>
                  <a:pt x="513769" y="50839"/>
                </a:moveTo>
                <a:lnTo>
                  <a:pt x="532256" y="50839"/>
                </a:lnTo>
                <a:cubicBezTo>
                  <a:pt x="532414" y="50687"/>
                  <a:pt x="532493" y="49872"/>
                  <a:pt x="532493" y="48394"/>
                </a:cubicBezTo>
                <a:cubicBezTo>
                  <a:pt x="532493" y="44190"/>
                  <a:pt x="531624" y="41235"/>
                  <a:pt x="529886" y="39531"/>
                </a:cubicBezTo>
                <a:cubicBezTo>
                  <a:pt x="528147" y="37826"/>
                  <a:pt x="526212" y="36973"/>
                  <a:pt x="524079" y="36973"/>
                </a:cubicBezTo>
                <a:cubicBezTo>
                  <a:pt x="521235" y="36973"/>
                  <a:pt x="519062" y="38091"/>
                  <a:pt x="517561" y="40327"/>
                </a:cubicBezTo>
                <a:cubicBezTo>
                  <a:pt x="515112" y="43773"/>
                  <a:pt x="513848" y="47277"/>
                  <a:pt x="513769" y="50839"/>
                </a:cubicBezTo>
                <a:moveTo>
                  <a:pt x="546535" y="69148"/>
                </a:moveTo>
                <a:cubicBezTo>
                  <a:pt x="547760" y="69148"/>
                  <a:pt x="548372" y="70392"/>
                  <a:pt x="548372" y="72880"/>
                </a:cubicBezTo>
                <a:cubicBezTo>
                  <a:pt x="542368" y="81650"/>
                  <a:pt x="534804" y="86034"/>
                  <a:pt x="525679" y="86034"/>
                </a:cubicBezTo>
                <a:cubicBezTo>
                  <a:pt x="516949" y="86034"/>
                  <a:pt x="510352" y="84015"/>
                  <a:pt x="505888" y="79976"/>
                </a:cubicBezTo>
                <a:cubicBezTo>
                  <a:pt x="503400" y="77719"/>
                  <a:pt x="501425" y="74780"/>
                  <a:pt x="499963" y="71158"/>
                </a:cubicBezTo>
                <a:cubicBezTo>
                  <a:pt x="498502" y="67535"/>
                  <a:pt x="497771" y="63902"/>
                  <a:pt x="497771" y="60260"/>
                </a:cubicBezTo>
                <a:cubicBezTo>
                  <a:pt x="497771" y="51372"/>
                  <a:pt x="500457" y="44262"/>
                  <a:pt x="505829" y="38929"/>
                </a:cubicBezTo>
                <a:cubicBezTo>
                  <a:pt x="511201" y="33596"/>
                  <a:pt x="517541" y="30930"/>
                  <a:pt x="524849" y="30930"/>
                </a:cubicBezTo>
                <a:cubicBezTo>
                  <a:pt x="533026" y="30930"/>
                  <a:pt x="538912" y="32987"/>
                  <a:pt x="542506" y="37101"/>
                </a:cubicBezTo>
                <a:cubicBezTo>
                  <a:pt x="546101" y="41216"/>
                  <a:pt x="547898" y="46189"/>
                  <a:pt x="547898" y="52022"/>
                </a:cubicBezTo>
                <a:cubicBezTo>
                  <a:pt x="547898" y="55262"/>
                  <a:pt x="546713" y="56882"/>
                  <a:pt x="544343" y="56882"/>
                </a:cubicBezTo>
                <a:lnTo>
                  <a:pt x="513295" y="56882"/>
                </a:lnTo>
                <a:lnTo>
                  <a:pt x="513295" y="58838"/>
                </a:lnTo>
                <a:cubicBezTo>
                  <a:pt x="513295" y="65711"/>
                  <a:pt x="514796" y="70421"/>
                  <a:pt x="517798" y="72969"/>
                </a:cubicBezTo>
                <a:cubicBezTo>
                  <a:pt x="520800" y="75517"/>
                  <a:pt x="525007" y="76791"/>
                  <a:pt x="530419" y="76791"/>
                </a:cubicBezTo>
                <a:cubicBezTo>
                  <a:pt x="532828" y="76791"/>
                  <a:pt x="535534" y="76120"/>
                  <a:pt x="538536" y="74776"/>
                </a:cubicBezTo>
                <a:cubicBezTo>
                  <a:pt x="541539" y="73433"/>
                  <a:pt x="544205" y="71557"/>
                  <a:pt x="546535" y="69148"/>
                </a:cubicBezTo>
                <a:close/>
                <a:moveTo>
                  <a:pt x="589499" y="37566"/>
                </a:moveTo>
                <a:cubicBezTo>
                  <a:pt x="587326" y="37566"/>
                  <a:pt x="585282" y="38080"/>
                  <a:pt x="583366" y="39108"/>
                </a:cubicBezTo>
                <a:cubicBezTo>
                  <a:pt x="581450" y="40135"/>
                  <a:pt x="579920" y="41578"/>
                  <a:pt x="578774" y="43438"/>
                </a:cubicBezTo>
                <a:cubicBezTo>
                  <a:pt x="577747" y="45058"/>
                  <a:pt x="576997" y="47016"/>
                  <a:pt x="576522" y="49309"/>
                </a:cubicBezTo>
                <a:cubicBezTo>
                  <a:pt x="576048" y="51601"/>
                  <a:pt x="575811" y="54210"/>
                  <a:pt x="575811" y="57136"/>
                </a:cubicBezTo>
                <a:cubicBezTo>
                  <a:pt x="575811" y="64102"/>
                  <a:pt x="577016" y="69523"/>
                  <a:pt x="579426" y="73401"/>
                </a:cubicBezTo>
                <a:cubicBezTo>
                  <a:pt x="580571" y="75182"/>
                  <a:pt x="582171" y="76726"/>
                  <a:pt x="584225" y="78032"/>
                </a:cubicBezTo>
                <a:cubicBezTo>
                  <a:pt x="586279" y="79338"/>
                  <a:pt x="588195" y="79991"/>
                  <a:pt x="589973" y="79991"/>
                </a:cubicBezTo>
                <a:cubicBezTo>
                  <a:pt x="596214" y="79991"/>
                  <a:pt x="600954" y="78051"/>
                  <a:pt x="604193" y="74173"/>
                </a:cubicBezTo>
                <a:lnTo>
                  <a:pt x="606149" y="74767"/>
                </a:lnTo>
                <a:cubicBezTo>
                  <a:pt x="606149" y="76152"/>
                  <a:pt x="606346" y="77735"/>
                  <a:pt x="606741" y="79517"/>
                </a:cubicBezTo>
                <a:cubicBezTo>
                  <a:pt x="603976" y="81847"/>
                  <a:pt x="601083" y="83516"/>
                  <a:pt x="598061" y="84524"/>
                </a:cubicBezTo>
                <a:cubicBezTo>
                  <a:pt x="595039" y="85531"/>
                  <a:pt x="591257" y="86034"/>
                  <a:pt x="586714" y="86034"/>
                </a:cubicBezTo>
                <a:cubicBezTo>
                  <a:pt x="577313" y="86034"/>
                  <a:pt x="570242" y="83443"/>
                  <a:pt x="565502" y="78261"/>
                </a:cubicBezTo>
                <a:cubicBezTo>
                  <a:pt x="561117" y="73475"/>
                  <a:pt x="558925" y="67483"/>
                  <a:pt x="558925" y="60284"/>
                </a:cubicBezTo>
                <a:cubicBezTo>
                  <a:pt x="558925" y="51151"/>
                  <a:pt x="561700" y="44075"/>
                  <a:pt x="567250" y="39055"/>
                </a:cubicBezTo>
                <a:cubicBezTo>
                  <a:pt x="572799" y="34033"/>
                  <a:pt x="579860" y="31522"/>
                  <a:pt x="588432" y="31522"/>
                </a:cubicBezTo>
                <a:cubicBezTo>
                  <a:pt x="591355" y="31522"/>
                  <a:pt x="594614" y="31927"/>
                  <a:pt x="598209" y="32737"/>
                </a:cubicBezTo>
                <a:cubicBezTo>
                  <a:pt x="601804" y="33547"/>
                  <a:pt x="604569" y="34485"/>
                  <a:pt x="606504" y="35551"/>
                </a:cubicBezTo>
                <a:lnTo>
                  <a:pt x="606741" y="35907"/>
                </a:lnTo>
                <a:lnTo>
                  <a:pt x="603838" y="47639"/>
                </a:lnTo>
                <a:lnTo>
                  <a:pt x="600401" y="47757"/>
                </a:lnTo>
                <a:cubicBezTo>
                  <a:pt x="597676" y="40963"/>
                  <a:pt x="594041" y="37566"/>
                  <a:pt x="589499" y="37566"/>
                </a:cubicBezTo>
                <a:close/>
                <a:moveTo>
                  <a:pt x="613888" y="38751"/>
                </a:moveTo>
                <a:cubicBezTo>
                  <a:pt x="612821" y="38751"/>
                  <a:pt x="612308" y="38105"/>
                  <a:pt x="612347" y="36814"/>
                </a:cubicBezTo>
                <a:cubicBezTo>
                  <a:pt x="612347" y="35914"/>
                  <a:pt x="612624" y="35005"/>
                  <a:pt x="613177" y="34087"/>
                </a:cubicBezTo>
                <a:cubicBezTo>
                  <a:pt x="613730" y="33167"/>
                  <a:pt x="614303" y="32707"/>
                  <a:pt x="614895" y="32707"/>
                </a:cubicBezTo>
                <a:lnTo>
                  <a:pt x="621887" y="32707"/>
                </a:lnTo>
                <a:cubicBezTo>
                  <a:pt x="621887" y="27928"/>
                  <a:pt x="621610" y="23859"/>
                  <a:pt x="621057" y="20501"/>
                </a:cubicBezTo>
                <a:lnTo>
                  <a:pt x="621294" y="20087"/>
                </a:lnTo>
                <a:cubicBezTo>
                  <a:pt x="624534" y="19376"/>
                  <a:pt x="629787" y="17558"/>
                  <a:pt x="637056" y="14635"/>
                </a:cubicBezTo>
                <a:cubicBezTo>
                  <a:pt x="637767" y="14635"/>
                  <a:pt x="638142" y="15050"/>
                  <a:pt x="638181" y="15880"/>
                </a:cubicBezTo>
                <a:cubicBezTo>
                  <a:pt x="637786" y="21805"/>
                  <a:pt x="637589" y="27414"/>
                  <a:pt x="637589" y="32707"/>
                </a:cubicBezTo>
                <a:lnTo>
                  <a:pt x="650565" y="32707"/>
                </a:lnTo>
                <a:cubicBezTo>
                  <a:pt x="651197" y="32707"/>
                  <a:pt x="651513" y="32962"/>
                  <a:pt x="651513" y="33470"/>
                </a:cubicBezTo>
                <a:lnTo>
                  <a:pt x="651513" y="37166"/>
                </a:lnTo>
                <a:cubicBezTo>
                  <a:pt x="651513" y="38223"/>
                  <a:pt x="650545" y="38751"/>
                  <a:pt x="648610" y="38751"/>
                </a:cubicBezTo>
                <a:lnTo>
                  <a:pt x="637589" y="38751"/>
                </a:lnTo>
                <a:lnTo>
                  <a:pt x="637293" y="51748"/>
                </a:lnTo>
                <a:cubicBezTo>
                  <a:pt x="637214" y="56178"/>
                  <a:pt x="637174" y="61894"/>
                  <a:pt x="637174" y="68896"/>
                </a:cubicBezTo>
                <a:cubicBezTo>
                  <a:pt x="637174" y="69529"/>
                  <a:pt x="637194" y="70133"/>
                  <a:pt x="637233" y="70707"/>
                </a:cubicBezTo>
                <a:cubicBezTo>
                  <a:pt x="637273" y="71281"/>
                  <a:pt x="637332" y="71855"/>
                  <a:pt x="637411" y="72429"/>
                </a:cubicBezTo>
                <a:cubicBezTo>
                  <a:pt x="637490" y="73001"/>
                  <a:pt x="637599" y="73535"/>
                  <a:pt x="637737" y="74030"/>
                </a:cubicBezTo>
                <a:cubicBezTo>
                  <a:pt x="637875" y="74524"/>
                  <a:pt x="638033" y="74989"/>
                  <a:pt x="638211" y="75425"/>
                </a:cubicBezTo>
                <a:cubicBezTo>
                  <a:pt x="638389" y="75859"/>
                  <a:pt x="638596" y="76245"/>
                  <a:pt x="638833" y="76582"/>
                </a:cubicBezTo>
                <a:cubicBezTo>
                  <a:pt x="639070" y="76918"/>
                  <a:pt x="639327" y="77214"/>
                  <a:pt x="639603" y="77472"/>
                </a:cubicBezTo>
                <a:cubicBezTo>
                  <a:pt x="639880" y="77729"/>
                  <a:pt x="640196" y="77917"/>
                  <a:pt x="640551" y="78035"/>
                </a:cubicBezTo>
                <a:cubicBezTo>
                  <a:pt x="640907" y="78154"/>
                  <a:pt x="641282" y="78213"/>
                  <a:pt x="641677" y="78213"/>
                </a:cubicBezTo>
                <a:cubicBezTo>
                  <a:pt x="644442" y="78213"/>
                  <a:pt x="646793" y="77738"/>
                  <a:pt x="648728" y="76789"/>
                </a:cubicBezTo>
                <a:cubicBezTo>
                  <a:pt x="650111" y="77663"/>
                  <a:pt x="650802" y="79332"/>
                  <a:pt x="650802" y="81796"/>
                </a:cubicBezTo>
                <a:cubicBezTo>
                  <a:pt x="646101" y="84661"/>
                  <a:pt x="640156" y="86074"/>
                  <a:pt x="632967" y="86034"/>
                </a:cubicBezTo>
                <a:cubicBezTo>
                  <a:pt x="629333" y="86034"/>
                  <a:pt x="626459" y="84833"/>
                  <a:pt x="624346" y="82431"/>
                </a:cubicBezTo>
                <a:cubicBezTo>
                  <a:pt x="622233" y="80028"/>
                  <a:pt x="621176" y="77257"/>
                  <a:pt x="621176" y="74119"/>
                </a:cubicBezTo>
                <a:cubicBezTo>
                  <a:pt x="621176" y="69807"/>
                  <a:pt x="621294" y="62785"/>
                  <a:pt x="621531" y="53053"/>
                </a:cubicBezTo>
                <a:lnTo>
                  <a:pt x="621887" y="38751"/>
                </a:lnTo>
                <a:lnTo>
                  <a:pt x="613888" y="38751"/>
                </a:lnTo>
                <a:close/>
                <a:moveTo>
                  <a:pt x="665900" y="17294"/>
                </a:moveTo>
                <a:cubicBezTo>
                  <a:pt x="664162" y="15629"/>
                  <a:pt x="663293" y="13577"/>
                  <a:pt x="663293" y="11139"/>
                </a:cubicBezTo>
                <a:cubicBezTo>
                  <a:pt x="663293" y="8701"/>
                  <a:pt x="664162" y="6650"/>
                  <a:pt x="665900" y="4986"/>
                </a:cubicBezTo>
                <a:cubicBezTo>
                  <a:pt x="667638" y="3321"/>
                  <a:pt x="669801" y="2489"/>
                  <a:pt x="672388" y="2489"/>
                </a:cubicBezTo>
                <a:cubicBezTo>
                  <a:pt x="674975" y="2489"/>
                  <a:pt x="677138" y="3321"/>
                  <a:pt x="678876" y="4986"/>
                </a:cubicBezTo>
                <a:cubicBezTo>
                  <a:pt x="680614" y="6650"/>
                  <a:pt x="681483" y="8701"/>
                  <a:pt x="681483" y="11139"/>
                </a:cubicBezTo>
                <a:cubicBezTo>
                  <a:pt x="681483" y="13577"/>
                  <a:pt x="680614" y="15629"/>
                  <a:pt x="678876" y="17294"/>
                </a:cubicBezTo>
                <a:cubicBezTo>
                  <a:pt x="677138" y="18958"/>
                  <a:pt x="674975" y="19790"/>
                  <a:pt x="672388" y="19790"/>
                </a:cubicBezTo>
                <a:cubicBezTo>
                  <a:pt x="669801" y="19790"/>
                  <a:pt x="667638" y="18958"/>
                  <a:pt x="665900" y="17294"/>
                </a:cubicBezTo>
                <a:moveTo>
                  <a:pt x="664359" y="56316"/>
                </a:moveTo>
                <a:cubicBezTo>
                  <a:pt x="664359" y="45045"/>
                  <a:pt x="663964" y="37215"/>
                  <a:pt x="663174" y="32826"/>
                </a:cubicBezTo>
                <a:lnTo>
                  <a:pt x="663530" y="32352"/>
                </a:lnTo>
                <a:cubicBezTo>
                  <a:pt x="663925" y="32352"/>
                  <a:pt x="665159" y="32411"/>
                  <a:pt x="667233" y="32530"/>
                </a:cubicBezTo>
                <a:cubicBezTo>
                  <a:pt x="669307" y="32648"/>
                  <a:pt x="670936" y="32707"/>
                  <a:pt x="672121" y="32707"/>
                </a:cubicBezTo>
                <a:cubicBezTo>
                  <a:pt x="674136" y="32707"/>
                  <a:pt x="676940" y="32510"/>
                  <a:pt x="680535" y="32115"/>
                </a:cubicBezTo>
                <a:cubicBezTo>
                  <a:pt x="681246" y="32115"/>
                  <a:pt x="681602" y="32530"/>
                  <a:pt x="681602" y="33359"/>
                </a:cubicBezTo>
                <a:cubicBezTo>
                  <a:pt x="680812" y="43246"/>
                  <a:pt x="680417" y="50443"/>
                  <a:pt x="680417" y="54951"/>
                </a:cubicBezTo>
                <a:lnTo>
                  <a:pt x="680417" y="62959"/>
                </a:lnTo>
                <a:cubicBezTo>
                  <a:pt x="680417" y="71778"/>
                  <a:pt x="680812" y="79075"/>
                  <a:pt x="681602" y="84849"/>
                </a:cubicBezTo>
                <a:lnTo>
                  <a:pt x="681365" y="85205"/>
                </a:lnTo>
                <a:cubicBezTo>
                  <a:pt x="677730" y="84968"/>
                  <a:pt x="674738" y="84849"/>
                  <a:pt x="672388" y="84849"/>
                </a:cubicBezTo>
                <a:cubicBezTo>
                  <a:pt x="670038" y="84849"/>
                  <a:pt x="667045" y="84968"/>
                  <a:pt x="663411" y="85205"/>
                </a:cubicBezTo>
                <a:lnTo>
                  <a:pt x="663174" y="84849"/>
                </a:lnTo>
                <a:cubicBezTo>
                  <a:pt x="663964" y="79353"/>
                  <a:pt x="664359" y="72056"/>
                  <a:pt x="664359" y="62959"/>
                </a:cubicBezTo>
                <a:lnTo>
                  <a:pt x="664359" y="56316"/>
                </a:lnTo>
                <a:close/>
                <a:moveTo>
                  <a:pt x="696052" y="59936"/>
                </a:moveTo>
                <a:cubicBezTo>
                  <a:pt x="696052" y="50801"/>
                  <a:pt x="698738" y="43762"/>
                  <a:pt x="704110" y="38820"/>
                </a:cubicBezTo>
                <a:cubicBezTo>
                  <a:pt x="709483" y="33876"/>
                  <a:pt x="716672" y="31443"/>
                  <a:pt x="725678" y="31522"/>
                </a:cubicBezTo>
                <a:cubicBezTo>
                  <a:pt x="735475" y="31522"/>
                  <a:pt x="742773" y="34034"/>
                  <a:pt x="747572" y="39057"/>
                </a:cubicBezTo>
                <a:cubicBezTo>
                  <a:pt x="752371" y="44078"/>
                  <a:pt x="754771" y="50682"/>
                  <a:pt x="754771" y="58867"/>
                </a:cubicBezTo>
                <a:cubicBezTo>
                  <a:pt x="754771" y="67290"/>
                  <a:pt x="752184" y="73924"/>
                  <a:pt x="747009" y="78769"/>
                </a:cubicBezTo>
                <a:cubicBezTo>
                  <a:pt x="741834" y="83613"/>
                  <a:pt x="734645" y="86034"/>
                  <a:pt x="725441" y="86034"/>
                </a:cubicBezTo>
                <a:cubicBezTo>
                  <a:pt x="716395" y="86034"/>
                  <a:pt x="709236" y="83711"/>
                  <a:pt x="703962" y="79065"/>
                </a:cubicBezTo>
                <a:cubicBezTo>
                  <a:pt x="698689" y="74419"/>
                  <a:pt x="696052" y="68042"/>
                  <a:pt x="696052" y="59936"/>
                </a:cubicBezTo>
                <a:moveTo>
                  <a:pt x="724789" y="37566"/>
                </a:moveTo>
                <a:cubicBezTo>
                  <a:pt x="721471" y="37566"/>
                  <a:pt x="718923" y="38545"/>
                  <a:pt x="717146" y="40503"/>
                </a:cubicBezTo>
                <a:cubicBezTo>
                  <a:pt x="715368" y="42460"/>
                  <a:pt x="714282" y="44695"/>
                  <a:pt x="713887" y="47207"/>
                </a:cubicBezTo>
                <a:cubicBezTo>
                  <a:pt x="713492" y="49720"/>
                  <a:pt x="713294" y="53033"/>
                  <a:pt x="713294" y="57147"/>
                </a:cubicBezTo>
                <a:cubicBezTo>
                  <a:pt x="713294" y="72376"/>
                  <a:pt x="717896" y="79991"/>
                  <a:pt x="727100" y="79991"/>
                </a:cubicBezTo>
                <a:cubicBezTo>
                  <a:pt x="734053" y="79991"/>
                  <a:pt x="737529" y="74038"/>
                  <a:pt x="737529" y="62132"/>
                </a:cubicBezTo>
                <a:cubicBezTo>
                  <a:pt x="737529" y="53310"/>
                  <a:pt x="736640" y="47011"/>
                  <a:pt x="734862" y="43234"/>
                </a:cubicBezTo>
                <a:cubicBezTo>
                  <a:pt x="733085" y="39455"/>
                  <a:pt x="729727" y="37566"/>
                  <a:pt x="724789" y="37566"/>
                </a:cubicBezTo>
                <a:close/>
                <a:moveTo>
                  <a:pt x="821429" y="62956"/>
                </a:moveTo>
                <a:cubicBezTo>
                  <a:pt x="821429" y="71856"/>
                  <a:pt x="821863" y="79154"/>
                  <a:pt x="822732" y="84849"/>
                </a:cubicBezTo>
                <a:lnTo>
                  <a:pt x="822495" y="85205"/>
                </a:lnTo>
                <a:cubicBezTo>
                  <a:pt x="818940" y="84968"/>
                  <a:pt x="815780" y="84849"/>
                  <a:pt x="813015" y="84849"/>
                </a:cubicBezTo>
                <a:lnTo>
                  <a:pt x="804897" y="85205"/>
                </a:lnTo>
                <a:lnTo>
                  <a:pt x="804660" y="84849"/>
                </a:lnTo>
                <a:cubicBezTo>
                  <a:pt x="805134" y="80538"/>
                  <a:pt x="805371" y="73240"/>
                  <a:pt x="805371" y="62956"/>
                </a:cubicBezTo>
                <a:lnTo>
                  <a:pt x="805371" y="52157"/>
                </a:lnTo>
                <a:cubicBezTo>
                  <a:pt x="805371" y="44642"/>
                  <a:pt x="803278" y="40884"/>
                  <a:pt x="799091" y="40884"/>
                </a:cubicBezTo>
                <a:cubicBezTo>
                  <a:pt x="794627" y="40884"/>
                  <a:pt x="789926" y="44108"/>
                  <a:pt x="784989" y="50555"/>
                </a:cubicBezTo>
                <a:lnTo>
                  <a:pt x="784989" y="62956"/>
                </a:lnTo>
                <a:cubicBezTo>
                  <a:pt x="784989" y="72014"/>
                  <a:pt x="785226" y="79312"/>
                  <a:pt x="785700" y="84849"/>
                </a:cubicBezTo>
                <a:lnTo>
                  <a:pt x="785344" y="85205"/>
                </a:lnTo>
                <a:cubicBezTo>
                  <a:pt x="783093" y="84968"/>
                  <a:pt x="780584" y="84849"/>
                  <a:pt x="777819" y="84849"/>
                </a:cubicBezTo>
                <a:lnTo>
                  <a:pt x="767865" y="85205"/>
                </a:lnTo>
                <a:lnTo>
                  <a:pt x="767628" y="84849"/>
                </a:lnTo>
                <a:cubicBezTo>
                  <a:pt x="768536" y="79274"/>
                  <a:pt x="768990" y="71977"/>
                  <a:pt x="768990" y="62959"/>
                </a:cubicBezTo>
                <a:lnTo>
                  <a:pt x="768990" y="56316"/>
                </a:lnTo>
                <a:cubicBezTo>
                  <a:pt x="768990" y="45560"/>
                  <a:pt x="768536" y="37691"/>
                  <a:pt x="767628" y="32707"/>
                </a:cubicBezTo>
                <a:lnTo>
                  <a:pt x="767865" y="32352"/>
                </a:lnTo>
                <a:cubicBezTo>
                  <a:pt x="774817" y="32668"/>
                  <a:pt x="780090" y="32549"/>
                  <a:pt x="783685" y="31996"/>
                </a:cubicBezTo>
                <a:cubicBezTo>
                  <a:pt x="784238" y="31996"/>
                  <a:pt x="784594" y="32401"/>
                  <a:pt x="784752" y="33211"/>
                </a:cubicBezTo>
                <a:cubicBezTo>
                  <a:pt x="784910" y="34021"/>
                  <a:pt x="784989" y="36974"/>
                  <a:pt x="784989" y="42071"/>
                </a:cubicBezTo>
                <a:lnTo>
                  <a:pt x="785463" y="42427"/>
                </a:lnTo>
                <a:cubicBezTo>
                  <a:pt x="788228" y="38950"/>
                  <a:pt x="791309" y="36264"/>
                  <a:pt x="794706" y="34368"/>
                </a:cubicBezTo>
                <a:cubicBezTo>
                  <a:pt x="798103" y="32471"/>
                  <a:pt x="801382" y="31522"/>
                  <a:pt x="804542" y="31522"/>
                </a:cubicBezTo>
                <a:cubicBezTo>
                  <a:pt x="810112" y="31522"/>
                  <a:pt x="814319" y="32955"/>
                  <a:pt x="817163" y="35822"/>
                </a:cubicBezTo>
                <a:cubicBezTo>
                  <a:pt x="820007" y="38687"/>
                  <a:pt x="821429" y="43242"/>
                  <a:pt x="821429" y="49487"/>
                </a:cubicBezTo>
                <a:lnTo>
                  <a:pt x="821429" y="629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E26971-7DB2-4E3B-B814-3F3FE8B7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647" y="7870736"/>
            <a:ext cx="177356" cy="177356"/>
          </a:xfrm>
          <a:custGeom xmlns:a="http://schemas.openxmlformats.org/drawingml/2006/main">
            <a:pathLst>
              <a:path w="177356" h="177356">
                <a:moveTo>
                  <a:pt x="0" y="88678"/>
                </a:moveTo>
                <a:cubicBezTo>
                  <a:pt x="0" y="39758"/>
                  <a:pt x="39672" y="0"/>
                  <a:pt x="88678" y="0"/>
                </a:cubicBezTo>
                <a:cubicBezTo>
                  <a:pt x="137598" y="0"/>
                  <a:pt x="177356" y="39758"/>
                  <a:pt x="177356" y="88678"/>
                </a:cubicBezTo>
                <a:cubicBezTo>
                  <a:pt x="177356" y="137684"/>
                  <a:pt x="137598" y="177356"/>
                  <a:pt x="88678" y="177356"/>
                </a:cubicBezTo>
                <a:cubicBezTo>
                  <a:pt x="39672" y="177356"/>
                  <a:pt x="0" y="137684"/>
                  <a:pt x="0" y="88678"/>
                </a:cubicBezTo>
                <a:close/>
              </a:path>
            </a:pathLst>
          </a:custGeom>
          <a:solidFill xmlns:a="http://schemas.openxmlformats.org/drawingml/2006/main">
            <a:srgbClr val="222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7">
            <a:extLst xmlns:a="http://schemas.openxmlformats.org/drawingml/2006/main">
              <a:ext uri="{FF2B5EF4-FFF2-40B4-BE49-F238E27FC236}">
                <a16:creationId xmlns:a16="http://schemas.microsoft.com/office/drawing/2014/main" id="{D75F1925-978D-4157-BAC6-1021500B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07" y="7919785"/>
            <a:ext cx="53219" cy="91890"/>
          </a:xfrm>
          <a:custGeom xmlns:a="http://schemas.openxmlformats.org/drawingml/2006/main">
            <a:pathLst>
              <a:path w="53219" h="91890">
                <a:moveTo>
                  <a:pt x="41624" y="12531"/>
                </a:moveTo>
                <a:cubicBezTo>
                  <a:pt x="23813" y="11954"/>
                  <a:pt x="9938" y="12386"/>
                  <a:pt x="0" y="13827"/>
                </a:cubicBezTo>
                <a:cubicBezTo>
                  <a:pt x="480" y="10082"/>
                  <a:pt x="720" y="7682"/>
                  <a:pt x="720" y="6625"/>
                </a:cubicBezTo>
                <a:cubicBezTo>
                  <a:pt x="720" y="6145"/>
                  <a:pt x="480" y="4081"/>
                  <a:pt x="0" y="432"/>
                </a:cubicBezTo>
                <a:cubicBezTo>
                  <a:pt x="4897" y="1104"/>
                  <a:pt x="18652" y="1440"/>
                  <a:pt x="41264" y="1440"/>
                </a:cubicBezTo>
                <a:cubicBezTo>
                  <a:pt x="44625" y="1440"/>
                  <a:pt x="47794" y="960"/>
                  <a:pt x="50770" y="0"/>
                </a:cubicBezTo>
                <a:lnTo>
                  <a:pt x="53219" y="1440"/>
                </a:lnTo>
                <a:cubicBezTo>
                  <a:pt x="42609" y="27413"/>
                  <a:pt x="31614" y="57347"/>
                  <a:pt x="20236" y="91242"/>
                </a:cubicBezTo>
                <a:lnTo>
                  <a:pt x="9434" y="91890"/>
                </a:lnTo>
                <a:lnTo>
                  <a:pt x="9002" y="90954"/>
                </a:lnTo>
                <a:cubicBezTo>
                  <a:pt x="15195" y="77127"/>
                  <a:pt x="26069" y="50986"/>
                  <a:pt x="41624" y="1253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d54344be54375"/>
          <a:stretch xmlns:a="http://schemas.openxmlformats.org/drawingml/2006/main"/>
        </p:blipFill>
        <p:spPr>
          <a:xfrm xmlns:a="http://schemas.openxmlformats.org/drawingml/2006/main">
            <a:off x="831027" y="8295995"/>
            <a:ext cx="454194" cy="1852259"/>
          </a:xfrm>
          <a:prstGeom xmlns:a="http://schemas.openxmlformats.org/drawingml/2006/main" prst="rect">
            <a:avLst/>
          </a:prstGeom>
        </p:spPr>
      </p:pic>
      <p:pic>
        <p:nvPicPr>
          <p:cNvPr id="5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3d2d070234674"/>
          <a:stretch xmlns:a="http://schemas.openxmlformats.org/drawingml/2006/main"/>
        </p:blipFill>
        <p:spPr>
          <a:xfrm xmlns:a="http://schemas.openxmlformats.org/drawingml/2006/main">
            <a:off x="2799661" y="8291916"/>
            <a:ext cx="740972" cy="1859554"/>
          </a:xfrm>
          <a:prstGeom xmlns:a="http://schemas.openxmlformats.org/drawingml/2006/main" prst="rect">
            <a:avLst/>
          </a:prstGeom>
        </p:spPr>
      </p:pic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84AEB-D609-459F-BA9A-920FDADD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133" y="8241697"/>
            <a:ext cx="1849619" cy="1959991"/>
          </a:xfrm>
          <a:custGeom xmlns:a="http://schemas.openxmlformats.org/drawingml/2006/main">
            <a:pathLst>
              <a:path w="1849619" h="1959991">
                <a:moveTo>
                  <a:pt x="0" y="58168"/>
                </a:moveTo>
                <a:cubicBezTo>
                  <a:pt x="0" y="26016"/>
                  <a:pt x="26016" y="0"/>
                  <a:pt x="58081" y="0"/>
                </a:cubicBezTo>
                <a:lnTo>
                  <a:pt x="1791538" y="0"/>
                </a:lnTo>
                <a:cubicBezTo>
                  <a:pt x="1823604" y="0"/>
                  <a:pt x="1849619" y="26016"/>
                  <a:pt x="1849619" y="58168"/>
                </a:cubicBezTo>
                <a:lnTo>
                  <a:pt x="1849619" y="1901910"/>
                </a:lnTo>
                <a:cubicBezTo>
                  <a:pt x="1849619" y="1933976"/>
                  <a:pt x="1823604" y="1959991"/>
                  <a:pt x="1791538" y="1959991"/>
                </a:cubicBezTo>
                <a:lnTo>
                  <a:pt x="58081" y="1959991"/>
                </a:lnTo>
                <a:cubicBezTo>
                  <a:pt x="26016" y="1959991"/>
                  <a:pt x="0" y="1933976"/>
                  <a:pt x="0" y="1901910"/>
                </a:cubicBezTo>
                <a:lnTo>
                  <a:pt x="0" y="58168"/>
                </a:lnTo>
                <a:close/>
              </a:path>
            </a:pathLst>
          </a:custGeom>
          <a:solidFill xmlns:a="http://schemas.openxmlformats.org/drawingml/2006/main">
            <a:srgbClr val="F7F7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●">
            <a:extLst xmlns:a="http://schemas.openxmlformats.org/drawingml/2006/main">
              <a:ext uri="{FF2B5EF4-FFF2-40B4-BE49-F238E27FC236}">
                <a16:creationId xmlns:a16="http://schemas.microsoft.com/office/drawing/2014/main" id="{384BB16E-A854-485C-9152-EBFE0970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380" y="8343564"/>
            <a:ext cx="88286" cy="88108"/>
          </a:xfrm>
          <a:custGeom xmlns:a="http://schemas.openxmlformats.org/drawingml/2006/main">
            <a:pathLst>
              <a:path w="88286" h="88108">
                <a:moveTo>
                  <a:pt x="44143" y="0"/>
                </a:moveTo>
                <a:cubicBezTo>
                  <a:pt x="71004" y="2607"/>
                  <a:pt x="85718" y="17341"/>
                  <a:pt x="88286" y="44202"/>
                </a:cubicBezTo>
                <a:cubicBezTo>
                  <a:pt x="85718" y="70984"/>
                  <a:pt x="71004" y="85620"/>
                  <a:pt x="44143" y="88108"/>
                </a:cubicBezTo>
                <a:cubicBezTo>
                  <a:pt x="17282" y="85620"/>
                  <a:pt x="2568" y="70984"/>
                  <a:pt x="0" y="44202"/>
                </a:cubicBezTo>
                <a:cubicBezTo>
                  <a:pt x="2568" y="17341"/>
                  <a:pt x="17282" y="2607"/>
                  <a:pt x="44143" y="0"/>
                </a:cubicBezTo>
                <a:close/>
              </a:path>
            </a:pathLst>
          </a:custGeom>
          <a:solidFill xmlns:a="http://schemas.openxmlformats.org/drawingml/2006/main">
            <a:srgbClr val="FE82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●">
            <a:extLst xmlns:a="http://schemas.openxmlformats.org/drawingml/2006/main">
              <a:ext uri="{FF2B5EF4-FFF2-40B4-BE49-F238E27FC236}">
                <a16:creationId xmlns:a16="http://schemas.microsoft.com/office/drawing/2014/main" id="{A81BB46A-B826-47D9-9E0C-4A9875D3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728" y="8343564"/>
            <a:ext cx="88286" cy="88108"/>
          </a:xfrm>
          <a:custGeom xmlns:a="http://schemas.openxmlformats.org/drawingml/2006/main">
            <a:pathLst>
              <a:path w="88286" h="88108">
                <a:moveTo>
                  <a:pt x="44143" y="0"/>
                </a:moveTo>
                <a:cubicBezTo>
                  <a:pt x="71004" y="2607"/>
                  <a:pt x="85718" y="17341"/>
                  <a:pt x="88286" y="44202"/>
                </a:cubicBezTo>
                <a:cubicBezTo>
                  <a:pt x="85718" y="70984"/>
                  <a:pt x="71004" y="85620"/>
                  <a:pt x="44143" y="88108"/>
                </a:cubicBezTo>
                <a:cubicBezTo>
                  <a:pt x="17282" y="85620"/>
                  <a:pt x="2568" y="70984"/>
                  <a:pt x="0" y="44202"/>
                </a:cubicBezTo>
                <a:cubicBezTo>
                  <a:pt x="2568" y="17341"/>
                  <a:pt x="17282" y="2607"/>
                  <a:pt x="44143" y="0"/>
                </a:cubicBezTo>
                <a:close/>
              </a:path>
            </a:pathLst>
          </a:custGeom>
          <a:solidFill xmlns:a="http://schemas.openxmlformats.org/drawingml/2006/main">
            <a:srgbClr val="F8E2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●">
            <a:extLst xmlns:a="http://schemas.openxmlformats.org/drawingml/2006/main">
              <a:ext uri="{FF2B5EF4-FFF2-40B4-BE49-F238E27FC236}">
                <a16:creationId xmlns:a16="http://schemas.microsoft.com/office/drawing/2014/main" id="{9CA74550-D39E-41B0-8952-6E835440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077" y="8343564"/>
            <a:ext cx="88286" cy="88108"/>
          </a:xfrm>
          <a:custGeom xmlns:a="http://schemas.openxmlformats.org/drawingml/2006/main">
            <a:pathLst>
              <a:path w="88286" h="88108">
                <a:moveTo>
                  <a:pt x="44143" y="0"/>
                </a:moveTo>
                <a:cubicBezTo>
                  <a:pt x="71004" y="2607"/>
                  <a:pt x="85718" y="17341"/>
                  <a:pt x="88286" y="44202"/>
                </a:cubicBezTo>
                <a:cubicBezTo>
                  <a:pt x="85718" y="70984"/>
                  <a:pt x="71004" y="85620"/>
                  <a:pt x="44143" y="88108"/>
                </a:cubicBezTo>
                <a:cubicBezTo>
                  <a:pt x="17282" y="85620"/>
                  <a:pt x="2568" y="70984"/>
                  <a:pt x="0" y="44202"/>
                </a:cubicBezTo>
                <a:cubicBezTo>
                  <a:pt x="2568" y="17341"/>
                  <a:pt x="17282" y="2607"/>
                  <a:pt x="44143" y="0"/>
                </a:cubicBezTo>
                <a:close/>
              </a:path>
            </a:pathLst>
          </a:custGeom>
          <a:solidFill xmlns:a="http://schemas.openxmlformats.org/drawingml/2006/main">
            <a:srgbClr val="60EF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5D719A-273C-480E-9071-76AEA474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97" y="8338067"/>
            <a:ext cx="1042442" cy="94296"/>
          </a:xfrm>
          <a:custGeom xmlns:a="http://schemas.openxmlformats.org/drawingml/2006/main">
            <a:pathLst>
              <a:path w="1042442" h="94296">
                <a:moveTo>
                  <a:pt x="0" y="47105"/>
                </a:moveTo>
                <a:cubicBezTo>
                  <a:pt x="0" y="21089"/>
                  <a:pt x="21089" y="0"/>
                  <a:pt x="47191" y="0"/>
                </a:cubicBezTo>
                <a:lnTo>
                  <a:pt x="995337" y="0"/>
                </a:lnTo>
                <a:cubicBezTo>
                  <a:pt x="1021353" y="0"/>
                  <a:pt x="1042442" y="21089"/>
                  <a:pt x="1042442" y="47105"/>
                </a:cubicBezTo>
                <a:cubicBezTo>
                  <a:pt x="1042442" y="73207"/>
                  <a:pt x="1021353" y="94296"/>
                  <a:pt x="995337" y="94296"/>
                </a:cubicBezTo>
                <a:lnTo>
                  <a:pt x="47191" y="94296"/>
                </a:lnTo>
                <a:cubicBezTo>
                  <a:pt x="21089" y="94296"/>
                  <a:pt x="0" y="73207"/>
                  <a:pt x="0" y="47105"/>
                </a:cubicBezTo>
                <a:close/>
              </a:path>
            </a:pathLst>
          </a:custGeom>
          <a:solidFill xmlns:a="http://schemas.openxmlformats.org/drawingml/2006/main">
            <a:srgbClr val="BFBFBF">
              <a:alpha val="3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https://localhost:8000/bug_repro/index.html">
            <a:extLst xmlns:a="http://schemas.openxmlformats.org/drawingml/2006/main">
              <a:ext uri="{FF2B5EF4-FFF2-40B4-BE49-F238E27FC236}">
                <a16:creationId xmlns:a16="http://schemas.microsoft.com/office/drawing/2014/main" id="{47BA3E9F-B366-442B-B969-8652A430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8372322"/>
            <a:ext cx="658196" cy="32412"/>
          </a:xfrm>
          <a:custGeom xmlns:a="http://schemas.openxmlformats.org/drawingml/2006/main">
            <a:pathLst>
              <a:path w="658196" h="32412">
                <a:moveTo>
                  <a:pt x="0" y="0"/>
                </a:moveTo>
                <a:lnTo>
                  <a:pt x="0" y="24951"/>
                </a:lnTo>
                <a:lnTo>
                  <a:pt x="2841" y="24951"/>
                </a:lnTo>
                <a:lnTo>
                  <a:pt x="2841" y="15060"/>
                </a:lnTo>
                <a:cubicBezTo>
                  <a:pt x="2841" y="11397"/>
                  <a:pt x="4758" y="9002"/>
                  <a:pt x="7701" y="9002"/>
                </a:cubicBezTo>
                <a:cubicBezTo>
                  <a:pt x="8660" y="9002"/>
                  <a:pt x="9549" y="9275"/>
                  <a:pt x="10234" y="9789"/>
                </a:cubicBezTo>
                <a:cubicBezTo>
                  <a:pt x="11055" y="10405"/>
                  <a:pt x="11398" y="11260"/>
                  <a:pt x="11398" y="12527"/>
                </a:cubicBezTo>
                <a:lnTo>
                  <a:pt x="11398" y="24951"/>
                </a:lnTo>
                <a:lnTo>
                  <a:pt x="14238" y="24951"/>
                </a:lnTo>
                <a:lnTo>
                  <a:pt x="14238" y="11397"/>
                </a:lnTo>
                <a:cubicBezTo>
                  <a:pt x="14238" y="8385"/>
                  <a:pt x="12082" y="6503"/>
                  <a:pt x="8591" y="6503"/>
                </a:cubicBezTo>
                <a:cubicBezTo>
                  <a:pt x="6058" y="6503"/>
                  <a:pt x="4518" y="7290"/>
                  <a:pt x="2841" y="9481"/>
                </a:cubicBezTo>
                <a:lnTo>
                  <a:pt x="2841" y="0"/>
                </a:lnTo>
                <a:lnTo>
                  <a:pt x="0" y="0"/>
                </a:lnTo>
                <a:close/>
                <a:moveTo>
                  <a:pt x="24951" y="7017"/>
                </a:moveTo>
                <a:lnTo>
                  <a:pt x="22008" y="7017"/>
                </a:lnTo>
                <a:lnTo>
                  <a:pt x="22008" y="2087"/>
                </a:lnTo>
                <a:lnTo>
                  <a:pt x="19167" y="2087"/>
                </a:lnTo>
                <a:lnTo>
                  <a:pt x="19167" y="7017"/>
                </a:lnTo>
                <a:lnTo>
                  <a:pt x="16737" y="7017"/>
                </a:lnTo>
                <a:lnTo>
                  <a:pt x="16737" y="9344"/>
                </a:lnTo>
                <a:lnTo>
                  <a:pt x="19167" y="9344"/>
                </a:lnTo>
                <a:lnTo>
                  <a:pt x="19167" y="22897"/>
                </a:lnTo>
                <a:cubicBezTo>
                  <a:pt x="19167" y="24746"/>
                  <a:pt x="20399" y="25738"/>
                  <a:pt x="22624" y="25738"/>
                </a:cubicBezTo>
                <a:cubicBezTo>
                  <a:pt x="23377" y="25738"/>
                  <a:pt x="23993" y="25670"/>
                  <a:pt x="24951" y="25499"/>
                </a:cubicBezTo>
                <a:lnTo>
                  <a:pt x="24951" y="23103"/>
                </a:lnTo>
                <a:cubicBezTo>
                  <a:pt x="24540" y="23205"/>
                  <a:pt x="24164" y="23240"/>
                  <a:pt x="23582" y="23240"/>
                </a:cubicBezTo>
                <a:cubicBezTo>
                  <a:pt x="22350" y="23240"/>
                  <a:pt x="22008" y="22897"/>
                  <a:pt x="22008" y="21631"/>
                </a:cubicBezTo>
                <a:lnTo>
                  <a:pt x="22008" y="9344"/>
                </a:lnTo>
                <a:lnTo>
                  <a:pt x="24951" y="9344"/>
                </a:lnTo>
                <a:lnTo>
                  <a:pt x="24951" y="7017"/>
                </a:lnTo>
                <a:close/>
                <a:moveTo>
                  <a:pt x="34296" y="7017"/>
                </a:moveTo>
                <a:lnTo>
                  <a:pt x="31352" y="7017"/>
                </a:lnTo>
                <a:lnTo>
                  <a:pt x="31352" y="2087"/>
                </a:lnTo>
                <a:lnTo>
                  <a:pt x="28511" y="2087"/>
                </a:lnTo>
                <a:lnTo>
                  <a:pt x="28511" y="7017"/>
                </a:lnTo>
                <a:lnTo>
                  <a:pt x="26081" y="7017"/>
                </a:lnTo>
                <a:lnTo>
                  <a:pt x="26081" y="9344"/>
                </a:lnTo>
                <a:lnTo>
                  <a:pt x="28511" y="9344"/>
                </a:lnTo>
                <a:lnTo>
                  <a:pt x="28511" y="22897"/>
                </a:lnTo>
                <a:cubicBezTo>
                  <a:pt x="28511" y="24746"/>
                  <a:pt x="29743" y="25738"/>
                  <a:pt x="31968" y="25738"/>
                </a:cubicBezTo>
                <a:cubicBezTo>
                  <a:pt x="32721" y="25738"/>
                  <a:pt x="33337" y="25670"/>
                  <a:pt x="34296" y="25499"/>
                </a:cubicBezTo>
                <a:lnTo>
                  <a:pt x="34296" y="23103"/>
                </a:lnTo>
                <a:cubicBezTo>
                  <a:pt x="33885" y="23205"/>
                  <a:pt x="33508" y="23240"/>
                  <a:pt x="32926" y="23240"/>
                </a:cubicBezTo>
                <a:cubicBezTo>
                  <a:pt x="31694" y="23240"/>
                  <a:pt x="31352" y="22897"/>
                  <a:pt x="31352" y="21631"/>
                </a:cubicBezTo>
                <a:lnTo>
                  <a:pt x="31352" y="9344"/>
                </a:lnTo>
                <a:lnTo>
                  <a:pt x="34296" y="9344"/>
                </a:lnTo>
                <a:lnTo>
                  <a:pt x="34296" y="7017"/>
                </a:lnTo>
                <a:close/>
                <a:moveTo>
                  <a:pt x="36794" y="32412"/>
                </a:moveTo>
                <a:lnTo>
                  <a:pt x="39669" y="32412"/>
                </a:lnTo>
                <a:lnTo>
                  <a:pt x="39669" y="23069"/>
                </a:lnTo>
                <a:cubicBezTo>
                  <a:pt x="41175" y="24917"/>
                  <a:pt x="42852" y="25738"/>
                  <a:pt x="45180" y="25738"/>
                </a:cubicBezTo>
                <a:cubicBezTo>
                  <a:pt x="49834" y="25738"/>
                  <a:pt x="52846" y="22007"/>
                  <a:pt x="52846" y="16292"/>
                </a:cubicBezTo>
                <a:cubicBezTo>
                  <a:pt x="52846" y="10268"/>
                  <a:pt x="49903" y="6503"/>
                  <a:pt x="45145" y="6503"/>
                </a:cubicBezTo>
                <a:cubicBezTo>
                  <a:pt x="42715" y="6503"/>
                  <a:pt x="40764" y="7598"/>
                  <a:pt x="39430" y="9720"/>
                </a:cubicBezTo>
                <a:lnTo>
                  <a:pt x="39430" y="7017"/>
                </a:lnTo>
                <a:lnTo>
                  <a:pt x="36794" y="7017"/>
                </a:lnTo>
                <a:lnTo>
                  <a:pt x="36794" y="32412"/>
                </a:lnTo>
                <a:moveTo>
                  <a:pt x="44666" y="9172"/>
                </a:moveTo>
                <a:cubicBezTo>
                  <a:pt x="47815" y="9172"/>
                  <a:pt x="49868" y="11945"/>
                  <a:pt x="49868" y="16223"/>
                </a:cubicBezTo>
                <a:cubicBezTo>
                  <a:pt x="49868" y="20296"/>
                  <a:pt x="47781" y="23069"/>
                  <a:pt x="44666" y="23069"/>
                </a:cubicBezTo>
                <a:cubicBezTo>
                  <a:pt x="41620" y="23069"/>
                  <a:pt x="39669" y="20330"/>
                  <a:pt x="39669" y="16120"/>
                </a:cubicBezTo>
                <a:cubicBezTo>
                  <a:pt x="39669" y="11911"/>
                  <a:pt x="41620" y="9172"/>
                  <a:pt x="44666" y="9172"/>
                </a:cubicBezTo>
                <a:close/>
                <a:moveTo>
                  <a:pt x="68591" y="12013"/>
                </a:moveTo>
                <a:cubicBezTo>
                  <a:pt x="68557" y="8488"/>
                  <a:pt x="66229" y="6503"/>
                  <a:pt x="62087" y="6503"/>
                </a:cubicBezTo>
                <a:cubicBezTo>
                  <a:pt x="57912" y="6503"/>
                  <a:pt x="55208" y="8659"/>
                  <a:pt x="55208" y="11979"/>
                </a:cubicBezTo>
                <a:cubicBezTo>
                  <a:pt x="55208" y="14786"/>
                  <a:pt x="56645" y="16120"/>
                  <a:pt x="60890" y="17147"/>
                </a:cubicBezTo>
                <a:lnTo>
                  <a:pt x="63560" y="17797"/>
                </a:lnTo>
                <a:cubicBezTo>
                  <a:pt x="65545" y="18277"/>
                  <a:pt x="66332" y="18996"/>
                  <a:pt x="66332" y="20262"/>
                </a:cubicBezTo>
                <a:cubicBezTo>
                  <a:pt x="66332" y="21973"/>
                  <a:pt x="64655" y="23103"/>
                  <a:pt x="62156" y="23103"/>
                </a:cubicBezTo>
                <a:cubicBezTo>
                  <a:pt x="60616" y="23103"/>
                  <a:pt x="59315" y="22658"/>
                  <a:pt x="58597" y="21905"/>
                </a:cubicBezTo>
                <a:cubicBezTo>
                  <a:pt x="58152" y="21392"/>
                  <a:pt x="57946" y="20878"/>
                  <a:pt x="57775" y="19612"/>
                </a:cubicBezTo>
                <a:lnTo>
                  <a:pt x="54763" y="19612"/>
                </a:lnTo>
                <a:cubicBezTo>
                  <a:pt x="54900" y="23753"/>
                  <a:pt x="57227" y="25738"/>
                  <a:pt x="61917" y="25738"/>
                </a:cubicBezTo>
                <a:cubicBezTo>
                  <a:pt x="66435" y="25738"/>
                  <a:pt x="69310" y="23514"/>
                  <a:pt x="69310" y="20057"/>
                </a:cubicBezTo>
                <a:cubicBezTo>
                  <a:pt x="69310" y="17387"/>
                  <a:pt x="67804" y="15915"/>
                  <a:pt x="64244" y="15060"/>
                </a:cubicBezTo>
                <a:lnTo>
                  <a:pt x="61506" y="14409"/>
                </a:lnTo>
                <a:cubicBezTo>
                  <a:pt x="59178" y="13862"/>
                  <a:pt x="58186" y="13109"/>
                  <a:pt x="58186" y="11842"/>
                </a:cubicBezTo>
                <a:cubicBezTo>
                  <a:pt x="58186" y="10165"/>
                  <a:pt x="59657" y="9138"/>
                  <a:pt x="61985" y="9138"/>
                </a:cubicBezTo>
                <a:cubicBezTo>
                  <a:pt x="64278" y="9138"/>
                  <a:pt x="65510" y="10131"/>
                  <a:pt x="65579" y="12013"/>
                </a:cubicBezTo>
                <a:lnTo>
                  <a:pt x="68591" y="12013"/>
                </a:lnTo>
                <a:close/>
                <a:moveTo>
                  <a:pt x="78516" y="21392"/>
                </a:moveTo>
                <a:lnTo>
                  <a:pt x="74956" y="21392"/>
                </a:lnTo>
                <a:lnTo>
                  <a:pt x="74956" y="24951"/>
                </a:lnTo>
                <a:lnTo>
                  <a:pt x="78516" y="24951"/>
                </a:lnTo>
                <a:lnTo>
                  <a:pt x="78516" y="21392"/>
                </a:lnTo>
                <a:moveTo>
                  <a:pt x="78516" y="7017"/>
                </a:moveTo>
                <a:lnTo>
                  <a:pt x="74956" y="7017"/>
                </a:lnTo>
                <a:lnTo>
                  <a:pt x="74956" y="10576"/>
                </a:lnTo>
                <a:lnTo>
                  <a:pt x="78516" y="10576"/>
                </a:lnTo>
                <a:lnTo>
                  <a:pt x="78516" y="7017"/>
                </a:lnTo>
                <a:close/>
                <a:moveTo>
                  <a:pt x="88373" y="0"/>
                </a:moveTo>
                <a:lnTo>
                  <a:pt x="80261" y="25635"/>
                </a:lnTo>
                <a:lnTo>
                  <a:pt x="82144" y="25635"/>
                </a:lnTo>
                <a:lnTo>
                  <a:pt x="90256" y="0"/>
                </a:lnTo>
                <a:lnTo>
                  <a:pt x="88373" y="0"/>
                </a:lnTo>
                <a:close/>
                <a:moveTo>
                  <a:pt x="97718" y="0"/>
                </a:moveTo>
                <a:lnTo>
                  <a:pt x="89606" y="25635"/>
                </a:lnTo>
                <a:lnTo>
                  <a:pt x="91489" y="25635"/>
                </a:lnTo>
                <a:lnTo>
                  <a:pt x="99600" y="0"/>
                </a:lnTo>
                <a:lnTo>
                  <a:pt x="97718" y="0"/>
                </a:lnTo>
                <a:close/>
                <a:moveTo>
                  <a:pt x="104427" y="0"/>
                </a:moveTo>
                <a:lnTo>
                  <a:pt x="101552" y="0"/>
                </a:lnTo>
                <a:lnTo>
                  <a:pt x="101552" y="24951"/>
                </a:lnTo>
                <a:lnTo>
                  <a:pt x="104427" y="24951"/>
                </a:lnTo>
                <a:lnTo>
                  <a:pt x="104427" y="0"/>
                </a:lnTo>
                <a:close/>
                <a:moveTo>
                  <a:pt x="115790" y="6503"/>
                </a:moveTo>
                <a:cubicBezTo>
                  <a:pt x="110724" y="6503"/>
                  <a:pt x="107712" y="10097"/>
                  <a:pt x="107712" y="16120"/>
                </a:cubicBezTo>
                <a:cubicBezTo>
                  <a:pt x="107712" y="22179"/>
                  <a:pt x="110724" y="25738"/>
                  <a:pt x="115824" y="25738"/>
                </a:cubicBezTo>
                <a:cubicBezTo>
                  <a:pt x="120889" y="25738"/>
                  <a:pt x="123936" y="22145"/>
                  <a:pt x="123936" y="16257"/>
                </a:cubicBezTo>
                <a:cubicBezTo>
                  <a:pt x="123936" y="10028"/>
                  <a:pt x="120992" y="6503"/>
                  <a:pt x="115790" y="6503"/>
                </a:cubicBezTo>
                <a:moveTo>
                  <a:pt x="115824" y="9138"/>
                </a:moveTo>
                <a:cubicBezTo>
                  <a:pt x="119041" y="9138"/>
                  <a:pt x="120958" y="11774"/>
                  <a:pt x="120958" y="16223"/>
                </a:cubicBezTo>
                <a:cubicBezTo>
                  <a:pt x="120958" y="20467"/>
                  <a:pt x="118973" y="23103"/>
                  <a:pt x="115824" y="23103"/>
                </a:cubicBezTo>
                <a:cubicBezTo>
                  <a:pt x="112641" y="23103"/>
                  <a:pt x="110690" y="20467"/>
                  <a:pt x="110690" y="16120"/>
                </a:cubicBezTo>
                <a:cubicBezTo>
                  <a:pt x="110690" y="11774"/>
                  <a:pt x="112641" y="9138"/>
                  <a:pt x="115824" y="9138"/>
                </a:cubicBezTo>
                <a:close/>
                <a:moveTo>
                  <a:pt x="140228" y="13040"/>
                </a:moveTo>
                <a:cubicBezTo>
                  <a:pt x="140091" y="11295"/>
                  <a:pt x="139714" y="10165"/>
                  <a:pt x="139030" y="9172"/>
                </a:cubicBezTo>
                <a:cubicBezTo>
                  <a:pt x="137798" y="7495"/>
                  <a:pt x="135641" y="6503"/>
                  <a:pt x="133143" y="6503"/>
                </a:cubicBezTo>
                <a:cubicBezTo>
                  <a:pt x="128283" y="6503"/>
                  <a:pt x="125168" y="10336"/>
                  <a:pt x="125168" y="16292"/>
                </a:cubicBezTo>
                <a:cubicBezTo>
                  <a:pt x="125168" y="22076"/>
                  <a:pt x="128248" y="25738"/>
                  <a:pt x="133109" y="25738"/>
                </a:cubicBezTo>
                <a:cubicBezTo>
                  <a:pt x="137387" y="25738"/>
                  <a:pt x="140091" y="23171"/>
                  <a:pt x="140433" y="18790"/>
                </a:cubicBezTo>
                <a:lnTo>
                  <a:pt x="137558" y="18790"/>
                </a:lnTo>
                <a:cubicBezTo>
                  <a:pt x="137079" y="21665"/>
                  <a:pt x="135607" y="23103"/>
                  <a:pt x="133177" y="23103"/>
                </a:cubicBezTo>
                <a:cubicBezTo>
                  <a:pt x="130028" y="23103"/>
                  <a:pt x="128146" y="20536"/>
                  <a:pt x="128146" y="16292"/>
                </a:cubicBezTo>
                <a:cubicBezTo>
                  <a:pt x="128146" y="11808"/>
                  <a:pt x="129994" y="9138"/>
                  <a:pt x="133109" y="9138"/>
                </a:cubicBezTo>
                <a:cubicBezTo>
                  <a:pt x="135505" y="9138"/>
                  <a:pt x="137011" y="10542"/>
                  <a:pt x="137353" y="13040"/>
                </a:cubicBezTo>
                <a:lnTo>
                  <a:pt x="140228" y="13040"/>
                </a:lnTo>
                <a:close/>
                <a:moveTo>
                  <a:pt x="161037" y="23274"/>
                </a:moveTo>
                <a:cubicBezTo>
                  <a:pt x="160730" y="23342"/>
                  <a:pt x="160592" y="23342"/>
                  <a:pt x="160422" y="23342"/>
                </a:cubicBezTo>
                <a:cubicBezTo>
                  <a:pt x="159429" y="23342"/>
                  <a:pt x="158882" y="22829"/>
                  <a:pt x="158882" y="21939"/>
                </a:cubicBezTo>
                <a:lnTo>
                  <a:pt x="158882" y="11397"/>
                </a:lnTo>
                <a:cubicBezTo>
                  <a:pt x="158882" y="8214"/>
                  <a:pt x="156554" y="6503"/>
                  <a:pt x="152139" y="6503"/>
                </a:cubicBezTo>
                <a:cubicBezTo>
                  <a:pt x="149503" y="6503"/>
                  <a:pt x="147415" y="7256"/>
                  <a:pt x="146183" y="8591"/>
                </a:cubicBezTo>
                <a:cubicBezTo>
                  <a:pt x="145362" y="9515"/>
                  <a:pt x="145019" y="10542"/>
                  <a:pt x="144951" y="12322"/>
                </a:cubicBezTo>
                <a:lnTo>
                  <a:pt x="147826" y="12322"/>
                </a:lnTo>
                <a:cubicBezTo>
                  <a:pt x="148066" y="10131"/>
                  <a:pt x="149367" y="9138"/>
                  <a:pt x="152036" y="9138"/>
                </a:cubicBezTo>
                <a:cubicBezTo>
                  <a:pt x="154637" y="9138"/>
                  <a:pt x="156040" y="10097"/>
                  <a:pt x="156040" y="11808"/>
                </a:cubicBezTo>
                <a:lnTo>
                  <a:pt x="156040" y="12561"/>
                </a:lnTo>
                <a:cubicBezTo>
                  <a:pt x="156006" y="13793"/>
                  <a:pt x="155390" y="14238"/>
                  <a:pt x="153063" y="14546"/>
                </a:cubicBezTo>
                <a:cubicBezTo>
                  <a:pt x="149024" y="15060"/>
                  <a:pt x="148408" y="15197"/>
                  <a:pt x="147312" y="15642"/>
                </a:cubicBezTo>
                <a:cubicBezTo>
                  <a:pt x="145225" y="16532"/>
                  <a:pt x="144164" y="18106"/>
                  <a:pt x="144164" y="20433"/>
                </a:cubicBezTo>
                <a:cubicBezTo>
                  <a:pt x="144164" y="23685"/>
                  <a:pt x="146423" y="25738"/>
                  <a:pt x="150051" y="25738"/>
                </a:cubicBezTo>
                <a:cubicBezTo>
                  <a:pt x="152310" y="25738"/>
                  <a:pt x="154124" y="24951"/>
                  <a:pt x="156143" y="23103"/>
                </a:cubicBezTo>
                <a:cubicBezTo>
                  <a:pt x="156349" y="24951"/>
                  <a:pt x="157238" y="25738"/>
                  <a:pt x="159087" y="25738"/>
                </a:cubicBezTo>
                <a:cubicBezTo>
                  <a:pt x="159702" y="25738"/>
                  <a:pt x="160079" y="25670"/>
                  <a:pt x="161037" y="25430"/>
                </a:cubicBezTo>
                <a:lnTo>
                  <a:pt x="161037" y="23274"/>
                </a:lnTo>
                <a:moveTo>
                  <a:pt x="156040" y="19304"/>
                </a:moveTo>
                <a:cubicBezTo>
                  <a:pt x="156040" y="20262"/>
                  <a:pt x="155767" y="20844"/>
                  <a:pt x="154911" y="21631"/>
                </a:cubicBezTo>
                <a:cubicBezTo>
                  <a:pt x="153747" y="22692"/>
                  <a:pt x="152344" y="23240"/>
                  <a:pt x="150667" y="23240"/>
                </a:cubicBezTo>
                <a:cubicBezTo>
                  <a:pt x="148442" y="23240"/>
                  <a:pt x="147142" y="22179"/>
                  <a:pt x="147142" y="20365"/>
                </a:cubicBezTo>
                <a:cubicBezTo>
                  <a:pt x="147142" y="18482"/>
                  <a:pt x="148374" y="17524"/>
                  <a:pt x="151454" y="17079"/>
                </a:cubicBezTo>
                <a:cubicBezTo>
                  <a:pt x="154500" y="16668"/>
                  <a:pt x="155082" y="16532"/>
                  <a:pt x="156040" y="16087"/>
                </a:cubicBezTo>
                <a:lnTo>
                  <a:pt x="156040" y="19304"/>
                </a:lnTo>
                <a:close/>
                <a:moveTo>
                  <a:pt x="166582" y="0"/>
                </a:moveTo>
                <a:lnTo>
                  <a:pt x="163707" y="0"/>
                </a:lnTo>
                <a:lnTo>
                  <a:pt x="163707" y="24951"/>
                </a:lnTo>
                <a:lnTo>
                  <a:pt x="166582" y="24951"/>
                </a:lnTo>
                <a:lnTo>
                  <a:pt x="166582" y="0"/>
                </a:lnTo>
                <a:close/>
                <a:moveTo>
                  <a:pt x="172025" y="0"/>
                </a:moveTo>
                <a:lnTo>
                  <a:pt x="172025" y="24951"/>
                </a:lnTo>
                <a:lnTo>
                  <a:pt x="174866" y="24951"/>
                </a:lnTo>
                <a:lnTo>
                  <a:pt x="174866" y="15060"/>
                </a:lnTo>
                <a:cubicBezTo>
                  <a:pt x="174866" y="11397"/>
                  <a:pt x="176782" y="9002"/>
                  <a:pt x="179726" y="9002"/>
                </a:cubicBezTo>
                <a:cubicBezTo>
                  <a:pt x="180684" y="9002"/>
                  <a:pt x="181574" y="9275"/>
                  <a:pt x="182258" y="9789"/>
                </a:cubicBezTo>
                <a:cubicBezTo>
                  <a:pt x="183080" y="10405"/>
                  <a:pt x="183422" y="11260"/>
                  <a:pt x="183422" y="12527"/>
                </a:cubicBezTo>
                <a:lnTo>
                  <a:pt x="183422" y="24951"/>
                </a:lnTo>
                <a:lnTo>
                  <a:pt x="186263" y="24951"/>
                </a:lnTo>
                <a:lnTo>
                  <a:pt x="186263" y="11397"/>
                </a:lnTo>
                <a:cubicBezTo>
                  <a:pt x="186263" y="8385"/>
                  <a:pt x="184107" y="6503"/>
                  <a:pt x="180616" y="6503"/>
                </a:cubicBezTo>
                <a:cubicBezTo>
                  <a:pt x="178083" y="6503"/>
                  <a:pt x="176543" y="7290"/>
                  <a:pt x="174866" y="9481"/>
                </a:cubicBezTo>
                <a:lnTo>
                  <a:pt x="174866" y="0"/>
                </a:lnTo>
                <a:lnTo>
                  <a:pt x="172025" y="0"/>
                </a:lnTo>
                <a:close/>
                <a:moveTo>
                  <a:pt x="198619" y="6503"/>
                </a:moveTo>
                <a:cubicBezTo>
                  <a:pt x="193554" y="6503"/>
                  <a:pt x="190542" y="10097"/>
                  <a:pt x="190542" y="16120"/>
                </a:cubicBezTo>
                <a:cubicBezTo>
                  <a:pt x="190542" y="22179"/>
                  <a:pt x="193554" y="25738"/>
                  <a:pt x="198653" y="25738"/>
                </a:cubicBezTo>
                <a:cubicBezTo>
                  <a:pt x="203719" y="25738"/>
                  <a:pt x="206765" y="22145"/>
                  <a:pt x="206765" y="16257"/>
                </a:cubicBezTo>
                <a:cubicBezTo>
                  <a:pt x="206765" y="10028"/>
                  <a:pt x="203822" y="6503"/>
                  <a:pt x="198619" y="6503"/>
                </a:cubicBezTo>
                <a:moveTo>
                  <a:pt x="198653" y="9138"/>
                </a:moveTo>
                <a:cubicBezTo>
                  <a:pt x="201871" y="9138"/>
                  <a:pt x="203787" y="11774"/>
                  <a:pt x="203787" y="16223"/>
                </a:cubicBezTo>
                <a:cubicBezTo>
                  <a:pt x="203787" y="20467"/>
                  <a:pt x="201802" y="23103"/>
                  <a:pt x="198653" y="23103"/>
                </a:cubicBezTo>
                <a:cubicBezTo>
                  <a:pt x="195470" y="23103"/>
                  <a:pt x="193519" y="20467"/>
                  <a:pt x="193519" y="16120"/>
                </a:cubicBezTo>
                <a:cubicBezTo>
                  <a:pt x="193519" y="11774"/>
                  <a:pt x="195470" y="9138"/>
                  <a:pt x="198653" y="9138"/>
                </a:cubicBezTo>
                <a:close/>
                <a:moveTo>
                  <a:pt x="221927" y="12013"/>
                </a:moveTo>
                <a:cubicBezTo>
                  <a:pt x="221893" y="8488"/>
                  <a:pt x="219566" y="6503"/>
                  <a:pt x="215424" y="6503"/>
                </a:cubicBezTo>
                <a:cubicBezTo>
                  <a:pt x="211249" y="6503"/>
                  <a:pt x="208545" y="8659"/>
                  <a:pt x="208545" y="11979"/>
                </a:cubicBezTo>
                <a:cubicBezTo>
                  <a:pt x="208545" y="14786"/>
                  <a:pt x="209982" y="16120"/>
                  <a:pt x="214227" y="17147"/>
                </a:cubicBezTo>
                <a:lnTo>
                  <a:pt x="216897" y="17797"/>
                </a:lnTo>
                <a:cubicBezTo>
                  <a:pt x="218882" y="18277"/>
                  <a:pt x="219669" y="18996"/>
                  <a:pt x="219669" y="20262"/>
                </a:cubicBezTo>
                <a:cubicBezTo>
                  <a:pt x="219669" y="21973"/>
                  <a:pt x="217992" y="23103"/>
                  <a:pt x="215493" y="23103"/>
                </a:cubicBezTo>
                <a:cubicBezTo>
                  <a:pt x="213953" y="23103"/>
                  <a:pt x="212652" y="22658"/>
                  <a:pt x="211934" y="21905"/>
                </a:cubicBezTo>
                <a:cubicBezTo>
                  <a:pt x="211489" y="21392"/>
                  <a:pt x="211283" y="20878"/>
                  <a:pt x="211112" y="19612"/>
                </a:cubicBezTo>
                <a:lnTo>
                  <a:pt x="208100" y="19612"/>
                </a:lnTo>
                <a:cubicBezTo>
                  <a:pt x="208237" y="23753"/>
                  <a:pt x="210564" y="25738"/>
                  <a:pt x="215254" y="25738"/>
                </a:cubicBezTo>
                <a:cubicBezTo>
                  <a:pt x="219772" y="25738"/>
                  <a:pt x="222647" y="23514"/>
                  <a:pt x="222647" y="20057"/>
                </a:cubicBezTo>
                <a:cubicBezTo>
                  <a:pt x="222647" y="17387"/>
                  <a:pt x="221140" y="15915"/>
                  <a:pt x="217581" y="15060"/>
                </a:cubicBezTo>
                <a:lnTo>
                  <a:pt x="214842" y="14409"/>
                </a:lnTo>
                <a:cubicBezTo>
                  <a:pt x="212515" y="13862"/>
                  <a:pt x="211523" y="13109"/>
                  <a:pt x="211523" y="11842"/>
                </a:cubicBezTo>
                <a:cubicBezTo>
                  <a:pt x="211523" y="10165"/>
                  <a:pt x="212994" y="9138"/>
                  <a:pt x="215322" y="9138"/>
                </a:cubicBezTo>
                <a:cubicBezTo>
                  <a:pt x="217615" y="9138"/>
                  <a:pt x="218847" y="10131"/>
                  <a:pt x="218916" y="12013"/>
                </a:cubicBezTo>
                <a:lnTo>
                  <a:pt x="221927" y="12013"/>
                </a:lnTo>
                <a:close/>
                <a:moveTo>
                  <a:pt x="233222" y="7017"/>
                </a:moveTo>
                <a:lnTo>
                  <a:pt x="230279" y="7017"/>
                </a:lnTo>
                <a:lnTo>
                  <a:pt x="230279" y="2087"/>
                </a:lnTo>
                <a:lnTo>
                  <a:pt x="227438" y="2087"/>
                </a:lnTo>
                <a:lnTo>
                  <a:pt x="227438" y="7017"/>
                </a:lnTo>
                <a:lnTo>
                  <a:pt x="225008" y="7017"/>
                </a:lnTo>
                <a:lnTo>
                  <a:pt x="225008" y="9344"/>
                </a:lnTo>
                <a:lnTo>
                  <a:pt x="227438" y="9344"/>
                </a:lnTo>
                <a:lnTo>
                  <a:pt x="227438" y="22897"/>
                </a:lnTo>
                <a:cubicBezTo>
                  <a:pt x="227438" y="24746"/>
                  <a:pt x="228670" y="25738"/>
                  <a:pt x="230895" y="25738"/>
                </a:cubicBezTo>
                <a:cubicBezTo>
                  <a:pt x="231648" y="25738"/>
                  <a:pt x="232264" y="25670"/>
                  <a:pt x="233222" y="25499"/>
                </a:cubicBezTo>
                <a:lnTo>
                  <a:pt x="233222" y="23103"/>
                </a:lnTo>
                <a:cubicBezTo>
                  <a:pt x="232811" y="23205"/>
                  <a:pt x="232435" y="23240"/>
                  <a:pt x="231853" y="23240"/>
                </a:cubicBezTo>
                <a:cubicBezTo>
                  <a:pt x="230621" y="23240"/>
                  <a:pt x="230279" y="22897"/>
                  <a:pt x="230279" y="21631"/>
                </a:cubicBezTo>
                <a:lnTo>
                  <a:pt x="230279" y="9344"/>
                </a:lnTo>
                <a:lnTo>
                  <a:pt x="233222" y="9344"/>
                </a:lnTo>
                <a:lnTo>
                  <a:pt x="233222" y="7017"/>
                </a:lnTo>
                <a:close/>
                <a:moveTo>
                  <a:pt x="242190" y="21392"/>
                </a:moveTo>
                <a:lnTo>
                  <a:pt x="238630" y="21392"/>
                </a:lnTo>
                <a:lnTo>
                  <a:pt x="238630" y="24951"/>
                </a:lnTo>
                <a:lnTo>
                  <a:pt x="242190" y="24951"/>
                </a:lnTo>
                <a:lnTo>
                  <a:pt x="242190" y="21392"/>
                </a:lnTo>
                <a:moveTo>
                  <a:pt x="242190" y="7017"/>
                </a:moveTo>
                <a:lnTo>
                  <a:pt x="238630" y="7017"/>
                </a:lnTo>
                <a:lnTo>
                  <a:pt x="238630" y="10576"/>
                </a:lnTo>
                <a:lnTo>
                  <a:pt x="242190" y="10576"/>
                </a:lnTo>
                <a:lnTo>
                  <a:pt x="242190" y="7017"/>
                </a:lnTo>
                <a:close/>
                <a:moveTo>
                  <a:pt x="257592" y="11911"/>
                </a:moveTo>
                <a:cubicBezTo>
                  <a:pt x="260125" y="10370"/>
                  <a:pt x="260912" y="9138"/>
                  <a:pt x="260912" y="6811"/>
                </a:cubicBezTo>
                <a:cubicBezTo>
                  <a:pt x="260912" y="2909"/>
                  <a:pt x="257934" y="205"/>
                  <a:pt x="253622" y="205"/>
                </a:cubicBezTo>
                <a:cubicBezTo>
                  <a:pt x="249343" y="205"/>
                  <a:pt x="246331" y="2909"/>
                  <a:pt x="246331" y="6777"/>
                </a:cubicBezTo>
                <a:cubicBezTo>
                  <a:pt x="246331" y="9138"/>
                  <a:pt x="247118" y="10336"/>
                  <a:pt x="249617" y="11911"/>
                </a:cubicBezTo>
                <a:cubicBezTo>
                  <a:pt x="246845" y="13314"/>
                  <a:pt x="245475" y="15333"/>
                  <a:pt x="245475" y="18072"/>
                </a:cubicBezTo>
                <a:cubicBezTo>
                  <a:pt x="245475" y="22590"/>
                  <a:pt x="248795" y="25738"/>
                  <a:pt x="253622" y="25738"/>
                </a:cubicBezTo>
                <a:cubicBezTo>
                  <a:pt x="258413" y="25738"/>
                  <a:pt x="261768" y="22590"/>
                  <a:pt x="261768" y="18072"/>
                </a:cubicBezTo>
                <a:cubicBezTo>
                  <a:pt x="261768" y="15333"/>
                  <a:pt x="260398" y="13314"/>
                  <a:pt x="257592" y="11911"/>
                </a:cubicBezTo>
                <a:moveTo>
                  <a:pt x="253622" y="2875"/>
                </a:moveTo>
                <a:cubicBezTo>
                  <a:pt x="256189" y="2875"/>
                  <a:pt x="257832" y="4415"/>
                  <a:pt x="257832" y="6879"/>
                </a:cubicBezTo>
                <a:cubicBezTo>
                  <a:pt x="257832" y="9207"/>
                  <a:pt x="256155" y="10747"/>
                  <a:pt x="253622" y="10747"/>
                </a:cubicBezTo>
                <a:cubicBezTo>
                  <a:pt x="251055" y="10747"/>
                  <a:pt x="249412" y="9207"/>
                  <a:pt x="249412" y="6811"/>
                </a:cubicBezTo>
                <a:cubicBezTo>
                  <a:pt x="249412" y="4415"/>
                  <a:pt x="251055" y="2875"/>
                  <a:pt x="253622" y="2875"/>
                </a:cubicBezTo>
                <a:moveTo>
                  <a:pt x="253622" y="13280"/>
                </a:moveTo>
                <a:cubicBezTo>
                  <a:pt x="256633" y="13280"/>
                  <a:pt x="258687" y="15265"/>
                  <a:pt x="258687" y="18140"/>
                </a:cubicBezTo>
                <a:cubicBezTo>
                  <a:pt x="258687" y="21117"/>
                  <a:pt x="256668" y="23069"/>
                  <a:pt x="253553" y="23069"/>
                </a:cubicBezTo>
                <a:cubicBezTo>
                  <a:pt x="250610" y="23069"/>
                  <a:pt x="248556" y="21049"/>
                  <a:pt x="248556" y="18174"/>
                </a:cubicBezTo>
                <a:cubicBezTo>
                  <a:pt x="248556" y="15231"/>
                  <a:pt x="250575" y="13280"/>
                  <a:pt x="253622" y="13280"/>
                </a:cubicBezTo>
                <a:close/>
                <a:moveTo>
                  <a:pt x="273302" y="205"/>
                </a:moveTo>
                <a:cubicBezTo>
                  <a:pt x="271043" y="205"/>
                  <a:pt x="268989" y="1232"/>
                  <a:pt x="267723" y="2909"/>
                </a:cubicBezTo>
                <a:cubicBezTo>
                  <a:pt x="266149" y="5100"/>
                  <a:pt x="265362" y="8385"/>
                  <a:pt x="265362" y="12972"/>
                </a:cubicBezTo>
                <a:cubicBezTo>
                  <a:pt x="265362" y="21323"/>
                  <a:pt x="268099" y="25738"/>
                  <a:pt x="273302" y="25738"/>
                </a:cubicBezTo>
                <a:cubicBezTo>
                  <a:pt x="278436" y="25738"/>
                  <a:pt x="281242" y="21323"/>
                  <a:pt x="281242" y="13177"/>
                </a:cubicBezTo>
                <a:cubicBezTo>
                  <a:pt x="281242" y="8385"/>
                  <a:pt x="280490" y="5168"/>
                  <a:pt x="278881" y="2909"/>
                </a:cubicBezTo>
                <a:cubicBezTo>
                  <a:pt x="277614" y="1198"/>
                  <a:pt x="275595" y="205"/>
                  <a:pt x="273302" y="205"/>
                </a:cubicBezTo>
                <a:moveTo>
                  <a:pt x="273302" y="2875"/>
                </a:moveTo>
                <a:cubicBezTo>
                  <a:pt x="276554" y="2875"/>
                  <a:pt x="278162" y="6195"/>
                  <a:pt x="278162" y="12903"/>
                </a:cubicBezTo>
                <a:cubicBezTo>
                  <a:pt x="278162" y="19954"/>
                  <a:pt x="276588" y="23240"/>
                  <a:pt x="273234" y="23240"/>
                </a:cubicBezTo>
                <a:cubicBezTo>
                  <a:pt x="270051" y="23240"/>
                  <a:pt x="268442" y="19817"/>
                  <a:pt x="268442" y="13006"/>
                </a:cubicBezTo>
                <a:cubicBezTo>
                  <a:pt x="268442" y="6195"/>
                  <a:pt x="270051" y="2875"/>
                  <a:pt x="273302" y="2875"/>
                </a:cubicBezTo>
                <a:close/>
                <a:moveTo>
                  <a:pt x="292983" y="205"/>
                </a:moveTo>
                <a:cubicBezTo>
                  <a:pt x="290724" y="205"/>
                  <a:pt x="288670" y="1232"/>
                  <a:pt x="287404" y="2909"/>
                </a:cubicBezTo>
                <a:cubicBezTo>
                  <a:pt x="285829" y="5100"/>
                  <a:pt x="285042" y="8385"/>
                  <a:pt x="285042" y="12972"/>
                </a:cubicBezTo>
                <a:cubicBezTo>
                  <a:pt x="285042" y="21323"/>
                  <a:pt x="287780" y="25738"/>
                  <a:pt x="292983" y="25738"/>
                </a:cubicBezTo>
                <a:cubicBezTo>
                  <a:pt x="298117" y="25738"/>
                  <a:pt x="300923" y="21323"/>
                  <a:pt x="300923" y="13177"/>
                </a:cubicBezTo>
                <a:cubicBezTo>
                  <a:pt x="300923" y="8385"/>
                  <a:pt x="300171" y="5168"/>
                  <a:pt x="298562" y="2909"/>
                </a:cubicBezTo>
                <a:cubicBezTo>
                  <a:pt x="297295" y="1198"/>
                  <a:pt x="295276" y="205"/>
                  <a:pt x="292983" y="205"/>
                </a:cubicBezTo>
                <a:moveTo>
                  <a:pt x="292983" y="2875"/>
                </a:moveTo>
                <a:cubicBezTo>
                  <a:pt x="296234" y="2875"/>
                  <a:pt x="297843" y="6195"/>
                  <a:pt x="297843" y="12903"/>
                </a:cubicBezTo>
                <a:cubicBezTo>
                  <a:pt x="297843" y="19954"/>
                  <a:pt x="296268" y="23240"/>
                  <a:pt x="292914" y="23240"/>
                </a:cubicBezTo>
                <a:cubicBezTo>
                  <a:pt x="289731" y="23240"/>
                  <a:pt x="288123" y="19817"/>
                  <a:pt x="288123" y="13006"/>
                </a:cubicBezTo>
                <a:cubicBezTo>
                  <a:pt x="288123" y="6195"/>
                  <a:pt x="289731" y="2875"/>
                  <a:pt x="292983" y="2875"/>
                </a:cubicBezTo>
                <a:close/>
                <a:moveTo>
                  <a:pt x="312663" y="205"/>
                </a:moveTo>
                <a:cubicBezTo>
                  <a:pt x="310405" y="205"/>
                  <a:pt x="308350" y="1232"/>
                  <a:pt x="307085" y="2909"/>
                </a:cubicBezTo>
                <a:cubicBezTo>
                  <a:pt x="305510" y="5100"/>
                  <a:pt x="304723" y="8385"/>
                  <a:pt x="304723" y="12972"/>
                </a:cubicBezTo>
                <a:cubicBezTo>
                  <a:pt x="304723" y="21323"/>
                  <a:pt x="307461" y="25738"/>
                  <a:pt x="312663" y="25738"/>
                </a:cubicBezTo>
                <a:cubicBezTo>
                  <a:pt x="317797" y="25738"/>
                  <a:pt x="320604" y="21323"/>
                  <a:pt x="320604" y="13177"/>
                </a:cubicBezTo>
                <a:cubicBezTo>
                  <a:pt x="320604" y="8385"/>
                  <a:pt x="319851" y="5168"/>
                  <a:pt x="318242" y="2909"/>
                </a:cubicBezTo>
                <a:cubicBezTo>
                  <a:pt x="316976" y="1198"/>
                  <a:pt x="314957" y="205"/>
                  <a:pt x="312663" y="205"/>
                </a:cubicBezTo>
                <a:moveTo>
                  <a:pt x="312663" y="2875"/>
                </a:moveTo>
                <a:cubicBezTo>
                  <a:pt x="315915" y="2875"/>
                  <a:pt x="317523" y="6195"/>
                  <a:pt x="317523" y="12903"/>
                </a:cubicBezTo>
                <a:cubicBezTo>
                  <a:pt x="317523" y="19954"/>
                  <a:pt x="315949" y="23240"/>
                  <a:pt x="312595" y="23240"/>
                </a:cubicBezTo>
                <a:cubicBezTo>
                  <a:pt x="309412" y="23240"/>
                  <a:pt x="307803" y="19817"/>
                  <a:pt x="307803" y="13006"/>
                </a:cubicBezTo>
                <a:cubicBezTo>
                  <a:pt x="307803" y="6195"/>
                  <a:pt x="309412" y="2875"/>
                  <a:pt x="312663" y="2875"/>
                </a:cubicBezTo>
                <a:close/>
                <a:moveTo>
                  <a:pt x="329743" y="0"/>
                </a:moveTo>
                <a:lnTo>
                  <a:pt x="321631" y="25635"/>
                </a:lnTo>
                <a:lnTo>
                  <a:pt x="323514" y="25635"/>
                </a:lnTo>
                <a:lnTo>
                  <a:pt x="331625" y="0"/>
                </a:lnTo>
                <a:lnTo>
                  <a:pt x="329743" y="0"/>
                </a:lnTo>
                <a:close/>
                <a:moveTo>
                  <a:pt x="334089" y="0"/>
                </a:moveTo>
                <a:lnTo>
                  <a:pt x="334089" y="24951"/>
                </a:lnTo>
                <a:lnTo>
                  <a:pt x="336657" y="24951"/>
                </a:lnTo>
                <a:lnTo>
                  <a:pt x="336657" y="22658"/>
                </a:lnTo>
                <a:cubicBezTo>
                  <a:pt x="338025" y="24746"/>
                  <a:pt x="339840" y="25738"/>
                  <a:pt x="342338" y="25738"/>
                </a:cubicBezTo>
                <a:cubicBezTo>
                  <a:pt x="347061" y="25738"/>
                  <a:pt x="350142" y="21871"/>
                  <a:pt x="350142" y="15915"/>
                </a:cubicBezTo>
                <a:cubicBezTo>
                  <a:pt x="350142" y="10097"/>
                  <a:pt x="347232" y="6503"/>
                  <a:pt x="342475" y="6503"/>
                </a:cubicBezTo>
                <a:cubicBezTo>
                  <a:pt x="340010" y="6503"/>
                  <a:pt x="338265" y="7427"/>
                  <a:pt x="336930" y="9447"/>
                </a:cubicBezTo>
                <a:lnTo>
                  <a:pt x="336930" y="0"/>
                </a:lnTo>
                <a:lnTo>
                  <a:pt x="334089" y="0"/>
                </a:lnTo>
                <a:moveTo>
                  <a:pt x="341927" y="9172"/>
                </a:moveTo>
                <a:cubicBezTo>
                  <a:pt x="345110" y="9172"/>
                  <a:pt x="347164" y="11945"/>
                  <a:pt x="347164" y="16223"/>
                </a:cubicBezTo>
                <a:cubicBezTo>
                  <a:pt x="347164" y="20296"/>
                  <a:pt x="345042" y="23069"/>
                  <a:pt x="341927" y="23069"/>
                </a:cubicBezTo>
                <a:cubicBezTo>
                  <a:pt x="338881" y="23069"/>
                  <a:pt x="336930" y="20330"/>
                  <a:pt x="336930" y="16120"/>
                </a:cubicBezTo>
                <a:cubicBezTo>
                  <a:pt x="336930" y="11911"/>
                  <a:pt x="338881" y="9172"/>
                  <a:pt x="341927" y="9172"/>
                </a:cubicBezTo>
                <a:close/>
                <a:moveTo>
                  <a:pt x="368419" y="24951"/>
                </a:moveTo>
                <a:lnTo>
                  <a:pt x="368419" y="7017"/>
                </a:lnTo>
                <a:lnTo>
                  <a:pt x="365578" y="7017"/>
                </a:lnTo>
                <a:lnTo>
                  <a:pt x="365578" y="17182"/>
                </a:lnTo>
                <a:cubicBezTo>
                  <a:pt x="365578" y="20844"/>
                  <a:pt x="363661" y="23240"/>
                  <a:pt x="360684" y="23240"/>
                </a:cubicBezTo>
                <a:cubicBezTo>
                  <a:pt x="358425" y="23240"/>
                  <a:pt x="356987" y="21871"/>
                  <a:pt x="356987" y="19714"/>
                </a:cubicBezTo>
                <a:lnTo>
                  <a:pt x="356987" y="7017"/>
                </a:lnTo>
                <a:lnTo>
                  <a:pt x="354146" y="7017"/>
                </a:lnTo>
                <a:lnTo>
                  <a:pt x="354146" y="20844"/>
                </a:lnTo>
                <a:cubicBezTo>
                  <a:pt x="354146" y="23822"/>
                  <a:pt x="356371" y="25738"/>
                  <a:pt x="359863" y="25738"/>
                </a:cubicBezTo>
                <a:cubicBezTo>
                  <a:pt x="362498" y="25738"/>
                  <a:pt x="364175" y="24814"/>
                  <a:pt x="365852" y="22452"/>
                </a:cubicBezTo>
                <a:lnTo>
                  <a:pt x="365852" y="24951"/>
                </a:lnTo>
                <a:lnTo>
                  <a:pt x="368419" y="24951"/>
                </a:lnTo>
                <a:close/>
                <a:moveTo>
                  <a:pt x="384403" y="7017"/>
                </a:moveTo>
                <a:lnTo>
                  <a:pt x="384403" y="9617"/>
                </a:lnTo>
                <a:cubicBezTo>
                  <a:pt x="382965" y="7461"/>
                  <a:pt x="381391" y="6503"/>
                  <a:pt x="379132" y="6503"/>
                </a:cubicBezTo>
                <a:cubicBezTo>
                  <a:pt x="374785" y="6503"/>
                  <a:pt x="371773" y="10542"/>
                  <a:pt x="371773" y="16292"/>
                </a:cubicBezTo>
                <a:cubicBezTo>
                  <a:pt x="371773" y="19304"/>
                  <a:pt x="372492" y="21494"/>
                  <a:pt x="374032" y="23308"/>
                </a:cubicBezTo>
                <a:cubicBezTo>
                  <a:pt x="375367" y="24882"/>
                  <a:pt x="377078" y="25738"/>
                  <a:pt x="378926" y="25738"/>
                </a:cubicBezTo>
                <a:cubicBezTo>
                  <a:pt x="381083" y="25738"/>
                  <a:pt x="382623" y="24780"/>
                  <a:pt x="384129" y="22521"/>
                </a:cubicBezTo>
                <a:lnTo>
                  <a:pt x="384129" y="23445"/>
                </a:lnTo>
                <a:cubicBezTo>
                  <a:pt x="384129" y="28237"/>
                  <a:pt x="382794" y="30017"/>
                  <a:pt x="379234" y="30017"/>
                </a:cubicBezTo>
                <a:cubicBezTo>
                  <a:pt x="376804" y="30017"/>
                  <a:pt x="375538" y="29058"/>
                  <a:pt x="375264" y="27005"/>
                </a:cubicBezTo>
                <a:lnTo>
                  <a:pt x="372355" y="27005"/>
                </a:lnTo>
                <a:cubicBezTo>
                  <a:pt x="372629" y="30325"/>
                  <a:pt x="375264" y="32412"/>
                  <a:pt x="379166" y="32412"/>
                </a:cubicBezTo>
                <a:cubicBezTo>
                  <a:pt x="381801" y="32412"/>
                  <a:pt x="383992" y="31557"/>
                  <a:pt x="385156" y="30119"/>
                </a:cubicBezTo>
                <a:cubicBezTo>
                  <a:pt x="386525" y="28442"/>
                  <a:pt x="387038" y="26217"/>
                  <a:pt x="387038" y="22007"/>
                </a:cubicBezTo>
                <a:lnTo>
                  <a:pt x="387038" y="7017"/>
                </a:lnTo>
                <a:lnTo>
                  <a:pt x="384403" y="7017"/>
                </a:lnTo>
                <a:moveTo>
                  <a:pt x="379406" y="9138"/>
                </a:moveTo>
                <a:cubicBezTo>
                  <a:pt x="382417" y="9138"/>
                  <a:pt x="384129" y="11671"/>
                  <a:pt x="384129" y="16223"/>
                </a:cubicBezTo>
                <a:cubicBezTo>
                  <a:pt x="384129" y="20570"/>
                  <a:pt x="382383" y="23103"/>
                  <a:pt x="379406" y="23103"/>
                </a:cubicBezTo>
                <a:cubicBezTo>
                  <a:pt x="376462" y="23103"/>
                  <a:pt x="374751" y="20536"/>
                  <a:pt x="374751" y="16120"/>
                </a:cubicBezTo>
                <a:cubicBezTo>
                  <a:pt x="374751" y="11740"/>
                  <a:pt x="376462" y="9138"/>
                  <a:pt x="379406" y="9138"/>
                </a:cubicBezTo>
                <a:close/>
                <a:moveTo>
                  <a:pt x="410039" y="29264"/>
                </a:moveTo>
                <a:lnTo>
                  <a:pt x="389503" y="29264"/>
                </a:lnTo>
                <a:lnTo>
                  <a:pt x="389503" y="30975"/>
                </a:lnTo>
                <a:lnTo>
                  <a:pt x="410039" y="30975"/>
                </a:lnTo>
                <a:lnTo>
                  <a:pt x="410039" y="29264"/>
                </a:lnTo>
                <a:close/>
                <a:moveTo>
                  <a:pt x="412298" y="7017"/>
                </a:moveTo>
                <a:lnTo>
                  <a:pt x="412298" y="24951"/>
                </a:lnTo>
                <a:lnTo>
                  <a:pt x="415173" y="24951"/>
                </a:lnTo>
                <a:lnTo>
                  <a:pt x="415173" y="15642"/>
                </a:lnTo>
                <a:cubicBezTo>
                  <a:pt x="415207" y="11329"/>
                  <a:pt x="416987" y="9412"/>
                  <a:pt x="420924" y="9515"/>
                </a:cubicBezTo>
                <a:lnTo>
                  <a:pt x="420924" y="6605"/>
                </a:lnTo>
                <a:cubicBezTo>
                  <a:pt x="420444" y="6537"/>
                  <a:pt x="420170" y="6503"/>
                  <a:pt x="419828" y="6503"/>
                </a:cubicBezTo>
                <a:cubicBezTo>
                  <a:pt x="417980" y="6503"/>
                  <a:pt x="416577" y="7598"/>
                  <a:pt x="414934" y="10268"/>
                </a:cubicBezTo>
                <a:lnTo>
                  <a:pt x="414934" y="7017"/>
                </a:lnTo>
                <a:lnTo>
                  <a:pt x="412298" y="7017"/>
                </a:lnTo>
                <a:close/>
                <a:moveTo>
                  <a:pt x="439919" y="16942"/>
                </a:moveTo>
                <a:cubicBezTo>
                  <a:pt x="439919" y="14204"/>
                  <a:pt x="439713" y="12561"/>
                  <a:pt x="439200" y="11226"/>
                </a:cubicBezTo>
                <a:cubicBezTo>
                  <a:pt x="438036" y="8282"/>
                  <a:pt x="435298" y="6503"/>
                  <a:pt x="431944" y="6503"/>
                </a:cubicBezTo>
                <a:cubicBezTo>
                  <a:pt x="426947" y="6503"/>
                  <a:pt x="423729" y="10302"/>
                  <a:pt x="423729" y="16223"/>
                </a:cubicBezTo>
                <a:cubicBezTo>
                  <a:pt x="423729" y="22145"/>
                  <a:pt x="426810" y="25738"/>
                  <a:pt x="431876" y="25738"/>
                </a:cubicBezTo>
                <a:cubicBezTo>
                  <a:pt x="435983" y="25738"/>
                  <a:pt x="438823" y="23411"/>
                  <a:pt x="439542" y="19509"/>
                </a:cubicBezTo>
                <a:lnTo>
                  <a:pt x="436667" y="19509"/>
                </a:lnTo>
                <a:cubicBezTo>
                  <a:pt x="435880" y="21871"/>
                  <a:pt x="434271" y="23103"/>
                  <a:pt x="431978" y="23103"/>
                </a:cubicBezTo>
                <a:cubicBezTo>
                  <a:pt x="430164" y="23103"/>
                  <a:pt x="428624" y="22282"/>
                  <a:pt x="427666" y="20775"/>
                </a:cubicBezTo>
                <a:cubicBezTo>
                  <a:pt x="426981" y="19749"/>
                  <a:pt x="426741" y="18722"/>
                  <a:pt x="426707" y="16942"/>
                </a:cubicBezTo>
                <a:lnTo>
                  <a:pt x="439919" y="16942"/>
                </a:lnTo>
                <a:moveTo>
                  <a:pt x="426776" y="14615"/>
                </a:moveTo>
                <a:cubicBezTo>
                  <a:pt x="427015" y="11295"/>
                  <a:pt x="429035" y="9138"/>
                  <a:pt x="431910" y="9138"/>
                </a:cubicBezTo>
                <a:cubicBezTo>
                  <a:pt x="434819" y="9138"/>
                  <a:pt x="436838" y="11397"/>
                  <a:pt x="436838" y="14615"/>
                </a:cubicBezTo>
                <a:lnTo>
                  <a:pt x="426776" y="14615"/>
                </a:lnTo>
                <a:close/>
                <a:moveTo>
                  <a:pt x="442862" y="32412"/>
                </a:moveTo>
                <a:lnTo>
                  <a:pt x="445737" y="32412"/>
                </a:lnTo>
                <a:lnTo>
                  <a:pt x="445737" y="23069"/>
                </a:lnTo>
                <a:cubicBezTo>
                  <a:pt x="447243" y="24917"/>
                  <a:pt x="448920" y="25738"/>
                  <a:pt x="451248" y="25738"/>
                </a:cubicBezTo>
                <a:cubicBezTo>
                  <a:pt x="455903" y="25738"/>
                  <a:pt x="458915" y="22007"/>
                  <a:pt x="458915" y="16292"/>
                </a:cubicBezTo>
                <a:cubicBezTo>
                  <a:pt x="458915" y="10268"/>
                  <a:pt x="455971" y="6503"/>
                  <a:pt x="451214" y="6503"/>
                </a:cubicBezTo>
                <a:cubicBezTo>
                  <a:pt x="448783" y="6503"/>
                  <a:pt x="446833" y="7598"/>
                  <a:pt x="445498" y="9720"/>
                </a:cubicBezTo>
                <a:lnTo>
                  <a:pt x="445498" y="7017"/>
                </a:lnTo>
                <a:lnTo>
                  <a:pt x="442862" y="7017"/>
                </a:lnTo>
                <a:lnTo>
                  <a:pt x="442862" y="32412"/>
                </a:lnTo>
                <a:moveTo>
                  <a:pt x="450735" y="9172"/>
                </a:moveTo>
                <a:cubicBezTo>
                  <a:pt x="453883" y="9172"/>
                  <a:pt x="455937" y="11945"/>
                  <a:pt x="455937" y="16223"/>
                </a:cubicBezTo>
                <a:cubicBezTo>
                  <a:pt x="455937" y="20296"/>
                  <a:pt x="453849" y="23069"/>
                  <a:pt x="450735" y="23069"/>
                </a:cubicBezTo>
                <a:cubicBezTo>
                  <a:pt x="447688" y="23069"/>
                  <a:pt x="445737" y="20330"/>
                  <a:pt x="445737" y="16120"/>
                </a:cubicBezTo>
                <a:cubicBezTo>
                  <a:pt x="445737" y="11911"/>
                  <a:pt x="447688" y="9172"/>
                  <a:pt x="450735" y="9172"/>
                </a:cubicBezTo>
                <a:close/>
                <a:moveTo>
                  <a:pt x="462029" y="7017"/>
                </a:moveTo>
                <a:lnTo>
                  <a:pt x="462029" y="24951"/>
                </a:lnTo>
                <a:lnTo>
                  <a:pt x="464905" y="24951"/>
                </a:lnTo>
                <a:lnTo>
                  <a:pt x="464905" y="15642"/>
                </a:lnTo>
                <a:cubicBezTo>
                  <a:pt x="464938" y="11329"/>
                  <a:pt x="466718" y="9412"/>
                  <a:pt x="470655" y="9515"/>
                </a:cubicBezTo>
                <a:lnTo>
                  <a:pt x="470655" y="6605"/>
                </a:lnTo>
                <a:cubicBezTo>
                  <a:pt x="470175" y="6537"/>
                  <a:pt x="469901" y="6503"/>
                  <a:pt x="469559" y="6503"/>
                </a:cubicBezTo>
                <a:cubicBezTo>
                  <a:pt x="467711" y="6503"/>
                  <a:pt x="466308" y="7598"/>
                  <a:pt x="464665" y="10268"/>
                </a:cubicBezTo>
                <a:lnTo>
                  <a:pt x="464665" y="7017"/>
                </a:lnTo>
                <a:lnTo>
                  <a:pt x="462029" y="7017"/>
                </a:lnTo>
                <a:close/>
                <a:moveTo>
                  <a:pt x="481401" y="6503"/>
                </a:moveTo>
                <a:cubicBezTo>
                  <a:pt x="476336" y="6503"/>
                  <a:pt x="473324" y="10097"/>
                  <a:pt x="473324" y="16120"/>
                </a:cubicBezTo>
                <a:cubicBezTo>
                  <a:pt x="473324" y="22179"/>
                  <a:pt x="476336" y="25738"/>
                  <a:pt x="481435" y="25738"/>
                </a:cubicBezTo>
                <a:cubicBezTo>
                  <a:pt x="486501" y="25738"/>
                  <a:pt x="489547" y="22145"/>
                  <a:pt x="489547" y="16257"/>
                </a:cubicBezTo>
                <a:cubicBezTo>
                  <a:pt x="489547" y="10028"/>
                  <a:pt x="486604" y="6503"/>
                  <a:pt x="481401" y="6503"/>
                </a:cubicBezTo>
                <a:moveTo>
                  <a:pt x="481435" y="9138"/>
                </a:moveTo>
                <a:cubicBezTo>
                  <a:pt x="484653" y="9138"/>
                  <a:pt x="486569" y="11774"/>
                  <a:pt x="486569" y="16223"/>
                </a:cubicBezTo>
                <a:cubicBezTo>
                  <a:pt x="486569" y="20467"/>
                  <a:pt x="484584" y="23103"/>
                  <a:pt x="481435" y="23103"/>
                </a:cubicBezTo>
                <a:cubicBezTo>
                  <a:pt x="478252" y="23103"/>
                  <a:pt x="476301" y="20467"/>
                  <a:pt x="476301" y="16120"/>
                </a:cubicBezTo>
                <a:cubicBezTo>
                  <a:pt x="476301" y="11774"/>
                  <a:pt x="478252" y="9138"/>
                  <a:pt x="481435" y="9138"/>
                </a:cubicBezTo>
                <a:close/>
                <a:moveTo>
                  <a:pt x="499610" y="0"/>
                </a:moveTo>
                <a:lnTo>
                  <a:pt x="491498" y="25635"/>
                </a:lnTo>
                <a:lnTo>
                  <a:pt x="493381" y="25635"/>
                </a:lnTo>
                <a:lnTo>
                  <a:pt x="501493" y="0"/>
                </a:lnTo>
                <a:lnTo>
                  <a:pt x="499610" y="0"/>
                </a:lnTo>
                <a:close/>
                <a:moveTo>
                  <a:pt x="506250" y="7017"/>
                </a:moveTo>
                <a:lnTo>
                  <a:pt x="503409" y="7017"/>
                </a:lnTo>
                <a:lnTo>
                  <a:pt x="503409" y="24951"/>
                </a:lnTo>
                <a:lnTo>
                  <a:pt x="506250" y="24951"/>
                </a:lnTo>
                <a:lnTo>
                  <a:pt x="506250" y="7017"/>
                </a:lnTo>
                <a:moveTo>
                  <a:pt x="506250" y="0"/>
                </a:moveTo>
                <a:lnTo>
                  <a:pt x="503375" y="0"/>
                </a:lnTo>
                <a:lnTo>
                  <a:pt x="503375" y="3594"/>
                </a:lnTo>
                <a:lnTo>
                  <a:pt x="506250" y="3594"/>
                </a:lnTo>
                <a:lnTo>
                  <a:pt x="506250" y="0"/>
                </a:lnTo>
                <a:close/>
                <a:moveTo>
                  <a:pt x="511761" y="7017"/>
                </a:moveTo>
                <a:lnTo>
                  <a:pt x="511761" y="24951"/>
                </a:lnTo>
                <a:lnTo>
                  <a:pt x="514636" y="24951"/>
                </a:lnTo>
                <a:lnTo>
                  <a:pt x="514636" y="15060"/>
                </a:lnTo>
                <a:cubicBezTo>
                  <a:pt x="514636" y="11397"/>
                  <a:pt x="516553" y="9002"/>
                  <a:pt x="519496" y="9002"/>
                </a:cubicBezTo>
                <a:cubicBezTo>
                  <a:pt x="521755" y="9002"/>
                  <a:pt x="523192" y="10370"/>
                  <a:pt x="523192" y="12527"/>
                </a:cubicBezTo>
                <a:lnTo>
                  <a:pt x="523192" y="24951"/>
                </a:lnTo>
                <a:lnTo>
                  <a:pt x="526034" y="24951"/>
                </a:lnTo>
                <a:lnTo>
                  <a:pt x="526034" y="11397"/>
                </a:lnTo>
                <a:cubicBezTo>
                  <a:pt x="526034" y="8420"/>
                  <a:pt x="523809" y="6503"/>
                  <a:pt x="520352" y="6503"/>
                </a:cubicBezTo>
                <a:cubicBezTo>
                  <a:pt x="517682" y="6503"/>
                  <a:pt x="515971" y="7530"/>
                  <a:pt x="514396" y="10028"/>
                </a:cubicBezTo>
                <a:lnTo>
                  <a:pt x="514396" y="7017"/>
                </a:lnTo>
                <a:lnTo>
                  <a:pt x="511761" y="7017"/>
                </a:lnTo>
                <a:close/>
                <a:moveTo>
                  <a:pt x="544961" y="0"/>
                </a:moveTo>
                <a:lnTo>
                  <a:pt x="542120" y="0"/>
                </a:lnTo>
                <a:lnTo>
                  <a:pt x="542120" y="9275"/>
                </a:lnTo>
                <a:cubicBezTo>
                  <a:pt x="540923" y="7461"/>
                  <a:pt x="539006" y="6503"/>
                  <a:pt x="536610" y="6503"/>
                </a:cubicBezTo>
                <a:cubicBezTo>
                  <a:pt x="531955" y="6503"/>
                  <a:pt x="528909" y="10234"/>
                  <a:pt x="528909" y="15949"/>
                </a:cubicBezTo>
                <a:cubicBezTo>
                  <a:pt x="528909" y="22007"/>
                  <a:pt x="531853" y="25738"/>
                  <a:pt x="536713" y="25738"/>
                </a:cubicBezTo>
                <a:cubicBezTo>
                  <a:pt x="539177" y="25738"/>
                  <a:pt x="540888" y="24814"/>
                  <a:pt x="542428" y="22590"/>
                </a:cubicBezTo>
                <a:lnTo>
                  <a:pt x="542428" y="24951"/>
                </a:lnTo>
                <a:lnTo>
                  <a:pt x="544961" y="24951"/>
                </a:lnTo>
                <a:lnTo>
                  <a:pt x="544961" y="0"/>
                </a:lnTo>
                <a:moveTo>
                  <a:pt x="537089" y="9172"/>
                </a:moveTo>
                <a:cubicBezTo>
                  <a:pt x="540170" y="9172"/>
                  <a:pt x="542120" y="11877"/>
                  <a:pt x="542120" y="16189"/>
                </a:cubicBezTo>
                <a:cubicBezTo>
                  <a:pt x="542120" y="20330"/>
                  <a:pt x="540135" y="23069"/>
                  <a:pt x="537123" y="23069"/>
                </a:cubicBezTo>
                <a:cubicBezTo>
                  <a:pt x="533975" y="23069"/>
                  <a:pt x="531887" y="20296"/>
                  <a:pt x="531887" y="16120"/>
                </a:cubicBezTo>
                <a:cubicBezTo>
                  <a:pt x="531887" y="11945"/>
                  <a:pt x="533975" y="9172"/>
                  <a:pt x="537089" y="9172"/>
                </a:cubicBezTo>
                <a:close/>
                <a:moveTo>
                  <a:pt x="565258" y="16942"/>
                </a:moveTo>
                <a:cubicBezTo>
                  <a:pt x="565258" y="14204"/>
                  <a:pt x="565052" y="12561"/>
                  <a:pt x="564539" y="11226"/>
                </a:cubicBezTo>
                <a:cubicBezTo>
                  <a:pt x="563375" y="8282"/>
                  <a:pt x="560637" y="6503"/>
                  <a:pt x="557283" y="6503"/>
                </a:cubicBezTo>
                <a:cubicBezTo>
                  <a:pt x="552286" y="6503"/>
                  <a:pt x="549069" y="10302"/>
                  <a:pt x="549069" y="16223"/>
                </a:cubicBezTo>
                <a:cubicBezTo>
                  <a:pt x="549069" y="22145"/>
                  <a:pt x="552149" y="25738"/>
                  <a:pt x="557215" y="25738"/>
                </a:cubicBezTo>
                <a:cubicBezTo>
                  <a:pt x="561322" y="25738"/>
                  <a:pt x="564162" y="23411"/>
                  <a:pt x="564881" y="19509"/>
                </a:cubicBezTo>
                <a:lnTo>
                  <a:pt x="562006" y="19509"/>
                </a:lnTo>
                <a:cubicBezTo>
                  <a:pt x="561219" y="21871"/>
                  <a:pt x="559610" y="23103"/>
                  <a:pt x="557317" y="23103"/>
                </a:cubicBezTo>
                <a:cubicBezTo>
                  <a:pt x="555503" y="23103"/>
                  <a:pt x="553963" y="22282"/>
                  <a:pt x="553005" y="20775"/>
                </a:cubicBezTo>
                <a:cubicBezTo>
                  <a:pt x="552320" y="19749"/>
                  <a:pt x="552080" y="18722"/>
                  <a:pt x="552046" y="16942"/>
                </a:cubicBezTo>
                <a:lnTo>
                  <a:pt x="565258" y="16942"/>
                </a:lnTo>
                <a:moveTo>
                  <a:pt x="552115" y="14615"/>
                </a:moveTo>
                <a:cubicBezTo>
                  <a:pt x="552354" y="11295"/>
                  <a:pt x="554374" y="9138"/>
                  <a:pt x="557249" y="9138"/>
                </a:cubicBezTo>
                <a:cubicBezTo>
                  <a:pt x="560158" y="9138"/>
                  <a:pt x="562177" y="11397"/>
                  <a:pt x="562177" y="14615"/>
                </a:cubicBezTo>
                <a:lnTo>
                  <a:pt x="552115" y="14615"/>
                </a:lnTo>
                <a:close/>
                <a:moveTo>
                  <a:pt x="577374" y="15676"/>
                </a:moveTo>
                <a:lnTo>
                  <a:pt x="583398" y="7017"/>
                </a:lnTo>
                <a:lnTo>
                  <a:pt x="580181" y="7017"/>
                </a:lnTo>
                <a:lnTo>
                  <a:pt x="575868" y="13519"/>
                </a:lnTo>
                <a:lnTo>
                  <a:pt x="571556" y="7017"/>
                </a:lnTo>
                <a:lnTo>
                  <a:pt x="568304" y="7017"/>
                </a:lnTo>
                <a:lnTo>
                  <a:pt x="574294" y="15812"/>
                </a:lnTo>
                <a:lnTo>
                  <a:pt x="567962" y="24951"/>
                </a:lnTo>
                <a:lnTo>
                  <a:pt x="571214" y="24951"/>
                </a:lnTo>
                <a:lnTo>
                  <a:pt x="575766" y="18072"/>
                </a:lnTo>
                <a:lnTo>
                  <a:pt x="580249" y="24951"/>
                </a:lnTo>
                <a:lnTo>
                  <a:pt x="583569" y="24951"/>
                </a:lnTo>
                <a:lnTo>
                  <a:pt x="577374" y="15676"/>
                </a:lnTo>
                <a:close/>
                <a:moveTo>
                  <a:pt x="591179" y="21392"/>
                </a:moveTo>
                <a:lnTo>
                  <a:pt x="587619" y="21392"/>
                </a:lnTo>
                <a:lnTo>
                  <a:pt x="587619" y="24951"/>
                </a:lnTo>
                <a:lnTo>
                  <a:pt x="591179" y="24951"/>
                </a:lnTo>
                <a:lnTo>
                  <a:pt x="591179" y="21392"/>
                </a:lnTo>
                <a:close/>
                <a:moveTo>
                  <a:pt x="597410" y="0"/>
                </a:moveTo>
                <a:lnTo>
                  <a:pt x="597410" y="24951"/>
                </a:lnTo>
                <a:lnTo>
                  <a:pt x="600251" y="24951"/>
                </a:lnTo>
                <a:lnTo>
                  <a:pt x="600251" y="15060"/>
                </a:lnTo>
                <a:cubicBezTo>
                  <a:pt x="600251" y="11397"/>
                  <a:pt x="602167" y="9002"/>
                  <a:pt x="605111" y="9002"/>
                </a:cubicBezTo>
                <a:cubicBezTo>
                  <a:pt x="606069" y="9002"/>
                  <a:pt x="606959" y="9275"/>
                  <a:pt x="607643" y="9789"/>
                </a:cubicBezTo>
                <a:cubicBezTo>
                  <a:pt x="608465" y="10405"/>
                  <a:pt x="608807" y="11260"/>
                  <a:pt x="608807" y="12527"/>
                </a:cubicBezTo>
                <a:lnTo>
                  <a:pt x="608807" y="24951"/>
                </a:lnTo>
                <a:lnTo>
                  <a:pt x="611648" y="24951"/>
                </a:lnTo>
                <a:lnTo>
                  <a:pt x="611648" y="11397"/>
                </a:lnTo>
                <a:cubicBezTo>
                  <a:pt x="611648" y="8385"/>
                  <a:pt x="609491" y="6503"/>
                  <a:pt x="606001" y="6503"/>
                </a:cubicBezTo>
                <a:cubicBezTo>
                  <a:pt x="603468" y="6503"/>
                  <a:pt x="601928" y="7290"/>
                  <a:pt x="600251" y="9481"/>
                </a:cubicBezTo>
                <a:lnTo>
                  <a:pt x="600251" y="0"/>
                </a:lnTo>
                <a:lnTo>
                  <a:pt x="597410" y="0"/>
                </a:lnTo>
                <a:close/>
                <a:moveTo>
                  <a:pt x="622361" y="7017"/>
                </a:moveTo>
                <a:lnTo>
                  <a:pt x="619417" y="7017"/>
                </a:lnTo>
                <a:lnTo>
                  <a:pt x="619417" y="2087"/>
                </a:lnTo>
                <a:lnTo>
                  <a:pt x="616576" y="2087"/>
                </a:lnTo>
                <a:lnTo>
                  <a:pt x="616576" y="7017"/>
                </a:lnTo>
                <a:lnTo>
                  <a:pt x="614146" y="7017"/>
                </a:lnTo>
                <a:lnTo>
                  <a:pt x="614146" y="9344"/>
                </a:lnTo>
                <a:lnTo>
                  <a:pt x="616576" y="9344"/>
                </a:lnTo>
                <a:lnTo>
                  <a:pt x="616576" y="22897"/>
                </a:lnTo>
                <a:cubicBezTo>
                  <a:pt x="616576" y="24746"/>
                  <a:pt x="617808" y="25738"/>
                  <a:pt x="620033" y="25738"/>
                </a:cubicBezTo>
                <a:cubicBezTo>
                  <a:pt x="620786" y="25738"/>
                  <a:pt x="621403" y="25670"/>
                  <a:pt x="622361" y="25499"/>
                </a:cubicBezTo>
                <a:lnTo>
                  <a:pt x="622361" y="23103"/>
                </a:lnTo>
                <a:cubicBezTo>
                  <a:pt x="621950" y="23205"/>
                  <a:pt x="621573" y="23240"/>
                  <a:pt x="620992" y="23240"/>
                </a:cubicBezTo>
                <a:cubicBezTo>
                  <a:pt x="619760" y="23240"/>
                  <a:pt x="619417" y="22897"/>
                  <a:pt x="619417" y="21631"/>
                </a:cubicBezTo>
                <a:lnTo>
                  <a:pt x="619417" y="9344"/>
                </a:lnTo>
                <a:lnTo>
                  <a:pt x="622361" y="9344"/>
                </a:lnTo>
                <a:lnTo>
                  <a:pt x="622361" y="7017"/>
                </a:lnTo>
                <a:close/>
                <a:moveTo>
                  <a:pt x="626400" y="7017"/>
                </a:moveTo>
                <a:lnTo>
                  <a:pt x="626400" y="24951"/>
                </a:lnTo>
                <a:lnTo>
                  <a:pt x="629275" y="24951"/>
                </a:lnTo>
                <a:lnTo>
                  <a:pt x="629275" y="13690"/>
                </a:lnTo>
                <a:cubicBezTo>
                  <a:pt x="629275" y="11089"/>
                  <a:pt x="631157" y="9002"/>
                  <a:pt x="633485" y="9002"/>
                </a:cubicBezTo>
                <a:cubicBezTo>
                  <a:pt x="635607" y="9002"/>
                  <a:pt x="636805" y="10302"/>
                  <a:pt x="636805" y="12595"/>
                </a:cubicBezTo>
                <a:lnTo>
                  <a:pt x="636805" y="24951"/>
                </a:lnTo>
                <a:lnTo>
                  <a:pt x="639680" y="24951"/>
                </a:lnTo>
                <a:lnTo>
                  <a:pt x="639680" y="13690"/>
                </a:lnTo>
                <a:cubicBezTo>
                  <a:pt x="639680" y="11089"/>
                  <a:pt x="641562" y="9002"/>
                  <a:pt x="643890" y="9002"/>
                </a:cubicBezTo>
                <a:cubicBezTo>
                  <a:pt x="645978" y="9002"/>
                  <a:pt x="647210" y="10336"/>
                  <a:pt x="647210" y="12595"/>
                </a:cubicBezTo>
                <a:lnTo>
                  <a:pt x="647210" y="24951"/>
                </a:lnTo>
                <a:lnTo>
                  <a:pt x="650085" y="24951"/>
                </a:lnTo>
                <a:lnTo>
                  <a:pt x="650085" y="11500"/>
                </a:lnTo>
                <a:cubicBezTo>
                  <a:pt x="650085" y="8282"/>
                  <a:pt x="648236" y="6503"/>
                  <a:pt x="644882" y="6503"/>
                </a:cubicBezTo>
                <a:cubicBezTo>
                  <a:pt x="642486" y="6503"/>
                  <a:pt x="641048" y="7222"/>
                  <a:pt x="639372" y="9241"/>
                </a:cubicBezTo>
                <a:cubicBezTo>
                  <a:pt x="638311" y="7324"/>
                  <a:pt x="636873" y="6503"/>
                  <a:pt x="634546" y="6503"/>
                </a:cubicBezTo>
                <a:cubicBezTo>
                  <a:pt x="632150" y="6503"/>
                  <a:pt x="630541" y="7393"/>
                  <a:pt x="629035" y="9549"/>
                </a:cubicBezTo>
                <a:lnTo>
                  <a:pt x="629035" y="7017"/>
                </a:lnTo>
                <a:lnTo>
                  <a:pt x="626400" y="7017"/>
                </a:lnTo>
                <a:close/>
                <a:moveTo>
                  <a:pt x="658196" y="0"/>
                </a:moveTo>
                <a:lnTo>
                  <a:pt x="655321" y="0"/>
                </a:lnTo>
                <a:lnTo>
                  <a:pt x="655321" y="24951"/>
                </a:lnTo>
                <a:lnTo>
                  <a:pt x="658196" y="24951"/>
                </a:lnTo>
                <a:lnTo>
                  <a:pt x="658196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0b0ad547d438a"/>
          <a:stretch xmlns:a="http://schemas.openxmlformats.org/drawingml/2006/main"/>
        </p:blipFill>
        <p:spPr>
          <a:xfrm xmlns:a="http://schemas.openxmlformats.org/drawingml/2006/main">
            <a:off x="3585490" y="8488414"/>
            <a:ext cx="1498105" cy="1585313"/>
          </a:xfrm>
          <a:prstGeom xmlns:a="http://schemas.openxmlformats.org/drawingml/2006/main" prst="rect">
            <a:avLst/>
          </a:prstGeom>
        </p:spPr>
      </p:pic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A0C13-9D2A-4019-A467-B303EEB5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221" y="8241697"/>
            <a:ext cx="1849619" cy="1959991"/>
          </a:xfrm>
          <a:custGeom xmlns:a="http://schemas.openxmlformats.org/drawingml/2006/main">
            <a:pathLst>
              <a:path w="1849619" h="1959991">
                <a:moveTo>
                  <a:pt x="0" y="58168"/>
                </a:moveTo>
                <a:cubicBezTo>
                  <a:pt x="0" y="26016"/>
                  <a:pt x="26016" y="0"/>
                  <a:pt x="58081" y="0"/>
                </a:cubicBezTo>
                <a:lnTo>
                  <a:pt x="1791538" y="0"/>
                </a:lnTo>
                <a:cubicBezTo>
                  <a:pt x="1823604" y="0"/>
                  <a:pt x="1849619" y="26016"/>
                  <a:pt x="1849619" y="58168"/>
                </a:cubicBezTo>
                <a:lnTo>
                  <a:pt x="1849619" y="1901910"/>
                </a:lnTo>
                <a:cubicBezTo>
                  <a:pt x="1849619" y="1933976"/>
                  <a:pt x="1823604" y="1959991"/>
                  <a:pt x="1791538" y="1959991"/>
                </a:cubicBezTo>
                <a:lnTo>
                  <a:pt x="58081" y="1959991"/>
                </a:lnTo>
                <a:cubicBezTo>
                  <a:pt x="26016" y="1959991"/>
                  <a:pt x="0" y="1933976"/>
                  <a:pt x="0" y="1901910"/>
                </a:cubicBezTo>
                <a:lnTo>
                  <a:pt x="0" y="58168"/>
                </a:lnTo>
                <a:close/>
              </a:path>
            </a:pathLst>
          </a:custGeom>
          <a:solidFill xmlns:a="http://schemas.openxmlformats.org/drawingml/2006/main">
            <a:srgbClr val="4757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●">
            <a:extLst xmlns:a="http://schemas.openxmlformats.org/drawingml/2006/main">
              <a:ext uri="{FF2B5EF4-FFF2-40B4-BE49-F238E27FC236}">
                <a16:creationId xmlns:a16="http://schemas.microsoft.com/office/drawing/2014/main" id="{732C1478-59F2-4069-9723-54CB29F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121" y="8343564"/>
            <a:ext cx="88286" cy="88108"/>
          </a:xfrm>
          <a:custGeom xmlns:a="http://schemas.openxmlformats.org/drawingml/2006/main">
            <a:pathLst>
              <a:path w="88286" h="88108">
                <a:moveTo>
                  <a:pt x="44143" y="0"/>
                </a:moveTo>
                <a:cubicBezTo>
                  <a:pt x="71004" y="2607"/>
                  <a:pt x="85718" y="17341"/>
                  <a:pt x="88286" y="44202"/>
                </a:cubicBezTo>
                <a:cubicBezTo>
                  <a:pt x="85718" y="70984"/>
                  <a:pt x="71004" y="85620"/>
                  <a:pt x="44143" y="88108"/>
                </a:cubicBezTo>
                <a:cubicBezTo>
                  <a:pt x="17282" y="85620"/>
                  <a:pt x="2568" y="70984"/>
                  <a:pt x="0" y="44202"/>
                </a:cubicBezTo>
                <a:cubicBezTo>
                  <a:pt x="2568" y="17341"/>
                  <a:pt x="17282" y="2607"/>
                  <a:pt x="44143" y="0"/>
                </a:cubicBezTo>
                <a:close/>
              </a:path>
            </a:pathLst>
          </a:custGeom>
          <a:solidFill xmlns:a="http://schemas.openxmlformats.org/drawingml/2006/main">
            <a:srgbClr val="FE82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●">
            <a:extLst xmlns:a="http://schemas.openxmlformats.org/drawingml/2006/main">
              <a:ext uri="{FF2B5EF4-FFF2-40B4-BE49-F238E27FC236}">
                <a16:creationId xmlns:a16="http://schemas.microsoft.com/office/drawing/2014/main" id="{E5254622-7818-4ADB-8154-A0C16E4B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470" y="8343564"/>
            <a:ext cx="88286" cy="88108"/>
          </a:xfrm>
          <a:custGeom xmlns:a="http://schemas.openxmlformats.org/drawingml/2006/main">
            <a:pathLst>
              <a:path w="88286" h="88108">
                <a:moveTo>
                  <a:pt x="44143" y="0"/>
                </a:moveTo>
                <a:cubicBezTo>
                  <a:pt x="71004" y="2607"/>
                  <a:pt x="85718" y="17341"/>
                  <a:pt x="88286" y="44202"/>
                </a:cubicBezTo>
                <a:cubicBezTo>
                  <a:pt x="85718" y="70984"/>
                  <a:pt x="71004" y="85620"/>
                  <a:pt x="44143" y="88108"/>
                </a:cubicBezTo>
                <a:cubicBezTo>
                  <a:pt x="17282" y="85620"/>
                  <a:pt x="2568" y="70984"/>
                  <a:pt x="0" y="44202"/>
                </a:cubicBezTo>
                <a:cubicBezTo>
                  <a:pt x="2568" y="17341"/>
                  <a:pt x="17282" y="2607"/>
                  <a:pt x="44143" y="0"/>
                </a:cubicBezTo>
                <a:close/>
              </a:path>
            </a:pathLst>
          </a:custGeom>
          <a:solidFill xmlns:a="http://schemas.openxmlformats.org/drawingml/2006/main">
            <a:srgbClr val="F8E2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●">
            <a:extLst xmlns:a="http://schemas.openxmlformats.org/drawingml/2006/main">
              <a:ext uri="{FF2B5EF4-FFF2-40B4-BE49-F238E27FC236}">
                <a16:creationId xmlns:a16="http://schemas.microsoft.com/office/drawing/2014/main" id="{24DDB2AB-43D5-4CFD-8053-D5CF5CB6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819" y="8343564"/>
            <a:ext cx="88286" cy="88108"/>
          </a:xfrm>
          <a:custGeom xmlns:a="http://schemas.openxmlformats.org/drawingml/2006/main">
            <a:pathLst>
              <a:path w="88286" h="88108">
                <a:moveTo>
                  <a:pt x="44143" y="0"/>
                </a:moveTo>
                <a:cubicBezTo>
                  <a:pt x="71004" y="2607"/>
                  <a:pt x="85718" y="17341"/>
                  <a:pt x="88286" y="44202"/>
                </a:cubicBezTo>
                <a:cubicBezTo>
                  <a:pt x="85718" y="70984"/>
                  <a:pt x="71004" y="85620"/>
                  <a:pt x="44143" y="88108"/>
                </a:cubicBezTo>
                <a:cubicBezTo>
                  <a:pt x="17282" y="85620"/>
                  <a:pt x="2568" y="70984"/>
                  <a:pt x="0" y="44202"/>
                </a:cubicBezTo>
                <a:cubicBezTo>
                  <a:pt x="2568" y="17341"/>
                  <a:pt x="17282" y="2607"/>
                  <a:pt x="44143" y="0"/>
                </a:cubicBezTo>
                <a:close/>
              </a:path>
            </a:pathLst>
          </a:custGeom>
          <a:solidFill xmlns:a="http://schemas.openxmlformats.org/drawingml/2006/main">
            <a:srgbClr val="60EF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7CF9BE-7C70-4E3C-901E-5D475785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684" y="8338067"/>
            <a:ext cx="1042442" cy="94296"/>
          </a:xfrm>
          <a:custGeom xmlns:a="http://schemas.openxmlformats.org/drawingml/2006/main">
            <a:pathLst>
              <a:path w="1042442" h="94296">
                <a:moveTo>
                  <a:pt x="0" y="47105"/>
                </a:moveTo>
                <a:cubicBezTo>
                  <a:pt x="0" y="21089"/>
                  <a:pt x="21089" y="0"/>
                  <a:pt x="47105" y="0"/>
                </a:cubicBezTo>
                <a:lnTo>
                  <a:pt x="995251" y="0"/>
                </a:lnTo>
                <a:cubicBezTo>
                  <a:pt x="1021353" y="0"/>
                  <a:pt x="1042442" y="21089"/>
                  <a:pt x="1042442" y="47105"/>
                </a:cubicBezTo>
                <a:cubicBezTo>
                  <a:pt x="1042442" y="73207"/>
                  <a:pt x="1021353" y="94296"/>
                  <a:pt x="995251" y="94296"/>
                </a:cubicBezTo>
                <a:lnTo>
                  <a:pt x="47105" y="94296"/>
                </a:lnTo>
                <a:cubicBezTo>
                  <a:pt x="21089" y="94296"/>
                  <a:pt x="0" y="73207"/>
                  <a:pt x="0" y="47105"/>
                </a:cubicBezTo>
                <a:close/>
              </a:path>
            </a:pathLst>
          </a:custGeom>
          <a:solidFill xmlns:a="http://schemas.openxmlformats.org/drawingml/2006/main">
            <a:srgbClr val="BFBFBF">
              <a:alpha val="3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alibaba-fusion/alibaba-fusion__next-4182/changes.diff">
            <a:extLst xmlns:a="http://schemas.openxmlformats.org/drawingml/2006/main">
              <a:ext uri="{FF2B5EF4-FFF2-40B4-BE49-F238E27FC236}">
                <a16:creationId xmlns:a16="http://schemas.microsoft.com/office/drawing/2014/main" id="{4F93239A-EE31-445F-BEBF-0EDE43BD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40" y="8372705"/>
            <a:ext cx="766267" cy="30684"/>
          </a:xfrm>
          <a:custGeom xmlns:a="http://schemas.openxmlformats.org/drawingml/2006/main">
            <a:pathLst>
              <a:path w="766267" h="30684">
                <a:moveTo>
                  <a:pt x="28893" y="3640"/>
                </a:moveTo>
                <a:lnTo>
                  <a:pt x="28886" y="3573"/>
                </a:lnTo>
                <a:lnTo>
                  <a:pt x="28878" y="3507"/>
                </a:lnTo>
                <a:lnTo>
                  <a:pt x="28869" y="3444"/>
                </a:lnTo>
                <a:lnTo>
                  <a:pt x="28858" y="3382"/>
                </a:lnTo>
                <a:lnTo>
                  <a:pt x="28846" y="3323"/>
                </a:lnTo>
                <a:lnTo>
                  <a:pt x="28833" y="3266"/>
                </a:lnTo>
                <a:lnTo>
                  <a:pt x="28819" y="3211"/>
                </a:lnTo>
                <a:lnTo>
                  <a:pt x="28803" y="3158"/>
                </a:lnTo>
                <a:lnTo>
                  <a:pt x="28786" y="3107"/>
                </a:lnTo>
                <a:lnTo>
                  <a:pt x="28768" y="3058"/>
                </a:lnTo>
                <a:lnTo>
                  <a:pt x="28749" y="3012"/>
                </a:lnTo>
                <a:lnTo>
                  <a:pt x="28728" y="2967"/>
                </a:lnTo>
                <a:lnTo>
                  <a:pt x="28706" y="2925"/>
                </a:lnTo>
                <a:lnTo>
                  <a:pt x="28683" y="2885"/>
                </a:lnTo>
                <a:lnTo>
                  <a:pt x="28659" y="2847"/>
                </a:lnTo>
                <a:lnTo>
                  <a:pt x="28633" y="2811"/>
                </a:lnTo>
                <a:lnTo>
                  <a:pt x="28607" y="2777"/>
                </a:lnTo>
                <a:lnTo>
                  <a:pt x="28578" y="2745"/>
                </a:lnTo>
                <a:lnTo>
                  <a:pt x="28549" y="2716"/>
                </a:lnTo>
                <a:lnTo>
                  <a:pt x="28518" y="2688"/>
                </a:lnTo>
                <a:lnTo>
                  <a:pt x="28485" y="2661"/>
                </a:lnTo>
                <a:lnTo>
                  <a:pt x="28450" y="2635"/>
                </a:lnTo>
                <a:lnTo>
                  <a:pt x="28412" y="2611"/>
                </a:lnTo>
                <a:lnTo>
                  <a:pt x="28373" y="2588"/>
                </a:lnTo>
                <a:lnTo>
                  <a:pt x="28331" y="2566"/>
                </a:lnTo>
                <a:lnTo>
                  <a:pt x="28288" y="2545"/>
                </a:lnTo>
                <a:lnTo>
                  <a:pt x="28242" y="2525"/>
                </a:lnTo>
                <a:lnTo>
                  <a:pt x="28194" y="2507"/>
                </a:lnTo>
                <a:lnTo>
                  <a:pt x="28144" y="2490"/>
                </a:lnTo>
                <a:lnTo>
                  <a:pt x="28092" y="2474"/>
                </a:lnTo>
                <a:lnTo>
                  <a:pt x="28037" y="2459"/>
                </a:lnTo>
                <a:lnTo>
                  <a:pt x="27981" y="2445"/>
                </a:lnTo>
                <a:lnTo>
                  <a:pt x="27922" y="2433"/>
                </a:lnTo>
                <a:lnTo>
                  <a:pt x="27862" y="2421"/>
                </a:lnTo>
                <a:lnTo>
                  <a:pt x="27799" y="2411"/>
                </a:lnTo>
                <a:lnTo>
                  <a:pt x="27734" y="2402"/>
                </a:lnTo>
                <a:lnTo>
                  <a:pt x="27667" y="2395"/>
                </a:lnTo>
                <a:lnTo>
                  <a:pt x="27598" y="2388"/>
                </a:lnTo>
                <a:lnTo>
                  <a:pt x="27527" y="2383"/>
                </a:lnTo>
                <a:lnTo>
                  <a:pt x="27453" y="2378"/>
                </a:lnTo>
                <a:lnTo>
                  <a:pt x="27378" y="2376"/>
                </a:lnTo>
                <a:lnTo>
                  <a:pt x="27300" y="2374"/>
                </a:lnTo>
                <a:lnTo>
                  <a:pt x="27221" y="2373"/>
                </a:lnTo>
                <a:lnTo>
                  <a:pt x="27139" y="2374"/>
                </a:lnTo>
                <a:lnTo>
                  <a:pt x="27061" y="2376"/>
                </a:lnTo>
                <a:lnTo>
                  <a:pt x="26984" y="2379"/>
                </a:lnTo>
                <a:lnTo>
                  <a:pt x="26909" y="2383"/>
                </a:lnTo>
                <a:lnTo>
                  <a:pt x="26837" y="2388"/>
                </a:lnTo>
                <a:lnTo>
                  <a:pt x="26766" y="2395"/>
                </a:lnTo>
                <a:lnTo>
                  <a:pt x="26698" y="2403"/>
                </a:lnTo>
                <a:lnTo>
                  <a:pt x="26632" y="2412"/>
                </a:lnTo>
                <a:lnTo>
                  <a:pt x="26568" y="2422"/>
                </a:lnTo>
                <a:lnTo>
                  <a:pt x="26506" y="2434"/>
                </a:lnTo>
                <a:lnTo>
                  <a:pt x="26447" y="2447"/>
                </a:lnTo>
                <a:lnTo>
                  <a:pt x="26389" y="2461"/>
                </a:lnTo>
                <a:lnTo>
                  <a:pt x="26334" y="2476"/>
                </a:lnTo>
                <a:lnTo>
                  <a:pt x="26281" y="2493"/>
                </a:lnTo>
                <a:lnTo>
                  <a:pt x="26230" y="2510"/>
                </a:lnTo>
                <a:lnTo>
                  <a:pt x="26181" y="2529"/>
                </a:lnTo>
                <a:lnTo>
                  <a:pt x="26134" y="2549"/>
                </a:lnTo>
                <a:lnTo>
                  <a:pt x="26089" y="2571"/>
                </a:lnTo>
                <a:lnTo>
                  <a:pt x="26047" y="2593"/>
                </a:lnTo>
                <a:lnTo>
                  <a:pt x="26007" y="2617"/>
                </a:lnTo>
                <a:lnTo>
                  <a:pt x="25968" y="2642"/>
                </a:lnTo>
                <a:lnTo>
                  <a:pt x="25932" y="2668"/>
                </a:lnTo>
                <a:lnTo>
                  <a:pt x="25899" y="2695"/>
                </a:lnTo>
                <a:lnTo>
                  <a:pt x="25867" y="2724"/>
                </a:lnTo>
                <a:lnTo>
                  <a:pt x="25837" y="2754"/>
                </a:lnTo>
                <a:lnTo>
                  <a:pt x="25808" y="2787"/>
                </a:lnTo>
                <a:lnTo>
                  <a:pt x="25781" y="2821"/>
                </a:lnTo>
                <a:lnTo>
                  <a:pt x="25755" y="2858"/>
                </a:lnTo>
                <a:lnTo>
                  <a:pt x="25730" y="2897"/>
                </a:lnTo>
                <a:lnTo>
                  <a:pt x="25706" y="2938"/>
                </a:lnTo>
                <a:lnTo>
                  <a:pt x="25684" y="2981"/>
                </a:lnTo>
                <a:lnTo>
                  <a:pt x="25663" y="3027"/>
                </a:lnTo>
                <a:lnTo>
                  <a:pt x="25643" y="3074"/>
                </a:lnTo>
                <a:lnTo>
                  <a:pt x="25624" y="3124"/>
                </a:lnTo>
                <a:lnTo>
                  <a:pt x="25607" y="3176"/>
                </a:lnTo>
                <a:lnTo>
                  <a:pt x="25591" y="3230"/>
                </a:lnTo>
                <a:lnTo>
                  <a:pt x="25576" y="3286"/>
                </a:lnTo>
                <a:lnTo>
                  <a:pt x="25563" y="3344"/>
                </a:lnTo>
                <a:lnTo>
                  <a:pt x="25551" y="3404"/>
                </a:lnTo>
                <a:lnTo>
                  <a:pt x="25540" y="3467"/>
                </a:lnTo>
                <a:lnTo>
                  <a:pt x="25530" y="3532"/>
                </a:lnTo>
                <a:lnTo>
                  <a:pt x="25522" y="3598"/>
                </a:lnTo>
                <a:lnTo>
                  <a:pt x="25515" y="3667"/>
                </a:lnTo>
                <a:lnTo>
                  <a:pt x="25509" y="3738"/>
                </a:lnTo>
                <a:lnTo>
                  <a:pt x="25505" y="3812"/>
                </a:lnTo>
                <a:lnTo>
                  <a:pt x="25502" y="3887"/>
                </a:lnTo>
                <a:lnTo>
                  <a:pt x="25500" y="3965"/>
                </a:lnTo>
                <a:lnTo>
                  <a:pt x="25499" y="4044"/>
                </a:lnTo>
                <a:lnTo>
                  <a:pt x="25500" y="4123"/>
                </a:lnTo>
                <a:lnTo>
                  <a:pt x="25502" y="4199"/>
                </a:lnTo>
                <a:lnTo>
                  <a:pt x="25505" y="4273"/>
                </a:lnTo>
                <a:lnTo>
                  <a:pt x="25509" y="4345"/>
                </a:lnTo>
                <a:lnTo>
                  <a:pt x="25515" y="4415"/>
                </a:lnTo>
                <a:lnTo>
                  <a:pt x="25522" y="4483"/>
                </a:lnTo>
                <a:lnTo>
                  <a:pt x="25530" y="4548"/>
                </a:lnTo>
                <a:lnTo>
                  <a:pt x="25539" y="4612"/>
                </a:lnTo>
                <a:lnTo>
                  <a:pt x="25550" y="4673"/>
                </a:lnTo>
                <a:lnTo>
                  <a:pt x="25562" y="4732"/>
                </a:lnTo>
                <a:lnTo>
                  <a:pt x="25575" y="4789"/>
                </a:lnTo>
                <a:lnTo>
                  <a:pt x="25589" y="4844"/>
                </a:lnTo>
                <a:lnTo>
                  <a:pt x="25605" y="4897"/>
                </a:lnTo>
                <a:lnTo>
                  <a:pt x="25621" y="4948"/>
                </a:lnTo>
                <a:lnTo>
                  <a:pt x="25640" y="4997"/>
                </a:lnTo>
                <a:lnTo>
                  <a:pt x="25659" y="5043"/>
                </a:lnTo>
                <a:lnTo>
                  <a:pt x="25679" y="5088"/>
                </a:lnTo>
                <a:lnTo>
                  <a:pt x="25701" y="5130"/>
                </a:lnTo>
                <a:lnTo>
                  <a:pt x="25724" y="5170"/>
                </a:lnTo>
                <a:lnTo>
                  <a:pt x="25749" y="5208"/>
                </a:lnTo>
                <a:lnTo>
                  <a:pt x="25774" y="5244"/>
                </a:lnTo>
                <a:lnTo>
                  <a:pt x="25801" y="5278"/>
                </a:lnTo>
                <a:lnTo>
                  <a:pt x="25829" y="5310"/>
                </a:lnTo>
                <a:lnTo>
                  <a:pt x="25858" y="5340"/>
                </a:lnTo>
                <a:lnTo>
                  <a:pt x="25890" y="5368"/>
                </a:lnTo>
                <a:lnTo>
                  <a:pt x="25923" y="5394"/>
                </a:lnTo>
                <a:lnTo>
                  <a:pt x="25958" y="5420"/>
                </a:lnTo>
                <a:lnTo>
                  <a:pt x="25995" y="5444"/>
                </a:lnTo>
                <a:lnTo>
                  <a:pt x="26035" y="5467"/>
                </a:lnTo>
                <a:lnTo>
                  <a:pt x="26076" y="5489"/>
                </a:lnTo>
                <a:lnTo>
                  <a:pt x="26120" y="5510"/>
                </a:lnTo>
                <a:lnTo>
                  <a:pt x="26166" y="5530"/>
                </a:lnTo>
                <a:lnTo>
                  <a:pt x="26214" y="5548"/>
                </a:lnTo>
                <a:lnTo>
                  <a:pt x="26264" y="5566"/>
                </a:lnTo>
                <a:lnTo>
                  <a:pt x="26316" y="5582"/>
                </a:lnTo>
                <a:lnTo>
                  <a:pt x="26370" y="5597"/>
                </a:lnTo>
                <a:lnTo>
                  <a:pt x="26427" y="5610"/>
                </a:lnTo>
                <a:lnTo>
                  <a:pt x="26485" y="5623"/>
                </a:lnTo>
                <a:lnTo>
                  <a:pt x="26546" y="5634"/>
                </a:lnTo>
                <a:lnTo>
                  <a:pt x="26609" y="5644"/>
                </a:lnTo>
                <a:lnTo>
                  <a:pt x="26674" y="5653"/>
                </a:lnTo>
                <a:lnTo>
                  <a:pt x="26741" y="5661"/>
                </a:lnTo>
                <a:lnTo>
                  <a:pt x="26810" y="5667"/>
                </a:lnTo>
                <a:lnTo>
                  <a:pt x="26881" y="5673"/>
                </a:lnTo>
                <a:lnTo>
                  <a:pt x="26954" y="5677"/>
                </a:lnTo>
                <a:lnTo>
                  <a:pt x="27030" y="5680"/>
                </a:lnTo>
                <a:lnTo>
                  <a:pt x="27107" y="5682"/>
                </a:lnTo>
                <a:lnTo>
                  <a:pt x="27187" y="5682"/>
                </a:lnTo>
                <a:lnTo>
                  <a:pt x="27268" y="5682"/>
                </a:lnTo>
                <a:lnTo>
                  <a:pt x="27347" y="5680"/>
                </a:lnTo>
                <a:lnTo>
                  <a:pt x="27424" y="5677"/>
                </a:lnTo>
                <a:lnTo>
                  <a:pt x="27499" y="5672"/>
                </a:lnTo>
                <a:lnTo>
                  <a:pt x="27571" y="5667"/>
                </a:lnTo>
                <a:lnTo>
                  <a:pt x="27641" y="5660"/>
                </a:lnTo>
                <a:lnTo>
                  <a:pt x="27710" y="5652"/>
                </a:lnTo>
                <a:lnTo>
                  <a:pt x="27776" y="5643"/>
                </a:lnTo>
                <a:lnTo>
                  <a:pt x="27840" y="5633"/>
                </a:lnTo>
                <a:lnTo>
                  <a:pt x="27901" y="5621"/>
                </a:lnTo>
                <a:lnTo>
                  <a:pt x="27961" y="5608"/>
                </a:lnTo>
                <a:lnTo>
                  <a:pt x="28019" y="5594"/>
                </a:lnTo>
                <a:lnTo>
                  <a:pt x="28074" y="5579"/>
                </a:lnTo>
                <a:lnTo>
                  <a:pt x="28127" y="5563"/>
                </a:lnTo>
                <a:lnTo>
                  <a:pt x="28178" y="5545"/>
                </a:lnTo>
                <a:lnTo>
                  <a:pt x="28227" y="5526"/>
                </a:lnTo>
                <a:lnTo>
                  <a:pt x="28274" y="5506"/>
                </a:lnTo>
                <a:lnTo>
                  <a:pt x="28318" y="5485"/>
                </a:lnTo>
                <a:lnTo>
                  <a:pt x="28361" y="5462"/>
                </a:lnTo>
                <a:lnTo>
                  <a:pt x="28401" y="5438"/>
                </a:lnTo>
                <a:lnTo>
                  <a:pt x="28439" y="5413"/>
                </a:lnTo>
                <a:lnTo>
                  <a:pt x="28475" y="5387"/>
                </a:lnTo>
                <a:lnTo>
                  <a:pt x="28509" y="5360"/>
                </a:lnTo>
                <a:lnTo>
                  <a:pt x="28541" y="5331"/>
                </a:lnTo>
                <a:lnTo>
                  <a:pt x="28571" y="5301"/>
                </a:lnTo>
                <a:lnTo>
                  <a:pt x="28600" y="5268"/>
                </a:lnTo>
                <a:lnTo>
                  <a:pt x="28627" y="5234"/>
                </a:lnTo>
                <a:lnTo>
                  <a:pt x="28653" y="5197"/>
                </a:lnTo>
                <a:lnTo>
                  <a:pt x="28678" y="5158"/>
                </a:lnTo>
                <a:lnTo>
                  <a:pt x="28702" y="5117"/>
                </a:lnTo>
                <a:lnTo>
                  <a:pt x="28724" y="5074"/>
                </a:lnTo>
                <a:lnTo>
                  <a:pt x="28745" y="5029"/>
                </a:lnTo>
                <a:lnTo>
                  <a:pt x="28765" y="4981"/>
                </a:lnTo>
                <a:lnTo>
                  <a:pt x="28783" y="4931"/>
                </a:lnTo>
                <a:lnTo>
                  <a:pt x="28801" y="4880"/>
                </a:lnTo>
                <a:lnTo>
                  <a:pt x="28817" y="4826"/>
                </a:lnTo>
                <a:lnTo>
                  <a:pt x="28831" y="4770"/>
                </a:lnTo>
                <a:lnTo>
                  <a:pt x="28845" y="4711"/>
                </a:lnTo>
                <a:lnTo>
                  <a:pt x="28857" y="4651"/>
                </a:lnTo>
                <a:lnTo>
                  <a:pt x="28868" y="4588"/>
                </a:lnTo>
                <a:lnTo>
                  <a:pt x="28877" y="4524"/>
                </a:lnTo>
                <a:lnTo>
                  <a:pt x="28885" y="4457"/>
                </a:lnTo>
                <a:lnTo>
                  <a:pt x="28893" y="4388"/>
                </a:lnTo>
                <a:lnTo>
                  <a:pt x="28898" y="4317"/>
                </a:lnTo>
                <a:lnTo>
                  <a:pt x="28903" y="4244"/>
                </a:lnTo>
                <a:lnTo>
                  <a:pt x="28906" y="4168"/>
                </a:lnTo>
                <a:lnTo>
                  <a:pt x="28908" y="4091"/>
                </a:lnTo>
                <a:lnTo>
                  <a:pt x="28908" y="4011"/>
                </a:lnTo>
                <a:lnTo>
                  <a:pt x="28908" y="3933"/>
                </a:lnTo>
                <a:lnTo>
                  <a:pt x="28906" y="3856"/>
                </a:lnTo>
                <a:lnTo>
                  <a:pt x="28903" y="3782"/>
                </a:lnTo>
                <a:lnTo>
                  <a:pt x="28898" y="3710"/>
                </a:lnTo>
                <a:lnTo>
                  <a:pt x="28893" y="3640"/>
                </a:lnTo>
                <a:close/>
                <a:moveTo>
                  <a:pt x="157467" y="3573"/>
                </a:moveTo>
                <a:lnTo>
                  <a:pt x="157459" y="3507"/>
                </a:lnTo>
                <a:lnTo>
                  <a:pt x="157449" y="3444"/>
                </a:lnTo>
                <a:lnTo>
                  <a:pt x="157439" y="3382"/>
                </a:lnTo>
                <a:lnTo>
                  <a:pt x="157427" y="3323"/>
                </a:lnTo>
                <a:lnTo>
                  <a:pt x="157414" y="3266"/>
                </a:lnTo>
                <a:lnTo>
                  <a:pt x="157399" y="3211"/>
                </a:lnTo>
                <a:lnTo>
                  <a:pt x="157384" y="3158"/>
                </a:lnTo>
                <a:lnTo>
                  <a:pt x="157367" y="3107"/>
                </a:lnTo>
                <a:lnTo>
                  <a:pt x="157349" y="3058"/>
                </a:lnTo>
                <a:lnTo>
                  <a:pt x="157329" y="3012"/>
                </a:lnTo>
                <a:lnTo>
                  <a:pt x="157309" y="2967"/>
                </a:lnTo>
                <a:lnTo>
                  <a:pt x="157287" y="2925"/>
                </a:lnTo>
                <a:lnTo>
                  <a:pt x="157264" y="2885"/>
                </a:lnTo>
                <a:lnTo>
                  <a:pt x="157240" y="2847"/>
                </a:lnTo>
                <a:lnTo>
                  <a:pt x="157214" y="2811"/>
                </a:lnTo>
                <a:lnTo>
                  <a:pt x="157187" y="2777"/>
                </a:lnTo>
                <a:lnTo>
                  <a:pt x="157159" y="2745"/>
                </a:lnTo>
                <a:lnTo>
                  <a:pt x="157130" y="2716"/>
                </a:lnTo>
                <a:lnTo>
                  <a:pt x="157099" y="2688"/>
                </a:lnTo>
                <a:lnTo>
                  <a:pt x="157066" y="2661"/>
                </a:lnTo>
                <a:lnTo>
                  <a:pt x="157030" y="2635"/>
                </a:lnTo>
                <a:lnTo>
                  <a:pt x="156993" y="2611"/>
                </a:lnTo>
                <a:lnTo>
                  <a:pt x="156954" y="2588"/>
                </a:lnTo>
                <a:lnTo>
                  <a:pt x="156912" y="2566"/>
                </a:lnTo>
                <a:lnTo>
                  <a:pt x="156868" y="2545"/>
                </a:lnTo>
                <a:lnTo>
                  <a:pt x="156822" y="2525"/>
                </a:lnTo>
                <a:lnTo>
                  <a:pt x="156775" y="2507"/>
                </a:lnTo>
                <a:lnTo>
                  <a:pt x="156724" y="2490"/>
                </a:lnTo>
                <a:lnTo>
                  <a:pt x="156672" y="2474"/>
                </a:lnTo>
                <a:lnTo>
                  <a:pt x="156618" y="2459"/>
                </a:lnTo>
                <a:lnTo>
                  <a:pt x="156562" y="2445"/>
                </a:lnTo>
                <a:lnTo>
                  <a:pt x="156503" y="2433"/>
                </a:lnTo>
                <a:lnTo>
                  <a:pt x="156442" y="2421"/>
                </a:lnTo>
                <a:lnTo>
                  <a:pt x="156380" y="2411"/>
                </a:lnTo>
                <a:lnTo>
                  <a:pt x="156315" y="2402"/>
                </a:lnTo>
                <a:lnTo>
                  <a:pt x="156248" y="2395"/>
                </a:lnTo>
                <a:lnTo>
                  <a:pt x="156179" y="2388"/>
                </a:lnTo>
                <a:lnTo>
                  <a:pt x="156107" y="2383"/>
                </a:lnTo>
                <a:lnTo>
                  <a:pt x="156034" y="2378"/>
                </a:lnTo>
                <a:lnTo>
                  <a:pt x="155959" y="2376"/>
                </a:lnTo>
                <a:lnTo>
                  <a:pt x="155881" y="2374"/>
                </a:lnTo>
                <a:lnTo>
                  <a:pt x="155801" y="2373"/>
                </a:lnTo>
                <a:lnTo>
                  <a:pt x="155720" y="2374"/>
                </a:lnTo>
                <a:lnTo>
                  <a:pt x="155641" y="2376"/>
                </a:lnTo>
                <a:lnTo>
                  <a:pt x="155564" y="2379"/>
                </a:lnTo>
                <a:lnTo>
                  <a:pt x="155490" y="2383"/>
                </a:lnTo>
                <a:lnTo>
                  <a:pt x="155417" y="2388"/>
                </a:lnTo>
                <a:lnTo>
                  <a:pt x="155347" y="2395"/>
                </a:lnTo>
                <a:lnTo>
                  <a:pt x="155279" y="2403"/>
                </a:lnTo>
                <a:lnTo>
                  <a:pt x="155213" y="2412"/>
                </a:lnTo>
                <a:lnTo>
                  <a:pt x="155149" y="2422"/>
                </a:lnTo>
                <a:lnTo>
                  <a:pt x="155087" y="2434"/>
                </a:lnTo>
                <a:lnTo>
                  <a:pt x="155027" y="2447"/>
                </a:lnTo>
                <a:lnTo>
                  <a:pt x="154970" y="2461"/>
                </a:lnTo>
                <a:lnTo>
                  <a:pt x="154914" y="2476"/>
                </a:lnTo>
                <a:lnTo>
                  <a:pt x="154861" y="2493"/>
                </a:lnTo>
                <a:lnTo>
                  <a:pt x="154810" y="2510"/>
                </a:lnTo>
                <a:lnTo>
                  <a:pt x="154761" y="2529"/>
                </a:lnTo>
                <a:lnTo>
                  <a:pt x="154715" y="2549"/>
                </a:lnTo>
                <a:lnTo>
                  <a:pt x="154670" y="2571"/>
                </a:lnTo>
                <a:lnTo>
                  <a:pt x="154628" y="2593"/>
                </a:lnTo>
                <a:lnTo>
                  <a:pt x="154587" y="2617"/>
                </a:lnTo>
                <a:lnTo>
                  <a:pt x="154549" y="2642"/>
                </a:lnTo>
                <a:lnTo>
                  <a:pt x="154513" y="2668"/>
                </a:lnTo>
                <a:lnTo>
                  <a:pt x="154479" y="2695"/>
                </a:lnTo>
                <a:lnTo>
                  <a:pt x="154447" y="2724"/>
                </a:lnTo>
                <a:lnTo>
                  <a:pt x="154417" y="2754"/>
                </a:lnTo>
                <a:lnTo>
                  <a:pt x="154389" y="2787"/>
                </a:lnTo>
                <a:lnTo>
                  <a:pt x="154361" y="2821"/>
                </a:lnTo>
                <a:lnTo>
                  <a:pt x="154335" y="2858"/>
                </a:lnTo>
                <a:lnTo>
                  <a:pt x="154310" y="2897"/>
                </a:lnTo>
                <a:lnTo>
                  <a:pt x="154287" y="2938"/>
                </a:lnTo>
                <a:lnTo>
                  <a:pt x="154264" y="2981"/>
                </a:lnTo>
                <a:lnTo>
                  <a:pt x="154243" y="3027"/>
                </a:lnTo>
                <a:lnTo>
                  <a:pt x="154223" y="3074"/>
                </a:lnTo>
                <a:lnTo>
                  <a:pt x="154205" y="3124"/>
                </a:lnTo>
                <a:lnTo>
                  <a:pt x="154188" y="3176"/>
                </a:lnTo>
                <a:lnTo>
                  <a:pt x="154172" y="3230"/>
                </a:lnTo>
                <a:lnTo>
                  <a:pt x="154157" y="3286"/>
                </a:lnTo>
                <a:lnTo>
                  <a:pt x="154144" y="3344"/>
                </a:lnTo>
                <a:lnTo>
                  <a:pt x="154132" y="3404"/>
                </a:lnTo>
                <a:lnTo>
                  <a:pt x="154121" y="3467"/>
                </a:lnTo>
                <a:lnTo>
                  <a:pt x="154111" y="3532"/>
                </a:lnTo>
                <a:lnTo>
                  <a:pt x="154103" y="3598"/>
                </a:lnTo>
                <a:lnTo>
                  <a:pt x="154096" y="3667"/>
                </a:lnTo>
                <a:lnTo>
                  <a:pt x="154090" y="3738"/>
                </a:lnTo>
                <a:lnTo>
                  <a:pt x="154086" y="3812"/>
                </a:lnTo>
                <a:lnTo>
                  <a:pt x="154082" y="3887"/>
                </a:lnTo>
                <a:lnTo>
                  <a:pt x="154080" y="3965"/>
                </a:lnTo>
                <a:lnTo>
                  <a:pt x="154080" y="4044"/>
                </a:lnTo>
                <a:lnTo>
                  <a:pt x="154080" y="4123"/>
                </a:lnTo>
                <a:lnTo>
                  <a:pt x="154082" y="4199"/>
                </a:lnTo>
                <a:lnTo>
                  <a:pt x="154085" y="4273"/>
                </a:lnTo>
                <a:lnTo>
                  <a:pt x="154090" y="4345"/>
                </a:lnTo>
                <a:lnTo>
                  <a:pt x="154095" y="4415"/>
                </a:lnTo>
                <a:lnTo>
                  <a:pt x="154102" y="4483"/>
                </a:lnTo>
                <a:lnTo>
                  <a:pt x="154110" y="4548"/>
                </a:lnTo>
                <a:lnTo>
                  <a:pt x="154120" y="4612"/>
                </a:lnTo>
                <a:lnTo>
                  <a:pt x="154130" y="4673"/>
                </a:lnTo>
                <a:lnTo>
                  <a:pt x="154142" y="4732"/>
                </a:lnTo>
                <a:lnTo>
                  <a:pt x="154155" y="4789"/>
                </a:lnTo>
                <a:lnTo>
                  <a:pt x="154170" y="4844"/>
                </a:lnTo>
                <a:lnTo>
                  <a:pt x="154185" y="4897"/>
                </a:lnTo>
                <a:lnTo>
                  <a:pt x="154202" y="4948"/>
                </a:lnTo>
                <a:lnTo>
                  <a:pt x="154220" y="4997"/>
                </a:lnTo>
                <a:lnTo>
                  <a:pt x="154240" y="5043"/>
                </a:lnTo>
                <a:lnTo>
                  <a:pt x="154260" y="5088"/>
                </a:lnTo>
                <a:lnTo>
                  <a:pt x="154282" y="5130"/>
                </a:lnTo>
                <a:lnTo>
                  <a:pt x="154305" y="5170"/>
                </a:lnTo>
                <a:lnTo>
                  <a:pt x="154329" y="5208"/>
                </a:lnTo>
                <a:lnTo>
                  <a:pt x="154355" y="5244"/>
                </a:lnTo>
                <a:lnTo>
                  <a:pt x="154382" y="5278"/>
                </a:lnTo>
                <a:lnTo>
                  <a:pt x="154410" y="5310"/>
                </a:lnTo>
                <a:lnTo>
                  <a:pt x="154439" y="5340"/>
                </a:lnTo>
                <a:lnTo>
                  <a:pt x="154470" y="5368"/>
                </a:lnTo>
                <a:lnTo>
                  <a:pt x="154503" y="5394"/>
                </a:lnTo>
                <a:lnTo>
                  <a:pt x="154539" y="5420"/>
                </a:lnTo>
                <a:lnTo>
                  <a:pt x="154576" y="5444"/>
                </a:lnTo>
                <a:lnTo>
                  <a:pt x="154615" y="5467"/>
                </a:lnTo>
                <a:lnTo>
                  <a:pt x="154657" y="5489"/>
                </a:lnTo>
                <a:lnTo>
                  <a:pt x="154701" y="5510"/>
                </a:lnTo>
                <a:lnTo>
                  <a:pt x="154746" y="5530"/>
                </a:lnTo>
                <a:lnTo>
                  <a:pt x="154794" y="5548"/>
                </a:lnTo>
                <a:lnTo>
                  <a:pt x="154844" y="5566"/>
                </a:lnTo>
                <a:lnTo>
                  <a:pt x="154897" y="5582"/>
                </a:lnTo>
                <a:lnTo>
                  <a:pt x="154951" y="5597"/>
                </a:lnTo>
                <a:lnTo>
                  <a:pt x="155007" y="5610"/>
                </a:lnTo>
                <a:lnTo>
                  <a:pt x="155066" y="5623"/>
                </a:lnTo>
                <a:lnTo>
                  <a:pt x="155127" y="5634"/>
                </a:lnTo>
                <a:lnTo>
                  <a:pt x="155189" y="5644"/>
                </a:lnTo>
                <a:lnTo>
                  <a:pt x="155254" y="5653"/>
                </a:lnTo>
                <a:lnTo>
                  <a:pt x="155321" y="5661"/>
                </a:lnTo>
                <a:lnTo>
                  <a:pt x="155390" y="5667"/>
                </a:lnTo>
                <a:lnTo>
                  <a:pt x="155462" y="5673"/>
                </a:lnTo>
                <a:lnTo>
                  <a:pt x="155535" y="5677"/>
                </a:lnTo>
                <a:lnTo>
                  <a:pt x="155610" y="5680"/>
                </a:lnTo>
                <a:lnTo>
                  <a:pt x="155688" y="5682"/>
                </a:lnTo>
                <a:lnTo>
                  <a:pt x="155768" y="5682"/>
                </a:lnTo>
                <a:lnTo>
                  <a:pt x="155849" y="5682"/>
                </a:lnTo>
                <a:lnTo>
                  <a:pt x="155928" y="5680"/>
                </a:lnTo>
                <a:lnTo>
                  <a:pt x="156005" y="5677"/>
                </a:lnTo>
                <a:lnTo>
                  <a:pt x="156079" y="5672"/>
                </a:lnTo>
                <a:lnTo>
                  <a:pt x="156152" y="5667"/>
                </a:lnTo>
                <a:lnTo>
                  <a:pt x="156222" y="5660"/>
                </a:lnTo>
                <a:lnTo>
                  <a:pt x="156290" y="5652"/>
                </a:lnTo>
                <a:lnTo>
                  <a:pt x="156356" y="5643"/>
                </a:lnTo>
                <a:lnTo>
                  <a:pt x="156420" y="5633"/>
                </a:lnTo>
                <a:lnTo>
                  <a:pt x="156482" y="5621"/>
                </a:lnTo>
                <a:lnTo>
                  <a:pt x="156542" y="5608"/>
                </a:lnTo>
                <a:lnTo>
                  <a:pt x="156599" y="5594"/>
                </a:lnTo>
                <a:lnTo>
                  <a:pt x="156655" y="5579"/>
                </a:lnTo>
                <a:lnTo>
                  <a:pt x="156708" y="5563"/>
                </a:lnTo>
                <a:lnTo>
                  <a:pt x="156759" y="5545"/>
                </a:lnTo>
                <a:lnTo>
                  <a:pt x="156808" y="5526"/>
                </a:lnTo>
                <a:lnTo>
                  <a:pt x="156854" y="5506"/>
                </a:lnTo>
                <a:lnTo>
                  <a:pt x="156899" y="5485"/>
                </a:lnTo>
                <a:lnTo>
                  <a:pt x="156941" y="5462"/>
                </a:lnTo>
                <a:lnTo>
                  <a:pt x="156982" y="5438"/>
                </a:lnTo>
                <a:lnTo>
                  <a:pt x="157020" y="5413"/>
                </a:lnTo>
                <a:lnTo>
                  <a:pt x="157056" y="5387"/>
                </a:lnTo>
                <a:lnTo>
                  <a:pt x="157090" y="5360"/>
                </a:lnTo>
                <a:lnTo>
                  <a:pt x="157121" y="5331"/>
                </a:lnTo>
                <a:lnTo>
                  <a:pt x="157151" y="5301"/>
                </a:lnTo>
                <a:lnTo>
                  <a:pt x="157180" y="5268"/>
                </a:lnTo>
                <a:lnTo>
                  <a:pt x="157208" y="5234"/>
                </a:lnTo>
                <a:lnTo>
                  <a:pt x="157234" y="5197"/>
                </a:lnTo>
                <a:lnTo>
                  <a:pt x="157259" y="5158"/>
                </a:lnTo>
                <a:lnTo>
                  <a:pt x="157282" y="5117"/>
                </a:lnTo>
                <a:lnTo>
                  <a:pt x="157305" y="5074"/>
                </a:lnTo>
                <a:lnTo>
                  <a:pt x="157326" y="5029"/>
                </a:lnTo>
                <a:lnTo>
                  <a:pt x="157345" y="4981"/>
                </a:lnTo>
                <a:lnTo>
                  <a:pt x="157364" y="4931"/>
                </a:lnTo>
                <a:lnTo>
                  <a:pt x="157381" y="4880"/>
                </a:lnTo>
                <a:lnTo>
                  <a:pt x="157397" y="4826"/>
                </a:lnTo>
                <a:lnTo>
                  <a:pt x="157412" y="4770"/>
                </a:lnTo>
                <a:lnTo>
                  <a:pt x="157425" y="4711"/>
                </a:lnTo>
                <a:lnTo>
                  <a:pt x="157437" y="4651"/>
                </a:lnTo>
                <a:lnTo>
                  <a:pt x="157448" y="4588"/>
                </a:lnTo>
                <a:lnTo>
                  <a:pt x="157458" y="4524"/>
                </a:lnTo>
                <a:lnTo>
                  <a:pt x="157466" y="4457"/>
                </a:lnTo>
                <a:lnTo>
                  <a:pt x="157473" y="4388"/>
                </a:lnTo>
                <a:lnTo>
                  <a:pt x="157479" y="4317"/>
                </a:lnTo>
                <a:lnTo>
                  <a:pt x="157483" y="4244"/>
                </a:lnTo>
                <a:lnTo>
                  <a:pt x="157487" y="4168"/>
                </a:lnTo>
                <a:lnTo>
                  <a:pt x="157488" y="4091"/>
                </a:lnTo>
                <a:lnTo>
                  <a:pt x="157489" y="4011"/>
                </a:lnTo>
                <a:lnTo>
                  <a:pt x="157488" y="3933"/>
                </a:lnTo>
                <a:lnTo>
                  <a:pt x="157487" y="3856"/>
                </a:lnTo>
                <a:lnTo>
                  <a:pt x="157484" y="3782"/>
                </a:lnTo>
                <a:lnTo>
                  <a:pt x="157479" y="3710"/>
                </a:lnTo>
                <a:lnTo>
                  <a:pt x="157474" y="3640"/>
                </a:lnTo>
                <a:lnTo>
                  <a:pt x="157467" y="3573"/>
                </a:lnTo>
                <a:close/>
                <a:moveTo>
                  <a:pt x="239337" y="3573"/>
                </a:moveTo>
                <a:lnTo>
                  <a:pt x="239328" y="3507"/>
                </a:lnTo>
                <a:lnTo>
                  <a:pt x="239319" y="3444"/>
                </a:lnTo>
                <a:lnTo>
                  <a:pt x="239309" y="3382"/>
                </a:lnTo>
                <a:lnTo>
                  <a:pt x="239297" y="3323"/>
                </a:lnTo>
                <a:lnTo>
                  <a:pt x="239284" y="3266"/>
                </a:lnTo>
                <a:lnTo>
                  <a:pt x="239269" y="3211"/>
                </a:lnTo>
                <a:lnTo>
                  <a:pt x="239254" y="3158"/>
                </a:lnTo>
                <a:lnTo>
                  <a:pt x="239237" y="3107"/>
                </a:lnTo>
                <a:lnTo>
                  <a:pt x="239219" y="3058"/>
                </a:lnTo>
                <a:lnTo>
                  <a:pt x="239199" y="3012"/>
                </a:lnTo>
                <a:lnTo>
                  <a:pt x="239179" y="2967"/>
                </a:lnTo>
                <a:lnTo>
                  <a:pt x="239157" y="2925"/>
                </a:lnTo>
                <a:lnTo>
                  <a:pt x="239134" y="2885"/>
                </a:lnTo>
                <a:lnTo>
                  <a:pt x="239110" y="2847"/>
                </a:lnTo>
                <a:lnTo>
                  <a:pt x="239084" y="2811"/>
                </a:lnTo>
                <a:lnTo>
                  <a:pt x="239057" y="2777"/>
                </a:lnTo>
                <a:lnTo>
                  <a:pt x="239029" y="2745"/>
                </a:lnTo>
                <a:lnTo>
                  <a:pt x="239000" y="2716"/>
                </a:lnTo>
                <a:lnTo>
                  <a:pt x="238969" y="2688"/>
                </a:lnTo>
                <a:lnTo>
                  <a:pt x="238936" y="2661"/>
                </a:lnTo>
                <a:lnTo>
                  <a:pt x="238900" y="2635"/>
                </a:lnTo>
                <a:lnTo>
                  <a:pt x="238863" y="2611"/>
                </a:lnTo>
                <a:lnTo>
                  <a:pt x="238824" y="2588"/>
                </a:lnTo>
                <a:lnTo>
                  <a:pt x="238782" y="2566"/>
                </a:lnTo>
                <a:lnTo>
                  <a:pt x="238738" y="2545"/>
                </a:lnTo>
                <a:lnTo>
                  <a:pt x="238692" y="2525"/>
                </a:lnTo>
                <a:lnTo>
                  <a:pt x="238644" y="2507"/>
                </a:lnTo>
                <a:lnTo>
                  <a:pt x="238594" y="2490"/>
                </a:lnTo>
                <a:lnTo>
                  <a:pt x="238542" y="2474"/>
                </a:lnTo>
                <a:lnTo>
                  <a:pt x="238488" y="2459"/>
                </a:lnTo>
                <a:lnTo>
                  <a:pt x="238432" y="2445"/>
                </a:lnTo>
                <a:lnTo>
                  <a:pt x="238373" y="2433"/>
                </a:lnTo>
                <a:lnTo>
                  <a:pt x="238312" y="2421"/>
                </a:lnTo>
                <a:lnTo>
                  <a:pt x="238250" y="2411"/>
                </a:lnTo>
                <a:lnTo>
                  <a:pt x="238185" y="2402"/>
                </a:lnTo>
                <a:lnTo>
                  <a:pt x="238118" y="2395"/>
                </a:lnTo>
                <a:lnTo>
                  <a:pt x="238049" y="2388"/>
                </a:lnTo>
                <a:lnTo>
                  <a:pt x="237977" y="2383"/>
                </a:lnTo>
                <a:lnTo>
                  <a:pt x="237904" y="2378"/>
                </a:lnTo>
                <a:lnTo>
                  <a:pt x="237828" y="2376"/>
                </a:lnTo>
                <a:lnTo>
                  <a:pt x="237751" y="2374"/>
                </a:lnTo>
                <a:lnTo>
                  <a:pt x="237671" y="2373"/>
                </a:lnTo>
                <a:lnTo>
                  <a:pt x="237590" y="2374"/>
                </a:lnTo>
                <a:lnTo>
                  <a:pt x="237511" y="2376"/>
                </a:lnTo>
                <a:lnTo>
                  <a:pt x="237434" y="2379"/>
                </a:lnTo>
                <a:lnTo>
                  <a:pt x="237360" y="2383"/>
                </a:lnTo>
                <a:lnTo>
                  <a:pt x="237287" y="2388"/>
                </a:lnTo>
                <a:lnTo>
                  <a:pt x="237217" y="2395"/>
                </a:lnTo>
                <a:lnTo>
                  <a:pt x="237149" y="2403"/>
                </a:lnTo>
                <a:lnTo>
                  <a:pt x="237082" y="2412"/>
                </a:lnTo>
                <a:lnTo>
                  <a:pt x="237019" y="2422"/>
                </a:lnTo>
                <a:lnTo>
                  <a:pt x="236957" y="2434"/>
                </a:lnTo>
                <a:lnTo>
                  <a:pt x="236897" y="2447"/>
                </a:lnTo>
                <a:lnTo>
                  <a:pt x="236840" y="2461"/>
                </a:lnTo>
                <a:lnTo>
                  <a:pt x="236784" y="2476"/>
                </a:lnTo>
                <a:lnTo>
                  <a:pt x="236731" y="2493"/>
                </a:lnTo>
                <a:lnTo>
                  <a:pt x="236680" y="2510"/>
                </a:lnTo>
                <a:lnTo>
                  <a:pt x="236631" y="2529"/>
                </a:lnTo>
                <a:lnTo>
                  <a:pt x="236585" y="2549"/>
                </a:lnTo>
                <a:lnTo>
                  <a:pt x="236540" y="2571"/>
                </a:lnTo>
                <a:lnTo>
                  <a:pt x="236497" y="2593"/>
                </a:lnTo>
                <a:lnTo>
                  <a:pt x="236457" y="2617"/>
                </a:lnTo>
                <a:lnTo>
                  <a:pt x="236419" y="2642"/>
                </a:lnTo>
                <a:lnTo>
                  <a:pt x="236383" y="2668"/>
                </a:lnTo>
                <a:lnTo>
                  <a:pt x="236349" y="2695"/>
                </a:lnTo>
                <a:lnTo>
                  <a:pt x="236317" y="2724"/>
                </a:lnTo>
                <a:lnTo>
                  <a:pt x="236287" y="2754"/>
                </a:lnTo>
                <a:lnTo>
                  <a:pt x="236259" y="2787"/>
                </a:lnTo>
                <a:lnTo>
                  <a:pt x="236231" y="2821"/>
                </a:lnTo>
                <a:lnTo>
                  <a:pt x="236205" y="2858"/>
                </a:lnTo>
                <a:lnTo>
                  <a:pt x="236180" y="2897"/>
                </a:lnTo>
                <a:lnTo>
                  <a:pt x="236157" y="2938"/>
                </a:lnTo>
                <a:lnTo>
                  <a:pt x="236134" y="2981"/>
                </a:lnTo>
                <a:lnTo>
                  <a:pt x="236113" y="3027"/>
                </a:lnTo>
                <a:lnTo>
                  <a:pt x="236093" y="3074"/>
                </a:lnTo>
                <a:lnTo>
                  <a:pt x="236075" y="3124"/>
                </a:lnTo>
                <a:lnTo>
                  <a:pt x="236058" y="3176"/>
                </a:lnTo>
                <a:lnTo>
                  <a:pt x="236042" y="3230"/>
                </a:lnTo>
                <a:lnTo>
                  <a:pt x="236027" y="3286"/>
                </a:lnTo>
                <a:lnTo>
                  <a:pt x="236014" y="3344"/>
                </a:lnTo>
                <a:lnTo>
                  <a:pt x="236001" y="3404"/>
                </a:lnTo>
                <a:lnTo>
                  <a:pt x="235991" y="3467"/>
                </a:lnTo>
                <a:lnTo>
                  <a:pt x="235981" y="3532"/>
                </a:lnTo>
                <a:lnTo>
                  <a:pt x="235973" y="3598"/>
                </a:lnTo>
                <a:lnTo>
                  <a:pt x="235966" y="3667"/>
                </a:lnTo>
                <a:lnTo>
                  <a:pt x="235960" y="3738"/>
                </a:lnTo>
                <a:lnTo>
                  <a:pt x="235956" y="3812"/>
                </a:lnTo>
                <a:lnTo>
                  <a:pt x="235952" y="3887"/>
                </a:lnTo>
                <a:lnTo>
                  <a:pt x="235950" y="3965"/>
                </a:lnTo>
                <a:lnTo>
                  <a:pt x="235950" y="4044"/>
                </a:lnTo>
                <a:lnTo>
                  <a:pt x="235950" y="4123"/>
                </a:lnTo>
                <a:lnTo>
                  <a:pt x="235952" y="4199"/>
                </a:lnTo>
                <a:lnTo>
                  <a:pt x="235955" y="4273"/>
                </a:lnTo>
                <a:lnTo>
                  <a:pt x="235960" y="4345"/>
                </a:lnTo>
                <a:lnTo>
                  <a:pt x="235965" y="4415"/>
                </a:lnTo>
                <a:lnTo>
                  <a:pt x="235972" y="4483"/>
                </a:lnTo>
                <a:lnTo>
                  <a:pt x="235980" y="4548"/>
                </a:lnTo>
                <a:lnTo>
                  <a:pt x="235990" y="4612"/>
                </a:lnTo>
                <a:lnTo>
                  <a:pt x="236000" y="4673"/>
                </a:lnTo>
                <a:lnTo>
                  <a:pt x="236012" y="4732"/>
                </a:lnTo>
                <a:lnTo>
                  <a:pt x="236025" y="4789"/>
                </a:lnTo>
                <a:lnTo>
                  <a:pt x="236040" y="4844"/>
                </a:lnTo>
                <a:lnTo>
                  <a:pt x="236055" y="4897"/>
                </a:lnTo>
                <a:lnTo>
                  <a:pt x="236072" y="4948"/>
                </a:lnTo>
                <a:lnTo>
                  <a:pt x="236090" y="4997"/>
                </a:lnTo>
                <a:lnTo>
                  <a:pt x="236109" y="5043"/>
                </a:lnTo>
                <a:lnTo>
                  <a:pt x="236130" y="5088"/>
                </a:lnTo>
                <a:lnTo>
                  <a:pt x="236152" y="5130"/>
                </a:lnTo>
                <a:lnTo>
                  <a:pt x="236175" y="5170"/>
                </a:lnTo>
                <a:lnTo>
                  <a:pt x="236199" y="5208"/>
                </a:lnTo>
                <a:lnTo>
                  <a:pt x="236225" y="5244"/>
                </a:lnTo>
                <a:lnTo>
                  <a:pt x="236252" y="5278"/>
                </a:lnTo>
                <a:lnTo>
                  <a:pt x="236280" y="5310"/>
                </a:lnTo>
                <a:lnTo>
                  <a:pt x="236309" y="5340"/>
                </a:lnTo>
                <a:lnTo>
                  <a:pt x="236340" y="5368"/>
                </a:lnTo>
                <a:lnTo>
                  <a:pt x="236373" y="5394"/>
                </a:lnTo>
                <a:lnTo>
                  <a:pt x="236408" y="5420"/>
                </a:lnTo>
                <a:lnTo>
                  <a:pt x="236446" y="5444"/>
                </a:lnTo>
                <a:lnTo>
                  <a:pt x="236485" y="5467"/>
                </a:lnTo>
                <a:lnTo>
                  <a:pt x="236527" y="5489"/>
                </a:lnTo>
                <a:lnTo>
                  <a:pt x="236571" y="5510"/>
                </a:lnTo>
                <a:lnTo>
                  <a:pt x="236616" y="5530"/>
                </a:lnTo>
                <a:lnTo>
                  <a:pt x="236664" y="5548"/>
                </a:lnTo>
                <a:lnTo>
                  <a:pt x="236714" y="5566"/>
                </a:lnTo>
                <a:lnTo>
                  <a:pt x="236767" y="5582"/>
                </a:lnTo>
                <a:lnTo>
                  <a:pt x="236821" y="5597"/>
                </a:lnTo>
                <a:lnTo>
                  <a:pt x="236877" y="5610"/>
                </a:lnTo>
                <a:lnTo>
                  <a:pt x="236936" y="5623"/>
                </a:lnTo>
                <a:lnTo>
                  <a:pt x="236997" y="5634"/>
                </a:lnTo>
                <a:lnTo>
                  <a:pt x="237059" y="5644"/>
                </a:lnTo>
                <a:lnTo>
                  <a:pt x="237124" y="5653"/>
                </a:lnTo>
                <a:lnTo>
                  <a:pt x="237191" y="5661"/>
                </a:lnTo>
                <a:lnTo>
                  <a:pt x="237260" y="5667"/>
                </a:lnTo>
                <a:lnTo>
                  <a:pt x="237332" y="5673"/>
                </a:lnTo>
                <a:lnTo>
                  <a:pt x="237405" y="5677"/>
                </a:lnTo>
                <a:lnTo>
                  <a:pt x="237480" y="5680"/>
                </a:lnTo>
                <a:lnTo>
                  <a:pt x="237558" y="5682"/>
                </a:lnTo>
                <a:lnTo>
                  <a:pt x="237638" y="5682"/>
                </a:lnTo>
                <a:lnTo>
                  <a:pt x="237719" y="5682"/>
                </a:lnTo>
                <a:lnTo>
                  <a:pt x="237798" y="5680"/>
                </a:lnTo>
                <a:lnTo>
                  <a:pt x="237875" y="5677"/>
                </a:lnTo>
                <a:lnTo>
                  <a:pt x="237949" y="5672"/>
                </a:lnTo>
                <a:lnTo>
                  <a:pt x="238022" y="5667"/>
                </a:lnTo>
                <a:lnTo>
                  <a:pt x="238092" y="5660"/>
                </a:lnTo>
                <a:lnTo>
                  <a:pt x="238160" y="5652"/>
                </a:lnTo>
                <a:lnTo>
                  <a:pt x="238226" y="5643"/>
                </a:lnTo>
                <a:lnTo>
                  <a:pt x="238290" y="5633"/>
                </a:lnTo>
                <a:lnTo>
                  <a:pt x="238352" y="5621"/>
                </a:lnTo>
                <a:lnTo>
                  <a:pt x="238412" y="5608"/>
                </a:lnTo>
                <a:lnTo>
                  <a:pt x="238469" y="5594"/>
                </a:lnTo>
                <a:lnTo>
                  <a:pt x="238524" y="5579"/>
                </a:lnTo>
                <a:lnTo>
                  <a:pt x="238578" y="5563"/>
                </a:lnTo>
                <a:lnTo>
                  <a:pt x="238629" y="5545"/>
                </a:lnTo>
                <a:lnTo>
                  <a:pt x="238678" y="5526"/>
                </a:lnTo>
                <a:lnTo>
                  <a:pt x="238724" y="5506"/>
                </a:lnTo>
                <a:lnTo>
                  <a:pt x="238769" y="5485"/>
                </a:lnTo>
                <a:lnTo>
                  <a:pt x="238811" y="5462"/>
                </a:lnTo>
                <a:lnTo>
                  <a:pt x="238852" y="5438"/>
                </a:lnTo>
                <a:lnTo>
                  <a:pt x="238890" y="5413"/>
                </a:lnTo>
                <a:lnTo>
                  <a:pt x="238926" y="5387"/>
                </a:lnTo>
                <a:lnTo>
                  <a:pt x="238960" y="5360"/>
                </a:lnTo>
                <a:lnTo>
                  <a:pt x="238991" y="5331"/>
                </a:lnTo>
                <a:lnTo>
                  <a:pt x="239021" y="5301"/>
                </a:lnTo>
                <a:lnTo>
                  <a:pt x="239050" y="5268"/>
                </a:lnTo>
                <a:lnTo>
                  <a:pt x="239078" y="5234"/>
                </a:lnTo>
                <a:lnTo>
                  <a:pt x="239104" y="5197"/>
                </a:lnTo>
                <a:lnTo>
                  <a:pt x="239129" y="5158"/>
                </a:lnTo>
                <a:lnTo>
                  <a:pt x="239152" y="5117"/>
                </a:lnTo>
                <a:lnTo>
                  <a:pt x="239175" y="5074"/>
                </a:lnTo>
                <a:lnTo>
                  <a:pt x="239196" y="5029"/>
                </a:lnTo>
                <a:lnTo>
                  <a:pt x="239215" y="4981"/>
                </a:lnTo>
                <a:lnTo>
                  <a:pt x="239234" y="4931"/>
                </a:lnTo>
                <a:lnTo>
                  <a:pt x="239251" y="4880"/>
                </a:lnTo>
                <a:lnTo>
                  <a:pt x="239267" y="4826"/>
                </a:lnTo>
                <a:lnTo>
                  <a:pt x="239282" y="4770"/>
                </a:lnTo>
                <a:lnTo>
                  <a:pt x="239295" y="4711"/>
                </a:lnTo>
                <a:lnTo>
                  <a:pt x="239307" y="4651"/>
                </a:lnTo>
                <a:lnTo>
                  <a:pt x="239318" y="4588"/>
                </a:lnTo>
                <a:lnTo>
                  <a:pt x="239328" y="4524"/>
                </a:lnTo>
                <a:lnTo>
                  <a:pt x="239336" y="4457"/>
                </a:lnTo>
                <a:lnTo>
                  <a:pt x="239343" y="4388"/>
                </a:lnTo>
                <a:lnTo>
                  <a:pt x="239349" y="4317"/>
                </a:lnTo>
                <a:lnTo>
                  <a:pt x="239353" y="4244"/>
                </a:lnTo>
                <a:lnTo>
                  <a:pt x="239357" y="4168"/>
                </a:lnTo>
                <a:lnTo>
                  <a:pt x="239358" y="4091"/>
                </a:lnTo>
                <a:lnTo>
                  <a:pt x="239359" y="4011"/>
                </a:lnTo>
                <a:lnTo>
                  <a:pt x="239358" y="3933"/>
                </a:lnTo>
                <a:lnTo>
                  <a:pt x="239357" y="3856"/>
                </a:lnTo>
                <a:lnTo>
                  <a:pt x="239353" y="3782"/>
                </a:lnTo>
                <a:lnTo>
                  <a:pt x="239349" y="3710"/>
                </a:lnTo>
                <a:lnTo>
                  <a:pt x="239343" y="3640"/>
                </a:lnTo>
                <a:lnTo>
                  <a:pt x="239337" y="3573"/>
                </a:lnTo>
                <a:close/>
                <a:moveTo>
                  <a:pt x="121271" y="2772"/>
                </a:moveTo>
                <a:lnTo>
                  <a:pt x="121271" y="2747"/>
                </a:lnTo>
                <a:lnTo>
                  <a:pt x="121270" y="2723"/>
                </a:lnTo>
                <a:lnTo>
                  <a:pt x="121269" y="2699"/>
                </a:lnTo>
                <a:lnTo>
                  <a:pt x="121269" y="2676"/>
                </a:lnTo>
                <a:lnTo>
                  <a:pt x="121268" y="2653"/>
                </a:lnTo>
                <a:lnTo>
                  <a:pt x="121267" y="2630"/>
                </a:lnTo>
                <a:lnTo>
                  <a:pt x="121266" y="2608"/>
                </a:lnTo>
                <a:lnTo>
                  <a:pt x="121264" y="2585"/>
                </a:lnTo>
                <a:lnTo>
                  <a:pt x="121263" y="2564"/>
                </a:lnTo>
                <a:lnTo>
                  <a:pt x="121262" y="2542"/>
                </a:lnTo>
                <a:lnTo>
                  <a:pt x="121260" y="2521"/>
                </a:lnTo>
                <a:lnTo>
                  <a:pt x="121259" y="2500"/>
                </a:lnTo>
                <a:lnTo>
                  <a:pt x="121257" y="2479"/>
                </a:lnTo>
                <a:lnTo>
                  <a:pt x="121255" y="2459"/>
                </a:lnTo>
                <a:lnTo>
                  <a:pt x="121254" y="2439"/>
                </a:lnTo>
                <a:lnTo>
                  <a:pt x="121252" y="2420"/>
                </a:lnTo>
                <a:lnTo>
                  <a:pt x="121250" y="2400"/>
                </a:lnTo>
                <a:lnTo>
                  <a:pt x="121248" y="2381"/>
                </a:lnTo>
                <a:lnTo>
                  <a:pt x="121246" y="2363"/>
                </a:lnTo>
                <a:lnTo>
                  <a:pt x="121243" y="2344"/>
                </a:lnTo>
                <a:lnTo>
                  <a:pt x="121241" y="2326"/>
                </a:lnTo>
                <a:lnTo>
                  <a:pt x="121238" y="2308"/>
                </a:lnTo>
                <a:lnTo>
                  <a:pt x="121236" y="2290"/>
                </a:lnTo>
                <a:lnTo>
                  <a:pt x="121233" y="2273"/>
                </a:lnTo>
                <a:lnTo>
                  <a:pt x="121230" y="2256"/>
                </a:lnTo>
                <a:lnTo>
                  <a:pt x="121226" y="2239"/>
                </a:lnTo>
                <a:lnTo>
                  <a:pt x="121223" y="2222"/>
                </a:lnTo>
                <a:lnTo>
                  <a:pt x="121220" y="2205"/>
                </a:lnTo>
                <a:lnTo>
                  <a:pt x="121216" y="2189"/>
                </a:lnTo>
                <a:lnTo>
                  <a:pt x="121212" y="2173"/>
                </a:lnTo>
                <a:lnTo>
                  <a:pt x="121208" y="2157"/>
                </a:lnTo>
                <a:lnTo>
                  <a:pt x="121204" y="2141"/>
                </a:lnTo>
                <a:lnTo>
                  <a:pt x="121200" y="2126"/>
                </a:lnTo>
                <a:lnTo>
                  <a:pt x="121196" y="2110"/>
                </a:lnTo>
                <a:lnTo>
                  <a:pt x="121191" y="2095"/>
                </a:lnTo>
                <a:lnTo>
                  <a:pt x="121187" y="2081"/>
                </a:lnTo>
                <a:lnTo>
                  <a:pt x="121182" y="2066"/>
                </a:lnTo>
                <a:lnTo>
                  <a:pt x="121177" y="2052"/>
                </a:lnTo>
                <a:lnTo>
                  <a:pt x="121172" y="2038"/>
                </a:lnTo>
                <a:lnTo>
                  <a:pt x="121167" y="2024"/>
                </a:lnTo>
                <a:lnTo>
                  <a:pt x="121161" y="2010"/>
                </a:lnTo>
                <a:lnTo>
                  <a:pt x="121156" y="1997"/>
                </a:lnTo>
                <a:lnTo>
                  <a:pt x="121150" y="1984"/>
                </a:lnTo>
                <a:lnTo>
                  <a:pt x="121145" y="1971"/>
                </a:lnTo>
                <a:lnTo>
                  <a:pt x="121139" y="1958"/>
                </a:lnTo>
                <a:lnTo>
                  <a:pt x="121133" y="1946"/>
                </a:lnTo>
                <a:lnTo>
                  <a:pt x="121127" y="1933"/>
                </a:lnTo>
                <a:lnTo>
                  <a:pt x="121120" y="1921"/>
                </a:lnTo>
                <a:lnTo>
                  <a:pt x="121114" y="1909"/>
                </a:lnTo>
                <a:lnTo>
                  <a:pt x="121108" y="1898"/>
                </a:lnTo>
                <a:lnTo>
                  <a:pt x="121101" y="1886"/>
                </a:lnTo>
                <a:lnTo>
                  <a:pt x="121094" y="1875"/>
                </a:lnTo>
                <a:lnTo>
                  <a:pt x="121088" y="1864"/>
                </a:lnTo>
                <a:lnTo>
                  <a:pt x="121081" y="1853"/>
                </a:lnTo>
                <a:lnTo>
                  <a:pt x="121074" y="1842"/>
                </a:lnTo>
                <a:lnTo>
                  <a:pt x="121067" y="1832"/>
                </a:lnTo>
                <a:lnTo>
                  <a:pt x="121059" y="1821"/>
                </a:lnTo>
                <a:lnTo>
                  <a:pt x="121052" y="1811"/>
                </a:lnTo>
                <a:lnTo>
                  <a:pt x="121044" y="1802"/>
                </a:lnTo>
                <a:lnTo>
                  <a:pt x="121037" y="1792"/>
                </a:lnTo>
                <a:lnTo>
                  <a:pt x="121029" y="1782"/>
                </a:lnTo>
                <a:lnTo>
                  <a:pt x="121021" y="1773"/>
                </a:lnTo>
                <a:lnTo>
                  <a:pt x="121013" y="1764"/>
                </a:lnTo>
                <a:lnTo>
                  <a:pt x="121005" y="1755"/>
                </a:lnTo>
                <a:lnTo>
                  <a:pt x="120997" y="1747"/>
                </a:lnTo>
                <a:lnTo>
                  <a:pt x="120989" y="1738"/>
                </a:lnTo>
                <a:lnTo>
                  <a:pt x="120980" y="1730"/>
                </a:lnTo>
                <a:lnTo>
                  <a:pt x="120971" y="1721"/>
                </a:lnTo>
                <a:lnTo>
                  <a:pt x="120961" y="1713"/>
                </a:lnTo>
                <a:lnTo>
                  <a:pt x="120950" y="1704"/>
                </a:lnTo>
                <a:lnTo>
                  <a:pt x="120938" y="1695"/>
                </a:lnTo>
                <a:lnTo>
                  <a:pt x="120926" y="1686"/>
                </a:lnTo>
                <a:lnTo>
                  <a:pt x="120913" y="1677"/>
                </a:lnTo>
                <a:lnTo>
                  <a:pt x="120900" y="1668"/>
                </a:lnTo>
                <a:lnTo>
                  <a:pt x="120885" y="1659"/>
                </a:lnTo>
                <a:lnTo>
                  <a:pt x="120870" y="1650"/>
                </a:lnTo>
                <a:lnTo>
                  <a:pt x="120855" y="1641"/>
                </a:lnTo>
                <a:lnTo>
                  <a:pt x="120838" y="1632"/>
                </a:lnTo>
                <a:lnTo>
                  <a:pt x="120821" y="1622"/>
                </a:lnTo>
                <a:lnTo>
                  <a:pt x="120804" y="1613"/>
                </a:lnTo>
                <a:lnTo>
                  <a:pt x="120785" y="1603"/>
                </a:lnTo>
                <a:lnTo>
                  <a:pt x="120766" y="1593"/>
                </a:lnTo>
                <a:lnTo>
                  <a:pt x="120746" y="1583"/>
                </a:lnTo>
                <a:lnTo>
                  <a:pt x="120726" y="1574"/>
                </a:lnTo>
                <a:lnTo>
                  <a:pt x="120704" y="1564"/>
                </a:lnTo>
                <a:lnTo>
                  <a:pt x="120682" y="1554"/>
                </a:lnTo>
                <a:lnTo>
                  <a:pt x="120660" y="1543"/>
                </a:lnTo>
                <a:lnTo>
                  <a:pt x="120636" y="1533"/>
                </a:lnTo>
                <a:lnTo>
                  <a:pt x="120612" y="1523"/>
                </a:lnTo>
                <a:lnTo>
                  <a:pt x="120588" y="1512"/>
                </a:lnTo>
                <a:lnTo>
                  <a:pt x="120562" y="1502"/>
                </a:lnTo>
                <a:lnTo>
                  <a:pt x="120536" y="1492"/>
                </a:lnTo>
                <a:lnTo>
                  <a:pt x="120509" y="1481"/>
                </a:lnTo>
                <a:lnTo>
                  <a:pt x="120480" y="1471"/>
                </a:lnTo>
                <a:lnTo>
                  <a:pt x="120451" y="1461"/>
                </a:lnTo>
                <a:lnTo>
                  <a:pt x="120422" y="1451"/>
                </a:lnTo>
                <a:lnTo>
                  <a:pt x="120391" y="1441"/>
                </a:lnTo>
                <a:lnTo>
                  <a:pt x="120359" y="1431"/>
                </a:lnTo>
                <a:lnTo>
                  <a:pt x="120327" y="1421"/>
                </a:lnTo>
                <a:lnTo>
                  <a:pt x="120293" y="1411"/>
                </a:lnTo>
                <a:lnTo>
                  <a:pt x="120259" y="1401"/>
                </a:lnTo>
                <a:lnTo>
                  <a:pt x="120224" y="1391"/>
                </a:lnTo>
                <a:lnTo>
                  <a:pt x="120188" y="1382"/>
                </a:lnTo>
                <a:lnTo>
                  <a:pt x="120151" y="1372"/>
                </a:lnTo>
                <a:lnTo>
                  <a:pt x="120114" y="1362"/>
                </a:lnTo>
                <a:lnTo>
                  <a:pt x="120075" y="1353"/>
                </a:lnTo>
                <a:lnTo>
                  <a:pt x="120036" y="1343"/>
                </a:lnTo>
                <a:lnTo>
                  <a:pt x="119995" y="1334"/>
                </a:lnTo>
                <a:lnTo>
                  <a:pt x="119954" y="1324"/>
                </a:lnTo>
                <a:lnTo>
                  <a:pt x="119912" y="1315"/>
                </a:lnTo>
                <a:lnTo>
                  <a:pt x="119869" y="1306"/>
                </a:lnTo>
                <a:lnTo>
                  <a:pt x="119826" y="1297"/>
                </a:lnTo>
                <a:lnTo>
                  <a:pt x="119781" y="1288"/>
                </a:lnTo>
                <a:lnTo>
                  <a:pt x="119735" y="1278"/>
                </a:lnTo>
                <a:lnTo>
                  <a:pt x="119689" y="1270"/>
                </a:lnTo>
                <a:lnTo>
                  <a:pt x="119643" y="1261"/>
                </a:lnTo>
                <a:lnTo>
                  <a:pt x="119597" y="1253"/>
                </a:lnTo>
                <a:lnTo>
                  <a:pt x="119551" y="1245"/>
                </a:lnTo>
                <a:lnTo>
                  <a:pt x="119504" y="1238"/>
                </a:lnTo>
                <a:lnTo>
                  <a:pt x="119458" y="1231"/>
                </a:lnTo>
                <a:lnTo>
                  <a:pt x="119411" y="1224"/>
                </a:lnTo>
                <a:lnTo>
                  <a:pt x="119364" y="1218"/>
                </a:lnTo>
                <a:lnTo>
                  <a:pt x="119317" y="1212"/>
                </a:lnTo>
                <a:lnTo>
                  <a:pt x="119270" y="1207"/>
                </a:lnTo>
                <a:lnTo>
                  <a:pt x="119223" y="1202"/>
                </a:lnTo>
                <a:lnTo>
                  <a:pt x="119175" y="1197"/>
                </a:lnTo>
                <a:lnTo>
                  <a:pt x="119128" y="1193"/>
                </a:lnTo>
                <a:lnTo>
                  <a:pt x="119081" y="1189"/>
                </a:lnTo>
                <a:lnTo>
                  <a:pt x="119033" y="1185"/>
                </a:lnTo>
                <a:lnTo>
                  <a:pt x="118985" y="1182"/>
                </a:lnTo>
                <a:lnTo>
                  <a:pt x="118937" y="1179"/>
                </a:lnTo>
                <a:lnTo>
                  <a:pt x="118889" y="1177"/>
                </a:lnTo>
                <a:lnTo>
                  <a:pt x="118841" y="1175"/>
                </a:lnTo>
                <a:lnTo>
                  <a:pt x="118793" y="1173"/>
                </a:lnTo>
                <a:lnTo>
                  <a:pt x="118745" y="1172"/>
                </a:lnTo>
                <a:lnTo>
                  <a:pt x="118696" y="1171"/>
                </a:lnTo>
                <a:lnTo>
                  <a:pt x="118648" y="1170"/>
                </a:lnTo>
                <a:lnTo>
                  <a:pt x="118599" y="1170"/>
                </a:lnTo>
                <a:lnTo>
                  <a:pt x="118496" y="1170"/>
                </a:lnTo>
                <a:lnTo>
                  <a:pt x="118395" y="1172"/>
                </a:lnTo>
                <a:lnTo>
                  <a:pt x="118295" y="1175"/>
                </a:lnTo>
                <a:lnTo>
                  <a:pt x="118196" y="1179"/>
                </a:lnTo>
                <a:lnTo>
                  <a:pt x="118098" y="1185"/>
                </a:lnTo>
                <a:lnTo>
                  <a:pt x="118001" y="1191"/>
                </a:lnTo>
                <a:lnTo>
                  <a:pt x="117905" y="1199"/>
                </a:lnTo>
                <a:lnTo>
                  <a:pt x="117811" y="1208"/>
                </a:lnTo>
                <a:lnTo>
                  <a:pt x="117717" y="1218"/>
                </a:lnTo>
                <a:lnTo>
                  <a:pt x="117625" y="1229"/>
                </a:lnTo>
                <a:lnTo>
                  <a:pt x="117534" y="1242"/>
                </a:lnTo>
                <a:lnTo>
                  <a:pt x="117444" y="1255"/>
                </a:lnTo>
                <a:lnTo>
                  <a:pt x="117355" y="1270"/>
                </a:lnTo>
                <a:lnTo>
                  <a:pt x="117267" y="1286"/>
                </a:lnTo>
                <a:lnTo>
                  <a:pt x="117180" y="1303"/>
                </a:lnTo>
                <a:lnTo>
                  <a:pt x="117095" y="1322"/>
                </a:lnTo>
                <a:lnTo>
                  <a:pt x="117010" y="1341"/>
                </a:lnTo>
                <a:lnTo>
                  <a:pt x="116927" y="1362"/>
                </a:lnTo>
                <a:lnTo>
                  <a:pt x="116845" y="1384"/>
                </a:lnTo>
                <a:lnTo>
                  <a:pt x="116764" y="1407"/>
                </a:lnTo>
                <a:lnTo>
                  <a:pt x="116684" y="1432"/>
                </a:lnTo>
                <a:lnTo>
                  <a:pt x="116605" y="1457"/>
                </a:lnTo>
                <a:lnTo>
                  <a:pt x="116528" y="1484"/>
                </a:lnTo>
                <a:lnTo>
                  <a:pt x="116451" y="1512"/>
                </a:lnTo>
                <a:lnTo>
                  <a:pt x="116376" y="1541"/>
                </a:lnTo>
                <a:lnTo>
                  <a:pt x="116302" y="1571"/>
                </a:lnTo>
                <a:lnTo>
                  <a:pt x="116229" y="1603"/>
                </a:lnTo>
                <a:lnTo>
                  <a:pt x="116156" y="1636"/>
                </a:lnTo>
                <a:lnTo>
                  <a:pt x="116085" y="1671"/>
                </a:lnTo>
                <a:lnTo>
                  <a:pt x="116015" y="1706"/>
                </a:lnTo>
                <a:lnTo>
                  <a:pt x="115946" y="1743"/>
                </a:lnTo>
                <a:lnTo>
                  <a:pt x="115879" y="1781"/>
                </a:lnTo>
                <a:lnTo>
                  <a:pt x="115812" y="1821"/>
                </a:lnTo>
                <a:lnTo>
                  <a:pt x="115746" y="1862"/>
                </a:lnTo>
                <a:lnTo>
                  <a:pt x="115681" y="1904"/>
                </a:lnTo>
                <a:lnTo>
                  <a:pt x="115618" y="1947"/>
                </a:lnTo>
                <a:lnTo>
                  <a:pt x="115555" y="1992"/>
                </a:lnTo>
                <a:lnTo>
                  <a:pt x="115494" y="2038"/>
                </a:lnTo>
                <a:lnTo>
                  <a:pt x="115434" y="2086"/>
                </a:lnTo>
                <a:lnTo>
                  <a:pt x="115374" y="2134"/>
                </a:lnTo>
                <a:lnTo>
                  <a:pt x="115316" y="2184"/>
                </a:lnTo>
                <a:lnTo>
                  <a:pt x="115259" y="2235"/>
                </a:lnTo>
                <a:lnTo>
                  <a:pt x="115203" y="2288"/>
                </a:lnTo>
                <a:lnTo>
                  <a:pt x="115148" y="2342"/>
                </a:lnTo>
                <a:lnTo>
                  <a:pt x="115094" y="2397"/>
                </a:lnTo>
                <a:lnTo>
                  <a:pt x="115041" y="2454"/>
                </a:lnTo>
                <a:lnTo>
                  <a:pt x="114990" y="2511"/>
                </a:lnTo>
                <a:lnTo>
                  <a:pt x="114939" y="2571"/>
                </a:lnTo>
                <a:lnTo>
                  <a:pt x="114889" y="2631"/>
                </a:lnTo>
                <a:lnTo>
                  <a:pt x="114841" y="2693"/>
                </a:lnTo>
                <a:lnTo>
                  <a:pt x="114793" y="2756"/>
                </a:lnTo>
                <a:lnTo>
                  <a:pt x="114747" y="2821"/>
                </a:lnTo>
                <a:lnTo>
                  <a:pt x="114702" y="2887"/>
                </a:lnTo>
                <a:lnTo>
                  <a:pt x="114657" y="2955"/>
                </a:lnTo>
                <a:lnTo>
                  <a:pt x="114614" y="3024"/>
                </a:lnTo>
                <a:lnTo>
                  <a:pt x="114572" y="3094"/>
                </a:lnTo>
                <a:lnTo>
                  <a:pt x="114531" y="3166"/>
                </a:lnTo>
                <a:lnTo>
                  <a:pt x="114491" y="3239"/>
                </a:lnTo>
                <a:lnTo>
                  <a:pt x="114452" y="3314"/>
                </a:lnTo>
                <a:lnTo>
                  <a:pt x="114415" y="3390"/>
                </a:lnTo>
                <a:lnTo>
                  <a:pt x="114378" y="3467"/>
                </a:lnTo>
                <a:lnTo>
                  <a:pt x="114342" y="3546"/>
                </a:lnTo>
                <a:lnTo>
                  <a:pt x="114308" y="3626"/>
                </a:lnTo>
                <a:lnTo>
                  <a:pt x="114274" y="3708"/>
                </a:lnTo>
                <a:lnTo>
                  <a:pt x="114242" y="3791"/>
                </a:lnTo>
                <a:lnTo>
                  <a:pt x="114210" y="3876"/>
                </a:lnTo>
                <a:lnTo>
                  <a:pt x="114180" y="3962"/>
                </a:lnTo>
                <a:lnTo>
                  <a:pt x="114151" y="4049"/>
                </a:lnTo>
                <a:lnTo>
                  <a:pt x="114123" y="4138"/>
                </a:lnTo>
                <a:lnTo>
                  <a:pt x="114096" y="4228"/>
                </a:lnTo>
                <a:lnTo>
                  <a:pt x="114070" y="4320"/>
                </a:lnTo>
                <a:lnTo>
                  <a:pt x="114045" y="4413"/>
                </a:lnTo>
                <a:lnTo>
                  <a:pt x="114021" y="4508"/>
                </a:lnTo>
                <a:lnTo>
                  <a:pt x="113998" y="4604"/>
                </a:lnTo>
                <a:lnTo>
                  <a:pt x="113976" y="4701"/>
                </a:lnTo>
                <a:lnTo>
                  <a:pt x="113955" y="4801"/>
                </a:lnTo>
                <a:lnTo>
                  <a:pt x="113936" y="4901"/>
                </a:lnTo>
                <a:lnTo>
                  <a:pt x="113917" y="5003"/>
                </a:lnTo>
                <a:lnTo>
                  <a:pt x="113899" y="5107"/>
                </a:lnTo>
                <a:lnTo>
                  <a:pt x="113882" y="5213"/>
                </a:lnTo>
                <a:lnTo>
                  <a:pt x="113867" y="5319"/>
                </a:lnTo>
                <a:lnTo>
                  <a:pt x="113852" y="5428"/>
                </a:lnTo>
                <a:lnTo>
                  <a:pt x="113838" y="5538"/>
                </a:lnTo>
                <a:lnTo>
                  <a:pt x="113825" y="5649"/>
                </a:lnTo>
                <a:lnTo>
                  <a:pt x="113814" y="5762"/>
                </a:lnTo>
                <a:lnTo>
                  <a:pt x="113803" y="5877"/>
                </a:lnTo>
                <a:lnTo>
                  <a:pt x="113794" y="5993"/>
                </a:lnTo>
                <a:lnTo>
                  <a:pt x="113785" y="6110"/>
                </a:lnTo>
                <a:lnTo>
                  <a:pt x="113777" y="6229"/>
                </a:lnTo>
                <a:lnTo>
                  <a:pt x="113771" y="6350"/>
                </a:lnTo>
                <a:lnTo>
                  <a:pt x="113765" y="6472"/>
                </a:lnTo>
                <a:lnTo>
                  <a:pt x="113761" y="6596"/>
                </a:lnTo>
                <a:lnTo>
                  <a:pt x="113757" y="6721"/>
                </a:lnTo>
                <a:lnTo>
                  <a:pt x="113754" y="6848"/>
                </a:lnTo>
                <a:lnTo>
                  <a:pt x="113753" y="6976"/>
                </a:lnTo>
                <a:lnTo>
                  <a:pt x="113752" y="7106"/>
                </a:lnTo>
                <a:lnTo>
                  <a:pt x="113752" y="8657"/>
                </a:lnTo>
                <a:lnTo>
                  <a:pt x="111630" y="8657"/>
                </a:lnTo>
                <a:lnTo>
                  <a:pt x="111619" y="8657"/>
                </a:lnTo>
                <a:lnTo>
                  <a:pt x="111608" y="8657"/>
                </a:lnTo>
                <a:lnTo>
                  <a:pt x="111597" y="8658"/>
                </a:lnTo>
                <a:lnTo>
                  <a:pt x="111586" y="8659"/>
                </a:lnTo>
                <a:lnTo>
                  <a:pt x="111576" y="8659"/>
                </a:lnTo>
                <a:lnTo>
                  <a:pt x="111565" y="8661"/>
                </a:lnTo>
                <a:lnTo>
                  <a:pt x="111555" y="8662"/>
                </a:lnTo>
                <a:lnTo>
                  <a:pt x="111545" y="8663"/>
                </a:lnTo>
                <a:lnTo>
                  <a:pt x="111534" y="8665"/>
                </a:lnTo>
                <a:lnTo>
                  <a:pt x="111524" y="8667"/>
                </a:lnTo>
                <a:lnTo>
                  <a:pt x="111514" y="8669"/>
                </a:lnTo>
                <a:lnTo>
                  <a:pt x="111505" y="8672"/>
                </a:lnTo>
                <a:lnTo>
                  <a:pt x="111495" y="8674"/>
                </a:lnTo>
                <a:lnTo>
                  <a:pt x="111485" y="8677"/>
                </a:lnTo>
                <a:lnTo>
                  <a:pt x="111476" y="8680"/>
                </a:lnTo>
                <a:lnTo>
                  <a:pt x="111467" y="8683"/>
                </a:lnTo>
                <a:lnTo>
                  <a:pt x="111457" y="8686"/>
                </a:lnTo>
                <a:lnTo>
                  <a:pt x="111448" y="8690"/>
                </a:lnTo>
                <a:lnTo>
                  <a:pt x="111439" y="8694"/>
                </a:lnTo>
                <a:lnTo>
                  <a:pt x="111430" y="8698"/>
                </a:lnTo>
                <a:lnTo>
                  <a:pt x="111422" y="8702"/>
                </a:lnTo>
                <a:lnTo>
                  <a:pt x="111413" y="8706"/>
                </a:lnTo>
                <a:lnTo>
                  <a:pt x="111404" y="8711"/>
                </a:lnTo>
                <a:lnTo>
                  <a:pt x="111396" y="8715"/>
                </a:lnTo>
                <a:lnTo>
                  <a:pt x="111388" y="8720"/>
                </a:lnTo>
                <a:lnTo>
                  <a:pt x="111379" y="8726"/>
                </a:lnTo>
                <a:lnTo>
                  <a:pt x="111371" y="8731"/>
                </a:lnTo>
                <a:lnTo>
                  <a:pt x="111363" y="8737"/>
                </a:lnTo>
                <a:lnTo>
                  <a:pt x="111356" y="8743"/>
                </a:lnTo>
                <a:lnTo>
                  <a:pt x="111348" y="8750"/>
                </a:lnTo>
                <a:lnTo>
                  <a:pt x="111340" y="8757"/>
                </a:lnTo>
                <a:lnTo>
                  <a:pt x="111333" y="8764"/>
                </a:lnTo>
                <a:lnTo>
                  <a:pt x="111325" y="8771"/>
                </a:lnTo>
                <a:lnTo>
                  <a:pt x="111318" y="8779"/>
                </a:lnTo>
                <a:lnTo>
                  <a:pt x="111311" y="8787"/>
                </a:lnTo>
                <a:lnTo>
                  <a:pt x="111304" y="8795"/>
                </a:lnTo>
                <a:lnTo>
                  <a:pt x="111297" y="8803"/>
                </a:lnTo>
                <a:lnTo>
                  <a:pt x="111290" y="8812"/>
                </a:lnTo>
                <a:lnTo>
                  <a:pt x="111284" y="8821"/>
                </a:lnTo>
                <a:lnTo>
                  <a:pt x="111277" y="8831"/>
                </a:lnTo>
                <a:lnTo>
                  <a:pt x="111271" y="8840"/>
                </a:lnTo>
                <a:lnTo>
                  <a:pt x="111264" y="8850"/>
                </a:lnTo>
                <a:lnTo>
                  <a:pt x="111258" y="8860"/>
                </a:lnTo>
                <a:lnTo>
                  <a:pt x="111252" y="8871"/>
                </a:lnTo>
                <a:lnTo>
                  <a:pt x="111246" y="8882"/>
                </a:lnTo>
                <a:lnTo>
                  <a:pt x="111240" y="8893"/>
                </a:lnTo>
                <a:lnTo>
                  <a:pt x="111234" y="8904"/>
                </a:lnTo>
                <a:lnTo>
                  <a:pt x="111229" y="8916"/>
                </a:lnTo>
                <a:lnTo>
                  <a:pt x="111223" y="8928"/>
                </a:lnTo>
                <a:lnTo>
                  <a:pt x="111218" y="8940"/>
                </a:lnTo>
                <a:lnTo>
                  <a:pt x="111213" y="8953"/>
                </a:lnTo>
                <a:lnTo>
                  <a:pt x="111207" y="8965"/>
                </a:lnTo>
                <a:lnTo>
                  <a:pt x="111202" y="8978"/>
                </a:lnTo>
                <a:lnTo>
                  <a:pt x="111198" y="8992"/>
                </a:lnTo>
                <a:lnTo>
                  <a:pt x="111193" y="9005"/>
                </a:lnTo>
                <a:lnTo>
                  <a:pt x="111188" y="9019"/>
                </a:lnTo>
                <a:lnTo>
                  <a:pt x="111183" y="9033"/>
                </a:lnTo>
                <a:lnTo>
                  <a:pt x="111179" y="9047"/>
                </a:lnTo>
                <a:lnTo>
                  <a:pt x="111175" y="9062"/>
                </a:lnTo>
                <a:lnTo>
                  <a:pt x="111170" y="9077"/>
                </a:lnTo>
                <a:lnTo>
                  <a:pt x="111166" y="9092"/>
                </a:lnTo>
                <a:lnTo>
                  <a:pt x="111162" y="9107"/>
                </a:lnTo>
                <a:lnTo>
                  <a:pt x="111158" y="9123"/>
                </a:lnTo>
                <a:lnTo>
                  <a:pt x="111155" y="9139"/>
                </a:lnTo>
                <a:lnTo>
                  <a:pt x="111151" y="9155"/>
                </a:lnTo>
                <a:lnTo>
                  <a:pt x="111147" y="9171"/>
                </a:lnTo>
                <a:lnTo>
                  <a:pt x="111144" y="9188"/>
                </a:lnTo>
                <a:lnTo>
                  <a:pt x="111141" y="9205"/>
                </a:lnTo>
                <a:lnTo>
                  <a:pt x="111137" y="9222"/>
                </a:lnTo>
                <a:lnTo>
                  <a:pt x="111134" y="9240"/>
                </a:lnTo>
                <a:lnTo>
                  <a:pt x="111131" y="9257"/>
                </a:lnTo>
                <a:lnTo>
                  <a:pt x="111129" y="9275"/>
                </a:lnTo>
                <a:lnTo>
                  <a:pt x="111126" y="9294"/>
                </a:lnTo>
                <a:lnTo>
                  <a:pt x="111123" y="9312"/>
                </a:lnTo>
                <a:lnTo>
                  <a:pt x="111121" y="9331"/>
                </a:lnTo>
                <a:lnTo>
                  <a:pt x="111118" y="9350"/>
                </a:lnTo>
                <a:lnTo>
                  <a:pt x="111116" y="9370"/>
                </a:lnTo>
                <a:lnTo>
                  <a:pt x="111114" y="9390"/>
                </a:lnTo>
                <a:lnTo>
                  <a:pt x="111112" y="9411"/>
                </a:lnTo>
                <a:lnTo>
                  <a:pt x="111110" y="9431"/>
                </a:lnTo>
                <a:lnTo>
                  <a:pt x="111108" y="9452"/>
                </a:lnTo>
                <a:lnTo>
                  <a:pt x="111107" y="9474"/>
                </a:lnTo>
                <a:lnTo>
                  <a:pt x="111105" y="9495"/>
                </a:lnTo>
                <a:lnTo>
                  <a:pt x="111103" y="9518"/>
                </a:lnTo>
                <a:lnTo>
                  <a:pt x="111102" y="9540"/>
                </a:lnTo>
                <a:lnTo>
                  <a:pt x="111101" y="9563"/>
                </a:lnTo>
                <a:lnTo>
                  <a:pt x="111100" y="9586"/>
                </a:lnTo>
                <a:lnTo>
                  <a:pt x="111099" y="9610"/>
                </a:lnTo>
                <a:lnTo>
                  <a:pt x="111098" y="9633"/>
                </a:lnTo>
                <a:lnTo>
                  <a:pt x="111097" y="9658"/>
                </a:lnTo>
                <a:lnTo>
                  <a:pt x="111097" y="9682"/>
                </a:lnTo>
                <a:lnTo>
                  <a:pt x="111096" y="9707"/>
                </a:lnTo>
                <a:lnTo>
                  <a:pt x="111096" y="9732"/>
                </a:lnTo>
                <a:lnTo>
                  <a:pt x="111095" y="9758"/>
                </a:lnTo>
                <a:lnTo>
                  <a:pt x="111095" y="9784"/>
                </a:lnTo>
                <a:lnTo>
                  <a:pt x="111095" y="9810"/>
                </a:lnTo>
                <a:lnTo>
                  <a:pt x="111095" y="9860"/>
                </a:lnTo>
                <a:lnTo>
                  <a:pt x="111096" y="9908"/>
                </a:lnTo>
                <a:lnTo>
                  <a:pt x="111097" y="9955"/>
                </a:lnTo>
                <a:lnTo>
                  <a:pt x="111099" y="10001"/>
                </a:lnTo>
                <a:lnTo>
                  <a:pt x="111101" y="10046"/>
                </a:lnTo>
                <a:lnTo>
                  <a:pt x="111103" y="10090"/>
                </a:lnTo>
                <a:lnTo>
                  <a:pt x="111107" y="10133"/>
                </a:lnTo>
                <a:lnTo>
                  <a:pt x="111110" y="10174"/>
                </a:lnTo>
                <a:lnTo>
                  <a:pt x="111114" y="10214"/>
                </a:lnTo>
                <a:lnTo>
                  <a:pt x="111118" y="10253"/>
                </a:lnTo>
                <a:lnTo>
                  <a:pt x="111123" y="10291"/>
                </a:lnTo>
                <a:lnTo>
                  <a:pt x="111129" y="10328"/>
                </a:lnTo>
                <a:lnTo>
                  <a:pt x="111134" y="10364"/>
                </a:lnTo>
                <a:lnTo>
                  <a:pt x="111141" y="10398"/>
                </a:lnTo>
                <a:lnTo>
                  <a:pt x="111147" y="10432"/>
                </a:lnTo>
                <a:lnTo>
                  <a:pt x="111155" y="10464"/>
                </a:lnTo>
                <a:lnTo>
                  <a:pt x="111162" y="10495"/>
                </a:lnTo>
                <a:lnTo>
                  <a:pt x="111170" y="10525"/>
                </a:lnTo>
                <a:lnTo>
                  <a:pt x="111179" y="10553"/>
                </a:lnTo>
                <a:lnTo>
                  <a:pt x="111188" y="10581"/>
                </a:lnTo>
                <a:lnTo>
                  <a:pt x="111198" y="10607"/>
                </a:lnTo>
                <a:lnTo>
                  <a:pt x="111207" y="10632"/>
                </a:lnTo>
                <a:lnTo>
                  <a:pt x="111218" y="10656"/>
                </a:lnTo>
                <a:lnTo>
                  <a:pt x="111229" y="10679"/>
                </a:lnTo>
                <a:lnTo>
                  <a:pt x="111240" y="10701"/>
                </a:lnTo>
                <a:lnTo>
                  <a:pt x="111252" y="10722"/>
                </a:lnTo>
                <a:lnTo>
                  <a:pt x="111264" y="10742"/>
                </a:lnTo>
                <a:lnTo>
                  <a:pt x="111277" y="10761"/>
                </a:lnTo>
                <a:lnTo>
                  <a:pt x="111290" y="10779"/>
                </a:lnTo>
                <a:lnTo>
                  <a:pt x="111304" y="10796"/>
                </a:lnTo>
                <a:lnTo>
                  <a:pt x="111318" y="10812"/>
                </a:lnTo>
                <a:lnTo>
                  <a:pt x="111333" y="10828"/>
                </a:lnTo>
                <a:lnTo>
                  <a:pt x="111348" y="10842"/>
                </a:lnTo>
                <a:lnTo>
                  <a:pt x="111363" y="10856"/>
                </a:lnTo>
                <a:lnTo>
                  <a:pt x="111379" y="10868"/>
                </a:lnTo>
                <a:lnTo>
                  <a:pt x="111396" y="10880"/>
                </a:lnTo>
                <a:lnTo>
                  <a:pt x="111413" y="10890"/>
                </a:lnTo>
                <a:lnTo>
                  <a:pt x="111430" y="10900"/>
                </a:lnTo>
                <a:lnTo>
                  <a:pt x="111448" y="10909"/>
                </a:lnTo>
                <a:lnTo>
                  <a:pt x="111467" y="10917"/>
                </a:lnTo>
                <a:lnTo>
                  <a:pt x="111485" y="10924"/>
                </a:lnTo>
                <a:lnTo>
                  <a:pt x="111505" y="10930"/>
                </a:lnTo>
                <a:lnTo>
                  <a:pt x="111524" y="10935"/>
                </a:lnTo>
                <a:lnTo>
                  <a:pt x="111545" y="10939"/>
                </a:lnTo>
                <a:lnTo>
                  <a:pt x="111565" y="10942"/>
                </a:lnTo>
                <a:lnTo>
                  <a:pt x="111586" y="10945"/>
                </a:lnTo>
                <a:lnTo>
                  <a:pt x="111608" y="10946"/>
                </a:lnTo>
                <a:lnTo>
                  <a:pt x="111630" y="10946"/>
                </a:lnTo>
                <a:lnTo>
                  <a:pt x="113752" y="10946"/>
                </a:lnTo>
                <a:lnTo>
                  <a:pt x="113752" y="24149"/>
                </a:lnTo>
                <a:lnTo>
                  <a:pt x="113752" y="24160"/>
                </a:lnTo>
                <a:lnTo>
                  <a:pt x="113753" y="24171"/>
                </a:lnTo>
                <a:lnTo>
                  <a:pt x="113753" y="24181"/>
                </a:lnTo>
                <a:lnTo>
                  <a:pt x="113754" y="24192"/>
                </a:lnTo>
                <a:lnTo>
                  <a:pt x="113755" y="24203"/>
                </a:lnTo>
                <a:lnTo>
                  <a:pt x="113757" y="24213"/>
                </a:lnTo>
                <a:lnTo>
                  <a:pt x="113758" y="24223"/>
                </a:lnTo>
                <a:lnTo>
                  <a:pt x="113760" y="24233"/>
                </a:lnTo>
                <a:lnTo>
                  <a:pt x="113762" y="24243"/>
                </a:lnTo>
                <a:lnTo>
                  <a:pt x="113764" y="24253"/>
                </a:lnTo>
                <a:lnTo>
                  <a:pt x="113766" y="24263"/>
                </a:lnTo>
                <a:lnTo>
                  <a:pt x="113769" y="24272"/>
                </a:lnTo>
                <a:lnTo>
                  <a:pt x="113772" y="24281"/>
                </a:lnTo>
                <a:lnTo>
                  <a:pt x="113775" y="24291"/>
                </a:lnTo>
                <a:lnTo>
                  <a:pt x="113778" y="24300"/>
                </a:lnTo>
                <a:lnTo>
                  <a:pt x="113782" y="24309"/>
                </a:lnTo>
                <a:lnTo>
                  <a:pt x="113786" y="24317"/>
                </a:lnTo>
                <a:lnTo>
                  <a:pt x="113790" y="24326"/>
                </a:lnTo>
                <a:lnTo>
                  <a:pt x="113794" y="24334"/>
                </a:lnTo>
                <a:lnTo>
                  <a:pt x="113799" y="24343"/>
                </a:lnTo>
                <a:lnTo>
                  <a:pt x="113804" y="24351"/>
                </a:lnTo>
                <a:lnTo>
                  <a:pt x="113809" y="24359"/>
                </a:lnTo>
                <a:lnTo>
                  <a:pt x="113814" y="24367"/>
                </a:lnTo>
                <a:lnTo>
                  <a:pt x="113819" y="24375"/>
                </a:lnTo>
                <a:lnTo>
                  <a:pt x="113825" y="24382"/>
                </a:lnTo>
                <a:lnTo>
                  <a:pt x="113831" y="24390"/>
                </a:lnTo>
                <a:lnTo>
                  <a:pt x="113837" y="24397"/>
                </a:lnTo>
                <a:lnTo>
                  <a:pt x="113844" y="24405"/>
                </a:lnTo>
                <a:lnTo>
                  <a:pt x="113851" y="24412"/>
                </a:lnTo>
                <a:lnTo>
                  <a:pt x="113858" y="24419"/>
                </a:lnTo>
                <a:lnTo>
                  <a:pt x="113866" y="24426"/>
                </a:lnTo>
                <a:lnTo>
                  <a:pt x="113874" y="24433"/>
                </a:lnTo>
                <a:lnTo>
                  <a:pt x="113882" y="24440"/>
                </a:lnTo>
                <a:lnTo>
                  <a:pt x="113891" y="24447"/>
                </a:lnTo>
                <a:lnTo>
                  <a:pt x="113900" y="24454"/>
                </a:lnTo>
                <a:lnTo>
                  <a:pt x="113909" y="24460"/>
                </a:lnTo>
                <a:lnTo>
                  <a:pt x="113919" y="24467"/>
                </a:lnTo>
                <a:lnTo>
                  <a:pt x="113929" y="24473"/>
                </a:lnTo>
                <a:lnTo>
                  <a:pt x="113939" y="24480"/>
                </a:lnTo>
                <a:lnTo>
                  <a:pt x="113949" y="24486"/>
                </a:lnTo>
                <a:lnTo>
                  <a:pt x="113960" y="24492"/>
                </a:lnTo>
                <a:lnTo>
                  <a:pt x="113971" y="24499"/>
                </a:lnTo>
                <a:lnTo>
                  <a:pt x="113983" y="24505"/>
                </a:lnTo>
                <a:lnTo>
                  <a:pt x="113994" y="24511"/>
                </a:lnTo>
                <a:lnTo>
                  <a:pt x="114007" y="24516"/>
                </a:lnTo>
                <a:lnTo>
                  <a:pt x="114019" y="24522"/>
                </a:lnTo>
                <a:lnTo>
                  <a:pt x="114032" y="24528"/>
                </a:lnTo>
                <a:lnTo>
                  <a:pt x="114045" y="24534"/>
                </a:lnTo>
                <a:lnTo>
                  <a:pt x="114058" y="24539"/>
                </a:lnTo>
                <a:lnTo>
                  <a:pt x="114072" y="24544"/>
                </a:lnTo>
                <a:lnTo>
                  <a:pt x="114086" y="24550"/>
                </a:lnTo>
                <a:lnTo>
                  <a:pt x="114101" y="24555"/>
                </a:lnTo>
                <a:lnTo>
                  <a:pt x="114116" y="24560"/>
                </a:lnTo>
                <a:lnTo>
                  <a:pt x="114131" y="24565"/>
                </a:lnTo>
                <a:lnTo>
                  <a:pt x="114147" y="24570"/>
                </a:lnTo>
                <a:lnTo>
                  <a:pt x="114163" y="24574"/>
                </a:lnTo>
                <a:lnTo>
                  <a:pt x="114179" y="24579"/>
                </a:lnTo>
                <a:lnTo>
                  <a:pt x="114196" y="24583"/>
                </a:lnTo>
                <a:lnTo>
                  <a:pt x="114213" y="24588"/>
                </a:lnTo>
                <a:lnTo>
                  <a:pt x="114231" y="24592"/>
                </a:lnTo>
                <a:lnTo>
                  <a:pt x="114249" y="24596"/>
                </a:lnTo>
                <a:lnTo>
                  <a:pt x="114267" y="24600"/>
                </a:lnTo>
                <a:lnTo>
                  <a:pt x="114286" y="24604"/>
                </a:lnTo>
                <a:lnTo>
                  <a:pt x="114305" y="24608"/>
                </a:lnTo>
                <a:lnTo>
                  <a:pt x="114324" y="24611"/>
                </a:lnTo>
                <a:lnTo>
                  <a:pt x="114344" y="24615"/>
                </a:lnTo>
                <a:lnTo>
                  <a:pt x="114364" y="24618"/>
                </a:lnTo>
                <a:lnTo>
                  <a:pt x="114385" y="24622"/>
                </a:lnTo>
                <a:lnTo>
                  <a:pt x="114406" y="24625"/>
                </a:lnTo>
                <a:lnTo>
                  <a:pt x="114427" y="24628"/>
                </a:lnTo>
                <a:lnTo>
                  <a:pt x="114449" y="24631"/>
                </a:lnTo>
                <a:lnTo>
                  <a:pt x="114471" y="24634"/>
                </a:lnTo>
                <a:lnTo>
                  <a:pt x="114494" y="24637"/>
                </a:lnTo>
                <a:lnTo>
                  <a:pt x="114517" y="24639"/>
                </a:lnTo>
                <a:lnTo>
                  <a:pt x="114540" y="24642"/>
                </a:lnTo>
                <a:lnTo>
                  <a:pt x="114564" y="24644"/>
                </a:lnTo>
                <a:lnTo>
                  <a:pt x="114588" y="24646"/>
                </a:lnTo>
                <a:lnTo>
                  <a:pt x="114613" y="24648"/>
                </a:lnTo>
                <a:lnTo>
                  <a:pt x="114638" y="24650"/>
                </a:lnTo>
                <a:lnTo>
                  <a:pt x="114664" y="24652"/>
                </a:lnTo>
                <a:lnTo>
                  <a:pt x="114690" y="24654"/>
                </a:lnTo>
                <a:lnTo>
                  <a:pt x="114717" y="24656"/>
                </a:lnTo>
                <a:lnTo>
                  <a:pt x="114744" y="24657"/>
                </a:lnTo>
                <a:lnTo>
                  <a:pt x="114772" y="24659"/>
                </a:lnTo>
                <a:lnTo>
                  <a:pt x="114800" y="24660"/>
                </a:lnTo>
                <a:lnTo>
                  <a:pt x="114828" y="24661"/>
                </a:lnTo>
                <a:lnTo>
                  <a:pt x="114857" y="24663"/>
                </a:lnTo>
                <a:lnTo>
                  <a:pt x="114887" y="24664"/>
                </a:lnTo>
                <a:lnTo>
                  <a:pt x="114917" y="24664"/>
                </a:lnTo>
                <a:lnTo>
                  <a:pt x="114947" y="24665"/>
                </a:lnTo>
                <a:lnTo>
                  <a:pt x="114978" y="24666"/>
                </a:lnTo>
                <a:lnTo>
                  <a:pt x="115010" y="24666"/>
                </a:lnTo>
                <a:lnTo>
                  <a:pt x="115041" y="24667"/>
                </a:lnTo>
                <a:lnTo>
                  <a:pt x="115074" y="24667"/>
                </a:lnTo>
                <a:lnTo>
                  <a:pt x="115106" y="24667"/>
                </a:lnTo>
                <a:lnTo>
                  <a:pt x="115139" y="24667"/>
                </a:lnTo>
                <a:lnTo>
                  <a:pt x="115173" y="24667"/>
                </a:lnTo>
                <a:lnTo>
                  <a:pt x="115205" y="24667"/>
                </a:lnTo>
                <a:lnTo>
                  <a:pt x="115238" y="24667"/>
                </a:lnTo>
                <a:lnTo>
                  <a:pt x="115269" y="24666"/>
                </a:lnTo>
                <a:lnTo>
                  <a:pt x="115301" y="24666"/>
                </a:lnTo>
                <a:lnTo>
                  <a:pt x="115332" y="24665"/>
                </a:lnTo>
                <a:lnTo>
                  <a:pt x="115362" y="24664"/>
                </a:lnTo>
                <a:lnTo>
                  <a:pt x="115392" y="24664"/>
                </a:lnTo>
                <a:lnTo>
                  <a:pt x="115422" y="24663"/>
                </a:lnTo>
                <a:lnTo>
                  <a:pt x="115451" y="24661"/>
                </a:lnTo>
                <a:lnTo>
                  <a:pt x="115479" y="24660"/>
                </a:lnTo>
                <a:lnTo>
                  <a:pt x="115507" y="24659"/>
                </a:lnTo>
                <a:lnTo>
                  <a:pt x="115535" y="24657"/>
                </a:lnTo>
                <a:lnTo>
                  <a:pt x="115562" y="24656"/>
                </a:lnTo>
                <a:lnTo>
                  <a:pt x="115589" y="24654"/>
                </a:lnTo>
                <a:lnTo>
                  <a:pt x="115615" y="24652"/>
                </a:lnTo>
                <a:lnTo>
                  <a:pt x="115641" y="24650"/>
                </a:lnTo>
                <a:lnTo>
                  <a:pt x="115666" y="24648"/>
                </a:lnTo>
                <a:lnTo>
                  <a:pt x="115691" y="24646"/>
                </a:lnTo>
                <a:lnTo>
                  <a:pt x="115715" y="24644"/>
                </a:lnTo>
                <a:lnTo>
                  <a:pt x="115739" y="24642"/>
                </a:lnTo>
                <a:lnTo>
                  <a:pt x="115762" y="24639"/>
                </a:lnTo>
                <a:lnTo>
                  <a:pt x="115785" y="24637"/>
                </a:lnTo>
                <a:lnTo>
                  <a:pt x="115808" y="24634"/>
                </a:lnTo>
                <a:lnTo>
                  <a:pt x="115830" y="24631"/>
                </a:lnTo>
                <a:lnTo>
                  <a:pt x="115852" y="24628"/>
                </a:lnTo>
                <a:lnTo>
                  <a:pt x="115873" y="24625"/>
                </a:lnTo>
                <a:lnTo>
                  <a:pt x="115894" y="24622"/>
                </a:lnTo>
                <a:lnTo>
                  <a:pt x="115915" y="24618"/>
                </a:lnTo>
                <a:lnTo>
                  <a:pt x="115935" y="24615"/>
                </a:lnTo>
                <a:lnTo>
                  <a:pt x="115955" y="24611"/>
                </a:lnTo>
                <a:lnTo>
                  <a:pt x="115974" y="24608"/>
                </a:lnTo>
                <a:lnTo>
                  <a:pt x="115993" y="24604"/>
                </a:lnTo>
                <a:lnTo>
                  <a:pt x="116012" y="24600"/>
                </a:lnTo>
                <a:lnTo>
                  <a:pt x="116030" y="24596"/>
                </a:lnTo>
                <a:lnTo>
                  <a:pt x="116048" y="24592"/>
                </a:lnTo>
                <a:lnTo>
                  <a:pt x="116066" y="24588"/>
                </a:lnTo>
                <a:lnTo>
                  <a:pt x="116083" y="24583"/>
                </a:lnTo>
                <a:lnTo>
                  <a:pt x="116100" y="24579"/>
                </a:lnTo>
                <a:lnTo>
                  <a:pt x="116116" y="24574"/>
                </a:lnTo>
                <a:lnTo>
                  <a:pt x="116132" y="24570"/>
                </a:lnTo>
                <a:lnTo>
                  <a:pt x="116148" y="24565"/>
                </a:lnTo>
                <a:lnTo>
                  <a:pt x="116163" y="24560"/>
                </a:lnTo>
                <a:lnTo>
                  <a:pt x="116178" y="24555"/>
                </a:lnTo>
                <a:lnTo>
                  <a:pt x="116193" y="24550"/>
                </a:lnTo>
                <a:lnTo>
                  <a:pt x="116207" y="24544"/>
                </a:lnTo>
                <a:lnTo>
                  <a:pt x="116221" y="24539"/>
                </a:lnTo>
                <a:lnTo>
                  <a:pt x="116234" y="24534"/>
                </a:lnTo>
                <a:lnTo>
                  <a:pt x="116247" y="24528"/>
                </a:lnTo>
                <a:lnTo>
                  <a:pt x="116260" y="24522"/>
                </a:lnTo>
                <a:lnTo>
                  <a:pt x="116272" y="24516"/>
                </a:lnTo>
                <a:lnTo>
                  <a:pt x="116285" y="24511"/>
                </a:lnTo>
                <a:lnTo>
                  <a:pt x="116296" y="24505"/>
                </a:lnTo>
                <a:lnTo>
                  <a:pt x="116308" y="24499"/>
                </a:lnTo>
                <a:lnTo>
                  <a:pt x="116319" y="24492"/>
                </a:lnTo>
                <a:lnTo>
                  <a:pt x="116330" y="24486"/>
                </a:lnTo>
                <a:lnTo>
                  <a:pt x="116340" y="24480"/>
                </a:lnTo>
                <a:lnTo>
                  <a:pt x="116350" y="24473"/>
                </a:lnTo>
                <a:lnTo>
                  <a:pt x="116360" y="24467"/>
                </a:lnTo>
                <a:lnTo>
                  <a:pt x="116370" y="24460"/>
                </a:lnTo>
                <a:lnTo>
                  <a:pt x="116379" y="24454"/>
                </a:lnTo>
                <a:lnTo>
                  <a:pt x="116388" y="24447"/>
                </a:lnTo>
                <a:lnTo>
                  <a:pt x="116397" y="24440"/>
                </a:lnTo>
                <a:lnTo>
                  <a:pt x="116405" y="24433"/>
                </a:lnTo>
                <a:lnTo>
                  <a:pt x="116413" y="24426"/>
                </a:lnTo>
                <a:lnTo>
                  <a:pt x="116421" y="24419"/>
                </a:lnTo>
                <a:lnTo>
                  <a:pt x="116428" y="24412"/>
                </a:lnTo>
                <a:lnTo>
                  <a:pt x="116435" y="24405"/>
                </a:lnTo>
                <a:lnTo>
                  <a:pt x="116442" y="24397"/>
                </a:lnTo>
                <a:lnTo>
                  <a:pt x="116448" y="24390"/>
                </a:lnTo>
                <a:lnTo>
                  <a:pt x="116454" y="24382"/>
                </a:lnTo>
                <a:lnTo>
                  <a:pt x="116460" y="24375"/>
                </a:lnTo>
                <a:lnTo>
                  <a:pt x="116465" y="24367"/>
                </a:lnTo>
                <a:lnTo>
                  <a:pt x="116470" y="24359"/>
                </a:lnTo>
                <a:lnTo>
                  <a:pt x="116475" y="24351"/>
                </a:lnTo>
                <a:lnTo>
                  <a:pt x="116480" y="24343"/>
                </a:lnTo>
                <a:lnTo>
                  <a:pt x="116485" y="24334"/>
                </a:lnTo>
                <a:lnTo>
                  <a:pt x="116489" y="24326"/>
                </a:lnTo>
                <a:lnTo>
                  <a:pt x="116493" y="24317"/>
                </a:lnTo>
                <a:lnTo>
                  <a:pt x="116497" y="24309"/>
                </a:lnTo>
                <a:lnTo>
                  <a:pt x="116500" y="24300"/>
                </a:lnTo>
                <a:lnTo>
                  <a:pt x="116504" y="24291"/>
                </a:lnTo>
                <a:lnTo>
                  <a:pt x="116507" y="24281"/>
                </a:lnTo>
                <a:lnTo>
                  <a:pt x="116510" y="24272"/>
                </a:lnTo>
                <a:lnTo>
                  <a:pt x="116513" y="24263"/>
                </a:lnTo>
                <a:lnTo>
                  <a:pt x="116515" y="24253"/>
                </a:lnTo>
                <a:lnTo>
                  <a:pt x="116517" y="24243"/>
                </a:lnTo>
                <a:lnTo>
                  <a:pt x="116519" y="24233"/>
                </a:lnTo>
                <a:lnTo>
                  <a:pt x="116521" y="24223"/>
                </a:lnTo>
                <a:lnTo>
                  <a:pt x="116522" y="24213"/>
                </a:lnTo>
                <a:lnTo>
                  <a:pt x="116524" y="24203"/>
                </a:lnTo>
                <a:lnTo>
                  <a:pt x="116525" y="24192"/>
                </a:lnTo>
                <a:lnTo>
                  <a:pt x="116526" y="24181"/>
                </a:lnTo>
                <a:lnTo>
                  <a:pt x="116526" y="24171"/>
                </a:lnTo>
                <a:lnTo>
                  <a:pt x="116526" y="24160"/>
                </a:lnTo>
                <a:lnTo>
                  <a:pt x="116527" y="24149"/>
                </a:lnTo>
                <a:lnTo>
                  <a:pt x="116527" y="10946"/>
                </a:lnTo>
                <a:lnTo>
                  <a:pt x="119886" y="10946"/>
                </a:lnTo>
                <a:lnTo>
                  <a:pt x="119906" y="10946"/>
                </a:lnTo>
                <a:lnTo>
                  <a:pt x="119927" y="10945"/>
                </a:lnTo>
                <a:lnTo>
                  <a:pt x="119947" y="10942"/>
                </a:lnTo>
                <a:lnTo>
                  <a:pt x="119967" y="10939"/>
                </a:lnTo>
                <a:lnTo>
                  <a:pt x="119986" y="10935"/>
                </a:lnTo>
                <a:lnTo>
                  <a:pt x="120005" y="10930"/>
                </a:lnTo>
                <a:lnTo>
                  <a:pt x="120023" y="10924"/>
                </a:lnTo>
                <a:lnTo>
                  <a:pt x="120042" y="10917"/>
                </a:lnTo>
                <a:lnTo>
                  <a:pt x="120060" y="10909"/>
                </a:lnTo>
                <a:lnTo>
                  <a:pt x="120077" y="10900"/>
                </a:lnTo>
                <a:lnTo>
                  <a:pt x="120094" y="10890"/>
                </a:lnTo>
                <a:lnTo>
                  <a:pt x="120111" y="10880"/>
                </a:lnTo>
                <a:lnTo>
                  <a:pt x="120128" y="10868"/>
                </a:lnTo>
                <a:lnTo>
                  <a:pt x="120144" y="10856"/>
                </a:lnTo>
                <a:lnTo>
                  <a:pt x="120160" y="10842"/>
                </a:lnTo>
                <a:lnTo>
                  <a:pt x="120175" y="10828"/>
                </a:lnTo>
                <a:lnTo>
                  <a:pt x="120191" y="10812"/>
                </a:lnTo>
                <a:lnTo>
                  <a:pt x="120205" y="10796"/>
                </a:lnTo>
                <a:lnTo>
                  <a:pt x="120220" y="10779"/>
                </a:lnTo>
                <a:lnTo>
                  <a:pt x="120234" y="10761"/>
                </a:lnTo>
                <a:lnTo>
                  <a:pt x="120248" y="10742"/>
                </a:lnTo>
                <a:lnTo>
                  <a:pt x="120261" y="10722"/>
                </a:lnTo>
                <a:lnTo>
                  <a:pt x="120274" y="10701"/>
                </a:lnTo>
                <a:lnTo>
                  <a:pt x="120287" y="10679"/>
                </a:lnTo>
                <a:lnTo>
                  <a:pt x="120299" y="10656"/>
                </a:lnTo>
                <a:lnTo>
                  <a:pt x="120311" y="10632"/>
                </a:lnTo>
                <a:lnTo>
                  <a:pt x="120322" y="10607"/>
                </a:lnTo>
                <a:lnTo>
                  <a:pt x="120333" y="10581"/>
                </a:lnTo>
                <a:lnTo>
                  <a:pt x="120343" y="10553"/>
                </a:lnTo>
                <a:lnTo>
                  <a:pt x="120353" y="10525"/>
                </a:lnTo>
                <a:lnTo>
                  <a:pt x="120362" y="10495"/>
                </a:lnTo>
                <a:lnTo>
                  <a:pt x="120370" y="10464"/>
                </a:lnTo>
                <a:lnTo>
                  <a:pt x="120379" y="10432"/>
                </a:lnTo>
                <a:lnTo>
                  <a:pt x="120386" y="10398"/>
                </a:lnTo>
                <a:lnTo>
                  <a:pt x="120393" y="10364"/>
                </a:lnTo>
                <a:lnTo>
                  <a:pt x="120400" y="10328"/>
                </a:lnTo>
                <a:lnTo>
                  <a:pt x="120406" y="10291"/>
                </a:lnTo>
                <a:lnTo>
                  <a:pt x="120411" y="10253"/>
                </a:lnTo>
                <a:lnTo>
                  <a:pt x="120416" y="10214"/>
                </a:lnTo>
                <a:lnTo>
                  <a:pt x="120421" y="10174"/>
                </a:lnTo>
                <a:lnTo>
                  <a:pt x="120424" y="10133"/>
                </a:lnTo>
                <a:lnTo>
                  <a:pt x="120428" y="10090"/>
                </a:lnTo>
                <a:lnTo>
                  <a:pt x="120431" y="10046"/>
                </a:lnTo>
                <a:lnTo>
                  <a:pt x="120433" y="10001"/>
                </a:lnTo>
                <a:lnTo>
                  <a:pt x="120435" y="9955"/>
                </a:lnTo>
                <a:lnTo>
                  <a:pt x="120436" y="9908"/>
                </a:lnTo>
                <a:lnTo>
                  <a:pt x="120437" y="9860"/>
                </a:lnTo>
                <a:lnTo>
                  <a:pt x="120437" y="9810"/>
                </a:lnTo>
                <a:lnTo>
                  <a:pt x="120437" y="9784"/>
                </a:lnTo>
                <a:lnTo>
                  <a:pt x="120437" y="9758"/>
                </a:lnTo>
                <a:lnTo>
                  <a:pt x="120437" y="9732"/>
                </a:lnTo>
                <a:lnTo>
                  <a:pt x="120436" y="9707"/>
                </a:lnTo>
                <a:lnTo>
                  <a:pt x="120435" y="9682"/>
                </a:lnTo>
                <a:lnTo>
                  <a:pt x="120435" y="9658"/>
                </a:lnTo>
                <a:lnTo>
                  <a:pt x="120434" y="9633"/>
                </a:lnTo>
                <a:lnTo>
                  <a:pt x="120433" y="9610"/>
                </a:lnTo>
                <a:lnTo>
                  <a:pt x="120431" y="9586"/>
                </a:lnTo>
                <a:lnTo>
                  <a:pt x="120430" y="9563"/>
                </a:lnTo>
                <a:lnTo>
                  <a:pt x="120428" y="9540"/>
                </a:lnTo>
                <a:lnTo>
                  <a:pt x="120427" y="9518"/>
                </a:lnTo>
                <a:lnTo>
                  <a:pt x="120425" y="9495"/>
                </a:lnTo>
                <a:lnTo>
                  <a:pt x="120423" y="9474"/>
                </a:lnTo>
                <a:lnTo>
                  <a:pt x="120421" y="9452"/>
                </a:lnTo>
                <a:lnTo>
                  <a:pt x="120419" y="9431"/>
                </a:lnTo>
                <a:lnTo>
                  <a:pt x="120416" y="9411"/>
                </a:lnTo>
                <a:lnTo>
                  <a:pt x="120414" y="9390"/>
                </a:lnTo>
                <a:lnTo>
                  <a:pt x="120411" y="9370"/>
                </a:lnTo>
                <a:lnTo>
                  <a:pt x="120408" y="9350"/>
                </a:lnTo>
                <a:lnTo>
                  <a:pt x="120405" y="9331"/>
                </a:lnTo>
                <a:lnTo>
                  <a:pt x="120402" y="9312"/>
                </a:lnTo>
                <a:lnTo>
                  <a:pt x="120399" y="9294"/>
                </a:lnTo>
                <a:lnTo>
                  <a:pt x="120395" y="9275"/>
                </a:lnTo>
                <a:lnTo>
                  <a:pt x="120392" y="9257"/>
                </a:lnTo>
                <a:lnTo>
                  <a:pt x="120388" y="9240"/>
                </a:lnTo>
                <a:lnTo>
                  <a:pt x="120385" y="9222"/>
                </a:lnTo>
                <a:lnTo>
                  <a:pt x="120381" y="9205"/>
                </a:lnTo>
                <a:lnTo>
                  <a:pt x="120377" y="9188"/>
                </a:lnTo>
                <a:lnTo>
                  <a:pt x="120373" y="9171"/>
                </a:lnTo>
                <a:lnTo>
                  <a:pt x="120368" y="9155"/>
                </a:lnTo>
                <a:lnTo>
                  <a:pt x="120364" y="9139"/>
                </a:lnTo>
                <a:lnTo>
                  <a:pt x="120359" y="9123"/>
                </a:lnTo>
                <a:lnTo>
                  <a:pt x="120355" y="9107"/>
                </a:lnTo>
                <a:lnTo>
                  <a:pt x="120350" y="9092"/>
                </a:lnTo>
                <a:lnTo>
                  <a:pt x="120345" y="9077"/>
                </a:lnTo>
                <a:lnTo>
                  <a:pt x="120340" y="9062"/>
                </a:lnTo>
                <a:lnTo>
                  <a:pt x="120335" y="9047"/>
                </a:lnTo>
                <a:lnTo>
                  <a:pt x="120330" y="9033"/>
                </a:lnTo>
                <a:lnTo>
                  <a:pt x="120325" y="9019"/>
                </a:lnTo>
                <a:lnTo>
                  <a:pt x="120320" y="9005"/>
                </a:lnTo>
                <a:lnTo>
                  <a:pt x="120314" y="8992"/>
                </a:lnTo>
                <a:lnTo>
                  <a:pt x="120308" y="8978"/>
                </a:lnTo>
                <a:lnTo>
                  <a:pt x="120303" y="8965"/>
                </a:lnTo>
                <a:lnTo>
                  <a:pt x="120297" y="8953"/>
                </a:lnTo>
                <a:lnTo>
                  <a:pt x="120291" y="8940"/>
                </a:lnTo>
                <a:lnTo>
                  <a:pt x="120285" y="8928"/>
                </a:lnTo>
                <a:lnTo>
                  <a:pt x="120279" y="8916"/>
                </a:lnTo>
                <a:lnTo>
                  <a:pt x="120272" y="8904"/>
                </a:lnTo>
                <a:lnTo>
                  <a:pt x="120266" y="8893"/>
                </a:lnTo>
                <a:lnTo>
                  <a:pt x="120259" y="8882"/>
                </a:lnTo>
                <a:lnTo>
                  <a:pt x="120253" y="8871"/>
                </a:lnTo>
                <a:lnTo>
                  <a:pt x="120246" y="8860"/>
                </a:lnTo>
                <a:lnTo>
                  <a:pt x="120240" y="8850"/>
                </a:lnTo>
                <a:lnTo>
                  <a:pt x="120233" y="8840"/>
                </a:lnTo>
                <a:lnTo>
                  <a:pt x="120227" y="8831"/>
                </a:lnTo>
                <a:lnTo>
                  <a:pt x="120220" y="8821"/>
                </a:lnTo>
                <a:lnTo>
                  <a:pt x="120213" y="8812"/>
                </a:lnTo>
                <a:lnTo>
                  <a:pt x="120206" y="8803"/>
                </a:lnTo>
                <a:lnTo>
                  <a:pt x="120199" y="8795"/>
                </a:lnTo>
                <a:lnTo>
                  <a:pt x="120192" y="8787"/>
                </a:lnTo>
                <a:lnTo>
                  <a:pt x="120185" y="8779"/>
                </a:lnTo>
                <a:lnTo>
                  <a:pt x="120178" y="8771"/>
                </a:lnTo>
                <a:lnTo>
                  <a:pt x="120171" y="8764"/>
                </a:lnTo>
                <a:lnTo>
                  <a:pt x="120164" y="8757"/>
                </a:lnTo>
                <a:lnTo>
                  <a:pt x="120156" y="8750"/>
                </a:lnTo>
                <a:lnTo>
                  <a:pt x="120149" y="8743"/>
                </a:lnTo>
                <a:lnTo>
                  <a:pt x="120142" y="8737"/>
                </a:lnTo>
                <a:lnTo>
                  <a:pt x="120134" y="8731"/>
                </a:lnTo>
                <a:lnTo>
                  <a:pt x="120127" y="8726"/>
                </a:lnTo>
                <a:lnTo>
                  <a:pt x="120119" y="8720"/>
                </a:lnTo>
                <a:lnTo>
                  <a:pt x="120111" y="8715"/>
                </a:lnTo>
                <a:lnTo>
                  <a:pt x="120104" y="8711"/>
                </a:lnTo>
                <a:lnTo>
                  <a:pt x="120096" y="8706"/>
                </a:lnTo>
                <a:lnTo>
                  <a:pt x="120088" y="8702"/>
                </a:lnTo>
                <a:lnTo>
                  <a:pt x="120080" y="8698"/>
                </a:lnTo>
                <a:lnTo>
                  <a:pt x="120071" y="8694"/>
                </a:lnTo>
                <a:lnTo>
                  <a:pt x="120063" y="8690"/>
                </a:lnTo>
                <a:lnTo>
                  <a:pt x="120054" y="8686"/>
                </a:lnTo>
                <a:lnTo>
                  <a:pt x="120045" y="8683"/>
                </a:lnTo>
                <a:lnTo>
                  <a:pt x="120037" y="8680"/>
                </a:lnTo>
                <a:lnTo>
                  <a:pt x="120028" y="8677"/>
                </a:lnTo>
                <a:lnTo>
                  <a:pt x="120018" y="8674"/>
                </a:lnTo>
                <a:lnTo>
                  <a:pt x="120009" y="8672"/>
                </a:lnTo>
                <a:lnTo>
                  <a:pt x="120000" y="8669"/>
                </a:lnTo>
                <a:lnTo>
                  <a:pt x="119990" y="8667"/>
                </a:lnTo>
                <a:lnTo>
                  <a:pt x="119980" y="8665"/>
                </a:lnTo>
                <a:lnTo>
                  <a:pt x="119970" y="8663"/>
                </a:lnTo>
                <a:lnTo>
                  <a:pt x="119960" y="8662"/>
                </a:lnTo>
                <a:lnTo>
                  <a:pt x="119950" y="8661"/>
                </a:lnTo>
                <a:lnTo>
                  <a:pt x="119940" y="8659"/>
                </a:lnTo>
                <a:lnTo>
                  <a:pt x="119929" y="8659"/>
                </a:lnTo>
                <a:lnTo>
                  <a:pt x="119919" y="8658"/>
                </a:lnTo>
                <a:lnTo>
                  <a:pt x="119908" y="8657"/>
                </a:lnTo>
                <a:lnTo>
                  <a:pt x="119897" y="8657"/>
                </a:lnTo>
                <a:lnTo>
                  <a:pt x="119886" y="8657"/>
                </a:lnTo>
                <a:lnTo>
                  <a:pt x="116527" y="8657"/>
                </a:lnTo>
                <a:lnTo>
                  <a:pt x="116527" y="7024"/>
                </a:lnTo>
                <a:lnTo>
                  <a:pt x="116527" y="6944"/>
                </a:lnTo>
                <a:lnTo>
                  <a:pt x="116527" y="6865"/>
                </a:lnTo>
                <a:lnTo>
                  <a:pt x="116528" y="6787"/>
                </a:lnTo>
                <a:lnTo>
                  <a:pt x="116530" y="6710"/>
                </a:lnTo>
                <a:lnTo>
                  <a:pt x="116532" y="6634"/>
                </a:lnTo>
                <a:lnTo>
                  <a:pt x="116534" y="6559"/>
                </a:lnTo>
                <a:lnTo>
                  <a:pt x="116537" y="6486"/>
                </a:lnTo>
                <a:lnTo>
                  <a:pt x="116540" y="6413"/>
                </a:lnTo>
                <a:lnTo>
                  <a:pt x="116543" y="6341"/>
                </a:lnTo>
                <a:lnTo>
                  <a:pt x="116547" y="6270"/>
                </a:lnTo>
                <a:lnTo>
                  <a:pt x="116551" y="6200"/>
                </a:lnTo>
                <a:lnTo>
                  <a:pt x="116556" y="6131"/>
                </a:lnTo>
                <a:lnTo>
                  <a:pt x="116561" y="6063"/>
                </a:lnTo>
                <a:lnTo>
                  <a:pt x="116566" y="5996"/>
                </a:lnTo>
                <a:lnTo>
                  <a:pt x="116572" y="5930"/>
                </a:lnTo>
                <a:lnTo>
                  <a:pt x="116579" y="5866"/>
                </a:lnTo>
                <a:lnTo>
                  <a:pt x="116585" y="5802"/>
                </a:lnTo>
                <a:lnTo>
                  <a:pt x="116592" y="5739"/>
                </a:lnTo>
                <a:lnTo>
                  <a:pt x="116600" y="5677"/>
                </a:lnTo>
                <a:lnTo>
                  <a:pt x="116608" y="5616"/>
                </a:lnTo>
                <a:lnTo>
                  <a:pt x="116616" y="5557"/>
                </a:lnTo>
                <a:lnTo>
                  <a:pt x="116625" y="5498"/>
                </a:lnTo>
                <a:lnTo>
                  <a:pt x="116634" y="5440"/>
                </a:lnTo>
                <a:lnTo>
                  <a:pt x="116644" y="5383"/>
                </a:lnTo>
                <a:lnTo>
                  <a:pt x="116654" y="5328"/>
                </a:lnTo>
                <a:lnTo>
                  <a:pt x="116664" y="5273"/>
                </a:lnTo>
                <a:lnTo>
                  <a:pt x="116675" y="5219"/>
                </a:lnTo>
                <a:lnTo>
                  <a:pt x="116687" y="5165"/>
                </a:lnTo>
                <a:lnTo>
                  <a:pt x="116699" y="5113"/>
                </a:lnTo>
                <a:lnTo>
                  <a:pt x="116711" y="5062"/>
                </a:lnTo>
                <a:lnTo>
                  <a:pt x="116725" y="5011"/>
                </a:lnTo>
                <a:lnTo>
                  <a:pt x="116738" y="4961"/>
                </a:lnTo>
                <a:lnTo>
                  <a:pt x="116752" y="4913"/>
                </a:lnTo>
                <a:lnTo>
                  <a:pt x="116767" y="4865"/>
                </a:lnTo>
                <a:lnTo>
                  <a:pt x="116782" y="4817"/>
                </a:lnTo>
                <a:lnTo>
                  <a:pt x="116798" y="4771"/>
                </a:lnTo>
                <a:lnTo>
                  <a:pt x="116814" y="4726"/>
                </a:lnTo>
                <a:lnTo>
                  <a:pt x="116831" y="4681"/>
                </a:lnTo>
                <a:lnTo>
                  <a:pt x="116849" y="4638"/>
                </a:lnTo>
                <a:lnTo>
                  <a:pt x="116866" y="4595"/>
                </a:lnTo>
                <a:lnTo>
                  <a:pt x="116885" y="4553"/>
                </a:lnTo>
                <a:lnTo>
                  <a:pt x="116904" y="4512"/>
                </a:lnTo>
                <a:lnTo>
                  <a:pt x="116923" y="4472"/>
                </a:lnTo>
                <a:lnTo>
                  <a:pt x="116943" y="4433"/>
                </a:lnTo>
                <a:lnTo>
                  <a:pt x="116963" y="4394"/>
                </a:lnTo>
                <a:lnTo>
                  <a:pt x="116984" y="4357"/>
                </a:lnTo>
                <a:lnTo>
                  <a:pt x="117006" y="4320"/>
                </a:lnTo>
                <a:lnTo>
                  <a:pt x="117028" y="4284"/>
                </a:lnTo>
                <a:lnTo>
                  <a:pt x="117051" y="4249"/>
                </a:lnTo>
                <a:lnTo>
                  <a:pt x="117074" y="4215"/>
                </a:lnTo>
                <a:lnTo>
                  <a:pt x="117097" y="4181"/>
                </a:lnTo>
                <a:lnTo>
                  <a:pt x="117122" y="4149"/>
                </a:lnTo>
                <a:lnTo>
                  <a:pt x="117147" y="4117"/>
                </a:lnTo>
                <a:lnTo>
                  <a:pt x="117172" y="4086"/>
                </a:lnTo>
                <a:lnTo>
                  <a:pt x="117198" y="4055"/>
                </a:lnTo>
                <a:lnTo>
                  <a:pt x="117225" y="4026"/>
                </a:lnTo>
                <a:lnTo>
                  <a:pt x="117252" y="3997"/>
                </a:lnTo>
                <a:lnTo>
                  <a:pt x="117280" y="3969"/>
                </a:lnTo>
                <a:lnTo>
                  <a:pt x="117308" y="3942"/>
                </a:lnTo>
                <a:lnTo>
                  <a:pt x="117337" y="3916"/>
                </a:lnTo>
                <a:lnTo>
                  <a:pt x="117367" y="3890"/>
                </a:lnTo>
                <a:lnTo>
                  <a:pt x="117397" y="3865"/>
                </a:lnTo>
                <a:lnTo>
                  <a:pt x="117428" y="3841"/>
                </a:lnTo>
                <a:lnTo>
                  <a:pt x="117459" y="3818"/>
                </a:lnTo>
                <a:lnTo>
                  <a:pt x="117491" y="3795"/>
                </a:lnTo>
                <a:lnTo>
                  <a:pt x="117523" y="3773"/>
                </a:lnTo>
                <a:lnTo>
                  <a:pt x="117556" y="3753"/>
                </a:lnTo>
                <a:lnTo>
                  <a:pt x="117590" y="3732"/>
                </a:lnTo>
                <a:lnTo>
                  <a:pt x="117624" y="3713"/>
                </a:lnTo>
                <a:lnTo>
                  <a:pt x="117659" y="3694"/>
                </a:lnTo>
                <a:lnTo>
                  <a:pt x="117694" y="3677"/>
                </a:lnTo>
                <a:lnTo>
                  <a:pt x="117730" y="3659"/>
                </a:lnTo>
                <a:lnTo>
                  <a:pt x="117766" y="3643"/>
                </a:lnTo>
                <a:lnTo>
                  <a:pt x="117804" y="3628"/>
                </a:lnTo>
                <a:lnTo>
                  <a:pt x="117841" y="3613"/>
                </a:lnTo>
                <a:lnTo>
                  <a:pt x="117880" y="3598"/>
                </a:lnTo>
                <a:lnTo>
                  <a:pt x="117919" y="3585"/>
                </a:lnTo>
                <a:lnTo>
                  <a:pt x="117959" y="3572"/>
                </a:lnTo>
                <a:lnTo>
                  <a:pt x="117999" y="3560"/>
                </a:lnTo>
                <a:lnTo>
                  <a:pt x="118040" y="3548"/>
                </a:lnTo>
                <a:lnTo>
                  <a:pt x="118082" y="3538"/>
                </a:lnTo>
                <a:lnTo>
                  <a:pt x="118124" y="3527"/>
                </a:lnTo>
                <a:lnTo>
                  <a:pt x="118167" y="3518"/>
                </a:lnTo>
                <a:lnTo>
                  <a:pt x="118210" y="3509"/>
                </a:lnTo>
                <a:lnTo>
                  <a:pt x="118255" y="3501"/>
                </a:lnTo>
                <a:lnTo>
                  <a:pt x="118299" y="3494"/>
                </a:lnTo>
                <a:lnTo>
                  <a:pt x="118345" y="3488"/>
                </a:lnTo>
                <a:lnTo>
                  <a:pt x="118391" y="3482"/>
                </a:lnTo>
                <a:lnTo>
                  <a:pt x="118438" y="3476"/>
                </a:lnTo>
                <a:lnTo>
                  <a:pt x="118485" y="3472"/>
                </a:lnTo>
                <a:lnTo>
                  <a:pt x="118533" y="3468"/>
                </a:lnTo>
                <a:lnTo>
                  <a:pt x="118582" y="3465"/>
                </a:lnTo>
                <a:lnTo>
                  <a:pt x="118631" y="3463"/>
                </a:lnTo>
                <a:lnTo>
                  <a:pt x="118681" y="3461"/>
                </a:lnTo>
                <a:lnTo>
                  <a:pt x="118732" y="3460"/>
                </a:lnTo>
                <a:lnTo>
                  <a:pt x="118783" y="3459"/>
                </a:lnTo>
                <a:lnTo>
                  <a:pt x="118820" y="3460"/>
                </a:lnTo>
                <a:lnTo>
                  <a:pt x="118857" y="3460"/>
                </a:lnTo>
                <a:lnTo>
                  <a:pt x="118894" y="3461"/>
                </a:lnTo>
                <a:lnTo>
                  <a:pt x="118930" y="3462"/>
                </a:lnTo>
                <a:lnTo>
                  <a:pt x="118966" y="3463"/>
                </a:lnTo>
                <a:lnTo>
                  <a:pt x="119002" y="3464"/>
                </a:lnTo>
                <a:lnTo>
                  <a:pt x="119037" y="3466"/>
                </a:lnTo>
                <a:lnTo>
                  <a:pt x="119072" y="3468"/>
                </a:lnTo>
                <a:lnTo>
                  <a:pt x="119106" y="3470"/>
                </a:lnTo>
                <a:lnTo>
                  <a:pt x="119140" y="3472"/>
                </a:lnTo>
                <a:lnTo>
                  <a:pt x="119174" y="3475"/>
                </a:lnTo>
                <a:lnTo>
                  <a:pt x="119207" y="3478"/>
                </a:lnTo>
                <a:lnTo>
                  <a:pt x="119240" y="3481"/>
                </a:lnTo>
                <a:lnTo>
                  <a:pt x="119272" y="3485"/>
                </a:lnTo>
                <a:lnTo>
                  <a:pt x="119304" y="3489"/>
                </a:lnTo>
                <a:lnTo>
                  <a:pt x="119336" y="3493"/>
                </a:lnTo>
                <a:lnTo>
                  <a:pt x="119367" y="3497"/>
                </a:lnTo>
                <a:lnTo>
                  <a:pt x="119398" y="3502"/>
                </a:lnTo>
                <a:lnTo>
                  <a:pt x="119429" y="3507"/>
                </a:lnTo>
                <a:lnTo>
                  <a:pt x="119459" y="3512"/>
                </a:lnTo>
                <a:lnTo>
                  <a:pt x="119489" y="3517"/>
                </a:lnTo>
                <a:lnTo>
                  <a:pt x="119519" y="3523"/>
                </a:lnTo>
                <a:lnTo>
                  <a:pt x="119548" y="3528"/>
                </a:lnTo>
                <a:lnTo>
                  <a:pt x="119577" y="3535"/>
                </a:lnTo>
                <a:lnTo>
                  <a:pt x="119605" y="3541"/>
                </a:lnTo>
                <a:lnTo>
                  <a:pt x="119633" y="3547"/>
                </a:lnTo>
                <a:lnTo>
                  <a:pt x="119661" y="3554"/>
                </a:lnTo>
                <a:lnTo>
                  <a:pt x="119688" y="3560"/>
                </a:lnTo>
                <a:lnTo>
                  <a:pt x="119715" y="3567"/>
                </a:lnTo>
                <a:lnTo>
                  <a:pt x="119742" y="3573"/>
                </a:lnTo>
                <a:lnTo>
                  <a:pt x="119769" y="3580"/>
                </a:lnTo>
                <a:lnTo>
                  <a:pt x="119795" y="3587"/>
                </a:lnTo>
                <a:lnTo>
                  <a:pt x="119821" y="3593"/>
                </a:lnTo>
                <a:lnTo>
                  <a:pt x="119846" y="3600"/>
                </a:lnTo>
                <a:lnTo>
                  <a:pt x="119871" y="3607"/>
                </a:lnTo>
                <a:lnTo>
                  <a:pt x="119896" y="3614"/>
                </a:lnTo>
                <a:lnTo>
                  <a:pt x="119921" y="3621"/>
                </a:lnTo>
                <a:lnTo>
                  <a:pt x="119945" y="3628"/>
                </a:lnTo>
                <a:lnTo>
                  <a:pt x="119969" y="3635"/>
                </a:lnTo>
                <a:lnTo>
                  <a:pt x="119993" y="3642"/>
                </a:lnTo>
                <a:lnTo>
                  <a:pt x="120016" y="3650"/>
                </a:lnTo>
                <a:lnTo>
                  <a:pt x="120039" y="3657"/>
                </a:lnTo>
                <a:lnTo>
                  <a:pt x="120061" y="3664"/>
                </a:lnTo>
                <a:lnTo>
                  <a:pt x="120084" y="3672"/>
                </a:lnTo>
                <a:lnTo>
                  <a:pt x="120106" y="3679"/>
                </a:lnTo>
                <a:lnTo>
                  <a:pt x="120127" y="3687"/>
                </a:lnTo>
                <a:lnTo>
                  <a:pt x="120149" y="3694"/>
                </a:lnTo>
                <a:lnTo>
                  <a:pt x="120170" y="3702"/>
                </a:lnTo>
                <a:lnTo>
                  <a:pt x="120191" y="3709"/>
                </a:lnTo>
                <a:lnTo>
                  <a:pt x="120211" y="3717"/>
                </a:lnTo>
                <a:lnTo>
                  <a:pt x="120231" y="3724"/>
                </a:lnTo>
                <a:lnTo>
                  <a:pt x="120251" y="3732"/>
                </a:lnTo>
                <a:lnTo>
                  <a:pt x="120271" y="3739"/>
                </a:lnTo>
                <a:lnTo>
                  <a:pt x="120291" y="3747"/>
                </a:lnTo>
                <a:lnTo>
                  <a:pt x="120310" y="3754"/>
                </a:lnTo>
                <a:lnTo>
                  <a:pt x="120329" y="3761"/>
                </a:lnTo>
                <a:lnTo>
                  <a:pt x="120347" y="3768"/>
                </a:lnTo>
                <a:lnTo>
                  <a:pt x="120366" y="3775"/>
                </a:lnTo>
                <a:lnTo>
                  <a:pt x="120384" y="3783"/>
                </a:lnTo>
                <a:lnTo>
                  <a:pt x="120402" y="3789"/>
                </a:lnTo>
                <a:lnTo>
                  <a:pt x="120419" y="3796"/>
                </a:lnTo>
                <a:lnTo>
                  <a:pt x="120437" y="3803"/>
                </a:lnTo>
                <a:lnTo>
                  <a:pt x="120454" y="3810"/>
                </a:lnTo>
                <a:lnTo>
                  <a:pt x="120471" y="3817"/>
                </a:lnTo>
                <a:lnTo>
                  <a:pt x="120487" y="3824"/>
                </a:lnTo>
                <a:lnTo>
                  <a:pt x="120504" y="3830"/>
                </a:lnTo>
                <a:lnTo>
                  <a:pt x="120520" y="3837"/>
                </a:lnTo>
                <a:lnTo>
                  <a:pt x="120535" y="3843"/>
                </a:lnTo>
                <a:lnTo>
                  <a:pt x="120551" y="3850"/>
                </a:lnTo>
                <a:lnTo>
                  <a:pt x="120566" y="3856"/>
                </a:lnTo>
                <a:lnTo>
                  <a:pt x="120581" y="3863"/>
                </a:lnTo>
                <a:lnTo>
                  <a:pt x="120596" y="3869"/>
                </a:lnTo>
                <a:lnTo>
                  <a:pt x="120611" y="3875"/>
                </a:lnTo>
                <a:lnTo>
                  <a:pt x="120625" y="3881"/>
                </a:lnTo>
                <a:lnTo>
                  <a:pt x="120639" y="3887"/>
                </a:lnTo>
                <a:lnTo>
                  <a:pt x="120653" y="3892"/>
                </a:lnTo>
                <a:lnTo>
                  <a:pt x="120667" y="3897"/>
                </a:lnTo>
                <a:lnTo>
                  <a:pt x="120680" y="3902"/>
                </a:lnTo>
                <a:lnTo>
                  <a:pt x="120693" y="3906"/>
                </a:lnTo>
                <a:lnTo>
                  <a:pt x="120707" y="3911"/>
                </a:lnTo>
                <a:lnTo>
                  <a:pt x="120719" y="3915"/>
                </a:lnTo>
                <a:lnTo>
                  <a:pt x="120732" y="3918"/>
                </a:lnTo>
                <a:lnTo>
                  <a:pt x="120745" y="3922"/>
                </a:lnTo>
                <a:lnTo>
                  <a:pt x="120757" y="3925"/>
                </a:lnTo>
                <a:lnTo>
                  <a:pt x="120769" y="3928"/>
                </a:lnTo>
                <a:lnTo>
                  <a:pt x="120781" y="3931"/>
                </a:lnTo>
                <a:lnTo>
                  <a:pt x="120793" y="3934"/>
                </a:lnTo>
                <a:lnTo>
                  <a:pt x="120804" y="3936"/>
                </a:lnTo>
                <a:lnTo>
                  <a:pt x="120815" y="3938"/>
                </a:lnTo>
                <a:lnTo>
                  <a:pt x="120826" y="3939"/>
                </a:lnTo>
                <a:lnTo>
                  <a:pt x="120837" y="3941"/>
                </a:lnTo>
                <a:lnTo>
                  <a:pt x="120848" y="3942"/>
                </a:lnTo>
                <a:lnTo>
                  <a:pt x="120858" y="3943"/>
                </a:lnTo>
                <a:lnTo>
                  <a:pt x="120869" y="3944"/>
                </a:lnTo>
                <a:lnTo>
                  <a:pt x="120879" y="3944"/>
                </a:lnTo>
                <a:lnTo>
                  <a:pt x="120888" y="3944"/>
                </a:lnTo>
                <a:lnTo>
                  <a:pt x="120897" y="3944"/>
                </a:lnTo>
                <a:lnTo>
                  <a:pt x="120905" y="3944"/>
                </a:lnTo>
                <a:lnTo>
                  <a:pt x="120913" y="3943"/>
                </a:lnTo>
                <a:lnTo>
                  <a:pt x="120921" y="3943"/>
                </a:lnTo>
                <a:lnTo>
                  <a:pt x="120929" y="3942"/>
                </a:lnTo>
                <a:lnTo>
                  <a:pt x="120937" y="3941"/>
                </a:lnTo>
                <a:lnTo>
                  <a:pt x="120944" y="3941"/>
                </a:lnTo>
                <a:lnTo>
                  <a:pt x="120952" y="3939"/>
                </a:lnTo>
                <a:lnTo>
                  <a:pt x="120959" y="3938"/>
                </a:lnTo>
                <a:lnTo>
                  <a:pt x="120966" y="3937"/>
                </a:lnTo>
                <a:lnTo>
                  <a:pt x="120973" y="3935"/>
                </a:lnTo>
                <a:lnTo>
                  <a:pt x="120980" y="3934"/>
                </a:lnTo>
                <a:lnTo>
                  <a:pt x="120987" y="3932"/>
                </a:lnTo>
                <a:lnTo>
                  <a:pt x="120994" y="3930"/>
                </a:lnTo>
                <a:lnTo>
                  <a:pt x="121001" y="3928"/>
                </a:lnTo>
                <a:lnTo>
                  <a:pt x="121007" y="3926"/>
                </a:lnTo>
                <a:lnTo>
                  <a:pt x="121014" y="3923"/>
                </a:lnTo>
                <a:lnTo>
                  <a:pt x="121020" y="3921"/>
                </a:lnTo>
                <a:lnTo>
                  <a:pt x="121026" y="3918"/>
                </a:lnTo>
                <a:lnTo>
                  <a:pt x="121032" y="3915"/>
                </a:lnTo>
                <a:lnTo>
                  <a:pt x="121038" y="3912"/>
                </a:lnTo>
                <a:lnTo>
                  <a:pt x="121044" y="3909"/>
                </a:lnTo>
                <a:lnTo>
                  <a:pt x="121050" y="3906"/>
                </a:lnTo>
                <a:lnTo>
                  <a:pt x="121056" y="3902"/>
                </a:lnTo>
                <a:lnTo>
                  <a:pt x="121061" y="3899"/>
                </a:lnTo>
                <a:lnTo>
                  <a:pt x="121067" y="3895"/>
                </a:lnTo>
                <a:lnTo>
                  <a:pt x="121072" y="3891"/>
                </a:lnTo>
                <a:lnTo>
                  <a:pt x="121077" y="3886"/>
                </a:lnTo>
                <a:lnTo>
                  <a:pt x="121082" y="3882"/>
                </a:lnTo>
                <a:lnTo>
                  <a:pt x="121087" y="3877"/>
                </a:lnTo>
                <a:lnTo>
                  <a:pt x="121092" y="3872"/>
                </a:lnTo>
                <a:lnTo>
                  <a:pt x="121097" y="3866"/>
                </a:lnTo>
                <a:lnTo>
                  <a:pt x="121102" y="3860"/>
                </a:lnTo>
                <a:lnTo>
                  <a:pt x="121107" y="3854"/>
                </a:lnTo>
                <a:lnTo>
                  <a:pt x="121112" y="3848"/>
                </a:lnTo>
                <a:lnTo>
                  <a:pt x="121116" y="3842"/>
                </a:lnTo>
                <a:lnTo>
                  <a:pt x="121121" y="3835"/>
                </a:lnTo>
                <a:lnTo>
                  <a:pt x="121125" y="3828"/>
                </a:lnTo>
                <a:lnTo>
                  <a:pt x="121129" y="3821"/>
                </a:lnTo>
                <a:lnTo>
                  <a:pt x="121134" y="3813"/>
                </a:lnTo>
                <a:lnTo>
                  <a:pt x="121138" y="3805"/>
                </a:lnTo>
                <a:lnTo>
                  <a:pt x="121142" y="3797"/>
                </a:lnTo>
                <a:lnTo>
                  <a:pt x="121146" y="3789"/>
                </a:lnTo>
                <a:lnTo>
                  <a:pt x="121150" y="3780"/>
                </a:lnTo>
                <a:lnTo>
                  <a:pt x="121153" y="3772"/>
                </a:lnTo>
                <a:lnTo>
                  <a:pt x="121157" y="3763"/>
                </a:lnTo>
                <a:lnTo>
                  <a:pt x="121161" y="3753"/>
                </a:lnTo>
                <a:lnTo>
                  <a:pt x="121164" y="3744"/>
                </a:lnTo>
                <a:lnTo>
                  <a:pt x="121168" y="3734"/>
                </a:lnTo>
                <a:lnTo>
                  <a:pt x="121171" y="3724"/>
                </a:lnTo>
                <a:lnTo>
                  <a:pt x="121175" y="3713"/>
                </a:lnTo>
                <a:lnTo>
                  <a:pt x="121178" y="3702"/>
                </a:lnTo>
                <a:lnTo>
                  <a:pt x="121181" y="3692"/>
                </a:lnTo>
                <a:lnTo>
                  <a:pt x="121185" y="3680"/>
                </a:lnTo>
                <a:lnTo>
                  <a:pt x="121188" y="3669"/>
                </a:lnTo>
                <a:lnTo>
                  <a:pt x="121191" y="3657"/>
                </a:lnTo>
                <a:lnTo>
                  <a:pt x="121194" y="3645"/>
                </a:lnTo>
                <a:lnTo>
                  <a:pt x="121198" y="3633"/>
                </a:lnTo>
                <a:lnTo>
                  <a:pt x="121201" y="3620"/>
                </a:lnTo>
                <a:lnTo>
                  <a:pt x="121204" y="3608"/>
                </a:lnTo>
                <a:lnTo>
                  <a:pt x="121207" y="3595"/>
                </a:lnTo>
                <a:lnTo>
                  <a:pt x="121210" y="3581"/>
                </a:lnTo>
                <a:lnTo>
                  <a:pt x="121213" y="3568"/>
                </a:lnTo>
                <a:lnTo>
                  <a:pt x="121216" y="3554"/>
                </a:lnTo>
                <a:lnTo>
                  <a:pt x="121219" y="3540"/>
                </a:lnTo>
                <a:lnTo>
                  <a:pt x="121222" y="3526"/>
                </a:lnTo>
                <a:lnTo>
                  <a:pt x="121225" y="3511"/>
                </a:lnTo>
                <a:lnTo>
                  <a:pt x="121228" y="3496"/>
                </a:lnTo>
                <a:lnTo>
                  <a:pt x="121231" y="3481"/>
                </a:lnTo>
                <a:lnTo>
                  <a:pt x="121234" y="3466"/>
                </a:lnTo>
                <a:lnTo>
                  <a:pt x="121237" y="3450"/>
                </a:lnTo>
                <a:lnTo>
                  <a:pt x="121239" y="3434"/>
                </a:lnTo>
                <a:lnTo>
                  <a:pt x="121242" y="3418"/>
                </a:lnTo>
                <a:lnTo>
                  <a:pt x="121245" y="3401"/>
                </a:lnTo>
                <a:lnTo>
                  <a:pt x="121247" y="3384"/>
                </a:lnTo>
                <a:lnTo>
                  <a:pt x="121250" y="3367"/>
                </a:lnTo>
                <a:lnTo>
                  <a:pt x="121252" y="3349"/>
                </a:lnTo>
                <a:lnTo>
                  <a:pt x="121254" y="3330"/>
                </a:lnTo>
                <a:lnTo>
                  <a:pt x="121256" y="3312"/>
                </a:lnTo>
                <a:lnTo>
                  <a:pt x="121258" y="3292"/>
                </a:lnTo>
                <a:lnTo>
                  <a:pt x="121260" y="3273"/>
                </a:lnTo>
                <a:lnTo>
                  <a:pt x="121262" y="3252"/>
                </a:lnTo>
                <a:lnTo>
                  <a:pt x="121263" y="3232"/>
                </a:lnTo>
                <a:lnTo>
                  <a:pt x="121265" y="3211"/>
                </a:lnTo>
                <a:lnTo>
                  <a:pt x="121266" y="3189"/>
                </a:lnTo>
                <a:lnTo>
                  <a:pt x="121267" y="3167"/>
                </a:lnTo>
                <a:lnTo>
                  <a:pt x="121268" y="3145"/>
                </a:lnTo>
                <a:lnTo>
                  <a:pt x="121269" y="3122"/>
                </a:lnTo>
                <a:lnTo>
                  <a:pt x="121270" y="3099"/>
                </a:lnTo>
                <a:lnTo>
                  <a:pt x="121271" y="3076"/>
                </a:lnTo>
                <a:lnTo>
                  <a:pt x="121271" y="3052"/>
                </a:lnTo>
                <a:lnTo>
                  <a:pt x="121272" y="3027"/>
                </a:lnTo>
                <a:lnTo>
                  <a:pt x="121272" y="3002"/>
                </a:lnTo>
                <a:lnTo>
                  <a:pt x="121273" y="2977"/>
                </a:lnTo>
                <a:lnTo>
                  <a:pt x="121273" y="2951"/>
                </a:lnTo>
                <a:lnTo>
                  <a:pt x="121273" y="2925"/>
                </a:lnTo>
                <a:lnTo>
                  <a:pt x="121273" y="2898"/>
                </a:lnTo>
                <a:lnTo>
                  <a:pt x="121273" y="2872"/>
                </a:lnTo>
                <a:lnTo>
                  <a:pt x="121272" y="2847"/>
                </a:lnTo>
                <a:lnTo>
                  <a:pt x="121272" y="2821"/>
                </a:lnTo>
                <a:lnTo>
                  <a:pt x="121272" y="2796"/>
                </a:lnTo>
                <a:lnTo>
                  <a:pt x="121271" y="2772"/>
                </a:lnTo>
                <a:close/>
                <a:moveTo>
                  <a:pt x="20340" y="1751"/>
                </a:moveTo>
                <a:lnTo>
                  <a:pt x="20338" y="1741"/>
                </a:lnTo>
                <a:lnTo>
                  <a:pt x="20337" y="1730"/>
                </a:lnTo>
                <a:lnTo>
                  <a:pt x="20335" y="1720"/>
                </a:lnTo>
                <a:lnTo>
                  <a:pt x="20333" y="1710"/>
                </a:lnTo>
                <a:lnTo>
                  <a:pt x="20331" y="1700"/>
                </a:lnTo>
                <a:lnTo>
                  <a:pt x="20328" y="1690"/>
                </a:lnTo>
                <a:lnTo>
                  <a:pt x="20326" y="1680"/>
                </a:lnTo>
                <a:lnTo>
                  <a:pt x="20323" y="1670"/>
                </a:lnTo>
                <a:lnTo>
                  <a:pt x="20320" y="1661"/>
                </a:lnTo>
                <a:lnTo>
                  <a:pt x="20316" y="1651"/>
                </a:lnTo>
                <a:lnTo>
                  <a:pt x="20313" y="1642"/>
                </a:lnTo>
                <a:lnTo>
                  <a:pt x="20309" y="1633"/>
                </a:lnTo>
                <a:lnTo>
                  <a:pt x="20305" y="1624"/>
                </a:lnTo>
                <a:lnTo>
                  <a:pt x="20301" y="1615"/>
                </a:lnTo>
                <a:lnTo>
                  <a:pt x="20296" y="1606"/>
                </a:lnTo>
                <a:lnTo>
                  <a:pt x="20291" y="1597"/>
                </a:lnTo>
                <a:lnTo>
                  <a:pt x="20286" y="1588"/>
                </a:lnTo>
                <a:lnTo>
                  <a:pt x="20281" y="1580"/>
                </a:lnTo>
                <a:lnTo>
                  <a:pt x="20276" y="1571"/>
                </a:lnTo>
                <a:lnTo>
                  <a:pt x="20270" y="1563"/>
                </a:lnTo>
                <a:lnTo>
                  <a:pt x="20264" y="1555"/>
                </a:lnTo>
                <a:lnTo>
                  <a:pt x="20258" y="1547"/>
                </a:lnTo>
                <a:lnTo>
                  <a:pt x="20251" y="1539"/>
                </a:lnTo>
                <a:lnTo>
                  <a:pt x="20244" y="1531"/>
                </a:lnTo>
                <a:lnTo>
                  <a:pt x="20237" y="1523"/>
                </a:lnTo>
                <a:lnTo>
                  <a:pt x="20230" y="1516"/>
                </a:lnTo>
                <a:lnTo>
                  <a:pt x="20222" y="1508"/>
                </a:lnTo>
                <a:lnTo>
                  <a:pt x="20214" y="1501"/>
                </a:lnTo>
                <a:lnTo>
                  <a:pt x="20205" y="1493"/>
                </a:lnTo>
                <a:lnTo>
                  <a:pt x="20197" y="1486"/>
                </a:lnTo>
                <a:lnTo>
                  <a:pt x="20188" y="1479"/>
                </a:lnTo>
                <a:lnTo>
                  <a:pt x="20179" y="1472"/>
                </a:lnTo>
                <a:lnTo>
                  <a:pt x="20169" y="1465"/>
                </a:lnTo>
                <a:lnTo>
                  <a:pt x="20159" y="1459"/>
                </a:lnTo>
                <a:lnTo>
                  <a:pt x="20149" y="1452"/>
                </a:lnTo>
                <a:lnTo>
                  <a:pt x="20139" y="1446"/>
                </a:lnTo>
                <a:lnTo>
                  <a:pt x="20128" y="1439"/>
                </a:lnTo>
                <a:lnTo>
                  <a:pt x="20117" y="1433"/>
                </a:lnTo>
                <a:lnTo>
                  <a:pt x="20106" y="1427"/>
                </a:lnTo>
                <a:lnTo>
                  <a:pt x="20095" y="1421"/>
                </a:lnTo>
                <a:lnTo>
                  <a:pt x="20083" y="1415"/>
                </a:lnTo>
                <a:lnTo>
                  <a:pt x="20071" y="1409"/>
                </a:lnTo>
                <a:lnTo>
                  <a:pt x="20058" y="1404"/>
                </a:lnTo>
                <a:lnTo>
                  <a:pt x="20046" y="1398"/>
                </a:lnTo>
                <a:lnTo>
                  <a:pt x="20032" y="1393"/>
                </a:lnTo>
                <a:lnTo>
                  <a:pt x="20019" y="1388"/>
                </a:lnTo>
                <a:lnTo>
                  <a:pt x="20005" y="1382"/>
                </a:lnTo>
                <a:lnTo>
                  <a:pt x="19991" y="1377"/>
                </a:lnTo>
                <a:lnTo>
                  <a:pt x="19976" y="1372"/>
                </a:lnTo>
                <a:lnTo>
                  <a:pt x="19961" y="1368"/>
                </a:lnTo>
                <a:lnTo>
                  <a:pt x="19945" y="1363"/>
                </a:lnTo>
                <a:lnTo>
                  <a:pt x="19929" y="1358"/>
                </a:lnTo>
                <a:lnTo>
                  <a:pt x="19913" y="1354"/>
                </a:lnTo>
                <a:lnTo>
                  <a:pt x="19896" y="1350"/>
                </a:lnTo>
                <a:lnTo>
                  <a:pt x="19879" y="1345"/>
                </a:lnTo>
                <a:lnTo>
                  <a:pt x="19861" y="1341"/>
                </a:lnTo>
                <a:lnTo>
                  <a:pt x="19843" y="1337"/>
                </a:lnTo>
                <a:lnTo>
                  <a:pt x="19825" y="1333"/>
                </a:lnTo>
                <a:lnTo>
                  <a:pt x="19806" y="1330"/>
                </a:lnTo>
                <a:lnTo>
                  <a:pt x="19787" y="1326"/>
                </a:lnTo>
                <a:lnTo>
                  <a:pt x="19767" y="1322"/>
                </a:lnTo>
                <a:lnTo>
                  <a:pt x="19747" y="1319"/>
                </a:lnTo>
                <a:lnTo>
                  <a:pt x="19726" y="1316"/>
                </a:lnTo>
                <a:lnTo>
                  <a:pt x="19706" y="1312"/>
                </a:lnTo>
                <a:lnTo>
                  <a:pt x="19684" y="1309"/>
                </a:lnTo>
                <a:lnTo>
                  <a:pt x="19663" y="1306"/>
                </a:lnTo>
                <a:lnTo>
                  <a:pt x="19641" y="1304"/>
                </a:lnTo>
                <a:lnTo>
                  <a:pt x="19618" y="1301"/>
                </a:lnTo>
                <a:lnTo>
                  <a:pt x="19595" y="1298"/>
                </a:lnTo>
                <a:lnTo>
                  <a:pt x="19571" y="1296"/>
                </a:lnTo>
                <a:lnTo>
                  <a:pt x="19547" y="1293"/>
                </a:lnTo>
                <a:lnTo>
                  <a:pt x="19523" y="1291"/>
                </a:lnTo>
                <a:lnTo>
                  <a:pt x="19497" y="1289"/>
                </a:lnTo>
                <a:lnTo>
                  <a:pt x="19472" y="1287"/>
                </a:lnTo>
                <a:lnTo>
                  <a:pt x="19446" y="1285"/>
                </a:lnTo>
                <a:lnTo>
                  <a:pt x="19419" y="1283"/>
                </a:lnTo>
                <a:lnTo>
                  <a:pt x="19392" y="1282"/>
                </a:lnTo>
                <a:lnTo>
                  <a:pt x="19364" y="1280"/>
                </a:lnTo>
                <a:lnTo>
                  <a:pt x="19336" y="1278"/>
                </a:lnTo>
                <a:lnTo>
                  <a:pt x="19307" y="1277"/>
                </a:lnTo>
                <a:lnTo>
                  <a:pt x="19277" y="1276"/>
                </a:lnTo>
                <a:lnTo>
                  <a:pt x="19248" y="1275"/>
                </a:lnTo>
                <a:lnTo>
                  <a:pt x="19217" y="1274"/>
                </a:lnTo>
                <a:lnTo>
                  <a:pt x="19186" y="1273"/>
                </a:lnTo>
                <a:lnTo>
                  <a:pt x="19155" y="1272"/>
                </a:lnTo>
                <a:lnTo>
                  <a:pt x="19123" y="1272"/>
                </a:lnTo>
                <a:lnTo>
                  <a:pt x="19090" y="1271"/>
                </a:lnTo>
                <a:lnTo>
                  <a:pt x="19057" y="1271"/>
                </a:lnTo>
                <a:lnTo>
                  <a:pt x="19024" y="1270"/>
                </a:lnTo>
                <a:lnTo>
                  <a:pt x="18990" y="1270"/>
                </a:lnTo>
                <a:lnTo>
                  <a:pt x="18955" y="1270"/>
                </a:lnTo>
                <a:lnTo>
                  <a:pt x="18922" y="1270"/>
                </a:lnTo>
                <a:lnTo>
                  <a:pt x="18889" y="1270"/>
                </a:lnTo>
                <a:lnTo>
                  <a:pt x="18857" y="1271"/>
                </a:lnTo>
                <a:lnTo>
                  <a:pt x="18825" y="1271"/>
                </a:lnTo>
                <a:lnTo>
                  <a:pt x="18794" y="1272"/>
                </a:lnTo>
                <a:lnTo>
                  <a:pt x="18763" y="1272"/>
                </a:lnTo>
                <a:lnTo>
                  <a:pt x="18733" y="1273"/>
                </a:lnTo>
                <a:lnTo>
                  <a:pt x="18703" y="1274"/>
                </a:lnTo>
                <a:lnTo>
                  <a:pt x="18673" y="1275"/>
                </a:lnTo>
                <a:lnTo>
                  <a:pt x="18644" y="1276"/>
                </a:lnTo>
                <a:lnTo>
                  <a:pt x="18616" y="1277"/>
                </a:lnTo>
                <a:lnTo>
                  <a:pt x="18588" y="1278"/>
                </a:lnTo>
                <a:lnTo>
                  <a:pt x="18560" y="1280"/>
                </a:lnTo>
                <a:lnTo>
                  <a:pt x="18533" y="1282"/>
                </a:lnTo>
                <a:lnTo>
                  <a:pt x="18506" y="1283"/>
                </a:lnTo>
                <a:lnTo>
                  <a:pt x="18480" y="1285"/>
                </a:lnTo>
                <a:lnTo>
                  <a:pt x="18454" y="1287"/>
                </a:lnTo>
                <a:lnTo>
                  <a:pt x="18429" y="1289"/>
                </a:lnTo>
                <a:lnTo>
                  <a:pt x="18404" y="1291"/>
                </a:lnTo>
                <a:lnTo>
                  <a:pt x="18380" y="1293"/>
                </a:lnTo>
                <a:lnTo>
                  <a:pt x="18356" y="1296"/>
                </a:lnTo>
                <a:lnTo>
                  <a:pt x="18332" y="1298"/>
                </a:lnTo>
                <a:lnTo>
                  <a:pt x="18309" y="1301"/>
                </a:lnTo>
                <a:lnTo>
                  <a:pt x="18287" y="1304"/>
                </a:lnTo>
                <a:lnTo>
                  <a:pt x="18265" y="1306"/>
                </a:lnTo>
                <a:lnTo>
                  <a:pt x="18243" y="1309"/>
                </a:lnTo>
                <a:lnTo>
                  <a:pt x="18222" y="1312"/>
                </a:lnTo>
                <a:lnTo>
                  <a:pt x="18201" y="1316"/>
                </a:lnTo>
                <a:lnTo>
                  <a:pt x="18180" y="1319"/>
                </a:lnTo>
                <a:lnTo>
                  <a:pt x="18160" y="1322"/>
                </a:lnTo>
                <a:lnTo>
                  <a:pt x="18140" y="1326"/>
                </a:lnTo>
                <a:lnTo>
                  <a:pt x="18121" y="1330"/>
                </a:lnTo>
                <a:lnTo>
                  <a:pt x="18102" y="1333"/>
                </a:lnTo>
                <a:lnTo>
                  <a:pt x="18083" y="1337"/>
                </a:lnTo>
                <a:lnTo>
                  <a:pt x="18065" y="1341"/>
                </a:lnTo>
                <a:lnTo>
                  <a:pt x="18047" y="1345"/>
                </a:lnTo>
                <a:lnTo>
                  <a:pt x="18029" y="1350"/>
                </a:lnTo>
                <a:lnTo>
                  <a:pt x="18012" y="1354"/>
                </a:lnTo>
                <a:lnTo>
                  <a:pt x="17995" y="1358"/>
                </a:lnTo>
                <a:lnTo>
                  <a:pt x="17979" y="1363"/>
                </a:lnTo>
                <a:lnTo>
                  <a:pt x="17963" y="1368"/>
                </a:lnTo>
                <a:lnTo>
                  <a:pt x="17947" y="1372"/>
                </a:lnTo>
                <a:lnTo>
                  <a:pt x="17932" y="1377"/>
                </a:lnTo>
                <a:lnTo>
                  <a:pt x="17917" y="1382"/>
                </a:lnTo>
                <a:lnTo>
                  <a:pt x="17902" y="1388"/>
                </a:lnTo>
                <a:lnTo>
                  <a:pt x="17888" y="1393"/>
                </a:lnTo>
                <a:lnTo>
                  <a:pt x="17874" y="1398"/>
                </a:lnTo>
                <a:lnTo>
                  <a:pt x="17861" y="1404"/>
                </a:lnTo>
                <a:lnTo>
                  <a:pt x="17848" y="1409"/>
                </a:lnTo>
                <a:lnTo>
                  <a:pt x="17835" y="1415"/>
                </a:lnTo>
                <a:lnTo>
                  <a:pt x="17823" y="1421"/>
                </a:lnTo>
                <a:lnTo>
                  <a:pt x="17811" y="1427"/>
                </a:lnTo>
                <a:lnTo>
                  <a:pt x="17799" y="1433"/>
                </a:lnTo>
                <a:lnTo>
                  <a:pt x="17788" y="1439"/>
                </a:lnTo>
                <a:lnTo>
                  <a:pt x="17777" y="1446"/>
                </a:lnTo>
                <a:lnTo>
                  <a:pt x="17766" y="1452"/>
                </a:lnTo>
                <a:lnTo>
                  <a:pt x="17756" y="1459"/>
                </a:lnTo>
                <a:lnTo>
                  <a:pt x="17746" y="1465"/>
                </a:lnTo>
                <a:lnTo>
                  <a:pt x="17736" y="1472"/>
                </a:lnTo>
                <a:lnTo>
                  <a:pt x="17727" y="1479"/>
                </a:lnTo>
                <a:lnTo>
                  <a:pt x="17718" y="1486"/>
                </a:lnTo>
                <a:lnTo>
                  <a:pt x="17710" y="1493"/>
                </a:lnTo>
                <a:lnTo>
                  <a:pt x="17701" y="1501"/>
                </a:lnTo>
                <a:lnTo>
                  <a:pt x="17694" y="1508"/>
                </a:lnTo>
                <a:lnTo>
                  <a:pt x="17686" y="1516"/>
                </a:lnTo>
                <a:lnTo>
                  <a:pt x="17679" y="1523"/>
                </a:lnTo>
                <a:lnTo>
                  <a:pt x="17672" y="1531"/>
                </a:lnTo>
                <a:lnTo>
                  <a:pt x="17666" y="1539"/>
                </a:lnTo>
                <a:lnTo>
                  <a:pt x="17660" y="1547"/>
                </a:lnTo>
                <a:lnTo>
                  <a:pt x="17654" y="1555"/>
                </a:lnTo>
                <a:lnTo>
                  <a:pt x="17649" y="1563"/>
                </a:lnTo>
                <a:lnTo>
                  <a:pt x="17643" y="1571"/>
                </a:lnTo>
                <a:lnTo>
                  <a:pt x="17639" y="1580"/>
                </a:lnTo>
                <a:lnTo>
                  <a:pt x="17634" y="1588"/>
                </a:lnTo>
                <a:lnTo>
                  <a:pt x="17630" y="1597"/>
                </a:lnTo>
                <a:lnTo>
                  <a:pt x="17626" y="1606"/>
                </a:lnTo>
                <a:lnTo>
                  <a:pt x="17622" y="1615"/>
                </a:lnTo>
                <a:lnTo>
                  <a:pt x="17618" y="1624"/>
                </a:lnTo>
                <a:lnTo>
                  <a:pt x="17614" y="1633"/>
                </a:lnTo>
                <a:lnTo>
                  <a:pt x="17611" y="1642"/>
                </a:lnTo>
                <a:lnTo>
                  <a:pt x="17608" y="1651"/>
                </a:lnTo>
                <a:lnTo>
                  <a:pt x="17605" y="1661"/>
                </a:lnTo>
                <a:lnTo>
                  <a:pt x="17602" y="1670"/>
                </a:lnTo>
                <a:lnTo>
                  <a:pt x="17600" y="1680"/>
                </a:lnTo>
                <a:lnTo>
                  <a:pt x="17597" y="1690"/>
                </a:lnTo>
                <a:lnTo>
                  <a:pt x="17595" y="1700"/>
                </a:lnTo>
                <a:lnTo>
                  <a:pt x="17593" y="1710"/>
                </a:lnTo>
                <a:lnTo>
                  <a:pt x="17591" y="1720"/>
                </a:lnTo>
                <a:lnTo>
                  <a:pt x="17590" y="1730"/>
                </a:lnTo>
                <a:lnTo>
                  <a:pt x="17589" y="1741"/>
                </a:lnTo>
                <a:lnTo>
                  <a:pt x="17588" y="1751"/>
                </a:lnTo>
                <a:lnTo>
                  <a:pt x="17587" y="1762"/>
                </a:lnTo>
                <a:lnTo>
                  <a:pt x="17586" y="1773"/>
                </a:lnTo>
                <a:lnTo>
                  <a:pt x="17585" y="1783"/>
                </a:lnTo>
                <a:lnTo>
                  <a:pt x="17585" y="1794"/>
                </a:lnTo>
                <a:lnTo>
                  <a:pt x="17585" y="1805"/>
                </a:lnTo>
                <a:lnTo>
                  <a:pt x="17585" y="24149"/>
                </a:lnTo>
                <a:lnTo>
                  <a:pt x="17585" y="24160"/>
                </a:lnTo>
                <a:lnTo>
                  <a:pt x="17585" y="24171"/>
                </a:lnTo>
                <a:lnTo>
                  <a:pt x="17586" y="24181"/>
                </a:lnTo>
                <a:lnTo>
                  <a:pt x="17587" y="24192"/>
                </a:lnTo>
                <a:lnTo>
                  <a:pt x="17588" y="24203"/>
                </a:lnTo>
                <a:lnTo>
                  <a:pt x="17589" y="24213"/>
                </a:lnTo>
                <a:lnTo>
                  <a:pt x="17590" y="24223"/>
                </a:lnTo>
                <a:lnTo>
                  <a:pt x="17591" y="24233"/>
                </a:lnTo>
                <a:lnTo>
                  <a:pt x="17593" y="24243"/>
                </a:lnTo>
                <a:lnTo>
                  <a:pt x="17595" y="24253"/>
                </a:lnTo>
                <a:lnTo>
                  <a:pt x="17597" y="24263"/>
                </a:lnTo>
                <a:lnTo>
                  <a:pt x="17600" y="24272"/>
                </a:lnTo>
                <a:lnTo>
                  <a:pt x="17602" y="24281"/>
                </a:lnTo>
                <a:lnTo>
                  <a:pt x="17605" y="24291"/>
                </a:lnTo>
                <a:lnTo>
                  <a:pt x="17608" y="24300"/>
                </a:lnTo>
                <a:lnTo>
                  <a:pt x="17611" y="24309"/>
                </a:lnTo>
                <a:lnTo>
                  <a:pt x="17614" y="24317"/>
                </a:lnTo>
                <a:lnTo>
                  <a:pt x="17618" y="24326"/>
                </a:lnTo>
                <a:lnTo>
                  <a:pt x="17622" y="24334"/>
                </a:lnTo>
                <a:lnTo>
                  <a:pt x="17626" y="24343"/>
                </a:lnTo>
                <a:lnTo>
                  <a:pt x="17630" y="24351"/>
                </a:lnTo>
                <a:lnTo>
                  <a:pt x="17634" y="24359"/>
                </a:lnTo>
                <a:lnTo>
                  <a:pt x="17639" y="24367"/>
                </a:lnTo>
                <a:lnTo>
                  <a:pt x="17643" y="24375"/>
                </a:lnTo>
                <a:lnTo>
                  <a:pt x="17649" y="24382"/>
                </a:lnTo>
                <a:lnTo>
                  <a:pt x="17654" y="24390"/>
                </a:lnTo>
                <a:lnTo>
                  <a:pt x="17660" y="24397"/>
                </a:lnTo>
                <a:lnTo>
                  <a:pt x="17666" y="24405"/>
                </a:lnTo>
                <a:lnTo>
                  <a:pt x="17672" y="24412"/>
                </a:lnTo>
                <a:lnTo>
                  <a:pt x="17679" y="24419"/>
                </a:lnTo>
                <a:lnTo>
                  <a:pt x="17686" y="24426"/>
                </a:lnTo>
                <a:lnTo>
                  <a:pt x="17694" y="24433"/>
                </a:lnTo>
                <a:lnTo>
                  <a:pt x="17701" y="24440"/>
                </a:lnTo>
                <a:lnTo>
                  <a:pt x="17710" y="24447"/>
                </a:lnTo>
                <a:lnTo>
                  <a:pt x="17718" y="24454"/>
                </a:lnTo>
                <a:lnTo>
                  <a:pt x="17727" y="24460"/>
                </a:lnTo>
                <a:lnTo>
                  <a:pt x="17736" y="24467"/>
                </a:lnTo>
                <a:lnTo>
                  <a:pt x="17746" y="24473"/>
                </a:lnTo>
                <a:lnTo>
                  <a:pt x="17756" y="24480"/>
                </a:lnTo>
                <a:lnTo>
                  <a:pt x="17766" y="24486"/>
                </a:lnTo>
                <a:lnTo>
                  <a:pt x="17777" y="24492"/>
                </a:lnTo>
                <a:lnTo>
                  <a:pt x="17788" y="24499"/>
                </a:lnTo>
                <a:lnTo>
                  <a:pt x="17799" y="24505"/>
                </a:lnTo>
                <a:lnTo>
                  <a:pt x="17811" y="24511"/>
                </a:lnTo>
                <a:lnTo>
                  <a:pt x="17823" y="24516"/>
                </a:lnTo>
                <a:lnTo>
                  <a:pt x="17835" y="24522"/>
                </a:lnTo>
                <a:lnTo>
                  <a:pt x="17848" y="24528"/>
                </a:lnTo>
                <a:lnTo>
                  <a:pt x="17861" y="24534"/>
                </a:lnTo>
                <a:lnTo>
                  <a:pt x="17874" y="24539"/>
                </a:lnTo>
                <a:lnTo>
                  <a:pt x="17888" y="24544"/>
                </a:lnTo>
                <a:lnTo>
                  <a:pt x="17902" y="24550"/>
                </a:lnTo>
                <a:lnTo>
                  <a:pt x="17917" y="24555"/>
                </a:lnTo>
                <a:lnTo>
                  <a:pt x="17932" y="24560"/>
                </a:lnTo>
                <a:lnTo>
                  <a:pt x="17947" y="24565"/>
                </a:lnTo>
                <a:lnTo>
                  <a:pt x="17963" y="24570"/>
                </a:lnTo>
                <a:lnTo>
                  <a:pt x="17979" y="24574"/>
                </a:lnTo>
                <a:lnTo>
                  <a:pt x="17995" y="24579"/>
                </a:lnTo>
                <a:lnTo>
                  <a:pt x="18012" y="24583"/>
                </a:lnTo>
                <a:lnTo>
                  <a:pt x="18029" y="24588"/>
                </a:lnTo>
                <a:lnTo>
                  <a:pt x="18047" y="24592"/>
                </a:lnTo>
                <a:lnTo>
                  <a:pt x="18065" y="24596"/>
                </a:lnTo>
                <a:lnTo>
                  <a:pt x="18083" y="24600"/>
                </a:lnTo>
                <a:lnTo>
                  <a:pt x="18102" y="24604"/>
                </a:lnTo>
                <a:lnTo>
                  <a:pt x="18121" y="24608"/>
                </a:lnTo>
                <a:lnTo>
                  <a:pt x="18140" y="24611"/>
                </a:lnTo>
                <a:lnTo>
                  <a:pt x="18160" y="24615"/>
                </a:lnTo>
                <a:lnTo>
                  <a:pt x="18180" y="24618"/>
                </a:lnTo>
                <a:lnTo>
                  <a:pt x="18201" y="24622"/>
                </a:lnTo>
                <a:lnTo>
                  <a:pt x="18222" y="24625"/>
                </a:lnTo>
                <a:lnTo>
                  <a:pt x="18243" y="24628"/>
                </a:lnTo>
                <a:lnTo>
                  <a:pt x="18265" y="24631"/>
                </a:lnTo>
                <a:lnTo>
                  <a:pt x="18287" y="24634"/>
                </a:lnTo>
                <a:lnTo>
                  <a:pt x="18309" y="24637"/>
                </a:lnTo>
                <a:lnTo>
                  <a:pt x="18332" y="24639"/>
                </a:lnTo>
                <a:lnTo>
                  <a:pt x="18356" y="24642"/>
                </a:lnTo>
                <a:lnTo>
                  <a:pt x="18380" y="24644"/>
                </a:lnTo>
                <a:lnTo>
                  <a:pt x="18404" y="24646"/>
                </a:lnTo>
                <a:lnTo>
                  <a:pt x="18429" y="24648"/>
                </a:lnTo>
                <a:lnTo>
                  <a:pt x="18454" y="24650"/>
                </a:lnTo>
                <a:lnTo>
                  <a:pt x="18480" y="24652"/>
                </a:lnTo>
                <a:lnTo>
                  <a:pt x="18506" y="24654"/>
                </a:lnTo>
                <a:lnTo>
                  <a:pt x="18533" y="24656"/>
                </a:lnTo>
                <a:lnTo>
                  <a:pt x="18560" y="24657"/>
                </a:lnTo>
                <a:lnTo>
                  <a:pt x="18588" y="24659"/>
                </a:lnTo>
                <a:lnTo>
                  <a:pt x="18616" y="24660"/>
                </a:lnTo>
                <a:lnTo>
                  <a:pt x="18644" y="24661"/>
                </a:lnTo>
                <a:lnTo>
                  <a:pt x="18673" y="24663"/>
                </a:lnTo>
                <a:lnTo>
                  <a:pt x="18703" y="24664"/>
                </a:lnTo>
                <a:lnTo>
                  <a:pt x="18733" y="24664"/>
                </a:lnTo>
                <a:lnTo>
                  <a:pt x="18763" y="24665"/>
                </a:lnTo>
                <a:lnTo>
                  <a:pt x="18794" y="24666"/>
                </a:lnTo>
                <a:lnTo>
                  <a:pt x="18825" y="24666"/>
                </a:lnTo>
                <a:lnTo>
                  <a:pt x="18857" y="24667"/>
                </a:lnTo>
                <a:lnTo>
                  <a:pt x="18889" y="24667"/>
                </a:lnTo>
                <a:lnTo>
                  <a:pt x="18922" y="24667"/>
                </a:lnTo>
                <a:lnTo>
                  <a:pt x="18955" y="24667"/>
                </a:lnTo>
                <a:lnTo>
                  <a:pt x="18990" y="24667"/>
                </a:lnTo>
                <a:lnTo>
                  <a:pt x="19024" y="24667"/>
                </a:lnTo>
                <a:lnTo>
                  <a:pt x="19057" y="24667"/>
                </a:lnTo>
                <a:lnTo>
                  <a:pt x="19090" y="24666"/>
                </a:lnTo>
                <a:lnTo>
                  <a:pt x="19123" y="24666"/>
                </a:lnTo>
                <a:lnTo>
                  <a:pt x="19155" y="24665"/>
                </a:lnTo>
                <a:lnTo>
                  <a:pt x="19186" y="24664"/>
                </a:lnTo>
                <a:lnTo>
                  <a:pt x="19217" y="24664"/>
                </a:lnTo>
                <a:lnTo>
                  <a:pt x="19248" y="24663"/>
                </a:lnTo>
                <a:lnTo>
                  <a:pt x="19277" y="24661"/>
                </a:lnTo>
                <a:lnTo>
                  <a:pt x="19307" y="24660"/>
                </a:lnTo>
                <a:lnTo>
                  <a:pt x="19336" y="24659"/>
                </a:lnTo>
                <a:lnTo>
                  <a:pt x="19364" y="24657"/>
                </a:lnTo>
                <a:lnTo>
                  <a:pt x="19392" y="24656"/>
                </a:lnTo>
                <a:lnTo>
                  <a:pt x="19419" y="24654"/>
                </a:lnTo>
                <a:lnTo>
                  <a:pt x="19446" y="24652"/>
                </a:lnTo>
                <a:lnTo>
                  <a:pt x="19472" y="24650"/>
                </a:lnTo>
                <a:lnTo>
                  <a:pt x="19497" y="24648"/>
                </a:lnTo>
                <a:lnTo>
                  <a:pt x="19523" y="24646"/>
                </a:lnTo>
                <a:lnTo>
                  <a:pt x="19547" y="24644"/>
                </a:lnTo>
                <a:lnTo>
                  <a:pt x="19571" y="24642"/>
                </a:lnTo>
                <a:lnTo>
                  <a:pt x="19595" y="24639"/>
                </a:lnTo>
                <a:lnTo>
                  <a:pt x="19618" y="24637"/>
                </a:lnTo>
                <a:lnTo>
                  <a:pt x="19641" y="24634"/>
                </a:lnTo>
                <a:lnTo>
                  <a:pt x="19663" y="24631"/>
                </a:lnTo>
                <a:lnTo>
                  <a:pt x="19684" y="24628"/>
                </a:lnTo>
                <a:lnTo>
                  <a:pt x="19706" y="24625"/>
                </a:lnTo>
                <a:lnTo>
                  <a:pt x="19726" y="24622"/>
                </a:lnTo>
                <a:lnTo>
                  <a:pt x="19747" y="24618"/>
                </a:lnTo>
                <a:lnTo>
                  <a:pt x="19767" y="24615"/>
                </a:lnTo>
                <a:lnTo>
                  <a:pt x="19787" y="24611"/>
                </a:lnTo>
                <a:lnTo>
                  <a:pt x="19806" y="24608"/>
                </a:lnTo>
                <a:lnTo>
                  <a:pt x="19825" y="24604"/>
                </a:lnTo>
                <a:lnTo>
                  <a:pt x="19843" y="24600"/>
                </a:lnTo>
                <a:lnTo>
                  <a:pt x="19861" y="24596"/>
                </a:lnTo>
                <a:lnTo>
                  <a:pt x="19879" y="24592"/>
                </a:lnTo>
                <a:lnTo>
                  <a:pt x="19896" y="24588"/>
                </a:lnTo>
                <a:lnTo>
                  <a:pt x="19913" y="24583"/>
                </a:lnTo>
                <a:lnTo>
                  <a:pt x="19929" y="24579"/>
                </a:lnTo>
                <a:lnTo>
                  <a:pt x="19945" y="24574"/>
                </a:lnTo>
                <a:lnTo>
                  <a:pt x="19961" y="24570"/>
                </a:lnTo>
                <a:lnTo>
                  <a:pt x="19976" y="24565"/>
                </a:lnTo>
                <a:lnTo>
                  <a:pt x="19991" y="24560"/>
                </a:lnTo>
                <a:lnTo>
                  <a:pt x="20005" y="24555"/>
                </a:lnTo>
                <a:lnTo>
                  <a:pt x="20019" y="24550"/>
                </a:lnTo>
                <a:lnTo>
                  <a:pt x="20032" y="24544"/>
                </a:lnTo>
                <a:lnTo>
                  <a:pt x="20046" y="24539"/>
                </a:lnTo>
                <a:lnTo>
                  <a:pt x="20058" y="24534"/>
                </a:lnTo>
                <a:lnTo>
                  <a:pt x="20071" y="24528"/>
                </a:lnTo>
                <a:lnTo>
                  <a:pt x="20083" y="24522"/>
                </a:lnTo>
                <a:lnTo>
                  <a:pt x="20095" y="24516"/>
                </a:lnTo>
                <a:lnTo>
                  <a:pt x="20106" y="24511"/>
                </a:lnTo>
                <a:lnTo>
                  <a:pt x="20117" y="24505"/>
                </a:lnTo>
                <a:lnTo>
                  <a:pt x="20128" y="24499"/>
                </a:lnTo>
                <a:lnTo>
                  <a:pt x="20139" y="24492"/>
                </a:lnTo>
                <a:lnTo>
                  <a:pt x="20149" y="24486"/>
                </a:lnTo>
                <a:lnTo>
                  <a:pt x="20159" y="24480"/>
                </a:lnTo>
                <a:lnTo>
                  <a:pt x="20169" y="24473"/>
                </a:lnTo>
                <a:lnTo>
                  <a:pt x="20179" y="24467"/>
                </a:lnTo>
                <a:lnTo>
                  <a:pt x="20188" y="24460"/>
                </a:lnTo>
                <a:lnTo>
                  <a:pt x="20197" y="24454"/>
                </a:lnTo>
                <a:lnTo>
                  <a:pt x="20205" y="24447"/>
                </a:lnTo>
                <a:lnTo>
                  <a:pt x="20214" y="24440"/>
                </a:lnTo>
                <a:lnTo>
                  <a:pt x="20222" y="24433"/>
                </a:lnTo>
                <a:lnTo>
                  <a:pt x="20230" y="24426"/>
                </a:lnTo>
                <a:lnTo>
                  <a:pt x="20237" y="24419"/>
                </a:lnTo>
                <a:lnTo>
                  <a:pt x="20244" y="24412"/>
                </a:lnTo>
                <a:lnTo>
                  <a:pt x="20251" y="24405"/>
                </a:lnTo>
                <a:lnTo>
                  <a:pt x="20258" y="24397"/>
                </a:lnTo>
                <a:lnTo>
                  <a:pt x="20264" y="24390"/>
                </a:lnTo>
                <a:lnTo>
                  <a:pt x="20270" y="24382"/>
                </a:lnTo>
                <a:lnTo>
                  <a:pt x="20276" y="24375"/>
                </a:lnTo>
                <a:lnTo>
                  <a:pt x="20281" y="24367"/>
                </a:lnTo>
                <a:lnTo>
                  <a:pt x="20286" y="24359"/>
                </a:lnTo>
                <a:lnTo>
                  <a:pt x="20291" y="24351"/>
                </a:lnTo>
                <a:lnTo>
                  <a:pt x="20296" y="24343"/>
                </a:lnTo>
                <a:lnTo>
                  <a:pt x="20301" y="24334"/>
                </a:lnTo>
                <a:lnTo>
                  <a:pt x="20305" y="24326"/>
                </a:lnTo>
                <a:lnTo>
                  <a:pt x="20309" y="24317"/>
                </a:lnTo>
                <a:lnTo>
                  <a:pt x="20313" y="24309"/>
                </a:lnTo>
                <a:lnTo>
                  <a:pt x="20316" y="24300"/>
                </a:lnTo>
                <a:lnTo>
                  <a:pt x="20320" y="24291"/>
                </a:lnTo>
                <a:lnTo>
                  <a:pt x="20323" y="24281"/>
                </a:lnTo>
                <a:lnTo>
                  <a:pt x="20326" y="24272"/>
                </a:lnTo>
                <a:lnTo>
                  <a:pt x="20328" y="24263"/>
                </a:lnTo>
                <a:lnTo>
                  <a:pt x="20331" y="24253"/>
                </a:lnTo>
                <a:lnTo>
                  <a:pt x="20333" y="24243"/>
                </a:lnTo>
                <a:lnTo>
                  <a:pt x="20335" y="24233"/>
                </a:lnTo>
                <a:lnTo>
                  <a:pt x="20337" y="24223"/>
                </a:lnTo>
                <a:lnTo>
                  <a:pt x="20338" y="24213"/>
                </a:lnTo>
                <a:lnTo>
                  <a:pt x="20340" y="24203"/>
                </a:lnTo>
                <a:lnTo>
                  <a:pt x="20341" y="24192"/>
                </a:lnTo>
                <a:lnTo>
                  <a:pt x="20341" y="24181"/>
                </a:lnTo>
                <a:lnTo>
                  <a:pt x="20342" y="24171"/>
                </a:lnTo>
                <a:lnTo>
                  <a:pt x="20342" y="24160"/>
                </a:lnTo>
                <a:lnTo>
                  <a:pt x="20342" y="24149"/>
                </a:lnTo>
                <a:lnTo>
                  <a:pt x="20342" y="1805"/>
                </a:lnTo>
                <a:lnTo>
                  <a:pt x="20342" y="1794"/>
                </a:lnTo>
                <a:lnTo>
                  <a:pt x="20342" y="1783"/>
                </a:lnTo>
                <a:lnTo>
                  <a:pt x="20341" y="1773"/>
                </a:lnTo>
                <a:lnTo>
                  <a:pt x="20341" y="1762"/>
                </a:lnTo>
                <a:lnTo>
                  <a:pt x="20340" y="1751"/>
                </a:lnTo>
                <a:close/>
                <a:moveTo>
                  <a:pt x="230790" y="1751"/>
                </a:moveTo>
                <a:lnTo>
                  <a:pt x="230789" y="1741"/>
                </a:lnTo>
                <a:lnTo>
                  <a:pt x="230787" y="1730"/>
                </a:lnTo>
                <a:lnTo>
                  <a:pt x="230786" y="1720"/>
                </a:lnTo>
                <a:lnTo>
                  <a:pt x="230784" y="1710"/>
                </a:lnTo>
                <a:lnTo>
                  <a:pt x="230781" y="1700"/>
                </a:lnTo>
                <a:lnTo>
                  <a:pt x="230779" y="1690"/>
                </a:lnTo>
                <a:lnTo>
                  <a:pt x="230776" y="1680"/>
                </a:lnTo>
                <a:lnTo>
                  <a:pt x="230773" y="1670"/>
                </a:lnTo>
                <a:lnTo>
                  <a:pt x="230770" y="1661"/>
                </a:lnTo>
                <a:lnTo>
                  <a:pt x="230767" y="1651"/>
                </a:lnTo>
                <a:lnTo>
                  <a:pt x="230763" y="1642"/>
                </a:lnTo>
                <a:lnTo>
                  <a:pt x="230760" y="1633"/>
                </a:lnTo>
                <a:lnTo>
                  <a:pt x="230755" y="1624"/>
                </a:lnTo>
                <a:lnTo>
                  <a:pt x="230751" y="1615"/>
                </a:lnTo>
                <a:lnTo>
                  <a:pt x="230747" y="1606"/>
                </a:lnTo>
                <a:lnTo>
                  <a:pt x="230742" y="1597"/>
                </a:lnTo>
                <a:lnTo>
                  <a:pt x="230737" y="1588"/>
                </a:lnTo>
                <a:lnTo>
                  <a:pt x="230732" y="1580"/>
                </a:lnTo>
                <a:lnTo>
                  <a:pt x="230726" y="1571"/>
                </a:lnTo>
                <a:lnTo>
                  <a:pt x="230721" y="1563"/>
                </a:lnTo>
                <a:lnTo>
                  <a:pt x="230715" y="1555"/>
                </a:lnTo>
                <a:lnTo>
                  <a:pt x="230708" y="1547"/>
                </a:lnTo>
                <a:lnTo>
                  <a:pt x="230702" y="1539"/>
                </a:lnTo>
                <a:lnTo>
                  <a:pt x="230695" y="1531"/>
                </a:lnTo>
                <a:lnTo>
                  <a:pt x="230688" y="1523"/>
                </a:lnTo>
                <a:lnTo>
                  <a:pt x="230680" y="1516"/>
                </a:lnTo>
                <a:lnTo>
                  <a:pt x="230672" y="1508"/>
                </a:lnTo>
                <a:lnTo>
                  <a:pt x="230664" y="1501"/>
                </a:lnTo>
                <a:lnTo>
                  <a:pt x="230656" y="1493"/>
                </a:lnTo>
                <a:lnTo>
                  <a:pt x="230647" y="1486"/>
                </a:lnTo>
                <a:lnTo>
                  <a:pt x="230638" y="1479"/>
                </a:lnTo>
                <a:lnTo>
                  <a:pt x="230629" y="1472"/>
                </a:lnTo>
                <a:lnTo>
                  <a:pt x="230620" y="1465"/>
                </a:lnTo>
                <a:lnTo>
                  <a:pt x="230610" y="1459"/>
                </a:lnTo>
                <a:lnTo>
                  <a:pt x="230600" y="1452"/>
                </a:lnTo>
                <a:lnTo>
                  <a:pt x="230590" y="1446"/>
                </a:lnTo>
                <a:lnTo>
                  <a:pt x="230579" y="1439"/>
                </a:lnTo>
                <a:lnTo>
                  <a:pt x="230568" y="1433"/>
                </a:lnTo>
                <a:lnTo>
                  <a:pt x="230557" y="1427"/>
                </a:lnTo>
                <a:lnTo>
                  <a:pt x="230545" y="1421"/>
                </a:lnTo>
                <a:lnTo>
                  <a:pt x="230533" y="1415"/>
                </a:lnTo>
                <a:lnTo>
                  <a:pt x="230521" y="1409"/>
                </a:lnTo>
                <a:lnTo>
                  <a:pt x="230509" y="1404"/>
                </a:lnTo>
                <a:lnTo>
                  <a:pt x="230496" y="1398"/>
                </a:lnTo>
                <a:lnTo>
                  <a:pt x="230483" y="1393"/>
                </a:lnTo>
                <a:lnTo>
                  <a:pt x="230470" y="1388"/>
                </a:lnTo>
                <a:lnTo>
                  <a:pt x="230456" y="1382"/>
                </a:lnTo>
                <a:lnTo>
                  <a:pt x="230441" y="1377"/>
                </a:lnTo>
                <a:lnTo>
                  <a:pt x="230426" y="1372"/>
                </a:lnTo>
                <a:lnTo>
                  <a:pt x="230411" y="1368"/>
                </a:lnTo>
                <a:lnTo>
                  <a:pt x="230396" y="1363"/>
                </a:lnTo>
                <a:lnTo>
                  <a:pt x="230380" y="1358"/>
                </a:lnTo>
                <a:lnTo>
                  <a:pt x="230363" y="1354"/>
                </a:lnTo>
                <a:lnTo>
                  <a:pt x="230347" y="1350"/>
                </a:lnTo>
                <a:lnTo>
                  <a:pt x="230329" y="1345"/>
                </a:lnTo>
                <a:lnTo>
                  <a:pt x="230312" y="1341"/>
                </a:lnTo>
                <a:lnTo>
                  <a:pt x="230294" y="1337"/>
                </a:lnTo>
                <a:lnTo>
                  <a:pt x="230275" y="1333"/>
                </a:lnTo>
                <a:lnTo>
                  <a:pt x="230256" y="1330"/>
                </a:lnTo>
                <a:lnTo>
                  <a:pt x="230237" y="1326"/>
                </a:lnTo>
                <a:lnTo>
                  <a:pt x="230218" y="1322"/>
                </a:lnTo>
                <a:lnTo>
                  <a:pt x="230197" y="1319"/>
                </a:lnTo>
                <a:lnTo>
                  <a:pt x="230177" y="1316"/>
                </a:lnTo>
                <a:lnTo>
                  <a:pt x="230156" y="1312"/>
                </a:lnTo>
                <a:lnTo>
                  <a:pt x="230135" y="1309"/>
                </a:lnTo>
                <a:lnTo>
                  <a:pt x="230113" y="1306"/>
                </a:lnTo>
                <a:lnTo>
                  <a:pt x="230091" y="1304"/>
                </a:lnTo>
                <a:lnTo>
                  <a:pt x="230069" y="1301"/>
                </a:lnTo>
                <a:lnTo>
                  <a:pt x="230046" y="1298"/>
                </a:lnTo>
                <a:lnTo>
                  <a:pt x="230022" y="1296"/>
                </a:lnTo>
                <a:lnTo>
                  <a:pt x="229998" y="1293"/>
                </a:lnTo>
                <a:lnTo>
                  <a:pt x="229973" y="1291"/>
                </a:lnTo>
                <a:lnTo>
                  <a:pt x="229948" y="1289"/>
                </a:lnTo>
                <a:lnTo>
                  <a:pt x="229922" y="1287"/>
                </a:lnTo>
                <a:lnTo>
                  <a:pt x="229896" y="1285"/>
                </a:lnTo>
                <a:lnTo>
                  <a:pt x="229869" y="1283"/>
                </a:lnTo>
                <a:lnTo>
                  <a:pt x="229842" y="1282"/>
                </a:lnTo>
                <a:lnTo>
                  <a:pt x="229814" y="1280"/>
                </a:lnTo>
                <a:lnTo>
                  <a:pt x="229786" y="1278"/>
                </a:lnTo>
                <a:lnTo>
                  <a:pt x="229757" y="1277"/>
                </a:lnTo>
                <a:lnTo>
                  <a:pt x="229728" y="1276"/>
                </a:lnTo>
                <a:lnTo>
                  <a:pt x="229698" y="1275"/>
                </a:lnTo>
                <a:lnTo>
                  <a:pt x="229668" y="1274"/>
                </a:lnTo>
                <a:lnTo>
                  <a:pt x="229637" y="1273"/>
                </a:lnTo>
                <a:lnTo>
                  <a:pt x="229605" y="1272"/>
                </a:lnTo>
                <a:lnTo>
                  <a:pt x="229574" y="1272"/>
                </a:lnTo>
                <a:lnTo>
                  <a:pt x="229541" y="1271"/>
                </a:lnTo>
                <a:lnTo>
                  <a:pt x="229508" y="1271"/>
                </a:lnTo>
                <a:lnTo>
                  <a:pt x="229475" y="1270"/>
                </a:lnTo>
                <a:lnTo>
                  <a:pt x="229441" y="1270"/>
                </a:lnTo>
                <a:lnTo>
                  <a:pt x="229406" y="1270"/>
                </a:lnTo>
                <a:lnTo>
                  <a:pt x="229373" y="1270"/>
                </a:lnTo>
                <a:lnTo>
                  <a:pt x="229340" y="1270"/>
                </a:lnTo>
                <a:lnTo>
                  <a:pt x="229308" y="1271"/>
                </a:lnTo>
                <a:lnTo>
                  <a:pt x="229276" y="1271"/>
                </a:lnTo>
                <a:lnTo>
                  <a:pt x="229245" y="1272"/>
                </a:lnTo>
                <a:lnTo>
                  <a:pt x="229214" y="1272"/>
                </a:lnTo>
                <a:lnTo>
                  <a:pt x="229183" y="1273"/>
                </a:lnTo>
                <a:lnTo>
                  <a:pt x="229153" y="1274"/>
                </a:lnTo>
                <a:lnTo>
                  <a:pt x="229124" y="1275"/>
                </a:lnTo>
                <a:lnTo>
                  <a:pt x="229095" y="1276"/>
                </a:lnTo>
                <a:lnTo>
                  <a:pt x="229066" y="1277"/>
                </a:lnTo>
                <a:lnTo>
                  <a:pt x="229038" y="1278"/>
                </a:lnTo>
                <a:lnTo>
                  <a:pt x="229011" y="1280"/>
                </a:lnTo>
                <a:lnTo>
                  <a:pt x="228984" y="1282"/>
                </a:lnTo>
                <a:lnTo>
                  <a:pt x="228957" y="1283"/>
                </a:lnTo>
                <a:lnTo>
                  <a:pt x="228931" y="1285"/>
                </a:lnTo>
                <a:lnTo>
                  <a:pt x="228905" y="1287"/>
                </a:lnTo>
                <a:lnTo>
                  <a:pt x="228880" y="1289"/>
                </a:lnTo>
                <a:lnTo>
                  <a:pt x="228855" y="1291"/>
                </a:lnTo>
                <a:lnTo>
                  <a:pt x="228830" y="1293"/>
                </a:lnTo>
                <a:lnTo>
                  <a:pt x="228806" y="1296"/>
                </a:lnTo>
                <a:lnTo>
                  <a:pt x="228783" y="1298"/>
                </a:lnTo>
                <a:lnTo>
                  <a:pt x="228760" y="1301"/>
                </a:lnTo>
                <a:lnTo>
                  <a:pt x="228737" y="1304"/>
                </a:lnTo>
                <a:lnTo>
                  <a:pt x="228715" y="1306"/>
                </a:lnTo>
                <a:lnTo>
                  <a:pt x="228694" y="1309"/>
                </a:lnTo>
                <a:lnTo>
                  <a:pt x="228672" y="1312"/>
                </a:lnTo>
                <a:lnTo>
                  <a:pt x="228651" y="1316"/>
                </a:lnTo>
                <a:lnTo>
                  <a:pt x="228631" y="1319"/>
                </a:lnTo>
                <a:lnTo>
                  <a:pt x="228611" y="1322"/>
                </a:lnTo>
                <a:lnTo>
                  <a:pt x="228591" y="1326"/>
                </a:lnTo>
                <a:lnTo>
                  <a:pt x="228571" y="1330"/>
                </a:lnTo>
                <a:lnTo>
                  <a:pt x="228552" y="1333"/>
                </a:lnTo>
                <a:lnTo>
                  <a:pt x="228534" y="1337"/>
                </a:lnTo>
                <a:lnTo>
                  <a:pt x="228515" y="1341"/>
                </a:lnTo>
                <a:lnTo>
                  <a:pt x="228497" y="1345"/>
                </a:lnTo>
                <a:lnTo>
                  <a:pt x="228480" y="1350"/>
                </a:lnTo>
                <a:lnTo>
                  <a:pt x="228462" y="1354"/>
                </a:lnTo>
                <a:lnTo>
                  <a:pt x="228446" y="1358"/>
                </a:lnTo>
                <a:lnTo>
                  <a:pt x="228429" y="1363"/>
                </a:lnTo>
                <a:lnTo>
                  <a:pt x="228413" y="1368"/>
                </a:lnTo>
                <a:lnTo>
                  <a:pt x="228397" y="1372"/>
                </a:lnTo>
                <a:lnTo>
                  <a:pt x="228382" y="1377"/>
                </a:lnTo>
                <a:lnTo>
                  <a:pt x="228367" y="1382"/>
                </a:lnTo>
                <a:lnTo>
                  <a:pt x="228353" y="1388"/>
                </a:lnTo>
                <a:lnTo>
                  <a:pt x="228339" y="1393"/>
                </a:lnTo>
                <a:lnTo>
                  <a:pt x="228325" y="1398"/>
                </a:lnTo>
                <a:lnTo>
                  <a:pt x="228311" y="1404"/>
                </a:lnTo>
                <a:lnTo>
                  <a:pt x="228298" y="1409"/>
                </a:lnTo>
                <a:lnTo>
                  <a:pt x="228286" y="1415"/>
                </a:lnTo>
                <a:lnTo>
                  <a:pt x="228273" y="1421"/>
                </a:lnTo>
                <a:lnTo>
                  <a:pt x="228261" y="1427"/>
                </a:lnTo>
                <a:lnTo>
                  <a:pt x="228250" y="1433"/>
                </a:lnTo>
                <a:lnTo>
                  <a:pt x="228238" y="1439"/>
                </a:lnTo>
                <a:lnTo>
                  <a:pt x="228227" y="1446"/>
                </a:lnTo>
                <a:lnTo>
                  <a:pt x="228217" y="1452"/>
                </a:lnTo>
                <a:lnTo>
                  <a:pt x="228206" y="1459"/>
                </a:lnTo>
                <a:lnTo>
                  <a:pt x="228196" y="1465"/>
                </a:lnTo>
                <a:lnTo>
                  <a:pt x="228187" y="1472"/>
                </a:lnTo>
                <a:lnTo>
                  <a:pt x="228178" y="1479"/>
                </a:lnTo>
                <a:lnTo>
                  <a:pt x="228169" y="1486"/>
                </a:lnTo>
                <a:lnTo>
                  <a:pt x="228160" y="1493"/>
                </a:lnTo>
                <a:lnTo>
                  <a:pt x="228152" y="1501"/>
                </a:lnTo>
                <a:lnTo>
                  <a:pt x="228144" y="1508"/>
                </a:lnTo>
                <a:lnTo>
                  <a:pt x="228137" y="1516"/>
                </a:lnTo>
                <a:lnTo>
                  <a:pt x="228130" y="1523"/>
                </a:lnTo>
                <a:lnTo>
                  <a:pt x="228123" y="1531"/>
                </a:lnTo>
                <a:lnTo>
                  <a:pt x="228116" y="1539"/>
                </a:lnTo>
                <a:lnTo>
                  <a:pt x="228110" y="1547"/>
                </a:lnTo>
                <a:lnTo>
                  <a:pt x="228104" y="1555"/>
                </a:lnTo>
                <a:lnTo>
                  <a:pt x="228099" y="1563"/>
                </a:lnTo>
                <a:lnTo>
                  <a:pt x="228094" y="1571"/>
                </a:lnTo>
                <a:lnTo>
                  <a:pt x="228089" y="1580"/>
                </a:lnTo>
                <a:lnTo>
                  <a:pt x="228085" y="1588"/>
                </a:lnTo>
                <a:lnTo>
                  <a:pt x="228080" y="1597"/>
                </a:lnTo>
                <a:lnTo>
                  <a:pt x="228076" y="1606"/>
                </a:lnTo>
                <a:lnTo>
                  <a:pt x="228072" y="1615"/>
                </a:lnTo>
                <a:lnTo>
                  <a:pt x="228068" y="1624"/>
                </a:lnTo>
                <a:lnTo>
                  <a:pt x="228065" y="1633"/>
                </a:lnTo>
                <a:lnTo>
                  <a:pt x="228062" y="1642"/>
                </a:lnTo>
                <a:lnTo>
                  <a:pt x="228058" y="1651"/>
                </a:lnTo>
                <a:lnTo>
                  <a:pt x="228055" y="1661"/>
                </a:lnTo>
                <a:lnTo>
                  <a:pt x="228053" y="1670"/>
                </a:lnTo>
                <a:lnTo>
                  <a:pt x="228050" y="1680"/>
                </a:lnTo>
                <a:lnTo>
                  <a:pt x="228048" y="1690"/>
                </a:lnTo>
                <a:lnTo>
                  <a:pt x="228046" y="1700"/>
                </a:lnTo>
                <a:lnTo>
                  <a:pt x="228044" y="1710"/>
                </a:lnTo>
                <a:lnTo>
                  <a:pt x="228042" y="1720"/>
                </a:lnTo>
                <a:lnTo>
                  <a:pt x="228041" y="1730"/>
                </a:lnTo>
                <a:lnTo>
                  <a:pt x="228039" y="1741"/>
                </a:lnTo>
                <a:lnTo>
                  <a:pt x="228038" y="1751"/>
                </a:lnTo>
                <a:lnTo>
                  <a:pt x="228037" y="1762"/>
                </a:lnTo>
                <a:lnTo>
                  <a:pt x="228036" y="1773"/>
                </a:lnTo>
                <a:lnTo>
                  <a:pt x="228036" y="1783"/>
                </a:lnTo>
                <a:lnTo>
                  <a:pt x="228036" y="1794"/>
                </a:lnTo>
                <a:lnTo>
                  <a:pt x="228036" y="1805"/>
                </a:lnTo>
                <a:lnTo>
                  <a:pt x="228036" y="24149"/>
                </a:lnTo>
                <a:lnTo>
                  <a:pt x="228036" y="24160"/>
                </a:lnTo>
                <a:lnTo>
                  <a:pt x="228036" y="24171"/>
                </a:lnTo>
                <a:lnTo>
                  <a:pt x="228036" y="24181"/>
                </a:lnTo>
                <a:lnTo>
                  <a:pt x="228037" y="24192"/>
                </a:lnTo>
                <a:lnTo>
                  <a:pt x="228038" y="24203"/>
                </a:lnTo>
                <a:lnTo>
                  <a:pt x="228039" y="24213"/>
                </a:lnTo>
                <a:lnTo>
                  <a:pt x="228041" y="24223"/>
                </a:lnTo>
                <a:lnTo>
                  <a:pt x="228042" y="24233"/>
                </a:lnTo>
                <a:lnTo>
                  <a:pt x="228044" y="24243"/>
                </a:lnTo>
                <a:lnTo>
                  <a:pt x="228046" y="24253"/>
                </a:lnTo>
                <a:lnTo>
                  <a:pt x="228048" y="24263"/>
                </a:lnTo>
                <a:lnTo>
                  <a:pt x="228050" y="24272"/>
                </a:lnTo>
                <a:lnTo>
                  <a:pt x="228053" y="24281"/>
                </a:lnTo>
                <a:lnTo>
                  <a:pt x="228055" y="24291"/>
                </a:lnTo>
                <a:lnTo>
                  <a:pt x="228058" y="24300"/>
                </a:lnTo>
                <a:lnTo>
                  <a:pt x="228062" y="24309"/>
                </a:lnTo>
                <a:lnTo>
                  <a:pt x="228065" y="24317"/>
                </a:lnTo>
                <a:lnTo>
                  <a:pt x="228068" y="24326"/>
                </a:lnTo>
                <a:lnTo>
                  <a:pt x="228072" y="24334"/>
                </a:lnTo>
                <a:lnTo>
                  <a:pt x="228076" y="24343"/>
                </a:lnTo>
                <a:lnTo>
                  <a:pt x="228080" y="24351"/>
                </a:lnTo>
                <a:lnTo>
                  <a:pt x="228085" y="24359"/>
                </a:lnTo>
                <a:lnTo>
                  <a:pt x="228089" y="24367"/>
                </a:lnTo>
                <a:lnTo>
                  <a:pt x="228094" y="24375"/>
                </a:lnTo>
                <a:lnTo>
                  <a:pt x="228099" y="24382"/>
                </a:lnTo>
                <a:lnTo>
                  <a:pt x="228104" y="24390"/>
                </a:lnTo>
                <a:lnTo>
                  <a:pt x="228110" y="24397"/>
                </a:lnTo>
                <a:lnTo>
                  <a:pt x="228116" y="24405"/>
                </a:lnTo>
                <a:lnTo>
                  <a:pt x="228123" y="24412"/>
                </a:lnTo>
                <a:lnTo>
                  <a:pt x="228130" y="24419"/>
                </a:lnTo>
                <a:lnTo>
                  <a:pt x="228137" y="24426"/>
                </a:lnTo>
                <a:lnTo>
                  <a:pt x="228144" y="24433"/>
                </a:lnTo>
                <a:lnTo>
                  <a:pt x="228152" y="24440"/>
                </a:lnTo>
                <a:lnTo>
                  <a:pt x="228160" y="24447"/>
                </a:lnTo>
                <a:lnTo>
                  <a:pt x="228169" y="24454"/>
                </a:lnTo>
                <a:lnTo>
                  <a:pt x="228178" y="24460"/>
                </a:lnTo>
                <a:lnTo>
                  <a:pt x="228187" y="24467"/>
                </a:lnTo>
                <a:lnTo>
                  <a:pt x="228196" y="24473"/>
                </a:lnTo>
                <a:lnTo>
                  <a:pt x="228206" y="24480"/>
                </a:lnTo>
                <a:lnTo>
                  <a:pt x="228217" y="24486"/>
                </a:lnTo>
                <a:lnTo>
                  <a:pt x="228227" y="24492"/>
                </a:lnTo>
                <a:lnTo>
                  <a:pt x="228238" y="24499"/>
                </a:lnTo>
                <a:lnTo>
                  <a:pt x="228250" y="24505"/>
                </a:lnTo>
                <a:lnTo>
                  <a:pt x="228261" y="24511"/>
                </a:lnTo>
                <a:lnTo>
                  <a:pt x="228273" y="24516"/>
                </a:lnTo>
                <a:lnTo>
                  <a:pt x="228286" y="24522"/>
                </a:lnTo>
                <a:lnTo>
                  <a:pt x="228298" y="24528"/>
                </a:lnTo>
                <a:lnTo>
                  <a:pt x="228311" y="24534"/>
                </a:lnTo>
                <a:lnTo>
                  <a:pt x="228325" y="24539"/>
                </a:lnTo>
                <a:lnTo>
                  <a:pt x="228339" y="24544"/>
                </a:lnTo>
                <a:lnTo>
                  <a:pt x="228353" y="24550"/>
                </a:lnTo>
                <a:lnTo>
                  <a:pt x="228367" y="24555"/>
                </a:lnTo>
                <a:lnTo>
                  <a:pt x="228382" y="24560"/>
                </a:lnTo>
                <a:lnTo>
                  <a:pt x="228397" y="24565"/>
                </a:lnTo>
                <a:lnTo>
                  <a:pt x="228413" y="24570"/>
                </a:lnTo>
                <a:lnTo>
                  <a:pt x="228429" y="24574"/>
                </a:lnTo>
                <a:lnTo>
                  <a:pt x="228446" y="24579"/>
                </a:lnTo>
                <a:lnTo>
                  <a:pt x="228462" y="24583"/>
                </a:lnTo>
                <a:lnTo>
                  <a:pt x="228480" y="24588"/>
                </a:lnTo>
                <a:lnTo>
                  <a:pt x="228497" y="24592"/>
                </a:lnTo>
                <a:lnTo>
                  <a:pt x="228515" y="24596"/>
                </a:lnTo>
                <a:lnTo>
                  <a:pt x="228534" y="24600"/>
                </a:lnTo>
                <a:lnTo>
                  <a:pt x="228552" y="24604"/>
                </a:lnTo>
                <a:lnTo>
                  <a:pt x="228571" y="24608"/>
                </a:lnTo>
                <a:lnTo>
                  <a:pt x="228591" y="24611"/>
                </a:lnTo>
                <a:lnTo>
                  <a:pt x="228611" y="24615"/>
                </a:lnTo>
                <a:lnTo>
                  <a:pt x="228631" y="24618"/>
                </a:lnTo>
                <a:lnTo>
                  <a:pt x="228651" y="24622"/>
                </a:lnTo>
                <a:lnTo>
                  <a:pt x="228672" y="24625"/>
                </a:lnTo>
                <a:lnTo>
                  <a:pt x="228694" y="24628"/>
                </a:lnTo>
                <a:lnTo>
                  <a:pt x="228715" y="24631"/>
                </a:lnTo>
                <a:lnTo>
                  <a:pt x="228737" y="24634"/>
                </a:lnTo>
                <a:lnTo>
                  <a:pt x="228760" y="24637"/>
                </a:lnTo>
                <a:lnTo>
                  <a:pt x="228783" y="24639"/>
                </a:lnTo>
                <a:lnTo>
                  <a:pt x="228806" y="24642"/>
                </a:lnTo>
                <a:lnTo>
                  <a:pt x="228830" y="24644"/>
                </a:lnTo>
                <a:lnTo>
                  <a:pt x="228855" y="24646"/>
                </a:lnTo>
                <a:lnTo>
                  <a:pt x="228880" y="24648"/>
                </a:lnTo>
                <a:lnTo>
                  <a:pt x="228905" y="24650"/>
                </a:lnTo>
                <a:lnTo>
                  <a:pt x="228931" y="24652"/>
                </a:lnTo>
                <a:lnTo>
                  <a:pt x="228957" y="24654"/>
                </a:lnTo>
                <a:lnTo>
                  <a:pt x="228984" y="24656"/>
                </a:lnTo>
                <a:lnTo>
                  <a:pt x="229011" y="24657"/>
                </a:lnTo>
                <a:lnTo>
                  <a:pt x="229038" y="24659"/>
                </a:lnTo>
                <a:lnTo>
                  <a:pt x="229066" y="24660"/>
                </a:lnTo>
                <a:lnTo>
                  <a:pt x="229095" y="24661"/>
                </a:lnTo>
                <a:lnTo>
                  <a:pt x="229124" y="24663"/>
                </a:lnTo>
                <a:lnTo>
                  <a:pt x="229153" y="24664"/>
                </a:lnTo>
                <a:lnTo>
                  <a:pt x="229183" y="24664"/>
                </a:lnTo>
                <a:lnTo>
                  <a:pt x="229214" y="24665"/>
                </a:lnTo>
                <a:lnTo>
                  <a:pt x="229245" y="24666"/>
                </a:lnTo>
                <a:lnTo>
                  <a:pt x="229276" y="24666"/>
                </a:lnTo>
                <a:lnTo>
                  <a:pt x="229308" y="24667"/>
                </a:lnTo>
                <a:lnTo>
                  <a:pt x="229340" y="24667"/>
                </a:lnTo>
                <a:lnTo>
                  <a:pt x="229373" y="24667"/>
                </a:lnTo>
                <a:lnTo>
                  <a:pt x="229406" y="24667"/>
                </a:lnTo>
                <a:lnTo>
                  <a:pt x="229441" y="24667"/>
                </a:lnTo>
                <a:lnTo>
                  <a:pt x="229475" y="24667"/>
                </a:lnTo>
                <a:lnTo>
                  <a:pt x="229508" y="24667"/>
                </a:lnTo>
                <a:lnTo>
                  <a:pt x="229541" y="24666"/>
                </a:lnTo>
                <a:lnTo>
                  <a:pt x="229574" y="24666"/>
                </a:lnTo>
                <a:lnTo>
                  <a:pt x="229605" y="24665"/>
                </a:lnTo>
                <a:lnTo>
                  <a:pt x="229637" y="24664"/>
                </a:lnTo>
                <a:lnTo>
                  <a:pt x="229668" y="24664"/>
                </a:lnTo>
                <a:lnTo>
                  <a:pt x="229698" y="24663"/>
                </a:lnTo>
                <a:lnTo>
                  <a:pt x="229728" y="24661"/>
                </a:lnTo>
                <a:lnTo>
                  <a:pt x="229757" y="24660"/>
                </a:lnTo>
                <a:lnTo>
                  <a:pt x="229786" y="24659"/>
                </a:lnTo>
                <a:lnTo>
                  <a:pt x="229814" y="24657"/>
                </a:lnTo>
                <a:lnTo>
                  <a:pt x="229842" y="24656"/>
                </a:lnTo>
                <a:lnTo>
                  <a:pt x="229869" y="24654"/>
                </a:lnTo>
                <a:lnTo>
                  <a:pt x="229896" y="24652"/>
                </a:lnTo>
                <a:lnTo>
                  <a:pt x="229922" y="24650"/>
                </a:lnTo>
                <a:lnTo>
                  <a:pt x="229948" y="24648"/>
                </a:lnTo>
                <a:lnTo>
                  <a:pt x="229973" y="24646"/>
                </a:lnTo>
                <a:lnTo>
                  <a:pt x="229998" y="24644"/>
                </a:lnTo>
                <a:lnTo>
                  <a:pt x="230022" y="24642"/>
                </a:lnTo>
                <a:lnTo>
                  <a:pt x="230046" y="24639"/>
                </a:lnTo>
                <a:lnTo>
                  <a:pt x="230069" y="24637"/>
                </a:lnTo>
                <a:lnTo>
                  <a:pt x="230091" y="24634"/>
                </a:lnTo>
                <a:lnTo>
                  <a:pt x="230113" y="24631"/>
                </a:lnTo>
                <a:lnTo>
                  <a:pt x="230135" y="24628"/>
                </a:lnTo>
                <a:lnTo>
                  <a:pt x="230156" y="24625"/>
                </a:lnTo>
                <a:lnTo>
                  <a:pt x="230177" y="24622"/>
                </a:lnTo>
                <a:lnTo>
                  <a:pt x="230197" y="24618"/>
                </a:lnTo>
                <a:lnTo>
                  <a:pt x="230218" y="24615"/>
                </a:lnTo>
                <a:lnTo>
                  <a:pt x="230237" y="24611"/>
                </a:lnTo>
                <a:lnTo>
                  <a:pt x="230256" y="24608"/>
                </a:lnTo>
                <a:lnTo>
                  <a:pt x="230275" y="24604"/>
                </a:lnTo>
                <a:lnTo>
                  <a:pt x="230294" y="24600"/>
                </a:lnTo>
                <a:lnTo>
                  <a:pt x="230312" y="24596"/>
                </a:lnTo>
                <a:lnTo>
                  <a:pt x="230329" y="24592"/>
                </a:lnTo>
                <a:lnTo>
                  <a:pt x="230347" y="24588"/>
                </a:lnTo>
                <a:lnTo>
                  <a:pt x="230363" y="24583"/>
                </a:lnTo>
                <a:lnTo>
                  <a:pt x="230380" y="24579"/>
                </a:lnTo>
                <a:lnTo>
                  <a:pt x="230396" y="24574"/>
                </a:lnTo>
                <a:lnTo>
                  <a:pt x="230411" y="24570"/>
                </a:lnTo>
                <a:lnTo>
                  <a:pt x="230426" y="24565"/>
                </a:lnTo>
                <a:lnTo>
                  <a:pt x="230441" y="24560"/>
                </a:lnTo>
                <a:lnTo>
                  <a:pt x="230456" y="24555"/>
                </a:lnTo>
                <a:lnTo>
                  <a:pt x="230470" y="24550"/>
                </a:lnTo>
                <a:lnTo>
                  <a:pt x="230483" y="24544"/>
                </a:lnTo>
                <a:lnTo>
                  <a:pt x="230496" y="24539"/>
                </a:lnTo>
                <a:lnTo>
                  <a:pt x="230509" y="24534"/>
                </a:lnTo>
                <a:lnTo>
                  <a:pt x="230521" y="24528"/>
                </a:lnTo>
                <a:lnTo>
                  <a:pt x="230533" y="24522"/>
                </a:lnTo>
                <a:lnTo>
                  <a:pt x="230545" y="24516"/>
                </a:lnTo>
                <a:lnTo>
                  <a:pt x="230557" y="24511"/>
                </a:lnTo>
                <a:lnTo>
                  <a:pt x="230568" y="24505"/>
                </a:lnTo>
                <a:lnTo>
                  <a:pt x="230579" y="24499"/>
                </a:lnTo>
                <a:lnTo>
                  <a:pt x="230590" y="24492"/>
                </a:lnTo>
                <a:lnTo>
                  <a:pt x="230600" y="24486"/>
                </a:lnTo>
                <a:lnTo>
                  <a:pt x="230610" y="24480"/>
                </a:lnTo>
                <a:lnTo>
                  <a:pt x="230620" y="24473"/>
                </a:lnTo>
                <a:lnTo>
                  <a:pt x="230629" y="24467"/>
                </a:lnTo>
                <a:lnTo>
                  <a:pt x="230638" y="24460"/>
                </a:lnTo>
                <a:lnTo>
                  <a:pt x="230647" y="24454"/>
                </a:lnTo>
                <a:lnTo>
                  <a:pt x="230656" y="24447"/>
                </a:lnTo>
                <a:lnTo>
                  <a:pt x="230664" y="24440"/>
                </a:lnTo>
                <a:lnTo>
                  <a:pt x="230672" y="24433"/>
                </a:lnTo>
                <a:lnTo>
                  <a:pt x="230680" y="24426"/>
                </a:lnTo>
                <a:lnTo>
                  <a:pt x="230688" y="24419"/>
                </a:lnTo>
                <a:lnTo>
                  <a:pt x="230695" y="24412"/>
                </a:lnTo>
                <a:lnTo>
                  <a:pt x="230702" y="24405"/>
                </a:lnTo>
                <a:lnTo>
                  <a:pt x="230708" y="24397"/>
                </a:lnTo>
                <a:lnTo>
                  <a:pt x="230715" y="24390"/>
                </a:lnTo>
                <a:lnTo>
                  <a:pt x="230721" y="24382"/>
                </a:lnTo>
                <a:lnTo>
                  <a:pt x="230726" y="24375"/>
                </a:lnTo>
                <a:lnTo>
                  <a:pt x="230732" y="24367"/>
                </a:lnTo>
                <a:lnTo>
                  <a:pt x="230737" y="24359"/>
                </a:lnTo>
                <a:lnTo>
                  <a:pt x="230742" y="24351"/>
                </a:lnTo>
                <a:lnTo>
                  <a:pt x="230747" y="24343"/>
                </a:lnTo>
                <a:lnTo>
                  <a:pt x="230751" y="24334"/>
                </a:lnTo>
                <a:lnTo>
                  <a:pt x="230755" y="24326"/>
                </a:lnTo>
                <a:lnTo>
                  <a:pt x="230760" y="24317"/>
                </a:lnTo>
                <a:lnTo>
                  <a:pt x="230763" y="24309"/>
                </a:lnTo>
                <a:lnTo>
                  <a:pt x="230767" y="24300"/>
                </a:lnTo>
                <a:lnTo>
                  <a:pt x="230770" y="24291"/>
                </a:lnTo>
                <a:lnTo>
                  <a:pt x="230773" y="24281"/>
                </a:lnTo>
                <a:lnTo>
                  <a:pt x="230776" y="24272"/>
                </a:lnTo>
                <a:lnTo>
                  <a:pt x="230779" y="24263"/>
                </a:lnTo>
                <a:lnTo>
                  <a:pt x="230781" y="24253"/>
                </a:lnTo>
                <a:lnTo>
                  <a:pt x="230784" y="24243"/>
                </a:lnTo>
                <a:lnTo>
                  <a:pt x="230786" y="24233"/>
                </a:lnTo>
                <a:lnTo>
                  <a:pt x="230787" y="24223"/>
                </a:lnTo>
                <a:lnTo>
                  <a:pt x="230789" y="24213"/>
                </a:lnTo>
                <a:lnTo>
                  <a:pt x="230790" y="24203"/>
                </a:lnTo>
                <a:lnTo>
                  <a:pt x="230791" y="24192"/>
                </a:lnTo>
                <a:lnTo>
                  <a:pt x="230792" y="24181"/>
                </a:lnTo>
                <a:lnTo>
                  <a:pt x="230793" y="24171"/>
                </a:lnTo>
                <a:lnTo>
                  <a:pt x="230793" y="24160"/>
                </a:lnTo>
                <a:lnTo>
                  <a:pt x="230793" y="24149"/>
                </a:lnTo>
                <a:lnTo>
                  <a:pt x="230793" y="1805"/>
                </a:lnTo>
                <a:lnTo>
                  <a:pt x="230793" y="1794"/>
                </a:lnTo>
                <a:lnTo>
                  <a:pt x="230793" y="1783"/>
                </a:lnTo>
                <a:lnTo>
                  <a:pt x="230792" y="1773"/>
                </a:lnTo>
                <a:lnTo>
                  <a:pt x="230791" y="1762"/>
                </a:lnTo>
                <a:lnTo>
                  <a:pt x="230790" y="1751"/>
                </a:lnTo>
                <a:close/>
                <a:moveTo>
                  <a:pt x="47899" y="15627"/>
                </a:moveTo>
                <a:lnTo>
                  <a:pt x="47891" y="15494"/>
                </a:lnTo>
                <a:lnTo>
                  <a:pt x="47883" y="15362"/>
                </a:lnTo>
                <a:lnTo>
                  <a:pt x="47873" y="15230"/>
                </a:lnTo>
                <a:lnTo>
                  <a:pt x="47862" y="15099"/>
                </a:lnTo>
                <a:lnTo>
                  <a:pt x="47850" y="14969"/>
                </a:lnTo>
                <a:lnTo>
                  <a:pt x="47836" y="14839"/>
                </a:lnTo>
                <a:lnTo>
                  <a:pt x="47822" y="14709"/>
                </a:lnTo>
                <a:lnTo>
                  <a:pt x="47806" y="14580"/>
                </a:lnTo>
                <a:lnTo>
                  <a:pt x="47789" y="14452"/>
                </a:lnTo>
                <a:lnTo>
                  <a:pt x="47771" y="14325"/>
                </a:lnTo>
                <a:lnTo>
                  <a:pt x="47752" y="14198"/>
                </a:lnTo>
                <a:lnTo>
                  <a:pt x="47732" y="14071"/>
                </a:lnTo>
                <a:lnTo>
                  <a:pt x="47710" y="13945"/>
                </a:lnTo>
                <a:lnTo>
                  <a:pt x="47688" y="13820"/>
                </a:lnTo>
                <a:lnTo>
                  <a:pt x="47664" y="13695"/>
                </a:lnTo>
                <a:lnTo>
                  <a:pt x="47639" y="13571"/>
                </a:lnTo>
                <a:lnTo>
                  <a:pt x="47613" y="13448"/>
                </a:lnTo>
                <a:lnTo>
                  <a:pt x="47586" y="13325"/>
                </a:lnTo>
                <a:lnTo>
                  <a:pt x="47557" y="13203"/>
                </a:lnTo>
                <a:lnTo>
                  <a:pt x="47527" y="13082"/>
                </a:lnTo>
                <a:lnTo>
                  <a:pt x="47496" y="12963"/>
                </a:lnTo>
                <a:lnTo>
                  <a:pt x="47463" y="12845"/>
                </a:lnTo>
                <a:lnTo>
                  <a:pt x="47429" y="12728"/>
                </a:lnTo>
                <a:lnTo>
                  <a:pt x="47394" y="12612"/>
                </a:lnTo>
                <a:lnTo>
                  <a:pt x="47357" y="12498"/>
                </a:lnTo>
                <a:lnTo>
                  <a:pt x="47319" y="12385"/>
                </a:lnTo>
                <a:lnTo>
                  <a:pt x="47280" y="12274"/>
                </a:lnTo>
                <a:lnTo>
                  <a:pt x="47239" y="12163"/>
                </a:lnTo>
                <a:lnTo>
                  <a:pt x="47197" y="12054"/>
                </a:lnTo>
                <a:lnTo>
                  <a:pt x="47153" y="11947"/>
                </a:lnTo>
                <a:lnTo>
                  <a:pt x="47108" y="11840"/>
                </a:lnTo>
                <a:lnTo>
                  <a:pt x="47062" y="11735"/>
                </a:lnTo>
                <a:lnTo>
                  <a:pt x="47014" y="11632"/>
                </a:lnTo>
                <a:lnTo>
                  <a:pt x="46965" y="11529"/>
                </a:lnTo>
                <a:lnTo>
                  <a:pt x="46915" y="11428"/>
                </a:lnTo>
                <a:lnTo>
                  <a:pt x="46863" y="11328"/>
                </a:lnTo>
                <a:lnTo>
                  <a:pt x="46810" y="11230"/>
                </a:lnTo>
                <a:lnTo>
                  <a:pt x="46756" y="11133"/>
                </a:lnTo>
                <a:lnTo>
                  <a:pt x="46700" y="11037"/>
                </a:lnTo>
                <a:lnTo>
                  <a:pt x="46643" y="10942"/>
                </a:lnTo>
                <a:lnTo>
                  <a:pt x="46584" y="10849"/>
                </a:lnTo>
                <a:lnTo>
                  <a:pt x="46524" y="10757"/>
                </a:lnTo>
                <a:lnTo>
                  <a:pt x="46463" y="10666"/>
                </a:lnTo>
                <a:lnTo>
                  <a:pt x="46400" y="10577"/>
                </a:lnTo>
                <a:lnTo>
                  <a:pt x="46336" y="10490"/>
                </a:lnTo>
                <a:lnTo>
                  <a:pt x="46270" y="10404"/>
                </a:lnTo>
                <a:lnTo>
                  <a:pt x="46203" y="10320"/>
                </a:lnTo>
                <a:lnTo>
                  <a:pt x="46134" y="10237"/>
                </a:lnTo>
                <a:lnTo>
                  <a:pt x="46063" y="10155"/>
                </a:lnTo>
                <a:lnTo>
                  <a:pt x="45991" y="10076"/>
                </a:lnTo>
                <a:lnTo>
                  <a:pt x="45918" y="9997"/>
                </a:lnTo>
                <a:lnTo>
                  <a:pt x="45843" y="9921"/>
                </a:lnTo>
                <a:lnTo>
                  <a:pt x="45767" y="9846"/>
                </a:lnTo>
                <a:lnTo>
                  <a:pt x="45689" y="9772"/>
                </a:lnTo>
                <a:lnTo>
                  <a:pt x="45609" y="9700"/>
                </a:lnTo>
                <a:lnTo>
                  <a:pt x="45528" y="9629"/>
                </a:lnTo>
                <a:lnTo>
                  <a:pt x="45446" y="9561"/>
                </a:lnTo>
                <a:lnTo>
                  <a:pt x="45362" y="9493"/>
                </a:lnTo>
                <a:lnTo>
                  <a:pt x="45277" y="9427"/>
                </a:lnTo>
                <a:lnTo>
                  <a:pt x="45190" y="9363"/>
                </a:lnTo>
                <a:lnTo>
                  <a:pt x="45101" y="9300"/>
                </a:lnTo>
                <a:lnTo>
                  <a:pt x="45011" y="9239"/>
                </a:lnTo>
                <a:lnTo>
                  <a:pt x="44920" y="9179"/>
                </a:lnTo>
                <a:lnTo>
                  <a:pt x="44827" y="9121"/>
                </a:lnTo>
                <a:lnTo>
                  <a:pt x="44732" y="9064"/>
                </a:lnTo>
                <a:lnTo>
                  <a:pt x="44636" y="9009"/>
                </a:lnTo>
                <a:lnTo>
                  <a:pt x="44538" y="8956"/>
                </a:lnTo>
                <a:lnTo>
                  <a:pt x="44439" y="8905"/>
                </a:lnTo>
                <a:lnTo>
                  <a:pt x="44338" y="8856"/>
                </a:lnTo>
                <a:lnTo>
                  <a:pt x="44236" y="8809"/>
                </a:lnTo>
                <a:lnTo>
                  <a:pt x="44131" y="8765"/>
                </a:lnTo>
                <a:lnTo>
                  <a:pt x="44025" y="8723"/>
                </a:lnTo>
                <a:lnTo>
                  <a:pt x="43918" y="8684"/>
                </a:lnTo>
                <a:lnTo>
                  <a:pt x="43809" y="8646"/>
                </a:lnTo>
                <a:lnTo>
                  <a:pt x="43698" y="8611"/>
                </a:lnTo>
                <a:lnTo>
                  <a:pt x="43585" y="8578"/>
                </a:lnTo>
                <a:lnTo>
                  <a:pt x="43471" y="8548"/>
                </a:lnTo>
                <a:lnTo>
                  <a:pt x="43355" y="8519"/>
                </a:lnTo>
                <a:lnTo>
                  <a:pt x="43238" y="8493"/>
                </a:lnTo>
                <a:lnTo>
                  <a:pt x="43119" y="8469"/>
                </a:lnTo>
                <a:lnTo>
                  <a:pt x="42998" y="8448"/>
                </a:lnTo>
                <a:lnTo>
                  <a:pt x="42876" y="8429"/>
                </a:lnTo>
                <a:lnTo>
                  <a:pt x="42752" y="8412"/>
                </a:lnTo>
                <a:lnTo>
                  <a:pt x="42626" y="8397"/>
                </a:lnTo>
                <a:lnTo>
                  <a:pt x="42498" y="8384"/>
                </a:lnTo>
                <a:lnTo>
                  <a:pt x="42369" y="8374"/>
                </a:lnTo>
                <a:lnTo>
                  <a:pt x="42239" y="8366"/>
                </a:lnTo>
                <a:lnTo>
                  <a:pt x="42106" y="8361"/>
                </a:lnTo>
                <a:lnTo>
                  <a:pt x="41972" y="8357"/>
                </a:lnTo>
                <a:lnTo>
                  <a:pt x="41837" y="8356"/>
                </a:lnTo>
                <a:lnTo>
                  <a:pt x="41781" y="8356"/>
                </a:lnTo>
                <a:lnTo>
                  <a:pt x="41726" y="8357"/>
                </a:lnTo>
                <a:lnTo>
                  <a:pt x="41671" y="8358"/>
                </a:lnTo>
                <a:lnTo>
                  <a:pt x="41616" y="8360"/>
                </a:lnTo>
                <a:lnTo>
                  <a:pt x="41561" y="8362"/>
                </a:lnTo>
                <a:lnTo>
                  <a:pt x="41507" y="8364"/>
                </a:lnTo>
                <a:lnTo>
                  <a:pt x="41452" y="8368"/>
                </a:lnTo>
                <a:lnTo>
                  <a:pt x="41398" y="8371"/>
                </a:lnTo>
                <a:lnTo>
                  <a:pt x="41345" y="8375"/>
                </a:lnTo>
                <a:lnTo>
                  <a:pt x="41291" y="8379"/>
                </a:lnTo>
                <a:lnTo>
                  <a:pt x="41238" y="8384"/>
                </a:lnTo>
                <a:lnTo>
                  <a:pt x="41185" y="8390"/>
                </a:lnTo>
                <a:lnTo>
                  <a:pt x="41132" y="8395"/>
                </a:lnTo>
                <a:lnTo>
                  <a:pt x="41079" y="8402"/>
                </a:lnTo>
                <a:lnTo>
                  <a:pt x="41027" y="8409"/>
                </a:lnTo>
                <a:lnTo>
                  <a:pt x="40975" y="8416"/>
                </a:lnTo>
                <a:lnTo>
                  <a:pt x="40923" y="8423"/>
                </a:lnTo>
                <a:lnTo>
                  <a:pt x="40872" y="8432"/>
                </a:lnTo>
                <a:lnTo>
                  <a:pt x="40820" y="8440"/>
                </a:lnTo>
                <a:lnTo>
                  <a:pt x="40769" y="8449"/>
                </a:lnTo>
                <a:lnTo>
                  <a:pt x="40718" y="8459"/>
                </a:lnTo>
                <a:lnTo>
                  <a:pt x="40667" y="8469"/>
                </a:lnTo>
                <a:lnTo>
                  <a:pt x="40617" y="8479"/>
                </a:lnTo>
                <a:lnTo>
                  <a:pt x="40567" y="8490"/>
                </a:lnTo>
                <a:lnTo>
                  <a:pt x="40516" y="8502"/>
                </a:lnTo>
                <a:lnTo>
                  <a:pt x="40466" y="8514"/>
                </a:lnTo>
                <a:lnTo>
                  <a:pt x="40416" y="8526"/>
                </a:lnTo>
                <a:lnTo>
                  <a:pt x="40366" y="8539"/>
                </a:lnTo>
                <a:lnTo>
                  <a:pt x="40316" y="8553"/>
                </a:lnTo>
                <a:lnTo>
                  <a:pt x="40266" y="8567"/>
                </a:lnTo>
                <a:lnTo>
                  <a:pt x="40216" y="8582"/>
                </a:lnTo>
                <a:lnTo>
                  <a:pt x="40165" y="8597"/>
                </a:lnTo>
                <a:lnTo>
                  <a:pt x="40115" y="8613"/>
                </a:lnTo>
                <a:lnTo>
                  <a:pt x="40065" y="8629"/>
                </a:lnTo>
                <a:lnTo>
                  <a:pt x="40015" y="8646"/>
                </a:lnTo>
                <a:lnTo>
                  <a:pt x="39965" y="8664"/>
                </a:lnTo>
                <a:lnTo>
                  <a:pt x="39915" y="8682"/>
                </a:lnTo>
                <a:lnTo>
                  <a:pt x="39865" y="8701"/>
                </a:lnTo>
                <a:lnTo>
                  <a:pt x="39814" y="8720"/>
                </a:lnTo>
                <a:lnTo>
                  <a:pt x="39764" y="8739"/>
                </a:lnTo>
                <a:lnTo>
                  <a:pt x="39714" y="8760"/>
                </a:lnTo>
                <a:lnTo>
                  <a:pt x="39664" y="8780"/>
                </a:lnTo>
                <a:lnTo>
                  <a:pt x="39614" y="8802"/>
                </a:lnTo>
                <a:lnTo>
                  <a:pt x="39564" y="8824"/>
                </a:lnTo>
                <a:lnTo>
                  <a:pt x="39514" y="8846"/>
                </a:lnTo>
                <a:lnTo>
                  <a:pt x="39464" y="8869"/>
                </a:lnTo>
                <a:lnTo>
                  <a:pt x="39413" y="8893"/>
                </a:lnTo>
                <a:lnTo>
                  <a:pt x="39363" y="8917"/>
                </a:lnTo>
                <a:lnTo>
                  <a:pt x="39313" y="8942"/>
                </a:lnTo>
                <a:lnTo>
                  <a:pt x="39263" y="8967"/>
                </a:lnTo>
                <a:lnTo>
                  <a:pt x="39212" y="8993"/>
                </a:lnTo>
                <a:lnTo>
                  <a:pt x="39162" y="9019"/>
                </a:lnTo>
                <a:lnTo>
                  <a:pt x="39111" y="9047"/>
                </a:lnTo>
                <a:lnTo>
                  <a:pt x="39061" y="9074"/>
                </a:lnTo>
                <a:lnTo>
                  <a:pt x="39010" y="9103"/>
                </a:lnTo>
                <a:lnTo>
                  <a:pt x="38959" y="9132"/>
                </a:lnTo>
                <a:lnTo>
                  <a:pt x="38908" y="9161"/>
                </a:lnTo>
                <a:lnTo>
                  <a:pt x="38858" y="9191"/>
                </a:lnTo>
                <a:lnTo>
                  <a:pt x="38806" y="9222"/>
                </a:lnTo>
                <a:lnTo>
                  <a:pt x="38755" y="9253"/>
                </a:lnTo>
                <a:lnTo>
                  <a:pt x="38704" y="9285"/>
                </a:lnTo>
                <a:lnTo>
                  <a:pt x="38653" y="9318"/>
                </a:lnTo>
                <a:lnTo>
                  <a:pt x="38601" y="9351"/>
                </a:lnTo>
                <a:lnTo>
                  <a:pt x="38550" y="9385"/>
                </a:lnTo>
                <a:lnTo>
                  <a:pt x="38498" y="9420"/>
                </a:lnTo>
                <a:lnTo>
                  <a:pt x="38447" y="9455"/>
                </a:lnTo>
                <a:lnTo>
                  <a:pt x="38395" y="9490"/>
                </a:lnTo>
                <a:lnTo>
                  <a:pt x="38343" y="9527"/>
                </a:lnTo>
                <a:lnTo>
                  <a:pt x="38291" y="9564"/>
                </a:lnTo>
                <a:lnTo>
                  <a:pt x="38239" y="9601"/>
                </a:lnTo>
                <a:lnTo>
                  <a:pt x="38187" y="9639"/>
                </a:lnTo>
                <a:lnTo>
                  <a:pt x="38135" y="9678"/>
                </a:lnTo>
                <a:lnTo>
                  <a:pt x="38083" y="9717"/>
                </a:lnTo>
                <a:lnTo>
                  <a:pt x="38030" y="9758"/>
                </a:lnTo>
                <a:lnTo>
                  <a:pt x="37978" y="9798"/>
                </a:lnTo>
                <a:lnTo>
                  <a:pt x="37925" y="9840"/>
                </a:lnTo>
                <a:lnTo>
                  <a:pt x="37872" y="9883"/>
                </a:lnTo>
                <a:lnTo>
                  <a:pt x="37819" y="9926"/>
                </a:lnTo>
                <a:lnTo>
                  <a:pt x="37766" y="9970"/>
                </a:lnTo>
                <a:lnTo>
                  <a:pt x="37712" y="10014"/>
                </a:lnTo>
                <a:lnTo>
                  <a:pt x="37659" y="10060"/>
                </a:lnTo>
                <a:lnTo>
                  <a:pt x="37605" y="10106"/>
                </a:lnTo>
                <a:lnTo>
                  <a:pt x="37552" y="10153"/>
                </a:lnTo>
                <a:lnTo>
                  <a:pt x="37498" y="10201"/>
                </a:lnTo>
                <a:lnTo>
                  <a:pt x="37444" y="10249"/>
                </a:lnTo>
                <a:lnTo>
                  <a:pt x="37390" y="10298"/>
                </a:lnTo>
                <a:lnTo>
                  <a:pt x="37335" y="10348"/>
                </a:lnTo>
                <a:lnTo>
                  <a:pt x="37281" y="10399"/>
                </a:lnTo>
                <a:lnTo>
                  <a:pt x="37226" y="10451"/>
                </a:lnTo>
                <a:lnTo>
                  <a:pt x="37171" y="10503"/>
                </a:lnTo>
                <a:lnTo>
                  <a:pt x="37116" y="10556"/>
                </a:lnTo>
                <a:lnTo>
                  <a:pt x="37061" y="10610"/>
                </a:lnTo>
                <a:lnTo>
                  <a:pt x="37006" y="10664"/>
                </a:lnTo>
                <a:lnTo>
                  <a:pt x="36951" y="10719"/>
                </a:lnTo>
                <a:lnTo>
                  <a:pt x="36895" y="10775"/>
                </a:lnTo>
                <a:lnTo>
                  <a:pt x="36840" y="10832"/>
                </a:lnTo>
                <a:lnTo>
                  <a:pt x="36840" y="1806"/>
                </a:lnTo>
                <a:lnTo>
                  <a:pt x="36840" y="1795"/>
                </a:lnTo>
                <a:lnTo>
                  <a:pt x="36839" y="1784"/>
                </a:lnTo>
                <a:lnTo>
                  <a:pt x="36839" y="1773"/>
                </a:lnTo>
                <a:lnTo>
                  <a:pt x="36838" y="1762"/>
                </a:lnTo>
                <a:lnTo>
                  <a:pt x="36837" y="1752"/>
                </a:lnTo>
                <a:lnTo>
                  <a:pt x="36836" y="1741"/>
                </a:lnTo>
                <a:lnTo>
                  <a:pt x="36834" y="1731"/>
                </a:lnTo>
                <a:lnTo>
                  <a:pt x="36832" y="1721"/>
                </a:lnTo>
                <a:lnTo>
                  <a:pt x="36830" y="1710"/>
                </a:lnTo>
                <a:lnTo>
                  <a:pt x="36828" y="1700"/>
                </a:lnTo>
                <a:lnTo>
                  <a:pt x="36826" y="1690"/>
                </a:lnTo>
                <a:lnTo>
                  <a:pt x="36823" y="1681"/>
                </a:lnTo>
                <a:lnTo>
                  <a:pt x="36820" y="1671"/>
                </a:lnTo>
                <a:lnTo>
                  <a:pt x="36817" y="1661"/>
                </a:lnTo>
                <a:lnTo>
                  <a:pt x="36814" y="1652"/>
                </a:lnTo>
                <a:lnTo>
                  <a:pt x="36810" y="1643"/>
                </a:lnTo>
                <a:lnTo>
                  <a:pt x="36806" y="1633"/>
                </a:lnTo>
                <a:lnTo>
                  <a:pt x="36802" y="1624"/>
                </a:lnTo>
                <a:lnTo>
                  <a:pt x="36798" y="1615"/>
                </a:lnTo>
                <a:lnTo>
                  <a:pt x="36793" y="1606"/>
                </a:lnTo>
                <a:lnTo>
                  <a:pt x="36789" y="1598"/>
                </a:lnTo>
                <a:lnTo>
                  <a:pt x="36784" y="1589"/>
                </a:lnTo>
                <a:lnTo>
                  <a:pt x="36778" y="1580"/>
                </a:lnTo>
                <a:lnTo>
                  <a:pt x="36773" y="1572"/>
                </a:lnTo>
                <a:lnTo>
                  <a:pt x="36767" y="1564"/>
                </a:lnTo>
                <a:lnTo>
                  <a:pt x="36761" y="1555"/>
                </a:lnTo>
                <a:lnTo>
                  <a:pt x="36755" y="1547"/>
                </a:lnTo>
                <a:lnTo>
                  <a:pt x="36748" y="1539"/>
                </a:lnTo>
                <a:lnTo>
                  <a:pt x="36741" y="1531"/>
                </a:lnTo>
                <a:lnTo>
                  <a:pt x="36734" y="1524"/>
                </a:lnTo>
                <a:lnTo>
                  <a:pt x="36727" y="1516"/>
                </a:lnTo>
                <a:lnTo>
                  <a:pt x="36719" y="1509"/>
                </a:lnTo>
                <a:lnTo>
                  <a:pt x="36711" y="1501"/>
                </a:lnTo>
                <a:lnTo>
                  <a:pt x="36703" y="1494"/>
                </a:lnTo>
                <a:lnTo>
                  <a:pt x="36694" y="1487"/>
                </a:lnTo>
                <a:lnTo>
                  <a:pt x="36685" y="1480"/>
                </a:lnTo>
                <a:lnTo>
                  <a:pt x="36676" y="1473"/>
                </a:lnTo>
                <a:lnTo>
                  <a:pt x="36666" y="1466"/>
                </a:lnTo>
                <a:lnTo>
                  <a:pt x="36657" y="1459"/>
                </a:lnTo>
                <a:lnTo>
                  <a:pt x="36647" y="1453"/>
                </a:lnTo>
                <a:lnTo>
                  <a:pt x="36636" y="1446"/>
                </a:lnTo>
                <a:lnTo>
                  <a:pt x="36626" y="1440"/>
                </a:lnTo>
                <a:lnTo>
                  <a:pt x="36615" y="1434"/>
                </a:lnTo>
                <a:lnTo>
                  <a:pt x="36603" y="1428"/>
                </a:lnTo>
                <a:lnTo>
                  <a:pt x="36592" y="1422"/>
                </a:lnTo>
                <a:lnTo>
                  <a:pt x="36580" y="1416"/>
                </a:lnTo>
                <a:lnTo>
                  <a:pt x="36568" y="1410"/>
                </a:lnTo>
                <a:lnTo>
                  <a:pt x="36556" y="1404"/>
                </a:lnTo>
                <a:lnTo>
                  <a:pt x="36543" y="1399"/>
                </a:lnTo>
                <a:lnTo>
                  <a:pt x="36530" y="1393"/>
                </a:lnTo>
                <a:lnTo>
                  <a:pt x="36516" y="1388"/>
                </a:lnTo>
                <a:lnTo>
                  <a:pt x="36502" y="1383"/>
                </a:lnTo>
                <a:lnTo>
                  <a:pt x="36488" y="1378"/>
                </a:lnTo>
                <a:lnTo>
                  <a:pt x="36473" y="1373"/>
                </a:lnTo>
                <a:lnTo>
                  <a:pt x="36458" y="1368"/>
                </a:lnTo>
                <a:lnTo>
                  <a:pt x="36442" y="1363"/>
                </a:lnTo>
                <a:lnTo>
                  <a:pt x="36426" y="1359"/>
                </a:lnTo>
                <a:lnTo>
                  <a:pt x="36410" y="1354"/>
                </a:lnTo>
                <a:lnTo>
                  <a:pt x="36393" y="1350"/>
                </a:lnTo>
                <a:lnTo>
                  <a:pt x="36376" y="1345"/>
                </a:lnTo>
                <a:lnTo>
                  <a:pt x="36358" y="1341"/>
                </a:lnTo>
                <a:lnTo>
                  <a:pt x="36340" y="1337"/>
                </a:lnTo>
                <a:lnTo>
                  <a:pt x="36322" y="1333"/>
                </a:lnTo>
                <a:lnTo>
                  <a:pt x="36303" y="1330"/>
                </a:lnTo>
                <a:lnTo>
                  <a:pt x="36284" y="1326"/>
                </a:lnTo>
                <a:lnTo>
                  <a:pt x="36264" y="1322"/>
                </a:lnTo>
                <a:lnTo>
                  <a:pt x="36244" y="1319"/>
                </a:lnTo>
                <a:lnTo>
                  <a:pt x="36224" y="1316"/>
                </a:lnTo>
                <a:lnTo>
                  <a:pt x="36203" y="1312"/>
                </a:lnTo>
                <a:lnTo>
                  <a:pt x="36182" y="1309"/>
                </a:lnTo>
                <a:lnTo>
                  <a:pt x="36160" y="1306"/>
                </a:lnTo>
                <a:lnTo>
                  <a:pt x="36138" y="1304"/>
                </a:lnTo>
                <a:lnTo>
                  <a:pt x="36115" y="1301"/>
                </a:lnTo>
                <a:lnTo>
                  <a:pt x="36092" y="1298"/>
                </a:lnTo>
                <a:lnTo>
                  <a:pt x="36069" y="1296"/>
                </a:lnTo>
                <a:lnTo>
                  <a:pt x="36044" y="1293"/>
                </a:lnTo>
                <a:lnTo>
                  <a:pt x="36020" y="1291"/>
                </a:lnTo>
                <a:lnTo>
                  <a:pt x="35995" y="1289"/>
                </a:lnTo>
                <a:lnTo>
                  <a:pt x="35969" y="1287"/>
                </a:lnTo>
                <a:lnTo>
                  <a:pt x="35943" y="1285"/>
                </a:lnTo>
                <a:lnTo>
                  <a:pt x="35916" y="1283"/>
                </a:lnTo>
                <a:lnTo>
                  <a:pt x="35889" y="1282"/>
                </a:lnTo>
                <a:lnTo>
                  <a:pt x="35861" y="1280"/>
                </a:lnTo>
                <a:lnTo>
                  <a:pt x="35833" y="1278"/>
                </a:lnTo>
                <a:lnTo>
                  <a:pt x="35804" y="1277"/>
                </a:lnTo>
                <a:lnTo>
                  <a:pt x="35775" y="1276"/>
                </a:lnTo>
                <a:lnTo>
                  <a:pt x="35745" y="1275"/>
                </a:lnTo>
                <a:lnTo>
                  <a:pt x="35714" y="1274"/>
                </a:lnTo>
                <a:lnTo>
                  <a:pt x="35684" y="1273"/>
                </a:lnTo>
                <a:lnTo>
                  <a:pt x="35652" y="1272"/>
                </a:lnTo>
                <a:lnTo>
                  <a:pt x="35620" y="1272"/>
                </a:lnTo>
                <a:lnTo>
                  <a:pt x="35588" y="1271"/>
                </a:lnTo>
                <a:lnTo>
                  <a:pt x="35555" y="1271"/>
                </a:lnTo>
                <a:lnTo>
                  <a:pt x="35521" y="1270"/>
                </a:lnTo>
                <a:lnTo>
                  <a:pt x="35487" y="1270"/>
                </a:lnTo>
                <a:lnTo>
                  <a:pt x="35453" y="1270"/>
                </a:lnTo>
                <a:lnTo>
                  <a:pt x="35419" y="1270"/>
                </a:lnTo>
                <a:lnTo>
                  <a:pt x="35387" y="1270"/>
                </a:lnTo>
                <a:lnTo>
                  <a:pt x="35354" y="1271"/>
                </a:lnTo>
                <a:lnTo>
                  <a:pt x="35323" y="1271"/>
                </a:lnTo>
                <a:lnTo>
                  <a:pt x="35291" y="1272"/>
                </a:lnTo>
                <a:lnTo>
                  <a:pt x="35260" y="1272"/>
                </a:lnTo>
                <a:lnTo>
                  <a:pt x="35230" y="1273"/>
                </a:lnTo>
                <a:lnTo>
                  <a:pt x="35200" y="1274"/>
                </a:lnTo>
                <a:lnTo>
                  <a:pt x="35171" y="1275"/>
                </a:lnTo>
                <a:lnTo>
                  <a:pt x="35142" y="1276"/>
                </a:lnTo>
                <a:lnTo>
                  <a:pt x="35113" y="1277"/>
                </a:lnTo>
                <a:lnTo>
                  <a:pt x="35085" y="1278"/>
                </a:lnTo>
                <a:lnTo>
                  <a:pt x="35057" y="1280"/>
                </a:lnTo>
                <a:lnTo>
                  <a:pt x="35030" y="1282"/>
                </a:lnTo>
                <a:lnTo>
                  <a:pt x="35003" y="1283"/>
                </a:lnTo>
                <a:lnTo>
                  <a:pt x="34977" y="1285"/>
                </a:lnTo>
                <a:lnTo>
                  <a:pt x="34951" y="1287"/>
                </a:lnTo>
                <a:lnTo>
                  <a:pt x="34926" y="1289"/>
                </a:lnTo>
                <a:lnTo>
                  <a:pt x="34901" y="1291"/>
                </a:lnTo>
                <a:lnTo>
                  <a:pt x="34877" y="1293"/>
                </a:lnTo>
                <a:lnTo>
                  <a:pt x="34853" y="1296"/>
                </a:lnTo>
                <a:lnTo>
                  <a:pt x="34830" y="1298"/>
                </a:lnTo>
                <a:lnTo>
                  <a:pt x="34807" y="1301"/>
                </a:lnTo>
                <a:lnTo>
                  <a:pt x="34784" y="1304"/>
                </a:lnTo>
                <a:lnTo>
                  <a:pt x="34762" y="1306"/>
                </a:lnTo>
                <a:lnTo>
                  <a:pt x="34740" y="1309"/>
                </a:lnTo>
                <a:lnTo>
                  <a:pt x="34719" y="1312"/>
                </a:lnTo>
                <a:lnTo>
                  <a:pt x="34698" y="1316"/>
                </a:lnTo>
                <a:lnTo>
                  <a:pt x="34677" y="1319"/>
                </a:lnTo>
                <a:lnTo>
                  <a:pt x="34657" y="1322"/>
                </a:lnTo>
                <a:lnTo>
                  <a:pt x="34637" y="1326"/>
                </a:lnTo>
                <a:lnTo>
                  <a:pt x="34618" y="1330"/>
                </a:lnTo>
                <a:lnTo>
                  <a:pt x="34599" y="1333"/>
                </a:lnTo>
                <a:lnTo>
                  <a:pt x="34580" y="1337"/>
                </a:lnTo>
                <a:lnTo>
                  <a:pt x="34562" y="1341"/>
                </a:lnTo>
                <a:lnTo>
                  <a:pt x="34544" y="1345"/>
                </a:lnTo>
                <a:lnTo>
                  <a:pt x="34526" y="1350"/>
                </a:lnTo>
                <a:lnTo>
                  <a:pt x="34509" y="1354"/>
                </a:lnTo>
                <a:lnTo>
                  <a:pt x="34492" y="1358"/>
                </a:lnTo>
                <a:lnTo>
                  <a:pt x="34476" y="1363"/>
                </a:lnTo>
                <a:lnTo>
                  <a:pt x="34460" y="1368"/>
                </a:lnTo>
                <a:lnTo>
                  <a:pt x="34444" y="1372"/>
                </a:lnTo>
                <a:lnTo>
                  <a:pt x="34429" y="1377"/>
                </a:lnTo>
                <a:lnTo>
                  <a:pt x="34414" y="1382"/>
                </a:lnTo>
                <a:lnTo>
                  <a:pt x="34399" y="1388"/>
                </a:lnTo>
                <a:lnTo>
                  <a:pt x="34385" y="1393"/>
                </a:lnTo>
                <a:lnTo>
                  <a:pt x="34371" y="1398"/>
                </a:lnTo>
                <a:lnTo>
                  <a:pt x="34358" y="1404"/>
                </a:lnTo>
                <a:lnTo>
                  <a:pt x="34345" y="1409"/>
                </a:lnTo>
                <a:lnTo>
                  <a:pt x="34332" y="1415"/>
                </a:lnTo>
                <a:lnTo>
                  <a:pt x="34320" y="1421"/>
                </a:lnTo>
                <a:lnTo>
                  <a:pt x="34308" y="1427"/>
                </a:lnTo>
                <a:lnTo>
                  <a:pt x="34296" y="1433"/>
                </a:lnTo>
                <a:lnTo>
                  <a:pt x="34285" y="1439"/>
                </a:lnTo>
                <a:lnTo>
                  <a:pt x="34274" y="1446"/>
                </a:lnTo>
                <a:lnTo>
                  <a:pt x="34263" y="1452"/>
                </a:lnTo>
                <a:lnTo>
                  <a:pt x="34253" y="1459"/>
                </a:lnTo>
                <a:lnTo>
                  <a:pt x="34243" y="1465"/>
                </a:lnTo>
                <a:lnTo>
                  <a:pt x="34233" y="1472"/>
                </a:lnTo>
                <a:lnTo>
                  <a:pt x="34224" y="1479"/>
                </a:lnTo>
                <a:lnTo>
                  <a:pt x="34215" y="1486"/>
                </a:lnTo>
                <a:lnTo>
                  <a:pt x="34207" y="1493"/>
                </a:lnTo>
                <a:lnTo>
                  <a:pt x="34199" y="1501"/>
                </a:lnTo>
                <a:lnTo>
                  <a:pt x="34191" y="1508"/>
                </a:lnTo>
                <a:lnTo>
                  <a:pt x="34183" y="1516"/>
                </a:lnTo>
                <a:lnTo>
                  <a:pt x="34176" y="1523"/>
                </a:lnTo>
                <a:lnTo>
                  <a:pt x="34169" y="1531"/>
                </a:lnTo>
                <a:lnTo>
                  <a:pt x="34163" y="1539"/>
                </a:lnTo>
                <a:lnTo>
                  <a:pt x="34157" y="1547"/>
                </a:lnTo>
                <a:lnTo>
                  <a:pt x="34151" y="1555"/>
                </a:lnTo>
                <a:lnTo>
                  <a:pt x="34146" y="1563"/>
                </a:lnTo>
                <a:lnTo>
                  <a:pt x="34141" y="1571"/>
                </a:lnTo>
                <a:lnTo>
                  <a:pt x="34136" y="1580"/>
                </a:lnTo>
                <a:lnTo>
                  <a:pt x="34131" y="1588"/>
                </a:lnTo>
                <a:lnTo>
                  <a:pt x="34127" y="1597"/>
                </a:lnTo>
                <a:lnTo>
                  <a:pt x="34123" y="1606"/>
                </a:lnTo>
                <a:lnTo>
                  <a:pt x="34119" y="1615"/>
                </a:lnTo>
                <a:lnTo>
                  <a:pt x="34115" y="1624"/>
                </a:lnTo>
                <a:lnTo>
                  <a:pt x="34112" y="1633"/>
                </a:lnTo>
                <a:lnTo>
                  <a:pt x="34108" y="1642"/>
                </a:lnTo>
                <a:lnTo>
                  <a:pt x="34105" y="1651"/>
                </a:lnTo>
                <a:lnTo>
                  <a:pt x="34102" y="1661"/>
                </a:lnTo>
                <a:lnTo>
                  <a:pt x="34099" y="1670"/>
                </a:lnTo>
                <a:lnTo>
                  <a:pt x="34097" y="1680"/>
                </a:lnTo>
                <a:lnTo>
                  <a:pt x="34094" y="1690"/>
                </a:lnTo>
                <a:lnTo>
                  <a:pt x="34092" y="1700"/>
                </a:lnTo>
                <a:lnTo>
                  <a:pt x="34090" y="1710"/>
                </a:lnTo>
                <a:lnTo>
                  <a:pt x="34089" y="1720"/>
                </a:lnTo>
                <a:lnTo>
                  <a:pt x="34087" y="1730"/>
                </a:lnTo>
                <a:lnTo>
                  <a:pt x="34086" y="1741"/>
                </a:lnTo>
                <a:lnTo>
                  <a:pt x="34085" y="1751"/>
                </a:lnTo>
                <a:lnTo>
                  <a:pt x="34084" y="1762"/>
                </a:lnTo>
                <a:lnTo>
                  <a:pt x="34083" y="1773"/>
                </a:lnTo>
                <a:lnTo>
                  <a:pt x="34083" y="1783"/>
                </a:lnTo>
                <a:lnTo>
                  <a:pt x="34082" y="1794"/>
                </a:lnTo>
                <a:lnTo>
                  <a:pt x="34082" y="1805"/>
                </a:lnTo>
                <a:lnTo>
                  <a:pt x="34082" y="24149"/>
                </a:lnTo>
                <a:lnTo>
                  <a:pt x="34082" y="24160"/>
                </a:lnTo>
                <a:lnTo>
                  <a:pt x="34083" y="24171"/>
                </a:lnTo>
                <a:lnTo>
                  <a:pt x="34083" y="24182"/>
                </a:lnTo>
                <a:lnTo>
                  <a:pt x="34084" y="24192"/>
                </a:lnTo>
                <a:lnTo>
                  <a:pt x="34084" y="24203"/>
                </a:lnTo>
                <a:lnTo>
                  <a:pt x="34085" y="24213"/>
                </a:lnTo>
                <a:lnTo>
                  <a:pt x="34086" y="24224"/>
                </a:lnTo>
                <a:lnTo>
                  <a:pt x="34088" y="24234"/>
                </a:lnTo>
                <a:lnTo>
                  <a:pt x="34089" y="24244"/>
                </a:lnTo>
                <a:lnTo>
                  <a:pt x="34091" y="24254"/>
                </a:lnTo>
                <a:lnTo>
                  <a:pt x="34093" y="24264"/>
                </a:lnTo>
                <a:lnTo>
                  <a:pt x="34095" y="24274"/>
                </a:lnTo>
                <a:lnTo>
                  <a:pt x="34097" y="24284"/>
                </a:lnTo>
                <a:lnTo>
                  <a:pt x="34099" y="24293"/>
                </a:lnTo>
                <a:lnTo>
                  <a:pt x="34102" y="24303"/>
                </a:lnTo>
                <a:lnTo>
                  <a:pt x="34104" y="24312"/>
                </a:lnTo>
                <a:lnTo>
                  <a:pt x="34107" y="24322"/>
                </a:lnTo>
                <a:lnTo>
                  <a:pt x="34110" y="24331"/>
                </a:lnTo>
                <a:lnTo>
                  <a:pt x="34114" y="24340"/>
                </a:lnTo>
                <a:lnTo>
                  <a:pt x="34117" y="24349"/>
                </a:lnTo>
                <a:lnTo>
                  <a:pt x="34121" y="24357"/>
                </a:lnTo>
                <a:lnTo>
                  <a:pt x="34124" y="24366"/>
                </a:lnTo>
                <a:lnTo>
                  <a:pt x="34128" y="24375"/>
                </a:lnTo>
                <a:lnTo>
                  <a:pt x="34132" y="24383"/>
                </a:lnTo>
                <a:lnTo>
                  <a:pt x="34137" y="24391"/>
                </a:lnTo>
                <a:lnTo>
                  <a:pt x="34141" y="24400"/>
                </a:lnTo>
                <a:lnTo>
                  <a:pt x="34146" y="24408"/>
                </a:lnTo>
                <a:lnTo>
                  <a:pt x="34152" y="24415"/>
                </a:lnTo>
                <a:lnTo>
                  <a:pt x="34158" y="24423"/>
                </a:lnTo>
                <a:lnTo>
                  <a:pt x="34164" y="24431"/>
                </a:lnTo>
                <a:lnTo>
                  <a:pt x="34170" y="24438"/>
                </a:lnTo>
                <a:lnTo>
                  <a:pt x="34177" y="24445"/>
                </a:lnTo>
                <a:lnTo>
                  <a:pt x="34184" y="24452"/>
                </a:lnTo>
                <a:lnTo>
                  <a:pt x="34192" y="24459"/>
                </a:lnTo>
                <a:lnTo>
                  <a:pt x="34199" y="24466"/>
                </a:lnTo>
                <a:lnTo>
                  <a:pt x="34208" y="24473"/>
                </a:lnTo>
                <a:lnTo>
                  <a:pt x="34216" y="24479"/>
                </a:lnTo>
                <a:lnTo>
                  <a:pt x="34225" y="24486"/>
                </a:lnTo>
                <a:lnTo>
                  <a:pt x="34234" y="24492"/>
                </a:lnTo>
                <a:lnTo>
                  <a:pt x="34244" y="24498"/>
                </a:lnTo>
                <a:lnTo>
                  <a:pt x="34254" y="24504"/>
                </a:lnTo>
                <a:lnTo>
                  <a:pt x="34264" y="24510"/>
                </a:lnTo>
                <a:lnTo>
                  <a:pt x="34275" y="24516"/>
                </a:lnTo>
                <a:lnTo>
                  <a:pt x="34286" y="24521"/>
                </a:lnTo>
                <a:lnTo>
                  <a:pt x="34297" y="24527"/>
                </a:lnTo>
                <a:lnTo>
                  <a:pt x="34308" y="24532"/>
                </a:lnTo>
                <a:lnTo>
                  <a:pt x="34320" y="24537"/>
                </a:lnTo>
                <a:lnTo>
                  <a:pt x="34333" y="24542"/>
                </a:lnTo>
                <a:lnTo>
                  <a:pt x="34346" y="24547"/>
                </a:lnTo>
                <a:lnTo>
                  <a:pt x="34359" y="24551"/>
                </a:lnTo>
                <a:lnTo>
                  <a:pt x="34372" y="24556"/>
                </a:lnTo>
                <a:lnTo>
                  <a:pt x="34385" y="24561"/>
                </a:lnTo>
                <a:lnTo>
                  <a:pt x="34399" y="24565"/>
                </a:lnTo>
                <a:lnTo>
                  <a:pt x="34413" y="24570"/>
                </a:lnTo>
                <a:lnTo>
                  <a:pt x="34428" y="24574"/>
                </a:lnTo>
                <a:lnTo>
                  <a:pt x="34442" y="24578"/>
                </a:lnTo>
                <a:lnTo>
                  <a:pt x="34457" y="24582"/>
                </a:lnTo>
                <a:lnTo>
                  <a:pt x="34473" y="24586"/>
                </a:lnTo>
                <a:lnTo>
                  <a:pt x="34488" y="24590"/>
                </a:lnTo>
                <a:lnTo>
                  <a:pt x="34504" y="24594"/>
                </a:lnTo>
                <a:lnTo>
                  <a:pt x="34520" y="24598"/>
                </a:lnTo>
                <a:lnTo>
                  <a:pt x="34537" y="24602"/>
                </a:lnTo>
                <a:lnTo>
                  <a:pt x="34554" y="24605"/>
                </a:lnTo>
                <a:lnTo>
                  <a:pt x="34571" y="24609"/>
                </a:lnTo>
                <a:lnTo>
                  <a:pt x="34588" y="24612"/>
                </a:lnTo>
                <a:lnTo>
                  <a:pt x="34605" y="24616"/>
                </a:lnTo>
                <a:lnTo>
                  <a:pt x="34623" y="24619"/>
                </a:lnTo>
                <a:lnTo>
                  <a:pt x="34642" y="24622"/>
                </a:lnTo>
                <a:lnTo>
                  <a:pt x="34660" y="24625"/>
                </a:lnTo>
                <a:lnTo>
                  <a:pt x="34679" y="24628"/>
                </a:lnTo>
                <a:lnTo>
                  <a:pt x="34698" y="24631"/>
                </a:lnTo>
                <a:lnTo>
                  <a:pt x="34717" y="24634"/>
                </a:lnTo>
                <a:lnTo>
                  <a:pt x="34737" y="24637"/>
                </a:lnTo>
                <a:lnTo>
                  <a:pt x="34757" y="24639"/>
                </a:lnTo>
                <a:lnTo>
                  <a:pt x="34777" y="24642"/>
                </a:lnTo>
                <a:lnTo>
                  <a:pt x="34798" y="24644"/>
                </a:lnTo>
                <a:lnTo>
                  <a:pt x="34819" y="24646"/>
                </a:lnTo>
                <a:lnTo>
                  <a:pt x="34840" y="24648"/>
                </a:lnTo>
                <a:lnTo>
                  <a:pt x="34862" y="24650"/>
                </a:lnTo>
                <a:lnTo>
                  <a:pt x="34884" y="24652"/>
                </a:lnTo>
                <a:lnTo>
                  <a:pt x="34907" y="24654"/>
                </a:lnTo>
                <a:lnTo>
                  <a:pt x="34930" y="24656"/>
                </a:lnTo>
                <a:lnTo>
                  <a:pt x="34953" y="24657"/>
                </a:lnTo>
                <a:lnTo>
                  <a:pt x="34976" y="24659"/>
                </a:lnTo>
                <a:lnTo>
                  <a:pt x="35000" y="24660"/>
                </a:lnTo>
                <a:lnTo>
                  <a:pt x="35024" y="24661"/>
                </a:lnTo>
                <a:lnTo>
                  <a:pt x="35049" y="24663"/>
                </a:lnTo>
                <a:lnTo>
                  <a:pt x="35074" y="24664"/>
                </a:lnTo>
                <a:lnTo>
                  <a:pt x="35099" y="24664"/>
                </a:lnTo>
                <a:lnTo>
                  <a:pt x="35125" y="24665"/>
                </a:lnTo>
                <a:lnTo>
                  <a:pt x="35151" y="24666"/>
                </a:lnTo>
                <a:lnTo>
                  <a:pt x="35177" y="24666"/>
                </a:lnTo>
                <a:lnTo>
                  <a:pt x="35203" y="24667"/>
                </a:lnTo>
                <a:lnTo>
                  <a:pt x="35230" y="24667"/>
                </a:lnTo>
                <a:lnTo>
                  <a:pt x="35258" y="24667"/>
                </a:lnTo>
                <a:lnTo>
                  <a:pt x="35285" y="24667"/>
                </a:lnTo>
                <a:lnTo>
                  <a:pt x="35314" y="24667"/>
                </a:lnTo>
                <a:lnTo>
                  <a:pt x="35343" y="24667"/>
                </a:lnTo>
                <a:lnTo>
                  <a:pt x="35371" y="24667"/>
                </a:lnTo>
                <a:lnTo>
                  <a:pt x="35399" y="24666"/>
                </a:lnTo>
                <a:lnTo>
                  <a:pt x="35426" y="24666"/>
                </a:lnTo>
                <a:lnTo>
                  <a:pt x="35453" y="24665"/>
                </a:lnTo>
                <a:lnTo>
                  <a:pt x="35480" y="24664"/>
                </a:lnTo>
                <a:lnTo>
                  <a:pt x="35505" y="24664"/>
                </a:lnTo>
                <a:lnTo>
                  <a:pt x="35531" y="24663"/>
                </a:lnTo>
                <a:lnTo>
                  <a:pt x="35556" y="24661"/>
                </a:lnTo>
                <a:lnTo>
                  <a:pt x="35581" y="24660"/>
                </a:lnTo>
                <a:lnTo>
                  <a:pt x="35605" y="24659"/>
                </a:lnTo>
                <a:lnTo>
                  <a:pt x="35629" y="24657"/>
                </a:lnTo>
                <a:lnTo>
                  <a:pt x="35652" y="24656"/>
                </a:lnTo>
                <a:lnTo>
                  <a:pt x="35675" y="24654"/>
                </a:lnTo>
                <a:lnTo>
                  <a:pt x="35698" y="24652"/>
                </a:lnTo>
                <a:lnTo>
                  <a:pt x="35720" y="24650"/>
                </a:lnTo>
                <a:lnTo>
                  <a:pt x="35741" y="24648"/>
                </a:lnTo>
                <a:lnTo>
                  <a:pt x="35763" y="24646"/>
                </a:lnTo>
                <a:lnTo>
                  <a:pt x="35783" y="24644"/>
                </a:lnTo>
                <a:lnTo>
                  <a:pt x="35804" y="24642"/>
                </a:lnTo>
                <a:lnTo>
                  <a:pt x="35824" y="24639"/>
                </a:lnTo>
                <a:lnTo>
                  <a:pt x="35843" y="24637"/>
                </a:lnTo>
                <a:lnTo>
                  <a:pt x="35862" y="24634"/>
                </a:lnTo>
                <a:lnTo>
                  <a:pt x="35881" y="24631"/>
                </a:lnTo>
                <a:lnTo>
                  <a:pt x="35899" y="24628"/>
                </a:lnTo>
                <a:lnTo>
                  <a:pt x="35917" y="24625"/>
                </a:lnTo>
                <a:lnTo>
                  <a:pt x="35935" y="24622"/>
                </a:lnTo>
                <a:lnTo>
                  <a:pt x="35953" y="24619"/>
                </a:lnTo>
                <a:lnTo>
                  <a:pt x="35970" y="24616"/>
                </a:lnTo>
                <a:lnTo>
                  <a:pt x="35987" y="24612"/>
                </a:lnTo>
                <a:lnTo>
                  <a:pt x="36004" y="24609"/>
                </a:lnTo>
                <a:lnTo>
                  <a:pt x="36021" y="24606"/>
                </a:lnTo>
                <a:lnTo>
                  <a:pt x="36037" y="24602"/>
                </a:lnTo>
                <a:lnTo>
                  <a:pt x="36053" y="24598"/>
                </a:lnTo>
                <a:lnTo>
                  <a:pt x="36069" y="24595"/>
                </a:lnTo>
                <a:lnTo>
                  <a:pt x="36084" y="24591"/>
                </a:lnTo>
                <a:lnTo>
                  <a:pt x="36100" y="24587"/>
                </a:lnTo>
                <a:lnTo>
                  <a:pt x="36115" y="24583"/>
                </a:lnTo>
                <a:lnTo>
                  <a:pt x="36129" y="24579"/>
                </a:lnTo>
                <a:lnTo>
                  <a:pt x="36144" y="24575"/>
                </a:lnTo>
                <a:lnTo>
                  <a:pt x="36158" y="24570"/>
                </a:lnTo>
                <a:lnTo>
                  <a:pt x="36172" y="24566"/>
                </a:lnTo>
                <a:lnTo>
                  <a:pt x="36186" y="24562"/>
                </a:lnTo>
                <a:lnTo>
                  <a:pt x="36199" y="24557"/>
                </a:lnTo>
                <a:lnTo>
                  <a:pt x="36212" y="24552"/>
                </a:lnTo>
                <a:lnTo>
                  <a:pt x="36225" y="24548"/>
                </a:lnTo>
                <a:lnTo>
                  <a:pt x="36238" y="24543"/>
                </a:lnTo>
                <a:lnTo>
                  <a:pt x="36250" y="24538"/>
                </a:lnTo>
                <a:lnTo>
                  <a:pt x="36263" y="24533"/>
                </a:lnTo>
                <a:lnTo>
                  <a:pt x="36274" y="24528"/>
                </a:lnTo>
                <a:lnTo>
                  <a:pt x="36286" y="24522"/>
                </a:lnTo>
                <a:lnTo>
                  <a:pt x="36297" y="24517"/>
                </a:lnTo>
                <a:lnTo>
                  <a:pt x="36308" y="24511"/>
                </a:lnTo>
                <a:lnTo>
                  <a:pt x="36319" y="24505"/>
                </a:lnTo>
                <a:lnTo>
                  <a:pt x="36329" y="24499"/>
                </a:lnTo>
                <a:lnTo>
                  <a:pt x="36339" y="24493"/>
                </a:lnTo>
                <a:lnTo>
                  <a:pt x="36349" y="24487"/>
                </a:lnTo>
                <a:lnTo>
                  <a:pt x="36358" y="24481"/>
                </a:lnTo>
                <a:lnTo>
                  <a:pt x="36368" y="24474"/>
                </a:lnTo>
                <a:lnTo>
                  <a:pt x="36376" y="24467"/>
                </a:lnTo>
                <a:lnTo>
                  <a:pt x="36385" y="24461"/>
                </a:lnTo>
                <a:lnTo>
                  <a:pt x="36393" y="24454"/>
                </a:lnTo>
                <a:lnTo>
                  <a:pt x="36401" y="24447"/>
                </a:lnTo>
                <a:lnTo>
                  <a:pt x="36409" y="24439"/>
                </a:lnTo>
                <a:lnTo>
                  <a:pt x="36417" y="24432"/>
                </a:lnTo>
                <a:lnTo>
                  <a:pt x="36424" y="24424"/>
                </a:lnTo>
                <a:lnTo>
                  <a:pt x="36431" y="24417"/>
                </a:lnTo>
                <a:lnTo>
                  <a:pt x="36437" y="24409"/>
                </a:lnTo>
                <a:lnTo>
                  <a:pt x="36444" y="24401"/>
                </a:lnTo>
                <a:lnTo>
                  <a:pt x="36450" y="24393"/>
                </a:lnTo>
                <a:lnTo>
                  <a:pt x="36455" y="24385"/>
                </a:lnTo>
                <a:lnTo>
                  <a:pt x="36461" y="24376"/>
                </a:lnTo>
                <a:lnTo>
                  <a:pt x="36466" y="24368"/>
                </a:lnTo>
                <a:lnTo>
                  <a:pt x="36471" y="24359"/>
                </a:lnTo>
                <a:lnTo>
                  <a:pt x="36476" y="24351"/>
                </a:lnTo>
                <a:lnTo>
                  <a:pt x="36480" y="24342"/>
                </a:lnTo>
                <a:lnTo>
                  <a:pt x="36485" y="24333"/>
                </a:lnTo>
                <a:lnTo>
                  <a:pt x="36489" y="24324"/>
                </a:lnTo>
                <a:lnTo>
                  <a:pt x="36492" y="24315"/>
                </a:lnTo>
                <a:lnTo>
                  <a:pt x="36496" y="24305"/>
                </a:lnTo>
                <a:lnTo>
                  <a:pt x="36499" y="24296"/>
                </a:lnTo>
                <a:lnTo>
                  <a:pt x="36503" y="24286"/>
                </a:lnTo>
                <a:lnTo>
                  <a:pt x="36505" y="24277"/>
                </a:lnTo>
                <a:lnTo>
                  <a:pt x="36508" y="24267"/>
                </a:lnTo>
                <a:lnTo>
                  <a:pt x="36511" y="24257"/>
                </a:lnTo>
                <a:lnTo>
                  <a:pt x="36513" y="24247"/>
                </a:lnTo>
                <a:lnTo>
                  <a:pt x="36515" y="24237"/>
                </a:lnTo>
                <a:lnTo>
                  <a:pt x="36516" y="24227"/>
                </a:lnTo>
                <a:lnTo>
                  <a:pt x="36518" y="24217"/>
                </a:lnTo>
                <a:lnTo>
                  <a:pt x="36519" y="24206"/>
                </a:lnTo>
                <a:lnTo>
                  <a:pt x="36520" y="24196"/>
                </a:lnTo>
                <a:lnTo>
                  <a:pt x="36521" y="24185"/>
                </a:lnTo>
                <a:lnTo>
                  <a:pt x="36522" y="24174"/>
                </a:lnTo>
                <a:lnTo>
                  <a:pt x="36522" y="24163"/>
                </a:lnTo>
                <a:lnTo>
                  <a:pt x="36522" y="24152"/>
                </a:lnTo>
                <a:lnTo>
                  <a:pt x="36522" y="22325"/>
                </a:lnTo>
                <a:lnTo>
                  <a:pt x="36576" y="22382"/>
                </a:lnTo>
                <a:lnTo>
                  <a:pt x="36630" y="22438"/>
                </a:lnTo>
                <a:lnTo>
                  <a:pt x="36684" y="22493"/>
                </a:lnTo>
                <a:lnTo>
                  <a:pt x="36738" y="22548"/>
                </a:lnTo>
                <a:lnTo>
                  <a:pt x="36791" y="22602"/>
                </a:lnTo>
                <a:lnTo>
                  <a:pt x="36844" y="22655"/>
                </a:lnTo>
                <a:lnTo>
                  <a:pt x="36897" y="22708"/>
                </a:lnTo>
                <a:lnTo>
                  <a:pt x="36949" y="22760"/>
                </a:lnTo>
                <a:lnTo>
                  <a:pt x="37002" y="22811"/>
                </a:lnTo>
                <a:lnTo>
                  <a:pt x="37054" y="22862"/>
                </a:lnTo>
                <a:lnTo>
                  <a:pt x="37106" y="22911"/>
                </a:lnTo>
                <a:lnTo>
                  <a:pt x="37157" y="22960"/>
                </a:lnTo>
                <a:lnTo>
                  <a:pt x="37209" y="23009"/>
                </a:lnTo>
                <a:lnTo>
                  <a:pt x="37260" y="23057"/>
                </a:lnTo>
                <a:lnTo>
                  <a:pt x="37311" y="23104"/>
                </a:lnTo>
                <a:lnTo>
                  <a:pt x="37361" y="23150"/>
                </a:lnTo>
                <a:lnTo>
                  <a:pt x="37412" y="23196"/>
                </a:lnTo>
                <a:lnTo>
                  <a:pt x="37462" y="23241"/>
                </a:lnTo>
                <a:lnTo>
                  <a:pt x="37512" y="23285"/>
                </a:lnTo>
                <a:lnTo>
                  <a:pt x="37562" y="23328"/>
                </a:lnTo>
                <a:lnTo>
                  <a:pt x="37612" y="23371"/>
                </a:lnTo>
                <a:lnTo>
                  <a:pt x="37661" y="23414"/>
                </a:lnTo>
                <a:lnTo>
                  <a:pt x="37710" y="23455"/>
                </a:lnTo>
                <a:lnTo>
                  <a:pt x="37759" y="23496"/>
                </a:lnTo>
                <a:lnTo>
                  <a:pt x="37808" y="23536"/>
                </a:lnTo>
                <a:lnTo>
                  <a:pt x="37856" y="23575"/>
                </a:lnTo>
                <a:lnTo>
                  <a:pt x="37905" y="23614"/>
                </a:lnTo>
                <a:lnTo>
                  <a:pt x="37954" y="23653"/>
                </a:lnTo>
                <a:lnTo>
                  <a:pt x="38003" y="23691"/>
                </a:lnTo>
                <a:lnTo>
                  <a:pt x="38051" y="23728"/>
                </a:lnTo>
                <a:lnTo>
                  <a:pt x="38100" y="23765"/>
                </a:lnTo>
                <a:lnTo>
                  <a:pt x="38149" y="23801"/>
                </a:lnTo>
                <a:lnTo>
                  <a:pt x="38198" y="23836"/>
                </a:lnTo>
                <a:lnTo>
                  <a:pt x="38246" y="23871"/>
                </a:lnTo>
                <a:lnTo>
                  <a:pt x="38295" y="23905"/>
                </a:lnTo>
                <a:lnTo>
                  <a:pt x="38344" y="23939"/>
                </a:lnTo>
                <a:lnTo>
                  <a:pt x="38393" y="23972"/>
                </a:lnTo>
                <a:lnTo>
                  <a:pt x="38441" y="24005"/>
                </a:lnTo>
                <a:lnTo>
                  <a:pt x="38490" y="24037"/>
                </a:lnTo>
                <a:lnTo>
                  <a:pt x="38539" y="24068"/>
                </a:lnTo>
                <a:lnTo>
                  <a:pt x="38588" y="24099"/>
                </a:lnTo>
                <a:lnTo>
                  <a:pt x="38636" y="24130"/>
                </a:lnTo>
                <a:lnTo>
                  <a:pt x="38685" y="24159"/>
                </a:lnTo>
                <a:lnTo>
                  <a:pt x="38734" y="24188"/>
                </a:lnTo>
                <a:lnTo>
                  <a:pt x="38782" y="24217"/>
                </a:lnTo>
                <a:lnTo>
                  <a:pt x="38831" y="24245"/>
                </a:lnTo>
                <a:lnTo>
                  <a:pt x="38880" y="24272"/>
                </a:lnTo>
                <a:lnTo>
                  <a:pt x="38929" y="24299"/>
                </a:lnTo>
                <a:lnTo>
                  <a:pt x="38978" y="24325"/>
                </a:lnTo>
                <a:lnTo>
                  <a:pt x="39026" y="24351"/>
                </a:lnTo>
                <a:lnTo>
                  <a:pt x="39075" y="24376"/>
                </a:lnTo>
                <a:lnTo>
                  <a:pt x="39124" y="24400"/>
                </a:lnTo>
                <a:lnTo>
                  <a:pt x="39174" y="24424"/>
                </a:lnTo>
                <a:lnTo>
                  <a:pt x="39223" y="24447"/>
                </a:lnTo>
                <a:lnTo>
                  <a:pt x="39272" y="24469"/>
                </a:lnTo>
                <a:lnTo>
                  <a:pt x="39321" y="24491"/>
                </a:lnTo>
                <a:lnTo>
                  <a:pt x="39371" y="24512"/>
                </a:lnTo>
                <a:lnTo>
                  <a:pt x="39421" y="24533"/>
                </a:lnTo>
                <a:lnTo>
                  <a:pt x="39470" y="24553"/>
                </a:lnTo>
                <a:lnTo>
                  <a:pt x="39520" y="24573"/>
                </a:lnTo>
                <a:lnTo>
                  <a:pt x="39570" y="24592"/>
                </a:lnTo>
                <a:lnTo>
                  <a:pt x="39620" y="24610"/>
                </a:lnTo>
                <a:lnTo>
                  <a:pt x="39670" y="24627"/>
                </a:lnTo>
                <a:lnTo>
                  <a:pt x="39720" y="24644"/>
                </a:lnTo>
                <a:lnTo>
                  <a:pt x="39770" y="24661"/>
                </a:lnTo>
                <a:lnTo>
                  <a:pt x="39820" y="24677"/>
                </a:lnTo>
                <a:lnTo>
                  <a:pt x="39871" y="24692"/>
                </a:lnTo>
                <a:lnTo>
                  <a:pt x="39921" y="24706"/>
                </a:lnTo>
                <a:lnTo>
                  <a:pt x="39972" y="24720"/>
                </a:lnTo>
                <a:lnTo>
                  <a:pt x="40022" y="24734"/>
                </a:lnTo>
                <a:lnTo>
                  <a:pt x="40073" y="24746"/>
                </a:lnTo>
                <a:lnTo>
                  <a:pt x="40124" y="24759"/>
                </a:lnTo>
                <a:lnTo>
                  <a:pt x="40175" y="24770"/>
                </a:lnTo>
                <a:lnTo>
                  <a:pt x="40226" y="24781"/>
                </a:lnTo>
                <a:lnTo>
                  <a:pt x="40278" y="24792"/>
                </a:lnTo>
                <a:lnTo>
                  <a:pt x="40330" y="24802"/>
                </a:lnTo>
                <a:lnTo>
                  <a:pt x="40383" y="24812"/>
                </a:lnTo>
                <a:lnTo>
                  <a:pt x="40435" y="24821"/>
                </a:lnTo>
                <a:lnTo>
                  <a:pt x="40489" y="24830"/>
                </a:lnTo>
                <a:lnTo>
                  <a:pt x="40542" y="24838"/>
                </a:lnTo>
                <a:lnTo>
                  <a:pt x="40596" y="24845"/>
                </a:lnTo>
                <a:lnTo>
                  <a:pt x="40651" y="24853"/>
                </a:lnTo>
                <a:lnTo>
                  <a:pt x="40706" y="24859"/>
                </a:lnTo>
                <a:lnTo>
                  <a:pt x="40761" y="24866"/>
                </a:lnTo>
                <a:lnTo>
                  <a:pt x="40816" y="24871"/>
                </a:lnTo>
                <a:lnTo>
                  <a:pt x="40872" y="24876"/>
                </a:lnTo>
                <a:lnTo>
                  <a:pt x="40929" y="24881"/>
                </a:lnTo>
                <a:lnTo>
                  <a:pt x="40985" y="24885"/>
                </a:lnTo>
                <a:lnTo>
                  <a:pt x="41042" y="24889"/>
                </a:lnTo>
                <a:lnTo>
                  <a:pt x="41100" y="24892"/>
                </a:lnTo>
                <a:lnTo>
                  <a:pt x="41158" y="24895"/>
                </a:lnTo>
                <a:lnTo>
                  <a:pt x="41216" y="24897"/>
                </a:lnTo>
                <a:lnTo>
                  <a:pt x="41274" y="24899"/>
                </a:lnTo>
                <a:lnTo>
                  <a:pt x="41333" y="24900"/>
                </a:lnTo>
                <a:lnTo>
                  <a:pt x="41393" y="24901"/>
                </a:lnTo>
                <a:lnTo>
                  <a:pt x="41452" y="24901"/>
                </a:lnTo>
                <a:lnTo>
                  <a:pt x="41581" y="24900"/>
                </a:lnTo>
                <a:lnTo>
                  <a:pt x="41709" y="24897"/>
                </a:lnTo>
                <a:lnTo>
                  <a:pt x="41835" y="24892"/>
                </a:lnTo>
                <a:lnTo>
                  <a:pt x="41961" y="24885"/>
                </a:lnTo>
                <a:lnTo>
                  <a:pt x="42085" y="24876"/>
                </a:lnTo>
                <a:lnTo>
                  <a:pt x="42207" y="24865"/>
                </a:lnTo>
                <a:lnTo>
                  <a:pt x="42329" y="24851"/>
                </a:lnTo>
                <a:lnTo>
                  <a:pt x="42449" y="24836"/>
                </a:lnTo>
                <a:lnTo>
                  <a:pt x="42569" y="24819"/>
                </a:lnTo>
                <a:lnTo>
                  <a:pt x="42687" y="24800"/>
                </a:lnTo>
                <a:lnTo>
                  <a:pt x="42803" y="24778"/>
                </a:lnTo>
                <a:lnTo>
                  <a:pt x="42919" y="24755"/>
                </a:lnTo>
                <a:lnTo>
                  <a:pt x="43033" y="24729"/>
                </a:lnTo>
                <a:lnTo>
                  <a:pt x="43146" y="24702"/>
                </a:lnTo>
                <a:lnTo>
                  <a:pt x="43258" y="24672"/>
                </a:lnTo>
                <a:lnTo>
                  <a:pt x="43369" y="24641"/>
                </a:lnTo>
                <a:lnTo>
                  <a:pt x="43478" y="24607"/>
                </a:lnTo>
                <a:lnTo>
                  <a:pt x="43586" y="24572"/>
                </a:lnTo>
                <a:lnTo>
                  <a:pt x="43693" y="24534"/>
                </a:lnTo>
                <a:lnTo>
                  <a:pt x="43799" y="24495"/>
                </a:lnTo>
                <a:lnTo>
                  <a:pt x="43903" y="24453"/>
                </a:lnTo>
                <a:lnTo>
                  <a:pt x="44007" y="24409"/>
                </a:lnTo>
                <a:lnTo>
                  <a:pt x="44109" y="24364"/>
                </a:lnTo>
                <a:lnTo>
                  <a:pt x="44210" y="24316"/>
                </a:lnTo>
                <a:lnTo>
                  <a:pt x="44309" y="24266"/>
                </a:lnTo>
                <a:lnTo>
                  <a:pt x="44408" y="24215"/>
                </a:lnTo>
                <a:lnTo>
                  <a:pt x="44505" y="24161"/>
                </a:lnTo>
                <a:lnTo>
                  <a:pt x="44600" y="24106"/>
                </a:lnTo>
                <a:lnTo>
                  <a:pt x="44695" y="24049"/>
                </a:lnTo>
                <a:lnTo>
                  <a:pt x="44788" y="23991"/>
                </a:lnTo>
                <a:lnTo>
                  <a:pt x="44880" y="23930"/>
                </a:lnTo>
                <a:lnTo>
                  <a:pt x="44970" y="23868"/>
                </a:lnTo>
                <a:lnTo>
                  <a:pt x="45059" y="23804"/>
                </a:lnTo>
                <a:lnTo>
                  <a:pt x="45147" y="23738"/>
                </a:lnTo>
                <a:lnTo>
                  <a:pt x="45234" y="23670"/>
                </a:lnTo>
                <a:lnTo>
                  <a:pt x="45319" y="23601"/>
                </a:lnTo>
                <a:lnTo>
                  <a:pt x="45403" y="23529"/>
                </a:lnTo>
                <a:lnTo>
                  <a:pt x="45486" y="23456"/>
                </a:lnTo>
                <a:lnTo>
                  <a:pt x="45567" y="23381"/>
                </a:lnTo>
                <a:lnTo>
                  <a:pt x="45647" y="23305"/>
                </a:lnTo>
                <a:lnTo>
                  <a:pt x="45726" y="23226"/>
                </a:lnTo>
                <a:lnTo>
                  <a:pt x="45803" y="23146"/>
                </a:lnTo>
                <a:lnTo>
                  <a:pt x="45879" y="23064"/>
                </a:lnTo>
                <a:lnTo>
                  <a:pt x="45954" y="22980"/>
                </a:lnTo>
                <a:lnTo>
                  <a:pt x="46028" y="22894"/>
                </a:lnTo>
                <a:lnTo>
                  <a:pt x="46100" y="22807"/>
                </a:lnTo>
                <a:lnTo>
                  <a:pt x="46171" y="22717"/>
                </a:lnTo>
                <a:lnTo>
                  <a:pt x="46240" y="22626"/>
                </a:lnTo>
                <a:lnTo>
                  <a:pt x="46309" y="22533"/>
                </a:lnTo>
                <a:lnTo>
                  <a:pt x="46375" y="22439"/>
                </a:lnTo>
                <a:lnTo>
                  <a:pt x="46441" y="22343"/>
                </a:lnTo>
                <a:lnTo>
                  <a:pt x="46505" y="22245"/>
                </a:lnTo>
                <a:lnTo>
                  <a:pt x="46568" y="22146"/>
                </a:lnTo>
                <a:lnTo>
                  <a:pt x="46629" y="22045"/>
                </a:lnTo>
                <a:lnTo>
                  <a:pt x="46689" y="21943"/>
                </a:lnTo>
                <a:lnTo>
                  <a:pt x="46747" y="21839"/>
                </a:lnTo>
                <a:lnTo>
                  <a:pt x="46804" y="21733"/>
                </a:lnTo>
                <a:lnTo>
                  <a:pt x="46860" y="21626"/>
                </a:lnTo>
                <a:lnTo>
                  <a:pt x="46914" y="21517"/>
                </a:lnTo>
                <a:lnTo>
                  <a:pt x="46967" y="21407"/>
                </a:lnTo>
                <a:lnTo>
                  <a:pt x="47019" y="21295"/>
                </a:lnTo>
                <a:lnTo>
                  <a:pt x="47069" y="21181"/>
                </a:lnTo>
                <a:lnTo>
                  <a:pt x="47118" y="21066"/>
                </a:lnTo>
                <a:lnTo>
                  <a:pt x="47165" y="20949"/>
                </a:lnTo>
                <a:lnTo>
                  <a:pt x="47211" y="20831"/>
                </a:lnTo>
                <a:lnTo>
                  <a:pt x="47256" y="20711"/>
                </a:lnTo>
                <a:lnTo>
                  <a:pt x="47299" y="20589"/>
                </a:lnTo>
                <a:lnTo>
                  <a:pt x="47341" y="20466"/>
                </a:lnTo>
                <a:lnTo>
                  <a:pt x="47381" y="20341"/>
                </a:lnTo>
                <a:lnTo>
                  <a:pt x="47420" y="20215"/>
                </a:lnTo>
                <a:lnTo>
                  <a:pt x="47458" y="20087"/>
                </a:lnTo>
                <a:lnTo>
                  <a:pt x="47494" y="19958"/>
                </a:lnTo>
                <a:lnTo>
                  <a:pt x="47528" y="19826"/>
                </a:lnTo>
                <a:lnTo>
                  <a:pt x="47562" y="19694"/>
                </a:lnTo>
                <a:lnTo>
                  <a:pt x="47594" y="19560"/>
                </a:lnTo>
                <a:lnTo>
                  <a:pt x="47624" y="19425"/>
                </a:lnTo>
                <a:lnTo>
                  <a:pt x="47653" y="19289"/>
                </a:lnTo>
                <a:lnTo>
                  <a:pt x="47680" y="19151"/>
                </a:lnTo>
                <a:lnTo>
                  <a:pt x="47706" y="19012"/>
                </a:lnTo>
                <a:lnTo>
                  <a:pt x="47730" y="18871"/>
                </a:lnTo>
                <a:lnTo>
                  <a:pt x="47753" y="18729"/>
                </a:lnTo>
                <a:lnTo>
                  <a:pt x="47775" y="18586"/>
                </a:lnTo>
                <a:lnTo>
                  <a:pt x="47795" y="18441"/>
                </a:lnTo>
                <a:lnTo>
                  <a:pt x="47813" y="18295"/>
                </a:lnTo>
                <a:lnTo>
                  <a:pt x="47830" y="18148"/>
                </a:lnTo>
                <a:lnTo>
                  <a:pt x="47846" y="17999"/>
                </a:lnTo>
                <a:lnTo>
                  <a:pt x="47860" y="17849"/>
                </a:lnTo>
                <a:lnTo>
                  <a:pt x="47873" y="17697"/>
                </a:lnTo>
                <a:lnTo>
                  <a:pt x="47884" y="17545"/>
                </a:lnTo>
                <a:lnTo>
                  <a:pt x="47893" y="17390"/>
                </a:lnTo>
                <a:lnTo>
                  <a:pt x="47901" y="17235"/>
                </a:lnTo>
                <a:lnTo>
                  <a:pt x="47908" y="17078"/>
                </a:lnTo>
                <a:lnTo>
                  <a:pt x="47913" y="16920"/>
                </a:lnTo>
                <a:lnTo>
                  <a:pt x="47917" y="16760"/>
                </a:lnTo>
                <a:lnTo>
                  <a:pt x="47919" y="16599"/>
                </a:lnTo>
                <a:lnTo>
                  <a:pt x="47920" y="16436"/>
                </a:lnTo>
                <a:lnTo>
                  <a:pt x="47919" y="16300"/>
                </a:lnTo>
                <a:lnTo>
                  <a:pt x="47918" y="16164"/>
                </a:lnTo>
                <a:lnTo>
                  <a:pt x="47915" y="16029"/>
                </a:lnTo>
                <a:lnTo>
                  <a:pt x="47911" y="15894"/>
                </a:lnTo>
                <a:lnTo>
                  <a:pt x="47905" y="15760"/>
                </a:lnTo>
                <a:lnTo>
                  <a:pt x="47899" y="15627"/>
                </a:lnTo>
                <a:close/>
                <a:moveTo>
                  <a:pt x="44999" y="17280"/>
                </a:moveTo>
                <a:lnTo>
                  <a:pt x="44994" y="17367"/>
                </a:lnTo>
                <a:lnTo>
                  <a:pt x="44989" y="17454"/>
                </a:lnTo>
                <a:lnTo>
                  <a:pt x="44983" y="17541"/>
                </a:lnTo>
                <a:lnTo>
                  <a:pt x="44976" y="17628"/>
                </a:lnTo>
                <a:lnTo>
                  <a:pt x="44968" y="17715"/>
                </a:lnTo>
                <a:lnTo>
                  <a:pt x="44960" y="17802"/>
                </a:lnTo>
                <a:lnTo>
                  <a:pt x="44951" y="17889"/>
                </a:lnTo>
                <a:lnTo>
                  <a:pt x="44941" y="17976"/>
                </a:lnTo>
                <a:lnTo>
                  <a:pt x="44930" y="18062"/>
                </a:lnTo>
                <a:lnTo>
                  <a:pt x="44919" y="18149"/>
                </a:lnTo>
                <a:lnTo>
                  <a:pt x="44907" y="18235"/>
                </a:lnTo>
                <a:lnTo>
                  <a:pt x="44894" y="18322"/>
                </a:lnTo>
                <a:lnTo>
                  <a:pt x="44881" y="18408"/>
                </a:lnTo>
                <a:lnTo>
                  <a:pt x="44867" y="18494"/>
                </a:lnTo>
                <a:lnTo>
                  <a:pt x="44852" y="18580"/>
                </a:lnTo>
                <a:lnTo>
                  <a:pt x="44836" y="18666"/>
                </a:lnTo>
                <a:lnTo>
                  <a:pt x="44820" y="18752"/>
                </a:lnTo>
                <a:lnTo>
                  <a:pt x="44803" y="18838"/>
                </a:lnTo>
                <a:lnTo>
                  <a:pt x="44785" y="18923"/>
                </a:lnTo>
                <a:lnTo>
                  <a:pt x="44766" y="19008"/>
                </a:lnTo>
                <a:lnTo>
                  <a:pt x="44747" y="19092"/>
                </a:lnTo>
                <a:lnTo>
                  <a:pt x="44726" y="19175"/>
                </a:lnTo>
                <a:lnTo>
                  <a:pt x="44705" y="19258"/>
                </a:lnTo>
                <a:lnTo>
                  <a:pt x="44683" y="19340"/>
                </a:lnTo>
                <a:lnTo>
                  <a:pt x="44660" y="19421"/>
                </a:lnTo>
                <a:lnTo>
                  <a:pt x="44636" y="19502"/>
                </a:lnTo>
                <a:lnTo>
                  <a:pt x="44611" y="19582"/>
                </a:lnTo>
                <a:lnTo>
                  <a:pt x="44585" y="19661"/>
                </a:lnTo>
                <a:lnTo>
                  <a:pt x="44559" y="19739"/>
                </a:lnTo>
                <a:lnTo>
                  <a:pt x="44531" y="19817"/>
                </a:lnTo>
                <a:lnTo>
                  <a:pt x="44503" y="19894"/>
                </a:lnTo>
                <a:lnTo>
                  <a:pt x="44474" y="19970"/>
                </a:lnTo>
                <a:lnTo>
                  <a:pt x="44444" y="20046"/>
                </a:lnTo>
                <a:lnTo>
                  <a:pt x="44413" y="20121"/>
                </a:lnTo>
                <a:lnTo>
                  <a:pt x="44381" y="20195"/>
                </a:lnTo>
                <a:lnTo>
                  <a:pt x="44349" y="20269"/>
                </a:lnTo>
                <a:lnTo>
                  <a:pt x="44315" y="20342"/>
                </a:lnTo>
                <a:lnTo>
                  <a:pt x="44281" y="20414"/>
                </a:lnTo>
                <a:lnTo>
                  <a:pt x="44246" y="20485"/>
                </a:lnTo>
                <a:lnTo>
                  <a:pt x="44209" y="20556"/>
                </a:lnTo>
                <a:lnTo>
                  <a:pt x="44172" y="20626"/>
                </a:lnTo>
                <a:lnTo>
                  <a:pt x="44135" y="20695"/>
                </a:lnTo>
                <a:lnTo>
                  <a:pt x="44096" y="20764"/>
                </a:lnTo>
                <a:lnTo>
                  <a:pt x="44056" y="20831"/>
                </a:lnTo>
                <a:lnTo>
                  <a:pt x="44015" y="20897"/>
                </a:lnTo>
                <a:lnTo>
                  <a:pt x="43974" y="20963"/>
                </a:lnTo>
                <a:lnTo>
                  <a:pt x="43931" y="21026"/>
                </a:lnTo>
                <a:lnTo>
                  <a:pt x="43888" y="21089"/>
                </a:lnTo>
                <a:lnTo>
                  <a:pt x="43843" y="21151"/>
                </a:lnTo>
                <a:lnTo>
                  <a:pt x="43798" y="21211"/>
                </a:lnTo>
                <a:lnTo>
                  <a:pt x="43751" y="21271"/>
                </a:lnTo>
                <a:lnTo>
                  <a:pt x="43704" y="21329"/>
                </a:lnTo>
                <a:lnTo>
                  <a:pt x="43655" y="21386"/>
                </a:lnTo>
                <a:lnTo>
                  <a:pt x="43606" y="21442"/>
                </a:lnTo>
                <a:lnTo>
                  <a:pt x="43556" y="21497"/>
                </a:lnTo>
                <a:lnTo>
                  <a:pt x="43505" y="21551"/>
                </a:lnTo>
                <a:lnTo>
                  <a:pt x="43452" y="21604"/>
                </a:lnTo>
                <a:lnTo>
                  <a:pt x="43399" y="21655"/>
                </a:lnTo>
                <a:lnTo>
                  <a:pt x="43345" y="21705"/>
                </a:lnTo>
                <a:lnTo>
                  <a:pt x="43290" y="21755"/>
                </a:lnTo>
                <a:lnTo>
                  <a:pt x="43234" y="21803"/>
                </a:lnTo>
                <a:lnTo>
                  <a:pt x="43177" y="21850"/>
                </a:lnTo>
                <a:lnTo>
                  <a:pt x="43119" y="21895"/>
                </a:lnTo>
                <a:lnTo>
                  <a:pt x="43060" y="21940"/>
                </a:lnTo>
                <a:lnTo>
                  <a:pt x="43000" y="21984"/>
                </a:lnTo>
                <a:lnTo>
                  <a:pt x="42940" y="22026"/>
                </a:lnTo>
                <a:lnTo>
                  <a:pt x="42878" y="22067"/>
                </a:lnTo>
                <a:lnTo>
                  <a:pt x="42815" y="22106"/>
                </a:lnTo>
                <a:lnTo>
                  <a:pt x="42751" y="22144"/>
                </a:lnTo>
                <a:lnTo>
                  <a:pt x="42686" y="22180"/>
                </a:lnTo>
                <a:lnTo>
                  <a:pt x="42620" y="22214"/>
                </a:lnTo>
                <a:lnTo>
                  <a:pt x="42553" y="22246"/>
                </a:lnTo>
                <a:lnTo>
                  <a:pt x="42485" y="22276"/>
                </a:lnTo>
                <a:lnTo>
                  <a:pt x="42416" y="22305"/>
                </a:lnTo>
                <a:lnTo>
                  <a:pt x="42346" y="22332"/>
                </a:lnTo>
                <a:lnTo>
                  <a:pt x="42275" y="22357"/>
                </a:lnTo>
                <a:lnTo>
                  <a:pt x="42202" y="22381"/>
                </a:lnTo>
                <a:lnTo>
                  <a:pt x="42129" y="22403"/>
                </a:lnTo>
                <a:lnTo>
                  <a:pt x="42055" y="22423"/>
                </a:lnTo>
                <a:lnTo>
                  <a:pt x="41979" y="22441"/>
                </a:lnTo>
                <a:lnTo>
                  <a:pt x="41903" y="22457"/>
                </a:lnTo>
                <a:lnTo>
                  <a:pt x="41825" y="22472"/>
                </a:lnTo>
                <a:lnTo>
                  <a:pt x="41747" y="22485"/>
                </a:lnTo>
                <a:lnTo>
                  <a:pt x="41667" y="22497"/>
                </a:lnTo>
                <a:lnTo>
                  <a:pt x="41587" y="22506"/>
                </a:lnTo>
                <a:lnTo>
                  <a:pt x="41505" y="22514"/>
                </a:lnTo>
                <a:lnTo>
                  <a:pt x="41422" y="22520"/>
                </a:lnTo>
                <a:lnTo>
                  <a:pt x="41339" y="22525"/>
                </a:lnTo>
                <a:lnTo>
                  <a:pt x="41254" y="22527"/>
                </a:lnTo>
                <a:lnTo>
                  <a:pt x="41168" y="22528"/>
                </a:lnTo>
                <a:lnTo>
                  <a:pt x="41075" y="22527"/>
                </a:lnTo>
                <a:lnTo>
                  <a:pt x="40982" y="22523"/>
                </a:lnTo>
                <a:lnTo>
                  <a:pt x="40890" y="22517"/>
                </a:lnTo>
                <a:lnTo>
                  <a:pt x="40797" y="22508"/>
                </a:lnTo>
                <a:lnTo>
                  <a:pt x="40705" y="22496"/>
                </a:lnTo>
                <a:lnTo>
                  <a:pt x="40614" y="22483"/>
                </a:lnTo>
                <a:lnTo>
                  <a:pt x="40522" y="22466"/>
                </a:lnTo>
                <a:lnTo>
                  <a:pt x="40431" y="22447"/>
                </a:lnTo>
                <a:lnTo>
                  <a:pt x="40340" y="22426"/>
                </a:lnTo>
                <a:lnTo>
                  <a:pt x="40250" y="22402"/>
                </a:lnTo>
                <a:lnTo>
                  <a:pt x="40159" y="22375"/>
                </a:lnTo>
                <a:lnTo>
                  <a:pt x="40069" y="22346"/>
                </a:lnTo>
                <a:lnTo>
                  <a:pt x="39980" y="22314"/>
                </a:lnTo>
                <a:lnTo>
                  <a:pt x="39890" y="22280"/>
                </a:lnTo>
                <a:lnTo>
                  <a:pt x="39801" y="22244"/>
                </a:lnTo>
                <a:lnTo>
                  <a:pt x="39712" y="22204"/>
                </a:lnTo>
                <a:lnTo>
                  <a:pt x="39624" y="22163"/>
                </a:lnTo>
                <a:lnTo>
                  <a:pt x="39536" y="22119"/>
                </a:lnTo>
                <a:lnTo>
                  <a:pt x="39448" y="22072"/>
                </a:lnTo>
                <a:lnTo>
                  <a:pt x="39360" y="22022"/>
                </a:lnTo>
                <a:lnTo>
                  <a:pt x="39273" y="21971"/>
                </a:lnTo>
                <a:lnTo>
                  <a:pt x="39186" y="21916"/>
                </a:lnTo>
                <a:lnTo>
                  <a:pt x="39099" y="21859"/>
                </a:lnTo>
                <a:lnTo>
                  <a:pt x="39012" y="21800"/>
                </a:lnTo>
                <a:lnTo>
                  <a:pt x="38926" y="21738"/>
                </a:lnTo>
                <a:lnTo>
                  <a:pt x="38839" y="21674"/>
                </a:lnTo>
                <a:lnTo>
                  <a:pt x="38752" y="21608"/>
                </a:lnTo>
                <a:lnTo>
                  <a:pt x="38664" y="21539"/>
                </a:lnTo>
                <a:lnTo>
                  <a:pt x="38576" y="21468"/>
                </a:lnTo>
                <a:lnTo>
                  <a:pt x="38488" y="21394"/>
                </a:lnTo>
                <a:lnTo>
                  <a:pt x="38399" y="21319"/>
                </a:lnTo>
                <a:lnTo>
                  <a:pt x="38310" y="21241"/>
                </a:lnTo>
                <a:lnTo>
                  <a:pt x="38221" y="21161"/>
                </a:lnTo>
                <a:lnTo>
                  <a:pt x="38131" y="21078"/>
                </a:lnTo>
                <a:lnTo>
                  <a:pt x="38041" y="20993"/>
                </a:lnTo>
                <a:lnTo>
                  <a:pt x="37951" y="20906"/>
                </a:lnTo>
                <a:lnTo>
                  <a:pt x="37860" y="20817"/>
                </a:lnTo>
                <a:lnTo>
                  <a:pt x="37769" y="20725"/>
                </a:lnTo>
                <a:lnTo>
                  <a:pt x="37678" y="20631"/>
                </a:lnTo>
                <a:lnTo>
                  <a:pt x="37586" y="20535"/>
                </a:lnTo>
                <a:lnTo>
                  <a:pt x="37494" y="20436"/>
                </a:lnTo>
                <a:lnTo>
                  <a:pt x="37402" y="20335"/>
                </a:lnTo>
                <a:lnTo>
                  <a:pt x="37309" y="20232"/>
                </a:lnTo>
                <a:lnTo>
                  <a:pt x="37216" y="20127"/>
                </a:lnTo>
                <a:lnTo>
                  <a:pt x="37122" y="20019"/>
                </a:lnTo>
                <a:lnTo>
                  <a:pt x="37028" y="19909"/>
                </a:lnTo>
                <a:lnTo>
                  <a:pt x="36934" y="19796"/>
                </a:lnTo>
                <a:lnTo>
                  <a:pt x="36840" y="19682"/>
                </a:lnTo>
                <a:lnTo>
                  <a:pt x="36840" y="13676"/>
                </a:lnTo>
                <a:lnTo>
                  <a:pt x="36894" y="13607"/>
                </a:lnTo>
                <a:lnTo>
                  <a:pt x="36948" y="13538"/>
                </a:lnTo>
                <a:lnTo>
                  <a:pt x="37001" y="13471"/>
                </a:lnTo>
                <a:lnTo>
                  <a:pt x="37055" y="13405"/>
                </a:lnTo>
                <a:lnTo>
                  <a:pt x="37108" y="13339"/>
                </a:lnTo>
                <a:lnTo>
                  <a:pt x="37161" y="13275"/>
                </a:lnTo>
                <a:lnTo>
                  <a:pt x="37213" y="13212"/>
                </a:lnTo>
                <a:lnTo>
                  <a:pt x="37266" y="13149"/>
                </a:lnTo>
                <a:lnTo>
                  <a:pt x="37318" y="13088"/>
                </a:lnTo>
                <a:lnTo>
                  <a:pt x="37370" y="13028"/>
                </a:lnTo>
                <a:lnTo>
                  <a:pt x="37421" y="12968"/>
                </a:lnTo>
                <a:lnTo>
                  <a:pt x="37473" y="12910"/>
                </a:lnTo>
                <a:lnTo>
                  <a:pt x="37524" y="12852"/>
                </a:lnTo>
                <a:lnTo>
                  <a:pt x="37575" y="12796"/>
                </a:lnTo>
                <a:lnTo>
                  <a:pt x="37625" y="12741"/>
                </a:lnTo>
                <a:lnTo>
                  <a:pt x="37675" y="12686"/>
                </a:lnTo>
                <a:lnTo>
                  <a:pt x="37725" y="12633"/>
                </a:lnTo>
                <a:lnTo>
                  <a:pt x="37775" y="12580"/>
                </a:lnTo>
                <a:lnTo>
                  <a:pt x="37825" y="12529"/>
                </a:lnTo>
                <a:lnTo>
                  <a:pt x="37874" y="12478"/>
                </a:lnTo>
                <a:lnTo>
                  <a:pt x="37923" y="12429"/>
                </a:lnTo>
                <a:lnTo>
                  <a:pt x="37971" y="12380"/>
                </a:lnTo>
                <a:lnTo>
                  <a:pt x="38020" y="12333"/>
                </a:lnTo>
                <a:lnTo>
                  <a:pt x="38068" y="12286"/>
                </a:lnTo>
                <a:lnTo>
                  <a:pt x="38116" y="12240"/>
                </a:lnTo>
                <a:lnTo>
                  <a:pt x="38164" y="12195"/>
                </a:lnTo>
                <a:lnTo>
                  <a:pt x="38212" y="12151"/>
                </a:lnTo>
                <a:lnTo>
                  <a:pt x="38259" y="12107"/>
                </a:lnTo>
                <a:lnTo>
                  <a:pt x="38306" y="12065"/>
                </a:lnTo>
                <a:lnTo>
                  <a:pt x="38354" y="12022"/>
                </a:lnTo>
                <a:lnTo>
                  <a:pt x="38401" y="11981"/>
                </a:lnTo>
                <a:lnTo>
                  <a:pt x="38448" y="11940"/>
                </a:lnTo>
                <a:lnTo>
                  <a:pt x="38495" y="11900"/>
                </a:lnTo>
                <a:lnTo>
                  <a:pt x="38541" y="11861"/>
                </a:lnTo>
                <a:lnTo>
                  <a:pt x="38588" y="11822"/>
                </a:lnTo>
                <a:lnTo>
                  <a:pt x="38634" y="11784"/>
                </a:lnTo>
                <a:lnTo>
                  <a:pt x="38680" y="11746"/>
                </a:lnTo>
                <a:lnTo>
                  <a:pt x="38726" y="11710"/>
                </a:lnTo>
                <a:lnTo>
                  <a:pt x="38772" y="11674"/>
                </a:lnTo>
                <a:lnTo>
                  <a:pt x="38818" y="11639"/>
                </a:lnTo>
                <a:lnTo>
                  <a:pt x="38864" y="11604"/>
                </a:lnTo>
                <a:lnTo>
                  <a:pt x="38909" y="11570"/>
                </a:lnTo>
                <a:lnTo>
                  <a:pt x="38955" y="11537"/>
                </a:lnTo>
                <a:lnTo>
                  <a:pt x="39000" y="11505"/>
                </a:lnTo>
                <a:lnTo>
                  <a:pt x="39045" y="11473"/>
                </a:lnTo>
                <a:lnTo>
                  <a:pt x="39090" y="11442"/>
                </a:lnTo>
                <a:lnTo>
                  <a:pt x="39135" y="11412"/>
                </a:lnTo>
                <a:lnTo>
                  <a:pt x="39179" y="11382"/>
                </a:lnTo>
                <a:lnTo>
                  <a:pt x="39224" y="11353"/>
                </a:lnTo>
                <a:lnTo>
                  <a:pt x="39268" y="11325"/>
                </a:lnTo>
                <a:lnTo>
                  <a:pt x="39313" y="11297"/>
                </a:lnTo>
                <a:lnTo>
                  <a:pt x="39357" y="11270"/>
                </a:lnTo>
                <a:lnTo>
                  <a:pt x="39402" y="11244"/>
                </a:lnTo>
                <a:lnTo>
                  <a:pt x="39446" y="11219"/>
                </a:lnTo>
                <a:lnTo>
                  <a:pt x="39490" y="11194"/>
                </a:lnTo>
                <a:lnTo>
                  <a:pt x="39534" y="11170"/>
                </a:lnTo>
                <a:lnTo>
                  <a:pt x="39578" y="11147"/>
                </a:lnTo>
                <a:lnTo>
                  <a:pt x="39622" y="11124"/>
                </a:lnTo>
                <a:lnTo>
                  <a:pt x="39666" y="11102"/>
                </a:lnTo>
                <a:lnTo>
                  <a:pt x="39710" y="11081"/>
                </a:lnTo>
                <a:lnTo>
                  <a:pt x="39754" y="11060"/>
                </a:lnTo>
                <a:lnTo>
                  <a:pt x="39798" y="11040"/>
                </a:lnTo>
                <a:lnTo>
                  <a:pt x="39841" y="11021"/>
                </a:lnTo>
                <a:lnTo>
                  <a:pt x="39885" y="11003"/>
                </a:lnTo>
                <a:lnTo>
                  <a:pt x="39929" y="10985"/>
                </a:lnTo>
                <a:lnTo>
                  <a:pt x="39972" y="10968"/>
                </a:lnTo>
                <a:lnTo>
                  <a:pt x="40016" y="10952"/>
                </a:lnTo>
                <a:lnTo>
                  <a:pt x="40059" y="10936"/>
                </a:lnTo>
                <a:lnTo>
                  <a:pt x="40102" y="10921"/>
                </a:lnTo>
                <a:lnTo>
                  <a:pt x="40146" y="10907"/>
                </a:lnTo>
                <a:lnTo>
                  <a:pt x="40189" y="10893"/>
                </a:lnTo>
                <a:lnTo>
                  <a:pt x="40232" y="10880"/>
                </a:lnTo>
                <a:lnTo>
                  <a:pt x="40275" y="10868"/>
                </a:lnTo>
                <a:lnTo>
                  <a:pt x="40319" y="10856"/>
                </a:lnTo>
                <a:lnTo>
                  <a:pt x="40362" y="10845"/>
                </a:lnTo>
                <a:lnTo>
                  <a:pt x="40405" y="10834"/>
                </a:lnTo>
                <a:lnTo>
                  <a:pt x="40449" y="10824"/>
                </a:lnTo>
                <a:lnTo>
                  <a:pt x="40492" y="10814"/>
                </a:lnTo>
                <a:lnTo>
                  <a:pt x="40536" y="10805"/>
                </a:lnTo>
                <a:lnTo>
                  <a:pt x="40580" y="10796"/>
                </a:lnTo>
                <a:lnTo>
                  <a:pt x="40623" y="10788"/>
                </a:lnTo>
                <a:lnTo>
                  <a:pt x="40667" y="10781"/>
                </a:lnTo>
                <a:lnTo>
                  <a:pt x="40711" y="10774"/>
                </a:lnTo>
                <a:lnTo>
                  <a:pt x="40755" y="10767"/>
                </a:lnTo>
                <a:lnTo>
                  <a:pt x="40798" y="10761"/>
                </a:lnTo>
                <a:lnTo>
                  <a:pt x="40842" y="10755"/>
                </a:lnTo>
                <a:lnTo>
                  <a:pt x="40886" y="10750"/>
                </a:lnTo>
                <a:lnTo>
                  <a:pt x="40930" y="10746"/>
                </a:lnTo>
                <a:lnTo>
                  <a:pt x="40975" y="10742"/>
                </a:lnTo>
                <a:lnTo>
                  <a:pt x="41019" y="10739"/>
                </a:lnTo>
                <a:lnTo>
                  <a:pt x="41063" y="10736"/>
                </a:lnTo>
                <a:lnTo>
                  <a:pt x="41107" y="10733"/>
                </a:lnTo>
                <a:lnTo>
                  <a:pt x="41152" y="10732"/>
                </a:lnTo>
                <a:lnTo>
                  <a:pt x="41196" y="10730"/>
                </a:lnTo>
                <a:lnTo>
                  <a:pt x="41241" y="10729"/>
                </a:lnTo>
                <a:lnTo>
                  <a:pt x="41285" y="10729"/>
                </a:lnTo>
                <a:lnTo>
                  <a:pt x="41374" y="10730"/>
                </a:lnTo>
                <a:lnTo>
                  <a:pt x="41461" y="10733"/>
                </a:lnTo>
                <a:lnTo>
                  <a:pt x="41547" y="10737"/>
                </a:lnTo>
                <a:lnTo>
                  <a:pt x="41632" y="10743"/>
                </a:lnTo>
                <a:lnTo>
                  <a:pt x="41716" y="10751"/>
                </a:lnTo>
                <a:lnTo>
                  <a:pt x="41798" y="10761"/>
                </a:lnTo>
                <a:lnTo>
                  <a:pt x="41879" y="10773"/>
                </a:lnTo>
                <a:lnTo>
                  <a:pt x="41959" y="10786"/>
                </a:lnTo>
                <a:lnTo>
                  <a:pt x="42038" y="10801"/>
                </a:lnTo>
                <a:lnTo>
                  <a:pt x="42116" y="10818"/>
                </a:lnTo>
                <a:lnTo>
                  <a:pt x="42192" y="10837"/>
                </a:lnTo>
                <a:lnTo>
                  <a:pt x="42267" y="10857"/>
                </a:lnTo>
                <a:lnTo>
                  <a:pt x="42341" y="10879"/>
                </a:lnTo>
                <a:lnTo>
                  <a:pt x="42414" y="10903"/>
                </a:lnTo>
                <a:lnTo>
                  <a:pt x="42485" y="10929"/>
                </a:lnTo>
                <a:lnTo>
                  <a:pt x="42555" y="10956"/>
                </a:lnTo>
                <a:lnTo>
                  <a:pt x="42624" y="10986"/>
                </a:lnTo>
                <a:lnTo>
                  <a:pt x="42692" y="11017"/>
                </a:lnTo>
                <a:lnTo>
                  <a:pt x="42759" y="11049"/>
                </a:lnTo>
                <a:lnTo>
                  <a:pt x="42824" y="11084"/>
                </a:lnTo>
                <a:lnTo>
                  <a:pt x="42888" y="11120"/>
                </a:lnTo>
                <a:lnTo>
                  <a:pt x="42951" y="11158"/>
                </a:lnTo>
                <a:lnTo>
                  <a:pt x="43013" y="11198"/>
                </a:lnTo>
                <a:lnTo>
                  <a:pt x="43073" y="11240"/>
                </a:lnTo>
                <a:lnTo>
                  <a:pt x="43133" y="11283"/>
                </a:lnTo>
                <a:lnTo>
                  <a:pt x="43191" y="11327"/>
                </a:lnTo>
                <a:lnTo>
                  <a:pt x="43249" y="11373"/>
                </a:lnTo>
                <a:lnTo>
                  <a:pt x="43305" y="11419"/>
                </a:lnTo>
                <a:lnTo>
                  <a:pt x="43360" y="11467"/>
                </a:lnTo>
                <a:lnTo>
                  <a:pt x="43415" y="11516"/>
                </a:lnTo>
                <a:lnTo>
                  <a:pt x="43468" y="11565"/>
                </a:lnTo>
                <a:lnTo>
                  <a:pt x="43521" y="11616"/>
                </a:lnTo>
                <a:lnTo>
                  <a:pt x="43572" y="11669"/>
                </a:lnTo>
                <a:lnTo>
                  <a:pt x="43623" y="11722"/>
                </a:lnTo>
                <a:lnTo>
                  <a:pt x="43672" y="11776"/>
                </a:lnTo>
                <a:lnTo>
                  <a:pt x="43721" y="11832"/>
                </a:lnTo>
                <a:lnTo>
                  <a:pt x="43768" y="11889"/>
                </a:lnTo>
                <a:lnTo>
                  <a:pt x="43815" y="11946"/>
                </a:lnTo>
                <a:lnTo>
                  <a:pt x="43861" y="12005"/>
                </a:lnTo>
                <a:lnTo>
                  <a:pt x="43905" y="12065"/>
                </a:lnTo>
                <a:lnTo>
                  <a:pt x="43949" y="12127"/>
                </a:lnTo>
                <a:lnTo>
                  <a:pt x="43991" y="12189"/>
                </a:lnTo>
                <a:lnTo>
                  <a:pt x="44033" y="12252"/>
                </a:lnTo>
                <a:lnTo>
                  <a:pt x="44074" y="12317"/>
                </a:lnTo>
                <a:lnTo>
                  <a:pt x="44113" y="12383"/>
                </a:lnTo>
                <a:lnTo>
                  <a:pt x="44152" y="12450"/>
                </a:lnTo>
                <a:lnTo>
                  <a:pt x="44190" y="12518"/>
                </a:lnTo>
                <a:lnTo>
                  <a:pt x="44226" y="12587"/>
                </a:lnTo>
                <a:lnTo>
                  <a:pt x="44262" y="12657"/>
                </a:lnTo>
                <a:lnTo>
                  <a:pt x="44297" y="12728"/>
                </a:lnTo>
                <a:lnTo>
                  <a:pt x="44331" y="12800"/>
                </a:lnTo>
                <a:lnTo>
                  <a:pt x="44364" y="12873"/>
                </a:lnTo>
                <a:lnTo>
                  <a:pt x="44396" y="12946"/>
                </a:lnTo>
                <a:lnTo>
                  <a:pt x="44428" y="13021"/>
                </a:lnTo>
                <a:lnTo>
                  <a:pt x="44458" y="13096"/>
                </a:lnTo>
                <a:lnTo>
                  <a:pt x="44487" y="13173"/>
                </a:lnTo>
                <a:lnTo>
                  <a:pt x="44516" y="13250"/>
                </a:lnTo>
                <a:lnTo>
                  <a:pt x="44544" y="13328"/>
                </a:lnTo>
                <a:lnTo>
                  <a:pt x="44570" y="13407"/>
                </a:lnTo>
                <a:lnTo>
                  <a:pt x="44596" y="13486"/>
                </a:lnTo>
                <a:lnTo>
                  <a:pt x="44621" y="13567"/>
                </a:lnTo>
                <a:lnTo>
                  <a:pt x="44645" y="13648"/>
                </a:lnTo>
                <a:lnTo>
                  <a:pt x="44668" y="13731"/>
                </a:lnTo>
                <a:lnTo>
                  <a:pt x="44691" y="13814"/>
                </a:lnTo>
                <a:lnTo>
                  <a:pt x="44712" y="13898"/>
                </a:lnTo>
                <a:lnTo>
                  <a:pt x="44733" y="13983"/>
                </a:lnTo>
                <a:lnTo>
                  <a:pt x="44752" y="14069"/>
                </a:lnTo>
                <a:lnTo>
                  <a:pt x="44771" y="14156"/>
                </a:lnTo>
                <a:lnTo>
                  <a:pt x="44789" y="14243"/>
                </a:lnTo>
                <a:lnTo>
                  <a:pt x="44805" y="14332"/>
                </a:lnTo>
                <a:lnTo>
                  <a:pt x="44821" y="14421"/>
                </a:lnTo>
                <a:lnTo>
                  <a:pt x="44836" y="14511"/>
                </a:lnTo>
                <a:lnTo>
                  <a:pt x="44851" y="14602"/>
                </a:lnTo>
                <a:lnTo>
                  <a:pt x="44865" y="14693"/>
                </a:lnTo>
                <a:lnTo>
                  <a:pt x="44878" y="14784"/>
                </a:lnTo>
                <a:lnTo>
                  <a:pt x="44890" y="14876"/>
                </a:lnTo>
                <a:lnTo>
                  <a:pt x="44902" y="14968"/>
                </a:lnTo>
                <a:lnTo>
                  <a:pt x="44913" y="15060"/>
                </a:lnTo>
                <a:lnTo>
                  <a:pt x="44924" y="15152"/>
                </a:lnTo>
                <a:lnTo>
                  <a:pt x="44934" y="15244"/>
                </a:lnTo>
                <a:lnTo>
                  <a:pt x="44943" y="15337"/>
                </a:lnTo>
                <a:lnTo>
                  <a:pt x="44952" y="15430"/>
                </a:lnTo>
                <a:lnTo>
                  <a:pt x="44960" y="15523"/>
                </a:lnTo>
                <a:lnTo>
                  <a:pt x="44968" y="15616"/>
                </a:lnTo>
                <a:lnTo>
                  <a:pt x="44975" y="15710"/>
                </a:lnTo>
                <a:lnTo>
                  <a:pt x="44981" y="15803"/>
                </a:lnTo>
                <a:lnTo>
                  <a:pt x="44987" y="15897"/>
                </a:lnTo>
                <a:lnTo>
                  <a:pt x="44992" y="15992"/>
                </a:lnTo>
                <a:lnTo>
                  <a:pt x="44997" y="16086"/>
                </a:lnTo>
                <a:lnTo>
                  <a:pt x="45001" y="16181"/>
                </a:lnTo>
                <a:lnTo>
                  <a:pt x="45004" y="16276"/>
                </a:lnTo>
                <a:lnTo>
                  <a:pt x="45007" y="16371"/>
                </a:lnTo>
                <a:lnTo>
                  <a:pt x="45009" y="16466"/>
                </a:lnTo>
                <a:lnTo>
                  <a:pt x="45011" y="16562"/>
                </a:lnTo>
                <a:lnTo>
                  <a:pt x="45012" y="16658"/>
                </a:lnTo>
                <a:lnTo>
                  <a:pt x="45012" y="16754"/>
                </a:lnTo>
                <a:lnTo>
                  <a:pt x="45012" y="16842"/>
                </a:lnTo>
                <a:lnTo>
                  <a:pt x="45011" y="16930"/>
                </a:lnTo>
                <a:lnTo>
                  <a:pt x="45009" y="17017"/>
                </a:lnTo>
                <a:lnTo>
                  <a:pt x="45006" y="17105"/>
                </a:lnTo>
                <a:lnTo>
                  <a:pt x="45003" y="17192"/>
                </a:lnTo>
                <a:lnTo>
                  <a:pt x="44999" y="17280"/>
                </a:lnTo>
                <a:close/>
                <a:moveTo>
                  <a:pt x="82098" y="15760"/>
                </a:moveTo>
                <a:lnTo>
                  <a:pt x="82091" y="15627"/>
                </a:lnTo>
                <a:lnTo>
                  <a:pt x="82084" y="15494"/>
                </a:lnTo>
                <a:lnTo>
                  <a:pt x="82075" y="15362"/>
                </a:lnTo>
                <a:lnTo>
                  <a:pt x="82065" y="15230"/>
                </a:lnTo>
                <a:lnTo>
                  <a:pt x="82054" y="15099"/>
                </a:lnTo>
                <a:lnTo>
                  <a:pt x="82042" y="14969"/>
                </a:lnTo>
                <a:lnTo>
                  <a:pt x="82029" y="14839"/>
                </a:lnTo>
                <a:lnTo>
                  <a:pt x="82014" y="14709"/>
                </a:lnTo>
                <a:lnTo>
                  <a:pt x="81998" y="14580"/>
                </a:lnTo>
                <a:lnTo>
                  <a:pt x="81982" y="14452"/>
                </a:lnTo>
                <a:lnTo>
                  <a:pt x="81964" y="14325"/>
                </a:lnTo>
                <a:lnTo>
                  <a:pt x="81944" y="14198"/>
                </a:lnTo>
                <a:lnTo>
                  <a:pt x="81924" y="14071"/>
                </a:lnTo>
                <a:lnTo>
                  <a:pt x="81903" y="13945"/>
                </a:lnTo>
                <a:lnTo>
                  <a:pt x="81880" y="13820"/>
                </a:lnTo>
                <a:lnTo>
                  <a:pt x="81856" y="13695"/>
                </a:lnTo>
                <a:lnTo>
                  <a:pt x="81831" y="13571"/>
                </a:lnTo>
                <a:lnTo>
                  <a:pt x="81805" y="13448"/>
                </a:lnTo>
                <a:lnTo>
                  <a:pt x="81778" y="13325"/>
                </a:lnTo>
                <a:lnTo>
                  <a:pt x="81749" y="13203"/>
                </a:lnTo>
                <a:lnTo>
                  <a:pt x="81719" y="13082"/>
                </a:lnTo>
                <a:lnTo>
                  <a:pt x="81688" y="12963"/>
                </a:lnTo>
                <a:lnTo>
                  <a:pt x="81656" y="12845"/>
                </a:lnTo>
                <a:lnTo>
                  <a:pt x="81622" y="12728"/>
                </a:lnTo>
                <a:lnTo>
                  <a:pt x="81586" y="12612"/>
                </a:lnTo>
                <a:lnTo>
                  <a:pt x="81550" y="12498"/>
                </a:lnTo>
                <a:lnTo>
                  <a:pt x="81511" y="12385"/>
                </a:lnTo>
                <a:lnTo>
                  <a:pt x="81472" y="12274"/>
                </a:lnTo>
                <a:lnTo>
                  <a:pt x="81431" y="12163"/>
                </a:lnTo>
                <a:lnTo>
                  <a:pt x="81389" y="12054"/>
                </a:lnTo>
                <a:lnTo>
                  <a:pt x="81345" y="11947"/>
                </a:lnTo>
                <a:lnTo>
                  <a:pt x="81301" y="11840"/>
                </a:lnTo>
                <a:lnTo>
                  <a:pt x="81254" y="11735"/>
                </a:lnTo>
                <a:lnTo>
                  <a:pt x="81207" y="11632"/>
                </a:lnTo>
                <a:lnTo>
                  <a:pt x="81158" y="11529"/>
                </a:lnTo>
                <a:lnTo>
                  <a:pt x="81107" y="11428"/>
                </a:lnTo>
                <a:lnTo>
                  <a:pt x="81056" y="11328"/>
                </a:lnTo>
                <a:lnTo>
                  <a:pt x="81003" y="11230"/>
                </a:lnTo>
                <a:lnTo>
                  <a:pt x="80948" y="11133"/>
                </a:lnTo>
                <a:lnTo>
                  <a:pt x="80892" y="11037"/>
                </a:lnTo>
                <a:lnTo>
                  <a:pt x="80835" y="10942"/>
                </a:lnTo>
                <a:lnTo>
                  <a:pt x="80777" y="10849"/>
                </a:lnTo>
                <a:lnTo>
                  <a:pt x="80717" y="10757"/>
                </a:lnTo>
                <a:lnTo>
                  <a:pt x="80655" y="10666"/>
                </a:lnTo>
                <a:lnTo>
                  <a:pt x="80593" y="10577"/>
                </a:lnTo>
                <a:lnTo>
                  <a:pt x="80528" y="10490"/>
                </a:lnTo>
                <a:lnTo>
                  <a:pt x="80462" y="10404"/>
                </a:lnTo>
                <a:lnTo>
                  <a:pt x="80395" y="10320"/>
                </a:lnTo>
                <a:lnTo>
                  <a:pt x="80326" y="10237"/>
                </a:lnTo>
                <a:lnTo>
                  <a:pt x="80256" y="10155"/>
                </a:lnTo>
                <a:lnTo>
                  <a:pt x="80184" y="10076"/>
                </a:lnTo>
                <a:lnTo>
                  <a:pt x="80110" y="9997"/>
                </a:lnTo>
                <a:lnTo>
                  <a:pt x="80035" y="9921"/>
                </a:lnTo>
                <a:lnTo>
                  <a:pt x="79959" y="9846"/>
                </a:lnTo>
                <a:lnTo>
                  <a:pt x="79881" y="9772"/>
                </a:lnTo>
                <a:lnTo>
                  <a:pt x="79802" y="9700"/>
                </a:lnTo>
                <a:lnTo>
                  <a:pt x="79721" y="9629"/>
                </a:lnTo>
                <a:lnTo>
                  <a:pt x="79638" y="9561"/>
                </a:lnTo>
                <a:lnTo>
                  <a:pt x="79554" y="9493"/>
                </a:lnTo>
                <a:lnTo>
                  <a:pt x="79469" y="9427"/>
                </a:lnTo>
                <a:lnTo>
                  <a:pt x="79382" y="9363"/>
                </a:lnTo>
                <a:lnTo>
                  <a:pt x="79293" y="9300"/>
                </a:lnTo>
                <a:lnTo>
                  <a:pt x="79203" y="9239"/>
                </a:lnTo>
                <a:lnTo>
                  <a:pt x="79112" y="9179"/>
                </a:lnTo>
                <a:lnTo>
                  <a:pt x="79019" y="9121"/>
                </a:lnTo>
                <a:lnTo>
                  <a:pt x="78924" y="9064"/>
                </a:lnTo>
                <a:lnTo>
                  <a:pt x="78828" y="9009"/>
                </a:lnTo>
                <a:lnTo>
                  <a:pt x="78731" y="8956"/>
                </a:lnTo>
                <a:lnTo>
                  <a:pt x="78631" y="8905"/>
                </a:lnTo>
                <a:lnTo>
                  <a:pt x="78530" y="8856"/>
                </a:lnTo>
                <a:lnTo>
                  <a:pt x="78428" y="8809"/>
                </a:lnTo>
                <a:lnTo>
                  <a:pt x="78324" y="8765"/>
                </a:lnTo>
                <a:lnTo>
                  <a:pt x="78218" y="8723"/>
                </a:lnTo>
                <a:lnTo>
                  <a:pt x="78110" y="8684"/>
                </a:lnTo>
                <a:lnTo>
                  <a:pt x="78001" y="8646"/>
                </a:lnTo>
                <a:lnTo>
                  <a:pt x="77890" y="8611"/>
                </a:lnTo>
                <a:lnTo>
                  <a:pt x="77778" y="8578"/>
                </a:lnTo>
                <a:lnTo>
                  <a:pt x="77663" y="8548"/>
                </a:lnTo>
                <a:lnTo>
                  <a:pt x="77548" y="8519"/>
                </a:lnTo>
                <a:lnTo>
                  <a:pt x="77430" y="8493"/>
                </a:lnTo>
                <a:lnTo>
                  <a:pt x="77311" y="8469"/>
                </a:lnTo>
                <a:lnTo>
                  <a:pt x="77190" y="8448"/>
                </a:lnTo>
                <a:lnTo>
                  <a:pt x="77068" y="8429"/>
                </a:lnTo>
                <a:lnTo>
                  <a:pt x="76944" y="8412"/>
                </a:lnTo>
                <a:lnTo>
                  <a:pt x="76818" y="8397"/>
                </a:lnTo>
                <a:lnTo>
                  <a:pt x="76691" y="8384"/>
                </a:lnTo>
                <a:lnTo>
                  <a:pt x="76562" y="8374"/>
                </a:lnTo>
                <a:lnTo>
                  <a:pt x="76431" y="8366"/>
                </a:lnTo>
                <a:lnTo>
                  <a:pt x="76299" y="8361"/>
                </a:lnTo>
                <a:lnTo>
                  <a:pt x="76165" y="8357"/>
                </a:lnTo>
                <a:lnTo>
                  <a:pt x="76029" y="8356"/>
                </a:lnTo>
                <a:lnTo>
                  <a:pt x="75973" y="8356"/>
                </a:lnTo>
                <a:lnTo>
                  <a:pt x="75918" y="8357"/>
                </a:lnTo>
                <a:lnTo>
                  <a:pt x="75863" y="8358"/>
                </a:lnTo>
                <a:lnTo>
                  <a:pt x="75808" y="8360"/>
                </a:lnTo>
                <a:lnTo>
                  <a:pt x="75753" y="8362"/>
                </a:lnTo>
                <a:lnTo>
                  <a:pt x="75699" y="8364"/>
                </a:lnTo>
                <a:lnTo>
                  <a:pt x="75645" y="8368"/>
                </a:lnTo>
                <a:lnTo>
                  <a:pt x="75591" y="8371"/>
                </a:lnTo>
                <a:lnTo>
                  <a:pt x="75537" y="8375"/>
                </a:lnTo>
                <a:lnTo>
                  <a:pt x="75483" y="8379"/>
                </a:lnTo>
                <a:lnTo>
                  <a:pt x="75430" y="8384"/>
                </a:lnTo>
                <a:lnTo>
                  <a:pt x="75377" y="8390"/>
                </a:lnTo>
                <a:lnTo>
                  <a:pt x="75324" y="8395"/>
                </a:lnTo>
                <a:lnTo>
                  <a:pt x="75272" y="8402"/>
                </a:lnTo>
                <a:lnTo>
                  <a:pt x="75219" y="8409"/>
                </a:lnTo>
                <a:lnTo>
                  <a:pt x="75167" y="8416"/>
                </a:lnTo>
                <a:lnTo>
                  <a:pt x="75115" y="8423"/>
                </a:lnTo>
                <a:lnTo>
                  <a:pt x="75064" y="8432"/>
                </a:lnTo>
                <a:lnTo>
                  <a:pt x="75012" y="8440"/>
                </a:lnTo>
                <a:lnTo>
                  <a:pt x="74961" y="8449"/>
                </a:lnTo>
                <a:lnTo>
                  <a:pt x="74910" y="8459"/>
                </a:lnTo>
                <a:lnTo>
                  <a:pt x="74860" y="8469"/>
                </a:lnTo>
                <a:lnTo>
                  <a:pt x="74809" y="8479"/>
                </a:lnTo>
                <a:lnTo>
                  <a:pt x="74759" y="8490"/>
                </a:lnTo>
                <a:lnTo>
                  <a:pt x="74709" y="8502"/>
                </a:lnTo>
                <a:lnTo>
                  <a:pt x="74659" y="8514"/>
                </a:lnTo>
                <a:lnTo>
                  <a:pt x="74608" y="8526"/>
                </a:lnTo>
                <a:lnTo>
                  <a:pt x="74558" y="8539"/>
                </a:lnTo>
                <a:lnTo>
                  <a:pt x="74508" y="8553"/>
                </a:lnTo>
                <a:lnTo>
                  <a:pt x="74458" y="8567"/>
                </a:lnTo>
                <a:lnTo>
                  <a:pt x="74408" y="8582"/>
                </a:lnTo>
                <a:lnTo>
                  <a:pt x="74358" y="8597"/>
                </a:lnTo>
                <a:lnTo>
                  <a:pt x="74308" y="8613"/>
                </a:lnTo>
                <a:lnTo>
                  <a:pt x="74257" y="8629"/>
                </a:lnTo>
                <a:lnTo>
                  <a:pt x="74207" y="8646"/>
                </a:lnTo>
                <a:lnTo>
                  <a:pt x="74157" y="8664"/>
                </a:lnTo>
                <a:lnTo>
                  <a:pt x="74107" y="8682"/>
                </a:lnTo>
                <a:lnTo>
                  <a:pt x="74057" y="8701"/>
                </a:lnTo>
                <a:lnTo>
                  <a:pt x="74007" y="8720"/>
                </a:lnTo>
                <a:lnTo>
                  <a:pt x="73957" y="8739"/>
                </a:lnTo>
                <a:lnTo>
                  <a:pt x="73906" y="8760"/>
                </a:lnTo>
                <a:lnTo>
                  <a:pt x="73856" y="8780"/>
                </a:lnTo>
                <a:lnTo>
                  <a:pt x="73806" y="8802"/>
                </a:lnTo>
                <a:lnTo>
                  <a:pt x="73756" y="8824"/>
                </a:lnTo>
                <a:lnTo>
                  <a:pt x="73706" y="8846"/>
                </a:lnTo>
                <a:lnTo>
                  <a:pt x="73656" y="8869"/>
                </a:lnTo>
                <a:lnTo>
                  <a:pt x="73606" y="8893"/>
                </a:lnTo>
                <a:lnTo>
                  <a:pt x="73556" y="8917"/>
                </a:lnTo>
                <a:lnTo>
                  <a:pt x="73505" y="8942"/>
                </a:lnTo>
                <a:lnTo>
                  <a:pt x="73455" y="8967"/>
                </a:lnTo>
                <a:lnTo>
                  <a:pt x="73405" y="8993"/>
                </a:lnTo>
                <a:lnTo>
                  <a:pt x="73354" y="9019"/>
                </a:lnTo>
                <a:lnTo>
                  <a:pt x="73304" y="9047"/>
                </a:lnTo>
                <a:lnTo>
                  <a:pt x="73253" y="9074"/>
                </a:lnTo>
                <a:lnTo>
                  <a:pt x="73202" y="9103"/>
                </a:lnTo>
                <a:lnTo>
                  <a:pt x="73152" y="9132"/>
                </a:lnTo>
                <a:lnTo>
                  <a:pt x="73101" y="9161"/>
                </a:lnTo>
                <a:lnTo>
                  <a:pt x="73050" y="9191"/>
                </a:lnTo>
                <a:lnTo>
                  <a:pt x="72999" y="9222"/>
                </a:lnTo>
                <a:lnTo>
                  <a:pt x="72948" y="9253"/>
                </a:lnTo>
                <a:lnTo>
                  <a:pt x="72896" y="9285"/>
                </a:lnTo>
                <a:lnTo>
                  <a:pt x="72845" y="9318"/>
                </a:lnTo>
                <a:lnTo>
                  <a:pt x="72794" y="9351"/>
                </a:lnTo>
                <a:lnTo>
                  <a:pt x="72742" y="9385"/>
                </a:lnTo>
                <a:lnTo>
                  <a:pt x="72691" y="9420"/>
                </a:lnTo>
                <a:lnTo>
                  <a:pt x="72639" y="9455"/>
                </a:lnTo>
                <a:lnTo>
                  <a:pt x="72587" y="9490"/>
                </a:lnTo>
                <a:lnTo>
                  <a:pt x="72535" y="9527"/>
                </a:lnTo>
                <a:lnTo>
                  <a:pt x="72483" y="9564"/>
                </a:lnTo>
                <a:lnTo>
                  <a:pt x="72431" y="9601"/>
                </a:lnTo>
                <a:lnTo>
                  <a:pt x="72379" y="9639"/>
                </a:lnTo>
                <a:lnTo>
                  <a:pt x="72327" y="9678"/>
                </a:lnTo>
                <a:lnTo>
                  <a:pt x="72275" y="9717"/>
                </a:lnTo>
                <a:lnTo>
                  <a:pt x="72222" y="9758"/>
                </a:lnTo>
                <a:lnTo>
                  <a:pt x="72170" y="9798"/>
                </a:lnTo>
                <a:lnTo>
                  <a:pt x="72117" y="9840"/>
                </a:lnTo>
                <a:lnTo>
                  <a:pt x="72064" y="9883"/>
                </a:lnTo>
                <a:lnTo>
                  <a:pt x="72011" y="9926"/>
                </a:lnTo>
                <a:lnTo>
                  <a:pt x="71958" y="9970"/>
                </a:lnTo>
                <a:lnTo>
                  <a:pt x="71905" y="10014"/>
                </a:lnTo>
                <a:lnTo>
                  <a:pt x="71851" y="10060"/>
                </a:lnTo>
                <a:lnTo>
                  <a:pt x="71798" y="10106"/>
                </a:lnTo>
                <a:lnTo>
                  <a:pt x="71744" y="10153"/>
                </a:lnTo>
                <a:lnTo>
                  <a:pt x="71690" y="10201"/>
                </a:lnTo>
                <a:lnTo>
                  <a:pt x="71636" y="10249"/>
                </a:lnTo>
                <a:lnTo>
                  <a:pt x="71582" y="10298"/>
                </a:lnTo>
                <a:lnTo>
                  <a:pt x="71527" y="10348"/>
                </a:lnTo>
                <a:lnTo>
                  <a:pt x="71473" y="10399"/>
                </a:lnTo>
                <a:lnTo>
                  <a:pt x="71418" y="10451"/>
                </a:lnTo>
                <a:lnTo>
                  <a:pt x="71364" y="10503"/>
                </a:lnTo>
                <a:lnTo>
                  <a:pt x="71309" y="10556"/>
                </a:lnTo>
                <a:lnTo>
                  <a:pt x="71254" y="10610"/>
                </a:lnTo>
                <a:lnTo>
                  <a:pt x="71198" y="10664"/>
                </a:lnTo>
                <a:lnTo>
                  <a:pt x="71143" y="10719"/>
                </a:lnTo>
                <a:lnTo>
                  <a:pt x="71088" y="10775"/>
                </a:lnTo>
                <a:lnTo>
                  <a:pt x="71032" y="10832"/>
                </a:lnTo>
                <a:lnTo>
                  <a:pt x="71032" y="1806"/>
                </a:lnTo>
                <a:lnTo>
                  <a:pt x="71032" y="1795"/>
                </a:lnTo>
                <a:lnTo>
                  <a:pt x="71032" y="1784"/>
                </a:lnTo>
                <a:lnTo>
                  <a:pt x="71031" y="1773"/>
                </a:lnTo>
                <a:lnTo>
                  <a:pt x="71030" y="1762"/>
                </a:lnTo>
                <a:lnTo>
                  <a:pt x="71029" y="1752"/>
                </a:lnTo>
                <a:lnTo>
                  <a:pt x="71028" y="1741"/>
                </a:lnTo>
                <a:lnTo>
                  <a:pt x="71026" y="1731"/>
                </a:lnTo>
                <a:lnTo>
                  <a:pt x="71025" y="1721"/>
                </a:lnTo>
                <a:lnTo>
                  <a:pt x="71023" y="1710"/>
                </a:lnTo>
                <a:lnTo>
                  <a:pt x="71020" y="1700"/>
                </a:lnTo>
                <a:lnTo>
                  <a:pt x="71018" y="1690"/>
                </a:lnTo>
                <a:lnTo>
                  <a:pt x="71015" y="1681"/>
                </a:lnTo>
                <a:lnTo>
                  <a:pt x="71012" y="1671"/>
                </a:lnTo>
                <a:lnTo>
                  <a:pt x="71009" y="1661"/>
                </a:lnTo>
                <a:lnTo>
                  <a:pt x="71006" y="1652"/>
                </a:lnTo>
                <a:lnTo>
                  <a:pt x="71002" y="1643"/>
                </a:lnTo>
                <a:lnTo>
                  <a:pt x="70998" y="1633"/>
                </a:lnTo>
                <a:lnTo>
                  <a:pt x="70994" y="1624"/>
                </a:lnTo>
                <a:lnTo>
                  <a:pt x="70990" y="1615"/>
                </a:lnTo>
                <a:lnTo>
                  <a:pt x="70986" y="1606"/>
                </a:lnTo>
                <a:lnTo>
                  <a:pt x="70981" y="1598"/>
                </a:lnTo>
                <a:lnTo>
                  <a:pt x="70976" y="1589"/>
                </a:lnTo>
                <a:lnTo>
                  <a:pt x="70971" y="1580"/>
                </a:lnTo>
                <a:lnTo>
                  <a:pt x="70965" y="1572"/>
                </a:lnTo>
                <a:lnTo>
                  <a:pt x="70959" y="1564"/>
                </a:lnTo>
                <a:lnTo>
                  <a:pt x="70953" y="1555"/>
                </a:lnTo>
                <a:lnTo>
                  <a:pt x="70947" y="1547"/>
                </a:lnTo>
                <a:lnTo>
                  <a:pt x="70941" y="1539"/>
                </a:lnTo>
                <a:lnTo>
                  <a:pt x="70934" y="1531"/>
                </a:lnTo>
                <a:lnTo>
                  <a:pt x="70926" y="1524"/>
                </a:lnTo>
                <a:lnTo>
                  <a:pt x="70919" y="1516"/>
                </a:lnTo>
                <a:lnTo>
                  <a:pt x="70911" y="1509"/>
                </a:lnTo>
                <a:lnTo>
                  <a:pt x="70903" y="1501"/>
                </a:lnTo>
                <a:lnTo>
                  <a:pt x="70895" y="1494"/>
                </a:lnTo>
                <a:lnTo>
                  <a:pt x="70886" y="1487"/>
                </a:lnTo>
                <a:lnTo>
                  <a:pt x="70877" y="1480"/>
                </a:lnTo>
                <a:lnTo>
                  <a:pt x="70868" y="1473"/>
                </a:lnTo>
                <a:lnTo>
                  <a:pt x="70859" y="1466"/>
                </a:lnTo>
                <a:lnTo>
                  <a:pt x="70849" y="1459"/>
                </a:lnTo>
                <a:lnTo>
                  <a:pt x="70839" y="1453"/>
                </a:lnTo>
                <a:lnTo>
                  <a:pt x="70828" y="1446"/>
                </a:lnTo>
                <a:lnTo>
                  <a:pt x="70818" y="1440"/>
                </a:lnTo>
                <a:lnTo>
                  <a:pt x="70807" y="1434"/>
                </a:lnTo>
                <a:lnTo>
                  <a:pt x="70796" y="1428"/>
                </a:lnTo>
                <a:lnTo>
                  <a:pt x="70784" y="1422"/>
                </a:lnTo>
                <a:lnTo>
                  <a:pt x="70772" y="1416"/>
                </a:lnTo>
                <a:lnTo>
                  <a:pt x="70760" y="1410"/>
                </a:lnTo>
                <a:lnTo>
                  <a:pt x="70748" y="1404"/>
                </a:lnTo>
                <a:lnTo>
                  <a:pt x="70735" y="1399"/>
                </a:lnTo>
                <a:lnTo>
                  <a:pt x="70722" y="1393"/>
                </a:lnTo>
                <a:lnTo>
                  <a:pt x="70708" y="1388"/>
                </a:lnTo>
                <a:lnTo>
                  <a:pt x="70694" y="1383"/>
                </a:lnTo>
                <a:lnTo>
                  <a:pt x="70680" y="1378"/>
                </a:lnTo>
                <a:lnTo>
                  <a:pt x="70665" y="1373"/>
                </a:lnTo>
                <a:lnTo>
                  <a:pt x="70650" y="1368"/>
                </a:lnTo>
                <a:lnTo>
                  <a:pt x="70635" y="1363"/>
                </a:lnTo>
                <a:lnTo>
                  <a:pt x="70619" y="1359"/>
                </a:lnTo>
                <a:lnTo>
                  <a:pt x="70602" y="1354"/>
                </a:lnTo>
                <a:lnTo>
                  <a:pt x="70585" y="1350"/>
                </a:lnTo>
                <a:lnTo>
                  <a:pt x="70568" y="1345"/>
                </a:lnTo>
                <a:lnTo>
                  <a:pt x="70551" y="1341"/>
                </a:lnTo>
                <a:lnTo>
                  <a:pt x="70533" y="1337"/>
                </a:lnTo>
                <a:lnTo>
                  <a:pt x="70514" y="1333"/>
                </a:lnTo>
                <a:lnTo>
                  <a:pt x="70495" y="1330"/>
                </a:lnTo>
                <a:lnTo>
                  <a:pt x="70476" y="1326"/>
                </a:lnTo>
                <a:lnTo>
                  <a:pt x="70456" y="1322"/>
                </a:lnTo>
                <a:lnTo>
                  <a:pt x="70436" y="1319"/>
                </a:lnTo>
                <a:lnTo>
                  <a:pt x="70416" y="1316"/>
                </a:lnTo>
                <a:lnTo>
                  <a:pt x="70395" y="1312"/>
                </a:lnTo>
                <a:lnTo>
                  <a:pt x="70374" y="1309"/>
                </a:lnTo>
                <a:lnTo>
                  <a:pt x="70352" y="1306"/>
                </a:lnTo>
                <a:lnTo>
                  <a:pt x="70330" y="1304"/>
                </a:lnTo>
                <a:lnTo>
                  <a:pt x="70308" y="1301"/>
                </a:lnTo>
                <a:lnTo>
                  <a:pt x="70284" y="1298"/>
                </a:lnTo>
                <a:lnTo>
                  <a:pt x="70261" y="1296"/>
                </a:lnTo>
                <a:lnTo>
                  <a:pt x="70237" y="1293"/>
                </a:lnTo>
                <a:lnTo>
                  <a:pt x="70212" y="1291"/>
                </a:lnTo>
                <a:lnTo>
                  <a:pt x="70187" y="1289"/>
                </a:lnTo>
                <a:lnTo>
                  <a:pt x="70161" y="1287"/>
                </a:lnTo>
                <a:lnTo>
                  <a:pt x="70135" y="1285"/>
                </a:lnTo>
                <a:lnTo>
                  <a:pt x="70108" y="1283"/>
                </a:lnTo>
                <a:lnTo>
                  <a:pt x="70081" y="1282"/>
                </a:lnTo>
                <a:lnTo>
                  <a:pt x="70053" y="1280"/>
                </a:lnTo>
                <a:lnTo>
                  <a:pt x="70025" y="1278"/>
                </a:lnTo>
                <a:lnTo>
                  <a:pt x="69996" y="1277"/>
                </a:lnTo>
                <a:lnTo>
                  <a:pt x="69967" y="1276"/>
                </a:lnTo>
                <a:lnTo>
                  <a:pt x="69937" y="1275"/>
                </a:lnTo>
                <a:lnTo>
                  <a:pt x="69907" y="1274"/>
                </a:lnTo>
                <a:lnTo>
                  <a:pt x="69876" y="1273"/>
                </a:lnTo>
                <a:lnTo>
                  <a:pt x="69844" y="1272"/>
                </a:lnTo>
                <a:lnTo>
                  <a:pt x="69812" y="1272"/>
                </a:lnTo>
                <a:lnTo>
                  <a:pt x="69780" y="1271"/>
                </a:lnTo>
                <a:lnTo>
                  <a:pt x="69747" y="1271"/>
                </a:lnTo>
                <a:lnTo>
                  <a:pt x="69713" y="1270"/>
                </a:lnTo>
                <a:lnTo>
                  <a:pt x="69679" y="1270"/>
                </a:lnTo>
                <a:lnTo>
                  <a:pt x="69645" y="1270"/>
                </a:lnTo>
                <a:lnTo>
                  <a:pt x="69612" y="1270"/>
                </a:lnTo>
                <a:lnTo>
                  <a:pt x="69579" y="1270"/>
                </a:lnTo>
                <a:lnTo>
                  <a:pt x="69547" y="1271"/>
                </a:lnTo>
                <a:lnTo>
                  <a:pt x="69515" y="1271"/>
                </a:lnTo>
                <a:lnTo>
                  <a:pt x="69484" y="1272"/>
                </a:lnTo>
                <a:lnTo>
                  <a:pt x="69453" y="1272"/>
                </a:lnTo>
                <a:lnTo>
                  <a:pt x="69422" y="1273"/>
                </a:lnTo>
                <a:lnTo>
                  <a:pt x="69392" y="1274"/>
                </a:lnTo>
                <a:lnTo>
                  <a:pt x="69363" y="1275"/>
                </a:lnTo>
                <a:lnTo>
                  <a:pt x="69334" y="1276"/>
                </a:lnTo>
                <a:lnTo>
                  <a:pt x="69305" y="1277"/>
                </a:lnTo>
                <a:lnTo>
                  <a:pt x="69277" y="1278"/>
                </a:lnTo>
                <a:lnTo>
                  <a:pt x="69250" y="1280"/>
                </a:lnTo>
                <a:lnTo>
                  <a:pt x="69222" y="1282"/>
                </a:lnTo>
                <a:lnTo>
                  <a:pt x="69196" y="1283"/>
                </a:lnTo>
                <a:lnTo>
                  <a:pt x="69169" y="1285"/>
                </a:lnTo>
                <a:lnTo>
                  <a:pt x="69144" y="1287"/>
                </a:lnTo>
                <a:lnTo>
                  <a:pt x="69118" y="1289"/>
                </a:lnTo>
                <a:lnTo>
                  <a:pt x="69094" y="1291"/>
                </a:lnTo>
                <a:lnTo>
                  <a:pt x="69069" y="1293"/>
                </a:lnTo>
                <a:lnTo>
                  <a:pt x="69045" y="1296"/>
                </a:lnTo>
                <a:lnTo>
                  <a:pt x="69022" y="1298"/>
                </a:lnTo>
                <a:lnTo>
                  <a:pt x="68999" y="1301"/>
                </a:lnTo>
                <a:lnTo>
                  <a:pt x="68976" y="1304"/>
                </a:lnTo>
                <a:lnTo>
                  <a:pt x="68954" y="1306"/>
                </a:lnTo>
                <a:lnTo>
                  <a:pt x="68933" y="1309"/>
                </a:lnTo>
                <a:lnTo>
                  <a:pt x="68911" y="1312"/>
                </a:lnTo>
                <a:lnTo>
                  <a:pt x="68890" y="1316"/>
                </a:lnTo>
                <a:lnTo>
                  <a:pt x="68870" y="1319"/>
                </a:lnTo>
                <a:lnTo>
                  <a:pt x="68849" y="1322"/>
                </a:lnTo>
                <a:lnTo>
                  <a:pt x="68830" y="1326"/>
                </a:lnTo>
                <a:lnTo>
                  <a:pt x="68810" y="1330"/>
                </a:lnTo>
                <a:lnTo>
                  <a:pt x="68791" y="1333"/>
                </a:lnTo>
                <a:lnTo>
                  <a:pt x="68772" y="1337"/>
                </a:lnTo>
                <a:lnTo>
                  <a:pt x="68754" y="1341"/>
                </a:lnTo>
                <a:lnTo>
                  <a:pt x="68736" y="1345"/>
                </a:lnTo>
                <a:lnTo>
                  <a:pt x="68719" y="1350"/>
                </a:lnTo>
                <a:lnTo>
                  <a:pt x="68701" y="1354"/>
                </a:lnTo>
                <a:lnTo>
                  <a:pt x="68685" y="1358"/>
                </a:lnTo>
                <a:lnTo>
                  <a:pt x="68668" y="1363"/>
                </a:lnTo>
                <a:lnTo>
                  <a:pt x="68652" y="1368"/>
                </a:lnTo>
                <a:lnTo>
                  <a:pt x="68636" y="1372"/>
                </a:lnTo>
                <a:lnTo>
                  <a:pt x="68621" y="1377"/>
                </a:lnTo>
                <a:lnTo>
                  <a:pt x="68606" y="1382"/>
                </a:lnTo>
                <a:lnTo>
                  <a:pt x="68592" y="1388"/>
                </a:lnTo>
                <a:lnTo>
                  <a:pt x="68577" y="1393"/>
                </a:lnTo>
                <a:lnTo>
                  <a:pt x="68564" y="1398"/>
                </a:lnTo>
                <a:lnTo>
                  <a:pt x="68550" y="1404"/>
                </a:lnTo>
                <a:lnTo>
                  <a:pt x="68537" y="1409"/>
                </a:lnTo>
                <a:lnTo>
                  <a:pt x="68524" y="1415"/>
                </a:lnTo>
                <a:lnTo>
                  <a:pt x="68512" y="1421"/>
                </a:lnTo>
                <a:lnTo>
                  <a:pt x="68500" y="1427"/>
                </a:lnTo>
                <a:lnTo>
                  <a:pt x="68488" y="1433"/>
                </a:lnTo>
                <a:lnTo>
                  <a:pt x="68477" y="1439"/>
                </a:lnTo>
                <a:lnTo>
                  <a:pt x="68466" y="1446"/>
                </a:lnTo>
                <a:lnTo>
                  <a:pt x="68455" y="1452"/>
                </a:lnTo>
                <a:lnTo>
                  <a:pt x="68445" y="1459"/>
                </a:lnTo>
                <a:lnTo>
                  <a:pt x="68435" y="1465"/>
                </a:lnTo>
                <a:lnTo>
                  <a:pt x="68426" y="1472"/>
                </a:lnTo>
                <a:lnTo>
                  <a:pt x="68417" y="1479"/>
                </a:lnTo>
                <a:lnTo>
                  <a:pt x="68408" y="1486"/>
                </a:lnTo>
                <a:lnTo>
                  <a:pt x="68399" y="1493"/>
                </a:lnTo>
                <a:lnTo>
                  <a:pt x="68391" y="1501"/>
                </a:lnTo>
                <a:lnTo>
                  <a:pt x="68383" y="1508"/>
                </a:lnTo>
                <a:lnTo>
                  <a:pt x="68376" y="1516"/>
                </a:lnTo>
                <a:lnTo>
                  <a:pt x="68368" y="1523"/>
                </a:lnTo>
                <a:lnTo>
                  <a:pt x="68362" y="1531"/>
                </a:lnTo>
                <a:lnTo>
                  <a:pt x="68355" y="1539"/>
                </a:lnTo>
                <a:lnTo>
                  <a:pt x="68349" y="1547"/>
                </a:lnTo>
                <a:lnTo>
                  <a:pt x="68343" y="1555"/>
                </a:lnTo>
                <a:lnTo>
                  <a:pt x="68338" y="1563"/>
                </a:lnTo>
                <a:lnTo>
                  <a:pt x="68333" y="1571"/>
                </a:lnTo>
                <a:lnTo>
                  <a:pt x="68328" y="1580"/>
                </a:lnTo>
                <a:lnTo>
                  <a:pt x="68324" y="1588"/>
                </a:lnTo>
                <a:lnTo>
                  <a:pt x="68319" y="1597"/>
                </a:lnTo>
                <a:lnTo>
                  <a:pt x="68315" y="1606"/>
                </a:lnTo>
                <a:lnTo>
                  <a:pt x="68311" y="1615"/>
                </a:lnTo>
                <a:lnTo>
                  <a:pt x="68307" y="1624"/>
                </a:lnTo>
                <a:lnTo>
                  <a:pt x="68304" y="1633"/>
                </a:lnTo>
                <a:lnTo>
                  <a:pt x="68300" y="1642"/>
                </a:lnTo>
                <a:lnTo>
                  <a:pt x="68297" y="1651"/>
                </a:lnTo>
                <a:lnTo>
                  <a:pt x="68294" y="1661"/>
                </a:lnTo>
                <a:lnTo>
                  <a:pt x="68292" y="1670"/>
                </a:lnTo>
                <a:lnTo>
                  <a:pt x="68289" y="1680"/>
                </a:lnTo>
                <a:lnTo>
                  <a:pt x="68287" y="1690"/>
                </a:lnTo>
                <a:lnTo>
                  <a:pt x="68285" y="1700"/>
                </a:lnTo>
                <a:lnTo>
                  <a:pt x="68283" y="1710"/>
                </a:lnTo>
                <a:lnTo>
                  <a:pt x="68281" y="1720"/>
                </a:lnTo>
                <a:lnTo>
                  <a:pt x="68279" y="1730"/>
                </a:lnTo>
                <a:lnTo>
                  <a:pt x="68278" y="1741"/>
                </a:lnTo>
                <a:lnTo>
                  <a:pt x="68277" y="1751"/>
                </a:lnTo>
                <a:lnTo>
                  <a:pt x="68276" y="1762"/>
                </a:lnTo>
                <a:lnTo>
                  <a:pt x="68275" y="1773"/>
                </a:lnTo>
                <a:lnTo>
                  <a:pt x="68275" y="1783"/>
                </a:lnTo>
                <a:lnTo>
                  <a:pt x="68275" y="1794"/>
                </a:lnTo>
                <a:lnTo>
                  <a:pt x="68274" y="1805"/>
                </a:lnTo>
                <a:lnTo>
                  <a:pt x="68274" y="24149"/>
                </a:lnTo>
                <a:lnTo>
                  <a:pt x="68275" y="24160"/>
                </a:lnTo>
                <a:lnTo>
                  <a:pt x="68275" y="24171"/>
                </a:lnTo>
                <a:lnTo>
                  <a:pt x="68275" y="24182"/>
                </a:lnTo>
                <a:lnTo>
                  <a:pt x="68276" y="24192"/>
                </a:lnTo>
                <a:lnTo>
                  <a:pt x="68277" y="24203"/>
                </a:lnTo>
                <a:lnTo>
                  <a:pt x="68278" y="24213"/>
                </a:lnTo>
                <a:lnTo>
                  <a:pt x="68279" y="24224"/>
                </a:lnTo>
                <a:lnTo>
                  <a:pt x="68280" y="24234"/>
                </a:lnTo>
                <a:lnTo>
                  <a:pt x="68282" y="24244"/>
                </a:lnTo>
                <a:lnTo>
                  <a:pt x="68283" y="24254"/>
                </a:lnTo>
                <a:lnTo>
                  <a:pt x="68285" y="24264"/>
                </a:lnTo>
                <a:lnTo>
                  <a:pt x="68287" y="24274"/>
                </a:lnTo>
                <a:lnTo>
                  <a:pt x="68289" y="24284"/>
                </a:lnTo>
                <a:lnTo>
                  <a:pt x="68292" y="24293"/>
                </a:lnTo>
                <a:lnTo>
                  <a:pt x="68294" y="24303"/>
                </a:lnTo>
                <a:lnTo>
                  <a:pt x="68297" y="24312"/>
                </a:lnTo>
                <a:lnTo>
                  <a:pt x="68300" y="24322"/>
                </a:lnTo>
                <a:lnTo>
                  <a:pt x="68303" y="24331"/>
                </a:lnTo>
                <a:lnTo>
                  <a:pt x="68306" y="24340"/>
                </a:lnTo>
                <a:lnTo>
                  <a:pt x="68309" y="24349"/>
                </a:lnTo>
                <a:lnTo>
                  <a:pt x="68313" y="24357"/>
                </a:lnTo>
                <a:lnTo>
                  <a:pt x="68317" y="24366"/>
                </a:lnTo>
                <a:lnTo>
                  <a:pt x="68320" y="24375"/>
                </a:lnTo>
                <a:lnTo>
                  <a:pt x="68325" y="24383"/>
                </a:lnTo>
                <a:lnTo>
                  <a:pt x="68329" y="24391"/>
                </a:lnTo>
                <a:lnTo>
                  <a:pt x="68334" y="24400"/>
                </a:lnTo>
                <a:lnTo>
                  <a:pt x="68339" y="24408"/>
                </a:lnTo>
                <a:lnTo>
                  <a:pt x="68344" y="24415"/>
                </a:lnTo>
                <a:lnTo>
                  <a:pt x="68350" y="24423"/>
                </a:lnTo>
                <a:lnTo>
                  <a:pt x="68356" y="24431"/>
                </a:lnTo>
                <a:lnTo>
                  <a:pt x="68362" y="24438"/>
                </a:lnTo>
                <a:lnTo>
                  <a:pt x="68369" y="24445"/>
                </a:lnTo>
                <a:lnTo>
                  <a:pt x="68376" y="24452"/>
                </a:lnTo>
                <a:lnTo>
                  <a:pt x="68384" y="24459"/>
                </a:lnTo>
                <a:lnTo>
                  <a:pt x="68392" y="24466"/>
                </a:lnTo>
                <a:lnTo>
                  <a:pt x="68400" y="24473"/>
                </a:lnTo>
                <a:lnTo>
                  <a:pt x="68408" y="24479"/>
                </a:lnTo>
                <a:lnTo>
                  <a:pt x="68417" y="24486"/>
                </a:lnTo>
                <a:lnTo>
                  <a:pt x="68426" y="24492"/>
                </a:lnTo>
                <a:lnTo>
                  <a:pt x="68436" y="24498"/>
                </a:lnTo>
                <a:lnTo>
                  <a:pt x="68446" y="24504"/>
                </a:lnTo>
                <a:lnTo>
                  <a:pt x="68456" y="24510"/>
                </a:lnTo>
                <a:lnTo>
                  <a:pt x="68467" y="24516"/>
                </a:lnTo>
                <a:lnTo>
                  <a:pt x="68478" y="24521"/>
                </a:lnTo>
                <a:lnTo>
                  <a:pt x="68489" y="24527"/>
                </a:lnTo>
                <a:lnTo>
                  <a:pt x="68501" y="24532"/>
                </a:lnTo>
                <a:lnTo>
                  <a:pt x="68513" y="24537"/>
                </a:lnTo>
                <a:lnTo>
                  <a:pt x="68525" y="24542"/>
                </a:lnTo>
                <a:lnTo>
                  <a:pt x="68538" y="24547"/>
                </a:lnTo>
                <a:lnTo>
                  <a:pt x="68551" y="24551"/>
                </a:lnTo>
                <a:lnTo>
                  <a:pt x="68564" y="24556"/>
                </a:lnTo>
                <a:lnTo>
                  <a:pt x="68578" y="24561"/>
                </a:lnTo>
                <a:lnTo>
                  <a:pt x="68591" y="24565"/>
                </a:lnTo>
                <a:lnTo>
                  <a:pt x="68606" y="24570"/>
                </a:lnTo>
                <a:lnTo>
                  <a:pt x="68620" y="24574"/>
                </a:lnTo>
                <a:lnTo>
                  <a:pt x="68635" y="24578"/>
                </a:lnTo>
                <a:lnTo>
                  <a:pt x="68650" y="24582"/>
                </a:lnTo>
                <a:lnTo>
                  <a:pt x="68665" y="24586"/>
                </a:lnTo>
                <a:lnTo>
                  <a:pt x="68681" y="24590"/>
                </a:lnTo>
                <a:lnTo>
                  <a:pt x="68696" y="24594"/>
                </a:lnTo>
                <a:lnTo>
                  <a:pt x="68713" y="24598"/>
                </a:lnTo>
                <a:lnTo>
                  <a:pt x="68729" y="24602"/>
                </a:lnTo>
                <a:lnTo>
                  <a:pt x="68746" y="24605"/>
                </a:lnTo>
                <a:lnTo>
                  <a:pt x="68763" y="24609"/>
                </a:lnTo>
                <a:lnTo>
                  <a:pt x="68780" y="24612"/>
                </a:lnTo>
                <a:lnTo>
                  <a:pt x="68798" y="24616"/>
                </a:lnTo>
                <a:lnTo>
                  <a:pt x="68816" y="24619"/>
                </a:lnTo>
                <a:lnTo>
                  <a:pt x="68834" y="24622"/>
                </a:lnTo>
                <a:lnTo>
                  <a:pt x="68852" y="24625"/>
                </a:lnTo>
                <a:lnTo>
                  <a:pt x="68871" y="24628"/>
                </a:lnTo>
                <a:lnTo>
                  <a:pt x="68890" y="24631"/>
                </a:lnTo>
                <a:lnTo>
                  <a:pt x="68910" y="24634"/>
                </a:lnTo>
                <a:lnTo>
                  <a:pt x="68929" y="24637"/>
                </a:lnTo>
                <a:lnTo>
                  <a:pt x="68949" y="24639"/>
                </a:lnTo>
                <a:lnTo>
                  <a:pt x="68970" y="24642"/>
                </a:lnTo>
                <a:lnTo>
                  <a:pt x="68990" y="24644"/>
                </a:lnTo>
                <a:lnTo>
                  <a:pt x="69011" y="24646"/>
                </a:lnTo>
                <a:lnTo>
                  <a:pt x="69033" y="24648"/>
                </a:lnTo>
                <a:lnTo>
                  <a:pt x="69055" y="24650"/>
                </a:lnTo>
                <a:lnTo>
                  <a:pt x="69077" y="24652"/>
                </a:lnTo>
                <a:lnTo>
                  <a:pt x="69099" y="24654"/>
                </a:lnTo>
                <a:lnTo>
                  <a:pt x="69122" y="24656"/>
                </a:lnTo>
                <a:lnTo>
                  <a:pt x="69145" y="24657"/>
                </a:lnTo>
                <a:lnTo>
                  <a:pt x="69169" y="24659"/>
                </a:lnTo>
                <a:lnTo>
                  <a:pt x="69192" y="24660"/>
                </a:lnTo>
                <a:lnTo>
                  <a:pt x="69217" y="24661"/>
                </a:lnTo>
                <a:lnTo>
                  <a:pt x="69241" y="24663"/>
                </a:lnTo>
                <a:lnTo>
                  <a:pt x="69266" y="24664"/>
                </a:lnTo>
                <a:lnTo>
                  <a:pt x="69291" y="24664"/>
                </a:lnTo>
                <a:lnTo>
                  <a:pt x="69317" y="24665"/>
                </a:lnTo>
                <a:lnTo>
                  <a:pt x="69343" y="24666"/>
                </a:lnTo>
                <a:lnTo>
                  <a:pt x="69369" y="24666"/>
                </a:lnTo>
                <a:lnTo>
                  <a:pt x="69396" y="24667"/>
                </a:lnTo>
                <a:lnTo>
                  <a:pt x="69423" y="24667"/>
                </a:lnTo>
                <a:lnTo>
                  <a:pt x="69450" y="24667"/>
                </a:lnTo>
                <a:lnTo>
                  <a:pt x="69478" y="24667"/>
                </a:lnTo>
                <a:lnTo>
                  <a:pt x="69507" y="24667"/>
                </a:lnTo>
                <a:lnTo>
                  <a:pt x="69535" y="24667"/>
                </a:lnTo>
                <a:lnTo>
                  <a:pt x="69564" y="24667"/>
                </a:lnTo>
                <a:lnTo>
                  <a:pt x="69591" y="24666"/>
                </a:lnTo>
                <a:lnTo>
                  <a:pt x="69619" y="24666"/>
                </a:lnTo>
                <a:lnTo>
                  <a:pt x="69645" y="24665"/>
                </a:lnTo>
                <a:lnTo>
                  <a:pt x="69672" y="24664"/>
                </a:lnTo>
                <a:lnTo>
                  <a:pt x="69698" y="24664"/>
                </a:lnTo>
                <a:lnTo>
                  <a:pt x="69723" y="24663"/>
                </a:lnTo>
                <a:lnTo>
                  <a:pt x="69748" y="24661"/>
                </a:lnTo>
                <a:lnTo>
                  <a:pt x="69773" y="24660"/>
                </a:lnTo>
                <a:lnTo>
                  <a:pt x="69797" y="24659"/>
                </a:lnTo>
                <a:lnTo>
                  <a:pt x="69821" y="24657"/>
                </a:lnTo>
                <a:lnTo>
                  <a:pt x="69845" y="24656"/>
                </a:lnTo>
                <a:lnTo>
                  <a:pt x="69867" y="24654"/>
                </a:lnTo>
                <a:lnTo>
                  <a:pt x="69890" y="24652"/>
                </a:lnTo>
                <a:lnTo>
                  <a:pt x="69912" y="24650"/>
                </a:lnTo>
                <a:lnTo>
                  <a:pt x="69934" y="24648"/>
                </a:lnTo>
                <a:lnTo>
                  <a:pt x="69955" y="24646"/>
                </a:lnTo>
                <a:lnTo>
                  <a:pt x="69976" y="24644"/>
                </a:lnTo>
                <a:lnTo>
                  <a:pt x="69996" y="24642"/>
                </a:lnTo>
                <a:lnTo>
                  <a:pt x="70016" y="24639"/>
                </a:lnTo>
                <a:lnTo>
                  <a:pt x="70035" y="24637"/>
                </a:lnTo>
                <a:lnTo>
                  <a:pt x="70054" y="24634"/>
                </a:lnTo>
                <a:lnTo>
                  <a:pt x="70073" y="24631"/>
                </a:lnTo>
                <a:lnTo>
                  <a:pt x="70091" y="24628"/>
                </a:lnTo>
                <a:lnTo>
                  <a:pt x="70110" y="24625"/>
                </a:lnTo>
                <a:lnTo>
                  <a:pt x="70127" y="24622"/>
                </a:lnTo>
                <a:lnTo>
                  <a:pt x="70145" y="24619"/>
                </a:lnTo>
                <a:lnTo>
                  <a:pt x="70162" y="24616"/>
                </a:lnTo>
                <a:lnTo>
                  <a:pt x="70180" y="24612"/>
                </a:lnTo>
                <a:lnTo>
                  <a:pt x="70196" y="24609"/>
                </a:lnTo>
                <a:lnTo>
                  <a:pt x="70213" y="24606"/>
                </a:lnTo>
                <a:lnTo>
                  <a:pt x="70229" y="24602"/>
                </a:lnTo>
                <a:lnTo>
                  <a:pt x="70245" y="24598"/>
                </a:lnTo>
                <a:lnTo>
                  <a:pt x="70261" y="24595"/>
                </a:lnTo>
                <a:lnTo>
                  <a:pt x="70277" y="24591"/>
                </a:lnTo>
                <a:lnTo>
                  <a:pt x="70292" y="24587"/>
                </a:lnTo>
                <a:lnTo>
                  <a:pt x="70307" y="24583"/>
                </a:lnTo>
                <a:lnTo>
                  <a:pt x="70322" y="24579"/>
                </a:lnTo>
                <a:lnTo>
                  <a:pt x="70336" y="24575"/>
                </a:lnTo>
                <a:lnTo>
                  <a:pt x="70350" y="24570"/>
                </a:lnTo>
                <a:lnTo>
                  <a:pt x="70364" y="24566"/>
                </a:lnTo>
                <a:lnTo>
                  <a:pt x="70378" y="24562"/>
                </a:lnTo>
                <a:lnTo>
                  <a:pt x="70392" y="24557"/>
                </a:lnTo>
                <a:lnTo>
                  <a:pt x="70405" y="24552"/>
                </a:lnTo>
                <a:lnTo>
                  <a:pt x="70418" y="24548"/>
                </a:lnTo>
                <a:lnTo>
                  <a:pt x="70430" y="24543"/>
                </a:lnTo>
                <a:lnTo>
                  <a:pt x="70443" y="24538"/>
                </a:lnTo>
                <a:lnTo>
                  <a:pt x="70455" y="24533"/>
                </a:lnTo>
                <a:lnTo>
                  <a:pt x="70467" y="24528"/>
                </a:lnTo>
                <a:lnTo>
                  <a:pt x="70478" y="24522"/>
                </a:lnTo>
                <a:lnTo>
                  <a:pt x="70489" y="24517"/>
                </a:lnTo>
                <a:lnTo>
                  <a:pt x="70500" y="24511"/>
                </a:lnTo>
                <a:lnTo>
                  <a:pt x="70511" y="24505"/>
                </a:lnTo>
                <a:lnTo>
                  <a:pt x="70521" y="24499"/>
                </a:lnTo>
                <a:lnTo>
                  <a:pt x="70531" y="24493"/>
                </a:lnTo>
                <a:lnTo>
                  <a:pt x="70541" y="24487"/>
                </a:lnTo>
                <a:lnTo>
                  <a:pt x="70551" y="24481"/>
                </a:lnTo>
                <a:lnTo>
                  <a:pt x="70560" y="24474"/>
                </a:lnTo>
                <a:lnTo>
                  <a:pt x="70569" y="24467"/>
                </a:lnTo>
                <a:lnTo>
                  <a:pt x="70577" y="24461"/>
                </a:lnTo>
                <a:lnTo>
                  <a:pt x="70586" y="24454"/>
                </a:lnTo>
                <a:lnTo>
                  <a:pt x="70594" y="24447"/>
                </a:lnTo>
                <a:lnTo>
                  <a:pt x="70601" y="24439"/>
                </a:lnTo>
                <a:lnTo>
                  <a:pt x="70609" y="24432"/>
                </a:lnTo>
                <a:lnTo>
                  <a:pt x="70616" y="24424"/>
                </a:lnTo>
                <a:lnTo>
                  <a:pt x="70623" y="24417"/>
                </a:lnTo>
                <a:lnTo>
                  <a:pt x="70630" y="24409"/>
                </a:lnTo>
                <a:lnTo>
                  <a:pt x="70636" y="24401"/>
                </a:lnTo>
                <a:lnTo>
                  <a:pt x="70642" y="24393"/>
                </a:lnTo>
                <a:lnTo>
                  <a:pt x="70648" y="24385"/>
                </a:lnTo>
                <a:lnTo>
                  <a:pt x="70653" y="24376"/>
                </a:lnTo>
                <a:lnTo>
                  <a:pt x="70658" y="24368"/>
                </a:lnTo>
                <a:lnTo>
                  <a:pt x="70663" y="24359"/>
                </a:lnTo>
                <a:lnTo>
                  <a:pt x="70668" y="24351"/>
                </a:lnTo>
                <a:lnTo>
                  <a:pt x="70673" y="24342"/>
                </a:lnTo>
                <a:lnTo>
                  <a:pt x="70677" y="24333"/>
                </a:lnTo>
                <a:lnTo>
                  <a:pt x="70681" y="24324"/>
                </a:lnTo>
                <a:lnTo>
                  <a:pt x="70685" y="24315"/>
                </a:lnTo>
                <a:lnTo>
                  <a:pt x="70688" y="24305"/>
                </a:lnTo>
                <a:lnTo>
                  <a:pt x="70692" y="24296"/>
                </a:lnTo>
                <a:lnTo>
                  <a:pt x="70695" y="24286"/>
                </a:lnTo>
                <a:lnTo>
                  <a:pt x="70698" y="24277"/>
                </a:lnTo>
                <a:lnTo>
                  <a:pt x="70700" y="24267"/>
                </a:lnTo>
                <a:lnTo>
                  <a:pt x="70703" y="24257"/>
                </a:lnTo>
                <a:lnTo>
                  <a:pt x="70705" y="24247"/>
                </a:lnTo>
                <a:lnTo>
                  <a:pt x="70707" y="24237"/>
                </a:lnTo>
                <a:lnTo>
                  <a:pt x="70709" y="24227"/>
                </a:lnTo>
                <a:lnTo>
                  <a:pt x="70710" y="24217"/>
                </a:lnTo>
                <a:lnTo>
                  <a:pt x="70712" y="24206"/>
                </a:lnTo>
                <a:lnTo>
                  <a:pt x="70713" y="24196"/>
                </a:lnTo>
                <a:lnTo>
                  <a:pt x="70713" y="24185"/>
                </a:lnTo>
                <a:lnTo>
                  <a:pt x="70714" y="24174"/>
                </a:lnTo>
                <a:lnTo>
                  <a:pt x="70714" y="24163"/>
                </a:lnTo>
                <a:lnTo>
                  <a:pt x="70714" y="24152"/>
                </a:lnTo>
                <a:lnTo>
                  <a:pt x="70714" y="22325"/>
                </a:lnTo>
                <a:lnTo>
                  <a:pt x="70769" y="22382"/>
                </a:lnTo>
                <a:lnTo>
                  <a:pt x="70823" y="22438"/>
                </a:lnTo>
                <a:lnTo>
                  <a:pt x="70876" y="22493"/>
                </a:lnTo>
                <a:lnTo>
                  <a:pt x="70930" y="22548"/>
                </a:lnTo>
                <a:lnTo>
                  <a:pt x="70983" y="22602"/>
                </a:lnTo>
                <a:lnTo>
                  <a:pt x="71036" y="22655"/>
                </a:lnTo>
                <a:lnTo>
                  <a:pt x="71089" y="22708"/>
                </a:lnTo>
                <a:lnTo>
                  <a:pt x="71142" y="22760"/>
                </a:lnTo>
                <a:lnTo>
                  <a:pt x="71194" y="22811"/>
                </a:lnTo>
                <a:lnTo>
                  <a:pt x="71246" y="22862"/>
                </a:lnTo>
                <a:lnTo>
                  <a:pt x="71298" y="22911"/>
                </a:lnTo>
                <a:lnTo>
                  <a:pt x="71349" y="22960"/>
                </a:lnTo>
                <a:lnTo>
                  <a:pt x="71401" y="23009"/>
                </a:lnTo>
                <a:lnTo>
                  <a:pt x="71452" y="23057"/>
                </a:lnTo>
                <a:lnTo>
                  <a:pt x="71503" y="23104"/>
                </a:lnTo>
                <a:lnTo>
                  <a:pt x="71554" y="23150"/>
                </a:lnTo>
                <a:lnTo>
                  <a:pt x="71604" y="23196"/>
                </a:lnTo>
                <a:lnTo>
                  <a:pt x="71654" y="23241"/>
                </a:lnTo>
                <a:lnTo>
                  <a:pt x="71705" y="23285"/>
                </a:lnTo>
                <a:lnTo>
                  <a:pt x="71754" y="23328"/>
                </a:lnTo>
                <a:lnTo>
                  <a:pt x="71804" y="23371"/>
                </a:lnTo>
                <a:lnTo>
                  <a:pt x="71853" y="23414"/>
                </a:lnTo>
                <a:lnTo>
                  <a:pt x="71902" y="23455"/>
                </a:lnTo>
                <a:lnTo>
                  <a:pt x="71951" y="23496"/>
                </a:lnTo>
                <a:lnTo>
                  <a:pt x="72000" y="23536"/>
                </a:lnTo>
                <a:lnTo>
                  <a:pt x="72049" y="23575"/>
                </a:lnTo>
                <a:lnTo>
                  <a:pt x="72097" y="23614"/>
                </a:lnTo>
                <a:lnTo>
                  <a:pt x="72146" y="23653"/>
                </a:lnTo>
                <a:lnTo>
                  <a:pt x="72195" y="23691"/>
                </a:lnTo>
                <a:lnTo>
                  <a:pt x="72244" y="23728"/>
                </a:lnTo>
                <a:lnTo>
                  <a:pt x="72292" y="23765"/>
                </a:lnTo>
                <a:lnTo>
                  <a:pt x="72341" y="23801"/>
                </a:lnTo>
                <a:lnTo>
                  <a:pt x="72390" y="23836"/>
                </a:lnTo>
                <a:lnTo>
                  <a:pt x="72439" y="23871"/>
                </a:lnTo>
                <a:lnTo>
                  <a:pt x="72487" y="23905"/>
                </a:lnTo>
                <a:lnTo>
                  <a:pt x="72536" y="23939"/>
                </a:lnTo>
                <a:lnTo>
                  <a:pt x="72585" y="23972"/>
                </a:lnTo>
                <a:lnTo>
                  <a:pt x="72634" y="24005"/>
                </a:lnTo>
                <a:lnTo>
                  <a:pt x="72682" y="24037"/>
                </a:lnTo>
                <a:lnTo>
                  <a:pt x="72731" y="24068"/>
                </a:lnTo>
                <a:lnTo>
                  <a:pt x="72780" y="24099"/>
                </a:lnTo>
                <a:lnTo>
                  <a:pt x="72829" y="24130"/>
                </a:lnTo>
                <a:lnTo>
                  <a:pt x="72877" y="24159"/>
                </a:lnTo>
                <a:lnTo>
                  <a:pt x="72926" y="24188"/>
                </a:lnTo>
                <a:lnTo>
                  <a:pt x="72975" y="24217"/>
                </a:lnTo>
                <a:lnTo>
                  <a:pt x="73024" y="24245"/>
                </a:lnTo>
                <a:lnTo>
                  <a:pt x="73072" y="24272"/>
                </a:lnTo>
                <a:lnTo>
                  <a:pt x="73121" y="24299"/>
                </a:lnTo>
                <a:lnTo>
                  <a:pt x="73170" y="24325"/>
                </a:lnTo>
                <a:lnTo>
                  <a:pt x="73219" y="24351"/>
                </a:lnTo>
                <a:lnTo>
                  <a:pt x="73268" y="24376"/>
                </a:lnTo>
                <a:lnTo>
                  <a:pt x="73317" y="24400"/>
                </a:lnTo>
                <a:lnTo>
                  <a:pt x="73366" y="24424"/>
                </a:lnTo>
                <a:lnTo>
                  <a:pt x="73415" y="24447"/>
                </a:lnTo>
                <a:lnTo>
                  <a:pt x="73464" y="24469"/>
                </a:lnTo>
                <a:lnTo>
                  <a:pt x="73514" y="24491"/>
                </a:lnTo>
                <a:lnTo>
                  <a:pt x="73563" y="24512"/>
                </a:lnTo>
                <a:lnTo>
                  <a:pt x="73613" y="24533"/>
                </a:lnTo>
                <a:lnTo>
                  <a:pt x="73662" y="24553"/>
                </a:lnTo>
                <a:lnTo>
                  <a:pt x="73712" y="24573"/>
                </a:lnTo>
                <a:lnTo>
                  <a:pt x="73762" y="24592"/>
                </a:lnTo>
                <a:lnTo>
                  <a:pt x="73812" y="24610"/>
                </a:lnTo>
                <a:lnTo>
                  <a:pt x="73862" y="24627"/>
                </a:lnTo>
                <a:lnTo>
                  <a:pt x="73912" y="24644"/>
                </a:lnTo>
                <a:lnTo>
                  <a:pt x="73962" y="24661"/>
                </a:lnTo>
                <a:lnTo>
                  <a:pt x="74012" y="24677"/>
                </a:lnTo>
                <a:lnTo>
                  <a:pt x="74063" y="24692"/>
                </a:lnTo>
                <a:lnTo>
                  <a:pt x="74113" y="24706"/>
                </a:lnTo>
                <a:lnTo>
                  <a:pt x="74164" y="24720"/>
                </a:lnTo>
                <a:lnTo>
                  <a:pt x="74214" y="24734"/>
                </a:lnTo>
                <a:lnTo>
                  <a:pt x="74265" y="24746"/>
                </a:lnTo>
                <a:lnTo>
                  <a:pt x="74316" y="24759"/>
                </a:lnTo>
                <a:lnTo>
                  <a:pt x="74367" y="24770"/>
                </a:lnTo>
                <a:lnTo>
                  <a:pt x="74418" y="24781"/>
                </a:lnTo>
                <a:lnTo>
                  <a:pt x="74470" y="24792"/>
                </a:lnTo>
                <a:lnTo>
                  <a:pt x="74522" y="24802"/>
                </a:lnTo>
                <a:lnTo>
                  <a:pt x="74575" y="24812"/>
                </a:lnTo>
                <a:lnTo>
                  <a:pt x="74628" y="24821"/>
                </a:lnTo>
                <a:lnTo>
                  <a:pt x="74681" y="24830"/>
                </a:lnTo>
                <a:lnTo>
                  <a:pt x="74735" y="24838"/>
                </a:lnTo>
                <a:lnTo>
                  <a:pt x="74789" y="24845"/>
                </a:lnTo>
                <a:lnTo>
                  <a:pt x="74843" y="24853"/>
                </a:lnTo>
                <a:lnTo>
                  <a:pt x="74898" y="24859"/>
                </a:lnTo>
                <a:lnTo>
                  <a:pt x="74953" y="24866"/>
                </a:lnTo>
                <a:lnTo>
                  <a:pt x="75009" y="24871"/>
                </a:lnTo>
                <a:lnTo>
                  <a:pt x="75065" y="24876"/>
                </a:lnTo>
                <a:lnTo>
                  <a:pt x="75121" y="24881"/>
                </a:lnTo>
                <a:lnTo>
                  <a:pt x="75178" y="24885"/>
                </a:lnTo>
                <a:lnTo>
                  <a:pt x="75235" y="24889"/>
                </a:lnTo>
                <a:lnTo>
                  <a:pt x="75292" y="24892"/>
                </a:lnTo>
                <a:lnTo>
                  <a:pt x="75350" y="24895"/>
                </a:lnTo>
                <a:lnTo>
                  <a:pt x="75408" y="24897"/>
                </a:lnTo>
                <a:lnTo>
                  <a:pt x="75467" y="24899"/>
                </a:lnTo>
                <a:lnTo>
                  <a:pt x="75526" y="24900"/>
                </a:lnTo>
                <a:lnTo>
                  <a:pt x="75585" y="24901"/>
                </a:lnTo>
                <a:lnTo>
                  <a:pt x="75645" y="24901"/>
                </a:lnTo>
                <a:lnTo>
                  <a:pt x="75773" y="24900"/>
                </a:lnTo>
                <a:lnTo>
                  <a:pt x="75901" y="24897"/>
                </a:lnTo>
                <a:lnTo>
                  <a:pt x="76028" y="24892"/>
                </a:lnTo>
                <a:lnTo>
                  <a:pt x="76153" y="24885"/>
                </a:lnTo>
                <a:lnTo>
                  <a:pt x="76277" y="24876"/>
                </a:lnTo>
                <a:lnTo>
                  <a:pt x="76400" y="24865"/>
                </a:lnTo>
                <a:lnTo>
                  <a:pt x="76521" y="24851"/>
                </a:lnTo>
                <a:lnTo>
                  <a:pt x="76642" y="24836"/>
                </a:lnTo>
                <a:lnTo>
                  <a:pt x="76761" y="24819"/>
                </a:lnTo>
                <a:lnTo>
                  <a:pt x="76879" y="24800"/>
                </a:lnTo>
                <a:lnTo>
                  <a:pt x="76996" y="24778"/>
                </a:lnTo>
                <a:lnTo>
                  <a:pt x="77111" y="24755"/>
                </a:lnTo>
                <a:lnTo>
                  <a:pt x="77225" y="24729"/>
                </a:lnTo>
                <a:lnTo>
                  <a:pt x="77338" y="24702"/>
                </a:lnTo>
                <a:lnTo>
                  <a:pt x="77450" y="24672"/>
                </a:lnTo>
                <a:lnTo>
                  <a:pt x="77561" y="24641"/>
                </a:lnTo>
                <a:lnTo>
                  <a:pt x="77670" y="24607"/>
                </a:lnTo>
                <a:lnTo>
                  <a:pt x="77778" y="24572"/>
                </a:lnTo>
                <a:lnTo>
                  <a:pt x="77885" y="24534"/>
                </a:lnTo>
                <a:lnTo>
                  <a:pt x="77991" y="24495"/>
                </a:lnTo>
                <a:lnTo>
                  <a:pt x="78096" y="24453"/>
                </a:lnTo>
                <a:lnTo>
                  <a:pt x="78199" y="24409"/>
                </a:lnTo>
                <a:lnTo>
                  <a:pt x="78301" y="24364"/>
                </a:lnTo>
                <a:lnTo>
                  <a:pt x="78402" y="24316"/>
                </a:lnTo>
                <a:lnTo>
                  <a:pt x="78502" y="24266"/>
                </a:lnTo>
                <a:lnTo>
                  <a:pt x="78600" y="24215"/>
                </a:lnTo>
                <a:lnTo>
                  <a:pt x="78697" y="24161"/>
                </a:lnTo>
                <a:lnTo>
                  <a:pt x="78793" y="24106"/>
                </a:lnTo>
                <a:lnTo>
                  <a:pt x="78887" y="24049"/>
                </a:lnTo>
                <a:lnTo>
                  <a:pt x="78980" y="23991"/>
                </a:lnTo>
                <a:lnTo>
                  <a:pt x="79072" y="23930"/>
                </a:lnTo>
                <a:lnTo>
                  <a:pt x="79162" y="23868"/>
                </a:lnTo>
                <a:lnTo>
                  <a:pt x="79252" y="23804"/>
                </a:lnTo>
                <a:lnTo>
                  <a:pt x="79339" y="23738"/>
                </a:lnTo>
                <a:lnTo>
                  <a:pt x="79426" y="23670"/>
                </a:lnTo>
                <a:lnTo>
                  <a:pt x="79511" y="23601"/>
                </a:lnTo>
                <a:lnTo>
                  <a:pt x="79595" y="23529"/>
                </a:lnTo>
                <a:lnTo>
                  <a:pt x="79678" y="23456"/>
                </a:lnTo>
                <a:lnTo>
                  <a:pt x="79759" y="23381"/>
                </a:lnTo>
                <a:lnTo>
                  <a:pt x="79839" y="23305"/>
                </a:lnTo>
                <a:lnTo>
                  <a:pt x="79918" y="23226"/>
                </a:lnTo>
                <a:lnTo>
                  <a:pt x="79995" y="23146"/>
                </a:lnTo>
                <a:lnTo>
                  <a:pt x="80072" y="23064"/>
                </a:lnTo>
                <a:lnTo>
                  <a:pt x="80146" y="22980"/>
                </a:lnTo>
                <a:lnTo>
                  <a:pt x="80220" y="22894"/>
                </a:lnTo>
                <a:lnTo>
                  <a:pt x="80292" y="22807"/>
                </a:lnTo>
                <a:lnTo>
                  <a:pt x="80363" y="22717"/>
                </a:lnTo>
                <a:lnTo>
                  <a:pt x="80433" y="22626"/>
                </a:lnTo>
                <a:lnTo>
                  <a:pt x="80501" y="22533"/>
                </a:lnTo>
                <a:lnTo>
                  <a:pt x="80568" y="22439"/>
                </a:lnTo>
                <a:lnTo>
                  <a:pt x="80633" y="22343"/>
                </a:lnTo>
                <a:lnTo>
                  <a:pt x="80697" y="22245"/>
                </a:lnTo>
                <a:lnTo>
                  <a:pt x="80760" y="22146"/>
                </a:lnTo>
                <a:lnTo>
                  <a:pt x="80821" y="22045"/>
                </a:lnTo>
                <a:lnTo>
                  <a:pt x="80881" y="21943"/>
                </a:lnTo>
                <a:lnTo>
                  <a:pt x="80940" y="21839"/>
                </a:lnTo>
                <a:lnTo>
                  <a:pt x="80997" y="21733"/>
                </a:lnTo>
                <a:lnTo>
                  <a:pt x="81052" y="21626"/>
                </a:lnTo>
                <a:lnTo>
                  <a:pt x="81107" y="21517"/>
                </a:lnTo>
                <a:lnTo>
                  <a:pt x="81160" y="21407"/>
                </a:lnTo>
                <a:lnTo>
                  <a:pt x="81211" y="21295"/>
                </a:lnTo>
                <a:lnTo>
                  <a:pt x="81261" y="21181"/>
                </a:lnTo>
                <a:lnTo>
                  <a:pt x="81310" y="21066"/>
                </a:lnTo>
                <a:lnTo>
                  <a:pt x="81357" y="20949"/>
                </a:lnTo>
                <a:lnTo>
                  <a:pt x="81403" y="20831"/>
                </a:lnTo>
                <a:lnTo>
                  <a:pt x="81448" y="20711"/>
                </a:lnTo>
                <a:lnTo>
                  <a:pt x="81491" y="20589"/>
                </a:lnTo>
                <a:lnTo>
                  <a:pt x="81533" y="20466"/>
                </a:lnTo>
                <a:lnTo>
                  <a:pt x="81573" y="20341"/>
                </a:lnTo>
                <a:lnTo>
                  <a:pt x="81612" y="20215"/>
                </a:lnTo>
                <a:lnTo>
                  <a:pt x="81650" y="20087"/>
                </a:lnTo>
                <a:lnTo>
                  <a:pt x="81686" y="19958"/>
                </a:lnTo>
                <a:lnTo>
                  <a:pt x="81721" y="19826"/>
                </a:lnTo>
                <a:lnTo>
                  <a:pt x="81754" y="19694"/>
                </a:lnTo>
                <a:lnTo>
                  <a:pt x="81786" y="19560"/>
                </a:lnTo>
                <a:lnTo>
                  <a:pt x="81816" y="19425"/>
                </a:lnTo>
                <a:lnTo>
                  <a:pt x="81845" y="19289"/>
                </a:lnTo>
                <a:lnTo>
                  <a:pt x="81872" y="19151"/>
                </a:lnTo>
                <a:lnTo>
                  <a:pt x="81898" y="19012"/>
                </a:lnTo>
                <a:lnTo>
                  <a:pt x="81923" y="18871"/>
                </a:lnTo>
                <a:lnTo>
                  <a:pt x="81946" y="18729"/>
                </a:lnTo>
                <a:lnTo>
                  <a:pt x="81967" y="18586"/>
                </a:lnTo>
                <a:lnTo>
                  <a:pt x="81987" y="18441"/>
                </a:lnTo>
                <a:lnTo>
                  <a:pt x="82006" y="18295"/>
                </a:lnTo>
                <a:lnTo>
                  <a:pt x="82023" y="18148"/>
                </a:lnTo>
                <a:lnTo>
                  <a:pt x="82038" y="17999"/>
                </a:lnTo>
                <a:lnTo>
                  <a:pt x="82052" y="17849"/>
                </a:lnTo>
                <a:lnTo>
                  <a:pt x="82065" y="17697"/>
                </a:lnTo>
                <a:lnTo>
                  <a:pt x="82076" y="17545"/>
                </a:lnTo>
                <a:lnTo>
                  <a:pt x="82086" y="17390"/>
                </a:lnTo>
                <a:lnTo>
                  <a:pt x="82094" y="17235"/>
                </a:lnTo>
                <a:lnTo>
                  <a:pt x="82100" y="17078"/>
                </a:lnTo>
                <a:lnTo>
                  <a:pt x="82105" y="16920"/>
                </a:lnTo>
                <a:lnTo>
                  <a:pt x="82109" y="16760"/>
                </a:lnTo>
                <a:lnTo>
                  <a:pt x="82111" y="16599"/>
                </a:lnTo>
                <a:lnTo>
                  <a:pt x="82112" y="16436"/>
                </a:lnTo>
                <a:lnTo>
                  <a:pt x="82112" y="16300"/>
                </a:lnTo>
                <a:lnTo>
                  <a:pt x="82110" y="16164"/>
                </a:lnTo>
                <a:lnTo>
                  <a:pt x="82107" y="16029"/>
                </a:lnTo>
                <a:lnTo>
                  <a:pt x="82103" y="15894"/>
                </a:lnTo>
                <a:lnTo>
                  <a:pt x="82098" y="15760"/>
                </a:lnTo>
                <a:close/>
                <a:moveTo>
                  <a:pt x="79195" y="17192"/>
                </a:moveTo>
                <a:lnTo>
                  <a:pt x="79191" y="17280"/>
                </a:lnTo>
                <a:lnTo>
                  <a:pt x="79186" y="17367"/>
                </a:lnTo>
                <a:lnTo>
                  <a:pt x="79181" y="17454"/>
                </a:lnTo>
                <a:lnTo>
                  <a:pt x="79175" y="17541"/>
                </a:lnTo>
                <a:lnTo>
                  <a:pt x="79168" y="17628"/>
                </a:lnTo>
                <a:lnTo>
                  <a:pt x="79160" y="17715"/>
                </a:lnTo>
                <a:lnTo>
                  <a:pt x="79152" y="17802"/>
                </a:lnTo>
                <a:lnTo>
                  <a:pt x="79143" y="17889"/>
                </a:lnTo>
                <a:lnTo>
                  <a:pt x="79133" y="17976"/>
                </a:lnTo>
                <a:lnTo>
                  <a:pt x="79123" y="18062"/>
                </a:lnTo>
                <a:lnTo>
                  <a:pt x="79111" y="18149"/>
                </a:lnTo>
                <a:lnTo>
                  <a:pt x="79099" y="18235"/>
                </a:lnTo>
                <a:lnTo>
                  <a:pt x="79087" y="18322"/>
                </a:lnTo>
                <a:lnTo>
                  <a:pt x="79073" y="18408"/>
                </a:lnTo>
                <a:lnTo>
                  <a:pt x="79059" y="18494"/>
                </a:lnTo>
                <a:lnTo>
                  <a:pt x="79044" y="18580"/>
                </a:lnTo>
                <a:lnTo>
                  <a:pt x="79029" y="18666"/>
                </a:lnTo>
                <a:lnTo>
                  <a:pt x="79012" y="18752"/>
                </a:lnTo>
                <a:lnTo>
                  <a:pt x="78995" y="18838"/>
                </a:lnTo>
                <a:lnTo>
                  <a:pt x="78977" y="18923"/>
                </a:lnTo>
                <a:lnTo>
                  <a:pt x="78959" y="19008"/>
                </a:lnTo>
                <a:lnTo>
                  <a:pt x="78939" y="19092"/>
                </a:lnTo>
                <a:lnTo>
                  <a:pt x="78919" y="19175"/>
                </a:lnTo>
                <a:lnTo>
                  <a:pt x="78897" y="19258"/>
                </a:lnTo>
                <a:lnTo>
                  <a:pt x="78875" y="19340"/>
                </a:lnTo>
                <a:lnTo>
                  <a:pt x="78852" y="19421"/>
                </a:lnTo>
                <a:lnTo>
                  <a:pt x="78828" y="19502"/>
                </a:lnTo>
                <a:lnTo>
                  <a:pt x="78803" y="19582"/>
                </a:lnTo>
                <a:lnTo>
                  <a:pt x="78778" y="19661"/>
                </a:lnTo>
                <a:lnTo>
                  <a:pt x="78751" y="19739"/>
                </a:lnTo>
                <a:lnTo>
                  <a:pt x="78724" y="19817"/>
                </a:lnTo>
                <a:lnTo>
                  <a:pt x="78695" y="19894"/>
                </a:lnTo>
                <a:lnTo>
                  <a:pt x="78666" y="19970"/>
                </a:lnTo>
                <a:lnTo>
                  <a:pt x="78636" y="20046"/>
                </a:lnTo>
                <a:lnTo>
                  <a:pt x="78605" y="20121"/>
                </a:lnTo>
                <a:lnTo>
                  <a:pt x="78574" y="20195"/>
                </a:lnTo>
                <a:lnTo>
                  <a:pt x="78541" y="20269"/>
                </a:lnTo>
                <a:lnTo>
                  <a:pt x="78507" y="20342"/>
                </a:lnTo>
                <a:lnTo>
                  <a:pt x="78473" y="20414"/>
                </a:lnTo>
                <a:lnTo>
                  <a:pt x="78438" y="20485"/>
                </a:lnTo>
                <a:lnTo>
                  <a:pt x="78402" y="20556"/>
                </a:lnTo>
                <a:lnTo>
                  <a:pt x="78365" y="20626"/>
                </a:lnTo>
                <a:lnTo>
                  <a:pt x="78327" y="20695"/>
                </a:lnTo>
                <a:lnTo>
                  <a:pt x="78288" y="20764"/>
                </a:lnTo>
                <a:lnTo>
                  <a:pt x="78248" y="20831"/>
                </a:lnTo>
                <a:lnTo>
                  <a:pt x="78208" y="20897"/>
                </a:lnTo>
                <a:lnTo>
                  <a:pt x="78166" y="20963"/>
                </a:lnTo>
                <a:lnTo>
                  <a:pt x="78123" y="21026"/>
                </a:lnTo>
                <a:lnTo>
                  <a:pt x="78080" y="21089"/>
                </a:lnTo>
                <a:lnTo>
                  <a:pt x="78035" y="21151"/>
                </a:lnTo>
                <a:lnTo>
                  <a:pt x="77990" y="21211"/>
                </a:lnTo>
                <a:lnTo>
                  <a:pt x="77943" y="21271"/>
                </a:lnTo>
                <a:lnTo>
                  <a:pt x="77896" y="21329"/>
                </a:lnTo>
                <a:lnTo>
                  <a:pt x="77848" y="21386"/>
                </a:lnTo>
                <a:lnTo>
                  <a:pt x="77798" y="21442"/>
                </a:lnTo>
                <a:lnTo>
                  <a:pt x="77748" y="21497"/>
                </a:lnTo>
                <a:lnTo>
                  <a:pt x="77697" y="21551"/>
                </a:lnTo>
                <a:lnTo>
                  <a:pt x="77645" y="21604"/>
                </a:lnTo>
                <a:lnTo>
                  <a:pt x="77592" y="21655"/>
                </a:lnTo>
                <a:lnTo>
                  <a:pt x="77537" y="21705"/>
                </a:lnTo>
                <a:lnTo>
                  <a:pt x="77482" y="21755"/>
                </a:lnTo>
                <a:lnTo>
                  <a:pt x="77426" y="21803"/>
                </a:lnTo>
                <a:lnTo>
                  <a:pt x="77369" y="21850"/>
                </a:lnTo>
                <a:lnTo>
                  <a:pt x="77311" y="21895"/>
                </a:lnTo>
                <a:lnTo>
                  <a:pt x="77253" y="21940"/>
                </a:lnTo>
                <a:lnTo>
                  <a:pt x="77193" y="21984"/>
                </a:lnTo>
                <a:lnTo>
                  <a:pt x="77132" y="22026"/>
                </a:lnTo>
                <a:lnTo>
                  <a:pt x="77070" y="22067"/>
                </a:lnTo>
                <a:lnTo>
                  <a:pt x="77007" y="22106"/>
                </a:lnTo>
                <a:lnTo>
                  <a:pt x="76943" y="22144"/>
                </a:lnTo>
                <a:lnTo>
                  <a:pt x="76878" y="22180"/>
                </a:lnTo>
                <a:lnTo>
                  <a:pt x="76812" y="22214"/>
                </a:lnTo>
                <a:lnTo>
                  <a:pt x="76745" y="22246"/>
                </a:lnTo>
                <a:lnTo>
                  <a:pt x="76677" y="22276"/>
                </a:lnTo>
                <a:lnTo>
                  <a:pt x="76608" y="22305"/>
                </a:lnTo>
                <a:lnTo>
                  <a:pt x="76538" y="22332"/>
                </a:lnTo>
                <a:lnTo>
                  <a:pt x="76467" y="22357"/>
                </a:lnTo>
                <a:lnTo>
                  <a:pt x="76395" y="22381"/>
                </a:lnTo>
                <a:lnTo>
                  <a:pt x="76321" y="22403"/>
                </a:lnTo>
                <a:lnTo>
                  <a:pt x="76247" y="22423"/>
                </a:lnTo>
                <a:lnTo>
                  <a:pt x="76172" y="22441"/>
                </a:lnTo>
                <a:lnTo>
                  <a:pt x="76095" y="22457"/>
                </a:lnTo>
                <a:lnTo>
                  <a:pt x="76018" y="22472"/>
                </a:lnTo>
                <a:lnTo>
                  <a:pt x="75939" y="22485"/>
                </a:lnTo>
                <a:lnTo>
                  <a:pt x="75860" y="22497"/>
                </a:lnTo>
                <a:lnTo>
                  <a:pt x="75779" y="22506"/>
                </a:lnTo>
                <a:lnTo>
                  <a:pt x="75697" y="22514"/>
                </a:lnTo>
                <a:lnTo>
                  <a:pt x="75615" y="22520"/>
                </a:lnTo>
                <a:lnTo>
                  <a:pt x="75531" y="22525"/>
                </a:lnTo>
                <a:lnTo>
                  <a:pt x="75446" y="22527"/>
                </a:lnTo>
                <a:lnTo>
                  <a:pt x="75360" y="22528"/>
                </a:lnTo>
                <a:lnTo>
                  <a:pt x="75267" y="22527"/>
                </a:lnTo>
                <a:lnTo>
                  <a:pt x="75174" y="22523"/>
                </a:lnTo>
                <a:lnTo>
                  <a:pt x="75082" y="22517"/>
                </a:lnTo>
                <a:lnTo>
                  <a:pt x="74990" y="22508"/>
                </a:lnTo>
                <a:lnTo>
                  <a:pt x="74898" y="22496"/>
                </a:lnTo>
                <a:lnTo>
                  <a:pt x="74806" y="22483"/>
                </a:lnTo>
                <a:lnTo>
                  <a:pt x="74714" y="22466"/>
                </a:lnTo>
                <a:lnTo>
                  <a:pt x="74623" y="22447"/>
                </a:lnTo>
                <a:lnTo>
                  <a:pt x="74532" y="22426"/>
                </a:lnTo>
                <a:lnTo>
                  <a:pt x="74442" y="22402"/>
                </a:lnTo>
                <a:lnTo>
                  <a:pt x="74352" y="22375"/>
                </a:lnTo>
                <a:lnTo>
                  <a:pt x="74262" y="22346"/>
                </a:lnTo>
                <a:lnTo>
                  <a:pt x="74172" y="22314"/>
                </a:lnTo>
                <a:lnTo>
                  <a:pt x="74083" y="22280"/>
                </a:lnTo>
                <a:lnTo>
                  <a:pt x="73993" y="22244"/>
                </a:lnTo>
                <a:lnTo>
                  <a:pt x="73905" y="22204"/>
                </a:lnTo>
                <a:lnTo>
                  <a:pt x="73816" y="22163"/>
                </a:lnTo>
                <a:lnTo>
                  <a:pt x="73728" y="22119"/>
                </a:lnTo>
                <a:lnTo>
                  <a:pt x="73640" y="22072"/>
                </a:lnTo>
                <a:lnTo>
                  <a:pt x="73552" y="22022"/>
                </a:lnTo>
                <a:lnTo>
                  <a:pt x="73465" y="21971"/>
                </a:lnTo>
                <a:lnTo>
                  <a:pt x="73378" y="21916"/>
                </a:lnTo>
                <a:lnTo>
                  <a:pt x="73291" y="21859"/>
                </a:lnTo>
                <a:lnTo>
                  <a:pt x="73205" y="21800"/>
                </a:lnTo>
                <a:lnTo>
                  <a:pt x="73118" y="21738"/>
                </a:lnTo>
                <a:lnTo>
                  <a:pt x="73031" y="21674"/>
                </a:lnTo>
                <a:lnTo>
                  <a:pt x="72944" y="21608"/>
                </a:lnTo>
                <a:lnTo>
                  <a:pt x="72856" y="21539"/>
                </a:lnTo>
                <a:lnTo>
                  <a:pt x="72768" y="21468"/>
                </a:lnTo>
                <a:lnTo>
                  <a:pt x="72680" y="21394"/>
                </a:lnTo>
                <a:lnTo>
                  <a:pt x="72592" y="21319"/>
                </a:lnTo>
                <a:lnTo>
                  <a:pt x="72503" y="21241"/>
                </a:lnTo>
                <a:lnTo>
                  <a:pt x="72413" y="21161"/>
                </a:lnTo>
                <a:lnTo>
                  <a:pt x="72324" y="21078"/>
                </a:lnTo>
                <a:lnTo>
                  <a:pt x="72234" y="20993"/>
                </a:lnTo>
                <a:lnTo>
                  <a:pt x="72143" y="20906"/>
                </a:lnTo>
                <a:lnTo>
                  <a:pt x="72053" y="20817"/>
                </a:lnTo>
                <a:lnTo>
                  <a:pt x="71962" y="20725"/>
                </a:lnTo>
                <a:lnTo>
                  <a:pt x="71870" y="20631"/>
                </a:lnTo>
                <a:lnTo>
                  <a:pt x="71778" y="20535"/>
                </a:lnTo>
                <a:lnTo>
                  <a:pt x="71686" y="20436"/>
                </a:lnTo>
                <a:lnTo>
                  <a:pt x="71594" y="20335"/>
                </a:lnTo>
                <a:lnTo>
                  <a:pt x="71501" y="20232"/>
                </a:lnTo>
                <a:lnTo>
                  <a:pt x="71408" y="20127"/>
                </a:lnTo>
                <a:lnTo>
                  <a:pt x="71315" y="20019"/>
                </a:lnTo>
                <a:lnTo>
                  <a:pt x="71221" y="19909"/>
                </a:lnTo>
                <a:lnTo>
                  <a:pt x="71126" y="19796"/>
                </a:lnTo>
                <a:lnTo>
                  <a:pt x="71032" y="19682"/>
                </a:lnTo>
                <a:lnTo>
                  <a:pt x="71032" y="13676"/>
                </a:lnTo>
                <a:lnTo>
                  <a:pt x="71086" y="13607"/>
                </a:lnTo>
                <a:lnTo>
                  <a:pt x="71140" y="13538"/>
                </a:lnTo>
                <a:lnTo>
                  <a:pt x="71194" y="13471"/>
                </a:lnTo>
                <a:lnTo>
                  <a:pt x="71247" y="13405"/>
                </a:lnTo>
                <a:lnTo>
                  <a:pt x="71300" y="13339"/>
                </a:lnTo>
                <a:lnTo>
                  <a:pt x="71353" y="13275"/>
                </a:lnTo>
                <a:lnTo>
                  <a:pt x="71406" y="13212"/>
                </a:lnTo>
                <a:lnTo>
                  <a:pt x="71458" y="13149"/>
                </a:lnTo>
                <a:lnTo>
                  <a:pt x="71510" y="13088"/>
                </a:lnTo>
                <a:lnTo>
                  <a:pt x="71562" y="13028"/>
                </a:lnTo>
                <a:lnTo>
                  <a:pt x="71614" y="12968"/>
                </a:lnTo>
                <a:lnTo>
                  <a:pt x="71665" y="12910"/>
                </a:lnTo>
                <a:lnTo>
                  <a:pt x="71716" y="12852"/>
                </a:lnTo>
                <a:lnTo>
                  <a:pt x="71767" y="12796"/>
                </a:lnTo>
                <a:lnTo>
                  <a:pt x="71817" y="12741"/>
                </a:lnTo>
                <a:lnTo>
                  <a:pt x="71868" y="12686"/>
                </a:lnTo>
                <a:lnTo>
                  <a:pt x="71918" y="12633"/>
                </a:lnTo>
                <a:lnTo>
                  <a:pt x="71967" y="12580"/>
                </a:lnTo>
                <a:lnTo>
                  <a:pt x="72017" y="12529"/>
                </a:lnTo>
                <a:lnTo>
                  <a:pt x="72066" y="12478"/>
                </a:lnTo>
                <a:lnTo>
                  <a:pt x="72115" y="12429"/>
                </a:lnTo>
                <a:lnTo>
                  <a:pt x="72164" y="12380"/>
                </a:lnTo>
                <a:lnTo>
                  <a:pt x="72212" y="12333"/>
                </a:lnTo>
                <a:lnTo>
                  <a:pt x="72260" y="12286"/>
                </a:lnTo>
                <a:lnTo>
                  <a:pt x="72308" y="12240"/>
                </a:lnTo>
                <a:lnTo>
                  <a:pt x="72356" y="12195"/>
                </a:lnTo>
                <a:lnTo>
                  <a:pt x="72404" y="12151"/>
                </a:lnTo>
                <a:lnTo>
                  <a:pt x="72451" y="12107"/>
                </a:lnTo>
                <a:lnTo>
                  <a:pt x="72499" y="12065"/>
                </a:lnTo>
                <a:lnTo>
                  <a:pt x="72546" y="12022"/>
                </a:lnTo>
                <a:lnTo>
                  <a:pt x="72593" y="11981"/>
                </a:lnTo>
                <a:lnTo>
                  <a:pt x="72640" y="11940"/>
                </a:lnTo>
                <a:lnTo>
                  <a:pt x="72687" y="11900"/>
                </a:lnTo>
                <a:lnTo>
                  <a:pt x="72734" y="11861"/>
                </a:lnTo>
                <a:lnTo>
                  <a:pt x="72780" y="11822"/>
                </a:lnTo>
                <a:lnTo>
                  <a:pt x="72826" y="11784"/>
                </a:lnTo>
                <a:lnTo>
                  <a:pt x="72873" y="11746"/>
                </a:lnTo>
                <a:lnTo>
                  <a:pt x="72919" y="11710"/>
                </a:lnTo>
                <a:lnTo>
                  <a:pt x="72965" y="11674"/>
                </a:lnTo>
                <a:lnTo>
                  <a:pt x="73011" y="11639"/>
                </a:lnTo>
                <a:lnTo>
                  <a:pt x="73056" y="11604"/>
                </a:lnTo>
                <a:lnTo>
                  <a:pt x="73102" y="11570"/>
                </a:lnTo>
                <a:lnTo>
                  <a:pt x="73147" y="11537"/>
                </a:lnTo>
                <a:lnTo>
                  <a:pt x="73192" y="11505"/>
                </a:lnTo>
                <a:lnTo>
                  <a:pt x="73237" y="11473"/>
                </a:lnTo>
                <a:lnTo>
                  <a:pt x="73282" y="11442"/>
                </a:lnTo>
                <a:lnTo>
                  <a:pt x="73327" y="11412"/>
                </a:lnTo>
                <a:lnTo>
                  <a:pt x="73372" y="11382"/>
                </a:lnTo>
                <a:lnTo>
                  <a:pt x="73416" y="11353"/>
                </a:lnTo>
                <a:lnTo>
                  <a:pt x="73461" y="11325"/>
                </a:lnTo>
                <a:lnTo>
                  <a:pt x="73505" y="11297"/>
                </a:lnTo>
                <a:lnTo>
                  <a:pt x="73549" y="11270"/>
                </a:lnTo>
                <a:lnTo>
                  <a:pt x="73594" y="11244"/>
                </a:lnTo>
                <a:lnTo>
                  <a:pt x="73638" y="11219"/>
                </a:lnTo>
                <a:lnTo>
                  <a:pt x="73682" y="11194"/>
                </a:lnTo>
                <a:lnTo>
                  <a:pt x="73726" y="11170"/>
                </a:lnTo>
                <a:lnTo>
                  <a:pt x="73770" y="11147"/>
                </a:lnTo>
                <a:lnTo>
                  <a:pt x="73814" y="11124"/>
                </a:lnTo>
                <a:lnTo>
                  <a:pt x="73858" y="11102"/>
                </a:lnTo>
                <a:lnTo>
                  <a:pt x="73902" y="11081"/>
                </a:lnTo>
                <a:lnTo>
                  <a:pt x="73946" y="11060"/>
                </a:lnTo>
                <a:lnTo>
                  <a:pt x="73990" y="11040"/>
                </a:lnTo>
                <a:lnTo>
                  <a:pt x="74034" y="11021"/>
                </a:lnTo>
                <a:lnTo>
                  <a:pt x="74077" y="11003"/>
                </a:lnTo>
                <a:lnTo>
                  <a:pt x="74121" y="10985"/>
                </a:lnTo>
                <a:lnTo>
                  <a:pt x="74164" y="10968"/>
                </a:lnTo>
                <a:lnTo>
                  <a:pt x="74208" y="10952"/>
                </a:lnTo>
                <a:lnTo>
                  <a:pt x="74251" y="10936"/>
                </a:lnTo>
                <a:lnTo>
                  <a:pt x="74295" y="10921"/>
                </a:lnTo>
                <a:lnTo>
                  <a:pt x="74338" y="10907"/>
                </a:lnTo>
                <a:lnTo>
                  <a:pt x="74381" y="10893"/>
                </a:lnTo>
                <a:lnTo>
                  <a:pt x="74425" y="10880"/>
                </a:lnTo>
                <a:lnTo>
                  <a:pt x="74468" y="10868"/>
                </a:lnTo>
                <a:lnTo>
                  <a:pt x="74511" y="10856"/>
                </a:lnTo>
                <a:lnTo>
                  <a:pt x="74554" y="10845"/>
                </a:lnTo>
                <a:lnTo>
                  <a:pt x="74598" y="10834"/>
                </a:lnTo>
                <a:lnTo>
                  <a:pt x="74641" y="10824"/>
                </a:lnTo>
                <a:lnTo>
                  <a:pt x="74685" y="10814"/>
                </a:lnTo>
                <a:lnTo>
                  <a:pt x="74728" y="10805"/>
                </a:lnTo>
                <a:lnTo>
                  <a:pt x="74772" y="10796"/>
                </a:lnTo>
                <a:lnTo>
                  <a:pt x="74815" y="10788"/>
                </a:lnTo>
                <a:lnTo>
                  <a:pt x="74859" y="10781"/>
                </a:lnTo>
                <a:lnTo>
                  <a:pt x="74903" y="10774"/>
                </a:lnTo>
                <a:lnTo>
                  <a:pt x="74947" y="10767"/>
                </a:lnTo>
                <a:lnTo>
                  <a:pt x="74991" y="10761"/>
                </a:lnTo>
                <a:lnTo>
                  <a:pt x="75035" y="10755"/>
                </a:lnTo>
                <a:lnTo>
                  <a:pt x="75079" y="10750"/>
                </a:lnTo>
                <a:lnTo>
                  <a:pt x="75123" y="10746"/>
                </a:lnTo>
                <a:lnTo>
                  <a:pt x="75167" y="10742"/>
                </a:lnTo>
                <a:lnTo>
                  <a:pt x="75211" y="10739"/>
                </a:lnTo>
                <a:lnTo>
                  <a:pt x="75255" y="10736"/>
                </a:lnTo>
                <a:lnTo>
                  <a:pt x="75300" y="10733"/>
                </a:lnTo>
                <a:lnTo>
                  <a:pt x="75344" y="10732"/>
                </a:lnTo>
                <a:lnTo>
                  <a:pt x="75388" y="10730"/>
                </a:lnTo>
                <a:lnTo>
                  <a:pt x="75433" y="10729"/>
                </a:lnTo>
                <a:lnTo>
                  <a:pt x="75477" y="10729"/>
                </a:lnTo>
                <a:lnTo>
                  <a:pt x="75566" y="10730"/>
                </a:lnTo>
                <a:lnTo>
                  <a:pt x="75653" y="10733"/>
                </a:lnTo>
                <a:lnTo>
                  <a:pt x="75739" y="10737"/>
                </a:lnTo>
                <a:lnTo>
                  <a:pt x="75824" y="10743"/>
                </a:lnTo>
                <a:lnTo>
                  <a:pt x="75908" y="10751"/>
                </a:lnTo>
                <a:lnTo>
                  <a:pt x="75990" y="10761"/>
                </a:lnTo>
                <a:lnTo>
                  <a:pt x="76071" y="10773"/>
                </a:lnTo>
                <a:lnTo>
                  <a:pt x="76151" y="10786"/>
                </a:lnTo>
                <a:lnTo>
                  <a:pt x="76230" y="10801"/>
                </a:lnTo>
                <a:lnTo>
                  <a:pt x="76308" y="10818"/>
                </a:lnTo>
                <a:lnTo>
                  <a:pt x="76384" y="10837"/>
                </a:lnTo>
                <a:lnTo>
                  <a:pt x="76459" y="10857"/>
                </a:lnTo>
                <a:lnTo>
                  <a:pt x="76533" y="10879"/>
                </a:lnTo>
                <a:lnTo>
                  <a:pt x="76606" y="10903"/>
                </a:lnTo>
                <a:lnTo>
                  <a:pt x="76677" y="10929"/>
                </a:lnTo>
                <a:lnTo>
                  <a:pt x="76748" y="10956"/>
                </a:lnTo>
                <a:lnTo>
                  <a:pt x="76817" y="10986"/>
                </a:lnTo>
                <a:lnTo>
                  <a:pt x="76884" y="11017"/>
                </a:lnTo>
                <a:lnTo>
                  <a:pt x="76951" y="11049"/>
                </a:lnTo>
                <a:lnTo>
                  <a:pt x="77016" y="11084"/>
                </a:lnTo>
                <a:lnTo>
                  <a:pt x="77080" y="11120"/>
                </a:lnTo>
                <a:lnTo>
                  <a:pt x="77143" y="11158"/>
                </a:lnTo>
                <a:lnTo>
                  <a:pt x="77205" y="11198"/>
                </a:lnTo>
                <a:lnTo>
                  <a:pt x="77266" y="11240"/>
                </a:lnTo>
                <a:lnTo>
                  <a:pt x="77325" y="11283"/>
                </a:lnTo>
                <a:lnTo>
                  <a:pt x="77383" y="11327"/>
                </a:lnTo>
                <a:lnTo>
                  <a:pt x="77441" y="11373"/>
                </a:lnTo>
                <a:lnTo>
                  <a:pt x="77497" y="11419"/>
                </a:lnTo>
                <a:lnTo>
                  <a:pt x="77553" y="11467"/>
                </a:lnTo>
                <a:lnTo>
                  <a:pt x="77607" y="11516"/>
                </a:lnTo>
                <a:lnTo>
                  <a:pt x="77661" y="11565"/>
                </a:lnTo>
                <a:lnTo>
                  <a:pt x="77713" y="11616"/>
                </a:lnTo>
                <a:lnTo>
                  <a:pt x="77765" y="11669"/>
                </a:lnTo>
                <a:lnTo>
                  <a:pt x="77815" y="11722"/>
                </a:lnTo>
                <a:lnTo>
                  <a:pt x="77865" y="11776"/>
                </a:lnTo>
                <a:lnTo>
                  <a:pt x="77913" y="11832"/>
                </a:lnTo>
                <a:lnTo>
                  <a:pt x="77961" y="11889"/>
                </a:lnTo>
                <a:lnTo>
                  <a:pt x="78007" y="11946"/>
                </a:lnTo>
                <a:lnTo>
                  <a:pt x="78053" y="12005"/>
                </a:lnTo>
                <a:lnTo>
                  <a:pt x="78098" y="12065"/>
                </a:lnTo>
                <a:lnTo>
                  <a:pt x="78141" y="12127"/>
                </a:lnTo>
                <a:lnTo>
                  <a:pt x="78184" y="12189"/>
                </a:lnTo>
                <a:lnTo>
                  <a:pt x="78225" y="12252"/>
                </a:lnTo>
                <a:lnTo>
                  <a:pt x="78266" y="12317"/>
                </a:lnTo>
                <a:lnTo>
                  <a:pt x="78306" y="12383"/>
                </a:lnTo>
                <a:lnTo>
                  <a:pt x="78344" y="12450"/>
                </a:lnTo>
                <a:lnTo>
                  <a:pt x="78382" y="12518"/>
                </a:lnTo>
                <a:lnTo>
                  <a:pt x="78419" y="12587"/>
                </a:lnTo>
                <a:lnTo>
                  <a:pt x="78455" y="12657"/>
                </a:lnTo>
                <a:lnTo>
                  <a:pt x="78489" y="12728"/>
                </a:lnTo>
                <a:lnTo>
                  <a:pt x="78523" y="12800"/>
                </a:lnTo>
                <a:lnTo>
                  <a:pt x="78556" y="12873"/>
                </a:lnTo>
                <a:lnTo>
                  <a:pt x="78589" y="12946"/>
                </a:lnTo>
                <a:lnTo>
                  <a:pt x="78620" y="13021"/>
                </a:lnTo>
                <a:lnTo>
                  <a:pt x="78650" y="13096"/>
                </a:lnTo>
                <a:lnTo>
                  <a:pt x="78680" y="13173"/>
                </a:lnTo>
                <a:lnTo>
                  <a:pt x="78708" y="13250"/>
                </a:lnTo>
                <a:lnTo>
                  <a:pt x="78736" y="13328"/>
                </a:lnTo>
                <a:lnTo>
                  <a:pt x="78763" y="13407"/>
                </a:lnTo>
                <a:lnTo>
                  <a:pt x="78789" y="13486"/>
                </a:lnTo>
                <a:lnTo>
                  <a:pt x="78813" y="13567"/>
                </a:lnTo>
                <a:lnTo>
                  <a:pt x="78838" y="13648"/>
                </a:lnTo>
                <a:lnTo>
                  <a:pt x="78861" y="13731"/>
                </a:lnTo>
                <a:lnTo>
                  <a:pt x="78883" y="13814"/>
                </a:lnTo>
                <a:lnTo>
                  <a:pt x="78904" y="13898"/>
                </a:lnTo>
                <a:lnTo>
                  <a:pt x="78925" y="13983"/>
                </a:lnTo>
                <a:lnTo>
                  <a:pt x="78944" y="14069"/>
                </a:lnTo>
                <a:lnTo>
                  <a:pt x="78963" y="14156"/>
                </a:lnTo>
                <a:lnTo>
                  <a:pt x="78981" y="14243"/>
                </a:lnTo>
                <a:lnTo>
                  <a:pt x="78998" y="14332"/>
                </a:lnTo>
                <a:lnTo>
                  <a:pt x="79014" y="14421"/>
                </a:lnTo>
                <a:lnTo>
                  <a:pt x="79029" y="14511"/>
                </a:lnTo>
                <a:lnTo>
                  <a:pt x="79043" y="14602"/>
                </a:lnTo>
                <a:lnTo>
                  <a:pt x="79057" y="14693"/>
                </a:lnTo>
                <a:lnTo>
                  <a:pt x="79070" y="14784"/>
                </a:lnTo>
                <a:lnTo>
                  <a:pt x="79082" y="14876"/>
                </a:lnTo>
                <a:lnTo>
                  <a:pt x="79094" y="14968"/>
                </a:lnTo>
                <a:lnTo>
                  <a:pt x="79106" y="15060"/>
                </a:lnTo>
                <a:lnTo>
                  <a:pt x="79116" y="15152"/>
                </a:lnTo>
                <a:lnTo>
                  <a:pt x="79126" y="15244"/>
                </a:lnTo>
                <a:lnTo>
                  <a:pt x="79136" y="15337"/>
                </a:lnTo>
                <a:lnTo>
                  <a:pt x="79145" y="15430"/>
                </a:lnTo>
                <a:lnTo>
                  <a:pt x="79153" y="15523"/>
                </a:lnTo>
                <a:lnTo>
                  <a:pt x="79160" y="15616"/>
                </a:lnTo>
                <a:lnTo>
                  <a:pt x="79167" y="15710"/>
                </a:lnTo>
                <a:lnTo>
                  <a:pt x="79174" y="15803"/>
                </a:lnTo>
                <a:lnTo>
                  <a:pt x="79180" y="15897"/>
                </a:lnTo>
                <a:lnTo>
                  <a:pt x="79185" y="15992"/>
                </a:lnTo>
                <a:lnTo>
                  <a:pt x="79189" y="16086"/>
                </a:lnTo>
                <a:lnTo>
                  <a:pt x="79193" y="16181"/>
                </a:lnTo>
                <a:lnTo>
                  <a:pt x="79197" y="16276"/>
                </a:lnTo>
                <a:lnTo>
                  <a:pt x="79199" y="16371"/>
                </a:lnTo>
                <a:lnTo>
                  <a:pt x="79201" y="16466"/>
                </a:lnTo>
                <a:lnTo>
                  <a:pt x="79203" y="16562"/>
                </a:lnTo>
                <a:lnTo>
                  <a:pt x="79204" y="16658"/>
                </a:lnTo>
                <a:lnTo>
                  <a:pt x="79204" y="16754"/>
                </a:lnTo>
                <a:lnTo>
                  <a:pt x="79204" y="16842"/>
                </a:lnTo>
                <a:lnTo>
                  <a:pt x="79203" y="16930"/>
                </a:lnTo>
                <a:lnTo>
                  <a:pt x="79201" y="17017"/>
                </a:lnTo>
                <a:lnTo>
                  <a:pt x="79198" y="17105"/>
                </a:lnTo>
                <a:lnTo>
                  <a:pt x="79195" y="17192"/>
                </a:lnTo>
                <a:close/>
                <a:moveTo>
                  <a:pt x="208410" y="781"/>
                </a:moveTo>
                <a:lnTo>
                  <a:pt x="208415" y="764"/>
                </a:lnTo>
                <a:lnTo>
                  <a:pt x="208419" y="747"/>
                </a:lnTo>
                <a:lnTo>
                  <a:pt x="208423" y="730"/>
                </a:lnTo>
                <a:lnTo>
                  <a:pt x="208426" y="714"/>
                </a:lnTo>
                <a:lnTo>
                  <a:pt x="208430" y="697"/>
                </a:lnTo>
                <a:lnTo>
                  <a:pt x="208432" y="681"/>
                </a:lnTo>
                <a:lnTo>
                  <a:pt x="208435" y="665"/>
                </a:lnTo>
                <a:lnTo>
                  <a:pt x="208436" y="649"/>
                </a:lnTo>
                <a:lnTo>
                  <a:pt x="208438" y="633"/>
                </a:lnTo>
                <a:lnTo>
                  <a:pt x="208439" y="618"/>
                </a:lnTo>
                <a:lnTo>
                  <a:pt x="208440" y="602"/>
                </a:lnTo>
                <a:lnTo>
                  <a:pt x="208440" y="587"/>
                </a:lnTo>
                <a:lnTo>
                  <a:pt x="208440" y="572"/>
                </a:lnTo>
                <a:lnTo>
                  <a:pt x="208439" y="557"/>
                </a:lnTo>
                <a:lnTo>
                  <a:pt x="208438" y="542"/>
                </a:lnTo>
                <a:lnTo>
                  <a:pt x="208437" y="528"/>
                </a:lnTo>
                <a:lnTo>
                  <a:pt x="208435" y="513"/>
                </a:lnTo>
                <a:lnTo>
                  <a:pt x="208433" y="499"/>
                </a:lnTo>
                <a:lnTo>
                  <a:pt x="208430" y="485"/>
                </a:lnTo>
                <a:lnTo>
                  <a:pt x="208427" y="471"/>
                </a:lnTo>
                <a:lnTo>
                  <a:pt x="208424" y="458"/>
                </a:lnTo>
                <a:lnTo>
                  <a:pt x="208420" y="444"/>
                </a:lnTo>
                <a:lnTo>
                  <a:pt x="208416" y="431"/>
                </a:lnTo>
                <a:lnTo>
                  <a:pt x="208411" y="418"/>
                </a:lnTo>
                <a:lnTo>
                  <a:pt x="208406" y="406"/>
                </a:lnTo>
                <a:lnTo>
                  <a:pt x="208401" y="393"/>
                </a:lnTo>
                <a:lnTo>
                  <a:pt x="208395" y="381"/>
                </a:lnTo>
                <a:lnTo>
                  <a:pt x="208389" y="369"/>
                </a:lnTo>
                <a:lnTo>
                  <a:pt x="208382" y="357"/>
                </a:lnTo>
                <a:lnTo>
                  <a:pt x="208375" y="346"/>
                </a:lnTo>
                <a:lnTo>
                  <a:pt x="208368" y="334"/>
                </a:lnTo>
                <a:lnTo>
                  <a:pt x="208360" y="323"/>
                </a:lnTo>
                <a:lnTo>
                  <a:pt x="208352" y="313"/>
                </a:lnTo>
                <a:lnTo>
                  <a:pt x="208343" y="302"/>
                </a:lnTo>
                <a:lnTo>
                  <a:pt x="208334" y="292"/>
                </a:lnTo>
                <a:lnTo>
                  <a:pt x="208324" y="281"/>
                </a:lnTo>
                <a:lnTo>
                  <a:pt x="208314" y="272"/>
                </a:lnTo>
                <a:lnTo>
                  <a:pt x="208304" y="262"/>
                </a:lnTo>
                <a:lnTo>
                  <a:pt x="208293" y="253"/>
                </a:lnTo>
                <a:lnTo>
                  <a:pt x="208282" y="243"/>
                </a:lnTo>
                <a:lnTo>
                  <a:pt x="208271" y="234"/>
                </a:lnTo>
                <a:lnTo>
                  <a:pt x="208259" y="226"/>
                </a:lnTo>
                <a:lnTo>
                  <a:pt x="208247" y="217"/>
                </a:lnTo>
                <a:lnTo>
                  <a:pt x="208234" y="209"/>
                </a:lnTo>
                <a:lnTo>
                  <a:pt x="208221" y="201"/>
                </a:lnTo>
                <a:lnTo>
                  <a:pt x="208207" y="193"/>
                </a:lnTo>
                <a:lnTo>
                  <a:pt x="208193" y="185"/>
                </a:lnTo>
                <a:lnTo>
                  <a:pt x="208179" y="177"/>
                </a:lnTo>
                <a:lnTo>
                  <a:pt x="208164" y="170"/>
                </a:lnTo>
                <a:lnTo>
                  <a:pt x="208149" y="162"/>
                </a:lnTo>
                <a:lnTo>
                  <a:pt x="208133" y="155"/>
                </a:lnTo>
                <a:lnTo>
                  <a:pt x="208117" y="148"/>
                </a:lnTo>
                <a:lnTo>
                  <a:pt x="208101" y="141"/>
                </a:lnTo>
                <a:lnTo>
                  <a:pt x="208084" y="134"/>
                </a:lnTo>
                <a:lnTo>
                  <a:pt x="208067" y="127"/>
                </a:lnTo>
                <a:lnTo>
                  <a:pt x="208049" y="121"/>
                </a:lnTo>
                <a:lnTo>
                  <a:pt x="208031" y="114"/>
                </a:lnTo>
                <a:lnTo>
                  <a:pt x="208013" y="108"/>
                </a:lnTo>
                <a:lnTo>
                  <a:pt x="207994" y="102"/>
                </a:lnTo>
                <a:lnTo>
                  <a:pt x="207975" y="96"/>
                </a:lnTo>
                <a:lnTo>
                  <a:pt x="207955" y="90"/>
                </a:lnTo>
                <a:lnTo>
                  <a:pt x="207935" y="85"/>
                </a:lnTo>
                <a:lnTo>
                  <a:pt x="207915" y="79"/>
                </a:lnTo>
                <a:lnTo>
                  <a:pt x="207894" y="74"/>
                </a:lnTo>
                <a:lnTo>
                  <a:pt x="207872" y="69"/>
                </a:lnTo>
                <a:lnTo>
                  <a:pt x="207851" y="63"/>
                </a:lnTo>
                <a:lnTo>
                  <a:pt x="207829" y="58"/>
                </a:lnTo>
                <a:lnTo>
                  <a:pt x="207806" y="54"/>
                </a:lnTo>
                <a:lnTo>
                  <a:pt x="207783" y="49"/>
                </a:lnTo>
                <a:lnTo>
                  <a:pt x="207760" y="45"/>
                </a:lnTo>
                <a:lnTo>
                  <a:pt x="207735" y="41"/>
                </a:lnTo>
                <a:lnTo>
                  <a:pt x="207711" y="37"/>
                </a:lnTo>
                <a:lnTo>
                  <a:pt x="207686" y="33"/>
                </a:lnTo>
                <a:lnTo>
                  <a:pt x="207660" y="29"/>
                </a:lnTo>
                <a:lnTo>
                  <a:pt x="207634" y="26"/>
                </a:lnTo>
                <a:lnTo>
                  <a:pt x="207607" y="23"/>
                </a:lnTo>
                <a:lnTo>
                  <a:pt x="207580" y="20"/>
                </a:lnTo>
                <a:lnTo>
                  <a:pt x="207552" y="17"/>
                </a:lnTo>
                <a:lnTo>
                  <a:pt x="207524" y="15"/>
                </a:lnTo>
                <a:lnTo>
                  <a:pt x="207495" y="12"/>
                </a:lnTo>
                <a:lnTo>
                  <a:pt x="207466" y="10"/>
                </a:lnTo>
                <a:lnTo>
                  <a:pt x="207436" y="8"/>
                </a:lnTo>
                <a:lnTo>
                  <a:pt x="207405" y="6"/>
                </a:lnTo>
                <a:lnTo>
                  <a:pt x="207374" y="5"/>
                </a:lnTo>
                <a:lnTo>
                  <a:pt x="207343" y="4"/>
                </a:lnTo>
                <a:lnTo>
                  <a:pt x="207311" y="3"/>
                </a:lnTo>
                <a:lnTo>
                  <a:pt x="207279" y="2"/>
                </a:lnTo>
                <a:lnTo>
                  <a:pt x="207246" y="1"/>
                </a:lnTo>
                <a:lnTo>
                  <a:pt x="207212" y="0"/>
                </a:lnTo>
                <a:lnTo>
                  <a:pt x="207178" y="0"/>
                </a:lnTo>
                <a:lnTo>
                  <a:pt x="207144" y="0"/>
                </a:lnTo>
                <a:lnTo>
                  <a:pt x="207114" y="0"/>
                </a:lnTo>
                <a:lnTo>
                  <a:pt x="207086" y="0"/>
                </a:lnTo>
                <a:lnTo>
                  <a:pt x="207057" y="0"/>
                </a:lnTo>
                <a:lnTo>
                  <a:pt x="207029" y="1"/>
                </a:lnTo>
                <a:lnTo>
                  <a:pt x="207002" y="1"/>
                </a:lnTo>
                <a:lnTo>
                  <a:pt x="206974" y="2"/>
                </a:lnTo>
                <a:lnTo>
                  <a:pt x="206947" y="2"/>
                </a:lnTo>
                <a:lnTo>
                  <a:pt x="206921" y="3"/>
                </a:lnTo>
                <a:lnTo>
                  <a:pt x="206894" y="4"/>
                </a:lnTo>
                <a:lnTo>
                  <a:pt x="206868" y="4"/>
                </a:lnTo>
                <a:lnTo>
                  <a:pt x="206843" y="5"/>
                </a:lnTo>
                <a:lnTo>
                  <a:pt x="206818" y="6"/>
                </a:lnTo>
                <a:lnTo>
                  <a:pt x="206793" y="7"/>
                </a:lnTo>
                <a:lnTo>
                  <a:pt x="206768" y="9"/>
                </a:lnTo>
                <a:lnTo>
                  <a:pt x="206744" y="10"/>
                </a:lnTo>
                <a:lnTo>
                  <a:pt x="206720" y="11"/>
                </a:lnTo>
                <a:lnTo>
                  <a:pt x="206697" y="13"/>
                </a:lnTo>
                <a:lnTo>
                  <a:pt x="206674" y="14"/>
                </a:lnTo>
                <a:lnTo>
                  <a:pt x="206651" y="16"/>
                </a:lnTo>
                <a:lnTo>
                  <a:pt x="206628" y="17"/>
                </a:lnTo>
                <a:lnTo>
                  <a:pt x="206606" y="19"/>
                </a:lnTo>
                <a:lnTo>
                  <a:pt x="206584" y="21"/>
                </a:lnTo>
                <a:lnTo>
                  <a:pt x="206563" y="23"/>
                </a:lnTo>
                <a:lnTo>
                  <a:pt x="206542" y="25"/>
                </a:lnTo>
                <a:lnTo>
                  <a:pt x="206521" y="27"/>
                </a:lnTo>
                <a:lnTo>
                  <a:pt x="206501" y="30"/>
                </a:lnTo>
                <a:lnTo>
                  <a:pt x="206481" y="32"/>
                </a:lnTo>
                <a:lnTo>
                  <a:pt x="206461" y="35"/>
                </a:lnTo>
                <a:lnTo>
                  <a:pt x="206441" y="38"/>
                </a:lnTo>
                <a:lnTo>
                  <a:pt x="206422" y="41"/>
                </a:lnTo>
                <a:lnTo>
                  <a:pt x="206403" y="44"/>
                </a:lnTo>
                <a:lnTo>
                  <a:pt x="206385" y="47"/>
                </a:lnTo>
                <a:lnTo>
                  <a:pt x="206367" y="51"/>
                </a:lnTo>
                <a:lnTo>
                  <a:pt x="206349" y="55"/>
                </a:lnTo>
                <a:lnTo>
                  <a:pt x="206331" y="59"/>
                </a:lnTo>
                <a:lnTo>
                  <a:pt x="206314" y="63"/>
                </a:lnTo>
                <a:lnTo>
                  <a:pt x="206297" y="67"/>
                </a:lnTo>
                <a:lnTo>
                  <a:pt x="206281" y="71"/>
                </a:lnTo>
                <a:lnTo>
                  <a:pt x="206264" y="76"/>
                </a:lnTo>
                <a:lnTo>
                  <a:pt x="206248" y="81"/>
                </a:lnTo>
                <a:lnTo>
                  <a:pt x="206233" y="86"/>
                </a:lnTo>
                <a:lnTo>
                  <a:pt x="206218" y="91"/>
                </a:lnTo>
                <a:lnTo>
                  <a:pt x="206203" y="96"/>
                </a:lnTo>
                <a:lnTo>
                  <a:pt x="206188" y="102"/>
                </a:lnTo>
                <a:lnTo>
                  <a:pt x="206174" y="107"/>
                </a:lnTo>
                <a:lnTo>
                  <a:pt x="206160" y="113"/>
                </a:lnTo>
                <a:lnTo>
                  <a:pt x="206146" y="119"/>
                </a:lnTo>
                <a:lnTo>
                  <a:pt x="206132" y="125"/>
                </a:lnTo>
                <a:lnTo>
                  <a:pt x="206119" y="132"/>
                </a:lnTo>
                <a:lnTo>
                  <a:pt x="206106" y="138"/>
                </a:lnTo>
                <a:lnTo>
                  <a:pt x="206094" y="145"/>
                </a:lnTo>
                <a:lnTo>
                  <a:pt x="206081" y="152"/>
                </a:lnTo>
                <a:lnTo>
                  <a:pt x="206068" y="159"/>
                </a:lnTo>
                <a:lnTo>
                  <a:pt x="206056" y="166"/>
                </a:lnTo>
                <a:lnTo>
                  <a:pt x="206044" y="173"/>
                </a:lnTo>
                <a:lnTo>
                  <a:pt x="206032" y="181"/>
                </a:lnTo>
                <a:lnTo>
                  <a:pt x="206020" y="189"/>
                </a:lnTo>
                <a:lnTo>
                  <a:pt x="206009" y="197"/>
                </a:lnTo>
                <a:lnTo>
                  <a:pt x="205997" y="205"/>
                </a:lnTo>
                <a:lnTo>
                  <a:pt x="205986" y="213"/>
                </a:lnTo>
                <a:lnTo>
                  <a:pt x="205975" y="222"/>
                </a:lnTo>
                <a:lnTo>
                  <a:pt x="205964" y="230"/>
                </a:lnTo>
                <a:lnTo>
                  <a:pt x="205954" y="239"/>
                </a:lnTo>
                <a:lnTo>
                  <a:pt x="205943" y="248"/>
                </a:lnTo>
                <a:lnTo>
                  <a:pt x="205933" y="257"/>
                </a:lnTo>
                <a:lnTo>
                  <a:pt x="205922" y="266"/>
                </a:lnTo>
                <a:lnTo>
                  <a:pt x="205912" y="276"/>
                </a:lnTo>
                <a:lnTo>
                  <a:pt x="205903" y="286"/>
                </a:lnTo>
                <a:lnTo>
                  <a:pt x="205893" y="295"/>
                </a:lnTo>
                <a:lnTo>
                  <a:pt x="205884" y="305"/>
                </a:lnTo>
                <a:lnTo>
                  <a:pt x="205874" y="316"/>
                </a:lnTo>
                <a:lnTo>
                  <a:pt x="205865" y="326"/>
                </a:lnTo>
                <a:lnTo>
                  <a:pt x="205856" y="336"/>
                </a:lnTo>
                <a:lnTo>
                  <a:pt x="205847" y="347"/>
                </a:lnTo>
                <a:lnTo>
                  <a:pt x="205839" y="359"/>
                </a:lnTo>
                <a:lnTo>
                  <a:pt x="205830" y="370"/>
                </a:lnTo>
                <a:lnTo>
                  <a:pt x="205822" y="382"/>
                </a:lnTo>
                <a:lnTo>
                  <a:pt x="205813" y="394"/>
                </a:lnTo>
                <a:lnTo>
                  <a:pt x="205805" y="407"/>
                </a:lnTo>
                <a:lnTo>
                  <a:pt x="205797" y="420"/>
                </a:lnTo>
                <a:lnTo>
                  <a:pt x="205789" y="433"/>
                </a:lnTo>
                <a:lnTo>
                  <a:pt x="205782" y="446"/>
                </a:lnTo>
                <a:lnTo>
                  <a:pt x="205774" y="460"/>
                </a:lnTo>
                <a:lnTo>
                  <a:pt x="205767" y="474"/>
                </a:lnTo>
                <a:lnTo>
                  <a:pt x="205760" y="489"/>
                </a:lnTo>
                <a:lnTo>
                  <a:pt x="205753" y="504"/>
                </a:lnTo>
                <a:lnTo>
                  <a:pt x="205746" y="519"/>
                </a:lnTo>
                <a:lnTo>
                  <a:pt x="205739" y="534"/>
                </a:lnTo>
                <a:lnTo>
                  <a:pt x="205732" y="550"/>
                </a:lnTo>
                <a:lnTo>
                  <a:pt x="205726" y="566"/>
                </a:lnTo>
                <a:lnTo>
                  <a:pt x="205719" y="582"/>
                </a:lnTo>
                <a:lnTo>
                  <a:pt x="205713" y="599"/>
                </a:lnTo>
                <a:lnTo>
                  <a:pt x="205707" y="616"/>
                </a:lnTo>
                <a:lnTo>
                  <a:pt x="205701" y="633"/>
                </a:lnTo>
                <a:lnTo>
                  <a:pt x="205695" y="651"/>
                </a:lnTo>
                <a:lnTo>
                  <a:pt x="205690" y="669"/>
                </a:lnTo>
                <a:lnTo>
                  <a:pt x="195579" y="28410"/>
                </a:lnTo>
                <a:lnTo>
                  <a:pt x="195571" y="28428"/>
                </a:lnTo>
                <a:lnTo>
                  <a:pt x="195563" y="28446"/>
                </a:lnTo>
                <a:lnTo>
                  <a:pt x="195556" y="28464"/>
                </a:lnTo>
                <a:lnTo>
                  <a:pt x="195549" y="28481"/>
                </a:lnTo>
                <a:lnTo>
                  <a:pt x="195543" y="28498"/>
                </a:lnTo>
                <a:lnTo>
                  <a:pt x="195537" y="28515"/>
                </a:lnTo>
                <a:lnTo>
                  <a:pt x="195532" y="28532"/>
                </a:lnTo>
                <a:lnTo>
                  <a:pt x="195527" y="28549"/>
                </a:lnTo>
                <a:lnTo>
                  <a:pt x="195522" y="28565"/>
                </a:lnTo>
                <a:lnTo>
                  <a:pt x="195518" y="28581"/>
                </a:lnTo>
                <a:lnTo>
                  <a:pt x="195515" y="28597"/>
                </a:lnTo>
                <a:lnTo>
                  <a:pt x="195512" y="28613"/>
                </a:lnTo>
                <a:lnTo>
                  <a:pt x="195509" y="28628"/>
                </a:lnTo>
                <a:lnTo>
                  <a:pt x="195507" y="28644"/>
                </a:lnTo>
                <a:lnTo>
                  <a:pt x="195506" y="28659"/>
                </a:lnTo>
                <a:lnTo>
                  <a:pt x="195504" y="28674"/>
                </a:lnTo>
                <a:lnTo>
                  <a:pt x="195504" y="28689"/>
                </a:lnTo>
                <a:lnTo>
                  <a:pt x="195503" y="28703"/>
                </a:lnTo>
                <a:lnTo>
                  <a:pt x="195504" y="28718"/>
                </a:lnTo>
                <a:lnTo>
                  <a:pt x="195504" y="28732"/>
                </a:lnTo>
                <a:lnTo>
                  <a:pt x="195506" y="28746"/>
                </a:lnTo>
                <a:lnTo>
                  <a:pt x="195507" y="28759"/>
                </a:lnTo>
                <a:lnTo>
                  <a:pt x="195509" y="28773"/>
                </a:lnTo>
                <a:lnTo>
                  <a:pt x="195512" y="28786"/>
                </a:lnTo>
                <a:lnTo>
                  <a:pt x="195515" y="28799"/>
                </a:lnTo>
                <a:lnTo>
                  <a:pt x="195518" y="28812"/>
                </a:lnTo>
                <a:lnTo>
                  <a:pt x="195522" y="28825"/>
                </a:lnTo>
                <a:lnTo>
                  <a:pt x="195526" y="28838"/>
                </a:lnTo>
                <a:lnTo>
                  <a:pt x="195531" y="28850"/>
                </a:lnTo>
                <a:lnTo>
                  <a:pt x="195536" y="28863"/>
                </a:lnTo>
                <a:lnTo>
                  <a:pt x="195541" y="28875"/>
                </a:lnTo>
                <a:lnTo>
                  <a:pt x="195547" y="28887"/>
                </a:lnTo>
                <a:lnTo>
                  <a:pt x="195553" y="28899"/>
                </a:lnTo>
                <a:lnTo>
                  <a:pt x="195560" y="28910"/>
                </a:lnTo>
                <a:lnTo>
                  <a:pt x="195567" y="28922"/>
                </a:lnTo>
                <a:lnTo>
                  <a:pt x="195575" y="28933"/>
                </a:lnTo>
                <a:lnTo>
                  <a:pt x="195582" y="28944"/>
                </a:lnTo>
                <a:lnTo>
                  <a:pt x="195591" y="28955"/>
                </a:lnTo>
                <a:lnTo>
                  <a:pt x="195599" y="28966"/>
                </a:lnTo>
                <a:lnTo>
                  <a:pt x="195608" y="28976"/>
                </a:lnTo>
                <a:lnTo>
                  <a:pt x="195618" y="28986"/>
                </a:lnTo>
                <a:lnTo>
                  <a:pt x="195628" y="28997"/>
                </a:lnTo>
                <a:lnTo>
                  <a:pt x="195638" y="29007"/>
                </a:lnTo>
                <a:lnTo>
                  <a:pt x="195649" y="29017"/>
                </a:lnTo>
                <a:lnTo>
                  <a:pt x="195660" y="29026"/>
                </a:lnTo>
                <a:lnTo>
                  <a:pt x="195671" y="29036"/>
                </a:lnTo>
                <a:lnTo>
                  <a:pt x="195683" y="29045"/>
                </a:lnTo>
                <a:lnTo>
                  <a:pt x="195696" y="29054"/>
                </a:lnTo>
                <a:lnTo>
                  <a:pt x="195708" y="29063"/>
                </a:lnTo>
                <a:lnTo>
                  <a:pt x="195722" y="29072"/>
                </a:lnTo>
                <a:lnTo>
                  <a:pt x="195735" y="29081"/>
                </a:lnTo>
                <a:lnTo>
                  <a:pt x="195749" y="29089"/>
                </a:lnTo>
                <a:lnTo>
                  <a:pt x="195764" y="29097"/>
                </a:lnTo>
                <a:lnTo>
                  <a:pt x="195779" y="29105"/>
                </a:lnTo>
                <a:lnTo>
                  <a:pt x="195794" y="29113"/>
                </a:lnTo>
                <a:lnTo>
                  <a:pt x="195810" y="29121"/>
                </a:lnTo>
                <a:lnTo>
                  <a:pt x="195826" y="29129"/>
                </a:lnTo>
                <a:lnTo>
                  <a:pt x="195843" y="29136"/>
                </a:lnTo>
                <a:lnTo>
                  <a:pt x="195860" y="29143"/>
                </a:lnTo>
                <a:lnTo>
                  <a:pt x="195877" y="29150"/>
                </a:lnTo>
                <a:lnTo>
                  <a:pt x="195895" y="29157"/>
                </a:lnTo>
                <a:lnTo>
                  <a:pt x="195914" y="29164"/>
                </a:lnTo>
                <a:lnTo>
                  <a:pt x="195933" y="29170"/>
                </a:lnTo>
                <a:lnTo>
                  <a:pt x="195952" y="29177"/>
                </a:lnTo>
                <a:lnTo>
                  <a:pt x="195972" y="29183"/>
                </a:lnTo>
                <a:lnTo>
                  <a:pt x="195992" y="29189"/>
                </a:lnTo>
                <a:lnTo>
                  <a:pt x="196012" y="29195"/>
                </a:lnTo>
                <a:lnTo>
                  <a:pt x="196033" y="29200"/>
                </a:lnTo>
                <a:lnTo>
                  <a:pt x="196055" y="29206"/>
                </a:lnTo>
                <a:lnTo>
                  <a:pt x="196077" y="29211"/>
                </a:lnTo>
                <a:lnTo>
                  <a:pt x="196099" y="29216"/>
                </a:lnTo>
                <a:lnTo>
                  <a:pt x="196122" y="29221"/>
                </a:lnTo>
                <a:lnTo>
                  <a:pt x="196145" y="29226"/>
                </a:lnTo>
                <a:lnTo>
                  <a:pt x="196169" y="29231"/>
                </a:lnTo>
                <a:lnTo>
                  <a:pt x="196193" y="29235"/>
                </a:lnTo>
                <a:lnTo>
                  <a:pt x="196218" y="29239"/>
                </a:lnTo>
                <a:lnTo>
                  <a:pt x="196243" y="29243"/>
                </a:lnTo>
                <a:lnTo>
                  <a:pt x="196269" y="29247"/>
                </a:lnTo>
                <a:lnTo>
                  <a:pt x="196295" y="29250"/>
                </a:lnTo>
                <a:lnTo>
                  <a:pt x="196321" y="29254"/>
                </a:lnTo>
                <a:lnTo>
                  <a:pt x="196349" y="29257"/>
                </a:lnTo>
                <a:lnTo>
                  <a:pt x="196376" y="29260"/>
                </a:lnTo>
                <a:lnTo>
                  <a:pt x="196404" y="29263"/>
                </a:lnTo>
                <a:lnTo>
                  <a:pt x="196433" y="29265"/>
                </a:lnTo>
                <a:lnTo>
                  <a:pt x="196462" y="29267"/>
                </a:lnTo>
                <a:lnTo>
                  <a:pt x="196492" y="29270"/>
                </a:lnTo>
                <a:lnTo>
                  <a:pt x="196522" y="29272"/>
                </a:lnTo>
                <a:lnTo>
                  <a:pt x="196553" y="29273"/>
                </a:lnTo>
                <a:lnTo>
                  <a:pt x="196584" y="29275"/>
                </a:lnTo>
                <a:lnTo>
                  <a:pt x="196615" y="29276"/>
                </a:lnTo>
                <a:lnTo>
                  <a:pt x="196647" y="29277"/>
                </a:lnTo>
                <a:lnTo>
                  <a:pt x="196680" y="29278"/>
                </a:lnTo>
                <a:lnTo>
                  <a:pt x="196713" y="29279"/>
                </a:lnTo>
                <a:lnTo>
                  <a:pt x="196747" y="29279"/>
                </a:lnTo>
                <a:lnTo>
                  <a:pt x="196781" y="29280"/>
                </a:lnTo>
                <a:lnTo>
                  <a:pt x="196815" y="29280"/>
                </a:lnTo>
                <a:lnTo>
                  <a:pt x="196844" y="29280"/>
                </a:lnTo>
                <a:lnTo>
                  <a:pt x="196873" y="29280"/>
                </a:lnTo>
                <a:lnTo>
                  <a:pt x="196901" y="29279"/>
                </a:lnTo>
                <a:lnTo>
                  <a:pt x="196929" y="29279"/>
                </a:lnTo>
                <a:lnTo>
                  <a:pt x="196957" y="29278"/>
                </a:lnTo>
                <a:lnTo>
                  <a:pt x="196984" y="29278"/>
                </a:lnTo>
                <a:lnTo>
                  <a:pt x="197011" y="29277"/>
                </a:lnTo>
                <a:lnTo>
                  <a:pt x="197037" y="29276"/>
                </a:lnTo>
                <a:lnTo>
                  <a:pt x="197063" y="29275"/>
                </a:lnTo>
                <a:lnTo>
                  <a:pt x="197089" y="29274"/>
                </a:lnTo>
                <a:lnTo>
                  <a:pt x="197114" y="29273"/>
                </a:lnTo>
                <a:lnTo>
                  <a:pt x="197139" y="29271"/>
                </a:lnTo>
                <a:lnTo>
                  <a:pt x="197164" y="29270"/>
                </a:lnTo>
                <a:lnTo>
                  <a:pt x="197188" y="29268"/>
                </a:lnTo>
                <a:lnTo>
                  <a:pt x="197212" y="29267"/>
                </a:lnTo>
                <a:lnTo>
                  <a:pt x="197235" y="29265"/>
                </a:lnTo>
                <a:lnTo>
                  <a:pt x="197258" y="29263"/>
                </a:lnTo>
                <a:lnTo>
                  <a:pt x="197281" y="29261"/>
                </a:lnTo>
                <a:lnTo>
                  <a:pt x="197303" y="29259"/>
                </a:lnTo>
                <a:lnTo>
                  <a:pt x="197325" y="29257"/>
                </a:lnTo>
                <a:lnTo>
                  <a:pt x="197346" y="29254"/>
                </a:lnTo>
                <a:lnTo>
                  <a:pt x="197368" y="29252"/>
                </a:lnTo>
                <a:lnTo>
                  <a:pt x="197388" y="29249"/>
                </a:lnTo>
                <a:lnTo>
                  <a:pt x="197409" y="29246"/>
                </a:lnTo>
                <a:lnTo>
                  <a:pt x="197429" y="29244"/>
                </a:lnTo>
                <a:lnTo>
                  <a:pt x="197449" y="29241"/>
                </a:lnTo>
                <a:lnTo>
                  <a:pt x="197468" y="29237"/>
                </a:lnTo>
                <a:lnTo>
                  <a:pt x="197487" y="29234"/>
                </a:lnTo>
                <a:lnTo>
                  <a:pt x="197506" y="29231"/>
                </a:lnTo>
                <a:lnTo>
                  <a:pt x="197525" y="29228"/>
                </a:lnTo>
                <a:lnTo>
                  <a:pt x="197544" y="29224"/>
                </a:lnTo>
                <a:lnTo>
                  <a:pt x="197562" y="29220"/>
                </a:lnTo>
                <a:lnTo>
                  <a:pt x="197580" y="29217"/>
                </a:lnTo>
                <a:lnTo>
                  <a:pt x="197598" y="29213"/>
                </a:lnTo>
                <a:lnTo>
                  <a:pt x="197615" y="29209"/>
                </a:lnTo>
                <a:lnTo>
                  <a:pt x="197632" y="29205"/>
                </a:lnTo>
                <a:lnTo>
                  <a:pt x="197649" y="29200"/>
                </a:lnTo>
                <a:lnTo>
                  <a:pt x="197666" y="29196"/>
                </a:lnTo>
                <a:lnTo>
                  <a:pt x="197682" y="29192"/>
                </a:lnTo>
                <a:lnTo>
                  <a:pt x="197698" y="29187"/>
                </a:lnTo>
                <a:lnTo>
                  <a:pt x="197714" y="29182"/>
                </a:lnTo>
                <a:lnTo>
                  <a:pt x="197730" y="29177"/>
                </a:lnTo>
                <a:lnTo>
                  <a:pt x="197745" y="29172"/>
                </a:lnTo>
                <a:lnTo>
                  <a:pt x="197760" y="29167"/>
                </a:lnTo>
                <a:lnTo>
                  <a:pt x="197775" y="29162"/>
                </a:lnTo>
                <a:lnTo>
                  <a:pt x="197790" y="29157"/>
                </a:lnTo>
                <a:lnTo>
                  <a:pt x="197804" y="29152"/>
                </a:lnTo>
                <a:lnTo>
                  <a:pt x="197818" y="29146"/>
                </a:lnTo>
                <a:lnTo>
                  <a:pt x="197832" y="29140"/>
                </a:lnTo>
                <a:lnTo>
                  <a:pt x="197846" y="29135"/>
                </a:lnTo>
                <a:lnTo>
                  <a:pt x="197859" y="29128"/>
                </a:lnTo>
                <a:lnTo>
                  <a:pt x="197872" y="29122"/>
                </a:lnTo>
                <a:lnTo>
                  <a:pt x="197885" y="29116"/>
                </a:lnTo>
                <a:lnTo>
                  <a:pt x="197898" y="29109"/>
                </a:lnTo>
                <a:lnTo>
                  <a:pt x="197911" y="29102"/>
                </a:lnTo>
                <a:lnTo>
                  <a:pt x="197923" y="29095"/>
                </a:lnTo>
                <a:lnTo>
                  <a:pt x="197935" y="29088"/>
                </a:lnTo>
                <a:lnTo>
                  <a:pt x="197947" y="29080"/>
                </a:lnTo>
                <a:lnTo>
                  <a:pt x="197959" y="29073"/>
                </a:lnTo>
                <a:lnTo>
                  <a:pt x="197971" y="29065"/>
                </a:lnTo>
                <a:lnTo>
                  <a:pt x="197982" y="29057"/>
                </a:lnTo>
                <a:lnTo>
                  <a:pt x="197993" y="29048"/>
                </a:lnTo>
                <a:lnTo>
                  <a:pt x="198004" y="29040"/>
                </a:lnTo>
                <a:lnTo>
                  <a:pt x="198015" y="29031"/>
                </a:lnTo>
                <a:lnTo>
                  <a:pt x="198026" y="29022"/>
                </a:lnTo>
                <a:lnTo>
                  <a:pt x="198036" y="29013"/>
                </a:lnTo>
                <a:lnTo>
                  <a:pt x="198046" y="29004"/>
                </a:lnTo>
                <a:lnTo>
                  <a:pt x="198056" y="28994"/>
                </a:lnTo>
                <a:lnTo>
                  <a:pt x="198066" y="28984"/>
                </a:lnTo>
                <a:lnTo>
                  <a:pt x="198075" y="28974"/>
                </a:lnTo>
                <a:lnTo>
                  <a:pt x="198085" y="28964"/>
                </a:lnTo>
                <a:lnTo>
                  <a:pt x="198094" y="28954"/>
                </a:lnTo>
                <a:lnTo>
                  <a:pt x="198103" y="28943"/>
                </a:lnTo>
                <a:lnTo>
                  <a:pt x="198112" y="28932"/>
                </a:lnTo>
                <a:lnTo>
                  <a:pt x="198120" y="28921"/>
                </a:lnTo>
                <a:lnTo>
                  <a:pt x="198129" y="28910"/>
                </a:lnTo>
                <a:lnTo>
                  <a:pt x="198137" y="28898"/>
                </a:lnTo>
                <a:lnTo>
                  <a:pt x="198146" y="28885"/>
                </a:lnTo>
                <a:lnTo>
                  <a:pt x="198154" y="28873"/>
                </a:lnTo>
                <a:lnTo>
                  <a:pt x="198162" y="28860"/>
                </a:lnTo>
                <a:lnTo>
                  <a:pt x="198169" y="28847"/>
                </a:lnTo>
                <a:lnTo>
                  <a:pt x="198177" y="28833"/>
                </a:lnTo>
                <a:lnTo>
                  <a:pt x="198185" y="28820"/>
                </a:lnTo>
                <a:lnTo>
                  <a:pt x="198192" y="28805"/>
                </a:lnTo>
                <a:lnTo>
                  <a:pt x="198199" y="28791"/>
                </a:lnTo>
                <a:lnTo>
                  <a:pt x="198206" y="28776"/>
                </a:lnTo>
                <a:lnTo>
                  <a:pt x="198213" y="28761"/>
                </a:lnTo>
                <a:lnTo>
                  <a:pt x="198220" y="28746"/>
                </a:lnTo>
                <a:lnTo>
                  <a:pt x="198227" y="28730"/>
                </a:lnTo>
                <a:lnTo>
                  <a:pt x="198233" y="28714"/>
                </a:lnTo>
                <a:lnTo>
                  <a:pt x="198240" y="28698"/>
                </a:lnTo>
                <a:lnTo>
                  <a:pt x="198246" y="28681"/>
                </a:lnTo>
                <a:lnTo>
                  <a:pt x="198252" y="28664"/>
                </a:lnTo>
                <a:lnTo>
                  <a:pt x="198258" y="28646"/>
                </a:lnTo>
                <a:lnTo>
                  <a:pt x="198264" y="28629"/>
                </a:lnTo>
                <a:lnTo>
                  <a:pt x="198269" y="28611"/>
                </a:lnTo>
                <a:lnTo>
                  <a:pt x="208380" y="870"/>
                </a:lnTo>
                <a:lnTo>
                  <a:pt x="208387" y="852"/>
                </a:lnTo>
                <a:lnTo>
                  <a:pt x="208393" y="834"/>
                </a:lnTo>
                <a:lnTo>
                  <a:pt x="208399" y="816"/>
                </a:lnTo>
                <a:lnTo>
                  <a:pt x="208405" y="799"/>
                </a:lnTo>
                <a:lnTo>
                  <a:pt x="208410" y="781"/>
                </a:lnTo>
                <a:close/>
                <a:moveTo>
                  <a:pt x="109428" y="15975"/>
                </a:moveTo>
                <a:lnTo>
                  <a:pt x="109427" y="15951"/>
                </a:lnTo>
                <a:lnTo>
                  <a:pt x="109426" y="15927"/>
                </a:lnTo>
                <a:lnTo>
                  <a:pt x="109424" y="15903"/>
                </a:lnTo>
                <a:lnTo>
                  <a:pt x="109423" y="15880"/>
                </a:lnTo>
                <a:lnTo>
                  <a:pt x="109422" y="15857"/>
                </a:lnTo>
                <a:lnTo>
                  <a:pt x="109420" y="15835"/>
                </a:lnTo>
                <a:lnTo>
                  <a:pt x="109418" y="15813"/>
                </a:lnTo>
                <a:lnTo>
                  <a:pt x="109416" y="15791"/>
                </a:lnTo>
                <a:lnTo>
                  <a:pt x="109414" y="15770"/>
                </a:lnTo>
                <a:lnTo>
                  <a:pt x="109412" y="15748"/>
                </a:lnTo>
                <a:lnTo>
                  <a:pt x="109409" y="15728"/>
                </a:lnTo>
                <a:lnTo>
                  <a:pt x="109407" y="15707"/>
                </a:lnTo>
                <a:lnTo>
                  <a:pt x="109404" y="15687"/>
                </a:lnTo>
                <a:lnTo>
                  <a:pt x="109401" y="15668"/>
                </a:lnTo>
                <a:lnTo>
                  <a:pt x="109398" y="15648"/>
                </a:lnTo>
                <a:lnTo>
                  <a:pt x="109395" y="15629"/>
                </a:lnTo>
                <a:lnTo>
                  <a:pt x="109392" y="15611"/>
                </a:lnTo>
                <a:lnTo>
                  <a:pt x="109389" y="15592"/>
                </a:lnTo>
                <a:lnTo>
                  <a:pt x="109385" y="15575"/>
                </a:lnTo>
                <a:lnTo>
                  <a:pt x="109381" y="15557"/>
                </a:lnTo>
                <a:lnTo>
                  <a:pt x="109378" y="15539"/>
                </a:lnTo>
                <a:lnTo>
                  <a:pt x="109374" y="15522"/>
                </a:lnTo>
                <a:lnTo>
                  <a:pt x="109370" y="15505"/>
                </a:lnTo>
                <a:lnTo>
                  <a:pt x="109366" y="15489"/>
                </a:lnTo>
                <a:lnTo>
                  <a:pt x="109361" y="15472"/>
                </a:lnTo>
                <a:lnTo>
                  <a:pt x="109357" y="15456"/>
                </a:lnTo>
                <a:lnTo>
                  <a:pt x="109353" y="15440"/>
                </a:lnTo>
                <a:lnTo>
                  <a:pt x="109348" y="15424"/>
                </a:lnTo>
                <a:lnTo>
                  <a:pt x="109343" y="15409"/>
                </a:lnTo>
                <a:lnTo>
                  <a:pt x="109338" y="15394"/>
                </a:lnTo>
                <a:lnTo>
                  <a:pt x="109333" y="15379"/>
                </a:lnTo>
                <a:lnTo>
                  <a:pt x="109328" y="15365"/>
                </a:lnTo>
                <a:lnTo>
                  <a:pt x="109323" y="15350"/>
                </a:lnTo>
                <a:lnTo>
                  <a:pt x="109318" y="15336"/>
                </a:lnTo>
                <a:lnTo>
                  <a:pt x="109313" y="15322"/>
                </a:lnTo>
                <a:lnTo>
                  <a:pt x="109307" y="15309"/>
                </a:lnTo>
                <a:lnTo>
                  <a:pt x="109301" y="15296"/>
                </a:lnTo>
                <a:lnTo>
                  <a:pt x="109296" y="15283"/>
                </a:lnTo>
                <a:lnTo>
                  <a:pt x="109290" y="15270"/>
                </a:lnTo>
                <a:lnTo>
                  <a:pt x="109284" y="15257"/>
                </a:lnTo>
                <a:lnTo>
                  <a:pt x="109278" y="15245"/>
                </a:lnTo>
                <a:lnTo>
                  <a:pt x="109272" y="15233"/>
                </a:lnTo>
                <a:lnTo>
                  <a:pt x="109265" y="15221"/>
                </a:lnTo>
                <a:lnTo>
                  <a:pt x="109259" y="15210"/>
                </a:lnTo>
                <a:lnTo>
                  <a:pt x="109252" y="15199"/>
                </a:lnTo>
                <a:lnTo>
                  <a:pt x="109246" y="15188"/>
                </a:lnTo>
                <a:lnTo>
                  <a:pt x="109239" y="15178"/>
                </a:lnTo>
                <a:lnTo>
                  <a:pt x="109232" y="15168"/>
                </a:lnTo>
                <a:lnTo>
                  <a:pt x="109225" y="15158"/>
                </a:lnTo>
                <a:lnTo>
                  <a:pt x="109218" y="15149"/>
                </a:lnTo>
                <a:lnTo>
                  <a:pt x="109210" y="15140"/>
                </a:lnTo>
                <a:lnTo>
                  <a:pt x="109203" y="15131"/>
                </a:lnTo>
                <a:lnTo>
                  <a:pt x="109196" y="15122"/>
                </a:lnTo>
                <a:lnTo>
                  <a:pt x="109188" y="15114"/>
                </a:lnTo>
                <a:lnTo>
                  <a:pt x="109180" y="15106"/>
                </a:lnTo>
                <a:lnTo>
                  <a:pt x="109172" y="15099"/>
                </a:lnTo>
                <a:lnTo>
                  <a:pt x="109165" y="15092"/>
                </a:lnTo>
                <a:lnTo>
                  <a:pt x="109156" y="15085"/>
                </a:lnTo>
                <a:lnTo>
                  <a:pt x="109148" y="15078"/>
                </a:lnTo>
                <a:lnTo>
                  <a:pt x="109140" y="15072"/>
                </a:lnTo>
                <a:lnTo>
                  <a:pt x="109132" y="15066"/>
                </a:lnTo>
                <a:lnTo>
                  <a:pt x="109123" y="15060"/>
                </a:lnTo>
                <a:lnTo>
                  <a:pt x="109114" y="15055"/>
                </a:lnTo>
                <a:lnTo>
                  <a:pt x="109106" y="15050"/>
                </a:lnTo>
                <a:lnTo>
                  <a:pt x="109097" y="15045"/>
                </a:lnTo>
                <a:lnTo>
                  <a:pt x="109088" y="15041"/>
                </a:lnTo>
                <a:lnTo>
                  <a:pt x="109079" y="15037"/>
                </a:lnTo>
                <a:lnTo>
                  <a:pt x="109069" y="15033"/>
                </a:lnTo>
                <a:lnTo>
                  <a:pt x="109060" y="15029"/>
                </a:lnTo>
                <a:lnTo>
                  <a:pt x="109051" y="15026"/>
                </a:lnTo>
                <a:lnTo>
                  <a:pt x="109041" y="15022"/>
                </a:lnTo>
                <a:lnTo>
                  <a:pt x="109032" y="15019"/>
                </a:lnTo>
                <a:lnTo>
                  <a:pt x="109022" y="15016"/>
                </a:lnTo>
                <a:lnTo>
                  <a:pt x="109013" y="15013"/>
                </a:lnTo>
                <a:lnTo>
                  <a:pt x="109003" y="15010"/>
                </a:lnTo>
                <a:lnTo>
                  <a:pt x="108993" y="15008"/>
                </a:lnTo>
                <a:lnTo>
                  <a:pt x="108983" y="15006"/>
                </a:lnTo>
                <a:lnTo>
                  <a:pt x="108973" y="15003"/>
                </a:lnTo>
                <a:lnTo>
                  <a:pt x="108963" y="15001"/>
                </a:lnTo>
                <a:lnTo>
                  <a:pt x="108952" y="15000"/>
                </a:lnTo>
                <a:lnTo>
                  <a:pt x="108942" y="14998"/>
                </a:lnTo>
                <a:lnTo>
                  <a:pt x="108932" y="14996"/>
                </a:lnTo>
                <a:lnTo>
                  <a:pt x="108921" y="14995"/>
                </a:lnTo>
                <a:lnTo>
                  <a:pt x="108911" y="14994"/>
                </a:lnTo>
                <a:lnTo>
                  <a:pt x="108900" y="14993"/>
                </a:lnTo>
                <a:lnTo>
                  <a:pt x="108889" y="14992"/>
                </a:lnTo>
                <a:lnTo>
                  <a:pt x="108878" y="14992"/>
                </a:lnTo>
                <a:lnTo>
                  <a:pt x="108868" y="14991"/>
                </a:lnTo>
                <a:lnTo>
                  <a:pt x="108857" y="14991"/>
                </a:lnTo>
                <a:lnTo>
                  <a:pt x="108845" y="14991"/>
                </a:lnTo>
                <a:lnTo>
                  <a:pt x="101860" y="14991"/>
                </a:lnTo>
                <a:lnTo>
                  <a:pt x="101835" y="14991"/>
                </a:lnTo>
                <a:lnTo>
                  <a:pt x="101811" y="14993"/>
                </a:lnTo>
                <a:lnTo>
                  <a:pt x="101787" y="14995"/>
                </a:lnTo>
                <a:lnTo>
                  <a:pt x="101764" y="14998"/>
                </a:lnTo>
                <a:lnTo>
                  <a:pt x="101741" y="15002"/>
                </a:lnTo>
                <a:lnTo>
                  <a:pt x="101719" y="15007"/>
                </a:lnTo>
                <a:lnTo>
                  <a:pt x="101697" y="15012"/>
                </a:lnTo>
                <a:lnTo>
                  <a:pt x="101676" y="15019"/>
                </a:lnTo>
                <a:lnTo>
                  <a:pt x="101655" y="15026"/>
                </a:lnTo>
                <a:lnTo>
                  <a:pt x="101635" y="15034"/>
                </a:lnTo>
                <a:lnTo>
                  <a:pt x="101616" y="15044"/>
                </a:lnTo>
                <a:lnTo>
                  <a:pt x="101596" y="15054"/>
                </a:lnTo>
                <a:lnTo>
                  <a:pt x="101578" y="15064"/>
                </a:lnTo>
                <a:lnTo>
                  <a:pt x="101560" y="15076"/>
                </a:lnTo>
                <a:lnTo>
                  <a:pt x="101542" y="15089"/>
                </a:lnTo>
                <a:lnTo>
                  <a:pt x="101525" y="15102"/>
                </a:lnTo>
                <a:lnTo>
                  <a:pt x="101509" y="15117"/>
                </a:lnTo>
                <a:lnTo>
                  <a:pt x="101493" y="15132"/>
                </a:lnTo>
                <a:lnTo>
                  <a:pt x="101478" y="15148"/>
                </a:lnTo>
                <a:lnTo>
                  <a:pt x="101463" y="15165"/>
                </a:lnTo>
                <a:lnTo>
                  <a:pt x="101448" y="15183"/>
                </a:lnTo>
                <a:lnTo>
                  <a:pt x="101435" y="15201"/>
                </a:lnTo>
                <a:lnTo>
                  <a:pt x="101421" y="15221"/>
                </a:lnTo>
                <a:lnTo>
                  <a:pt x="101408" y="15242"/>
                </a:lnTo>
                <a:lnTo>
                  <a:pt x="101396" y="15263"/>
                </a:lnTo>
                <a:lnTo>
                  <a:pt x="101384" y="15286"/>
                </a:lnTo>
                <a:lnTo>
                  <a:pt x="101373" y="15310"/>
                </a:lnTo>
                <a:lnTo>
                  <a:pt x="101363" y="15336"/>
                </a:lnTo>
                <a:lnTo>
                  <a:pt x="101352" y="15363"/>
                </a:lnTo>
                <a:lnTo>
                  <a:pt x="101343" y="15391"/>
                </a:lnTo>
                <a:lnTo>
                  <a:pt x="101334" y="15420"/>
                </a:lnTo>
                <a:lnTo>
                  <a:pt x="101325" y="15451"/>
                </a:lnTo>
                <a:lnTo>
                  <a:pt x="101317" y="15484"/>
                </a:lnTo>
                <a:lnTo>
                  <a:pt x="101309" y="15517"/>
                </a:lnTo>
                <a:lnTo>
                  <a:pt x="101302" y="15552"/>
                </a:lnTo>
                <a:lnTo>
                  <a:pt x="101296" y="15588"/>
                </a:lnTo>
                <a:lnTo>
                  <a:pt x="101290" y="15626"/>
                </a:lnTo>
                <a:lnTo>
                  <a:pt x="101284" y="15665"/>
                </a:lnTo>
                <a:lnTo>
                  <a:pt x="101279" y="15705"/>
                </a:lnTo>
                <a:lnTo>
                  <a:pt x="101275" y="15747"/>
                </a:lnTo>
                <a:lnTo>
                  <a:pt x="101271" y="15790"/>
                </a:lnTo>
                <a:lnTo>
                  <a:pt x="101267" y="15834"/>
                </a:lnTo>
                <a:lnTo>
                  <a:pt x="101265" y="15879"/>
                </a:lnTo>
                <a:lnTo>
                  <a:pt x="101262" y="15926"/>
                </a:lnTo>
                <a:lnTo>
                  <a:pt x="101260" y="15975"/>
                </a:lnTo>
                <a:lnTo>
                  <a:pt x="101259" y="16024"/>
                </a:lnTo>
                <a:lnTo>
                  <a:pt x="101258" y="16075"/>
                </a:lnTo>
                <a:lnTo>
                  <a:pt x="101258" y="16127"/>
                </a:lnTo>
                <a:lnTo>
                  <a:pt x="101258" y="16180"/>
                </a:lnTo>
                <a:lnTo>
                  <a:pt x="101259" y="16231"/>
                </a:lnTo>
                <a:lnTo>
                  <a:pt x="101260" y="16280"/>
                </a:lnTo>
                <a:lnTo>
                  <a:pt x="101262" y="16329"/>
                </a:lnTo>
                <a:lnTo>
                  <a:pt x="101265" y="16376"/>
                </a:lnTo>
                <a:lnTo>
                  <a:pt x="101267" y="16421"/>
                </a:lnTo>
                <a:lnTo>
                  <a:pt x="101271" y="16466"/>
                </a:lnTo>
                <a:lnTo>
                  <a:pt x="101275" y="16509"/>
                </a:lnTo>
                <a:lnTo>
                  <a:pt x="101279" y="16551"/>
                </a:lnTo>
                <a:lnTo>
                  <a:pt x="101284" y="16591"/>
                </a:lnTo>
                <a:lnTo>
                  <a:pt x="101290" y="16630"/>
                </a:lnTo>
                <a:lnTo>
                  <a:pt x="101296" y="16668"/>
                </a:lnTo>
                <a:lnTo>
                  <a:pt x="101302" y="16705"/>
                </a:lnTo>
                <a:lnTo>
                  <a:pt x="101309" y="16740"/>
                </a:lnTo>
                <a:lnTo>
                  <a:pt x="101317" y="16774"/>
                </a:lnTo>
                <a:lnTo>
                  <a:pt x="101325" y="16807"/>
                </a:lnTo>
                <a:lnTo>
                  <a:pt x="101334" y="16838"/>
                </a:lnTo>
                <a:lnTo>
                  <a:pt x="101343" y="16868"/>
                </a:lnTo>
                <a:lnTo>
                  <a:pt x="101352" y="16897"/>
                </a:lnTo>
                <a:lnTo>
                  <a:pt x="101363" y="16925"/>
                </a:lnTo>
                <a:lnTo>
                  <a:pt x="101373" y="16951"/>
                </a:lnTo>
                <a:lnTo>
                  <a:pt x="101384" y="16976"/>
                </a:lnTo>
                <a:lnTo>
                  <a:pt x="101396" y="16999"/>
                </a:lnTo>
                <a:lnTo>
                  <a:pt x="101408" y="17021"/>
                </a:lnTo>
                <a:lnTo>
                  <a:pt x="101421" y="17043"/>
                </a:lnTo>
                <a:lnTo>
                  <a:pt x="101435" y="17063"/>
                </a:lnTo>
                <a:lnTo>
                  <a:pt x="101448" y="17082"/>
                </a:lnTo>
                <a:lnTo>
                  <a:pt x="101463" y="17101"/>
                </a:lnTo>
                <a:lnTo>
                  <a:pt x="101478" y="17118"/>
                </a:lnTo>
                <a:lnTo>
                  <a:pt x="101493" y="17135"/>
                </a:lnTo>
                <a:lnTo>
                  <a:pt x="101509" y="17150"/>
                </a:lnTo>
                <a:lnTo>
                  <a:pt x="101525" y="17165"/>
                </a:lnTo>
                <a:lnTo>
                  <a:pt x="101542" y="17179"/>
                </a:lnTo>
                <a:lnTo>
                  <a:pt x="101560" y="17192"/>
                </a:lnTo>
                <a:lnTo>
                  <a:pt x="101578" y="17204"/>
                </a:lnTo>
                <a:lnTo>
                  <a:pt x="101596" y="17216"/>
                </a:lnTo>
                <a:lnTo>
                  <a:pt x="101616" y="17226"/>
                </a:lnTo>
                <a:lnTo>
                  <a:pt x="101635" y="17235"/>
                </a:lnTo>
                <a:lnTo>
                  <a:pt x="101655" y="17244"/>
                </a:lnTo>
                <a:lnTo>
                  <a:pt x="101676" y="17252"/>
                </a:lnTo>
                <a:lnTo>
                  <a:pt x="101697" y="17258"/>
                </a:lnTo>
                <a:lnTo>
                  <a:pt x="101719" y="17264"/>
                </a:lnTo>
                <a:lnTo>
                  <a:pt x="101741" y="17269"/>
                </a:lnTo>
                <a:lnTo>
                  <a:pt x="101764" y="17273"/>
                </a:lnTo>
                <a:lnTo>
                  <a:pt x="101787" y="17276"/>
                </a:lnTo>
                <a:lnTo>
                  <a:pt x="101811" y="17279"/>
                </a:lnTo>
                <a:lnTo>
                  <a:pt x="101835" y="17280"/>
                </a:lnTo>
                <a:lnTo>
                  <a:pt x="101860" y="17280"/>
                </a:lnTo>
                <a:lnTo>
                  <a:pt x="108845" y="17280"/>
                </a:lnTo>
                <a:lnTo>
                  <a:pt x="108869" y="17280"/>
                </a:lnTo>
                <a:lnTo>
                  <a:pt x="108892" y="17279"/>
                </a:lnTo>
                <a:lnTo>
                  <a:pt x="108914" y="17277"/>
                </a:lnTo>
                <a:lnTo>
                  <a:pt x="108936" y="17273"/>
                </a:lnTo>
                <a:lnTo>
                  <a:pt x="108958" y="17270"/>
                </a:lnTo>
                <a:lnTo>
                  <a:pt x="108979" y="17265"/>
                </a:lnTo>
                <a:lnTo>
                  <a:pt x="109000" y="17259"/>
                </a:lnTo>
                <a:lnTo>
                  <a:pt x="109020" y="17253"/>
                </a:lnTo>
                <a:lnTo>
                  <a:pt x="109040" y="17245"/>
                </a:lnTo>
                <a:lnTo>
                  <a:pt x="109059" y="17237"/>
                </a:lnTo>
                <a:lnTo>
                  <a:pt x="109078" y="17228"/>
                </a:lnTo>
                <a:lnTo>
                  <a:pt x="109096" y="17218"/>
                </a:lnTo>
                <a:lnTo>
                  <a:pt x="109114" y="17207"/>
                </a:lnTo>
                <a:lnTo>
                  <a:pt x="109131" y="17195"/>
                </a:lnTo>
                <a:lnTo>
                  <a:pt x="109148" y="17182"/>
                </a:lnTo>
                <a:lnTo>
                  <a:pt x="109165" y="17169"/>
                </a:lnTo>
                <a:lnTo>
                  <a:pt x="109181" y="17155"/>
                </a:lnTo>
                <a:lnTo>
                  <a:pt x="109196" y="17139"/>
                </a:lnTo>
                <a:lnTo>
                  <a:pt x="109211" y="17123"/>
                </a:lnTo>
                <a:lnTo>
                  <a:pt x="109226" y="17106"/>
                </a:lnTo>
                <a:lnTo>
                  <a:pt x="109240" y="17088"/>
                </a:lnTo>
                <a:lnTo>
                  <a:pt x="109254" y="17070"/>
                </a:lnTo>
                <a:lnTo>
                  <a:pt x="109267" y="17050"/>
                </a:lnTo>
                <a:lnTo>
                  <a:pt x="109280" y="17030"/>
                </a:lnTo>
                <a:lnTo>
                  <a:pt x="109292" y="17008"/>
                </a:lnTo>
                <a:lnTo>
                  <a:pt x="109304" y="16985"/>
                </a:lnTo>
                <a:lnTo>
                  <a:pt x="109315" y="16961"/>
                </a:lnTo>
                <a:lnTo>
                  <a:pt x="109326" y="16935"/>
                </a:lnTo>
                <a:lnTo>
                  <a:pt x="109336" y="16908"/>
                </a:lnTo>
                <a:lnTo>
                  <a:pt x="109346" y="16879"/>
                </a:lnTo>
                <a:lnTo>
                  <a:pt x="109355" y="16849"/>
                </a:lnTo>
                <a:lnTo>
                  <a:pt x="109363" y="16818"/>
                </a:lnTo>
                <a:lnTo>
                  <a:pt x="109372" y="16785"/>
                </a:lnTo>
                <a:lnTo>
                  <a:pt x="109379" y="16751"/>
                </a:lnTo>
                <a:lnTo>
                  <a:pt x="109386" y="16716"/>
                </a:lnTo>
                <a:lnTo>
                  <a:pt x="109393" y="16679"/>
                </a:lnTo>
                <a:lnTo>
                  <a:pt x="109399" y="16640"/>
                </a:lnTo>
                <a:lnTo>
                  <a:pt x="109404" y="16601"/>
                </a:lnTo>
                <a:lnTo>
                  <a:pt x="109409" y="16560"/>
                </a:lnTo>
                <a:lnTo>
                  <a:pt x="109414" y="16517"/>
                </a:lnTo>
                <a:lnTo>
                  <a:pt x="109418" y="16473"/>
                </a:lnTo>
                <a:lnTo>
                  <a:pt x="109421" y="16428"/>
                </a:lnTo>
                <a:lnTo>
                  <a:pt x="109424" y="16381"/>
                </a:lnTo>
                <a:lnTo>
                  <a:pt x="109426" y="16333"/>
                </a:lnTo>
                <a:lnTo>
                  <a:pt x="109428" y="16284"/>
                </a:lnTo>
                <a:lnTo>
                  <a:pt x="109429" y="16233"/>
                </a:lnTo>
                <a:lnTo>
                  <a:pt x="109430" y="16181"/>
                </a:lnTo>
                <a:lnTo>
                  <a:pt x="109430" y="16127"/>
                </a:lnTo>
                <a:lnTo>
                  <a:pt x="109430" y="16101"/>
                </a:lnTo>
                <a:lnTo>
                  <a:pt x="109430" y="16075"/>
                </a:lnTo>
                <a:lnTo>
                  <a:pt x="109430" y="16049"/>
                </a:lnTo>
                <a:lnTo>
                  <a:pt x="109429" y="16024"/>
                </a:lnTo>
                <a:lnTo>
                  <a:pt x="109429" y="15999"/>
                </a:lnTo>
                <a:lnTo>
                  <a:pt x="109428" y="15975"/>
                </a:lnTo>
                <a:close/>
                <a:moveTo>
                  <a:pt x="193332" y="14326"/>
                </a:moveTo>
                <a:lnTo>
                  <a:pt x="193327" y="14201"/>
                </a:lnTo>
                <a:lnTo>
                  <a:pt x="193320" y="14077"/>
                </a:lnTo>
                <a:lnTo>
                  <a:pt x="193313" y="13956"/>
                </a:lnTo>
                <a:lnTo>
                  <a:pt x="193305" y="13835"/>
                </a:lnTo>
                <a:lnTo>
                  <a:pt x="193296" y="13717"/>
                </a:lnTo>
                <a:lnTo>
                  <a:pt x="193286" y="13600"/>
                </a:lnTo>
                <a:lnTo>
                  <a:pt x="193275" y="13485"/>
                </a:lnTo>
                <a:lnTo>
                  <a:pt x="193263" y="13371"/>
                </a:lnTo>
                <a:lnTo>
                  <a:pt x="193250" y="13259"/>
                </a:lnTo>
                <a:lnTo>
                  <a:pt x="193236" y="13148"/>
                </a:lnTo>
                <a:lnTo>
                  <a:pt x="193221" y="13039"/>
                </a:lnTo>
                <a:lnTo>
                  <a:pt x="193205" y="12932"/>
                </a:lnTo>
                <a:lnTo>
                  <a:pt x="193189" y="12826"/>
                </a:lnTo>
                <a:lnTo>
                  <a:pt x="193171" y="12722"/>
                </a:lnTo>
                <a:lnTo>
                  <a:pt x="193152" y="12619"/>
                </a:lnTo>
                <a:lnTo>
                  <a:pt x="193133" y="12518"/>
                </a:lnTo>
                <a:lnTo>
                  <a:pt x="193112" y="12419"/>
                </a:lnTo>
                <a:lnTo>
                  <a:pt x="193091" y="12321"/>
                </a:lnTo>
                <a:lnTo>
                  <a:pt x="193068" y="12225"/>
                </a:lnTo>
                <a:lnTo>
                  <a:pt x="193044" y="12130"/>
                </a:lnTo>
                <a:lnTo>
                  <a:pt x="193020" y="12036"/>
                </a:lnTo>
                <a:lnTo>
                  <a:pt x="192994" y="11943"/>
                </a:lnTo>
                <a:lnTo>
                  <a:pt x="192966" y="11852"/>
                </a:lnTo>
                <a:lnTo>
                  <a:pt x="192938" y="11761"/>
                </a:lnTo>
                <a:lnTo>
                  <a:pt x="192908" y="11671"/>
                </a:lnTo>
                <a:lnTo>
                  <a:pt x="192877" y="11582"/>
                </a:lnTo>
                <a:lnTo>
                  <a:pt x="192844" y="11494"/>
                </a:lnTo>
                <a:lnTo>
                  <a:pt x="192811" y="11408"/>
                </a:lnTo>
                <a:lnTo>
                  <a:pt x="192776" y="11322"/>
                </a:lnTo>
                <a:lnTo>
                  <a:pt x="192740" y="11237"/>
                </a:lnTo>
                <a:lnTo>
                  <a:pt x="192703" y="11153"/>
                </a:lnTo>
                <a:lnTo>
                  <a:pt x="192664" y="11071"/>
                </a:lnTo>
                <a:lnTo>
                  <a:pt x="192624" y="10989"/>
                </a:lnTo>
                <a:lnTo>
                  <a:pt x="192583" y="10908"/>
                </a:lnTo>
                <a:lnTo>
                  <a:pt x="192541" y="10829"/>
                </a:lnTo>
                <a:lnTo>
                  <a:pt x="192497" y="10750"/>
                </a:lnTo>
                <a:lnTo>
                  <a:pt x="192452" y="10672"/>
                </a:lnTo>
                <a:lnTo>
                  <a:pt x="192406" y="10596"/>
                </a:lnTo>
                <a:lnTo>
                  <a:pt x="192359" y="10520"/>
                </a:lnTo>
                <a:lnTo>
                  <a:pt x="192310" y="10446"/>
                </a:lnTo>
                <a:lnTo>
                  <a:pt x="192261" y="10372"/>
                </a:lnTo>
                <a:lnTo>
                  <a:pt x="192210" y="10299"/>
                </a:lnTo>
                <a:lnTo>
                  <a:pt x="192157" y="10228"/>
                </a:lnTo>
                <a:lnTo>
                  <a:pt x="192104" y="10157"/>
                </a:lnTo>
                <a:lnTo>
                  <a:pt x="192049" y="10088"/>
                </a:lnTo>
                <a:lnTo>
                  <a:pt x="191992" y="10020"/>
                </a:lnTo>
                <a:lnTo>
                  <a:pt x="191935" y="9953"/>
                </a:lnTo>
                <a:lnTo>
                  <a:pt x="191876" y="9888"/>
                </a:lnTo>
                <a:lnTo>
                  <a:pt x="191815" y="9823"/>
                </a:lnTo>
                <a:lnTo>
                  <a:pt x="191753" y="9760"/>
                </a:lnTo>
                <a:lnTo>
                  <a:pt x="191690" y="9698"/>
                </a:lnTo>
                <a:lnTo>
                  <a:pt x="191626" y="9637"/>
                </a:lnTo>
                <a:lnTo>
                  <a:pt x="191560" y="9577"/>
                </a:lnTo>
                <a:lnTo>
                  <a:pt x="191493" y="9519"/>
                </a:lnTo>
                <a:lnTo>
                  <a:pt x="191424" y="9461"/>
                </a:lnTo>
                <a:lnTo>
                  <a:pt x="191354" y="9405"/>
                </a:lnTo>
                <a:lnTo>
                  <a:pt x="191283" y="9350"/>
                </a:lnTo>
                <a:lnTo>
                  <a:pt x="191210" y="9296"/>
                </a:lnTo>
                <a:lnTo>
                  <a:pt x="191136" y="9244"/>
                </a:lnTo>
                <a:lnTo>
                  <a:pt x="191061" y="9192"/>
                </a:lnTo>
                <a:lnTo>
                  <a:pt x="190984" y="9142"/>
                </a:lnTo>
                <a:lnTo>
                  <a:pt x="190906" y="9093"/>
                </a:lnTo>
                <a:lnTo>
                  <a:pt x="190826" y="9045"/>
                </a:lnTo>
                <a:lnTo>
                  <a:pt x="190745" y="8999"/>
                </a:lnTo>
                <a:lnTo>
                  <a:pt x="190663" y="8953"/>
                </a:lnTo>
                <a:lnTo>
                  <a:pt x="190579" y="8909"/>
                </a:lnTo>
                <a:lnTo>
                  <a:pt x="190494" y="8866"/>
                </a:lnTo>
                <a:lnTo>
                  <a:pt x="190408" y="8824"/>
                </a:lnTo>
                <a:lnTo>
                  <a:pt x="190320" y="8784"/>
                </a:lnTo>
                <a:lnTo>
                  <a:pt x="190230" y="8746"/>
                </a:lnTo>
                <a:lnTo>
                  <a:pt x="190139" y="8710"/>
                </a:lnTo>
                <a:lnTo>
                  <a:pt x="190045" y="8676"/>
                </a:lnTo>
                <a:lnTo>
                  <a:pt x="189951" y="8643"/>
                </a:lnTo>
                <a:lnTo>
                  <a:pt x="189854" y="8612"/>
                </a:lnTo>
                <a:lnTo>
                  <a:pt x="189756" y="8583"/>
                </a:lnTo>
                <a:lnTo>
                  <a:pt x="189657" y="8555"/>
                </a:lnTo>
                <a:lnTo>
                  <a:pt x="189555" y="8530"/>
                </a:lnTo>
                <a:lnTo>
                  <a:pt x="189452" y="8506"/>
                </a:lnTo>
                <a:lnTo>
                  <a:pt x="189348" y="8484"/>
                </a:lnTo>
                <a:lnTo>
                  <a:pt x="189241" y="8463"/>
                </a:lnTo>
                <a:lnTo>
                  <a:pt x="189133" y="8445"/>
                </a:lnTo>
                <a:lnTo>
                  <a:pt x="189024" y="8428"/>
                </a:lnTo>
                <a:lnTo>
                  <a:pt x="188912" y="8413"/>
                </a:lnTo>
                <a:lnTo>
                  <a:pt x="188799" y="8399"/>
                </a:lnTo>
                <a:lnTo>
                  <a:pt x="188685" y="8388"/>
                </a:lnTo>
                <a:lnTo>
                  <a:pt x="188569" y="8378"/>
                </a:lnTo>
                <a:lnTo>
                  <a:pt x="188451" y="8370"/>
                </a:lnTo>
                <a:lnTo>
                  <a:pt x="188331" y="8364"/>
                </a:lnTo>
                <a:lnTo>
                  <a:pt x="188210" y="8360"/>
                </a:lnTo>
                <a:lnTo>
                  <a:pt x="188087" y="8357"/>
                </a:lnTo>
                <a:lnTo>
                  <a:pt x="187963" y="8356"/>
                </a:lnTo>
                <a:lnTo>
                  <a:pt x="187855" y="8357"/>
                </a:lnTo>
                <a:lnTo>
                  <a:pt x="187748" y="8361"/>
                </a:lnTo>
                <a:lnTo>
                  <a:pt x="187641" y="8366"/>
                </a:lnTo>
                <a:lnTo>
                  <a:pt x="187534" y="8374"/>
                </a:lnTo>
                <a:lnTo>
                  <a:pt x="187427" y="8385"/>
                </a:lnTo>
                <a:lnTo>
                  <a:pt x="187321" y="8397"/>
                </a:lnTo>
                <a:lnTo>
                  <a:pt x="187214" y="8412"/>
                </a:lnTo>
                <a:lnTo>
                  <a:pt x="187107" y="8429"/>
                </a:lnTo>
                <a:lnTo>
                  <a:pt x="187001" y="8449"/>
                </a:lnTo>
                <a:lnTo>
                  <a:pt x="186895" y="8471"/>
                </a:lnTo>
                <a:lnTo>
                  <a:pt x="186788" y="8495"/>
                </a:lnTo>
                <a:lnTo>
                  <a:pt x="186682" y="8521"/>
                </a:lnTo>
                <a:lnTo>
                  <a:pt x="186576" y="8550"/>
                </a:lnTo>
                <a:lnTo>
                  <a:pt x="186470" y="8581"/>
                </a:lnTo>
                <a:lnTo>
                  <a:pt x="186364" y="8614"/>
                </a:lnTo>
                <a:lnTo>
                  <a:pt x="186258" y="8649"/>
                </a:lnTo>
                <a:lnTo>
                  <a:pt x="186152" y="8687"/>
                </a:lnTo>
                <a:lnTo>
                  <a:pt x="186046" y="8727"/>
                </a:lnTo>
                <a:lnTo>
                  <a:pt x="185941" y="8770"/>
                </a:lnTo>
                <a:lnTo>
                  <a:pt x="185835" y="8815"/>
                </a:lnTo>
                <a:lnTo>
                  <a:pt x="185730" y="8862"/>
                </a:lnTo>
                <a:lnTo>
                  <a:pt x="185624" y="8911"/>
                </a:lnTo>
                <a:lnTo>
                  <a:pt x="185519" y="8962"/>
                </a:lnTo>
                <a:lnTo>
                  <a:pt x="185414" y="9016"/>
                </a:lnTo>
                <a:lnTo>
                  <a:pt x="185309" y="9073"/>
                </a:lnTo>
                <a:lnTo>
                  <a:pt x="185204" y="9132"/>
                </a:lnTo>
                <a:lnTo>
                  <a:pt x="185098" y="9193"/>
                </a:lnTo>
                <a:lnTo>
                  <a:pt x="184993" y="9257"/>
                </a:lnTo>
                <a:lnTo>
                  <a:pt x="184888" y="9324"/>
                </a:lnTo>
                <a:lnTo>
                  <a:pt x="184783" y="9394"/>
                </a:lnTo>
                <a:lnTo>
                  <a:pt x="184677" y="9466"/>
                </a:lnTo>
                <a:lnTo>
                  <a:pt x="184572" y="9541"/>
                </a:lnTo>
                <a:lnTo>
                  <a:pt x="184466" y="9618"/>
                </a:lnTo>
                <a:lnTo>
                  <a:pt x="184361" y="9698"/>
                </a:lnTo>
                <a:lnTo>
                  <a:pt x="184256" y="9781"/>
                </a:lnTo>
                <a:lnTo>
                  <a:pt x="184150" y="9866"/>
                </a:lnTo>
                <a:lnTo>
                  <a:pt x="184045" y="9954"/>
                </a:lnTo>
                <a:lnTo>
                  <a:pt x="183939" y="10045"/>
                </a:lnTo>
                <a:lnTo>
                  <a:pt x="183833" y="10138"/>
                </a:lnTo>
                <a:lnTo>
                  <a:pt x="183728" y="10234"/>
                </a:lnTo>
                <a:lnTo>
                  <a:pt x="183622" y="10333"/>
                </a:lnTo>
                <a:lnTo>
                  <a:pt x="183517" y="10434"/>
                </a:lnTo>
                <a:lnTo>
                  <a:pt x="183411" y="10538"/>
                </a:lnTo>
                <a:lnTo>
                  <a:pt x="183305" y="10645"/>
                </a:lnTo>
                <a:lnTo>
                  <a:pt x="183199" y="10754"/>
                </a:lnTo>
                <a:lnTo>
                  <a:pt x="183094" y="10865"/>
                </a:lnTo>
                <a:lnTo>
                  <a:pt x="182988" y="10980"/>
                </a:lnTo>
                <a:lnTo>
                  <a:pt x="182882" y="11097"/>
                </a:lnTo>
                <a:lnTo>
                  <a:pt x="182882" y="9108"/>
                </a:lnTo>
                <a:lnTo>
                  <a:pt x="182882" y="9097"/>
                </a:lnTo>
                <a:lnTo>
                  <a:pt x="182882" y="9086"/>
                </a:lnTo>
                <a:lnTo>
                  <a:pt x="182881" y="9075"/>
                </a:lnTo>
                <a:lnTo>
                  <a:pt x="182880" y="9065"/>
                </a:lnTo>
                <a:lnTo>
                  <a:pt x="182879" y="9054"/>
                </a:lnTo>
                <a:lnTo>
                  <a:pt x="182878" y="9044"/>
                </a:lnTo>
                <a:lnTo>
                  <a:pt x="182877" y="9034"/>
                </a:lnTo>
                <a:lnTo>
                  <a:pt x="182876" y="9024"/>
                </a:lnTo>
                <a:lnTo>
                  <a:pt x="182874" y="9014"/>
                </a:lnTo>
                <a:lnTo>
                  <a:pt x="182872" y="9004"/>
                </a:lnTo>
                <a:lnTo>
                  <a:pt x="182870" y="8994"/>
                </a:lnTo>
                <a:lnTo>
                  <a:pt x="182867" y="8985"/>
                </a:lnTo>
                <a:lnTo>
                  <a:pt x="182865" y="8976"/>
                </a:lnTo>
                <a:lnTo>
                  <a:pt x="182862" y="8966"/>
                </a:lnTo>
                <a:lnTo>
                  <a:pt x="182859" y="8957"/>
                </a:lnTo>
                <a:lnTo>
                  <a:pt x="182856" y="8948"/>
                </a:lnTo>
                <a:lnTo>
                  <a:pt x="182853" y="8940"/>
                </a:lnTo>
                <a:lnTo>
                  <a:pt x="182849" y="8931"/>
                </a:lnTo>
                <a:lnTo>
                  <a:pt x="182845" y="8923"/>
                </a:lnTo>
                <a:lnTo>
                  <a:pt x="182841" y="8914"/>
                </a:lnTo>
                <a:lnTo>
                  <a:pt x="182837" y="8906"/>
                </a:lnTo>
                <a:lnTo>
                  <a:pt x="182833" y="8898"/>
                </a:lnTo>
                <a:lnTo>
                  <a:pt x="182828" y="8890"/>
                </a:lnTo>
                <a:lnTo>
                  <a:pt x="182824" y="8883"/>
                </a:lnTo>
                <a:lnTo>
                  <a:pt x="182819" y="8875"/>
                </a:lnTo>
                <a:lnTo>
                  <a:pt x="182813" y="8867"/>
                </a:lnTo>
                <a:lnTo>
                  <a:pt x="182808" y="8860"/>
                </a:lnTo>
                <a:lnTo>
                  <a:pt x="182802" y="8852"/>
                </a:lnTo>
                <a:lnTo>
                  <a:pt x="182796" y="8845"/>
                </a:lnTo>
                <a:lnTo>
                  <a:pt x="182790" y="8838"/>
                </a:lnTo>
                <a:lnTo>
                  <a:pt x="182783" y="8830"/>
                </a:lnTo>
                <a:lnTo>
                  <a:pt x="182776" y="8823"/>
                </a:lnTo>
                <a:lnTo>
                  <a:pt x="182769" y="8816"/>
                </a:lnTo>
                <a:lnTo>
                  <a:pt x="182762" y="8809"/>
                </a:lnTo>
                <a:lnTo>
                  <a:pt x="182754" y="8802"/>
                </a:lnTo>
                <a:lnTo>
                  <a:pt x="182746" y="8795"/>
                </a:lnTo>
                <a:lnTo>
                  <a:pt x="182738" y="8788"/>
                </a:lnTo>
                <a:lnTo>
                  <a:pt x="182730" y="8781"/>
                </a:lnTo>
                <a:lnTo>
                  <a:pt x="182721" y="8774"/>
                </a:lnTo>
                <a:lnTo>
                  <a:pt x="182712" y="8767"/>
                </a:lnTo>
                <a:lnTo>
                  <a:pt x="182703" y="8761"/>
                </a:lnTo>
                <a:lnTo>
                  <a:pt x="182693" y="8754"/>
                </a:lnTo>
                <a:lnTo>
                  <a:pt x="182684" y="8747"/>
                </a:lnTo>
                <a:lnTo>
                  <a:pt x="182674" y="8741"/>
                </a:lnTo>
                <a:lnTo>
                  <a:pt x="182664" y="8734"/>
                </a:lnTo>
                <a:lnTo>
                  <a:pt x="182653" y="8728"/>
                </a:lnTo>
                <a:lnTo>
                  <a:pt x="182642" y="8722"/>
                </a:lnTo>
                <a:lnTo>
                  <a:pt x="182631" y="8715"/>
                </a:lnTo>
                <a:lnTo>
                  <a:pt x="182620" y="8709"/>
                </a:lnTo>
                <a:lnTo>
                  <a:pt x="182608" y="8703"/>
                </a:lnTo>
                <a:lnTo>
                  <a:pt x="182596" y="8697"/>
                </a:lnTo>
                <a:lnTo>
                  <a:pt x="182584" y="8692"/>
                </a:lnTo>
                <a:lnTo>
                  <a:pt x="182571" y="8686"/>
                </a:lnTo>
                <a:lnTo>
                  <a:pt x="182558" y="8681"/>
                </a:lnTo>
                <a:lnTo>
                  <a:pt x="182544" y="8676"/>
                </a:lnTo>
                <a:lnTo>
                  <a:pt x="182530" y="8671"/>
                </a:lnTo>
                <a:lnTo>
                  <a:pt x="182516" y="8666"/>
                </a:lnTo>
                <a:lnTo>
                  <a:pt x="182501" y="8661"/>
                </a:lnTo>
                <a:lnTo>
                  <a:pt x="182486" y="8657"/>
                </a:lnTo>
                <a:lnTo>
                  <a:pt x="182470" y="8653"/>
                </a:lnTo>
                <a:lnTo>
                  <a:pt x="182455" y="8649"/>
                </a:lnTo>
                <a:lnTo>
                  <a:pt x="182438" y="8645"/>
                </a:lnTo>
                <a:lnTo>
                  <a:pt x="182422" y="8641"/>
                </a:lnTo>
                <a:lnTo>
                  <a:pt x="182405" y="8637"/>
                </a:lnTo>
                <a:lnTo>
                  <a:pt x="182387" y="8634"/>
                </a:lnTo>
                <a:lnTo>
                  <a:pt x="182370" y="8631"/>
                </a:lnTo>
                <a:lnTo>
                  <a:pt x="182352" y="8628"/>
                </a:lnTo>
                <a:lnTo>
                  <a:pt x="182333" y="8625"/>
                </a:lnTo>
                <a:lnTo>
                  <a:pt x="182314" y="8622"/>
                </a:lnTo>
                <a:lnTo>
                  <a:pt x="182295" y="8620"/>
                </a:lnTo>
                <a:lnTo>
                  <a:pt x="182275" y="8617"/>
                </a:lnTo>
                <a:lnTo>
                  <a:pt x="182255" y="8615"/>
                </a:lnTo>
                <a:lnTo>
                  <a:pt x="182235" y="8613"/>
                </a:lnTo>
                <a:lnTo>
                  <a:pt x="182214" y="8611"/>
                </a:lnTo>
                <a:lnTo>
                  <a:pt x="182193" y="8609"/>
                </a:lnTo>
                <a:lnTo>
                  <a:pt x="182171" y="8607"/>
                </a:lnTo>
                <a:lnTo>
                  <a:pt x="182149" y="8606"/>
                </a:lnTo>
                <a:lnTo>
                  <a:pt x="182126" y="8604"/>
                </a:lnTo>
                <a:lnTo>
                  <a:pt x="182103" y="8603"/>
                </a:lnTo>
                <a:lnTo>
                  <a:pt x="182080" y="8601"/>
                </a:lnTo>
                <a:lnTo>
                  <a:pt x="182056" y="8600"/>
                </a:lnTo>
                <a:lnTo>
                  <a:pt x="182032" y="8599"/>
                </a:lnTo>
                <a:lnTo>
                  <a:pt x="182007" y="8597"/>
                </a:lnTo>
                <a:lnTo>
                  <a:pt x="181982" y="8596"/>
                </a:lnTo>
                <a:lnTo>
                  <a:pt x="181956" y="8595"/>
                </a:lnTo>
                <a:lnTo>
                  <a:pt x="181930" y="8594"/>
                </a:lnTo>
                <a:lnTo>
                  <a:pt x="181903" y="8594"/>
                </a:lnTo>
                <a:lnTo>
                  <a:pt x="181876" y="8593"/>
                </a:lnTo>
                <a:lnTo>
                  <a:pt x="181849" y="8592"/>
                </a:lnTo>
                <a:lnTo>
                  <a:pt x="181821" y="8592"/>
                </a:lnTo>
                <a:lnTo>
                  <a:pt x="181793" y="8591"/>
                </a:lnTo>
                <a:lnTo>
                  <a:pt x="181764" y="8591"/>
                </a:lnTo>
                <a:lnTo>
                  <a:pt x="181735" y="8590"/>
                </a:lnTo>
                <a:lnTo>
                  <a:pt x="181706" y="8590"/>
                </a:lnTo>
                <a:lnTo>
                  <a:pt x="181676" y="8590"/>
                </a:lnTo>
                <a:lnTo>
                  <a:pt x="181645" y="8590"/>
                </a:lnTo>
                <a:lnTo>
                  <a:pt x="181614" y="8590"/>
                </a:lnTo>
                <a:lnTo>
                  <a:pt x="181582" y="8590"/>
                </a:lnTo>
                <a:lnTo>
                  <a:pt x="181552" y="8590"/>
                </a:lnTo>
                <a:lnTo>
                  <a:pt x="181521" y="8591"/>
                </a:lnTo>
                <a:lnTo>
                  <a:pt x="181492" y="8591"/>
                </a:lnTo>
                <a:lnTo>
                  <a:pt x="181463" y="8592"/>
                </a:lnTo>
                <a:lnTo>
                  <a:pt x="181434" y="8592"/>
                </a:lnTo>
                <a:lnTo>
                  <a:pt x="181406" y="8593"/>
                </a:lnTo>
                <a:lnTo>
                  <a:pt x="181378" y="8594"/>
                </a:lnTo>
                <a:lnTo>
                  <a:pt x="181351" y="8594"/>
                </a:lnTo>
                <a:lnTo>
                  <a:pt x="181325" y="8595"/>
                </a:lnTo>
                <a:lnTo>
                  <a:pt x="181299" y="8596"/>
                </a:lnTo>
                <a:lnTo>
                  <a:pt x="181273" y="8597"/>
                </a:lnTo>
                <a:lnTo>
                  <a:pt x="181248" y="8599"/>
                </a:lnTo>
                <a:lnTo>
                  <a:pt x="181224" y="8600"/>
                </a:lnTo>
                <a:lnTo>
                  <a:pt x="181200" y="8601"/>
                </a:lnTo>
                <a:lnTo>
                  <a:pt x="181176" y="8603"/>
                </a:lnTo>
                <a:lnTo>
                  <a:pt x="181153" y="8604"/>
                </a:lnTo>
                <a:lnTo>
                  <a:pt x="181131" y="8606"/>
                </a:lnTo>
                <a:lnTo>
                  <a:pt x="181109" y="8607"/>
                </a:lnTo>
                <a:lnTo>
                  <a:pt x="181088" y="8609"/>
                </a:lnTo>
                <a:lnTo>
                  <a:pt x="181067" y="8611"/>
                </a:lnTo>
                <a:lnTo>
                  <a:pt x="181047" y="8613"/>
                </a:lnTo>
                <a:lnTo>
                  <a:pt x="181027" y="8615"/>
                </a:lnTo>
                <a:lnTo>
                  <a:pt x="181008" y="8617"/>
                </a:lnTo>
                <a:lnTo>
                  <a:pt x="180989" y="8620"/>
                </a:lnTo>
                <a:lnTo>
                  <a:pt x="180970" y="8622"/>
                </a:lnTo>
                <a:lnTo>
                  <a:pt x="180951" y="8625"/>
                </a:lnTo>
                <a:lnTo>
                  <a:pt x="180933" y="8628"/>
                </a:lnTo>
                <a:lnTo>
                  <a:pt x="180915" y="8631"/>
                </a:lnTo>
                <a:lnTo>
                  <a:pt x="180898" y="8634"/>
                </a:lnTo>
                <a:lnTo>
                  <a:pt x="180880" y="8637"/>
                </a:lnTo>
                <a:lnTo>
                  <a:pt x="180863" y="8641"/>
                </a:lnTo>
                <a:lnTo>
                  <a:pt x="180846" y="8645"/>
                </a:lnTo>
                <a:lnTo>
                  <a:pt x="180830" y="8649"/>
                </a:lnTo>
                <a:lnTo>
                  <a:pt x="180814" y="8653"/>
                </a:lnTo>
                <a:lnTo>
                  <a:pt x="180798" y="8657"/>
                </a:lnTo>
                <a:lnTo>
                  <a:pt x="180782" y="8661"/>
                </a:lnTo>
                <a:lnTo>
                  <a:pt x="180767" y="8666"/>
                </a:lnTo>
                <a:lnTo>
                  <a:pt x="180752" y="8671"/>
                </a:lnTo>
                <a:lnTo>
                  <a:pt x="180737" y="8676"/>
                </a:lnTo>
                <a:lnTo>
                  <a:pt x="180723" y="8681"/>
                </a:lnTo>
                <a:lnTo>
                  <a:pt x="180709" y="8686"/>
                </a:lnTo>
                <a:lnTo>
                  <a:pt x="180695" y="8692"/>
                </a:lnTo>
                <a:lnTo>
                  <a:pt x="180681" y="8697"/>
                </a:lnTo>
                <a:lnTo>
                  <a:pt x="180668" y="8703"/>
                </a:lnTo>
                <a:lnTo>
                  <a:pt x="180655" y="8709"/>
                </a:lnTo>
                <a:lnTo>
                  <a:pt x="180643" y="8715"/>
                </a:lnTo>
                <a:lnTo>
                  <a:pt x="180630" y="8722"/>
                </a:lnTo>
                <a:lnTo>
                  <a:pt x="180618" y="8728"/>
                </a:lnTo>
                <a:lnTo>
                  <a:pt x="180607" y="8734"/>
                </a:lnTo>
                <a:lnTo>
                  <a:pt x="180595" y="8741"/>
                </a:lnTo>
                <a:lnTo>
                  <a:pt x="180584" y="8747"/>
                </a:lnTo>
                <a:lnTo>
                  <a:pt x="180574" y="8754"/>
                </a:lnTo>
                <a:lnTo>
                  <a:pt x="180563" y="8761"/>
                </a:lnTo>
                <a:lnTo>
                  <a:pt x="180553" y="8767"/>
                </a:lnTo>
                <a:lnTo>
                  <a:pt x="180544" y="8774"/>
                </a:lnTo>
                <a:lnTo>
                  <a:pt x="180535" y="8781"/>
                </a:lnTo>
                <a:lnTo>
                  <a:pt x="180526" y="8788"/>
                </a:lnTo>
                <a:lnTo>
                  <a:pt x="180517" y="8795"/>
                </a:lnTo>
                <a:lnTo>
                  <a:pt x="180509" y="8802"/>
                </a:lnTo>
                <a:lnTo>
                  <a:pt x="180501" y="8809"/>
                </a:lnTo>
                <a:lnTo>
                  <a:pt x="180494" y="8816"/>
                </a:lnTo>
                <a:lnTo>
                  <a:pt x="180487" y="8823"/>
                </a:lnTo>
                <a:lnTo>
                  <a:pt x="180480" y="8830"/>
                </a:lnTo>
                <a:lnTo>
                  <a:pt x="180473" y="8838"/>
                </a:lnTo>
                <a:lnTo>
                  <a:pt x="180467" y="8845"/>
                </a:lnTo>
                <a:lnTo>
                  <a:pt x="180462" y="8852"/>
                </a:lnTo>
                <a:lnTo>
                  <a:pt x="180456" y="8860"/>
                </a:lnTo>
                <a:lnTo>
                  <a:pt x="180451" y="8867"/>
                </a:lnTo>
                <a:lnTo>
                  <a:pt x="180446" y="8875"/>
                </a:lnTo>
                <a:lnTo>
                  <a:pt x="180442" y="8883"/>
                </a:lnTo>
                <a:lnTo>
                  <a:pt x="180438" y="8890"/>
                </a:lnTo>
                <a:lnTo>
                  <a:pt x="180434" y="8898"/>
                </a:lnTo>
                <a:lnTo>
                  <a:pt x="180430" y="8906"/>
                </a:lnTo>
                <a:lnTo>
                  <a:pt x="180427" y="8914"/>
                </a:lnTo>
                <a:lnTo>
                  <a:pt x="180423" y="8923"/>
                </a:lnTo>
                <a:lnTo>
                  <a:pt x="180420" y="8931"/>
                </a:lnTo>
                <a:lnTo>
                  <a:pt x="180417" y="8940"/>
                </a:lnTo>
                <a:lnTo>
                  <a:pt x="180414" y="8948"/>
                </a:lnTo>
                <a:lnTo>
                  <a:pt x="180411" y="8957"/>
                </a:lnTo>
                <a:lnTo>
                  <a:pt x="180409" y="8966"/>
                </a:lnTo>
                <a:lnTo>
                  <a:pt x="180407" y="8976"/>
                </a:lnTo>
                <a:lnTo>
                  <a:pt x="180404" y="8985"/>
                </a:lnTo>
                <a:lnTo>
                  <a:pt x="180402" y="8994"/>
                </a:lnTo>
                <a:lnTo>
                  <a:pt x="180401" y="9004"/>
                </a:lnTo>
                <a:lnTo>
                  <a:pt x="180399" y="9014"/>
                </a:lnTo>
                <a:lnTo>
                  <a:pt x="180397" y="9024"/>
                </a:lnTo>
                <a:lnTo>
                  <a:pt x="180396" y="9034"/>
                </a:lnTo>
                <a:lnTo>
                  <a:pt x="180395" y="9044"/>
                </a:lnTo>
                <a:lnTo>
                  <a:pt x="180394" y="9054"/>
                </a:lnTo>
                <a:lnTo>
                  <a:pt x="180393" y="9065"/>
                </a:lnTo>
                <a:lnTo>
                  <a:pt x="180393" y="9075"/>
                </a:lnTo>
                <a:lnTo>
                  <a:pt x="180392" y="9086"/>
                </a:lnTo>
                <a:lnTo>
                  <a:pt x="180392" y="9097"/>
                </a:lnTo>
                <a:lnTo>
                  <a:pt x="180392" y="9108"/>
                </a:lnTo>
                <a:lnTo>
                  <a:pt x="180392" y="24149"/>
                </a:lnTo>
                <a:lnTo>
                  <a:pt x="180392" y="24160"/>
                </a:lnTo>
                <a:lnTo>
                  <a:pt x="180392" y="24171"/>
                </a:lnTo>
                <a:lnTo>
                  <a:pt x="180393" y="24182"/>
                </a:lnTo>
                <a:lnTo>
                  <a:pt x="180394" y="24193"/>
                </a:lnTo>
                <a:lnTo>
                  <a:pt x="180394" y="24203"/>
                </a:lnTo>
                <a:lnTo>
                  <a:pt x="180396" y="24213"/>
                </a:lnTo>
                <a:lnTo>
                  <a:pt x="180397" y="24224"/>
                </a:lnTo>
                <a:lnTo>
                  <a:pt x="180398" y="24234"/>
                </a:lnTo>
                <a:lnTo>
                  <a:pt x="180400" y="24244"/>
                </a:lnTo>
                <a:lnTo>
                  <a:pt x="180402" y="24253"/>
                </a:lnTo>
                <a:lnTo>
                  <a:pt x="180404" y="24263"/>
                </a:lnTo>
                <a:lnTo>
                  <a:pt x="180407" y="24272"/>
                </a:lnTo>
                <a:lnTo>
                  <a:pt x="180409" y="24282"/>
                </a:lnTo>
                <a:lnTo>
                  <a:pt x="180412" y="24291"/>
                </a:lnTo>
                <a:lnTo>
                  <a:pt x="180415" y="24300"/>
                </a:lnTo>
                <a:lnTo>
                  <a:pt x="180418" y="24309"/>
                </a:lnTo>
                <a:lnTo>
                  <a:pt x="180421" y="24318"/>
                </a:lnTo>
                <a:lnTo>
                  <a:pt x="180425" y="24326"/>
                </a:lnTo>
                <a:lnTo>
                  <a:pt x="180429" y="24335"/>
                </a:lnTo>
                <a:lnTo>
                  <a:pt x="180433" y="24343"/>
                </a:lnTo>
                <a:lnTo>
                  <a:pt x="180437" y="24351"/>
                </a:lnTo>
                <a:lnTo>
                  <a:pt x="180441" y="24359"/>
                </a:lnTo>
                <a:lnTo>
                  <a:pt x="180446" y="24367"/>
                </a:lnTo>
                <a:lnTo>
                  <a:pt x="180450" y="24375"/>
                </a:lnTo>
                <a:lnTo>
                  <a:pt x="180455" y="24382"/>
                </a:lnTo>
                <a:lnTo>
                  <a:pt x="180461" y="24390"/>
                </a:lnTo>
                <a:lnTo>
                  <a:pt x="180467" y="24397"/>
                </a:lnTo>
                <a:lnTo>
                  <a:pt x="180473" y="24405"/>
                </a:lnTo>
                <a:lnTo>
                  <a:pt x="180479" y="24412"/>
                </a:lnTo>
                <a:lnTo>
                  <a:pt x="180486" y="24419"/>
                </a:lnTo>
                <a:lnTo>
                  <a:pt x="180493" y="24426"/>
                </a:lnTo>
                <a:lnTo>
                  <a:pt x="180501" y="24433"/>
                </a:lnTo>
                <a:lnTo>
                  <a:pt x="180508" y="24440"/>
                </a:lnTo>
                <a:lnTo>
                  <a:pt x="180517" y="24447"/>
                </a:lnTo>
                <a:lnTo>
                  <a:pt x="180525" y="24454"/>
                </a:lnTo>
                <a:lnTo>
                  <a:pt x="180534" y="24460"/>
                </a:lnTo>
                <a:lnTo>
                  <a:pt x="180543" y="24467"/>
                </a:lnTo>
                <a:lnTo>
                  <a:pt x="180553" y="24473"/>
                </a:lnTo>
                <a:lnTo>
                  <a:pt x="180563" y="24480"/>
                </a:lnTo>
                <a:lnTo>
                  <a:pt x="180573" y="24486"/>
                </a:lnTo>
                <a:lnTo>
                  <a:pt x="180584" y="24492"/>
                </a:lnTo>
                <a:lnTo>
                  <a:pt x="180595" y="24499"/>
                </a:lnTo>
                <a:lnTo>
                  <a:pt x="180606" y="24505"/>
                </a:lnTo>
                <a:lnTo>
                  <a:pt x="180618" y="24511"/>
                </a:lnTo>
                <a:lnTo>
                  <a:pt x="180630" y="24516"/>
                </a:lnTo>
                <a:lnTo>
                  <a:pt x="180642" y="24522"/>
                </a:lnTo>
                <a:lnTo>
                  <a:pt x="180655" y="24528"/>
                </a:lnTo>
                <a:lnTo>
                  <a:pt x="180668" y="24534"/>
                </a:lnTo>
                <a:lnTo>
                  <a:pt x="180681" y="24539"/>
                </a:lnTo>
                <a:lnTo>
                  <a:pt x="180695" y="24544"/>
                </a:lnTo>
                <a:lnTo>
                  <a:pt x="180709" y="24550"/>
                </a:lnTo>
                <a:lnTo>
                  <a:pt x="180724" y="24555"/>
                </a:lnTo>
                <a:lnTo>
                  <a:pt x="180739" y="24560"/>
                </a:lnTo>
                <a:lnTo>
                  <a:pt x="180754" y="24565"/>
                </a:lnTo>
                <a:lnTo>
                  <a:pt x="180769" y="24570"/>
                </a:lnTo>
                <a:lnTo>
                  <a:pt x="180786" y="24574"/>
                </a:lnTo>
                <a:lnTo>
                  <a:pt x="180802" y="24579"/>
                </a:lnTo>
                <a:lnTo>
                  <a:pt x="180819" y="24583"/>
                </a:lnTo>
                <a:lnTo>
                  <a:pt x="180836" y="24588"/>
                </a:lnTo>
                <a:lnTo>
                  <a:pt x="180854" y="24592"/>
                </a:lnTo>
                <a:lnTo>
                  <a:pt x="180872" y="24596"/>
                </a:lnTo>
                <a:lnTo>
                  <a:pt x="180890" y="24600"/>
                </a:lnTo>
                <a:lnTo>
                  <a:pt x="180909" y="24604"/>
                </a:lnTo>
                <a:lnTo>
                  <a:pt x="180928" y="24608"/>
                </a:lnTo>
                <a:lnTo>
                  <a:pt x="180947" y="24611"/>
                </a:lnTo>
                <a:lnTo>
                  <a:pt x="180967" y="24615"/>
                </a:lnTo>
                <a:lnTo>
                  <a:pt x="180987" y="24618"/>
                </a:lnTo>
                <a:lnTo>
                  <a:pt x="181008" y="24622"/>
                </a:lnTo>
                <a:lnTo>
                  <a:pt x="181029" y="24625"/>
                </a:lnTo>
                <a:lnTo>
                  <a:pt x="181050" y="24628"/>
                </a:lnTo>
                <a:lnTo>
                  <a:pt x="181072" y="24631"/>
                </a:lnTo>
                <a:lnTo>
                  <a:pt x="181094" y="24634"/>
                </a:lnTo>
                <a:lnTo>
                  <a:pt x="181116" y="24637"/>
                </a:lnTo>
                <a:lnTo>
                  <a:pt x="181139" y="24639"/>
                </a:lnTo>
                <a:lnTo>
                  <a:pt x="181163" y="24642"/>
                </a:lnTo>
                <a:lnTo>
                  <a:pt x="181187" y="24644"/>
                </a:lnTo>
                <a:lnTo>
                  <a:pt x="181211" y="24646"/>
                </a:lnTo>
                <a:lnTo>
                  <a:pt x="181236" y="24648"/>
                </a:lnTo>
                <a:lnTo>
                  <a:pt x="181261" y="24650"/>
                </a:lnTo>
                <a:lnTo>
                  <a:pt x="181287" y="24652"/>
                </a:lnTo>
                <a:lnTo>
                  <a:pt x="181313" y="24654"/>
                </a:lnTo>
                <a:lnTo>
                  <a:pt x="181340" y="24656"/>
                </a:lnTo>
                <a:lnTo>
                  <a:pt x="181367" y="24657"/>
                </a:lnTo>
                <a:lnTo>
                  <a:pt x="181395" y="24659"/>
                </a:lnTo>
                <a:lnTo>
                  <a:pt x="181423" y="24660"/>
                </a:lnTo>
                <a:lnTo>
                  <a:pt x="181451" y="24661"/>
                </a:lnTo>
                <a:lnTo>
                  <a:pt x="181480" y="24663"/>
                </a:lnTo>
                <a:lnTo>
                  <a:pt x="181510" y="24664"/>
                </a:lnTo>
                <a:lnTo>
                  <a:pt x="181540" y="24664"/>
                </a:lnTo>
                <a:lnTo>
                  <a:pt x="181570" y="24665"/>
                </a:lnTo>
                <a:lnTo>
                  <a:pt x="181601" y="24666"/>
                </a:lnTo>
                <a:lnTo>
                  <a:pt x="181632" y="24666"/>
                </a:lnTo>
                <a:lnTo>
                  <a:pt x="181664" y="24667"/>
                </a:lnTo>
                <a:lnTo>
                  <a:pt x="181696" y="24667"/>
                </a:lnTo>
                <a:lnTo>
                  <a:pt x="181729" y="24667"/>
                </a:lnTo>
                <a:lnTo>
                  <a:pt x="181762" y="24667"/>
                </a:lnTo>
                <a:lnTo>
                  <a:pt x="181797" y="24667"/>
                </a:lnTo>
                <a:lnTo>
                  <a:pt x="181831" y="24667"/>
                </a:lnTo>
                <a:lnTo>
                  <a:pt x="181864" y="24667"/>
                </a:lnTo>
                <a:lnTo>
                  <a:pt x="181897" y="24666"/>
                </a:lnTo>
                <a:lnTo>
                  <a:pt x="181930" y="24666"/>
                </a:lnTo>
                <a:lnTo>
                  <a:pt x="181962" y="24665"/>
                </a:lnTo>
                <a:lnTo>
                  <a:pt x="181993" y="24664"/>
                </a:lnTo>
                <a:lnTo>
                  <a:pt x="182024" y="24664"/>
                </a:lnTo>
                <a:lnTo>
                  <a:pt x="182054" y="24663"/>
                </a:lnTo>
                <a:lnTo>
                  <a:pt x="182084" y="24661"/>
                </a:lnTo>
                <a:lnTo>
                  <a:pt x="182114" y="24660"/>
                </a:lnTo>
                <a:lnTo>
                  <a:pt x="182142" y="24659"/>
                </a:lnTo>
                <a:lnTo>
                  <a:pt x="182171" y="24657"/>
                </a:lnTo>
                <a:lnTo>
                  <a:pt x="182199" y="24656"/>
                </a:lnTo>
                <a:lnTo>
                  <a:pt x="182226" y="24654"/>
                </a:lnTo>
                <a:lnTo>
                  <a:pt x="182253" y="24652"/>
                </a:lnTo>
                <a:lnTo>
                  <a:pt x="182279" y="24650"/>
                </a:lnTo>
                <a:lnTo>
                  <a:pt x="182304" y="24648"/>
                </a:lnTo>
                <a:lnTo>
                  <a:pt x="182330" y="24646"/>
                </a:lnTo>
                <a:lnTo>
                  <a:pt x="182354" y="24644"/>
                </a:lnTo>
                <a:lnTo>
                  <a:pt x="182378" y="24642"/>
                </a:lnTo>
                <a:lnTo>
                  <a:pt x="182402" y="24639"/>
                </a:lnTo>
                <a:lnTo>
                  <a:pt x="182425" y="24637"/>
                </a:lnTo>
                <a:lnTo>
                  <a:pt x="182447" y="24634"/>
                </a:lnTo>
                <a:lnTo>
                  <a:pt x="182470" y="24631"/>
                </a:lnTo>
                <a:lnTo>
                  <a:pt x="182491" y="24628"/>
                </a:lnTo>
                <a:lnTo>
                  <a:pt x="182513" y="24625"/>
                </a:lnTo>
                <a:lnTo>
                  <a:pt x="182533" y="24622"/>
                </a:lnTo>
                <a:lnTo>
                  <a:pt x="182554" y="24618"/>
                </a:lnTo>
                <a:lnTo>
                  <a:pt x="182574" y="24615"/>
                </a:lnTo>
                <a:lnTo>
                  <a:pt x="182594" y="24611"/>
                </a:lnTo>
                <a:lnTo>
                  <a:pt x="182613" y="24608"/>
                </a:lnTo>
                <a:lnTo>
                  <a:pt x="182632" y="24604"/>
                </a:lnTo>
                <a:lnTo>
                  <a:pt x="182650" y="24600"/>
                </a:lnTo>
                <a:lnTo>
                  <a:pt x="182668" y="24596"/>
                </a:lnTo>
                <a:lnTo>
                  <a:pt x="182686" y="24592"/>
                </a:lnTo>
                <a:lnTo>
                  <a:pt x="182703" y="24588"/>
                </a:lnTo>
                <a:lnTo>
                  <a:pt x="182720" y="24583"/>
                </a:lnTo>
                <a:lnTo>
                  <a:pt x="182736" y="24579"/>
                </a:lnTo>
                <a:lnTo>
                  <a:pt x="182752" y="24574"/>
                </a:lnTo>
                <a:lnTo>
                  <a:pt x="182768" y="24570"/>
                </a:lnTo>
                <a:lnTo>
                  <a:pt x="182783" y="24565"/>
                </a:lnTo>
                <a:lnTo>
                  <a:pt x="182798" y="24560"/>
                </a:lnTo>
                <a:lnTo>
                  <a:pt x="182812" y="24555"/>
                </a:lnTo>
                <a:lnTo>
                  <a:pt x="182826" y="24550"/>
                </a:lnTo>
                <a:lnTo>
                  <a:pt x="182839" y="24544"/>
                </a:lnTo>
                <a:lnTo>
                  <a:pt x="182853" y="24539"/>
                </a:lnTo>
                <a:lnTo>
                  <a:pt x="182865" y="24534"/>
                </a:lnTo>
                <a:lnTo>
                  <a:pt x="182878" y="24528"/>
                </a:lnTo>
                <a:lnTo>
                  <a:pt x="182890" y="24522"/>
                </a:lnTo>
                <a:lnTo>
                  <a:pt x="182902" y="24516"/>
                </a:lnTo>
                <a:lnTo>
                  <a:pt x="182913" y="24511"/>
                </a:lnTo>
                <a:lnTo>
                  <a:pt x="182924" y="24505"/>
                </a:lnTo>
                <a:lnTo>
                  <a:pt x="182935" y="24499"/>
                </a:lnTo>
                <a:lnTo>
                  <a:pt x="182946" y="24492"/>
                </a:lnTo>
                <a:lnTo>
                  <a:pt x="182956" y="24486"/>
                </a:lnTo>
                <a:lnTo>
                  <a:pt x="182966" y="24480"/>
                </a:lnTo>
                <a:lnTo>
                  <a:pt x="182976" y="24473"/>
                </a:lnTo>
                <a:lnTo>
                  <a:pt x="182986" y="24467"/>
                </a:lnTo>
                <a:lnTo>
                  <a:pt x="182995" y="24460"/>
                </a:lnTo>
                <a:lnTo>
                  <a:pt x="183004" y="24454"/>
                </a:lnTo>
                <a:lnTo>
                  <a:pt x="183012" y="24447"/>
                </a:lnTo>
                <a:lnTo>
                  <a:pt x="183021" y="24440"/>
                </a:lnTo>
                <a:lnTo>
                  <a:pt x="183029" y="24433"/>
                </a:lnTo>
                <a:lnTo>
                  <a:pt x="183036" y="24426"/>
                </a:lnTo>
                <a:lnTo>
                  <a:pt x="183044" y="24419"/>
                </a:lnTo>
                <a:lnTo>
                  <a:pt x="183051" y="24412"/>
                </a:lnTo>
                <a:lnTo>
                  <a:pt x="183058" y="24405"/>
                </a:lnTo>
                <a:lnTo>
                  <a:pt x="183065" y="24397"/>
                </a:lnTo>
                <a:lnTo>
                  <a:pt x="183071" y="24390"/>
                </a:lnTo>
                <a:lnTo>
                  <a:pt x="183077" y="24382"/>
                </a:lnTo>
                <a:lnTo>
                  <a:pt x="183083" y="24375"/>
                </a:lnTo>
                <a:lnTo>
                  <a:pt x="183088" y="24367"/>
                </a:lnTo>
                <a:lnTo>
                  <a:pt x="183093" y="24359"/>
                </a:lnTo>
                <a:lnTo>
                  <a:pt x="183098" y="24351"/>
                </a:lnTo>
                <a:lnTo>
                  <a:pt x="183103" y="24343"/>
                </a:lnTo>
                <a:lnTo>
                  <a:pt x="183108" y="24335"/>
                </a:lnTo>
                <a:lnTo>
                  <a:pt x="183112" y="24326"/>
                </a:lnTo>
                <a:lnTo>
                  <a:pt x="183116" y="24318"/>
                </a:lnTo>
                <a:lnTo>
                  <a:pt x="183120" y="24309"/>
                </a:lnTo>
                <a:lnTo>
                  <a:pt x="183123" y="24300"/>
                </a:lnTo>
                <a:lnTo>
                  <a:pt x="183127" y="24291"/>
                </a:lnTo>
                <a:lnTo>
                  <a:pt x="183130" y="24282"/>
                </a:lnTo>
                <a:lnTo>
                  <a:pt x="183133" y="24272"/>
                </a:lnTo>
                <a:lnTo>
                  <a:pt x="183135" y="24263"/>
                </a:lnTo>
                <a:lnTo>
                  <a:pt x="183138" y="24253"/>
                </a:lnTo>
                <a:lnTo>
                  <a:pt x="183140" y="24244"/>
                </a:lnTo>
                <a:lnTo>
                  <a:pt x="183142" y="24234"/>
                </a:lnTo>
                <a:lnTo>
                  <a:pt x="183144" y="24224"/>
                </a:lnTo>
                <a:lnTo>
                  <a:pt x="183145" y="24213"/>
                </a:lnTo>
                <a:lnTo>
                  <a:pt x="183147" y="24203"/>
                </a:lnTo>
                <a:lnTo>
                  <a:pt x="183148" y="24193"/>
                </a:lnTo>
                <a:lnTo>
                  <a:pt x="183148" y="24182"/>
                </a:lnTo>
                <a:lnTo>
                  <a:pt x="183149" y="24171"/>
                </a:lnTo>
                <a:lnTo>
                  <a:pt x="183149" y="24160"/>
                </a:lnTo>
                <a:lnTo>
                  <a:pt x="183149" y="24149"/>
                </a:lnTo>
                <a:lnTo>
                  <a:pt x="183149" y="13637"/>
                </a:lnTo>
                <a:lnTo>
                  <a:pt x="183244" y="13520"/>
                </a:lnTo>
                <a:lnTo>
                  <a:pt x="183338" y="13405"/>
                </a:lnTo>
                <a:lnTo>
                  <a:pt x="183432" y="13293"/>
                </a:lnTo>
                <a:lnTo>
                  <a:pt x="183525" y="13183"/>
                </a:lnTo>
                <a:lnTo>
                  <a:pt x="183619" y="13075"/>
                </a:lnTo>
                <a:lnTo>
                  <a:pt x="183711" y="12970"/>
                </a:lnTo>
                <a:lnTo>
                  <a:pt x="183804" y="12867"/>
                </a:lnTo>
                <a:lnTo>
                  <a:pt x="183896" y="12766"/>
                </a:lnTo>
                <a:lnTo>
                  <a:pt x="183988" y="12668"/>
                </a:lnTo>
                <a:lnTo>
                  <a:pt x="184079" y="12572"/>
                </a:lnTo>
                <a:lnTo>
                  <a:pt x="184170" y="12479"/>
                </a:lnTo>
                <a:lnTo>
                  <a:pt x="184261" y="12388"/>
                </a:lnTo>
                <a:lnTo>
                  <a:pt x="184351" y="12299"/>
                </a:lnTo>
                <a:lnTo>
                  <a:pt x="184441" y="12213"/>
                </a:lnTo>
                <a:lnTo>
                  <a:pt x="184531" y="12129"/>
                </a:lnTo>
                <a:lnTo>
                  <a:pt x="184620" y="12048"/>
                </a:lnTo>
                <a:lnTo>
                  <a:pt x="184709" y="11969"/>
                </a:lnTo>
                <a:lnTo>
                  <a:pt x="184798" y="11892"/>
                </a:lnTo>
                <a:lnTo>
                  <a:pt x="184886" y="11817"/>
                </a:lnTo>
                <a:lnTo>
                  <a:pt x="184974" y="11745"/>
                </a:lnTo>
                <a:lnTo>
                  <a:pt x="185061" y="11676"/>
                </a:lnTo>
                <a:lnTo>
                  <a:pt x="185149" y="11609"/>
                </a:lnTo>
                <a:lnTo>
                  <a:pt x="185235" y="11544"/>
                </a:lnTo>
                <a:lnTo>
                  <a:pt x="185322" y="11481"/>
                </a:lnTo>
                <a:lnTo>
                  <a:pt x="185408" y="11421"/>
                </a:lnTo>
                <a:lnTo>
                  <a:pt x="185495" y="11364"/>
                </a:lnTo>
                <a:lnTo>
                  <a:pt x="185581" y="11309"/>
                </a:lnTo>
                <a:lnTo>
                  <a:pt x="185667" y="11257"/>
                </a:lnTo>
                <a:lnTo>
                  <a:pt x="185754" y="11207"/>
                </a:lnTo>
                <a:lnTo>
                  <a:pt x="185840" y="11160"/>
                </a:lnTo>
                <a:lnTo>
                  <a:pt x="185926" y="11115"/>
                </a:lnTo>
                <a:lnTo>
                  <a:pt x="186013" y="11073"/>
                </a:lnTo>
                <a:lnTo>
                  <a:pt x="186099" y="11033"/>
                </a:lnTo>
                <a:lnTo>
                  <a:pt x="186185" y="10996"/>
                </a:lnTo>
                <a:lnTo>
                  <a:pt x="186272" y="10962"/>
                </a:lnTo>
                <a:lnTo>
                  <a:pt x="186358" y="10930"/>
                </a:lnTo>
                <a:lnTo>
                  <a:pt x="186444" y="10900"/>
                </a:lnTo>
                <a:lnTo>
                  <a:pt x="186531" y="10874"/>
                </a:lnTo>
                <a:lnTo>
                  <a:pt x="186617" y="10849"/>
                </a:lnTo>
                <a:lnTo>
                  <a:pt x="186704" y="10828"/>
                </a:lnTo>
                <a:lnTo>
                  <a:pt x="186790" y="10809"/>
                </a:lnTo>
                <a:lnTo>
                  <a:pt x="186876" y="10792"/>
                </a:lnTo>
                <a:lnTo>
                  <a:pt x="186963" y="10778"/>
                </a:lnTo>
                <a:lnTo>
                  <a:pt x="187049" y="10766"/>
                </a:lnTo>
                <a:lnTo>
                  <a:pt x="187135" y="10757"/>
                </a:lnTo>
                <a:lnTo>
                  <a:pt x="187222" y="10751"/>
                </a:lnTo>
                <a:lnTo>
                  <a:pt x="187308" y="10747"/>
                </a:lnTo>
                <a:lnTo>
                  <a:pt x="187394" y="10746"/>
                </a:lnTo>
                <a:lnTo>
                  <a:pt x="187461" y="10746"/>
                </a:lnTo>
                <a:lnTo>
                  <a:pt x="187527" y="10748"/>
                </a:lnTo>
                <a:lnTo>
                  <a:pt x="187592" y="10751"/>
                </a:lnTo>
                <a:lnTo>
                  <a:pt x="187656" y="10754"/>
                </a:lnTo>
                <a:lnTo>
                  <a:pt x="187720" y="10759"/>
                </a:lnTo>
                <a:lnTo>
                  <a:pt x="187783" y="10765"/>
                </a:lnTo>
                <a:lnTo>
                  <a:pt x="187846" y="10772"/>
                </a:lnTo>
                <a:lnTo>
                  <a:pt x="187908" y="10779"/>
                </a:lnTo>
                <a:lnTo>
                  <a:pt x="187969" y="10788"/>
                </a:lnTo>
                <a:lnTo>
                  <a:pt x="188029" y="10798"/>
                </a:lnTo>
                <a:lnTo>
                  <a:pt x="188089" y="10809"/>
                </a:lnTo>
                <a:lnTo>
                  <a:pt x="188148" y="10821"/>
                </a:lnTo>
                <a:lnTo>
                  <a:pt x="188207" y="10834"/>
                </a:lnTo>
                <a:lnTo>
                  <a:pt x="188265" y="10848"/>
                </a:lnTo>
                <a:lnTo>
                  <a:pt x="188322" y="10863"/>
                </a:lnTo>
                <a:lnTo>
                  <a:pt x="188378" y="10880"/>
                </a:lnTo>
                <a:lnTo>
                  <a:pt x="188434" y="10897"/>
                </a:lnTo>
                <a:lnTo>
                  <a:pt x="188489" y="10915"/>
                </a:lnTo>
                <a:lnTo>
                  <a:pt x="188544" y="10934"/>
                </a:lnTo>
                <a:lnTo>
                  <a:pt x="188598" y="10955"/>
                </a:lnTo>
                <a:lnTo>
                  <a:pt x="188651" y="10976"/>
                </a:lnTo>
                <a:lnTo>
                  <a:pt x="188703" y="10999"/>
                </a:lnTo>
                <a:lnTo>
                  <a:pt x="188755" y="11022"/>
                </a:lnTo>
                <a:lnTo>
                  <a:pt x="188806" y="11047"/>
                </a:lnTo>
                <a:lnTo>
                  <a:pt x="188857" y="11072"/>
                </a:lnTo>
                <a:lnTo>
                  <a:pt x="188907" y="11099"/>
                </a:lnTo>
                <a:lnTo>
                  <a:pt x="188955" y="11126"/>
                </a:lnTo>
                <a:lnTo>
                  <a:pt x="189004" y="11154"/>
                </a:lnTo>
                <a:lnTo>
                  <a:pt x="189051" y="11184"/>
                </a:lnTo>
                <a:lnTo>
                  <a:pt x="189097" y="11214"/>
                </a:lnTo>
                <a:lnTo>
                  <a:pt x="189143" y="11245"/>
                </a:lnTo>
                <a:lnTo>
                  <a:pt x="189188" y="11277"/>
                </a:lnTo>
                <a:lnTo>
                  <a:pt x="189232" y="11310"/>
                </a:lnTo>
                <a:lnTo>
                  <a:pt x="189276" y="11344"/>
                </a:lnTo>
                <a:lnTo>
                  <a:pt x="189318" y="11379"/>
                </a:lnTo>
                <a:lnTo>
                  <a:pt x="189360" y="11414"/>
                </a:lnTo>
                <a:lnTo>
                  <a:pt x="189401" y="11451"/>
                </a:lnTo>
                <a:lnTo>
                  <a:pt x="189441" y="11489"/>
                </a:lnTo>
                <a:lnTo>
                  <a:pt x="189481" y="11527"/>
                </a:lnTo>
                <a:lnTo>
                  <a:pt x="189520" y="11567"/>
                </a:lnTo>
                <a:lnTo>
                  <a:pt x="189557" y="11607"/>
                </a:lnTo>
                <a:lnTo>
                  <a:pt x="189595" y="11648"/>
                </a:lnTo>
                <a:lnTo>
                  <a:pt x="189631" y="11691"/>
                </a:lnTo>
                <a:lnTo>
                  <a:pt x="189666" y="11734"/>
                </a:lnTo>
                <a:lnTo>
                  <a:pt x="189701" y="11778"/>
                </a:lnTo>
                <a:lnTo>
                  <a:pt x="189735" y="11823"/>
                </a:lnTo>
                <a:lnTo>
                  <a:pt x="189768" y="11869"/>
                </a:lnTo>
                <a:lnTo>
                  <a:pt x="189801" y="11916"/>
                </a:lnTo>
                <a:lnTo>
                  <a:pt x="189833" y="11964"/>
                </a:lnTo>
                <a:lnTo>
                  <a:pt x="189864" y="12012"/>
                </a:lnTo>
                <a:lnTo>
                  <a:pt x="189894" y="12061"/>
                </a:lnTo>
                <a:lnTo>
                  <a:pt x="189924" y="12111"/>
                </a:lnTo>
                <a:lnTo>
                  <a:pt x="189953" y="12162"/>
                </a:lnTo>
                <a:lnTo>
                  <a:pt x="189982" y="12213"/>
                </a:lnTo>
                <a:lnTo>
                  <a:pt x="190009" y="12266"/>
                </a:lnTo>
                <a:lnTo>
                  <a:pt x="190037" y="12319"/>
                </a:lnTo>
                <a:lnTo>
                  <a:pt x="190063" y="12373"/>
                </a:lnTo>
                <a:lnTo>
                  <a:pt x="190089" y="12427"/>
                </a:lnTo>
                <a:lnTo>
                  <a:pt x="190115" y="12482"/>
                </a:lnTo>
                <a:lnTo>
                  <a:pt x="190139" y="12538"/>
                </a:lnTo>
                <a:lnTo>
                  <a:pt x="190163" y="12595"/>
                </a:lnTo>
                <a:lnTo>
                  <a:pt x="190187" y="12653"/>
                </a:lnTo>
                <a:lnTo>
                  <a:pt x="190210" y="12711"/>
                </a:lnTo>
                <a:lnTo>
                  <a:pt x="190232" y="12770"/>
                </a:lnTo>
                <a:lnTo>
                  <a:pt x="190253" y="12830"/>
                </a:lnTo>
                <a:lnTo>
                  <a:pt x="190274" y="12890"/>
                </a:lnTo>
                <a:lnTo>
                  <a:pt x="190294" y="12952"/>
                </a:lnTo>
                <a:lnTo>
                  <a:pt x="190314" y="13014"/>
                </a:lnTo>
                <a:lnTo>
                  <a:pt x="190333" y="13077"/>
                </a:lnTo>
                <a:lnTo>
                  <a:pt x="190351" y="13140"/>
                </a:lnTo>
                <a:lnTo>
                  <a:pt x="190369" y="13204"/>
                </a:lnTo>
                <a:lnTo>
                  <a:pt x="190386" y="13269"/>
                </a:lnTo>
                <a:lnTo>
                  <a:pt x="190402" y="13336"/>
                </a:lnTo>
                <a:lnTo>
                  <a:pt x="190418" y="13404"/>
                </a:lnTo>
                <a:lnTo>
                  <a:pt x="190433" y="13474"/>
                </a:lnTo>
                <a:lnTo>
                  <a:pt x="190447" y="13545"/>
                </a:lnTo>
                <a:lnTo>
                  <a:pt x="190461" y="13619"/>
                </a:lnTo>
                <a:lnTo>
                  <a:pt x="190474" y="13694"/>
                </a:lnTo>
                <a:lnTo>
                  <a:pt x="190486" y="13770"/>
                </a:lnTo>
                <a:lnTo>
                  <a:pt x="190497" y="13849"/>
                </a:lnTo>
                <a:lnTo>
                  <a:pt x="190508" y="13929"/>
                </a:lnTo>
                <a:lnTo>
                  <a:pt x="190518" y="14011"/>
                </a:lnTo>
                <a:lnTo>
                  <a:pt x="190527" y="14095"/>
                </a:lnTo>
                <a:lnTo>
                  <a:pt x="190536" y="14180"/>
                </a:lnTo>
                <a:lnTo>
                  <a:pt x="190544" y="14268"/>
                </a:lnTo>
                <a:lnTo>
                  <a:pt x="190552" y="14356"/>
                </a:lnTo>
                <a:lnTo>
                  <a:pt x="190558" y="14447"/>
                </a:lnTo>
                <a:lnTo>
                  <a:pt x="190564" y="14540"/>
                </a:lnTo>
                <a:lnTo>
                  <a:pt x="190569" y="14634"/>
                </a:lnTo>
                <a:lnTo>
                  <a:pt x="190574" y="14730"/>
                </a:lnTo>
                <a:lnTo>
                  <a:pt x="190578" y="14827"/>
                </a:lnTo>
                <a:lnTo>
                  <a:pt x="190581" y="14927"/>
                </a:lnTo>
                <a:lnTo>
                  <a:pt x="190583" y="15028"/>
                </a:lnTo>
                <a:lnTo>
                  <a:pt x="190585" y="15131"/>
                </a:lnTo>
                <a:lnTo>
                  <a:pt x="190586" y="15235"/>
                </a:lnTo>
                <a:lnTo>
                  <a:pt x="190586" y="15342"/>
                </a:lnTo>
                <a:lnTo>
                  <a:pt x="190586" y="24149"/>
                </a:lnTo>
                <a:lnTo>
                  <a:pt x="190586" y="24160"/>
                </a:lnTo>
                <a:lnTo>
                  <a:pt x="190587" y="24171"/>
                </a:lnTo>
                <a:lnTo>
                  <a:pt x="190587" y="24182"/>
                </a:lnTo>
                <a:lnTo>
                  <a:pt x="190588" y="24193"/>
                </a:lnTo>
                <a:lnTo>
                  <a:pt x="190589" y="24203"/>
                </a:lnTo>
                <a:lnTo>
                  <a:pt x="190591" y="24213"/>
                </a:lnTo>
                <a:lnTo>
                  <a:pt x="190592" y="24224"/>
                </a:lnTo>
                <a:lnTo>
                  <a:pt x="190594" y="24234"/>
                </a:lnTo>
                <a:lnTo>
                  <a:pt x="190596" y="24244"/>
                </a:lnTo>
                <a:lnTo>
                  <a:pt x="190598" y="24253"/>
                </a:lnTo>
                <a:lnTo>
                  <a:pt x="190600" y="24263"/>
                </a:lnTo>
                <a:lnTo>
                  <a:pt x="190603" y="24272"/>
                </a:lnTo>
                <a:lnTo>
                  <a:pt x="190606" y="24282"/>
                </a:lnTo>
                <a:lnTo>
                  <a:pt x="190609" y="24291"/>
                </a:lnTo>
                <a:lnTo>
                  <a:pt x="190612" y="24300"/>
                </a:lnTo>
                <a:lnTo>
                  <a:pt x="190616" y="24309"/>
                </a:lnTo>
                <a:lnTo>
                  <a:pt x="190620" y="24318"/>
                </a:lnTo>
                <a:lnTo>
                  <a:pt x="190624" y="24326"/>
                </a:lnTo>
                <a:lnTo>
                  <a:pt x="190628" y="24335"/>
                </a:lnTo>
                <a:lnTo>
                  <a:pt x="190633" y="24343"/>
                </a:lnTo>
                <a:lnTo>
                  <a:pt x="190638" y="24351"/>
                </a:lnTo>
                <a:lnTo>
                  <a:pt x="190643" y="24359"/>
                </a:lnTo>
                <a:lnTo>
                  <a:pt x="190648" y="24367"/>
                </a:lnTo>
                <a:lnTo>
                  <a:pt x="190653" y="24375"/>
                </a:lnTo>
                <a:lnTo>
                  <a:pt x="190659" y="24382"/>
                </a:lnTo>
                <a:lnTo>
                  <a:pt x="190665" y="24390"/>
                </a:lnTo>
                <a:lnTo>
                  <a:pt x="190671" y="24397"/>
                </a:lnTo>
                <a:lnTo>
                  <a:pt x="190678" y="24405"/>
                </a:lnTo>
                <a:lnTo>
                  <a:pt x="190685" y="24412"/>
                </a:lnTo>
                <a:lnTo>
                  <a:pt x="190692" y="24419"/>
                </a:lnTo>
                <a:lnTo>
                  <a:pt x="190699" y="24426"/>
                </a:lnTo>
                <a:lnTo>
                  <a:pt x="190707" y="24433"/>
                </a:lnTo>
                <a:lnTo>
                  <a:pt x="190715" y="24440"/>
                </a:lnTo>
                <a:lnTo>
                  <a:pt x="190723" y="24447"/>
                </a:lnTo>
                <a:lnTo>
                  <a:pt x="190732" y="24454"/>
                </a:lnTo>
                <a:lnTo>
                  <a:pt x="190741" y="24460"/>
                </a:lnTo>
                <a:lnTo>
                  <a:pt x="190750" y="24467"/>
                </a:lnTo>
                <a:lnTo>
                  <a:pt x="190760" y="24473"/>
                </a:lnTo>
                <a:lnTo>
                  <a:pt x="190769" y="24480"/>
                </a:lnTo>
                <a:lnTo>
                  <a:pt x="190779" y="24486"/>
                </a:lnTo>
                <a:lnTo>
                  <a:pt x="190790" y="24492"/>
                </a:lnTo>
                <a:lnTo>
                  <a:pt x="190800" y="24499"/>
                </a:lnTo>
                <a:lnTo>
                  <a:pt x="190811" y="24505"/>
                </a:lnTo>
                <a:lnTo>
                  <a:pt x="190823" y="24511"/>
                </a:lnTo>
                <a:lnTo>
                  <a:pt x="190834" y="24516"/>
                </a:lnTo>
                <a:lnTo>
                  <a:pt x="190846" y="24522"/>
                </a:lnTo>
                <a:lnTo>
                  <a:pt x="190858" y="24528"/>
                </a:lnTo>
                <a:lnTo>
                  <a:pt x="190870" y="24534"/>
                </a:lnTo>
                <a:lnTo>
                  <a:pt x="190883" y="24539"/>
                </a:lnTo>
                <a:lnTo>
                  <a:pt x="190896" y="24544"/>
                </a:lnTo>
                <a:lnTo>
                  <a:pt x="190910" y="24550"/>
                </a:lnTo>
                <a:lnTo>
                  <a:pt x="190924" y="24555"/>
                </a:lnTo>
                <a:lnTo>
                  <a:pt x="190938" y="24560"/>
                </a:lnTo>
                <a:lnTo>
                  <a:pt x="190953" y="24565"/>
                </a:lnTo>
                <a:lnTo>
                  <a:pt x="190968" y="24570"/>
                </a:lnTo>
                <a:lnTo>
                  <a:pt x="190984" y="24574"/>
                </a:lnTo>
                <a:lnTo>
                  <a:pt x="191000" y="24579"/>
                </a:lnTo>
                <a:lnTo>
                  <a:pt x="191016" y="24583"/>
                </a:lnTo>
                <a:lnTo>
                  <a:pt x="191033" y="24588"/>
                </a:lnTo>
                <a:lnTo>
                  <a:pt x="191050" y="24592"/>
                </a:lnTo>
                <a:lnTo>
                  <a:pt x="191068" y="24596"/>
                </a:lnTo>
                <a:lnTo>
                  <a:pt x="191086" y="24600"/>
                </a:lnTo>
                <a:lnTo>
                  <a:pt x="191104" y="24604"/>
                </a:lnTo>
                <a:lnTo>
                  <a:pt x="191123" y="24608"/>
                </a:lnTo>
                <a:lnTo>
                  <a:pt x="191142" y="24611"/>
                </a:lnTo>
                <a:lnTo>
                  <a:pt x="191162" y="24615"/>
                </a:lnTo>
                <a:lnTo>
                  <a:pt x="191182" y="24618"/>
                </a:lnTo>
                <a:lnTo>
                  <a:pt x="191202" y="24622"/>
                </a:lnTo>
                <a:lnTo>
                  <a:pt x="191223" y="24625"/>
                </a:lnTo>
                <a:lnTo>
                  <a:pt x="191244" y="24628"/>
                </a:lnTo>
                <a:lnTo>
                  <a:pt x="191266" y="24631"/>
                </a:lnTo>
                <a:lnTo>
                  <a:pt x="191288" y="24634"/>
                </a:lnTo>
                <a:lnTo>
                  <a:pt x="191311" y="24637"/>
                </a:lnTo>
                <a:lnTo>
                  <a:pt x="191334" y="24639"/>
                </a:lnTo>
                <a:lnTo>
                  <a:pt x="191357" y="24642"/>
                </a:lnTo>
                <a:lnTo>
                  <a:pt x="191382" y="24644"/>
                </a:lnTo>
                <a:lnTo>
                  <a:pt x="191406" y="24646"/>
                </a:lnTo>
                <a:lnTo>
                  <a:pt x="191431" y="24648"/>
                </a:lnTo>
                <a:lnTo>
                  <a:pt x="191457" y="24650"/>
                </a:lnTo>
                <a:lnTo>
                  <a:pt x="191483" y="24652"/>
                </a:lnTo>
                <a:lnTo>
                  <a:pt x="191510" y="24654"/>
                </a:lnTo>
                <a:lnTo>
                  <a:pt x="191537" y="24656"/>
                </a:lnTo>
                <a:lnTo>
                  <a:pt x="191565" y="24657"/>
                </a:lnTo>
                <a:lnTo>
                  <a:pt x="191593" y="24659"/>
                </a:lnTo>
                <a:lnTo>
                  <a:pt x="191622" y="24660"/>
                </a:lnTo>
                <a:lnTo>
                  <a:pt x="191651" y="24661"/>
                </a:lnTo>
                <a:lnTo>
                  <a:pt x="191681" y="24663"/>
                </a:lnTo>
                <a:lnTo>
                  <a:pt x="191712" y="24664"/>
                </a:lnTo>
                <a:lnTo>
                  <a:pt x="191743" y="24664"/>
                </a:lnTo>
                <a:lnTo>
                  <a:pt x="191774" y="24665"/>
                </a:lnTo>
                <a:lnTo>
                  <a:pt x="191806" y="24666"/>
                </a:lnTo>
                <a:lnTo>
                  <a:pt x="191838" y="24666"/>
                </a:lnTo>
                <a:lnTo>
                  <a:pt x="191871" y="24667"/>
                </a:lnTo>
                <a:lnTo>
                  <a:pt x="191905" y="24667"/>
                </a:lnTo>
                <a:lnTo>
                  <a:pt x="191939" y="24667"/>
                </a:lnTo>
                <a:lnTo>
                  <a:pt x="191973" y="24667"/>
                </a:lnTo>
                <a:lnTo>
                  <a:pt x="192007" y="24667"/>
                </a:lnTo>
                <a:lnTo>
                  <a:pt x="192039" y="24667"/>
                </a:lnTo>
                <a:lnTo>
                  <a:pt x="192072" y="24667"/>
                </a:lnTo>
                <a:lnTo>
                  <a:pt x="192103" y="24666"/>
                </a:lnTo>
                <a:lnTo>
                  <a:pt x="192135" y="24666"/>
                </a:lnTo>
                <a:lnTo>
                  <a:pt x="192166" y="24665"/>
                </a:lnTo>
                <a:lnTo>
                  <a:pt x="192196" y="24664"/>
                </a:lnTo>
                <a:lnTo>
                  <a:pt x="192226" y="24664"/>
                </a:lnTo>
                <a:lnTo>
                  <a:pt x="192255" y="24663"/>
                </a:lnTo>
                <a:lnTo>
                  <a:pt x="192284" y="24661"/>
                </a:lnTo>
                <a:lnTo>
                  <a:pt x="192313" y="24660"/>
                </a:lnTo>
                <a:lnTo>
                  <a:pt x="192341" y="24659"/>
                </a:lnTo>
                <a:lnTo>
                  <a:pt x="192369" y="24657"/>
                </a:lnTo>
                <a:lnTo>
                  <a:pt x="192396" y="24656"/>
                </a:lnTo>
                <a:lnTo>
                  <a:pt x="192423" y="24654"/>
                </a:lnTo>
                <a:lnTo>
                  <a:pt x="192449" y="24652"/>
                </a:lnTo>
                <a:lnTo>
                  <a:pt x="192475" y="24650"/>
                </a:lnTo>
                <a:lnTo>
                  <a:pt x="192500" y="24648"/>
                </a:lnTo>
                <a:lnTo>
                  <a:pt x="192525" y="24646"/>
                </a:lnTo>
                <a:lnTo>
                  <a:pt x="192549" y="24644"/>
                </a:lnTo>
                <a:lnTo>
                  <a:pt x="192573" y="24642"/>
                </a:lnTo>
                <a:lnTo>
                  <a:pt x="192596" y="24639"/>
                </a:lnTo>
                <a:lnTo>
                  <a:pt x="192619" y="24637"/>
                </a:lnTo>
                <a:lnTo>
                  <a:pt x="192642" y="24634"/>
                </a:lnTo>
                <a:lnTo>
                  <a:pt x="192664" y="24631"/>
                </a:lnTo>
                <a:lnTo>
                  <a:pt x="192686" y="24628"/>
                </a:lnTo>
                <a:lnTo>
                  <a:pt x="192707" y="24625"/>
                </a:lnTo>
                <a:lnTo>
                  <a:pt x="192728" y="24622"/>
                </a:lnTo>
                <a:lnTo>
                  <a:pt x="192748" y="24618"/>
                </a:lnTo>
                <a:lnTo>
                  <a:pt x="192768" y="24615"/>
                </a:lnTo>
                <a:lnTo>
                  <a:pt x="192788" y="24611"/>
                </a:lnTo>
                <a:lnTo>
                  <a:pt x="192807" y="24608"/>
                </a:lnTo>
                <a:lnTo>
                  <a:pt x="192826" y="24604"/>
                </a:lnTo>
                <a:lnTo>
                  <a:pt x="192844" y="24600"/>
                </a:lnTo>
                <a:lnTo>
                  <a:pt x="192862" y="24596"/>
                </a:lnTo>
                <a:lnTo>
                  <a:pt x="192880" y="24592"/>
                </a:lnTo>
                <a:lnTo>
                  <a:pt x="192897" y="24588"/>
                </a:lnTo>
                <a:lnTo>
                  <a:pt x="192914" y="24583"/>
                </a:lnTo>
                <a:lnTo>
                  <a:pt x="192930" y="24579"/>
                </a:lnTo>
                <a:lnTo>
                  <a:pt x="192946" y="24574"/>
                </a:lnTo>
                <a:lnTo>
                  <a:pt x="192962" y="24570"/>
                </a:lnTo>
                <a:lnTo>
                  <a:pt x="192977" y="24565"/>
                </a:lnTo>
                <a:lnTo>
                  <a:pt x="192992" y="24560"/>
                </a:lnTo>
                <a:lnTo>
                  <a:pt x="193006" y="24555"/>
                </a:lnTo>
                <a:lnTo>
                  <a:pt x="193020" y="24550"/>
                </a:lnTo>
                <a:lnTo>
                  <a:pt x="193034" y="24544"/>
                </a:lnTo>
                <a:lnTo>
                  <a:pt x="193047" y="24539"/>
                </a:lnTo>
                <a:lnTo>
                  <a:pt x="193060" y="24534"/>
                </a:lnTo>
                <a:lnTo>
                  <a:pt x="193072" y="24528"/>
                </a:lnTo>
                <a:lnTo>
                  <a:pt x="193084" y="24522"/>
                </a:lnTo>
                <a:lnTo>
                  <a:pt x="193096" y="24516"/>
                </a:lnTo>
                <a:lnTo>
                  <a:pt x="193108" y="24511"/>
                </a:lnTo>
                <a:lnTo>
                  <a:pt x="193119" y="24505"/>
                </a:lnTo>
                <a:lnTo>
                  <a:pt x="193130" y="24499"/>
                </a:lnTo>
                <a:lnTo>
                  <a:pt x="193140" y="24492"/>
                </a:lnTo>
                <a:lnTo>
                  <a:pt x="193151" y="24486"/>
                </a:lnTo>
                <a:lnTo>
                  <a:pt x="193161" y="24480"/>
                </a:lnTo>
                <a:lnTo>
                  <a:pt x="193171" y="24473"/>
                </a:lnTo>
                <a:lnTo>
                  <a:pt x="193180" y="24467"/>
                </a:lnTo>
                <a:lnTo>
                  <a:pt x="193189" y="24460"/>
                </a:lnTo>
                <a:lnTo>
                  <a:pt x="193198" y="24454"/>
                </a:lnTo>
                <a:lnTo>
                  <a:pt x="193207" y="24447"/>
                </a:lnTo>
                <a:lnTo>
                  <a:pt x="193215" y="24440"/>
                </a:lnTo>
                <a:lnTo>
                  <a:pt x="193223" y="24433"/>
                </a:lnTo>
                <a:lnTo>
                  <a:pt x="193231" y="24426"/>
                </a:lnTo>
                <a:lnTo>
                  <a:pt x="193238" y="24419"/>
                </a:lnTo>
                <a:lnTo>
                  <a:pt x="193246" y="24412"/>
                </a:lnTo>
                <a:lnTo>
                  <a:pt x="193252" y="24405"/>
                </a:lnTo>
                <a:lnTo>
                  <a:pt x="193259" y="24397"/>
                </a:lnTo>
                <a:lnTo>
                  <a:pt x="193265" y="24390"/>
                </a:lnTo>
                <a:lnTo>
                  <a:pt x="193271" y="24382"/>
                </a:lnTo>
                <a:lnTo>
                  <a:pt x="193277" y="24375"/>
                </a:lnTo>
                <a:lnTo>
                  <a:pt x="193282" y="24367"/>
                </a:lnTo>
                <a:lnTo>
                  <a:pt x="193288" y="24359"/>
                </a:lnTo>
                <a:lnTo>
                  <a:pt x="193293" y="24351"/>
                </a:lnTo>
                <a:lnTo>
                  <a:pt x="193297" y="24343"/>
                </a:lnTo>
                <a:lnTo>
                  <a:pt x="193302" y="24335"/>
                </a:lnTo>
                <a:lnTo>
                  <a:pt x="193306" y="24326"/>
                </a:lnTo>
                <a:lnTo>
                  <a:pt x="193310" y="24318"/>
                </a:lnTo>
                <a:lnTo>
                  <a:pt x="193314" y="24309"/>
                </a:lnTo>
                <a:lnTo>
                  <a:pt x="193318" y="24300"/>
                </a:lnTo>
                <a:lnTo>
                  <a:pt x="193321" y="24291"/>
                </a:lnTo>
                <a:lnTo>
                  <a:pt x="193324" y="24282"/>
                </a:lnTo>
                <a:lnTo>
                  <a:pt x="193327" y="24272"/>
                </a:lnTo>
                <a:lnTo>
                  <a:pt x="193330" y="24263"/>
                </a:lnTo>
                <a:lnTo>
                  <a:pt x="193332" y="24253"/>
                </a:lnTo>
                <a:lnTo>
                  <a:pt x="193334" y="24244"/>
                </a:lnTo>
                <a:lnTo>
                  <a:pt x="193336" y="24234"/>
                </a:lnTo>
                <a:lnTo>
                  <a:pt x="193338" y="24224"/>
                </a:lnTo>
                <a:lnTo>
                  <a:pt x="193340" y="24213"/>
                </a:lnTo>
                <a:lnTo>
                  <a:pt x="193341" y="24203"/>
                </a:lnTo>
                <a:lnTo>
                  <a:pt x="193342" y="24193"/>
                </a:lnTo>
                <a:lnTo>
                  <a:pt x="193343" y="24182"/>
                </a:lnTo>
                <a:lnTo>
                  <a:pt x="193343" y="24171"/>
                </a:lnTo>
                <a:lnTo>
                  <a:pt x="193344" y="24160"/>
                </a:lnTo>
                <a:lnTo>
                  <a:pt x="193344" y="24149"/>
                </a:lnTo>
                <a:lnTo>
                  <a:pt x="193344" y="14974"/>
                </a:lnTo>
                <a:lnTo>
                  <a:pt x="193343" y="14841"/>
                </a:lnTo>
                <a:lnTo>
                  <a:pt x="193342" y="14710"/>
                </a:lnTo>
                <a:lnTo>
                  <a:pt x="193340" y="14580"/>
                </a:lnTo>
                <a:lnTo>
                  <a:pt x="193336" y="14452"/>
                </a:lnTo>
                <a:lnTo>
                  <a:pt x="193332" y="14326"/>
                </a:lnTo>
                <a:close/>
                <a:moveTo>
                  <a:pt x="28588" y="9060"/>
                </a:moveTo>
                <a:lnTo>
                  <a:pt x="28587" y="9051"/>
                </a:lnTo>
                <a:lnTo>
                  <a:pt x="28585" y="9041"/>
                </a:lnTo>
                <a:lnTo>
                  <a:pt x="28584" y="9032"/>
                </a:lnTo>
                <a:lnTo>
                  <a:pt x="28582" y="9023"/>
                </a:lnTo>
                <a:lnTo>
                  <a:pt x="28579" y="9014"/>
                </a:lnTo>
                <a:lnTo>
                  <a:pt x="28577" y="9004"/>
                </a:lnTo>
                <a:lnTo>
                  <a:pt x="28574" y="8995"/>
                </a:lnTo>
                <a:lnTo>
                  <a:pt x="28571" y="8986"/>
                </a:lnTo>
                <a:lnTo>
                  <a:pt x="28568" y="8977"/>
                </a:lnTo>
                <a:lnTo>
                  <a:pt x="28565" y="8968"/>
                </a:lnTo>
                <a:lnTo>
                  <a:pt x="28561" y="8960"/>
                </a:lnTo>
                <a:lnTo>
                  <a:pt x="28557" y="8951"/>
                </a:lnTo>
                <a:lnTo>
                  <a:pt x="28553" y="8942"/>
                </a:lnTo>
                <a:lnTo>
                  <a:pt x="28549" y="8933"/>
                </a:lnTo>
                <a:lnTo>
                  <a:pt x="28545" y="8925"/>
                </a:lnTo>
                <a:lnTo>
                  <a:pt x="28540" y="8916"/>
                </a:lnTo>
                <a:lnTo>
                  <a:pt x="28535" y="8908"/>
                </a:lnTo>
                <a:lnTo>
                  <a:pt x="28530" y="8899"/>
                </a:lnTo>
                <a:lnTo>
                  <a:pt x="28524" y="8891"/>
                </a:lnTo>
                <a:lnTo>
                  <a:pt x="28518" y="8883"/>
                </a:lnTo>
                <a:lnTo>
                  <a:pt x="28512" y="8874"/>
                </a:lnTo>
                <a:lnTo>
                  <a:pt x="28506" y="8866"/>
                </a:lnTo>
                <a:lnTo>
                  <a:pt x="28499" y="8858"/>
                </a:lnTo>
                <a:lnTo>
                  <a:pt x="28493" y="8851"/>
                </a:lnTo>
                <a:lnTo>
                  <a:pt x="28485" y="8843"/>
                </a:lnTo>
                <a:lnTo>
                  <a:pt x="28478" y="8835"/>
                </a:lnTo>
                <a:lnTo>
                  <a:pt x="28470" y="8828"/>
                </a:lnTo>
                <a:lnTo>
                  <a:pt x="28462" y="8820"/>
                </a:lnTo>
                <a:lnTo>
                  <a:pt x="28454" y="8813"/>
                </a:lnTo>
                <a:lnTo>
                  <a:pt x="28445" y="8806"/>
                </a:lnTo>
                <a:lnTo>
                  <a:pt x="28436" y="8799"/>
                </a:lnTo>
                <a:lnTo>
                  <a:pt x="28427" y="8792"/>
                </a:lnTo>
                <a:lnTo>
                  <a:pt x="28418" y="8785"/>
                </a:lnTo>
                <a:lnTo>
                  <a:pt x="28408" y="8779"/>
                </a:lnTo>
                <a:lnTo>
                  <a:pt x="28398" y="8772"/>
                </a:lnTo>
                <a:lnTo>
                  <a:pt x="28387" y="8766"/>
                </a:lnTo>
                <a:lnTo>
                  <a:pt x="28377" y="8759"/>
                </a:lnTo>
                <a:lnTo>
                  <a:pt x="28366" y="8753"/>
                </a:lnTo>
                <a:lnTo>
                  <a:pt x="28355" y="8747"/>
                </a:lnTo>
                <a:lnTo>
                  <a:pt x="28343" y="8741"/>
                </a:lnTo>
                <a:lnTo>
                  <a:pt x="28331" y="8735"/>
                </a:lnTo>
                <a:lnTo>
                  <a:pt x="28319" y="8729"/>
                </a:lnTo>
                <a:lnTo>
                  <a:pt x="28307" y="8724"/>
                </a:lnTo>
                <a:lnTo>
                  <a:pt x="28294" y="8718"/>
                </a:lnTo>
                <a:lnTo>
                  <a:pt x="28281" y="8713"/>
                </a:lnTo>
                <a:lnTo>
                  <a:pt x="28267" y="8708"/>
                </a:lnTo>
                <a:lnTo>
                  <a:pt x="28253" y="8702"/>
                </a:lnTo>
                <a:lnTo>
                  <a:pt x="28239" y="8697"/>
                </a:lnTo>
                <a:lnTo>
                  <a:pt x="28224" y="8692"/>
                </a:lnTo>
                <a:lnTo>
                  <a:pt x="28209" y="8688"/>
                </a:lnTo>
                <a:lnTo>
                  <a:pt x="28194" y="8683"/>
                </a:lnTo>
                <a:lnTo>
                  <a:pt x="28178" y="8678"/>
                </a:lnTo>
                <a:lnTo>
                  <a:pt x="28161" y="8674"/>
                </a:lnTo>
                <a:lnTo>
                  <a:pt x="28144" y="8670"/>
                </a:lnTo>
                <a:lnTo>
                  <a:pt x="28127" y="8665"/>
                </a:lnTo>
                <a:lnTo>
                  <a:pt x="28110" y="8661"/>
                </a:lnTo>
                <a:lnTo>
                  <a:pt x="28092" y="8657"/>
                </a:lnTo>
                <a:lnTo>
                  <a:pt x="28073" y="8653"/>
                </a:lnTo>
                <a:lnTo>
                  <a:pt x="28054" y="8649"/>
                </a:lnTo>
                <a:lnTo>
                  <a:pt x="28035" y="8646"/>
                </a:lnTo>
                <a:lnTo>
                  <a:pt x="28015" y="8642"/>
                </a:lnTo>
                <a:lnTo>
                  <a:pt x="27995" y="8639"/>
                </a:lnTo>
                <a:lnTo>
                  <a:pt x="27975" y="8636"/>
                </a:lnTo>
                <a:lnTo>
                  <a:pt x="27954" y="8632"/>
                </a:lnTo>
                <a:lnTo>
                  <a:pt x="27933" y="8629"/>
                </a:lnTo>
                <a:lnTo>
                  <a:pt x="27911" y="8626"/>
                </a:lnTo>
                <a:lnTo>
                  <a:pt x="27889" y="8623"/>
                </a:lnTo>
                <a:lnTo>
                  <a:pt x="27866" y="8621"/>
                </a:lnTo>
                <a:lnTo>
                  <a:pt x="27843" y="8618"/>
                </a:lnTo>
                <a:lnTo>
                  <a:pt x="27820" y="8616"/>
                </a:lnTo>
                <a:lnTo>
                  <a:pt x="27796" y="8613"/>
                </a:lnTo>
                <a:lnTo>
                  <a:pt x="27771" y="8611"/>
                </a:lnTo>
                <a:lnTo>
                  <a:pt x="27746" y="8609"/>
                </a:lnTo>
                <a:lnTo>
                  <a:pt x="27720" y="8607"/>
                </a:lnTo>
                <a:lnTo>
                  <a:pt x="27694" y="8605"/>
                </a:lnTo>
                <a:lnTo>
                  <a:pt x="27667" y="8603"/>
                </a:lnTo>
                <a:lnTo>
                  <a:pt x="27640" y="8601"/>
                </a:lnTo>
                <a:lnTo>
                  <a:pt x="27612" y="8600"/>
                </a:lnTo>
                <a:lnTo>
                  <a:pt x="27584" y="8598"/>
                </a:lnTo>
                <a:lnTo>
                  <a:pt x="27555" y="8597"/>
                </a:lnTo>
                <a:lnTo>
                  <a:pt x="27526" y="8596"/>
                </a:lnTo>
                <a:lnTo>
                  <a:pt x="27496" y="8595"/>
                </a:lnTo>
                <a:lnTo>
                  <a:pt x="27466" y="8594"/>
                </a:lnTo>
                <a:lnTo>
                  <a:pt x="27435" y="8593"/>
                </a:lnTo>
                <a:lnTo>
                  <a:pt x="27403" y="8592"/>
                </a:lnTo>
                <a:lnTo>
                  <a:pt x="27371" y="8592"/>
                </a:lnTo>
                <a:lnTo>
                  <a:pt x="27339" y="8591"/>
                </a:lnTo>
                <a:lnTo>
                  <a:pt x="27306" y="8591"/>
                </a:lnTo>
                <a:lnTo>
                  <a:pt x="27272" y="8590"/>
                </a:lnTo>
                <a:lnTo>
                  <a:pt x="27238" y="8590"/>
                </a:lnTo>
                <a:lnTo>
                  <a:pt x="27204" y="8590"/>
                </a:lnTo>
                <a:lnTo>
                  <a:pt x="27171" y="8590"/>
                </a:lnTo>
                <a:lnTo>
                  <a:pt x="27138" y="8590"/>
                </a:lnTo>
                <a:lnTo>
                  <a:pt x="27106" y="8591"/>
                </a:lnTo>
                <a:lnTo>
                  <a:pt x="27074" y="8591"/>
                </a:lnTo>
                <a:lnTo>
                  <a:pt x="27043" y="8592"/>
                </a:lnTo>
                <a:lnTo>
                  <a:pt x="27012" y="8592"/>
                </a:lnTo>
                <a:lnTo>
                  <a:pt x="26981" y="8593"/>
                </a:lnTo>
                <a:lnTo>
                  <a:pt x="26951" y="8594"/>
                </a:lnTo>
                <a:lnTo>
                  <a:pt x="26922" y="8595"/>
                </a:lnTo>
                <a:lnTo>
                  <a:pt x="26893" y="8596"/>
                </a:lnTo>
                <a:lnTo>
                  <a:pt x="26864" y="8597"/>
                </a:lnTo>
                <a:lnTo>
                  <a:pt x="26836" y="8598"/>
                </a:lnTo>
                <a:lnTo>
                  <a:pt x="26809" y="8600"/>
                </a:lnTo>
                <a:lnTo>
                  <a:pt x="26781" y="8601"/>
                </a:lnTo>
                <a:lnTo>
                  <a:pt x="26755" y="8603"/>
                </a:lnTo>
                <a:lnTo>
                  <a:pt x="26728" y="8605"/>
                </a:lnTo>
                <a:lnTo>
                  <a:pt x="26703" y="8607"/>
                </a:lnTo>
                <a:lnTo>
                  <a:pt x="26677" y="8609"/>
                </a:lnTo>
                <a:lnTo>
                  <a:pt x="26653" y="8611"/>
                </a:lnTo>
                <a:lnTo>
                  <a:pt x="26628" y="8613"/>
                </a:lnTo>
                <a:lnTo>
                  <a:pt x="26604" y="8616"/>
                </a:lnTo>
                <a:lnTo>
                  <a:pt x="26581" y="8618"/>
                </a:lnTo>
                <a:lnTo>
                  <a:pt x="26558" y="8621"/>
                </a:lnTo>
                <a:lnTo>
                  <a:pt x="26535" y="8623"/>
                </a:lnTo>
                <a:lnTo>
                  <a:pt x="26513" y="8626"/>
                </a:lnTo>
                <a:lnTo>
                  <a:pt x="26492" y="8629"/>
                </a:lnTo>
                <a:lnTo>
                  <a:pt x="26470" y="8632"/>
                </a:lnTo>
                <a:lnTo>
                  <a:pt x="26449" y="8636"/>
                </a:lnTo>
                <a:lnTo>
                  <a:pt x="26429" y="8639"/>
                </a:lnTo>
                <a:lnTo>
                  <a:pt x="26408" y="8642"/>
                </a:lnTo>
                <a:lnTo>
                  <a:pt x="26389" y="8646"/>
                </a:lnTo>
                <a:lnTo>
                  <a:pt x="26369" y="8649"/>
                </a:lnTo>
                <a:lnTo>
                  <a:pt x="26350" y="8653"/>
                </a:lnTo>
                <a:lnTo>
                  <a:pt x="26331" y="8657"/>
                </a:lnTo>
                <a:lnTo>
                  <a:pt x="26313" y="8661"/>
                </a:lnTo>
                <a:lnTo>
                  <a:pt x="26295" y="8665"/>
                </a:lnTo>
                <a:lnTo>
                  <a:pt x="26278" y="8670"/>
                </a:lnTo>
                <a:lnTo>
                  <a:pt x="26260" y="8674"/>
                </a:lnTo>
                <a:lnTo>
                  <a:pt x="26244" y="8678"/>
                </a:lnTo>
                <a:lnTo>
                  <a:pt x="26227" y="8683"/>
                </a:lnTo>
                <a:lnTo>
                  <a:pt x="26211" y="8688"/>
                </a:lnTo>
                <a:lnTo>
                  <a:pt x="26195" y="8692"/>
                </a:lnTo>
                <a:lnTo>
                  <a:pt x="26180" y="8697"/>
                </a:lnTo>
                <a:lnTo>
                  <a:pt x="26165" y="8702"/>
                </a:lnTo>
                <a:lnTo>
                  <a:pt x="26151" y="8708"/>
                </a:lnTo>
                <a:lnTo>
                  <a:pt x="26136" y="8713"/>
                </a:lnTo>
                <a:lnTo>
                  <a:pt x="26123" y="8718"/>
                </a:lnTo>
                <a:lnTo>
                  <a:pt x="26109" y="8724"/>
                </a:lnTo>
                <a:lnTo>
                  <a:pt x="26096" y="8729"/>
                </a:lnTo>
                <a:lnTo>
                  <a:pt x="26083" y="8735"/>
                </a:lnTo>
                <a:lnTo>
                  <a:pt x="26071" y="8741"/>
                </a:lnTo>
                <a:lnTo>
                  <a:pt x="26059" y="8747"/>
                </a:lnTo>
                <a:lnTo>
                  <a:pt x="26047" y="8753"/>
                </a:lnTo>
                <a:lnTo>
                  <a:pt x="26036" y="8759"/>
                </a:lnTo>
                <a:lnTo>
                  <a:pt x="26025" y="8766"/>
                </a:lnTo>
                <a:lnTo>
                  <a:pt x="26014" y="8772"/>
                </a:lnTo>
                <a:lnTo>
                  <a:pt x="26004" y="8779"/>
                </a:lnTo>
                <a:lnTo>
                  <a:pt x="25994" y="8785"/>
                </a:lnTo>
                <a:lnTo>
                  <a:pt x="25985" y="8792"/>
                </a:lnTo>
                <a:lnTo>
                  <a:pt x="25975" y="8799"/>
                </a:lnTo>
                <a:lnTo>
                  <a:pt x="25967" y="8806"/>
                </a:lnTo>
                <a:lnTo>
                  <a:pt x="25958" y="8813"/>
                </a:lnTo>
                <a:lnTo>
                  <a:pt x="25950" y="8820"/>
                </a:lnTo>
                <a:lnTo>
                  <a:pt x="25942" y="8828"/>
                </a:lnTo>
                <a:lnTo>
                  <a:pt x="25935" y="8835"/>
                </a:lnTo>
                <a:lnTo>
                  <a:pt x="25927" y="8843"/>
                </a:lnTo>
                <a:lnTo>
                  <a:pt x="25921" y="8851"/>
                </a:lnTo>
                <a:lnTo>
                  <a:pt x="25914" y="8858"/>
                </a:lnTo>
                <a:lnTo>
                  <a:pt x="25908" y="8866"/>
                </a:lnTo>
                <a:lnTo>
                  <a:pt x="25902" y="8874"/>
                </a:lnTo>
                <a:lnTo>
                  <a:pt x="25897" y="8883"/>
                </a:lnTo>
                <a:lnTo>
                  <a:pt x="25892" y="8891"/>
                </a:lnTo>
                <a:lnTo>
                  <a:pt x="25887" y="8899"/>
                </a:lnTo>
                <a:lnTo>
                  <a:pt x="25883" y="8908"/>
                </a:lnTo>
                <a:lnTo>
                  <a:pt x="25878" y="8916"/>
                </a:lnTo>
                <a:lnTo>
                  <a:pt x="25874" y="8925"/>
                </a:lnTo>
                <a:lnTo>
                  <a:pt x="25870" y="8933"/>
                </a:lnTo>
                <a:lnTo>
                  <a:pt x="25866" y="8942"/>
                </a:lnTo>
                <a:lnTo>
                  <a:pt x="25863" y="8951"/>
                </a:lnTo>
                <a:lnTo>
                  <a:pt x="25859" y="8960"/>
                </a:lnTo>
                <a:lnTo>
                  <a:pt x="25856" y="8968"/>
                </a:lnTo>
                <a:lnTo>
                  <a:pt x="25853" y="8977"/>
                </a:lnTo>
                <a:lnTo>
                  <a:pt x="25851" y="8986"/>
                </a:lnTo>
                <a:lnTo>
                  <a:pt x="25848" y="8995"/>
                </a:lnTo>
                <a:lnTo>
                  <a:pt x="25846" y="9004"/>
                </a:lnTo>
                <a:lnTo>
                  <a:pt x="25844" y="9014"/>
                </a:lnTo>
                <a:lnTo>
                  <a:pt x="25842" y="9023"/>
                </a:lnTo>
                <a:lnTo>
                  <a:pt x="25840" y="9032"/>
                </a:lnTo>
                <a:lnTo>
                  <a:pt x="25838" y="9041"/>
                </a:lnTo>
                <a:lnTo>
                  <a:pt x="25837" y="9051"/>
                </a:lnTo>
                <a:lnTo>
                  <a:pt x="25836" y="9060"/>
                </a:lnTo>
                <a:lnTo>
                  <a:pt x="25835" y="9070"/>
                </a:lnTo>
                <a:lnTo>
                  <a:pt x="25834" y="9079"/>
                </a:lnTo>
                <a:lnTo>
                  <a:pt x="25834" y="9089"/>
                </a:lnTo>
                <a:lnTo>
                  <a:pt x="25834" y="9098"/>
                </a:lnTo>
                <a:lnTo>
                  <a:pt x="25833" y="9108"/>
                </a:lnTo>
                <a:lnTo>
                  <a:pt x="25833" y="24149"/>
                </a:lnTo>
                <a:lnTo>
                  <a:pt x="25834" y="24160"/>
                </a:lnTo>
                <a:lnTo>
                  <a:pt x="25834" y="24171"/>
                </a:lnTo>
                <a:lnTo>
                  <a:pt x="25834" y="24182"/>
                </a:lnTo>
                <a:lnTo>
                  <a:pt x="25835" y="24193"/>
                </a:lnTo>
                <a:lnTo>
                  <a:pt x="25836" y="24203"/>
                </a:lnTo>
                <a:lnTo>
                  <a:pt x="25837" y="24213"/>
                </a:lnTo>
                <a:lnTo>
                  <a:pt x="25838" y="24224"/>
                </a:lnTo>
                <a:lnTo>
                  <a:pt x="25840" y="24234"/>
                </a:lnTo>
                <a:lnTo>
                  <a:pt x="25842" y="24244"/>
                </a:lnTo>
                <a:lnTo>
                  <a:pt x="25844" y="24253"/>
                </a:lnTo>
                <a:lnTo>
                  <a:pt x="25846" y="24263"/>
                </a:lnTo>
                <a:lnTo>
                  <a:pt x="25848" y="24272"/>
                </a:lnTo>
                <a:lnTo>
                  <a:pt x="25851" y="24282"/>
                </a:lnTo>
                <a:lnTo>
                  <a:pt x="25853" y="24291"/>
                </a:lnTo>
                <a:lnTo>
                  <a:pt x="25856" y="24300"/>
                </a:lnTo>
                <a:lnTo>
                  <a:pt x="25859" y="24309"/>
                </a:lnTo>
                <a:lnTo>
                  <a:pt x="25863" y="24318"/>
                </a:lnTo>
                <a:lnTo>
                  <a:pt x="25866" y="24326"/>
                </a:lnTo>
                <a:lnTo>
                  <a:pt x="25870" y="24335"/>
                </a:lnTo>
                <a:lnTo>
                  <a:pt x="25874" y="24343"/>
                </a:lnTo>
                <a:lnTo>
                  <a:pt x="25878" y="24351"/>
                </a:lnTo>
                <a:lnTo>
                  <a:pt x="25883" y="24359"/>
                </a:lnTo>
                <a:lnTo>
                  <a:pt x="25887" y="24367"/>
                </a:lnTo>
                <a:lnTo>
                  <a:pt x="25892" y="24375"/>
                </a:lnTo>
                <a:lnTo>
                  <a:pt x="25897" y="24382"/>
                </a:lnTo>
                <a:lnTo>
                  <a:pt x="25902" y="24390"/>
                </a:lnTo>
                <a:lnTo>
                  <a:pt x="25908" y="24397"/>
                </a:lnTo>
                <a:lnTo>
                  <a:pt x="25914" y="24405"/>
                </a:lnTo>
                <a:lnTo>
                  <a:pt x="25921" y="24412"/>
                </a:lnTo>
                <a:lnTo>
                  <a:pt x="25927" y="24419"/>
                </a:lnTo>
                <a:lnTo>
                  <a:pt x="25935" y="24426"/>
                </a:lnTo>
                <a:lnTo>
                  <a:pt x="25942" y="24433"/>
                </a:lnTo>
                <a:lnTo>
                  <a:pt x="25950" y="24440"/>
                </a:lnTo>
                <a:lnTo>
                  <a:pt x="25958" y="24447"/>
                </a:lnTo>
                <a:lnTo>
                  <a:pt x="25967" y="24454"/>
                </a:lnTo>
                <a:lnTo>
                  <a:pt x="25975" y="24460"/>
                </a:lnTo>
                <a:lnTo>
                  <a:pt x="25985" y="24467"/>
                </a:lnTo>
                <a:lnTo>
                  <a:pt x="25994" y="24473"/>
                </a:lnTo>
                <a:lnTo>
                  <a:pt x="26004" y="24480"/>
                </a:lnTo>
                <a:lnTo>
                  <a:pt x="26014" y="24486"/>
                </a:lnTo>
                <a:lnTo>
                  <a:pt x="26025" y="24492"/>
                </a:lnTo>
                <a:lnTo>
                  <a:pt x="26036" y="24499"/>
                </a:lnTo>
                <a:lnTo>
                  <a:pt x="26047" y="24505"/>
                </a:lnTo>
                <a:lnTo>
                  <a:pt x="26059" y="24511"/>
                </a:lnTo>
                <a:lnTo>
                  <a:pt x="26071" y="24516"/>
                </a:lnTo>
                <a:lnTo>
                  <a:pt x="26083" y="24522"/>
                </a:lnTo>
                <a:lnTo>
                  <a:pt x="26096" y="24528"/>
                </a:lnTo>
                <a:lnTo>
                  <a:pt x="26109" y="24534"/>
                </a:lnTo>
                <a:lnTo>
                  <a:pt x="26123" y="24539"/>
                </a:lnTo>
                <a:lnTo>
                  <a:pt x="26136" y="24544"/>
                </a:lnTo>
                <a:lnTo>
                  <a:pt x="26151" y="24550"/>
                </a:lnTo>
                <a:lnTo>
                  <a:pt x="26165" y="24555"/>
                </a:lnTo>
                <a:lnTo>
                  <a:pt x="26180" y="24560"/>
                </a:lnTo>
                <a:lnTo>
                  <a:pt x="26195" y="24565"/>
                </a:lnTo>
                <a:lnTo>
                  <a:pt x="26211" y="24570"/>
                </a:lnTo>
                <a:lnTo>
                  <a:pt x="26227" y="24574"/>
                </a:lnTo>
                <a:lnTo>
                  <a:pt x="26244" y="24579"/>
                </a:lnTo>
                <a:lnTo>
                  <a:pt x="26260" y="24583"/>
                </a:lnTo>
                <a:lnTo>
                  <a:pt x="26278" y="24588"/>
                </a:lnTo>
                <a:lnTo>
                  <a:pt x="26295" y="24592"/>
                </a:lnTo>
                <a:lnTo>
                  <a:pt x="26313" y="24596"/>
                </a:lnTo>
                <a:lnTo>
                  <a:pt x="26331" y="24600"/>
                </a:lnTo>
                <a:lnTo>
                  <a:pt x="26350" y="24604"/>
                </a:lnTo>
                <a:lnTo>
                  <a:pt x="26369" y="24608"/>
                </a:lnTo>
                <a:lnTo>
                  <a:pt x="26389" y="24611"/>
                </a:lnTo>
                <a:lnTo>
                  <a:pt x="26408" y="24615"/>
                </a:lnTo>
                <a:lnTo>
                  <a:pt x="26429" y="24618"/>
                </a:lnTo>
                <a:lnTo>
                  <a:pt x="26449" y="24622"/>
                </a:lnTo>
                <a:lnTo>
                  <a:pt x="26470" y="24625"/>
                </a:lnTo>
                <a:lnTo>
                  <a:pt x="26492" y="24628"/>
                </a:lnTo>
                <a:lnTo>
                  <a:pt x="26513" y="24631"/>
                </a:lnTo>
                <a:lnTo>
                  <a:pt x="26535" y="24634"/>
                </a:lnTo>
                <a:lnTo>
                  <a:pt x="26558" y="24637"/>
                </a:lnTo>
                <a:lnTo>
                  <a:pt x="26581" y="24639"/>
                </a:lnTo>
                <a:lnTo>
                  <a:pt x="26604" y="24642"/>
                </a:lnTo>
                <a:lnTo>
                  <a:pt x="26628" y="24644"/>
                </a:lnTo>
                <a:lnTo>
                  <a:pt x="26653" y="24646"/>
                </a:lnTo>
                <a:lnTo>
                  <a:pt x="26677" y="24648"/>
                </a:lnTo>
                <a:lnTo>
                  <a:pt x="26703" y="24650"/>
                </a:lnTo>
                <a:lnTo>
                  <a:pt x="26728" y="24652"/>
                </a:lnTo>
                <a:lnTo>
                  <a:pt x="26755" y="24654"/>
                </a:lnTo>
                <a:lnTo>
                  <a:pt x="26781" y="24656"/>
                </a:lnTo>
                <a:lnTo>
                  <a:pt x="26809" y="24657"/>
                </a:lnTo>
                <a:lnTo>
                  <a:pt x="26836" y="24659"/>
                </a:lnTo>
                <a:lnTo>
                  <a:pt x="26864" y="24660"/>
                </a:lnTo>
                <a:lnTo>
                  <a:pt x="26893" y="24661"/>
                </a:lnTo>
                <a:lnTo>
                  <a:pt x="26922" y="24663"/>
                </a:lnTo>
                <a:lnTo>
                  <a:pt x="26951" y="24664"/>
                </a:lnTo>
                <a:lnTo>
                  <a:pt x="26981" y="24664"/>
                </a:lnTo>
                <a:lnTo>
                  <a:pt x="27012" y="24665"/>
                </a:lnTo>
                <a:lnTo>
                  <a:pt x="27043" y="24666"/>
                </a:lnTo>
                <a:lnTo>
                  <a:pt x="27074" y="24666"/>
                </a:lnTo>
                <a:lnTo>
                  <a:pt x="27106" y="24667"/>
                </a:lnTo>
                <a:lnTo>
                  <a:pt x="27138" y="24667"/>
                </a:lnTo>
                <a:lnTo>
                  <a:pt x="27171" y="24667"/>
                </a:lnTo>
                <a:lnTo>
                  <a:pt x="27204" y="24667"/>
                </a:lnTo>
                <a:lnTo>
                  <a:pt x="27238" y="24667"/>
                </a:lnTo>
                <a:lnTo>
                  <a:pt x="27272" y="24667"/>
                </a:lnTo>
                <a:lnTo>
                  <a:pt x="27306" y="24667"/>
                </a:lnTo>
                <a:lnTo>
                  <a:pt x="27339" y="24666"/>
                </a:lnTo>
                <a:lnTo>
                  <a:pt x="27371" y="24666"/>
                </a:lnTo>
                <a:lnTo>
                  <a:pt x="27403" y="24665"/>
                </a:lnTo>
                <a:lnTo>
                  <a:pt x="27435" y="24664"/>
                </a:lnTo>
                <a:lnTo>
                  <a:pt x="27466" y="24664"/>
                </a:lnTo>
                <a:lnTo>
                  <a:pt x="27496" y="24663"/>
                </a:lnTo>
                <a:lnTo>
                  <a:pt x="27526" y="24661"/>
                </a:lnTo>
                <a:lnTo>
                  <a:pt x="27555" y="24660"/>
                </a:lnTo>
                <a:lnTo>
                  <a:pt x="27584" y="24659"/>
                </a:lnTo>
                <a:lnTo>
                  <a:pt x="27612" y="24657"/>
                </a:lnTo>
                <a:lnTo>
                  <a:pt x="27640" y="24656"/>
                </a:lnTo>
                <a:lnTo>
                  <a:pt x="27667" y="24654"/>
                </a:lnTo>
                <a:lnTo>
                  <a:pt x="27694" y="24652"/>
                </a:lnTo>
                <a:lnTo>
                  <a:pt x="27720" y="24650"/>
                </a:lnTo>
                <a:lnTo>
                  <a:pt x="27746" y="24648"/>
                </a:lnTo>
                <a:lnTo>
                  <a:pt x="27771" y="24646"/>
                </a:lnTo>
                <a:lnTo>
                  <a:pt x="27796" y="24644"/>
                </a:lnTo>
                <a:lnTo>
                  <a:pt x="27820" y="24642"/>
                </a:lnTo>
                <a:lnTo>
                  <a:pt x="27843" y="24639"/>
                </a:lnTo>
                <a:lnTo>
                  <a:pt x="27866" y="24637"/>
                </a:lnTo>
                <a:lnTo>
                  <a:pt x="27889" y="24634"/>
                </a:lnTo>
                <a:lnTo>
                  <a:pt x="27911" y="24631"/>
                </a:lnTo>
                <a:lnTo>
                  <a:pt x="27933" y="24628"/>
                </a:lnTo>
                <a:lnTo>
                  <a:pt x="27954" y="24625"/>
                </a:lnTo>
                <a:lnTo>
                  <a:pt x="27975" y="24622"/>
                </a:lnTo>
                <a:lnTo>
                  <a:pt x="27995" y="24618"/>
                </a:lnTo>
                <a:lnTo>
                  <a:pt x="28015" y="24615"/>
                </a:lnTo>
                <a:lnTo>
                  <a:pt x="28035" y="24611"/>
                </a:lnTo>
                <a:lnTo>
                  <a:pt x="28054" y="24608"/>
                </a:lnTo>
                <a:lnTo>
                  <a:pt x="28073" y="24604"/>
                </a:lnTo>
                <a:lnTo>
                  <a:pt x="28092" y="24600"/>
                </a:lnTo>
                <a:lnTo>
                  <a:pt x="28110" y="24596"/>
                </a:lnTo>
                <a:lnTo>
                  <a:pt x="28127" y="24592"/>
                </a:lnTo>
                <a:lnTo>
                  <a:pt x="28144" y="24588"/>
                </a:lnTo>
                <a:lnTo>
                  <a:pt x="28161" y="24583"/>
                </a:lnTo>
                <a:lnTo>
                  <a:pt x="28178" y="24579"/>
                </a:lnTo>
                <a:lnTo>
                  <a:pt x="28194" y="24574"/>
                </a:lnTo>
                <a:lnTo>
                  <a:pt x="28209" y="24570"/>
                </a:lnTo>
                <a:lnTo>
                  <a:pt x="28224" y="24565"/>
                </a:lnTo>
                <a:lnTo>
                  <a:pt x="28239" y="24560"/>
                </a:lnTo>
                <a:lnTo>
                  <a:pt x="28253" y="24555"/>
                </a:lnTo>
                <a:lnTo>
                  <a:pt x="28267" y="24550"/>
                </a:lnTo>
                <a:lnTo>
                  <a:pt x="28281" y="24544"/>
                </a:lnTo>
                <a:lnTo>
                  <a:pt x="28294" y="24539"/>
                </a:lnTo>
                <a:lnTo>
                  <a:pt x="28307" y="24534"/>
                </a:lnTo>
                <a:lnTo>
                  <a:pt x="28319" y="24528"/>
                </a:lnTo>
                <a:lnTo>
                  <a:pt x="28331" y="24522"/>
                </a:lnTo>
                <a:lnTo>
                  <a:pt x="28343" y="24516"/>
                </a:lnTo>
                <a:lnTo>
                  <a:pt x="28355" y="24511"/>
                </a:lnTo>
                <a:lnTo>
                  <a:pt x="28366" y="24505"/>
                </a:lnTo>
                <a:lnTo>
                  <a:pt x="28377" y="24499"/>
                </a:lnTo>
                <a:lnTo>
                  <a:pt x="28387" y="24492"/>
                </a:lnTo>
                <a:lnTo>
                  <a:pt x="28398" y="24486"/>
                </a:lnTo>
                <a:lnTo>
                  <a:pt x="28408" y="24480"/>
                </a:lnTo>
                <a:lnTo>
                  <a:pt x="28418" y="24473"/>
                </a:lnTo>
                <a:lnTo>
                  <a:pt x="28427" y="24467"/>
                </a:lnTo>
                <a:lnTo>
                  <a:pt x="28436" y="24460"/>
                </a:lnTo>
                <a:lnTo>
                  <a:pt x="28445" y="24454"/>
                </a:lnTo>
                <a:lnTo>
                  <a:pt x="28454" y="24447"/>
                </a:lnTo>
                <a:lnTo>
                  <a:pt x="28462" y="24440"/>
                </a:lnTo>
                <a:lnTo>
                  <a:pt x="28470" y="24433"/>
                </a:lnTo>
                <a:lnTo>
                  <a:pt x="28478" y="24426"/>
                </a:lnTo>
                <a:lnTo>
                  <a:pt x="28485" y="24419"/>
                </a:lnTo>
                <a:lnTo>
                  <a:pt x="28493" y="24412"/>
                </a:lnTo>
                <a:lnTo>
                  <a:pt x="28499" y="24405"/>
                </a:lnTo>
                <a:lnTo>
                  <a:pt x="28506" y="24397"/>
                </a:lnTo>
                <a:lnTo>
                  <a:pt x="28512" y="24390"/>
                </a:lnTo>
                <a:lnTo>
                  <a:pt x="28518" y="24382"/>
                </a:lnTo>
                <a:lnTo>
                  <a:pt x="28524" y="24375"/>
                </a:lnTo>
                <a:lnTo>
                  <a:pt x="28530" y="24367"/>
                </a:lnTo>
                <a:lnTo>
                  <a:pt x="28535" y="24359"/>
                </a:lnTo>
                <a:lnTo>
                  <a:pt x="28540" y="24351"/>
                </a:lnTo>
                <a:lnTo>
                  <a:pt x="28545" y="24343"/>
                </a:lnTo>
                <a:lnTo>
                  <a:pt x="28549" y="24335"/>
                </a:lnTo>
                <a:lnTo>
                  <a:pt x="28553" y="24326"/>
                </a:lnTo>
                <a:lnTo>
                  <a:pt x="28557" y="24318"/>
                </a:lnTo>
                <a:lnTo>
                  <a:pt x="28561" y="24309"/>
                </a:lnTo>
                <a:lnTo>
                  <a:pt x="28565" y="24300"/>
                </a:lnTo>
                <a:lnTo>
                  <a:pt x="28568" y="24291"/>
                </a:lnTo>
                <a:lnTo>
                  <a:pt x="28571" y="24282"/>
                </a:lnTo>
                <a:lnTo>
                  <a:pt x="28574" y="24272"/>
                </a:lnTo>
                <a:lnTo>
                  <a:pt x="28577" y="24263"/>
                </a:lnTo>
                <a:lnTo>
                  <a:pt x="28579" y="24253"/>
                </a:lnTo>
                <a:lnTo>
                  <a:pt x="28582" y="24244"/>
                </a:lnTo>
                <a:lnTo>
                  <a:pt x="28584" y="24234"/>
                </a:lnTo>
                <a:lnTo>
                  <a:pt x="28585" y="24224"/>
                </a:lnTo>
                <a:lnTo>
                  <a:pt x="28587" y="24213"/>
                </a:lnTo>
                <a:lnTo>
                  <a:pt x="28588" y="24203"/>
                </a:lnTo>
                <a:lnTo>
                  <a:pt x="28589" y="24193"/>
                </a:lnTo>
                <a:lnTo>
                  <a:pt x="28590" y="24182"/>
                </a:lnTo>
                <a:lnTo>
                  <a:pt x="28590" y="24171"/>
                </a:lnTo>
                <a:lnTo>
                  <a:pt x="28591" y="24160"/>
                </a:lnTo>
                <a:lnTo>
                  <a:pt x="28591" y="24149"/>
                </a:lnTo>
                <a:lnTo>
                  <a:pt x="28591" y="9108"/>
                </a:lnTo>
                <a:lnTo>
                  <a:pt x="28591" y="9098"/>
                </a:lnTo>
                <a:lnTo>
                  <a:pt x="28590" y="9089"/>
                </a:lnTo>
                <a:lnTo>
                  <a:pt x="28590" y="9079"/>
                </a:lnTo>
                <a:lnTo>
                  <a:pt x="28589" y="9070"/>
                </a:lnTo>
                <a:lnTo>
                  <a:pt x="28588" y="9060"/>
                </a:lnTo>
                <a:close/>
                <a:moveTo>
                  <a:pt x="157169" y="9060"/>
                </a:moveTo>
                <a:lnTo>
                  <a:pt x="157167" y="9051"/>
                </a:lnTo>
                <a:lnTo>
                  <a:pt x="157166" y="9041"/>
                </a:lnTo>
                <a:lnTo>
                  <a:pt x="157164" y="9032"/>
                </a:lnTo>
                <a:lnTo>
                  <a:pt x="157162" y="9023"/>
                </a:lnTo>
                <a:lnTo>
                  <a:pt x="157160" y="9014"/>
                </a:lnTo>
                <a:lnTo>
                  <a:pt x="157158" y="9004"/>
                </a:lnTo>
                <a:lnTo>
                  <a:pt x="157155" y="8995"/>
                </a:lnTo>
                <a:lnTo>
                  <a:pt x="157152" y="8986"/>
                </a:lnTo>
                <a:lnTo>
                  <a:pt x="157149" y="8977"/>
                </a:lnTo>
                <a:lnTo>
                  <a:pt x="157145" y="8968"/>
                </a:lnTo>
                <a:lnTo>
                  <a:pt x="157142" y="8960"/>
                </a:lnTo>
                <a:lnTo>
                  <a:pt x="157138" y="8951"/>
                </a:lnTo>
                <a:lnTo>
                  <a:pt x="157134" y="8942"/>
                </a:lnTo>
                <a:lnTo>
                  <a:pt x="157130" y="8933"/>
                </a:lnTo>
                <a:lnTo>
                  <a:pt x="157125" y="8925"/>
                </a:lnTo>
                <a:lnTo>
                  <a:pt x="157120" y="8916"/>
                </a:lnTo>
                <a:lnTo>
                  <a:pt x="157115" y="8908"/>
                </a:lnTo>
                <a:lnTo>
                  <a:pt x="157110" y="8899"/>
                </a:lnTo>
                <a:lnTo>
                  <a:pt x="157105" y="8891"/>
                </a:lnTo>
                <a:lnTo>
                  <a:pt x="157099" y="8883"/>
                </a:lnTo>
                <a:lnTo>
                  <a:pt x="157093" y="8874"/>
                </a:lnTo>
                <a:lnTo>
                  <a:pt x="157087" y="8866"/>
                </a:lnTo>
                <a:lnTo>
                  <a:pt x="157080" y="8858"/>
                </a:lnTo>
                <a:lnTo>
                  <a:pt x="157073" y="8851"/>
                </a:lnTo>
                <a:lnTo>
                  <a:pt x="157066" y="8843"/>
                </a:lnTo>
                <a:lnTo>
                  <a:pt x="157059" y="8835"/>
                </a:lnTo>
                <a:lnTo>
                  <a:pt x="157051" y="8828"/>
                </a:lnTo>
                <a:lnTo>
                  <a:pt x="157043" y="8820"/>
                </a:lnTo>
                <a:lnTo>
                  <a:pt x="157035" y="8813"/>
                </a:lnTo>
                <a:lnTo>
                  <a:pt x="157026" y="8806"/>
                </a:lnTo>
                <a:lnTo>
                  <a:pt x="157017" y="8799"/>
                </a:lnTo>
                <a:lnTo>
                  <a:pt x="157008" y="8792"/>
                </a:lnTo>
                <a:lnTo>
                  <a:pt x="156998" y="8785"/>
                </a:lnTo>
                <a:lnTo>
                  <a:pt x="156989" y="8779"/>
                </a:lnTo>
                <a:lnTo>
                  <a:pt x="156978" y="8772"/>
                </a:lnTo>
                <a:lnTo>
                  <a:pt x="156968" y="8766"/>
                </a:lnTo>
                <a:lnTo>
                  <a:pt x="156957" y="8759"/>
                </a:lnTo>
                <a:lnTo>
                  <a:pt x="156947" y="8753"/>
                </a:lnTo>
                <a:lnTo>
                  <a:pt x="156935" y="8747"/>
                </a:lnTo>
                <a:lnTo>
                  <a:pt x="156924" y="8741"/>
                </a:lnTo>
                <a:lnTo>
                  <a:pt x="156912" y="8735"/>
                </a:lnTo>
                <a:lnTo>
                  <a:pt x="156900" y="8729"/>
                </a:lnTo>
                <a:lnTo>
                  <a:pt x="156887" y="8724"/>
                </a:lnTo>
                <a:lnTo>
                  <a:pt x="156875" y="8718"/>
                </a:lnTo>
                <a:lnTo>
                  <a:pt x="156862" y="8713"/>
                </a:lnTo>
                <a:lnTo>
                  <a:pt x="156848" y="8708"/>
                </a:lnTo>
                <a:lnTo>
                  <a:pt x="156834" y="8702"/>
                </a:lnTo>
                <a:lnTo>
                  <a:pt x="156820" y="8697"/>
                </a:lnTo>
                <a:lnTo>
                  <a:pt x="156805" y="8692"/>
                </a:lnTo>
                <a:lnTo>
                  <a:pt x="156790" y="8688"/>
                </a:lnTo>
                <a:lnTo>
                  <a:pt x="156774" y="8683"/>
                </a:lnTo>
                <a:lnTo>
                  <a:pt x="156758" y="8678"/>
                </a:lnTo>
                <a:lnTo>
                  <a:pt x="156742" y="8674"/>
                </a:lnTo>
                <a:lnTo>
                  <a:pt x="156725" y="8670"/>
                </a:lnTo>
                <a:lnTo>
                  <a:pt x="156708" y="8665"/>
                </a:lnTo>
                <a:lnTo>
                  <a:pt x="156690" y="8661"/>
                </a:lnTo>
                <a:lnTo>
                  <a:pt x="156672" y="8657"/>
                </a:lnTo>
                <a:lnTo>
                  <a:pt x="156654" y="8653"/>
                </a:lnTo>
                <a:lnTo>
                  <a:pt x="156635" y="8649"/>
                </a:lnTo>
                <a:lnTo>
                  <a:pt x="156616" y="8646"/>
                </a:lnTo>
                <a:lnTo>
                  <a:pt x="156596" y="8642"/>
                </a:lnTo>
                <a:lnTo>
                  <a:pt x="156576" y="8639"/>
                </a:lnTo>
                <a:lnTo>
                  <a:pt x="156556" y="8636"/>
                </a:lnTo>
                <a:lnTo>
                  <a:pt x="156535" y="8632"/>
                </a:lnTo>
                <a:lnTo>
                  <a:pt x="156513" y="8629"/>
                </a:lnTo>
                <a:lnTo>
                  <a:pt x="156492" y="8626"/>
                </a:lnTo>
                <a:lnTo>
                  <a:pt x="156470" y="8623"/>
                </a:lnTo>
                <a:lnTo>
                  <a:pt x="156447" y="8621"/>
                </a:lnTo>
                <a:lnTo>
                  <a:pt x="156424" y="8618"/>
                </a:lnTo>
                <a:lnTo>
                  <a:pt x="156400" y="8616"/>
                </a:lnTo>
                <a:lnTo>
                  <a:pt x="156376" y="8613"/>
                </a:lnTo>
                <a:lnTo>
                  <a:pt x="156352" y="8611"/>
                </a:lnTo>
                <a:lnTo>
                  <a:pt x="156327" y="8609"/>
                </a:lnTo>
                <a:lnTo>
                  <a:pt x="156301" y="8607"/>
                </a:lnTo>
                <a:lnTo>
                  <a:pt x="156275" y="8605"/>
                </a:lnTo>
                <a:lnTo>
                  <a:pt x="156248" y="8603"/>
                </a:lnTo>
                <a:lnTo>
                  <a:pt x="156221" y="8601"/>
                </a:lnTo>
                <a:lnTo>
                  <a:pt x="156193" y="8600"/>
                </a:lnTo>
                <a:lnTo>
                  <a:pt x="156165" y="8598"/>
                </a:lnTo>
                <a:lnTo>
                  <a:pt x="156136" y="8597"/>
                </a:lnTo>
                <a:lnTo>
                  <a:pt x="156107" y="8596"/>
                </a:lnTo>
                <a:lnTo>
                  <a:pt x="156077" y="8595"/>
                </a:lnTo>
                <a:lnTo>
                  <a:pt x="156046" y="8594"/>
                </a:lnTo>
                <a:lnTo>
                  <a:pt x="156015" y="8593"/>
                </a:lnTo>
                <a:lnTo>
                  <a:pt x="155984" y="8592"/>
                </a:lnTo>
                <a:lnTo>
                  <a:pt x="155952" y="8592"/>
                </a:lnTo>
                <a:lnTo>
                  <a:pt x="155920" y="8591"/>
                </a:lnTo>
                <a:lnTo>
                  <a:pt x="155887" y="8591"/>
                </a:lnTo>
                <a:lnTo>
                  <a:pt x="155853" y="8590"/>
                </a:lnTo>
                <a:lnTo>
                  <a:pt x="155819" y="8590"/>
                </a:lnTo>
                <a:lnTo>
                  <a:pt x="155784" y="8590"/>
                </a:lnTo>
                <a:lnTo>
                  <a:pt x="155751" y="8590"/>
                </a:lnTo>
                <a:lnTo>
                  <a:pt x="155719" y="8590"/>
                </a:lnTo>
                <a:lnTo>
                  <a:pt x="155686" y="8591"/>
                </a:lnTo>
                <a:lnTo>
                  <a:pt x="155654" y="8591"/>
                </a:lnTo>
                <a:lnTo>
                  <a:pt x="155623" y="8592"/>
                </a:lnTo>
                <a:lnTo>
                  <a:pt x="155592" y="8592"/>
                </a:lnTo>
                <a:lnTo>
                  <a:pt x="155562" y="8593"/>
                </a:lnTo>
                <a:lnTo>
                  <a:pt x="155532" y="8594"/>
                </a:lnTo>
                <a:lnTo>
                  <a:pt x="155502" y="8595"/>
                </a:lnTo>
                <a:lnTo>
                  <a:pt x="155473" y="8596"/>
                </a:lnTo>
                <a:lnTo>
                  <a:pt x="155445" y="8597"/>
                </a:lnTo>
                <a:lnTo>
                  <a:pt x="155417" y="8598"/>
                </a:lnTo>
                <a:lnTo>
                  <a:pt x="155389" y="8600"/>
                </a:lnTo>
                <a:lnTo>
                  <a:pt x="155362" y="8601"/>
                </a:lnTo>
                <a:lnTo>
                  <a:pt x="155335" y="8603"/>
                </a:lnTo>
                <a:lnTo>
                  <a:pt x="155309" y="8605"/>
                </a:lnTo>
                <a:lnTo>
                  <a:pt x="155283" y="8607"/>
                </a:lnTo>
                <a:lnTo>
                  <a:pt x="155258" y="8609"/>
                </a:lnTo>
                <a:lnTo>
                  <a:pt x="155233" y="8611"/>
                </a:lnTo>
                <a:lnTo>
                  <a:pt x="155209" y="8613"/>
                </a:lnTo>
                <a:lnTo>
                  <a:pt x="155185" y="8616"/>
                </a:lnTo>
                <a:lnTo>
                  <a:pt x="155161" y="8618"/>
                </a:lnTo>
                <a:lnTo>
                  <a:pt x="155139" y="8621"/>
                </a:lnTo>
                <a:lnTo>
                  <a:pt x="155116" y="8623"/>
                </a:lnTo>
                <a:lnTo>
                  <a:pt x="155094" y="8626"/>
                </a:lnTo>
                <a:lnTo>
                  <a:pt x="155072" y="8629"/>
                </a:lnTo>
                <a:lnTo>
                  <a:pt x="155051" y="8632"/>
                </a:lnTo>
                <a:lnTo>
                  <a:pt x="155030" y="8636"/>
                </a:lnTo>
                <a:lnTo>
                  <a:pt x="155009" y="8639"/>
                </a:lnTo>
                <a:lnTo>
                  <a:pt x="154989" y="8642"/>
                </a:lnTo>
                <a:lnTo>
                  <a:pt x="154969" y="8646"/>
                </a:lnTo>
                <a:lnTo>
                  <a:pt x="154950" y="8649"/>
                </a:lnTo>
                <a:lnTo>
                  <a:pt x="154931" y="8653"/>
                </a:lnTo>
                <a:lnTo>
                  <a:pt x="154912" y="8657"/>
                </a:lnTo>
                <a:lnTo>
                  <a:pt x="154894" y="8661"/>
                </a:lnTo>
                <a:lnTo>
                  <a:pt x="154876" y="8665"/>
                </a:lnTo>
                <a:lnTo>
                  <a:pt x="154858" y="8670"/>
                </a:lnTo>
                <a:lnTo>
                  <a:pt x="154841" y="8674"/>
                </a:lnTo>
                <a:lnTo>
                  <a:pt x="154824" y="8678"/>
                </a:lnTo>
                <a:lnTo>
                  <a:pt x="154808" y="8683"/>
                </a:lnTo>
                <a:lnTo>
                  <a:pt x="154792" y="8688"/>
                </a:lnTo>
                <a:lnTo>
                  <a:pt x="154776" y="8692"/>
                </a:lnTo>
                <a:lnTo>
                  <a:pt x="154761" y="8697"/>
                </a:lnTo>
                <a:lnTo>
                  <a:pt x="154746" y="8702"/>
                </a:lnTo>
                <a:lnTo>
                  <a:pt x="154731" y="8708"/>
                </a:lnTo>
                <a:lnTo>
                  <a:pt x="154717" y="8713"/>
                </a:lnTo>
                <a:lnTo>
                  <a:pt x="154703" y="8718"/>
                </a:lnTo>
                <a:lnTo>
                  <a:pt x="154690" y="8724"/>
                </a:lnTo>
                <a:lnTo>
                  <a:pt x="154677" y="8729"/>
                </a:lnTo>
                <a:lnTo>
                  <a:pt x="154664" y="8735"/>
                </a:lnTo>
                <a:lnTo>
                  <a:pt x="154652" y="8741"/>
                </a:lnTo>
                <a:lnTo>
                  <a:pt x="154640" y="8747"/>
                </a:lnTo>
                <a:lnTo>
                  <a:pt x="154628" y="8753"/>
                </a:lnTo>
                <a:lnTo>
                  <a:pt x="154617" y="8759"/>
                </a:lnTo>
                <a:lnTo>
                  <a:pt x="154606" y="8766"/>
                </a:lnTo>
                <a:lnTo>
                  <a:pt x="154595" y="8772"/>
                </a:lnTo>
                <a:lnTo>
                  <a:pt x="154585" y="8779"/>
                </a:lnTo>
                <a:lnTo>
                  <a:pt x="154575" y="8785"/>
                </a:lnTo>
                <a:lnTo>
                  <a:pt x="154565" y="8792"/>
                </a:lnTo>
                <a:lnTo>
                  <a:pt x="154556" y="8799"/>
                </a:lnTo>
                <a:lnTo>
                  <a:pt x="154547" y="8806"/>
                </a:lnTo>
                <a:lnTo>
                  <a:pt x="154539" y="8813"/>
                </a:lnTo>
                <a:lnTo>
                  <a:pt x="154531" y="8820"/>
                </a:lnTo>
                <a:lnTo>
                  <a:pt x="154523" y="8828"/>
                </a:lnTo>
                <a:lnTo>
                  <a:pt x="154515" y="8835"/>
                </a:lnTo>
                <a:lnTo>
                  <a:pt x="154508" y="8843"/>
                </a:lnTo>
                <a:lnTo>
                  <a:pt x="154501" y="8851"/>
                </a:lnTo>
                <a:lnTo>
                  <a:pt x="154495" y="8858"/>
                </a:lnTo>
                <a:lnTo>
                  <a:pt x="154489" y="8866"/>
                </a:lnTo>
                <a:lnTo>
                  <a:pt x="154483" y="8874"/>
                </a:lnTo>
                <a:lnTo>
                  <a:pt x="154478" y="8883"/>
                </a:lnTo>
                <a:lnTo>
                  <a:pt x="154473" y="8891"/>
                </a:lnTo>
                <a:lnTo>
                  <a:pt x="154468" y="8899"/>
                </a:lnTo>
                <a:lnTo>
                  <a:pt x="154463" y="8908"/>
                </a:lnTo>
                <a:lnTo>
                  <a:pt x="154459" y="8916"/>
                </a:lnTo>
                <a:lnTo>
                  <a:pt x="154455" y="8925"/>
                </a:lnTo>
                <a:lnTo>
                  <a:pt x="154451" y="8933"/>
                </a:lnTo>
                <a:lnTo>
                  <a:pt x="154447" y="8942"/>
                </a:lnTo>
                <a:lnTo>
                  <a:pt x="154443" y="8951"/>
                </a:lnTo>
                <a:lnTo>
                  <a:pt x="154440" y="8960"/>
                </a:lnTo>
                <a:lnTo>
                  <a:pt x="154437" y="8968"/>
                </a:lnTo>
                <a:lnTo>
                  <a:pt x="154434" y="8977"/>
                </a:lnTo>
                <a:lnTo>
                  <a:pt x="154431" y="8986"/>
                </a:lnTo>
                <a:lnTo>
                  <a:pt x="154429" y="8995"/>
                </a:lnTo>
                <a:lnTo>
                  <a:pt x="154426" y="9004"/>
                </a:lnTo>
                <a:lnTo>
                  <a:pt x="154424" y="9014"/>
                </a:lnTo>
                <a:lnTo>
                  <a:pt x="154422" y="9023"/>
                </a:lnTo>
                <a:lnTo>
                  <a:pt x="154421" y="9032"/>
                </a:lnTo>
                <a:lnTo>
                  <a:pt x="154419" y="9041"/>
                </a:lnTo>
                <a:lnTo>
                  <a:pt x="154418" y="9051"/>
                </a:lnTo>
                <a:lnTo>
                  <a:pt x="154417" y="9060"/>
                </a:lnTo>
                <a:lnTo>
                  <a:pt x="154416" y="9070"/>
                </a:lnTo>
                <a:lnTo>
                  <a:pt x="154415" y="9079"/>
                </a:lnTo>
                <a:lnTo>
                  <a:pt x="154414" y="9089"/>
                </a:lnTo>
                <a:lnTo>
                  <a:pt x="154414" y="9098"/>
                </a:lnTo>
                <a:lnTo>
                  <a:pt x="154414" y="9108"/>
                </a:lnTo>
                <a:lnTo>
                  <a:pt x="154414" y="24149"/>
                </a:lnTo>
                <a:lnTo>
                  <a:pt x="154414" y="24160"/>
                </a:lnTo>
                <a:lnTo>
                  <a:pt x="154414" y="24171"/>
                </a:lnTo>
                <a:lnTo>
                  <a:pt x="154415" y="24182"/>
                </a:lnTo>
                <a:lnTo>
                  <a:pt x="154416" y="24193"/>
                </a:lnTo>
                <a:lnTo>
                  <a:pt x="154417" y="24203"/>
                </a:lnTo>
                <a:lnTo>
                  <a:pt x="154418" y="24213"/>
                </a:lnTo>
                <a:lnTo>
                  <a:pt x="154419" y="24224"/>
                </a:lnTo>
                <a:lnTo>
                  <a:pt x="154421" y="24234"/>
                </a:lnTo>
                <a:lnTo>
                  <a:pt x="154422" y="24244"/>
                </a:lnTo>
                <a:lnTo>
                  <a:pt x="154424" y="24253"/>
                </a:lnTo>
                <a:lnTo>
                  <a:pt x="154426" y="24263"/>
                </a:lnTo>
                <a:lnTo>
                  <a:pt x="154429" y="24272"/>
                </a:lnTo>
                <a:lnTo>
                  <a:pt x="154431" y="24282"/>
                </a:lnTo>
                <a:lnTo>
                  <a:pt x="154434" y="24291"/>
                </a:lnTo>
                <a:lnTo>
                  <a:pt x="154437" y="24300"/>
                </a:lnTo>
                <a:lnTo>
                  <a:pt x="154440" y="24309"/>
                </a:lnTo>
                <a:lnTo>
                  <a:pt x="154443" y="24318"/>
                </a:lnTo>
                <a:lnTo>
                  <a:pt x="154447" y="24326"/>
                </a:lnTo>
                <a:lnTo>
                  <a:pt x="154451" y="24335"/>
                </a:lnTo>
                <a:lnTo>
                  <a:pt x="154455" y="24343"/>
                </a:lnTo>
                <a:lnTo>
                  <a:pt x="154459" y="24351"/>
                </a:lnTo>
                <a:lnTo>
                  <a:pt x="154463" y="24359"/>
                </a:lnTo>
                <a:lnTo>
                  <a:pt x="154468" y="24367"/>
                </a:lnTo>
                <a:lnTo>
                  <a:pt x="154473" y="24375"/>
                </a:lnTo>
                <a:lnTo>
                  <a:pt x="154478" y="24382"/>
                </a:lnTo>
                <a:lnTo>
                  <a:pt x="154483" y="24390"/>
                </a:lnTo>
                <a:lnTo>
                  <a:pt x="154489" y="24397"/>
                </a:lnTo>
                <a:lnTo>
                  <a:pt x="154495" y="24405"/>
                </a:lnTo>
                <a:lnTo>
                  <a:pt x="154501" y="24412"/>
                </a:lnTo>
                <a:lnTo>
                  <a:pt x="154508" y="24419"/>
                </a:lnTo>
                <a:lnTo>
                  <a:pt x="154515" y="24426"/>
                </a:lnTo>
                <a:lnTo>
                  <a:pt x="154523" y="24433"/>
                </a:lnTo>
                <a:lnTo>
                  <a:pt x="154531" y="24440"/>
                </a:lnTo>
                <a:lnTo>
                  <a:pt x="154539" y="24447"/>
                </a:lnTo>
                <a:lnTo>
                  <a:pt x="154547" y="24454"/>
                </a:lnTo>
                <a:lnTo>
                  <a:pt x="154556" y="24460"/>
                </a:lnTo>
                <a:lnTo>
                  <a:pt x="154565" y="24467"/>
                </a:lnTo>
                <a:lnTo>
                  <a:pt x="154575" y="24473"/>
                </a:lnTo>
                <a:lnTo>
                  <a:pt x="154585" y="24480"/>
                </a:lnTo>
                <a:lnTo>
                  <a:pt x="154595" y="24486"/>
                </a:lnTo>
                <a:lnTo>
                  <a:pt x="154606" y="24492"/>
                </a:lnTo>
                <a:lnTo>
                  <a:pt x="154617" y="24499"/>
                </a:lnTo>
                <a:lnTo>
                  <a:pt x="154628" y="24505"/>
                </a:lnTo>
                <a:lnTo>
                  <a:pt x="154640" y="24511"/>
                </a:lnTo>
                <a:lnTo>
                  <a:pt x="154652" y="24516"/>
                </a:lnTo>
                <a:lnTo>
                  <a:pt x="154664" y="24522"/>
                </a:lnTo>
                <a:lnTo>
                  <a:pt x="154677" y="24528"/>
                </a:lnTo>
                <a:lnTo>
                  <a:pt x="154690" y="24534"/>
                </a:lnTo>
                <a:lnTo>
                  <a:pt x="154703" y="24539"/>
                </a:lnTo>
                <a:lnTo>
                  <a:pt x="154717" y="24544"/>
                </a:lnTo>
                <a:lnTo>
                  <a:pt x="154731" y="24550"/>
                </a:lnTo>
                <a:lnTo>
                  <a:pt x="154746" y="24555"/>
                </a:lnTo>
                <a:lnTo>
                  <a:pt x="154761" y="24560"/>
                </a:lnTo>
                <a:lnTo>
                  <a:pt x="154776" y="24565"/>
                </a:lnTo>
                <a:lnTo>
                  <a:pt x="154792" y="24570"/>
                </a:lnTo>
                <a:lnTo>
                  <a:pt x="154808" y="24574"/>
                </a:lnTo>
                <a:lnTo>
                  <a:pt x="154824" y="24579"/>
                </a:lnTo>
                <a:lnTo>
                  <a:pt x="154841" y="24583"/>
                </a:lnTo>
                <a:lnTo>
                  <a:pt x="154858" y="24588"/>
                </a:lnTo>
                <a:lnTo>
                  <a:pt x="154876" y="24592"/>
                </a:lnTo>
                <a:lnTo>
                  <a:pt x="154894" y="24596"/>
                </a:lnTo>
                <a:lnTo>
                  <a:pt x="154912" y="24600"/>
                </a:lnTo>
                <a:lnTo>
                  <a:pt x="154931" y="24604"/>
                </a:lnTo>
                <a:lnTo>
                  <a:pt x="154950" y="24608"/>
                </a:lnTo>
                <a:lnTo>
                  <a:pt x="154969" y="24611"/>
                </a:lnTo>
                <a:lnTo>
                  <a:pt x="154989" y="24615"/>
                </a:lnTo>
                <a:lnTo>
                  <a:pt x="155009" y="24618"/>
                </a:lnTo>
                <a:lnTo>
                  <a:pt x="155030" y="24622"/>
                </a:lnTo>
                <a:lnTo>
                  <a:pt x="155051" y="24625"/>
                </a:lnTo>
                <a:lnTo>
                  <a:pt x="155072" y="24628"/>
                </a:lnTo>
                <a:lnTo>
                  <a:pt x="155094" y="24631"/>
                </a:lnTo>
                <a:lnTo>
                  <a:pt x="155116" y="24634"/>
                </a:lnTo>
                <a:lnTo>
                  <a:pt x="155139" y="24637"/>
                </a:lnTo>
                <a:lnTo>
                  <a:pt x="155161" y="24639"/>
                </a:lnTo>
                <a:lnTo>
                  <a:pt x="155185" y="24642"/>
                </a:lnTo>
                <a:lnTo>
                  <a:pt x="155209" y="24644"/>
                </a:lnTo>
                <a:lnTo>
                  <a:pt x="155233" y="24646"/>
                </a:lnTo>
                <a:lnTo>
                  <a:pt x="155258" y="24648"/>
                </a:lnTo>
                <a:lnTo>
                  <a:pt x="155283" y="24650"/>
                </a:lnTo>
                <a:lnTo>
                  <a:pt x="155309" y="24652"/>
                </a:lnTo>
                <a:lnTo>
                  <a:pt x="155335" y="24654"/>
                </a:lnTo>
                <a:lnTo>
                  <a:pt x="155362" y="24656"/>
                </a:lnTo>
                <a:lnTo>
                  <a:pt x="155389" y="24657"/>
                </a:lnTo>
                <a:lnTo>
                  <a:pt x="155417" y="24659"/>
                </a:lnTo>
                <a:lnTo>
                  <a:pt x="155445" y="24660"/>
                </a:lnTo>
                <a:lnTo>
                  <a:pt x="155473" y="24661"/>
                </a:lnTo>
                <a:lnTo>
                  <a:pt x="155502" y="24663"/>
                </a:lnTo>
                <a:lnTo>
                  <a:pt x="155532" y="24664"/>
                </a:lnTo>
                <a:lnTo>
                  <a:pt x="155562" y="24664"/>
                </a:lnTo>
                <a:lnTo>
                  <a:pt x="155592" y="24665"/>
                </a:lnTo>
                <a:lnTo>
                  <a:pt x="155623" y="24666"/>
                </a:lnTo>
                <a:lnTo>
                  <a:pt x="155654" y="24666"/>
                </a:lnTo>
                <a:lnTo>
                  <a:pt x="155686" y="24667"/>
                </a:lnTo>
                <a:lnTo>
                  <a:pt x="155719" y="24667"/>
                </a:lnTo>
                <a:lnTo>
                  <a:pt x="155751" y="24667"/>
                </a:lnTo>
                <a:lnTo>
                  <a:pt x="155784" y="24667"/>
                </a:lnTo>
                <a:lnTo>
                  <a:pt x="155819" y="24667"/>
                </a:lnTo>
                <a:lnTo>
                  <a:pt x="155853" y="24667"/>
                </a:lnTo>
                <a:lnTo>
                  <a:pt x="155887" y="24667"/>
                </a:lnTo>
                <a:lnTo>
                  <a:pt x="155920" y="24666"/>
                </a:lnTo>
                <a:lnTo>
                  <a:pt x="155952" y="24666"/>
                </a:lnTo>
                <a:lnTo>
                  <a:pt x="155984" y="24665"/>
                </a:lnTo>
                <a:lnTo>
                  <a:pt x="156015" y="24664"/>
                </a:lnTo>
                <a:lnTo>
                  <a:pt x="156046" y="24664"/>
                </a:lnTo>
                <a:lnTo>
                  <a:pt x="156077" y="24663"/>
                </a:lnTo>
                <a:lnTo>
                  <a:pt x="156107" y="24661"/>
                </a:lnTo>
                <a:lnTo>
                  <a:pt x="156136" y="24660"/>
                </a:lnTo>
                <a:lnTo>
                  <a:pt x="156165" y="24659"/>
                </a:lnTo>
                <a:lnTo>
                  <a:pt x="156193" y="24657"/>
                </a:lnTo>
                <a:lnTo>
                  <a:pt x="156221" y="24656"/>
                </a:lnTo>
                <a:lnTo>
                  <a:pt x="156248" y="24654"/>
                </a:lnTo>
                <a:lnTo>
                  <a:pt x="156275" y="24652"/>
                </a:lnTo>
                <a:lnTo>
                  <a:pt x="156301" y="24650"/>
                </a:lnTo>
                <a:lnTo>
                  <a:pt x="156327" y="24648"/>
                </a:lnTo>
                <a:lnTo>
                  <a:pt x="156352" y="24646"/>
                </a:lnTo>
                <a:lnTo>
                  <a:pt x="156376" y="24644"/>
                </a:lnTo>
                <a:lnTo>
                  <a:pt x="156400" y="24642"/>
                </a:lnTo>
                <a:lnTo>
                  <a:pt x="156424" y="24639"/>
                </a:lnTo>
                <a:lnTo>
                  <a:pt x="156447" y="24637"/>
                </a:lnTo>
                <a:lnTo>
                  <a:pt x="156470" y="24634"/>
                </a:lnTo>
                <a:lnTo>
                  <a:pt x="156492" y="24631"/>
                </a:lnTo>
                <a:lnTo>
                  <a:pt x="156513" y="24628"/>
                </a:lnTo>
                <a:lnTo>
                  <a:pt x="156535" y="24625"/>
                </a:lnTo>
                <a:lnTo>
                  <a:pt x="156556" y="24622"/>
                </a:lnTo>
                <a:lnTo>
                  <a:pt x="156576" y="24618"/>
                </a:lnTo>
                <a:lnTo>
                  <a:pt x="156596" y="24615"/>
                </a:lnTo>
                <a:lnTo>
                  <a:pt x="156616" y="24611"/>
                </a:lnTo>
                <a:lnTo>
                  <a:pt x="156635" y="24608"/>
                </a:lnTo>
                <a:lnTo>
                  <a:pt x="156654" y="24604"/>
                </a:lnTo>
                <a:lnTo>
                  <a:pt x="156672" y="24600"/>
                </a:lnTo>
                <a:lnTo>
                  <a:pt x="156690" y="24596"/>
                </a:lnTo>
                <a:lnTo>
                  <a:pt x="156708" y="24592"/>
                </a:lnTo>
                <a:lnTo>
                  <a:pt x="156725" y="24588"/>
                </a:lnTo>
                <a:lnTo>
                  <a:pt x="156742" y="24583"/>
                </a:lnTo>
                <a:lnTo>
                  <a:pt x="156758" y="24579"/>
                </a:lnTo>
                <a:lnTo>
                  <a:pt x="156774" y="24574"/>
                </a:lnTo>
                <a:lnTo>
                  <a:pt x="156790" y="24570"/>
                </a:lnTo>
                <a:lnTo>
                  <a:pt x="156805" y="24565"/>
                </a:lnTo>
                <a:lnTo>
                  <a:pt x="156820" y="24560"/>
                </a:lnTo>
                <a:lnTo>
                  <a:pt x="156834" y="24555"/>
                </a:lnTo>
                <a:lnTo>
                  <a:pt x="156848" y="24550"/>
                </a:lnTo>
                <a:lnTo>
                  <a:pt x="156862" y="24544"/>
                </a:lnTo>
                <a:lnTo>
                  <a:pt x="156875" y="24539"/>
                </a:lnTo>
                <a:lnTo>
                  <a:pt x="156887" y="24534"/>
                </a:lnTo>
                <a:lnTo>
                  <a:pt x="156900" y="24528"/>
                </a:lnTo>
                <a:lnTo>
                  <a:pt x="156912" y="24522"/>
                </a:lnTo>
                <a:lnTo>
                  <a:pt x="156924" y="24516"/>
                </a:lnTo>
                <a:lnTo>
                  <a:pt x="156935" y="24511"/>
                </a:lnTo>
                <a:lnTo>
                  <a:pt x="156947" y="24505"/>
                </a:lnTo>
                <a:lnTo>
                  <a:pt x="156957" y="24499"/>
                </a:lnTo>
                <a:lnTo>
                  <a:pt x="156968" y="24492"/>
                </a:lnTo>
                <a:lnTo>
                  <a:pt x="156978" y="24486"/>
                </a:lnTo>
                <a:lnTo>
                  <a:pt x="156989" y="24480"/>
                </a:lnTo>
                <a:lnTo>
                  <a:pt x="156998" y="24473"/>
                </a:lnTo>
                <a:lnTo>
                  <a:pt x="157008" y="24467"/>
                </a:lnTo>
                <a:lnTo>
                  <a:pt x="157017" y="24460"/>
                </a:lnTo>
                <a:lnTo>
                  <a:pt x="157026" y="24454"/>
                </a:lnTo>
                <a:lnTo>
                  <a:pt x="157035" y="24447"/>
                </a:lnTo>
                <a:lnTo>
                  <a:pt x="157043" y="24440"/>
                </a:lnTo>
                <a:lnTo>
                  <a:pt x="157051" y="24433"/>
                </a:lnTo>
                <a:lnTo>
                  <a:pt x="157059" y="24426"/>
                </a:lnTo>
                <a:lnTo>
                  <a:pt x="157066" y="24419"/>
                </a:lnTo>
                <a:lnTo>
                  <a:pt x="157073" y="24412"/>
                </a:lnTo>
                <a:lnTo>
                  <a:pt x="157080" y="24405"/>
                </a:lnTo>
                <a:lnTo>
                  <a:pt x="157087" y="24397"/>
                </a:lnTo>
                <a:lnTo>
                  <a:pt x="157093" y="24390"/>
                </a:lnTo>
                <a:lnTo>
                  <a:pt x="157099" y="24382"/>
                </a:lnTo>
                <a:lnTo>
                  <a:pt x="157105" y="24375"/>
                </a:lnTo>
                <a:lnTo>
                  <a:pt x="157110" y="24367"/>
                </a:lnTo>
                <a:lnTo>
                  <a:pt x="157115" y="24359"/>
                </a:lnTo>
                <a:lnTo>
                  <a:pt x="157120" y="24351"/>
                </a:lnTo>
                <a:lnTo>
                  <a:pt x="157125" y="24343"/>
                </a:lnTo>
                <a:lnTo>
                  <a:pt x="157130" y="24335"/>
                </a:lnTo>
                <a:lnTo>
                  <a:pt x="157134" y="24326"/>
                </a:lnTo>
                <a:lnTo>
                  <a:pt x="157138" y="24318"/>
                </a:lnTo>
                <a:lnTo>
                  <a:pt x="157142" y="24309"/>
                </a:lnTo>
                <a:lnTo>
                  <a:pt x="157145" y="24300"/>
                </a:lnTo>
                <a:lnTo>
                  <a:pt x="157149" y="24291"/>
                </a:lnTo>
                <a:lnTo>
                  <a:pt x="157152" y="24282"/>
                </a:lnTo>
                <a:lnTo>
                  <a:pt x="157155" y="24272"/>
                </a:lnTo>
                <a:lnTo>
                  <a:pt x="157158" y="24263"/>
                </a:lnTo>
                <a:lnTo>
                  <a:pt x="157160" y="24253"/>
                </a:lnTo>
                <a:lnTo>
                  <a:pt x="157162" y="24244"/>
                </a:lnTo>
                <a:lnTo>
                  <a:pt x="157164" y="24234"/>
                </a:lnTo>
                <a:lnTo>
                  <a:pt x="157166" y="24224"/>
                </a:lnTo>
                <a:lnTo>
                  <a:pt x="157167" y="24213"/>
                </a:lnTo>
                <a:lnTo>
                  <a:pt x="157169" y="24203"/>
                </a:lnTo>
                <a:lnTo>
                  <a:pt x="157170" y="24193"/>
                </a:lnTo>
                <a:lnTo>
                  <a:pt x="157171" y="24182"/>
                </a:lnTo>
                <a:lnTo>
                  <a:pt x="157171" y="24171"/>
                </a:lnTo>
                <a:lnTo>
                  <a:pt x="157171" y="24160"/>
                </a:lnTo>
                <a:lnTo>
                  <a:pt x="157172" y="24149"/>
                </a:lnTo>
                <a:lnTo>
                  <a:pt x="157172" y="9108"/>
                </a:lnTo>
                <a:lnTo>
                  <a:pt x="157171" y="9098"/>
                </a:lnTo>
                <a:lnTo>
                  <a:pt x="157171" y="9089"/>
                </a:lnTo>
                <a:lnTo>
                  <a:pt x="157171" y="9079"/>
                </a:lnTo>
                <a:lnTo>
                  <a:pt x="157170" y="9070"/>
                </a:lnTo>
                <a:lnTo>
                  <a:pt x="157169" y="9060"/>
                </a:lnTo>
                <a:close/>
                <a:moveTo>
                  <a:pt x="12337" y="13452"/>
                </a:moveTo>
                <a:lnTo>
                  <a:pt x="12330" y="13342"/>
                </a:lnTo>
                <a:lnTo>
                  <a:pt x="12323" y="13232"/>
                </a:lnTo>
                <a:lnTo>
                  <a:pt x="12315" y="13125"/>
                </a:lnTo>
                <a:lnTo>
                  <a:pt x="12306" y="13018"/>
                </a:lnTo>
                <a:lnTo>
                  <a:pt x="12295" y="12913"/>
                </a:lnTo>
                <a:lnTo>
                  <a:pt x="12284" y="12808"/>
                </a:lnTo>
                <a:lnTo>
                  <a:pt x="12271" y="12705"/>
                </a:lnTo>
                <a:lnTo>
                  <a:pt x="12257" y="12604"/>
                </a:lnTo>
                <a:lnTo>
                  <a:pt x="12242" y="12503"/>
                </a:lnTo>
                <a:lnTo>
                  <a:pt x="12226" y="12404"/>
                </a:lnTo>
                <a:lnTo>
                  <a:pt x="12209" y="12306"/>
                </a:lnTo>
                <a:lnTo>
                  <a:pt x="12191" y="12209"/>
                </a:lnTo>
                <a:lnTo>
                  <a:pt x="12172" y="12113"/>
                </a:lnTo>
                <a:lnTo>
                  <a:pt x="12151" y="12019"/>
                </a:lnTo>
                <a:lnTo>
                  <a:pt x="12130" y="11926"/>
                </a:lnTo>
                <a:lnTo>
                  <a:pt x="12107" y="11834"/>
                </a:lnTo>
                <a:lnTo>
                  <a:pt x="12084" y="11743"/>
                </a:lnTo>
                <a:lnTo>
                  <a:pt x="12059" y="11653"/>
                </a:lnTo>
                <a:lnTo>
                  <a:pt x="12033" y="11565"/>
                </a:lnTo>
                <a:lnTo>
                  <a:pt x="12006" y="11478"/>
                </a:lnTo>
                <a:lnTo>
                  <a:pt x="11977" y="11392"/>
                </a:lnTo>
                <a:lnTo>
                  <a:pt x="11947" y="11307"/>
                </a:lnTo>
                <a:lnTo>
                  <a:pt x="11916" y="11223"/>
                </a:lnTo>
                <a:lnTo>
                  <a:pt x="11884" y="11141"/>
                </a:lnTo>
                <a:lnTo>
                  <a:pt x="11850" y="11060"/>
                </a:lnTo>
                <a:lnTo>
                  <a:pt x="11815" y="10980"/>
                </a:lnTo>
                <a:lnTo>
                  <a:pt x="11778" y="10901"/>
                </a:lnTo>
                <a:lnTo>
                  <a:pt x="11741" y="10823"/>
                </a:lnTo>
                <a:lnTo>
                  <a:pt x="11701" y="10747"/>
                </a:lnTo>
                <a:lnTo>
                  <a:pt x="11661" y="10672"/>
                </a:lnTo>
                <a:lnTo>
                  <a:pt x="11619" y="10598"/>
                </a:lnTo>
                <a:lnTo>
                  <a:pt x="11576" y="10525"/>
                </a:lnTo>
                <a:lnTo>
                  <a:pt x="11532" y="10453"/>
                </a:lnTo>
                <a:lnTo>
                  <a:pt x="11486" y="10383"/>
                </a:lnTo>
                <a:lnTo>
                  <a:pt x="11439" y="10313"/>
                </a:lnTo>
                <a:lnTo>
                  <a:pt x="11390" y="10245"/>
                </a:lnTo>
                <a:lnTo>
                  <a:pt x="11340" y="10178"/>
                </a:lnTo>
                <a:lnTo>
                  <a:pt x="11289" y="10113"/>
                </a:lnTo>
                <a:lnTo>
                  <a:pt x="11237" y="10048"/>
                </a:lnTo>
                <a:lnTo>
                  <a:pt x="11183" y="9985"/>
                </a:lnTo>
                <a:lnTo>
                  <a:pt x="11128" y="9922"/>
                </a:lnTo>
                <a:lnTo>
                  <a:pt x="11071" y="9861"/>
                </a:lnTo>
                <a:lnTo>
                  <a:pt x="11013" y="9802"/>
                </a:lnTo>
                <a:lnTo>
                  <a:pt x="10954" y="9743"/>
                </a:lnTo>
                <a:lnTo>
                  <a:pt x="10893" y="9686"/>
                </a:lnTo>
                <a:lnTo>
                  <a:pt x="10831" y="9629"/>
                </a:lnTo>
                <a:lnTo>
                  <a:pt x="10767" y="9574"/>
                </a:lnTo>
                <a:lnTo>
                  <a:pt x="10702" y="9521"/>
                </a:lnTo>
                <a:lnTo>
                  <a:pt x="10635" y="9468"/>
                </a:lnTo>
                <a:lnTo>
                  <a:pt x="10567" y="9417"/>
                </a:lnTo>
                <a:lnTo>
                  <a:pt x="10497" y="9366"/>
                </a:lnTo>
                <a:lnTo>
                  <a:pt x="10426" y="9317"/>
                </a:lnTo>
                <a:lnTo>
                  <a:pt x="10353" y="9269"/>
                </a:lnTo>
                <a:lnTo>
                  <a:pt x="10279" y="9223"/>
                </a:lnTo>
                <a:lnTo>
                  <a:pt x="10203" y="9177"/>
                </a:lnTo>
                <a:lnTo>
                  <a:pt x="10125" y="9133"/>
                </a:lnTo>
                <a:lnTo>
                  <a:pt x="10047" y="9090"/>
                </a:lnTo>
                <a:lnTo>
                  <a:pt x="9966" y="9048"/>
                </a:lnTo>
                <a:lnTo>
                  <a:pt x="9884" y="9007"/>
                </a:lnTo>
                <a:lnTo>
                  <a:pt x="9801" y="8967"/>
                </a:lnTo>
                <a:lnTo>
                  <a:pt x="9716" y="8929"/>
                </a:lnTo>
                <a:lnTo>
                  <a:pt x="9630" y="8892"/>
                </a:lnTo>
                <a:lnTo>
                  <a:pt x="9542" y="8856"/>
                </a:lnTo>
                <a:lnTo>
                  <a:pt x="9452" y="8821"/>
                </a:lnTo>
                <a:lnTo>
                  <a:pt x="9361" y="8787"/>
                </a:lnTo>
                <a:lnTo>
                  <a:pt x="9269" y="8755"/>
                </a:lnTo>
                <a:lnTo>
                  <a:pt x="9175" y="8724"/>
                </a:lnTo>
                <a:lnTo>
                  <a:pt x="9079" y="8694"/>
                </a:lnTo>
                <a:lnTo>
                  <a:pt x="8982" y="8665"/>
                </a:lnTo>
                <a:lnTo>
                  <a:pt x="8883" y="8638"/>
                </a:lnTo>
                <a:lnTo>
                  <a:pt x="8783" y="8611"/>
                </a:lnTo>
                <a:lnTo>
                  <a:pt x="8680" y="8587"/>
                </a:lnTo>
                <a:lnTo>
                  <a:pt x="8576" y="8563"/>
                </a:lnTo>
                <a:lnTo>
                  <a:pt x="8471" y="8541"/>
                </a:lnTo>
                <a:lnTo>
                  <a:pt x="8364" y="8520"/>
                </a:lnTo>
                <a:lnTo>
                  <a:pt x="8255" y="8500"/>
                </a:lnTo>
                <a:lnTo>
                  <a:pt x="8144" y="8481"/>
                </a:lnTo>
                <a:lnTo>
                  <a:pt x="8031" y="8464"/>
                </a:lnTo>
                <a:lnTo>
                  <a:pt x="7917" y="8448"/>
                </a:lnTo>
                <a:lnTo>
                  <a:pt x="7802" y="8433"/>
                </a:lnTo>
                <a:lnTo>
                  <a:pt x="7684" y="8420"/>
                </a:lnTo>
                <a:lnTo>
                  <a:pt x="7565" y="8408"/>
                </a:lnTo>
                <a:lnTo>
                  <a:pt x="7444" y="8397"/>
                </a:lnTo>
                <a:lnTo>
                  <a:pt x="7322" y="8387"/>
                </a:lnTo>
                <a:lnTo>
                  <a:pt x="7198" y="8379"/>
                </a:lnTo>
                <a:lnTo>
                  <a:pt x="7072" y="8372"/>
                </a:lnTo>
                <a:lnTo>
                  <a:pt x="6944" y="8366"/>
                </a:lnTo>
                <a:lnTo>
                  <a:pt x="6815" y="8362"/>
                </a:lnTo>
                <a:lnTo>
                  <a:pt x="6684" y="8359"/>
                </a:lnTo>
                <a:lnTo>
                  <a:pt x="6552" y="8357"/>
                </a:lnTo>
                <a:lnTo>
                  <a:pt x="6417" y="8356"/>
                </a:lnTo>
                <a:lnTo>
                  <a:pt x="6345" y="8356"/>
                </a:lnTo>
                <a:lnTo>
                  <a:pt x="6273" y="8357"/>
                </a:lnTo>
                <a:lnTo>
                  <a:pt x="6200" y="8359"/>
                </a:lnTo>
                <a:lnTo>
                  <a:pt x="6128" y="8360"/>
                </a:lnTo>
                <a:lnTo>
                  <a:pt x="6056" y="8363"/>
                </a:lnTo>
                <a:lnTo>
                  <a:pt x="5984" y="8366"/>
                </a:lnTo>
                <a:lnTo>
                  <a:pt x="5912" y="8369"/>
                </a:lnTo>
                <a:lnTo>
                  <a:pt x="5840" y="8374"/>
                </a:lnTo>
                <a:lnTo>
                  <a:pt x="5768" y="8378"/>
                </a:lnTo>
                <a:lnTo>
                  <a:pt x="5696" y="8383"/>
                </a:lnTo>
                <a:lnTo>
                  <a:pt x="5624" y="8389"/>
                </a:lnTo>
                <a:lnTo>
                  <a:pt x="5553" y="8395"/>
                </a:lnTo>
                <a:lnTo>
                  <a:pt x="5481" y="8402"/>
                </a:lnTo>
                <a:lnTo>
                  <a:pt x="5409" y="8410"/>
                </a:lnTo>
                <a:lnTo>
                  <a:pt x="5338" y="8418"/>
                </a:lnTo>
                <a:lnTo>
                  <a:pt x="5266" y="8426"/>
                </a:lnTo>
                <a:lnTo>
                  <a:pt x="5195" y="8435"/>
                </a:lnTo>
                <a:lnTo>
                  <a:pt x="5123" y="8445"/>
                </a:lnTo>
                <a:lnTo>
                  <a:pt x="5052" y="8455"/>
                </a:lnTo>
                <a:lnTo>
                  <a:pt x="4981" y="8465"/>
                </a:lnTo>
                <a:lnTo>
                  <a:pt x="4909" y="8476"/>
                </a:lnTo>
                <a:lnTo>
                  <a:pt x="4838" y="8488"/>
                </a:lnTo>
                <a:lnTo>
                  <a:pt x="4767" y="8500"/>
                </a:lnTo>
                <a:lnTo>
                  <a:pt x="4696" y="8513"/>
                </a:lnTo>
                <a:lnTo>
                  <a:pt x="4625" y="8527"/>
                </a:lnTo>
                <a:lnTo>
                  <a:pt x="4555" y="8540"/>
                </a:lnTo>
                <a:lnTo>
                  <a:pt x="4485" y="8554"/>
                </a:lnTo>
                <a:lnTo>
                  <a:pt x="4416" y="8568"/>
                </a:lnTo>
                <a:lnTo>
                  <a:pt x="4347" y="8582"/>
                </a:lnTo>
                <a:lnTo>
                  <a:pt x="4278" y="8597"/>
                </a:lnTo>
                <a:lnTo>
                  <a:pt x="4210" y="8612"/>
                </a:lnTo>
                <a:lnTo>
                  <a:pt x="4143" y="8627"/>
                </a:lnTo>
                <a:lnTo>
                  <a:pt x="4076" y="8642"/>
                </a:lnTo>
                <a:lnTo>
                  <a:pt x="4009" y="8658"/>
                </a:lnTo>
                <a:lnTo>
                  <a:pt x="3943" y="8674"/>
                </a:lnTo>
                <a:lnTo>
                  <a:pt x="3877" y="8691"/>
                </a:lnTo>
                <a:lnTo>
                  <a:pt x="3812" y="8707"/>
                </a:lnTo>
                <a:lnTo>
                  <a:pt x="3747" y="8724"/>
                </a:lnTo>
                <a:lnTo>
                  <a:pt x="3683" y="8741"/>
                </a:lnTo>
                <a:lnTo>
                  <a:pt x="3619" y="8759"/>
                </a:lnTo>
                <a:lnTo>
                  <a:pt x="3556" y="8777"/>
                </a:lnTo>
                <a:lnTo>
                  <a:pt x="3493" y="8795"/>
                </a:lnTo>
                <a:lnTo>
                  <a:pt x="3430" y="8813"/>
                </a:lnTo>
                <a:lnTo>
                  <a:pt x="3368" y="8832"/>
                </a:lnTo>
                <a:lnTo>
                  <a:pt x="3307" y="8851"/>
                </a:lnTo>
                <a:lnTo>
                  <a:pt x="3246" y="8870"/>
                </a:lnTo>
                <a:lnTo>
                  <a:pt x="3185" y="8889"/>
                </a:lnTo>
                <a:lnTo>
                  <a:pt x="3125" y="8909"/>
                </a:lnTo>
                <a:lnTo>
                  <a:pt x="3066" y="8929"/>
                </a:lnTo>
                <a:lnTo>
                  <a:pt x="3007" y="8949"/>
                </a:lnTo>
                <a:lnTo>
                  <a:pt x="2948" y="8970"/>
                </a:lnTo>
                <a:lnTo>
                  <a:pt x="2890" y="8990"/>
                </a:lnTo>
                <a:lnTo>
                  <a:pt x="2833" y="9011"/>
                </a:lnTo>
                <a:lnTo>
                  <a:pt x="2776" y="9032"/>
                </a:lnTo>
                <a:lnTo>
                  <a:pt x="2720" y="9053"/>
                </a:lnTo>
                <a:lnTo>
                  <a:pt x="2665" y="9074"/>
                </a:lnTo>
                <a:lnTo>
                  <a:pt x="2610" y="9096"/>
                </a:lnTo>
                <a:lnTo>
                  <a:pt x="2555" y="9117"/>
                </a:lnTo>
                <a:lnTo>
                  <a:pt x="2502" y="9139"/>
                </a:lnTo>
                <a:lnTo>
                  <a:pt x="2448" y="9161"/>
                </a:lnTo>
                <a:lnTo>
                  <a:pt x="2396" y="9183"/>
                </a:lnTo>
                <a:lnTo>
                  <a:pt x="2344" y="9205"/>
                </a:lnTo>
                <a:lnTo>
                  <a:pt x="2292" y="9228"/>
                </a:lnTo>
                <a:lnTo>
                  <a:pt x="2241" y="9250"/>
                </a:lnTo>
                <a:lnTo>
                  <a:pt x="2191" y="9273"/>
                </a:lnTo>
                <a:lnTo>
                  <a:pt x="2141" y="9296"/>
                </a:lnTo>
                <a:lnTo>
                  <a:pt x="2092" y="9319"/>
                </a:lnTo>
                <a:lnTo>
                  <a:pt x="2044" y="9343"/>
                </a:lnTo>
                <a:lnTo>
                  <a:pt x="1996" y="9366"/>
                </a:lnTo>
                <a:lnTo>
                  <a:pt x="1948" y="9390"/>
                </a:lnTo>
                <a:lnTo>
                  <a:pt x="1901" y="9414"/>
                </a:lnTo>
                <a:lnTo>
                  <a:pt x="1855" y="9438"/>
                </a:lnTo>
                <a:lnTo>
                  <a:pt x="1810" y="9462"/>
                </a:lnTo>
                <a:lnTo>
                  <a:pt x="1765" y="9485"/>
                </a:lnTo>
                <a:lnTo>
                  <a:pt x="1722" y="9509"/>
                </a:lnTo>
                <a:lnTo>
                  <a:pt x="1680" y="9532"/>
                </a:lnTo>
                <a:lnTo>
                  <a:pt x="1639" y="9555"/>
                </a:lnTo>
                <a:lnTo>
                  <a:pt x="1600" y="9578"/>
                </a:lnTo>
                <a:lnTo>
                  <a:pt x="1561" y="9600"/>
                </a:lnTo>
                <a:lnTo>
                  <a:pt x="1524" y="9622"/>
                </a:lnTo>
                <a:lnTo>
                  <a:pt x="1487" y="9644"/>
                </a:lnTo>
                <a:lnTo>
                  <a:pt x="1452" y="9666"/>
                </a:lnTo>
                <a:lnTo>
                  <a:pt x="1418" y="9687"/>
                </a:lnTo>
                <a:lnTo>
                  <a:pt x="1385" y="9709"/>
                </a:lnTo>
                <a:lnTo>
                  <a:pt x="1353" y="9730"/>
                </a:lnTo>
                <a:lnTo>
                  <a:pt x="1323" y="9750"/>
                </a:lnTo>
                <a:lnTo>
                  <a:pt x="1293" y="9771"/>
                </a:lnTo>
                <a:lnTo>
                  <a:pt x="1265" y="9791"/>
                </a:lnTo>
                <a:lnTo>
                  <a:pt x="1237" y="9811"/>
                </a:lnTo>
                <a:lnTo>
                  <a:pt x="1211" y="9831"/>
                </a:lnTo>
                <a:lnTo>
                  <a:pt x="1186" y="9850"/>
                </a:lnTo>
                <a:lnTo>
                  <a:pt x="1162" y="9869"/>
                </a:lnTo>
                <a:lnTo>
                  <a:pt x="1139" y="9888"/>
                </a:lnTo>
                <a:lnTo>
                  <a:pt x="1118" y="9907"/>
                </a:lnTo>
                <a:lnTo>
                  <a:pt x="1097" y="9926"/>
                </a:lnTo>
                <a:lnTo>
                  <a:pt x="1078" y="9944"/>
                </a:lnTo>
                <a:lnTo>
                  <a:pt x="1059" y="9962"/>
                </a:lnTo>
                <a:lnTo>
                  <a:pt x="1041" y="9980"/>
                </a:lnTo>
                <a:lnTo>
                  <a:pt x="1024" y="9998"/>
                </a:lnTo>
                <a:lnTo>
                  <a:pt x="1007" y="10017"/>
                </a:lnTo>
                <a:lnTo>
                  <a:pt x="991" y="10035"/>
                </a:lnTo>
                <a:lnTo>
                  <a:pt x="976" y="10054"/>
                </a:lnTo>
                <a:lnTo>
                  <a:pt x="961" y="10073"/>
                </a:lnTo>
                <a:lnTo>
                  <a:pt x="946" y="10091"/>
                </a:lnTo>
                <a:lnTo>
                  <a:pt x="932" y="10110"/>
                </a:lnTo>
                <a:lnTo>
                  <a:pt x="919" y="10129"/>
                </a:lnTo>
                <a:lnTo>
                  <a:pt x="906" y="10148"/>
                </a:lnTo>
                <a:lnTo>
                  <a:pt x="894" y="10167"/>
                </a:lnTo>
                <a:lnTo>
                  <a:pt x="883" y="10186"/>
                </a:lnTo>
                <a:lnTo>
                  <a:pt x="872" y="10206"/>
                </a:lnTo>
                <a:lnTo>
                  <a:pt x="861" y="10225"/>
                </a:lnTo>
                <a:lnTo>
                  <a:pt x="851" y="10245"/>
                </a:lnTo>
                <a:lnTo>
                  <a:pt x="842" y="10264"/>
                </a:lnTo>
                <a:lnTo>
                  <a:pt x="834" y="10284"/>
                </a:lnTo>
                <a:lnTo>
                  <a:pt x="825" y="10303"/>
                </a:lnTo>
                <a:lnTo>
                  <a:pt x="818" y="10323"/>
                </a:lnTo>
                <a:lnTo>
                  <a:pt x="811" y="10343"/>
                </a:lnTo>
                <a:lnTo>
                  <a:pt x="805" y="10363"/>
                </a:lnTo>
                <a:lnTo>
                  <a:pt x="799" y="10383"/>
                </a:lnTo>
                <a:lnTo>
                  <a:pt x="794" y="10403"/>
                </a:lnTo>
                <a:lnTo>
                  <a:pt x="789" y="10424"/>
                </a:lnTo>
                <a:lnTo>
                  <a:pt x="784" y="10445"/>
                </a:lnTo>
                <a:lnTo>
                  <a:pt x="780" y="10467"/>
                </a:lnTo>
                <a:lnTo>
                  <a:pt x="776" y="10489"/>
                </a:lnTo>
                <a:lnTo>
                  <a:pt x="772" y="10512"/>
                </a:lnTo>
                <a:lnTo>
                  <a:pt x="768" y="10535"/>
                </a:lnTo>
                <a:lnTo>
                  <a:pt x="765" y="10560"/>
                </a:lnTo>
                <a:lnTo>
                  <a:pt x="761" y="10584"/>
                </a:lnTo>
                <a:lnTo>
                  <a:pt x="758" y="10610"/>
                </a:lnTo>
                <a:lnTo>
                  <a:pt x="755" y="10636"/>
                </a:lnTo>
                <a:lnTo>
                  <a:pt x="752" y="10662"/>
                </a:lnTo>
                <a:lnTo>
                  <a:pt x="750" y="10690"/>
                </a:lnTo>
                <a:lnTo>
                  <a:pt x="748" y="10717"/>
                </a:lnTo>
                <a:lnTo>
                  <a:pt x="745" y="10746"/>
                </a:lnTo>
                <a:lnTo>
                  <a:pt x="744" y="10775"/>
                </a:lnTo>
                <a:lnTo>
                  <a:pt x="742" y="10804"/>
                </a:lnTo>
                <a:lnTo>
                  <a:pt x="740" y="10835"/>
                </a:lnTo>
                <a:lnTo>
                  <a:pt x="739" y="10866"/>
                </a:lnTo>
                <a:lnTo>
                  <a:pt x="738" y="10897"/>
                </a:lnTo>
                <a:lnTo>
                  <a:pt x="737" y="10929"/>
                </a:lnTo>
                <a:lnTo>
                  <a:pt x="736" y="10962"/>
                </a:lnTo>
                <a:lnTo>
                  <a:pt x="736" y="10995"/>
                </a:lnTo>
                <a:lnTo>
                  <a:pt x="735" y="11029"/>
                </a:lnTo>
                <a:lnTo>
                  <a:pt x="735" y="11063"/>
                </a:lnTo>
                <a:lnTo>
                  <a:pt x="735" y="11084"/>
                </a:lnTo>
                <a:lnTo>
                  <a:pt x="736" y="11105"/>
                </a:lnTo>
                <a:lnTo>
                  <a:pt x="736" y="11125"/>
                </a:lnTo>
                <a:lnTo>
                  <a:pt x="736" y="11146"/>
                </a:lnTo>
                <a:lnTo>
                  <a:pt x="737" y="11166"/>
                </a:lnTo>
                <a:lnTo>
                  <a:pt x="737" y="11186"/>
                </a:lnTo>
                <a:lnTo>
                  <a:pt x="738" y="11206"/>
                </a:lnTo>
                <a:lnTo>
                  <a:pt x="739" y="11226"/>
                </a:lnTo>
                <a:lnTo>
                  <a:pt x="740" y="11246"/>
                </a:lnTo>
                <a:lnTo>
                  <a:pt x="741" y="11265"/>
                </a:lnTo>
                <a:lnTo>
                  <a:pt x="742" y="11284"/>
                </a:lnTo>
                <a:lnTo>
                  <a:pt x="744" y="11304"/>
                </a:lnTo>
                <a:lnTo>
                  <a:pt x="745" y="11323"/>
                </a:lnTo>
                <a:lnTo>
                  <a:pt x="747" y="11342"/>
                </a:lnTo>
                <a:lnTo>
                  <a:pt x="748" y="11361"/>
                </a:lnTo>
                <a:lnTo>
                  <a:pt x="750" y="11379"/>
                </a:lnTo>
                <a:lnTo>
                  <a:pt x="752" y="11398"/>
                </a:lnTo>
                <a:lnTo>
                  <a:pt x="754" y="11416"/>
                </a:lnTo>
                <a:lnTo>
                  <a:pt x="756" y="11434"/>
                </a:lnTo>
                <a:lnTo>
                  <a:pt x="759" y="11452"/>
                </a:lnTo>
                <a:lnTo>
                  <a:pt x="761" y="11470"/>
                </a:lnTo>
                <a:lnTo>
                  <a:pt x="763" y="11488"/>
                </a:lnTo>
                <a:lnTo>
                  <a:pt x="766" y="11506"/>
                </a:lnTo>
                <a:lnTo>
                  <a:pt x="769" y="11523"/>
                </a:lnTo>
                <a:lnTo>
                  <a:pt x="772" y="11540"/>
                </a:lnTo>
                <a:lnTo>
                  <a:pt x="775" y="11557"/>
                </a:lnTo>
                <a:lnTo>
                  <a:pt x="778" y="11574"/>
                </a:lnTo>
                <a:lnTo>
                  <a:pt x="781" y="11591"/>
                </a:lnTo>
                <a:lnTo>
                  <a:pt x="785" y="11607"/>
                </a:lnTo>
                <a:lnTo>
                  <a:pt x="788" y="11623"/>
                </a:lnTo>
                <a:lnTo>
                  <a:pt x="792" y="11639"/>
                </a:lnTo>
                <a:lnTo>
                  <a:pt x="796" y="11654"/>
                </a:lnTo>
                <a:lnTo>
                  <a:pt x="800" y="11669"/>
                </a:lnTo>
                <a:lnTo>
                  <a:pt x="804" y="11684"/>
                </a:lnTo>
                <a:lnTo>
                  <a:pt x="808" y="11699"/>
                </a:lnTo>
                <a:lnTo>
                  <a:pt x="813" y="11713"/>
                </a:lnTo>
                <a:lnTo>
                  <a:pt x="817" y="11727"/>
                </a:lnTo>
                <a:lnTo>
                  <a:pt x="822" y="11741"/>
                </a:lnTo>
                <a:lnTo>
                  <a:pt x="827" y="11755"/>
                </a:lnTo>
                <a:lnTo>
                  <a:pt x="832" y="11768"/>
                </a:lnTo>
                <a:lnTo>
                  <a:pt x="837" y="11781"/>
                </a:lnTo>
                <a:lnTo>
                  <a:pt x="842" y="11794"/>
                </a:lnTo>
                <a:lnTo>
                  <a:pt x="848" y="11807"/>
                </a:lnTo>
                <a:lnTo>
                  <a:pt x="853" y="11819"/>
                </a:lnTo>
                <a:lnTo>
                  <a:pt x="859" y="11831"/>
                </a:lnTo>
                <a:lnTo>
                  <a:pt x="865" y="11843"/>
                </a:lnTo>
                <a:lnTo>
                  <a:pt x="871" y="11854"/>
                </a:lnTo>
                <a:lnTo>
                  <a:pt x="877" y="11866"/>
                </a:lnTo>
                <a:lnTo>
                  <a:pt x="884" y="11877"/>
                </a:lnTo>
                <a:lnTo>
                  <a:pt x="890" y="11887"/>
                </a:lnTo>
                <a:lnTo>
                  <a:pt x="897" y="11898"/>
                </a:lnTo>
                <a:lnTo>
                  <a:pt x="903" y="11908"/>
                </a:lnTo>
                <a:lnTo>
                  <a:pt x="910" y="11918"/>
                </a:lnTo>
                <a:lnTo>
                  <a:pt x="917" y="11928"/>
                </a:lnTo>
                <a:lnTo>
                  <a:pt x="923" y="11938"/>
                </a:lnTo>
                <a:lnTo>
                  <a:pt x="930" y="11947"/>
                </a:lnTo>
                <a:lnTo>
                  <a:pt x="937" y="11957"/>
                </a:lnTo>
                <a:lnTo>
                  <a:pt x="944" y="11965"/>
                </a:lnTo>
                <a:lnTo>
                  <a:pt x="952" y="11974"/>
                </a:lnTo>
                <a:lnTo>
                  <a:pt x="959" y="11983"/>
                </a:lnTo>
                <a:lnTo>
                  <a:pt x="966" y="11991"/>
                </a:lnTo>
                <a:lnTo>
                  <a:pt x="974" y="11999"/>
                </a:lnTo>
                <a:lnTo>
                  <a:pt x="981" y="12007"/>
                </a:lnTo>
                <a:lnTo>
                  <a:pt x="989" y="12014"/>
                </a:lnTo>
                <a:lnTo>
                  <a:pt x="997" y="12022"/>
                </a:lnTo>
                <a:lnTo>
                  <a:pt x="1004" y="12029"/>
                </a:lnTo>
                <a:lnTo>
                  <a:pt x="1012" y="12035"/>
                </a:lnTo>
                <a:lnTo>
                  <a:pt x="1020" y="12042"/>
                </a:lnTo>
                <a:lnTo>
                  <a:pt x="1028" y="12048"/>
                </a:lnTo>
                <a:lnTo>
                  <a:pt x="1036" y="12055"/>
                </a:lnTo>
                <a:lnTo>
                  <a:pt x="1045" y="12061"/>
                </a:lnTo>
                <a:lnTo>
                  <a:pt x="1053" y="12066"/>
                </a:lnTo>
                <a:lnTo>
                  <a:pt x="1061" y="12072"/>
                </a:lnTo>
                <a:lnTo>
                  <a:pt x="1070" y="12077"/>
                </a:lnTo>
                <a:lnTo>
                  <a:pt x="1078" y="12082"/>
                </a:lnTo>
                <a:lnTo>
                  <a:pt x="1087" y="12087"/>
                </a:lnTo>
                <a:lnTo>
                  <a:pt x="1096" y="12091"/>
                </a:lnTo>
                <a:lnTo>
                  <a:pt x="1105" y="12095"/>
                </a:lnTo>
                <a:lnTo>
                  <a:pt x="1114" y="12100"/>
                </a:lnTo>
                <a:lnTo>
                  <a:pt x="1123" y="12103"/>
                </a:lnTo>
                <a:lnTo>
                  <a:pt x="1133" y="12107"/>
                </a:lnTo>
                <a:lnTo>
                  <a:pt x="1142" y="12110"/>
                </a:lnTo>
                <a:lnTo>
                  <a:pt x="1152" y="12113"/>
                </a:lnTo>
                <a:lnTo>
                  <a:pt x="1161" y="12116"/>
                </a:lnTo>
                <a:lnTo>
                  <a:pt x="1171" y="12119"/>
                </a:lnTo>
                <a:lnTo>
                  <a:pt x="1181" y="12121"/>
                </a:lnTo>
                <a:lnTo>
                  <a:pt x="1191" y="12124"/>
                </a:lnTo>
                <a:lnTo>
                  <a:pt x="1201" y="12126"/>
                </a:lnTo>
                <a:lnTo>
                  <a:pt x="1212" y="12127"/>
                </a:lnTo>
                <a:lnTo>
                  <a:pt x="1222" y="12129"/>
                </a:lnTo>
                <a:lnTo>
                  <a:pt x="1233" y="12130"/>
                </a:lnTo>
                <a:lnTo>
                  <a:pt x="1243" y="12131"/>
                </a:lnTo>
                <a:lnTo>
                  <a:pt x="1254" y="12132"/>
                </a:lnTo>
                <a:lnTo>
                  <a:pt x="1265" y="12133"/>
                </a:lnTo>
                <a:lnTo>
                  <a:pt x="1276" y="12133"/>
                </a:lnTo>
                <a:lnTo>
                  <a:pt x="1287" y="12133"/>
                </a:lnTo>
                <a:lnTo>
                  <a:pt x="1304" y="12133"/>
                </a:lnTo>
                <a:lnTo>
                  <a:pt x="1322" y="12131"/>
                </a:lnTo>
                <a:lnTo>
                  <a:pt x="1340" y="12129"/>
                </a:lnTo>
                <a:lnTo>
                  <a:pt x="1359" y="12126"/>
                </a:lnTo>
                <a:lnTo>
                  <a:pt x="1379" y="12123"/>
                </a:lnTo>
                <a:lnTo>
                  <a:pt x="1400" y="12118"/>
                </a:lnTo>
                <a:lnTo>
                  <a:pt x="1422" y="12113"/>
                </a:lnTo>
                <a:lnTo>
                  <a:pt x="1444" y="12106"/>
                </a:lnTo>
                <a:lnTo>
                  <a:pt x="1467" y="12099"/>
                </a:lnTo>
                <a:lnTo>
                  <a:pt x="1490" y="12091"/>
                </a:lnTo>
                <a:lnTo>
                  <a:pt x="1515" y="12083"/>
                </a:lnTo>
                <a:lnTo>
                  <a:pt x="1540" y="12073"/>
                </a:lnTo>
                <a:lnTo>
                  <a:pt x="1565" y="12063"/>
                </a:lnTo>
                <a:lnTo>
                  <a:pt x="1592" y="12051"/>
                </a:lnTo>
                <a:lnTo>
                  <a:pt x="1619" y="12039"/>
                </a:lnTo>
                <a:lnTo>
                  <a:pt x="1647" y="12027"/>
                </a:lnTo>
                <a:lnTo>
                  <a:pt x="1676" y="12013"/>
                </a:lnTo>
                <a:lnTo>
                  <a:pt x="1705" y="11998"/>
                </a:lnTo>
                <a:lnTo>
                  <a:pt x="1735" y="11983"/>
                </a:lnTo>
                <a:lnTo>
                  <a:pt x="1766" y="11967"/>
                </a:lnTo>
                <a:lnTo>
                  <a:pt x="1798" y="11950"/>
                </a:lnTo>
                <a:lnTo>
                  <a:pt x="1830" y="11932"/>
                </a:lnTo>
                <a:lnTo>
                  <a:pt x="1863" y="11913"/>
                </a:lnTo>
                <a:lnTo>
                  <a:pt x="1897" y="11893"/>
                </a:lnTo>
                <a:lnTo>
                  <a:pt x="1931" y="11873"/>
                </a:lnTo>
                <a:lnTo>
                  <a:pt x="1966" y="11853"/>
                </a:lnTo>
                <a:lnTo>
                  <a:pt x="2002" y="11833"/>
                </a:lnTo>
                <a:lnTo>
                  <a:pt x="2039" y="11812"/>
                </a:lnTo>
                <a:lnTo>
                  <a:pt x="2076" y="11791"/>
                </a:lnTo>
                <a:lnTo>
                  <a:pt x="2114" y="11770"/>
                </a:lnTo>
                <a:lnTo>
                  <a:pt x="2153" y="11749"/>
                </a:lnTo>
                <a:lnTo>
                  <a:pt x="2192" y="11728"/>
                </a:lnTo>
                <a:lnTo>
                  <a:pt x="2232" y="11707"/>
                </a:lnTo>
                <a:lnTo>
                  <a:pt x="2273" y="11685"/>
                </a:lnTo>
                <a:lnTo>
                  <a:pt x="2314" y="11663"/>
                </a:lnTo>
                <a:lnTo>
                  <a:pt x="2356" y="11641"/>
                </a:lnTo>
                <a:lnTo>
                  <a:pt x="2399" y="11619"/>
                </a:lnTo>
                <a:lnTo>
                  <a:pt x="2443" y="11597"/>
                </a:lnTo>
                <a:lnTo>
                  <a:pt x="2487" y="11574"/>
                </a:lnTo>
                <a:lnTo>
                  <a:pt x="2532" y="11552"/>
                </a:lnTo>
                <a:lnTo>
                  <a:pt x="2578" y="11529"/>
                </a:lnTo>
                <a:lnTo>
                  <a:pt x="2624" y="11506"/>
                </a:lnTo>
                <a:lnTo>
                  <a:pt x="2671" y="11483"/>
                </a:lnTo>
                <a:lnTo>
                  <a:pt x="2719" y="11459"/>
                </a:lnTo>
                <a:lnTo>
                  <a:pt x="2767" y="11436"/>
                </a:lnTo>
                <a:lnTo>
                  <a:pt x="2816" y="11412"/>
                </a:lnTo>
                <a:lnTo>
                  <a:pt x="2866" y="11388"/>
                </a:lnTo>
                <a:lnTo>
                  <a:pt x="2916" y="11364"/>
                </a:lnTo>
                <a:lnTo>
                  <a:pt x="2967" y="11340"/>
                </a:lnTo>
                <a:lnTo>
                  <a:pt x="3019" y="11316"/>
                </a:lnTo>
                <a:lnTo>
                  <a:pt x="3072" y="11293"/>
                </a:lnTo>
                <a:lnTo>
                  <a:pt x="3125" y="11269"/>
                </a:lnTo>
                <a:lnTo>
                  <a:pt x="3179" y="11246"/>
                </a:lnTo>
                <a:lnTo>
                  <a:pt x="3234" y="11223"/>
                </a:lnTo>
                <a:lnTo>
                  <a:pt x="3289" y="11200"/>
                </a:lnTo>
                <a:lnTo>
                  <a:pt x="3345" y="11177"/>
                </a:lnTo>
                <a:lnTo>
                  <a:pt x="3402" y="11154"/>
                </a:lnTo>
                <a:lnTo>
                  <a:pt x="3459" y="11132"/>
                </a:lnTo>
                <a:lnTo>
                  <a:pt x="3518" y="11110"/>
                </a:lnTo>
                <a:lnTo>
                  <a:pt x="3576" y="11087"/>
                </a:lnTo>
                <a:lnTo>
                  <a:pt x="3636" y="11065"/>
                </a:lnTo>
                <a:lnTo>
                  <a:pt x="3696" y="11044"/>
                </a:lnTo>
                <a:lnTo>
                  <a:pt x="3757" y="11022"/>
                </a:lnTo>
                <a:lnTo>
                  <a:pt x="3819" y="11001"/>
                </a:lnTo>
                <a:lnTo>
                  <a:pt x="3881" y="10979"/>
                </a:lnTo>
                <a:lnTo>
                  <a:pt x="3944" y="10958"/>
                </a:lnTo>
                <a:lnTo>
                  <a:pt x="4008" y="10937"/>
                </a:lnTo>
                <a:lnTo>
                  <a:pt x="4072" y="10917"/>
                </a:lnTo>
                <a:lnTo>
                  <a:pt x="4137" y="10896"/>
                </a:lnTo>
                <a:lnTo>
                  <a:pt x="4203" y="10876"/>
                </a:lnTo>
                <a:lnTo>
                  <a:pt x="4270" y="10855"/>
                </a:lnTo>
                <a:lnTo>
                  <a:pt x="4337" y="10835"/>
                </a:lnTo>
                <a:lnTo>
                  <a:pt x="4405" y="10816"/>
                </a:lnTo>
                <a:lnTo>
                  <a:pt x="4473" y="10797"/>
                </a:lnTo>
                <a:lnTo>
                  <a:pt x="4543" y="10779"/>
                </a:lnTo>
                <a:lnTo>
                  <a:pt x="4613" y="10762"/>
                </a:lnTo>
                <a:lnTo>
                  <a:pt x="4684" y="10746"/>
                </a:lnTo>
                <a:lnTo>
                  <a:pt x="4755" y="10730"/>
                </a:lnTo>
                <a:lnTo>
                  <a:pt x="4827" y="10716"/>
                </a:lnTo>
                <a:lnTo>
                  <a:pt x="4900" y="10702"/>
                </a:lnTo>
                <a:lnTo>
                  <a:pt x="4974" y="10689"/>
                </a:lnTo>
                <a:lnTo>
                  <a:pt x="5049" y="10677"/>
                </a:lnTo>
                <a:lnTo>
                  <a:pt x="5124" y="10666"/>
                </a:lnTo>
                <a:lnTo>
                  <a:pt x="5200" y="10655"/>
                </a:lnTo>
                <a:lnTo>
                  <a:pt x="5276" y="10646"/>
                </a:lnTo>
                <a:lnTo>
                  <a:pt x="5354" y="10637"/>
                </a:lnTo>
                <a:lnTo>
                  <a:pt x="5432" y="10629"/>
                </a:lnTo>
                <a:lnTo>
                  <a:pt x="5510" y="10622"/>
                </a:lnTo>
                <a:lnTo>
                  <a:pt x="5590" y="10616"/>
                </a:lnTo>
                <a:lnTo>
                  <a:pt x="5670" y="10611"/>
                </a:lnTo>
                <a:lnTo>
                  <a:pt x="5751" y="10606"/>
                </a:lnTo>
                <a:lnTo>
                  <a:pt x="5833" y="10602"/>
                </a:lnTo>
                <a:lnTo>
                  <a:pt x="5915" y="10599"/>
                </a:lnTo>
                <a:lnTo>
                  <a:pt x="5998" y="10597"/>
                </a:lnTo>
                <a:lnTo>
                  <a:pt x="6082" y="10596"/>
                </a:lnTo>
                <a:lnTo>
                  <a:pt x="6167" y="10596"/>
                </a:lnTo>
                <a:lnTo>
                  <a:pt x="6246" y="10596"/>
                </a:lnTo>
                <a:lnTo>
                  <a:pt x="6323" y="10597"/>
                </a:lnTo>
                <a:lnTo>
                  <a:pt x="6400" y="10599"/>
                </a:lnTo>
                <a:lnTo>
                  <a:pt x="6476" y="10602"/>
                </a:lnTo>
                <a:lnTo>
                  <a:pt x="6551" y="10605"/>
                </a:lnTo>
                <a:lnTo>
                  <a:pt x="6624" y="10610"/>
                </a:lnTo>
                <a:lnTo>
                  <a:pt x="6697" y="10615"/>
                </a:lnTo>
                <a:lnTo>
                  <a:pt x="6768" y="10621"/>
                </a:lnTo>
                <a:lnTo>
                  <a:pt x="6839" y="10627"/>
                </a:lnTo>
                <a:lnTo>
                  <a:pt x="6908" y="10635"/>
                </a:lnTo>
                <a:lnTo>
                  <a:pt x="6977" y="10643"/>
                </a:lnTo>
                <a:lnTo>
                  <a:pt x="7044" y="10652"/>
                </a:lnTo>
                <a:lnTo>
                  <a:pt x="7111" y="10662"/>
                </a:lnTo>
                <a:lnTo>
                  <a:pt x="7176" y="10672"/>
                </a:lnTo>
                <a:lnTo>
                  <a:pt x="7240" y="10683"/>
                </a:lnTo>
                <a:lnTo>
                  <a:pt x="7303" y="10696"/>
                </a:lnTo>
                <a:lnTo>
                  <a:pt x="7365" y="10708"/>
                </a:lnTo>
                <a:lnTo>
                  <a:pt x="7426" y="10722"/>
                </a:lnTo>
                <a:lnTo>
                  <a:pt x="7487" y="10737"/>
                </a:lnTo>
                <a:lnTo>
                  <a:pt x="7546" y="10752"/>
                </a:lnTo>
                <a:lnTo>
                  <a:pt x="7604" y="10768"/>
                </a:lnTo>
                <a:lnTo>
                  <a:pt x="7660" y="10785"/>
                </a:lnTo>
                <a:lnTo>
                  <a:pt x="7716" y="10802"/>
                </a:lnTo>
                <a:lnTo>
                  <a:pt x="7771" y="10821"/>
                </a:lnTo>
                <a:lnTo>
                  <a:pt x="7825" y="10840"/>
                </a:lnTo>
                <a:lnTo>
                  <a:pt x="7878" y="10860"/>
                </a:lnTo>
                <a:lnTo>
                  <a:pt x="7930" y="10880"/>
                </a:lnTo>
                <a:lnTo>
                  <a:pt x="7982" y="10902"/>
                </a:lnTo>
                <a:lnTo>
                  <a:pt x="8032" y="10924"/>
                </a:lnTo>
                <a:lnTo>
                  <a:pt x="8082" y="10946"/>
                </a:lnTo>
                <a:lnTo>
                  <a:pt x="8131" y="10970"/>
                </a:lnTo>
                <a:lnTo>
                  <a:pt x="8179" y="10994"/>
                </a:lnTo>
                <a:lnTo>
                  <a:pt x="8226" y="11020"/>
                </a:lnTo>
                <a:lnTo>
                  <a:pt x="8272" y="11045"/>
                </a:lnTo>
                <a:lnTo>
                  <a:pt x="8318" y="11072"/>
                </a:lnTo>
                <a:lnTo>
                  <a:pt x="8362" y="11099"/>
                </a:lnTo>
                <a:lnTo>
                  <a:pt x="8406" y="11128"/>
                </a:lnTo>
                <a:lnTo>
                  <a:pt x="8449" y="11156"/>
                </a:lnTo>
                <a:lnTo>
                  <a:pt x="8491" y="11186"/>
                </a:lnTo>
                <a:lnTo>
                  <a:pt x="8533" y="11216"/>
                </a:lnTo>
                <a:lnTo>
                  <a:pt x="8573" y="11248"/>
                </a:lnTo>
                <a:lnTo>
                  <a:pt x="8613" y="11279"/>
                </a:lnTo>
                <a:lnTo>
                  <a:pt x="8651" y="11312"/>
                </a:lnTo>
                <a:lnTo>
                  <a:pt x="8689" y="11345"/>
                </a:lnTo>
                <a:lnTo>
                  <a:pt x="8726" y="11380"/>
                </a:lnTo>
                <a:lnTo>
                  <a:pt x="8762" y="11414"/>
                </a:lnTo>
                <a:lnTo>
                  <a:pt x="8798" y="11450"/>
                </a:lnTo>
                <a:lnTo>
                  <a:pt x="8832" y="11487"/>
                </a:lnTo>
                <a:lnTo>
                  <a:pt x="8866" y="11524"/>
                </a:lnTo>
                <a:lnTo>
                  <a:pt x="8899" y="11562"/>
                </a:lnTo>
                <a:lnTo>
                  <a:pt x="8931" y="11600"/>
                </a:lnTo>
                <a:lnTo>
                  <a:pt x="8963" y="11640"/>
                </a:lnTo>
                <a:lnTo>
                  <a:pt x="8993" y="11680"/>
                </a:lnTo>
                <a:lnTo>
                  <a:pt x="9023" y="11721"/>
                </a:lnTo>
                <a:lnTo>
                  <a:pt x="9052" y="11763"/>
                </a:lnTo>
                <a:lnTo>
                  <a:pt x="9080" y="11806"/>
                </a:lnTo>
                <a:lnTo>
                  <a:pt x="9108" y="11849"/>
                </a:lnTo>
                <a:lnTo>
                  <a:pt x="9134" y="11893"/>
                </a:lnTo>
                <a:lnTo>
                  <a:pt x="9160" y="11938"/>
                </a:lnTo>
                <a:lnTo>
                  <a:pt x="9185" y="11984"/>
                </a:lnTo>
                <a:lnTo>
                  <a:pt x="9210" y="12031"/>
                </a:lnTo>
                <a:lnTo>
                  <a:pt x="9233" y="12078"/>
                </a:lnTo>
                <a:lnTo>
                  <a:pt x="9256" y="12126"/>
                </a:lnTo>
                <a:lnTo>
                  <a:pt x="9278" y="12175"/>
                </a:lnTo>
                <a:lnTo>
                  <a:pt x="9299" y="12225"/>
                </a:lnTo>
                <a:lnTo>
                  <a:pt x="9320" y="12275"/>
                </a:lnTo>
                <a:lnTo>
                  <a:pt x="9339" y="12326"/>
                </a:lnTo>
                <a:lnTo>
                  <a:pt x="9358" y="12378"/>
                </a:lnTo>
                <a:lnTo>
                  <a:pt x="9376" y="12431"/>
                </a:lnTo>
                <a:lnTo>
                  <a:pt x="9393" y="12485"/>
                </a:lnTo>
                <a:lnTo>
                  <a:pt x="9410" y="12539"/>
                </a:lnTo>
                <a:lnTo>
                  <a:pt x="9426" y="12594"/>
                </a:lnTo>
                <a:lnTo>
                  <a:pt x="9441" y="12650"/>
                </a:lnTo>
                <a:lnTo>
                  <a:pt x="9455" y="12707"/>
                </a:lnTo>
                <a:lnTo>
                  <a:pt x="9469" y="12764"/>
                </a:lnTo>
                <a:lnTo>
                  <a:pt x="9482" y="12822"/>
                </a:lnTo>
                <a:lnTo>
                  <a:pt x="9494" y="12880"/>
                </a:lnTo>
                <a:lnTo>
                  <a:pt x="9506" y="12940"/>
                </a:lnTo>
                <a:lnTo>
                  <a:pt x="9517" y="13000"/>
                </a:lnTo>
                <a:lnTo>
                  <a:pt x="9528" y="13060"/>
                </a:lnTo>
                <a:lnTo>
                  <a:pt x="9538" y="13122"/>
                </a:lnTo>
                <a:lnTo>
                  <a:pt x="9547" y="13184"/>
                </a:lnTo>
                <a:lnTo>
                  <a:pt x="9556" y="13247"/>
                </a:lnTo>
                <a:lnTo>
                  <a:pt x="9564" y="13310"/>
                </a:lnTo>
                <a:lnTo>
                  <a:pt x="9571" y="13374"/>
                </a:lnTo>
                <a:lnTo>
                  <a:pt x="9578" y="13439"/>
                </a:lnTo>
                <a:lnTo>
                  <a:pt x="9584" y="13505"/>
                </a:lnTo>
                <a:lnTo>
                  <a:pt x="9589" y="13571"/>
                </a:lnTo>
                <a:lnTo>
                  <a:pt x="9594" y="13638"/>
                </a:lnTo>
                <a:lnTo>
                  <a:pt x="9598" y="13706"/>
                </a:lnTo>
                <a:lnTo>
                  <a:pt x="9602" y="13774"/>
                </a:lnTo>
                <a:lnTo>
                  <a:pt x="9604" y="13843"/>
                </a:lnTo>
                <a:lnTo>
                  <a:pt x="9607" y="13913"/>
                </a:lnTo>
                <a:lnTo>
                  <a:pt x="9608" y="13983"/>
                </a:lnTo>
                <a:lnTo>
                  <a:pt x="9609" y="14054"/>
                </a:lnTo>
                <a:lnTo>
                  <a:pt x="9610" y="14126"/>
                </a:lnTo>
                <a:lnTo>
                  <a:pt x="9610" y="15292"/>
                </a:lnTo>
                <a:lnTo>
                  <a:pt x="7537" y="15292"/>
                </a:lnTo>
                <a:lnTo>
                  <a:pt x="7392" y="15292"/>
                </a:lnTo>
                <a:lnTo>
                  <a:pt x="7247" y="15294"/>
                </a:lnTo>
                <a:lnTo>
                  <a:pt x="7104" y="15297"/>
                </a:lnTo>
                <a:lnTo>
                  <a:pt x="6962" y="15300"/>
                </a:lnTo>
                <a:lnTo>
                  <a:pt x="6821" y="15305"/>
                </a:lnTo>
                <a:lnTo>
                  <a:pt x="6682" y="15311"/>
                </a:lnTo>
                <a:lnTo>
                  <a:pt x="6543" y="15318"/>
                </a:lnTo>
                <a:lnTo>
                  <a:pt x="6406" y="15326"/>
                </a:lnTo>
                <a:lnTo>
                  <a:pt x="6270" y="15335"/>
                </a:lnTo>
                <a:lnTo>
                  <a:pt x="6136" y="15346"/>
                </a:lnTo>
                <a:lnTo>
                  <a:pt x="6002" y="15357"/>
                </a:lnTo>
                <a:lnTo>
                  <a:pt x="5870" y="15369"/>
                </a:lnTo>
                <a:lnTo>
                  <a:pt x="5739" y="15383"/>
                </a:lnTo>
                <a:lnTo>
                  <a:pt x="5609" y="15397"/>
                </a:lnTo>
                <a:lnTo>
                  <a:pt x="5481" y="15413"/>
                </a:lnTo>
                <a:lnTo>
                  <a:pt x="5353" y="15430"/>
                </a:lnTo>
                <a:lnTo>
                  <a:pt x="5227" y="15447"/>
                </a:lnTo>
                <a:lnTo>
                  <a:pt x="5102" y="15466"/>
                </a:lnTo>
                <a:lnTo>
                  <a:pt x="4979" y="15486"/>
                </a:lnTo>
                <a:lnTo>
                  <a:pt x="4856" y="15507"/>
                </a:lnTo>
                <a:lnTo>
                  <a:pt x="4735" y="15529"/>
                </a:lnTo>
                <a:lnTo>
                  <a:pt x="4615" y="15552"/>
                </a:lnTo>
                <a:lnTo>
                  <a:pt x="4496" y="15577"/>
                </a:lnTo>
                <a:lnTo>
                  <a:pt x="4379" y="15602"/>
                </a:lnTo>
                <a:lnTo>
                  <a:pt x="4262" y="15628"/>
                </a:lnTo>
                <a:lnTo>
                  <a:pt x="4148" y="15656"/>
                </a:lnTo>
                <a:lnTo>
                  <a:pt x="4034" y="15684"/>
                </a:lnTo>
                <a:lnTo>
                  <a:pt x="3923" y="15714"/>
                </a:lnTo>
                <a:lnTo>
                  <a:pt x="3813" y="15745"/>
                </a:lnTo>
                <a:lnTo>
                  <a:pt x="3704" y="15776"/>
                </a:lnTo>
                <a:lnTo>
                  <a:pt x="3597" y="15809"/>
                </a:lnTo>
                <a:lnTo>
                  <a:pt x="3491" y="15843"/>
                </a:lnTo>
                <a:lnTo>
                  <a:pt x="3387" y="15878"/>
                </a:lnTo>
                <a:lnTo>
                  <a:pt x="3284" y="15914"/>
                </a:lnTo>
                <a:lnTo>
                  <a:pt x="3183" y="15951"/>
                </a:lnTo>
                <a:lnTo>
                  <a:pt x="3083" y="15990"/>
                </a:lnTo>
                <a:lnTo>
                  <a:pt x="2985" y="16029"/>
                </a:lnTo>
                <a:lnTo>
                  <a:pt x="2889" y="16069"/>
                </a:lnTo>
                <a:lnTo>
                  <a:pt x="2794" y="16111"/>
                </a:lnTo>
                <a:lnTo>
                  <a:pt x="2700" y="16153"/>
                </a:lnTo>
                <a:lnTo>
                  <a:pt x="2608" y="16197"/>
                </a:lnTo>
                <a:lnTo>
                  <a:pt x="2517" y="16242"/>
                </a:lnTo>
                <a:lnTo>
                  <a:pt x="2428" y="16287"/>
                </a:lnTo>
                <a:lnTo>
                  <a:pt x="2341" y="16334"/>
                </a:lnTo>
                <a:lnTo>
                  <a:pt x="2255" y="16382"/>
                </a:lnTo>
                <a:lnTo>
                  <a:pt x="2170" y="16431"/>
                </a:lnTo>
                <a:lnTo>
                  <a:pt x="2087" y="16481"/>
                </a:lnTo>
                <a:lnTo>
                  <a:pt x="2005" y="16533"/>
                </a:lnTo>
                <a:lnTo>
                  <a:pt x="1925" y="16585"/>
                </a:lnTo>
                <a:lnTo>
                  <a:pt x="1847" y="16638"/>
                </a:lnTo>
                <a:lnTo>
                  <a:pt x="1770" y="16693"/>
                </a:lnTo>
                <a:lnTo>
                  <a:pt x="1695" y="16748"/>
                </a:lnTo>
                <a:lnTo>
                  <a:pt x="1621" y="16805"/>
                </a:lnTo>
                <a:lnTo>
                  <a:pt x="1549" y="16863"/>
                </a:lnTo>
                <a:lnTo>
                  <a:pt x="1478" y="16922"/>
                </a:lnTo>
                <a:lnTo>
                  <a:pt x="1409" y="16982"/>
                </a:lnTo>
                <a:lnTo>
                  <a:pt x="1342" y="17043"/>
                </a:lnTo>
                <a:lnTo>
                  <a:pt x="1276" y="17105"/>
                </a:lnTo>
                <a:lnTo>
                  <a:pt x="1212" y="17168"/>
                </a:lnTo>
                <a:lnTo>
                  <a:pt x="1149" y="17233"/>
                </a:lnTo>
                <a:lnTo>
                  <a:pt x="1088" y="17298"/>
                </a:lnTo>
                <a:lnTo>
                  <a:pt x="1028" y="17365"/>
                </a:lnTo>
                <a:lnTo>
                  <a:pt x="970" y="17433"/>
                </a:lnTo>
                <a:lnTo>
                  <a:pt x="914" y="17502"/>
                </a:lnTo>
                <a:lnTo>
                  <a:pt x="859" y="17572"/>
                </a:lnTo>
                <a:lnTo>
                  <a:pt x="805" y="17643"/>
                </a:lnTo>
                <a:lnTo>
                  <a:pt x="754" y="17715"/>
                </a:lnTo>
                <a:lnTo>
                  <a:pt x="703" y="17788"/>
                </a:lnTo>
                <a:lnTo>
                  <a:pt x="655" y="17863"/>
                </a:lnTo>
                <a:lnTo>
                  <a:pt x="608" y="17938"/>
                </a:lnTo>
                <a:lnTo>
                  <a:pt x="562" y="18015"/>
                </a:lnTo>
                <a:lnTo>
                  <a:pt x="518" y="18093"/>
                </a:lnTo>
                <a:lnTo>
                  <a:pt x="476" y="18171"/>
                </a:lnTo>
                <a:lnTo>
                  <a:pt x="435" y="18251"/>
                </a:lnTo>
                <a:lnTo>
                  <a:pt x="397" y="18333"/>
                </a:lnTo>
                <a:lnTo>
                  <a:pt x="360" y="18415"/>
                </a:lnTo>
                <a:lnTo>
                  <a:pt x="325" y="18498"/>
                </a:lnTo>
                <a:lnTo>
                  <a:pt x="291" y="18583"/>
                </a:lnTo>
                <a:lnTo>
                  <a:pt x="260" y="18669"/>
                </a:lnTo>
                <a:lnTo>
                  <a:pt x="230" y="18756"/>
                </a:lnTo>
                <a:lnTo>
                  <a:pt x="202" y="18844"/>
                </a:lnTo>
                <a:lnTo>
                  <a:pt x="176" y="18933"/>
                </a:lnTo>
                <a:lnTo>
                  <a:pt x="152" y="19024"/>
                </a:lnTo>
                <a:lnTo>
                  <a:pt x="130" y="19115"/>
                </a:lnTo>
                <a:lnTo>
                  <a:pt x="109" y="19208"/>
                </a:lnTo>
                <a:lnTo>
                  <a:pt x="90" y="19302"/>
                </a:lnTo>
                <a:lnTo>
                  <a:pt x="73" y="19397"/>
                </a:lnTo>
                <a:lnTo>
                  <a:pt x="58" y="19494"/>
                </a:lnTo>
                <a:lnTo>
                  <a:pt x="44" y="19591"/>
                </a:lnTo>
                <a:lnTo>
                  <a:pt x="32" y="19690"/>
                </a:lnTo>
                <a:lnTo>
                  <a:pt x="22" y="19789"/>
                </a:lnTo>
                <a:lnTo>
                  <a:pt x="14" y="19890"/>
                </a:lnTo>
                <a:lnTo>
                  <a:pt x="8" y="19993"/>
                </a:lnTo>
                <a:lnTo>
                  <a:pt x="4" y="20096"/>
                </a:lnTo>
                <a:lnTo>
                  <a:pt x="1" y="20200"/>
                </a:lnTo>
                <a:lnTo>
                  <a:pt x="0" y="20306"/>
                </a:lnTo>
                <a:lnTo>
                  <a:pt x="1" y="20396"/>
                </a:lnTo>
                <a:lnTo>
                  <a:pt x="3" y="20486"/>
                </a:lnTo>
                <a:lnTo>
                  <a:pt x="6" y="20575"/>
                </a:lnTo>
                <a:lnTo>
                  <a:pt x="10" y="20663"/>
                </a:lnTo>
                <a:lnTo>
                  <a:pt x="16" y="20750"/>
                </a:lnTo>
                <a:lnTo>
                  <a:pt x="24" y="20836"/>
                </a:lnTo>
                <a:lnTo>
                  <a:pt x="32" y="20922"/>
                </a:lnTo>
                <a:lnTo>
                  <a:pt x="42" y="21007"/>
                </a:lnTo>
                <a:lnTo>
                  <a:pt x="53" y="21091"/>
                </a:lnTo>
                <a:lnTo>
                  <a:pt x="65" y="21174"/>
                </a:lnTo>
                <a:lnTo>
                  <a:pt x="79" y="21256"/>
                </a:lnTo>
                <a:lnTo>
                  <a:pt x="94" y="21338"/>
                </a:lnTo>
                <a:lnTo>
                  <a:pt x="110" y="21418"/>
                </a:lnTo>
                <a:lnTo>
                  <a:pt x="128" y="21498"/>
                </a:lnTo>
                <a:lnTo>
                  <a:pt x="147" y="21577"/>
                </a:lnTo>
                <a:lnTo>
                  <a:pt x="167" y="21655"/>
                </a:lnTo>
                <a:lnTo>
                  <a:pt x="189" y="21733"/>
                </a:lnTo>
                <a:lnTo>
                  <a:pt x="212" y="21809"/>
                </a:lnTo>
                <a:lnTo>
                  <a:pt x="236" y="21885"/>
                </a:lnTo>
                <a:lnTo>
                  <a:pt x="261" y="21960"/>
                </a:lnTo>
                <a:lnTo>
                  <a:pt x="288" y="22034"/>
                </a:lnTo>
                <a:lnTo>
                  <a:pt x="316" y="22108"/>
                </a:lnTo>
                <a:lnTo>
                  <a:pt x="345" y="22180"/>
                </a:lnTo>
                <a:lnTo>
                  <a:pt x="376" y="22252"/>
                </a:lnTo>
                <a:lnTo>
                  <a:pt x="408" y="22323"/>
                </a:lnTo>
                <a:lnTo>
                  <a:pt x="441" y="22392"/>
                </a:lnTo>
                <a:lnTo>
                  <a:pt x="475" y="22461"/>
                </a:lnTo>
                <a:lnTo>
                  <a:pt x="510" y="22529"/>
                </a:lnTo>
                <a:lnTo>
                  <a:pt x="546" y="22596"/>
                </a:lnTo>
                <a:lnTo>
                  <a:pt x="583" y="22663"/>
                </a:lnTo>
                <a:lnTo>
                  <a:pt x="621" y="22728"/>
                </a:lnTo>
                <a:lnTo>
                  <a:pt x="660" y="22792"/>
                </a:lnTo>
                <a:lnTo>
                  <a:pt x="700" y="22855"/>
                </a:lnTo>
                <a:lnTo>
                  <a:pt x="742" y="22918"/>
                </a:lnTo>
                <a:lnTo>
                  <a:pt x="784" y="22979"/>
                </a:lnTo>
                <a:lnTo>
                  <a:pt x="827" y="23040"/>
                </a:lnTo>
                <a:lnTo>
                  <a:pt x="872" y="23099"/>
                </a:lnTo>
                <a:lnTo>
                  <a:pt x="917" y="23158"/>
                </a:lnTo>
                <a:lnTo>
                  <a:pt x="964" y="23216"/>
                </a:lnTo>
                <a:lnTo>
                  <a:pt x="1011" y="23273"/>
                </a:lnTo>
                <a:lnTo>
                  <a:pt x="1060" y="23329"/>
                </a:lnTo>
                <a:lnTo>
                  <a:pt x="1109" y="23383"/>
                </a:lnTo>
                <a:lnTo>
                  <a:pt x="1160" y="23438"/>
                </a:lnTo>
                <a:lnTo>
                  <a:pt x="1212" y="23491"/>
                </a:lnTo>
                <a:lnTo>
                  <a:pt x="1264" y="23543"/>
                </a:lnTo>
                <a:lnTo>
                  <a:pt x="1318" y="23594"/>
                </a:lnTo>
                <a:lnTo>
                  <a:pt x="1373" y="23644"/>
                </a:lnTo>
                <a:lnTo>
                  <a:pt x="1429" y="23694"/>
                </a:lnTo>
                <a:lnTo>
                  <a:pt x="1486" y="23742"/>
                </a:lnTo>
                <a:lnTo>
                  <a:pt x="1544" y="23790"/>
                </a:lnTo>
                <a:lnTo>
                  <a:pt x="1603" y="23836"/>
                </a:lnTo>
                <a:lnTo>
                  <a:pt x="1662" y="23882"/>
                </a:lnTo>
                <a:lnTo>
                  <a:pt x="1723" y="23926"/>
                </a:lnTo>
                <a:lnTo>
                  <a:pt x="1785" y="23970"/>
                </a:lnTo>
                <a:lnTo>
                  <a:pt x="1848" y="24013"/>
                </a:lnTo>
                <a:lnTo>
                  <a:pt x="1912" y="24054"/>
                </a:lnTo>
                <a:lnTo>
                  <a:pt x="1976" y="24095"/>
                </a:lnTo>
                <a:lnTo>
                  <a:pt x="2042" y="24135"/>
                </a:lnTo>
                <a:lnTo>
                  <a:pt x="2109" y="24174"/>
                </a:lnTo>
                <a:lnTo>
                  <a:pt x="2177" y="24212"/>
                </a:lnTo>
                <a:lnTo>
                  <a:pt x="2245" y="24248"/>
                </a:lnTo>
                <a:lnTo>
                  <a:pt x="2315" y="24284"/>
                </a:lnTo>
                <a:lnTo>
                  <a:pt x="2386" y="24319"/>
                </a:lnTo>
                <a:lnTo>
                  <a:pt x="2458" y="24353"/>
                </a:lnTo>
                <a:lnTo>
                  <a:pt x="2530" y="24386"/>
                </a:lnTo>
                <a:lnTo>
                  <a:pt x="2604" y="24419"/>
                </a:lnTo>
                <a:lnTo>
                  <a:pt x="2679" y="24450"/>
                </a:lnTo>
                <a:lnTo>
                  <a:pt x="2754" y="24480"/>
                </a:lnTo>
                <a:lnTo>
                  <a:pt x="2831" y="24509"/>
                </a:lnTo>
                <a:lnTo>
                  <a:pt x="2909" y="24537"/>
                </a:lnTo>
                <a:lnTo>
                  <a:pt x="2987" y="24565"/>
                </a:lnTo>
                <a:lnTo>
                  <a:pt x="3067" y="24591"/>
                </a:lnTo>
                <a:lnTo>
                  <a:pt x="3147" y="24616"/>
                </a:lnTo>
                <a:lnTo>
                  <a:pt x="3228" y="24641"/>
                </a:lnTo>
                <a:lnTo>
                  <a:pt x="3310" y="24664"/>
                </a:lnTo>
                <a:lnTo>
                  <a:pt x="3393" y="24686"/>
                </a:lnTo>
                <a:lnTo>
                  <a:pt x="3477" y="24707"/>
                </a:lnTo>
                <a:lnTo>
                  <a:pt x="3561" y="24727"/>
                </a:lnTo>
                <a:lnTo>
                  <a:pt x="3646" y="24746"/>
                </a:lnTo>
                <a:lnTo>
                  <a:pt x="3732" y="24763"/>
                </a:lnTo>
                <a:lnTo>
                  <a:pt x="3819" y="24780"/>
                </a:lnTo>
                <a:lnTo>
                  <a:pt x="3907" y="24796"/>
                </a:lnTo>
                <a:lnTo>
                  <a:pt x="3995" y="24810"/>
                </a:lnTo>
                <a:lnTo>
                  <a:pt x="4084" y="24824"/>
                </a:lnTo>
                <a:lnTo>
                  <a:pt x="4174" y="24836"/>
                </a:lnTo>
                <a:lnTo>
                  <a:pt x="4265" y="24847"/>
                </a:lnTo>
                <a:lnTo>
                  <a:pt x="4356" y="24858"/>
                </a:lnTo>
                <a:lnTo>
                  <a:pt x="4448" y="24867"/>
                </a:lnTo>
                <a:lnTo>
                  <a:pt x="4541" y="24875"/>
                </a:lnTo>
                <a:lnTo>
                  <a:pt x="4635" y="24882"/>
                </a:lnTo>
                <a:lnTo>
                  <a:pt x="4730" y="24888"/>
                </a:lnTo>
                <a:lnTo>
                  <a:pt x="4825" y="24893"/>
                </a:lnTo>
                <a:lnTo>
                  <a:pt x="4921" y="24896"/>
                </a:lnTo>
                <a:lnTo>
                  <a:pt x="5018" y="24899"/>
                </a:lnTo>
                <a:lnTo>
                  <a:pt x="5116" y="24901"/>
                </a:lnTo>
                <a:lnTo>
                  <a:pt x="5214" y="24901"/>
                </a:lnTo>
                <a:lnTo>
                  <a:pt x="5327" y="24900"/>
                </a:lnTo>
                <a:lnTo>
                  <a:pt x="5439" y="24897"/>
                </a:lnTo>
                <a:lnTo>
                  <a:pt x="5550" y="24892"/>
                </a:lnTo>
                <a:lnTo>
                  <a:pt x="5661" y="24885"/>
                </a:lnTo>
                <a:lnTo>
                  <a:pt x="5772" y="24875"/>
                </a:lnTo>
                <a:lnTo>
                  <a:pt x="5882" y="24864"/>
                </a:lnTo>
                <a:lnTo>
                  <a:pt x="5992" y="24851"/>
                </a:lnTo>
                <a:lnTo>
                  <a:pt x="6101" y="24835"/>
                </a:lnTo>
                <a:lnTo>
                  <a:pt x="6209" y="24818"/>
                </a:lnTo>
                <a:lnTo>
                  <a:pt x="6318" y="24798"/>
                </a:lnTo>
                <a:lnTo>
                  <a:pt x="6425" y="24777"/>
                </a:lnTo>
                <a:lnTo>
                  <a:pt x="6532" y="24753"/>
                </a:lnTo>
                <a:lnTo>
                  <a:pt x="6639" y="24727"/>
                </a:lnTo>
                <a:lnTo>
                  <a:pt x="6745" y="24699"/>
                </a:lnTo>
                <a:lnTo>
                  <a:pt x="6851" y="24669"/>
                </a:lnTo>
                <a:lnTo>
                  <a:pt x="6956" y="24638"/>
                </a:lnTo>
                <a:lnTo>
                  <a:pt x="7061" y="24604"/>
                </a:lnTo>
                <a:lnTo>
                  <a:pt x="7165" y="24567"/>
                </a:lnTo>
                <a:lnTo>
                  <a:pt x="7269" y="24529"/>
                </a:lnTo>
                <a:lnTo>
                  <a:pt x="7372" y="24489"/>
                </a:lnTo>
                <a:lnTo>
                  <a:pt x="7474" y="24447"/>
                </a:lnTo>
                <a:lnTo>
                  <a:pt x="7577" y="24403"/>
                </a:lnTo>
                <a:lnTo>
                  <a:pt x="7678" y="24356"/>
                </a:lnTo>
                <a:lnTo>
                  <a:pt x="7780" y="24308"/>
                </a:lnTo>
                <a:lnTo>
                  <a:pt x="7880" y="24258"/>
                </a:lnTo>
                <a:lnTo>
                  <a:pt x="7980" y="24206"/>
                </a:lnTo>
                <a:lnTo>
                  <a:pt x="8079" y="24152"/>
                </a:lnTo>
                <a:lnTo>
                  <a:pt x="8177" y="24097"/>
                </a:lnTo>
                <a:lnTo>
                  <a:pt x="8275" y="24041"/>
                </a:lnTo>
                <a:lnTo>
                  <a:pt x="8371" y="23983"/>
                </a:lnTo>
                <a:lnTo>
                  <a:pt x="8467" y="23923"/>
                </a:lnTo>
                <a:lnTo>
                  <a:pt x="8562" y="23861"/>
                </a:lnTo>
                <a:lnTo>
                  <a:pt x="8657" y="23798"/>
                </a:lnTo>
                <a:lnTo>
                  <a:pt x="8750" y="23734"/>
                </a:lnTo>
                <a:lnTo>
                  <a:pt x="8843" y="23668"/>
                </a:lnTo>
                <a:lnTo>
                  <a:pt x="8935" y="23600"/>
                </a:lnTo>
                <a:lnTo>
                  <a:pt x="9026" y="23530"/>
                </a:lnTo>
                <a:lnTo>
                  <a:pt x="9116" y="23459"/>
                </a:lnTo>
                <a:lnTo>
                  <a:pt x="9206" y="23387"/>
                </a:lnTo>
                <a:lnTo>
                  <a:pt x="9295" y="23313"/>
                </a:lnTo>
                <a:lnTo>
                  <a:pt x="9383" y="23237"/>
                </a:lnTo>
                <a:lnTo>
                  <a:pt x="9470" y="23159"/>
                </a:lnTo>
                <a:lnTo>
                  <a:pt x="9557" y="23081"/>
                </a:lnTo>
                <a:lnTo>
                  <a:pt x="9642" y="23000"/>
                </a:lnTo>
                <a:lnTo>
                  <a:pt x="9727" y="22918"/>
                </a:lnTo>
                <a:lnTo>
                  <a:pt x="9811" y="22834"/>
                </a:lnTo>
                <a:lnTo>
                  <a:pt x="9895" y="22749"/>
                </a:lnTo>
                <a:lnTo>
                  <a:pt x="9977" y="22662"/>
                </a:lnTo>
                <a:lnTo>
                  <a:pt x="9977" y="24166"/>
                </a:lnTo>
                <a:lnTo>
                  <a:pt x="9977" y="24182"/>
                </a:lnTo>
                <a:lnTo>
                  <a:pt x="9978" y="24199"/>
                </a:lnTo>
                <a:lnTo>
                  <a:pt x="9979" y="24214"/>
                </a:lnTo>
                <a:lnTo>
                  <a:pt x="9980" y="24230"/>
                </a:lnTo>
                <a:lnTo>
                  <a:pt x="9982" y="24245"/>
                </a:lnTo>
                <a:lnTo>
                  <a:pt x="9984" y="24260"/>
                </a:lnTo>
                <a:lnTo>
                  <a:pt x="9987" y="24274"/>
                </a:lnTo>
                <a:lnTo>
                  <a:pt x="9990" y="24288"/>
                </a:lnTo>
                <a:lnTo>
                  <a:pt x="9994" y="24302"/>
                </a:lnTo>
                <a:lnTo>
                  <a:pt x="9997" y="24316"/>
                </a:lnTo>
                <a:lnTo>
                  <a:pt x="10002" y="24329"/>
                </a:lnTo>
                <a:lnTo>
                  <a:pt x="10006" y="24341"/>
                </a:lnTo>
                <a:lnTo>
                  <a:pt x="10012" y="24354"/>
                </a:lnTo>
                <a:lnTo>
                  <a:pt x="10017" y="24366"/>
                </a:lnTo>
                <a:lnTo>
                  <a:pt x="10023" y="24377"/>
                </a:lnTo>
                <a:lnTo>
                  <a:pt x="10029" y="24389"/>
                </a:lnTo>
                <a:lnTo>
                  <a:pt x="10036" y="24400"/>
                </a:lnTo>
                <a:lnTo>
                  <a:pt x="10043" y="24410"/>
                </a:lnTo>
                <a:lnTo>
                  <a:pt x="10051" y="24421"/>
                </a:lnTo>
                <a:lnTo>
                  <a:pt x="10058" y="24430"/>
                </a:lnTo>
                <a:lnTo>
                  <a:pt x="10067" y="24440"/>
                </a:lnTo>
                <a:lnTo>
                  <a:pt x="10075" y="24449"/>
                </a:lnTo>
                <a:lnTo>
                  <a:pt x="10085" y="24458"/>
                </a:lnTo>
                <a:lnTo>
                  <a:pt x="10094" y="24467"/>
                </a:lnTo>
                <a:lnTo>
                  <a:pt x="10104" y="24475"/>
                </a:lnTo>
                <a:lnTo>
                  <a:pt x="10115" y="24483"/>
                </a:lnTo>
                <a:lnTo>
                  <a:pt x="10126" y="24491"/>
                </a:lnTo>
                <a:lnTo>
                  <a:pt x="10137" y="24499"/>
                </a:lnTo>
                <a:lnTo>
                  <a:pt x="10149" y="24506"/>
                </a:lnTo>
                <a:lnTo>
                  <a:pt x="10162" y="24514"/>
                </a:lnTo>
                <a:lnTo>
                  <a:pt x="10174" y="24521"/>
                </a:lnTo>
                <a:lnTo>
                  <a:pt x="10188" y="24528"/>
                </a:lnTo>
                <a:lnTo>
                  <a:pt x="10202" y="24535"/>
                </a:lnTo>
                <a:lnTo>
                  <a:pt x="10216" y="24542"/>
                </a:lnTo>
                <a:lnTo>
                  <a:pt x="10231" y="24548"/>
                </a:lnTo>
                <a:lnTo>
                  <a:pt x="10247" y="24554"/>
                </a:lnTo>
                <a:lnTo>
                  <a:pt x="10263" y="24561"/>
                </a:lnTo>
                <a:lnTo>
                  <a:pt x="10279" y="24567"/>
                </a:lnTo>
                <a:lnTo>
                  <a:pt x="10296" y="24572"/>
                </a:lnTo>
                <a:lnTo>
                  <a:pt x="10313" y="24578"/>
                </a:lnTo>
                <a:lnTo>
                  <a:pt x="10331" y="24584"/>
                </a:lnTo>
                <a:lnTo>
                  <a:pt x="10350" y="24589"/>
                </a:lnTo>
                <a:lnTo>
                  <a:pt x="10368" y="24594"/>
                </a:lnTo>
                <a:lnTo>
                  <a:pt x="10388" y="24599"/>
                </a:lnTo>
                <a:lnTo>
                  <a:pt x="10408" y="24604"/>
                </a:lnTo>
                <a:lnTo>
                  <a:pt x="10428" y="24608"/>
                </a:lnTo>
                <a:lnTo>
                  <a:pt x="10449" y="24613"/>
                </a:lnTo>
                <a:lnTo>
                  <a:pt x="10470" y="24617"/>
                </a:lnTo>
                <a:lnTo>
                  <a:pt x="10492" y="24621"/>
                </a:lnTo>
                <a:lnTo>
                  <a:pt x="10515" y="24625"/>
                </a:lnTo>
                <a:lnTo>
                  <a:pt x="10538" y="24629"/>
                </a:lnTo>
                <a:lnTo>
                  <a:pt x="10561" y="24632"/>
                </a:lnTo>
                <a:lnTo>
                  <a:pt x="10586" y="24636"/>
                </a:lnTo>
                <a:lnTo>
                  <a:pt x="10611" y="24639"/>
                </a:lnTo>
                <a:lnTo>
                  <a:pt x="10636" y="24642"/>
                </a:lnTo>
                <a:lnTo>
                  <a:pt x="10662" y="24645"/>
                </a:lnTo>
                <a:lnTo>
                  <a:pt x="10689" y="24648"/>
                </a:lnTo>
                <a:lnTo>
                  <a:pt x="10717" y="24650"/>
                </a:lnTo>
                <a:lnTo>
                  <a:pt x="10745" y="24653"/>
                </a:lnTo>
                <a:lnTo>
                  <a:pt x="10773" y="24655"/>
                </a:lnTo>
                <a:lnTo>
                  <a:pt x="10802" y="24657"/>
                </a:lnTo>
                <a:lnTo>
                  <a:pt x="10832" y="24659"/>
                </a:lnTo>
                <a:lnTo>
                  <a:pt x="10863" y="24660"/>
                </a:lnTo>
                <a:lnTo>
                  <a:pt x="10894" y="24662"/>
                </a:lnTo>
                <a:lnTo>
                  <a:pt x="10925" y="24663"/>
                </a:lnTo>
                <a:lnTo>
                  <a:pt x="10957" y="24664"/>
                </a:lnTo>
                <a:lnTo>
                  <a:pt x="10990" y="24665"/>
                </a:lnTo>
                <a:lnTo>
                  <a:pt x="11024" y="24666"/>
                </a:lnTo>
                <a:lnTo>
                  <a:pt x="11058" y="24666"/>
                </a:lnTo>
                <a:lnTo>
                  <a:pt x="11093" y="24667"/>
                </a:lnTo>
                <a:lnTo>
                  <a:pt x="11128" y="24667"/>
                </a:lnTo>
                <a:lnTo>
                  <a:pt x="11164" y="24667"/>
                </a:lnTo>
                <a:lnTo>
                  <a:pt x="11201" y="24667"/>
                </a:lnTo>
                <a:lnTo>
                  <a:pt x="11237" y="24667"/>
                </a:lnTo>
                <a:lnTo>
                  <a:pt x="11273" y="24666"/>
                </a:lnTo>
                <a:lnTo>
                  <a:pt x="11308" y="24666"/>
                </a:lnTo>
                <a:lnTo>
                  <a:pt x="11342" y="24665"/>
                </a:lnTo>
                <a:lnTo>
                  <a:pt x="11376" y="24664"/>
                </a:lnTo>
                <a:lnTo>
                  <a:pt x="11408" y="24663"/>
                </a:lnTo>
                <a:lnTo>
                  <a:pt x="11440" y="24662"/>
                </a:lnTo>
                <a:lnTo>
                  <a:pt x="11472" y="24660"/>
                </a:lnTo>
                <a:lnTo>
                  <a:pt x="11502" y="24659"/>
                </a:lnTo>
                <a:lnTo>
                  <a:pt x="11532" y="24657"/>
                </a:lnTo>
                <a:lnTo>
                  <a:pt x="11561" y="24655"/>
                </a:lnTo>
                <a:lnTo>
                  <a:pt x="11589" y="24653"/>
                </a:lnTo>
                <a:lnTo>
                  <a:pt x="11616" y="24650"/>
                </a:lnTo>
                <a:lnTo>
                  <a:pt x="11643" y="24648"/>
                </a:lnTo>
                <a:lnTo>
                  <a:pt x="11669" y="24645"/>
                </a:lnTo>
                <a:lnTo>
                  <a:pt x="11694" y="24642"/>
                </a:lnTo>
                <a:lnTo>
                  <a:pt x="11718" y="24639"/>
                </a:lnTo>
                <a:lnTo>
                  <a:pt x="11742" y="24636"/>
                </a:lnTo>
                <a:lnTo>
                  <a:pt x="11765" y="24632"/>
                </a:lnTo>
                <a:lnTo>
                  <a:pt x="11787" y="24629"/>
                </a:lnTo>
                <a:lnTo>
                  <a:pt x="11808" y="24625"/>
                </a:lnTo>
                <a:lnTo>
                  <a:pt x="11829" y="24621"/>
                </a:lnTo>
                <a:lnTo>
                  <a:pt x="11849" y="24617"/>
                </a:lnTo>
                <a:lnTo>
                  <a:pt x="11868" y="24613"/>
                </a:lnTo>
                <a:lnTo>
                  <a:pt x="11887" y="24608"/>
                </a:lnTo>
                <a:lnTo>
                  <a:pt x="11906" y="24604"/>
                </a:lnTo>
                <a:lnTo>
                  <a:pt x="11924" y="24599"/>
                </a:lnTo>
                <a:lnTo>
                  <a:pt x="11942" y="24594"/>
                </a:lnTo>
                <a:lnTo>
                  <a:pt x="11960" y="24589"/>
                </a:lnTo>
                <a:lnTo>
                  <a:pt x="11977" y="24584"/>
                </a:lnTo>
                <a:lnTo>
                  <a:pt x="11994" y="24578"/>
                </a:lnTo>
                <a:lnTo>
                  <a:pt x="12010" y="24572"/>
                </a:lnTo>
                <a:lnTo>
                  <a:pt x="12027" y="24567"/>
                </a:lnTo>
                <a:lnTo>
                  <a:pt x="12042" y="24561"/>
                </a:lnTo>
                <a:lnTo>
                  <a:pt x="12058" y="24554"/>
                </a:lnTo>
                <a:lnTo>
                  <a:pt x="12073" y="24548"/>
                </a:lnTo>
                <a:lnTo>
                  <a:pt x="12088" y="24542"/>
                </a:lnTo>
                <a:lnTo>
                  <a:pt x="12102" y="24535"/>
                </a:lnTo>
                <a:lnTo>
                  <a:pt x="12116" y="24528"/>
                </a:lnTo>
                <a:lnTo>
                  <a:pt x="12130" y="24521"/>
                </a:lnTo>
                <a:lnTo>
                  <a:pt x="12144" y="24514"/>
                </a:lnTo>
                <a:lnTo>
                  <a:pt x="12157" y="24506"/>
                </a:lnTo>
                <a:lnTo>
                  <a:pt x="12169" y="24499"/>
                </a:lnTo>
                <a:lnTo>
                  <a:pt x="12182" y="24491"/>
                </a:lnTo>
                <a:lnTo>
                  <a:pt x="12194" y="24483"/>
                </a:lnTo>
                <a:lnTo>
                  <a:pt x="12205" y="24475"/>
                </a:lnTo>
                <a:lnTo>
                  <a:pt x="12217" y="24467"/>
                </a:lnTo>
                <a:lnTo>
                  <a:pt x="12228" y="24458"/>
                </a:lnTo>
                <a:lnTo>
                  <a:pt x="12238" y="24449"/>
                </a:lnTo>
                <a:lnTo>
                  <a:pt x="12248" y="24440"/>
                </a:lnTo>
                <a:lnTo>
                  <a:pt x="12257" y="24430"/>
                </a:lnTo>
                <a:lnTo>
                  <a:pt x="12267" y="24421"/>
                </a:lnTo>
                <a:lnTo>
                  <a:pt x="12275" y="24410"/>
                </a:lnTo>
                <a:lnTo>
                  <a:pt x="12283" y="24400"/>
                </a:lnTo>
                <a:lnTo>
                  <a:pt x="12291" y="24389"/>
                </a:lnTo>
                <a:lnTo>
                  <a:pt x="12298" y="24377"/>
                </a:lnTo>
                <a:lnTo>
                  <a:pt x="12305" y="24366"/>
                </a:lnTo>
                <a:lnTo>
                  <a:pt x="12311" y="24354"/>
                </a:lnTo>
                <a:lnTo>
                  <a:pt x="12317" y="24341"/>
                </a:lnTo>
                <a:lnTo>
                  <a:pt x="12322" y="24329"/>
                </a:lnTo>
                <a:lnTo>
                  <a:pt x="12327" y="24316"/>
                </a:lnTo>
                <a:lnTo>
                  <a:pt x="12332" y="24302"/>
                </a:lnTo>
                <a:lnTo>
                  <a:pt x="12335" y="24288"/>
                </a:lnTo>
                <a:lnTo>
                  <a:pt x="12339" y="24274"/>
                </a:lnTo>
                <a:lnTo>
                  <a:pt x="12342" y="24260"/>
                </a:lnTo>
                <a:lnTo>
                  <a:pt x="12345" y="24245"/>
                </a:lnTo>
                <a:lnTo>
                  <a:pt x="12347" y="24230"/>
                </a:lnTo>
                <a:lnTo>
                  <a:pt x="12348" y="24214"/>
                </a:lnTo>
                <a:lnTo>
                  <a:pt x="12349" y="24199"/>
                </a:lnTo>
                <a:lnTo>
                  <a:pt x="12350" y="24182"/>
                </a:lnTo>
                <a:lnTo>
                  <a:pt x="12350" y="24166"/>
                </a:lnTo>
                <a:lnTo>
                  <a:pt x="12350" y="14022"/>
                </a:lnTo>
                <a:lnTo>
                  <a:pt x="12350" y="13905"/>
                </a:lnTo>
                <a:lnTo>
                  <a:pt x="12348" y="13790"/>
                </a:lnTo>
                <a:lnTo>
                  <a:pt x="12345" y="13676"/>
                </a:lnTo>
                <a:lnTo>
                  <a:pt x="12342" y="13563"/>
                </a:lnTo>
                <a:lnTo>
                  <a:pt x="12337" y="13452"/>
                </a:lnTo>
                <a:close/>
                <a:moveTo>
                  <a:pt x="9189" y="20943"/>
                </a:moveTo>
                <a:lnTo>
                  <a:pt x="9106" y="21027"/>
                </a:lnTo>
                <a:lnTo>
                  <a:pt x="9023" y="21109"/>
                </a:lnTo>
                <a:lnTo>
                  <a:pt x="8940" y="21189"/>
                </a:lnTo>
                <a:lnTo>
                  <a:pt x="8858" y="21267"/>
                </a:lnTo>
                <a:lnTo>
                  <a:pt x="8776" y="21343"/>
                </a:lnTo>
                <a:lnTo>
                  <a:pt x="8694" y="21417"/>
                </a:lnTo>
                <a:lnTo>
                  <a:pt x="8613" y="21489"/>
                </a:lnTo>
                <a:lnTo>
                  <a:pt x="8532" y="21558"/>
                </a:lnTo>
                <a:lnTo>
                  <a:pt x="8451" y="21626"/>
                </a:lnTo>
                <a:lnTo>
                  <a:pt x="8371" y="21692"/>
                </a:lnTo>
                <a:lnTo>
                  <a:pt x="8291" y="21755"/>
                </a:lnTo>
                <a:lnTo>
                  <a:pt x="8211" y="21817"/>
                </a:lnTo>
                <a:lnTo>
                  <a:pt x="8132" y="21876"/>
                </a:lnTo>
                <a:lnTo>
                  <a:pt x="8053" y="21934"/>
                </a:lnTo>
                <a:lnTo>
                  <a:pt x="7974" y="21989"/>
                </a:lnTo>
                <a:lnTo>
                  <a:pt x="7896" y="22043"/>
                </a:lnTo>
                <a:lnTo>
                  <a:pt x="7818" y="22094"/>
                </a:lnTo>
                <a:lnTo>
                  <a:pt x="7740" y="22143"/>
                </a:lnTo>
                <a:lnTo>
                  <a:pt x="7663" y="22191"/>
                </a:lnTo>
                <a:lnTo>
                  <a:pt x="7585" y="22236"/>
                </a:lnTo>
                <a:lnTo>
                  <a:pt x="7507" y="22279"/>
                </a:lnTo>
                <a:lnTo>
                  <a:pt x="7428" y="22321"/>
                </a:lnTo>
                <a:lnTo>
                  <a:pt x="7349" y="22360"/>
                </a:lnTo>
                <a:lnTo>
                  <a:pt x="7269" y="22398"/>
                </a:lnTo>
                <a:lnTo>
                  <a:pt x="7189" y="22433"/>
                </a:lnTo>
                <a:lnTo>
                  <a:pt x="7108" y="22467"/>
                </a:lnTo>
                <a:lnTo>
                  <a:pt x="7027" y="22499"/>
                </a:lnTo>
                <a:lnTo>
                  <a:pt x="6945" y="22529"/>
                </a:lnTo>
                <a:lnTo>
                  <a:pt x="6862" y="22557"/>
                </a:lnTo>
                <a:lnTo>
                  <a:pt x="6779" y="22583"/>
                </a:lnTo>
                <a:lnTo>
                  <a:pt x="6695" y="22607"/>
                </a:lnTo>
                <a:lnTo>
                  <a:pt x="6611" y="22629"/>
                </a:lnTo>
                <a:lnTo>
                  <a:pt x="6526" y="22649"/>
                </a:lnTo>
                <a:lnTo>
                  <a:pt x="6441" y="22667"/>
                </a:lnTo>
                <a:lnTo>
                  <a:pt x="6355" y="22684"/>
                </a:lnTo>
                <a:lnTo>
                  <a:pt x="6269" y="22698"/>
                </a:lnTo>
                <a:lnTo>
                  <a:pt x="6182" y="22711"/>
                </a:lnTo>
                <a:lnTo>
                  <a:pt x="6094" y="22721"/>
                </a:lnTo>
                <a:lnTo>
                  <a:pt x="6006" y="22730"/>
                </a:lnTo>
                <a:lnTo>
                  <a:pt x="5918" y="22737"/>
                </a:lnTo>
                <a:lnTo>
                  <a:pt x="5829" y="22741"/>
                </a:lnTo>
                <a:lnTo>
                  <a:pt x="5739" y="22744"/>
                </a:lnTo>
                <a:lnTo>
                  <a:pt x="5649" y="22745"/>
                </a:lnTo>
                <a:lnTo>
                  <a:pt x="5538" y="22744"/>
                </a:lnTo>
                <a:lnTo>
                  <a:pt x="5430" y="22740"/>
                </a:lnTo>
                <a:lnTo>
                  <a:pt x="5324" y="22734"/>
                </a:lnTo>
                <a:lnTo>
                  <a:pt x="5220" y="22726"/>
                </a:lnTo>
                <a:lnTo>
                  <a:pt x="5117" y="22715"/>
                </a:lnTo>
                <a:lnTo>
                  <a:pt x="5017" y="22702"/>
                </a:lnTo>
                <a:lnTo>
                  <a:pt x="4919" y="22686"/>
                </a:lnTo>
                <a:lnTo>
                  <a:pt x="4823" y="22668"/>
                </a:lnTo>
                <a:lnTo>
                  <a:pt x="4729" y="22647"/>
                </a:lnTo>
                <a:lnTo>
                  <a:pt x="4638" y="22624"/>
                </a:lnTo>
                <a:lnTo>
                  <a:pt x="4548" y="22599"/>
                </a:lnTo>
                <a:lnTo>
                  <a:pt x="4460" y="22571"/>
                </a:lnTo>
                <a:lnTo>
                  <a:pt x="4374" y="22541"/>
                </a:lnTo>
                <a:lnTo>
                  <a:pt x="4291" y="22508"/>
                </a:lnTo>
                <a:lnTo>
                  <a:pt x="4209" y="22473"/>
                </a:lnTo>
                <a:lnTo>
                  <a:pt x="4130" y="22435"/>
                </a:lnTo>
                <a:lnTo>
                  <a:pt x="4052" y="22395"/>
                </a:lnTo>
                <a:lnTo>
                  <a:pt x="3977" y="22353"/>
                </a:lnTo>
                <a:lnTo>
                  <a:pt x="3904" y="22308"/>
                </a:lnTo>
                <a:lnTo>
                  <a:pt x="3832" y="22261"/>
                </a:lnTo>
                <a:lnTo>
                  <a:pt x="3763" y="22211"/>
                </a:lnTo>
                <a:lnTo>
                  <a:pt x="3696" y="22159"/>
                </a:lnTo>
                <a:lnTo>
                  <a:pt x="3631" y="22105"/>
                </a:lnTo>
                <a:lnTo>
                  <a:pt x="3568" y="22048"/>
                </a:lnTo>
                <a:lnTo>
                  <a:pt x="3507" y="21989"/>
                </a:lnTo>
                <a:lnTo>
                  <a:pt x="3449" y="21928"/>
                </a:lnTo>
                <a:lnTo>
                  <a:pt x="3394" y="21866"/>
                </a:lnTo>
                <a:lnTo>
                  <a:pt x="3341" y="21802"/>
                </a:lnTo>
                <a:lnTo>
                  <a:pt x="3290" y="21736"/>
                </a:lnTo>
                <a:lnTo>
                  <a:pt x="3243" y="21669"/>
                </a:lnTo>
                <a:lnTo>
                  <a:pt x="3198" y="21600"/>
                </a:lnTo>
                <a:lnTo>
                  <a:pt x="3155" y="21529"/>
                </a:lnTo>
                <a:lnTo>
                  <a:pt x="3115" y="21457"/>
                </a:lnTo>
                <a:lnTo>
                  <a:pt x="3077" y="21383"/>
                </a:lnTo>
                <a:lnTo>
                  <a:pt x="3043" y="21307"/>
                </a:lnTo>
                <a:lnTo>
                  <a:pt x="3010" y="21230"/>
                </a:lnTo>
                <a:lnTo>
                  <a:pt x="2981" y="21151"/>
                </a:lnTo>
                <a:lnTo>
                  <a:pt x="2953" y="21070"/>
                </a:lnTo>
                <a:lnTo>
                  <a:pt x="2929" y="20988"/>
                </a:lnTo>
                <a:lnTo>
                  <a:pt x="2907" y="20904"/>
                </a:lnTo>
                <a:lnTo>
                  <a:pt x="2888" y="20819"/>
                </a:lnTo>
                <a:lnTo>
                  <a:pt x="2871" y="20731"/>
                </a:lnTo>
                <a:lnTo>
                  <a:pt x="2857" y="20642"/>
                </a:lnTo>
                <a:lnTo>
                  <a:pt x="2845" y="20552"/>
                </a:lnTo>
                <a:lnTo>
                  <a:pt x="2836" y="20459"/>
                </a:lnTo>
                <a:lnTo>
                  <a:pt x="2830" y="20366"/>
                </a:lnTo>
                <a:lnTo>
                  <a:pt x="2826" y="20270"/>
                </a:lnTo>
                <a:lnTo>
                  <a:pt x="2824" y="20173"/>
                </a:lnTo>
                <a:lnTo>
                  <a:pt x="2825" y="20116"/>
                </a:lnTo>
                <a:lnTo>
                  <a:pt x="2826" y="20059"/>
                </a:lnTo>
                <a:lnTo>
                  <a:pt x="2828" y="20003"/>
                </a:lnTo>
                <a:lnTo>
                  <a:pt x="2832" y="19947"/>
                </a:lnTo>
                <a:lnTo>
                  <a:pt x="2836" y="19892"/>
                </a:lnTo>
                <a:lnTo>
                  <a:pt x="2841" y="19838"/>
                </a:lnTo>
                <a:lnTo>
                  <a:pt x="2846" y="19784"/>
                </a:lnTo>
                <a:lnTo>
                  <a:pt x="2853" y="19731"/>
                </a:lnTo>
                <a:lnTo>
                  <a:pt x="2861" y="19678"/>
                </a:lnTo>
                <a:lnTo>
                  <a:pt x="2869" y="19626"/>
                </a:lnTo>
                <a:lnTo>
                  <a:pt x="2879" y="19574"/>
                </a:lnTo>
                <a:lnTo>
                  <a:pt x="2889" y="19523"/>
                </a:lnTo>
                <a:lnTo>
                  <a:pt x="2900" y="19473"/>
                </a:lnTo>
                <a:lnTo>
                  <a:pt x="2913" y="19423"/>
                </a:lnTo>
                <a:lnTo>
                  <a:pt x="2926" y="19373"/>
                </a:lnTo>
                <a:lnTo>
                  <a:pt x="2939" y="19325"/>
                </a:lnTo>
                <a:lnTo>
                  <a:pt x="2954" y="19276"/>
                </a:lnTo>
                <a:lnTo>
                  <a:pt x="2970" y="19229"/>
                </a:lnTo>
                <a:lnTo>
                  <a:pt x="2987" y="19181"/>
                </a:lnTo>
                <a:lnTo>
                  <a:pt x="3004" y="19135"/>
                </a:lnTo>
                <a:lnTo>
                  <a:pt x="3023" y="19089"/>
                </a:lnTo>
                <a:lnTo>
                  <a:pt x="3042" y="19043"/>
                </a:lnTo>
                <a:lnTo>
                  <a:pt x="3062" y="18998"/>
                </a:lnTo>
                <a:lnTo>
                  <a:pt x="3083" y="18954"/>
                </a:lnTo>
                <a:lnTo>
                  <a:pt x="3105" y="18910"/>
                </a:lnTo>
                <a:lnTo>
                  <a:pt x="3129" y="18866"/>
                </a:lnTo>
                <a:lnTo>
                  <a:pt x="3153" y="18824"/>
                </a:lnTo>
                <a:lnTo>
                  <a:pt x="3178" y="18781"/>
                </a:lnTo>
                <a:lnTo>
                  <a:pt x="3204" y="18739"/>
                </a:lnTo>
                <a:lnTo>
                  <a:pt x="3231" y="18698"/>
                </a:lnTo>
                <a:lnTo>
                  <a:pt x="3259" y="18657"/>
                </a:lnTo>
                <a:lnTo>
                  <a:pt x="3289" y="18617"/>
                </a:lnTo>
                <a:lnTo>
                  <a:pt x="3319" y="18578"/>
                </a:lnTo>
                <a:lnTo>
                  <a:pt x="3350" y="18538"/>
                </a:lnTo>
                <a:lnTo>
                  <a:pt x="3382" y="18500"/>
                </a:lnTo>
                <a:lnTo>
                  <a:pt x="3416" y="18462"/>
                </a:lnTo>
                <a:lnTo>
                  <a:pt x="3450" y="18424"/>
                </a:lnTo>
                <a:lnTo>
                  <a:pt x="3485" y="18387"/>
                </a:lnTo>
                <a:lnTo>
                  <a:pt x="3521" y="18350"/>
                </a:lnTo>
                <a:lnTo>
                  <a:pt x="3559" y="18314"/>
                </a:lnTo>
                <a:lnTo>
                  <a:pt x="3597" y="18279"/>
                </a:lnTo>
                <a:lnTo>
                  <a:pt x="3636" y="18244"/>
                </a:lnTo>
                <a:lnTo>
                  <a:pt x="3677" y="18210"/>
                </a:lnTo>
                <a:lnTo>
                  <a:pt x="3718" y="18176"/>
                </a:lnTo>
                <a:lnTo>
                  <a:pt x="3761" y="18142"/>
                </a:lnTo>
                <a:lnTo>
                  <a:pt x="3804" y="18110"/>
                </a:lnTo>
                <a:lnTo>
                  <a:pt x="3848" y="18077"/>
                </a:lnTo>
                <a:lnTo>
                  <a:pt x="3894" y="18046"/>
                </a:lnTo>
                <a:lnTo>
                  <a:pt x="3940" y="18014"/>
                </a:lnTo>
                <a:lnTo>
                  <a:pt x="3988" y="17984"/>
                </a:lnTo>
                <a:lnTo>
                  <a:pt x="4036" y="17954"/>
                </a:lnTo>
                <a:lnTo>
                  <a:pt x="4086" y="17925"/>
                </a:lnTo>
                <a:lnTo>
                  <a:pt x="4136" y="17896"/>
                </a:lnTo>
                <a:lnTo>
                  <a:pt x="4187" y="17868"/>
                </a:lnTo>
                <a:lnTo>
                  <a:pt x="4240" y="17841"/>
                </a:lnTo>
                <a:lnTo>
                  <a:pt x="4293" y="17814"/>
                </a:lnTo>
                <a:lnTo>
                  <a:pt x="4348" y="17788"/>
                </a:lnTo>
                <a:lnTo>
                  <a:pt x="4403" y="17763"/>
                </a:lnTo>
                <a:lnTo>
                  <a:pt x="4459" y="17738"/>
                </a:lnTo>
                <a:lnTo>
                  <a:pt x="4516" y="17714"/>
                </a:lnTo>
                <a:lnTo>
                  <a:pt x="4575" y="17690"/>
                </a:lnTo>
                <a:lnTo>
                  <a:pt x="4634" y="17667"/>
                </a:lnTo>
                <a:lnTo>
                  <a:pt x="4694" y="17645"/>
                </a:lnTo>
                <a:lnTo>
                  <a:pt x="4756" y="17624"/>
                </a:lnTo>
                <a:lnTo>
                  <a:pt x="4818" y="17603"/>
                </a:lnTo>
                <a:lnTo>
                  <a:pt x="4881" y="17582"/>
                </a:lnTo>
                <a:lnTo>
                  <a:pt x="4945" y="17563"/>
                </a:lnTo>
                <a:lnTo>
                  <a:pt x="5010" y="17544"/>
                </a:lnTo>
                <a:lnTo>
                  <a:pt x="5077" y="17525"/>
                </a:lnTo>
                <a:lnTo>
                  <a:pt x="5144" y="17508"/>
                </a:lnTo>
                <a:lnTo>
                  <a:pt x="5212" y="17491"/>
                </a:lnTo>
                <a:lnTo>
                  <a:pt x="5281" y="17474"/>
                </a:lnTo>
                <a:lnTo>
                  <a:pt x="5351" y="17458"/>
                </a:lnTo>
                <a:lnTo>
                  <a:pt x="5422" y="17443"/>
                </a:lnTo>
                <a:lnTo>
                  <a:pt x="5495" y="17429"/>
                </a:lnTo>
                <a:lnTo>
                  <a:pt x="5568" y="17415"/>
                </a:lnTo>
                <a:lnTo>
                  <a:pt x="5642" y="17402"/>
                </a:lnTo>
                <a:lnTo>
                  <a:pt x="5718" y="17389"/>
                </a:lnTo>
                <a:lnTo>
                  <a:pt x="5794" y="17378"/>
                </a:lnTo>
                <a:lnTo>
                  <a:pt x="5872" y="17367"/>
                </a:lnTo>
                <a:lnTo>
                  <a:pt x="5950" y="17356"/>
                </a:lnTo>
                <a:lnTo>
                  <a:pt x="6030" y="17346"/>
                </a:lnTo>
                <a:lnTo>
                  <a:pt x="6110" y="17337"/>
                </a:lnTo>
                <a:lnTo>
                  <a:pt x="6192" y="17329"/>
                </a:lnTo>
                <a:lnTo>
                  <a:pt x="6275" y="17321"/>
                </a:lnTo>
                <a:lnTo>
                  <a:pt x="6358" y="17314"/>
                </a:lnTo>
                <a:lnTo>
                  <a:pt x="6443" y="17308"/>
                </a:lnTo>
                <a:lnTo>
                  <a:pt x="6529" y="17302"/>
                </a:lnTo>
                <a:lnTo>
                  <a:pt x="6616" y="17297"/>
                </a:lnTo>
                <a:lnTo>
                  <a:pt x="6704" y="17293"/>
                </a:lnTo>
                <a:lnTo>
                  <a:pt x="6793" y="17289"/>
                </a:lnTo>
                <a:lnTo>
                  <a:pt x="6883" y="17286"/>
                </a:lnTo>
                <a:lnTo>
                  <a:pt x="6974" y="17283"/>
                </a:lnTo>
                <a:lnTo>
                  <a:pt x="7066" y="17282"/>
                </a:lnTo>
                <a:lnTo>
                  <a:pt x="7159" y="17281"/>
                </a:lnTo>
                <a:lnTo>
                  <a:pt x="7253" y="17280"/>
                </a:lnTo>
                <a:lnTo>
                  <a:pt x="9610" y="17280"/>
                </a:lnTo>
                <a:lnTo>
                  <a:pt x="9610" y="20492"/>
                </a:lnTo>
                <a:lnTo>
                  <a:pt x="9525" y="20587"/>
                </a:lnTo>
                <a:lnTo>
                  <a:pt x="9440" y="20679"/>
                </a:lnTo>
                <a:lnTo>
                  <a:pt x="9356" y="20769"/>
                </a:lnTo>
                <a:lnTo>
                  <a:pt x="9272" y="20857"/>
                </a:lnTo>
                <a:lnTo>
                  <a:pt x="9189" y="20943"/>
                </a:lnTo>
                <a:close/>
                <a:moveTo>
                  <a:pt x="63031" y="13563"/>
                </a:moveTo>
                <a:lnTo>
                  <a:pt x="63026" y="13452"/>
                </a:lnTo>
                <a:lnTo>
                  <a:pt x="63020" y="13342"/>
                </a:lnTo>
                <a:lnTo>
                  <a:pt x="63013" y="13232"/>
                </a:lnTo>
                <a:lnTo>
                  <a:pt x="63005" y="13125"/>
                </a:lnTo>
                <a:lnTo>
                  <a:pt x="62995" y="13018"/>
                </a:lnTo>
                <a:lnTo>
                  <a:pt x="62985" y="12913"/>
                </a:lnTo>
                <a:lnTo>
                  <a:pt x="62973" y="12808"/>
                </a:lnTo>
                <a:lnTo>
                  <a:pt x="62960" y="12705"/>
                </a:lnTo>
                <a:lnTo>
                  <a:pt x="62947" y="12604"/>
                </a:lnTo>
                <a:lnTo>
                  <a:pt x="62932" y="12503"/>
                </a:lnTo>
                <a:lnTo>
                  <a:pt x="62916" y="12404"/>
                </a:lnTo>
                <a:lnTo>
                  <a:pt x="62899" y="12306"/>
                </a:lnTo>
                <a:lnTo>
                  <a:pt x="62881" y="12209"/>
                </a:lnTo>
                <a:lnTo>
                  <a:pt x="62861" y="12113"/>
                </a:lnTo>
                <a:lnTo>
                  <a:pt x="62841" y="12019"/>
                </a:lnTo>
                <a:lnTo>
                  <a:pt x="62819" y="11926"/>
                </a:lnTo>
                <a:lnTo>
                  <a:pt x="62797" y="11834"/>
                </a:lnTo>
                <a:lnTo>
                  <a:pt x="62773" y="11743"/>
                </a:lnTo>
                <a:lnTo>
                  <a:pt x="62748" y="11653"/>
                </a:lnTo>
                <a:lnTo>
                  <a:pt x="62722" y="11565"/>
                </a:lnTo>
                <a:lnTo>
                  <a:pt x="62695" y="11478"/>
                </a:lnTo>
                <a:lnTo>
                  <a:pt x="62667" y="11392"/>
                </a:lnTo>
                <a:lnTo>
                  <a:pt x="62637" y="11307"/>
                </a:lnTo>
                <a:lnTo>
                  <a:pt x="62606" y="11223"/>
                </a:lnTo>
                <a:lnTo>
                  <a:pt x="62573" y="11141"/>
                </a:lnTo>
                <a:lnTo>
                  <a:pt x="62540" y="11060"/>
                </a:lnTo>
                <a:lnTo>
                  <a:pt x="62504" y="10980"/>
                </a:lnTo>
                <a:lnTo>
                  <a:pt x="62468" y="10901"/>
                </a:lnTo>
                <a:lnTo>
                  <a:pt x="62430" y="10823"/>
                </a:lnTo>
                <a:lnTo>
                  <a:pt x="62391" y="10747"/>
                </a:lnTo>
                <a:lnTo>
                  <a:pt x="62350" y="10672"/>
                </a:lnTo>
                <a:lnTo>
                  <a:pt x="62309" y="10598"/>
                </a:lnTo>
                <a:lnTo>
                  <a:pt x="62266" y="10525"/>
                </a:lnTo>
                <a:lnTo>
                  <a:pt x="62221" y="10453"/>
                </a:lnTo>
                <a:lnTo>
                  <a:pt x="62175" y="10383"/>
                </a:lnTo>
                <a:lnTo>
                  <a:pt x="62128" y="10313"/>
                </a:lnTo>
                <a:lnTo>
                  <a:pt x="62080" y="10245"/>
                </a:lnTo>
                <a:lnTo>
                  <a:pt x="62030" y="10178"/>
                </a:lnTo>
                <a:lnTo>
                  <a:pt x="61979" y="10113"/>
                </a:lnTo>
                <a:lnTo>
                  <a:pt x="61926" y="10048"/>
                </a:lnTo>
                <a:lnTo>
                  <a:pt x="61872" y="9985"/>
                </a:lnTo>
                <a:lnTo>
                  <a:pt x="61817" y="9922"/>
                </a:lnTo>
                <a:lnTo>
                  <a:pt x="61761" y="9861"/>
                </a:lnTo>
                <a:lnTo>
                  <a:pt x="61703" y="9802"/>
                </a:lnTo>
                <a:lnTo>
                  <a:pt x="61644" y="9743"/>
                </a:lnTo>
                <a:lnTo>
                  <a:pt x="61583" y="9686"/>
                </a:lnTo>
                <a:lnTo>
                  <a:pt x="61521" y="9629"/>
                </a:lnTo>
                <a:lnTo>
                  <a:pt x="61457" y="9574"/>
                </a:lnTo>
                <a:lnTo>
                  <a:pt x="61392" y="9521"/>
                </a:lnTo>
                <a:lnTo>
                  <a:pt x="61325" y="9468"/>
                </a:lnTo>
                <a:lnTo>
                  <a:pt x="61256" y="9417"/>
                </a:lnTo>
                <a:lnTo>
                  <a:pt x="61187" y="9366"/>
                </a:lnTo>
                <a:lnTo>
                  <a:pt x="61115" y="9317"/>
                </a:lnTo>
                <a:lnTo>
                  <a:pt x="61042" y="9269"/>
                </a:lnTo>
                <a:lnTo>
                  <a:pt x="60968" y="9223"/>
                </a:lnTo>
                <a:lnTo>
                  <a:pt x="60892" y="9177"/>
                </a:lnTo>
                <a:lnTo>
                  <a:pt x="60815" y="9133"/>
                </a:lnTo>
                <a:lnTo>
                  <a:pt x="60736" y="9090"/>
                </a:lnTo>
                <a:lnTo>
                  <a:pt x="60656" y="9048"/>
                </a:lnTo>
                <a:lnTo>
                  <a:pt x="60574" y="9007"/>
                </a:lnTo>
                <a:lnTo>
                  <a:pt x="60490" y="8967"/>
                </a:lnTo>
                <a:lnTo>
                  <a:pt x="60406" y="8929"/>
                </a:lnTo>
                <a:lnTo>
                  <a:pt x="60319" y="8892"/>
                </a:lnTo>
                <a:lnTo>
                  <a:pt x="60231" y="8856"/>
                </a:lnTo>
                <a:lnTo>
                  <a:pt x="60142" y="8821"/>
                </a:lnTo>
                <a:lnTo>
                  <a:pt x="60051" y="8787"/>
                </a:lnTo>
                <a:lnTo>
                  <a:pt x="59958" y="8755"/>
                </a:lnTo>
                <a:lnTo>
                  <a:pt x="59865" y="8724"/>
                </a:lnTo>
                <a:lnTo>
                  <a:pt x="59769" y="8694"/>
                </a:lnTo>
                <a:lnTo>
                  <a:pt x="59672" y="8665"/>
                </a:lnTo>
                <a:lnTo>
                  <a:pt x="59573" y="8638"/>
                </a:lnTo>
                <a:lnTo>
                  <a:pt x="59472" y="8611"/>
                </a:lnTo>
                <a:lnTo>
                  <a:pt x="59370" y="8587"/>
                </a:lnTo>
                <a:lnTo>
                  <a:pt x="59266" y="8563"/>
                </a:lnTo>
                <a:lnTo>
                  <a:pt x="59160" y="8541"/>
                </a:lnTo>
                <a:lnTo>
                  <a:pt x="59053" y="8520"/>
                </a:lnTo>
                <a:lnTo>
                  <a:pt x="58944" y="8500"/>
                </a:lnTo>
                <a:lnTo>
                  <a:pt x="58833" y="8481"/>
                </a:lnTo>
                <a:lnTo>
                  <a:pt x="58721" y="8464"/>
                </a:lnTo>
                <a:lnTo>
                  <a:pt x="58607" y="8448"/>
                </a:lnTo>
                <a:lnTo>
                  <a:pt x="58491" y="8433"/>
                </a:lnTo>
                <a:lnTo>
                  <a:pt x="58374" y="8420"/>
                </a:lnTo>
                <a:lnTo>
                  <a:pt x="58255" y="8408"/>
                </a:lnTo>
                <a:lnTo>
                  <a:pt x="58134" y="8397"/>
                </a:lnTo>
                <a:lnTo>
                  <a:pt x="58011" y="8387"/>
                </a:lnTo>
                <a:lnTo>
                  <a:pt x="57887" y="8379"/>
                </a:lnTo>
                <a:lnTo>
                  <a:pt x="57761" y="8372"/>
                </a:lnTo>
                <a:lnTo>
                  <a:pt x="57634" y="8366"/>
                </a:lnTo>
                <a:lnTo>
                  <a:pt x="57505" y="8362"/>
                </a:lnTo>
                <a:lnTo>
                  <a:pt x="57374" y="8359"/>
                </a:lnTo>
                <a:lnTo>
                  <a:pt x="57241" y="8357"/>
                </a:lnTo>
                <a:lnTo>
                  <a:pt x="57107" y="8356"/>
                </a:lnTo>
                <a:lnTo>
                  <a:pt x="57035" y="8356"/>
                </a:lnTo>
                <a:lnTo>
                  <a:pt x="56962" y="8357"/>
                </a:lnTo>
                <a:lnTo>
                  <a:pt x="56890" y="8359"/>
                </a:lnTo>
                <a:lnTo>
                  <a:pt x="56818" y="8360"/>
                </a:lnTo>
                <a:lnTo>
                  <a:pt x="56746" y="8363"/>
                </a:lnTo>
                <a:lnTo>
                  <a:pt x="56674" y="8366"/>
                </a:lnTo>
                <a:lnTo>
                  <a:pt x="56601" y="8369"/>
                </a:lnTo>
                <a:lnTo>
                  <a:pt x="56529" y="8374"/>
                </a:lnTo>
                <a:lnTo>
                  <a:pt x="56458" y="8378"/>
                </a:lnTo>
                <a:lnTo>
                  <a:pt x="56386" y="8383"/>
                </a:lnTo>
                <a:lnTo>
                  <a:pt x="56314" y="8389"/>
                </a:lnTo>
                <a:lnTo>
                  <a:pt x="56242" y="8395"/>
                </a:lnTo>
                <a:lnTo>
                  <a:pt x="56170" y="8402"/>
                </a:lnTo>
                <a:lnTo>
                  <a:pt x="56099" y="8410"/>
                </a:lnTo>
                <a:lnTo>
                  <a:pt x="56027" y="8418"/>
                </a:lnTo>
                <a:lnTo>
                  <a:pt x="55956" y="8426"/>
                </a:lnTo>
                <a:lnTo>
                  <a:pt x="55884" y="8435"/>
                </a:lnTo>
                <a:lnTo>
                  <a:pt x="55813" y="8445"/>
                </a:lnTo>
                <a:lnTo>
                  <a:pt x="55741" y="8455"/>
                </a:lnTo>
                <a:lnTo>
                  <a:pt x="55670" y="8465"/>
                </a:lnTo>
                <a:lnTo>
                  <a:pt x="55599" y="8476"/>
                </a:lnTo>
                <a:lnTo>
                  <a:pt x="55528" y="8488"/>
                </a:lnTo>
                <a:lnTo>
                  <a:pt x="55457" y="8500"/>
                </a:lnTo>
                <a:lnTo>
                  <a:pt x="55386" y="8513"/>
                </a:lnTo>
                <a:lnTo>
                  <a:pt x="55315" y="8527"/>
                </a:lnTo>
                <a:lnTo>
                  <a:pt x="55245" y="8540"/>
                </a:lnTo>
                <a:lnTo>
                  <a:pt x="55175" y="8554"/>
                </a:lnTo>
                <a:lnTo>
                  <a:pt x="55105" y="8568"/>
                </a:lnTo>
                <a:lnTo>
                  <a:pt x="55036" y="8582"/>
                </a:lnTo>
                <a:lnTo>
                  <a:pt x="54968" y="8597"/>
                </a:lnTo>
                <a:lnTo>
                  <a:pt x="54900" y="8612"/>
                </a:lnTo>
                <a:lnTo>
                  <a:pt x="54832" y="8627"/>
                </a:lnTo>
                <a:lnTo>
                  <a:pt x="54765" y="8642"/>
                </a:lnTo>
                <a:lnTo>
                  <a:pt x="54699" y="8658"/>
                </a:lnTo>
                <a:lnTo>
                  <a:pt x="54632" y="8674"/>
                </a:lnTo>
                <a:lnTo>
                  <a:pt x="54567" y="8691"/>
                </a:lnTo>
                <a:lnTo>
                  <a:pt x="54502" y="8707"/>
                </a:lnTo>
                <a:lnTo>
                  <a:pt x="54437" y="8724"/>
                </a:lnTo>
                <a:lnTo>
                  <a:pt x="54372" y="8741"/>
                </a:lnTo>
                <a:lnTo>
                  <a:pt x="54309" y="8759"/>
                </a:lnTo>
                <a:lnTo>
                  <a:pt x="54245" y="8777"/>
                </a:lnTo>
                <a:lnTo>
                  <a:pt x="54182" y="8795"/>
                </a:lnTo>
                <a:lnTo>
                  <a:pt x="54120" y="8813"/>
                </a:lnTo>
                <a:lnTo>
                  <a:pt x="54058" y="8832"/>
                </a:lnTo>
                <a:lnTo>
                  <a:pt x="53996" y="8851"/>
                </a:lnTo>
                <a:lnTo>
                  <a:pt x="53935" y="8870"/>
                </a:lnTo>
                <a:lnTo>
                  <a:pt x="53875" y="8889"/>
                </a:lnTo>
                <a:lnTo>
                  <a:pt x="53815" y="8909"/>
                </a:lnTo>
                <a:lnTo>
                  <a:pt x="53755" y="8929"/>
                </a:lnTo>
                <a:lnTo>
                  <a:pt x="53696" y="8949"/>
                </a:lnTo>
                <a:lnTo>
                  <a:pt x="53638" y="8970"/>
                </a:lnTo>
                <a:lnTo>
                  <a:pt x="53580" y="8990"/>
                </a:lnTo>
                <a:lnTo>
                  <a:pt x="53523" y="9011"/>
                </a:lnTo>
                <a:lnTo>
                  <a:pt x="53466" y="9032"/>
                </a:lnTo>
                <a:lnTo>
                  <a:pt x="53410" y="9053"/>
                </a:lnTo>
                <a:lnTo>
                  <a:pt x="53354" y="9074"/>
                </a:lnTo>
                <a:lnTo>
                  <a:pt x="53299" y="9096"/>
                </a:lnTo>
                <a:lnTo>
                  <a:pt x="53245" y="9117"/>
                </a:lnTo>
                <a:lnTo>
                  <a:pt x="53191" y="9139"/>
                </a:lnTo>
                <a:lnTo>
                  <a:pt x="53138" y="9161"/>
                </a:lnTo>
                <a:lnTo>
                  <a:pt x="53085" y="9183"/>
                </a:lnTo>
                <a:lnTo>
                  <a:pt x="53033" y="9205"/>
                </a:lnTo>
                <a:lnTo>
                  <a:pt x="52982" y="9228"/>
                </a:lnTo>
                <a:lnTo>
                  <a:pt x="52931" y="9250"/>
                </a:lnTo>
                <a:lnTo>
                  <a:pt x="52880" y="9273"/>
                </a:lnTo>
                <a:lnTo>
                  <a:pt x="52831" y="9296"/>
                </a:lnTo>
                <a:lnTo>
                  <a:pt x="52782" y="9319"/>
                </a:lnTo>
                <a:lnTo>
                  <a:pt x="52733" y="9343"/>
                </a:lnTo>
                <a:lnTo>
                  <a:pt x="52685" y="9366"/>
                </a:lnTo>
                <a:lnTo>
                  <a:pt x="52638" y="9390"/>
                </a:lnTo>
                <a:lnTo>
                  <a:pt x="52591" y="9414"/>
                </a:lnTo>
                <a:lnTo>
                  <a:pt x="52545" y="9438"/>
                </a:lnTo>
                <a:lnTo>
                  <a:pt x="52499" y="9462"/>
                </a:lnTo>
                <a:lnTo>
                  <a:pt x="52455" y="9485"/>
                </a:lnTo>
                <a:lnTo>
                  <a:pt x="52412" y="9509"/>
                </a:lnTo>
                <a:lnTo>
                  <a:pt x="52370" y="9532"/>
                </a:lnTo>
                <a:lnTo>
                  <a:pt x="52329" y="9555"/>
                </a:lnTo>
                <a:lnTo>
                  <a:pt x="52289" y="9578"/>
                </a:lnTo>
                <a:lnTo>
                  <a:pt x="52251" y="9600"/>
                </a:lnTo>
                <a:lnTo>
                  <a:pt x="52213" y="9622"/>
                </a:lnTo>
                <a:lnTo>
                  <a:pt x="52177" y="9644"/>
                </a:lnTo>
                <a:lnTo>
                  <a:pt x="52142" y="9666"/>
                </a:lnTo>
                <a:lnTo>
                  <a:pt x="52107" y="9687"/>
                </a:lnTo>
                <a:lnTo>
                  <a:pt x="52075" y="9709"/>
                </a:lnTo>
                <a:lnTo>
                  <a:pt x="52043" y="9730"/>
                </a:lnTo>
                <a:lnTo>
                  <a:pt x="52012" y="9750"/>
                </a:lnTo>
                <a:lnTo>
                  <a:pt x="51982" y="9771"/>
                </a:lnTo>
                <a:lnTo>
                  <a:pt x="51954" y="9791"/>
                </a:lnTo>
                <a:lnTo>
                  <a:pt x="51927" y="9811"/>
                </a:lnTo>
                <a:lnTo>
                  <a:pt x="51901" y="9831"/>
                </a:lnTo>
                <a:lnTo>
                  <a:pt x="51876" y="9850"/>
                </a:lnTo>
                <a:lnTo>
                  <a:pt x="51852" y="9869"/>
                </a:lnTo>
                <a:lnTo>
                  <a:pt x="51829" y="9888"/>
                </a:lnTo>
                <a:lnTo>
                  <a:pt x="51807" y="9907"/>
                </a:lnTo>
                <a:lnTo>
                  <a:pt x="51787" y="9926"/>
                </a:lnTo>
                <a:lnTo>
                  <a:pt x="51767" y="9944"/>
                </a:lnTo>
                <a:lnTo>
                  <a:pt x="51749" y="9962"/>
                </a:lnTo>
                <a:lnTo>
                  <a:pt x="51731" y="9980"/>
                </a:lnTo>
                <a:lnTo>
                  <a:pt x="51714" y="9998"/>
                </a:lnTo>
                <a:lnTo>
                  <a:pt x="51697" y="10017"/>
                </a:lnTo>
                <a:lnTo>
                  <a:pt x="51681" y="10035"/>
                </a:lnTo>
                <a:lnTo>
                  <a:pt x="51665" y="10054"/>
                </a:lnTo>
                <a:lnTo>
                  <a:pt x="51650" y="10073"/>
                </a:lnTo>
                <a:lnTo>
                  <a:pt x="51636" y="10091"/>
                </a:lnTo>
                <a:lnTo>
                  <a:pt x="51622" y="10110"/>
                </a:lnTo>
                <a:lnTo>
                  <a:pt x="51608" y="10129"/>
                </a:lnTo>
                <a:lnTo>
                  <a:pt x="51596" y="10148"/>
                </a:lnTo>
                <a:lnTo>
                  <a:pt x="51584" y="10167"/>
                </a:lnTo>
                <a:lnTo>
                  <a:pt x="51572" y="10186"/>
                </a:lnTo>
                <a:lnTo>
                  <a:pt x="51561" y="10206"/>
                </a:lnTo>
                <a:lnTo>
                  <a:pt x="51551" y="10225"/>
                </a:lnTo>
                <a:lnTo>
                  <a:pt x="51541" y="10245"/>
                </a:lnTo>
                <a:lnTo>
                  <a:pt x="51532" y="10264"/>
                </a:lnTo>
                <a:lnTo>
                  <a:pt x="51523" y="10284"/>
                </a:lnTo>
                <a:lnTo>
                  <a:pt x="51515" y="10303"/>
                </a:lnTo>
                <a:lnTo>
                  <a:pt x="51507" y="10323"/>
                </a:lnTo>
                <a:lnTo>
                  <a:pt x="51501" y="10343"/>
                </a:lnTo>
                <a:lnTo>
                  <a:pt x="51494" y="10363"/>
                </a:lnTo>
                <a:lnTo>
                  <a:pt x="51489" y="10383"/>
                </a:lnTo>
                <a:lnTo>
                  <a:pt x="51483" y="10403"/>
                </a:lnTo>
                <a:lnTo>
                  <a:pt x="51479" y="10424"/>
                </a:lnTo>
                <a:lnTo>
                  <a:pt x="51474" y="10445"/>
                </a:lnTo>
                <a:lnTo>
                  <a:pt x="51470" y="10467"/>
                </a:lnTo>
                <a:lnTo>
                  <a:pt x="51465" y="10489"/>
                </a:lnTo>
                <a:lnTo>
                  <a:pt x="51462" y="10512"/>
                </a:lnTo>
                <a:lnTo>
                  <a:pt x="51458" y="10535"/>
                </a:lnTo>
                <a:lnTo>
                  <a:pt x="51454" y="10560"/>
                </a:lnTo>
                <a:lnTo>
                  <a:pt x="51451" y="10584"/>
                </a:lnTo>
                <a:lnTo>
                  <a:pt x="51448" y="10610"/>
                </a:lnTo>
                <a:lnTo>
                  <a:pt x="51445" y="10636"/>
                </a:lnTo>
                <a:lnTo>
                  <a:pt x="51442" y="10662"/>
                </a:lnTo>
                <a:lnTo>
                  <a:pt x="51439" y="10690"/>
                </a:lnTo>
                <a:lnTo>
                  <a:pt x="51437" y="10717"/>
                </a:lnTo>
                <a:lnTo>
                  <a:pt x="51435" y="10746"/>
                </a:lnTo>
                <a:lnTo>
                  <a:pt x="51433" y="10775"/>
                </a:lnTo>
                <a:lnTo>
                  <a:pt x="51431" y="10804"/>
                </a:lnTo>
                <a:lnTo>
                  <a:pt x="51430" y="10835"/>
                </a:lnTo>
                <a:lnTo>
                  <a:pt x="51428" y="10866"/>
                </a:lnTo>
                <a:lnTo>
                  <a:pt x="51427" y="10897"/>
                </a:lnTo>
                <a:lnTo>
                  <a:pt x="51426" y="10929"/>
                </a:lnTo>
                <a:lnTo>
                  <a:pt x="51426" y="10962"/>
                </a:lnTo>
                <a:lnTo>
                  <a:pt x="51425" y="10995"/>
                </a:lnTo>
                <a:lnTo>
                  <a:pt x="51425" y="11029"/>
                </a:lnTo>
                <a:lnTo>
                  <a:pt x="51425" y="11063"/>
                </a:lnTo>
                <a:lnTo>
                  <a:pt x="51425" y="11084"/>
                </a:lnTo>
                <a:lnTo>
                  <a:pt x="51425" y="11105"/>
                </a:lnTo>
                <a:lnTo>
                  <a:pt x="51425" y="11125"/>
                </a:lnTo>
                <a:lnTo>
                  <a:pt x="51426" y="11146"/>
                </a:lnTo>
                <a:lnTo>
                  <a:pt x="51426" y="11166"/>
                </a:lnTo>
                <a:lnTo>
                  <a:pt x="51427" y="11186"/>
                </a:lnTo>
                <a:lnTo>
                  <a:pt x="51428" y="11206"/>
                </a:lnTo>
                <a:lnTo>
                  <a:pt x="51429" y="11226"/>
                </a:lnTo>
                <a:lnTo>
                  <a:pt x="51430" y="11246"/>
                </a:lnTo>
                <a:lnTo>
                  <a:pt x="51431" y="11265"/>
                </a:lnTo>
                <a:lnTo>
                  <a:pt x="51432" y="11284"/>
                </a:lnTo>
                <a:lnTo>
                  <a:pt x="51433" y="11304"/>
                </a:lnTo>
                <a:lnTo>
                  <a:pt x="51435" y="11323"/>
                </a:lnTo>
                <a:lnTo>
                  <a:pt x="51436" y="11342"/>
                </a:lnTo>
                <a:lnTo>
                  <a:pt x="51438" y="11361"/>
                </a:lnTo>
                <a:lnTo>
                  <a:pt x="51440" y="11379"/>
                </a:lnTo>
                <a:lnTo>
                  <a:pt x="51442" y="11398"/>
                </a:lnTo>
                <a:lnTo>
                  <a:pt x="51444" y="11416"/>
                </a:lnTo>
                <a:lnTo>
                  <a:pt x="51446" y="11434"/>
                </a:lnTo>
                <a:lnTo>
                  <a:pt x="51448" y="11452"/>
                </a:lnTo>
                <a:lnTo>
                  <a:pt x="51450" y="11470"/>
                </a:lnTo>
                <a:lnTo>
                  <a:pt x="51453" y="11488"/>
                </a:lnTo>
                <a:lnTo>
                  <a:pt x="51456" y="11506"/>
                </a:lnTo>
                <a:lnTo>
                  <a:pt x="51458" y="11523"/>
                </a:lnTo>
                <a:lnTo>
                  <a:pt x="51461" y="11540"/>
                </a:lnTo>
                <a:lnTo>
                  <a:pt x="51464" y="11557"/>
                </a:lnTo>
                <a:lnTo>
                  <a:pt x="51467" y="11574"/>
                </a:lnTo>
                <a:lnTo>
                  <a:pt x="51471" y="11591"/>
                </a:lnTo>
                <a:lnTo>
                  <a:pt x="51474" y="11607"/>
                </a:lnTo>
                <a:lnTo>
                  <a:pt x="51478" y="11623"/>
                </a:lnTo>
                <a:lnTo>
                  <a:pt x="51481" y="11639"/>
                </a:lnTo>
                <a:lnTo>
                  <a:pt x="51485" y="11654"/>
                </a:lnTo>
                <a:lnTo>
                  <a:pt x="51489" y="11669"/>
                </a:lnTo>
                <a:lnTo>
                  <a:pt x="51493" y="11684"/>
                </a:lnTo>
                <a:lnTo>
                  <a:pt x="51498" y="11699"/>
                </a:lnTo>
                <a:lnTo>
                  <a:pt x="51502" y="11713"/>
                </a:lnTo>
                <a:lnTo>
                  <a:pt x="51507" y="11727"/>
                </a:lnTo>
                <a:lnTo>
                  <a:pt x="51511" y="11741"/>
                </a:lnTo>
                <a:lnTo>
                  <a:pt x="51516" y="11755"/>
                </a:lnTo>
                <a:lnTo>
                  <a:pt x="51521" y="11768"/>
                </a:lnTo>
                <a:lnTo>
                  <a:pt x="51527" y="11781"/>
                </a:lnTo>
                <a:lnTo>
                  <a:pt x="51532" y="11794"/>
                </a:lnTo>
                <a:lnTo>
                  <a:pt x="51537" y="11807"/>
                </a:lnTo>
                <a:lnTo>
                  <a:pt x="51543" y="11819"/>
                </a:lnTo>
                <a:lnTo>
                  <a:pt x="51549" y="11831"/>
                </a:lnTo>
                <a:lnTo>
                  <a:pt x="51555" y="11843"/>
                </a:lnTo>
                <a:lnTo>
                  <a:pt x="51561" y="11854"/>
                </a:lnTo>
                <a:lnTo>
                  <a:pt x="51567" y="11866"/>
                </a:lnTo>
                <a:lnTo>
                  <a:pt x="51573" y="11877"/>
                </a:lnTo>
                <a:lnTo>
                  <a:pt x="51580" y="11887"/>
                </a:lnTo>
                <a:lnTo>
                  <a:pt x="51586" y="11898"/>
                </a:lnTo>
                <a:lnTo>
                  <a:pt x="51593" y="11908"/>
                </a:lnTo>
                <a:lnTo>
                  <a:pt x="51599" y="11918"/>
                </a:lnTo>
                <a:lnTo>
                  <a:pt x="51606" y="11928"/>
                </a:lnTo>
                <a:lnTo>
                  <a:pt x="51613" y="11938"/>
                </a:lnTo>
                <a:lnTo>
                  <a:pt x="51620" y="11947"/>
                </a:lnTo>
                <a:lnTo>
                  <a:pt x="51627" y="11957"/>
                </a:lnTo>
                <a:lnTo>
                  <a:pt x="51634" y="11965"/>
                </a:lnTo>
                <a:lnTo>
                  <a:pt x="51641" y="11974"/>
                </a:lnTo>
                <a:lnTo>
                  <a:pt x="51648" y="11983"/>
                </a:lnTo>
                <a:lnTo>
                  <a:pt x="51656" y="11991"/>
                </a:lnTo>
                <a:lnTo>
                  <a:pt x="51663" y="11999"/>
                </a:lnTo>
                <a:lnTo>
                  <a:pt x="51671" y="12007"/>
                </a:lnTo>
                <a:lnTo>
                  <a:pt x="51678" y="12014"/>
                </a:lnTo>
                <a:lnTo>
                  <a:pt x="51686" y="12022"/>
                </a:lnTo>
                <a:lnTo>
                  <a:pt x="51694" y="12029"/>
                </a:lnTo>
                <a:lnTo>
                  <a:pt x="51702" y="12035"/>
                </a:lnTo>
                <a:lnTo>
                  <a:pt x="51710" y="12042"/>
                </a:lnTo>
                <a:lnTo>
                  <a:pt x="51718" y="12048"/>
                </a:lnTo>
                <a:lnTo>
                  <a:pt x="51726" y="12055"/>
                </a:lnTo>
                <a:lnTo>
                  <a:pt x="51734" y="12061"/>
                </a:lnTo>
                <a:lnTo>
                  <a:pt x="51742" y="12066"/>
                </a:lnTo>
                <a:lnTo>
                  <a:pt x="51751" y="12072"/>
                </a:lnTo>
                <a:lnTo>
                  <a:pt x="51759" y="12077"/>
                </a:lnTo>
                <a:lnTo>
                  <a:pt x="51768" y="12082"/>
                </a:lnTo>
                <a:lnTo>
                  <a:pt x="51777" y="12087"/>
                </a:lnTo>
                <a:lnTo>
                  <a:pt x="51786" y="12091"/>
                </a:lnTo>
                <a:lnTo>
                  <a:pt x="51795" y="12095"/>
                </a:lnTo>
                <a:lnTo>
                  <a:pt x="51804" y="12100"/>
                </a:lnTo>
                <a:lnTo>
                  <a:pt x="51813" y="12103"/>
                </a:lnTo>
                <a:lnTo>
                  <a:pt x="51822" y="12107"/>
                </a:lnTo>
                <a:lnTo>
                  <a:pt x="51832" y="12110"/>
                </a:lnTo>
                <a:lnTo>
                  <a:pt x="51841" y="12113"/>
                </a:lnTo>
                <a:lnTo>
                  <a:pt x="51851" y="12116"/>
                </a:lnTo>
                <a:lnTo>
                  <a:pt x="51861" y="12119"/>
                </a:lnTo>
                <a:lnTo>
                  <a:pt x="51871" y="12121"/>
                </a:lnTo>
                <a:lnTo>
                  <a:pt x="51881" y="12124"/>
                </a:lnTo>
                <a:lnTo>
                  <a:pt x="51891" y="12126"/>
                </a:lnTo>
                <a:lnTo>
                  <a:pt x="51901" y="12127"/>
                </a:lnTo>
                <a:lnTo>
                  <a:pt x="51912" y="12129"/>
                </a:lnTo>
                <a:lnTo>
                  <a:pt x="51922" y="12130"/>
                </a:lnTo>
                <a:lnTo>
                  <a:pt x="51933" y="12131"/>
                </a:lnTo>
                <a:lnTo>
                  <a:pt x="51943" y="12132"/>
                </a:lnTo>
                <a:lnTo>
                  <a:pt x="51954" y="12133"/>
                </a:lnTo>
                <a:lnTo>
                  <a:pt x="51965" y="12133"/>
                </a:lnTo>
                <a:lnTo>
                  <a:pt x="51976" y="12133"/>
                </a:lnTo>
                <a:lnTo>
                  <a:pt x="51993" y="12133"/>
                </a:lnTo>
                <a:lnTo>
                  <a:pt x="52011" y="12131"/>
                </a:lnTo>
                <a:lnTo>
                  <a:pt x="52030" y="12129"/>
                </a:lnTo>
                <a:lnTo>
                  <a:pt x="52049" y="12126"/>
                </a:lnTo>
                <a:lnTo>
                  <a:pt x="52069" y="12123"/>
                </a:lnTo>
                <a:lnTo>
                  <a:pt x="52090" y="12118"/>
                </a:lnTo>
                <a:lnTo>
                  <a:pt x="52111" y="12113"/>
                </a:lnTo>
                <a:lnTo>
                  <a:pt x="52133" y="12106"/>
                </a:lnTo>
                <a:lnTo>
                  <a:pt x="52156" y="12099"/>
                </a:lnTo>
                <a:lnTo>
                  <a:pt x="52180" y="12091"/>
                </a:lnTo>
                <a:lnTo>
                  <a:pt x="52204" y="12083"/>
                </a:lnTo>
                <a:lnTo>
                  <a:pt x="52229" y="12073"/>
                </a:lnTo>
                <a:lnTo>
                  <a:pt x="52255" y="12063"/>
                </a:lnTo>
                <a:lnTo>
                  <a:pt x="52281" y="12051"/>
                </a:lnTo>
                <a:lnTo>
                  <a:pt x="52309" y="12039"/>
                </a:lnTo>
                <a:lnTo>
                  <a:pt x="52337" y="12027"/>
                </a:lnTo>
                <a:lnTo>
                  <a:pt x="52365" y="12013"/>
                </a:lnTo>
                <a:lnTo>
                  <a:pt x="52395" y="11998"/>
                </a:lnTo>
                <a:lnTo>
                  <a:pt x="52425" y="11983"/>
                </a:lnTo>
                <a:lnTo>
                  <a:pt x="52456" y="11967"/>
                </a:lnTo>
                <a:lnTo>
                  <a:pt x="52487" y="11950"/>
                </a:lnTo>
                <a:lnTo>
                  <a:pt x="52520" y="11932"/>
                </a:lnTo>
                <a:lnTo>
                  <a:pt x="52553" y="11913"/>
                </a:lnTo>
                <a:lnTo>
                  <a:pt x="52586" y="11893"/>
                </a:lnTo>
                <a:lnTo>
                  <a:pt x="52621" y="11873"/>
                </a:lnTo>
                <a:lnTo>
                  <a:pt x="52656" y="11853"/>
                </a:lnTo>
                <a:lnTo>
                  <a:pt x="52692" y="11833"/>
                </a:lnTo>
                <a:lnTo>
                  <a:pt x="52728" y="11812"/>
                </a:lnTo>
                <a:lnTo>
                  <a:pt x="52766" y="11791"/>
                </a:lnTo>
                <a:lnTo>
                  <a:pt x="52804" y="11770"/>
                </a:lnTo>
                <a:lnTo>
                  <a:pt x="52842" y="11749"/>
                </a:lnTo>
                <a:lnTo>
                  <a:pt x="52882" y="11728"/>
                </a:lnTo>
                <a:lnTo>
                  <a:pt x="52922" y="11707"/>
                </a:lnTo>
                <a:lnTo>
                  <a:pt x="52962" y="11685"/>
                </a:lnTo>
                <a:lnTo>
                  <a:pt x="53004" y="11663"/>
                </a:lnTo>
                <a:lnTo>
                  <a:pt x="53046" y="11641"/>
                </a:lnTo>
                <a:lnTo>
                  <a:pt x="53089" y="11619"/>
                </a:lnTo>
                <a:lnTo>
                  <a:pt x="53132" y="11597"/>
                </a:lnTo>
                <a:lnTo>
                  <a:pt x="53176" y="11574"/>
                </a:lnTo>
                <a:lnTo>
                  <a:pt x="53221" y="11552"/>
                </a:lnTo>
                <a:lnTo>
                  <a:pt x="53267" y="11529"/>
                </a:lnTo>
                <a:lnTo>
                  <a:pt x="53313" y="11506"/>
                </a:lnTo>
                <a:lnTo>
                  <a:pt x="53360" y="11483"/>
                </a:lnTo>
                <a:lnTo>
                  <a:pt x="53408" y="11459"/>
                </a:lnTo>
                <a:lnTo>
                  <a:pt x="53456" y="11436"/>
                </a:lnTo>
                <a:lnTo>
                  <a:pt x="53506" y="11412"/>
                </a:lnTo>
                <a:lnTo>
                  <a:pt x="53555" y="11388"/>
                </a:lnTo>
                <a:lnTo>
                  <a:pt x="53606" y="11364"/>
                </a:lnTo>
                <a:lnTo>
                  <a:pt x="53657" y="11340"/>
                </a:lnTo>
                <a:lnTo>
                  <a:pt x="53709" y="11316"/>
                </a:lnTo>
                <a:lnTo>
                  <a:pt x="53761" y="11293"/>
                </a:lnTo>
                <a:lnTo>
                  <a:pt x="53815" y="11269"/>
                </a:lnTo>
                <a:lnTo>
                  <a:pt x="53869" y="11246"/>
                </a:lnTo>
                <a:lnTo>
                  <a:pt x="53923" y="11223"/>
                </a:lnTo>
                <a:lnTo>
                  <a:pt x="53979" y="11200"/>
                </a:lnTo>
                <a:lnTo>
                  <a:pt x="54035" y="11177"/>
                </a:lnTo>
                <a:lnTo>
                  <a:pt x="54091" y="11154"/>
                </a:lnTo>
                <a:lnTo>
                  <a:pt x="54149" y="11132"/>
                </a:lnTo>
                <a:lnTo>
                  <a:pt x="54207" y="11110"/>
                </a:lnTo>
                <a:lnTo>
                  <a:pt x="54266" y="11087"/>
                </a:lnTo>
                <a:lnTo>
                  <a:pt x="54325" y="11065"/>
                </a:lnTo>
                <a:lnTo>
                  <a:pt x="54386" y="11044"/>
                </a:lnTo>
                <a:lnTo>
                  <a:pt x="54447" y="11022"/>
                </a:lnTo>
                <a:lnTo>
                  <a:pt x="54508" y="11001"/>
                </a:lnTo>
                <a:lnTo>
                  <a:pt x="54571" y="10979"/>
                </a:lnTo>
                <a:lnTo>
                  <a:pt x="54634" y="10958"/>
                </a:lnTo>
                <a:lnTo>
                  <a:pt x="54697" y="10937"/>
                </a:lnTo>
                <a:lnTo>
                  <a:pt x="54762" y="10917"/>
                </a:lnTo>
                <a:lnTo>
                  <a:pt x="54827" y="10896"/>
                </a:lnTo>
                <a:lnTo>
                  <a:pt x="54893" y="10876"/>
                </a:lnTo>
                <a:lnTo>
                  <a:pt x="54959" y="10855"/>
                </a:lnTo>
                <a:lnTo>
                  <a:pt x="55026" y="10835"/>
                </a:lnTo>
                <a:lnTo>
                  <a:pt x="55094" y="10816"/>
                </a:lnTo>
                <a:lnTo>
                  <a:pt x="55163" y="10797"/>
                </a:lnTo>
                <a:lnTo>
                  <a:pt x="55232" y="10779"/>
                </a:lnTo>
                <a:lnTo>
                  <a:pt x="55302" y="10762"/>
                </a:lnTo>
                <a:lnTo>
                  <a:pt x="55373" y="10746"/>
                </a:lnTo>
                <a:lnTo>
                  <a:pt x="55445" y="10730"/>
                </a:lnTo>
                <a:lnTo>
                  <a:pt x="55517" y="10716"/>
                </a:lnTo>
                <a:lnTo>
                  <a:pt x="55590" y="10702"/>
                </a:lnTo>
                <a:lnTo>
                  <a:pt x="55664" y="10689"/>
                </a:lnTo>
                <a:lnTo>
                  <a:pt x="55738" y="10677"/>
                </a:lnTo>
                <a:lnTo>
                  <a:pt x="55813" y="10666"/>
                </a:lnTo>
                <a:lnTo>
                  <a:pt x="55889" y="10655"/>
                </a:lnTo>
                <a:lnTo>
                  <a:pt x="55966" y="10646"/>
                </a:lnTo>
                <a:lnTo>
                  <a:pt x="56043" y="10637"/>
                </a:lnTo>
                <a:lnTo>
                  <a:pt x="56121" y="10629"/>
                </a:lnTo>
                <a:lnTo>
                  <a:pt x="56200" y="10622"/>
                </a:lnTo>
                <a:lnTo>
                  <a:pt x="56279" y="10616"/>
                </a:lnTo>
                <a:lnTo>
                  <a:pt x="56360" y="10611"/>
                </a:lnTo>
                <a:lnTo>
                  <a:pt x="56441" y="10606"/>
                </a:lnTo>
                <a:lnTo>
                  <a:pt x="56522" y="10602"/>
                </a:lnTo>
                <a:lnTo>
                  <a:pt x="56605" y="10599"/>
                </a:lnTo>
                <a:lnTo>
                  <a:pt x="56688" y="10597"/>
                </a:lnTo>
                <a:lnTo>
                  <a:pt x="56772" y="10596"/>
                </a:lnTo>
                <a:lnTo>
                  <a:pt x="56856" y="10596"/>
                </a:lnTo>
                <a:lnTo>
                  <a:pt x="56935" y="10596"/>
                </a:lnTo>
                <a:lnTo>
                  <a:pt x="57013" y="10597"/>
                </a:lnTo>
                <a:lnTo>
                  <a:pt x="57090" y="10599"/>
                </a:lnTo>
                <a:lnTo>
                  <a:pt x="57165" y="10602"/>
                </a:lnTo>
                <a:lnTo>
                  <a:pt x="57240" y="10605"/>
                </a:lnTo>
                <a:lnTo>
                  <a:pt x="57314" y="10610"/>
                </a:lnTo>
                <a:lnTo>
                  <a:pt x="57386" y="10615"/>
                </a:lnTo>
                <a:lnTo>
                  <a:pt x="57458" y="10621"/>
                </a:lnTo>
                <a:lnTo>
                  <a:pt x="57528" y="10627"/>
                </a:lnTo>
                <a:lnTo>
                  <a:pt x="57598" y="10635"/>
                </a:lnTo>
                <a:lnTo>
                  <a:pt x="57666" y="10643"/>
                </a:lnTo>
                <a:lnTo>
                  <a:pt x="57734" y="10652"/>
                </a:lnTo>
                <a:lnTo>
                  <a:pt x="57800" y="10662"/>
                </a:lnTo>
                <a:lnTo>
                  <a:pt x="57865" y="10672"/>
                </a:lnTo>
                <a:lnTo>
                  <a:pt x="57930" y="10683"/>
                </a:lnTo>
                <a:lnTo>
                  <a:pt x="57993" y="10696"/>
                </a:lnTo>
                <a:lnTo>
                  <a:pt x="58055" y="10708"/>
                </a:lnTo>
                <a:lnTo>
                  <a:pt x="58116" y="10722"/>
                </a:lnTo>
                <a:lnTo>
                  <a:pt x="58176" y="10737"/>
                </a:lnTo>
                <a:lnTo>
                  <a:pt x="58235" y="10752"/>
                </a:lnTo>
                <a:lnTo>
                  <a:pt x="58293" y="10768"/>
                </a:lnTo>
                <a:lnTo>
                  <a:pt x="58350" y="10785"/>
                </a:lnTo>
                <a:lnTo>
                  <a:pt x="58406" y="10802"/>
                </a:lnTo>
                <a:lnTo>
                  <a:pt x="58461" y="10821"/>
                </a:lnTo>
                <a:lnTo>
                  <a:pt x="58515" y="10840"/>
                </a:lnTo>
                <a:lnTo>
                  <a:pt x="58568" y="10860"/>
                </a:lnTo>
                <a:lnTo>
                  <a:pt x="58620" y="10880"/>
                </a:lnTo>
                <a:lnTo>
                  <a:pt x="58671" y="10902"/>
                </a:lnTo>
                <a:lnTo>
                  <a:pt x="58722" y="10924"/>
                </a:lnTo>
                <a:lnTo>
                  <a:pt x="58771" y="10946"/>
                </a:lnTo>
                <a:lnTo>
                  <a:pt x="58820" y="10970"/>
                </a:lnTo>
                <a:lnTo>
                  <a:pt x="58868" y="10994"/>
                </a:lnTo>
                <a:lnTo>
                  <a:pt x="58915" y="11020"/>
                </a:lnTo>
                <a:lnTo>
                  <a:pt x="58962" y="11045"/>
                </a:lnTo>
                <a:lnTo>
                  <a:pt x="59007" y="11072"/>
                </a:lnTo>
                <a:lnTo>
                  <a:pt x="59052" y="11099"/>
                </a:lnTo>
                <a:lnTo>
                  <a:pt x="59096" y="11128"/>
                </a:lnTo>
                <a:lnTo>
                  <a:pt x="59139" y="11156"/>
                </a:lnTo>
                <a:lnTo>
                  <a:pt x="59181" y="11186"/>
                </a:lnTo>
                <a:lnTo>
                  <a:pt x="59222" y="11216"/>
                </a:lnTo>
                <a:lnTo>
                  <a:pt x="59262" y="11248"/>
                </a:lnTo>
                <a:lnTo>
                  <a:pt x="59302" y="11279"/>
                </a:lnTo>
                <a:lnTo>
                  <a:pt x="59341" y="11312"/>
                </a:lnTo>
                <a:lnTo>
                  <a:pt x="59379" y="11345"/>
                </a:lnTo>
                <a:lnTo>
                  <a:pt x="59416" y="11380"/>
                </a:lnTo>
                <a:lnTo>
                  <a:pt x="59452" y="11414"/>
                </a:lnTo>
                <a:lnTo>
                  <a:pt x="59487" y="11450"/>
                </a:lnTo>
                <a:lnTo>
                  <a:pt x="59522" y="11487"/>
                </a:lnTo>
                <a:lnTo>
                  <a:pt x="59556" y="11524"/>
                </a:lnTo>
                <a:lnTo>
                  <a:pt x="59589" y="11562"/>
                </a:lnTo>
                <a:lnTo>
                  <a:pt x="59621" y="11600"/>
                </a:lnTo>
                <a:lnTo>
                  <a:pt x="59652" y="11640"/>
                </a:lnTo>
                <a:lnTo>
                  <a:pt x="59683" y="11680"/>
                </a:lnTo>
                <a:lnTo>
                  <a:pt x="59713" y="11721"/>
                </a:lnTo>
                <a:lnTo>
                  <a:pt x="59742" y="11763"/>
                </a:lnTo>
                <a:lnTo>
                  <a:pt x="59770" y="11806"/>
                </a:lnTo>
                <a:lnTo>
                  <a:pt x="59797" y="11849"/>
                </a:lnTo>
                <a:lnTo>
                  <a:pt x="59824" y="11893"/>
                </a:lnTo>
                <a:lnTo>
                  <a:pt x="59850" y="11938"/>
                </a:lnTo>
                <a:lnTo>
                  <a:pt x="59875" y="11984"/>
                </a:lnTo>
                <a:lnTo>
                  <a:pt x="59899" y="12031"/>
                </a:lnTo>
                <a:lnTo>
                  <a:pt x="59923" y="12078"/>
                </a:lnTo>
                <a:lnTo>
                  <a:pt x="59946" y="12126"/>
                </a:lnTo>
                <a:lnTo>
                  <a:pt x="59968" y="12175"/>
                </a:lnTo>
                <a:lnTo>
                  <a:pt x="59989" y="12225"/>
                </a:lnTo>
                <a:lnTo>
                  <a:pt x="60009" y="12275"/>
                </a:lnTo>
                <a:lnTo>
                  <a:pt x="60029" y="12326"/>
                </a:lnTo>
                <a:lnTo>
                  <a:pt x="60048" y="12378"/>
                </a:lnTo>
                <a:lnTo>
                  <a:pt x="60066" y="12431"/>
                </a:lnTo>
                <a:lnTo>
                  <a:pt x="60083" y="12485"/>
                </a:lnTo>
                <a:lnTo>
                  <a:pt x="60099" y="12539"/>
                </a:lnTo>
                <a:lnTo>
                  <a:pt x="60115" y="12594"/>
                </a:lnTo>
                <a:lnTo>
                  <a:pt x="60130" y="12650"/>
                </a:lnTo>
                <a:lnTo>
                  <a:pt x="60145" y="12707"/>
                </a:lnTo>
                <a:lnTo>
                  <a:pt x="60158" y="12764"/>
                </a:lnTo>
                <a:lnTo>
                  <a:pt x="60171" y="12822"/>
                </a:lnTo>
                <a:lnTo>
                  <a:pt x="60184" y="12880"/>
                </a:lnTo>
                <a:lnTo>
                  <a:pt x="60196" y="12940"/>
                </a:lnTo>
                <a:lnTo>
                  <a:pt x="60207" y="13000"/>
                </a:lnTo>
                <a:lnTo>
                  <a:pt x="60217" y="13060"/>
                </a:lnTo>
                <a:lnTo>
                  <a:pt x="60227" y="13122"/>
                </a:lnTo>
                <a:lnTo>
                  <a:pt x="60236" y="13184"/>
                </a:lnTo>
                <a:lnTo>
                  <a:pt x="60245" y="13247"/>
                </a:lnTo>
                <a:lnTo>
                  <a:pt x="60253" y="13310"/>
                </a:lnTo>
                <a:lnTo>
                  <a:pt x="60260" y="13374"/>
                </a:lnTo>
                <a:lnTo>
                  <a:pt x="60267" y="13439"/>
                </a:lnTo>
                <a:lnTo>
                  <a:pt x="60273" y="13505"/>
                </a:lnTo>
                <a:lnTo>
                  <a:pt x="60279" y="13571"/>
                </a:lnTo>
                <a:lnTo>
                  <a:pt x="60283" y="13638"/>
                </a:lnTo>
                <a:lnTo>
                  <a:pt x="60288" y="13706"/>
                </a:lnTo>
                <a:lnTo>
                  <a:pt x="60291" y="13774"/>
                </a:lnTo>
                <a:lnTo>
                  <a:pt x="60294" y="13843"/>
                </a:lnTo>
                <a:lnTo>
                  <a:pt x="60296" y="13913"/>
                </a:lnTo>
                <a:lnTo>
                  <a:pt x="60298" y="13983"/>
                </a:lnTo>
                <a:lnTo>
                  <a:pt x="60299" y="14054"/>
                </a:lnTo>
                <a:lnTo>
                  <a:pt x="60299" y="14126"/>
                </a:lnTo>
                <a:lnTo>
                  <a:pt x="60299" y="15292"/>
                </a:lnTo>
                <a:lnTo>
                  <a:pt x="58227" y="15292"/>
                </a:lnTo>
                <a:lnTo>
                  <a:pt x="58081" y="15292"/>
                </a:lnTo>
                <a:lnTo>
                  <a:pt x="57937" y="15294"/>
                </a:lnTo>
                <a:lnTo>
                  <a:pt x="57794" y="15297"/>
                </a:lnTo>
                <a:lnTo>
                  <a:pt x="57652" y="15300"/>
                </a:lnTo>
                <a:lnTo>
                  <a:pt x="57511" y="15305"/>
                </a:lnTo>
                <a:lnTo>
                  <a:pt x="57371" y="15311"/>
                </a:lnTo>
                <a:lnTo>
                  <a:pt x="57233" y="15318"/>
                </a:lnTo>
                <a:lnTo>
                  <a:pt x="57096" y="15326"/>
                </a:lnTo>
                <a:lnTo>
                  <a:pt x="56960" y="15335"/>
                </a:lnTo>
                <a:lnTo>
                  <a:pt x="56825" y="15346"/>
                </a:lnTo>
                <a:lnTo>
                  <a:pt x="56692" y="15357"/>
                </a:lnTo>
                <a:lnTo>
                  <a:pt x="56560" y="15369"/>
                </a:lnTo>
                <a:lnTo>
                  <a:pt x="56429" y="15383"/>
                </a:lnTo>
                <a:lnTo>
                  <a:pt x="56299" y="15397"/>
                </a:lnTo>
                <a:lnTo>
                  <a:pt x="56170" y="15413"/>
                </a:lnTo>
                <a:lnTo>
                  <a:pt x="56043" y="15430"/>
                </a:lnTo>
                <a:lnTo>
                  <a:pt x="55917" y="15447"/>
                </a:lnTo>
                <a:lnTo>
                  <a:pt x="55792" y="15466"/>
                </a:lnTo>
                <a:lnTo>
                  <a:pt x="55668" y="15486"/>
                </a:lnTo>
                <a:lnTo>
                  <a:pt x="55546" y="15507"/>
                </a:lnTo>
                <a:lnTo>
                  <a:pt x="55425" y="15529"/>
                </a:lnTo>
                <a:lnTo>
                  <a:pt x="55305" y="15552"/>
                </a:lnTo>
                <a:lnTo>
                  <a:pt x="55186" y="15577"/>
                </a:lnTo>
                <a:lnTo>
                  <a:pt x="55068" y="15602"/>
                </a:lnTo>
                <a:lnTo>
                  <a:pt x="54952" y="15628"/>
                </a:lnTo>
                <a:lnTo>
                  <a:pt x="54837" y="15656"/>
                </a:lnTo>
                <a:lnTo>
                  <a:pt x="54724" y="15684"/>
                </a:lnTo>
                <a:lnTo>
                  <a:pt x="54612" y="15714"/>
                </a:lnTo>
                <a:lnTo>
                  <a:pt x="54502" y="15745"/>
                </a:lnTo>
                <a:lnTo>
                  <a:pt x="54393" y="15776"/>
                </a:lnTo>
                <a:lnTo>
                  <a:pt x="54286" y="15809"/>
                </a:lnTo>
                <a:lnTo>
                  <a:pt x="54181" y="15843"/>
                </a:lnTo>
                <a:lnTo>
                  <a:pt x="54076" y="15878"/>
                </a:lnTo>
                <a:lnTo>
                  <a:pt x="53974" y="15914"/>
                </a:lnTo>
                <a:lnTo>
                  <a:pt x="53873" y="15951"/>
                </a:lnTo>
                <a:lnTo>
                  <a:pt x="53773" y="15990"/>
                </a:lnTo>
                <a:lnTo>
                  <a:pt x="53675" y="16029"/>
                </a:lnTo>
                <a:lnTo>
                  <a:pt x="53578" y="16069"/>
                </a:lnTo>
                <a:lnTo>
                  <a:pt x="53483" y="16111"/>
                </a:lnTo>
                <a:lnTo>
                  <a:pt x="53389" y="16153"/>
                </a:lnTo>
                <a:lnTo>
                  <a:pt x="53297" y="16197"/>
                </a:lnTo>
                <a:lnTo>
                  <a:pt x="53207" y="16242"/>
                </a:lnTo>
                <a:lnTo>
                  <a:pt x="53118" y="16287"/>
                </a:lnTo>
                <a:lnTo>
                  <a:pt x="53030" y="16334"/>
                </a:lnTo>
                <a:lnTo>
                  <a:pt x="52944" y="16382"/>
                </a:lnTo>
                <a:lnTo>
                  <a:pt x="52860" y="16431"/>
                </a:lnTo>
                <a:lnTo>
                  <a:pt x="52777" y="16481"/>
                </a:lnTo>
                <a:lnTo>
                  <a:pt x="52695" y="16533"/>
                </a:lnTo>
                <a:lnTo>
                  <a:pt x="52615" y="16585"/>
                </a:lnTo>
                <a:lnTo>
                  <a:pt x="52537" y="16638"/>
                </a:lnTo>
                <a:lnTo>
                  <a:pt x="52460" y="16693"/>
                </a:lnTo>
                <a:lnTo>
                  <a:pt x="52384" y="16748"/>
                </a:lnTo>
                <a:lnTo>
                  <a:pt x="52311" y="16805"/>
                </a:lnTo>
                <a:lnTo>
                  <a:pt x="52239" y="16863"/>
                </a:lnTo>
                <a:lnTo>
                  <a:pt x="52168" y="16922"/>
                </a:lnTo>
                <a:lnTo>
                  <a:pt x="52099" y="16982"/>
                </a:lnTo>
                <a:lnTo>
                  <a:pt x="52031" y="17043"/>
                </a:lnTo>
                <a:lnTo>
                  <a:pt x="51966" y="17105"/>
                </a:lnTo>
                <a:lnTo>
                  <a:pt x="51901" y="17168"/>
                </a:lnTo>
                <a:lnTo>
                  <a:pt x="51838" y="17233"/>
                </a:lnTo>
                <a:lnTo>
                  <a:pt x="51777" y="17298"/>
                </a:lnTo>
                <a:lnTo>
                  <a:pt x="51718" y="17365"/>
                </a:lnTo>
                <a:lnTo>
                  <a:pt x="51660" y="17433"/>
                </a:lnTo>
                <a:lnTo>
                  <a:pt x="51603" y="17502"/>
                </a:lnTo>
                <a:lnTo>
                  <a:pt x="51548" y="17572"/>
                </a:lnTo>
                <a:lnTo>
                  <a:pt x="51495" y="17643"/>
                </a:lnTo>
                <a:lnTo>
                  <a:pt x="51443" y="17715"/>
                </a:lnTo>
                <a:lnTo>
                  <a:pt x="51393" y="17788"/>
                </a:lnTo>
                <a:lnTo>
                  <a:pt x="51344" y="17863"/>
                </a:lnTo>
                <a:lnTo>
                  <a:pt x="51297" y="17938"/>
                </a:lnTo>
                <a:lnTo>
                  <a:pt x="51252" y="18015"/>
                </a:lnTo>
                <a:lnTo>
                  <a:pt x="51208" y="18093"/>
                </a:lnTo>
                <a:lnTo>
                  <a:pt x="51165" y="18171"/>
                </a:lnTo>
                <a:lnTo>
                  <a:pt x="51125" y="18251"/>
                </a:lnTo>
                <a:lnTo>
                  <a:pt x="51086" y="18333"/>
                </a:lnTo>
                <a:lnTo>
                  <a:pt x="51049" y="18415"/>
                </a:lnTo>
                <a:lnTo>
                  <a:pt x="51014" y="18498"/>
                </a:lnTo>
                <a:lnTo>
                  <a:pt x="50981" y="18583"/>
                </a:lnTo>
                <a:lnTo>
                  <a:pt x="50949" y="18669"/>
                </a:lnTo>
                <a:lnTo>
                  <a:pt x="50920" y="18756"/>
                </a:lnTo>
                <a:lnTo>
                  <a:pt x="50892" y="18844"/>
                </a:lnTo>
                <a:lnTo>
                  <a:pt x="50866" y="18933"/>
                </a:lnTo>
                <a:lnTo>
                  <a:pt x="50842" y="19024"/>
                </a:lnTo>
                <a:lnTo>
                  <a:pt x="50819" y="19115"/>
                </a:lnTo>
                <a:lnTo>
                  <a:pt x="50798" y="19208"/>
                </a:lnTo>
                <a:lnTo>
                  <a:pt x="50779" y="19302"/>
                </a:lnTo>
                <a:lnTo>
                  <a:pt x="50762" y="19397"/>
                </a:lnTo>
                <a:lnTo>
                  <a:pt x="50747" y="19494"/>
                </a:lnTo>
                <a:lnTo>
                  <a:pt x="50734" y="19591"/>
                </a:lnTo>
                <a:lnTo>
                  <a:pt x="50722" y="19690"/>
                </a:lnTo>
                <a:lnTo>
                  <a:pt x="50712" y="19789"/>
                </a:lnTo>
                <a:lnTo>
                  <a:pt x="50704" y="19890"/>
                </a:lnTo>
                <a:lnTo>
                  <a:pt x="50698" y="19993"/>
                </a:lnTo>
                <a:lnTo>
                  <a:pt x="50693" y="20096"/>
                </a:lnTo>
                <a:lnTo>
                  <a:pt x="50690" y="20200"/>
                </a:lnTo>
                <a:lnTo>
                  <a:pt x="50690" y="20306"/>
                </a:lnTo>
                <a:lnTo>
                  <a:pt x="50690" y="20396"/>
                </a:lnTo>
                <a:lnTo>
                  <a:pt x="50692" y="20486"/>
                </a:lnTo>
                <a:lnTo>
                  <a:pt x="50695" y="20575"/>
                </a:lnTo>
                <a:lnTo>
                  <a:pt x="50700" y="20663"/>
                </a:lnTo>
                <a:lnTo>
                  <a:pt x="50706" y="20750"/>
                </a:lnTo>
                <a:lnTo>
                  <a:pt x="50713" y="20836"/>
                </a:lnTo>
                <a:lnTo>
                  <a:pt x="50721" y="20922"/>
                </a:lnTo>
                <a:lnTo>
                  <a:pt x="50731" y="21007"/>
                </a:lnTo>
                <a:lnTo>
                  <a:pt x="50742" y="21091"/>
                </a:lnTo>
                <a:lnTo>
                  <a:pt x="50755" y="21174"/>
                </a:lnTo>
                <a:lnTo>
                  <a:pt x="50768" y="21256"/>
                </a:lnTo>
                <a:lnTo>
                  <a:pt x="50784" y="21338"/>
                </a:lnTo>
                <a:lnTo>
                  <a:pt x="50800" y="21418"/>
                </a:lnTo>
                <a:lnTo>
                  <a:pt x="50817" y="21498"/>
                </a:lnTo>
                <a:lnTo>
                  <a:pt x="50836" y="21577"/>
                </a:lnTo>
                <a:lnTo>
                  <a:pt x="50857" y="21655"/>
                </a:lnTo>
                <a:lnTo>
                  <a:pt x="50878" y="21733"/>
                </a:lnTo>
                <a:lnTo>
                  <a:pt x="50901" y="21809"/>
                </a:lnTo>
                <a:lnTo>
                  <a:pt x="50925" y="21885"/>
                </a:lnTo>
                <a:lnTo>
                  <a:pt x="50951" y="21960"/>
                </a:lnTo>
                <a:lnTo>
                  <a:pt x="50977" y="22034"/>
                </a:lnTo>
                <a:lnTo>
                  <a:pt x="51005" y="22108"/>
                </a:lnTo>
                <a:lnTo>
                  <a:pt x="51035" y="22180"/>
                </a:lnTo>
                <a:lnTo>
                  <a:pt x="51066" y="22252"/>
                </a:lnTo>
                <a:lnTo>
                  <a:pt x="51097" y="22323"/>
                </a:lnTo>
                <a:lnTo>
                  <a:pt x="51130" y="22392"/>
                </a:lnTo>
                <a:lnTo>
                  <a:pt x="51164" y="22461"/>
                </a:lnTo>
                <a:lnTo>
                  <a:pt x="51199" y="22529"/>
                </a:lnTo>
                <a:lnTo>
                  <a:pt x="51235" y="22596"/>
                </a:lnTo>
                <a:lnTo>
                  <a:pt x="51272" y="22663"/>
                </a:lnTo>
                <a:lnTo>
                  <a:pt x="51310" y="22728"/>
                </a:lnTo>
                <a:lnTo>
                  <a:pt x="51350" y="22792"/>
                </a:lnTo>
                <a:lnTo>
                  <a:pt x="51390" y="22855"/>
                </a:lnTo>
                <a:lnTo>
                  <a:pt x="51431" y="22918"/>
                </a:lnTo>
                <a:lnTo>
                  <a:pt x="51473" y="22979"/>
                </a:lnTo>
                <a:lnTo>
                  <a:pt x="51517" y="23040"/>
                </a:lnTo>
                <a:lnTo>
                  <a:pt x="51561" y="23099"/>
                </a:lnTo>
                <a:lnTo>
                  <a:pt x="51607" y="23158"/>
                </a:lnTo>
                <a:lnTo>
                  <a:pt x="51653" y="23216"/>
                </a:lnTo>
                <a:lnTo>
                  <a:pt x="51701" y="23273"/>
                </a:lnTo>
                <a:lnTo>
                  <a:pt x="51749" y="23329"/>
                </a:lnTo>
                <a:lnTo>
                  <a:pt x="51799" y="23383"/>
                </a:lnTo>
                <a:lnTo>
                  <a:pt x="51849" y="23438"/>
                </a:lnTo>
                <a:lnTo>
                  <a:pt x="51901" y="23491"/>
                </a:lnTo>
                <a:lnTo>
                  <a:pt x="51954" y="23543"/>
                </a:lnTo>
                <a:lnTo>
                  <a:pt x="52008" y="23594"/>
                </a:lnTo>
                <a:lnTo>
                  <a:pt x="52063" y="23644"/>
                </a:lnTo>
                <a:lnTo>
                  <a:pt x="52118" y="23694"/>
                </a:lnTo>
                <a:lnTo>
                  <a:pt x="52175" y="23742"/>
                </a:lnTo>
                <a:lnTo>
                  <a:pt x="52233" y="23790"/>
                </a:lnTo>
                <a:lnTo>
                  <a:pt x="52292" y="23836"/>
                </a:lnTo>
                <a:lnTo>
                  <a:pt x="52352" y="23882"/>
                </a:lnTo>
                <a:lnTo>
                  <a:pt x="52413" y="23926"/>
                </a:lnTo>
                <a:lnTo>
                  <a:pt x="52475" y="23970"/>
                </a:lnTo>
                <a:lnTo>
                  <a:pt x="52537" y="24013"/>
                </a:lnTo>
                <a:lnTo>
                  <a:pt x="52601" y="24054"/>
                </a:lnTo>
                <a:lnTo>
                  <a:pt x="52666" y="24095"/>
                </a:lnTo>
                <a:lnTo>
                  <a:pt x="52732" y="24135"/>
                </a:lnTo>
                <a:lnTo>
                  <a:pt x="52799" y="24174"/>
                </a:lnTo>
                <a:lnTo>
                  <a:pt x="52866" y="24212"/>
                </a:lnTo>
                <a:lnTo>
                  <a:pt x="52935" y="24248"/>
                </a:lnTo>
                <a:lnTo>
                  <a:pt x="53005" y="24284"/>
                </a:lnTo>
                <a:lnTo>
                  <a:pt x="53075" y="24319"/>
                </a:lnTo>
                <a:lnTo>
                  <a:pt x="53147" y="24353"/>
                </a:lnTo>
                <a:lnTo>
                  <a:pt x="53220" y="24386"/>
                </a:lnTo>
                <a:lnTo>
                  <a:pt x="53293" y="24419"/>
                </a:lnTo>
                <a:lnTo>
                  <a:pt x="53368" y="24450"/>
                </a:lnTo>
                <a:lnTo>
                  <a:pt x="53444" y="24480"/>
                </a:lnTo>
                <a:lnTo>
                  <a:pt x="53520" y="24509"/>
                </a:lnTo>
                <a:lnTo>
                  <a:pt x="53598" y="24537"/>
                </a:lnTo>
                <a:lnTo>
                  <a:pt x="53677" y="24565"/>
                </a:lnTo>
                <a:lnTo>
                  <a:pt x="53756" y="24591"/>
                </a:lnTo>
                <a:lnTo>
                  <a:pt x="53837" y="24616"/>
                </a:lnTo>
                <a:lnTo>
                  <a:pt x="53918" y="24641"/>
                </a:lnTo>
                <a:lnTo>
                  <a:pt x="54000" y="24664"/>
                </a:lnTo>
                <a:lnTo>
                  <a:pt x="54083" y="24686"/>
                </a:lnTo>
                <a:lnTo>
                  <a:pt x="54166" y="24707"/>
                </a:lnTo>
                <a:lnTo>
                  <a:pt x="54251" y="24727"/>
                </a:lnTo>
                <a:lnTo>
                  <a:pt x="54336" y="24746"/>
                </a:lnTo>
                <a:lnTo>
                  <a:pt x="54422" y="24763"/>
                </a:lnTo>
                <a:lnTo>
                  <a:pt x="54509" y="24780"/>
                </a:lnTo>
                <a:lnTo>
                  <a:pt x="54596" y="24796"/>
                </a:lnTo>
                <a:lnTo>
                  <a:pt x="54684" y="24810"/>
                </a:lnTo>
                <a:lnTo>
                  <a:pt x="54774" y="24824"/>
                </a:lnTo>
                <a:lnTo>
                  <a:pt x="54863" y="24836"/>
                </a:lnTo>
                <a:lnTo>
                  <a:pt x="54954" y="24847"/>
                </a:lnTo>
                <a:lnTo>
                  <a:pt x="55046" y="24858"/>
                </a:lnTo>
                <a:lnTo>
                  <a:pt x="55138" y="24867"/>
                </a:lnTo>
                <a:lnTo>
                  <a:pt x="55231" y="24875"/>
                </a:lnTo>
                <a:lnTo>
                  <a:pt x="55325" y="24882"/>
                </a:lnTo>
                <a:lnTo>
                  <a:pt x="55419" y="24888"/>
                </a:lnTo>
                <a:lnTo>
                  <a:pt x="55514" y="24893"/>
                </a:lnTo>
                <a:lnTo>
                  <a:pt x="55611" y="24896"/>
                </a:lnTo>
                <a:lnTo>
                  <a:pt x="55708" y="24899"/>
                </a:lnTo>
                <a:lnTo>
                  <a:pt x="55805" y="24901"/>
                </a:lnTo>
                <a:lnTo>
                  <a:pt x="55904" y="24901"/>
                </a:lnTo>
                <a:lnTo>
                  <a:pt x="56016" y="24900"/>
                </a:lnTo>
                <a:lnTo>
                  <a:pt x="56128" y="24897"/>
                </a:lnTo>
                <a:lnTo>
                  <a:pt x="56240" y="24892"/>
                </a:lnTo>
                <a:lnTo>
                  <a:pt x="56351" y="24885"/>
                </a:lnTo>
                <a:lnTo>
                  <a:pt x="56462" y="24875"/>
                </a:lnTo>
                <a:lnTo>
                  <a:pt x="56572" y="24864"/>
                </a:lnTo>
                <a:lnTo>
                  <a:pt x="56681" y="24851"/>
                </a:lnTo>
                <a:lnTo>
                  <a:pt x="56790" y="24835"/>
                </a:lnTo>
                <a:lnTo>
                  <a:pt x="56899" y="24818"/>
                </a:lnTo>
                <a:lnTo>
                  <a:pt x="57007" y="24798"/>
                </a:lnTo>
                <a:lnTo>
                  <a:pt x="57115" y="24777"/>
                </a:lnTo>
                <a:lnTo>
                  <a:pt x="57222" y="24753"/>
                </a:lnTo>
                <a:lnTo>
                  <a:pt x="57329" y="24727"/>
                </a:lnTo>
                <a:lnTo>
                  <a:pt x="57435" y="24699"/>
                </a:lnTo>
                <a:lnTo>
                  <a:pt x="57540" y="24669"/>
                </a:lnTo>
                <a:lnTo>
                  <a:pt x="57645" y="24638"/>
                </a:lnTo>
                <a:lnTo>
                  <a:pt x="57750" y="24604"/>
                </a:lnTo>
                <a:lnTo>
                  <a:pt x="57854" y="24567"/>
                </a:lnTo>
                <a:lnTo>
                  <a:pt x="57958" y="24529"/>
                </a:lnTo>
                <a:lnTo>
                  <a:pt x="58061" y="24489"/>
                </a:lnTo>
                <a:lnTo>
                  <a:pt x="58164" y="24447"/>
                </a:lnTo>
                <a:lnTo>
                  <a:pt x="58266" y="24403"/>
                </a:lnTo>
                <a:lnTo>
                  <a:pt x="58368" y="24356"/>
                </a:lnTo>
                <a:lnTo>
                  <a:pt x="58469" y="24308"/>
                </a:lnTo>
                <a:lnTo>
                  <a:pt x="58570" y="24258"/>
                </a:lnTo>
                <a:lnTo>
                  <a:pt x="58669" y="24206"/>
                </a:lnTo>
                <a:lnTo>
                  <a:pt x="58768" y="24152"/>
                </a:lnTo>
                <a:lnTo>
                  <a:pt x="58867" y="24097"/>
                </a:lnTo>
                <a:lnTo>
                  <a:pt x="58964" y="24041"/>
                </a:lnTo>
                <a:lnTo>
                  <a:pt x="59061" y="23983"/>
                </a:lnTo>
                <a:lnTo>
                  <a:pt x="59157" y="23923"/>
                </a:lnTo>
                <a:lnTo>
                  <a:pt x="59252" y="23861"/>
                </a:lnTo>
                <a:lnTo>
                  <a:pt x="59346" y="23798"/>
                </a:lnTo>
                <a:lnTo>
                  <a:pt x="59440" y="23734"/>
                </a:lnTo>
                <a:lnTo>
                  <a:pt x="59532" y="23668"/>
                </a:lnTo>
                <a:lnTo>
                  <a:pt x="59624" y="23600"/>
                </a:lnTo>
                <a:lnTo>
                  <a:pt x="59715" y="23530"/>
                </a:lnTo>
                <a:lnTo>
                  <a:pt x="59806" y="23459"/>
                </a:lnTo>
                <a:lnTo>
                  <a:pt x="59895" y="23387"/>
                </a:lnTo>
                <a:lnTo>
                  <a:pt x="59984" y="23313"/>
                </a:lnTo>
                <a:lnTo>
                  <a:pt x="60072" y="23237"/>
                </a:lnTo>
                <a:lnTo>
                  <a:pt x="60160" y="23159"/>
                </a:lnTo>
                <a:lnTo>
                  <a:pt x="60246" y="23081"/>
                </a:lnTo>
                <a:lnTo>
                  <a:pt x="60332" y="23000"/>
                </a:lnTo>
                <a:lnTo>
                  <a:pt x="60417" y="22918"/>
                </a:lnTo>
                <a:lnTo>
                  <a:pt x="60501" y="22834"/>
                </a:lnTo>
                <a:lnTo>
                  <a:pt x="60584" y="22749"/>
                </a:lnTo>
                <a:lnTo>
                  <a:pt x="60667" y="22662"/>
                </a:lnTo>
                <a:lnTo>
                  <a:pt x="60667" y="24166"/>
                </a:lnTo>
                <a:lnTo>
                  <a:pt x="60667" y="24182"/>
                </a:lnTo>
                <a:lnTo>
                  <a:pt x="60668" y="24199"/>
                </a:lnTo>
                <a:lnTo>
                  <a:pt x="60669" y="24214"/>
                </a:lnTo>
                <a:lnTo>
                  <a:pt x="60670" y="24230"/>
                </a:lnTo>
                <a:lnTo>
                  <a:pt x="60672" y="24245"/>
                </a:lnTo>
                <a:lnTo>
                  <a:pt x="60674" y="24260"/>
                </a:lnTo>
                <a:lnTo>
                  <a:pt x="60677" y="24274"/>
                </a:lnTo>
                <a:lnTo>
                  <a:pt x="60680" y="24288"/>
                </a:lnTo>
                <a:lnTo>
                  <a:pt x="60683" y="24302"/>
                </a:lnTo>
                <a:lnTo>
                  <a:pt x="60687" y="24316"/>
                </a:lnTo>
                <a:lnTo>
                  <a:pt x="60691" y="24329"/>
                </a:lnTo>
                <a:lnTo>
                  <a:pt x="60696" y="24341"/>
                </a:lnTo>
                <a:lnTo>
                  <a:pt x="60701" y="24354"/>
                </a:lnTo>
                <a:lnTo>
                  <a:pt x="60707" y="24366"/>
                </a:lnTo>
                <a:lnTo>
                  <a:pt x="60712" y="24377"/>
                </a:lnTo>
                <a:lnTo>
                  <a:pt x="60719" y="24389"/>
                </a:lnTo>
                <a:lnTo>
                  <a:pt x="60725" y="24400"/>
                </a:lnTo>
                <a:lnTo>
                  <a:pt x="60732" y="24410"/>
                </a:lnTo>
                <a:lnTo>
                  <a:pt x="60740" y="24421"/>
                </a:lnTo>
                <a:lnTo>
                  <a:pt x="60748" y="24430"/>
                </a:lnTo>
                <a:lnTo>
                  <a:pt x="60756" y="24440"/>
                </a:lnTo>
                <a:lnTo>
                  <a:pt x="60765" y="24449"/>
                </a:lnTo>
                <a:lnTo>
                  <a:pt x="60774" y="24458"/>
                </a:lnTo>
                <a:lnTo>
                  <a:pt x="60784" y="24467"/>
                </a:lnTo>
                <a:lnTo>
                  <a:pt x="60794" y="24475"/>
                </a:lnTo>
                <a:lnTo>
                  <a:pt x="60804" y="24483"/>
                </a:lnTo>
                <a:lnTo>
                  <a:pt x="60815" y="24491"/>
                </a:lnTo>
                <a:lnTo>
                  <a:pt x="60827" y="24499"/>
                </a:lnTo>
                <a:lnTo>
                  <a:pt x="60839" y="24506"/>
                </a:lnTo>
                <a:lnTo>
                  <a:pt x="60851" y="24514"/>
                </a:lnTo>
                <a:lnTo>
                  <a:pt x="60864" y="24521"/>
                </a:lnTo>
                <a:lnTo>
                  <a:pt x="60877" y="24528"/>
                </a:lnTo>
                <a:lnTo>
                  <a:pt x="60891" y="24535"/>
                </a:lnTo>
                <a:lnTo>
                  <a:pt x="60906" y="24542"/>
                </a:lnTo>
                <a:lnTo>
                  <a:pt x="60921" y="24548"/>
                </a:lnTo>
                <a:lnTo>
                  <a:pt x="60936" y="24554"/>
                </a:lnTo>
                <a:lnTo>
                  <a:pt x="60952" y="24561"/>
                </a:lnTo>
                <a:lnTo>
                  <a:pt x="60969" y="24567"/>
                </a:lnTo>
                <a:lnTo>
                  <a:pt x="60985" y="24572"/>
                </a:lnTo>
                <a:lnTo>
                  <a:pt x="61003" y="24578"/>
                </a:lnTo>
                <a:lnTo>
                  <a:pt x="61021" y="24584"/>
                </a:lnTo>
                <a:lnTo>
                  <a:pt x="61039" y="24589"/>
                </a:lnTo>
                <a:lnTo>
                  <a:pt x="61058" y="24594"/>
                </a:lnTo>
                <a:lnTo>
                  <a:pt x="61077" y="24599"/>
                </a:lnTo>
                <a:lnTo>
                  <a:pt x="61097" y="24604"/>
                </a:lnTo>
                <a:lnTo>
                  <a:pt x="61118" y="24608"/>
                </a:lnTo>
                <a:lnTo>
                  <a:pt x="61138" y="24613"/>
                </a:lnTo>
                <a:lnTo>
                  <a:pt x="61160" y="24617"/>
                </a:lnTo>
                <a:lnTo>
                  <a:pt x="61182" y="24621"/>
                </a:lnTo>
                <a:lnTo>
                  <a:pt x="61204" y="24625"/>
                </a:lnTo>
                <a:lnTo>
                  <a:pt x="61227" y="24629"/>
                </a:lnTo>
                <a:lnTo>
                  <a:pt x="61251" y="24632"/>
                </a:lnTo>
                <a:lnTo>
                  <a:pt x="61275" y="24636"/>
                </a:lnTo>
                <a:lnTo>
                  <a:pt x="61300" y="24639"/>
                </a:lnTo>
                <a:lnTo>
                  <a:pt x="61326" y="24642"/>
                </a:lnTo>
                <a:lnTo>
                  <a:pt x="61352" y="24645"/>
                </a:lnTo>
                <a:lnTo>
                  <a:pt x="61379" y="24648"/>
                </a:lnTo>
                <a:lnTo>
                  <a:pt x="61406" y="24650"/>
                </a:lnTo>
                <a:lnTo>
                  <a:pt x="61434" y="24653"/>
                </a:lnTo>
                <a:lnTo>
                  <a:pt x="61463" y="24655"/>
                </a:lnTo>
                <a:lnTo>
                  <a:pt x="61492" y="24657"/>
                </a:lnTo>
                <a:lnTo>
                  <a:pt x="61522" y="24659"/>
                </a:lnTo>
                <a:lnTo>
                  <a:pt x="61552" y="24660"/>
                </a:lnTo>
                <a:lnTo>
                  <a:pt x="61583" y="24662"/>
                </a:lnTo>
                <a:lnTo>
                  <a:pt x="61615" y="24663"/>
                </a:lnTo>
                <a:lnTo>
                  <a:pt x="61647" y="24664"/>
                </a:lnTo>
                <a:lnTo>
                  <a:pt x="61680" y="24665"/>
                </a:lnTo>
                <a:lnTo>
                  <a:pt x="61713" y="24666"/>
                </a:lnTo>
                <a:lnTo>
                  <a:pt x="61747" y="24666"/>
                </a:lnTo>
                <a:lnTo>
                  <a:pt x="61782" y="24667"/>
                </a:lnTo>
                <a:lnTo>
                  <a:pt x="61817" y="24667"/>
                </a:lnTo>
                <a:lnTo>
                  <a:pt x="61853" y="24667"/>
                </a:lnTo>
                <a:lnTo>
                  <a:pt x="61890" y="24667"/>
                </a:lnTo>
                <a:lnTo>
                  <a:pt x="61927" y="24667"/>
                </a:lnTo>
                <a:lnTo>
                  <a:pt x="61963" y="24666"/>
                </a:lnTo>
                <a:lnTo>
                  <a:pt x="61998" y="24666"/>
                </a:lnTo>
                <a:lnTo>
                  <a:pt x="62032" y="24665"/>
                </a:lnTo>
                <a:lnTo>
                  <a:pt x="62065" y="24664"/>
                </a:lnTo>
                <a:lnTo>
                  <a:pt x="62098" y="24663"/>
                </a:lnTo>
                <a:lnTo>
                  <a:pt x="62130" y="24662"/>
                </a:lnTo>
                <a:lnTo>
                  <a:pt x="62161" y="24660"/>
                </a:lnTo>
                <a:lnTo>
                  <a:pt x="62192" y="24659"/>
                </a:lnTo>
                <a:lnTo>
                  <a:pt x="62221" y="24657"/>
                </a:lnTo>
                <a:lnTo>
                  <a:pt x="62250" y="24655"/>
                </a:lnTo>
                <a:lnTo>
                  <a:pt x="62278" y="24653"/>
                </a:lnTo>
                <a:lnTo>
                  <a:pt x="62306" y="24650"/>
                </a:lnTo>
                <a:lnTo>
                  <a:pt x="62332" y="24648"/>
                </a:lnTo>
                <a:lnTo>
                  <a:pt x="62358" y="24645"/>
                </a:lnTo>
                <a:lnTo>
                  <a:pt x="62383" y="24642"/>
                </a:lnTo>
                <a:lnTo>
                  <a:pt x="62408" y="24639"/>
                </a:lnTo>
                <a:lnTo>
                  <a:pt x="62432" y="24636"/>
                </a:lnTo>
                <a:lnTo>
                  <a:pt x="62454" y="24632"/>
                </a:lnTo>
                <a:lnTo>
                  <a:pt x="62477" y="24629"/>
                </a:lnTo>
                <a:lnTo>
                  <a:pt x="62498" y="24625"/>
                </a:lnTo>
                <a:lnTo>
                  <a:pt x="62519" y="24621"/>
                </a:lnTo>
                <a:lnTo>
                  <a:pt x="62538" y="24617"/>
                </a:lnTo>
                <a:lnTo>
                  <a:pt x="62558" y="24613"/>
                </a:lnTo>
                <a:lnTo>
                  <a:pt x="62577" y="24608"/>
                </a:lnTo>
                <a:lnTo>
                  <a:pt x="62595" y="24604"/>
                </a:lnTo>
                <a:lnTo>
                  <a:pt x="62614" y="24599"/>
                </a:lnTo>
                <a:lnTo>
                  <a:pt x="62632" y="24594"/>
                </a:lnTo>
                <a:lnTo>
                  <a:pt x="62649" y="24589"/>
                </a:lnTo>
                <a:lnTo>
                  <a:pt x="62666" y="24584"/>
                </a:lnTo>
                <a:lnTo>
                  <a:pt x="62683" y="24578"/>
                </a:lnTo>
                <a:lnTo>
                  <a:pt x="62700" y="24572"/>
                </a:lnTo>
                <a:lnTo>
                  <a:pt x="62716" y="24567"/>
                </a:lnTo>
                <a:lnTo>
                  <a:pt x="62732" y="24561"/>
                </a:lnTo>
                <a:lnTo>
                  <a:pt x="62747" y="24554"/>
                </a:lnTo>
                <a:lnTo>
                  <a:pt x="62763" y="24548"/>
                </a:lnTo>
                <a:lnTo>
                  <a:pt x="62777" y="24542"/>
                </a:lnTo>
                <a:lnTo>
                  <a:pt x="62792" y="24535"/>
                </a:lnTo>
                <a:lnTo>
                  <a:pt x="62806" y="24528"/>
                </a:lnTo>
                <a:lnTo>
                  <a:pt x="62820" y="24521"/>
                </a:lnTo>
                <a:lnTo>
                  <a:pt x="62833" y="24514"/>
                </a:lnTo>
                <a:lnTo>
                  <a:pt x="62846" y="24506"/>
                </a:lnTo>
                <a:lnTo>
                  <a:pt x="62859" y="24499"/>
                </a:lnTo>
                <a:lnTo>
                  <a:pt x="62871" y="24491"/>
                </a:lnTo>
                <a:lnTo>
                  <a:pt x="62883" y="24483"/>
                </a:lnTo>
                <a:lnTo>
                  <a:pt x="62895" y="24475"/>
                </a:lnTo>
                <a:lnTo>
                  <a:pt x="62906" y="24467"/>
                </a:lnTo>
                <a:lnTo>
                  <a:pt x="62917" y="24458"/>
                </a:lnTo>
                <a:lnTo>
                  <a:pt x="62927" y="24449"/>
                </a:lnTo>
                <a:lnTo>
                  <a:pt x="62937" y="24440"/>
                </a:lnTo>
                <a:lnTo>
                  <a:pt x="62947" y="24430"/>
                </a:lnTo>
                <a:lnTo>
                  <a:pt x="62956" y="24421"/>
                </a:lnTo>
                <a:lnTo>
                  <a:pt x="62965" y="24410"/>
                </a:lnTo>
                <a:lnTo>
                  <a:pt x="62973" y="24400"/>
                </a:lnTo>
                <a:lnTo>
                  <a:pt x="62980" y="24389"/>
                </a:lnTo>
                <a:lnTo>
                  <a:pt x="62988" y="24377"/>
                </a:lnTo>
                <a:lnTo>
                  <a:pt x="62994" y="24366"/>
                </a:lnTo>
                <a:lnTo>
                  <a:pt x="63001" y="24354"/>
                </a:lnTo>
                <a:lnTo>
                  <a:pt x="63006" y="24341"/>
                </a:lnTo>
                <a:lnTo>
                  <a:pt x="63012" y="24329"/>
                </a:lnTo>
                <a:lnTo>
                  <a:pt x="63017" y="24316"/>
                </a:lnTo>
                <a:lnTo>
                  <a:pt x="63021" y="24302"/>
                </a:lnTo>
                <a:lnTo>
                  <a:pt x="63025" y="24288"/>
                </a:lnTo>
                <a:lnTo>
                  <a:pt x="63028" y="24274"/>
                </a:lnTo>
                <a:lnTo>
                  <a:pt x="63031" y="24260"/>
                </a:lnTo>
                <a:lnTo>
                  <a:pt x="63034" y="24245"/>
                </a:lnTo>
                <a:lnTo>
                  <a:pt x="63036" y="24230"/>
                </a:lnTo>
                <a:lnTo>
                  <a:pt x="63038" y="24214"/>
                </a:lnTo>
                <a:lnTo>
                  <a:pt x="63039" y="24199"/>
                </a:lnTo>
                <a:lnTo>
                  <a:pt x="63040" y="24182"/>
                </a:lnTo>
                <a:lnTo>
                  <a:pt x="63040" y="24166"/>
                </a:lnTo>
                <a:lnTo>
                  <a:pt x="63040" y="14022"/>
                </a:lnTo>
                <a:lnTo>
                  <a:pt x="63039" y="13905"/>
                </a:lnTo>
                <a:lnTo>
                  <a:pt x="63038" y="13790"/>
                </a:lnTo>
                <a:lnTo>
                  <a:pt x="63035" y="13676"/>
                </a:lnTo>
                <a:lnTo>
                  <a:pt x="63031" y="13563"/>
                </a:lnTo>
                <a:close/>
                <a:moveTo>
                  <a:pt x="59962" y="20857"/>
                </a:moveTo>
                <a:lnTo>
                  <a:pt x="59878" y="20943"/>
                </a:lnTo>
                <a:lnTo>
                  <a:pt x="59795" y="21027"/>
                </a:lnTo>
                <a:lnTo>
                  <a:pt x="59712" y="21109"/>
                </a:lnTo>
                <a:lnTo>
                  <a:pt x="59630" y="21189"/>
                </a:lnTo>
                <a:lnTo>
                  <a:pt x="59547" y="21267"/>
                </a:lnTo>
                <a:lnTo>
                  <a:pt x="59465" y="21343"/>
                </a:lnTo>
                <a:lnTo>
                  <a:pt x="59384" y="21417"/>
                </a:lnTo>
                <a:lnTo>
                  <a:pt x="59303" y="21489"/>
                </a:lnTo>
                <a:lnTo>
                  <a:pt x="59222" y="21558"/>
                </a:lnTo>
                <a:lnTo>
                  <a:pt x="59141" y="21626"/>
                </a:lnTo>
                <a:lnTo>
                  <a:pt x="59061" y="21692"/>
                </a:lnTo>
                <a:lnTo>
                  <a:pt x="58981" y="21755"/>
                </a:lnTo>
                <a:lnTo>
                  <a:pt x="58901" y="21817"/>
                </a:lnTo>
                <a:lnTo>
                  <a:pt x="58822" y="21876"/>
                </a:lnTo>
                <a:lnTo>
                  <a:pt x="58743" y="21934"/>
                </a:lnTo>
                <a:lnTo>
                  <a:pt x="58664" y="21989"/>
                </a:lnTo>
                <a:lnTo>
                  <a:pt x="58585" y="22043"/>
                </a:lnTo>
                <a:lnTo>
                  <a:pt x="58507" y="22094"/>
                </a:lnTo>
                <a:lnTo>
                  <a:pt x="58430" y="22143"/>
                </a:lnTo>
                <a:lnTo>
                  <a:pt x="58352" y="22191"/>
                </a:lnTo>
                <a:lnTo>
                  <a:pt x="58274" y="22236"/>
                </a:lnTo>
                <a:lnTo>
                  <a:pt x="58196" y="22279"/>
                </a:lnTo>
                <a:lnTo>
                  <a:pt x="58118" y="22321"/>
                </a:lnTo>
                <a:lnTo>
                  <a:pt x="58038" y="22360"/>
                </a:lnTo>
                <a:lnTo>
                  <a:pt x="57959" y="22398"/>
                </a:lnTo>
                <a:lnTo>
                  <a:pt x="57878" y="22433"/>
                </a:lnTo>
                <a:lnTo>
                  <a:pt x="57797" y="22467"/>
                </a:lnTo>
                <a:lnTo>
                  <a:pt x="57716" y="22499"/>
                </a:lnTo>
                <a:lnTo>
                  <a:pt x="57634" y="22529"/>
                </a:lnTo>
                <a:lnTo>
                  <a:pt x="57552" y="22557"/>
                </a:lnTo>
                <a:lnTo>
                  <a:pt x="57468" y="22583"/>
                </a:lnTo>
                <a:lnTo>
                  <a:pt x="57385" y="22607"/>
                </a:lnTo>
                <a:lnTo>
                  <a:pt x="57301" y="22629"/>
                </a:lnTo>
                <a:lnTo>
                  <a:pt x="57216" y="22649"/>
                </a:lnTo>
                <a:lnTo>
                  <a:pt x="57131" y="22667"/>
                </a:lnTo>
                <a:lnTo>
                  <a:pt x="57045" y="22684"/>
                </a:lnTo>
                <a:lnTo>
                  <a:pt x="56958" y="22698"/>
                </a:lnTo>
                <a:lnTo>
                  <a:pt x="56871" y="22711"/>
                </a:lnTo>
                <a:lnTo>
                  <a:pt x="56784" y="22721"/>
                </a:lnTo>
                <a:lnTo>
                  <a:pt x="56696" y="22730"/>
                </a:lnTo>
                <a:lnTo>
                  <a:pt x="56607" y="22737"/>
                </a:lnTo>
                <a:lnTo>
                  <a:pt x="56518" y="22741"/>
                </a:lnTo>
                <a:lnTo>
                  <a:pt x="56428" y="22744"/>
                </a:lnTo>
                <a:lnTo>
                  <a:pt x="56338" y="22745"/>
                </a:lnTo>
                <a:lnTo>
                  <a:pt x="56228" y="22744"/>
                </a:lnTo>
                <a:lnTo>
                  <a:pt x="56120" y="22740"/>
                </a:lnTo>
                <a:lnTo>
                  <a:pt x="56013" y="22734"/>
                </a:lnTo>
                <a:lnTo>
                  <a:pt x="55909" y="22726"/>
                </a:lnTo>
                <a:lnTo>
                  <a:pt x="55807" y="22715"/>
                </a:lnTo>
                <a:lnTo>
                  <a:pt x="55707" y="22702"/>
                </a:lnTo>
                <a:lnTo>
                  <a:pt x="55609" y="22686"/>
                </a:lnTo>
                <a:lnTo>
                  <a:pt x="55513" y="22668"/>
                </a:lnTo>
                <a:lnTo>
                  <a:pt x="55419" y="22647"/>
                </a:lnTo>
                <a:lnTo>
                  <a:pt x="55327" y="22624"/>
                </a:lnTo>
                <a:lnTo>
                  <a:pt x="55237" y="22599"/>
                </a:lnTo>
                <a:lnTo>
                  <a:pt x="55150" y="22571"/>
                </a:lnTo>
                <a:lnTo>
                  <a:pt x="55064" y="22541"/>
                </a:lnTo>
                <a:lnTo>
                  <a:pt x="54980" y="22508"/>
                </a:lnTo>
                <a:lnTo>
                  <a:pt x="54899" y="22473"/>
                </a:lnTo>
                <a:lnTo>
                  <a:pt x="54819" y="22435"/>
                </a:lnTo>
                <a:lnTo>
                  <a:pt x="54742" y="22395"/>
                </a:lnTo>
                <a:lnTo>
                  <a:pt x="54666" y="22353"/>
                </a:lnTo>
                <a:lnTo>
                  <a:pt x="54593" y="22308"/>
                </a:lnTo>
                <a:lnTo>
                  <a:pt x="54522" y="22261"/>
                </a:lnTo>
                <a:lnTo>
                  <a:pt x="54453" y="22211"/>
                </a:lnTo>
                <a:lnTo>
                  <a:pt x="54386" y="22159"/>
                </a:lnTo>
                <a:lnTo>
                  <a:pt x="54321" y="22105"/>
                </a:lnTo>
                <a:lnTo>
                  <a:pt x="54258" y="22048"/>
                </a:lnTo>
                <a:lnTo>
                  <a:pt x="54197" y="21989"/>
                </a:lnTo>
                <a:lnTo>
                  <a:pt x="54139" y="21928"/>
                </a:lnTo>
                <a:lnTo>
                  <a:pt x="54083" y="21866"/>
                </a:lnTo>
                <a:lnTo>
                  <a:pt x="54030" y="21802"/>
                </a:lnTo>
                <a:lnTo>
                  <a:pt x="53980" y="21736"/>
                </a:lnTo>
                <a:lnTo>
                  <a:pt x="53932" y="21669"/>
                </a:lnTo>
                <a:lnTo>
                  <a:pt x="53887" y="21600"/>
                </a:lnTo>
                <a:lnTo>
                  <a:pt x="53844" y="21529"/>
                </a:lnTo>
                <a:lnTo>
                  <a:pt x="53804" y="21457"/>
                </a:lnTo>
                <a:lnTo>
                  <a:pt x="53767" y="21383"/>
                </a:lnTo>
                <a:lnTo>
                  <a:pt x="53732" y="21307"/>
                </a:lnTo>
                <a:lnTo>
                  <a:pt x="53700" y="21230"/>
                </a:lnTo>
                <a:lnTo>
                  <a:pt x="53670" y="21151"/>
                </a:lnTo>
                <a:lnTo>
                  <a:pt x="53643" y="21070"/>
                </a:lnTo>
                <a:lnTo>
                  <a:pt x="53618" y="20988"/>
                </a:lnTo>
                <a:lnTo>
                  <a:pt x="53597" y="20904"/>
                </a:lnTo>
                <a:lnTo>
                  <a:pt x="53577" y="20819"/>
                </a:lnTo>
                <a:lnTo>
                  <a:pt x="53560" y="20731"/>
                </a:lnTo>
                <a:lnTo>
                  <a:pt x="53546" y="20642"/>
                </a:lnTo>
                <a:lnTo>
                  <a:pt x="53535" y="20552"/>
                </a:lnTo>
                <a:lnTo>
                  <a:pt x="53525" y="20459"/>
                </a:lnTo>
                <a:lnTo>
                  <a:pt x="53519" y="20366"/>
                </a:lnTo>
                <a:lnTo>
                  <a:pt x="53515" y="20270"/>
                </a:lnTo>
                <a:lnTo>
                  <a:pt x="53514" y="20173"/>
                </a:lnTo>
                <a:lnTo>
                  <a:pt x="53514" y="20116"/>
                </a:lnTo>
                <a:lnTo>
                  <a:pt x="53516" y="20059"/>
                </a:lnTo>
                <a:lnTo>
                  <a:pt x="53518" y="20003"/>
                </a:lnTo>
                <a:lnTo>
                  <a:pt x="53521" y="19947"/>
                </a:lnTo>
                <a:lnTo>
                  <a:pt x="53525" y="19892"/>
                </a:lnTo>
                <a:lnTo>
                  <a:pt x="53530" y="19838"/>
                </a:lnTo>
                <a:lnTo>
                  <a:pt x="53536" y="19784"/>
                </a:lnTo>
                <a:lnTo>
                  <a:pt x="53543" y="19731"/>
                </a:lnTo>
                <a:lnTo>
                  <a:pt x="53550" y="19678"/>
                </a:lnTo>
                <a:lnTo>
                  <a:pt x="53559" y="19626"/>
                </a:lnTo>
                <a:lnTo>
                  <a:pt x="53568" y="19574"/>
                </a:lnTo>
                <a:lnTo>
                  <a:pt x="53579" y="19523"/>
                </a:lnTo>
                <a:lnTo>
                  <a:pt x="53590" y="19473"/>
                </a:lnTo>
                <a:lnTo>
                  <a:pt x="53602" y="19423"/>
                </a:lnTo>
                <a:lnTo>
                  <a:pt x="53615" y="19373"/>
                </a:lnTo>
                <a:lnTo>
                  <a:pt x="53629" y="19325"/>
                </a:lnTo>
                <a:lnTo>
                  <a:pt x="53644" y="19276"/>
                </a:lnTo>
                <a:lnTo>
                  <a:pt x="53660" y="19229"/>
                </a:lnTo>
                <a:lnTo>
                  <a:pt x="53676" y="19181"/>
                </a:lnTo>
                <a:lnTo>
                  <a:pt x="53694" y="19135"/>
                </a:lnTo>
                <a:lnTo>
                  <a:pt x="53712" y="19089"/>
                </a:lnTo>
                <a:lnTo>
                  <a:pt x="53732" y="19043"/>
                </a:lnTo>
                <a:lnTo>
                  <a:pt x="53752" y="18998"/>
                </a:lnTo>
                <a:lnTo>
                  <a:pt x="53773" y="18954"/>
                </a:lnTo>
                <a:lnTo>
                  <a:pt x="53795" y="18910"/>
                </a:lnTo>
                <a:lnTo>
                  <a:pt x="53818" y="18866"/>
                </a:lnTo>
                <a:lnTo>
                  <a:pt x="53842" y="18824"/>
                </a:lnTo>
                <a:lnTo>
                  <a:pt x="53867" y="18781"/>
                </a:lnTo>
                <a:lnTo>
                  <a:pt x="53894" y="18739"/>
                </a:lnTo>
                <a:lnTo>
                  <a:pt x="53921" y="18698"/>
                </a:lnTo>
                <a:lnTo>
                  <a:pt x="53949" y="18657"/>
                </a:lnTo>
                <a:lnTo>
                  <a:pt x="53978" y="18617"/>
                </a:lnTo>
                <a:lnTo>
                  <a:pt x="54008" y="18578"/>
                </a:lnTo>
                <a:lnTo>
                  <a:pt x="54040" y="18538"/>
                </a:lnTo>
                <a:lnTo>
                  <a:pt x="54072" y="18500"/>
                </a:lnTo>
                <a:lnTo>
                  <a:pt x="54105" y="18462"/>
                </a:lnTo>
                <a:lnTo>
                  <a:pt x="54139" y="18424"/>
                </a:lnTo>
                <a:lnTo>
                  <a:pt x="54175" y="18387"/>
                </a:lnTo>
                <a:lnTo>
                  <a:pt x="54211" y="18350"/>
                </a:lnTo>
                <a:lnTo>
                  <a:pt x="54248" y="18314"/>
                </a:lnTo>
                <a:lnTo>
                  <a:pt x="54287" y="18279"/>
                </a:lnTo>
                <a:lnTo>
                  <a:pt x="54326" y="18244"/>
                </a:lnTo>
                <a:lnTo>
                  <a:pt x="54366" y="18210"/>
                </a:lnTo>
                <a:lnTo>
                  <a:pt x="54408" y="18176"/>
                </a:lnTo>
                <a:lnTo>
                  <a:pt x="54450" y="18142"/>
                </a:lnTo>
                <a:lnTo>
                  <a:pt x="54494" y="18110"/>
                </a:lnTo>
                <a:lnTo>
                  <a:pt x="54538" y="18077"/>
                </a:lnTo>
                <a:lnTo>
                  <a:pt x="54583" y="18046"/>
                </a:lnTo>
                <a:lnTo>
                  <a:pt x="54630" y="18014"/>
                </a:lnTo>
                <a:lnTo>
                  <a:pt x="54677" y="17984"/>
                </a:lnTo>
                <a:lnTo>
                  <a:pt x="54726" y="17954"/>
                </a:lnTo>
                <a:lnTo>
                  <a:pt x="54775" y="17925"/>
                </a:lnTo>
                <a:lnTo>
                  <a:pt x="54826" y="17896"/>
                </a:lnTo>
                <a:lnTo>
                  <a:pt x="54877" y="17868"/>
                </a:lnTo>
                <a:lnTo>
                  <a:pt x="54929" y="17841"/>
                </a:lnTo>
                <a:lnTo>
                  <a:pt x="54983" y="17814"/>
                </a:lnTo>
                <a:lnTo>
                  <a:pt x="55037" y="17788"/>
                </a:lnTo>
                <a:lnTo>
                  <a:pt x="55092" y="17763"/>
                </a:lnTo>
                <a:lnTo>
                  <a:pt x="55149" y="17738"/>
                </a:lnTo>
                <a:lnTo>
                  <a:pt x="55206" y="17714"/>
                </a:lnTo>
                <a:lnTo>
                  <a:pt x="55264" y="17690"/>
                </a:lnTo>
                <a:lnTo>
                  <a:pt x="55324" y="17667"/>
                </a:lnTo>
                <a:lnTo>
                  <a:pt x="55384" y="17645"/>
                </a:lnTo>
                <a:lnTo>
                  <a:pt x="55445" y="17624"/>
                </a:lnTo>
                <a:lnTo>
                  <a:pt x="55507" y="17603"/>
                </a:lnTo>
                <a:lnTo>
                  <a:pt x="55571" y="17582"/>
                </a:lnTo>
                <a:lnTo>
                  <a:pt x="55635" y="17563"/>
                </a:lnTo>
                <a:lnTo>
                  <a:pt x="55700" y="17544"/>
                </a:lnTo>
                <a:lnTo>
                  <a:pt x="55766" y="17525"/>
                </a:lnTo>
                <a:lnTo>
                  <a:pt x="55833" y="17508"/>
                </a:lnTo>
                <a:lnTo>
                  <a:pt x="55901" y="17491"/>
                </a:lnTo>
                <a:lnTo>
                  <a:pt x="55971" y="17474"/>
                </a:lnTo>
                <a:lnTo>
                  <a:pt x="56041" y="17458"/>
                </a:lnTo>
                <a:lnTo>
                  <a:pt x="56112" y="17443"/>
                </a:lnTo>
                <a:lnTo>
                  <a:pt x="56184" y="17429"/>
                </a:lnTo>
                <a:lnTo>
                  <a:pt x="56257" y="17415"/>
                </a:lnTo>
                <a:lnTo>
                  <a:pt x="56332" y="17402"/>
                </a:lnTo>
                <a:lnTo>
                  <a:pt x="56407" y="17389"/>
                </a:lnTo>
                <a:lnTo>
                  <a:pt x="56484" y="17378"/>
                </a:lnTo>
                <a:lnTo>
                  <a:pt x="56561" y="17367"/>
                </a:lnTo>
                <a:lnTo>
                  <a:pt x="56640" y="17356"/>
                </a:lnTo>
                <a:lnTo>
                  <a:pt x="56719" y="17346"/>
                </a:lnTo>
                <a:lnTo>
                  <a:pt x="56800" y="17337"/>
                </a:lnTo>
                <a:lnTo>
                  <a:pt x="56881" y="17329"/>
                </a:lnTo>
                <a:lnTo>
                  <a:pt x="56964" y="17321"/>
                </a:lnTo>
                <a:lnTo>
                  <a:pt x="57048" y="17314"/>
                </a:lnTo>
                <a:lnTo>
                  <a:pt x="57133" y="17308"/>
                </a:lnTo>
                <a:lnTo>
                  <a:pt x="57218" y="17302"/>
                </a:lnTo>
                <a:lnTo>
                  <a:pt x="57305" y="17297"/>
                </a:lnTo>
                <a:lnTo>
                  <a:pt x="57393" y="17293"/>
                </a:lnTo>
                <a:lnTo>
                  <a:pt x="57482" y="17289"/>
                </a:lnTo>
                <a:lnTo>
                  <a:pt x="57572" y="17286"/>
                </a:lnTo>
                <a:lnTo>
                  <a:pt x="57663" y="17283"/>
                </a:lnTo>
                <a:lnTo>
                  <a:pt x="57755" y="17282"/>
                </a:lnTo>
                <a:lnTo>
                  <a:pt x="57848" y="17281"/>
                </a:lnTo>
                <a:lnTo>
                  <a:pt x="57943" y="17280"/>
                </a:lnTo>
                <a:lnTo>
                  <a:pt x="60299" y="17280"/>
                </a:lnTo>
                <a:lnTo>
                  <a:pt x="60299" y="20492"/>
                </a:lnTo>
                <a:lnTo>
                  <a:pt x="60214" y="20587"/>
                </a:lnTo>
                <a:lnTo>
                  <a:pt x="60130" y="20679"/>
                </a:lnTo>
                <a:lnTo>
                  <a:pt x="60046" y="20769"/>
                </a:lnTo>
                <a:lnTo>
                  <a:pt x="59962" y="20857"/>
                </a:lnTo>
                <a:close/>
                <a:moveTo>
                  <a:pt x="97218" y="13452"/>
                </a:moveTo>
                <a:lnTo>
                  <a:pt x="97212" y="13342"/>
                </a:lnTo>
                <a:lnTo>
                  <a:pt x="97205" y="13232"/>
                </a:lnTo>
                <a:lnTo>
                  <a:pt x="97197" y="13125"/>
                </a:lnTo>
                <a:lnTo>
                  <a:pt x="97187" y="13018"/>
                </a:lnTo>
                <a:lnTo>
                  <a:pt x="97177" y="12913"/>
                </a:lnTo>
                <a:lnTo>
                  <a:pt x="97165" y="12808"/>
                </a:lnTo>
                <a:lnTo>
                  <a:pt x="97153" y="12705"/>
                </a:lnTo>
                <a:lnTo>
                  <a:pt x="97139" y="12604"/>
                </a:lnTo>
                <a:lnTo>
                  <a:pt x="97124" y="12503"/>
                </a:lnTo>
                <a:lnTo>
                  <a:pt x="97108" y="12404"/>
                </a:lnTo>
                <a:lnTo>
                  <a:pt x="97091" y="12306"/>
                </a:lnTo>
                <a:lnTo>
                  <a:pt x="97073" y="12209"/>
                </a:lnTo>
                <a:lnTo>
                  <a:pt x="97053" y="12113"/>
                </a:lnTo>
                <a:lnTo>
                  <a:pt x="97033" y="12019"/>
                </a:lnTo>
                <a:lnTo>
                  <a:pt x="97012" y="11926"/>
                </a:lnTo>
                <a:lnTo>
                  <a:pt x="96989" y="11834"/>
                </a:lnTo>
                <a:lnTo>
                  <a:pt x="96965" y="11743"/>
                </a:lnTo>
                <a:lnTo>
                  <a:pt x="96940" y="11653"/>
                </a:lnTo>
                <a:lnTo>
                  <a:pt x="96915" y="11565"/>
                </a:lnTo>
                <a:lnTo>
                  <a:pt x="96887" y="11478"/>
                </a:lnTo>
                <a:lnTo>
                  <a:pt x="96859" y="11392"/>
                </a:lnTo>
                <a:lnTo>
                  <a:pt x="96829" y="11307"/>
                </a:lnTo>
                <a:lnTo>
                  <a:pt x="96798" y="11223"/>
                </a:lnTo>
                <a:lnTo>
                  <a:pt x="96766" y="11141"/>
                </a:lnTo>
                <a:lnTo>
                  <a:pt x="96732" y="11060"/>
                </a:lnTo>
                <a:lnTo>
                  <a:pt x="96697" y="10980"/>
                </a:lnTo>
                <a:lnTo>
                  <a:pt x="96660" y="10901"/>
                </a:lnTo>
                <a:lnTo>
                  <a:pt x="96622" y="10823"/>
                </a:lnTo>
                <a:lnTo>
                  <a:pt x="96583" y="10747"/>
                </a:lnTo>
                <a:lnTo>
                  <a:pt x="96543" y="10672"/>
                </a:lnTo>
                <a:lnTo>
                  <a:pt x="96501" y="10598"/>
                </a:lnTo>
                <a:lnTo>
                  <a:pt x="96458" y="10525"/>
                </a:lnTo>
                <a:lnTo>
                  <a:pt x="96413" y="10453"/>
                </a:lnTo>
                <a:lnTo>
                  <a:pt x="96368" y="10383"/>
                </a:lnTo>
                <a:lnTo>
                  <a:pt x="96320" y="10313"/>
                </a:lnTo>
                <a:lnTo>
                  <a:pt x="96272" y="10245"/>
                </a:lnTo>
                <a:lnTo>
                  <a:pt x="96222" y="10178"/>
                </a:lnTo>
                <a:lnTo>
                  <a:pt x="96171" y="10113"/>
                </a:lnTo>
                <a:lnTo>
                  <a:pt x="96118" y="10048"/>
                </a:lnTo>
                <a:lnTo>
                  <a:pt x="96065" y="9985"/>
                </a:lnTo>
                <a:lnTo>
                  <a:pt x="96009" y="9922"/>
                </a:lnTo>
                <a:lnTo>
                  <a:pt x="95953" y="9861"/>
                </a:lnTo>
                <a:lnTo>
                  <a:pt x="95895" y="9802"/>
                </a:lnTo>
                <a:lnTo>
                  <a:pt x="95836" y="9743"/>
                </a:lnTo>
                <a:lnTo>
                  <a:pt x="95775" y="9686"/>
                </a:lnTo>
                <a:lnTo>
                  <a:pt x="95713" y="9629"/>
                </a:lnTo>
                <a:lnTo>
                  <a:pt x="95649" y="9574"/>
                </a:lnTo>
                <a:lnTo>
                  <a:pt x="95584" y="9521"/>
                </a:lnTo>
                <a:lnTo>
                  <a:pt x="95517" y="9468"/>
                </a:lnTo>
                <a:lnTo>
                  <a:pt x="95449" y="9417"/>
                </a:lnTo>
                <a:lnTo>
                  <a:pt x="95379" y="9366"/>
                </a:lnTo>
                <a:lnTo>
                  <a:pt x="95308" y="9317"/>
                </a:lnTo>
                <a:lnTo>
                  <a:pt x="95235" y="9269"/>
                </a:lnTo>
                <a:lnTo>
                  <a:pt x="95160" y="9223"/>
                </a:lnTo>
                <a:lnTo>
                  <a:pt x="95085" y="9177"/>
                </a:lnTo>
                <a:lnTo>
                  <a:pt x="95007" y="9133"/>
                </a:lnTo>
                <a:lnTo>
                  <a:pt x="94928" y="9090"/>
                </a:lnTo>
                <a:lnTo>
                  <a:pt x="94848" y="9048"/>
                </a:lnTo>
                <a:lnTo>
                  <a:pt x="94766" y="9007"/>
                </a:lnTo>
                <a:lnTo>
                  <a:pt x="94683" y="8967"/>
                </a:lnTo>
                <a:lnTo>
                  <a:pt x="94598" y="8929"/>
                </a:lnTo>
                <a:lnTo>
                  <a:pt x="94511" y="8892"/>
                </a:lnTo>
                <a:lnTo>
                  <a:pt x="94424" y="8856"/>
                </a:lnTo>
                <a:lnTo>
                  <a:pt x="94334" y="8821"/>
                </a:lnTo>
                <a:lnTo>
                  <a:pt x="94243" y="8787"/>
                </a:lnTo>
                <a:lnTo>
                  <a:pt x="94151" y="8755"/>
                </a:lnTo>
                <a:lnTo>
                  <a:pt x="94057" y="8724"/>
                </a:lnTo>
                <a:lnTo>
                  <a:pt x="93961" y="8694"/>
                </a:lnTo>
                <a:lnTo>
                  <a:pt x="93864" y="8665"/>
                </a:lnTo>
                <a:lnTo>
                  <a:pt x="93765" y="8638"/>
                </a:lnTo>
                <a:lnTo>
                  <a:pt x="93665" y="8611"/>
                </a:lnTo>
                <a:lnTo>
                  <a:pt x="93562" y="8587"/>
                </a:lnTo>
                <a:lnTo>
                  <a:pt x="93458" y="8563"/>
                </a:lnTo>
                <a:lnTo>
                  <a:pt x="93353" y="8541"/>
                </a:lnTo>
                <a:lnTo>
                  <a:pt x="93245" y="8520"/>
                </a:lnTo>
                <a:lnTo>
                  <a:pt x="93136" y="8500"/>
                </a:lnTo>
                <a:lnTo>
                  <a:pt x="93026" y="8481"/>
                </a:lnTo>
                <a:lnTo>
                  <a:pt x="92913" y="8464"/>
                </a:lnTo>
                <a:lnTo>
                  <a:pt x="92799" y="8448"/>
                </a:lnTo>
                <a:lnTo>
                  <a:pt x="92683" y="8433"/>
                </a:lnTo>
                <a:lnTo>
                  <a:pt x="92566" y="8420"/>
                </a:lnTo>
                <a:lnTo>
                  <a:pt x="92447" y="8408"/>
                </a:lnTo>
                <a:lnTo>
                  <a:pt x="92326" y="8397"/>
                </a:lnTo>
                <a:lnTo>
                  <a:pt x="92204" y="8387"/>
                </a:lnTo>
                <a:lnTo>
                  <a:pt x="92080" y="8379"/>
                </a:lnTo>
                <a:lnTo>
                  <a:pt x="91954" y="8372"/>
                </a:lnTo>
                <a:lnTo>
                  <a:pt x="91826" y="8366"/>
                </a:lnTo>
                <a:lnTo>
                  <a:pt x="91697" y="8362"/>
                </a:lnTo>
                <a:lnTo>
                  <a:pt x="91566" y="8359"/>
                </a:lnTo>
                <a:lnTo>
                  <a:pt x="91434" y="8357"/>
                </a:lnTo>
                <a:lnTo>
                  <a:pt x="91299" y="8356"/>
                </a:lnTo>
                <a:lnTo>
                  <a:pt x="91227" y="8356"/>
                </a:lnTo>
                <a:lnTo>
                  <a:pt x="91155" y="8357"/>
                </a:lnTo>
                <a:lnTo>
                  <a:pt x="91082" y="8359"/>
                </a:lnTo>
                <a:lnTo>
                  <a:pt x="91010" y="8360"/>
                </a:lnTo>
                <a:lnTo>
                  <a:pt x="90938" y="8363"/>
                </a:lnTo>
                <a:lnTo>
                  <a:pt x="90866" y="8366"/>
                </a:lnTo>
                <a:lnTo>
                  <a:pt x="90794" y="8369"/>
                </a:lnTo>
                <a:lnTo>
                  <a:pt x="90722" y="8374"/>
                </a:lnTo>
                <a:lnTo>
                  <a:pt x="90650" y="8378"/>
                </a:lnTo>
                <a:lnTo>
                  <a:pt x="90578" y="8383"/>
                </a:lnTo>
                <a:lnTo>
                  <a:pt x="90506" y="8389"/>
                </a:lnTo>
                <a:lnTo>
                  <a:pt x="90434" y="8395"/>
                </a:lnTo>
                <a:lnTo>
                  <a:pt x="90363" y="8402"/>
                </a:lnTo>
                <a:lnTo>
                  <a:pt x="90291" y="8410"/>
                </a:lnTo>
                <a:lnTo>
                  <a:pt x="90220" y="8418"/>
                </a:lnTo>
                <a:lnTo>
                  <a:pt x="90148" y="8426"/>
                </a:lnTo>
                <a:lnTo>
                  <a:pt x="90077" y="8435"/>
                </a:lnTo>
                <a:lnTo>
                  <a:pt x="90005" y="8445"/>
                </a:lnTo>
                <a:lnTo>
                  <a:pt x="89934" y="8455"/>
                </a:lnTo>
                <a:lnTo>
                  <a:pt x="89862" y="8465"/>
                </a:lnTo>
                <a:lnTo>
                  <a:pt x="89791" y="8476"/>
                </a:lnTo>
                <a:lnTo>
                  <a:pt x="89720" y="8488"/>
                </a:lnTo>
                <a:lnTo>
                  <a:pt x="89649" y="8500"/>
                </a:lnTo>
                <a:lnTo>
                  <a:pt x="89578" y="8513"/>
                </a:lnTo>
                <a:lnTo>
                  <a:pt x="89507" y="8527"/>
                </a:lnTo>
                <a:lnTo>
                  <a:pt x="89437" y="8540"/>
                </a:lnTo>
                <a:lnTo>
                  <a:pt x="89367" y="8554"/>
                </a:lnTo>
                <a:lnTo>
                  <a:pt x="89298" y="8568"/>
                </a:lnTo>
                <a:lnTo>
                  <a:pt x="89229" y="8582"/>
                </a:lnTo>
                <a:lnTo>
                  <a:pt x="89160" y="8597"/>
                </a:lnTo>
                <a:lnTo>
                  <a:pt x="89092" y="8612"/>
                </a:lnTo>
                <a:lnTo>
                  <a:pt x="89025" y="8627"/>
                </a:lnTo>
                <a:lnTo>
                  <a:pt x="88957" y="8642"/>
                </a:lnTo>
                <a:lnTo>
                  <a:pt x="88891" y="8658"/>
                </a:lnTo>
                <a:lnTo>
                  <a:pt x="88825" y="8674"/>
                </a:lnTo>
                <a:lnTo>
                  <a:pt x="88759" y="8691"/>
                </a:lnTo>
                <a:lnTo>
                  <a:pt x="88694" y="8707"/>
                </a:lnTo>
                <a:lnTo>
                  <a:pt x="88629" y="8724"/>
                </a:lnTo>
                <a:lnTo>
                  <a:pt x="88565" y="8741"/>
                </a:lnTo>
                <a:lnTo>
                  <a:pt x="88501" y="8759"/>
                </a:lnTo>
                <a:lnTo>
                  <a:pt x="88438" y="8777"/>
                </a:lnTo>
                <a:lnTo>
                  <a:pt x="88375" y="8795"/>
                </a:lnTo>
                <a:lnTo>
                  <a:pt x="88312" y="8813"/>
                </a:lnTo>
                <a:lnTo>
                  <a:pt x="88250" y="8832"/>
                </a:lnTo>
                <a:lnTo>
                  <a:pt x="88189" y="8851"/>
                </a:lnTo>
                <a:lnTo>
                  <a:pt x="88128" y="8870"/>
                </a:lnTo>
                <a:lnTo>
                  <a:pt x="88067" y="8889"/>
                </a:lnTo>
                <a:lnTo>
                  <a:pt x="88007" y="8909"/>
                </a:lnTo>
                <a:lnTo>
                  <a:pt x="87947" y="8929"/>
                </a:lnTo>
                <a:lnTo>
                  <a:pt x="87888" y="8949"/>
                </a:lnTo>
                <a:lnTo>
                  <a:pt x="87830" y="8970"/>
                </a:lnTo>
                <a:lnTo>
                  <a:pt x="87772" y="8990"/>
                </a:lnTo>
                <a:lnTo>
                  <a:pt x="87715" y="9011"/>
                </a:lnTo>
                <a:lnTo>
                  <a:pt x="87658" y="9032"/>
                </a:lnTo>
                <a:lnTo>
                  <a:pt x="87602" y="9053"/>
                </a:lnTo>
                <a:lnTo>
                  <a:pt x="87546" y="9074"/>
                </a:lnTo>
                <a:lnTo>
                  <a:pt x="87491" y="9096"/>
                </a:lnTo>
                <a:lnTo>
                  <a:pt x="87437" y="9117"/>
                </a:lnTo>
                <a:lnTo>
                  <a:pt x="87383" y="9139"/>
                </a:lnTo>
                <a:lnTo>
                  <a:pt x="87330" y="9161"/>
                </a:lnTo>
                <a:lnTo>
                  <a:pt x="87277" y="9183"/>
                </a:lnTo>
                <a:lnTo>
                  <a:pt x="87225" y="9205"/>
                </a:lnTo>
                <a:lnTo>
                  <a:pt x="87174" y="9228"/>
                </a:lnTo>
                <a:lnTo>
                  <a:pt x="87123" y="9250"/>
                </a:lnTo>
                <a:lnTo>
                  <a:pt x="87073" y="9273"/>
                </a:lnTo>
                <a:lnTo>
                  <a:pt x="87023" y="9296"/>
                </a:lnTo>
                <a:lnTo>
                  <a:pt x="86974" y="9319"/>
                </a:lnTo>
                <a:lnTo>
                  <a:pt x="86925" y="9343"/>
                </a:lnTo>
                <a:lnTo>
                  <a:pt x="86877" y="9366"/>
                </a:lnTo>
                <a:lnTo>
                  <a:pt x="86830" y="9390"/>
                </a:lnTo>
                <a:lnTo>
                  <a:pt x="86783" y="9414"/>
                </a:lnTo>
                <a:lnTo>
                  <a:pt x="86737" y="9438"/>
                </a:lnTo>
                <a:lnTo>
                  <a:pt x="86691" y="9462"/>
                </a:lnTo>
                <a:lnTo>
                  <a:pt x="86647" y="9485"/>
                </a:lnTo>
                <a:lnTo>
                  <a:pt x="86604" y="9509"/>
                </a:lnTo>
                <a:lnTo>
                  <a:pt x="86562" y="9532"/>
                </a:lnTo>
                <a:lnTo>
                  <a:pt x="86521" y="9555"/>
                </a:lnTo>
                <a:lnTo>
                  <a:pt x="86481" y="9578"/>
                </a:lnTo>
                <a:lnTo>
                  <a:pt x="86443" y="9600"/>
                </a:lnTo>
                <a:lnTo>
                  <a:pt x="86405" y="9622"/>
                </a:lnTo>
                <a:lnTo>
                  <a:pt x="86369" y="9644"/>
                </a:lnTo>
                <a:lnTo>
                  <a:pt x="86334" y="9666"/>
                </a:lnTo>
                <a:lnTo>
                  <a:pt x="86300" y="9687"/>
                </a:lnTo>
                <a:lnTo>
                  <a:pt x="86267" y="9709"/>
                </a:lnTo>
                <a:lnTo>
                  <a:pt x="86235" y="9730"/>
                </a:lnTo>
                <a:lnTo>
                  <a:pt x="86204" y="9750"/>
                </a:lnTo>
                <a:lnTo>
                  <a:pt x="86175" y="9771"/>
                </a:lnTo>
                <a:lnTo>
                  <a:pt x="86146" y="9791"/>
                </a:lnTo>
                <a:lnTo>
                  <a:pt x="86119" y="9811"/>
                </a:lnTo>
                <a:lnTo>
                  <a:pt x="86093" y="9831"/>
                </a:lnTo>
                <a:lnTo>
                  <a:pt x="86068" y="9850"/>
                </a:lnTo>
                <a:lnTo>
                  <a:pt x="86044" y="9869"/>
                </a:lnTo>
                <a:lnTo>
                  <a:pt x="86021" y="9888"/>
                </a:lnTo>
                <a:lnTo>
                  <a:pt x="86000" y="9907"/>
                </a:lnTo>
                <a:lnTo>
                  <a:pt x="85979" y="9926"/>
                </a:lnTo>
                <a:lnTo>
                  <a:pt x="85960" y="9944"/>
                </a:lnTo>
                <a:lnTo>
                  <a:pt x="85941" y="9962"/>
                </a:lnTo>
                <a:lnTo>
                  <a:pt x="85923" y="9980"/>
                </a:lnTo>
                <a:lnTo>
                  <a:pt x="85906" y="9998"/>
                </a:lnTo>
                <a:lnTo>
                  <a:pt x="85889" y="10017"/>
                </a:lnTo>
                <a:lnTo>
                  <a:pt x="85873" y="10035"/>
                </a:lnTo>
                <a:lnTo>
                  <a:pt x="85857" y="10054"/>
                </a:lnTo>
                <a:lnTo>
                  <a:pt x="85842" y="10073"/>
                </a:lnTo>
                <a:lnTo>
                  <a:pt x="85828" y="10091"/>
                </a:lnTo>
                <a:lnTo>
                  <a:pt x="85814" y="10110"/>
                </a:lnTo>
                <a:lnTo>
                  <a:pt x="85801" y="10129"/>
                </a:lnTo>
                <a:lnTo>
                  <a:pt x="85788" y="10148"/>
                </a:lnTo>
                <a:lnTo>
                  <a:pt x="85776" y="10167"/>
                </a:lnTo>
                <a:lnTo>
                  <a:pt x="85764" y="10186"/>
                </a:lnTo>
                <a:lnTo>
                  <a:pt x="85753" y="10206"/>
                </a:lnTo>
                <a:lnTo>
                  <a:pt x="85743" y="10225"/>
                </a:lnTo>
                <a:lnTo>
                  <a:pt x="85733" y="10245"/>
                </a:lnTo>
                <a:lnTo>
                  <a:pt x="85724" y="10264"/>
                </a:lnTo>
                <a:lnTo>
                  <a:pt x="85715" y="10284"/>
                </a:lnTo>
                <a:lnTo>
                  <a:pt x="85707" y="10303"/>
                </a:lnTo>
                <a:lnTo>
                  <a:pt x="85700" y="10323"/>
                </a:lnTo>
                <a:lnTo>
                  <a:pt x="85693" y="10343"/>
                </a:lnTo>
                <a:lnTo>
                  <a:pt x="85687" y="10363"/>
                </a:lnTo>
                <a:lnTo>
                  <a:pt x="85681" y="10383"/>
                </a:lnTo>
                <a:lnTo>
                  <a:pt x="85676" y="10403"/>
                </a:lnTo>
                <a:lnTo>
                  <a:pt x="85671" y="10424"/>
                </a:lnTo>
                <a:lnTo>
                  <a:pt x="85666" y="10445"/>
                </a:lnTo>
                <a:lnTo>
                  <a:pt x="85662" y="10467"/>
                </a:lnTo>
                <a:lnTo>
                  <a:pt x="85658" y="10489"/>
                </a:lnTo>
                <a:lnTo>
                  <a:pt x="85654" y="10512"/>
                </a:lnTo>
                <a:lnTo>
                  <a:pt x="85650" y="10535"/>
                </a:lnTo>
                <a:lnTo>
                  <a:pt x="85646" y="10560"/>
                </a:lnTo>
                <a:lnTo>
                  <a:pt x="85643" y="10584"/>
                </a:lnTo>
                <a:lnTo>
                  <a:pt x="85640" y="10610"/>
                </a:lnTo>
                <a:lnTo>
                  <a:pt x="85637" y="10636"/>
                </a:lnTo>
                <a:lnTo>
                  <a:pt x="85634" y="10662"/>
                </a:lnTo>
                <a:lnTo>
                  <a:pt x="85632" y="10690"/>
                </a:lnTo>
                <a:lnTo>
                  <a:pt x="85629" y="10717"/>
                </a:lnTo>
                <a:lnTo>
                  <a:pt x="85627" y="10746"/>
                </a:lnTo>
                <a:lnTo>
                  <a:pt x="85625" y="10775"/>
                </a:lnTo>
                <a:lnTo>
                  <a:pt x="85624" y="10804"/>
                </a:lnTo>
                <a:lnTo>
                  <a:pt x="85622" y="10835"/>
                </a:lnTo>
                <a:lnTo>
                  <a:pt x="85621" y="10866"/>
                </a:lnTo>
                <a:lnTo>
                  <a:pt x="85620" y="10897"/>
                </a:lnTo>
                <a:lnTo>
                  <a:pt x="85619" y="10929"/>
                </a:lnTo>
                <a:lnTo>
                  <a:pt x="85618" y="10962"/>
                </a:lnTo>
                <a:lnTo>
                  <a:pt x="85618" y="10995"/>
                </a:lnTo>
                <a:lnTo>
                  <a:pt x="85617" y="11029"/>
                </a:lnTo>
                <a:lnTo>
                  <a:pt x="85617" y="11063"/>
                </a:lnTo>
                <a:lnTo>
                  <a:pt x="85617" y="11084"/>
                </a:lnTo>
                <a:lnTo>
                  <a:pt x="85617" y="11105"/>
                </a:lnTo>
                <a:lnTo>
                  <a:pt x="85618" y="11125"/>
                </a:lnTo>
                <a:lnTo>
                  <a:pt x="85618" y="11146"/>
                </a:lnTo>
                <a:lnTo>
                  <a:pt x="85619" y="11166"/>
                </a:lnTo>
                <a:lnTo>
                  <a:pt x="85619" y="11186"/>
                </a:lnTo>
                <a:lnTo>
                  <a:pt x="85620" y="11206"/>
                </a:lnTo>
                <a:lnTo>
                  <a:pt x="85621" y="11226"/>
                </a:lnTo>
                <a:lnTo>
                  <a:pt x="85622" y="11246"/>
                </a:lnTo>
                <a:lnTo>
                  <a:pt x="85623" y="11265"/>
                </a:lnTo>
                <a:lnTo>
                  <a:pt x="85624" y="11284"/>
                </a:lnTo>
                <a:lnTo>
                  <a:pt x="85625" y="11304"/>
                </a:lnTo>
                <a:lnTo>
                  <a:pt x="85627" y="11323"/>
                </a:lnTo>
                <a:lnTo>
                  <a:pt x="85628" y="11342"/>
                </a:lnTo>
                <a:lnTo>
                  <a:pt x="85630" y="11361"/>
                </a:lnTo>
                <a:lnTo>
                  <a:pt x="85632" y="11379"/>
                </a:lnTo>
                <a:lnTo>
                  <a:pt x="85634" y="11398"/>
                </a:lnTo>
                <a:lnTo>
                  <a:pt x="85636" y="11416"/>
                </a:lnTo>
                <a:lnTo>
                  <a:pt x="85638" y="11434"/>
                </a:lnTo>
                <a:lnTo>
                  <a:pt x="85640" y="11452"/>
                </a:lnTo>
                <a:lnTo>
                  <a:pt x="85643" y="11470"/>
                </a:lnTo>
                <a:lnTo>
                  <a:pt x="85645" y="11488"/>
                </a:lnTo>
                <a:lnTo>
                  <a:pt x="85648" y="11506"/>
                </a:lnTo>
                <a:lnTo>
                  <a:pt x="85651" y="11523"/>
                </a:lnTo>
                <a:lnTo>
                  <a:pt x="85653" y="11540"/>
                </a:lnTo>
                <a:lnTo>
                  <a:pt x="85656" y="11557"/>
                </a:lnTo>
                <a:lnTo>
                  <a:pt x="85660" y="11574"/>
                </a:lnTo>
                <a:lnTo>
                  <a:pt x="85663" y="11591"/>
                </a:lnTo>
                <a:lnTo>
                  <a:pt x="85666" y="11607"/>
                </a:lnTo>
                <a:lnTo>
                  <a:pt x="85670" y="11623"/>
                </a:lnTo>
                <a:lnTo>
                  <a:pt x="85674" y="11639"/>
                </a:lnTo>
                <a:lnTo>
                  <a:pt x="85677" y="11654"/>
                </a:lnTo>
                <a:lnTo>
                  <a:pt x="85681" y="11669"/>
                </a:lnTo>
                <a:lnTo>
                  <a:pt x="85686" y="11684"/>
                </a:lnTo>
                <a:lnTo>
                  <a:pt x="85690" y="11699"/>
                </a:lnTo>
                <a:lnTo>
                  <a:pt x="85694" y="11713"/>
                </a:lnTo>
                <a:lnTo>
                  <a:pt x="85699" y="11727"/>
                </a:lnTo>
                <a:lnTo>
                  <a:pt x="85704" y="11741"/>
                </a:lnTo>
                <a:lnTo>
                  <a:pt x="85709" y="11755"/>
                </a:lnTo>
                <a:lnTo>
                  <a:pt x="85714" y="11768"/>
                </a:lnTo>
                <a:lnTo>
                  <a:pt x="85719" y="11781"/>
                </a:lnTo>
                <a:lnTo>
                  <a:pt x="85724" y="11794"/>
                </a:lnTo>
                <a:lnTo>
                  <a:pt x="85730" y="11807"/>
                </a:lnTo>
                <a:lnTo>
                  <a:pt x="85735" y="11819"/>
                </a:lnTo>
                <a:lnTo>
                  <a:pt x="85741" y="11831"/>
                </a:lnTo>
                <a:lnTo>
                  <a:pt x="85747" y="11843"/>
                </a:lnTo>
                <a:lnTo>
                  <a:pt x="85753" y="11854"/>
                </a:lnTo>
                <a:lnTo>
                  <a:pt x="85759" y="11866"/>
                </a:lnTo>
                <a:lnTo>
                  <a:pt x="85765" y="11877"/>
                </a:lnTo>
                <a:lnTo>
                  <a:pt x="85772" y="11887"/>
                </a:lnTo>
                <a:lnTo>
                  <a:pt x="85778" y="11898"/>
                </a:lnTo>
                <a:lnTo>
                  <a:pt x="85785" y="11908"/>
                </a:lnTo>
                <a:lnTo>
                  <a:pt x="85792" y="11918"/>
                </a:lnTo>
                <a:lnTo>
                  <a:pt x="85798" y="11928"/>
                </a:lnTo>
                <a:lnTo>
                  <a:pt x="85805" y="11938"/>
                </a:lnTo>
                <a:lnTo>
                  <a:pt x="85812" y="11947"/>
                </a:lnTo>
                <a:lnTo>
                  <a:pt x="85819" y="11957"/>
                </a:lnTo>
                <a:lnTo>
                  <a:pt x="85826" y="11965"/>
                </a:lnTo>
                <a:lnTo>
                  <a:pt x="85833" y="11974"/>
                </a:lnTo>
                <a:lnTo>
                  <a:pt x="85841" y="11983"/>
                </a:lnTo>
                <a:lnTo>
                  <a:pt x="85848" y="11991"/>
                </a:lnTo>
                <a:lnTo>
                  <a:pt x="85855" y="11999"/>
                </a:lnTo>
                <a:lnTo>
                  <a:pt x="85863" y="12007"/>
                </a:lnTo>
                <a:lnTo>
                  <a:pt x="85871" y="12014"/>
                </a:lnTo>
                <a:lnTo>
                  <a:pt x="85878" y="12022"/>
                </a:lnTo>
                <a:lnTo>
                  <a:pt x="85886" y="12029"/>
                </a:lnTo>
                <a:lnTo>
                  <a:pt x="85894" y="12035"/>
                </a:lnTo>
                <a:lnTo>
                  <a:pt x="85902" y="12042"/>
                </a:lnTo>
                <a:lnTo>
                  <a:pt x="85910" y="12048"/>
                </a:lnTo>
                <a:lnTo>
                  <a:pt x="85918" y="12055"/>
                </a:lnTo>
                <a:lnTo>
                  <a:pt x="85926" y="12061"/>
                </a:lnTo>
                <a:lnTo>
                  <a:pt x="85935" y="12066"/>
                </a:lnTo>
                <a:lnTo>
                  <a:pt x="85943" y="12072"/>
                </a:lnTo>
                <a:lnTo>
                  <a:pt x="85952" y="12077"/>
                </a:lnTo>
                <a:lnTo>
                  <a:pt x="85960" y="12082"/>
                </a:lnTo>
                <a:lnTo>
                  <a:pt x="85969" y="12087"/>
                </a:lnTo>
                <a:lnTo>
                  <a:pt x="85978" y="12091"/>
                </a:lnTo>
                <a:lnTo>
                  <a:pt x="85987" y="12095"/>
                </a:lnTo>
                <a:lnTo>
                  <a:pt x="85996" y="12100"/>
                </a:lnTo>
                <a:lnTo>
                  <a:pt x="86005" y="12103"/>
                </a:lnTo>
                <a:lnTo>
                  <a:pt x="86015" y="12107"/>
                </a:lnTo>
                <a:lnTo>
                  <a:pt x="86024" y="12110"/>
                </a:lnTo>
                <a:lnTo>
                  <a:pt x="86034" y="12113"/>
                </a:lnTo>
                <a:lnTo>
                  <a:pt x="86043" y="12116"/>
                </a:lnTo>
                <a:lnTo>
                  <a:pt x="86053" y="12119"/>
                </a:lnTo>
                <a:lnTo>
                  <a:pt x="86063" y="12121"/>
                </a:lnTo>
                <a:lnTo>
                  <a:pt x="86073" y="12124"/>
                </a:lnTo>
                <a:lnTo>
                  <a:pt x="86083" y="12126"/>
                </a:lnTo>
                <a:lnTo>
                  <a:pt x="86093" y="12127"/>
                </a:lnTo>
                <a:lnTo>
                  <a:pt x="86104" y="12129"/>
                </a:lnTo>
                <a:lnTo>
                  <a:pt x="86114" y="12130"/>
                </a:lnTo>
                <a:lnTo>
                  <a:pt x="86125" y="12131"/>
                </a:lnTo>
                <a:lnTo>
                  <a:pt x="86136" y="12132"/>
                </a:lnTo>
                <a:lnTo>
                  <a:pt x="86147" y="12133"/>
                </a:lnTo>
                <a:lnTo>
                  <a:pt x="86158" y="12133"/>
                </a:lnTo>
                <a:lnTo>
                  <a:pt x="86169" y="12133"/>
                </a:lnTo>
                <a:lnTo>
                  <a:pt x="86186" y="12133"/>
                </a:lnTo>
                <a:lnTo>
                  <a:pt x="86203" y="12131"/>
                </a:lnTo>
                <a:lnTo>
                  <a:pt x="86222" y="12129"/>
                </a:lnTo>
                <a:lnTo>
                  <a:pt x="86241" y="12126"/>
                </a:lnTo>
                <a:lnTo>
                  <a:pt x="86261" y="12123"/>
                </a:lnTo>
                <a:lnTo>
                  <a:pt x="86282" y="12118"/>
                </a:lnTo>
                <a:lnTo>
                  <a:pt x="86303" y="12113"/>
                </a:lnTo>
                <a:lnTo>
                  <a:pt x="86326" y="12106"/>
                </a:lnTo>
                <a:lnTo>
                  <a:pt x="86348" y="12099"/>
                </a:lnTo>
                <a:lnTo>
                  <a:pt x="86372" y="12091"/>
                </a:lnTo>
                <a:lnTo>
                  <a:pt x="86396" y="12083"/>
                </a:lnTo>
                <a:lnTo>
                  <a:pt x="86421" y="12073"/>
                </a:lnTo>
                <a:lnTo>
                  <a:pt x="86447" y="12063"/>
                </a:lnTo>
                <a:lnTo>
                  <a:pt x="86474" y="12051"/>
                </a:lnTo>
                <a:lnTo>
                  <a:pt x="86501" y="12039"/>
                </a:lnTo>
                <a:lnTo>
                  <a:pt x="86529" y="12027"/>
                </a:lnTo>
                <a:lnTo>
                  <a:pt x="86558" y="12013"/>
                </a:lnTo>
                <a:lnTo>
                  <a:pt x="86587" y="11998"/>
                </a:lnTo>
                <a:lnTo>
                  <a:pt x="86617" y="11983"/>
                </a:lnTo>
                <a:lnTo>
                  <a:pt x="86648" y="11967"/>
                </a:lnTo>
                <a:lnTo>
                  <a:pt x="86680" y="11950"/>
                </a:lnTo>
                <a:lnTo>
                  <a:pt x="86712" y="11932"/>
                </a:lnTo>
                <a:lnTo>
                  <a:pt x="86745" y="11913"/>
                </a:lnTo>
                <a:lnTo>
                  <a:pt x="86779" y="11893"/>
                </a:lnTo>
                <a:lnTo>
                  <a:pt x="86813" y="11873"/>
                </a:lnTo>
                <a:lnTo>
                  <a:pt x="86848" y="11853"/>
                </a:lnTo>
                <a:lnTo>
                  <a:pt x="86884" y="11833"/>
                </a:lnTo>
                <a:lnTo>
                  <a:pt x="86921" y="11812"/>
                </a:lnTo>
                <a:lnTo>
                  <a:pt x="86958" y="11791"/>
                </a:lnTo>
                <a:lnTo>
                  <a:pt x="86996" y="11770"/>
                </a:lnTo>
                <a:lnTo>
                  <a:pt x="87035" y="11749"/>
                </a:lnTo>
                <a:lnTo>
                  <a:pt x="87074" y="11728"/>
                </a:lnTo>
                <a:lnTo>
                  <a:pt x="87114" y="11707"/>
                </a:lnTo>
                <a:lnTo>
                  <a:pt x="87155" y="11685"/>
                </a:lnTo>
                <a:lnTo>
                  <a:pt x="87196" y="11663"/>
                </a:lnTo>
                <a:lnTo>
                  <a:pt x="87238" y="11641"/>
                </a:lnTo>
                <a:lnTo>
                  <a:pt x="87281" y="11619"/>
                </a:lnTo>
                <a:lnTo>
                  <a:pt x="87325" y="11597"/>
                </a:lnTo>
                <a:lnTo>
                  <a:pt x="87369" y="11574"/>
                </a:lnTo>
                <a:lnTo>
                  <a:pt x="87414" y="11552"/>
                </a:lnTo>
                <a:lnTo>
                  <a:pt x="87459" y="11529"/>
                </a:lnTo>
                <a:lnTo>
                  <a:pt x="87506" y="11506"/>
                </a:lnTo>
                <a:lnTo>
                  <a:pt x="87553" y="11483"/>
                </a:lnTo>
                <a:lnTo>
                  <a:pt x="87600" y="11459"/>
                </a:lnTo>
                <a:lnTo>
                  <a:pt x="87649" y="11436"/>
                </a:lnTo>
                <a:lnTo>
                  <a:pt x="87698" y="11412"/>
                </a:lnTo>
                <a:lnTo>
                  <a:pt x="87748" y="11388"/>
                </a:lnTo>
                <a:lnTo>
                  <a:pt x="87798" y="11364"/>
                </a:lnTo>
                <a:lnTo>
                  <a:pt x="87849" y="11340"/>
                </a:lnTo>
                <a:lnTo>
                  <a:pt x="87901" y="11316"/>
                </a:lnTo>
                <a:lnTo>
                  <a:pt x="87954" y="11293"/>
                </a:lnTo>
                <a:lnTo>
                  <a:pt x="88007" y="11269"/>
                </a:lnTo>
                <a:lnTo>
                  <a:pt x="88061" y="11246"/>
                </a:lnTo>
                <a:lnTo>
                  <a:pt x="88116" y="11223"/>
                </a:lnTo>
                <a:lnTo>
                  <a:pt x="88171" y="11200"/>
                </a:lnTo>
                <a:lnTo>
                  <a:pt x="88227" y="11177"/>
                </a:lnTo>
                <a:lnTo>
                  <a:pt x="88284" y="11154"/>
                </a:lnTo>
                <a:lnTo>
                  <a:pt x="88341" y="11132"/>
                </a:lnTo>
                <a:lnTo>
                  <a:pt x="88399" y="11110"/>
                </a:lnTo>
                <a:lnTo>
                  <a:pt x="88458" y="11087"/>
                </a:lnTo>
                <a:lnTo>
                  <a:pt x="88518" y="11065"/>
                </a:lnTo>
                <a:lnTo>
                  <a:pt x="88578" y="11044"/>
                </a:lnTo>
                <a:lnTo>
                  <a:pt x="88639" y="11022"/>
                </a:lnTo>
                <a:lnTo>
                  <a:pt x="88701" y="11001"/>
                </a:lnTo>
                <a:lnTo>
                  <a:pt x="88763" y="10979"/>
                </a:lnTo>
                <a:lnTo>
                  <a:pt x="88826" y="10958"/>
                </a:lnTo>
                <a:lnTo>
                  <a:pt x="88890" y="10937"/>
                </a:lnTo>
                <a:lnTo>
                  <a:pt x="88954" y="10917"/>
                </a:lnTo>
                <a:lnTo>
                  <a:pt x="89019" y="10896"/>
                </a:lnTo>
                <a:lnTo>
                  <a:pt x="89085" y="10876"/>
                </a:lnTo>
                <a:lnTo>
                  <a:pt x="89151" y="10855"/>
                </a:lnTo>
                <a:lnTo>
                  <a:pt x="89219" y="10835"/>
                </a:lnTo>
                <a:lnTo>
                  <a:pt x="89287" y="10816"/>
                </a:lnTo>
                <a:lnTo>
                  <a:pt x="89355" y="10797"/>
                </a:lnTo>
                <a:lnTo>
                  <a:pt x="89424" y="10779"/>
                </a:lnTo>
                <a:lnTo>
                  <a:pt x="89495" y="10762"/>
                </a:lnTo>
                <a:lnTo>
                  <a:pt x="89565" y="10746"/>
                </a:lnTo>
                <a:lnTo>
                  <a:pt x="89637" y="10730"/>
                </a:lnTo>
                <a:lnTo>
                  <a:pt x="89709" y="10716"/>
                </a:lnTo>
                <a:lnTo>
                  <a:pt x="89782" y="10702"/>
                </a:lnTo>
                <a:lnTo>
                  <a:pt x="89856" y="10689"/>
                </a:lnTo>
                <a:lnTo>
                  <a:pt x="89930" y="10677"/>
                </a:lnTo>
                <a:lnTo>
                  <a:pt x="90005" y="10666"/>
                </a:lnTo>
                <a:lnTo>
                  <a:pt x="90081" y="10655"/>
                </a:lnTo>
                <a:lnTo>
                  <a:pt x="90158" y="10646"/>
                </a:lnTo>
                <a:lnTo>
                  <a:pt x="90235" y="10637"/>
                </a:lnTo>
                <a:lnTo>
                  <a:pt x="90313" y="10629"/>
                </a:lnTo>
                <a:lnTo>
                  <a:pt x="90392" y="10622"/>
                </a:lnTo>
                <a:lnTo>
                  <a:pt x="90472" y="10616"/>
                </a:lnTo>
                <a:lnTo>
                  <a:pt x="90552" y="10611"/>
                </a:lnTo>
                <a:lnTo>
                  <a:pt x="90633" y="10606"/>
                </a:lnTo>
                <a:lnTo>
                  <a:pt x="90715" y="10602"/>
                </a:lnTo>
                <a:lnTo>
                  <a:pt x="90797" y="10599"/>
                </a:lnTo>
                <a:lnTo>
                  <a:pt x="90880" y="10597"/>
                </a:lnTo>
                <a:lnTo>
                  <a:pt x="90964" y="10596"/>
                </a:lnTo>
                <a:lnTo>
                  <a:pt x="91049" y="10596"/>
                </a:lnTo>
                <a:lnTo>
                  <a:pt x="91127" y="10596"/>
                </a:lnTo>
                <a:lnTo>
                  <a:pt x="91205" y="10597"/>
                </a:lnTo>
                <a:lnTo>
                  <a:pt x="91282" y="10599"/>
                </a:lnTo>
                <a:lnTo>
                  <a:pt x="91358" y="10602"/>
                </a:lnTo>
                <a:lnTo>
                  <a:pt x="91432" y="10605"/>
                </a:lnTo>
                <a:lnTo>
                  <a:pt x="91506" y="10610"/>
                </a:lnTo>
                <a:lnTo>
                  <a:pt x="91579" y="10615"/>
                </a:lnTo>
                <a:lnTo>
                  <a:pt x="91650" y="10621"/>
                </a:lnTo>
                <a:lnTo>
                  <a:pt x="91721" y="10627"/>
                </a:lnTo>
                <a:lnTo>
                  <a:pt x="91790" y="10635"/>
                </a:lnTo>
                <a:lnTo>
                  <a:pt x="91859" y="10643"/>
                </a:lnTo>
                <a:lnTo>
                  <a:pt x="91926" y="10652"/>
                </a:lnTo>
                <a:lnTo>
                  <a:pt x="91992" y="10662"/>
                </a:lnTo>
                <a:lnTo>
                  <a:pt x="92058" y="10672"/>
                </a:lnTo>
                <a:lnTo>
                  <a:pt x="92122" y="10683"/>
                </a:lnTo>
                <a:lnTo>
                  <a:pt x="92185" y="10696"/>
                </a:lnTo>
                <a:lnTo>
                  <a:pt x="92247" y="10708"/>
                </a:lnTo>
                <a:lnTo>
                  <a:pt x="92308" y="10722"/>
                </a:lnTo>
                <a:lnTo>
                  <a:pt x="92368" y="10737"/>
                </a:lnTo>
                <a:lnTo>
                  <a:pt x="92427" y="10752"/>
                </a:lnTo>
                <a:lnTo>
                  <a:pt x="92485" y="10768"/>
                </a:lnTo>
                <a:lnTo>
                  <a:pt x="92542" y="10785"/>
                </a:lnTo>
                <a:lnTo>
                  <a:pt x="92598" y="10802"/>
                </a:lnTo>
                <a:lnTo>
                  <a:pt x="92653" y="10821"/>
                </a:lnTo>
                <a:lnTo>
                  <a:pt x="92707" y="10840"/>
                </a:lnTo>
                <a:lnTo>
                  <a:pt x="92760" y="10860"/>
                </a:lnTo>
                <a:lnTo>
                  <a:pt x="92812" y="10880"/>
                </a:lnTo>
                <a:lnTo>
                  <a:pt x="92863" y="10902"/>
                </a:lnTo>
                <a:lnTo>
                  <a:pt x="92914" y="10924"/>
                </a:lnTo>
                <a:lnTo>
                  <a:pt x="92964" y="10946"/>
                </a:lnTo>
                <a:lnTo>
                  <a:pt x="93013" y="10970"/>
                </a:lnTo>
                <a:lnTo>
                  <a:pt x="93061" y="10994"/>
                </a:lnTo>
                <a:lnTo>
                  <a:pt x="93108" y="11020"/>
                </a:lnTo>
                <a:lnTo>
                  <a:pt x="93154" y="11045"/>
                </a:lnTo>
                <a:lnTo>
                  <a:pt x="93200" y="11072"/>
                </a:lnTo>
                <a:lnTo>
                  <a:pt x="93244" y="11099"/>
                </a:lnTo>
                <a:lnTo>
                  <a:pt x="93288" y="11128"/>
                </a:lnTo>
                <a:lnTo>
                  <a:pt x="93331" y="11156"/>
                </a:lnTo>
                <a:lnTo>
                  <a:pt x="93373" y="11186"/>
                </a:lnTo>
                <a:lnTo>
                  <a:pt x="93414" y="11216"/>
                </a:lnTo>
                <a:lnTo>
                  <a:pt x="93455" y="11248"/>
                </a:lnTo>
                <a:lnTo>
                  <a:pt x="93494" y="11279"/>
                </a:lnTo>
                <a:lnTo>
                  <a:pt x="93533" y="11312"/>
                </a:lnTo>
                <a:lnTo>
                  <a:pt x="93571" y="11345"/>
                </a:lnTo>
                <a:lnTo>
                  <a:pt x="93608" y="11380"/>
                </a:lnTo>
                <a:lnTo>
                  <a:pt x="93644" y="11414"/>
                </a:lnTo>
                <a:lnTo>
                  <a:pt x="93680" y="11450"/>
                </a:lnTo>
                <a:lnTo>
                  <a:pt x="93714" y="11487"/>
                </a:lnTo>
                <a:lnTo>
                  <a:pt x="93748" y="11524"/>
                </a:lnTo>
                <a:lnTo>
                  <a:pt x="93781" y="11562"/>
                </a:lnTo>
                <a:lnTo>
                  <a:pt x="93813" y="11600"/>
                </a:lnTo>
                <a:lnTo>
                  <a:pt x="93844" y="11640"/>
                </a:lnTo>
                <a:lnTo>
                  <a:pt x="93875" y="11680"/>
                </a:lnTo>
                <a:lnTo>
                  <a:pt x="93905" y="11721"/>
                </a:lnTo>
                <a:lnTo>
                  <a:pt x="93934" y="11763"/>
                </a:lnTo>
                <a:lnTo>
                  <a:pt x="93962" y="11806"/>
                </a:lnTo>
                <a:lnTo>
                  <a:pt x="93990" y="11849"/>
                </a:lnTo>
                <a:lnTo>
                  <a:pt x="94016" y="11893"/>
                </a:lnTo>
                <a:lnTo>
                  <a:pt x="94042" y="11938"/>
                </a:lnTo>
                <a:lnTo>
                  <a:pt x="94067" y="11984"/>
                </a:lnTo>
                <a:lnTo>
                  <a:pt x="94092" y="12031"/>
                </a:lnTo>
                <a:lnTo>
                  <a:pt x="94115" y="12078"/>
                </a:lnTo>
                <a:lnTo>
                  <a:pt x="94138" y="12126"/>
                </a:lnTo>
                <a:lnTo>
                  <a:pt x="94160" y="12175"/>
                </a:lnTo>
                <a:lnTo>
                  <a:pt x="94181" y="12225"/>
                </a:lnTo>
                <a:lnTo>
                  <a:pt x="94201" y="12275"/>
                </a:lnTo>
                <a:lnTo>
                  <a:pt x="94221" y="12326"/>
                </a:lnTo>
                <a:lnTo>
                  <a:pt x="94240" y="12378"/>
                </a:lnTo>
                <a:lnTo>
                  <a:pt x="94258" y="12431"/>
                </a:lnTo>
                <a:lnTo>
                  <a:pt x="94275" y="12485"/>
                </a:lnTo>
                <a:lnTo>
                  <a:pt x="94292" y="12539"/>
                </a:lnTo>
                <a:lnTo>
                  <a:pt x="94307" y="12594"/>
                </a:lnTo>
                <a:lnTo>
                  <a:pt x="94322" y="12650"/>
                </a:lnTo>
                <a:lnTo>
                  <a:pt x="94337" y="12707"/>
                </a:lnTo>
                <a:lnTo>
                  <a:pt x="94351" y="12764"/>
                </a:lnTo>
                <a:lnTo>
                  <a:pt x="94364" y="12822"/>
                </a:lnTo>
                <a:lnTo>
                  <a:pt x="94376" y="12880"/>
                </a:lnTo>
                <a:lnTo>
                  <a:pt x="94388" y="12940"/>
                </a:lnTo>
                <a:lnTo>
                  <a:pt x="94399" y="13000"/>
                </a:lnTo>
                <a:lnTo>
                  <a:pt x="94410" y="13060"/>
                </a:lnTo>
                <a:lnTo>
                  <a:pt x="94419" y="13122"/>
                </a:lnTo>
                <a:lnTo>
                  <a:pt x="94429" y="13184"/>
                </a:lnTo>
                <a:lnTo>
                  <a:pt x="94437" y="13247"/>
                </a:lnTo>
                <a:lnTo>
                  <a:pt x="94445" y="13310"/>
                </a:lnTo>
                <a:lnTo>
                  <a:pt x="94453" y="13374"/>
                </a:lnTo>
                <a:lnTo>
                  <a:pt x="94459" y="13439"/>
                </a:lnTo>
                <a:lnTo>
                  <a:pt x="94465" y="13505"/>
                </a:lnTo>
                <a:lnTo>
                  <a:pt x="94471" y="13571"/>
                </a:lnTo>
                <a:lnTo>
                  <a:pt x="94476" y="13638"/>
                </a:lnTo>
                <a:lnTo>
                  <a:pt x="94480" y="13706"/>
                </a:lnTo>
                <a:lnTo>
                  <a:pt x="94483" y="13774"/>
                </a:lnTo>
                <a:lnTo>
                  <a:pt x="94486" y="13843"/>
                </a:lnTo>
                <a:lnTo>
                  <a:pt x="94488" y="13913"/>
                </a:lnTo>
                <a:lnTo>
                  <a:pt x="94490" y="13983"/>
                </a:lnTo>
                <a:lnTo>
                  <a:pt x="94491" y="14054"/>
                </a:lnTo>
                <a:lnTo>
                  <a:pt x="94491" y="14126"/>
                </a:lnTo>
                <a:lnTo>
                  <a:pt x="94491" y="15292"/>
                </a:lnTo>
                <a:lnTo>
                  <a:pt x="92419" y="15292"/>
                </a:lnTo>
                <a:lnTo>
                  <a:pt x="92273" y="15292"/>
                </a:lnTo>
                <a:lnTo>
                  <a:pt x="92129" y="15294"/>
                </a:lnTo>
                <a:lnTo>
                  <a:pt x="91986" y="15297"/>
                </a:lnTo>
                <a:lnTo>
                  <a:pt x="91844" y="15300"/>
                </a:lnTo>
                <a:lnTo>
                  <a:pt x="91703" y="15305"/>
                </a:lnTo>
                <a:lnTo>
                  <a:pt x="91564" y="15311"/>
                </a:lnTo>
                <a:lnTo>
                  <a:pt x="91425" y="15318"/>
                </a:lnTo>
                <a:lnTo>
                  <a:pt x="91288" y="15326"/>
                </a:lnTo>
                <a:lnTo>
                  <a:pt x="91152" y="15335"/>
                </a:lnTo>
                <a:lnTo>
                  <a:pt x="91018" y="15346"/>
                </a:lnTo>
                <a:lnTo>
                  <a:pt x="90884" y="15357"/>
                </a:lnTo>
                <a:lnTo>
                  <a:pt x="90752" y="15369"/>
                </a:lnTo>
                <a:lnTo>
                  <a:pt x="90621" y="15383"/>
                </a:lnTo>
                <a:lnTo>
                  <a:pt x="90491" y="15397"/>
                </a:lnTo>
                <a:lnTo>
                  <a:pt x="90363" y="15413"/>
                </a:lnTo>
                <a:lnTo>
                  <a:pt x="90235" y="15430"/>
                </a:lnTo>
                <a:lnTo>
                  <a:pt x="90109" y="15447"/>
                </a:lnTo>
                <a:lnTo>
                  <a:pt x="89984" y="15466"/>
                </a:lnTo>
                <a:lnTo>
                  <a:pt x="89861" y="15486"/>
                </a:lnTo>
                <a:lnTo>
                  <a:pt x="89738" y="15507"/>
                </a:lnTo>
                <a:lnTo>
                  <a:pt x="89617" y="15529"/>
                </a:lnTo>
                <a:lnTo>
                  <a:pt x="89497" y="15552"/>
                </a:lnTo>
                <a:lnTo>
                  <a:pt x="89378" y="15577"/>
                </a:lnTo>
                <a:lnTo>
                  <a:pt x="89260" y="15602"/>
                </a:lnTo>
                <a:lnTo>
                  <a:pt x="89144" y="15628"/>
                </a:lnTo>
                <a:lnTo>
                  <a:pt x="89029" y="15656"/>
                </a:lnTo>
                <a:lnTo>
                  <a:pt x="88916" y="15684"/>
                </a:lnTo>
                <a:lnTo>
                  <a:pt x="88805" y="15714"/>
                </a:lnTo>
                <a:lnTo>
                  <a:pt x="88694" y="15745"/>
                </a:lnTo>
                <a:lnTo>
                  <a:pt x="88586" y="15776"/>
                </a:lnTo>
                <a:lnTo>
                  <a:pt x="88478" y="15809"/>
                </a:lnTo>
                <a:lnTo>
                  <a:pt x="88373" y="15843"/>
                </a:lnTo>
                <a:lnTo>
                  <a:pt x="88269" y="15878"/>
                </a:lnTo>
                <a:lnTo>
                  <a:pt x="88166" y="15914"/>
                </a:lnTo>
                <a:lnTo>
                  <a:pt x="88065" y="15951"/>
                </a:lnTo>
                <a:lnTo>
                  <a:pt x="87965" y="15990"/>
                </a:lnTo>
                <a:lnTo>
                  <a:pt x="87867" y="16029"/>
                </a:lnTo>
                <a:lnTo>
                  <a:pt x="87770" y="16069"/>
                </a:lnTo>
                <a:lnTo>
                  <a:pt x="87675" y="16111"/>
                </a:lnTo>
                <a:lnTo>
                  <a:pt x="87582" y="16153"/>
                </a:lnTo>
                <a:lnTo>
                  <a:pt x="87490" y="16197"/>
                </a:lnTo>
                <a:lnTo>
                  <a:pt x="87399" y="16242"/>
                </a:lnTo>
                <a:lnTo>
                  <a:pt x="87310" y="16287"/>
                </a:lnTo>
                <a:lnTo>
                  <a:pt x="87222" y="16334"/>
                </a:lnTo>
                <a:lnTo>
                  <a:pt x="87136" y="16382"/>
                </a:lnTo>
                <a:lnTo>
                  <a:pt x="87052" y="16431"/>
                </a:lnTo>
                <a:lnTo>
                  <a:pt x="86969" y="16481"/>
                </a:lnTo>
                <a:lnTo>
                  <a:pt x="86887" y="16533"/>
                </a:lnTo>
                <a:lnTo>
                  <a:pt x="86807" y="16585"/>
                </a:lnTo>
                <a:lnTo>
                  <a:pt x="86729" y="16638"/>
                </a:lnTo>
                <a:lnTo>
                  <a:pt x="86652" y="16693"/>
                </a:lnTo>
                <a:lnTo>
                  <a:pt x="86577" y="16748"/>
                </a:lnTo>
                <a:lnTo>
                  <a:pt x="86503" y="16805"/>
                </a:lnTo>
                <a:lnTo>
                  <a:pt x="86431" y="16863"/>
                </a:lnTo>
                <a:lnTo>
                  <a:pt x="86360" y="16922"/>
                </a:lnTo>
                <a:lnTo>
                  <a:pt x="86291" y="16982"/>
                </a:lnTo>
                <a:lnTo>
                  <a:pt x="86224" y="17043"/>
                </a:lnTo>
                <a:lnTo>
                  <a:pt x="86158" y="17105"/>
                </a:lnTo>
                <a:lnTo>
                  <a:pt x="86094" y="17168"/>
                </a:lnTo>
                <a:lnTo>
                  <a:pt x="86031" y="17233"/>
                </a:lnTo>
                <a:lnTo>
                  <a:pt x="85970" y="17298"/>
                </a:lnTo>
                <a:lnTo>
                  <a:pt x="85910" y="17365"/>
                </a:lnTo>
                <a:lnTo>
                  <a:pt x="85852" y="17433"/>
                </a:lnTo>
                <a:lnTo>
                  <a:pt x="85795" y="17502"/>
                </a:lnTo>
                <a:lnTo>
                  <a:pt x="85740" y="17572"/>
                </a:lnTo>
                <a:lnTo>
                  <a:pt x="85687" y="17643"/>
                </a:lnTo>
                <a:lnTo>
                  <a:pt x="85635" y="17715"/>
                </a:lnTo>
                <a:lnTo>
                  <a:pt x="85585" y="17788"/>
                </a:lnTo>
                <a:lnTo>
                  <a:pt x="85536" y="17863"/>
                </a:lnTo>
                <a:lnTo>
                  <a:pt x="85489" y="17938"/>
                </a:lnTo>
                <a:lnTo>
                  <a:pt x="85444" y="18015"/>
                </a:lnTo>
                <a:lnTo>
                  <a:pt x="85400" y="18093"/>
                </a:lnTo>
                <a:lnTo>
                  <a:pt x="85358" y="18171"/>
                </a:lnTo>
                <a:lnTo>
                  <a:pt x="85317" y="18251"/>
                </a:lnTo>
                <a:lnTo>
                  <a:pt x="85278" y="18333"/>
                </a:lnTo>
                <a:lnTo>
                  <a:pt x="85242" y="18415"/>
                </a:lnTo>
                <a:lnTo>
                  <a:pt x="85206" y="18498"/>
                </a:lnTo>
                <a:lnTo>
                  <a:pt x="85173" y="18583"/>
                </a:lnTo>
                <a:lnTo>
                  <a:pt x="85142" y="18669"/>
                </a:lnTo>
                <a:lnTo>
                  <a:pt x="85112" y="18756"/>
                </a:lnTo>
                <a:lnTo>
                  <a:pt x="85084" y="18844"/>
                </a:lnTo>
                <a:lnTo>
                  <a:pt x="85058" y="18933"/>
                </a:lnTo>
                <a:lnTo>
                  <a:pt x="85034" y="19024"/>
                </a:lnTo>
                <a:lnTo>
                  <a:pt x="85011" y="19115"/>
                </a:lnTo>
                <a:lnTo>
                  <a:pt x="84991" y="19208"/>
                </a:lnTo>
                <a:lnTo>
                  <a:pt x="84972" y="19302"/>
                </a:lnTo>
                <a:lnTo>
                  <a:pt x="84955" y="19397"/>
                </a:lnTo>
                <a:lnTo>
                  <a:pt x="84939" y="19494"/>
                </a:lnTo>
                <a:lnTo>
                  <a:pt x="84926" y="19591"/>
                </a:lnTo>
                <a:lnTo>
                  <a:pt x="84914" y="19690"/>
                </a:lnTo>
                <a:lnTo>
                  <a:pt x="84904" y="19789"/>
                </a:lnTo>
                <a:lnTo>
                  <a:pt x="84896" y="19890"/>
                </a:lnTo>
                <a:lnTo>
                  <a:pt x="84890" y="19993"/>
                </a:lnTo>
                <a:lnTo>
                  <a:pt x="84885" y="20096"/>
                </a:lnTo>
                <a:lnTo>
                  <a:pt x="84883" y="20200"/>
                </a:lnTo>
                <a:lnTo>
                  <a:pt x="84882" y="20306"/>
                </a:lnTo>
                <a:lnTo>
                  <a:pt x="84882" y="20396"/>
                </a:lnTo>
                <a:lnTo>
                  <a:pt x="84884" y="20486"/>
                </a:lnTo>
                <a:lnTo>
                  <a:pt x="84888" y="20575"/>
                </a:lnTo>
                <a:lnTo>
                  <a:pt x="84892" y="20663"/>
                </a:lnTo>
                <a:lnTo>
                  <a:pt x="84898" y="20750"/>
                </a:lnTo>
                <a:lnTo>
                  <a:pt x="84905" y="20836"/>
                </a:lnTo>
                <a:lnTo>
                  <a:pt x="84914" y="20922"/>
                </a:lnTo>
                <a:lnTo>
                  <a:pt x="84924" y="21007"/>
                </a:lnTo>
                <a:lnTo>
                  <a:pt x="84935" y="21091"/>
                </a:lnTo>
                <a:lnTo>
                  <a:pt x="84947" y="21174"/>
                </a:lnTo>
                <a:lnTo>
                  <a:pt x="84961" y="21256"/>
                </a:lnTo>
                <a:lnTo>
                  <a:pt x="84976" y="21338"/>
                </a:lnTo>
                <a:lnTo>
                  <a:pt x="84992" y="21418"/>
                </a:lnTo>
                <a:lnTo>
                  <a:pt x="85010" y="21498"/>
                </a:lnTo>
                <a:lnTo>
                  <a:pt x="85029" y="21577"/>
                </a:lnTo>
                <a:lnTo>
                  <a:pt x="85049" y="21655"/>
                </a:lnTo>
                <a:lnTo>
                  <a:pt x="85070" y="21733"/>
                </a:lnTo>
                <a:lnTo>
                  <a:pt x="85093" y="21809"/>
                </a:lnTo>
                <a:lnTo>
                  <a:pt x="85117" y="21885"/>
                </a:lnTo>
                <a:lnTo>
                  <a:pt x="85143" y="21960"/>
                </a:lnTo>
                <a:lnTo>
                  <a:pt x="85170" y="22034"/>
                </a:lnTo>
                <a:lnTo>
                  <a:pt x="85198" y="22108"/>
                </a:lnTo>
                <a:lnTo>
                  <a:pt x="85227" y="22180"/>
                </a:lnTo>
                <a:lnTo>
                  <a:pt x="85258" y="22252"/>
                </a:lnTo>
                <a:lnTo>
                  <a:pt x="85290" y="22323"/>
                </a:lnTo>
                <a:lnTo>
                  <a:pt x="85323" y="22392"/>
                </a:lnTo>
                <a:lnTo>
                  <a:pt x="85357" y="22461"/>
                </a:lnTo>
                <a:lnTo>
                  <a:pt x="85392" y="22529"/>
                </a:lnTo>
                <a:lnTo>
                  <a:pt x="85428" y="22596"/>
                </a:lnTo>
                <a:lnTo>
                  <a:pt x="85465" y="22663"/>
                </a:lnTo>
                <a:lnTo>
                  <a:pt x="85503" y="22728"/>
                </a:lnTo>
                <a:lnTo>
                  <a:pt x="85542" y="22792"/>
                </a:lnTo>
                <a:lnTo>
                  <a:pt x="85582" y="22855"/>
                </a:lnTo>
                <a:lnTo>
                  <a:pt x="85623" y="22918"/>
                </a:lnTo>
                <a:lnTo>
                  <a:pt x="85666" y="22979"/>
                </a:lnTo>
                <a:lnTo>
                  <a:pt x="85709" y="23040"/>
                </a:lnTo>
                <a:lnTo>
                  <a:pt x="85753" y="23099"/>
                </a:lnTo>
                <a:lnTo>
                  <a:pt x="85799" y="23158"/>
                </a:lnTo>
                <a:lnTo>
                  <a:pt x="85845" y="23216"/>
                </a:lnTo>
                <a:lnTo>
                  <a:pt x="85893" y="23273"/>
                </a:lnTo>
                <a:lnTo>
                  <a:pt x="85941" y="23329"/>
                </a:lnTo>
                <a:lnTo>
                  <a:pt x="85991" y="23383"/>
                </a:lnTo>
                <a:lnTo>
                  <a:pt x="86042" y="23438"/>
                </a:lnTo>
                <a:lnTo>
                  <a:pt x="86093" y="23491"/>
                </a:lnTo>
                <a:lnTo>
                  <a:pt x="86146" y="23543"/>
                </a:lnTo>
                <a:lnTo>
                  <a:pt x="86200" y="23594"/>
                </a:lnTo>
                <a:lnTo>
                  <a:pt x="86255" y="23644"/>
                </a:lnTo>
                <a:lnTo>
                  <a:pt x="86311" y="23694"/>
                </a:lnTo>
                <a:lnTo>
                  <a:pt x="86368" y="23742"/>
                </a:lnTo>
                <a:lnTo>
                  <a:pt x="86425" y="23790"/>
                </a:lnTo>
                <a:lnTo>
                  <a:pt x="86484" y="23836"/>
                </a:lnTo>
                <a:lnTo>
                  <a:pt x="86544" y="23882"/>
                </a:lnTo>
                <a:lnTo>
                  <a:pt x="86605" y="23926"/>
                </a:lnTo>
                <a:lnTo>
                  <a:pt x="86667" y="23970"/>
                </a:lnTo>
                <a:lnTo>
                  <a:pt x="86730" y="24013"/>
                </a:lnTo>
                <a:lnTo>
                  <a:pt x="86793" y="24054"/>
                </a:lnTo>
                <a:lnTo>
                  <a:pt x="86858" y="24095"/>
                </a:lnTo>
                <a:lnTo>
                  <a:pt x="86924" y="24135"/>
                </a:lnTo>
                <a:lnTo>
                  <a:pt x="86991" y="24174"/>
                </a:lnTo>
                <a:lnTo>
                  <a:pt x="87059" y="24212"/>
                </a:lnTo>
                <a:lnTo>
                  <a:pt x="87127" y="24248"/>
                </a:lnTo>
                <a:lnTo>
                  <a:pt x="87197" y="24284"/>
                </a:lnTo>
                <a:lnTo>
                  <a:pt x="87268" y="24319"/>
                </a:lnTo>
                <a:lnTo>
                  <a:pt x="87339" y="24353"/>
                </a:lnTo>
                <a:lnTo>
                  <a:pt x="87412" y="24386"/>
                </a:lnTo>
                <a:lnTo>
                  <a:pt x="87486" y="24419"/>
                </a:lnTo>
                <a:lnTo>
                  <a:pt x="87560" y="24450"/>
                </a:lnTo>
                <a:lnTo>
                  <a:pt x="87636" y="24480"/>
                </a:lnTo>
                <a:lnTo>
                  <a:pt x="87713" y="24509"/>
                </a:lnTo>
                <a:lnTo>
                  <a:pt x="87790" y="24537"/>
                </a:lnTo>
                <a:lnTo>
                  <a:pt x="87869" y="24565"/>
                </a:lnTo>
                <a:lnTo>
                  <a:pt x="87948" y="24591"/>
                </a:lnTo>
                <a:lnTo>
                  <a:pt x="88029" y="24616"/>
                </a:lnTo>
                <a:lnTo>
                  <a:pt x="88110" y="24641"/>
                </a:lnTo>
                <a:lnTo>
                  <a:pt x="88192" y="24664"/>
                </a:lnTo>
                <a:lnTo>
                  <a:pt x="88275" y="24686"/>
                </a:lnTo>
                <a:lnTo>
                  <a:pt x="88359" y="24707"/>
                </a:lnTo>
                <a:lnTo>
                  <a:pt x="88443" y="24727"/>
                </a:lnTo>
                <a:lnTo>
                  <a:pt x="88528" y="24746"/>
                </a:lnTo>
                <a:lnTo>
                  <a:pt x="88614" y="24763"/>
                </a:lnTo>
                <a:lnTo>
                  <a:pt x="88701" y="24780"/>
                </a:lnTo>
                <a:lnTo>
                  <a:pt x="88788" y="24796"/>
                </a:lnTo>
                <a:lnTo>
                  <a:pt x="88877" y="24810"/>
                </a:lnTo>
                <a:lnTo>
                  <a:pt x="88966" y="24824"/>
                </a:lnTo>
                <a:lnTo>
                  <a:pt x="89056" y="24836"/>
                </a:lnTo>
                <a:lnTo>
                  <a:pt x="89146" y="24847"/>
                </a:lnTo>
                <a:lnTo>
                  <a:pt x="89238" y="24858"/>
                </a:lnTo>
                <a:lnTo>
                  <a:pt x="89330" y="24867"/>
                </a:lnTo>
                <a:lnTo>
                  <a:pt x="89423" y="24875"/>
                </a:lnTo>
                <a:lnTo>
                  <a:pt x="89517" y="24882"/>
                </a:lnTo>
                <a:lnTo>
                  <a:pt x="89611" y="24888"/>
                </a:lnTo>
                <a:lnTo>
                  <a:pt x="89707" y="24893"/>
                </a:lnTo>
                <a:lnTo>
                  <a:pt x="89803" y="24896"/>
                </a:lnTo>
                <a:lnTo>
                  <a:pt x="89900" y="24899"/>
                </a:lnTo>
                <a:lnTo>
                  <a:pt x="89997" y="24901"/>
                </a:lnTo>
                <a:lnTo>
                  <a:pt x="90096" y="24901"/>
                </a:lnTo>
                <a:lnTo>
                  <a:pt x="90209" y="24900"/>
                </a:lnTo>
                <a:lnTo>
                  <a:pt x="90321" y="24897"/>
                </a:lnTo>
                <a:lnTo>
                  <a:pt x="90432" y="24892"/>
                </a:lnTo>
                <a:lnTo>
                  <a:pt x="90543" y="24885"/>
                </a:lnTo>
                <a:lnTo>
                  <a:pt x="90654" y="24875"/>
                </a:lnTo>
                <a:lnTo>
                  <a:pt x="90764" y="24864"/>
                </a:lnTo>
                <a:lnTo>
                  <a:pt x="90874" y="24851"/>
                </a:lnTo>
                <a:lnTo>
                  <a:pt x="90983" y="24835"/>
                </a:lnTo>
                <a:lnTo>
                  <a:pt x="91091" y="24818"/>
                </a:lnTo>
                <a:lnTo>
                  <a:pt x="91199" y="24798"/>
                </a:lnTo>
                <a:lnTo>
                  <a:pt x="91307" y="24777"/>
                </a:lnTo>
                <a:lnTo>
                  <a:pt x="91414" y="24753"/>
                </a:lnTo>
                <a:lnTo>
                  <a:pt x="91521" y="24727"/>
                </a:lnTo>
                <a:lnTo>
                  <a:pt x="91627" y="24699"/>
                </a:lnTo>
                <a:lnTo>
                  <a:pt x="91733" y="24669"/>
                </a:lnTo>
                <a:lnTo>
                  <a:pt x="91838" y="24638"/>
                </a:lnTo>
                <a:lnTo>
                  <a:pt x="91942" y="24604"/>
                </a:lnTo>
                <a:lnTo>
                  <a:pt x="92047" y="24567"/>
                </a:lnTo>
                <a:lnTo>
                  <a:pt x="92150" y="24529"/>
                </a:lnTo>
                <a:lnTo>
                  <a:pt x="92253" y="24489"/>
                </a:lnTo>
                <a:lnTo>
                  <a:pt x="92356" y="24447"/>
                </a:lnTo>
                <a:lnTo>
                  <a:pt x="92458" y="24403"/>
                </a:lnTo>
                <a:lnTo>
                  <a:pt x="92560" y="24356"/>
                </a:lnTo>
                <a:lnTo>
                  <a:pt x="92661" y="24308"/>
                </a:lnTo>
                <a:lnTo>
                  <a:pt x="92762" y="24258"/>
                </a:lnTo>
                <a:lnTo>
                  <a:pt x="92862" y="24206"/>
                </a:lnTo>
                <a:lnTo>
                  <a:pt x="92961" y="24152"/>
                </a:lnTo>
                <a:lnTo>
                  <a:pt x="93059" y="24097"/>
                </a:lnTo>
                <a:lnTo>
                  <a:pt x="93156" y="24041"/>
                </a:lnTo>
                <a:lnTo>
                  <a:pt x="93253" y="23983"/>
                </a:lnTo>
                <a:lnTo>
                  <a:pt x="93349" y="23923"/>
                </a:lnTo>
                <a:lnTo>
                  <a:pt x="93444" y="23861"/>
                </a:lnTo>
                <a:lnTo>
                  <a:pt x="93538" y="23798"/>
                </a:lnTo>
                <a:lnTo>
                  <a:pt x="93632" y="23734"/>
                </a:lnTo>
                <a:lnTo>
                  <a:pt x="93725" y="23668"/>
                </a:lnTo>
                <a:lnTo>
                  <a:pt x="93817" y="23600"/>
                </a:lnTo>
                <a:lnTo>
                  <a:pt x="93908" y="23530"/>
                </a:lnTo>
                <a:lnTo>
                  <a:pt x="93998" y="23459"/>
                </a:lnTo>
                <a:lnTo>
                  <a:pt x="94088" y="23387"/>
                </a:lnTo>
                <a:lnTo>
                  <a:pt x="94177" y="23313"/>
                </a:lnTo>
                <a:lnTo>
                  <a:pt x="94265" y="23237"/>
                </a:lnTo>
                <a:lnTo>
                  <a:pt x="94352" y="23159"/>
                </a:lnTo>
                <a:lnTo>
                  <a:pt x="94438" y="23081"/>
                </a:lnTo>
                <a:lnTo>
                  <a:pt x="94524" y="23000"/>
                </a:lnTo>
                <a:lnTo>
                  <a:pt x="94609" y="22918"/>
                </a:lnTo>
                <a:lnTo>
                  <a:pt x="94693" y="22834"/>
                </a:lnTo>
                <a:lnTo>
                  <a:pt x="94776" y="22749"/>
                </a:lnTo>
                <a:lnTo>
                  <a:pt x="94859" y="22662"/>
                </a:lnTo>
                <a:lnTo>
                  <a:pt x="94859" y="24166"/>
                </a:lnTo>
                <a:lnTo>
                  <a:pt x="94859" y="24182"/>
                </a:lnTo>
                <a:lnTo>
                  <a:pt x="94860" y="24199"/>
                </a:lnTo>
                <a:lnTo>
                  <a:pt x="94861" y="24214"/>
                </a:lnTo>
                <a:lnTo>
                  <a:pt x="94862" y="24230"/>
                </a:lnTo>
                <a:lnTo>
                  <a:pt x="94864" y="24245"/>
                </a:lnTo>
                <a:lnTo>
                  <a:pt x="94866" y="24260"/>
                </a:lnTo>
                <a:lnTo>
                  <a:pt x="94869" y="24274"/>
                </a:lnTo>
                <a:lnTo>
                  <a:pt x="94872" y="24288"/>
                </a:lnTo>
                <a:lnTo>
                  <a:pt x="94875" y="24302"/>
                </a:lnTo>
                <a:lnTo>
                  <a:pt x="94879" y="24316"/>
                </a:lnTo>
                <a:lnTo>
                  <a:pt x="94884" y="24329"/>
                </a:lnTo>
                <a:lnTo>
                  <a:pt x="94888" y="24341"/>
                </a:lnTo>
                <a:lnTo>
                  <a:pt x="94893" y="24354"/>
                </a:lnTo>
                <a:lnTo>
                  <a:pt x="94899" y="24366"/>
                </a:lnTo>
                <a:lnTo>
                  <a:pt x="94905" y="24377"/>
                </a:lnTo>
                <a:lnTo>
                  <a:pt x="94911" y="24389"/>
                </a:lnTo>
                <a:lnTo>
                  <a:pt x="94918" y="24400"/>
                </a:lnTo>
                <a:lnTo>
                  <a:pt x="94925" y="24410"/>
                </a:lnTo>
                <a:lnTo>
                  <a:pt x="94932" y="24421"/>
                </a:lnTo>
                <a:lnTo>
                  <a:pt x="94940" y="24430"/>
                </a:lnTo>
                <a:lnTo>
                  <a:pt x="94949" y="24440"/>
                </a:lnTo>
                <a:lnTo>
                  <a:pt x="94957" y="24449"/>
                </a:lnTo>
                <a:lnTo>
                  <a:pt x="94966" y="24458"/>
                </a:lnTo>
                <a:lnTo>
                  <a:pt x="94976" y="24467"/>
                </a:lnTo>
                <a:lnTo>
                  <a:pt x="94986" y="24475"/>
                </a:lnTo>
                <a:lnTo>
                  <a:pt x="94996" y="24483"/>
                </a:lnTo>
                <a:lnTo>
                  <a:pt x="95007" y="24491"/>
                </a:lnTo>
                <a:lnTo>
                  <a:pt x="95019" y="24499"/>
                </a:lnTo>
                <a:lnTo>
                  <a:pt x="95031" y="24506"/>
                </a:lnTo>
                <a:lnTo>
                  <a:pt x="95043" y="24514"/>
                </a:lnTo>
                <a:lnTo>
                  <a:pt x="95056" y="24521"/>
                </a:lnTo>
                <a:lnTo>
                  <a:pt x="95070" y="24528"/>
                </a:lnTo>
                <a:lnTo>
                  <a:pt x="95084" y="24535"/>
                </a:lnTo>
                <a:lnTo>
                  <a:pt x="95098" y="24542"/>
                </a:lnTo>
                <a:lnTo>
                  <a:pt x="95113" y="24548"/>
                </a:lnTo>
                <a:lnTo>
                  <a:pt x="95128" y="24554"/>
                </a:lnTo>
                <a:lnTo>
                  <a:pt x="95144" y="24561"/>
                </a:lnTo>
                <a:lnTo>
                  <a:pt x="95161" y="24567"/>
                </a:lnTo>
                <a:lnTo>
                  <a:pt x="95178" y="24572"/>
                </a:lnTo>
                <a:lnTo>
                  <a:pt x="95195" y="24578"/>
                </a:lnTo>
                <a:lnTo>
                  <a:pt x="95213" y="24584"/>
                </a:lnTo>
                <a:lnTo>
                  <a:pt x="95231" y="24589"/>
                </a:lnTo>
                <a:lnTo>
                  <a:pt x="95250" y="24594"/>
                </a:lnTo>
                <a:lnTo>
                  <a:pt x="95270" y="24599"/>
                </a:lnTo>
                <a:lnTo>
                  <a:pt x="95289" y="24604"/>
                </a:lnTo>
                <a:lnTo>
                  <a:pt x="95310" y="24608"/>
                </a:lnTo>
                <a:lnTo>
                  <a:pt x="95331" y="24613"/>
                </a:lnTo>
                <a:lnTo>
                  <a:pt x="95352" y="24617"/>
                </a:lnTo>
                <a:lnTo>
                  <a:pt x="95374" y="24621"/>
                </a:lnTo>
                <a:lnTo>
                  <a:pt x="95396" y="24625"/>
                </a:lnTo>
                <a:lnTo>
                  <a:pt x="95419" y="24629"/>
                </a:lnTo>
                <a:lnTo>
                  <a:pt x="95443" y="24632"/>
                </a:lnTo>
                <a:lnTo>
                  <a:pt x="95468" y="24636"/>
                </a:lnTo>
                <a:lnTo>
                  <a:pt x="95492" y="24639"/>
                </a:lnTo>
                <a:lnTo>
                  <a:pt x="95518" y="24642"/>
                </a:lnTo>
                <a:lnTo>
                  <a:pt x="95544" y="24645"/>
                </a:lnTo>
                <a:lnTo>
                  <a:pt x="95571" y="24648"/>
                </a:lnTo>
                <a:lnTo>
                  <a:pt x="95598" y="24650"/>
                </a:lnTo>
                <a:lnTo>
                  <a:pt x="95626" y="24653"/>
                </a:lnTo>
                <a:lnTo>
                  <a:pt x="95655" y="24655"/>
                </a:lnTo>
                <a:lnTo>
                  <a:pt x="95684" y="24657"/>
                </a:lnTo>
                <a:lnTo>
                  <a:pt x="95714" y="24659"/>
                </a:lnTo>
                <a:lnTo>
                  <a:pt x="95744" y="24660"/>
                </a:lnTo>
                <a:lnTo>
                  <a:pt x="95775" y="24662"/>
                </a:lnTo>
                <a:lnTo>
                  <a:pt x="95807" y="24663"/>
                </a:lnTo>
                <a:lnTo>
                  <a:pt x="95839" y="24664"/>
                </a:lnTo>
                <a:lnTo>
                  <a:pt x="95872" y="24665"/>
                </a:lnTo>
                <a:lnTo>
                  <a:pt x="95906" y="24666"/>
                </a:lnTo>
                <a:lnTo>
                  <a:pt x="95940" y="24666"/>
                </a:lnTo>
                <a:lnTo>
                  <a:pt x="95974" y="24667"/>
                </a:lnTo>
                <a:lnTo>
                  <a:pt x="96010" y="24667"/>
                </a:lnTo>
                <a:lnTo>
                  <a:pt x="96046" y="24667"/>
                </a:lnTo>
                <a:lnTo>
                  <a:pt x="96083" y="24667"/>
                </a:lnTo>
                <a:lnTo>
                  <a:pt x="96119" y="24667"/>
                </a:lnTo>
                <a:lnTo>
                  <a:pt x="96155" y="24666"/>
                </a:lnTo>
                <a:lnTo>
                  <a:pt x="96190" y="24666"/>
                </a:lnTo>
                <a:lnTo>
                  <a:pt x="96224" y="24665"/>
                </a:lnTo>
                <a:lnTo>
                  <a:pt x="96258" y="24664"/>
                </a:lnTo>
                <a:lnTo>
                  <a:pt x="96290" y="24663"/>
                </a:lnTo>
                <a:lnTo>
                  <a:pt x="96322" y="24662"/>
                </a:lnTo>
                <a:lnTo>
                  <a:pt x="96353" y="24660"/>
                </a:lnTo>
                <a:lnTo>
                  <a:pt x="96384" y="24659"/>
                </a:lnTo>
                <a:lnTo>
                  <a:pt x="96414" y="24657"/>
                </a:lnTo>
                <a:lnTo>
                  <a:pt x="96442" y="24655"/>
                </a:lnTo>
                <a:lnTo>
                  <a:pt x="96471" y="24653"/>
                </a:lnTo>
                <a:lnTo>
                  <a:pt x="96498" y="24650"/>
                </a:lnTo>
                <a:lnTo>
                  <a:pt x="96525" y="24648"/>
                </a:lnTo>
                <a:lnTo>
                  <a:pt x="96551" y="24645"/>
                </a:lnTo>
                <a:lnTo>
                  <a:pt x="96576" y="24642"/>
                </a:lnTo>
                <a:lnTo>
                  <a:pt x="96600" y="24639"/>
                </a:lnTo>
                <a:lnTo>
                  <a:pt x="96624" y="24636"/>
                </a:lnTo>
                <a:lnTo>
                  <a:pt x="96647" y="24632"/>
                </a:lnTo>
                <a:lnTo>
                  <a:pt x="96669" y="24629"/>
                </a:lnTo>
                <a:lnTo>
                  <a:pt x="96690" y="24625"/>
                </a:lnTo>
                <a:lnTo>
                  <a:pt x="96711" y="24621"/>
                </a:lnTo>
                <a:lnTo>
                  <a:pt x="96731" y="24617"/>
                </a:lnTo>
                <a:lnTo>
                  <a:pt x="96750" y="24613"/>
                </a:lnTo>
                <a:lnTo>
                  <a:pt x="96769" y="24608"/>
                </a:lnTo>
                <a:lnTo>
                  <a:pt x="96788" y="24604"/>
                </a:lnTo>
                <a:lnTo>
                  <a:pt x="96806" y="24599"/>
                </a:lnTo>
                <a:lnTo>
                  <a:pt x="96824" y="24594"/>
                </a:lnTo>
                <a:lnTo>
                  <a:pt x="96841" y="24589"/>
                </a:lnTo>
                <a:lnTo>
                  <a:pt x="96859" y="24584"/>
                </a:lnTo>
                <a:lnTo>
                  <a:pt x="96876" y="24578"/>
                </a:lnTo>
                <a:lnTo>
                  <a:pt x="96892" y="24572"/>
                </a:lnTo>
                <a:lnTo>
                  <a:pt x="96908" y="24567"/>
                </a:lnTo>
                <a:lnTo>
                  <a:pt x="96924" y="24561"/>
                </a:lnTo>
                <a:lnTo>
                  <a:pt x="96940" y="24554"/>
                </a:lnTo>
                <a:lnTo>
                  <a:pt x="96955" y="24548"/>
                </a:lnTo>
                <a:lnTo>
                  <a:pt x="96970" y="24542"/>
                </a:lnTo>
                <a:lnTo>
                  <a:pt x="96984" y="24535"/>
                </a:lnTo>
                <a:lnTo>
                  <a:pt x="96998" y="24528"/>
                </a:lnTo>
                <a:lnTo>
                  <a:pt x="97012" y="24521"/>
                </a:lnTo>
                <a:lnTo>
                  <a:pt x="97025" y="24514"/>
                </a:lnTo>
                <a:lnTo>
                  <a:pt x="97038" y="24506"/>
                </a:lnTo>
                <a:lnTo>
                  <a:pt x="97051" y="24499"/>
                </a:lnTo>
                <a:lnTo>
                  <a:pt x="97063" y="24491"/>
                </a:lnTo>
                <a:lnTo>
                  <a:pt x="97075" y="24483"/>
                </a:lnTo>
                <a:lnTo>
                  <a:pt x="97087" y="24475"/>
                </a:lnTo>
                <a:lnTo>
                  <a:pt x="97098" y="24467"/>
                </a:lnTo>
                <a:lnTo>
                  <a:pt x="97109" y="24458"/>
                </a:lnTo>
                <a:lnTo>
                  <a:pt x="97120" y="24449"/>
                </a:lnTo>
                <a:lnTo>
                  <a:pt x="97130" y="24440"/>
                </a:lnTo>
                <a:lnTo>
                  <a:pt x="97139" y="24430"/>
                </a:lnTo>
                <a:lnTo>
                  <a:pt x="97148" y="24421"/>
                </a:lnTo>
                <a:lnTo>
                  <a:pt x="97157" y="24410"/>
                </a:lnTo>
                <a:lnTo>
                  <a:pt x="97165" y="24400"/>
                </a:lnTo>
                <a:lnTo>
                  <a:pt x="97173" y="24389"/>
                </a:lnTo>
                <a:lnTo>
                  <a:pt x="97180" y="24377"/>
                </a:lnTo>
                <a:lnTo>
                  <a:pt x="97187" y="24366"/>
                </a:lnTo>
                <a:lnTo>
                  <a:pt x="97193" y="24354"/>
                </a:lnTo>
                <a:lnTo>
                  <a:pt x="97199" y="24341"/>
                </a:lnTo>
                <a:lnTo>
                  <a:pt x="97204" y="24329"/>
                </a:lnTo>
                <a:lnTo>
                  <a:pt x="97209" y="24316"/>
                </a:lnTo>
                <a:lnTo>
                  <a:pt x="97213" y="24302"/>
                </a:lnTo>
                <a:lnTo>
                  <a:pt x="97217" y="24288"/>
                </a:lnTo>
                <a:lnTo>
                  <a:pt x="97221" y="24274"/>
                </a:lnTo>
                <a:lnTo>
                  <a:pt x="97224" y="24260"/>
                </a:lnTo>
                <a:lnTo>
                  <a:pt x="97226" y="24245"/>
                </a:lnTo>
                <a:lnTo>
                  <a:pt x="97228" y="24230"/>
                </a:lnTo>
                <a:lnTo>
                  <a:pt x="97230" y="24214"/>
                </a:lnTo>
                <a:lnTo>
                  <a:pt x="97231" y="24199"/>
                </a:lnTo>
                <a:lnTo>
                  <a:pt x="97232" y="24182"/>
                </a:lnTo>
                <a:lnTo>
                  <a:pt x="97232" y="24166"/>
                </a:lnTo>
                <a:lnTo>
                  <a:pt x="97232" y="14022"/>
                </a:lnTo>
                <a:lnTo>
                  <a:pt x="97232" y="13905"/>
                </a:lnTo>
                <a:lnTo>
                  <a:pt x="97230" y="13790"/>
                </a:lnTo>
                <a:lnTo>
                  <a:pt x="97227" y="13676"/>
                </a:lnTo>
                <a:lnTo>
                  <a:pt x="97223" y="13563"/>
                </a:lnTo>
                <a:lnTo>
                  <a:pt x="97218" y="13452"/>
                </a:lnTo>
                <a:close/>
                <a:moveTo>
                  <a:pt x="94071" y="20943"/>
                </a:moveTo>
                <a:lnTo>
                  <a:pt x="93987" y="21027"/>
                </a:lnTo>
                <a:lnTo>
                  <a:pt x="93904" y="21109"/>
                </a:lnTo>
                <a:lnTo>
                  <a:pt x="93822" y="21189"/>
                </a:lnTo>
                <a:lnTo>
                  <a:pt x="93740" y="21267"/>
                </a:lnTo>
                <a:lnTo>
                  <a:pt x="93658" y="21343"/>
                </a:lnTo>
                <a:lnTo>
                  <a:pt x="93576" y="21417"/>
                </a:lnTo>
                <a:lnTo>
                  <a:pt x="93495" y="21489"/>
                </a:lnTo>
                <a:lnTo>
                  <a:pt x="93414" y="21558"/>
                </a:lnTo>
                <a:lnTo>
                  <a:pt x="93333" y="21626"/>
                </a:lnTo>
                <a:lnTo>
                  <a:pt x="93253" y="21692"/>
                </a:lnTo>
                <a:lnTo>
                  <a:pt x="93173" y="21755"/>
                </a:lnTo>
                <a:lnTo>
                  <a:pt x="93093" y="21817"/>
                </a:lnTo>
                <a:lnTo>
                  <a:pt x="93014" y="21876"/>
                </a:lnTo>
                <a:lnTo>
                  <a:pt x="92935" y="21934"/>
                </a:lnTo>
                <a:lnTo>
                  <a:pt x="92856" y="21989"/>
                </a:lnTo>
                <a:lnTo>
                  <a:pt x="92778" y="22043"/>
                </a:lnTo>
                <a:lnTo>
                  <a:pt x="92700" y="22094"/>
                </a:lnTo>
                <a:lnTo>
                  <a:pt x="92622" y="22143"/>
                </a:lnTo>
                <a:lnTo>
                  <a:pt x="92544" y="22191"/>
                </a:lnTo>
                <a:lnTo>
                  <a:pt x="92467" y="22236"/>
                </a:lnTo>
                <a:lnTo>
                  <a:pt x="92389" y="22279"/>
                </a:lnTo>
                <a:lnTo>
                  <a:pt x="92310" y="22321"/>
                </a:lnTo>
                <a:lnTo>
                  <a:pt x="92231" y="22360"/>
                </a:lnTo>
                <a:lnTo>
                  <a:pt x="92151" y="22398"/>
                </a:lnTo>
                <a:lnTo>
                  <a:pt x="92071" y="22433"/>
                </a:lnTo>
                <a:lnTo>
                  <a:pt x="91990" y="22467"/>
                </a:lnTo>
                <a:lnTo>
                  <a:pt x="91908" y="22499"/>
                </a:lnTo>
                <a:lnTo>
                  <a:pt x="91826" y="22529"/>
                </a:lnTo>
                <a:lnTo>
                  <a:pt x="91744" y="22557"/>
                </a:lnTo>
                <a:lnTo>
                  <a:pt x="91661" y="22583"/>
                </a:lnTo>
                <a:lnTo>
                  <a:pt x="91577" y="22607"/>
                </a:lnTo>
                <a:lnTo>
                  <a:pt x="91493" y="22629"/>
                </a:lnTo>
                <a:lnTo>
                  <a:pt x="91408" y="22649"/>
                </a:lnTo>
                <a:lnTo>
                  <a:pt x="91323" y="22667"/>
                </a:lnTo>
                <a:lnTo>
                  <a:pt x="91237" y="22684"/>
                </a:lnTo>
                <a:lnTo>
                  <a:pt x="91151" y="22698"/>
                </a:lnTo>
                <a:lnTo>
                  <a:pt x="91064" y="22711"/>
                </a:lnTo>
                <a:lnTo>
                  <a:pt x="90976" y="22721"/>
                </a:lnTo>
                <a:lnTo>
                  <a:pt x="90888" y="22730"/>
                </a:lnTo>
                <a:lnTo>
                  <a:pt x="90800" y="22737"/>
                </a:lnTo>
                <a:lnTo>
                  <a:pt x="90710" y="22741"/>
                </a:lnTo>
                <a:lnTo>
                  <a:pt x="90621" y="22744"/>
                </a:lnTo>
                <a:lnTo>
                  <a:pt x="90531" y="22745"/>
                </a:lnTo>
                <a:lnTo>
                  <a:pt x="90420" y="22744"/>
                </a:lnTo>
                <a:lnTo>
                  <a:pt x="90312" y="22740"/>
                </a:lnTo>
                <a:lnTo>
                  <a:pt x="90206" y="22734"/>
                </a:lnTo>
                <a:lnTo>
                  <a:pt x="90101" y="22726"/>
                </a:lnTo>
                <a:lnTo>
                  <a:pt x="89999" y="22715"/>
                </a:lnTo>
                <a:lnTo>
                  <a:pt x="89899" y="22702"/>
                </a:lnTo>
                <a:lnTo>
                  <a:pt x="89801" y="22686"/>
                </a:lnTo>
                <a:lnTo>
                  <a:pt x="89705" y="22668"/>
                </a:lnTo>
                <a:lnTo>
                  <a:pt x="89611" y="22647"/>
                </a:lnTo>
                <a:lnTo>
                  <a:pt x="89519" y="22624"/>
                </a:lnTo>
                <a:lnTo>
                  <a:pt x="89430" y="22599"/>
                </a:lnTo>
                <a:lnTo>
                  <a:pt x="89342" y="22571"/>
                </a:lnTo>
                <a:lnTo>
                  <a:pt x="89256" y="22541"/>
                </a:lnTo>
                <a:lnTo>
                  <a:pt x="89173" y="22508"/>
                </a:lnTo>
                <a:lnTo>
                  <a:pt x="89091" y="22473"/>
                </a:lnTo>
                <a:lnTo>
                  <a:pt x="89012" y="22435"/>
                </a:lnTo>
                <a:lnTo>
                  <a:pt x="88934" y="22395"/>
                </a:lnTo>
                <a:lnTo>
                  <a:pt x="88859" y="22353"/>
                </a:lnTo>
                <a:lnTo>
                  <a:pt x="88785" y="22308"/>
                </a:lnTo>
                <a:lnTo>
                  <a:pt x="88714" y="22261"/>
                </a:lnTo>
                <a:lnTo>
                  <a:pt x="88645" y="22211"/>
                </a:lnTo>
                <a:lnTo>
                  <a:pt x="88578" y="22159"/>
                </a:lnTo>
                <a:lnTo>
                  <a:pt x="88513" y="22105"/>
                </a:lnTo>
                <a:lnTo>
                  <a:pt x="88450" y="22048"/>
                </a:lnTo>
                <a:lnTo>
                  <a:pt x="88389" y="21989"/>
                </a:lnTo>
                <a:lnTo>
                  <a:pt x="88331" y="21928"/>
                </a:lnTo>
                <a:lnTo>
                  <a:pt x="88276" y="21866"/>
                </a:lnTo>
                <a:lnTo>
                  <a:pt x="88223" y="21802"/>
                </a:lnTo>
                <a:lnTo>
                  <a:pt x="88172" y="21736"/>
                </a:lnTo>
                <a:lnTo>
                  <a:pt x="88124" y="21669"/>
                </a:lnTo>
                <a:lnTo>
                  <a:pt x="88079" y="21600"/>
                </a:lnTo>
                <a:lnTo>
                  <a:pt x="88037" y="21529"/>
                </a:lnTo>
                <a:lnTo>
                  <a:pt x="87997" y="21457"/>
                </a:lnTo>
                <a:lnTo>
                  <a:pt x="87959" y="21383"/>
                </a:lnTo>
                <a:lnTo>
                  <a:pt x="87924" y="21307"/>
                </a:lnTo>
                <a:lnTo>
                  <a:pt x="87892" y="21230"/>
                </a:lnTo>
                <a:lnTo>
                  <a:pt x="87862" y="21151"/>
                </a:lnTo>
                <a:lnTo>
                  <a:pt x="87835" y="21070"/>
                </a:lnTo>
                <a:lnTo>
                  <a:pt x="87811" y="20988"/>
                </a:lnTo>
                <a:lnTo>
                  <a:pt x="87789" y="20904"/>
                </a:lnTo>
                <a:lnTo>
                  <a:pt x="87769" y="20819"/>
                </a:lnTo>
                <a:lnTo>
                  <a:pt x="87753" y="20731"/>
                </a:lnTo>
                <a:lnTo>
                  <a:pt x="87738" y="20642"/>
                </a:lnTo>
                <a:lnTo>
                  <a:pt x="87727" y="20552"/>
                </a:lnTo>
                <a:lnTo>
                  <a:pt x="87718" y="20459"/>
                </a:lnTo>
                <a:lnTo>
                  <a:pt x="87711" y="20366"/>
                </a:lnTo>
                <a:lnTo>
                  <a:pt x="87707" y="20270"/>
                </a:lnTo>
                <a:lnTo>
                  <a:pt x="87706" y="20173"/>
                </a:lnTo>
                <a:lnTo>
                  <a:pt x="87707" y="20116"/>
                </a:lnTo>
                <a:lnTo>
                  <a:pt x="87708" y="20059"/>
                </a:lnTo>
                <a:lnTo>
                  <a:pt x="87710" y="20003"/>
                </a:lnTo>
                <a:lnTo>
                  <a:pt x="87713" y="19947"/>
                </a:lnTo>
                <a:lnTo>
                  <a:pt x="87717" y="19892"/>
                </a:lnTo>
                <a:lnTo>
                  <a:pt x="87722" y="19838"/>
                </a:lnTo>
                <a:lnTo>
                  <a:pt x="87728" y="19784"/>
                </a:lnTo>
                <a:lnTo>
                  <a:pt x="87735" y="19731"/>
                </a:lnTo>
                <a:lnTo>
                  <a:pt x="87743" y="19678"/>
                </a:lnTo>
                <a:lnTo>
                  <a:pt x="87751" y="19626"/>
                </a:lnTo>
                <a:lnTo>
                  <a:pt x="87761" y="19574"/>
                </a:lnTo>
                <a:lnTo>
                  <a:pt x="87771" y="19523"/>
                </a:lnTo>
                <a:lnTo>
                  <a:pt x="87782" y="19473"/>
                </a:lnTo>
                <a:lnTo>
                  <a:pt x="87794" y="19423"/>
                </a:lnTo>
                <a:lnTo>
                  <a:pt x="87807" y="19373"/>
                </a:lnTo>
                <a:lnTo>
                  <a:pt x="87821" y="19325"/>
                </a:lnTo>
                <a:lnTo>
                  <a:pt x="87836" y="19276"/>
                </a:lnTo>
                <a:lnTo>
                  <a:pt x="87852" y="19229"/>
                </a:lnTo>
                <a:lnTo>
                  <a:pt x="87868" y="19181"/>
                </a:lnTo>
                <a:lnTo>
                  <a:pt x="87886" y="19135"/>
                </a:lnTo>
                <a:lnTo>
                  <a:pt x="87904" y="19089"/>
                </a:lnTo>
                <a:lnTo>
                  <a:pt x="87924" y="19043"/>
                </a:lnTo>
                <a:lnTo>
                  <a:pt x="87944" y="18998"/>
                </a:lnTo>
                <a:lnTo>
                  <a:pt x="87965" y="18954"/>
                </a:lnTo>
                <a:lnTo>
                  <a:pt x="87987" y="18910"/>
                </a:lnTo>
                <a:lnTo>
                  <a:pt x="88010" y="18866"/>
                </a:lnTo>
                <a:lnTo>
                  <a:pt x="88035" y="18824"/>
                </a:lnTo>
                <a:lnTo>
                  <a:pt x="88060" y="18781"/>
                </a:lnTo>
                <a:lnTo>
                  <a:pt x="88086" y="18739"/>
                </a:lnTo>
                <a:lnTo>
                  <a:pt x="88113" y="18698"/>
                </a:lnTo>
                <a:lnTo>
                  <a:pt x="88141" y="18657"/>
                </a:lnTo>
                <a:lnTo>
                  <a:pt x="88170" y="18617"/>
                </a:lnTo>
                <a:lnTo>
                  <a:pt x="88201" y="18578"/>
                </a:lnTo>
                <a:lnTo>
                  <a:pt x="88232" y="18538"/>
                </a:lnTo>
                <a:lnTo>
                  <a:pt x="88264" y="18500"/>
                </a:lnTo>
                <a:lnTo>
                  <a:pt x="88297" y="18462"/>
                </a:lnTo>
                <a:lnTo>
                  <a:pt x="88332" y="18424"/>
                </a:lnTo>
                <a:lnTo>
                  <a:pt x="88367" y="18387"/>
                </a:lnTo>
                <a:lnTo>
                  <a:pt x="88403" y="18350"/>
                </a:lnTo>
                <a:lnTo>
                  <a:pt x="88441" y="18314"/>
                </a:lnTo>
                <a:lnTo>
                  <a:pt x="88479" y="18279"/>
                </a:lnTo>
                <a:lnTo>
                  <a:pt x="88518" y="18244"/>
                </a:lnTo>
                <a:lnTo>
                  <a:pt x="88559" y="18210"/>
                </a:lnTo>
                <a:lnTo>
                  <a:pt x="88600" y="18176"/>
                </a:lnTo>
                <a:lnTo>
                  <a:pt x="88642" y="18142"/>
                </a:lnTo>
                <a:lnTo>
                  <a:pt x="88686" y="18110"/>
                </a:lnTo>
                <a:lnTo>
                  <a:pt x="88730" y="18077"/>
                </a:lnTo>
                <a:lnTo>
                  <a:pt x="88776" y="18046"/>
                </a:lnTo>
                <a:lnTo>
                  <a:pt x="88822" y="18014"/>
                </a:lnTo>
                <a:lnTo>
                  <a:pt x="88870" y="17984"/>
                </a:lnTo>
                <a:lnTo>
                  <a:pt x="88918" y="17954"/>
                </a:lnTo>
                <a:lnTo>
                  <a:pt x="88967" y="17925"/>
                </a:lnTo>
                <a:lnTo>
                  <a:pt x="89018" y="17896"/>
                </a:lnTo>
                <a:lnTo>
                  <a:pt x="89069" y="17868"/>
                </a:lnTo>
                <a:lnTo>
                  <a:pt x="89122" y="17841"/>
                </a:lnTo>
                <a:lnTo>
                  <a:pt x="89175" y="17814"/>
                </a:lnTo>
                <a:lnTo>
                  <a:pt x="89229" y="17788"/>
                </a:lnTo>
                <a:lnTo>
                  <a:pt x="89285" y="17763"/>
                </a:lnTo>
                <a:lnTo>
                  <a:pt x="89341" y="17738"/>
                </a:lnTo>
                <a:lnTo>
                  <a:pt x="89398" y="17714"/>
                </a:lnTo>
                <a:lnTo>
                  <a:pt x="89457" y="17690"/>
                </a:lnTo>
                <a:lnTo>
                  <a:pt x="89516" y="17667"/>
                </a:lnTo>
                <a:lnTo>
                  <a:pt x="89576" y="17645"/>
                </a:lnTo>
                <a:lnTo>
                  <a:pt x="89637" y="17624"/>
                </a:lnTo>
                <a:lnTo>
                  <a:pt x="89700" y="17603"/>
                </a:lnTo>
                <a:lnTo>
                  <a:pt x="89763" y="17582"/>
                </a:lnTo>
                <a:lnTo>
                  <a:pt x="89827" y="17563"/>
                </a:lnTo>
                <a:lnTo>
                  <a:pt x="89892" y="17544"/>
                </a:lnTo>
                <a:lnTo>
                  <a:pt x="89958" y="17525"/>
                </a:lnTo>
                <a:lnTo>
                  <a:pt x="90026" y="17508"/>
                </a:lnTo>
                <a:lnTo>
                  <a:pt x="90094" y="17491"/>
                </a:lnTo>
                <a:lnTo>
                  <a:pt x="90163" y="17474"/>
                </a:lnTo>
                <a:lnTo>
                  <a:pt x="90233" y="17458"/>
                </a:lnTo>
                <a:lnTo>
                  <a:pt x="90304" y="17443"/>
                </a:lnTo>
                <a:lnTo>
                  <a:pt x="90376" y="17429"/>
                </a:lnTo>
                <a:lnTo>
                  <a:pt x="90450" y="17415"/>
                </a:lnTo>
                <a:lnTo>
                  <a:pt x="90524" y="17402"/>
                </a:lnTo>
                <a:lnTo>
                  <a:pt x="90599" y="17389"/>
                </a:lnTo>
                <a:lnTo>
                  <a:pt x="90676" y="17378"/>
                </a:lnTo>
                <a:lnTo>
                  <a:pt x="90753" y="17367"/>
                </a:lnTo>
                <a:lnTo>
                  <a:pt x="90832" y="17356"/>
                </a:lnTo>
                <a:lnTo>
                  <a:pt x="90911" y="17346"/>
                </a:lnTo>
                <a:lnTo>
                  <a:pt x="90992" y="17337"/>
                </a:lnTo>
                <a:lnTo>
                  <a:pt x="91074" y="17329"/>
                </a:lnTo>
                <a:lnTo>
                  <a:pt x="91156" y="17321"/>
                </a:lnTo>
                <a:lnTo>
                  <a:pt x="91240" y="17314"/>
                </a:lnTo>
                <a:lnTo>
                  <a:pt x="91325" y="17308"/>
                </a:lnTo>
                <a:lnTo>
                  <a:pt x="91411" y="17302"/>
                </a:lnTo>
                <a:lnTo>
                  <a:pt x="91498" y="17297"/>
                </a:lnTo>
                <a:lnTo>
                  <a:pt x="91585" y="17293"/>
                </a:lnTo>
                <a:lnTo>
                  <a:pt x="91674" y="17289"/>
                </a:lnTo>
                <a:lnTo>
                  <a:pt x="91764" y="17286"/>
                </a:lnTo>
                <a:lnTo>
                  <a:pt x="91855" y="17283"/>
                </a:lnTo>
                <a:lnTo>
                  <a:pt x="91948" y="17282"/>
                </a:lnTo>
                <a:lnTo>
                  <a:pt x="92041" y="17281"/>
                </a:lnTo>
                <a:lnTo>
                  <a:pt x="92135" y="17280"/>
                </a:lnTo>
                <a:lnTo>
                  <a:pt x="94491" y="17280"/>
                </a:lnTo>
                <a:lnTo>
                  <a:pt x="94491" y="20492"/>
                </a:lnTo>
                <a:lnTo>
                  <a:pt x="94407" y="20587"/>
                </a:lnTo>
                <a:lnTo>
                  <a:pt x="94322" y="20679"/>
                </a:lnTo>
                <a:lnTo>
                  <a:pt x="94238" y="20769"/>
                </a:lnTo>
                <a:lnTo>
                  <a:pt x="94154" y="20857"/>
                </a:lnTo>
                <a:lnTo>
                  <a:pt x="94071" y="20943"/>
                </a:lnTo>
                <a:close/>
                <a:moveTo>
                  <a:pt x="150453" y="19598"/>
                </a:moveTo>
                <a:lnTo>
                  <a:pt x="150446" y="19523"/>
                </a:lnTo>
                <a:lnTo>
                  <a:pt x="150437" y="19450"/>
                </a:lnTo>
                <a:lnTo>
                  <a:pt x="150428" y="19377"/>
                </a:lnTo>
                <a:lnTo>
                  <a:pt x="150417" y="19305"/>
                </a:lnTo>
                <a:lnTo>
                  <a:pt x="150405" y="19233"/>
                </a:lnTo>
                <a:lnTo>
                  <a:pt x="150392" y="19163"/>
                </a:lnTo>
                <a:lnTo>
                  <a:pt x="150378" y="19094"/>
                </a:lnTo>
                <a:lnTo>
                  <a:pt x="150363" y="19026"/>
                </a:lnTo>
                <a:lnTo>
                  <a:pt x="150346" y="18958"/>
                </a:lnTo>
                <a:lnTo>
                  <a:pt x="150329" y="18892"/>
                </a:lnTo>
                <a:lnTo>
                  <a:pt x="150310" y="18826"/>
                </a:lnTo>
                <a:lnTo>
                  <a:pt x="150290" y="18762"/>
                </a:lnTo>
                <a:lnTo>
                  <a:pt x="150269" y="18698"/>
                </a:lnTo>
                <a:lnTo>
                  <a:pt x="150247" y="18635"/>
                </a:lnTo>
                <a:lnTo>
                  <a:pt x="150224" y="18574"/>
                </a:lnTo>
                <a:lnTo>
                  <a:pt x="150200" y="18513"/>
                </a:lnTo>
                <a:lnTo>
                  <a:pt x="150174" y="18453"/>
                </a:lnTo>
                <a:lnTo>
                  <a:pt x="150148" y="18394"/>
                </a:lnTo>
                <a:lnTo>
                  <a:pt x="150120" y="18336"/>
                </a:lnTo>
                <a:lnTo>
                  <a:pt x="150092" y="18278"/>
                </a:lnTo>
                <a:lnTo>
                  <a:pt x="150063" y="18221"/>
                </a:lnTo>
                <a:lnTo>
                  <a:pt x="150033" y="18165"/>
                </a:lnTo>
                <a:lnTo>
                  <a:pt x="150003" y="18110"/>
                </a:lnTo>
                <a:lnTo>
                  <a:pt x="149972" y="18055"/>
                </a:lnTo>
                <a:lnTo>
                  <a:pt x="149940" y="18001"/>
                </a:lnTo>
                <a:lnTo>
                  <a:pt x="149907" y="17948"/>
                </a:lnTo>
                <a:lnTo>
                  <a:pt x="149874" y="17895"/>
                </a:lnTo>
                <a:lnTo>
                  <a:pt x="149840" y="17843"/>
                </a:lnTo>
                <a:lnTo>
                  <a:pt x="149805" y="17792"/>
                </a:lnTo>
                <a:lnTo>
                  <a:pt x="149770" y="17741"/>
                </a:lnTo>
                <a:lnTo>
                  <a:pt x="149733" y="17691"/>
                </a:lnTo>
                <a:lnTo>
                  <a:pt x="149696" y="17642"/>
                </a:lnTo>
                <a:lnTo>
                  <a:pt x="149659" y="17594"/>
                </a:lnTo>
                <a:lnTo>
                  <a:pt x="149620" y="17546"/>
                </a:lnTo>
                <a:lnTo>
                  <a:pt x="149581" y="17499"/>
                </a:lnTo>
                <a:lnTo>
                  <a:pt x="149541" y="17453"/>
                </a:lnTo>
                <a:lnTo>
                  <a:pt x="149501" y="17407"/>
                </a:lnTo>
                <a:lnTo>
                  <a:pt x="149460" y="17362"/>
                </a:lnTo>
                <a:lnTo>
                  <a:pt x="149418" y="17318"/>
                </a:lnTo>
                <a:lnTo>
                  <a:pt x="149375" y="17274"/>
                </a:lnTo>
                <a:lnTo>
                  <a:pt x="149331" y="17231"/>
                </a:lnTo>
                <a:lnTo>
                  <a:pt x="149287" y="17189"/>
                </a:lnTo>
                <a:lnTo>
                  <a:pt x="149242" y="17147"/>
                </a:lnTo>
                <a:lnTo>
                  <a:pt x="149197" y="17106"/>
                </a:lnTo>
                <a:lnTo>
                  <a:pt x="149151" y="17066"/>
                </a:lnTo>
                <a:lnTo>
                  <a:pt x="149104" y="17026"/>
                </a:lnTo>
                <a:lnTo>
                  <a:pt x="149057" y="16986"/>
                </a:lnTo>
                <a:lnTo>
                  <a:pt x="149010" y="16947"/>
                </a:lnTo>
                <a:lnTo>
                  <a:pt x="148962" y="16909"/>
                </a:lnTo>
                <a:lnTo>
                  <a:pt x="148913" y="16871"/>
                </a:lnTo>
                <a:lnTo>
                  <a:pt x="148864" y="16834"/>
                </a:lnTo>
                <a:lnTo>
                  <a:pt x="148814" y="16797"/>
                </a:lnTo>
                <a:lnTo>
                  <a:pt x="148764" y="16761"/>
                </a:lnTo>
                <a:lnTo>
                  <a:pt x="148713" y="16725"/>
                </a:lnTo>
                <a:lnTo>
                  <a:pt x="148661" y="16689"/>
                </a:lnTo>
                <a:lnTo>
                  <a:pt x="148609" y="16655"/>
                </a:lnTo>
                <a:lnTo>
                  <a:pt x="148557" y="16620"/>
                </a:lnTo>
                <a:lnTo>
                  <a:pt x="148503" y="16587"/>
                </a:lnTo>
                <a:lnTo>
                  <a:pt x="148450" y="16553"/>
                </a:lnTo>
                <a:lnTo>
                  <a:pt x="148396" y="16521"/>
                </a:lnTo>
                <a:lnTo>
                  <a:pt x="148341" y="16489"/>
                </a:lnTo>
                <a:lnTo>
                  <a:pt x="148286" y="16457"/>
                </a:lnTo>
                <a:lnTo>
                  <a:pt x="148230" y="16426"/>
                </a:lnTo>
                <a:lnTo>
                  <a:pt x="148173" y="16395"/>
                </a:lnTo>
                <a:lnTo>
                  <a:pt x="148116" y="16365"/>
                </a:lnTo>
                <a:lnTo>
                  <a:pt x="148059" y="16336"/>
                </a:lnTo>
                <a:lnTo>
                  <a:pt x="148001" y="16306"/>
                </a:lnTo>
                <a:lnTo>
                  <a:pt x="147943" y="16278"/>
                </a:lnTo>
                <a:lnTo>
                  <a:pt x="147885" y="16249"/>
                </a:lnTo>
                <a:lnTo>
                  <a:pt x="147827" y="16220"/>
                </a:lnTo>
                <a:lnTo>
                  <a:pt x="147769" y="16192"/>
                </a:lnTo>
                <a:lnTo>
                  <a:pt x="147711" y="16164"/>
                </a:lnTo>
                <a:lnTo>
                  <a:pt x="147653" y="16136"/>
                </a:lnTo>
                <a:lnTo>
                  <a:pt x="147595" y="16109"/>
                </a:lnTo>
                <a:lnTo>
                  <a:pt x="147536" y="16082"/>
                </a:lnTo>
                <a:lnTo>
                  <a:pt x="147478" y="16054"/>
                </a:lnTo>
                <a:lnTo>
                  <a:pt x="147419" y="16028"/>
                </a:lnTo>
                <a:lnTo>
                  <a:pt x="147361" y="16001"/>
                </a:lnTo>
                <a:lnTo>
                  <a:pt x="147302" y="15975"/>
                </a:lnTo>
                <a:lnTo>
                  <a:pt x="147244" y="15949"/>
                </a:lnTo>
                <a:lnTo>
                  <a:pt x="147185" y="15923"/>
                </a:lnTo>
                <a:lnTo>
                  <a:pt x="147127" y="15897"/>
                </a:lnTo>
                <a:lnTo>
                  <a:pt x="147068" y="15872"/>
                </a:lnTo>
                <a:lnTo>
                  <a:pt x="147009" y="15846"/>
                </a:lnTo>
                <a:lnTo>
                  <a:pt x="146950" y="15821"/>
                </a:lnTo>
                <a:lnTo>
                  <a:pt x="146891" y="15797"/>
                </a:lnTo>
                <a:lnTo>
                  <a:pt x="146832" y="15772"/>
                </a:lnTo>
                <a:lnTo>
                  <a:pt x="146773" y="15748"/>
                </a:lnTo>
                <a:lnTo>
                  <a:pt x="146714" y="15724"/>
                </a:lnTo>
                <a:lnTo>
                  <a:pt x="146655" y="15700"/>
                </a:lnTo>
                <a:lnTo>
                  <a:pt x="146596" y="15676"/>
                </a:lnTo>
                <a:lnTo>
                  <a:pt x="146537" y="15653"/>
                </a:lnTo>
                <a:lnTo>
                  <a:pt x="146478" y="15629"/>
                </a:lnTo>
                <a:lnTo>
                  <a:pt x="146419" y="15606"/>
                </a:lnTo>
                <a:lnTo>
                  <a:pt x="146360" y="15582"/>
                </a:lnTo>
                <a:lnTo>
                  <a:pt x="146301" y="15559"/>
                </a:lnTo>
                <a:lnTo>
                  <a:pt x="146243" y="15536"/>
                </a:lnTo>
                <a:lnTo>
                  <a:pt x="146184" y="15512"/>
                </a:lnTo>
                <a:lnTo>
                  <a:pt x="146126" y="15489"/>
                </a:lnTo>
                <a:lnTo>
                  <a:pt x="146067" y="15466"/>
                </a:lnTo>
                <a:lnTo>
                  <a:pt x="146009" y="15443"/>
                </a:lnTo>
                <a:lnTo>
                  <a:pt x="145951" y="15420"/>
                </a:lnTo>
                <a:lnTo>
                  <a:pt x="145893" y="15397"/>
                </a:lnTo>
                <a:lnTo>
                  <a:pt x="145835" y="15374"/>
                </a:lnTo>
                <a:lnTo>
                  <a:pt x="145777" y="15351"/>
                </a:lnTo>
                <a:lnTo>
                  <a:pt x="145719" y="15328"/>
                </a:lnTo>
                <a:lnTo>
                  <a:pt x="145661" y="15305"/>
                </a:lnTo>
                <a:lnTo>
                  <a:pt x="145604" y="15283"/>
                </a:lnTo>
                <a:lnTo>
                  <a:pt x="145546" y="15260"/>
                </a:lnTo>
                <a:lnTo>
                  <a:pt x="145489" y="15238"/>
                </a:lnTo>
                <a:lnTo>
                  <a:pt x="145431" y="15215"/>
                </a:lnTo>
                <a:lnTo>
                  <a:pt x="145374" y="15193"/>
                </a:lnTo>
                <a:lnTo>
                  <a:pt x="145317" y="15170"/>
                </a:lnTo>
                <a:lnTo>
                  <a:pt x="145259" y="15148"/>
                </a:lnTo>
                <a:lnTo>
                  <a:pt x="145203" y="15126"/>
                </a:lnTo>
                <a:lnTo>
                  <a:pt x="145146" y="15103"/>
                </a:lnTo>
                <a:lnTo>
                  <a:pt x="145090" y="15080"/>
                </a:lnTo>
                <a:lnTo>
                  <a:pt x="145035" y="15057"/>
                </a:lnTo>
                <a:lnTo>
                  <a:pt x="144980" y="15034"/>
                </a:lnTo>
                <a:lnTo>
                  <a:pt x="144926" y="15010"/>
                </a:lnTo>
                <a:lnTo>
                  <a:pt x="144873" y="14986"/>
                </a:lnTo>
                <a:lnTo>
                  <a:pt x="144819" y="14962"/>
                </a:lnTo>
                <a:lnTo>
                  <a:pt x="144767" y="14938"/>
                </a:lnTo>
                <a:lnTo>
                  <a:pt x="144715" y="14913"/>
                </a:lnTo>
                <a:lnTo>
                  <a:pt x="144663" y="14889"/>
                </a:lnTo>
                <a:lnTo>
                  <a:pt x="144612" y="14864"/>
                </a:lnTo>
                <a:lnTo>
                  <a:pt x="144561" y="14838"/>
                </a:lnTo>
                <a:lnTo>
                  <a:pt x="144511" y="14813"/>
                </a:lnTo>
                <a:lnTo>
                  <a:pt x="144462" y="14787"/>
                </a:lnTo>
                <a:lnTo>
                  <a:pt x="144413" y="14761"/>
                </a:lnTo>
                <a:lnTo>
                  <a:pt x="144364" y="14735"/>
                </a:lnTo>
                <a:lnTo>
                  <a:pt x="144316" y="14709"/>
                </a:lnTo>
                <a:lnTo>
                  <a:pt x="144269" y="14682"/>
                </a:lnTo>
                <a:lnTo>
                  <a:pt x="144222" y="14655"/>
                </a:lnTo>
                <a:lnTo>
                  <a:pt x="144176" y="14628"/>
                </a:lnTo>
                <a:lnTo>
                  <a:pt x="144130" y="14601"/>
                </a:lnTo>
                <a:lnTo>
                  <a:pt x="144084" y="14574"/>
                </a:lnTo>
                <a:lnTo>
                  <a:pt x="144039" y="14546"/>
                </a:lnTo>
                <a:lnTo>
                  <a:pt x="143995" y="14518"/>
                </a:lnTo>
                <a:lnTo>
                  <a:pt x="143952" y="14489"/>
                </a:lnTo>
                <a:lnTo>
                  <a:pt x="143909" y="14460"/>
                </a:lnTo>
                <a:lnTo>
                  <a:pt x="143867" y="14431"/>
                </a:lnTo>
                <a:lnTo>
                  <a:pt x="143825" y="14402"/>
                </a:lnTo>
                <a:lnTo>
                  <a:pt x="143785" y="14372"/>
                </a:lnTo>
                <a:lnTo>
                  <a:pt x="143745" y="14341"/>
                </a:lnTo>
                <a:lnTo>
                  <a:pt x="143705" y="14311"/>
                </a:lnTo>
                <a:lnTo>
                  <a:pt x="143667" y="14280"/>
                </a:lnTo>
                <a:lnTo>
                  <a:pt x="143629" y="14248"/>
                </a:lnTo>
                <a:lnTo>
                  <a:pt x="143591" y="14216"/>
                </a:lnTo>
                <a:lnTo>
                  <a:pt x="143555" y="14184"/>
                </a:lnTo>
                <a:lnTo>
                  <a:pt x="143519" y="14151"/>
                </a:lnTo>
                <a:lnTo>
                  <a:pt x="143484" y="14118"/>
                </a:lnTo>
                <a:lnTo>
                  <a:pt x="143449" y="14085"/>
                </a:lnTo>
                <a:lnTo>
                  <a:pt x="143416" y="14051"/>
                </a:lnTo>
                <a:lnTo>
                  <a:pt x="143382" y="14017"/>
                </a:lnTo>
                <a:lnTo>
                  <a:pt x="143350" y="13983"/>
                </a:lnTo>
                <a:lnTo>
                  <a:pt x="143318" y="13948"/>
                </a:lnTo>
                <a:lnTo>
                  <a:pt x="143287" y="13913"/>
                </a:lnTo>
                <a:lnTo>
                  <a:pt x="143257" y="13877"/>
                </a:lnTo>
                <a:lnTo>
                  <a:pt x="143228" y="13841"/>
                </a:lnTo>
                <a:lnTo>
                  <a:pt x="143199" y="13804"/>
                </a:lnTo>
                <a:lnTo>
                  <a:pt x="143170" y="13768"/>
                </a:lnTo>
                <a:lnTo>
                  <a:pt x="143143" y="13730"/>
                </a:lnTo>
                <a:lnTo>
                  <a:pt x="143117" y="13692"/>
                </a:lnTo>
                <a:lnTo>
                  <a:pt x="143092" y="13654"/>
                </a:lnTo>
                <a:lnTo>
                  <a:pt x="143068" y="13614"/>
                </a:lnTo>
                <a:lnTo>
                  <a:pt x="143046" y="13574"/>
                </a:lnTo>
                <a:lnTo>
                  <a:pt x="143024" y="13533"/>
                </a:lnTo>
                <a:lnTo>
                  <a:pt x="143004" y="13491"/>
                </a:lnTo>
                <a:lnTo>
                  <a:pt x="142985" y="13449"/>
                </a:lnTo>
                <a:lnTo>
                  <a:pt x="142967" y="13406"/>
                </a:lnTo>
                <a:lnTo>
                  <a:pt x="142950" y="13362"/>
                </a:lnTo>
                <a:lnTo>
                  <a:pt x="142934" y="13317"/>
                </a:lnTo>
                <a:lnTo>
                  <a:pt x="142920" y="13272"/>
                </a:lnTo>
                <a:lnTo>
                  <a:pt x="142906" y="13226"/>
                </a:lnTo>
                <a:lnTo>
                  <a:pt x="142894" y="13179"/>
                </a:lnTo>
                <a:lnTo>
                  <a:pt x="142883" y="13132"/>
                </a:lnTo>
                <a:lnTo>
                  <a:pt x="142873" y="13084"/>
                </a:lnTo>
                <a:lnTo>
                  <a:pt x="142865" y="13035"/>
                </a:lnTo>
                <a:lnTo>
                  <a:pt x="142857" y="12985"/>
                </a:lnTo>
                <a:lnTo>
                  <a:pt x="142851" y="12935"/>
                </a:lnTo>
                <a:lnTo>
                  <a:pt x="142845" y="12884"/>
                </a:lnTo>
                <a:lnTo>
                  <a:pt x="142841" y="12832"/>
                </a:lnTo>
                <a:lnTo>
                  <a:pt x="142838" y="12779"/>
                </a:lnTo>
                <a:lnTo>
                  <a:pt x="142837" y="12726"/>
                </a:lnTo>
                <a:lnTo>
                  <a:pt x="142836" y="12672"/>
                </a:lnTo>
                <a:lnTo>
                  <a:pt x="142836" y="12633"/>
                </a:lnTo>
                <a:lnTo>
                  <a:pt x="142837" y="12594"/>
                </a:lnTo>
                <a:lnTo>
                  <a:pt x="142839" y="12556"/>
                </a:lnTo>
                <a:lnTo>
                  <a:pt x="142841" y="12518"/>
                </a:lnTo>
                <a:lnTo>
                  <a:pt x="142844" y="12480"/>
                </a:lnTo>
                <a:lnTo>
                  <a:pt x="142847" y="12442"/>
                </a:lnTo>
                <a:lnTo>
                  <a:pt x="142851" y="12404"/>
                </a:lnTo>
                <a:lnTo>
                  <a:pt x="142856" y="12367"/>
                </a:lnTo>
                <a:lnTo>
                  <a:pt x="142861" y="12330"/>
                </a:lnTo>
                <a:lnTo>
                  <a:pt x="142867" y="12293"/>
                </a:lnTo>
                <a:lnTo>
                  <a:pt x="142873" y="12256"/>
                </a:lnTo>
                <a:lnTo>
                  <a:pt x="142880" y="12220"/>
                </a:lnTo>
                <a:lnTo>
                  <a:pt x="142888" y="12184"/>
                </a:lnTo>
                <a:lnTo>
                  <a:pt x="142896" y="12148"/>
                </a:lnTo>
                <a:lnTo>
                  <a:pt x="142905" y="12112"/>
                </a:lnTo>
                <a:lnTo>
                  <a:pt x="142914" y="12077"/>
                </a:lnTo>
                <a:lnTo>
                  <a:pt x="142924" y="12041"/>
                </a:lnTo>
                <a:lnTo>
                  <a:pt x="142935" y="12006"/>
                </a:lnTo>
                <a:lnTo>
                  <a:pt x="142946" y="11972"/>
                </a:lnTo>
                <a:lnTo>
                  <a:pt x="142958" y="11937"/>
                </a:lnTo>
                <a:lnTo>
                  <a:pt x="142971" y="11903"/>
                </a:lnTo>
                <a:lnTo>
                  <a:pt x="142984" y="11869"/>
                </a:lnTo>
                <a:lnTo>
                  <a:pt x="142997" y="11835"/>
                </a:lnTo>
                <a:lnTo>
                  <a:pt x="143012" y="11801"/>
                </a:lnTo>
                <a:lnTo>
                  <a:pt x="143027" y="11768"/>
                </a:lnTo>
                <a:lnTo>
                  <a:pt x="143042" y="11735"/>
                </a:lnTo>
                <a:lnTo>
                  <a:pt x="143058" y="11703"/>
                </a:lnTo>
                <a:lnTo>
                  <a:pt x="143075" y="11670"/>
                </a:lnTo>
                <a:lnTo>
                  <a:pt x="143092" y="11639"/>
                </a:lnTo>
                <a:lnTo>
                  <a:pt x="143110" y="11607"/>
                </a:lnTo>
                <a:lnTo>
                  <a:pt x="143128" y="11576"/>
                </a:lnTo>
                <a:lnTo>
                  <a:pt x="143147" y="11545"/>
                </a:lnTo>
                <a:lnTo>
                  <a:pt x="143167" y="11515"/>
                </a:lnTo>
                <a:lnTo>
                  <a:pt x="143187" y="11485"/>
                </a:lnTo>
                <a:lnTo>
                  <a:pt x="143208" y="11456"/>
                </a:lnTo>
                <a:lnTo>
                  <a:pt x="143229" y="11427"/>
                </a:lnTo>
                <a:lnTo>
                  <a:pt x="143251" y="11398"/>
                </a:lnTo>
                <a:lnTo>
                  <a:pt x="143273" y="11369"/>
                </a:lnTo>
                <a:lnTo>
                  <a:pt x="143296" y="11341"/>
                </a:lnTo>
                <a:lnTo>
                  <a:pt x="143320" y="11314"/>
                </a:lnTo>
                <a:lnTo>
                  <a:pt x="143344" y="11286"/>
                </a:lnTo>
                <a:lnTo>
                  <a:pt x="143369" y="11260"/>
                </a:lnTo>
                <a:lnTo>
                  <a:pt x="143394" y="11233"/>
                </a:lnTo>
                <a:lnTo>
                  <a:pt x="143420" y="11207"/>
                </a:lnTo>
                <a:lnTo>
                  <a:pt x="143447" y="11181"/>
                </a:lnTo>
                <a:lnTo>
                  <a:pt x="143474" y="11156"/>
                </a:lnTo>
                <a:lnTo>
                  <a:pt x="143501" y="11131"/>
                </a:lnTo>
                <a:lnTo>
                  <a:pt x="143530" y="11106"/>
                </a:lnTo>
                <a:lnTo>
                  <a:pt x="143559" y="11082"/>
                </a:lnTo>
                <a:lnTo>
                  <a:pt x="143588" y="11058"/>
                </a:lnTo>
                <a:lnTo>
                  <a:pt x="143618" y="11035"/>
                </a:lnTo>
                <a:lnTo>
                  <a:pt x="143649" y="11012"/>
                </a:lnTo>
                <a:lnTo>
                  <a:pt x="143681" y="10990"/>
                </a:lnTo>
                <a:lnTo>
                  <a:pt x="143713" y="10968"/>
                </a:lnTo>
                <a:lnTo>
                  <a:pt x="143746" y="10947"/>
                </a:lnTo>
                <a:lnTo>
                  <a:pt x="143779" y="10926"/>
                </a:lnTo>
                <a:lnTo>
                  <a:pt x="143814" y="10905"/>
                </a:lnTo>
                <a:lnTo>
                  <a:pt x="143849" y="10885"/>
                </a:lnTo>
                <a:lnTo>
                  <a:pt x="143884" y="10866"/>
                </a:lnTo>
                <a:lnTo>
                  <a:pt x="143920" y="10847"/>
                </a:lnTo>
                <a:lnTo>
                  <a:pt x="143957" y="10828"/>
                </a:lnTo>
                <a:lnTo>
                  <a:pt x="143995" y="10810"/>
                </a:lnTo>
                <a:lnTo>
                  <a:pt x="144033" y="10793"/>
                </a:lnTo>
                <a:lnTo>
                  <a:pt x="144072" y="10775"/>
                </a:lnTo>
                <a:lnTo>
                  <a:pt x="144112" y="10759"/>
                </a:lnTo>
                <a:lnTo>
                  <a:pt x="144152" y="10742"/>
                </a:lnTo>
                <a:lnTo>
                  <a:pt x="144193" y="10727"/>
                </a:lnTo>
                <a:lnTo>
                  <a:pt x="144234" y="10711"/>
                </a:lnTo>
                <a:lnTo>
                  <a:pt x="144276" y="10696"/>
                </a:lnTo>
                <a:lnTo>
                  <a:pt x="144319" y="10682"/>
                </a:lnTo>
                <a:lnTo>
                  <a:pt x="144363" y="10668"/>
                </a:lnTo>
                <a:lnTo>
                  <a:pt x="144407" y="10655"/>
                </a:lnTo>
                <a:lnTo>
                  <a:pt x="144452" y="10642"/>
                </a:lnTo>
                <a:lnTo>
                  <a:pt x="144497" y="10629"/>
                </a:lnTo>
                <a:lnTo>
                  <a:pt x="144543" y="10617"/>
                </a:lnTo>
                <a:lnTo>
                  <a:pt x="144590" y="10606"/>
                </a:lnTo>
                <a:lnTo>
                  <a:pt x="144637" y="10595"/>
                </a:lnTo>
                <a:lnTo>
                  <a:pt x="144685" y="10585"/>
                </a:lnTo>
                <a:lnTo>
                  <a:pt x="144733" y="10575"/>
                </a:lnTo>
                <a:lnTo>
                  <a:pt x="144782" y="10566"/>
                </a:lnTo>
                <a:lnTo>
                  <a:pt x="144832" y="10557"/>
                </a:lnTo>
                <a:lnTo>
                  <a:pt x="144882" y="10549"/>
                </a:lnTo>
                <a:lnTo>
                  <a:pt x="144932" y="10542"/>
                </a:lnTo>
                <a:lnTo>
                  <a:pt x="144984" y="10535"/>
                </a:lnTo>
                <a:lnTo>
                  <a:pt x="145036" y="10529"/>
                </a:lnTo>
                <a:lnTo>
                  <a:pt x="145088" y="10523"/>
                </a:lnTo>
                <a:lnTo>
                  <a:pt x="145141" y="10518"/>
                </a:lnTo>
                <a:lnTo>
                  <a:pt x="145194" y="10513"/>
                </a:lnTo>
                <a:lnTo>
                  <a:pt x="145249" y="10509"/>
                </a:lnTo>
                <a:lnTo>
                  <a:pt x="145303" y="10505"/>
                </a:lnTo>
                <a:lnTo>
                  <a:pt x="145359" y="10502"/>
                </a:lnTo>
                <a:lnTo>
                  <a:pt x="145414" y="10500"/>
                </a:lnTo>
                <a:lnTo>
                  <a:pt x="145471" y="10498"/>
                </a:lnTo>
                <a:lnTo>
                  <a:pt x="145528" y="10496"/>
                </a:lnTo>
                <a:lnTo>
                  <a:pt x="145586" y="10496"/>
                </a:lnTo>
                <a:lnTo>
                  <a:pt x="145644" y="10495"/>
                </a:lnTo>
                <a:lnTo>
                  <a:pt x="145709" y="10496"/>
                </a:lnTo>
                <a:lnTo>
                  <a:pt x="145774" y="10497"/>
                </a:lnTo>
                <a:lnTo>
                  <a:pt x="145837" y="10498"/>
                </a:lnTo>
                <a:lnTo>
                  <a:pt x="145901" y="10500"/>
                </a:lnTo>
                <a:lnTo>
                  <a:pt x="145963" y="10503"/>
                </a:lnTo>
                <a:lnTo>
                  <a:pt x="146026" y="10507"/>
                </a:lnTo>
                <a:lnTo>
                  <a:pt x="146087" y="10511"/>
                </a:lnTo>
                <a:lnTo>
                  <a:pt x="146148" y="10516"/>
                </a:lnTo>
                <a:lnTo>
                  <a:pt x="146208" y="10521"/>
                </a:lnTo>
                <a:lnTo>
                  <a:pt x="146268" y="10528"/>
                </a:lnTo>
                <a:lnTo>
                  <a:pt x="146327" y="10534"/>
                </a:lnTo>
                <a:lnTo>
                  <a:pt x="146385" y="10542"/>
                </a:lnTo>
                <a:lnTo>
                  <a:pt x="146443" y="10550"/>
                </a:lnTo>
                <a:lnTo>
                  <a:pt x="146501" y="10559"/>
                </a:lnTo>
                <a:lnTo>
                  <a:pt x="146557" y="10568"/>
                </a:lnTo>
                <a:lnTo>
                  <a:pt x="146613" y="10578"/>
                </a:lnTo>
                <a:lnTo>
                  <a:pt x="146669" y="10589"/>
                </a:lnTo>
                <a:lnTo>
                  <a:pt x="146723" y="10600"/>
                </a:lnTo>
                <a:lnTo>
                  <a:pt x="146778" y="10612"/>
                </a:lnTo>
                <a:lnTo>
                  <a:pt x="146831" y="10625"/>
                </a:lnTo>
                <a:lnTo>
                  <a:pt x="146884" y="10638"/>
                </a:lnTo>
                <a:lnTo>
                  <a:pt x="146936" y="10652"/>
                </a:lnTo>
                <a:lnTo>
                  <a:pt x="146988" y="10666"/>
                </a:lnTo>
                <a:lnTo>
                  <a:pt x="147039" y="10682"/>
                </a:lnTo>
                <a:lnTo>
                  <a:pt x="147090" y="10697"/>
                </a:lnTo>
                <a:lnTo>
                  <a:pt x="147140" y="10713"/>
                </a:lnTo>
                <a:lnTo>
                  <a:pt x="147189" y="10729"/>
                </a:lnTo>
                <a:lnTo>
                  <a:pt x="147238" y="10745"/>
                </a:lnTo>
                <a:lnTo>
                  <a:pt x="147287" y="10761"/>
                </a:lnTo>
                <a:lnTo>
                  <a:pt x="147334" y="10777"/>
                </a:lnTo>
                <a:lnTo>
                  <a:pt x="147382" y="10793"/>
                </a:lnTo>
                <a:lnTo>
                  <a:pt x="147428" y="10809"/>
                </a:lnTo>
                <a:lnTo>
                  <a:pt x="147474" y="10825"/>
                </a:lnTo>
                <a:lnTo>
                  <a:pt x="147520" y="10842"/>
                </a:lnTo>
                <a:lnTo>
                  <a:pt x="147565" y="10858"/>
                </a:lnTo>
                <a:lnTo>
                  <a:pt x="147610" y="10875"/>
                </a:lnTo>
                <a:lnTo>
                  <a:pt x="147654" y="10891"/>
                </a:lnTo>
                <a:lnTo>
                  <a:pt x="147697" y="10908"/>
                </a:lnTo>
                <a:lnTo>
                  <a:pt x="147740" y="10925"/>
                </a:lnTo>
                <a:lnTo>
                  <a:pt x="147782" y="10942"/>
                </a:lnTo>
                <a:lnTo>
                  <a:pt x="147824" y="10959"/>
                </a:lnTo>
                <a:lnTo>
                  <a:pt x="147865" y="10976"/>
                </a:lnTo>
                <a:lnTo>
                  <a:pt x="147906" y="10993"/>
                </a:lnTo>
                <a:lnTo>
                  <a:pt x="147946" y="11010"/>
                </a:lnTo>
                <a:lnTo>
                  <a:pt x="147985" y="11028"/>
                </a:lnTo>
                <a:lnTo>
                  <a:pt x="148024" y="11045"/>
                </a:lnTo>
                <a:lnTo>
                  <a:pt x="148063" y="11063"/>
                </a:lnTo>
                <a:lnTo>
                  <a:pt x="148101" y="11080"/>
                </a:lnTo>
                <a:lnTo>
                  <a:pt x="148138" y="11098"/>
                </a:lnTo>
                <a:lnTo>
                  <a:pt x="148175" y="11115"/>
                </a:lnTo>
                <a:lnTo>
                  <a:pt x="148211" y="11133"/>
                </a:lnTo>
                <a:lnTo>
                  <a:pt x="148246" y="11150"/>
                </a:lnTo>
                <a:lnTo>
                  <a:pt x="148281" y="11167"/>
                </a:lnTo>
                <a:lnTo>
                  <a:pt x="148316" y="11185"/>
                </a:lnTo>
                <a:lnTo>
                  <a:pt x="148350" y="11202"/>
                </a:lnTo>
                <a:lnTo>
                  <a:pt x="148383" y="11219"/>
                </a:lnTo>
                <a:lnTo>
                  <a:pt x="148415" y="11236"/>
                </a:lnTo>
                <a:lnTo>
                  <a:pt x="148448" y="11252"/>
                </a:lnTo>
                <a:lnTo>
                  <a:pt x="148479" y="11269"/>
                </a:lnTo>
                <a:lnTo>
                  <a:pt x="148510" y="11286"/>
                </a:lnTo>
                <a:lnTo>
                  <a:pt x="148540" y="11302"/>
                </a:lnTo>
                <a:lnTo>
                  <a:pt x="148570" y="11319"/>
                </a:lnTo>
                <a:lnTo>
                  <a:pt x="148599" y="11335"/>
                </a:lnTo>
                <a:lnTo>
                  <a:pt x="148628" y="11352"/>
                </a:lnTo>
                <a:lnTo>
                  <a:pt x="148656" y="11368"/>
                </a:lnTo>
                <a:lnTo>
                  <a:pt x="148683" y="11384"/>
                </a:lnTo>
                <a:lnTo>
                  <a:pt x="148710" y="11400"/>
                </a:lnTo>
                <a:lnTo>
                  <a:pt x="148737" y="11416"/>
                </a:lnTo>
                <a:lnTo>
                  <a:pt x="148762" y="11432"/>
                </a:lnTo>
                <a:lnTo>
                  <a:pt x="148787" y="11447"/>
                </a:lnTo>
                <a:lnTo>
                  <a:pt x="148812" y="11463"/>
                </a:lnTo>
                <a:lnTo>
                  <a:pt x="148836" y="11479"/>
                </a:lnTo>
                <a:lnTo>
                  <a:pt x="148859" y="11494"/>
                </a:lnTo>
                <a:lnTo>
                  <a:pt x="148882" y="11508"/>
                </a:lnTo>
                <a:lnTo>
                  <a:pt x="148905" y="11522"/>
                </a:lnTo>
                <a:lnTo>
                  <a:pt x="148927" y="11536"/>
                </a:lnTo>
                <a:lnTo>
                  <a:pt x="148948" y="11548"/>
                </a:lnTo>
                <a:lnTo>
                  <a:pt x="148970" y="11560"/>
                </a:lnTo>
                <a:lnTo>
                  <a:pt x="148990" y="11572"/>
                </a:lnTo>
                <a:lnTo>
                  <a:pt x="149010" y="11582"/>
                </a:lnTo>
                <a:lnTo>
                  <a:pt x="149030" y="11592"/>
                </a:lnTo>
                <a:lnTo>
                  <a:pt x="149049" y="11602"/>
                </a:lnTo>
                <a:lnTo>
                  <a:pt x="149068" y="11610"/>
                </a:lnTo>
                <a:lnTo>
                  <a:pt x="149087" y="11619"/>
                </a:lnTo>
                <a:lnTo>
                  <a:pt x="149104" y="11626"/>
                </a:lnTo>
                <a:lnTo>
                  <a:pt x="149122" y="11633"/>
                </a:lnTo>
                <a:lnTo>
                  <a:pt x="149139" y="11639"/>
                </a:lnTo>
                <a:lnTo>
                  <a:pt x="149155" y="11644"/>
                </a:lnTo>
                <a:lnTo>
                  <a:pt x="149171" y="11649"/>
                </a:lnTo>
                <a:lnTo>
                  <a:pt x="149187" y="11653"/>
                </a:lnTo>
                <a:lnTo>
                  <a:pt x="149202" y="11657"/>
                </a:lnTo>
                <a:lnTo>
                  <a:pt x="149217" y="11660"/>
                </a:lnTo>
                <a:lnTo>
                  <a:pt x="149231" y="11662"/>
                </a:lnTo>
                <a:lnTo>
                  <a:pt x="149244" y="11664"/>
                </a:lnTo>
                <a:lnTo>
                  <a:pt x="149258" y="11665"/>
                </a:lnTo>
                <a:lnTo>
                  <a:pt x="149270" y="11665"/>
                </a:lnTo>
                <a:lnTo>
                  <a:pt x="149279" y="11665"/>
                </a:lnTo>
                <a:lnTo>
                  <a:pt x="149287" y="11665"/>
                </a:lnTo>
                <a:lnTo>
                  <a:pt x="149295" y="11664"/>
                </a:lnTo>
                <a:lnTo>
                  <a:pt x="149303" y="11663"/>
                </a:lnTo>
                <a:lnTo>
                  <a:pt x="149311" y="11663"/>
                </a:lnTo>
                <a:lnTo>
                  <a:pt x="149319" y="11661"/>
                </a:lnTo>
                <a:lnTo>
                  <a:pt x="149327" y="11660"/>
                </a:lnTo>
                <a:lnTo>
                  <a:pt x="149335" y="11659"/>
                </a:lnTo>
                <a:lnTo>
                  <a:pt x="149343" y="11657"/>
                </a:lnTo>
                <a:lnTo>
                  <a:pt x="149351" y="11655"/>
                </a:lnTo>
                <a:lnTo>
                  <a:pt x="149359" y="11653"/>
                </a:lnTo>
                <a:lnTo>
                  <a:pt x="149366" y="11650"/>
                </a:lnTo>
                <a:lnTo>
                  <a:pt x="149374" y="11648"/>
                </a:lnTo>
                <a:lnTo>
                  <a:pt x="149382" y="11645"/>
                </a:lnTo>
                <a:lnTo>
                  <a:pt x="149389" y="11642"/>
                </a:lnTo>
                <a:lnTo>
                  <a:pt x="149397" y="11639"/>
                </a:lnTo>
                <a:lnTo>
                  <a:pt x="149404" y="11636"/>
                </a:lnTo>
                <a:lnTo>
                  <a:pt x="149411" y="11632"/>
                </a:lnTo>
                <a:lnTo>
                  <a:pt x="149419" y="11628"/>
                </a:lnTo>
                <a:lnTo>
                  <a:pt x="149426" y="11625"/>
                </a:lnTo>
                <a:lnTo>
                  <a:pt x="149433" y="11620"/>
                </a:lnTo>
                <a:lnTo>
                  <a:pt x="149440" y="11616"/>
                </a:lnTo>
                <a:lnTo>
                  <a:pt x="149447" y="11611"/>
                </a:lnTo>
                <a:lnTo>
                  <a:pt x="149454" y="11607"/>
                </a:lnTo>
                <a:lnTo>
                  <a:pt x="149461" y="11602"/>
                </a:lnTo>
                <a:lnTo>
                  <a:pt x="149468" y="11596"/>
                </a:lnTo>
                <a:lnTo>
                  <a:pt x="149475" y="11591"/>
                </a:lnTo>
                <a:lnTo>
                  <a:pt x="149481" y="11585"/>
                </a:lnTo>
                <a:lnTo>
                  <a:pt x="149488" y="11579"/>
                </a:lnTo>
                <a:lnTo>
                  <a:pt x="149494" y="11573"/>
                </a:lnTo>
                <a:lnTo>
                  <a:pt x="149501" y="11566"/>
                </a:lnTo>
                <a:lnTo>
                  <a:pt x="149507" y="11559"/>
                </a:lnTo>
                <a:lnTo>
                  <a:pt x="149513" y="11552"/>
                </a:lnTo>
                <a:lnTo>
                  <a:pt x="149519" y="11545"/>
                </a:lnTo>
                <a:lnTo>
                  <a:pt x="149526" y="11537"/>
                </a:lnTo>
                <a:lnTo>
                  <a:pt x="149532" y="11529"/>
                </a:lnTo>
                <a:lnTo>
                  <a:pt x="149537" y="11521"/>
                </a:lnTo>
                <a:lnTo>
                  <a:pt x="149543" y="11513"/>
                </a:lnTo>
                <a:lnTo>
                  <a:pt x="149549" y="11504"/>
                </a:lnTo>
                <a:lnTo>
                  <a:pt x="149554" y="11495"/>
                </a:lnTo>
                <a:lnTo>
                  <a:pt x="149560" y="11486"/>
                </a:lnTo>
                <a:lnTo>
                  <a:pt x="149565" y="11477"/>
                </a:lnTo>
                <a:lnTo>
                  <a:pt x="149571" y="11467"/>
                </a:lnTo>
                <a:lnTo>
                  <a:pt x="149576" y="11457"/>
                </a:lnTo>
                <a:lnTo>
                  <a:pt x="149581" y="11447"/>
                </a:lnTo>
                <a:lnTo>
                  <a:pt x="149586" y="11436"/>
                </a:lnTo>
                <a:lnTo>
                  <a:pt x="149591" y="11425"/>
                </a:lnTo>
                <a:lnTo>
                  <a:pt x="149596" y="11414"/>
                </a:lnTo>
                <a:lnTo>
                  <a:pt x="149601" y="11403"/>
                </a:lnTo>
                <a:lnTo>
                  <a:pt x="149606" y="11392"/>
                </a:lnTo>
                <a:lnTo>
                  <a:pt x="149610" y="11380"/>
                </a:lnTo>
                <a:lnTo>
                  <a:pt x="149615" y="11368"/>
                </a:lnTo>
                <a:lnTo>
                  <a:pt x="149619" y="11355"/>
                </a:lnTo>
                <a:lnTo>
                  <a:pt x="149623" y="11343"/>
                </a:lnTo>
                <a:lnTo>
                  <a:pt x="149628" y="11330"/>
                </a:lnTo>
                <a:lnTo>
                  <a:pt x="149632" y="11317"/>
                </a:lnTo>
                <a:lnTo>
                  <a:pt x="149635" y="11304"/>
                </a:lnTo>
                <a:lnTo>
                  <a:pt x="149639" y="11290"/>
                </a:lnTo>
                <a:lnTo>
                  <a:pt x="149643" y="11276"/>
                </a:lnTo>
                <a:lnTo>
                  <a:pt x="149646" y="11262"/>
                </a:lnTo>
                <a:lnTo>
                  <a:pt x="149650" y="11248"/>
                </a:lnTo>
                <a:lnTo>
                  <a:pt x="149653" y="11233"/>
                </a:lnTo>
                <a:lnTo>
                  <a:pt x="149656" y="11218"/>
                </a:lnTo>
                <a:lnTo>
                  <a:pt x="149659" y="11203"/>
                </a:lnTo>
                <a:lnTo>
                  <a:pt x="149662" y="11187"/>
                </a:lnTo>
                <a:lnTo>
                  <a:pt x="149665" y="11172"/>
                </a:lnTo>
                <a:lnTo>
                  <a:pt x="149668" y="11156"/>
                </a:lnTo>
                <a:lnTo>
                  <a:pt x="149671" y="11139"/>
                </a:lnTo>
                <a:lnTo>
                  <a:pt x="149673" y="11123"/>
                </a:lnTo>
                <a:lnTo>
                  <a:pt x="149675" y="11106"/>
                </a:lnTo>
                <a:lnTo>
                  <a:pt x="149678" y="11089"/>
                </a:lnTo>
                <a:lnTo>
                  <a:pt x="149680" y="11072"/>
                </a:lnTo>
                <a:lnTo>
                  <a:pt x="149682" y="11054"/>
                </a:lnTo>
                <a:lnTo>
                  <a:pt x="149684" y="11036"/>
                </a:lnTo>
                <a:lnTo>
                  <a:pt x="149686" y="11018"/>
                </a:lnTo>
                <a:lnTo>
                  <a:pt x="149687" y="11000"/>
                </a:lnTo>
                <a:lnTo>
                  <a:pt x="149689" y="10982"/>
                </a:lnTo>
                <a:lnTo>
                  <a:pt x="149691" y="10963"/>
                </a:lnTo>
                <a:lnTo>
                  <a:pt x="149692" y="10944"/>
                </a:lnTo>
                <a:lnTo>
                  <a:pt x="149694" y="10924"/>
                </a:lnTo>
                <a:lnTo>
                  <a:pt x="149695" y="10905"/>
                </a:lnTo>
                <a:lnTo>
                  <a:pt x="149696" y="10885"/>
                </a:lnTo>
                <a:lnTo>
                  <a:pt x="149698" y="10865"/>
                </a:lnTo>
                <a:lnTo>
                  <a:pt x="149699" y="10844"/>
                </a:lnTo>
                <a:lnTo>
                  <a:pt x="149700" y="10823"/>
                </a:lnTo>
                <a:lnTo>
                  <a:pt x="149701" y="10803"/>
                </a:lnTo>
                <a:lnTo>
                  <a:pt x="149701" y="10781"/>
                </a:lnTo>
                <a:lnTo>
                  <a:pt x="149702" y="10760"/>
                </a:lnTo>
                <a:lnTo>
                  <a:pt x="149703" y="10738"/>
                </a:lnTo>
                <a:lnTo>
                  <a:pt x="149703" y="10716"/>
                </a:lnTo>
                <a:lnTo>
                  <a:pt x="149704" y="10694"/>
                </a:lnTo>
                <a:lnTo>
                  <a:pt x="149704" y="10671"/>
                </a:lnTo>
                <a:lnTo>
                  <a:pt x="149705" y="10649"/>
                </a:lnTo>
                <a:lnTo>
                  <a:pt x="149705" y="10626"/>
                </a:lnTo>
                <a:lnTo>
                  <a:pt x="149705" y="10602"/>
                </a:lnTo>
                <a:lnTo>
                  <a:pt x="149705" y="10579"/>
                </a:lnTo>
                <a:lnTo>
                  <a:pt x="149705" y="10557"/>
                </a:lnTo>
                <a:lnTo>
                  <a:pt x="149705" y="10535"/>
                </a:lnTo>
                <a:lnTo>
                  <a:pt x="149705" y="10513"/>
                </a:lnTo>
                <a:lnTo>
                  <a:pt x="149704" y="10492"/>
                </a:lnTo>
                <a:lnTo>
                  <a:pt x="149704" y="10471"/>
                </a:lnTo>
                <a:lnTo>
                  <a:pt x="149703" y="10450"/>
                </a:lnTo>
                <a:lnTo>
                  <a:pt x="149703" y="10430"/>
                </a:lnTo>
                <a:lnTo>
                  <a:pt x="149702" y="10410"/>
                </a:lnTo>
                <a:lnTo>
                  <a:pt x="149701" y="10390"/>
                </a:lnTo>
                <a:lnTo>
                  <a:pt x="149701" y="10371"/>
                </a:lnTo>
                <a:lnTo>
                  <a:pt x="149700" y="10351"/>
                </a:lnTo>
                <a:lnTo>
                  <a:pt x="149699" y="10332"/>
                </a:lnTo>
                <a:lnTo>
                  <a:pt x="149698" y="10314"/>
                </a:lnTo>
                <a:lnTo>
                  <a:pt x="149696" y="10295"/>
                </a:lnTo>
                <a:lnTo>
                  <a:pt x="149695" y="10277"/>
                </a:lnTo>
                <a:lnTo>
                  <a:pt x="149694" y="10259"/>
                </a:lnTo>
                <a:lnTo>
                  <a:pt x="149692" y="10242"/>
                </a:lnTo>
                <a:lnTo>
                  <a:pt x="149691" y="10225"/>
                </a:lnTo>
                <a:lnTo>
                  <a:pt x="149689" y="10208"/>
                </a:lnTo>
                <a:lnTo>
                  <a:pt x="149687" y="10191"/>
                </a:lnTo>
                <a:lnTo>
                  <a:pt x="149686" y="10175"/>
                </a:lnTo>
                <a:lnTo>
                  <a:pt x="149684" y="10159"/>
                </a:lnTo>
                <a:lnTo>
                  <a:pt x="149682" y="10143"/>
                </a:lnTo>
                <a:lnTo>
                  <a:pt x="149680" y="10128"/>
                </a:lnTo>
                <a:lnTo>
                  <a:pt x="149678" y="10112"/>
                </a:lnTo>
                <a:lnTo>
                  <a:pt x="149676" y="10097"/>
                </a:lnTo>
                <a:lnTo>
                  <a:pt x="149674" y="10083"/>
                </a:lnTo>
                <a:lnTo>
                  <a:pt x="149671" y="10068"/>
                </a:lnTo>
                <a:lnTo>
                  <a:pt x="149669" y="10054"/>
                </a:lnTo>
                <a:lnTo>
                  <a:pt x="149667" y="10039"/>
                </a:lnTo>
                <a:lnTo>
                  <a:pt x="149665" y="10025"/>
                </a:lnTo>
                <a:lnTo>
                  <a:pt x="149663" y="10012"/>
                </a:lnTo>
                <a:lnTo>
                  <a:pt x="149661" y="9998"/>
                </a:lnTo>
                <a:lnTo>
                  <a:pt x="149659" y="9985"/>
                </a:lnTo>
                <a:lnTo>
                  <a:pt x="149657" y="9971"/>
                </a:lnTo>
                <a:lnTo>
                  <a:pt x="149655" y="9958"/>
                </a:lnTo>
                <a:lnTo>
                  <a:pt x="149653" y="9946"/>
                </a:lnTo>
                <a:lnTo>
                  <a:pt x="149651" y="9933"/>
                </a:lnTo>
                <a:lnTo>
                  <a:pt x="149648" y="9921"/>
                </a:lnTo>
                <a:lnTo>
                  <a:pt x="149646" y="9908"/>
                </a:lnTo>
                <a:lnTo>
                  <a:pt x="149644" y="9897"/>
                </a:lnTo>
                <a:lnTo>
                  <a:pt x="149642" y="9885"/>
                </a:lnTo>
                <a:lnTo>
                  <a:pt x="149640" y="9873"/>
                </a:lnTo>
                <a:lnTo>
                  <a:pt x="149638" y="9862"/>
                </a:lnTo>
                <a:lnTo>
                  <a:pt x="149636" y="9851"/>
                </a:lnTo>
                <a:lnTo>
                  <a:pt x="149634" y="9840"/>
                </a:lnTo>
                <a:lnTo>
                  <a:pt x="149632" y="9829"/>
                </a:lnTo>
                <a:lnTo>
                  <a:pt x="149630" y="9818"/>
                </a:lnTo>
                <a:lnTo>
                  <a:pt x="149628" y="9808"/>
                </a:lnTo>
                <a:lnTo>
                  <a:pt x="149625" y="9798"/>
                </a:lnTo>
                <a:lnTo>
                  <a:pt x="149623" y="9787"/>
                </a:lnTo>
                <a:lnTo>
                  <a:pt x="149620" y="9777"/>
                </a:lnTo>
                <a:lnTo>
                  <a:pt x="149618" y="9767"/>
                </a:lnTo>
                <a:lnTo>
                  <a:pt x="149615" y="9757"/>
                </a:lnTo>
                <a:lnTo>
                  <a:pt x="149612" y="9747"/>
                </a:lnTo>
                <a:lnTo>
                  <a:pt x="149609" y="9738"/>
                </a:lnTo>
                <a:lnTo>
                  <a:pt x="149606" y="9728"/>
                </a:lnTo>
                <a:lnTo>
                  <a:pt x="149603" y="9718"/>
                </a:lnTo>
                <a:lnTo>
                  <a:pt x="149600" y="9709"/>
                </a:lnTo>
                <a:lnTo>
                  <a:pt x="149596" y="9699"/>
                </a:lnTo>
                <a:lnTo>
                  <a:pt x="149593" y="9690"/>
                </a:lnTo>
                <a:lnTo>
                  <a:pt x="149589" y="9681"/>
                </a:lnTo>
                <a:lnTo>
                  <a:pt x="149585" y="9672"/>
                </a:lnTo>
                <a:lnTo>
                  <a:pt x="149581" y="9662"/>
                </a:lnTo>
                <a:lnTo>
                  <a:pt x="149577" y="9653"/>
                </a:lnTo>
                <a:lnTo>
                  <a:pt x="149573" y="9645"/>
                </a:lnTo>
                <a:lnTo>
                  <a:pt x="149569" y="9636"/>
                </a:lnTo>
                <a:lnTo>
                  <a:pt x="149565" y="9627"/>
                </a:lnTo>
                <a:lnTo>
                  <a:pt x="149560" y="9618"/>
                </a:lnTo>
                <a:lnTo>
                  <a:pt x="149556" y="9610"/>
                </a:lnTo>
                <a:lnTo>
                  <a:pt x="149551" y="9601"/>
                </a:lnTo>
                <a:lnTo>
                  <a:pt x="149546" y="9593"/>
                </a:lnTo>
                <a:lnTo>
                  <a:pt x="149541" y="9584"/>
                </a:lnTo>
                <a:lnTo>
                  <a:pt x="149536" y="9576"/>
                </a:lnTo>
                <a:lnTo>
                  <a:pt x="149530" y="9567"/>
                </a:lnTo>
                <a:lnTo>
                  <a:pt x="149523" y="9558"/>
                </a:lnTo>
                <a:lnTo>
                  <a:pt x="149517" y="9549"/>
                </a:lnTo>
                <a:lnTo>
                  <a:pt x="149510" y="9540"/>
                </a:lnTo>
                <a:lnTo>
                  <a:pt x="149502" y="9531"/>
                </a:lnTo>
                <a:lnTo>
                  <a:pt x="149494" y="9522"/>
                </a:lnTo>
                <a:lnTo>
                  <a:pt x="149486" y="9513"/>
                </a:lnTo>
                <a:lnTo>
                  <a:pt x="149477" y="9503"/>
                </a:lnTo>
                <a:lnTo>
                  <a:pt x="149468" y="9493"/>
                </a:lnTo>
                <a:lnTo>
                  <a:pt x="149458" y="9484"/>
                </a:lnTo>
                <a:lnTo>
                  <a:pt x="149448" y="9474"/>
                </a:lnTo>
                <a:lnTo>
                  <a:pt x="149438" y="9464"/>
                </a:lnTo>
                <a:lnTo>
                  <a:pt x="149427" y="9454"/>
                </a:lnTo>
                <a:lnTo>
                  <a:pt x="149416" y="9443"/>
                </a:lnTo>
                <a:lnTo>
                  <a:pt x="149405" y="9433"/>
                </a:lnTo>
                <a:lnTo>
                  <a:pt x="149393" y="9422"/>
                </a:lnTo>
                <a:lnTo>
                  <a:pt x="149380" y="9412"/>
                </a:lnTo>
                <a:lnTo>
                  <a:pt x="149367" y="9401"/>
                </a:lnTo>
                <a:lnTo>
                  <a:pt x="149354" y="9390"/>
                </a:lnTo>
                <a:lnTo>
                  <a:pt x="149341" y="9379"/>
                </a:lnTo>
                <a:lnTo>
                  <a:pt x="149327" y="9368"/>
                </a:lnTo>
                <a:lnTo>
                  <a:pt x="149312" y="9357"/>
                </a:lnTo>
                <a:lnTo>
                  <a:pt x="149297" y="9345"/>
                </a:lnTo>
                <a:lnTo>
                  <a:pt x="149282" y="9334"/>
                </a:lnTo>
                <a:lnTo>
                  <a:pt x="149266" y="9322"/>
                </a:lnTo>
                <a:lnTo>
                  <a:pt x="149249" y="9310"/>
                </a:lnTo>
                <a:lnTo>
                  <a:pt x="149232" y="9298"/>
                </a:lnTo>
                <a:lnTo>
                  <a:pt x="149214" y="9286"/>
                </a:lnTo>
                <a:lnTo>
                  <a:pt x="149196" y="9274"/>
                </a:lnTo>
                <a:lnTo>
                  <a:pt x="149177" y="9262"/>
                </a:lnTo>
                <a:lnTo>
                  <a:pt x="149157" y="9249"/>
                </a:lnTo>
                <a:lnTo>
                  <a:pt x="149137" y="9236"/>
                </a:lnTo>
                <a:lnTo>
                  <a:pt x="149116" y="9223"/>
                </a:lnTo>
                <a:lnTo>
                  <a:pt x="149095" y="9210"/>
                </a:lnTo>
                <a:lnTo>
                  <a:pt x="149073" y="9197"/>
                </a:lnTo>
                <a:lnTo>
                  <a:pt x="149051" y="9184"/>
                </a:lnTo>
                <a:lnTo>
                  <a:pt x="149028" y="9170"/>
                </a:lnTo>
                <a:lnTo>
                  <a:pt x="149004" y="9157"/>
                </a:lnTo>
                <a:lnTo>
                  <a:pt x="148980" y="9143"/>
                </a:lnTo>
                <a:lnTo>
                  <a:pt x="148955" y="9129"/>
                </a:lnTo>
                <a:lnTo>
                  <a:pt x="148930" y="9115"/>
                </a:lnTo>
                <a:lnTo>
                  <a:pt x="148904" y="9101"/>
                </a:lnTo>
                <a:lnTo>
                  <a:pt x="148877" y="9087"/>
                </a:lnTo>
                <a:lnTo>
                  <a:pt x="148850" y="9072"/>
                </a:lnTo>
                <a:lnTo>
                  <a:pt x="148822" y="9058"/>
                </a:lnTo>
                <a:lnTo>
                  <a:pt x="148794" y="9043"/>
                </a:lnTo>
                <a:lnTo>
                  <a:pt x="148765" y="9028"/>
                </a:lnTo>
                <a:lnTo>
                  <a:pt x="148736" y="9013"/>
                </a:lnTo>
                <a:lnTo>
                  <a:pt x="148706" y="8999"/>
                </a:lnTo>
                <a:lnTo>
                  <a:pt x="148676" y="8984"/>
                </a:lnTo>
                <a:lnTo>
                  <a:pt x="148645" y="8970"/>
                </a:lnTo>
                <a:lnTo>
                  <a:pt x="148614" y="8955"/>
                </a:lnTo>
                <a:lnTo>
                  <a:pt x="148582" y="8941"/>
                </a:lnTo>
                <a:lnTo>
                  <a:pt x="148550" y="8927"/>
                </a:lnTo>
                <a:lnTo>
                  <a:pt x="148517" y="8913"/>
                </a:lnTo>
                <a:lnTo>
                  <a:pt x="148484" y="8899"/>
                </a:lnTo>
                <a:lnTo>
                  <a:pt x="148450" y="8885"/>
                </a:lnTo>
                <a:lnTo>
                  <a:pt x="148416" y="8871"/>
                </a:lnTo>
                <a:lnTo>
                  <a:pt x="148381" y="8857"/>
                </a:lnTo>
                <a:lnTo>
                  <a:pt x="148346" y="8844"/>
                </a:lnTo>
                <a:lnTo>
                  <a:pt x="148310" y="8830"/>
                </a:lnTo>
                <a:lnTo>
                  <a:pt x="148274" y="8817"/>
                </a:lnTo>
                <a:lnTo>
                  <a:pt x="148237" y="8803"/>
                </a:lnTo>
                <a:lnTo>
                  <a:pt x="148200" y="8790"/>
                </a:lnTo>
                <a:lnTo>
                  <a:pt x="148163" y="8777"/>
                </a:lnTo>
                <a:lnTo>
                  <a:pt x="148124" y="8764"/>
                </a:lnTo>
                <a:lnTo>
                  <a:pt x="148086" y="8751"/>
                </a:lnTo>
                <a:lnTo>
                  <a:pt x="148047" y="8738"/>
                </a:lnTo>
                <a:lnTo>
                  <a:pt x="148007" y="8725"/>
                </a:lnTo>
                <a:lnTo>
                  <a:pt x="147967" y="8712"/>
                </a:lnTo>
                <a:lnTo>
                  <a:pt x="147926" y="8700"/>
                </a:lnTo>
                <a:lnTo>
                  <a:pt x="147885" y="8687"/>
                </a:lnTo>
                <a:lnTo>
                  <a:pt x="147844" y="8675"/>
                </a:lnTo>
                <a:lnTo>
                  <a:pt x="147802" y="8663"/>
                </a:lnTo>
                <a:lnTo>
                  <a:pt x="147760" y="8651"/>
                </a:lnTo>
                <a:lnTo>
                  <a:pt x="147717" y="8639"/>
                </a:lnTo>
                <a:lnTo>
                  <a:pt x="147674" y="8628"/>
                </a:lnTo>
                <a:lnTo>
                  <a:pt x="147631" y="8616"/>
                </a:lnTo>
                <a:lnTo>
                  <a:pt x="147587" y="8605"/>
                </a:lnTo>
                <a:lnTo>
                  <a:pt x="147543" y="8594"/>
                </a:lnTo>
                <a:lnTo>
                  <a:pt x="147498" y="8583"/>
                </a:lnTo>
                <a:lnTo>
                  <a:pt x="147453" y="8572"/>
                </a:lnTo>
                <a:lnTo>
                  <a:pt x="147407" y="8562"/>
                </a:lnTo>
                <a:lnTo>
                  <a:pt x="147362" y="8552"/>
                </a:lnTo>
                <a:lnTo>
                  <a:pt x="147315" y="8541"/>
                </a:lnTo>
                <a:lnTo>
                  <a:pt x="147269" y="8531"/>
                </a:lnTo>
                <a:lnTo>
                  <a:pt x="147222" y="8522"/>
                </a:lnTo>
                <a:lnTo>
                  <a:pt x="147174" y="8512"/>
                </a:lnTo>
                <a:lnTo>
                  <a:pt x="147126" y="8503"/>
                </a:lnTo>
                <a:lnTo>
                  <a:pt x="147078" y="8493"/>
                </a:lnTo>
                <a:lnTo>
                  <a:pt x="147029" y="8484"/>
                </a:lnTo>
                <a:lnTo>
                  <a:pt x="146980" y="8475"/>
                </a:lnTo>
                <a:lnTo>
                  <a:pt x="146930" y="8467"/>
                </a:lnTo>
                <a:lnTo>
                  <a:pt x="146881" y="8458"/>
                </a:lnTo>
                <a:lnTo>
                  <a:pt x="146830" y="8450"/>
                </a:lnTo>
                <a:lnTo>
                  <a:pt x="146780" y="8442"/>
                </a:lnTo>
                <a:lnTo>
                  <a:pt x="146730" y="8434"/>
                </a:lnTo>
                <a:lnTo>
                  <a:pt x="146680" y="8427"/>
                </a:lnTo>
                <a:lnTo>
                  <a:pt x="146630" y="8420"/>
                </a:lnTo>
                <a:lnTo>
                  <a:pt x="146580" y="8413"/>
                </a:lnTo>
                <a:lnTo>
                  <a:pt x="146530" y="8407"/>
                </a:lnTo>
                <a:lnTo>
                  <a:pt x="146479" y="8401"/>
                </a:lnTo>
                <a:lnTo>
                  <a:pt x="146429" y="8396"/>
                </a:lnTo>
                <a:lnTo>
                  <a:pt x="146379" y="8391"/>
                </a:lnTo>
                <a:lnTo>
                  <a:pt x="146329" y="8386"/>
                </a:lnTo>
                <a:lnTo>
                  <a:pt x="146279" y="8382"/>
                </a:lnTo>
                <a:lnTo>
                  <a:pt x="146229" y="8377"/>
                </a:lnTo>
                <a:lnTo>
                  <a:pt x="146179" y="8374"/>
                </a:lnTo>
                <a:lnTo>
                  <a:pt x="146128" y="8370"/>
                </a:lnTo>
                <a:lnTo>
                  <a:pt x="146078" y="8367"/>
                </a:lnTo>
                <a:lnTo>
                  <a:pt x="146028" y="8365"/>
                </a:lnTo>
                <a:lnTo>
                  <a:pt x="145978" y="8362"/>
                </a:lnTo>
                <a:lnTo>
                  <a:pt x="145928" y="8361"/>
                </a:lnTo>
                <a:lnTo>
                  <a:pt x="145878" y="8359"/>
                </a:lnTo>
                <a:lnTo>
                  <a:pt x="145828" y="8358"/>
                </a:lnTo>
                <a:lnTo>
                  <a:pt x="145778" y="8357"/>
                </a:lnTo>
                <a:lnTo>
                  <a:pt x="145727" y="8356"/>
                </a:lnTo>
                <a:lnTo>
                  <a:pt x="145677" y="8356"/>
                </a:lnTo>
                <a:lnTo>
                  <a:pt x="145564" y="8357"/>
                </a:lnTo>
                <a:lnTo>
                  <a:pt x="145451" y="8359"/>
                </a:lnTo>
                <a:lnTo>
                  <a:pt x="145340" y="8362"/>
                </a:lnTo>
                <a:lnTo>
                  <a:pt x="145230" y="8366"/>
                </a:lnTo>
                <a:lnTo>
                  <a:pt x="145121" y="8372"/>
                </a:lnTo>
                <a:lnTo>
                  <a:pt x="145013" y="8379"/>
                </a:lnTo>
                <a:lnTo>
                  <a:pt x="144907" y="8387"/>
                </a:lnTo>
                <a:lnTo>
                  <a:pt x="144802" y="8397"/>
                </a:lnTo>
                <a:lnTo>
                  <a:pt x="144698" y="8408"/>
                </a:lnTo>
                <a:lnTo>
                  <a:pt x="144595" y="8420"/>
                </a:lnTo>
                <a:lnTo>
                  <a:pt x="144493" y="8433"/>
                </a:lnTo>
                <a:lnTo>
                  <a:pt x="144393" y="8448"/>
                </a:lnTo>
                <a:lnTo>
                  <a:pt x="144293" y="8464"/>
                </a:lnTo>
                <a:lnTo>
                  <a:pt x="144195" y="8481"/>
                </a:lnTo>
                <a:lnTo>
                  <a:pt x="144098" y="8500"/>
                </a:lnTo>
                <a:lnTo>
                  <a:pt x="144002" y="8520"/>
                </a:lnTo>
                <a:lnTo>
                  <a:pt x="143908" y="8541"/>
                </a:lnTo>
                <a:lnTo>
                  <a:pt x="143814" y="8563"/>
                </a:lnTo>
                <a:lnTo>
                  <a:pt x="143722" y="8587"/>
                </a:lnTo>
                <a:lnTo>
                  <a:pt x="143631" y="8612"/>
                </a:lnTo>
                <a:lnTo>
                  <a:pt x="143541" y="8638"/>
                </a:lnTo>
                <a:lnTo>
                  <a:pt x="143453" y="8665"/>
                </a:lnTo>
                <a:lnTo>
                  <a:pt x="143365" y="8694"/>
                </a:lnTo>
                <a:lnTo>
                  <a:pt x="143279" y="8724"/>
                </a:lnTo>
                <a:lnTo>
                  <a:pt x="143194" y="8755"/>
                </a:lnTo>
                <a:lnTo>
                  <a:pt x="143110" y="8787"/>
                </a:lnTo>
                <a:lnTo>
                  <a:pt x="143027" y="8820"/>
                </a:lnTo>
                <a:lnTo>
                  <a:pt x="142946" y="8854"/>
                </a:lnTo>
                <a:lnTo>
                  <a:pt x="142866" y="8888"/>
                </a:lnTo>
                <a:lnTo>
                  <a:pt x="142787" y="8923"/>
                </a:lnTo>
                <a:lnTo>
                  <a:pt x="142709" y="8959"/>
                </a:lnTo>
                <a:lnTo>
                  <a:pt x="142632" y="8996"/>
                </a:lnTo>
                <a:lnTo>
                  <a:pt x="142556" y="9034"/>
                </a:lnTo>
                <a:lnTo>
                  <a:pt x="142482" y="9073"/>
                </a:lnTo>
                <a:lnTo>
                  <a:pt x="142409" y="9112"/>
                </a:lnTo>
                <a:lnTo>
                  <a:pt x="142337" y="9153"/>
                </a:lnTo>
                <a:lnTo>
                  <a:pt x="142266" y="9194"/>
                </a:lnTo>
                <a:lnTo>
                  <a:pt x="142197" y="9236"/>
                </a:lnTo>
                <a:lnTo>
                  <a:pt x="142128" y="9279"/>
                </a:lnTo>
                <a:lnTo>
                  <a:pt x="142061" y="9323"/>
                </a:lnTo>
                <a:lnTo>
                  <a:pt x="141995" y="9367"/>
                </a:lnTo>
                <a:lnTo>
                  <a:pt x="141930" y="9413"/>
                </a:lnTo>
                <a:lnTo>
                  <a:pt x="141866" y="9459"/>
                </a:lnTo>
                <a:lnTo>
                  <a:pt x="141804" y="9506"/>
                </a:lnTo>
                <a:lnTo>
                  <a:pt x="141743" y="9554"/>
                </a:lnTo>
                <a:lnTo>
                  <a:pt x="141683" y="9603"/>
                </a:lnTo>
                <a:lnTo>
                  <a:pt x="141624" y="9653"/>
                </a:lnTo>
                <a:lnTo>
                  <a:pt x="141566" y="9703"/>
                </a:lnTo>
                <a:lnTo>
                  <a:pt x="141510" y="9754"/>
                </a:lnTo>
                <a:lnTo>
                  <a:pt x="141454" y="9806"/>
                </a:lnTo>
                <a:lnTo>
                  <a:pt x="141400" y="9859"/>
                </a:lnTo>
                <a:lnTo>
                  <a:pt x="141347" y="9912"/>
                </a:lnTo>
                <a:lnTo>
                  <a:pt x="141295" y="9966"/>
                </a:lnTo>
                <a:lnTo>
                  <a:pt x="141245" y="10021"/>
                </a:lnTo>
                <a:lnTo>
                  <a:pt x="141195" y="10076"/>
                </a:lnTo>
                <a:lnTo>
                  <a:pt x="141147" y="10132"/>
                </a:lnTo>
                <a:lnTo>
                  <a:pt x="141100" y="10189"/>
                </a:lnTo>
                <a:lnTo>
                  <a:pt x="141055" y="10247"/>
                </a:lnTo>
                <a:lnTo>
                  <a:pt x="141010" y="10305"/>
                </a:lnTo>
                <a:lnTo>
                  <a:pt x="140966" y="10364"/>
                </a:lnTo>
                <a:lnTo>
                  <a:pt x="140924" y="10423"/>
                </a:lnTo>
                <a:lnTo>
                  <a:pt x="140883" y="10484"/>
                </a:lnTo>
                <a:lnTo>
                  <a:pt x="140843" y="10545"/>
                </a:lnTo>
                <a:lnTo>
                  <a:pt x="140805" y="10606"/>
                </a:lnTo>
                <a:lnTo>
                  <a:pt x="140767" y="10669"/>
                </a:lnTo>
                <a:lnTo>
                  <a:pt x="140731" y="10732"/>
                </a:lnTo>
                <a:lnTo>
                  <a:pt x="140696" y="10796"/>
                </a:lnTo>
                <a:lnTo>
                  <a:pt x="140662" y="10860"/>
                </a:lnTo>
                <a:lnTo>
                  <a:pt x="140629" y="10925"/>
                </a:lnTo>
                <a:lnTo>
                  <a:pt x="140598" y="10991"/>
                </a:lnTo>
                <a:lnTo>
                  <a:pt x="140567" y="11058"/>
                </a:lnTo>
                <a:lnTo>
                  <a:pt x="140538" y="11125"/>
                </a:lnTo>
                <a:lnTo>
                  <a:pt x="140510" y="11193"/>
                </a:lnTo>
                <a:lnTo>
                  <a:pt x="140484" y="11261"/>
                </a:lnTo>
                <a:lnTo>
                  <a:pt x="140458" y="11329"/>
                </a:lnTo>
                <a:lnTo>
                  <a:pt x="140434" y="11398"/>
                </a:lnTo>
                <a:lnTo>
                  <a:pt x="140410" y="11466"/>
                </a:lnTo>
                <a:lnTo>
                  <a:pt x="140388" y="11535"/>
                </a:lnTo>
                <a:lnTo>
                  <a:pt x="140368" y="11605"/>
                </a:lnTo>
                <a:lnTo>
                  <a:pt x="140348" y="11674"/>
                </a:lnTo>
                <a:lnTo>
                  <a:pt x="140329" y="11744"/>
                </a:lnTo>
                <a:lnTo>
                  <a:pt x="140312" y="11814"/>
                </a:lnTo>
                <a:lnTo>
                  <a:pt x="140296" y="11884"/>
                </a:lnTo>
                <a:lnTo>
                  <a:pt x="140281" y="11955"/>
                </a:lnTo>
                <a:lnTo>
                  <a:pt x="140268" y="12026"/>
                </a:lnTo>
                <a:lnTo>
                  <a:pt x="140255" y="12097"/>
                </a:lnTo>
                <a:lnTo>
                  <a:pt x="140244" y="12169"/>
                </a:lnTo>
                <a:lnTo>
                  <a:pt x="140234" y="12240"/>
                </a:lnTo>
                <a:lnTo>
                  <a:pt x="140225" y="12312"/>
                </a:lnTo>
                <a:lnTo>
                  <a:pt x="140217" y="12384"/>
                </a:lnTo>
                <a:lnTo>
                  <a:pt x="140211" y="12457"/>
                </a:lnTo>
                <a:lnTo>
                  <a:pt x="140205" y="12529"/>
                </a:lnTo>
                <a:lnTo>
                  <a:pt x="140201" y="12602"/>
                </a:lnTo>
                <a:lnTo>
                  <a:pt x="140198" y="12676"/>
                </a:lnTo>
                <a:lnTo>
                  <a:pt x="140196" y="12749"/>
                </a:lnTo>
                <a:lnTo>
                  <a:pt x="140196" y="12823"/>
                </a:lnTo>
                <a:lnTo>
                  <a:pt x="140196" y="12906"/>
                </a:lnTo>
                <a:lnTo>
                  <a:pt x="140198" y="12988"/>
                </a:lnTo>
                <a:lnTo>
                  <a:pt x="140201" y="13069"/>
                </a:lnTo>
                <a:lnTo>
                  <a:pt x="140205" y="13150"/>
                </a:lnTo>
                <a:lnTo>
                  <a:pt x="140210" y="13229"/>
                </a:lnTo>
                <a:lnTo>
                  <a:pt x="140216" y="13307"/>
                </a:lnTo>
                <a:lnTo>
                  <a:pt x="140223" y="13384"/>
                </a:lnTo>
                <a:lnTo>
                  <a:pt x="140232" y="13461"/>
                </a:lnTo>
                <a:lnTo>
                  <a:pt x="140241" y="13536"/>
                </a:lnTo>
                <a:lnTo>
                  <a:pt x="140252" y="13610"/>
                </a:lnTo>
                <a:lnTo>
                  <a:pt x="140264" y="13683"/>
                </a:lnTo>
                <a:lnTo>
                  <a:pt x="140277" y="13756"/>
                </a:lnTo>
                <a:lnTo>
                  <a:pt x="140291" y="13827"/>
                </a:lnTo>
                <a:lnTo>
                  <a:pt x="140307" y="13897"/>
                </a:lnTo>
                <a:lnTo>
                  <a:pt x="140323" y="13967"/>
                </a:lnTo>
                <a:lnTo>
                  <a:pt x="140340" y="14035"/>
                </a:lnTo>
                <a:lnTo>
                  <a:pt x="140359" y="14102"/>
                </a:lnTo>
                <a:lnTo>
                  <a:pt x="140379" y="14169"/>
                </a:lnTo>
                <a:lnTo>
                  <a:pt x="140400" y="14234"/>
                </a:lnTo>
                <a:lnTo>
                  <a:pt x="140422" y="14298"/>
                </a:lnTo>
                <a:lnTo>
                  <a:pt x="140445" y="14362"/>
                </a:lnTo>
                <a:lnTo>
                  <a:pt x="140469" y="14424"/>
                </a:lnTo>
                <a:lnTo>
                  <a:pt x="140495" y="14485"/>
                </a:lnTo>
                <a:lnTo>
                  <a:pt x="140522" y="14546"/>
                </a:lnTo>
                <a:lnTo>
                  <a:pt x="140549" y="14605"/>
                </a:lnTo>
                <a:lnTo>
                  <a:pt x="140577" y="14664"/>
                </a:lnTo>
                <a:lnTo>
                  <a:pt x="140606" y="14723"/>
                </a:lnTo>
                <a:lnTo>
                  <a:pt x="140636" y="14780"/>
                </a:lnTo>
                <a:lnTo>
                  <a:pt x="140666" y="14837"/>
                </a:lnTo>
                <a:lnTo>
                  <a:pt x="140698" y="14893"/>
                </a:lnTo>
                <a:lnTo>
                  <a:pt x="140729" y="14948"/>
                </a:lnTo>
                <a:lnTo>
                  <a:pt x="140762" y="15003"/>
                </a:lnTo>
                <a:lnTo>
                  <a:pt x="140795" y="15057"/>
                </a:lnTo>
                <a:lnTo>
                  <a:pt x="140829" y="15110"/>
                </a:lnTo>
                <a:lnTo>
                  <a:pt x="140864" y="15163"/>
                </a:lnTo>
                <a:lnTo>
                  <a:pt x="140900" y="15215"/>
                </a:lnTo>
                <a:lnTo>
                  <a:pt x="140936" y="15266"/>
                </a:lnTo>
                <a:lnTo>
                  <a:pt x="140973" y="15317"/>
                </a:lnTo>
                <a:lnTo>
                  <a:pt x="141010" y="15366"/>
                </a:lnTo>
                <a:lnTo>
                  <a:pt x="141049" y="15416"/>
                </a:lnTo>
                <a:lnTo>
                  <a:pt x="141088" y="15464"/>
                </a:lnTo>
                <a:lnTo>
                  <a:pt x="141128" y="15512"/>
                </a:lnTo>
                <a:lnTo>
                  <a:pt x="141168" y="15559"/>
                </a:lnTo>
                <a:lnTo>
                  <a:pt x="141210" y="15605"/>
                </a:lnTo>
                <a:lnTo>
                  <a:pt x="141252" y="15651"/>
                </a:lnTo>
                <a:lnTo>
                  <a:pt x="141295" y="15696"/>
                </a:lnTo>
                <a:lnTo>
                  <a:pt x="141338" y="15740"/>
                </a:lnTo>
                <a:lnTo>
                  <a:pt x="141382" y="15784"/>
                </a:lnTo>
                <a:lnTo>
                  <a:pt x="141427" y="15827"/>
                </a:lnTo>
                <a:lnTo>
                  <a:pt x="141472" y="15869"/>
                </a:lnTo>
                <a:lnTo>
                  <a:pt x="141518" y="15911"/>
                </a:lnTo>
                <a:lnTo>
                  <a:pt x="141564" y="15952"/>
                </a:lnTo>
                <a:lnTo>
                  <a:pt x="141611" y="15993"/>
                </a:lnTo>
                <a:lnTo>
                  <a:pt x="141658" y="16033"/>
                </a:lnTo>
                <a:lnTo>
                  <a:pt x="141706" y="16073"/>
                </a:lnTo>
                <a:lnTo>
                  <a:pt x="141755" y="16112"/>
                </a:lnTo>
                <a:lnTo>
                  <a:pt x="141803" y="16150"/>
                </a:lnTo>
                <a:lnTo>
                  <a:pt x="141853" y="16188"/>
                </a:lnTo>
                <a:lnTo>
                  <a:pt x="141902" y="16226"/>
                </a:lnTo>
                <a:lnTo>
                  <a:pt x="141953" y="16263"/>
                </a:lnTo>
                <a:lnTo>
                  <a:pt x="142003" y="16299"/>
                </a:lnTo>
                <a:lnTo>
                  <a:pt x="142054" y="16335"/>
                </a:lnTo>
                <a:lnTo>
                  <a:pt x="142106" y="16370"/>
                </a:lnTo>
                <a:lnTo>
                  <a:pt x="142158" y="16405"/>
                </a:lnTo>
                <a:lnTo>
                  <a:pt x="142211" y="16439"/>
                </a:lnTo>
                <a:lnTo>
                  <a:pt x="142264" y="16472"/>
                </a:lnTo>
                <a:lnTo>
                  <a:pt x="142318" y="16505"/>
                </a:lnTo>
                <a:lnTo>
                  <a:pt x="142372" y="16538"/>
                </a:lnTo>
                <a:lnTo>
                  <a:pt x="142427" y="16570"/>
                </a:lnTo>
                <a:lnTo>
                  <a:pt x="142482" y="16601"/>
                </a:lnTo>
                <a:lnTo>
                  <a:pt x="142538" y="16632"/>
                </a:lnTo>
                <a:lnTo>
                  <a:pt x="142594" y="16662"/>
                </a:lnTo>
                <a:lnTo>
                  <a:pt x="142650" y="16692"/>
                </a:lnTo>
                <a:lnTo>
                  <a:pt x="142707" y="16722"/>
                </a:lnTo>
                <a:lnTo>
                  <a:pt x="142764" y="16751"/>
                </a:lnTo>
                <a:lnTo>
                  <a:pt x="142820" y="16780"/>
                </a:lnTo>
                <a:lnTo>
                  <a:pt x="142877" y="16809"/>
                </a:lnTo>
                <a:lnTo>
                  <a:pt x="142934" y="16837"/>
                </a:lnTo>
                <a:lnTo>
                  <a:pt x="142992" y="16866"/>
                </a:lnTo>
                <a:lnTo>
                  <a:pt x="143049" y="16894"/>
                </a:lnTo>
                <a:lnTo>
                  <a:pt x="143106" y="16921"/>
                </a:lnTo>
                <a:lnTo>
                  <a:pt x="143164" y="16949"/>
                </a:lnTo>
                <a:lnTo>
                  <a:pt x="143221" y="16976"/>
                </a:lnTo>
                <a:lnTo>
                  <a:pt x="143279" y="17003"/>
                </a:lnTo>
                <a:lnTo>
                  <a:pt x="143337" y="17030"/>
                </a:lnTo>
                <a:lnTo>
                  <a:pt x="143395" y="17056"/>
                </a:lnTo>
                <a:lnTo>
                  <a:pt x="143453" y="17082"/>
                </a:lnTo>
                <a:lnTo>
                  <a:pt x="143511" y="17108"/>
                </a:lnTo>
                <a:lnTo>
                  <a:pt x="143569" y="17134"/>
                </a:lnTo>
                <a:lnTo>
                  <a:pt x="143628" y="17160"/>
                </a:lnTo>
                <a:lnTo>
                  <a:pt x="143686" y="17185"/>
                </a:lnTo>
                <a:lnTo>
                  <a:pt x="143745" y="17210"/>
                </a:lnTo>
                <a:lnTo>
                  <a:pt x="143804" y="17234"/>
                </a:lnTo>
                <a:lnTo>
                  <a:pt x="143863" y="17259"/>
                </a:lnTo>
                <a:lnTo>
                  <a:pt x="143922" y="17283"/>
                </a:lnTo>
                <a:lnTo>
                  <a:pt x="143981" y="17307"/>
                </a:lnTo>
                <a:lnTo>
                  <a:pt x="144040" y="17330"/>
                </a:lnTo>
                <a:lnTo>
                  <a:pt x="144099" y="17354"/>
                </a:lnTo>
                <a:lnTo>
                  <a:pt x="144158" y="17377"/>
                </a:lnTo>
                <a:lnTo>
                  <a:pt x="144217" y="17401"/>
                </a:lnTo>
                <a:lnTo>
                  <a:pt x="144275" y="17424"/>
                </a:lnTo>
                <a:lnTo>
                  <a:pt x="144333" y="17447"/>
                </a:lnTo>
                <a:lnTo>
                  <a:pt x="144392" y="17470"/>
                </a:lnTo>
                <a:lnTo>
                  <a:pt x="144450" y="17493"/>
                </a:lnTo>
                <a:lnTo>
                  <a:pt x="144508" y="17516"/>
                </a:lnTo>
                <a:lnTo>
                  <a:pt x="144566" y="17539"/>
                </a:lnTo>
                <a:lnTo>
                  <a:pt x="144623" y="17562"/>
                </a:lnTo>
                <a:lnTo>
                  <a:pt x="144681" y="17585"/>
                </a:lnTo>
                <a:lnTo>
                  <a:pt x="144738" y="17607"/>
                </a:lnTo>
                <a:lnTo>
                  <a:pt x="144795" y="17630"/>
                </a:lnTo>
                <a:lnTo>
                  <a:pt x="144852" y="17652"/>
                </a:lnTo>
                <a:lnTo>
                  <a:pt x="144909" y="17674"/>
                </a:lnTo>
                <a:lnTo>
                  <a:pt x="144966" y="17697"/>
                </a:lnTo>
                <a:lnTo>
                  <a:pt x="145023" y="17719"/>
                </a:lnTo>
                <a:lnTo>
                  <a:pt x="145079" y="17741"/>
                </a:lnTo>
                <a:lnTo>
                  <a:pt x="145136" y="17763"/>
                </a:lnTo>
                <a:lnTo>
                  <a:pt x="145192" y="17785"/>
                </a:lnTo>
                <a:lnTo>
                  <a:pt x="145248" y="17807"/>
                </a:lnTo>
                <a:lnTo>
                  <a:pt x="145304" y="17829"/>
                </a:lnTo>
                <a:lnTo>
                  <a:pt x="145360" y="17850"/>
                </a:lnTo>
                <a:lnTo>
                  <a:pt x="145415" y="17872"/>
                </a:lnTo>
                <a:lnTo>
                  <a:pt x="145470" y="17894"/>
                </a:lnTo>
                <a:lnTo>
                  <a:pt x="145525" y="17916"/>
                </a:lnTo>
                <a:lnTo>
                  <a:pt x="145579" y="17939"/>
                </a:lnTo>
                <a:lnTo>
                  <a:pt x="145632" y="17961"/>
                </a:lnTo>
                <a:lnTo>
                  <a:pt x="145686" y="17984"/>
                </a:lnTo>
                <a:lnTo>
                  <a:pt x="145738" y="18008"/>
                </a:lnTo>
                <a:lnTo>
                  <a:pt x="145791" y="18031"/>
                </a:lnTo>
                <a:lnTo>
                  <a:pt x="145842" y="18055"/>
                </a:lnTo>
                <a:lnTo>
                  <a:pt x="145894" y="18079"/>
                </a:lnTo>
                <a:lnTo>
                  <a:pt x="145944" y="18104"/>
                </a:lnTo>
                <a:lnTo>
                  <a:pt x="145995" y="18128"/>
                </a:lnTo>
                <a:lnTo>
                  <a:pt x="146045" y="18153"/>
                </a:lnTo>
                <a:lnTo>
                  <a:pt x="146094" y="18178"/>
                </a:lnTo>
                <a:lnTo>
                  <a:pt x="146143" y="18204"/>
                </a:lnTo>
                <a:lnTo>
                  <a:pt x="146192" y="18229"/>
                </a:lnTo>
                <a:lnTo>
                  <a:pt x="146240" y="18255"/>
                </a:lnTo>
                <a:lnTo>
                  <a:pt x="146287" y="18281"/>
                </a:lnTo>
                <a:lnTo>
                  <a:pt x="146334" y="18308"/>
                </a:lnTo>
                <a:lnTo>
                  <a:pt x="146381" y="18335"/>
                </a:lnTo>
                <a:lnTo>
                  <a:pt x="146427" y="18362"/>
                </a:lnTo>
                <a:lnTo>
                  <a:pt x="146473" y="18389"/>
                </a:lnTo>
                <a:lnTo>
                  <a:pt x="146518" y="18416"/>
                </a:lnTo>
                <a:lnTo>
                  <a:pt x="146563" y="18444"/>
                </a:lnTo>
                <a:lnTo>
                  <a:pt x="146607" y="18472"/>
                </a:lnTo>
                <a:lnTo>
                  <a:pt x="146651" y="18500"/>
                </a:lnTo>
                <a:lnTo>
                  <a:pt x="146693" y="18529"/>
                </a:lnTo>
                <a:lnTo>
                  <a:pt x="146735" y="18558"/>
                </a:lnTo>
                <a:lnTo>
                  <a:pt x="146777" y="18588"/>
                </a:lnTo>
                <a:lnTo>
                  <a:pt x="146817" y="18617"/>
                </a:lnTo>
                <a:lnTo>
                  <a:pt x="146857" y="18648"/>
                </a:lnTo>
                <a:lnTo>
                  <a:pt x="146896" y="18678"/>
                </a:lnTo>
                <a:lnTo>
                  <a:pt x="146935" y="18709"/>
                </a:lnTo>
                <a:lnTo>
                  <a:pt x="146972" y="18740"/>
                </a:lnTo>
                <a:lnTo>
                  <a:pt x="147009" y="18772"/>
                </a:lnTo>
                <a:lnTo>
                  <a:pt x="147046" y="18803"/>
                </a:lnTo>
                <a:lnTo>
                  <a:pt x="147081" y="18836"/>
                </a:lnTo>
                <a:lnTo>
                  <a:pt x="147116" y="18868"/>
                </a:lnTo>
                <a:lnTo>
                  <a:pt x="147150" y="18901"/>
                </a:lnTo>
                <a:lnTo>
                  <a:pt x="147183" y="18934"/>
                </a:lnTo>
                <a:lnTo>
                  <a:pt x="147216" y="18968"/>
                </a:lnTo>
                <a:lnTo>
                  <a:pt x="147248" y="19002"/>
                </a:lnTo>
                <a:lnTo>
                  <a:pt x="147279" y="19036"/>
                </a:lnTo>
                <a:lnTo>
                  <a:pt x="147309" y="19071"/>
                </a:lnTo>
                <a:lnTo>
                  <a:pt x="147339" y="19106"/>
                </a:lnTo>
                <a:lnTo>
                  <a:pt x="147368" y="19141"/>
                </a:lnTo>
                <a:lnTo>
                  <a:pt x="147396" y="19177"/>
                </a:lnTo>
                <a:lnTo>
                  <a:pt x="147424" y="19213"/>
                </a:lnTo>
                <a:lnTo>
                  <a:pt x="147450" y="19250"/>
                </a:lnTo>
                <a:lnTo>
                  <a:pt x="147476" y="19287"/>
                </a:lnTo>
                <a:lnTo>
                  <a:pt x="147500" y="19325"/>
                </a:lnTo>
                <a:lnTo>
                  <a:pt x="147523" y="19364"/>
                </a:lnTo>
                <a:lnTo>
                  <a:pt x="147545" y="19403"/>
                </a:lnTo>
                <a:lnTo>
                  <a:pt x="147566" y="19443"/>
                </a:lnTo>
                <a:lnTo>
                  <a:pt x="147586" y="19484"/>
                </a:lnTo>
                <a:lnTo>
                  <a:pt x="147605" y="19526"/>
                </a:lnTo>
                <a:lnTo>
                  <a:pt x="147622" y="19568"/>
                </a:lnTo>
                <a:lnTo>
                  <a:pt x="147639" y="19611"/>
                </a:lnTo>
                <a:lnTo>
                  <a:pt x="147654" y="19654"/>
                </a:lnTo>
                <a:lnTo>
                  <a:pt x="147668" y="19698"/>
                </a:lnTo>
                <a:lnTo>
                  <a:pt x="147681" y="19743"/>
                </a:lnTo>
                <a:lnTo>
                  <a:pt x="147693" y="19789"/>
                </a:lnTo>
                <a:lnTo>
                  <a:pt x="147704" y="19835"/>
                </a:lnTo>
                <a:lnTo>
                  <a:pt x="147713" y="19882"/>
                </a:lnTo>
                <a:lnTo>
                  <a:pt x="147722" y="19930"/>
                </a:lnTo>
                <a:lnTo>
                  <a:pt x="147729" y="19979"/>
                </a:lnTo>
                <a:lnTo>
                  <a:pt x="147735" y="20028"/>
                </a:lnTo>
                <a:lnTo>
                  <a:pt x="147741" y="20078"/>
                </a:lnTo>
                <a:lnTo>
                  <a:pt x="147744" y="20128"/>
                </a:lnTo>
                <a:lnTo>
                  <a:pt x="147747" y="20179"/>
                </a:lnTo>
                <a:lnTo>
                  <a:pt x="147749" y="20231"/>
                </a:lnTo>
                <a:lnTo>
                  <a:pt x="147750" y="20284"/>
                </a:lnTo>
                <a:lnTo>
                  <a:pt x="147749" y="20335"/>
                </a:lnTo>
                <a:lnTo>
                  <a:pt x="147748" y="20386"/>
                </a:lnTo>
                <a:lnTo>
                  <a:pt x="147746" y="20436"/>
                </a:lnTo>
                <a:lnTo>
                  <a:pt x="147743" y="20486"/>
                </a:lnTo>
                <a:lnTo>
                  <a:pt x="147740" y="20535"/>
                </a:lnTo>
                <a:lnTo>
                  <a:pt x="147735" y="20583"/>
                </a:lnTo>
                <a:lnTo>
                  <a:pt x="147730" y="20631"/>
                </a:lnTo>
                <a:lnTo>
                  <a:pt x="147724" y="20678"/>
                </a:lnTo>
                <a:lnTo>
                  <a:pt x="147718" y="20725"/>
                </a:lnTo>
                <a:lnTo>
                  <a:pt x="147710" y="20771"/>
                </a:lnTo>
                <a:lnTo>
                  <a:pt x="147702" y="20817"/>
                </a:lnTo>
                <a:lnTo>
                  <a:pt x="147693" y="20862"/>
                </a:lnTo>
                <a:lnTo>
                  <a:pt x="147683" y="20906"/>
                </a:lnTo>
                <a:lnTo>
                  <a:pt x="147673" y="20950"/>
                </a:lnTo>
                <a:lnTo>
                  <a:pt x="147661" y="20993"/>
                </a:lnTo>
                <a:lnTo>
                  <a:pt x="147649" y="21036"/>
                </a:lnTo>
                <a:lnTo>
                  <a:pt x="147636" y="21078"/>
                </a:lnTo>
                <a:lnTo>
                  <a:pt x="147623" y="21119"/>
                </a:lnTo>
                <a:lnTo>
                  <a:pt x="147608" y="21160"/>
                </a:lnTo>
                <a:lnTo>
                  <a:pt x="147593" y="21200"/>
                </a:lnTo>
                <a:lnTo>
                  <a:pt x="147577" y="21240"/>
                </a:lnTo>
                <a:lnTo>
                  <a:pt x="147560" y="21279"/>
                </a:lnTo>
                <a:lnTo>
                  <a:pt x="147542" y="21318"/>
                </a:lnTo>
                <a:lnTo>
                  <a:pt x="147524" y="21356"/>
                </a:lnTo>
                <a:lnTo>
                  <a:pt x="147505" y="21393"/>
                </a:lnTo>
                <a:lnTo>
                  <a:pt x="147485" y="21430"/>
                </a:lnTo>
                <a:lnTo>
                  <a:pt x="147465" y="21466"/>
                </a:lnTo>
                <a:lnTo>
                  <a:pt x="147443" y="21502"/>
                </a:lnTo>
                <a:lnTo>
                  <a:pt x="147422" y="21537"/>
                </a:lnTo>
                <a:lnTo>
                  <a:pt x="147399" y="21572"/>
                </a:lnTo>
                <a:lnTo>
                  <a:pt x="147376" y="21606"/>
                </a:lnTo>
                <a:lnTo>
                  <a:pt x="147352" y="21639"/>
                </a:lnTo>
                <a:lnTo>
                  <a:pt x="147328" y="21672"/>
                </a:lnTo>
                <a:lnTo>
                  <a:pt x="147303" y="21705"/>
                </a:lnTo>
                <a:lnTo>
                  <a:pt x="147277" y="21737"/>
                </a:lnTo>
                <a:lnTo>
                  <a:pt x="147250" y="21768"/>
                </a:lnTo>
                <a:lnTo>
                  <a:pt x="147223" y="21799"/>
                </a:lnTo>
                <a:lnTo>
                  <a:pt x="147195" y="21829"/>
                </a:lnTo>
                <a:lnTo>
                  <a:pt x="147167" y="21859"/>
                </a:lnTo>
                <a:lnTo>
                  <a:pt x="147138" y="21888"/>
                </a:lnTo>
                <a:lnTo>
                  <a:pt x="147108" y="21916"/>
                </a:lnTo>
                <a:lnTo>
                  <a:pt x="147077" y="21944"/>
                </a:lnTo>
                <a:lnTo>
                  <a:pt x="147046" y="21972"/>
                </a:lnTo>
                <a:lnTo>
                  <a:pt x="147014" y="21999"/>
                </a:lnTo>
                <a:lnTo>
                  <a:pt x="146982" y="22025"/>
                </a:lnTo>
                <a:lnTo>
                  <a:pt x="146949" y="22051"/>
                </a:lnTo>
                <a:lnTo>
                  <a:pt x="146915" y="22076"/>
                </a:lnTo>
                <a:lnTo>
                  <a:pt x="146881" y="22101"/>
                </a:lnTo>
                <a:lnTo>
                  <a:pt x="146845" y="22125"/>
                </a:lnTo>
                <a:lnTo>
                  <a:pt x="146810" y="22149"/>
                </a:lnTo>
                <a:lnTo>
                  <a:pt x="146774" y="22172"/>
                </a:lnTo>
                <a:lnTo>
                  <a:pt x="146737" y="22195"/>
                </a:lnTo>
                <a:lnTo>
                  <a:pt x="146700" y="22217"/>
                </a:lnTo>
                <a:lnTo>
                  <a:pt x="146662" y="22238"/>
                </a:lnTo>
                <a:lnTo>
                  <a:pt x="146624" y="22260"/>
                </a:lnTo>
                <a:lnTo>
                  <a:pt x="146585" y="22280"/>
                </a:lnTo>
                <a:lnTo>
                  <a:pt x="146546" y="22301"/>
                </a:lnTo>
                <a:lnTo>
                  <a:pt x="146506" y="22320"/>
                </a:lnTo>
                <a:lnTo>
                  <a:pt x="146466" y="22340"/>
                </a:lnTo>
                <a:lnTo>
                  <a:pt x="146425" y="22358"/>
                </a:lnTo>
                <a:lnTo>
                  <a:pt x="146384" y="22377"/>
                </a:lnTo>
                <a:lnTo>
                  <a:pt x="146342" y="22394"/>
                </a:lnTo>
                <a:lnTo>
                  <a:pt x="146300" y="22412"/>
                </a:lnTo>
                <a:lnTo>
                  <a:pt x="146257" y="22428"/>
                </a:lnTo>
                <a:lnTo>
                  <a:pt x="146213" y="22445"/>
                </a:lnTo>
                <a:lnTo>
                  <a:pt x="146169" y="22460"/>
                </a:lnTo>
                <a:lnTo>
                  <a:pt x="146125" y="22476"/>
                </a:lnTo>
                <a:lnTo>
                  <a:pt x="146080" y="22491"/>
                </a:lnTo>
                <a:lnTo>
                  <a:pt x="146034" y="22505"/>
                </a:lnTo>
                <a:lnTo>
                  <a:pt x="145988" y="22519"/>
                </a:lnTo>
                <a:lnTo>
                  <a:pt x="145942" y="22532"/>
                </a:lnTo>
                <a:lnTo>
                  <a:pt x="145895" y="22545"/>
                </a:lnTo>
                <a:lnTo>
                  <a:pt x="145847" y="22557"/>
                </a:lnTo>
                <a:lnTo>
                  <a:pt x="145799" y="22569"/>
                </a:lnTo>
                <a:lnTo>
                  <a:pt x="145750" y="22580"/>
                </a:lnTo>
                <a:lnTo>
                  <a:pt x="145701" y="22591"/>
                </a:lnTo>
                <a:lnTo>
                  <a:pt x="145652" y="22601"/>
                </a:lnTo>
                <a:lnTo>
                  <a:pt x="145602" y="22611"/>
                </a:lnTo>
                <a:lnTo>
                  <a:pt x="145552" y="22620"/>
                </a:lnTo>
                <a:lnTo>
                  <a:pt x="145501" y="22628"/>
                </a:lnTo>
                <a:lnTo>
                  <a:pt x="145450" y="22636"/>
                </a:lnTo>
                <a:lnTo>
                  <a:pt x="145398" y="22644"/>
                </a:lnTo>
                <a:lnTo>
                  <a:pt x="145346" y="22651"/>
                </a:lnTo>
                <a:lnTo>
                  <a:pt x="145293" y="22658"/>
                </a:lnTo>
                <a:lnTo>
                  <a:pt x="145240" y="22664"/>
                </a:lnTo>
                <a:lnTo>
                  <a:pt x="145186" y="22669"/>
                </a:lnTo>
                <a:lnTo>
                  <a:pt x="145132" y="22674"/>
                </a:lnTo>
                <a:lnTo>
                  <a:pt x="145077" y="22678"/>
                </a:lnTo>
                <a:lnTo>
                  <a:pt x="145022" y="22682"/>
                </a:lnTo>
                <a:lnTo>
                  <a:pt x="144967" y="22686"/>
                </a:lnTo>
                <a:lnTo>
                  <a:pt x="144911" y="22689"/>
                </a:lnTo>
                <a:lnTo>
                  <a:pt x="144855" y="22691"/>
                </a:lnTo>
                <a:lnTo>
                  <a:pt x="144798" y="22693"/>
                </a:lnTo>
                <a:lnTo>
                  <a:pt x="144740" y="22694"/>
                </a:lnTo>
                <a:lnTo>
                  <a:pt x="144683" y="22695"/>
                </a:lnTo>
                <a:lnTo>
                  <a:pt x="144624" y="22695"/>
                </a:lnTo>
                <a:lnTo>
                  <a:pt x="144547" y="22695"/>
                </a:lnTo>
                <a:lnTo>
                  <a:pt x="144470" y="22694"/>
                </a:lnTo>
                <a:lnTo>
                  <a:pt x="144394" y="22692"/>
                </a:lnTo>
                <a:lnTo>
                  <a:pt x="144318" y="22689"/>
                </a:lnTo>
                <a:lnTo>
                  <a:pt x="144244" y="22685"/>
                </a:lnTo>
                <a:lnTo>
                  <a:pt x="144170" y="22681"/>
                </a:lnTo>
                <a:lnTo>
                  <a:pt x="144097" y="22676"/>
                </a:lnTo>
                <a:lnTo>
                  <a:pt x="144025" y="22670"/>
                </a:lnTo>
                <a:lnTo>
                  <a:pt x="143953" y="22663"/>
                </a:lnTo>
                <a:lnTo>
                  <a:pt x="143882" y="22656"/>
                </a:lnTo>
                <a:lnTo>
                  <a:pt x="143812" y="22648"/>
                </a:lnTo>
                <a:lnTo>
                  <a:pt x="143743" y="22639"/>
                </a:lnTo>
                <a:lnTo>
                  <a:pt x="143674" y="22629"/>
                </a:lnTo>
                <a:lnTo>
                  <a:pt x="143606" y="22618"/>
                </a:lnTo>
                <a:lnTo>
                  <a:pt x="143539" y="22607"/>
                </a:lnTo>
                <a:lnTo>
                  <a:pt x="143473" y="22595"/>
                </a:lnTo>
                <a:lnTo>
                  <a:pt x="143408" y="22582"/>
                </a:lnTo>
                <a:lnTo>
                  <a:pt x="143343" y="22568"/>
                </a:lnTo>
                <a:lnTo>
                  <a:pt x="143279" y="22554"/>
                </a:lnTo>
                <a:lnTo>
                  <a:pt x="143215" y="22538"/>
                </a:lnTo>
                <a:lnTo>
                  <a:pt x="143153" y="22522"/>
                </a:lnTo>
                <a:lnTo>
                  <a:pt x="143091" y="22506"/>
                </a:lnTo>
                <a:lnTo>
                  <a:pt x="143030" y="22488"/>
                </a:lnTo>
                <a:lnTo>
                  <a:pt x="142970" y="22470"/>
                </a:lnTo>
                <a:lnTo>
                  <a:pt x="142910" y="22451"/>
                </a:lnTo>
                <a:lnTo>
                  <a:pt x="142851" y="22432"/>
                </a:lnTo>
                <a:lnTo>
                  <a:pt x="142793" y="22413"/>
                </a:lnTo>
                <a:lnTo>
                  <a:pt x="142736" y="22393"/>
                </a:lnTo>
                <a:lnTo>
                  <a:pt x="142679" y="22374"/>
                </a:lnTo>
                <a:lnTo>
                  <a:pt x="142623" y="22354"/>
                </a:lnTo>
                <a:lnTo>
                  <a:pt x="142567" y="22334"/>
                </a:lnTo>
                <a:lnTo>
                  <a:pt x="142512" y="22315"/>
                </a:lnTo>
                <a:lnTo>
                  <a:pt x="142458" y="22294"/>
                </a:lnTo>
                <a:lnTo>
                  <a:pt x="142404" y="22274"/>
                </a:lnTo>
                <a:lnTo>
                  <a:pt x="142352" y="22254"/>
                </a:lnTo>
                <a:lnTo>
                  <a:pt x="142299" y="22234"/>
                </a:lnTo>
                <a:lnTo>
                  <a:pt x="142248" y="22213"/>
                </a:lnTo>
                <a:lnTo>
                  <a:pt x="142197" y="22192"/>
                </a:lnTo>
                <a:lnTo>
                  <a:pt x="142147" y="22171"/>
                </a:lnTo>
                <a:lnTo>
                  <a:pt x="142097" y="22150"/>
                </a:lnTo>
                <a:lnTo>
                  <a:pt x="142048" y="22129"/>
                </a:lnTo>
                <a:lnTo>
                  <a:pt x="142000" y="22108"/>
                </a:lnTo>
                <a:lnTo>
                  <a:pt x="141953" y="22086"/>
                </a:lnTo>
                <a:lnTo>
                  <a:pt x="141906" y="22065"/>
                </a:lnTo>
                <a:lnTo>
                  <a:pt x="141859" y="22043"/>
                </a:lnTo>
                <a:lnTo>
                  <a:pt x="141814" y="22021"/>
                </a:lnTo>
                <a:lnTo>
                  <a:pt x="141769" y="21999"/>
                </a:lnTo>
                <a:lnTo>
                  <a:pt x="141725" y="21977"/>
                </a:lnTo>
                <a:lnTo>
                  <a:pt x="141681" y="21954"/>
                </a:lnTo>
                <a:lnTo>
                  <a:pt x="141638" y="21932"/>
                </a:lnTo>
                <a:lnTo>
                  <a:pt x="141596" y="21910"/>
                </a:lnTo>
                <a:lnTo>
                  <a:pt x="141554" y="21889"/>
                </a:lnTo>
                <a:lnTo>
                  <a:pt x="141513" y="21867"/>
                </a:lnTo>
                <a:lnTo>
                  <a:pt x="141472" y="21845"/>
                </a:lnTo>
                <a:lnTo>
                  <a:pt x="141432" y="21824"/>
                </a:lnTo>
                <a:lnTo>
                  <a:pt x="141392" y="21803"/>
                </a:lnTo>
                <a:lnTo>
                  <a:pt x="141353" y="21782"/>
                </a:lnTo>
                <a:lnTo>
                  <a:pt x="141315" y="21761"/>
                </a:lnTo>
                <a:lnTo>
                  <a:pt x="141277" y="21740"/>
                </a:lnTo>
                <a:lnTo>
                  <a:pt x="141240" y="21720"/>
                </a:lnTo>
                <a:lnTo>
                  <a:pt x="141204" y="21699"/>
                </a:lnTo>
                <a:lnTo>
                  <a:pt x="141168" y="21679"/>
                </a:lnTo>
                <a:lnTo>
                  <a:pt x="141132" y="21659"/>
                </a:lnTo>
                <a:lnTo>
                  <a:pt x="141097" y="21639"/>
                </a:lnTo>
                <a:lnTo>
                  <a:pt x="141063" y="21619"/>
                </a:lnTo>
                <a:lnTo>
                  <a:pt x="141029" y="21599"/>
                </a:lnTo>
                <a:lnTo>
                  <a:pt x="140996" y="21579"/>
                </a:lnTo>
                <a:lnTo>
                  <a:pt x="140963" y="21560"/>
                </a:lnTo>
                <a:lnTo>
                  <a:pt x="140932" y="21541"/>
                </a:lnTo>
                <a:lnTo>
                  <a:pt x="140900" y="21521"/>
                </a:lnTo>
                <a:lnTo>
                  <a:pt x="140869" y="21502"/>
                </a:lnTo>
                <a:lnTo>
                  <a:pt x="140839" y="21484"/>
                </a:lnTo>
                <a:lnTo>
                  <a:pt x="140809" y="21465"/>
                </a:lnTo>
                <a:lnTo>
                  <a:pt x="140780" y="21448"/>
                </a:lnTo>
                <a:lnTo>
                  <a:pt x="140752" y="21431"/>
                </a:lnTo>
                <a:lnTo>
                  <a:pt x="140724" y="21415"/>
                </a:lnTo>
                <a:lnTo>
                  <a:pt x="140697" y="21399"/>
                </a:lnTo>
                <a:lnTo>
                  <a:pt x="140670" y="21385"/>
                </a:lnTo>
                <a:lnTo>
                  <a:pt x="140644" y="21371"/>
                </a:lnTo>
                <a:lnTo>
                  <a:pt x="140619" y="21358"/>
                </a:lnTo>
                <a:lnTo>
                  <a:pt x="140594" y="21346"/>
                </a:lnTo>
                <a:lnTo>
                  <a:pt x="140570" y="21335"/>
                </a:lnTo>
                <a:lnTo>
                  <a:pt x="140547" y="21324"/>
                </a:lnTo>
                <a:lnTo>
                  <a:pt x="140524" y="21314"/>
                </a:lnTo>
                <a:lnTo>
                  <a:pt x="140501" y="21305"/>
                </a:lnTo>
                <a:lnTo>
                  <a:pt x="140480" y="21297"/>
                </a:lnTo>
                <a:lnTo>
                  <a:pt x="140458" y="21290"/>
                </a:lnTo>
                <a:lnTo>
                  <a:pt x="140438" y="21283"/>
                </a:lnTo>
                <a:lnTo>
                  <a:pt x="140418" y="21277"/>
                </a:lnTo>
                <a:lnTo>
                  <a:pt x="140399" y="21272"/>
                </a:lnTo>
                <a:lnTo>
                  <a:pt x="140380" y="21268"/>
                </a:lnTo>
                <a:lnTo>
                  <a:pt x="140362" y="21264"/>
                </a:lnTo>
                <a:lnTo>
                  <a:pt x="140345" y="21261"/>
                </a:lnTo>
                <a:lnTo>
                  <a:pt x="140328" y="21259"/>
                </a:lnTo>
                <a:lnTo>
                  <a:pt x="140312" y="21258"/>
                </a:lnTo>
                <a:lnTo>
                  <a:pt x="140296" y="21258"/>
                </a:lnTo>
                <a:lnTo>
                  <a:pt x="140286" y="21258"/>
                </a:lnTo>
                <a:lnTo>
                  <a:pt x="140277" y="21258"/>
                </a:lnTo>
                <a:lnTo>
                  <a:pt x="140267" y="21259"/>
                </a:lnTo>
                <a:lnTo>
                  <a:pt x="140258" y="21260"/>
                </a:lnTo>
                <a:lnTo>
                  <a:pt x="140248" y="21260"/>
                </a:lnTo>
                <a:lnTo>
                  <a:pt x="140239" y="21262"/>
                </a:lnTo>
                <a:lnTo>
                  <a:pt x="140230" y="21263"/>
                </a:lnTo>
                <a:lnTo>
                  <a:pt x="140221" y="21264"/>
                </a:lnTo>
                <a:lnTo>
                  <a:pt x="140212" y="21266"/>
                </a:lnTo>
                <a:lnTo>
                  <a:pt x="140203" y="21268"/>
                </a:lnTo>
                <a:lnTo>
                  <a:pt x="140194" y="21270"/>
                </a:lnTo>
                <a:lnTo>
                  <a:pt x="140185" y="21273"/>
                </a:lnTo>
                <a:lnTo>
                  <a:pt x="140177" y="21275"/>
                </a:lnTo>
                <a:lnTo>
                  <a:pt x="140168" y="21278"/>
                </a:lnTo>
                <a:lnTo>
                  <a:pt x="140159" y="21281"/>
                </a:lnTo>
                <a:lnTo>
                  <a:pt x="140151" y="21284"/>
                </a:lnTo>
                <a:lnTo>
                  <a:pt x="140143" y="21287"/>
                </a:lnTo>
                <a:lnTo>
                  <a:pt x="140135" y="21291"/>
                </a:lnTo>
                <a:lnTo>
                  <a:pt x="140126" y="21295"/>
                </a:lnTo>
                <a:lnTo>
                  <a:pt x="140118" y="21299"/>
                </a:lnTo>
                <a:lnTo>
                  <a:pt x="140110" y="21303"/>
                </a:lnTo>
                <a:lnTo>
                  <a:pt x="140103" y="21307"/>
                </a:lnTo>
                <a:lnTo>
                  <a:pt x="140095" y="21312"/>
                </a:lnTo>
                <a:lnTo>
                  <a:pt x="140087" y="21316"/>
                </a:lnTo>
                <a:lnTo>
                  <a:pt x="140079" y="21321"/>
                </a:lnTo>
                <a:lnTo>
                  <a:pt x="140072" y="21327"/>
                </a:lnTo>
                <a:lnTo>
                  <a:pt x="140065" y="21332"/>
                </a:lnTo>
                <a:lnTo>
                  <a:pt x="140058" y="21338"/>
                </a:lnTo>
                <a:lnTo>
                  <a:pt x="140051" y="21344"/>
                </a:lnTo>
                <a:lnTo>
                  <a:pt x="140044" y="21350"/>
                </a:lnTo>
                <a:lnTo>
                  <a:pt x="140037" y="21357"/>
                </a:lnTo>
                <a:lnTo>
                  <a:pt x="140030" y="21364"/>
                </a:lnTo>
                <a:lnTo>
                  <a:pt x="140024" y="21371"/>
                </a:lnTo>
                <a:lnTo>
                  <a:pt x="140018" y="21378"/>
                </a:lnTo>
                <a:lnTo>
                  <a:pt x="140012" y="21386"/>
                </a:lnTo>
                <a:lnTo>
                  <a:pt x="140006" y="21394"/>
                </a:lnTo>
                <a:lnTo>
                  <a:pt x="140000" y="21402"/>
                </a:lnTo>
                <a:lnTo>
                  <a:pt x="139994" y="21410"/>
                </a:lnTo>
                <a:lnTo>
                  <a:pt x="139988" y="21419"/>
                </a:lnTo>
                <a:lnTo>
                  <a:pt x="139983" y="21428"/>
                </a:lnTo>
                <a:lnTo>
                  <a:pt x="139978" y="21437"/>
                </a:lnTo>
                <a:lnTo>
                  <a:pt x="139973" y="21446"/>
                </a:lnTo>
                <a:lnTo>
                  <a:pt x="139968" y="21456"/>
                </a:lnTo>
                <a:lnTo>
                  <a:pt x="139963" y="21466"/>
                </a:lnTo>
                <a:lnTo>
                  <a:pt x="139958" y="21476"/>
                </a:lnTo>
                <a:lnTo>
                  <a:pt x="139954" y="21487"/>
                </a:lnTo>
                <a:lnTo>
                  <a:pt x="139949" y="21498"/>
                </a:lnTo>
                <a:lnTo>
                  <a:pt x="139945" y="21509"/>
                </a:lnTo>
                <a:lnTo>
                  <a:pt x="139941" y="21520"/>
                </a:lnTo>
                <a:lnTo>
                  <a:pt x="139937" y="21531"/>
                </a:lnTo>
                <a:lnTo>
                  <a:pt x="139933" y="21543"/>
                </a:lnTo>
                <a:lnTo>
                  <a:pt x="139929" y="21555"/>
                </a:lnTo>
                <a:lnTo>
                  <a:pt x="139925" y="21568"/>
                </a:lnTo>
                <a:lnTo>
                  <a:pt x="139921" y="21581"/>
                </a:lnTo>
                <a:lnTo>
                  <a:pt x="139917" y="21594"/>
                </a:lnTo>
                <a:lnTo>
                  <a:pt x="139913" y="21607"/>
                </a:lnTo>
                <a:lnTo>
                  <a:pt x="139910" y="21621"/>
                </a:lnTo>
                <a:lnTo>
                  <a:pt x="139906" y="21635"/>
                </a:lnTo>
                <a:lnTo>
                  <a:pt x="139903" y="21649"/>
                </a:lnTo>
                <a:lnTo>
                  <a:pt x="139899" y="21663"/>
                </a:lnTo>
                <a:lnTo>
                  <a:pt x="139896" y="21678"/>
                </a:lnTo>
                <a:lnTo>
                  <a:pt x="139892" y="21693"/>
                </a:lnTo>
                <a:lnTo>
                  <a:pt x="139889" y="21708"/>
                </a:lnTo>
                <a:lnTo>
                  <a:pt x="139886" y="21724"/>
                </a:lnTo>
                <a:lnTo>
                  <a:pt x="139882" y="21740"/>
                </a:lnTo>
                <a:lnTo>
                  <a:pt x="139879" y="21756"/>
                </a:lnTo>
                <a:lnTo>
                  <a:pt x="139876" y="21773"/>
                </a:lnTo>
                <a:lnTo>
                  <a:pt x="139873" y="21789"/>
                </a:lnTo>
                <a:lnTo>
                  <a:pt x="139870" y="21807"/>
                </a:lnTo>
                <a:lnTo>
                  <a:pt x="139867" y="21824"/>
                </a:lnTo>
                <a:lnTo>
                  <a:pt x="139864" y="21842"/>
                </a:lnTo>
                <a:lnTo>
                  <a:pt x="139861" y="21860"/>
                </a:lnTo>
                <a:lnTo>
                  <a:pt x="139859" y="21878"/>
                </a:lnTo>
                <a:lnTo>
                  <a:pt x="139856" y="21896"/>
                </a:lnTo>
                <a:lnTo>
                  <a:pt x="139854" y="21915"/>
                </a:lnTo>
                <a:lnTo>
                  <a:pt x="139851" y="21935"/>
                </a:lnTo>
                <a:lnTo>
                  <a:pt x="139849" y="21954"/>
                </a:lnTo>
                <a:lnTo>
                  <a:pt x="139847" y="21974"/>
                </a:lnTo>
                <a:lnTo>
                  <a:pt x="139845" y="21995"/>
                </a:lnTo>
                <a:lnTo>
                  <a:pt x="139843" y="22016"/>
                </a:lnTo>
                <a:lnTo>
                  <a:pt x="139841" y="22037"/>
                </a:lnTo>
                <a:lnTo>
                  <a:pt x="139839" y="22058"/>
                </a:lnTo>
                <a:lnTo>
                  <a:pt x="139838" y="22080"/>
                </a:lnTo>
                <a:lnTo>
                  <a:pt x="139836" y="22102"/>
                </a:lnTo>
                <a:lnTo>
                  <a:pt x="139835" y="22124"/>
                </a:lnTo>
                <a:lnTo>
                  <a:pt x="139834" y="22147"/>
                </a:lnTo>
                <a:lnTo>
                  <a:pt x="139833" y="22170"/>
                </a:lnTo>
                <a:lnTo>
                  <a:pt x="139832" y="22194"/>
                </a:lnTo>
                <a:lnTo>
                  <a:pt x="139831" y="22218"/>
                </a:lnTo>
                <a:lnTo>
                  <a:pt x="139830" y="22242"/>
                </a:lnTo>
                <a:lnTo>
                  <a:pt x="139829" y="22266"/>
                </a:lnTo>
                <a:lnTo>
                  <a:pt x="139829" y="22291"/>
                </a:lnTo>
                <a:lnTo>
                  <a:pt x="139829" y="22317"/>
                </a:lnTo>
                <a:lnTo>
                  <a:pt x="139828" y="22342"/>
                </a:lnTo>
                <a:lnTo>
                  <a:pt x="139828" y="22368"/>
                </a:lnTo>
                <a:lnTo>
                  <a:pt x="139828" y="22394"/>
                </a:lnTo>
                <a:lnTo>
                  <a:pt x="139828" y="22437"/>
                </a:lnTo>
                <a:lnTo>
                  <a:pt x="139829" y="22479"/>
                </a:lnTo>
                <a:lnTo>
                  <a:pt x="139829" y="22520"/>
                </a:lnTo>
                <a:lnTo>
                  <a:pt x="139830" y="22561"/>
                </a:lnTo>
                <a:lnTo>
                  <a:pt x="139832" y="22601"/>
                </a:lnTo>
                <a:lnTo>
                  <a:pt x="139833" y="22640"/>
                </a:lnTo>
                <a:lnTo>
                  <a:pt x="139835" y="22678"/>
                </a:lnTo>
                <a:lnTo>
                  <a:pt x="139837" y="22716"/>
                </a:lnTo>
                <a:lnTo>
                  <a:pt x="139840" y="22752"/>
                </a:lnTo>
                <a:lnTo>
                  <a:pt x="139842" y="22788"/>
                </a:lnTo>
                <a:lnTo>
                  <a:pt x="139846" y="22824"/>
                </a:lnTo>
                <a:lnTo>
                  <a:pt x="139849" y="22858"/>
                </a:lnTo>
                <a:lnTo>
                  <a:pt x="139852" y="22892"/>
                </a:lnTo>
                <a:lnTo>
                  <a:pt x="139856" y="22925"/>
                </a:lnTo>
                <a:lnTo>
                  <a:pt x="139861" y="22957"/>
                </a:lnTo>
                <a:lnTo>
                  <a:pt x="139865" y="22989"/>
                </a:lnTo>
                <a:lnTo>
                  <a:pt x="139870" y="23019"/>
                </a:lnTo>
                <a:lnTo>
                  <a:pt x="139875" y="23049"/>
                </a:lnTo>
                <a:lnTo>
                  <a:pt x="139880" y="23078"/>
                </a:lnTo>
                <a:lnTo>
                  <a:pt x="139886" y="23107"/>
                </a:lnTo>
                <a:lnTo>
                  <a:pt x="139892" y="23135"/>
                </a:lnTo>
                <a:lnTo>
                  <a:pt x="139898" y="23162"/>
                </a:lnTo>
                <a:lnTo>
                  <a:pt x="139905" y="23188"/>
                </a:lnTo>
                <a:lnTo>
                  <a:pt x="139912" y="23213"/>
                </a:lnTo>
                <a:lnTo>
                  <a:pt x="139919" y="23238"/>
                </a:lnTo>
                <a:lnTo>
                  <a:pt x="139926" y="23262"/>
                </a:lnTo>
                <a:lnTo>
                  <a:pt x="139934" y="23286"/>
                </a:lnTo>
                <a:lnTo>
                  <a:pt x="139942" y="23310"/>
                </a:lnTo>
                <a:lnTo>
                  <a:pt x="139951" y="23333"/>
                </a:lnTo>
                <a:lnTo>
                  <a:pt x="139960" y="23355"/>
                </a:lnTo>
                <a:lnTo>
                  <a:pt x="139969" y="23377"/>
                </a:lnTo>
                <a:lnTo>
                  <a:pt x="139978" y="23399"/>
                </a:lnTo>
                <a:lnTo>
                  <a:pt x="139988" y="23420"/>
                </a:lnTo>
                <a:lnTo>
                  <a:pt x="139999" y="23441"/>
                </a:lnTo>
                <a:lnTo>
                  <a:pt x="140009" y="23461"/>
                </a:lnTo>
                <a:lnTo>
                  <a:pt x="140020" y="23481"/>
                </a:lnTo>
                <a:lnTo>
                  <a:pt x="140031" y="23500"/>
                </a:lnTo>
                <a:lnTo>
                  <a:pt x="140043" y="23519"/>
                </a:lnTo>
                <a:lnTo>
                  <a:pt x="140055" y="23537"/>
                </a:lnTo>
                <a:lnTo>
                  <a:pt x="140068" y="23555"/>
                </a:lnTo>
                <a:lnTo>
                  <a:pt x="140080" y="23572"/>
                </a:lnTo>
                <a:lnTo>
                  <a:pt x="140093" y="23589"/>
                </a:lnTo>
                <a:lnTo>
                  <a:pt x="140107" y="23606"/>
                </a:lnTo>
                <a:lnTo>
                  <a:pt x="140120" y="23622"/>
                </a:lnTo>
                <a:lnTo>
                  <a:pt x="140135" y="23637"/>
                </a:lnTo>
                <a:lnTo>
                  <a:pt x="140149" y="23652"/>
                </a:lnTo>
                <a:lnTo>
                  <a:pt x="140164" y="23667"/>
                </a:lnTo>
                <a:lnTo>
                  <a:pt x="140179" y="23681"/>
                </a:lnTo>
                <a:lnTo>
                  <a:pt x="140195" y="23695"/>
                </a:lnTo>
                <a:lnTo>
                  <a:pt x="140211" y="23709"/>
                </a:lnTo>
                <a:lnTo>
                  <a:pt x="140228" y="23724"/>
                </a:lnTo>
                <a:lnTo>
                  <a:pt x="140246" y="23738"/>
                </a:lnTo>
                <a:lnTo>
                  <a:pt x="140265" y="23753"/>
                </a:lnTo>
                <a:lnTo>
                  <a:pt x="140284" y="23767"/>
                </a:lnTo>
                <a:lnTo>
                  <a:pt x="140305" y="23782"/>
                </a:lnTo>
                <a:lnTo>
                  <a:pt x="140326" y="23797"/>
                </a:lnTo>
                <a:lnTo>
                  <a:pt x="140347" y="23812"/>
                </a:lnTo>
                <a:lnTo>
                  <a:pt x="140370" y="23828"/>
                </a:lnTo>
                <a:lnTo>
                  <a:pt x="140393" y="23843"/>
                </a:lnTo>
                <a:lnTo>
                  <a:pt x="140417" y="23859"/>
                </a:lnTo>
                <a:lnTo>
                  <a:pt x="140442" y="23875"/>
                </a:lnTo>
                <a:lnTo>
                  <a:pt x="140467" y="23890"/>
                </a:lnTo>
                <a:lnTo>
                  <a:pt x="140494" y="23906"/>
                </a:lnTo>
                <a:lnTo>
                  <a:pt x="140521" y="23923"/>
                </a:lnTo>
                <a:lnTo>
                  <a:pt x="140548" y="23939"/>
                </a:lnTo>
                <a:lnTo>
                  <a:pt x="140577" y="23955"/>
                </a:lnTo>
                <a:lnTo>
                  <a:pt x="140606" y="23972"/>
                </a:lnTo>
                <a:lnTo>
                  <a:pt x="140636" y="23989"/>
                </a:lnTo>
                <a:lnTo>
                  <a:pt x="140667" y="24006"/>
                </a:lnTo>
                <a:lnTo>
                  <a:pt x="140699" y="24023"/>
                </a:lnTo>
                <a:lnTo>
                  <a:pt x="140731" y="24040"/>
                </a:lnTo>
                <a:lnTo>
                  <a:pt x="140764" y="24057"/>
                </a:lnTo>
                <a:lnTo>
                  <a:pt x="140798" y="24075"/>
                </a:lnTo>
                <a:lnTo>
                  <a:pt x="140832" y="24092"/>
                </a:lnTo>
                <a:lnTo>
                  <a:pt x="140867" y="24109"/>
                </a:lnTo>
                <a:lnTo>
                  <a:pt x="140902" y="24126"/>
                </a:lnTo>
                <a:lnTo>
                  <a:pt x="140939" y="24144"/>
                </a:lnTo>
                <a:lnTo>
                  <a:pt x="140975" y="24161"/>
                </a:lnTo>
                <a:lnTo>
                  <a:pt x="141013" y="24178"/>
                </a:lnTo>
                <a:lnTo>
                  <a:pt x="141051" y="24195"/>
                </a:lnTo>
                <a:lnTo>
                  <a:pt x="141089" y="24212"/>
                </a:lnTo>
                <a:lnTo>
                  <a:pt x="141129" y="24228"/>
                </a:lnTo>
                <a:lnTo>
                  <a:pt x="141168" y="24245"/>
                </a:lnTo>
                <a:lnTo>
                  <a:pt x="141209" y="24262"/>
                </a:lnTo>
                <a:lnTo>
                  <a:pt x="141250" y="24279"/>
                </a:lnTo>
                <a:lnTo>
                  <a:pt x="141292" y="24295"/>
                </a:lnTo>
                <a:lnTo>
                  <a:pt x="141334" y="24312"/>
                </a:lnTo>
                <a:lnTo>
                  <a:pt x="141377" y="24328"/>
                </a:lnTo>
                <a:lnTo>
                  <a:pt x="141420" y="24345"/>
                </a:lnTo>
                <a:lnTo>
                  <a:pt x="141464" y="24361"/>
                </a:lnTo>
                <a:lnTo>
                  <a:pt x="141509" y="24378"/>
                </a:lnTo>
                <a:lnTo>
                  <a:pt x="141554" y="24394"/>
                </a:lnTo>
                <a:lnTo>
                  <a:pt x="141600" y="24410"/>
                </a:lnTo>
                <a:lnTo>
                  <a:pt x="141647" y="24426"/>
                </a:lnTo>
                <a:lnTo>
                  <a:pt x="141694" y="24442"/>
                </a:lnTo>
                <a:lnTo>
                  <a:pt x="141742" y="24458"/>
                </a:lnTo>
                <a:lnTo>
                  <a:pt x="141790" y="24474"/>
                </a:lnTo>
                <a:lnTo>
                  <a:pt x="141839" y="24490"/>
                </a:lnTo>
                <a:lnTo>
                  <a:pt x="141888" y="24505"/>
                </a:lnTo>
                <a:lnTo>
                  <a:pt x="141938" y="24521"/>
                </a:lnTo>
                <a:lnTo>
                  <a:pt x="141988" y="24535"/>
                </a:lnTo>
                <a:lnTo>
                  <a:pt x="142039" y="24550"/>
                </a:lnTo>
                <a:lnTo>
                  <a:pt x="142091" y="24565"/>
                </a:lnTo>
                <a:lnTo>
                  <a:pt x="142143" y="24579"/>
                </a:lnTo>
                <a:lnTo>
                  <a:pt x="142195" y="24593"/>
                </a:lnTo>
                <a:lnTo>
                  <a:pt x="142248" y="24607"/>
                </a:lnTo>
                <a:lnTo>
                  <a:pt x="142302" y="24620"/>
                </a:lnTo>
                <a:lnTo>
                  <a:pt x="142356" y="24634"/>
                </a:lnTo>
                <a:lnTo>
                  <a:pt x="142410" y="24647"/>
                </a:lnTo>
                <a:lnTo>
                  <a:pt x="142465" y="24660"/>
                </a:lnTo>
                <a:lnTo>
                  <a:pt x="142521" y="24672"/>
                </a:lnTo>
                <a:lnTo>
                  <a:pt x="142577" y="24685"/>
                </a:lnTo>
                <a:lnTo>
                  <a:pt x="142634" y="24697"/>
                </a:lnTo>
                <a:lnTo>
                  <a:pt x="142691" y="24709"/>
                </a:lnTo>
                <a:lnTo>
                  <a:pt x="142749" y="24721"/>
                </a:lnTo>
                <a:lnTo>
                  <a:pt x="142807" y="24732"/>
                </a:lnTo>
                <a:lnTo>
                  <a:pt x="142866" y="24743"/>
                </a:lnTo>
                <a:lnTo>
                  <a:pt x="142925" y="24754"/>
                </a:lnTo>
                <a:lnTo>
                  <a:pt x="142985" y="24765"/>
                </a:lnTo>
                <a:lnTo>
                  <a:pt x="143045" y="24776"/>
                </a:lnTo>
                <a:lnTo>
                  <a:pt x="143106" y="24786"/>
                </a:lnTo>
                <a:lnTo>
                  <a:pt x="143167" y="24796"/>
                </a:lnTo>
                <a:lnTo>
                  <a:pt x="143228" y="24805"/>
                </a:lnTo>
                <a:lnTo>
                  <a:pt x="143289" y="24814"/>
                </a:lnTo>
                <a:lnTo>
                  <a:pt x="143351" y="24823"/>
                </a:lnTo>
                <a:lnTo>
                  <a:pt x="143413" y="24831"/>
                </a:lnTo>
                <a:lnTo>
                  <a:pt x="143476" y="24838"/>
                </a:lnTo>
                <a:lnTo>
                  <a:pt x="143538" y="24845"/>
                </a:lnTo>
                <a:lnTo>
                  <a:pt x="143601" y="24852"/>
                </a:lnTo>
                <a:lnTo>
                  <a:pt x="143664" y="24859"/>
                </a:lnTo>
                <a:lnTo>
                  <a:pt x="143727" y="24864"/>
                </a:lnTo>
                <a:lnTo>
                  <a:pt x="143791" y="24870"/>
                </a:lnTo>
                <a:lnTo>
                  <a:pt x="143855" y="24875"/>
                </a:lnTo>
                <a:lnTo>
                  <a:pt x="143919" y="24879"/>
                </a:lnTo>
                <a:lnTo>
                  <a:pt x="143983" y="24884"/>
                </a:lnTo>
                <a:lnTo>
                  <a:pt x="144048" y="24887"/>
                </a:lnTo>
                <a:lnTo>
                  <a:pt x="144113" y="24891"/>
                </a:lnTo>
                <a:lnTo>
                  <a:pt x="144178" y="24893"/>
                </a:lnTo>
                <a:lnTo>
                  <a:pt x="144243" y="24896"/>
                </a:lnTo>
                <a:lnTo>
                  <a:pt x="144309" y="24898"/>
                </a:lnTo>
                <a:lnTo>
                  <a:pt x="144375" y="24899"/>
                </a:lnTo>
                <a:lnTo>
                  <a:pt x="144441" y="24900"/>
                </a:lnTo>
                <a:lnTo>
                  <a:pt x="144508" y="24901"/>
                </a:lnTo>
                <a:lnTo>
                  <a:pt x="144574" y="24901"/>
                </a:lnTo>
                <a:lnTo>
                  <a:pt x="144682" y="24901"/>
                </a:lnTo>
                <a:lnTo>
                  <a:pt x="144790" y="24899"/>
                </a:lnTo>
                <a:lnTo>
                  <a:pt x="144897" y="24896"/>
                </a:lnTo>
                <a:lnTo>
                  <a:pt x="145003" y="24892"/>
                </a:lnTo>
                <a:lnTo>
                  <a:pt x="145108" y="24887"/>
                </a:lnTo>
                <a:lnTo>
                  <a:pt x="145212" y="24881"/>
                </a:lnTo>
                <a:lnTo>
                  <a:pt x="145316" y="24874"/>
                </a:lnTo>
                <a:lnTo>
                  <a:pt x="145419" y="24866"/>
                </a:lnTo>
                <a:lnTo>
                  <a:pt x="145521" y="24856"/>
                </a:lnTo>
                <a:lnTo>
                  <a:pt x="145623" y="24846"/>
                </a:lnTo>
                <a:lnTo>
                  <a:pt x="145724" y="24834"/>
                </a:lnTo>
                <a:lnTo>
                  <a:pt x="145823" y="24822"/>
                </a:lnTo>
                <a:lnTo>
                  <a:pt x="145923" y="24808"/>
                </a:lnTo>
                <a:lnTo>
                  <a:pt x="146021" y="24793"/>
                </a:lnTo>
                <a:lnTo>
                  <a:pt x="146119" y="24777"/>
                </a:lnTo>
                <a:lnTo>
                  <a:pt x="146216" y="24760"/>
                </a:lnTo>
                <a:lnTo>
                  <a:pt x="146312" y="24742"/>
                </a:lnTo>
                <a:lnTo>
                  <a:pt x="146407" y="24722"/>
                </a:lnTo>
                <a:lnTo>
                  <a:pt x="146502" y="24702"/>
                </a:lnTo>
                <a:lnTo>
                  <a:pt x="146596" y="24680"/>
                </a:lnTo>
                <a:lnTo>
                  <a:pt x="146689" y="24658"/>
                </a:lnTo>
                <a:lnTo>
                  <a:pt x="146782" y="24634"/>
                </a:lnTo>
                <a:lnTo>
                  <a:pt x="146873" y="24609"/>
                </a:lnTo>
                <a:lnTo>
                  <a:pt x="146964" y="24583"/>
                </a:lnTo>
                <a:lnTo>
                  <a:pt x="147054" y="24556"/>
                </a:lnTo>
                <a:lnTo>
                  <a:pt x="147143" y="24528"/>
                </a:lnTo>
                <a:lnTo>
                  <a:pt x="147231" y="24499"/>
                </a:lnTo>
                <a:lnTo>
                  <a:pt x="147318" y="24469"/>
                </a:lnTo>
                <a:lnTo>
                  <a:pt x="147404" y="24438"/>
                </a:lnTo>
                <a:lnTo>
                  <a:pt x="147488" y="24406"/>
                </a:lnTo>
                <a:lnTo>
                  <a:pt x="147572" y="24372"/>
                </a:lnTo>
                <a:lnTo>
                  <a:pt x="147655" y="24338"/>
                </a:lnTo>
                <a:lnTo>
                  <a:pt x="147737" y="24303"/>
                </a:lnTo>
                <a:lnTo>
                  <a:pt x="147817" y="24266"/>
                </a:lnTo>
                <a:lnTo>
                  <a:pt x="147897" y="24229"/>
                </a:lnTo>
                <a:lnTo>
                  <a:pt x="147975" y="24190"/>
                </a:lnTo>
                <a:lnTo>
                  <a:pt x="148053" y="24151"/>
                </a:lnTo>
                <a:lnTo>
                  <a:pt x="148129" y="24110"/>
                </a:lnTo>
                <a:lnTo>
                  <a:pt x="148204" y="24069"/>
                </a:lnTo>
                <a:lnTo>
                  <a:pt x="148279" y="24026"/>
                </a:lnTo>
                <a:lnTo>
                  <a:pt x="148352" y="23982"/>
                </a:lnTo>
                <a:lnTo>
                  <a:pt x="148424" y="23937"/>
                </a:lnTo>
                <a:lnTo>
                  <a:pt x="148496" y="23892"/>
                </a:lnTo>
                <a:lnTo>
                  <a:pt x="148566" y="23845"/>
                </a:lnTo>
                <a:lnTo>
                  <a:pt x="148635" y="23797"/>
                </a:lnTo>
                <a:lnTo>
                  <a:pt x="148703" y="23748"/>
                </a:lnTo>
                <a:lnTo>
                  <a:pt x="148770" y="23698"/>
                </a:lnTo>
                <a:lnTo>
                  <a:pt x="148836" y="23647"/>
                </a:lnTo>
                <a:lnTo>
                  <a:pt x="148901" y="23595"/>
                </a:lnTo>
                <a:lnTo>
                  <a:pt x="148964" y="23542"/>
                </a:lnTo>
                <a:lnTo>
                  <a:pt x="149027" y="23487"/>
                </a:lnTo>
                <a:lnTo>
                  <a:pt x="149088" y="23432"/>
                </a:lnTo>
                <a:lnTo>
                  <a:pt x="149148" y="23376"/>
                </a:lnTo>
                <a:lnTo>
                  <a:pt x="149206" y="23319"/>
                </a:lnTo>
                <a:lnTo>
                  <a:pt x="149263" y="23261"/>
                </a:lnTo>
                <a:lnTo>
                  <a:pt x="149320" y="23202"/>
                </a:lnTo>
                <a:lnTo>
                  <a:pt x="149374" y="23142"/>
                </a:lnTo>
                <a:lnTo>
                  <a:pt x="149428" y="23081"/>
                </a:lnTo>
                <a:lnTo>
                  <a:pt x="149480" y="23019"/>
                </a:lnTo>
                <a:lnTo>
                  <a:pt x="149532" y="22956"/>
                </a:lnTo>
                <a:lnTo>
                  <a:pt x="149581" y="22893"/>
                </a:lnTo>
                <a:lnTo>
                  <a:pt x="149630" y="22828"/>
                </a:lnTo>
                <a:lnTo>
                  <a:pt x="149677" y="22762"/>
                </a:lnTo>
                <a:lnTo>
                  <a:pt x="149723" y="22695"/>
                </a:lnTo>
                <a:lnTo>
                  <a:pt x="149768" y="22627"/>
                </a:lnTo>
                <a:lnTo>
                  <a:pt x="149812" y="22558"/>
                </a:lnTo>
                <a:lnTo>
                  <a:pt x="149854" y="22488"/>
                </a:lnTo>
                <a:lnTo>
                  <a:pt x="149895" y="22417"/>
                </a:lnTo>
                <a:lnTo>
                  <a:pt x="149935" y="22346"/>
                </a:lnTo>
                <a:lnTo>
                  <a:pt x="149974" y="22273"/>
                </a:lnTo>
                <a:lnTo>
                  <a:pt x="150011" y="22199"/>
                </a:lnTo>
                <a:lnTo>
                  <a:pt x="150047" y="22124"/>
                </a:lnTo>
                <a:lnTo>
                  <a:pt x="150082" y="22049"/>
                </a:lnTo>
                <a:lnTo>
                  <a:pt x="150116" y="21972"/>
                </a:lnTo>
                <a:lnTo>
                  <a:pt x="150147" y="21895"/>
                </a:lnTo>
                <a:lnTo>
                  <a:pt x="150178" y="21816"/>
                </a:lnTo>
                <a:lnTo>
                  <a:pt x="150207" y="21737"/>
                </a:lnTo>
                <a:lnTo>
                  <a:pt x="150234" y="21657"/>
                </a:lnTo>
                <a:lnTo>
                  <a:pt x="150260" y="21576"/>
                </a:lnTo>
                <a:lnTo>
                  <a:pt x="150284" y="21494"/>
                </a:lnTo>
                <a:lnTo>
                  <a:pt x="150307" y="21411"/>
                </a:lnTo>
                <a:lnTo>
                  <a:pt x="150329" y="21328"/>
                </a:lnTo>
                <a:lnTo>
                  <a:pt x="150349" y="21243"/>
                </a:lnTo>
                <a:lnTo>
                  <a:pt x="150367" y="21158"/>
                </a:lnTo>
                <a:lnTo>
                  <a:pt x="150384" y="21072"/>
                </a:lnTo>
                <a:lnTo>
                  <a:pt x="150400" y="20985"/>
                </a:lnTo>
                <a:lnTo>
                  <a:pt x="150414" y="20897"/>
                </a:lnTo>
                <a:lnTo>
                  <a:pt x="150426" y="20808"/>
                </a:lnTo>
                <a:lnTo>
                  <a:pt x="150437" y="20719"/>
                </a:lnTo>
                <a:lnTo>
                  <a:pt x="150447" y="20628"/>
                </a:lnTo>
                <a:lnTo>
                  <a:pt x="150455" y="20537"/>
                </a:lnTo>
                <a:lnTo>
                  <a:pt x="150462" y="20444"/>
                </a:lnTo>
                <a:lnTo>
                  <a:pt x="150467" y="20351"/>
                </a:lnTo>
                <a:lnTo>
                  <a:pt x="150471" y="20257"/>
                </a:lnTo>
                <a:lnTo>
                  <a:pt x="150473" y="20162"/>
                </a:lnTo>
                <a:lnTo>
                  <a:pt x="150474" y="20067"/>
                </a:lnTo>
                <a:lnTo>
                  <a:pt x="150473" y="19986"/>
                </a:lnTo>
                <a:lnTo>
                  <a:pt x="150471" y="19907"/>
                </a:lnTo>
                <a:lnTo>
                  <a:pt x="150469" y="19828"/>
                </a:lnTo>
                <a:lnTo>
                  <a:pt x="150465" y="19751"/>
                </a:lnTo>
                <a:lnTo>
                  <a:pt x="150460" y="19674"/>
                </a:lnTo>
                <a:lnTo>
                  <a:pt x="150453" y="19598"/>
                </a:lnTo>
                <a:close/>
                <a:moveTo>
                  <a:pt x="176725" y="15549"/>
                </a:moveTo>
                <a:lnTo>
                  <a:pt x="176714" y="15400"/>
                </a:lnTo>
                <a:lnTo>
                  <a:pt x="176702" y="15252"/>
                </a:lnTo>
                <a:lnTo>
                  <a:pt x="176689" y="15106"/>
                </a:lnTo>
                <a:lnTo>
                  <a:pt x="176674" y="14961"/>
                </a:lnTo>
                <a:lnTo>
                  <a:pt x="176657" y="14818"/>
                </a:lnTo>
                <a:lnTo>
                  <a:pt x="176639" y="14676"/>
                </a:lnTo>
                <a:lnTo>
                  <a:pt x="176619" y="14535"/>
                </a:lnTo>
                <a:lnTo>
                  <a:pt x="176597" y="14395"/>
                </a:lnTo>
                <a:lnTo>
                  <a:pt x="176574" y="14257"/>
                </a:lnTo>
                <a:lnTo>
                  <a:pt x="176549" y="14120"/>
                </a:lnTo>
                <a:lnTo>
                  <a:pt x="176523" y="13985"/>
                </a:lnTo>
                <a:lnTo>
                  <a:pt x="176495" y="13851"/>
                </a:lnTo>
                <a:lnTo>
                  <a:pt x="176465" y="13718"/>
                </a:lnTo>
                <a:lnTo>
                  <a:pt x="176434" y="13586"/>
                </a:lnTo>
                <a:lnTo>
                  <a:pt x="176402" y="13456"/>
                </a:lnTo>
                <a:lnTo>
                  <a:pt x="176367" y="13327"/>
                </a:lnTo>
                <a:lnTo>
                  <a:pt x="176331" y="13200"/>
                </a:lnTo>
                <a:lnTo>
                  <a:pt x="176294" y="13074"/>
                </a:lnTo>
                <a:lnTo>
                  <a:pt x="176255" y="12949"/>
                </a:lnTo>
                <a:lnTo>
                  <a:pt x="176214" y="12826"/>
                </a:lnTo>
                <a:lnTo>
                  <a:pt x="176172" y="12704"/>
                </a:lnTo>
                <a:lnTo>
                  <a:pt x="176128" y="12584"/>
                </a:lnTo>
                <a:lnTo>
                  <a:pt x="176082" y="12466"/>
                </a:lnTo>
                <a:lnTo>
                  <a:pt x="176035" y="12349"/>
                </a:lnTo>
                <a:lnTo>
                  <a:pt x="175987" y="12234"/>
                </a:lnTo>
                <a:lnTo>
                  <a:pt x="175936" y="12120"/>
                </a:lnTo>
                <a:lnTo>
                  <a:pt x="175885" y="12008"/>
                </a:lnTo>
                <a:lnTo>
                  <a:pt x="175831" y="11897"/>
                </a:lnTo>
                <a:lnTo>
                  <a:pt x="175776" y="11788"/>
                </a:lnTo>
                <a:lnTo>
                  <a:pt x="175719" y="11681"/>
                </a:lnTo>
                <a:lnTo>
                  <a:pt x="175661" y="11575"/>
                </a:lnTo>
                <a:lnTo>
                  <a:pt x="175601" y="11471"/>
                </a:lnTo>
                <a:lnTo>
                  <a:pt x="175540" y="11368"/>
                </a:lnTo>
                <a:lnTo>
                  <a:pt x="175477" y="11267"/>
                </a:lnTo>
                <a:lnTo>
                  <a:pt x="175412" y="11167"/>
                </a:lnTo>
                <a:lnTo>
                  <a:pt x="175346" y="11069"/>
                </a:lnTo>
                <a:lnTo>
                  <a:pt x="175278" y="10973"/>
                </a:lnTo>
                <a:lnTo>
                  <a:pt x="175209" y="10878"/>
                </a:lnTo>
                <a:lnTo>
                  <a:pt x="175138" y="10785"/>
                </a:lnTo>
                <a:lnTo>
                  <a:pt x="175065" y="10693"/>
                </a:lnTo>
                <a:lnTo>
                  <a:pt x="174991" y="10603"/>
                </a:lnTo>
                <a:lnTo>
                  <a:pt x="174915" y="10514"/>
                </a:lnTo>
                <a:lnTo>
                  <a:pt x="174838" y="10427"/>
                </a:lnTo>
                <a:lnTo>
                  <a:pt x="174759" y="10342"/>
                </a:lnTo>
                <a:lnTo>
                  <a:pt x="174678" y="10258"/>
                </a:lnTo>
                <a:lnTo>
                  <a:pt x="174596" y="10177"/>
                </a:lnTo>
                <a:lnTo>
                  <a:pt x="174512" y="10097"/>
                </a:lnTo>
                <a:lnTo>
                  <a:pt x="174427" y="10018"/>
                </a:lnTo>
                <a:lnTo>
                  <a:pt x="174340" y="9942"/>
                </a:lnTo>
                <a:lnTo>
                  <a:pt x="174251" y="9867"/>
                </a:lnTo>
                <a:lnTo>
                  <a:pt x="174161" y="9794"/>
                </a:lnTo>
                <a:lnTo>
                  <a:pt x="174069" y="9723"/>
                </a:lnTo>
                <a:lnTo>
                  <a:pt x="173976" y="9653"/>
                </a:lnTo>
                <a:lnTo>
                  <a:pt x="173881" y="9586"/>
                </a:lnTo>
                <a:lnTo>
                  <a:pt x="173785" y="9520"/>
                </a:lnTo>
                <a:lnTo>
                  <a:pt x="173686" y="9455"/>
                </a:lnTo>
                <a:lnTo>
                  <a:pt x="173587" y="9393"/>
                </a:lnTo>
                <a:lnTo>
                  <a:pt x="173485" y="9332"/>
                </a:lnTo>
                <a:lnTo>
                  <a:pt x="173382" y="9273"/>
                </a:lnTo>
                <a:lnTo>
                  <a:pt x="173278" y="9216"/>
                </a:lnTo>
                <a:lnTo>
                  <a:pt x="173172" y="9160"/>
                </a:lnTo>
                <a:lnTo>
                  <a:pt x="173064" y="9106"/>
                </a:lnTo>
                <a:lnTo>
                  <a:pt x="172955" y="9054"/>
                </a:lnTo>
                <a:lnTo>
                  <a:pt x="172844" y="9004"/>
                </a:lnTo>
                <a:lnTo>
                  <a:pt x="172731" y="8955"/>
                </a:lnTo>
                <a:lnTo>
                  <a:pt x="172617" y="8908"/>
                </a:lnTo>
                <a:lnTo>
                  <a:pt x="172502" y="8863"/>
                </a:lnTo>
                <a:lnTo>
                  <a:pt x="172384" y="8820"/>
                </a:lnTo>
                <a:lnTo>
                  <a:pt x="172265" y="8779"/>
                </a:lnTo>
                <a:lnTo>
                  <a:pt x="172144" y="8739"/>
                </a:lnTo>
                <a:lnTo>
                  <a:pt x="172022" y="8702"/>
                </a:lnTo>
                <a:lnTo>
                  <a:pt x="171898" y="8667"/>
                </a:lnTo>
                <a:lnTo>
                  <a:pt x="171772" y="8633"/>
                </a:lnTo>
                <a:lnTo>
                  <a:pt x="171645" y="8601"/>
                </a:lnTo>
                <a:lnTo>
                  <a:pt x="171516" y="8572"/>
                </a:lnTo>
                <a:lnTo>
                  <a:pt x="171386" y="8544"/>
                </a:lnTo>
                <a:lnTo>
                  <a:pt x="171253" y="8518"/>
                </a:lnTo>
                <a:lnTo>
                  <a:pt x="171119" y="8494"/>
                </a:lnTo>
                <a:lnTo>
                  <a:pt x="170984" y="8472"/>
                </a:lnTo>
                <a:lnTo>
                  <a:pt x="170847" y="8452"/>
                </a:lnTo>
                <a:lnTo>
                  <a:pt x="170708" y="8434"/>
                </a:lnTo>
                <a:lnTo>
                  <a:pt x="170567" y="8417"/>
                </a:lnTo>
                <a:lnTo>
                  <a:pt x="170425" y="8403"/>
                </a:lnTo>
                <a:lnTo>
                  <a:pt x="170281" y="8391"/>
                </a:lnTo>
                <a:lnTo>
                  <a:pt x="170136" y="8380"/>
                </a:lnTo>
                <a:lnTo>
                  <a:pt x="169989" y="8371"/>
                </a:lnTo>
                <a:lnTo>
                  <a:pt x="169840" y="8365"/>
                </a:lnTo>
                <a:lnTo>
                  <a:pt x="169689" y="8360"/>
                </a:lnTo>
                <a:lnTo>
                  <a:pt x="169537" y="8357"/>
                </a:lnTo>
                <a:lnTo>
                  <a:pt x="169383" y="8356"/>
                </a:lnTo>
                <a:lnTo>
                  <a:pt x="169224" y="8357"/>
                </a:lnTo>
                <a:lnTo>
                  <a:pt x="169066" y="8360"/>
                </a:lnTo>
                <a:lnTo>
                  <a:pt x="168911" y="8366"/>
                </a:lnTo>
                <a:lnTo>
                  <a:pt x="168756" y="8373"/>
                </a:lnTo>
                <a:lnTo>
                  <a:pt x="168604" y="8383"/>
                </a:lnTo>
                <a:lnTo>
                  <a:pt x="168453" y="8395"/>
                </a:lnTo>
                <a:lnTo>
                  <a:pt x="168304" y="8409"/>
                </a:lnTo>
                <a:lnTo>
                  <a:pt x="168156" y="8425"/>
                </a:lnTo>
                <a:lnTo>
                  <a:pt x="168010" y="8443"/>
                </a:lnTo>
                <a:lnTo>
                  <a:pt x="167866" y="8464"/>
                </a:lnTo>
                <a:lnTo>
                  <a:pt x="167724" y="8486"/>
                </a:lnTo>
                <a:lnTo>
                  <a:pt x="167583" y="8511"/>
                </a:lnTo>
                <a:lnTo>
                  <a:pt x="167444" y="8538"/>
                </a:lnTo>
                <a:lnTo>
                  <a:pt x="167306" y="8567"/>
                </a:lnTo>
                <a:lnTo>
                  <a:pt x="167170" y="8598"/>
                </a:lnTo>
                <a:lnTo>
                  <a:pt x="167036" y="8631"/>
                </a:lnTo>
                <a:lnTo>
                  <a:pt x="166904" y="8667"/>
                </a:lnTo>
                <a:lnTo>
                  <a:pt x="166773" y="8704"/>
                </a:lnTo>
                <a:lnTo>
                  <a:pt x="166644" y="8744"/>
                </a:lnTo>
                <a:lnTo>
                  <a:pt x="166517" y="8786"/>
                </a:lnTo>
                <a:lnTo>
                  <a:pt x="166391" y="8830"/>
                </a:lnTo>
                <a:lnTo>
                  <a:pt x="166267" y="8876"/>
                </a:lnTo>
                <a:lnTo>
                  <a:pt x="166145" y="8924"/>
                </a:lnTo>
                <a:lnTo>
                  <a:pt x="166024" y="8975"/>
                </a:lnTo>
                <a:lnTo>
                  <a:pt x="165905" y="9027"/>
                </a:lnTo>
                <a:lnTo>
                  <a:pt x="165788" y="9082"/>
                </a:lnTo>
                <a:lnTo>
                  <a:pt x="165672" y="9138"/>
                </a:lnTo>
                <a:lnTo>
                  <a:pt x="165558" y="9195"/>
                </a:lnTo>
                <a:lnTo>
                  <a:pt x="165446" y="9255"/>
                </a:lnTo>
                <a:lnTo>
                  <a:pt x="165335" y="9316"/>
                </a:lnTo>
                <a:lnTo>
                  <a:pt x="165226" y="9379"/>
                </a:lnTo>
                <a:lnTo>
                  <a:pt x="165119" y="9443"/>
                </a:lnTo>
                <a:lnTo>
                  <a:pt x="165013" y="9510"/>
                </a:lnTo>
                <a:lnTo>
                  <a:pt x="164909" y="9578"/>
                </a:lnTo>
                <a:lnTo>
                  <a:pt x="164807" y="9648"/>
                </a:lnTo>
                <a:lnTo>
                  <a:pt x="164706" y="9719"/>
                </a:lnTo>
                <a:lnTo>
                  <a:pt x="164607" y="9793"/>
                </a:lnTo>
                <a:lnTo>
                  <a:pt x="164510" y="9868"/>
                </a:lnTo>
                <a:lnTo>
                  <a:pt x="164414" y="9945"/>
                </a:lnTo>
                <a:lnTo>
                  <a:pt x="164320" y="10023"/>
                </a:lnTo>
                <a:lnTo>
                  <a:pt x="164227" y="10104"/>
                </a:lnTo>
                <a:lnTo>
                  <a:pt x="164136" y="10186"/>
                </a:lnTo>
                <a:lnTo>
                  <a:pt x="164047" y="10270"/>
                </a:lnTo>
                <a:lnTo>
                  <a:pt x="163960" y="10355"/>
                </a:lnTo>
                <a:lnTo>
                  <a:pt x="163874" y="10443"/>
                </a:lnTo>
                <a:lnTo>
                  <a:pt x="163790" y="10532"/>
                </a:lnTo>
                <a:lnTo>
                  <a:pt x="163707" y="10623"/>
                </a:lnTo>
                <a:lnTo>
                  <a:pt x="163626" y="10715"/>
                </a:lnTo>
                <a:lnTo>
                  <a:pt x="163547" y="10809"/>
                </a:lnTo>
                <a:lnTo>
                  <a:pt x="163469" y="10905"/>
                </a:lnTo>
                <a:lnTo>
                  <a:pt x="163393" y="11002"/>
                </a:lnTo>
                <a:lnTo>
                  <a:pt x="163319" y="11101"/>
                </a:lnTo>
                <a:lnTo>
                  <a:pt x="163247" y="11201"/>
                </a:lnTo>
                <a:lnTo>
                  <a:pt x="163176" y="11302"/>
                </a:lnTo>
                <a:lnTo>
                  <a:pt x="163107" y="11405"/>
                </a:lnTo>
                <a:lnTo>
                  <a:pt x="163039" y="11510"/>
                </a:lnTo>
                <a:lnTo>
                  <a:pt x="162974" y="11616"/>
                </a:lnTo>
                <a:lnTo>
                  <a:pt x="162909" y="11723"/>
                </a:lnTo>
                <a:lnTo>
                  <a:pt x="162847" y="11832"/>
                </a:lnTo>
                <a:lnTo>
                  <a:pt x="162786" y="11943"/>
                </a:lnTo>
                <a:lnTo>
                  <a:pt x="162727" y="12054"/>
                </a:lnTo>
                <a:lnTo>
                  <a:pt x="162670" y="12168"/>
                </a:lnTo>
                <a:lnTo>
                  <a:pt x="162614" y="12283"/>
                </a:lnTo>
                <a:lnTo>
                  <a:pt x="162560" y="12399"/>
                </a:lnTo>
                <a:lnTo>
                  <a:pt x="162508" y="12517"/>
                </a:lnTo>
                <a:lnTo>
                  <a:pt x="162457" y="12636"/>
                </a:lnTo>
                <a:lnTo>
                  <a:pt x="162408" y="12757"/>
                </a:lnTo>
                <a:lnTo>
                  <a:pt x="162361" y="12879"/>
                </a:lnTo>
                <a:lnTo>
                  <a:pt x="162315" y="13003"/>
                </a:lnTo>
                <a:lnTo>
                  <a:pt x="162272" y="13128"/>
                </a:lnTo>
                <a:lnTo>
                  <a:pt x="162229" y="13255"/>
                </a:lnTo>
                <a:lnTo>
                  <a:pt x="162189" y="13383"/>
                </a:lnTo>
                <a:lnTo>
                  <a:pt x="162150" y="13513"/>
                </a:lnTo>
                <a:lnTo>
                  <a:pt x="162113" y="13643"/>
                </a:lnTo>
                <a:lnTo>
                  <a:pt x="162077" y="13775"/>
                </a:lnTo>
                <a:lnTo>
                  <a:pt x="162043" y="13907"/>
                </a:lnTo>
                <a:lnTo>
                  <a:pt x="162011" y="14041"/>
                </a:lnTo>
                <a:lnTo>
                  <a:pt x="161980" y="14175"/>
                </a:lnTo>
                <a:lnTo>
                  <a:pt x="161952" y="14311"/>
                </a:lnTo>
                <a:lnTo>
                  <a:pt x="161924" y="14447"/>
                </a:lnTo>
                <a:lnTo>
                  <a:pt x="161899" y="14585"/>
                </a:lnTo>
                <a:lnTo>
                  <a:pt x="161875" y="14724"/>
                </a:lnTo>
                <a:lnTo>
                  <a:pt x="161852" y="14863"/>
                </a:lnTo>
                <a:lnTo>
                  <a:pt x="161832" y="15004"/>
                </a:lnTo>
                <a:lnTo>
                  <a:pt x="161813" y="15146"/>
                </a:lnTo>
                <a:lnTo>
                  <a:pt x="161795" y="15288"/>
                </a:lnTo>
                <a:lnTo>
                  <a:pt x="161780" y="15432"/>
                </a:lnTo>
                <a:lnTo>
                  <a:pt x="161765" y="15577"/>
                </a:lnTo>
                <a:lnTo>
                  <a:pt x="161753" y="15722"/>
                </a:lnTo>
                <a:lnTo>
                  <a:pt x="161742" y="15869"/>
                </a:lnTo>
                <a:lnTo>
                  <a:pt x="161733" y="16017"/>
                </a:lnTo>
                <a:lnTo>
                  <a:pt x="161726" y="16166"/>
                </a:lnTo>
                <a:lnTo>
                  <a:pt x="161720" y="16315"/>
                </a:lnTo>
                <a:lnTo>
                  <a:pt x="161716" y="16466"/>
                </a:lnTo>
                <a:lnTo>
                  <a:pt x="161713" y="16618"/>
                </a:lnTo>
                <a:lnTo>
                  <a:pt x="161713" y="16771"/>
                </a:lnTo>
                <a:lnTo>
                  <a:pt x="161713" y="16929"/>
                </a:lnTo>
                <a:lnTo>
                  <a:pt x="161716" y="17086"/>
                </a:lnTo>
                <a:lnTo>
                  <a:pt x="161720" y="17241"/>
                </a:lnTo>
                <a:lnTo>
                  <a:pt x="161725" y="17395"/>
                </a:lnTo>
                <a:lnTo>
                  <a:pt x="161732" y="17548"/>
                </a:lnTo>
                <a:lnTo>
                  <a:pt x="161741" y="17699"/>
                </a:lnTo>
                <a:lnTo>
                  <a:pt x="161751" y="17849"/>
                </a:lnTo>
                <a:lnTo>
                  <a:pt x="161763" y="17998"/>
                </a:lnTo>
                <a:lnTo>
                  <a:pt x="161776" y="18145"/>
                </a:lnTo>
                <a:lnTo>
                  <a:pt x="161791" y="18290"/>
                </a:lnTo>
                <a:lnTo>
                  <a:pt x="161807" y="18435"/>
                </a:lnTo>
                <a:lnTo>
                  <a:pt x="161825" y="18578"/>
                </a:lnTo>
                <a:lnTo>
                  <a:pt x="161845" y="18719"/>
                </a:lnTo>
                <a:lnTo>
                  <a:pt x="161866" y="18859"/>
                </a:lnTo>
                <a:lnTo>
                  <a:pt x="161889" y="18998"/>
                </a:lnTo>
                <a:lnTo>
                  <a:pt x="161913" y="19135"/>
                </a:lnTo>
                <a:lnTo>
                  <a:pt x="161939" y="19271"/>
                </a:lnTo>
                <a:lnTo>
                  <a:pt x="161966" y="19406"/>
                </a:lnTo>
                <a:lnTo>
                  <a:pt x="161995" y="19539"/>
                </a:lnTo>
                <a:lnTo>
                  <a:pt x="162026" y="19671"/>
                </a:lnTo>
                <a:lnTo>
                  <a:pt x="162058" y="19801"/>
                </a:lnTo>
                <a:lnTo>
                  <a:pt x="162092" y="19930"/>
                </a:lnTo>
                <a:lnTo>
                  <a:pt x="162127" y="20057"/>
                </a:lnTo>
                <a:lnTo>
                  <a:pt x="162164" y="20184"/>
                </a:lnTo>
                <a:lnTo>
                  <a:pt x="162202" y="20308"/>
                </a:lnTo>
                <a:lnTo>
                  <a:pt x="162242" y="20431"/>
                </a:lnTo>
                <a:lnTo>
                  <a:pt x="162284" y="20553"/>
                </a:lnTo>
                <a:lnTo>
                  <a:pt x="162327" y="20673"/>
                </a:lnTo>
                <a:lnTo>
                  <a:pt x="162372" y="20791"/>
                </a:lnTo>
                <a:lnTo>
                  <a:pt x="162419" y="20908"/>
                </a:lnTo>
                <a:lnTo>
                  <a:pt x="162467" y="21024"/>
                </a:lnTo>
                <a:lnTo>
                  <a:pt x="162517" y="21137"/>
                </a:lnTo>
                <a:lnTo>
                  <a:pt x="162568" y="21249"/>
                </a:lnTo>
                <a:lnTo>
                  <a:pt x="162621" y="21360"/>
                </a:lnTo>
                <a:lnTo>
                  <a:pt x="162676" y="21469"/>
                </a:lnTo>
                <a:lnTo>
                  <a:pt x="162732" y="21576"/>
                </a:lnTo>
                <a:lnTo>
                  <a:pt x="162790" y="21682"/>
                </a:lnTo>
                <a:lnTo>
                  <a:pt x="162849" y="21787"/>
                </a:lnTo>
                <a:lnTo>
                  <a:pt x="162911" y="21889"/>
                </a:lnTo>
                <a:lnTo>
                  <a:pt x="162973" y="21990"/>
                </a:lnTo>
                <a:lnTo>
                  <a:pt x="163038" y="22090"/>
                </a:lnTo>
                <a:lnTo>
                  <a:pt x="163104" y="22188"/>
                </a:lnTo>
                <a:lnTo>
                  <a:pt x="163171" y="22284"/>
                </a:lnTo>
                <a:lnTo>
                  <a:pt x="163241" y="22379"/>
                </a:lnTo>
                <a:lnTo>
                  <a:pt x="163312" y="22473"/>
                </a:lnTo>
                <a:lnTo>
                  <a:pt x="163384" y="22564"/>
                </a:lnTo>
                <a:lnTo>
                  <a:pt x="163458" y="22655"/>
                </a:lnTo>
                <a:lnTo>
                  <a:pt x="163534" y="22743"/>
                </a:lnTo>
                <a:lnTo>
                  <a:pt x="163612" y="22830"/>
                </a:lnTo>
                <a:lnTo>
                  <a:pt x="163691" y="22915"/>
                </a:lnTo>
                <a:lnTo>
                  <a:pt x="163771" y="22999"/>
                </a:lnTo>
                <a:lnTo>
                  <a:pt x="163853" y="23081"/>
                </a:lnTo>
                <a:lnTo>
                  <a:pt x="163937" y="23161"/>
                </a:lnTo>
                <a:lnTo>
                  <a:pt x="164022" y="23239"/>
                </a:lnTo>
                <a:lnTo>
                  <a:pt x="164109" y="23315"/>
                </a:lnTo>
                <a:lnTo>
                  <a:pt x="164198" y="23390"/>
                </a:lnTo>
                <a:lnTo>
                  <a:pt x="164288" y="23463"/>
                </a:lnTo>
                <a:lnTo>
                  <a:pt x="164380" y="23534"/>
                </a:lnTo>
                <a:lnTo>
                  <a:pt x="164473" y="23604"/>
                </a:lnTo>
                <a:lnTo>
                  <a:pt x="164568" y="23672"/>
                </a:lnTo>
                <a:lnTo>
                  <a:pt x="164665" y="23738"/>
                </a:lnTo>
                <a:lnTo>
                  <a:pt x="164763" y="23802"/>
                </a:lnTo>
                <a:lnTo>
                  <a:pt x="164863" y="23865"/>
                </a:lnTo>
                <a:lnTo>
                  <a:pt x="164964" y="23925"/>
                </a:lnTo>
                <a:lnTo>
                  <a:pt x="165067" y="23984"/>
                </a:lnTo>
                <a:lnTo>
                  <a:pt x="165171" y="24042"/>
                </a:lnTo>
                <a:lnTo>
                  <a:pt x="165278" y="24097"/>
                </a:lnTo>
                <a:lnTo>
                  <a:pt x="165385" y="24151"/>
                </a:lnTo>
                <a:lnTo>
                  <a:pt x="165495" y="24203"/>
                </a:lnTo>
                <a:lnTo>
                  <a:pt x="165605" y="24254"/>
                </a:lnTo>
                <a:lnTo>
                  <a:pt x="165718" y="24302"/>
                </a:lnTo>
                <a:lnTo>
                  <a:pt x="165832" y="24349"/>
                </a:lnTo>
                <a:lnTo>
                  <a:pt x="165948" y="24394"/>
                </a:lnTo>
                <a:lnTo>
                  <a:pt x="166065" y="24437"/>
                </a:lnTo>
                <a:lnTo>
                  <a:pt x="166184" y="24479"/>
                </a:lnTo>
                <a:lnTo>
                  <a:pt x="166305" y="24518"/>
                </a:lnTo>
                <a:lnTo>
                  <a:pt x="166427" y="24555"/>
                </a:lnTo>
                <a:lnTo>
                  <a:pt x="166551" y="24591"/>
                </a:lnTo>
                <a:lnTo>
                  <a:pt x="166677" y="24624"/>
                </a:lnTo>
                <a:lnTo>
                  <a:pt x="166804" y="24656"/>
                </a:lnTo>
                <a:lnTo>
                  <a:pt x="166933" y="24686"/>
                </a:lnTo>
                <a:lnTo>
                  <a:pt x="167064" y="24713"/>
                </a:lnTo>
                <a:lnTo>
                  <a:pt x="167196" y="24739"/>
                </a:lnTo>
                <a:lnTo>
                  <a:pt x="167330" y="24763"/>
                </a:lnTo>
                <a:lnTo>
                  <a:pt x="167465" y="24785"/>
                </a:lnTo>
                <a:lnTo>
                  <a:pt x="167603" y="24805"/>
                </a:lnTo>
                <a:lnTo>
                  <a:pt x="167742" y="24824"/>
                </a:lnTo>
                <a:lnTo>
                  <a:pt x="167882" y="24840"/>
                </a:lnTo>
                <a:lnTo>
                  <a:pt x="168024" y="24854"/>
                </a:lnTo>
                <a:lnTo>
                  <a:pt x="168168" y="24867"/>
                </a:lnTo>
                <a:lnTo>
                  <a:pt x="168314" y="24877"/>
                </a:lnTo>
                <a:lnTo>
                  <a:pt x="168461" y="24886"/>
                </a:lnTo>
                <a:lnTo>
                  <a:pt x="168610" y="24893"/>
                </a:lnTo>
                <a:lnTo>
                  <a:pt x="168760" y="24897"/>
                </a:lnTo>
                <a:lnTo>
                  <a:pt x="168912" y="24900"/>
                </a:lnTo>
                <a:lnTo>
                  <a:pt x="169066" y="24901"/>
                </a:lnTo>
                <a:lnTo>
                  <a:pt x="169224" y="24900"/>
                </a:lnTo>
                <a:lnTo>
                  <a:pt x="169380" y="24897"/>
                </a:lnTo>
                <a:lnTo>
                  <a:pt x="169535" y="24891"/>
                </a:lnTo>
                <a:lnTo>
                  <a:pt x="169688" y="24884"/>
                </a:lnTo>
                <a:lnTo>
                  <a:pt x="169840" y="24874"/>
                </a:lnTo>
                <a:lnTo>
                  <a:pt x="169990" y="24862"/>
                </a:lnTo>
                <a:lnTo>
                  <a:pt x="170138" y="24848"/>
                </a:lnTo>
                <a:lnTo>
                  <a:pt x="170285" y="24831"/>
                </a:lnTo>
                <a:lnTo>
                  <a:pt x="170430" y="24813"/>
                </a:lnTo>
                <a:lnTo>
                  <a:pt x="170574" y="24792"/>
                </a:lnTo>
                <a:lnTo>
                  <a:pt x="170716" y="24769"/>
                </a:lnTo>
                <a:lnTo>
                  <a:pt x="170856" y="24744"/>
                </a:lnTo>
                <a:lnTo>
                  <a:pt x="170995" y="24717"/>
                </a:lnTo>
                <a:lnTo>
                  <a:pt x="171132" y="24688"/>
                </a:lnTo>
                <a:lnTo>
                  <a:pt x="171268" y="24656"/>
                </a:lnTo>
                <a:lnTo>
                  <a:pt x="171402" y="24622"/>
                </a:lnTo>
                <a:lnTo>
                  <a:pt x="171534" y="24586"/>
                </a:lnTo>
                <a:lnTo>
                  <a:pt x="171665" y="24548"/>
                </a:lnTo>
                <a:lnTo>
                  <a:pt x="171794" y="24508"/>
                </a:lnTo>
                <a:lnTo>
                  <a:pt x="171922" y="24466"/>
                </a:lnTo>
                <a:lnTo>
                  <a:pt x="172048" y="24421"/>
                </a:lnTo>
                <a:lnTo>
                  <a:pt x="172173" y="24374"/>
                </a:lnTo>
                <a:lnTo>
                  <a:pt x="172295" y="24325"/>
                </a:lnTo>
                <a:lnTo>
                  <a:pt x="172417" y="24274"/>
                </a:lnTo>
                <a:lnTo>
                  <a:pt x="172536" y="24221"/>
                </a:lnTo>
                <a:lnTo>
                  <a:pt x="172654" y="24166"/>
                </a:lnTo>
                <a:lnTo>
                  <a:pt x="172771" y="24109"/>
                </a:lnTo>
                <a:lnTo>
                  <a:pt x="172885" y="24051"/>
                </a:lnTo>
                <a:lnTo>
                  <a:pt x="172998" y="23991"/>
                </a:lnTo>
                <a:lnTo>
                  <a:pt x="173109" y="23929"/>
                </a:lnTo>
                <a:lnTo>
                  <a:pt x="173219" y="23866"/>
                </a:lnTo>
                <a:lnTo>
                  <a:pt x="173327" y="23801"/>
                </a:lnTo>
                <a:lnTo>
                  <a:pt x="173433" y="23734"/>
                </a:lnTo>
                <a:lnTo>
                  <a:pt x="173537" y="23666"/>
                </a:lnTo>
                <a:lnTo>
                  <a:pt x="173640" y="23595"/>
                </a:lnTo>
                <a:lnTo>
                  <a:pt x="173741" y="23523"/>
                </a:lnTo>
                <a:lnTo>
                  <a:pt x="173841" y="23450"/>
                </a:lnTo>
                <a:lnTo>
                  <a:pt x="173938" y="23374"/>
                </a:lnTo>
                <a:lnTo>
                  <a:pt x="174034" y="23297"/>
                </a:lnTo>
                <a:lnTo>
                  <a:pt x="174129" y="23218"/>
                </a:lnTo>
                <a:lnTo>
                  <a:pt x="174221" y="23138"/>
                </a:lnTo>
                <a:lnTo>
                  <a:pt x="174312" y="23056"/>
                </a:lnTo>
                <a:lnTo>
                  <a:pt x="174402" y="22972"/>
                </a:lnTo>
                <a:lnTo>
                  <a:pt x="174489" y="22886"/>
                </a:lnTo>
                <a:lnTo>
                  <a:pt x="174575" y="22798"/>
                </a:lnTo>
                <a:lnTo>
                  <a:pt x="174660" y="22709"/>
                </a:lnTo>
                <a:lnTo>
                  <a:pt x="174742" y="22619"/>
                </a:lnTo>
                <a:lnTo>
                  <a:pt x="174823" y="22526"/>
                </a:lnTo>
                <a:lnTo>
                  <a:pt x="174903" y="22432"/>
                </a:lnTo>
                <a:lnTo>
                  <a:pt x="174980" y="22336"/>
                </a:lnTo>
                <a:lnTo>
                  <a:pt x="175056" y="22239"/>
                </a:lnTo>
                <a:lnTo>
                  <a:pt x="175130" y="22140"/>
                </a:lnTo>
                <a:lnTo>
                  <a:pt x="175203" y="22040"/>
                </a:lnTo>
                <a:lnTo>
                  <a:pt x="175274" y="21939"/>
                </a:lnTo>
                <a:lnTo>
                  <a:pt x="175343" y="21836"/>
                </a:lnTo>
                <a:lnTo>
                  <a:pt x="175411" y="21731"/>
                </a:lnTo>
                <a:lnTo>
                  <a:pt x="175477" y="21625"/>
                </a:lnTo>
                <a:lnTo>
                  <a:pt x="175541" y="21518"/>
                </a:lnTo>
                <a:lnTo>
                  <a:pt x="175604" y="21409"/>
                </a:lnTo>
                <a:lnTo>
                  <a:pt x="175665" y="21298"/>
                </a:lnTo>
                <a:lnTo>
                  <a:pt x="175725" y="21186"/>
                </a:lnTo>
                <a:lnTo>
                  <a:pt x="175782" y="21073"/>
                </a:lnTo>
                <a:lnTo>
                  <a:pt x="175838" y="20958"/>
                </a:lnTo>
                <a:lnTo>
                  <a:pt x="175893" y="20842"/>
                </a:lnTo>
                <a:lnTo>
                  <a:pt x="175946" y="20724"/>
                </a:lnTo>
                <a:lnTo>
                  <a:pt x="175997" y="20604"/>
                </a:lnTo>
                <a:lnTo>
                  <a:pt x="176046" y="20484"/>
                </a:lnTo>
                <a:lnTo>
                  <a:pt x="176094" y="20361"/>
                </a:lnTo>
                <a:lnTo>
                  <a:pt x="176140" y="20237"/>
                </a:lnTo>
                <a:lnTo>
                  <a:pt x="176185" y="20112"/>
                </a:lnTo>
                <a:lnTo>
                  <a:pt x="176228" y="19985"/>
                </a:lnTo>
                <a:lnTo>
                  <a:pt x="176269" y="19857"/>
                </a:lnTo>
                <a:lnTo>
                  <a:pt x="176308" y="19728"/>
                </a:lnTo>
                <a:lnTo>
                  <a:pt x="176346" y="19597"/>
                </a:lnTo>
                <a:lnTo>
                  <a:pt x="176382" y="19466"/>
                </a:lnTo>
                <a:lnTo>
                  <a:pt x="176417" y="19333"/>
                </a:lnTo>
                <a:lnTo>
                  <a:pt x="176450" y="19200"/>
                </a:lnTo>
                <a:lnTo>
                  <a:pt x="176481" y="19065"/>
                </a:lnTo>
                <a:lnTo>
                  <a:pt x="176510" y="18930"/>
                </a:lnTo>
                <a:lnTo>
                  <a:pt x="176538" y="18793"/>
                </a:lnTo>
                <a:lnTo>
                  <a:pt x="176564" y="18656"/>
                </a:lnTo>
                <a:lnTo>
                  <a:pt x="176589" y="18517"/>
                </a:lnTo>
                <a:lnTo>
                  <a:pt x="176611" y="18377"/>
                </a:lnTo>
                <a:lnTo>
                  <a:pt x="176632" y="18237"/>
                </a:lnTo>
                <a:lnTo>
                  <a:pt x="176652" y="18095"/>
                </a:lnTo>
                <a:lnTo>
                  <a:pt x="176669" y="17952"/>
                </a:lnTo>
                <a:lnTo>
                  <a:pt x="176685" y="17809"/>
                </a:lnTo>
                <a:lnTo>
                  <a:pt x="176700" y="17664"/>
                </a:lnTo>
                <a:lnTo>
                  <a:pt x="176712" y="17518"/>
                </a:lnTo>
                <a:lnTo>
                  <a:pt x="176723" y="17372"/>
                </a:lnTo>
                <a:lnTo>
                  <a:pt x="176732" y="17224"/>
                </a:lnTo>
                <a:lnTo>
                  <a:pt x="176740" y="17075"/>
                </a:lnTo>
                <a:lnTo>
                  <a:pt x="176746" y="16925"/>
                </a:lnTo>
                <a:lnTo>
                  <a:pt x="176750" y="16775"/>
                </a:lnTo>
                <a:lnTo>
                  <a:pt x="176753" y="16623"/>
                </a:lnTo>
                <a:lnTo>
                  <a:pt x="176754" y="16470"/>
                </a:lnTo>
                <a:lnTo>
                  <a:pt x="176753" y="16313"/>
                </a:lnTo>
                <a:lnTo>
                  <a:pt x="176750" y="16157"/>
                </a:lnTo>
                <a:lnTo>
                  <a:pt x="176746" y="16003"/>
                </a:lnTo>
                <a:lnTo>
                  <a:pt x="176741" y="15850"/>
                </a:lnTo>
                <a:lnTo>
                  <a:pt x="176734" y="15699"/>
                </a:lnTo>
                <a:lnTo>
                  <a:pt x="176725" y="15549"/>
                </a:lnTo>
                <a:close/>
                <a:moveTo>
                  <a:pt x="173829" y="17293"/>
                </a:moveTo>
                <a:lnTo>
                  <a:pt x="173823" y="17397"/>
                </a:lnTo>
                <a:lnTo>
                  <a:pt x="173816" y="17500"/>
                </a:lnTo>
                <a:lnTo>
                  <a:pt x="173808" y="17602"/>
                </a:lnTo>
                <a:lnTo>
                  <a:pt x="173799" y="17704"/>
                </a:lnTo>
                <a:lnTo>
                  <a:pt x="173789" y="17805"/>
                </a:lnTo>
                <a:lnTo>
                  <a:pt x="173779" y="17905"/>
                </a:lnTo>
                <a:lnTo>
                  <a:pt x="173767" y="18004"/>
                </a:lnTo>
                <a:lnTo>
                  <a:pt x="173755" y="18103"/>
                </a:lnTo>
                <a:lnTo>
                  <a:pt x="173741" y="18201"/>
                </a:lnTo>
                <a:lnTo>
                  <a:pt x="173727" y="18298"/>
                </a:lnTo>
                <a:lnTo>
                  <a:pt x="173711" y="18394"/>
                </a:lnTo>
                <a:lnTo>
                  <a:pt x="173695" y="18490"/>
                </a:lnTo>
                <a:lnTo>
                  <a:pt x="173678" y="18584"/>
                </a:lnTo>
                <a:lnTo>
                  <a:pt x="173660" y="18679"/>
                </a:lnTo>
                <a:lnTo>
                  <a:pt x="173641" y="18772"/>
                </a:lnTo>
                <a:lnTo>
                  <a:pt x="173621" y="18864"/>
                </a:lnTo>
                <a:lnTo>
                  <a:pt x="173600" y="18956"/>
                </a:lnTo>
                <a:lnTo>
                  <a:pt x="173578" y="19047"/>
                </a:lnTo>
                <a:lnTo>
                  <a:pt x="173555" y="19137"/>
                </a:lnTo>
                <a:lnTo>
                  <a:pt x="173532" y="19226"/>
                </a:lnTo>
                <a:lnTo>
                  <a:pt x="173507" y="19314"/>
                </a:lnTo>
                <a:lnTo>
                  <a:pt x="173481" y="19401"/>
                </a:lnTo>
                <a:lnTo>
                  <a:pt x="173454" y="19487"/>
                </a:lnTo>
                <a:lnTo>
                  <a:pt x="173426" y="19572"/>
                </a:lnTo>
                <a:lnTo>
                  <a:pt x="173397" y="19656"/>
                </a:lnTo>
                <a:lnTo>
                  <a:pt x="173367" y="19739"/>
                </a:lnTo>
                <a:lnTo>
                  <a:pt x="173335" y="19820"/>
                </a:lnTo>
                <a:lnTo>
                  <a:pt x="173303" y="19901"/>
                </a:lnTo>
                <a:lnTo>
                  <a:pt x="173270" y="19981"/>
                </a:lnTo>
                <a:lnTo>
                  <a:pt x="173236" y="20059"/>
                </a:lnTo>
                <a:lnTo>
                  <a:pt x="173200" y="20137"/>
                </a:lnTo>
                <a:lnTo>
                  <a:pt x="173164" y="20214"/>
                </a:lnTo>
                <a:lnTo>
                  <a:pt x="173126" y="20289"/>
                </a:lnTo>
                <a:lnTo>
                  <a:pt x="173088" y="20364"/>
                </a:lnTo>
                <a:lnTo>
                  <a:pt x="173048" y="20437"/>
                </a:lnTo>
                <a:lnTo>
                  <a:pt x="173008" y="20509"/>
                </a:lnTo>
                <a:lnTo>
                  <a:pt x="172966" y="20581"/>
                </a:lnTo>
                <a:lnTo>
                  <a:pt x="172924" y="20651"/>
                </a:lnTo>
                <a:lnTo>
                  <a:pt x="172880" y="20720"/>
                </a:lnTo>
                <a:lnTo>
                  <a:pt x="172835" y="20788"/>
                </a:lnTo>
                <a:lnTo>
                  <a:pt x="172789" y="20855"/>
                </a:lnTo>
                <a:lnTo>
                  <a:pt x="172743" y="20922"/>
                </a:lnTo>
                <a:lnTo>
                  <a:pt x="172695" y="20987"/>
                </a:lnTo>
                <a:lnTo>
                  <a:pt x="172646" y="21050"/>
                </a:lnTo>
                <a:lnTo>
                  <a:pt x="172596" y="21113"/>
                </a:lnTo>
                <a:lnTo>
                  <a:pt x="172544" y="21174"/>
                </a:lnTo>
                <a:lnTo>
                  <a:pt x="172492" y="21234"/>
                </a:lnTo>
                <a:lnTo>
                  <a:pt x="172439" y="21293"/>
                </a:lnTo>
                <a:lnTo>
                  <a:pt x="172384" y="21350"/>
                </a:lnTo>
                <a:lnTo>
                  <a:pt x="172328" y="21407"/>
                </a:lnTo>
                <a:lnTo>
                  <a:pt x="172272" y="21462"/>
                </a:lnTo>
                <a:lnTo>
                  <a:pt x="172214" y="21516"/>
                </a:lnTo>
                <a:lnTo>
                  <a:pt x="172155" y="21569"/>
                </a:lnTo>
                <a:lnTo>
                  <a:pt x="172095" y="21620"/>
                </a:lnTo>
                <a:lnTo>
                  <a:pt x="172034" y="21671"/>
                </a:lnTo>
                <a:lnTo>
                  <a:pt x="171972" y="21720"/>
                </a:lnTo>
                <a:lnTo>
                  <a:pt x="171908" y="21767"/>
                </a:lnTo>
                <a:lnTo>
                  <a:pt x="171844" y="21814"/>
                </a:lnTo>
                <a:lnTo>
                  <a:pt x="171778" y="21859"/>
                </a:lnTo>
                <a:lnTo>
                  <a:pt x="171712" y="21904"/>
                </a:lnTo>
                <a:lnTo>
                  <a:pt x="171644" y="21947"/>
                </a:lnTo>
                <a:lnTo>
                  <a:pt x="171575" y="21988"/>
                </a:lnTo>
                <a:lnTo>
                  <a:pt x="171505" y="22029"/>
                </a:lnTo>
                <a:lnTo>
                  <a:pt x="171434" y="22068"/>
                </a:lnTo>
                <a:lnTo>
                  <a:pt x="171362" y="22106"/>
                </a:lnTo>
                <a:lnTo>
                  <a:pt x="171289" y="22143"/>
                </a:lnTo>
                <a:lnTo>
                  <a:pt x="171214" y="22179"/>
                </a:lnTo>
                <a:lnTo>
                  <a:pt x="171139" y="22213"/>
                </a:lnTo>
                <a:lnTo>
                  <a:pt x="171062" y="22245"/>
                </a:lnTo>
                <a:lnTo>
                  <a:pt x="170985" y="22276"/>
                </a:lnTo>
                <a:lnTo>
                  <a:pt x="170906" y="22306"/>
                </a:lnTo>
                <a:lnTo>
                  <a:pt x="170826" y="22333"/>
                </a:lnTo>
                <a:lnTo>
                  <a:pt x="170745" y="22360"/>
                </a:lnTo>
                <a:lnTo>
                  <a:pt x="170663" y="22385"/>
                </a:lnTo>
                <a:lnTo>
                  <a:pt x="170580" y="22408"/>
                </a:lnTo>
                <a:lnTo>
                  <a:pt x="170495" y="22430"/>
                </a:lnTo>
                <a:lnTo>
                  <a:pt x="170410" y="22451"/>
                </a:lnTo>
                <a:lnTo>
                  <a:pt x="170323" y="22469"/>
                </a:lnTo>
                <a:lnTo>
                  <a:pt x="170236" y="22487"/>
                </a:lnTo>
                <a:lnTo>
                  <a:pt x="170147" y="22503"/>
                </a:lnTo>
                <a:lnTo>
                  <a:pt x="170057" y="22517"/>
                </a:lnTo>
                <a:lnTo>
                  <a:pt x="169967" y="22530"/>
                </a:lnTo>
                <a:lnTo>
                  <a:pt x="169875" y="22541"/>
                </a:lnTo>
                <a:lnTo>
                  <a:pt x="169781" y="22551"/>
                </a:lnTo>
                <a:lnTo>
                  <a:pt x="169687" y="22559"/>
                </a:lnTo>
                <a:lnTo>
                  <a:pt x="169592" y="22566"/>
                </a:lnTo>
                <a:lnTo>
                  <a:pt x="169495" y="22571"/>
                </a:lnTo>
                <a:lnTo>
                  <a:pt x="169398" y="22575"/>
                </a:lnTo>
                <a:lnTo>
                  <a:pt x="169299" y="22577"/>
                </a:lnTo>
                <a:lnTo>
                  <a:pt x="169200" y="22578"/>
                </a:lnTo>
                <a:lnTo>
                  <a:pt x="169090" y="22577"/>
                </a:lnTo>
                <a:lnTo>
                  <a:pt x="168983" y="22575"/>
                </a:lnTo>
                <a:lnTo>
                  <a:pt x="168876" y="22571"/>
                </a:lnTo>
                <a:lnTo>
                  <a:pt x="168772" y="22565"/>
                </a:lnTo>
                <a:lnTo>
                  <a:pt x="168668" y="22557"/>
                </a:lnTo>
                <a:lnTo>
                  <a:pt x="168567" y="22548"/>
                </a:lnTo>
                <a:lnTo>
                  <a:pt x="168466" y="22538"/>
                </a:lnTo>
                <a:lnTo>
                  <a:pt x="168368" y="22525"/>
                </a:lnTo>
                <a:lnTo>
                  <a:pt x="168271" y="22511"/>
                </a:lnTo>
                <a:lnTo>
                  <a:pt x="168175" y="22495"/>
                </a:lnTo>
                <a:lnTo>
                  <a:pt x="168081" y="22478"/>
                </a:lnTo>
                <a:lnTo>
                  <a:pt x="167988" y="22459"/>
                </a:lnTo>
                <a:lnTo>
                  <a:pt x="167897" y="22438"/>
                </a:lnTo>
                <a:lnTo>
                  <a:pt x="167807" y="22416"/>
                </a:lnTo>
                <a:lnTo>
                  <a:pt x="167719" y="22392"/>
                </a:lnTo>
                <a:lnTo>
                  <a:pt x="167632" y="22366"/>
                </a:lnTo>
                <a:lnTo>
                  <a:pt x="167547" y="22339"/>
                </a:lnTo>
                <a:lnTo>
                  <a:pt x="167464" y="22310"/>
                </a:lnTo>
                <a:lnTo>
                  <a:pt x="167382" y="22279"/>
                </a:lnTo>
                <a:lnTo>
                  <a:pt x="167301" y="22247"/>
                </a:lnTo>
                <a:lnTo>
                  <a:pt x="167222" y="22213"/>
                </a:lnTo>
                <a:lnTo>
                  <a:pt x="167144" y="22178"/>
                </a:lnTo>
                <a:lnTo>
                  <a:pt x="167068" y="22140"/>
                </a:lnTo>
                <a:lnTo>
                  <a:pt x="166994" y="22101"/>
                </a:lnTo>
                <a:lnTo>
                  <a:pt x="166920" y="22061"/>
                </a:lnTo>
                <a:lnTo>
                  <a:pt x="166848" y="22019"/>
                </a:lnTo>
                <a:lnTo>
                  <a:pt x="166778" y="21977"/>
                </a:lnTo>
                <a:lnTo>
                  <a:pt x="166708" y="21933"/>
                </a:lnTo>
                <a:lnTo>
                  <a:pt x="166640" y="21888"/>
                </a:lnTo>
                <a:lnTo>
                  <a:pt x="166573" y="21842"/>
                </a:lnTo>
                <a:lnTo>
                  <a:pt x="166507" y="21794"/>
                </a:lnTo>
                <a:lnTo>
                  <a:pt x="166443" y="21746"/>
                </a:lnTo>
                <a:lnTo>
                  <a:pt x="166380" y="21696"/>
                </a:lnTo>
                <a:lnTo>
                  <a:pt x="166318" y="21646"/>
                </a:lnTo>
                <a:lnTo>
                  <a:pt x="166257" y="21594"/>
                </a:lnTo>
                <a:lnTo>
                  <a:pt x="166198" y="21540"/>
                </a:lnTo>
                <a:lnTo>
                  <a:pt x="166139" y="21486"/>
                </a:lnTo>
                <a:lnTo>
                  <a:pt x="166082" y="21431"/>
                </a:lnTo>
                <a:lnTo>
                  <a:pt x="166027" y="21374"/>
                </a:lnTo>
                <a:lnTo>
                  <a:pt x="165972" y="21316"/>
                </a:lnTo>
                <a:lnTo>
                  <a:pt x="165919" y="21257"/>
                </a:lnTo>
                <a:lnTo>
                  <a:pt x="165867" y="21197"/>
                </a:lnTo>
                <a:lnTo>
                  <a:pt x="165816" y="21136"/>
                </a:lnTo>
                <a:lnTo>
                  <a:pt x="165767" y="21074"/>
                </a:lnTo>
                <a:lnTo>
                  <a:pt x="165719" y="21010"/>
                </a:lnTo>
                <a:lnTo>
                  <a:pt x="165672" y="20945"/>
                </a:lnTo>
                <a:lnTo>
                  <a:pt x="165626" y="20879"/>
                </a:lnTo>
                <a:lnTo>
                  <a:pt x="165581" y="20812"/>
                </a:lnTo>
                <a:lnTo>
                  <a:pt x="165538" y="20744"/>
                </a:lnTo>
                <a:lnTo>
                  <a:pt x="165496" y="20675"/>
                </a:lnTo>
                <a:lnTo>
                  <a:pt x="165455" y="20605"/>
                </a:lnTo>
                <a:lnTo>
                  <a:pt x="165414" y="20534"/>
                </a:lnTo>
                <a:lnTo>
                  <a:pt x="165375" y="20462"/>
                </a:lnTo>
                <a:lnTo>
                  <a:pt x="165337" y="20389"/>
                </a:lnTo>
                <a:lnTo>
                  <a:pt x="165300" y="20316"/>
                </a:lnTo>
                <a:lnTo>
                  <a:pt x="165264" y="20241"/>
                </a:lnTo>
                <a:lnTo>
                  <a:pt x="165229" y="20165"/>
                </a:lnTo>
                <a:lnTo>
                  <a:pt x="165195" y="20088"/>
                </a:lnTo>
                <a:lnTo>
                  <a:pt x="165162" y="20010"/>
                </a:lnTo>
                <a:lnTo>
                  <a:pt x="165130" y="19932"/>
                </a:lnTo>
                <a:lnTo>
                  <a:pt x="165099" y="19852"/>
                </a:lnTo>
                <a:lnTo>
                  <a:pt x="165070" y="19772"/>
                </a:lnTo>
                <a:lnTo>
                  <a:pt x="165041" y="19690"/>
                </a:lnTo>
                <a:lnTo>
                  <a:pt x="165013" y="19608"/>
                </a:lnTo>
                <a:lnTo>
                  <a:pt x="164987" y="19524"/>
                </a:lnTo>
                <a:lnTo>
                  <a:pt x="164961" y="19440"/>
                </a:lnTo>
                <a:lnTo>
                  <a:pt x="164936" y="19354"/>
                </a:lnTo>
                <a:lnTo>
                  <a:pt x="164913" y="19268"/>
                </a:lnTo>
                <a:lnTo>
                  <a:pt x="164890" y="19181"/>
                </a:lnTo>
                <a:lnTo>
                  <a:pt x="164869" y="19092"/>
                </a:lnTo>
                <a:lnTo>
                  <a:pt x="164849" y="19003"/>
                </a:lnTo>
                <a:lnTo>
                  <a:pt x="164829" y="18913"/>
                </a:lnTo>
                <a:lnTo>
                  <a:pt x="164811" y="18822"/>
                </a:lnTo>
                <a:lnTo>
                  <a:pt x="164793" y="18731"/>
                </a:lnTo>
                <a:lnTo>
                  <a:pt x="164776" y="18639"/>
                </a:lnTo>
                <a:lnTo>
                  <a:pt x="164760" y="18546"/>
                </a:lnTo>
                <a:lnTo>
                  <a:pt x="164745" y="18453"/>
                </a:lnTo>
                <a:lnTo>
                  <a:pt x="164731" y="18360"/>
                </a:lnTo>
                <a:lnTo>
                  <a:pt x="164717" y="18266"/>
                </a:lnTo>
                <a:lnTo>
                  <a:pt x="164704" y="18171"/>
                </a:lnTo>
                <a:lnTo>
                  <a:pt x="164692" y="18076"/>
                </a:lnTo>
                <a:lnTo>
                  <a:pt x="164681" y="17980"/>
                </a:lnTo>
                <a:lnTo>
                  <a:pt x="164670" y="17884"/>
                </a:lnTo>
                <a:lnTo>
                  <a:pt x="164660" y="17788"/>
                </a:lnTo>
                <a:lnTo>
                  <a:pt x="164651" y="17690"/>
                </a:lnTo>
                <a:lnTo>
                  <a:pt x="164643" y="17593"/>
                </a:lnTo>
                <a:lnTo>
                  <a:pt x="164635" y="17494"/>
                </a:lnTo>
                <a:lnTo>
                  <a:pt x="164629" y="17396"/>
                </a:lnTo>
                <a:lnTo>
                  <a:pt x="164623" y="17296"/>
                </a:lnTo>
                <a:lnTo>
                  <a:pt x="164618" y="17197"/>
                </a:lnTo>
                <a:lnTo>
                  <a:pt x="164614" y="17096"/>
                </a:lnTo>
                <a:lnTo>
                  <a:pt x="164610" y="16995"/>
                </a:lnTo>
                <a:lnTo>
                  <a:pt x="164607" y="16894"/>
                </a:lnTo>
                <a:lnTo>
                  <a:pt x="164605" y="16792"/>
                </a:lnTo>
                <a:lnTo>
                  <a:pt x="164604" y="16690"/>
                </a:lnTo>
                <a:lnTo>
                  <a:pt x="164604" y="16587"/>
                </a:lnTo>
                <a:lnTo>
                  <a:pt x="164604" y="16480"/>
                </a:lnTo>
                <a:lnTo>
                  <a:pt x="164606" y="16373"/>
                </a:lnTo>
                <a:lnTo>
                  <a:pt x="164608" y="16268"/>
                </a:lnTo>
                <a:lnTo>
                  <a:pt x="164611" y="16163"/>
                </a:lnTo>
                <a:lnTo>
                  <a:pt x="164616" y="16059"/>
                </a:lnTo>
                <a:lnTo>
                  <a:pt x="164621" y="15955"/>
                </a:lnTo>
                <a:lnTo>
                  <a:pt x="164627" y="15852"/>
                </a:lnTo>
                <a:lnTo>
                  <a:pt x="164634" y="15750"/>
                </a:lnTo>
                <a:lnTo>
                  <a:pt x="164643" y="15649"/>
                </a:lnTo>
                <a:lnTo>
                  <a:pt x="164652" y="15548"/>
                </a:lnTo>
                <a:lnTo>
                  <a:pt x="164662" y="15448"/>
                </a:lnTo>
                <a:lnTo>
                  <a:pt x="164673" y="15348"/>
                </a:lnTo>
                <a:lnTo>
                  <a:pt x="164685" y="15250"/>
                </a:lnTo>
                <a:lnTo>
                  <a:pt x="164698" y="15152"/>
                </a:lnTo>
                <a:lnTo>
                  <a:pt x="164711" y="15054"/>
                </a:lnTo>
                <a:lnTo>
                  <a:pt x="164726" y="14958"/>
                </a:lnTo>
                <a:lnTo>
                  <a:pt x="164742" y="14862"/>
                </a:lnTo>
                <a:lnTo>
                  <a:pt x="164759" y="14767"/>
                </a:lnTo>
                <a:lnTo>
                  <a:pt x="164777" y="14672"/>
                </a:lnTo>
                <a:lnTo>
                  <a:pt x="164795" y="14579"/>
                </a:lnTo>
                <a:lnTo>
                  <a:pt x="164815" y="14486"/>
                </a:lnTo>
                <a:lnTo>
                  <a:pt x="164835" y="14393"/>
                </a:lnTo>
                <a:lnTo>
                  <a:pt x="164857" y="14302"/>
                </a:lnTo>
                <a:lnTo>
                  <a:pt x="164879" y="14211"/>
                </a:lnTo>
                <a:lnTo>
                  <a:pt x="164903" y="14120"/>
                </a:lnTo>
                <a:lnTo>
                  <a:pt x="164927" y="14031"/>
                </a:lnTo>
                <a:lnTo>
                  <a:pt x="164953" y="13943"/>
                </a:lnTo>
                <a:lnTo>
                  <a:pt x="164980" y="13856"/>
                </a:lnTo>
                <a:lnTo>
                  <a:pt x="165007" y="13770"/>
                </a:lnTo>
                <a:lnTo>
                  <a:pt x="165036" y="13685"/>
                </a:lnTo>
                <a:lnTo>
                  <a:pt x="165065" y="13601"/>
                </a:lnTo>
                <a:lnTo>
                  <a:pt x="165096" y="13518"/>
                </a:lnTo>
                <a:lnTo>
                  <a:pt x="165127" y="13436"/>
                </a:lnTo>
                <a:lnTo>
                  <a:pt x="165160" y="13355"/>
                </a:lnTo>
                <a:lnTo>
                  <a:pt x="165194" y="13275"/>
                </a:lnTo>
                <a:lnTo>
                  <a:pt x="165228" y="13196"/>
                </a:lnTo>
                <a:lnTo>
                  <a:pt x="165264" y="13118"/>
                </a:lnTo>
                <a:lnTo>
                  <a:pt x="165301" y="13041"/>
                </a:lnTo>
                <a:lnTo>
                  <a:pt x="165338" y="12965"/>
                </a:lnTo>
                <a:lnTo>
                  <a:pt x="165377" y="12890"/>
                </a:lnTo>
                <a:lnTo>
                  <a:pt x="165417" y="12816"/>
                </a:lnTo>
                <a:lnTo>
                  <a:pt x="165458" y="12744"/>
                </a:lnTo>
                <a:lnTo>
                  <a:pt x="165499" y="12672"/>
                </a:lnTo>
                <a:lnTo>
                  <a:pt x="165542" y="12601"/>
                </a:lnTo>
                <a:lnTo>
                  <a:pt x="165586" y="12531"/>
                </a:lnTo>
                <a:lnTo>
                  <a:pt x="165631" y="12462"/>
                </a:lnTo>
                <a:lnTo>
                  <a:pt x="165677" y="12395"/>
                </a:lnTo>
                <a:lnTo>
                  <a:pt x="165723" y="12328"/>
                </a:lnTo>
                <a:lnTo>
                  <a:pt x="165771" y="12262"/>
                </a:lnTo>
                <a:lnTo>
                  <a:pt x="165820" y="12198"/>
                </a:lnTo>
                <a:lnTo>
                  <a:pt x="165870" y="12135"/>
                </a:lnTo>
                <a:lnTo>
                  <a:pt x="165921" y="12073"/>
                </a:lnTo>
                <a:lnTo>
                  <a:pt x="165974" y="12012"/>
                </a:lnTo>
                <a:lnTo>
                  <a:pt x="166027" y="11953"/>
                </a:lnTo>
                <a:lnTo>
                  <a:pt x="166081" y="11895"/>
                </a:lnTo>
                <a:lnTo>
                  <a:pt x="166137" y="11838"/>
                </a:lnTo>
                <a:lnTo>
                  <a:pt x="166193" y="11782"/>
                </a:lnTo>
                <a:lnTo>
                  <a:pt x="166251" y="11728"/>
                </a:lnTo>
                <a:lnTo>
                  <a:pt x="166309" y="11674"/>
                </a:lnTo>
                <a:lnTo>
                  <a:pt x="166369" y="11623"/>
                </a:lnTo>
                <a:lnTo>
                  <a:pt x="166430" y="11572"/>
                </a:lnTo>
                <a:lnTo>
                  <a:pt x="166492" y="11523"/>
                </a:lnTo>
                <a:lnTo>
                  <a:pt x="166555" y="11474"/>
                </a:lnTo>
                <a:lnTo>
                  <a:pt x="166618" y="11427"/>
                </a:lnTo>
                <a:lnTo>
                  <a:pt x="166684" y="11382"/>
                </a:lnTo>
                <a:lnTo>
                  <a:pt x="166750" y="11337"/>
                </a:lnTo>
                <a:lnTo>
                  <a:pt x="166817" y="11294"/>
                </a:lnTo>
                <a:lnTo>
                  <a:pt x="166885" y="11252"/>
                </a:lnTo>
                <a:lnTo>
                  <a:pt x="166955" y="11212"/>
                </a:lnTo>
                <a:lnTo>
                  <a:pt x="167025" y="11172"/>
                </a:lnTo>
                <a:lnTo>
                  <a:pt x="167096" y="11134"/>
                </a:lnTo>
                <a:lnTo>
                  <a:pt x="167169" y="11097"/>
                </a:lnTo>
                <a:lnTo>
                  <a:pt x="167243" y="11062"/>
                </a:lnTo>
                <a:lnTo>
                  <a:pt x="167318" y="11028"/>
                </a:lnTo>
                <a:lnTo>
                  <a:pt x="167394" y="10995"/>
                </a:lnTo>
                <a:lnTo>
                  <a:pt x="167471" y="10964"/>
                </a:lnTo>
                <a:lnTo>
                  <a:pt x="167550" y="10935"/>
                </a:lnTo>
                <a:lnTo>
                  <a:pt x="167629" y="10907"/>
                </a:lnTo>
                <a:lnTo>
                  <a:pt x="167710" y="10881"/>
                </a:lnTo>
                <a:lnTo>
                  <a:pt x="167792" y="10856"/>
                </a:lnTo>
                <a:lnTo>
                  <a:pt x="167875" y="10832"/>
                </a:lnTo>
                <a:lnTo>
                  <a:pt x="167960" y="10810"/>
                </a:lnTo>
                <a:lnTo>
                  <a:pt x="168045" y="10790"/>
                </a:lnTo>
                <a:lnTo>
                  <a:pt x="168132" y="10771"/>
                </a:lnTo>
                <a:lnTo>
                  <a:pt x="168220" y="10754"/>
                </a:lnTo>
                <a:lnTo>
                  <a:pt x="168309" y="10738"/>
                </a:lnTo>
                <a:lnTo>
                  <a:pt x="168400" y="10724"/>
                </a:lnTo>
                <a:lnTo>
                  <a:pt x="168491" y="10711"/>
                </a:lnTo>
                <a:lnTo>
                  <a:pt x="168584" y="10699"/>
                </a:lnTo>
                <a:lnTo>
                  <a:pt x="168678" y="10690"/>
                </a:lnTo>
                <a:lnTo>
                  <a:pt x="168773" y="10681"/>
                </a:lnTo>
                <a:lnTo>
                  <a:pt x="168869" y="10674"/>
                </a:lnTo>
                <a:lnTo>
                  <a:pt x="168967" y="10669"/>
                </a:lnTo>
                <a:lnTo>
                  <a:pt x="169065" y="10665"/>
                </a:lnTo>
                <a:lnTo>
                  <a:pt x="169165" y="10663"/>
                </a:lnTo>
                <a:lnTo>
                  <a:pt x="169266" y="10662"/>
                </a:lnTo>
                <a:lnTo>
                  <a:pt x="169376" y="10663"/>
                </a:lnTo>
                <a:lnTo>
                  <a:pt x="169483" y="10666"/>
                </a:lnTo>
                <a:lnTo>
                  <a:pt x="169590" y="10670"/>
                </a:lnTo>
                <a:lnTo>
                  <a:pt x="169694" y="10676"/>
                </a:lnTo>
                <a:lnTo>
                  <a:pt x="169798" y="10683"/>
                </a:lnTo>
                <a:lnTo>
                  <a:pt x="169899" y="10692"/>
                </a:lnTo>
                <a:lnTo>
                  <a:pt x="170000" y="10703"/>
                </a:lnTo>
                <a:lnTo>
                  <a:pt x="170098" y="10715"/>
                </a:lnTo>
                <a:lnTo>
                  <a:pt x="170196" y="10730"/>
                </a:lnTo>
                <a:lnTo>
                  <a:pt x="170291" y="10745"/>
                </a:lnTo>
                <a:lnTo>
                  <a:pt x="170385" y="10763"/>
                </a:lnTo>
                <a:lnTo>
                  <a:pt x="170478" y="10782"/>
                </a:lnTo>
                <a:lnTo>
                  <a:pt x="170569" y="10802"/>
                </a:lnTo>
                <a:lnTo>
                  <a:pt x="170659" y="10825"/>
                </a:lnTo>
                <a:lnTo>
                  <a:pt x="170747" y="10849"/>
                </a:lnTo>
                <a:lnTo>
                  <a:pt x="170834" y="10875"/>
                </a:lnTo>
                <a:lnTo>
                  <a:pt x="170919" y="10902"/>
                </a:lnTo>
                <a:lnTo>
                  <a:pt x="171002" y="10931"/>
                </a:lnTo>
                <a:lnTo>
                  <a:pt x="171085" y="10962"/>
                </a:lnTo>
                <a:lnTo>
                  <a:pt x="171165" y="10994"/>
                </a:lnTo>
                <a:lnTo>
                  <a:pt x="171244" y="11028"/>
                </a:lnTo>
                <a:lnTo>
                  <a:pt x="171322" y="11063"/>
                </a:lnTo>
                <a:lnTo>
                  <a:pt x="171398" y="11101"/>
                </a:lnTo>
                <a:lnTo>
                  <a:pt x="171472" y="11140"/>
                </a:lnTo>
                <a:lnTo>
                  <a:pt x="171546" y="11180"/>
                </a:lnTo>
                <a:lnTo>
                  <a:pt x="171618" y="11222"/>
                </a:lnTo>
                <a:lnTo>
                  <a:pt x="171688" y="11264"/>
                </a:lnTo>
                <a:lnTo>
                  <a:pt x="171757" y="11308"/>
                </a:lnTo>
                <a:lnTo>
                  <a:pt x="171826" y="11353"/>
                </a:lnTo>
                <a:lnTo>
                  <a:pt x="171892" y="11400"/>
                </a:lnTo>
                <a:lnTo>
                  <a:pt x="171958" y="11447"/>
                </a:lnTo>
                <a:lnTo>
                  <a:pt x="172022" y="11496"/>
                </a:lnTo>
                <a:lnTo>
                  <a:pt x="172085" y="11546"/>
                </a:lnTo>
                <a:lnTo>
                  <a:pt x="172147" y="11597"/>
                </a:lnTo>
                <a:lnTo>
                  <a:pt x="172207" y="11649"/>
                </a:lnTo>
                <a:lnTo>
                  <a:pt x="172266" y="11702"/>
                </a:lnTo>
                <a:lnTo>
                  <a:pt x="172324" y="11757"/>
                </a:lnTo>
                <a:lnTo>
                  <a:pt x="172381" y="11813"/>
                </a:lnTo>
                <a:lnTo>
                  <a:pt x="172436" y="11870"/>
                </a:lnTo>
                <a:lnTo>
                  <a:pt x="172490" y="11928"/>
                </a:lnTo>
                <a:lnTo>
                  <a:pt x="172543" y="11987"/>
                </a:lnTo>
                <a:lnTo>
                  <a:pt x="172594" y="12048"/>
                </a:lnTo>
                <a:lnTo>
                  <a:pt x="172644" y="12110"/>
                </a:lnTo>
                <a:lnTo>
                  <a:pt x="172693" y="12173"/>
                </a:lnTo>
                <a:lnTo>
                  <a:pt x="172741" y="12237"/>
                </a:lnTo>
                <a:lnTo>
                  <a:pt x="172787" y="12302"/>
                </a:lnTo>
                <a:lnTo>
                  <a:pt x="172832" y="12369"/>
                </a:lnTo>
                <a:lnTo>
                  <a:pt x="172876" y="12436"/>
                </a:lnTo>
                <a:lnTo>
                  <a:pt x="172919" y="12505"/>
                </a:lnTo>
                <a:lnTo>
                  <a:pt x="172961" y="12575"/>
                </a:lnTo>
                <a:lnTo>
                  <a:pt x="173001" y="12646"/>
                </a:lnTo>
                <a:lnTo>
                  <a:pt x="173041" y="12717"/>
                </a:lnTo>
                <a:lnTo>
                  <a:pt x="173079" y="12790"/>
                </a:lnTo>
                <a:lnTo>
                  <a:pt x="173117" y="12863"/>
                </a:lnTo>
                <a:lnTo>
                  <a:pt x="173154" y="12938"/>
                </a:lnTo>
                <a:lnTo>
                  <a:pt x="173189" y="13013"/>
                </a:lnTo>
                <a:lnTo>
                  <a:pt x="173224" y="13089"/>
                </a:lnTo>
                <a:lnTo>
                  <a:pt x="173257" y="13166"/>
                </a:lnTo>
                <a:lnTo>
                  <a:pt x="173290" y="13244"/>
                </a:lnTo>
                <a:lnTo>
                  <a:pt x="173321" y="13323"/>
                </a:lnTo>
                <a:lnTo>
                  <a:pt x="173352" y="13403"/>
                </a:lnTo>
                <a:lnTo>
                  <a:pt x="173381" y="13484"/>
                </a:lnTo>
                <a:lnTo>
                  <a:pt x="173410" y="13566"/>
                </a:lnTo>
                <a:lnTo>
                  <a:pt x="173437" y="13649"/>
                </a:lnTo>
                <a:lnTo>
                  <a:pt x="173463" y="13733"/>
                </a:lnTo>
                <a:lnTo>
                  <a:pt x="173489" y="13817"/>
                </a:lnTo>
                <a:lnTo>
                  <a:pt x="173513" y="13903"/>
                </a:lnTo>
                <a:lnTo>
                  <a:pt x="173537" y="13989"/>
                </a:lnTo>
                <a:lnTo>
                  <a:pt x="173559" y="14077"/>
                </a:lnTo>
                <a:lnTo>
                  <a:pt x="173580" y="14165"/>
                </a:lnTo>
                <a:lnTo>
                  <a:pt x="173601" y="14254"/>
                </a:lnTo>
                <a:lnTo>
                  <a:pt x="173620" y="14344"/>
                </a:lnTo>
                <a:lnTo>
                  <a:pt x="173638" y="14435"/>
                </a:lnTo>
                <a:lnTo>
                  <a:pt x="173656" y="14527"/>
                </a:lnTo>
                <a:lnTo>
                  <a:pt x="173673" y="14618"/>
                </a:lnTo>
                <a:lnTo>
                  <a:pt x="173689" y="14711"/>
                </a:lnTo>
                <a:lnTo>
                  <a:pt x="173704" y="14803"/>
                </a:lnTo>
                <a:lnTo>
                  <a:pt x="173719" y="14897"/>
                </a:lnTo>
                <a:lnTo>
                  <a:pt x="173732" y="14990"/>
                </a:lnTo>
                <a:lnTo>
                  <a:pt x="173745" y="15084"/>
                </a:lnTo>
                <a:lnTo>
                  <a:pt x="173757" y="15179"/>
                </a:lnTo>
                <a:lnTo>
                  <a:pt x="173769" y="15274"/>
                </a:lnTo>
                <a:lnTo>
                  <a:pt x="173779" y="15370"/>
                </a:lnTo>
                <a:lnTo>
                  <a:pt x="173789" y="15466"/>
                </a:lnTo>
                <a:lnTo>
                  <a:pt x="173798" y="15562"/>
                </a:lnTo>
                <a:lnTo>
                  <a:pt x="173806" y="15659"/>
                </a:lnTo>
                <a:lnTo>
                  <a:pt x="173814" y="15756"/>
                </a:lnTo>
                <a:lnTo>
                  <a:pt x="173821" y="15854"/>
                </a:lnTo>
                <a:lnTo>
                  <a:pt x="173826" y="15953"/>
                </a:lnTo>
                <a:lnTo>
                  <a:pt x="173831" y="16051"/>
                </a:lnTo>
                <a:lnTo>
                  <a:pt x="173836" y="16151"/>
                </a:lnTo>
                <a:lnTo>
                  <a:pt x="173839" y="16250"/>
                </a:lnTo>
                <a:lnTo>
                  <a:pt x="173842" y="16350"/>
                </a:lnTo>
                <a:lnTo>
                  <a:pt x="173844" y="16451"/>
                </a:lnTo>
                <a:lnTo>
                  <a:pt x="173845" y="16552"/>
                </a:lnTo>
                <a:lnTo>
                  <a:pt x="173846" y="16654"/>
                </a:lnTo>
                <a:lnTo>
                  <a:pt x="173845" y="16762"/>
                </a:lnTo>
                <a:lnTo>
                  <a:pt x="173844" y="16870"/>
                </a:lnTo>
                <a:lnTo>
                  <a:pt x="173841" y="16977"/>
                </a:lnTo>
                <a:lnTo>
                  <a:pt x="173838" y="17083"/>
                </a:lnTo>
                <a:lnTo>
                  <a:pt x="173834" y="17188"/>
                </a:lnTo>
                <a:lnTo>
                  <a:pt x="173829" y="17293"/>
                </a:lnTo>
                <a:close/>
                <a:moveTo>
                  <a:pt x="222787" y="13452"/>
                </a:moveTo>
                <a:lnTo>
                  <a:pt x="222781" y="13342"/>
                </a:lnTo>
                <a:lnTo>
                  <a:pt x="222773" y="13232"/>
                </a:lnTo>
                <a:lnTo>
                  <a:pt x="222765" y="13125"/>
                </a:lnTo>
                <a:lnTo>
                  <a:pt x="222756" y="13018"/>
                </a:lnTo>
                <a:lnTo>
                  <a:pt x="222745" y="12913"/>
                </a:lnTo>
                <a:lnTo>
                  <a:pt x="222734" y="12808"/>
                </a:lnTo>
                <a:lnTo>
                  <a:pt x="222721" y="12705"/>
                </a:lnTo>
                <a:lnTo>
                  <a:pt x="222707" y="12604"/>
                </a:lnTo>
                <a:lnTo>
                  <a:pt x="222692" y="12503"/>
                </a:lnTo>
                <a:lnTo>
                  <a:pt x="222676" y="12404"/>
                </a:lnTo>
                <a:lnTo>
                  <a:pt x="222659" y="12306"/>
                </a:lnTo>
                <a:lnTo>
                  <a:pt x="222641" y="12209"/>
                </a:lnTo>
                <a:lnTo>
                  <a:pt x="222622" y="12113"/>
                </a:lnTo>
                <a:lnTo>
                  <a:pt x="222601" y="12019"/>
                </a:lnTo>
                <a:lnTo>
                  <a:pt x="222580" y="11926"/>
                </a:lnTo>
                <a:lnTo>
                  <a:pt x="222557" y="11834"/>
                </a:lnTo>
                <a:lnTo>
                  <a:pt x="222534" y="11743"/>
                </a:lnTo>
                <a:lnTo>
                  <a:pt x="222509" y="11653"/>
                </a:lnTo>
                <a:lnTo>
                  <a:pt x="222483" y="11565"/>
                </a:lnTo>
                <a:lnTo>
                  <a:pt x="222456" y="11478"/>
                </a:lnTo>
                <a:lnTo>
                  <a:pt x="222427" y="11392"/>
                </a:lnTo>
                <a:lnTo>
                  <a:pt x="222397" y="11307"/>
                </a:lnTo>
                <a:lnTo>
                  <a:pt x="222366" y="11223"/>
                </a:lnTo>
                <a:lnTo>
                  <a:pt x="222334" y="11141"/>
                </a:lnTo>
                <a:lnTo>
                  <a:pt x="222300" y="11060"/>
                </a:lnTo>
                <a:lnTo>
                  <a:pt x="222265" y="10980"/>
                </a:lnTo>
                <a:lnTo>
                  <a:pt x="222228" y="10901"/>
                </a:lnTo>
                <a:lnTo>
                  <a:pt x="222191" y="10823"/>
                </a:lnTo>
                <a:lnTo>
                  <a:pt x="222151" y="10747"/>
                </a:lnTo>
                <a:lnTo>
                  <a:pt x="222111" y="10672"/>
                </a:lnTo>
                <a:lnTo>
                  <a:pt x="222069" y="10598"/>
                </a:lnTo>
                <a:lnTo>
                  <a:pt x="222026" y="10525"/>
                </a:lnTo>
                <a:lnTo>
                  <a:pt x="221982" y="10453"/>
                </a:lnTo>
                <a:lnTo>
                  <a:pt x="221936" y="10383"/>
                </a:lnTo>
                <a:lnTo>
                  <a:pt x="221889" y="10313"/>
                </a:lnTo>
                <a:lnTo>
                  <a:pt x="221840" y="10245"/>
                </a:lnTo>
                <a:lnTo>
                  <a:pt x="221790" y="10178"/>
                </a:lnTo>
                <a:lnTo>
                  <a:pt x="221739" y="10113"/>
                </a:lnTo>
                <a:lnTo>
                  <a:pt x="221687" y="10048"/>
                </a:lnTo>
                <a:lnTo>
                  <a:pt x="221633" y="9985"/>
                </a:lnTo>
                <a:lnTo>
                  <a:pt x="221578" y="9922"/>
                </a:lnTo>
                <a:lnTo>
                  <a:pt x="221521" y="9861"/>
                </a:lnTo>
                <a:lnTo>
                  <a:pt x="221463" y="9802"/>
                </a:lnTo>
                <a:lnTo>
                  <a:pt x="221404" y="9743"/>
                </a:lnTo>
                <a:lnTo>
                  <a:pt x="221343" y="9686"/>
                </a:lnTo>
                <a:lnTo>
                  <a:pt x="221281" y="9629"/>
                </a:lnTo>
                <a:lnTo>
                  <a:pt x="221217" y="9574"/>
                </a:lnTo>
                <a:lnTo>
                  <a:pt x="221152" y="9521"/>
                </a:lnTo>
                <a:lnTo>
                  <a:pt x="221085" y="9468"/>
                </a:lnTo>
                <a:lnTo>
                  <a:pt x="221017" y="9417"/>
                </a:lnTo>
                <a:lnTo>
                  <a:pt x="220947" y="9366"/>
                </a:lnTo>
                <a:lnTo>
                  <a:pt x="220876" y="9317"/>
                </a:lnTo>
                <a:lnTo>
                  <a:pt x="220803" y="9269"/>
                </a:lnTo>
                <a:lnTo>
                  <a:pt x="220729" y="9223"/>
                </a:lnTo>
                <a:lnTo>
                  <a:pt x="220653" y="9177"/>
                </a:lnTo>
                <a:lnTo>
                  <a:pt x="220575" y="9133"/>
                </a:lnTo>
                <a:lnTo>
                  <a:pt x="220497" y="9090"/>
                </a:lnTo>
                <a:lnTo>
                  <a:pt x="220416" y="9048"/>
                </a:lnTo>
                <a:lnTo>
                  <a:pt x="220334" y="9007"/>
                </a:lnTo>
                <a:lnTo>
                  <a:pt x="220251" y="8967"/>
                </a:lnTo>
                <a:lnTo>
                  <a:pt x="220166" y="8929"/>
                </a:lnTo>
                <a:lnTo>
                  <a:pt x="220080" y="8892"/>
                </a:lnTo>
                <a:lnTo>
                  <a:pt x="219992" y="8856"/>
                </a:lnTo>
                <a:lnTo>
                  <a:pt x="219902" y="8821"/>
                </a:lnTo>
                <a:lnTo>
                  <a:pt x="219811" y="8787"/>
                </a:lnTo>
                <a:lnTo>
                  <a:pt x="219719" y="8755"/>
                </a:lnTo>
                <a:lnTo>
                  <a:pt x="219625" y="8724"/>
                </a:lnTo>
                <a:lnTo>
                  <a:pt x="219530" y="8694"/>
                </a:lnTo>
                <a:lnTo>
                  <a:pt x="219432" y="8665"/>
                </a:lnTo>
                <a:lnTo>
                  <a:pt x="219333" y="8638"/>
                </a:lnTo>
                <a:lnTo>
                  <a:pt x="219233" y="8611"/>
                </a:lnTo>
                <a:lnTo>
                  <a:pt x="219130" y="8587"/>
                </a:lnTo>
                <a:lnTo>
                  <a:pt x="219027" y="8563"/>
                </a:lnTo>
                <a:lnTo>
                  <a:pt x="218921" y="8541"/>
                </a:lnTo>
                <a:lnTo>
                  <a:pt x="218814" y="8520"/>
                </a:lnTo>
                <a:lnTo>
                  <a:pt x="218705" y="8500"/>
                </a:lnTo>
                <a:lnTo>
                  <a:pt x="218594" y="8481"/>
                </a:lnTo>
                <a:lnTo>
                  <a:pt x="218482" y="8464"/>
                </a:lnTo>
                <a:lnTo>
                  <a:pt x="218367" y="8448"/>
                </a:lnTo>
                <a:lnTo>
                  <a:pt x="218252" y="8433"/>
                </a:lnTo>
                <a:lnTo>
                  <a:pt x="218134" y="8420"/>
                </a:lnTo>
                <a:lnTo>
                  <a:pt x="218015" y="8408"/>
                </a:lnTo>
                <a:lnTo>
                  <a:pt x="217894" y="8397"/>
                </a:lnTo>
                <a:lnTo>
                  <a:pt x="217772" y="8387"/>
                </a:lnTo>
                <a:lnTo>
                  <a:pt x="217648" y="8379"/>
                </a:lnTo>
                <a:lnTo>
                  <a:pt x="217522" y="8372"/>
                </a:lnTo>
                <a:lnTo>
                  <a:pt x="217394" y="8366"/>
                </a:lnTo>
                <a:lnTo>
                  <a:pt x="217265" y="8362"/>
                </a:lnTo>
                <a:lnTo>
                  <a:pt x="217134" y="8359"/>
                </a:lnTo>
                <a:lnTo>
                  <a:pt x="217002" y="8357"/>
                </a:lnTo>
                <a:lnTo>
                  <a:pt x="216868" y="8356"/>
                </a:lnTo>
                <a:lnTo>
                  <a:pt x="216795" y="8356"/>
                </a:lnTo>
                <a:lnTo>
                  <a:pt x="216723" y="8357"/>
                </a:lnTo>
                <a:lnTo>
                  <a:pt x="216651" y="8359"/>
                </a:lnTo>
                <a:lnTo>
                  <a:pt x="216578" y="8360"/>
                </a:lnTo>
                <a:lnTo>
                  <a:pt x="216506" y="8363"/>
                </a:lnTo>
                <a:lnTo>
                  <a:pt x="216434" y="8366"/>
                </a:lnTo>
                <a:lnTo>
                  <a:pt x="216362" y="8369"/>
                </a:lnTo>
                <a:lnTo>
                  <a:pt x="216290" y="8374"/>
                </a:lnTo>
                <a:lnTo>
                  <a:pt x="216218" y="8378"/>
                </a:lnTo>
                <a:lnTo>
                  <a:pt x="216146" y="8383"/>
                </a:lnTo>
                <a:lnTo>
                  <a:pt x="216074" y="8389"/>
                </a:lnTo>
                <a:lnTo>
                  <a:pt x="216003" y="8395"/>
                </a:lnTo>
                <a:lnTo>
                  <a:pt x="215931" y="8402"/>
                </a:lnTo>
                <a:lnTo>
                  <a:pt x="215859" y="8410"/>
                </a:lnTo>
                <a:lnTo>
                  <a:pt x="215788" y="8418"/>
                </a:lnTo>
                <a:lnTo>
                  <a:pt x="215716" y="8426"/>
                </a:lnTo>
                <a:lnTo>
                  <a:pt x="215645" y="8435"/>
                </a:lnTo>
                <a:lnTo>
                  <a:pt x="215573" y="8445"/>
                </a:lnTo>
                <a:lnTo>
                  <a:pt x="215502" y="8455"/>
                </a:lnTo>
                <a:lnTo>
                  <a:pt x="215431" y="8465"/>
                </a:lnTo>
                <a:lnTo>
                  <a:pt x="215360" y="8476"/>
                </a:lnTo>
                <a:lnTo>
                  <a:pt x="215288" y="8488"/>
                </a:lnTo>
                <a:lnTo>
                  <a:pt x="215217" y="8500"/>
                </a:lnTo>
                <a:lnTo>
                  <a:pt x="215146" y="8513"/>
                </a:lnTo>
                <a:lnTo>
                  <a:pt x="215075" y="8527"/>
                </a:lnTo>
                <a:lnTo>
                  <a:pt x="215005" y="8540"/>
                </a:lnTo>
                <a:lnTo>
                  <a:pt x="214935" y="8554"/>
                </a:lnTo>
                <a:lnTo>
                  <a:pt x="214866" y="8568"/>
                </a:lnTo>
                <a:lnTo>
                  <a:pt x="214797" y="8582"/>
                </a:lnTo>
                <a:lnTo>
                  <a:pt x="214728" y="8597"/>
                </a:lnTo>
                <a:lnTo>
                  <a:pt x="214660" y="8612"/>
                </a:lnTo>
                <a:lnTo>
                  <a:pt x="214593" y="8627"/>
                </a:lnTo>
                <a:lnTo>
                  <a:pt x="214526" y="8642"/>
                </a:lnTo>
                <a:lnTo>
                  <a:pt x="214459" y="8658"/>
                </a:lnTo>
                <a:lnTo>
                  <a:pt x="214393" y="8674"/>
                </a:lnTo>
                <a:lnTo>
                  <a:pt x="214327" y="8691"/>
                </a:lnTo>
                <a:lnTo>
                  <a:pt x="214262" y="8707"/>
                </a:lnTo>
                <a:lnTo>
                  <a:pt x="214197" y="8724"/>
                </a:lnTo>
                <a:lnTo>
                  <a:pt x="214133" y="8741"/>
                </a:lnTo>
                <a:lnTo>
                  <a:pt x="214069" y="8759"/>
                </a:lnTo>
                <a:lnTo>
                  <a:pt x="214006" y="8777"/>
                </a:lnTo>
                <a:lnTo>
                  <a:pt x="213943" y="8795"/>
                </a:lnTo>
                <a:lnTo>
                  <a:pt x="213880" y="8813"/>
                </a:lnTo>
                <a:lnTo>
                  <a:pt x="213818" y="8832"/>
                </a:lnTo>
                <a:lnTo>
                  <a:pt x="213757" y="8851"/>
                </a:lnTo>
                <a:lnTo>
                  <a:pt x="213696" y="8870"/>
                </a:lnTo>
                <a:lnTo>
                  <a:pt x="213635" y="8889"/>
                </a:lnTo>
                <a:lnTo>
                  <a:pt x="213575" y="8909"/>
                </a:lnTo>
                <a:lnTo>
                  <a:pt x="213516" y="8929"/>
                </a:lnTo>
                <a:lnTo>
                  <a:pt x="213457" y="8949"/>
                </a:lnTo>
                <a:lnTo>
                  <a:pt x="213398" y="8970"/>
                </a:lnTo>
                <a:lnTo>
                  <a:pt x="213340" y="8990"/>
                </a:lnTo>
                <a:lnTo>
                  <a:pt x="213283" y="9011"/>
                </a:lnTo>
                <a:lnTo>
                  <a:pt x="213226" y="9032"/>
                </a:lnTo>
                <a:lnTo>
                  <a:pt x="213170" y="9053"/>
                </a:lnTo>
                <a:lnTo>
                  <a:pt x="213115" y="9074"/>
                </a:lnTo>
                <a:lnTo>
                  <a:pt x="213060" y="9096"/>
                </a:lnTo>
                <a:lnTo>
                  <a:pt x="213005" y="9117"/>
                </a:lnTo>
                <a:lnTo>
                  <a:pt x="212952" y="9139"/>
                </a:lnTo>
                <a:lnTo>
                  <a:pt x="212898" y="9161"/>
                </a:lnTo>
                <a:lnTo>
                  <a:pt x="212846" y="9183"/>
                </a:lnTo>
                <a:lnTo>
                  <a:pt x="212794" y="9205"/>
                </a:lnTo>
                <a:lnTo>
                  <a:pt x="212742" y="9228"/>
                </a:lnTo>
                <a:lnTo>
                  <a:pt x="212691" y="9250"/>
                </a:lnTo>
                <a:lnTo>
                  <a:pt x="212641" y="9273"/>
                </a:lnTo>
                <a:lnTo>
                  <a:pt x="212591" y="9296"/>
                </a:lnTo>
                <a:lnTo>
                  <a:pt x="212542" y="9319"/>
                </a:lnTo>
                <a:lnTo>
                  <a:pt x="212494" y="9343"/>
                </a:lnTo>
                <a:lnTo>
                  <a:pt x="212446" y="9366"/>
                </a:lnTo>
                <a:lnTo>
                  <a:pt x="212398" y="9390"/>
                </a:lnTo>
                <a:lnTo>
                  <a:pt x="212351" y="9414"/>
                </a:lnTo>
                <a:lnTo>
                  <a:pt x="212305" y="9438"/>
                </a:lnTo>
                <a:lnTo>
                  <a:pt x="212260" y="9462"/>
                </a:lnTo>
                <a:lnTo>
                  <a:pt x="212215" y="9485"/>
                </a:lnTo>
                <a:lnTo>
                  <a:pt x="212172" y="9509"/>
                </a:lnTo>
                <a:lnTo>
                  <a:pt x="212130" y="9532"/>
                </a:lnTo>
                <a:lnTo>
                  <a:pt x="212089" y="9555"/>
                </a:lnTo>
                <a:lnTo>
                  <a:pt x="212050" y="9578"/>
                </a:lnTo>
                <a:lnTo>
                  <a:pt x="212011" y="9600"/>
                </a:lnTo>
                <a:lnTo>
                  <a:pt x="211974" y="9622"/>
                </a:lnTo>
                <a:lnTo>
                  <a:pt x="211937" y="9644"/>
                </a:lnTo>
                <a:lnTo>
                  <a:pt x="211902" y="9666"/>
                </a:lnTo>
                <a:lnTo>
                  <a:pt x="211868" y="9687"/>
                </a:lnTo>
                <a:lnTo>
                  <a:pt x="211835" y="9709"/>
                </a:lnTo>
                <a:lnTo>
                  <a:pt x="211803" y="9730"/>
                </a:lnTo>
                <a:lnTo>
                  <a:pt x="211773" y="9750"/>
                </a:lnTo>
                <a:lnTo>
                  <a:pt x="211743" y="9771"/>
                </a:lnTo>
                <a:lnTo>
                  <a:pt x="211715" y="9791"/>
                </a:lnTo>
                <a:lnTo>
                  <a:pt x="211687" y="9811"/>
                </a:lnTo>
                <a:lnTo>
                  <a:pt x="211661" y="9831"/>
                </a:lnTo>
                <a:lnTo>
                  <a:pt x="211636" y="9850"/>
                </a:lnTo>
                <a:lnTo>
                  <a:pt x="211612" y="9869"/>
                </a:lnTo>
                <a:lnTo>
                  <a:pt x="211589" y="9888"/>
                </a:lnTo>
                <a:lnTo>
                  <a:pt x="211568" y="9907"/>
                </a:lnTo>
                <a:lnTo>
                  <a:pt x="211547" y="9926"/>
                </a:lnTo>
                <a:lnTo>
                  <a:pt x="211528" y="9944"/>
                </a:lnTo>
                <a:lnTo>
                  <a:pt x="211509" y="9962"/>
                </a:lnTo>
                <a:lnTo>
                  <a:pt x="211492" y="9980"/>
                </a:lnTo>
                <a:lnTo>
                  <a:pt x="211474" y="9998"/>
                </a:lnTo>
                <a:lnTo>
                  <a:pt x="211457" y="10017"/>
                </a:lnTo>
                <a:lnTo>
                  <a:pt x="211441" y="10035"/>
                </a:lnTo>
                <a:lnTo>
                  <a:pt x="211426" y="10054"/>
                </a:lnTo>
                <a:lnTo>
                  <a:pt x="211411" y="10073"/>
                </a:lnTo>
                <a:lnTo>
                  <a:pt x="211396" y="10091"/>
                </a:lnTo>
                <a:lnTo>
                  <a:pt x="211382" y="10110"/>
                </a:lnTo>
                <a:lnTo>
                  <a:pt x="211369" y="10129"/>
                </a:lnTo>
                <a:lnTo>
                  <a:pt x="211356" y="10148"/>
                </a:lnTo>
                <a:lnTo>
                  <a:pt x="211344" y="10167"/>
                </a:lnTo>
                <a:lnTo>
                  <a:pt x="211333" y="10186"/>
                </a:lnTo>
                <a:lnTo>
                  <a:pt x="211322" y="10206"/>
                </a:lnTo>
                <a:lnTo>
                  <a:pt x="211311" y="10225"/>
                </a:lnTo>
                <a:lnTo>
                  <a:pt x="211301" y="10245"/>
                </a:lnTo>
                <a:lnTo>
                  <a:pt x="211292" y="10264"/>
                </a:lnTo>
                <a:lnTo>
                  <a:pt x="211284" y="10284"/>
                </a:lnTo>
                <a:lnTo>
                  <a:pt x="211276" y="10303"/>
                </a:lnTo>
                <a:lnTo>
                  <a:pt x="211268" y="10323"/>
                </a:lnTo>
                <a:lnTo>
                  <a:pt x="211261" y="10343"/>
                </a:lnTo>
                <a:lnTo>
                  <a:pt x="211255" y="10363"/>
                </a:lnTo>
                <a:lnTo>
                  <a:pt x="211249" y="10383"/>
                </a:lnTo>
                <a:lnTo>
                  <a:pt x="211244" y="10403"/>
                </a:lnTo>
                <a:lnTo>
                  <a:pt x="211239" y="10424"/>
                </a:lnTo>
                <a:lnTo>
                  <a:pt x="211235" y="10445"/>
                </a:lnTo>
                <a:lnTo>
                  <a:pt x="211230" y="10467"/>
                </a:lnTo>
                <a:lnTo>
                  <a:pt x="211226" y="10489"/>
                </a:lnTo>
                <a:lnTo>
                  <a:pt x="211222" y="10512"/>
                </a:lnTo>
                <a:lnTo>
                  <a:pt x="211218" y="10535"/>
                </a:lnTo>
                <a:lnTo>
                  <a:pt x="211215" y="10560"/>
                </a:lnTo>
                <a:lnTo>
                  <a:pt x="211211" y="10584"/>
                </a:lnTo>
                <a:lnTo>
                  <a:pt x="211208" y="10610"/>
                </a:lnTo>
                <a:lnTo>
                  <a:pt x="211205" y="10636"/>
                </a:lnTo>
                <a:lnTo>
                  <a:pt x="211203" y="10662"/>
                </a:lnTo>
                <a:lnTo>
                  <a:pt x="211200" y="10690"/>
                </a:lnTo>
                <a:lnTo>
                  <a:pt x="211198" y="10717"/>
                </a:lnTo>
                <a:lnTo>
                  <a:pt x="211196" y="10746"/>
                </a:lnTo>
                <a:lnTo>
                  <a:pt x="211194" y="10775"/>
                </a:lnTo>
                <a:lnTo>
                  <a:pt x="211192" y="10804"/>
                </a:lnTo>
                <a:lnTo>
                  <a:pt x="211190" y="10835"/>
                </a:lnTo>
                <a:lnTo>
                  <a:pt x="211189" y="10866"/>
                </a:lnTo>
                <a:lnTo>
                  <a:pt x="211188" y="10897"/>
                </a:lnTo>
                <a:lnTo>
                  <a:pt x="211187" y="10929"/>
                </a:lnTo>
                <a:lnTo>
                  <a:pt x="211186" y="10962"/>
                </a:lnTo>
                <a:lnTo>
                  <a:pt x="211186" y="10995"/>
                </a:lnTo>
                <a:lnTo>
                  <a:pt x="211185" y="11029"/>
                </a:lnTo>
                <a:lnTo>
                  <a:pt x="211185" y="11063"/>
                </a:lnTo>
                <a:lnTo>
                  <a:pt x="211185" y="11084"/>
                </a:lnTo>
                <a:lnTo>
                  <a:pt x="211186" y="11105"/>
                </a:lnTo>
                <a:lnTo>
                  <a:pt x="211186" y="11125"/>
                </a:lnTo>
                <a:lnTo>
                  <a:pt x="211186" y="11146"/>
                </a:lnTo>
                <a:lnTo>
                  <a:pt x="211187" y="11166"/>
                </a:lnTo>
                <a:lnTo>
                  <a:pt x="211187" y="11186"/>
                </a:lnTo>
                <a:lnTo>
                  <a:pt x="211188" y="11206"/>
                </a:lnTo>
                <a:lnTo>
                  <a:pt x="211189" y="11226"/>
                </a:lnTo>
                <a:lnTo>
                  <a:pt x="211190" y="11246"/>
                </a:lnTo>
                <a:lnTo>
                  <a:pt x="211191" y="11265"/>
                </a:lnTo>
                <a:lnTo>
                  <a:pt x="211192" y="11284"/>
                </a:lnTo>
                <a:lnTo>
                  <a:pt x="211194" y="11304"/>
                </a:lnTo>
                <a:lnTo>
                  <a:pt x="211195" y="11323"/>
                </a:lnTo>
                <a:lnTo>
                  <a:pt x="211197" y="11342"/>
                </a:lnTo>
                <a:lnTo>
                  <a:pt x="211198" y="11361"/>
                </a:lnTo>
                <a:lnTo>
                  <a:pt x="211200" y="11379"/>
                </a:lnTo>
                <a:lnTo>
                  <a:pt x="211202" y="11398"/>
                </a:lnTo>
                <a:lnTo>
                  <a:pt x="211204" y="11416"/>
                </a:lnTo>
                <a:lnTo>
                  <a:pt x="211206" y="11434"/>
                </a:lnTo>
                <a:lnTo>
                  <a:pt x="211209" y="11452"/>
                </a:lnTo>
                <a:lnTo>
                  <a:pt x="211211" y="11470"/>
                </a:lnTo>
                <a:lnTo>
                  <a:pt x="211213" y="11488"/>
                </a:lnTo>
                <a:lnTo>
                  <a:pt x="211216" y="11506"/>
                </a:lnTo>
                <a:lnTo>
                  <a:pt x="211219" y="11523"/>
                </a:lnTo>
                <a:lnTo>
                  <a:pt x="211222" y="11540"/>
                </a:lnTo>
                <a:lnTo>
                  <a:pt x="211225" y="11557"/>
                </a:lnTo>
                <a:lnTo>
                  <a:pt x="211228" y="11574"/>
                </a:lnTo>
                <a:lnTo>
                  <a:pt x="211231" y="11591"/>
                </a:lnTo>
                <a:lnTo>
                  <a:pt x="211235" y="11607"/>
                </a:lnTo>
                <a:lnTo>
                  <a:pt x="211238" y="11623"/>
                </a:lnTo>
                <a:lnTo>
                  <a:pt x="211242" y="11639"/>
                </a:lnTo>
                <a:lnTo>
                  <a:pt x="211246" y="11654"/>
                </a:lnTo>
                <a:lnTo>
                  <a:pt x="211250" y="11669"/>
                </a:lnTo>
                <a:lnTo>
                  <a:pt x="211254" y="11684"/>
                </a:lnTo>
                <a:lnTo>
                  <a:pt x="211258" y="11699"/>
                </a:lnTo>
                <a:lnTo>
                  <a:pt x="211263" y="11713"/>
                </a:lnTo>
                <a:lnTo>
                  <a:pt x="211267" y="11727"/>
                </a:lnTo>
                <a:lnTo>
                  <a:pt x="211272" y="11741"/>
                </a:lnTo>
                <a:lnTo>
                  <a:pt x="211277" y="11755"/>
                </a:lnTo>
                <a:lnTo>
                  <a:pt x="211282" y="11768"/>
                </a:lnTo>
                <a:lnTo>
                  <a:pt x="211287" y="11781"/>
                </a:lnTo>
                <a:lnTo>
                  <a:pt x="211292" y="11794"/>
                </a:lnTo>
                <a:lnTo>
                  <a:pt x="211298" y="11807"/>
                </a:lnTo>
                <a:lnTo>
                  <a:pt x="211304" y="11819"/>
                </a:lnTo>
                <a:lnTo>
                  <a:pt x="211309" y="11831"/>
                </a:lnTo>
                <a:lnTo>
                  <a:pt x="211315" y="11843"/>
                </a:lnTo>
                <a:lnTo>
                  <a:pt x="211321" y="11854"/>
                </a:lnTo>
                <a:lnTo>
                  <a:pt x="211327" y="11866"/>
                </a:lnTo>
                <a:lnTo>
                  <a:pt x="211334" y="11877"/>
                </a:lnTo>
                <a:lnTo>
                  <a:pt x="211340" y="11887"/>
                </a:lnTo>
                <a:lnTo>
                  <a:pt x="211347" y="11898"/>
                </a:lnTo>
                <a:lnTo>
                  <a:pt x="211353" y="11908"/>
                </a:lnTo>
                <a:lnTo>
                  <a:pt x="211360" y="11918"/>
                </a:lnTo>
                <a:lnTo>
                  <a:pt x="211367" y="11928"/>
                </a:lnTo>
                <a:lnTo>
                  <a:pt x="211373" y="11938"/>
                </a:lnTo>
                <a:lnTo>
                  <a:pt x="211380" y="11947"/>
                </a:lnTo>
                <a:lnTo>
                  <a:pt x="211387" y="11957"/>
                </a:lnTo>
                <a:lnTo>
                  <a:pt x="211394" y="11965"/>
                </a:lnTo>
                <a:lnTo>
                  <a:pt x="211402" y="11974"/>
                </a:lnTo>
                <a:lnTo>
                  <a:pt x="211409" y="11983"/>
                </a:lnTo>
                <a:lnTo>
                  <a:pt x="211416" y="11991"/>
                </a:lnTo>
                <a:lnTo>
                  <a:pt x="211424" y="11999"/>
                </a:lnTo>
                <a:lnTo>
                  <a:pt x="211431" y="12007"/>
                </a:lnTo>
                <a:lnTo>
                  <a:pt x="211439" y="12014"/>
                </a:lnTo>
                <a:lnTo>
                  <a:pt x="211447" y="12022"/>
                </a:lnTo>
                <a:lnTo>
                  <a:pt x="211454" y="12029"/>
                </a:lnTo>
                <a:lnTo>
                  <a:pt x="211462" y="12035"/>
                </a:lnTo>
                <a:lnTo>
                  <a:pt x="211470" y="12042"/>
                </a:lnTo>
                <a:lnTo>
                  <a:pt x="211478" y="12048"/>
                </a:lnTo>
                <a:lnTo>
                  <a:pt x="211486" y="12055"/>
                </a:lnTo>
                <a:lnTo>
                  <a:pt x="211495" y="12061"/>
                </a:lnTo>
                <a:lnTo>
                  <a:pt x="211503" y="12066"/>
                </a:lnTo>
                <a:lnTo>
                  <a:pt x="211511" y="12072"/>
                </a:lnTo>
                <a:lnTo>
                  <a:pt x="211520" y="12077"/>
                </a:lnTo>
                <a:lnTo>
                  <a:pt x="211529" y="12082"/>
                </a:lnTo>
                <a:lnTo>
                  <a:pt x="211537" y="12087"/>
                </a:lnTo>
                <a:lnTo>
                  <a:pt x="211546" y="12091"/>
                </a:lnTo>
                <a:lnTo>
                  <a:pt x="211555" y="12095"/>
                </a:lnTo>
                <a:lnTo>
                  <a:pt x="211564" y="12100"/>
                </a:lnTo>
                <a:lnTo>
                  <a:pt x="211573" y="12103"/>
                </a:lnTo>
                <a:lnTo>
                  <a:pt x="211583" y="12107"/>
                </a:lnTo>
                <a:lnTo>
                  <a:pt x="211592" y="12110"/>
                </a:lnTo>
                <a:lnTo>
                  <a:pt x="211602" y="12113"/>
                </a:lnTo>
                <a:lnTo>
                  <a:pt x="211612" y="12116"/>
                </a:lnTo>
                <a:lnTo>
                  <a:pt x="211621" y="12119"/>
                </a:lnTo>
                <a:lnTo>
                  <a:pt x="211631" y="12121"/>
                </a:lnTo>
                <a:lnTo>
                  <a:pt x="211641" y="12124"/>
                </a:lnTo>
                <a:lnTo>
                  <a:pt x="211651" y="12126"/>
                </a:lnTo>
                <a:lnTo>
                  <a:pt x="211662" y="12127"/>
                </a:lnTo>
                <a:lnTo>
                  <a:pt x="211672" y="12129"/>
                </a:lnTo>
                <a:lnTo>
                  <a:pt x="211683" y="12130"/>
                </a:lnTo>
                <a:lnTo>
                  <a:pt x="211693" y="12131"/>
                </a:lnTo>
                <a:lnTo>
                  <a:pt x="211704" y="12132"/>
                </a:lnTo>
                <a:lnTo>
                  <a:pt x="211715" y="12133"/>
                </a:lnTo>
                <a:lnTo>
                  <a:pt x="211726" y="12133"/>
                </a:lnTo>
                <a:lnTo>
                  <a:pt x="211737" y="12133"/>
                </a:lnTo>
                <a:lnTo>
                  <a:pt x="211754" y="12133"/>
                </a:lnTo>
                <a:lnTo>
                  <a:pt x="211772" y="12131"/>
                </a:lnTo>
                <a:lnTo>
                  <a:pt x="211790" y="12129"/>
                </a:lnTo>
                <a:lnTo>
                  <a:pt x="211810" y="12126"/>
                </a:lnTo>
                <a:lnTo>
                  <a:pt x="211830" y="12123"/>
                </a:lnTo>
                <a:lnTo>
                  <a:pt x="211850" y="12118"/>
                </a:lnTo>
                <a:lnTo>
                  <a:pt x="211872" y="12113"/>
                </a:lnTo>
                <a:lnTo>
                  <a:pt x="211894" y="12106"/>
                </a:lnTo>
                <a:lnTo>
                  <a:pt x="211917" y="12099"/>
                </a:lnTo>
                <a:lnTo>
                  <a:pt x="211940" y="12091"/>
                </a:lnTo>
                <a:lnTo>
                  <a:pt x="211965" y="12083"/>
                </a:lnTo>
                <a:lnTo>
                  <a:pt x="211990" y="12073"/>
                </a:lnTo>
                <a:lnTo>
                  <a:pt x="212015" y="12063"/>
                </a:lnTo>
                <a:lnTo>
                  <a:pt x="212042" y="12051"/>
                </a:lnTo>
                <a:lnTo>
                  <a:pt x="212069" y="12039"/>
                </a:lnTo>
                <a:lnTo>
                  <a:pt x="212097" y="12027"/>
                </a:lnTo>
                <a:lnTo>
                  <a:pt x="212126" y="12013"/>
                </a:lnTo>
                <a:lnTo>
                  <a:pt x="212155" y="11998"/>
                </a:lnTo>
                <a:lnTo>
                  <a:pt x="212185" y="11983"/>
                </a:lnTo>
                <a:lnTo>
                  <a:pt x="212216" y="11967"/>
                </a:lnTo>
                <a:lnTo>
                  <a:pt x="212248" y="11950"/>
                </a:lnTo>
                <a:lnTo>
                  <a:pt x="212280" y="11932"/>
                </a:lnTo>
                <a:lnTo>
                  <a:pt x="212313" y="11913"/>
                </a:lnTo>
                <a:lnTo>
                  <a:pt x="212347" y="11893"/>
                </a:lnTo>
                <a:lnTo>
                  <a:pt x="212381" y="11873"/>
                </a:lnTo>
                <a:lnTo>
                  <a:pt x="212417" y="11853"/>
                </a:lnTo>
                <a:lnTo>
                  <a:pt x="212452" y="11833"/>
                </a:lnTo>
                <a:lnTo>
                  <a:pt x="212489" y="11812"/>
                </a:lnTo>
                <a:lnTo>
                  <a:pt x="212526" y="11791"/>
                </a:lnTo>
                <a:lnTo>
                  <a:pt x="212564" y="11770"/>
                </a:lnTo>
                <a:lnTo>
                  <a:pt x="212603" y="11749"/>
                </a:lnTo>
                <a:lnTo>
                  <a:pt x="212642" y="11728"/>
                </a:lnTo>
                <a:lnTo>
                  <a:pt x="212682" y="11707"/>
                </a:lnTo>
                <a:lnTo>
                  <a:pt x="212723" y="11685"/>
                </a:lnTo>
                <a:lnTo>
                  <a:pt x="212764" y="11663"/>
                </a:lnTo>
                <a:lnTo>
                  <a:pt x="212806" y="11641"/>
                </a:lnTo>
                <a:lnTo>
                  <a:pt x="212849" y="11619"/>
                </a:lnTo>
                <a:lnTo>
                  <a:pt x="212893" y="11597"/>
                </a:lnTo>
                <a:lnTo>
                  <a:pt x="212937" y="11574"/>
                </a:lnTo>
                <a:lnTo>
                  <a:pt x="212982" y="11552"/>
                </a:lnTo>
                <a:lnTo>
                  <a:pt x="213028" y="11529"/>
                </a:lnTo>
                <a:lnTo>
                  <a:pt x="213074" y="11506"/>
                </a:lnTo>
                <a:lnTo>
                  <a:pt x="213121" y="11483"/>
                </a:lnTo>
                <a:lnTo>
                  <a:pt x="213169" y="11459"/>
                </a:lnTo>
                <a:lnTo>
                  <a:pt x="213217" y="11436"/>
                </a:lnTo>
                <a:lnTo>
                  <a:pt x="213266" y="11412"/>
                </a:lnTo>
                <a:lnTo>
                  <a:pt x="213316" y="11388"/>
                </a:lnTo>
                <a:lnTo>
                  <a:pt x="213366" y="11364"/>
                </a:lnTo>
                <a:lnTo>
                  <a:pt x="213418" y="11340"/>
                </a:lnTo>
                <a:lnTo>
                  <a:pt x="213469" y="11316"/>
                </a:lnTo>
                <a:lnTo>
                  <a:pt x="213522" y="11293"/>
                </a:lnTo>
                <a:lnTo>
                  <a:pt x="213575" y="11269"/>
                </a:lnTo>
                <a:lnTo>
                  <a:pt x="213629" y="11246"/>
                </a:lnTo>
                <a:lnTo>
                  <a:pt x="213684" y="11223"/>
                </a:lnTo>
                <a:lnTo>
                  <a:pt x="213739" y="11200"/>
                </a:lnTo>
                <a:lnTo>
                  <a:pt x="213795" y="11177"/>
                </a:lnTo>
                <a:lnTo>
                  <a:pt x="213852" y="11154"/>
                </a:lnTo>
                <a:lnTo>
                  <a:pt x="213909" y="11132"/>
                </a:lnTo>
                <a:lnTo>
                  <a:pt x="213968" y="11110"/>
                </a:lnTo>
                <a:lnTo>
                  <a:pt x="214026" y="11087"/>
                </a:lnTo>
                <a:lnTo>
                  <a:pt x="214086" y="11065"/>
                </a:lnTo>
                <a:lnTo>
                  <a:pt x="214146" y="11044"/>
                </a:lnTo>
                <a:lnTo>
                  <a:pt x="214207" y="11022"/>
                </a:lnTo>
                <a:lnTo>
                  <a:pt x="214269" y="11001"/>
                </a:lnTo>
                <a:lnTo>
                  <a:pt x="214331" y="10979"/>
                </a:lnTo>
                <a:lnTo>
                  <a:pt x="214394" y="10958"/>
                </a:lnTo>
                <a:lnTo>
                  <a:pt x="214458" y="10937"/>
                </a:lnTo>
                <a:lnTo>
                  <a:pt x="214522" y="10917"/>
                </a:lnTo>
                <a:lnTo>
                  <a:pt x="214587" y="10896"/>
                </a:lnTo>
                <a:lnTo>
                  <a:pt x="214653" y="10876"/>
                </a:lnTo>
                <a:lnTo>
                  <a:pt x="214720" y="10855"/>
                </a:lnTo>
                <a:lnTo>
                  <a:pt x="214787" y="10835"/>
                </a:lnTo>
                <a:lnTo>
                  <a:pt x="214855" y="10816"/>
                </a:lnTo>
                <a:lnTo>
                  <a:pt x="214923" y="10797"/>
                </a:lnTo>
                <a:lnTo>
                  <a:pt x="214993" y="10779"/>
                </a:lnTo>
                <a:lnTo>
                  <a:pt x="215063" y="10762"/>
                </a:lnTo>
                <a:lnTo>
                  <a:pt x="215134" y="10746"/>
                </a:lnTo>
                <a:lnTo>
                  <a:pt x="215205" y="10730"/>
                </a:lnTo>
                <a:lnTo>
                  <a:pt x="215277" y="10716"/>
                </a:lnTo>
                <a:lnTo>
                  <a:pt x="215350" y="10702"/>
                </a:lnTo>
                <a:lnTo>
                  <a:pt x="215424" y="10689"/>
                </a:lnTo>
                <a:lnTo>
                  <a:pt x="215499" y="10677"/>
                </a:lnTo>
                <a:lnTo>
                  <a:pt x="215574" y="10666"/>
                </a:lnTo>
                <a:lnTo>
                  <a:pt x="215650" y="10655"/>
                </a:lnTo>
                <a:lnTo>
                  <a:pt x="215726" y="10646"/>
                </a:lnTo>
                <a:lnTo>
                  <a:pt x="215804" y="10637"/>
                </a:lnTo>
                <a:lnTo>
                  <a:pt x="215882" y="10629"/>
                </a:lnTo>
                <a:lnTo>
                  <a:pt x="215960" y="10622"/>
                </a:lnTo>
                <a:lnTo>
                  <a:pt x="216040" y="10616"/>
                </a:lnTo>
                <a:lnTo>
                  <a:pt x="216120" y="10611"/>
                </a:lnTo>
                <a:lnTo>
                  <a:pt x="216201" y="10606"/>
                </a:lnTo>
                <a:lnTo>
                  <a:pt x="216283" y="10602"/>
                </a:lnTo>
                <a:lnTo>
                  <a:pt x="216365" y="10599"/>
                </a:lnTo>
                <a:lnTo>
                  <a:pt x="216448" y="10597"/>
                </a:lnTo>
                <a:lnTo>
                  <a:pt x="216532" y="10596"/>
                </a:lnTo>
                <a:lnTo>
                  <a:pt x="216617" y="10596"/>
                </a:lnTo>
                <a:lnTo>
                  <a:pt x="216696" y="10596"/>
                </a:lnTo>
                <a:lnTo>
                  <a:pt x="216774" y="10597"/>
                </a:lnTo>
                <a:lnTo>
                  <a:pt x="216850" y="10599"/>
                </a:lnTo>
                <a:lnTo>
                  <a:pt x="216926" y="10602"/>
                </a:lnTo>
                <a:lnTo>
                  <a:pt x="217001" y="10605"/>
                </a:lnTo>
                <a:lnTo>
                  <a:pt x="217074" y="10610"/>
                </a:lnTo>
                <a:lnTo>
                  <a:pt x="217147" y="10615"/>
                </a:lnTo>
                <a:lnTo>
                  <a:pt x="217218" y="10621"/>
                </a:lnTo>
                <a:lnTo>
                  <a:pt x="217289" y="10627"/>
                </a:lnTo>
                <a:lnTo>
                  <a:pt x="217358" y="10635"/>
                </a:lnTo>
                <a:lnTo>
                  <a:pt x="217427" y="10643"/>
                </a:lnTo>
                <a:lnTo>
                  <a:pt x="217494" y="10652"/>
                </a:lnTo>
                <a:lnTo>
                  <a:pt x="217561" y="10662"/>
                </a:lnTo>
                <a:lnTo>
                  <a:pt x="217626" y="10672"/>
                </a:lnTo>
                <a:lnTo>
                  <a:pt x="217690" y="10683"/>
                </a:lnTo>
                <a:lnTo>
                  <a:pt x="217753" y="10696"/>
                </a:lnTo>
                <a:lnTo>
                  <a:pt x="217815" y="10708"/>
                </a:lnTo>
                <a:lnTo>
                  <a:pt x="217877" y="10722"/>
                </a:lnTo>
                <a:lnTo>
                  <a:pt x="217937" y="10737"/>
                </a:lnTo>
                <a:lnTo>
                  <a:pt x="217996" y="10752"/>
                </a:lnTo>
                <a:lnTo>
                  <a:pt x="218054" y="10768"/>
                </a:lnTo>
                <a:lnTo>
                  <a:pt x="218111" y="10785"/>
                </a:lnTo>
                <a:lnTo>
                  <a:pt x="218166" y="10802"/>
                </a:lnTo>
                <a:lnTo>
                  <a:pt x="218221" y="10821"/>
                </a:lnTo>
                <a:lnTo>
                  <a:pt x="218275" y="10840"/>
                </a:lnTo>
                <a:lnTo>
                  <a:pt x="218328" y="10860"/>
                </a:lnTo>
                <a:lnTo>
                  <a:pt x="218380" y="10880"/>
                </a:lnTo>
                <a:lnTo>
                  <a:pt x="218432" y="10902"/>
                </a:lnTo>
                <a:lnTo>
                  <a:pt x="218482" y="10924"/>
                </a:lnTo>
                <a:lnTo>
                  <a:pt x="218532" y="10946"/>
                </a:lnTo>
                <a:lnTo>
                  <a:pt x="218581" y="10970"/>
                </a:lnTo>
                <a:lnTo>
                  <a:pt x="218629" y="10994"/>
                </a:lnTo>
                <a:lnTo>
                  <a:pt x="218676" y="11020"/>
                </a:lnTo>
                <a:lnTo>
                  <a:pt x="218722" y="11045"/>
                </a:lnTo>
                <a:lnTo>
                  <a:pt x="218768" y="11072"/>
                </a:lnTo>
                <a:lnTo>
                  <a:pt x="218812" y="11099"/>
                </a:lnTo>
                <a:lnTo>
                  <a:pt x="218856" y="11128"/>
                </a:lnTo>
                <a:lnTo>
                  <a:pt x="218899" y="11156"/>
                </a:lnTo>
                <a:lnTo>
                  <a:pt x="218941" y="11186"/>
                </a:lnTo>
                <a:lnTo>
                  <a:pt x="218983" y="11216"/>
                </a:lnTo>
                <a:lnTo>
                  <a:pt x="219023" y="11248"/>
                </a:lnTo>
                <a:lnTo>
                  <a:pt x="219063" y="11279"/>
                </a:lnTo>
                <a:lnTo>
                  <a:pt x="219101" y="11312"/>
                </a:lnTo>
                <a:lnTo>
                  <a:pt x="219139" y="11345"/>
                </a:lnTo>
                <a:lnTo>
                  <a:pt x="219176" y="11380"/>
                </a:lnTo>
                <a:lnTo>
                  <a:pt x="219213" y="11414"/>
                </a:lnTo>
                <a:lnTo>
                  <a:pt x="219248" y="11450"/>
                </a:lnTo>
                <a:lnTo>
                  <a:pt x="219282" y="11487"/>
                </a:lnTo>
                <a:lnTo>
                  <a:pt x="219316" y="11524"/>
                </a:lnTo>
                <a:lnTo>
                  <a:pt x="219349" y="11562"/>
                </a:lnTo>
                <a:lnTo>
                  <a:pt x="219381" y="11600"/>
                </a:lnTo>
                <a:lnTo>
                  <a:pt x="219413" y="11640"/>
                </a:lnTo>
                <a:lnTo>
                  <a:pt x="219443" y="11680"/>
                </a:lnTo>
                <a:lnTo>
                  <a:pt x="219473" y="11721"/>
                </a:lnTo>
                <a:lnTo>
                  <a:pt x="219502" y="11763"/>
                </a:lnTo>
                <a:lnTo>
                  <a:pt x="219530" y="11806"/>
                </a:lnTo>
                <a:lnTo>
                  <a:pt x="219558" y="11849"/>
                </a:lnTo>
                <a:lnTo>
                  <a:pt x="219584" y="11893"/>
                </a:lnTo>
                <a:lnTo>
                  <a:pt x="219610" y="11938"/>
                </a:lnTo>
                <a:lnTo>
                  <a:pt x="219635" y="11984"/>
                </a:lnTo>
                <a:lnTo>
                  <a:pt x="219660" y="12031"/>
                </a:lnTo>
                <a:lnTo>
                  <a:pt x="219683" y="12078"/>
                </a:lnTo>
                <a:lnTo>
                  <a:pt x="219706" y="12126"/>
                </a:lnTo>
                <a:lnTo>
                  <a:pt x="219728" y="12175"/>
                </a:lnTo>
                <a:lnTo>
                  <a:pt x="219749" y="12225"/>
                </a:lnTo>
                <a:lnTo>
                  <a:pt x="219770" y="12275"/>
                </a:lnTo>
                <a:lnTo>
                  <a:pt x="219789" y="12326"/>
                </a:lnTo>
                <a:lnTo>
                  <a:pt x="219808" y="12378"/>
                </a:lnTo>
                <a:lnTo>
                  <a:pt x="219826" y="12431"/>
                </a:lnTo>
                <a:lnTo>
                  <a:pt x="219844" y="12485"/>
                </a:lnTo>
                <a:lnTo>
                  <a:pt x="219860" y="12539"/>
                </a:lnTo>
                <a:lnTo>
                  <a:pt x="219876" y="12594"/>
                </a:lnTo>
                <a:lnTo>
                  <a:pt x="219891" y="12650"/>
                </a:lnTo>
                <a:lnTo>
                  <a:pt x="219905" y="12707"/>
                </a:lnTo>
                <a:lnTo>
                  <a:pt x="219919" y="12764"/>
                </a:lnTo>
                <a:lnTo>
                  <a:pt x="219932" y="12822"/>
                </a:lnTo>
                <a:lnTo>
                  <a:pt x="219944" y="12880"/>
                </a:lnTo>
                <a:lnTo>
                  <a:pt x="219956" y="12940"/>
                </a:lnTo>
                <a:lnTo>
                  <a:pt x="219967" y="13000"/>
                </a:lnTo>
                <a:lnTo>
                  <a:pt x="219978" y="13060"/>
                </a:lnTo>
                <a:lnTo>
                  <a:pt x="219988" y="13122"/>
                </a:lnTo>
                <a:lnTo>
                  <a:pt x="219997" y="13184"/>
                </a:lnTo>
                <a:lnTo>
                  <a:pt x="220006" y="13247"/>
                </a:lnTo>
                <a:lnTo>
                  <a:pt x="220014" y="13310"/>
                </a:lnTo>
                <a:lnTo>
                  <a:pt x="220021" y="13374"/>
                </a:lnTo>
                <a:lnTo>
                  <a:pt x="220028" y="13439"/>
                </a:lnTo>
                <a:lnTo>
                  <a:pt x="220034" y="13505"/>
                </a:lnTo>
                <a:lnTo>
                  <a:pt x="220039" y="13571"/>
                </a:lnTo>
                <a:lnTo>
                  <a:pt x="220044" y="13638"/>
                </a:lnTo>
                <a:lnTo>
                  <a:pt x="220048" y="13706"/>
                </a:lnTo>
                <a:lnTo>
                  <a:pt x="220052" y="13774"/>
                </a:lnTo>
                <a:lnTo>
                  <a:pt x="220054" y="13843"/>
                </a:lnTo>
                <a:lnTo>
                  <a:pt x="220057" y="13913"/>
                </a:lnTo>
                <a:lnTo>
                  <a:pt x="220058" y="13983"/>
                </a:lnTo>
                <a:lnTo>
                  <a:pt x="220059" y="14054"/>
                </a:lnTo>
                <a:lnTo>
                  <a:pt x="220060" y="14126"/>
                </a:lnTo>
                <a:lnTo>
                  <a:pt x="220060" y="15292"/>
                </a:lnTo>
                <a:lnTo>
                  <a:pt x="217987" y="15292"/>
                </a:lnTo>
                <a:lnTo>
                  <a:pt x="217842" y="15292"/>
                </a:lnTo>
                <a:lnTo>
                  <a:pt x="217697" y="15294"/>
                </a:lnTo>
                <a:lnTo>
                  <a:pt x="217554" y="15297"/>
                </a:lnTo>
                <a:lnTo>
                  <a:pt x="217412" y="15300"/>
                </a:lnTo>
                <a:lnTo>
                  <a:pt x="217271" y="15305"/>
                </a:lnTo>
                <a:lnTo>
                  <a:pt x="217132" y="15311"/>
                </a:lnTo>
                <a:lnTo>
                  <a:pt x="216993" y="15318"/>
                </a:lnTo>
                <a:lnTo>
                  <a:pt x="216856" y="15326"/>
                </a:lnTo>
                <a:lnTo>
                  <a:pt x="216721" y="15335"/>
                </a:lnTo>
                <a:lnTo>
                  <a:pt x="216586" y="15346"/>
                </a:lnTo>
                <a:lnTo>
                  <a:pt x="216452" y="15357"/>
                </a:lnTo>
                <a:lnTo>
                  <a:pt x="216320" y="15369"/>
                </a:lnTo>
                <a:lnTo>
                  <a:pt x="216189" y="15383"/>
                </a:lnTo>
                <a:lnTo>
                  <a:pt x="216059" y="15397"/>
                </a:lnTo>
                <a:lnTo>
                  <a:pt x="215931" y="15413"/>
                </a:lnTo>
                <a:lnTo>
                  <a:pt x="215804" y="15430"/>
                </a:lnTo>
                <a:lnTo>
                  <a:pt x="215677" y="15447"/>
                </a:lnTo>
                <a:lnTo>
                  <a:pt x="215552" y="15466"/>
                </a:lnTo>
                <a:lnTo>
                  <a:pt x="215429" y="15486"/>
                </a:lnTo>
                <a:lnTo>
                  <a:pt x="215306" y="15507"/>
                </a:lnTo>
                <a:lnTo>
                  <a:pt x="215185" y="15529"/>
                </a:lnTo>
                <a:lnTo>
                  <a:pt x="215065" y="15552"/>
                </a:lnTo>
                <a:lnTo>
                  <a:pt x="214946" y="15577"/>
                </a:lnTo>
                <a:lnTo>
                  <a:pt x="214829" y="15602"/>
                </a:lnTo>
                <a:lnTo>
                  <a:pt x="214712" y="15628"/>
                </a:lnTo>
                <a:lnTo>
                  <a:pt x="214598" y="15656"/>
                </a:lnTo>
                <a:lnTo>
                  <a:pt x="214484" y="15684"/>
                </a:lnTo>
                <a:lnTo>
                  <a:pt x="214373" y="15714"/>
                </a:lnTo>
                <a:lnTo>
                  <a:pt x="214263" y="15745"/>
                </a:lnTo>
                <a:lnTo>
                  <a:pt x="214154" y="15776"/>
                </a:lnTo>
                <a:lnTo>
                  <a:pt x="214047" y="15809"/>
                </a:lnTo>
                <a:lnTo>
                  <a:pt x="213941" y="15843"/>
                </a:lnTo>
                <a:lnTo>
                  <a:pt x="213837" y="15878"/>
                </a:lnTo>
                <a:lnTo>
                  <a:pt x="213734" y="15914"/>
                </a:lnTo>
                <a:lnTo>
                  <a:pt x="213633" y="15951"/>
                </a:lnTo>
                <a:lnTo>
                  <a:pt x="213533" y="15990"/>
                </a:lnTo>
                <a:lnTo>
                  <a:pt x="213435" y="16029"/>
                </a:lnTo>
                <a:lnTo>
                  <a:pt x="213339" y="16069"/>
                </a:lnTo>
                <a:lnTo>
                  <a:pt x="213244" y="16111"/>
                </a:lnTo>
                <a:lnTo>
                  <a:pt x="213150" y="16153"/>
                </a:lnTo>
                <a:lnTo>
                  <a:pt x="213058" y="16197"/>
                </a:lnTo>
                <a:lnTo>
                  <a:pt x="212967" y="16242"/>
                </a:lnTo>
                <a:lnTo>
                  <a:pt x="212878" y="16287"/>
                </a:lnTo>
                <a:lnTo>
                  <a:pt x="212791" y="16334"/>
                </a:lnTo>
                <a:lnTo>
                  <a:pt x="212705" y="16382"/>
                </a:lnTo>
                <a:lnTo>
                  <a:pt x="212620" y="16431"/>
                </a:lnTo>
                <a:lnTo>
                  <a:pt x="212537" y="16481"/>
                </a:lnTo>
                <a:lnTo>
                  <a:pt x="212456" y="16533"/>
                </a:lnTo>
                <a:lnTo>
                  <a:pt x="212376" y="16585"/>
                </a:lnTo>
                <a:lnTo>
                  <a:pt x="212297" y="16638"/>
                </a:lnTo>
                <a:lnTo>
                  <a:pt x="212220" y="16693"/>
                </a:lnTo>
                <a:lnTo>
                  <a:pt x="212145" y="16748"/>
                </a:lnTo>
                <a:lnTo>
                  <a:pt x="212071" y="16805"/>
                </a:lnTo>
                <a:lnTo>
                  <a:pt x="211999" y="16863"/>
                </a:lnTo>
                <a:lnTo>
                  <a:pt x="211928" y="16922"/>
                </a:lnTo>
                <a:lnTo>
                  <a:pt x="211859" y="16982"/>
                </a:lnTo>
                <a:lnTo>
                  <a:pt x="211792" y="17043"/>
                </a:lnTo>
                <a:lnTo>
                  <a:pt x="211726" y="17105"/>
                </a:lnTo>
                <a:lnTo>
                  <a:pt x="211662" y="17168"/>
                </a:lnTo>
                <a:lnTo>
                  <a:pt x="211599" y="17233"/>
                </a:lnTo>
                <a:lnTo>
                  <a:pt x="211538" y="17298"/>
                </a:lnTo>
                <a:lnTo>
                  <a:pt x="211478" y="17365"/>
                </a:lnTo>
                <a:lnTo>
                  <a:pt x="211420" y="17433"/>
                </a:lnTo>
                <a:lnTo>
                  <a:pt x="211364" y="17502"/>
                </a:lnTo>
                <a:lnTo>
                  <a:pt x="211309" y="17572"/>
                </a:lnTo>
                <a:lnTo>
                  <a:pt x="211255" y="17643"/>
                </a:lnTo>
                <a:lnTo>
                  <a:pt x="211204" y="17715"/>
                </a:lnTo>
                <a:lnTo>
                  <a:pt x="211153" y="17788"/>
                </a:lnTo>
                <a:lnTo>
                  <a:pt x="211105" y="17863"/>
                </a:lnTo>
                <a:lnTo>
                  <a:pt x="211058" y="17938"/>
                </a:lnTo>
                <a:lnTo>
                  <a:pt x="211012" y="18015"/>
                </a:lnTo>
                <a:lnTo>
                  <a:pt x="210968" y="18093"/>
                </a:lnTo>
                <a:lnTo>
                  <a:pt x="210926" y="18171"/>
                </a:lnTo>
                <a:lnTo>
                  <a:pt x="210885" y="18251"/>
                </a:lnTo>
                <a:lnTo>
                  <a:pt x="210847" y="18333"/>
                </a:lnTo>
                <a:lnTo>
                  <a:pt x="210810" y="18415"/>
                </a:lnTo>
                <a:lnTo>
                  <a:pt x="210775" y="18498"/>
                </a:lnTo>
                <a:lnTo>
                  <a:pt x="210741" y="18583"/>
                </a:lnTo>
                <a:lnTo>
                  <a:pt x="210710" y="18669"/>
                </a:lnTo>
                <a:lnTo>
                  <a:pt x="210680" y="18756"/>
                </a:lnTo>
                <a:lnTo>
                  <a:pt x="210652" y="18844"/>
                </a:lnTo>
                <a:lnTo>
                  <a:pt x="210626" y="18933"/>
                </a:lnTo>
                <a:lnTo>
                  <a:pt x="210602" y="19024"/>
                </a:lnTo>
                <a:lnTo>
                  <a:pt x="210580" y="19115"/>
                </a:lnTo>
                <a:lnTo>
                  <a:pt x="210559" y="19208"/>
                </a:lnTo>
                <a:lnTo>
                  <a:pt x="210540" y="19302"/>
                </a:lnTo>
                <a:lnTo>
                  <a:pt x="210523" y="19397"/>
                </a:lnTo>
                <a:lnTo>
                  <a:pt x="210508" y="19494"/>
                </a:lnTo>
                <a:lnTo>
                  <a:pt x="210494" y="19591"/>
                </a:lnTo>
                <a:lnTo>
                  <a:pt x="210482" y="19690"/>
                </a:lnTo>
                <a:lnTo>
                  <a:pt x="210473" y="19789"/>
                </a:lnTo>
                <a:lnTo>
                  <a:pt x="210464" y="19890"/>
                </a:lnTo>
                <a:lnTo>
                  <a:pt x="210458" y="19993"/>
                </a:lnTo>
                <a:lnTo>
                  <a:pt x="210454" y="20096"/>
                </a:lnTo>
                <a:lnTo>
                  <a:pt x="210451" y="20200"/>
                </a:lnTo>
                <a:lnTo>
                  <a:pt x="210450" y="20306"/>
                </a:lnTo>
                <a:lnTo>
                  <a:pt x="210451" y="20396"/>
                </a:lnTo>
                <a:lnTo>
                  <a:pt x="210453" y="20486"/>
                </a:lnTo>
                <a:lnTo>
                  <a:pt x="210456" y="20575"/>
                </a:lnTo>
                <a:lnTo>
                  <a:pt x="210460" y="20663"/>
                </a:lnTo>
                <a:lnTo>
                  <a:pt x="210466" y="20750"/>
                </a:lnTo>
                <a:lnTo>
                  <a:pt x="210474" y="20836"/>
                </a:lnTo>
                <a:lnTo>
                  <a:pt x="210482" y="20922"/>
                </a:lnTo>
                <a:lnTo>
                  <a:pt x="210492" y="21007"/>
                </a:lnTo>
                <a:lnTo>
                  <a:pt x="210503" y="21091"/>
                </a:lnTo>
                <a:lnTo>
                  <a:pt x="210515" y="21174"/>
                </a:lnTo>
                <a:lnTo>
                  <a:pt x="210529" y="21256"/>
                </a:lnTo>
                <a:lnTo>
                  <a:pt x="210544" y="21338"/>
                </a:lnTo>
                <a:lnTo>
                  <a:pt x="210560" y="21418"/>
                </a:lnTo>
                <a:lnTo>
                  <a:pt x="210578" y="21498"/>
                </a:lnTo>
                <a:lnTo>
                  <a:pt x="210597" y="21577"/>
                </a:lnTo>
                <a:lnTo>
                  <a:pt x="210617" y="21655"/>
                </a:lnTo>
                <a:lnTo>
                  <a:pt x="210639" y="21733"/>
                </a:lnTo>
                <a:lnTo>
                  <a:pt x="210662" y="21809"/>
                </a:lnTo>
                <a:lnTo>
                  <a:pt x="210686" y="21885"/>
                </a:lnTo>
                <a:lnTo>
                  <a:pt x="210711" y="21960"/>
                </a:lnTo>
                <a:lnTo>
                  <a:pt x="210738" y="22034"/>
                </a:lnTo>
                <a:lnTo>
                  <a:pt x="210766" y="22108"/>
                </a:lnTo>
                <a:lnTo>
                  <a:pt x="210795" y="22180"/>
                </a:lnTo>
                <a:lnTo>
                  <a:pt x="210826" y="22252"/>
                </a:lnTo>
                <a:lnTo>
                  <a:pt x="210858" y="22323"/>
                </a:lnTo>
                <a:lnTo>
                  <a:pt x="210891" y="22392"/>
                </a:lnTo>
                <a:lnTo>
                  <a:pt x="210925" y="22461"/>
                </a:lnTo>
                <a:lnTo>
                  <a:pt x="210960" y="22529"/>
                </a:lnTo>
                <a:lnTo>
                  <a:pt x="210996" y="22596"/>
                </a:lnTo>
                <a:lnTo>
                  <a:pt x="211033" y="22663"/>
                </a:lnTo>
                <a:lnTo>
                  <a:pt x="211071" y="22728"/>
                </a:lnTo>
                <a:lnTo>
                  <a:pt x="211110" y="22792"/>
                </a:lnTo>
                <a:lnTo>
                  <a:pt x="211150" y="22855"/>
                </a:lnTo>
                <a:lnTo>
                  <a:pt x="211192" y="22918"/>
                </a:lnTo>
                <a:lnTo>
                  <a:pt x="211234" y="22979"/>
                </a:lnTo>
                <a:lnTo>
                  <a:pt x="211277" y="23040"/>
                </a:lnTo>
                <a:lnTo>
                  <a:pt x="211322" y="23099"/>
                </a:lnTo>
                <a:lnTo>
                  <a:pt x="211367" y="23158"/>
                </a:lnTo>
                <a:lnTo>
                  <a:pt x="211414" y="23216"/>
                </a:lnTo>
                <a:lnTo>
                  <a:pt x="211461" y="23273"/>
                </a:lnTo>
                <a:lnTo>
                  <a:pt x="211510" y="23329"/>
                </a:lnTo>
                <a:lnTo>
                  <a:pt x="211559" y="23383"/>
                </a:lnTo>
                <a:lnTo>
                  <a:pt x="211610" y="23438"/>
                </a:lnTo>
                <a:lnTo>
                  <a:pt x="211662" y="23491"/>
                </a:lnTo>
                <a:lnTo>
                  <a:pt x="211714" y="23543"/>
                </a:lnTo>
                <a:lnTo>
                  <a:pt x="211768" y="23594"/>
                </a:lnTo>
                <a:lnTo>
                  <a:pt x="211823" y="23644"/>
                </a:lnTo>
                <a:lnTo>
                  <a:pt x="211879" y="23694"/>
                </a:lnTo>
                <a:lnTo>
                  <a:pt x="211936" y="23742"/>
                </a:lnTo>
                <a:lnTo>
                  <a:pt x="211994" y="23790"/>
                </a:lnTo>
                <a:lnTo>
                  <a:pt x="212053" y="23836"/>
                </a:lnTo>
                <a:lnTo>
                  <a:pt x="212112" y="23882"/>
                </a:lnTo>
                <a:lnTo>
                  <a:pt x="212173" y="23926"/>
                </a:lnTo>
                <a:lnTo>
                  <a:pt x="212235" y="23970"/>
                </a:lnTo>
                <a:lnTo>
                  <a:pt x="212298" y="24013"/>
                </a:lnTo>
                <a:lnTo>
                  <a:pt x="212362" y="24054"/>
                </a:lnTo>
                <a:lnTo>
                  <a:pt x="212427" y="24095"/>
                </a:lnTo>
                <a:lnTo>
                  <a:pt x="212492" y="24135"/>
                </a:lnTo>
                <a:lnTo>
                  <a:pt x="212559" y="24174"/>
                </a:lnTo>
                <a:lnTo>
                  <a:pt x="212627" y="24212"/>
                </a:lnTo>
                <a:lnTo>
                  <a:pt x="212696" y="24248"/>
                </a:lnTo>
                <a:lnTo>
                  <a:pt x="212765" y="24284"/>
                </a:lnTo>
                <a:lnTo>
                  <a:pt x="212836" y="24319"/>
                </a:lnTo>
                <a:lnTo>
                  <a:pt x="212908" y="24353"/>
                </a:lnTo>
                <a:lnTo>
                  <a:pt x="212980" y="24386"/>
                </a:lnTo>
                <a:lnTo>
                  <a:pt x="213054" y="24419"/>
                </a:lnTo>
                <a:lnTo>
                  <a:pt x="213129" y="24450"/>
                </a:lnTo>
                <a:lnTo>
                  <a:pt x="213204" y="24480"/>
                </a:lnTo>
                <a:lnTo>
                  <a:pt x="213281" y="24509"/>
                </a:lnTo>
                <a:lnTo>
                  <a:pt x="213359" y="24537"/>
                </a:lnTo>
                <a:lnTo>
                  <a:pt x="213437" y="24565"/>
                </a:lnTo>
                <a:lnTo>
                  <a:pt x="213517" y="24591"/>
                </a:lnTo>
                <a:lnTo>
                  <a:pt x="213597" y="24616"/>
                </a:lnTo>
                <a:lnTo>
                  <a:pt x="213678" y="24641"/>
                </a:lnTo>
                <a:lnTo>
                  <a:pt x="213760" y="24664"/>
                </a:lnTo>
                <a:lnTo>
                  <a:pt x="213843" y="24686"/>
                </a:lnTo>
                <a:lnTo>
                  <a:pt x="213927" y="24707"/>
                </a:lnTo>
                <a:lnTo>
                  <a:pt x="214011" y="24727"/>
                </a:lnTo>
                <a:lnTo>
                  <a:pt x="214096" y="24746"/>
                </a:lnTo>
                <a:lnTo>
                  <a:pt x="214182" y="24763"/>
                </a:lnTo>
                <a:lnTo>
                  <a:pt x="214269" y="24780"/>
                </a:lnTo>
                <a:lnTo>
                  <a:pt x="214357" y="24796"/>
                </a:lnTo>
                <a:lnTo>
                  <a:pt x="214445" y="24810"/>
                </a:lnTo>
                <a:lnTo>
                  <a:pt x="214534" y="24824"/>
                </a:lnTo>
                <a:lnTo>
                  <a:pt x="214624" y="24836"/>
                </a:lnTo>
                <a:lnTo>
                  <a:pt x="214715" y="24847"/>
                </a:lnTo>
                <a:lnTo>
                  <a:pt x="214806" y="24858"/>
                </a:lnTo>
                <a:lnTo>
                  <a:pt x="214898" y="24867"/>
                </a:lnTo>
                <a:lnTo>
                  <a:pt x="214991" y="24875"/>
                </a:lnTo>
                <a:lnTo>
                  <a:pt x="215085" y="24882"/>
                </a:lnTo>
                <a:lnTo>
                  <a:pt x="215180" y="24888"/>
                </a:lnTo>
                <a:lnTo>
                  <a:pt x="215275" y="24893"/>
                </a:lnTo>
                <a:lnTo>
                  <a:pt x="215371" y="24896"/>
                </a:lnTo>
                <a:lnTo>
                  <a:pt x="215468" y="24899"/>
                </a:lnTo>
                <a:lnTo>
                  <a:pt x="215566" y="24901"/>
                </a:lnTo>
                <a:lnTo>
                  <a:pt x="215664" y="24901"/>
                </a:lnTo>
                <a:lnTo>
                  <a:pt x="215777" y="24900"/>
                </a:lnTo>
                <a:lnTo>
                  <a:pt x="215889" y="24897"/>
                </a:lnTo>
                <a:lnTo>
                  <a:pt x="216000" y="24892"/>
                </a:lnTo>
                <a:lnTo>
                  <a:pt x="216112" y="24885"/>
                </a:lnTo>
                <a:lnTo>
                  <a:pt x="216222" y="24875"/>
                </a:lnTo>
                <a:lnTo>
                  <a:pt x="216332" y="24864"/>
                </a:lnTo>
                <a:lnTo>
                  <a:pt x="216442" y="24851"/>
                </a:lnTo>
                <a:lnTo>
                  <a:pt x="216551" y="24835"/>
                </a:lnTo>
                <a:lnTo>
                  <a:pt x="216660" y="24818"/>
                </a:lnTo>
                <a:lnTo>
                  <a:pt x="216768" y="24798"/>
                </a:lnTo>
                <a:lnTo>
                  <a:pt x="216875" y="24777"/>
                </a:lnTo>
                <a:lnTo>
                  <a:pt x="216982" y="24753"/>
                </a:lnTo>
                <a:lnTo>
                  <a:pt x="217089" y="24727"/>
                </a:lnTo>
                <a:lnTo>
                  <a:pt x="217195" y="24699"/>
                </a:lnTo>
                <a:lnTo>
                  <a:pt x="217301" y="24669"/>
                </a:lnTo>
                <a:lnTo>
                  <a:pt x="217406" y="24638"/>
                </a:lnTo>
                <a:lnTo>
                  <a:pt x="217511" y="24604"/>
                </a:lnTo>
                <a:lnTo>
                  <a:pt x="217615" y="24567"/>
                </a:lnTo>
                <a:lnTo>
                  <a:pt x="217719" y="24529"/>
                </a:lnTo>
                <a:lnTo>
                  <a:pt x="217822" y="24489"/>
                </a:lnTo>
                <a:lnTo>
                  <a:pt x="217924" y="24447"/>
                </a:lnTo>
                <a:lnTo>
                  <a:pt x="218027" y="24403"/>
                </a:lnTo>
                <a:lnTo>
                  <a:pt x="218128" y="24356"/>
                </a:lnTo>
                <a:lnTo>
                  <a:pt x="218230" y="24308"/>
                </a:lnTo>
                <a:lnTo>
                  <a:pt x="218330" y="24258"/>
                </a:lnTo>
                <a:lnTo>
                  <a:pt x="218430" y="24206"/>
                </a:lnTo>
                <a:lnTo>
                  <a:pt x="218529" y="24152"/>
                </a:lnTo>
                <a:lnTo>
                  <a:pt x="218627" y="24097"/>
                </a:lnTo>
                <a:lnTo>
                  <a:pt x="218725" y="24041"/>
                </a:lnTo>
                <a:lnTo>
                  <a:pt x="218821" y="23983"/>
                </a:lnTo>
                <a:lnTo>
                  <a:pt x="218917" y="23923"/>
                </a:lnTo>
                <a:lnTo>
                  <a:pt x="219012" y="23861"/>
                </a:lnTo>
                <a:lnTo>
                  <a:pt x="219107" y="23798"/>
                </a:lnTo>
                <a:lnTo>
                  <a:pt x="219200" y="23734"/>
                </a:lnTo>
                <a:lnTo>
                  <a:pt x="219293" y="23668"/>
                </a:lnTo>
                <a:lnTo>
                  <a:pt x="219385" y="23600"/>
                </a:lnTo>
                <a:lnTo>
                  <a:pt x="219476" y="23530"/>
                </a:lnTo>
                <a:lnTo>
                  <a:pt x="219566" y="23459"/>
                </a:lnTo>
                <a:lnTo>
                  <a:pt x="219656" y="23387"/>
                </a:lnTo>
                <a:lnTo>
                  <a:pt x="219745" y="23313"/>
                </a:lnTo>
                <a:lnTo>
                  <a:pt x="219833" y="23237"/>
                </a:lnTo>
                <a:lnTo>
                  <a:pt x="219920" y="23159"/>
                </a:lnTo>
                <a:lnTo>
                  <a:pt x="220007" y="23081"/>
                </a:lnTo>
                <a:lnTo>
                  <a:pt x="220092" y="23000"/>
                </a:lnTo>
                <a:lnTo>
                  <a:pt x="220177" y="22918"/>
                </a:lnTo>
                <a:lnTo>
                  <a:pt x="220261" y="22834"/>
                </a:lnTo>
                <a:lnTo>
                  <a:pt x="220345" y="22749"/>
                </a:lnTo>
                <a:lnTo>
                  <a:pt x="220427" y="22662"/>
                </a:lnTo>
                <a:lnTo>
                  <a:pt x="220427" y="24166"/>
                </a:lnTo>
                <a:lnTo>
                  <a:pt x="220427" y="24182"/>
                </a:lnTo>
                <a:lnTo>
                  <a:pt x="220428" y="24199"/>
                </a:lnTo>
                <a:lnTo>
                  <a:pt x="220429" y="24214"/>
                </a:lnTo>
                <a:lnTo>
                  <a:pt x="220430" y="24230"/>
                </a:lnTo>
                <a:lnTo>
                  <a:pt x="220432" y="24245"/>
                </a:lnTo>
                <a:lnTo>
                  <a:pt x="220435" y="24260"/>
                </a:lnTo>
                <a:lnTo>
                  <a:pt x="220437" y="24274"/>
                </a:lnTo>
                <a:lnTo>
                  <a:pt x="220440" y="24288"/>
                </a:lnTo>
                <a:lnTo>
                  <a:pt x="220444" y="24302"/>
                </a:lnTo>
                <a:lnTo>
                  <a:pt x="220448" y="24316"/>
                </a:lnTo>
                <a:lnTo>
                  <a:pt x="220452" y="24329"/>
                </a:lnTo>
                <a:lnTo>
                  <a:pt x="220456" y="24341"/>
                </a:lnTo>
                <a:lnTo>
                  <a:pt x="220462" y="24354"/>
                </a:lnTo>
                <a:lnTo>
                  <a:pt x="220467" y="24366"/>
                </a:lnTo>
                <a:lnTo>
                  <a:pt x="220473" y="24377"/>
                </a:lnTo>
                <a:lnTo>
                  <a:pt x="220479" y="24389"/>
                </a:lnTo>
                <a:lnTo>
                  <a:pt x="220486" y="24400"/>
                </a:lnTo>
                <a:lnTo>
                  <a:pt x="220493" y="24410"/>
                </a:lnTo>
                <a:lnTo>
                  <a:pt x="220501" y="24421"/>
                </a:lnTo>
                <a:lnTo>
                  <a:pt x="220508" y="24430"/>
                </a:lnTo>
                <a:lnTo>
                  <a:pt x="220517" y="24440"/>
                </a:lnTo>
                <a:lnTo>
                  <a:pt x="220526" y="24449"/>
                </a:lnTo>
                <a:lnTo>
                  <a:pt x="220535" y="24458"/>
                </a:lnTo>
                <a:lnTo>
                  <a:pt x="220544" y="24467"/>
                </a:lnTo>
                <a:lnTo>
                  <a:pt x="220554" y="24475"/>
                </a:lnTo>
                <a:lnTo>
                  <a:pt x="220565" y="24483"/>
                </a:lnTo>
                <a:lnTo>
                  <a:pt x="220576" y="24491"/>
                </a:lnTo>
                <a:lnTo>
                  <a:pt x="220587" y="24499"/>
                </a:lnTo>
                <a:lnTo>
                  <a:pt x="220599" y="24506"/>
                </a:lnTo>
                <a:lnTo>
                  <a:pt x="220612" y="24514"/>
                </a:lnTo>
                <a:lnTo>
                  <a:pt x="220625" y="24521"/>
                </a:lnTo>
                <a:lnTo>
                  <a:pt x="220638" y="24528"/>
                </a:lnTo>
                <a:lnTo>
                  <a:pt x="220652" y="24535"/>
                </a:lnTo>
                <a:lnTo>
                  <a:pt x="220666" y="24542"/>
                </a:lnTo>
                <a:lnTo>
                  <a:pt x="220681" y="24548"/>
                </a:lnTo>
                <a:lnTo>
                  <a:pt x="220697" y="24554"/>
                </a:lnTo>
                <a:lnTo>
                  <a:pt x="220713" y="24561"/>
                </a:lnTo>
                <a:lnTo>
                  <a:pt x="220729" y="24567"/>
                </a:lnTo>
                <a:lnTo>
                  <a:pt x="220746" y="24572"/>
                </a:lnTo>
                <a:lnTo>
                  <a:pt x="220763" y="24578"/>
                </a:lnTo>
                <a:lnTo>
                  <a:pt x="220781" y="24584"/>
                </a:lnTo>
                <a:lnTo>
                  <a:pt x="220800" y="24589"/>
                </a:lnTo>
                <a:lnTo>
                  <a:pt x="220818" y="24594"/>
                </a:lnTo>
                <a:lnTo>
                  <a:pt x="220838" y="24599"/>
                </a:lnTo>
                <a:lnTo>
                  <a:pt x="220858" y="24604"/>
                </a:lnTo>
                <a:lnTo>
                  <a:pt x="220878" y="24608"/>
                </a:lnTo>
                <a:lnTo>
                  <a:pt x="220899" y="24613"/>
                </a:lnTo>
                <a:lnTo>
                  <a:pt x="220920" y="24617"/>
                </a:lnTo>
                <a:lnTo>
                  <a:pt x="220942" y="24621"/>
                </a:lnTo>
                <a:lnTo>
                  <a:pt x="220965" y="24625"/>
                </a:lnTo>
                <a:lnTo>
                  <a:pt x="220988" y="24629"/>
                </a:lnTo>
                <a:lnTo>
                  <a:pt x="221011" y="24632"/>
                </a:lnTo>
                <a:lnTo>
                  <a:pt x="221036" y="24636"/>
                </a:lnTo>
                <a:lnTo>
                  <a:pt x="221061" y="24639"/>
                </a:lnTo>
                <a:lnTo>
                  <a:pt x="221086" y="24642"/>
                </a:lnTo>
                <a:lnTo>
                  <a:pt x="221112" y="24645"/>
                </a:lnTo>
                <a:lnTo>
                  <a:pt x="221139" y="24648"/>
                </a:lnTo>
                <a:lnTo>
                  <a:pt x="221167" y="24650"/>
                </a:lnTo>
                <a:lnTo>
                  <a:pt x="221195" y="24653"/>
                </a:lnTo>
                <a:lnTo>
                  <a:pt x="221223" y="24655"/>
                </a:lnTo>
                <a:lnTo>
                  <a:pt x="221252" y="24657"/>
                </a:lnTo>
                <a:lnTo>
                  <a:pt x="221282" y="24659"/>
                </a:lnTo>
                <a:lnTo>
                  <a:pt x="221313" y="24660"/>
                </a:lnTo>
                <a:lnTo>
                  <a:pt x="221344" y="24662"/>
                </a:lnTo>
                <a:lnTo>
                  <a:pt x="221375" y="24663"/>
                </a:lnTo>
                <a:lnTo>
                  <a:pt x="221408" y="24664"/>
                </a:lnTo>
                <a:lnTo>
                  <a:pt x="221440" y="24665"/>
                </a:lnTo>
                <a:lnTo>
                  <a:pt x="221474" y="24666"/>
                </a:lnTo>
                <a:lnTo>
                  <a:pt x="221508" y="24666"/>
                </a:lnTo>
                <a:lnTo>
                  <a:pt x="221543" y="24667"/>
                </a:lnTo>
                <a:lnTo>
                  <a:pt x="221578" y="24667"/>
                </a:lnTo>
                <a:lnTo>
                  <a:pt x="221614" y="24667"/>
                </a:lnTo>
                <a:lnTo>
                  <a:pt x="221651" y="24667"/>
                </a:lnTo>
                <a:lnTo>
                  <a:pt x="221687" y="24667"/>
                </a:lnTo>
                <a:lnTo>
                  <a:pt x="221723" y="24666"/>
                </a:lnTo>
                <a:lnTo>
                  <a:pt x="221758" y="24666"/>
                </a:lnTo>
                <a:lnTo>
                  <a:pt x="221792" y="24665"/>
                </a:lnTo>
                <a:lnTo>
                  <a:pt x="221826" y="24664"/>
                </a:lnTo>
                <a:lnTo>
                  <a:pt x="221859" y="24663"/>
                </a:lnTo>
                <a:lnTo>
                  <a:pt x="221890" y="24662"/>
                </a:lnTo>
                <a:lnTo>
                  <a:pt x="221922" y="24660"/>
                </a:lnTo>
                <a:lnTo>
                  <a:pt x="221952" y="24659"/>
                </a:lnTo>
                <a:lnTo>
                  <a:pt x="221982" y="24657"/>
                </a:lnTo>
                <a:lnTo>
                  <a:pt x="222011" y="24655"/>
                </a:lnTo>
                <a:lnTo>
                  <a:pt x="222039" y="24653"/>
                </a:lnTo>
                <a:lnTo>
                  <a:pt x="222066" y="24650"/>
                </a:lnTo>
                <a:lnTo>
                  <a:pt x="222093" y="24648"/>
                </a:lnTo>
                <a:lnTo>
                  <a:pt x="222119" y="24645"/>
                </a:lnTo>
                <a:lnTo>
                  <a:pt x="222144" y="24642"/>
                </a:lnTo>
                <a:lnTo>
                  <a:pt x="222168" y="24639"/>
                </a:lnTo>
                <a:lnTo>
                  <a:pt x="222192" y="24636"/>
                </a:lnTo>
                <a:lnTo>
                  <a:pt x="222215" y="24632"/>
                </a:lnTo>
                <a:lnTo>
                  <a:pt x="222237" y="24629"/>
                </a:lnTo>
                <a:lnTo>
                  <a:pt x="222258" y="24625"/>
                </a:lnTo>
                <a:lnTo>
                  <a:pt x="222279" y="24621"/>
                </a:lnTo>
                <a:lnTo>
                  <a:pt x="222299" y="24617"/>
                </a:lnTo>
                <a:lnTo>
                  <a:pt x="222318" y="24613"/>
                </a:lnTo>
                <a:lnTo>
                  <a:pt x="222337" y="24608"/>
                </a:lnTo>
                <a:lnTo>
                  <a:pt x="222356" y="24604"/>
                </a:lnTo>
                <a:lnTo>
                  <a:pt x="222374" y="24599"/>
                </a:lnTo>
                <a:lnTo>
                  <a:pt x="222392" y="24594"/>
                </a:lnTo>
                <a:lnTo>
                  <a:pt x="222410" y="24589"/>
                </a:lnTo>
                <a:lnTo>
                  <a:pt x="222427" y="24584"/>
                </a:lnTo>
                <a:lnTo>
                  <a:pt x="222444" y="24578"/>
                </a:lnTo>
                <a:lnTo>
                  <a:pt x="222460" y="24572"/>
                </a:lnTo>
                <a:lnTo>
                  <a:pt x="222477" y="24567"/>
                </a:lnTo>
                <a:lnTo>
                  <a:pt x="222492" y="24561"/>
                </a:lnTo>
                <a:lnTo>
                  <a:pt x="222508" y="24554"/>
                </a:lnTo>
                <a:lnTo>
                  <a:pt x="222523" y="24548"/>
                </a:lnTo>
                <a:lnTo>
                  <a:pt x="222538" y="24542"/>
                </a:lnTo>
                <a:lnTo>
                  <a:pt x="222552" y="24535"/>
                </a:lnTo>
                <a:lnTo>
                  <a:pt x="222566" y="24528"/>
                </a:lnTo>
                <a:lnTo>
                  <a:pt x="222580" y="24521"/>
                </a:lnTo>
                <a:lnTo>
                  <a:pt x="222594" y="24514"/>
                </a:lnTo>
                <a:lnTo>
                  <a:pt x="222607" y="24506"/>
                </a:lnTo>
                <a:lnTo>
                  <a:pt x="222619" y="24499"/>
                </a:lnTo>
                <a:lnTo>
                  <a:pt x="222632" y="24491"/>
                </a:lnTo>
                <a:lnTo>
                  <a:pt x="222644" y="24483"/>
                </a:lnTo>
                <a:lnTo>
                  <a:pt x="222655" y="24475"/>
                </a:lnTo>
                <a:lnTo>
                  <a:pt x="222667" y="24467"/>
                </a:lnTo>
                <a:lnTo>
                  <a:pt x="222678" y="24458"/>
                </a:lnTo>
                <a:lnTo>
                  <a:pt x="222688" y="24449"/>
                </a:lnTo>
                <a:lnTo>
                  <a:pt x="222698" y="24440"/>
                </a:lnTo>
                <a:lnTo>
                  <a:pt x="222708" y="24430"/>
                </a:lnTo>
                <a:lnTo>
                  <a:pt x="222717" y="24421"/>
                </a:lnTo>
                <a:lnTo>
                  <a:pt x="222725" y="24410"/>
                </a:lnTo>
                <a:lnTo>
                  <a:pt x="222733" y="24400"/>
                </a:lnTo>
                <a:lnTo>
                  <a:pt x="222741" y="24389"/>
                </a:lnTo>
                <a:lnTo>
                  <a:pt x="222748" y="24377"/>
                </a:lnTo>
                <a:lnTo>
                  <a:pt x="222755" y="24366"/>
                </a:lnTo>
                <a:lnTo>
                  <a:pt x="222761" y="24354"/>
                </a:lnTo>
                <a:lnTo>
                  <a:pt x="222767" y="24341"/>
                </a:lnTo>
                <a:lnTo>
                  <a:pt x="222772" y="24329"/>
                </a:lnTo>
                <a:lnTo>
                  <a:pt x="222777" y="24316"/>
                </a:lnTo>
                <a:lnTo>
                  <a:pt x="222782" y="24302"/>
                </a:lnTo>
                <a:lnTo>
                  <a:pt x="222786" y="24288"/>
                </a:lnTo>
                <a:lnTo>
                  <a:pt x="222789" y="24274"/>
                </a:lnTo>
                <a:lnTo>
                  <a:pt x="222792" y="24260"/>
                </a:lnTo>
                <a:lnTo>
                  <a:pt x="222795" y="24245"/>
                </a:lnTo>
                <a:lnTo>
                  <a:pt x="222797" y="24230"/>
                </a:lnTo>
                <a:lnTo>
                  <a:pt x="222798" y="24214"/>
                </a:lnTo>
                <a:lnTo>
                  <a:pt x="222799" y="24199"/>
                </a:lnTo>
                <a:lnTo>
                  <a:pt x="222800" y="24182"/>
                </a:lnTo>
                <a:lnTo>
                  <a:pt x="222800" y="24166"/>
                </a:lnTo>
                <a:lnTo>
                  <a:pt x="222800" y="14022"/>
                </a:lnTo>
                <a:lnTo>
                  <a:pt x="222800" y="13905"/>
                </a:lnTo>
                <a:lnTo>
                  <a:pt x="222798" y="13790"/>
                </a:lnTo>
                <a:lnTo>
                  <a:pt x="222795" y="13676"/>
                </a:lnTo>
                <a:lnTo>
                  <a:pt x="222792" y="13563"/>
                </a:lnTo>
                <a:lnTo>
                  <a:pt x="222787" y="13452"/>
                </a:lnTo>
                <a:close/>
                <a:moveTo>
                  <a:pt x="219639" y="20943"/>
                </a:moveTo>
                <a:lnTo>
                  <a:pt x="219556" y="21027"/>
                </a:lnTo>
                <a:lnTo>
                  <a:pt x="219473" y="21109"/>
                </a:lnTo>
                <a:lnTo>
                  <a:pt x="219390" y="21189"/>
                </a:lnTo>
                <a:lnTo>
                  <a:pt x="219308" y="21267"/>
                </a:lnTo>
                <a:lnTo>
                  <a:pt x="219226" y="21343"/>
                </a:lnTo>
                <a:lnTo>
                  <a:pt x="219144" y="21417"/>
                </a:lnTo>
                <a:lnTo>
                  <a:pt x="219063" y="21489"/>
                </a:lnTo>
                <a:lnTo>
                  <a:pt x="218982" y="21558"/>
                </a:lnTo>
                <a:lnTo>
                  <a:pt x="218901" y="21626"/>
                </a:lnTo>
                <a:lnTo>
                  <a:pt x="218821" y="21692"/>
                </a:lnTo>
                <a:lnTo>
                  <a:pt x="218741" y="21755"/>
                </a:lnTo>
                <a:lnTo>
                  <a:pt x="218661" y="21817"/>
                </a:lnTo>
                <a:lnTo>
                  <a:pt x="218582" y="21876"/>
                </a:lnTo>
                <a:lnTo>
                  <a:pt x="218503" y="21934"/>
                </a:lnTo>
                <a:lnTo>
                  <a:pt x="218424" y="21989"/>
                </a:lnTo>
                <a:lnTo>
                  <a:pt x="218346" y="22043"/>
                </a:lnTo>
                <a:lnTo>
                  <a:pt x="218268" y="22094"/>
                </a:lnTo>
                <a:lnTo>
                  <a:pt x="218190" y="22143"/>
                </a:lnTo>
                <a:lnTo>
                  <a:pt x="218113" y="22191"/>
                </a:lnTo>
                <a:lnTo>
                  <a:pt x="218035" y="22236"/>
                </a:lnTo>
                <a:lnTo>
                  <a:pt x="217957" y="22279"/>
                </a:lnTo>
                <a:lnTo>
                  <a:pt x="217878" y="22321"/>
                </a:lnTo>
                <a:lnTo>
                  <a:pt x="217799" y="22360"/>
                </a:lnTo>
                <a:lnTo>
                  <a:pt x="217719" y="22398"/>
                </a:lnTo>
                <a:lnTo>
                  <a:pt x="217639" y="22433"/>
                </a:lnTo>
                <a:lnTo>
                  <a:pt x="217558" y="22467"/>
                </a:lnTo>
                <a:lnTo>
                  <a:pt x="217477" y="22499"/>
                </a:lnTo>
                <a:lnTo>
                  <a:pt x="217395" y="22529"/>
                </a:lnTo>
                <a:lnTo>
                  <a:pt x="217312" y="22557"/>
                </a:lnTo>
                <a:lnTo>
                  <a:pt x="217229" y="22583"/>
                </a:lnTo>
                <a:lnTo>
                  <a:pt x="217145" y="22607"/>
                </a:lnTo>
                <a:lnTo>
                  <a:pt x="217061" y="22629"/>
                </a:lnTo>
                <a:lnTo>
                  <a:pt x="216976" y="22649"/>
                </a:lnTo>
                <a:lnTo>
                  <a:pt x="216891" y="22667"/>
                </a:lnTo>
                <a:lnTo>
                  <a:pt x="216805" y="22684"/>
                </a:lnTo>
                <a:lnTo>
                  <a:pt x="216719" y="22698"/>
                </a:lnTo>
                <a:lnTo>
                  <a:pt x="216632" y="22711"/>
                </a:lnTo>
                <a:lnTo>
                  <a:pt x="216545" y="22721"/>
                </a:lnTo>
                <a:lnTo>
                  <a:pt x="216456" y="22730"/>
                </a:lnTo>
                <a:lnTo>
                  <a:pt x="216368" y="22737"/>
                </a:lnTo>
                <a:lnTo>
                  <a:pt x="216279" y="22741"/>
                </a:lnTo>
                <a:lnTo>
                  <a:pt x="216189" y="22744"/>
                </a:lnTo>
                <a:lnTo>
                  <a:pt x="216099" y="22745"/>
                </a:lnTo>
                <a:lnTo>
                  <a:pt x="215988" y="22744"/>
                </a:lnTo>
                <a:lnTo>
                  <a:pt x="215880" y="22740"/>
                </a:lnTo>
                <a:lnTo>
                  <a:pt x="215774" y="22734"/>
                </a:lnTo>
                <a:lnTo>
                  <a:pt x="215670" y="22726"/>
                </a:lnTo>
                <a:lnTo>
                  <a:pt x="215567" y="22715"/>
                </a:lnTo>
                <a:lnTo>
                  <a:pt x="215467" y="22702"/>
                </a:lnTo>
                <a:lnTo>
                  <a:pt x="215369" y="22686"/>
                </a:lnTo>
                <a:lnTo>
                  <a:pt x="215273" y="22668"/>
                </a:lnTo>
                <a:lnTo>
                  <a:pt x="215179" y="22647"/>
                </a:lnTo>
                <a:lnTo>
                  <a:pt x="215088" y="22624"/>
                </a:lnTo>
                <a:lnTo>
                  <a:pt x="214998" y="22599"/>
                </a:lnTo>
                <a:lnTo>
                  <a:pt x="214910" y="22571"/>
                </a:lnTo>
                <a:lnTo>
                  <a:pt x="214824" y="22541"/>
                </a:lnTo>
                <a:lnTo>
                  <a:pt x="214741" y="22508"/>
                </a:lnTo>
                <a:lnTo>
                  <a:pt x="214659" y="22473"/>
                </a:lnTo>
                <a:lnTo>
                  <a:pt x="214580" y="22435"/>
                </a:lnTo>
                <a:lnTo>
                  <a:pt x="214502" y="22395"/>
                </a:lnTo>
                <a:lnTo>
                  <a:pt x="214427" y="22353"/>
                </a:lnTo>
                <a:lnTo>
                  <a:pt x="214354" y="22308"/>
                </a:lnTo>
                <a:lnTo>
                  <a:pt x="214282" y="22261"/>
                </a:lnTo>
                <a:lnTo>
                  <a:pt x="214213" y="22211"/>
                </a:lnTo>
                <a:lnTo>
                  <a:pt x="214146" y="22159"/>
                </a:lnTo>
                <a:lnTo>
                  <a:pt x="214081" y="22105"/>
                </a:lnTo>
                <a:lnTo>
                  <a:pt x="214018" y="22048"/>
                </a:lnTo>
                <a:lnTo>
                  <a:pt x="213957" y="21989"/>
                </a:lnTo>
                <a:lnTo>
                  <a:pt x="213899" y="21928"/>
                </a:lnTo>
                <a:lnTo>
                  <a:pt x="213844" y="21866"/>
                </a:lnTo>
                <a:lnTo>
                  <a:pt x="213791" y="21802"/>
                </a:lnTo>
                <a:lnTo>
                  <a:pt x="213741" y="21736"/>
                </a:lnTo>
                <a:lnTo>
                  <a:pt x="213693" y="21669"/>
                </a:lnTo>
                <a:lnTo>
                  <a:pt x="213648" y="21600"/>
                </a:lnTo>
                <a:lnTo>
                  <a:pt x="213605" y="21529"/>
                </a:lnTo>
                <a:lnTo>
                  <a:pt x="213565" y="21457"/>
                </a:lnTo>
                <a:lnTo>
                  <a:pt x="213527" y="21383"/>
                </a:lnTo>
                <a:lnTo>
                  <a:pt x="213493" y="21307"/>
                </a:lnTo>
                <a:lnTo>
                  <a:pt x="213460" y="21230"/>
                </a:lnTo>
                <a:lnTo>
                  <a:pt x="213431" y="21151"/>
                </a:lnTo>
                <a:lnTo>
                  <a:pt x="213404" y="21070"/>
                </a:lnTo>
                <a:lnTo>
                  <a:pt x="213379" y="20988"/>
                </a:lnTo>
                <a:lnTo>
                  <a:pt x="213357" y="20904"/>
                </a:lnTo>
                <a:lnTo>
                  <a:pt x="213338" y="20819"/>
                </a:lnTo>
                <a:lnTo>
                  <a:pt x="213321" y="20731"/>
                </a:lnTo>
                <a:lnTo>
                  <a:pt x="213307" y="20642"/>
                </a:lnTo>
                <a:lnTo>
                  <a:pt x="213295" y="20552"/>
                </a:lnTo>
                <a:lnTo>
                  <a:pt x="213286" y="20459"/>
                </a:lnTo>
                <a:lnTo>
                  <a:pt x="213280" y="20366"/>
                </a:lnTo>
                <a:lnTo>
                  <a:pt x="213276" y="20270"/>
                </a:lnTo>
                <a:lnTo>
                  <a:pt x="213274" y="20173"/>
                </a:lnTo>
                <a:lnTo>
                  <a:pt x="213275" y="20116"/>
                </a:lnTo>
                <a:lnTo>
                  <a:pt x="213276" y="20059"/>
                </a:lnTo>
                <a:lnTo>
                  <a:pt x="213278" y="20003"/>
                </a:lnTo>
                <a:lnTo>
                  <a:pt x="213282" y="19947"/>
                </a:lnTo>
                <a:lnTo>
                  <a:pt x="213286" y="19892"/>
                </a:lnTo>
                <a:lnTo>
                  <a:pt x="213291" y="19838"/>
                </a:lnTo>
                <a:lnTo>
                  <a:pt x="213296" y="19784"/>
                </a:lnTo>
                <a:lnTo>
                  <a:pt x="213303" y="19731"/>
                </a:lnTo>
                <a:lnTo>
                  <a:pt x="213311" y="19678"/>
                </a:lnTo>
                <a:lnTo>
                  <a:pt x="213319" y="19626"/>
                </a:lnTo>
                <a:lnTo>
                  <a:pt x="213329" y="19574"/>
                </a:lnTo>
                <a:lnTo>
                  <a:pt x="213339" y="19523"/>
                </a:lnTo>
                <a:lnTo>
                  <a:pt x="213350" y="19473"/>
                </a:lnTo>
                <a:lnTo>
                  <a:pt x="213363" y="19423"/>
                </a:lnTo>
                <a:lnTo>
                  <a:pt x="213376" y="19373"/>
                </a:lnTo>
                <a:lnTo>
                  <a:pt x="213390" y="19325"/>
                </a:lnTo>
                <a:lnTo>
                  <a:pt x="213404" y="19276"/>
                </a:lnTo>
                <a:lnTo>
                  <a:pt x="213420" y="19229"/>
                </a:lnTo>
                <a:lnTo>
                  <a:pt x="213437" y="19181"/>
                </a:lnTo>
                <a:lnTo>
                  <a:pt x="213454" y="19135"/>
                </a:lnTo>
                <a:lnTo>
                  <a:pt x="213473" y="19089"/>
                </a:lnTo>
                <a:lnTo>
                  <a:pt x="213492" y="19043"/>
                </a:lnTo>
                <a:lnTo>
                  <a:pt x="213512" y="18998"/>
                </a:lnTo>
                <a:lnTo>
                  <a:pt x="213533" y="18954"/>
                </a:lnTo>
                <a:lnTo>
                  <a:pt x="213556" y="18910"/>
                </a:lnTo>
                <a:lnTo>
                  <a:pt x="213579" y="18866"/>
                </a:lnTo>
                <a:lnTo>
                  <a:pt x="213603" y="18824"/>
                </a:lnTo>
                <a:lnTo>
                  <a:pt x="213628" y="18781"/>
                </a:lnTo>
                <a:lnTo>
                  <a:pt x="213654" y="18739"/>
                </a:lnTo>
                <a:lnTo>
                  <a:pt x="213681" y="18698"/>
                </a:lnTo>
                <a:lnTo>
                  <a:pt x="213709" y="18657"/>
                </a:lnTo>
                <a:lnTo>
                  <a:pt x="213739" y="18617"/>
                </a:lnTo>
                <a:lnTo>
                  <a:pt x="213769" y="18578"/>
                </a:lnTo>
                <a:lnTo>
                  <a:pt x="213800" y="18538"/>
                </a:lnTo>
                <a:lnTo>
                  <a:pt x="213832" y="18500"/>
                </a:lnTo>
                <a:lnTo>
                  <a:pt x="213866" y="18462"/>
                </a:lnTo>
                <a:lnTo>
                  <a:pt x="213900" y="18424"/>
                </a:lnTo>
                <a:lnTo>
                  <a:pt x="213935" y="18387"/>
                </a:lnTo>
                <a:lnTo>
                  <a:pt x="213971" y="18350"/>
                </a:lnTo>
                <a:lnTo>
                  <a:pt x="214009" y="18314"/>
                </a:lnTo>
                <a:lnTo>
                  <a:pt x="214047" y="18279"/>
                </a:lnTo>
                <a:lnTo>
                  <a:pt x="214087" y="18244"/>
                </a:lnTo>
                <a:lnTo>
                  <a:pt x="214127" y="18210"/>
                </a:lnTo>
                <a:lnTo>
                  <a:pt x="214168" y="18176"/>
                </a:lnTo>
                <a:lnTo>
                  <a:pt x="214211" y="18142"/>
                </a:lnTo>
                <a:lnTo>
                  <a:pt x="214254" y="18110"/>
                </a:lnTo>
                <a:lnTo>
                  <a:pt x="214299" y="18077"/>
                </a:lnTo>
                <a:lnTo>
                  <a:pt x="214344" y="18046"/>
                </a:lnTo>
                <a:lnTo>
                  <a:pt x="214390" y="18014"/>
                </a:lnTo>
                <a:lnTo>
                  <a:pt x="214438" y="17984"/>
                </a:lnTo>
                <a:lnTo>
                  <a:pt x="214486" y="17954"/>
                </a:lnTo>
                <a:lnTo>
                  <a:pt x="214536" y="17925"/>
                </a:lnTo>
                <a:lnTo>
                  <a:pt x="214586" y="17896"/>
                </a:lnTo>
                <a:lnTo>
                  <a:pt x="214637" y="17868"/>
                </a:lnTo>
                <a:lnTo>
                  <a:pt x="214690" y="17841"/>
                </a:lnTo>
                <a:lnTo>
                  <a:pt x="214743" y="17814"/>
                </a:lnTo>
                <a:lnTo>
                  <a:pt x="214798" y="17788"/>
                </a:lnTo>
                <a:lnTo>
                  <a:pt x="214853" y="17763"/>
                </a:lnTo>
                <a:lnTo>
                  <a:pt x="214909" y="17738"/>
                </a:lnTo>
                <a:lnTo>
                  <a:pt x="214967" y="17714"/>
                </a:lnTo>
                <a:lnTo>
                  <a:pt x="215025" y="17690"/>
                </a:lnTo>
                <a:lnTo>
                  <a:pt x="215084" y="17667"/>
                </a:lnTo>
                <a:lnTo>
                  <a:pt x="215144" y="17645"/>
                </a:lnTo>
                <a:lnTo>
                  <a:pt x="215206" y="17624"/>
                </a:lnTo>
                <a:lnTo>
                  <a:pt x="215268" y="17603"/>
                </a:lnTo>
                <a:lnTo>
                  <a:pt x="215331" y="17582"/>
                </a:lnTo>
                <a:lnTo>
                  <a:pt x="215395" y="17563"/>
                </a:lnTo>
                <a:lnTo>
                  <a:pt x="215460" y="17544"/>
                </a:lnTo>
                <a:lnTo>
                  <a:pt x="215527" y="17525"/>
                </a:lnTo>
                <a:lnTo>
                  <a:pt x="215594" y="17508"/>
                </a:lnTo>
                <a:lnTo>
                  <a:pt x="215662" y="17491"/>
                </a:lnTo>
                <a:lnTo>
                  <a:pt x="215731" y="17474"/>
                </a:lnTo>
                <a:lnTo>
                  <a:pt x="215801" y="17458"/>
                </a:lnTo>
                <a:lnTo>
                  <a:pt x="215872" y="17443"/>
                </a:lnTo>
                <a:lnTo>
                  <a:pt x="215945" y="17429"/>
                </a:lnTo>
                <a:lnTo>
                  <a:pt x="216018" y="17415"/>
                </a:lnTo>
                <a:lnTo>
                  <a:pt x="216092" y="17402"/>
                </a:lnTo>
                <a:lnTo>
                  <a:pt x="216168" y="17389"/>
                </a:lnTo>
                <a:lnTo>
                  <a:pt x="216244" y="17378"/>
                </a:lnTo>
                <a:lnTo>
                  <a:pt x="216322" y="17367"/>
                </a:lnTo>
                <a:lnTo>
                  <a:pt x="216400" y="17356"/>
                </a:lnTo>
                <a:lnTo>
                  <a:pt x="216480" y="17346"/>
                </a:lnTo>
                <a:lnTo>
                  <a:pt x="216560" y="17337"/>
                </a:lnTo>
                <a:lnTo>
                  <a:pt x="216642" y="17329"/>
                </a:lnTo>
                <a:lnTo>
                  <a:pt x="216725" y="17321"/>
                </a:lnTo>
                <a:lnTo>
                  <a:pt x="216808" y="17314"/>
                </a:lnTo>
                <a:lnTo>
                  <a:pt x="216893" y="17308"/>
                </a:lnTo>
                <a:lnTo>
                  <a:pt x="216979" y="17302"/>
                </a:lnTo>
                <a:lnTo>
                  <a:pt x="217066" y="17297"/>
                </a:lnTo>
                <a:lnTo>
                  <a:pt x="217154" y="17293"/>
                </a:lnTo>
                <a:lnTo>
                  <a:pt x="217243" y="17289"/>
                </a:lnTo>
                <a:lnTo>
                  <a:pt x="217333" y="17286"/>
                </a:lnTo>
                <a:lnTo>
                  <a:pt x="217424" y="17283"/>
                </a:lnTo>
                <a:lnTo>
                  <a:pt x="217516" y="17282"/>
                </a:lnTo>
                <a:lnTo>
                  <a:pt x="217609" y="17281"/>
                </a:lnTo>
                <a:lnTo>
                  <a:pt x="217703" y="17280"/>
                </a:lnTo>
                <a:lnTo>
                  <a:pt x="220060" y="17280"/>
                </a:lnTo>
                <a:lnTo>
                  <a:pt x="220060" y="20492"/>
                </a:lnTo>
                <a:lnTo>
                  <a:pt x="219975" y="20587"/>
                </a:lnTo>
                <a:lnTo>
                  <a:pt x="219890" y="20679"/>
                </a:lnTo>
                <a:lnTo>
                  <a:pt x="219806" y="20769"/>
                </a:lnTo>
                <a:lnTo>
                  <a:pt x="219722" y="20857"/>
                </a:lnTo>
                <a:lnTo>
                  <a:pt x="219639" y="20943"/>
                </a:lnTo>
                <a:close/>
                <a:moveTo>
                  <a:pt x="136355" y="9054"/>
                </a:moveTo>
                <a:lnTo>
                  <a:pt x="136353" y="9044"/>
                </a:lnTo>
                <a:lnTo>
                  <a:pt x="136352" y="9034"/>
                </a:lnTo>
                <a:lnTo>
                  <a:pt x="136350" y="9024"/>
                </a:lnTo>
                <a:lnTo>
                  <a:pt x="136348" y="9014"/>
                </a:lnTo>
                <a:lnTo>
                  <a:pt x="136345" y="9004"/>
                </a:lnTo>
                <a:lnTo>
                  <a:pt x="136342" y="8994"/>
                </a:lnTo>
                <a:lnTo>
                  <a:pt x="136339" y="8985"/>
                </a:lnTo>
                <a:lnTo>
                  <a:pt x="136336" y="8976"/>
                </a:lnTo>
                <a:lnTo>
                  <a:pt x="136333" y="8966"/>
                </a:lnTo>
                <a:lnTo>
                  <a:pt x="136329" y="8957"/>
                </a:lnTo>
                <a:lnTo>
                  <a:pt x="136325" y="8948"/>
                </a:lnTo>
                <a:lnTo>
                  <a:pt x="136320" y="8940"/>
                </a:lnTo>
                <a:lnTo>
                  <a:pt x="136316" y="8931"/>
                </a:lnTo>
                <a:lnTo>
                  <a:pt x="136311" y="8923"/>
                </a:lnTo>
                <a:lnTo>
                  <a:pt x="136306" y="8914"/>
                </a:lnTo>
                <a:lnTo>
                  <a:pt x="136301" y="8906"/>
                </a:lnTo>
                <a:lnTo>
                  <a:pt x="136295" y="8898"/>
                </a:lnTo>
                <a:lnTo>
                  <a:pt x="136289" y="8890"/>
                </a:lnTo>
                <a:lnTo>
                  <a:pt x="136283" y="8883"/>
                </a:lnTo>
                <a:lnTo>
                  <a:pt x="136277" y="8875"/>
                </a:lnTo>
                <a:lnTo>
                  <a:pt x="136270" y="8867"/>
                </a:lnTo>
                <a:lnTo>
                  <a:pt x="136263" y="8860"/>
                </a:lnTo>
                <a:lnTo>
                  <a:pt x="136256" y="8852"/>
                </a:lnTo>
                <a:lnTo>
                  <a:pt x="136248" y="8845"/>
                </a:lnTo>
                <a:lnTo>
                  <a:pt x="136241" y="8838"/>
                </a:lnTo>
                <a:lnTo>
                  <a:pt x="136233" y="8830"/>
                </a:lnTo>
                <a:lnTo>
                  <a:pt x="136224" y="8823"/>
                </a:lnTo>
                <a:lnTo>
                  <a:pt x="136216" y="8816"/>
                </a:lnTo>
                <a:lnTo>
                  <a:pt x="136207" y="8809"/>
                </a:lnTo>
                <a:lnTo>
                  <a:pt x="136198" y="8802"/>
                </a:lnTo>
                <a:lnTo>
                  <a:pt x="136189" y="8795"/>
                </a:lnTo>
                <a:lnTo>
                  <a:pt x="136179" y="8788"/>
                </a:lnTo>
                <a:lnTo>
                  <a:pt x="136170" y="8781"/>
                </a:lnTo>
                <a:lnTo>
                  <a:pt x="136160" y="8774"/>
                </a:lnTo>
                <a:lnTo>
                  <a:pt x="136149" y="8767"/>
                </a:lnTo>
                <a:lnTo>
                  <a:pt x="136139" y="8761"/>
                </a:lnTo>
                <a:lnTo>
                  <a:pt x="136128" y="8754"/>
                </a:lnTo>
                <a:lnTo>
                  <a:pt x="136117" y="8747"/>
                </a:lnTo>
                <a:lnTo>
                  <a:pt x="136105" y="8741"/>
                </a:lnTo>
                <a:lnTo>
                  <a:pt x="136094" y="8734"/>
                </a:lnTo>
                <a:lnTo>
                  <a:pt x="136082" y="8728"/>
                </a:lnTo>
                <a:lnTo>
                  <a:pt x="136070" y="8722"/>
                </a:lnTo>
                <a:lnTo>
                  <a:pt x="136057" y="8715"/>
                </a:lnTo>
                <a:lnTo>
                  <a:pt x="136045" y="8709"/>
                </a:lnTo>
                <a:lnTo>
                  <a:pt x="136031" y="8703"/>
                </a:lnTo>
                <a:lnTo>
                  <a:pt x="136018" y="8697"/>
                </a:lnTo>
                <a:lnTo>
                  <a:pt x="136004" y="8692"/>
                </a:lnTo>
                <a:lnTo>
                  <a:pt x="135990" y="8686"/>
                </a:lnTo>
                <a:lnTo>
                  <a:pt x="135975" y="8681"/>
                </a:lnTo>
                <a:lnTo>
                  <a:pt x="135960" y="8676"/>
                </a:lnTo>
                <a:lnTo>
                  <a:pt x="135944" y="8671"/>
                </a:lnTo>
                <a:lnTo>
                  <a:pt x="135928" y="8666"/>
                </a:lnTo>
                <a:lnTo>
                  <a:pt x="135912" y="8661"/>
                </a:lnTo>
                <a:lnTo>
                  <a:pt x="135895" y="8657"/>
                </a:lnTo>
                <a:lnTo>
                  <a:pt x="135878" y="8653"/>
                </a:lnTo>
                <a:lnTo>
                  <a:pt x="135860" y="8649"/>
                </a:lnTo>
                <a:lnTo>
                  <a:pt x="135842" y="8645"/>
                </a:lnTo>
                <a:lnTo>
                  <a:pt x="135824" y="8641"/>
                </a:lnTo>
                <a:lnTo>
                  <a:pt x="135805" y="8637"/>
                </a:lnTo>
                <a:lnTo>
                  <a:pt x="135786" y="8634"/>
                </a:lnTo>
                <a:lnTo>
                  <a:pt x="135766" y="8631"/>
                </a:lnTo>
                <a:lnTo>
                  <a:pt x="135746" y="8628"/>
                </a:lnTo>
                <a:lnTo>
                  <a:pt x="135725" y="8625"/>
                </a:lnTo>
                <a:lnTo>
                  <a:pt x="135705" y="8622"/>
                </a:lnTo>
                <a:lnTo>
                  <a:pt x="135683" y="8620"/>
                </a:lnTo>
                <a:lnTo>
                  <a:pt x="135662" y="8617"/>
                </a:lnTo>
                <a:lnTo>
                  <a:pt x="135640" y="8615"/>
                </a:lnTo>
                <a:lnTo>
                  <a:pt x="135617" y="8613"/>
                </a:lnTo>
                <a:lnTo>
                  <a:pt x="135594" y="8611"/>
                </a:lnTo>
                <a:lnTo>
                  <a:pt x="135571" y="8609"/>
                </a:lnTo>
                <a:lnTo>
                  <a:pt x="135547" y="8607"/>
                </a:lnTo>
                <a:lnTo>
                  <a:pt x="135522" y="8606"/>
                </a:lnTo>
                <a:lnTo>
                  <a:pt x="135497" y="8604"/>
                </a:lnTo>
                <a:lnTo>
                  <a:pt x="135472" y="8603"/>
                </a:lnTo>
                <a:lnTo>
                  <a:pt x="135446" y="8601"/>
                </a:lnTo>
                <a:lnTo>
                  <a:pt x="135420" y="8600"/>
                </a:lnTo>
                <a:lnTo>
                  <a:pt x="135393" y="8599"/>
                </a:lnTo>
                <a:lnTo>
                  <a:pt x="135366" y="8597"/>
                </a:lnTo>
                <a:lnTo>
                  <a:pt x="135339" y="8596"/>
                </a:lnTo>
                <a:lnTo>
                  <a:pt x="135311" y="8595"/>
                </a:lnTo>
                <a:lnTo>
                  <a:pt x="135282" y="8594"/>
                </a:lnTo>
                <a:lnTo>
                  <a:pt x="135253" y="8594"/>
                </a:lnTo>
                <a:lnTo>
                  <a:pt x="135224" y="8593"/>
                </a:lnTo>
                <a:lnTo>
                  <a:pt x="135194" y="8592"/>
                </a:lnTo>
                <a:lnTo>
                  <a:pt x="135163" y="8592"/>
                </a:lnTo>
                <a:lnTo>
                  <a:pt x="135132" y="8591"/>
                </a:lnTo>
                <a:lnTo>
                  <a:pt x="135101" y="8591"/>
                </a:lnTo>
                <a:lnTo>
                  <a:pt x="135069" y="8590"/>
                </a:lnTo>
                <a:lnTo>
                  <a:pt x="135037" y="8590"/>
                </a:lnTo>
                <a:lnTo>
                  <a:pt x="135004" y="8590"/>
                </a:lnTo>
                <a:lnTo>
                  <a:pt x="134971" y="8590"/>
                </a:lnTo>
                <a:lnTo>
                  <a:pt x="134936" y="8590"/>
                </a:lnTo>
                <a:lnTo>
                  <a:pt x="134903" y="8590"/>
                </a:lnTo>
                <a:lnTo>
                  <a:pt x="134869" y="8590"/>
                </a:lnTo>
                <a:lnTo>
                  <a:pt x="134836" y="8591"/>
                </a:lnTo>
                <a:lnTo>
                  <a:pt x="134804" y="8591"/>
                </a:lnTo>
                <a:lnTo>
                  <a:pt x="134772" y="8592"/>
                </a:lnTo>
                <a:lnTo>
                  <a:pt x="134741" y="8592"/>
                </a:lnTo>
                <a:lnTo>
                  <a:pt x="134710" y="8593"/>
                </a:lnTo>
                <a:lnTo>
                  <a:pt x="134680" y="8594"/>
                </a:lnTo>
                <a:lnTo>
                  <a:pt x="134650" y="8594"/>
                </a:lnTo>
                <a:lnTo>
                  <a:pt x="134621" y="8595"/>
                </a:lnTo>
                <a:lnTo>
                  <a:pt x="134593" y="8596"/>
                </a:lnTo>
                <a:lnTo>
                  <a:pt x="134565" y="8597"/>
                </a:lnTo>
                <a:lnTo>
                  <a:pt x="134538" y="8599"/>
                </a:lnTo>
                <a:lnTo>
                  <a:pt x="134511" y="8600"/>
                </a:lnTo>
                <a:lnTo>
                  <a:pt x="134485" y="8601"/>
                </a:lnTo>
                <a:lnTo>
                  <a:pt x="134459" y="8603"/>
                </a:lnTo>
                <a:lnTo>
                  <a:pt x="134434" y="8604"/>
                </a:lnTo>
                <a:lnTo>
                  <a:pt x="134409" y="8606"/>
                </a:lnTo>
                <a:lnTo>
                  <a:pt x="134385" y="8607"/>
                </a:lnTo>
                <a:lnTo>
                  <a:pt x="134361" y="8609"/>
                </a:lnTo>
                <a:lnTo>
                  <a:pt x="134338" y="8611"/>
                </a:lnTo>
                <a:lnTo>
                  <a:pt x="134316" y="8613"/>
                </a:lnTo>
                <a:lnTo>
                  <a:pt x="134294" y="8615"/>
                </a:lnTo>
                <a:lnTo>
                  <a:pt x="134273" y="8617"/>
                </a:lnTo>
                <a:lnTo>
                  <a:pt x="134252" y="8620"/>
                </a:lnTo>
                <a:lnTo>
                  <a:pt x="134231" y="8622"/>
                </a:lnTo>
                <a:lnTo>
                  <a:pt x="134210" y="8625"/>
                </a:lnTo>
                <a:lnTo>
                  <a:pt x="134190" y="8628"/>
                </a:lnTo>
                <a:lnTo>
                  <a:pt x="134170" y="8631"/>
                </a:lnTo>
                <a:lnTo>
                  <a:pt x="134151" y="8634"/>
                </a:lnTo>
                <a:lnTo>
                  <a:pt x="134132" y="8637"/>
                </a:lnTo>
                <a:lnTo>
                  <a:pt x="134113" y="8641"/>
                </a:lnTo>
                <a:lnTo>
                  <a:pt x="134094" y="8645"/>
                </a:lnTo>
                <a:lnTo>
                  <a:pt x="134076" y="8649"/>
                </a:lnTo>
                <a:lnTo>
                  <a:pt x="134058" y="8653"/>
                </a:lnTo>
                <a:lnTo>
                  <a:pt x="134041" y="8657"/>
                </a:lnTo>
                <a:lnTo>
                  <a:pt x="134023" y="8661"/>
                </a:lnTo>
                <a:lnTo>
                  <a:pt x="134006" y="8666"/>
                </a:lnTo>
                <a:lnTo>
                  <a:pt x="133990" y="8671"/>
                </a:lnTo>
                <a:lnTo>
                  <a:pt x="133973" y="8676"/>
                </a:lnTo>
                <a:lnTo>
                  <a:pt x="133957" y="8681"/>
                </a:lnTo>
                <a:lnTo>
                  <a:pt x="133942" y="8686"/>
                </a:lnTo>
                <a:lnTo>
                  <a:pt x="133926" y="8692"/>
                </a:lnTo>
                <a:lnTo>
                  <a:pt x="133911" y="8697"/>
                </a:lnTo>
                <a:lnTo>
                  <a:pt x="133897" y="8703"/>
                </a:lnTo>
                <a:lnTo>
                  <a:pt x="133882" y="8709"/>
                </a:lnTo>
                <a:lnTo>
                  <a:pt x="133868" y="8715"/>
                </a:lnTo>
                <a:lnTo>
                  <a:pt x="133854" y="8722"/>
                </a:lnTo>
                <a:lnTo>
                  <a:pt x="133841" y="8728"/>
                </a:lnTo>
                <a:lnTo>
                  <a:pt x="133828" y="8734"/>
                </a:lnTo>
                <a:lnTo>
                  <a:pt x="133815" y="8741"/>
                </a:lnTo>
                <a:lnTo>
                  <a:pt x="133803" y="8747"/>
                </a:lnTo>
                <a:lnTo>
                  <a:pt x="133791" y="8754"/>
                </a:lnTo>
                <a:lnTo>
                  <a:pt x="133780" y="8761"/>
                </a:lnTo>
                <a:lnTo>
                  <a:pt x="133769" y="8767"/>
                </a:lnTo>
                <a:lnTo>
                  <a:pt x="133758" y="8774"/>
                </a:lnTo>
                <a:lnTo>
                  <a:pt x="133748" y="8781"/>
                </a:lnTo>
                <a:lnTo>
                  <a:pt x="133738" y="8788"/>
                </a:lnTo>
                <a:lnTo>
                  <a:pt x="133728" y="8795"/>
                </a:lnTo>
                <a:lnTo>
                  <a:pt x="133719" y="8802"/>
                </a:lnTo>
                <a:lnTo>
                  <a:pt x="133710" y="8809"/>
                </a:lnTo>
                <a:lnTo>
                  <a:pt x="133702" y="8816"/>
                </a:lnTo>
                <a:lnTo>
                  <a:pt x="133693" y="8823"/>
                </a:lnTo>
                <a:lnTo>
                  <a:pt x="133686" y="8830"/>
                </a:lnTo>
                <a:lnTo>
                  <a:pt x="133678" y="8838"/>
                </a:lnTo>
                <a:lnTo>
                  <a:pt x="133671" y="8845"/>
                </a:lnTo>
                <a:lnTo>
                  <a:pt x="133665" y="8852"/>
                </a:lnTo>
                <a:lnTo>
                  <a:pt x="133659" y="8860"/>
                </a:lnTo>
                <a:lnTo>
                  <a:pt x="133653" y="8867"/>
                </a:lnTo>
                <a:lnTo>
                  <a:pt x="133647" y="8875"/>
                </a:lnTo>
                <a:lnTo>
                  <a:pt x="133642" y="8883"/>
                </a:lnTo>
                <a:lnTo>
                  <a:pt x="133638" y="8890"/>
                </a:lnTo>
                <a:lnTo>
                  <a:pt x="133633" y="8898"/>
                </a:lnTo>
                <a:lnTo>
                  <a:pt x="133629" y="8906"/>
                </a:lnTo>
                <a:lnTo>
                  <a:pt x="133625" y="8914"/>
                </a:lnTo>
                <a:lnTo>
                  <a:pt x="133621" y="8923"/>
                </a:lnTo>
                <a:lnTo>
                  <a:pt x="133617" y="8931"/>
                </a:lnTo>
                <a:lnTo>
                  <a:pt x="133613" y="8940"/>
                </a:lnTo>
                <a:lnTo>
                  <a:pt x="133610" y="8948"/>
                </a:lnTo>
                <a:lnTo>
                  <a:pt x="133607" y="8957"/>
                </a:lnTo>
                <a:lnTo>
                  <a:pt x="133604" y="8966"/>
                </a:lnTo>
                <a:lnTo>
                  <a:pt x="133601" y="8976"/>
                </a:lnTo>
                <a:lnTo>
                  <a:pt x="133599" y="8985"/>
                </a:lnTo>
                <a:lnTo>
                  <a:pt x="133596" y="8994"/>
                </a:lnTo>
                <a:lnTo>
                  <a:pt x="133594" y="9004"/>
                </a:lnTo>
                <a:lnTo>
                  <a:pt x="133592" y="9014"/>
                </a:lnTo>
                <a:lnTo>
                  <a:pt x="133590" y="9024"/>
                </a:lnTo>
                <a:lnTo>
                  <a:pt x="133589" y="9034"/>
                </a:lnTo>
                <a:lnTo>
                  <a:pt x="133588" y="9044"/>
                </a:lnTo>
                <a:lnTo>
                  <a:pt x="133586" y="9054"/>
                </a:lnTo>
                <a:lnTo>
                  <a:pt x="133586" y="9065"/>
                </a:lnTo>
                <a:lnTo>
                  <a:pt x="133585" y="9075"/>
                </a:lnTo>
                <a:lnTo>
                  <a:pt x="133584" y="9086"/>
                </a:lnTo>
                <a:lnTo>
                  <a:pt x="133584" y="9097"/>
                </a:lnTo>
                <a:lnTo>
                  <a:pt x="133584" y="9108"/>
                </a:lnTo>
                <a:lnTo>
                  <a:pt x="133584" y="19620"/>
                </a:lnTo>
                <a:lnTo>
                  <a:pt x="133488" y="19738"/>
                </a:lnTo>
                <a:lnTo>
                  <a:pt x="133393" y="19853"/>
                </a:lnTo>
                <a:lnTo>
                  <a:pt x="133298" y="19967"/>
                </a:lnTo>
                <a:lnTo>
                  <a:pt x="133203" y="20077"/>
                </a:lnTo>
                <a:lnTo>
                  <a:pt x="133109" y="20186"/>
                </a:lnTo>
                <a:lnTo>
                  <a:pt x="133015" y="20291"/>
                </a:lnTo>
                <a:lnTo>
                  <a:pt x="132922" y="20395"/>
                </a:lnTo>
                <a:lnTo>
                  <a:pt x="132829" y="20496"/>
                </a:lnTo>
                <a:lnTo>
                  <a:pt x="132737" y="20595"/>
                </a:lnTo>
                <a:lnTo>
                  <a:pt x="132645" y="20691"/>
                </a:lnTo>
                <a:lnTo>
                  <a:pt x="132553" y="20785"/>
                </a:lnTo>
                <a:lnTo>
                  <a:pt x="132462" y="20877"/>
                </a:lnTo>
                <a:lnTo>
                  <a:pt x="132371" y="20966"/>
                </a:lnTo>
                <a:lnTo>
                  <a:pt x="132281" y="21053"/>
                </a:lnTo>
                <a:lnTo>
                  <a:pt x="132191" y="21137"/>
                </a:lnTo>
                <a:lnTo>
                  <a:pt x="132102" y="21219"/>
                </a:lnTo>
                <a:lnTo>
                  <a:pt x="132013" y="21299"/>
                </a:lnTo>
                <a:lnTo>
                  <a:pt x="131925" y="21376"/>
                </a:lnTo>
                <a:lnTo>
                  <a:pt x="131837" y="21450"/>
                </a:lnTo>
                <a:lnTo>
                  <a:pt x="131749" y="21523"/>
                </a:lnTo>
                <a:lnTo>
                  <a:pt x="131662" y="21593"/>
                </a:lnTo>
                <a:lnTo>
                  <a:pt x="131575" y="21660"/>
                </a:lnTo>
                <a:lnTo>
                  <a:pt x="131489" y="21726"/>
                </a:lnTo>
                <a:lnTo>
                  <a:pt x="131403" y="21789"/>
                </a:lnTo>
                <a:lnTo>
                  <a:pt x="131317" y="21849"/>
                </a:lnTo>
                <a:lnTo>
                  <a:pt x="131232" y="21907"/>
                </a:lnTo>
                <a:lnTo>
                  <a:pt x="131146" y="21962"/>
                </a:lnTo>
                <a:lnTo>
                  <a:pt x="131060" y="22015"/>
                </a:lnTo>
                <a:lnTo>
                  <a:pt x="130974" y="22065"/>
                </a:lnTo>
                <a:lnTo>
                  <a:pt x="130889" y="22112"/>
                </a:lnTo>
                <a:lnTo>
                  <a:pt x="130803" y="22157"/>
                </a:lnTo>
                <a:lnTo>
                  <a:pt x="130717" y="22199"/>
                </a:lnTo>
                <a:lnTo>
                  <a:pt x="130631" y="22239"/>
                </a:lnTo>
                <a:lnTo>
                  <a:pt x="130545" y="22276"/>
                </a:lnTo>
                <a:lnTo>
                  <a:pt x="130459" y="22311"/>
                </a:lnTo>
                <a:lnTo>
                  <a:pt x="130373" y="22343"/>
                </a:lnTo>
                <a:lnTo>
                  <a:pt x="130287" y="22373"/>
                </a:lnTo>
                <a:lnTo>
                  <a:pt x="130201" y="22400"/>
                </a:lnTo>
                <a:lnTo>
                  <a:pt x="130115" y="22424"/>
                </a:lnTo>
                <a:lnTo>
                  <a:pt x="130029" y="22446"/>
                </a:lnTo>
                <a:lnTo>
                  <a:pt x="129943" y="22465"/>
                </a:lnTo>
                <a:lnTo>
                  <a:pt x="129857" y="22482"/>
                </a:lnTo>
                <a:lnTo>
                  <a:pt x="129770" y="22496"/>
                </a:lnTo>
                <a:lnTo>
                  <a:pt x="129684" y="22508"/>
                </a:lnTo>
                <a:lnTo>
                  <a:pt x="129598" y="22516"/>
                </a:lnTo>
                <a:lnTo>
                  <a:pt x="129512" y="22523"/>
                </a:lnTo>
                <a:lnTo>
                  <a:pt x="129425" y="22527"/>
                </a:lnTo>
                <a:lnTo>
                  <a:pt x="129339" y="22528"/>
                </a:lnTo>
                <a:lnTo>
                  <a:pt x="129273" y="22528"/>
                </a:lnTo>
                <a:lnTo>
                  <a:pt x="129207" y="22526"/>
                </a:lnTo>
                <a:lnTo>
                  <a:pt x="129142" y="22523"/>
                </a:lnTo>
                <a:lnTo>
                  <a:pt x="129077" y="22519"/>
                </a:lnTo>
                <a:lnTo>
                  <a:pt x="129013" y="22515"/>
                </a:lnTo>
                <a:lnTo>
                  <a:pt x="128950" y="22509"/>
                </a:lnTo>
                <a:lnTo>
                  <a:pt x="128888" y="22502"/>
                </a:lnTo>
                <a:lnTo>
                  <a:pt x="128827" y="22494"/>
                </a:lnTo>
                <a:lnTo>
                  <a:pt x="128766" y="22485"/>
                </a:lnTo>
                <a:lnTo>
                  <a:pt x="128705" y="22474"/>
                </a:lnTo>
                <a:lnTo>
                  <a:pt x="128646" y="22463"/>
                </a:lnTo>
                <a:lnTo>
                  <a:pt x="128587" y="22451"/>
                </a:lnTo>
                <a:lnTo>
                  <a:pt x="128529" y="22437"/>
                </a:lnTo>
                <a:lnTo>
                  <a:pt x="128471" y="22423"/>
                </a:lnTo>
                <a:lnTo>
                  <a:pt x="128415" y="22407"/>
                </a:lnTo>
                <a:lnTo>
                  <a:pt x="128359" y="22391"/>
                </a:lnTo>
                <a:lnTo>
                  <a:pt x="128303" y="22373"/>
                </a:lnTo>
                <a:lnTo>
                  <a:pt x="128249" y="22354"/>
                </a:lnTo>
                <a:lnTo>
                  <a:pt x="128195" y="22334"/>
                </a:lnTo>
                <a:lnTo>
                  <a:pt x="128141" y="22313"/>
                </a:lnTo>
                <a:lnTo>
                  <a:pt x="128089" y="22291"/>
                </a:lnTo>
                <a:lnTo>
                  <a:pt x="128037" y="22268"/>
                </a:lnTo>
                <a:lnTo>
                  <a:pt x="127986" y="22244"/>
                </a:lnTo>
                <a:lnTo>
                  <a:pt x="127935" y="22219"/>
                </a:lnTo>
                <a:lnTo>
                  <a:pt x="127885" y="22193"/>
                </a:lnTo>
                <a:lnTo>
                  <a:pt x="127836" y="22166"/>
                </a:lnTo>
                <a:lnTo>
                  <a:pt x="127788" y="22138"/>
                </a:lnTo>
                <a:lnTo>
                  <a:pt x="127740" y="22109"/>
                </a:lnTo>
                <a:lnTo>
                  <a:pt x="127694" y="22079"/>
                </a:lnTo>
                <a:lnTo>
                  <a:pt x="127647" y="22048"/>
                </a:lnTo>
                <a:lnTo>
                  <a:pt x="127602" y="22017"/>
                </a:lnTo>
                <a:lnTo>
                  <a:pt x="127557" y="21985"/>
                </a:lnTo>
                <a:lnTo>
                  <a:pt x="127513" y="21951"/>
                </a:lnTo>
                <a:lnTo>
                  <a:pt x="127470" y="21917"/>
                </a:lnTo>
                <a:lnTo>
                  <a:pt x="127428" y="21882"/>
                </a:lnTo>
                <a:lnTo>
                  <a:pt x="127386" y="21847"/>
                </a:lnTo>
                <a:lnTo>
                  <a:pt x="127345" y="21810"/>
                </a:lnTo>
                <a:lnTo>
                  <a:pt x="127304" y="21772"/>
                </a:lnTo>
                <a:lnTo>
                  <a:pt x="127265" y="21734"/>
                </a:lnTo>
                <a:lnTo>
                  <a:pt x="127226" y="21695"/>
                </a:lnTo>
                <a:lnTo>
                  <a:pt x="127188" y="21654"/>
                </a:lnTo>
                <a:lnTo>
                  <a:pt x="127150" y="21613"/>
                </a:lnTo>
                <a:lnTo>
                  <a:pt x="127114" y="21571"/>
                </a:lnTo>
                <a:lnTo>
                  <a:pt x="127078" y="21529"/>
                </a:lnTo>
                <a:lnTo>
                  <a:pt x="127042" y="21485"/>
                </a:lnTo>
                <a:lnTo>
                  <a:pt x="127008" y="21440"/>
                </a:lnTo>
                <a:lnTo>
                  <a:pt x="126974" y="21395"/>
                </a:lnTo>
                <a:lnTo>
                  <a:pt x="126941" y="21349"/>
                </a:lnTo>
                <a:lnTo>
                  <a:pt x="126908" y="21302"/>
                </a:lnTo>
                <a:lnTo>
                  <a:pt x="126877" y="21254"/>
                </a:lnTo>
                <a:lnTo>
                  <a:pt x="126846" y="21205"/>
                </a:lnTo>
                <a:lnTo>
                  <a:pt x="126815" y="21155"/>
                </a:lnTo>
                <a:lnTo>
                  <a:pt x="126786" y="21105"/>
                </a:lnTo>
                <a:lnTo>
                  <a:pt x="126757" y="21054"/>
                </a:lnTo>
                <a:lnTo>
                  <a:pt x="126729" y="21002"/>
                </a:lnTo>
                <a:lnTo>
                  <a:pt x="126701" y="20949"/>
                </a:lnTo>
                <a:lnTo>
                  <a:pt x="126674" y="20895"/>
                </a:lnTo>
                <a:lnTo>
                  <a:pt x="126648" y="20841"/>
                </a:lnTo>
                <a:lnTo>
                  <a:pt x="126623" y="20785"/>
                </a:lnTo>
                <a:lnTo>
                  <a:pt x="126598" y="20729"/>
                </a:lnTo>
                <a:lnTo>
                  <a:pt x="126574" y="20673"/>
                </a:lnTo>
                <a:lnTo>
                  <a:pt x="126551" y="20615"/>
                </a:lnTo>
                <a:lnTo>
                  <a:pt x="126528" y="20556"/>
                </a:lnTo>
                <a:lnTo>
                  <a:pt x="126506" y="20497"/>
                </a:lnTo>
                <a:lnTo>
                  <a:pt x="126485" y="20437"/>
                </a:lnTo>
                <a:lnTo>
                  <a:pt x="126465" y="20376"/>
                </a:lnTo>
                <a:lnTo>
                  <a:pt x="126445" y="20314"/>
                </a:lnTo>
                <a:lnTo>
                  <a:pt x="126426" y="20251"/>
                </a:lnTo>
                <a:lnTo>
                  <a:pt x="126407" y="20188"/>
                </a:lnTo>
                <a:lnTo>
                  <a:pt x="126389" y="20124"/>
                </a:lnTo>
                <a:lnTo>
                  <a:pt x="126372" y="20059"/>
                </a:lnTo>
                <a:lnTo>
                  <a:pt x="126356" y="19993"/>
                </a:lnTo>
                <a:lnTo>
                  <a:pt x="126340" y="19926"/>
                </a:lnTo>
                <a:lnTo>
                  <a:pt x="126325" y="19857"/>
                </a:lnTo>
                <a:lnTo>
                  <a:pt x="126311" y="19786"/>
                </a:lnTo>
                <a:lnTo>
                  <a:pt x="126297" y="19713"/>
                </a:lnTo>
                <a:lnTo>
                  <a:pt x="126284" y="19639"/>
                </a:lnTo>
                <a:lnTo>
                  <a:pt x="126272" y="19563"/>
                </a:lnTo>
                <a:lnTo>
                  <a:pt x="126260" y="19485"/>
                </a:lnTo>
                <a:lnTo>
                  <a:pt x="126249" y="19405"/>
                </a:lnTo>
                <a:lnTo>
                  <a:pt x="126239" y="19323"/>
                </a:lnTo>
                <a:lnTo>
                  <a:pt x="126229" y="19239"/>
                </a:lnTo>
                <a:lnTo>
                  <a:pt x="126220" y="19154"/>
                </a:lnTo>
                <a:lnTo>
                  <a:pt x="126212" y="19066"/>
                </a:lnTo>
                <a:lnTo>
                  <a:pt x="126204" y="18977"/>
                </a:lnTo>
                <a:lnTo>
                  <a:pt x="126197" y="18886"/>
                </a:lnTo>
                <a:lnTo>
                  <a:pt x="126191" y="18794"/>
                </a:lnTo>
                <a:lnTo>
                  <a:pt x="126185" y="18699"/>
                </a:lnTo>
                <a:lnTo>
                  <a:pt x="126180" y="18603"/>
                </a:lnTo>
                <a:lnTo>
                  <a:pt x="126176" y="18504"/>
                </a:lnTo>
                <a:lnTo>
                  <a:pt x="126172" y="18404"/>
                </a:lnTo>
                <a:lnTo>
                  <a:pt x="126169" y="18302"/>
                </a:lnTo>
                <a:lnTo>
                  <a:pt x="126167" y="18199"/>
                </a:lnTo>
                <a:lnTo>
                  <a:pt x="126165" y="18093"/>
                </a:lnTo>
                <a:lnTo>
                  <a:pt x="126164" y="17986"/>
                </a:lnTo>
                <a:lnTo>
                  <a:pt x="126164" y="17876"/>
                </a:lnTo>
                <a:lnTo>
                  <a:pt x="126164" y="9109"/>
                </a:lnTo>
                <a:lnTo>
                  <a:pt x="126164" y="9098"/>
                </a:lnTo>
                <a:lnTo>
                  <a:pt x="126163" y="9087"/>
                </a:lnTo>
                <a:lnTo>
                  <a:pt x="126163" y="9076"/>
                </a:lnTo>
                <a:lnTo>
                  <a:pt x="126162" y="9065"/>
                </a:lnTo>
                <a:lnTo>
                  <a:pt x="126161" y="9055"/>
                </a:lnTo>
                <a:lnTo>
                  <a:pt x="126160" y="9044"/>
                </a:lnTo>
                <a:lnTo>
                  <a:pt x="126158" y="9034"/>
                </a:lnTo>
                <a:lnTo>
                  <a:pt x="126156" y="9024"/>
                </a:lnTo>
                <a:lnTo>
                  <a:pt x="126154" y="9014"/>
                </a:lnTo>
                <a:lnTo>
                  <a:pt x="126152" y="9005"/>
                </a:lnTo>
                <a:lnTo>
                  <a:pt x="126150" y="8995"/>
                </a:lnTo>
                <a:lnTo>
                  <a:pt x="126147" y="8985"/>
                </a:lnTo>
                <a:lnTo>
                  <a:pt x="126144" y="8976"/>
                </a:lnTo>
                <a:lnTo>
                  <a:pt x="126141" y="8967"/>
                </a:lnTo>
                <a:lnTo>
                  <a:pt x="126138" y="8958"/>
                </a:lnTo>
                <a:lnTo>
                  <a:pt x="126134" y="8949"/>
                </a:lnTo>
                <a:lnTo>
                  <a:pt x="126130" y="8940"/>
                </a:lnTo>
                <a:lnTo>
                  <a:pt x="126126" y="8932"/>
                </a:lnTo>
                <a:lnTo>
                  <a:pt x="126122" y="8923"/>
                </a:lnTo>
                <a:lnTo>
                  <a:pt x="126117" y="8915"/>
                </a:lnTo>
                <a:lnTo>
                  <a:pt x="126113" y="8907"/>
                </a:lnTo>
                <a:lnTo>
                  <a:pt x="126108" y="8899"/>
                </a:lnTo>
                <a:lnTo>
                  <a:pt x="126102" y="8891"/>
                </a:lnTo>
                <a:lnTo>
                  <a:pt x="126097" y="8883"/>
                </a:lnTo>
                <a:lnTo>
                  <a:pt x="126091" y="8875"/>
                </a:lnTo>
                <a:lnTo>
                  <a:pt x="126085" y="8868"/>
                </a:lnTo>
                <a:lnTo>
                  <a:pt x="126079" y="8860"/>
                </a:lnTo>
                <a:lnTo>
                  <a:pt x="126072" y="8853"/>
                </a:lnTo>
                <a:lnTo>
                  <a:pt x="126065" y="8845"/>
                </a:lnTo>
                <a:lnTo>
                  <a:pt x="126058" y="8838"/>
                </a:lnTo>
                <a:lnTo>
                  <a:pt x="126050" y="8831"/>
                </a:lnTo>
                <a:lnTo>
                  <a:pt x="126042" y="8823"/>
                </a:lnTo>
                <a:lnTo>
                  <a:pt x="126034" y="8816"/>
                </a:lnTo>
                <a:lnTo>
                  <a:pt x="126025" y="8809"/>
                </a:lnTo>
                <a:lnTo>
                  <a:pt x="126016" y="8802"/>
                </a:lnTo>
                <a:lnTo>
                  <a:pt x="126007" y="8795"/>
                </a:lnTo>
                <a:lnTo>
                  <a:pt x="125997" y="8788"/>
                </a:lnTo>
                <a:lnTo>
                  <a:pt x="125988" y="8781"/>
                </a:lnTo>
                <a:lnTo>
                  <a:pt x="125977" y="8774"/>
                </a:lnTo>
                <a:lnTo>
                  <a:pt x="125967" y="8767"/>
                </a:lnTo>
                <a:lnTo>
                  <a:pt x="125956" y="8761"/>
                </a:lnTo>
                <a:lnTo>
                  <a:pt x="125945" y="8754"/>
                </a:lnTo>
                <a:lnTo>
                  <a:pt x="125933" y="8747"/>
                </a:lnTo>
                <a:lnTo>
                  <a:pt x="125922" y="8741"/>
                </a:lnTo>
                <a:lnTo>
                  <a:pt x="125909" y="8734"/>
                </a:lnTo>
                <a:lnTo>
                  <a:pt x="125897" y="8728"/>
                </a:lnTo>
                <a:lnTo>
                  <a:pt x="125884" y="8722"/>
                </a:lnTo>
                <a:lnTo>
                  <a:pt x="125871" y="8715"/>
                </a:lnTo>
                <a:lnTo>
                  <a:pt x="125858" y="8709"/>
                </a:lnTo>
                <a:lnTo>
                  <a:pt x="125844" y="8703"/>
                </a:lnTo>
                <a:lnTo>
                  <a:pt x="125830" y="8697"/>
                </a:lnTo>
                <a:lnTo>
                  <a:pt x="125815" y="8692"/>
                </a:lnTo>
                <a:lnTo>
                  <a:pt x="125800" y="8686"/>
                </a:lnTo>
                <a:lnTo>
                  <a:pt x="125785" y="8681"/>
                </a:lnTo>
                <a:lnTo>
                  <a:pt x="125769" y="8676"/>
                </a:lnTo>
                <a:lnTo>
                  <a:pt x="125753" y="8671"/>
                </a:lnTo>
                <a:lnTo>
                  <a:pt x="125737" y="8666"/>
                </a:lnTo>
                <a:lnTo>
                  <a:pt x="125720" y="8661"/>
                </a:lnTo>
                <a:lnTo>
                  <a:pt x="125703" y="8657"/>
                </a:lnTo>
                <a:lnTo>
                  <a:pt x="125685" y="8653"/>
                </a:lnTo>
                <a:lnTo>
                  <a:pt x="125667" y="8649"/>
                </a:lnTo>
                <a:lnTo>
                  <a:pt x="125649" y="8645"/>
                </a:lnTo>
                <a:lnTo>
                  <a:pt x="125630" y="8641"/>
                </a:lnTo>
                <a:lnTo>
                  <a:pt x="125611" y="8637"/>
                </a:lnTo>
                <a:lnTo>
                  <a:pt x="125592" y="8634"/>
                </a:lnTo>
                <a:lnTo>
                  <a:pt x="125572" y="8631"/>
                </a:lnTo>
                <a:lnTo>
                  <a:pt x="125552" y="8628"/>
                </a:lnTo>
                <a:lnTo>
                  <a:pt x="125531" y="8625"/>
                </a:lnTo>
                <a:lnTo>
                  <a:pt x="125510" y="8622"/>
                </a:lnTo>
                <a:lnTo>
                  <a:pt x="125489" y="8620"/>
                </a:lnTo>
                <a:lnTo>
                  <a:pt x="125467" y="8617"/>
                </a:lnTo>
                <a:lnTo>
                  <a:pt x="125445" y="8615"/>
                </a:lnTo>
                <a:lnTo>
                  <a:pt x="125423" y="8613"/>
                </a:lnTo>
                <a:lnTo>
                  <a:pt x="125400" y="8611"/>
                </a:lnTo>
                <a:lnTo>
                  <a:pt x="125376" y="8609"/>
                </a:lnTo>
                <a:lnTo>
                  <a:pt x="125352" y="8607"/>
                </a:lnTo>
                <a:lnTo>
                  <a:pt x="125328" y="8606"/>
                </a:lnTo>
                <a:lnTo>
                  <a:pt x="125303" y="8604"/>
                </a:lnTo>
                <a:lnTo>
                  <a:pt x="125278" y="8603"/>
                </a:lnTo>
                <a:lnTo>
                  <a:pt x="125252" y="8601"/>
                </a:lnTo>
                <a:lnTo>
                  <a:pt x="125226" y="8600"/>
                </a:lnTo>
                <a:lnTo>
                  <a:pt x="125199" y="8599"/>
                </a:lnTo>
                <a:lnTo>
                  <a:pt x="125172" y="8597"/>
                </a:lnTo>
                <a:lnTo>
                  <a:pt x="125144" y="8596"/>
                </a:lnTo>
                <a:lnTo>
                  <a:pt x="125116" y="8595"/>
                </a:lnTo>
                <a:lnTo>
                  <a:pt x="125088" y="8594"/>
                </a:lnTo>
                <a:lnTo>
                  <a:pt x="125059" y="8594"/>
                </a:lnTo>
                <a:lnTo>
                  <a:pt x="125029" y="8593"/>
                </a:lnTo>
                <a:lnTo>
                  <a:pt x="124999" y="8592"/>
                </a:lnTo>
                <a:lnTo>
                  <a:pt x="124969" y="8592"/>
                </a:lnTo>
                <a:lnTo>
                  <a:pt x="124938" y="8591"/>
                </a:lnTo>
                <a:lnTo>
                  <a:pt x="124907" y="8591"/>
                </a:lnTo>
                <a:lnTo>
                  <a:pt x="124875" y="8590"/>
                </a:lnTo>
                <a:lnTo>
                  <a:pt x="124843" y="8590"/>
                </a:lnTo>
                <a:lnTo>
                  <a:pt x="124810" y="8590"/>
                </a:lnTo>
                <a:lnTo>
                  <a:pt x="124777" y="8590"/>
                </a:lnTo>
                <a:lnTo>
                  <a:pt x="124743" y="8590"/>
                </a:lnTo>
                <a:lnTo>
                  <a:pt x="124711" y="8590"/>
                </a:lnTo>
                <a:lnTo>
                  <a:pt x="124678" y="8590"/>
                </a:lnTo>
                <a:lnTo>
                  <a:pt x="124647" y="8591"/>
                </a:lnTo>
                <a:lnTo>
                  <a:pt x="124615" y="8591"/>
                </a:lnTo>
                <a:lnTo>
                  <a:pt x="124584" y="8592"/>
                </a:lnTo>
                <a:lnTo>
                  <a:pt x="124554" y="8592"/>
                </a:lnTo>
                <a:lnTo>
                  <a:pt x="124524" y="8593"/>
                </a:lnTo>
                <a:lnTo>
                  <a:pt x="124495" y="8594"/>
                </a:lnTo>
                <a:lnTo>
                  <a:pt x="124466" y="8594"/>
                </a:lnTo>
                <a:lnTo>
                  <a:pt x="124437" y="8595"/>
                </a:lnTo>
                <a:lnTo>
                  <a:pt x="124409" y="8596"/>
                </a:lnTo>
                <a:lnTo>
                  <a:pt x="124381" y="8597"/>
                </a:lnTo>
                <a:lnTo>
                  <a:pt x="124354" y="8599"/>
                </a:lnTo>
                <a:lnTo>
                  <a:pt x="124327" y="8600"/>
                </a:lnTo>
                <a:lnTo>
                  <a:pt x="124301" y="8601"/>
                </a:lnTo>
                <a:lnTo>
                  <a:pt x="124275" y="8603"/>
                </a:lnTo>
                <a:lnTo>
                  <a:pt x="124250" y="8604"/>
                </a:lnTo>
                <a:lnTo>
                  <a:pt x="124225" y="8606"/>
                </a:lnTo>
                <a:lnTo>
                  <a:pt x="124201" y="8607"/>
                </a:lnTo>
                <a:lnTo>
                  <a:pt x="124177" y="8609"/>
                </a:lnTo>
                <a:lnTo>
                  <a:pt x="124154" y="8611"/>
                </a:lnTo>
                <a:lnTo>
                  <a:pt x="124131" y="8613"/>
                </a:lnTo>
                <a:lnTo>
                  <a:pt x="124108" y="8615"/>
                </a:lnTo>
                <a:lnTo>
                  <a:pt x="124086" y="8617"/>
                </a:lnTo>
                <a:lnTo>
                  <a:pt x="124064" y="8620"/>
                </a:lnTo>
                <a:lnTo>
                  <a:pt x="124043" y="8622"/>
                </a:lnTo>
                <a:lnTo>
                  <a:pt x="124022" y="8625"/>
                </a:lnTo>
                <a:lnTo>
                  <a:pt x="124001" y="8628"/>
                </a:lnTo>
                <a:lnTo>
                  <a:pt x="123981" y="8631"/>
                </a:lnTo>
                <a:lnTo>
                  <a:pt x="123961" y="8634"/>
                </a:lnTo>
                <a:lnTo>
                  <a:pt x="123941" y="8637"/>
                </a:lnTo>
                <a:lnTo>
                  <a:pt x="123922" y="8641"/>
                </a:lnTo>
                <a:lnTo>
                  <a:pt x="123903" y="8645"/>
                </a:lnTo>
                <a:lnTo>
                  <a:pt x="123884" y="8649"/>
                </a:lnTo>
                <a:lnTo>
                  <a:pt x="123866" y="8653"/>
                </a:lnTo>
                <a:lnTo>
                  <a:pt x="123848" y="8657"/>
                </a:lnTo>
                <a:lnTo>
                  <a:pt x="123830" y="8661"/>
                </a:lnTo>
                <a:lnTo>
                  <a:pt x="123813" y="8666"/>
                </a:lnTo>
                <a:lnTo>
                  <a:pt x="123796" y="8671"/>
                </a:lnTo>
                <a:lnTo>
                  <a:pt x="123780" y="8676"/>
                </a:lnTo>
                <a:lnTo>
                  <a:pt x="123763" y="8681"/>
                </a:lnTo>
                <a:lnTo>
                  <a:pt x="123748" y="8686"/>
                </a:lnTo>
                <a:lnTo>
                  <a:pt x="123732" y="8692"/>
                </a:lnTo>
                <a:lnTo>
                  <a:pt x="123717" y="8697"/>
                </a:lnTo>
                <a:lnTo>
                  <a:pt x="123702" y="8703"/>
                </a:lnTo>
                <a:lnTo>
                  <a:pt x="123688" y="8709"/>
                </a:lnTo>
                <a:lnTo>
                  <a:pt x="123674" y="8715"/>
                </a:lnTo>
                <a:lnTo>
                  <a:pt x="123660" y="8722"/>
                </a:lnTo>
                <a:lnTo>
                  <a:pt x="123646" y="8728"/>
                </a:lnTo>
                <a:lnTo>
                  <a:pt x="123633" y="8734"/>
                </a:lnTo>
                <a:lnTo>
                  <a:pt x="123621" y="8741"/>
                </a:lnTo>
                <a:lnTo>
                  <a:pt x="123609" y="8747"/>
                </a:lnTo>
                <a:lnTo>
                  <a:pt x="123597" y="8754"/>
                </a:lnTo>
                <a:lnTo>
                  <a:pt x="123585" y="8761"/>
                </a:lnTo>
                <a:lnTo>
                  <a:pt x="123574" y="8767"/>
                </a:lnTo>
                <a:lnTo>
                  <a:pt x="123564" y="8774"/>
                </a:lnTo>
                <a:lnTo>
                  <a:pt x="123553" y="8781"/>
                </a:lnTo>
                <a:lnTo>
                  <a:pt x="123543" y="8788"/>
                </a:lnTo>
                <a:lnTo>
                  <a:pt x="123534" y="8795"/>
                </a:lnTo>
                <a:lnTo>
                  <a:pt x="123524" y="8802"/>
                </a:lnTo>
                <a:lnTo>
                  <a:pt x="123516" y="8809"/>
                </a:lnTo>
                <a:lnTo>
                  <a:pt x="123507" y="8816"/>
                </a:lnTo>
                <a:lnTo>
                  <a:pt x="123499" y="8823"/>
                </a:lnTo>
                <a:lnTo>
                  <a:pt x="123491" y="8831"/>
                </a:lnTo>
                <a:lnTo>
                  <a:pt x="123484" y="8838"/>
                </a:lnTo>
                <a:lnTo>
                  <a:pt x="123477" y="8845"/>
                </a:lnTo>
                <a:lnTo>
                  <a:pt x="123470" y="8853"/>
                </a:lnTo>
                <a:lnTo>
                  <a:pt x="123464" y="8860"/>
                </a:lnTo>
                <a:lnTo>
                  <a:pt x="123458" y="8868"/>
                </a:lnTo>
                <a:lnTo>
                  <a:pt x="123453" y="8875"/>
                </a:lnTo>
                <a:lnTo>
                  <a:pt x="123448" y="8883"/>
                </a:lnTo>
                <a:lnTo>
                  <a:pt x="123443" y="8891"/>
                </a:lnTo>
                <a:lnTo>
                  <a:pt x="123439" y="8899"/>
                </a:lnTo>
                <a:lnTo>
                  <a:pt x="123434" y="8907"/>
                </a:lnTo>
                <a:lnTo>
                  <a:pt x="123430" y="8915"/>
                </a:lnTo>
                <a:lnTo>
                  <a:pt x="123426" y="8923"/>
                </a:lnTo>
                <a:lnTo>
                  <a:pt x="123422" y="8932"/>
                </a:lnTo>
                <a:lnTo>
                  <a:pt x="123419" y="8940"/>
                </a:lnTo>
                <a:lnTo>
                  <a:pt x="123415" y="8949"/>
                </a:lnTo>
                <a:lnTo>
                  <a:pt x="123412" y="8958"/>
                </a:lnTo>
                <a:lnTo>
                  <a:pt x="123409" y="8967"/>
                </a:lnTo>
                <a:lnTo>
                  <a:pt x="123407" y="8976"/>
                </a:lnTo>
                <a:lnTo>
                  <a:pt x="123404" y="8985"/>
                </a:lnTo>
                <a:lnTo>
                  <a:pt x="123402" y="8995"/>
                </a:lnTo>
                <a:lnTo>
                  <a:pt x="123400" y="9005"/>
                </a:lnTo>
                <a:lnTo>
                  <a:pt x="123398" y="9014"/>
                </a:lnTo>
                <a:lnTo>
                  <a:pt x="123396" y="9024"/>
                </a:lnTo>
                <a:lnTo>
                  <a:pt x="123394" y="9034"/>
                </a:lnTo>
                <a:lnTo>
                  <a:pt x="123393" y="9044"/>
                </a:lnTo>
                <a:lnTo>
                  <a:pt x="123392" y="9055"/>
                </a:lnTo>
                <a:lnTo>
                  <a:pt x="123391" y="9065"/>
                </a:lnTo>
                <a:lnTo>
                  <a:pt x="123390" y="9076"/>
                </a:lnTo>
                <a:lnTo>
                  <a:pt x="123390" y="9087"/>
                </a:lnTo>
                <a:lnTo>
                  <a:pt x="123390" y="9098"/>
                </a:lnTo>
                <a:lnTo>
                  <a:pt x="123389" y="9109"/>
                </a:lnTo>
                <a:lnTo>
                  <a:pt x="123389" y="18243"/>
                </a:lnTo>
                <a:lnTo>
                  <a:pt x="123390" y="18379"/>
                </a:lnTo>
                <a:lnTo>
                  <a:pt x="123391" y="18513"/>
                </a:lnTo>
                <a:lnTo>
                  <a:pt x="123394" y="18645"/>
                </a:lnTo>
                <a:lnTo>
                  <a:pt x="123397" y="18776"/>
                </a:lnTo>
                <a:lnTo>
                  <a:pt x="123401" y="18905"/>
                </a:lnTo>
                <a:lnTo>
                  <a:pt x="123407" y="19032"/>
                </a:lnTo>
                <a:lnTo>
                  <a:pt x="123413" y="19157"/>
                </a:lnTo>
                <a:lnTo>
                  <a:pt x="123420" y="19281"/>
                </a:lnTo>
                <a:lnTo>
                  <a:pt x="123428" y="19403"/>
                </a:lnTo>
                <a:lnTo>
                  <a:pt x="123437" y="19523"/>
                </a:lnTo>
                <a:lnTo>
                  <a:pt x="123447" y="19642"/>
                </a:lnTo>
                <a:lnTo>
                  <a:pt x="123458" y="19759"/>
                </a:lnTo>
                <a:lnTo>
                  <a:pt x="123470" y="19874"/>
                </a:lnTo>
                <a:lnTo>
                  <a:pt x="123483" y="19988"/>
                </a:lnTo>
                <a:lnTo>
                  <a:pt x="123497" y="20100"/>
                </a:lnTo>
                <a:lnTo>
                  <a:pt x="123512" y="20210"/>
                </a:lnTo>
                <a:lnTo>
                  <a:pt x="123528" y="20318"/>
                </a:lnTo>
                <a:lnTo>
                  <a:pt x="123545" y="20425"/>
                </a:lnTo>
                <a:lnTo>
                  <a:pt x="123562" y="20530"/>
                </a:lnTo>
                <a:lnTo>
                  <a:pt x="123581" y="20633"/>
                </a:lnTo>
                <a:lnTo>
                  <a:pt x="123601" y="20734"/>
                </a:lnTo>
                <a:lnTo>
                  <a:pt x="123621" y="20834"/>
                </a:lnTo>
                <a:lnTo>
                  <a:pt x="123643" y="20932"/>
                </a:lnTo>
                <a:lnTo>
                  <a:pt x="123665" y="21029"/>
                </a:lnTo>
                <a:lnTo>
                  <a:pt x="123689" y="21124"/>
                </a:lnTo>
                <a:lnTo>
                  <a:pt x="123714" y="21218"/>
                </a:lnTo>
                <a:lnTo>
                  <a:pt x="123740" y="21311"/>
                </a:lnTo>
                <a:lnTo>
                  <a:pt x="123767" y="21403"/>
                </a:lnTo>
                <a:lnTo>
                  <a:pt x="123796" y="21494"/>
                </a:lnTo>
                <a:lnTo>
                  <a:pt x="123826" y="21584"/>
                </a:lnTo>
                <a:lnTo>
                  <a:pt x="123857" y="21673"/>
                </a:lnTo>
                <a:lnTo>
                  <a:pt x="123889" y="21761"/>
                </a:lnTo>
                <a:lnTo>
                  <a:pt x="123923" y="21848"/>
                </a:lnTo>
                <a:lnTo>
                  <a:pt x="123957" y="21934"/>
                </a:lnTo>
                <a:lnTo>
                  <a:pt x="123993" y="22019"/>
                </a:lnTo>
                <a:lnTo>
                  <a:pt x="124031" y="22103"/>
                </a:lnTo>
                <a:lnTo>
                  <a:pt x="124069" y="22187"/>
                </a:lnTo>
                <a:lnTo>
                  <a:pt x="124109" y="22269"/>
                </a:lnTo>
                <a:lnTo>
                  <a:pt x="124150" y="22350"/>
                </a:lnTo>
                <a:lnTo>
                  <a:pt x="124193" y="22430"/>
                </a:lnTo>
                <a:lnTo>
                  <a:pt x="124236" y="22509"/>
                </a:lnTo>
                <a:lnTo>
                  <a:pt x="124281" y="22588"/>
                </a:lnTo>
                <a:lnTo>
                  <a:pt x="124327" y="22665"/>
                </a:lnTo>
                <a:lnTo>
                  <a:pt x="124374" y="22741"/>
                </a:lnTo>
                <a:lnTo>
                  <a:pt x="124423" y="22816"/>
                </a:lnTo>
                <a:lnTo>
                  <a:pt x="124473" y="22891"/>
                </a:lnTo>
                <a:lnTo>
                  <a:pt x="124524" y="22964"/>
                </a:lnTo>
                <a:lnTo>
                  <a:pt x="124576" y="23036"/>
                </a:lnTo>
                <a:lnTo>
                  <a:pt x="124630" y="23107"/>
                </a:lnTo>
                <a:lnTo>
                  <a:pt x="124685" y="23177"/>
                </a:lnTo>
                <a:lnTo>
                  <a:pt x="124741" y="23246"/>
                </a:lnTo>
                <a:lnTo>
                  <a:pt x="124799" y="23313"/>
                </a:lnTo>
                <a:lnTo>
                  <a:pt x="124858" y="23379"/>
                </a:lnTo>
                <a:lnTo>
                  <a:pt x="124918" y="23444"/>
                </a:lnTo>
                <a:lnTo>
                  <a:pt x="124980" y="23508"/>
                </a:lnTo>
                <a:lnTo>
                  <a:pt x="125043" y="23570"/>
                </a:lnTo>
                <a:lnTo>
                  <a:pt x="125108" y="23632"/>
                </a:lnTo>
                <a:lnTo>
                  <a:pt x="125173" y="23691"/>
                </a:lnTo>
                <a:lnTo>
                  <a:pt x="125241" y="23750"/>
                </a:lnTo>
                <a:lnTo>
                  <a:pt x="125309" y="23808"/>
                </a:lnTo>
                <a:lnTo>
                  <a:pt x="125379" y="23864"/>
                </a:lnTo>
                <a:lnTo>
                  <a:pt x="125451" y="23919"/>
                </a:lnTo>
                <a:lnTo>
                  <a:pt x="125523" y="23972"/>
                </a:lnTo>
                <a:lnTo>
                  <a:pt x="125597" y="24025"/>
                </a:lnTo>
                <a:lnTo>
                  <a:pt x="125673" y="24076"/>
                </a:lnTo>
                <a:lnTo>
                  <a:pt x="125750" y="24126"/>
                </a:lnTo>
                <a:lnTo>
                  <a:pt x="125828" y="24175"/>
                </a:lnTo>
                <a:lnTo>
                  <a:pt x="125907" y="24222"/>
                </a:lnTo>
                <a:lnTo>
                  <a:pt x="125988" y="24268"/>
                </a:lnTo>
                <a:lnTo>
                  <a:pt x="126070" y="24313"/>
                </a:lnTo>
                <a:lnTo>
                  <a:pt x="126154" y="24357"/>
                </a:lnTo>
                <a:lnTo>
                  <a:pt x="126239" y="24399"/>
                </a:lnTo>
                <a:lnTo>
                  <a:pt x="126325" y="24440"/>
                </a:lnTo>
                <a:lnTo>
                  <a:pt x="126414" y="24479"/>
                </a:lnTo>
                <a:lnTo>
                  <a:pt x="126503" y="24517"/>
                </a:lnTo>
                <a:lnTo>
                  <a:pt x="126595" y="24553"/>
                </a:lnTo>
                <a:lnTo>
                  <a:pt x="126688" y="24587"/>
                </a:lnTo>
                <a:lnTo>
                  <a:pt x="126783" y="24619"/>
                </a:lnTo>
                <a:lnTo>
                  <a:pt x="126879" y="24649"/>
                </a:lnTo>
                <a:lnTo>
                  <a:pt x="126977" y="24678"/>
                </a:lnTo>
                <a:lnTo>
                  <a:pt x="127077" y="24705"/>
                </a:lnTo>
                <a:lnTo>
                  <a:pt x="127178" y="24730"/>
                </a:lnTo>
                <a:lnTo>
                  <a:pt x="127281" y="24754"/>
                </a:lnTo>
                <a:lnTo>
                  <a:pt x="127386" y="24776"/>
                </a:lnTo>
                <a:lnTo>
                  <a:pt x="127492" y="24796"/>
                </a:lnTo>
                <a:lnTo>
                  <a:pt x="127600" y="24814"/>
                </a:lnTo>
                <a:lnTo>
                  <a:pt x="127710" y="24831"/>
                </a:lnTo>
                <a:lnTo>
                  <a:pt x="127821" y="24845"/>
                </a:lnTo>
                <a:lnTo>
                  <a:pt x="127934" y="24858"/>
                </a:lnTo>
                <a:lnTo>
                  <a:pt x="128049" y="24870"/>
                </a:lnTo>
                <a:lnTo>
                  <a:pt x="128165" y="24879"/>
                </a:lnTo>
                <a:lnTo>
                  <a:pt x="128283" y="24887"/>
                </a:lnTo>
                <a:lnTo>
                  <a:pt x="128402" y="24893"/>
                </a:lnTo>
                <a:lnTo>
                  <a:pt x="128523" y="24898"/>
                </a:lnTo>
                <a:lnTo>
                  <a:pt x="128646" y="24900"/>
                </a:lnTo>
                <a:lnTo>
                  <a:pt x="128771" y="24901"/>
                </a:lnTo>
                <a:lnTo>
                  <a:pt x="128878" y="24900"/>
                </a:lnTo>
                <a:lnTo>
                  <a:pt x="128985" y="24897"/>
                </a:lnTo>
                <a:lnTo>
                  <a:pt x="129092" y="24891"/>
                </a:lnTo>
                <a:lnTo>
                  <a:pt x="129199" y="24883"/>
                </a:lnTo>
                <a:lnTo>
                  <a:pt x="129306" y="24873"/>
                </a:lnTo>
                <a:lnTo>
                  <a:pt x="129412" y="24860"/>
                </a:lnTo>
                <a:lnTo>
                  <a:pt x="129519" y="24845"/>
                </a:lnTo>
                <a:lnTo>
                  <a:pt x="129625" y="24828"/>
                </a:lnTo>
                <a:lnTo>
                  <a:pt x="129731" y="24809"/>
                </a:lnTo>
                <a:lnTo>
                  <a:pt x="129837" y="24787"/>
                </a:lnTo>
                <a:lnTo>
                  <a:pt x="129943" y="24764"/>
                </a:lnTo>
                <a:lnTo>
                  <a:pt x="130049" y="24737"/>
                </a:lnTo>
                <a:lnTo>
                  <a:pt x="130155" y="24709"/>
                </a:lnTo>
                <a:lnTo>
                  <a:pt x="130261" y="24678"/>
                </a:lnTo>
                <a:lnTo>
                  <a:pt x="130366" y="24645"/>
                </a:lnTo>
                <a:lnTo>
                  <a:pt x="130472" y="24610"/>
                </a:lnTo>
                <a:lnTo>
                  <a:pt x="130577" y="24572"/>
                </a:lnTo>
                <a:lnTo>
                  <a:pt x="130682" y="24533"/>
                </a:lnTo>
                <a:lnTo>
                  <a:pt x="130787" y="24490"/>
                </a:lnTo>
                <a:lnTo>
                  <a:pt x="130892" y="24446"/>
                </a:lnTo>
                <a:lnTo>
                  <a:pt x="130997" y="24399"/>
                </a:lnTo>
                <a:lnTo>
                  <a:pt x="131102" y="24350"/>
                </a:lnTo>
                <a:lnTo>
                  <a:pt x="131207" y="24299"/>
                </a:lnTo>
                <a:lnTo>
                  <a:pt x="131311" y="24246"/>
                </a:lnTo>
                <a:lnTo>
                  <a:pt x="131416" y="24190"/>
                </a:lnTo>
                <a:lnTo>
                  <a:pt x="131520" y="24131"/>
                </a:lnTo>
                <a:lnTo>
                  <a:pt x="131625" y="24070"/>
                </a:lnTo>
                <a:lnTo>
                  <a:pt x="131730" y="24006"/>
                </a:lnTo>
                <a:lnTo>
                  <a:pt x="131835" y="23939"/>
                </a:lnTo>
                <a:lnTo>
                  <a:pt x="131940" y="23869"/>
                </a:lnTo>
                <a:lnTo>
                  <a:pt x="132045" y="23797"/>
                </a:lnTo>
                <a:lnTo>
                  <a:pt x="132150" y="23723"/>
                </a:lnTo>
                <a:lnTo>
                  <a:pt x="132256" y="23645"/>
                </a:lnTo>
                <a:lnTo>
                  <a:pt x="132361" y="23565"/>
                </a:lnTo>
                <a:lnTo>
                  <a:pt x="132467" y="23482"/>
                </a:lnTo>
                <a:lnTo>
                  <a:pt x="132573" y="23396"/>
                </a:lnTo>
                <a:lnTo>
                  <a:pt x="132679" y="23308"/>
                </a:lnTo>
                <a:lnTo>
                  <a:pt x="132785" y="23217"/>
                </a:lnTo>
                <a:lnTo>
                  <a:pt x="132891" y="23124"/>
                </a:lnTo>
                <a:lnTo>
                  <a:pt x="132997" y="23027"/>
                </a:lnTo>
                <a:lnTo>
                  <a:pt x="133104" y="22928"/>
                </a:lnTo>
                <a:lnTo>
                  <a:pt x="133210" y="22827"/>
                </a:lnTo>
                <a:lnTo>
                  <a:pt x="133317" y="22722"/>
                </a:lnTo>
                <a:lnTo>
                  <a:pt x="133423" y="22615"/>
                </a:lnTo>
                <a:lnTo>
                  <a:pt x="133530" y="22506"/>
                </a:lnTo>
                <a:lnTo>
                  <a:pt x="133637" y="22393"/>
                </a:lnTo>
                <a:lnTo>
                  <a:pt x="133744" y="22278"/>
                </a:lnTo>
                <a:lnTo>
                  <a:pt x="133851" y="22160"/>
                </a:lnTo>
                <a:lnTo>
                  <a:pt x="133851" y="24149"/>
                </a:lnTo>
                <a:lnTo>
                  <a:pt x="133851" y="24160"/>
                </a:lnTo>
                <a:lnTo>
                  <a:pt x="133852" y="24171"/>
                </a:lnTo>
                <a:lnTo>
                  <a:pt x="133852" y="24182"/>
                </a:lnTo>
                <a:lnTo>
                  <a:pt x="133853" y="24193"/>
                </a:lnTo>
                <a:lnTo>
                  <a:pt x="133853" y="24203"/>
                </a:lnTo>
                <a:lnTo>
                  <a:pt x="133854" y="24213"/>
                </a:lnTo>
                <a:lnTo>
                  <a:pt x="133856" y="24224"/>
                </a:lnTo>
                <a:lnTo>
                  <a:pt x="133857" y="24234"/>
                </a:lnTo>
                <a:lnTo>
                  <a:pt x="133858" y="24244"/>
                </a:lnTo>
                <a:lnTo>
                  <a:pt x="133860" y="24253"/>
                </a:lnTo>
                <a:lnTo>
                  <a:pt x="133862" y="24263"/>
                </a:lnTo>
                <a:lnTo>
                  <a:pt x="133864" y="24272"/>
                </a:lnTo>
                <a:lnTo>
                  <a:pt x="133866" y="24282"/>
                </a:lnTo>
                <a:lnTo>
                  <a:pt x="133868" y="24291"/>
                </a:lnTo>
                <a:lnTo>
                  <a:pt x="133871" y="24300"/>
                </a:lnTo>
                <a:lnTo>
                  <a:pt x="133874" y="24309"/>
                </a:lnTo>
                <a:lnTo>
                  <a:pt x="133876" y="24318"/>
                </a:lnTo>
                <a:lnTo>
                  <a:pt x="133880" y="24326"/>
                </a:lnTo>
                <a:lnTo>
                  <a:pt x="133883" y="24335"/>
                </a:lnTo>
                <a:lnTo>
                  <a:pt x="133886" y="24343"/>
                </a:lnTo>
                <a:lnTo>
                  <a:pt x="133890" y="24351"/>
                </a:lnTo>
                <a:lnTo>
                  <a:pt x="133893" y="24359"/>
                </a:lnTo>
                <a:lnTo>
                  <a:pt x="133897" y="24367"/>
                </a:lnTo>
                <a:lnTo>
                  <a:pt x="133901" y="24375"/>
                </a:lnTo>
                <a:lnTo>
                  <a:pt x="133906" y="24382"/>
                </a:lnTo>
                <a:lnTo>
                  <a:pt x="133910" y="24390"/>
                </a:lnTo>
                <a:lnTo>
                  <a:pt x="133915" y="24397"/>
                </a:lnTo>
                <a:lnTo>
                  <a:pt x="133921" y="24405"/>
                </a:lnTo>
                <a:lnTo>
                  <a:pt x="133926" y="24412"/>
                </a:lnTo>
                <a:lnTo>
                  <a:pt x="133932" y="24419"/>
                </a:lnTo>
                <a:lnTo>
                  <a:pt x="133939" y="24426"/>
                </a:lnTo>
                <a:lnTo>
                  <a:pt x="133945" y="24433"/>
                </a:lnTo>
                <a:lnTo>
                  <a:pt x="133952" y="24440"/>
                </a:lnTo>
                <a:lnTo>
                  <a:pt x="133959" y="24447"/>
                </a:lnTo>
                <a:lnTo>
                  <a:pt x="133967" y="24454"/>
                </a:lnTo>
                <a:lnTo>
                  <a:pt x="133975" y="24460"/>
                </a:lnTo>
                <a:lnTo>
                  <a:pt x="133983" y="24467"/>
                </a:lnTo>
                <a:lnTo>
                  <a:pt x="133991" y="24473"/>
                </a:lnTo>
                <a:lnTo>
                  <a:pt x="134000" y="24480"/>
                </a:lnTo>
                <a:lnTo>
                  <a:pt x="134009" y="24486"/>
                </a:lnTo>
                <a:lnTo>
                  <a:pt x="134019" y="24492"/>
                </a:lnTo>
                <a:lnTo>
                  <a:pt x="134028" y="24499"/>
                </a:lnTo>
                <a:lnTo>
                  <a:pt x="134038" y="24505"/>
                </a:lnTo>
                <a:lnTo>
                  <a:pt x="134049" y="24511"/>
                </a:lnTo>
                <a:lnTo>
                  <a:pt x="134060" y="24516"/>
                </a:lnTo>
                <a:lnTo>
                  <a:pt x="134071" y="24522"/>
                </a:lnTo>
                <a:lnTo>
                  <a:pt x="134082" y="24528"/>
                </a:lnTo>
                <a:lnTo>
                  <a:pt x="134094" y="24534"/>
                </a:lnTo>
                <a:lnTo>
                  <a:pt x="134106" y="24539"/>
                </a:lnTo>
                <a:lnTo>
                  <a:pt x="134118" y="24544"/>
                </a:lnTo>
                <a:lnTo>
                  <a:pt x="134131" y="24550"/>
                </a:lnTo>
                <a:lnTo>
                  <a:pt x="134144" y="24555"/>
                </a:lnTo>
                <a:lnTo>
                  <a:pt x="134157" y="24560"/>
                </a:lnTo>
                <a:lnTo>
                  <a:pt x="134171" y="24565"/>
                </a:lnTo>
                <a:lnTo>
                  <a:pt x="134185" y="24570"/>
                </a:lnTo>
                <a:lnTo>
                  <a:pt x="134199" y="24574"/>
                </a:lnTo>
                <a:lnTo>
                  <a:pt x="134214" y="24579"/>
                </a:lnTo>
                <a:lnTo>
                  <a:pt x="134229" y="24583"/>
                </a:lnTo>
                <a:lnTo>
                  <a:pt x="134245" y="24588"/>
                </a:lnTo>
                <a:lnTo>
                  <a:pt x="134261" y="24592"/>
                </a:lnTo>
                <a:lnTo>
                  <a:pt x="134277" y="24596"/>
                </a:lnTo>
                <a:lnTo>
                  <a:pt x="134293" y="24600"/>
                </a:lnTo>
                <a:lnTo>
                  <a:pt x="134310" y="24604"/>
                </a:lnTo>
                <a:lnTo>
                  <a:pt x="134328" y="24608"/>
                </a:lnTo>
                <a:lnTo>
                  <a:pt x="134345" y="24611"/>
                </a:lnTo>
                <a:lnTo>
                  <a:pt x="134363" y="24615"/>
                </a:lnTo>
                <a:lnTo>
                  <a:pt x="134381" y="24618"/>
                </a:lnTo>
                <a:lnTo>
                  <a:pt x="134400" y="24622"/>
                </a:lnTo>
                <a:lnTo>
                  <a:pt x="134419" y="24625"/>
                </a:lnTo>
                <a:lnTo>
                  <a:pt x="134438" y="24628"/>
                </a:lnTo>
                <a:lnTo>
                  <a:pt x="134458" y="24631"/>
                </a:lnTo>
                <a:lnTo>
                  <a:pt x="134478" y="24634"/>
                </a:lnTo>
                <a:lnTo>
                  <a:pt x="134498" y="24637"/>
                </a:lnTo>
                <a:lnTo>
                  <a:pt x="134519" y="24639"/>
                </a:lnTo>
                <a:lnTo>
                  <a:pt x="134541" y="24642"/>
                </a:lnTo>
                <a:lnTo>
                  <a:pt x="134563" y="24644"/>
                </a:lnTo>
                <a:lnTo>
                  <a:pt x="134585" y="24646"/>
                </a:lnTo>
                <a:lnTo>
                  <a:pt x="134608" y="24648"/>
                </a:lnTo>
                <a:lnTo>
                  <a:pt x="134631" y="24650"/>
                </a:lnTo>
                <a:lnTo>
                  <a:pt x="134655" y="24652"/>
                </a:lnTo>
                <a:lnTo>
                  <a:pt x="134680" y="24654"/>
                </a:lnTo>
                <a:lnTo>
                  <a:pt x="134705" y="24656"/>
                </a:lnTo>
                <a:lnTo>
                  <a:pt x="134730" y="24657"/>
                </a:lnTo>
                <a:lnTo>
                  <a:pt x="134756" y="24659"/>
                </a:lnTo>
                <a:lnTo>
                  <a:pt x="134782" y="24660"/>
                </a:lnTo>
                <a:lnTo>
                  <a:pt x="134809" y="24661"/>
                </a:lnTo>
                <a:lnTo>
                  <a:pt x="134836" y="24663"/>
                </a:lnTo>
                <a:lnTo>
                  <a:pt x="134864" y="24664"/>
                </a:lnTo>
                <a:lnTo>
                  <a:pt x="134893" y="24664"/>
                </a:lnTo>
                <a:lnTo>
                  <a:pt x="134921" y="24665"/>
                </a:lnTo>
                <a:lnTo>
                  <a:pt x="134951" y="24666"/>
                </a:lnTo>
                <a:lnTo>
                  <a:pt x="134981" y="24666"/>
                </a:lnTo>
                <a:lnTo>
                  <a:pt x="135011" y="24667"/>
                </a:lnTo>
                <a:lnTo>
                  <a:pt x="135042" y="24667"/>
                </a:lnTo>
                <a:lnTo>
                  <a:pt x="135073" y="24667"/>
                </a:lnTo>
                <a:lnTo>
                  <a:pt x="135105" y="24667"/>
                </a:lnTo>
                <a:lnTo>
                  <a:pt x="135134" y="24667"/>
                </a:lnTo>
                <a:lnTo>
                  <a:pt x="135162" y="24667"/>
                </a:lnTo>
                <a:lnTo>
                  <a:pt x="135191" y="24667"/>
                </a:lnTo>
                <a:lnTo>
                  <a:pt x="135219" y="24666"/>
                </a:lnTo>
                <a:lnTo>
                  <a:pt x="135246" y="24666"/>
                </a:lnTo>
                <a:lnTo>
                  <a:pt x="135273" y="24665"/>
                </a:lnTo>
                <a:lnTo>
                  <a:pt x="135300" y="24664"/>
                </a:lnTo>
                <a:lnTo>
                  <a:pt x="135327" y="24664"/>
                </a:lnTo>
                <a:lnTo>
                  <a:pt x="135353" y="24663"/>
                </a:lnTo>
                <a:lnTo>
                  <a:pt x="135378" y="24661"/>
                </a:lnTo>
                <a:lnTo>
                  <a:pt x="135404" y="24660"/>
                </a:lnTo>
                <a:lnTo>
                  <a:pt x="135429" y="24659"/>
                </a:lnTo>
                <a:lnTo>
                  <a:pt x="135453" y="24657"/>
                </a:lnTo>
                <a:lnTo>
                  <a:pt x="135477" y="24656"/>
                </a:lnTo>
                <a:lnTo>
                  <a:pt x="135501" y="24654"/>
                </a:lnTo>
                <a:lnTo>
                  <a:pt x="135524" y="24652"/>
                </a:lnTo>
                <a:lnTo>
                  <a:pt x="135547" y="24650"/>
                </a:lnTo>
                <a:lnTo>
                  <a:pt x="135570" y="24648"/>
                </a:lnTo>
                <a:lnTo>
                  <a:pt x="135592" y="24646"/>
                </a:lnTo>
                <a:lnTo>
                  <a:pt x="135614" y="24644"/>
                </a:lnTo>
                <a:lnTo>
                  <a:pt x="135636" y="24642"/>
                </a:lnTo>
                <a:lnTo>
                  <a:pt x="135657" y="24639"/>
                </a:lnTo>
                <a:lnTo>
                  <a:pt x="135678" y="24637"/>
                </a:lnTo>
                <a:lnTo>
                  <a:pt x="135698" y="24634"/>
                </a:lnTo>
                <a:lnTo>
                  <a:pt x="135718" y="24631"/>
                </a:lnTo>
                <a:lnTo>
                  <a:pt x="135738" y="24628"/>
                </a:lnTo>
                <a:lnTo>
                  <a:pt x="135757" y="24625"/>
                </a:lnTo>
                <a:lnTo>
                  <a:pt x="135776" y="24622"/>
                </a:lnTo>
                <a:lnTo>
                  <a:pt x="135795" y="24618"/>
                </a:lnTo>
                <a:lnTo>
                  <a:pt x="135813" y="24615"/>
                </a:lnTo>
                <a:lnTo>
                  <a:pt x="135832" y="24611"/>
                </a:lnTo>
                <a:lnTo>
                  <a:pt x="135849" y="24608"/>
                </a:lnTo>
                <a:lnTo>
                  <a:pt x="135867" y="24604"/>
                </a:lnTo>
                <a:lnTo>
                  <a:pt x="135884" y="24600"/>
                </a:lnTo>
                <a:lnTo>
                  <a:pt x="135901" y="24596"/>
                </a:lnTo>
                <a:lnTo>
                  <a:pt x="135917" y="24592"/>
                </a:lnTo>
                <a:lnTo>
                  <a:pt x="135934" y="24588"/>
                </a:lnTo>
                <a:lnTo>
                  <a:pt x="135949" y="24583"/>
                </a:lnTo>
                <a:lnTo>
                  <a:pt x="135965" y="24579"/>
                </a:lnTo>
                <a:lnTo>
                  <a:pt x="135980" y="24574"/>
                </a:lnTo>
                <a:lnTo>
                  <a:pt x="135995" y="24570"/>
                </a:lnTo>
                <a:lnTo>
                  <a:pt x="136010" y="24565"/>
                </a:lnTo>
                <a:lnTo>
                  <a:pt x="136024" y="24560"/>
                </a:lnTo>
                <a:lnTo>
                  <a:pt x="136038" y="24555"/>
                </a:lnTo>
                <a:lnTo>
                  <a:pt x="136052" y="24550"/>
                </a:lnTo>
                <a:lnTo>
                  <a:pt x="136065" y="24544"/>
                </a:lnTo>
                <a:lnTo>
                  <a:pt x="136078" y="24539"/>
                </a:lnTo>
                <a:lnTo>
                  <a:pt x="136091" y="24534"/>
                </a:lnTo>
                <a:lnTo>
                  <a:pt x="136103" y="24528"/>
                </a:lnTo>
                <a:lnTo>
                  <a:pt x="136115" y="24522"/>
                </a:lnTo>
                <a:lnTo>
                  <a:pt x="136127" y="24516"/>
                </a:lnTo>
                <a:lnTo>
                  <a:pt x="136138" y="24511"/>
                </a:lnTo>
                <a:lnTo>
                  <a:pt x="136149" y="24505"/>
                </a:lnTo>
                <a:lnTo>
                  <a:pt x="136160" y="24499"/>
                </a:lnTo>
                <a:lnTo>
                  <a:pt x="136171" y="24492"/>
                </a:lnTo>
                <a:lnTo>
                  <a:pt x="136181" y="24486"/>
                </a:lnTo>
                <a:lnTo>
                  <a:pt x="136191" y="24480"/>
                </a:lnTo>
                <a:lnTo>
                  <a:pt x="136200" y="24473"/>
                </a:lnTo>
                <a:lnTo>
                  <a:pt x="136209" y="24467"/>
                </a:lnTo>
                <a:lnTo>
                  <a:pt x="136218" y="24460"/>
                </a:lnTo>
                <a:lnTo>
                  <a:pt x="136227" y="24454"/>
                </a:lnTo>
                <a:lnTo>
                  <a:pt x="136235" y="24447"/>
                </a:lnTo>
                <a:lnTo>
                  <a:pt x="136243" y="24440"/>
                </a:lnTo>
                <a:lnTo>
                  <a:pt x="136250" y="24433"/>
                </a:lnTo>
                <a:lnTo>
                  <a:pt x="136258" y="24426"/>
                </a:lnTo>
                <a:lnTo>
                  <a:pt x="136265" y="24419"/>
                </a:lnTo>
                <a:lnTo>
                  <a:pt x="136271" y="24412"/>
                </a:lnTo>
                <a:lnTo>
                  <a:pt x="136278" y="24405"/>
                </a:lnTo>
                <a:lnTo>
                  <a:pt x="136284" y="24397"/>
                </a:lnTo>
                <a:lnTo>
                  <a:pt x="136289" y="24390"/>
                </a:lnTo>
                <a:lnTo>
                  <a:pt x="136295" y="24382"/>
                </a:lnTo>
                <a:lnTo>
                  <a:pt x="136300" y="24375"/>
                </a:lnTo>
                <a:lnTo>
                  <a:pt x="136304" y="24367"/>
                </a:lnTo>
                <a:lnTo>
                  <a:pt x="136309" y="24359"/>
                </a:lnTo>
                <a:lnTo>
                  <a:pt x="136313" y="24351"/>
                </a:lnTo>
                <a:lnTo>
                  <a:pt x="136318" y="24343"/>
                </a:lnTo>
                <a:lnTo>
                  <a:pt x="136321" y="24335"/>
                </a:lnTo>
                <a:lnTo>
                  <a:pt x="136325" y="24326"/>
                </a:lnTo>
                <a:lnTo>
                  <a:pt x="136329" y="24318"/>
                </a:lnTo>
                <a:lnTo>
                  <a:pt x="136332" y="24309"/>
                </a:lnTo>
                <a:lnTo>
                  <a:pt x="136335" y="24300"/>
                </a:lnTo>
                <a:lnTo>
                  <a:pt x="136338" y="24291"/>
                </a:lnTo>
                <a:lnTo>
                  <a:pt x="136341" y="24282"/>
                </a:lnTo>
                <a:lnTo>
                  <a:pt x="136344" y="24272"/>
                </a:lnTo>
                <a:lnTo>
                  <a:pt x="136346" y="24263"/>
                </a:lnTo>
                <a:lnTo>
                  <a:pt x="136348" y="24253"/>
                </a:lnTo>
                <a:lnTo>
                  <a:pt x="136350" y="24244"/>
                </a:lnTo>
                <a:lnTo>
                  <a:pt x="136352" y="24234"/>
                </a:lnTo>
                <a:lnTo>
                  <a:pt x="136353" y="24224"/>
                </a:lnTo>
                <a:lnTo>
                  <a:pt x="136354" y="24213"/>
                </a:lnTo>
                <a:lnTo>
                  <a:pt x="136356" y="24203"/>
                </a:lnTo>
                <a:lnTo>
                  <a:pt x="136357" y="24193"/>
                </a:lnTo>
                <a:lnTo>
                  <a:pt x="136357" y="24182"/>
                </a:lnTo>
                <a:lnTo>
                  <a:pt x="136358" y="24171"/>
                </a:lnTo>
                <a:lnTo>
                  <a:pt x="136358" y="24160"/>
                </a:lnTo>
                <a:lnTo>
                  <a:pt x="136358" y="24149"/>
                </a:lnTo>
                <a:lnTo>
                  <a:pt x="136358" y="9108"/>
                </a:lnTo>
                <a:lnTo>
                  <a:pt x="136358" y="9097"/>
                </a:lnTo>
                <a:lnTo>
                  <a:pt x="136358" y="9086"/>
                </a:lnTo>
                <a:lnTo>
                  <a:pt x="136357" y="9075"/>
                </a:lnTo>
                <a:lnTo>
                  <a:pt x="136356" y="9065"/>
                </a:lnTo>
                <a:lnTo>
                  <a:pt x="136355" y="9054"/>
                </a:lnTo>
                <a:close/>
                <a:moveTo>
                  <a:pt x="368012" y="3573"/>
                </a:moveTo>
                <a:lnTo>
                  <a:pt x="368004" y="3507"/>
                </a:lnTo>
                <a:lnTo>
                  <a:pt x="367994" y="3444"/>
                </a:lnTo>
                <a:lnTo>
                  <a:pt x="367984" y="3382"/>
                </a:lnTo>
                <a:lnTo>
                  <a:pt x="367972" y="3323"/>
                </a:lnTo>
                <a:lnTo>
                  <a:pt x="367959" y="3266"/>
                </a:lnTo>
                <a:lnTo>
                  <a:pt x="367944" y="3211"/>
                </a:lnTo>
                <a:lnTo>
                  <a:pt x="367929" y="3158"/>
                </a:lnTo>
                <a:lnTo>
                  <a:pt x="367912" y="3107"/>
                </a:lnTo>
                <a:lnTo>
                  <a:pt x="367894" y="3058"/>
                </a:lnTo>
                <a:lnTo>
                  <a:pt x="367875" y="3012"/>
                </a:lnTo>
                <a:lnTo>
                  <a:pt x="367854" y="2967"/>
                </a:lnTo>
                <a:lnTo>
                  <a:pt x="367832" y="2925"/>
                </a:lnTo>
                <a:lnTo>
                  <a:pt x="367809" y="2885"/>
                </a:lnTo>
                <a:lnTo>
                  <a:pt x="367785" y="2847"/>
                </a:lnTo>
                <a:lnTo>
                  <a:pt x="367759" y="2811"/>
                </a:lnTo>
                <a:lnTo>
                  <a:pt x="367732" y="2777"/>
                </a:lnTo>
                <a:lnTo>
                  <a:pt x="367704" y="2745"/>
                </a:lnTo>
                <a:lnTo>
                  <a:pt x="367675" y="2716"/>
                </a:lnTo>
                <a:lnTo>
                  <a:pt x="367644" y="2688"/>
                </a:lnTo>
                <a:lnTo>
                  <a:pt x="367611" y="2661"/>
                </a:lnTo>
                <a:lnTo>
                  <a:pt x="367576" y="2635"/>
                </a:lnTo>
                <a:lnTo>
                  <a:pt x="367538" y="2611"/>
                </a:lnTo>
                <a:lnTo>
                  <a:pt x="367499" y="2588"/>
                </a:lnTo>
                <a:lnTo>
                  <a:pt x="367457" y="2566"/>
                </a:lnTo>
                <a:lnTo>
                  <a:pt x="367413" y="2545"/>
                </a:lnTo>
                <a:lnTo>
                  <a:pt x="367368" y="2525"/>
                </a:lnTo>
                <a:lnTo>
                  <a:pt x="367320" y="2507"/>
                </a:lnTo>
                <a:lnTo>
                  <a:pt x="367270" y="2490"/>
                </a:lnTo>
                <a:lnTo>
                  <a:pt x="367217" y="2474"/>
                </a:lnTo>
                <a:lnTo>
                  <a:pt x="367163" y="2459"/>
                </a:lnTo>
                <a:lnTo>
                  <a:pt x="367107" y="2445"/>
                </a:lnTo>
                <a:lnTo>
                  <a:pt x="367048" y="2433"/>
                </a:lnTo>
                <a:lnTo>
                  <a:pt x="366988" y="2421"/>
                </a:lnTo>
                <a:lnTo>
                  <a:pt x="366925" y="2411"/>
                </a:lnTo>
                <a:lnTo>
                  <a:pt x="366860" y="2402"/>
                </a:lnTo>
                <a:lnTo>
                  <a:pt x="366793" y="2395"/>
                </a:lnTo>
                <a:lnTo>
                  <a:pt x="366724" y="2388"/>
                </a:lnTo>
                <a:lnTo>
                  <a:pt x="366653" y="2383"/>
                </a:lnTo>
                <a:lnTo>
                  <a:pt x="366579" y="2378"/>
                </a:lnTo>
                <a:lnTo>
                  <a:pt x="366504" y="2376"/>
                </a:lnTo>
                <a:lnTo>
                  <a:pt x="366426" y="2374"/>
                </a:lnTo>
                <a:lnTo>
                  <a:pt x="366346" y="2373"/>
                </a:lnTo>
                <a:lnTo>
                  <a:pt x="366265" y="2374"/>
                </a:lnTo>
                <a:lnTo>
                  <a:pt x="366186" y="2376"/>
                </a:lnTo>
                <a:lnTo>
                  <a:pt x="366110" y="2379"/>
                </a:lnTo>
                <a:lnTo>
                  <a:pt x="366035" y="2383"/>
                </a:lnTo>
                <a:lnTo>
                  <a:pt x="365962" y="2388"/>
                </a:lnTo>
                <a:lnTo>
                  <a:pt x="365892" y="2395"/>
                </a:lnTo>
                <a:lnTo>
                  <a:pt x="365824" y="2403"/>
                </a:lnTo>
                <a:lnTo>
                  <a:pt x="365758" y="2412"/>
                </a:lnTo>
                <a:lnTo>
                  <a:pt x="365694" y="2422"/>
                </a:lnTo>
                <a:lnTo>
                  <a:pt x="365632" y="2434"/>
                </a:lnTo>
                <a:lnTo>
                  <a:pt x="365572" y="2447"/>
                </a:lnTo>
                <a:lnTo>
                  <a:pt x="365515" y="2461"/>
                </a:lnTo>
                <a:lnTo>
                  <a:pt x="365460" y="2476"/>
                </a:lnTo>
                <a:lnTo>
                  <a:pt x="365406" y="2493"/>
                </a:lnTo>
                <a:lnTo>
                  <a:pt x="365355" y="2510"/>
                </a:lnTo>
                <a:lnTo>
                  <a:pt x="365306" y="2529"/>
                </a:lnTo>
                <a:lnTo>
                  <a:pt x="365260" y="2549"/>
                </a:lnTo>
                <a:lnTo>
                  <a:pt x="365215" y="2571"/>
                </a:lnTo>
                <a:lnTo>
                  <a:pt x="365173" y="2593"/>
                </a:lnTo>
                <a:lnTo>
                  <a:pt x="365132" y="2617"/>
                </a:lnTo>
                <a:lnTo>
                  <a:pt x="365094" y="2642"/>
                </a:lnTo>
                <a:lnTo>
                  <a:pt x="365058" y="2668"/>
                </a:lnTo>
                <a:lnTo>
                  <a:pt x="365024" y="2695"/>
                </a:lnTo>
                <a:lnTo>
                  <a:pt x="364993" y="2724"/>
                </a:lnTo>
                <a:lnTo>
                  <a:pt x="364963" y="2754"/>
                </a:lnTo>
                <a:lnTo>
                  <a:pt x="364934" y="2787"/>
                </a:lnTo>
                <a:lnTo>
                  <a:pt x="364906" y="2821"/>
                </a:lnTo>
                <a:lnTo>
                  <a:pt x="364880" y="2858"/>
                </a:lnTo>
                <a:lnTo>
                  <a:pt x="364855" y="2897"/>
                </a:lnTo>
                <a:lnTo>
                  <a:pt x="364832" y="2938"/>
                </a:lnTo>
                <a:lnTo>
                  <a:pt x="364809" y="2981"/>
                </a:lnTo>
                <a:lnTo>
                  <a:pt x="364788" y="3027"/>
                </a:lnTo>
                <a:lnTo>
                  <a:pt x="364769" y="3074"/>
                </a:lnTo>
                <a:lnTo>
                  <a:pt x="364750" y="3124"/>
                </a:lnTo>
                <a:lnTo>
                  <a:pt x="364733" y="3176"/>
                </a:lnTo>
                <a:lnTo>
                  <a:pt x="364717" y="3230"/>
                </a:lnTo>
                <a:lnTo>
                  <a:pt x="364702" y="3286"/>
                </a:lnTo>
                <a:lnTo>
                  <a:pt x="364689" y="3344"/>
                </a:lnTo>
                <a:lnTo>
                  <a:pt x="364677" y="3404"/>
                </a:lnTo>
                <a:lnTo>
                  <a:pt x="364666" y="3467"/>
                </a:lnTo>
                <a:lnTo>
                  <a:pt x="364656" y="3532"/>
                </a:lnTo>
                <a:lnTo>
                  <a:pt x="364648" y="3598"/>
                </a:lnTo>
                <a:lnTo>
                  <a:pt x="364641" y="3667"/>
                </a:lnTo>
                <a:lnTo>
                  <a:pt x="364635" y="3738"/>
                </a:lnTo>
                <a:lnTo>
                  <a:pt x="364631" y="3812"/>
                </a:lnTo>
                <a:lnTo>
                  <a:pt x="364628" y="3887"/>
                </a:lnTo>
                <a:lnTo>
                  <a:pt x="364626" y="3965"/>
                </a:lnTo>
                <a:lnTo>
                  <a:pt x="364625" y="4044"/>
                </a:lnTo>
                <a:lnTo>
                  <a:pt x="364626" y="4123"/>
                </a:lnTo>
                <a:lnTo>
                  <a:pt x="364627" y="4199"/>
                </a:lnTo>
                <a:lnTo>
                  <a:pt x="364631" y="4273"/>
                </a:lnTo>
                <a:lnTo>
                  <a:pt x="364635" y="4345"/>
                </a:lnTo>
                <a:lnTo>
                  <a:pt x="364641" y="4415"/>
                </a:lnTo>
                <a:lnTo>
                  <a:pt x="364647" y="4483"/>
                </a:lnTo>
                <a:lnTo>
                  <a:pt x="364656" y="4548"/>
                </a:lnTo>
                <a:lnTo>
                  <a:pt x="364665" y="4612"/>
                </a:lnTo>
                <a:lnTo>
                  <a:pt x="364676" y="4673"/>
                </a:lnTo>
                <a:lnTo>
                  <a:pt x="364687" y="4732"/>
                </a:lnTo>
                <a:lnTo>
                  <a:pt x="364700" y="4789"/>
                </a:lnTo>
                <a:lnTo>
                  <a:pt x="364715" y="4844"/>
                </a:lnTo>
                <a:lnTo>
                  <a:pt x="364730" y="4897"/>
                </a:lnTo>
                <a:lnTo>
                  <a:pt x="364747" y="4948"/>
                </a:lnTo>
                <a:lnTo>
                  <a:pt x="364765" y="4997"/>
                </a:lnTo>
                <a:lnTo>
                  <a:pt x="364785" y="5043"/>
                </a:lnTo>
                <a:lnTo>
                  <a:pt x="364805" y="5088"/>
                </a:lnTo>
                <a:lnTo>
                  <a:pt x="364827" y="5130"/>
                </a:lnTo>
                <a:lnTo>
                  <a:pt x="364850" y="5170"/>
                </a:lnTo>
                <a:lnTo>
                  <a:pt x="364875" y="5208"/>
                </a:lnTo>
                <a:lnTo>
                  <a:pt x="364900" y="5244"/>
                </a:lnTo>
                <a:lnTo>
                  <a:pt x="364927" y="5278"/>
                </a:lnTo>
                <a:lnTo>
                  <a:pt x="364955" y="5310"/>
                </a:lnTo>
                <a:lnTo>
                  <a:pt x="364984" y="5340"/>
                </a:lnTo>
                <a:lnTo>
                  <a:pt x="365015" y="5368"/>
                </a:lnTo>
                <a:lnTo>
                  <a:pt x="365048" y="5394"/>
                </a:lnTo>
                <a:lnTo>
                  <a:pt x="365084" y="5420"/>
                </a:lnTo>
                <a:lnTo>
                  <a:pt x="365121" y="5444"/>
                </a:lnTo>
                <a:lnTo>
                  <a:pt x="365161" y="5467"/>
                </a:lnTo>
                <a:lnTo>
                  <a:pt x="365202" y="5489"/>
                </a:lnTo>
                <a:lnTo>
                  <a:pt x="365246" y="5510"/>
                </a:lnTo>
                <a:lnTo>
                  <a:pt x="365292" y="5530"/>
                </a:lnTo>
                <a:lnTo>
                  <a:pt x="365340" y="5548"/>
                </a:lnTo>
                <a:lnTo>
                  <a:pt x="365390" y="5566"/>
                </a:lnTo>
                <a:lnTo>
                  <a:pt x="365442" y="5582"/>
                </a:lnTo>
                <a:lnTo>
                  <a:pt x="365496" y="5597"/>
                </a:lnTo>
                <a:lnTo>
                  <a:pt x="365553" y="5610"/>
                </a:lnTo>
                <a:lnTo>
                  <a:pt x="365611" y="5623"/>
                </a:lnTo>
                <a:lnTo>
                  <a:pt x="365672" y="5634"/>
                </a:lnTo>
                <a:lnTo>
                  <a:pt x="365735" y="5644"/>
                </a:lnTo>
                <a:lnTo>
                  <a:pt x="365799" y="5653"/>
                </a:lnTo>
                <a:lnTo>
                  <a:pt x="365866" y="5661"/>
                </a:lnTo>
                <a:lnTo>
                  <a:pt x="365936" y="5667"/>
                </a:lnTo>
                <a:lnTo>
                  <a:pt x="366007" y="5673"/>
                </a:lnTo>
                <a:lnTo>
                  <a:pt x="366080" y="5677"/>
                </a:lnTo>
                <a:lnTo>
                  <a:pt x="366156" y="5680"/>
                </a:lnTo>
                <a:lnTo>
                  <a:pt x="366233" y="5682"/>
                </a:lnTo>
                <a:lnTo>
                  <a:pt x="366313" y="5682"/>
                </a:lnTo>
                <a:lnTo>
                  <a:pt x="366394" y="5682"/>
                </a:lnTo>
                <a:lnTo>
                  <a:pt x="366473" y="5680"/>
                </a:lnTo>
                <a:lnTo>
                  <a:pt x="366550" y="5677"/>
                </a:lnTo>
                <a:lnTo>
                  <a:pt x="366624" y="5672"/>
                </a:lnTo>
                <a:lnTo>
                  <a:pt x="366697" y="5667"/>
                </a:lnTo>
                <a:lnTo>
                  <a:pt x="366767" y="5660"/>
                </a:lnTo>
                <a:lnTo>
                  <a:pt x="366836" y="5652"/>
                </a:lnTo>
                <a:lnTo>
                  <a:pt x="366902" y="5643"/>
                </a:lnTo>
                <a:lnTo>
                  <a:pt x="366965" y="5633"/>
                </a:lnTo>
                <a:lnTo>
                  <a:pt x="367027" y="5621"/>
                </a:lnTo>
                <a:lnTo>
                  <a:pt x="367087" y="5608"/>
                </a:lnTo>
                <a:lnTo>
                  <a:pt x="367144" y="5594"/>
                </a:lnTo>
                <a:lnTo>
                  <a:pt x="367200" y="5579"/>
                </a:lnTo>
                <a:lnTo>
                  <a:pt x="367253" y="5563"/>
                </a:lnTo>
                <a:lnTo>
                  <a:pt x="367304" y="5545"/>
                </a:lnTo>
                <a:lnTo>
                  <a:pt x="367353" y="5526"/>
                </a:lnTo>
                <a:lnTo>
                  <a:pt x="367400" y="5506"/>
                </a:lnTo>
                <a:lnTo>
                  <a:pt x="367444" y="5485"/>
                </a:lnTo>
                <a:lnTo>
                  <a:pt x="367487" y="5462"/>
                </a:lnTo>
                <a:lnTo>
                  <a:pt x="367527" y="5438"/>
                </a:lnTo>
                <a:lnTo>
                  <a:pt x="367565" y="5413"/>
                </a:lnTo>
                <a:lnTo>
                  <a:pt x="367601" y="5387"/>
                </a:lnTo>
                <a:lnTo>
                  <a:pt x="367635" y="5360"/>
                </a:lnTo>
                <a:lnTo>
                  <a:pt x="367667" y="5331"/>
                </a:lnTo>
                <a:lnTo>
                  <a:pt x="367697" y="5301"/>
                </a:lnTo>
                <a:lnTo>
                  <a:pt x="367725" y="5268"/>
                </a:lnTo>
                <a:lnTo>
                  <a:pt x="367753" y="5234"/>
                </a:lnTo>
                <a:lnTo>
                  <a:pt x="367779" y="5197"/>
                </a:lnTo>
                <a:lnTo>
                  <a:pt x="367804" y="5158"/>
                </a:lnTo>
                <a:lnTo>
                  <a:pt x="367827" y="5117"/>
                </a:lnTo>
                <a:lnTo>
                  <a:pt x="367850" y="5074"/>
                </a:lnTo>
                <a:lnTo>
                  <a:pt x="367871" y="5029"/>
                </a:lnTo>
                <a:lnTo>
                  <a:pt x="367891" y="4981"/>
                </a:lnTo>
                <a:lnTo>
                  <a:pt x="367909" y="4931"/>
                </a:lnTo>
                <a:lnTo>
                  <a:pt x="367926" y="4880"/>
                </a:lnTo>
                <a:lnTo>
                  <a:pt x="367942" y="4826"/>
                </a:lnTo>
                <a:lnTo>
                  <a:pt x="367957" y="4770"/>
                </a:lnTo>
                <a:lnTo>
                  <a:pt x="367970" y="4711"/>
                </a:lnTo>
                <a:lnTo>
                  <a:pt x="367983" y="4651"/>
                </a:lnTo>
                <a:lnTo>
                  <a:pt x="367993" y="4588"/>
                </a:lnTo>
                <a:lnTo>
                  <a:pt x="368003" y="4524"/>
                </a:lnTo>
                <a:lnTo>
                  <a:pt x="368011" y="4457"/>
                </a:lnTo>
                <a:lnTo>
                  <a:pt x="368018" y="4388"/>
                </a:lnTo>
                <a:lnTo>
                  <a:pt x="368024" y="4317"/>
                </a:lnTo>
                <a:lnTo>
                  <a:pt x="368029" y="4244"/>
                </a:lnTo>
                <a:lnTo>
                  <a:pt x="368032" y="4168"/>
                </a:lnTo>
                <a:lnTo>
                  <a:pt x="368034" y="4091"/>
                </a:lnTo>
                <a:lnTo>
                  <a:pt x="368034" y="4011"/>
                </a:lnTo>
                <a:lnTo>
                  <a:pt x="368034" y="3933"/>
                </a:lnTo>
                <a:lnTo>
                  <a:pt x="368032" y="3856"/>
                </a:lnTo>
                <a:lnTo>
                  <a:pt x="368029" y="3782"/>
                </a:lnTo>
                <a:lnTo>
                  <a:pt x="368024" y="3710"/>
                </a:lnTo>
                <a:lnTo>
                  <a:pt x="368019" y="3640"/>
                </a:lnTo>
                <a:lnTo>
                  <a:pt x="368012" y="3573"/>
                </a:lnTo>
                <a:close/>
                <a:moveTo>
                  <a:pt x="331816" y="2772"/>
                </a:moveTo>
                <a:lnTo>
                  <a:pt x="331816" y="2747"/>
                </a:lnTo>
                <a:lnTo>
                  <a:pt x="331815" y="2723"/>
                </a:lnTo>
                <a:lnTo>
                  <a:pt x="331815" y="2699"/>
                </a:lnTo>
                <a:lnTo>
                  <a:pt x="331814" y="2676"/>
                </a:lnTo>
                <a:lnTo>
                  <a:pt x="331813" y="2653"/>
                </a:lnTo>
                <a:lnTo>
                  <a:pt x="331812" y="2630"/>
                </a:lnTo>
                <a:lnTo>
                  <a:pt x="331811" y="2608"/>
                </a:lnTo>
                <a:lnTo>
                  <a:pt x="331810" y="2585"/>
                </a:lnTo>
                <a:lnTo>
                  <a:pt x="331808" y="2564"/>
                </a:lnTo>
                <a:lnTo>
                  <a:pt x="331807" y="2542"/>
                </a:lnTo>
                <a:lnTo>
                  <a:pt x="331805" y="2521"/>
                </a:lnTo>
                <a:lnTo>
                  <a:pt x="331804" y="2500"/>
                </a:lnTo>
                <a:lnTo>
                  <a:pt x="331802" y="2479"/>
                </a:lnTo>
                <a:lnTo>
                  <a:pt x="331801" y="2459"/>
                </a:lnTo>
                <a:lnTo>
                  <a:pt x="331799" y="2439"/>
                </a:lnTo>
                <a:lnTo>
                  <a:pt x="331797" y="2420"/>
                </a:lnTo>
                <a:lnTo>
                  <a:pt x="331795" y="2400"/>
                </a:lnTo>
                <a:lnTo>
                  <a:pt x="331793" y="2381"/>
                </a:lnTo>
                <a:lnTo>
                  <a:pt x="331791" y="2363"/>
                </a:lnTo>
                <a:lnTo>
                  <a:pt x="331789" y="2344"/>
                </a:lnTo>
                <a:lnTo>
                  <a:pt x="331786" y="2326"/>
                </a:lnTo>
                <a:lnTo>
                  <a:pt x="331783" y="2308"/>
                </a:lnTo>
                <a:lnTo>
                  <a:pt x="331781" y="2290"/>
                </a:lnTo>
                <a:lnTo>
                  <a:pt x="331778" y="2273"/>
                </a:lnTo>
                <a:lnTo>
                  <a:pt x="331775" y="2256"/>
                </a:lnTo>
                <a:lnTo>
                  <a:pt x="331772" y="2239"/>
                </a:lnTo>
                <a:lnTo>
                  <a:pt x="331768" y="2222"/>
                </a:lnTo>
                <a:lnTo>
                  <a:pt x="331765" y="2205"/>
                </a:lnTo>
                <a:lnTo>
                  <a:pt x="331761" y="2189"/>
                </a:lnTo>
                <a:lnTo>
                  <a:pt x="331757" y="2173"/>
                </a:lnTo>
                <a:lnTo>
                  <a:pt x="331754" y="2157"/>
                </a:lnTo>
                <a:lnTo>
                  <a:pt x="331750" y="2141"/>
                </a:lnTo>
                <a:lnTo>
                  <a:pt x="331745" y="2126"/>
                </a:lnTo>
                <a:lnTo>
                  <a:pt x="331741" y="2110"/>
                </a:lnTo>
                <a:lnTo>
                  <a:pt x="331737" y="2095"/>
                </a:lnTo>
                <a:lnTo>
                  <a:pt x="331732" y="2081"/>
                </a:lnTo>
                <a:lnTo>
                  <a:pt x="331727" y="2066"/>
                </a:lnTo>
                <a:lnTo>
                  <a:pt x="331722" y="2052"/>
                </a:lnTo>
                <a:lnTo>
                  <a:pt x="331717" y="2038"/>
                </a:lnTo>
                <a:lnTo>
                  <a:pt x="331712" y="2024"/>
                </a:lnTo>
                <a:lnTo>
                  <a:pt x="331707" y="2010"/>
                </a:lnTo>
                <a:lnTo>
                  <a:pt x="331701" y="1997"/>
                </a:lnTo>
                <a:lnTo>
                  <a:pt x="331695" y="1984"/>
                </a:lnTo>
                <a:lnTo>
                  <a:pt x="331690" y="1971"/>
                </a:lnTo>
                <a:lnTo>
                  <a:pt x="331684" y="1958"/>
                </a:lnTo>
                <a:lnTo>
                  <a:pt x="331678" y="1946"/>
                </a:lnTo>
                <a:lnTo>
                  <a:pt x="331672" y="1933"/>
                </a:lnTo>
                <a:lnTo>
                  <a:pt x="331666" y="1921"/>
                </a:lnTo>
                <a:lnTo>
                  <a:pt x="331659" y="1909"/>
                </a:lnTo>
                <a:lnTo>
                  <a:pt x="331653" y="1898"/>
                </a:lnTo>
                <a:lnTo>
                  <a:pt x="331646" y="1886"/>
                </a:lnTo>
                <a:lnTo>
                  <a:pt x="331640" y="1875"/>
                </a:lnTo>
                <a:lnTo>
                  <a:pt x="331633" y="1864"/>
                </a:lnTo>
                <a:lnTo>
                  <a:pt x="331626" y="1853"/>
                </a:lnTo>
                <a:lnTo>
                  <a:pt x="331619" y="1842"/>
                </a:lnTo>
                <a:lnTo>
                  <a:pt x="331612" y="1832"/>
                </a:lnTo>
                <a:lnTo>
                  <a:pt x="331604" y="1821"/>
                </a:lnTo>
                <a:lnTo>
                  <a:pt x="331597" y="1811"/>
                </a:lnTo>
                <a:lnTo>
                  <a:pt x="331590" y="1802"/>
                </a:lnTo>
                <a:lnTo>
                  <a:pt x="331582" y="1792"/>
                </a:lnTo>
                <a:lnTo>
                  <a:pt x="331574" y="1782"/>
                </a:lnTo>
                <a:lnTo>
                  <a:pt x="331566" y="1773"/>
                </a:lnTo>
                <a:lnTo>
                  <a:pt x="331558" y="1764"/>
                </a:lnTo>
                <a:lnTo>
                  <a:pt x="331550" y="1755"/>
                </a:lnTo>
                <a:lnTo>
                  <a:pt x="331542" y="1747"/>
                </a:lnTo>
                <a:lnTo>
                  <a:pt x="331534" y="1738"/>
                </a:lnTo>
                <a:lnTo>
                  <a:pt x="331525" y="1730"/>
                </a:lnTo>
                <a:lnTo>
                  <a:pt x="331516" y="1721"/>
                </a:lnTo>
                <a:lnTo>
                  <a:pt x="331506" y="1713"/>
                </a:lnTo>
                <a:lnTo>
                  <a:pt x="331495" y="1704"/>
                </a:lnTo>
                <a:lnTo>
                  <a:pt x="331483" y="1695"/>
                </a:lnTo>
                <a:lnTo>
                  <a:pt x="331471" y="1686"/>
                </a:lnTo>
                <a:lnTo>
                  <a:pt x="331458" y="1677"/>
                </a:lnTo>
                <a:lnTo>
                  <a:pt x="331445" y="1668"/>
                </a:lnTo>
                <a:lnTo>
                  <a:pt x="331431" y="1659"/>
                </a:lnTo>
                <a:lnTo>
                  <a:pt x="331416" y="1650"/>
                </a:lnTo>
                <a:lnTo>
                  <a:pt x="331400" y="1641"/>
                </a:lnTo>
                <a:lnTo>
                  <a:pt x="331384" y="1632"/>
                </a:lnTo>
                <a:lnTo>
                  <a:pt x="331366" y="1622"/>
                </a:lnTo>
                <a:lnTo>
                  <a:pt x="331349" y="1613"/>
                </a:lnTo>
                <a:lnTo>
                  <a:pt x="331330" y="1603"/>
                </a:lnTo>
                <a:lnTo>
                  <a:pt x="331311" y="1593"/>
                </a:lnTo>
                <a:lnTo>
                  <a:pt x="331291" y="1583"/>
                </a:lnTo>
                <a:lnTo>
                  <a:pt x="331271" y="1574"/>
                </a:lnTo>
                <a:lnTo>
                  <a:pt x="331249" y="1564"/>
                </a:lnTo>
                <a:lnTo>
                  <a:pt x="331228" y="1554"/>
                </a:lnTo>
                <a:lnTo>
                  <a:pt x="331205" y="1543"/>
                </a:lnTo>
                <a:lnTo>
                  <a:pt x="331182" y="1533"/>
                </a:lnTo>
                <a:lnTo>
                  <a:pt x="331158" y="1523"/>
                </a:lnTo>
                <a:lnTo>
                  <a:pt x="331133" y="1512"/>
                </a:lnTo>
                <a:lnTo>
                  <a:pt x="331107" y="1502"/>
                </a:lnTo>
                <a:lnTo>
                  <a:pt x="331081" y="1492"/>
                </a:lnTo>
                <a:lnTo>
                  <a:pt x="331054" y="1481"/>
                </a:lnTo>
                <a:lnTo>
                  <a:pt x="331026" y="1471"/>
                </a:lnTo>
                <a:lnTo>
                  <a:pt x="330997" y="1461"/>
                </a:lnTo>
                <a:lnTo>
                  <a:pt x="330967" y="1451"/>
                </a:lnTo>
                <a:lnTo>
                  <a:pt x="330936" y="1441"/>
                </a:lnTo>
                <a:lnTo>
                  <a:pt x="330904" y="1431"/>
                </a:lnTo>
                <a:lnTo>
                  <a:pt x="330872" y="1421"/>
                </a:lnTo>
                <a:lnTo>
                  <a:pt x="330839" y="1411"/>
                </a:lnTo>
                <a:lnTo>
                  <a:pt x="330804" y="1401"/>
                </a:lnTo>
                <a:lnTo>
                  <a:pt x="330769" y="1391"/>
                </a:lnTo>
                <a:lnTo>
                  <a:pt x="330733" y="1382"/>
                </a:lnTo>
                <a:lnTo>
                  <a:pt x="330697" y="1372"/>
                </a:lnTo>
                <a:lnTo>
                  <a:pt x="330659" y="1362"/>
                </a:lnTo>
                <a:lnTo>
                  <a:pt x="330620" y="1353"/>
                </a:lnTo>
                <a:lnTo>
                  <a:pt x="330581" y="1343"/>
                </a:lnTo>
                <a:lnTo>
                  <a:pt x="330541" y="1334"/>
                </a:lnTo>
                <a:lnTo>
                  <a:pt x="330499" y="1324"/>
                </a:lnTo>
                <a:lnTo>
                  <a:pt x="330457" y="1315"/>
                </a:lnTo>
                <a:lnTo>
                  <a:pt x="330414" y="1306"/>
                </a:lnTo>
                <a:lnTo>
                  <a:pt x="330371" y="1297"/>
                </a:lnTo>
                <a:lnTo>
                  <a:pt x="330326" y="1288"/>
                </a:lnTo>
                <a:lnTo>
                  <a:pt x="330281" y="1278"/>
                </a:lnTo>
                <a:lnTo>
                  <a:pt x="330235" y="1270"/>
                </a:lnTo>
                <a:lnTo>
                  <a:pt x="330188" y="1261"/>
                </a:lnTo>
                <a:lnTo>
                  <a:pt x="330142" y="1253"/>
                </a:lnTo>
                <a:lnTo>
                  <a:pt x="330096" y="1245"/>
                </a:lnTo>
                <a:lnTo>
                  <a:pt x="330049" y="1238"/>
                </a:lnTo>
                <a:lnTo>
                  <a:pt x="330003" y="1231"/>
                </a:lnTo>
                <a:lnTo>
                  <a:pt x="329956" y="1224"/>
                </a:lnTo>
                <a:lnTo>
                  <a:pt x="329909" y="1218"/>
                </a:lnTo>
                <a:lnTo>
                  <a:pt x="329862" y="1212"/>
                </a:lnTo>
                <a:lnTo>
                  <a:pt x="329815" y="1207"/>
                </a:lnTo>
                <a:lnTo>
                  <a:pt x="329768" y="1202"/>
                </a:lnTo>
                <a:lnTo>
                  <a:pt x="329721" y="1197"/>
                </a:lnTo>
                <a:lnTo>
                  <a:pt x="329673" y="1193"/>
                </a:lnTo>
                <a:lnTo>
                  <a:pt x="329626" y="1189"/>
                </a:lnTo>
                <a:lnTo>
                  <a:pt x="329578" y="1185"/>
                </a:lnTo>
                <a:lnTo>
                  <a:pt x="329530" y="1182"/>
                </a:lnTo>
                <a:lnTo>
                  <a:pt x="329482" y="1179"/>
                </a:lnTo>
                <a:lnTo>
                  <a:pt x="329434" y="1177"/>
                </a:lnTo>
                <a:lnTo>
                  <a:pt x="329386" y="1175"/>
                </a:lnTo>
                <a:lnTo>
                  <a:pt x="329338" y="1173"/>
                </a:lnTo>
                <a:lnTo>
                  <a:pt x="329290" y="1172"/>
                </a:lnTo>
                <a:lnTo>
                  <a:pt x="329241" y="1171"/>
                </a:lnTo>
                <a:lnTo>
                  <a:pt x="329193" y="1170"/>
                </a:lnTo>
                <a:lnTo>
                  <a:pt x="329144" y="1170"/>
                </a:lnTo>
                <a:lnTo>
                  <a:pt x="329042" y="1170"/>
                </a:lnTo>
                <a:lnTo>
                  <a:pt x="328940" y="1172"/>
                </a:lnTo>
                <a:lnTo>
                  <a:pt x="328840" y="1175"/>
                </a:lnTo>
                <a:lnTo>
                  <a:pt x="328741" y="1179"/>
                </a:lnTo>
                <a:lnTo>
                  <a:pt x="328643" y="1185"/>
                </a:lnTo>
                <a:lnTo>
                  <a:pt x="328546" y="1191"/>
                </a:lnTo>
                <a:lnTo>
                  <a:pt x="328450" y="1199"/>
                </a:lnTo>
                <a:lnTo>
                  <a:pt x="328356" y="1208"/>
                </a:lnTo>
                <a:lnTo>
                  <a:pt x="328262" y="1218"/>
                </a:lnTo>
                <a:lnTo>
                  <a:pt x="328170" y="1229"/>
                </a:lnTo>
                <a:lnTo>
                  <a:pt x="328079" y="1242"/>
                </a:lnTo>
                <a:lnTo>
                  <a:pt x="327989" y="1255"/>
                </a:lnTo>
                <a:lnTo>
                  <a:pt x="327900" y="1270"/>
                </a:lnTo>
                <a:lnTo>
                  <a:pt x="327812" y="1286"/>
                </a:lnTo>
                <a:lnTo>
                  <a:pt x="327726" y="1303"/>
                </a:lnTo>
                <a:lnTo>
                  <a:pt x="327640" y="1322"/>
                </a:lnTo>
                <a:lnTo>
                  <a:pt x="327556" y="1341"/>
                </a:lnTo>
                <a:lnTo>
                  <a:pt x="327472" y="1362"/>
                </a:lnTo>
                <a:lnTo>
                  <a:pt x="327390" y="1384"/>
                </a:lnTo>
                <a:lnTo>
                  <a:pt x="327309" y="1407"/>
                </a:lnTo>
                <a:lnTo>
                  <a:pt x="327229" y="1432"/>
                </a:lnTo>
                <a:lnTo>
                  <a:pt x="327151" y="1457"/>
                </a:lnTo>
                <a:lnTo>
                  <a:pt x="327073" y="1484"/>
                </a:lnTo>
                <a:lnTo>
                  <a:pt x="326997" y="1512"/>
                </a:lnTo>
                <a:lnTo>
                  <a:pt x="326921" y="1541"/>
                </a:lnTo>
                <a:lnTo>
                  <a:pt x="326847" y="1571"/>
                </a:lnTo>
                <a:lnTo>
                  <a:pt x="326774" y="1603"/>
                </a:lnTo>
                <a:lnTo>
                  <a:pt x="326702" y="1636"/>
                </a:lnTo>
                <a:lnTo>
                  <a:pt x="326630" y="1671"/>
                </a:lnTo>
                <a:lnTo>
                  <a:pt x="326560" y="1706"/>
                </a:lnTo>
                <a:lnTo>
                  <a:pt x="326492" y="1743"/>
                </a:lnTo>
                <a:lnTo>
                  <a:pt x="326424" y="1781"/>
                </a:lnTo>
                <a:lnTo>
                  <a:pt x="326357" y="1821"/>
                </a:lnTo>
                <a:lnTo>
                  <a:pt x="326291" y="1862"/>
                </a:lnTo>
                <a:lnTo>
                  <a:pt x="326227" y="1904"/>
                </a:lnTo>
                <a:lnTo>
                  <a:pt x="326163" y="1947"/>
                </a:lnTo>
                <a:lnTo>
                  <a:pt x="326101" y="1992"/>
                </a:lnTo>
                <a:lnTo>
                  <a:pt x="326039" y="2038"/>
                </a:lnTo>
                <a:lnTo>
                  <a:pt x="325979" y="2086"/>
                </a:lnTo>
                <a:lnTo>
                  <a:pt x="325920" y="2134"/>
                </a:lnTo>
                <a:lnTo>
                  <a:pt x="325861" y="2184"/>
                </a:lnTo>
                <a:lnTo>
                  <a:pt x="325804" y="2235"/>
                </a:lnTo>
                <a:lnTo>
                  <a:pt x="325748" y="2288"/>
                </a:lnTo>
                <a:lnTo>
                  <a:pt x="325693" y="2342"/>
                </a:lnTo>
                <a:lnTo>
                  <a:pt x="325639" y="2397"/>
                </a:lnTo>
                <a:lnTo>
                  <a:pt x="325587" y="2454"/>
                </a:lnTo>
                <a:lnTo>
                  <a:pt x="325535" y="2511"/>
                </a:lnTo>
                <a:lnTo>
                  <a:pt x="325484" y="2571"/>
                </a:lnTo>
                <a:lnTo>
                  <a:pt x="325435" y="2631"/>
                </a:lnTo>
                <a:lnTo>
                  <a:pt x="325386" y="2693"/>
                </a:lnTo>
                <a:lnTo>
                  <a:pt x="325339" y="2756"/>
                </a:lnTo>
                <a:lnTo>
                  <a:pt x="325292" y="2821"/>
                </a:lnTo>
                <a:lnTo>
                  <a:pt x="325247" y="2887"/>
                </a:lnTo>
                <a:lnTo>
                  <a:pt x="325203" y="2955"/>
                </a:lnTo>
                <a:lnTo>
                  <a:pt x="325159" y="3024"/>
                </a:lnTo>
                <a:lnTo>
                  <a:pt x="325117" y="3094"/>
                </a:lnTo>
                <a:lnTo>
                  <a:pt x="325076" y="3166"/>
                </a:lnTo>
                <a:lnTo>
                  <a:pt x="325036" y="3239"/>
                </a:lnTo>
                <a:lnTo>
                  <a:pt x="324998" y="3314"/>
                </a:lnTo>
                <a:lnTo>
                  <a:pt x="324960" y="3390"/>
                </a:lnTo>
                <a:lnTo>
                  <a:pt x="324923" y="3467"/>
                </a:lnTo>
                <a:lnTo>
                  <a:pt x="324887" y="3546"/>
                </a:lnTo>
                <a:lnTo>
                  <a:pt x="324853" y="3626"/>
                </a:lnTo>
                <a:lnTo>
                  <a:pt x="324819" y="3708"/>
                </a:lnTo>
                <a:lnTo>
                  <a:pt x="324787" y="3791"/>
                </a:lnTo>
                <a:lnTo>
                  <a:pt x="324756" y="3876"/>
                </a:lnTo>
                <a:lnTo>
                  <a:pt x="324725" y="3962"/>
                </a:lnTo>
                <a:lnTo>
                  <a:pt x="324696" y="4049"/>
                </a:lnTo>
                <a:lnTo>
                  <a:pt x="324668" y="4138"/>
                </a:lnTo>
                <a:lnTo>
                  <a:pt x="324641" y="4228"/>
                </a:lnTo>
                <a:lnTo>
                  <a:pt x="324615" y="4320"/>
                </a:lnTo>
                <a:lnTo>
                  <a:pt x="324590" y="4413"/>
                </a:lnTo>
                <a:lnTo>
                  <a:pt x="324566" y="4508"/>
                </a:lnTo>
                <a:lnTo>
                  <a:pt x="324543" y="4604"/>
                </a:lnTo>
                <a:lnTo>
                  <a:pt x="324521" y="4701"/>
                </a:lnTo>
                <a:lnTo>
                  <a:pt x="324501" y="4801"/>
                </a:lnTo>
                <a:lnTo>
                  <a:pt x="324481" y="4901"/>
                </a:lnTo>
                <a:lnTo>
                  <a:pt x="324462" y="5003"/>
                </a:lnTo>
                <a:lnTo>
                  <a:pt x="324444" y="5107"/>
                </a:lnTo>
                <a:lnTo>
                  <a:pt x="324428" y="5213"/>
                </a:lnTo>
                <a:lnTo>
                  <a:pt x="324412" y="5319"/>
                </a:lnTo>
                <a:lnTo>
                  <a:pt x="324397" y="5428"/>
                </a:lnTo>
                <a:lnTo>
                  <a:pt x="324383" y="5538"/>
                </a:lnTo>
                <a:lnTo>
                  <a:pt x="324371" y="5649"/>
                </a:lnTo>
                <a:lnTo>
                  <a:pt x="324359" y="5762"/>
                </a:lnTo>
                <a:lnTo>
                  <a:pt x="324348" y="5877"/>
                </a:lnTo>
                <a:lnTo>
                  <a:pt x="324339" y="5993"/>
                </a:lnTo>
                <a:lnTo>
                  <a:pt x="324330" y="6110"/>
                </a:lnTo>
                <a:lnTo>
                  <a:pt x="324322" y="6229"/>
                </a:lnTo>
                <a:lnTo>
                  <a:pt x="324316" y="6350"/>
                </a:lnTo>
                <a:lnTo>
                  <a:pt x="324310" y="6472"/>
                </a:lnTo>
                <a:lnTo>
                  <a:pt x="324306" y="6596"/>
                </a:lnTo>
                <a:lnTo>
                  <a:pt x="324302" y="6721"/>
                </a:lnTo>
                <a:lnTo>
                  <a:pt x="324300" y="6848"/>
                </a:lnTo>
                <a:lnTo>
                  <a:pt x="324298" y="6976"/>
                </a:lnTo>
                <a:lnTo>
                  <a:pt x="324298" y="7106"/>
                </a:lnTo>
                <a:lnTo>
                  <a:pt x="324298" y="8657"/>
                </a:lnTo>
                <a:lnTo>
                  <a:pt x="322175" y="8657"/>
                </a:lnTo>
                <a:lnTo>
                  <a:pt x="322164" y="8657"/>
                </a:lnTo>
                <a:lnTo>
                  <a:pt x="322153" y="8657"/>
                </a:lnTo>
                <a:lnTo>
                  <a:pt x="322142" y="8658"/>
                </a:lnTo>
                <a:lnTo>
                  <a:pt x="322131" y="8659"/>
                </a:lnTo>
                <a:lnTo>
                  <a:pt x="322121" y="8659"/>
                </a:lnTo>
                <a:lnTo>
                  <a:pt x="322110" y="8661"/>
                </a:lnTo>
                <a:lnTo>
                  <a:pt x="322100" y="8662"/>
                </a:lnTo>
                <a:lnTo>
                  <a:pt x="322090" y="8663"/>
                </a:lnTo>
                <a:lnTo>
                  <a:pt x="322080" y="8665"/>
                </a:lnTo>
                <a:lnTo>
                  <a:pt x="322069" y="8667"/>
                </a:lnTo>
                <a:lnTo>
                  <a:pt x="322060" y="8669"/>
                </a:lnTo>
                <a:lnTo>
                  <a:pt x="322050" y="8672"/>
                </a:lnTo>
                <a:lnTo>
                  <a:pt x="322040" y="8674"/>
                </a:lnTo>
                <a:lnTo>
                  <a:pt x="322030" y="8677"/>
                </a:lnTo>
                <a:lnTo>
                  <a:pt x="322021" y="8680"/>
                </a:lnTo>
                <a:lnTo>
                  <a:pt x="322012" y="8683"/>
                </a:lnTo>
                <a:lnTo>
                  <a:pt x="322002" y="8686"/>
                </a:lnTo>
                <a:lnTo>
                  <a:pt x="321993" y="8690"/>
                </a:lnTo>
                <a:lnTo>
                  <a:pt x="321984" y="8694"/>
                </a:lnTo>
                <a:lnTo>
                  <a:pt x="321975" y="8698"/>
                </a:lnTo>
                <a:lnTo>
                  <a:pt x="321967" y="8702"/>
                </a:lnTo>
                <a:lnTo>
                  <a:pt x="321958" y="8706"/>
                </a:lnTo>
                <a:lnTo>
                  <a:pt x="321950" y="8711"/>
                </a:lnTo>
                <a:lnTo>
                  <a:pt x="321941" y="8715"/>
                </a:lnTo>
                <a:lnTo>
                  <a:pt x="321933" y="8720"/>
                </a:lnTo>
                <a:lnTo>
                  <a:pt x="321925" y="8726"/>
                </a:lnTo>
                <a:lnTo>
                  <a:pt x="321917" y="8731"/>
                </a:lnTo>
                <a:lnTo>
                  <a:pt x="321909" y="8737"/>
                </a:lnTo>
                <a:lnTo>
                  <a:pt x="321901" y="8743"/>
                </a:lnTo>
                <a:lnTo>
                  <a:pt x="321893" y="8750"/>
                </a:lnTo>
                <a:lnTo>
                  <a:pt x="321885" y="8757"/>
                </a:lnTo>
                <a:lnTo>
                  <a:pt x="321878" y="8764"/>
                </a:lnTo>
                <a:lnTo>
                  <a:pt x="321871" y="8771"/>
                </a:lnTo>
                <a:lnTo>
                  <a:pt x="321863" y="8779"/>
                </a:lnTo>
                <a:lnTo>
                  <a:pt x="321856" y="8787"/>
                </a:lnTo>
                <a:lnTo>
                  <a:pt x="321849" y="8795"/>
                </a:lnTo>
                <a:lnTo>
                  <a:pt x="321842" y="8803"/>
                </a:lnTo>
                <a:lnTo>
                  <a:pt x="321836" y="8812"/>
                </a:lnTo>
                <a:lnTo>
                  <a:pt x="321829" y="8821"/>
                </a:lnTo>
                <a:lnTo>
                  <a:pt x="321822" y="8831"/>
                </a:lnTo>
                <a:lnTo>
                  <a:pt x="321816" y="8840"/>
                </a:lnTo>
                <a:lnTo>
                  <a:pt x="321810" y="8850"/>
                </a:lnTo>
                <a:lnTo>
                  <a:pt x="321803" y="8860"/>
                </a:lnTo>
                <a:lnTo>
                  <a:pt x="321797" y="8871"/>
                </a:lnTo>
                <a:lnTo>
                  <a:pt x="321791" y="8882"/>
                </a:lnTo>
                <a:lnTo>
                  <a:pt x="321785" y="8893"/>
                </a:lnTo>
                <a:lnTo>
                  <a:pt x="321780" y="8904"/>
                </a:lnTo>
                <a:lnTo>
                  <a:pt x="321774" y="8916"/>
                </a:lnTo>
                <a:lnTo>
                  <a:pt x="321768" y="8928"/>
                </a:lnTo>
                <a:lnTo>
                  <a:pt x="321763" y="8940"/>
                </a:lnTo>
                <a:lnTo>
                  <a:pt x="321758" y="8953"/>
                </a:lnTo>
                <a:lnTo>
                  <a:pt x="321753" y="8965"/>
                </a:lnTo>
                <a:lnTo>
                  <a:pt x="321748" y="8978"/>
                </a:lnTo>
                <a:lnTo>
                  <a:pt x="321743" y="8992"/>
                </a:lnTo>
                <a:lnTo>
                  <a:pt x="321738" y="9005"/>
                </a:lnTo>
                <a:lnTo>
                  <a:pt x="321733" y="9019"/>
                </a:lnTo>
                <a:lnTo>
                  <a:pt x="321729" y="9033"/>
                </a:lnTo>
                <a:lnTo>
                  <a:pt x="321724" y="9047"/>
                </a:lnTo>
                <a:lnTo>
                  <a:pt x="321720" y="9062"/>
                </a:lnTo>
                <a:lnTo>
                  <a:pt x="321716" y="9077"/>
                </a:lnTo>
                <a:lnTo>
                  <a:pt x="321711" y="9092"/>
                </a:lnTo>
                <a:lnTo>
                  <a:pt x="321707" y="9107"/>
                </a:lnTo>
                <a:lnTo>
                  <a:pt x="321704" y="9123"/>
                </a:lnTo>
                <a:lnTo>
                  <a:pt x="321700" y="9139"/>
                </a:lnTo>
                <a:lnTo>
                  <a:pt x="321696" y="9155"/>
                </a:lnTo>
                <a:lnTo>
                  <a:pt x="321693" y="9171"/>
                </a:lnTo>
                <a:lnTo>
                  <a:pt x="321689" y="9188"/>
                </a:lnTo>
                <a:lnTo>
                  <a:pt x="321686" y="9205"/>
                </a:lnTo>
                <a:lnTo>
                  <a:pt x="321683" y="9222"/>
                </a:lnTo>
                <a:lnTo>
                  <a:pt x="321680" y="9240"/>
                </a:lnTo>
                <a:lnTo>
                  <a:pt x="321677" y="9257"/>
                </a:lnTo>
                <a:lnTo>
                  <a:pt x="321674" y="9275"/>
                </a:lnTo>
                <a:lnTo>
                  <a:pt x="321671" y="9294"/>
                </a:lnTo>
                <a:lnTo>
                  <a:pt x="321668" y="9312"/>
                </a:lnTo>
                <a:lnTo>
                  <a:pt x="321666" y="9331"/>
                </a:lnTo>
                <a:lnTo>
                  <a:pt x="321664" y="9350"/>
                </a:lnTo>
                <a:lnTo>
                  <a:pt x="321661" y="9370"/>
                </a:lnTo>
                <a:lnTo>
                  <a:pt x="321659" y="9390"/>
                </a:lnTo>
                <a:lnTo>
                  <a:pt x="321657" y="9411"/>
                </a:lnTo>
                <a:lnTo>
                  <a:pt x="321655" y="9431"/>
                </a:lnTo>
                <a:lnTo>
                  <a:pt x="321653" y="9452"/>
                </a:lnTo>
                <a:lnTo>
                  <a:pt x="321652" y="9474"/>
                </a:lnTo>
                <a:lnTo>
                  <a:pt x="321650" y="9495"/>
                </a:lnTo>
                <a:lnTo>
                  <a:pt x="321649" y="9518"/>
                </a:lnTo>
                <a:lnTo>
                  <a:pt x="321647" y="9540"/>
                </a:lnTo>
                <a:lnTo>
                  <a:pt x="321646" y="9563"/>
                </a:lnTo>
                <a:lnTo>
                  <a:pt x="321645" y="9586"/>
                </a:lnTo>
                <a:lnTo>
                  <a:pt x="321644" y="9610"/>
                </a:lnTo>
                <a:lnTo>
                  <a:pt x="321643" y="9633"/>
                </a:lnTo>
                <a:lnTo>
                  <a:pt x="321642" y="9658"/>
                </a:lnTo>
                <a:lnTo>
                  <a:pt x="321642" y="9682"/>
                </a:lnTo>
                <a:lnTo>
                  <a:pt x="321641" y="9707"/>
                </a:lnTo>
                <a:lnTo>
                  <a:pt x="321641" y="9732"/>
                </a:lnTo>
                <a:lnTo>
                  <a:pt x="321641" y="9758"/>
                </a:lnTo>
                <a:lnTo>
                  <a:pt x="321640" y="9784"/>
                </a:lnTo>
                <a:lnTo>
                  <a:pt x="321640" y="9810"/>
                </a:lnTo>
                <a:lnTo>
                  <a:pt x="321641" y="9860"/>
                </a:lnTo>
                <a:lnTo>
                  <a:pt x="321641" y="9908"/>
                </a:lnTo>
                <a:lnTo>
                  <a:pt x="321642" y="9955"/>
                </a:lnTo>
                <a:lnTo>
                  <a:pt x="321644" y="10001"/>
                </a:lnTo>
                <a:lnTo>
                  <a:pt x="321646" y="10046"/>
                </a:lnTo>
                <a:lnTo>
                  <a:pt x="321649" y="10090"/>
                </a:lnTo>
                <a:lnTo>
                  <a:pt x="321652" y="10133"/>
                </a:lnTo>
                <a:lnTo>
                  <a:pt x="321655" y="10174"/>
                </a:lnTo>
                <a:lnTo>
                  <a:pt x="321659" y="10214"/>
                </a:lnTo>
                <a:lnTo>
                  <a:pt x="321664" y="10253"/>
                </a:lnTo>
                <a:lnTo>
                  <a:pt x="321668" y="10291"/>
                </a:lnTo>
                <a:lnTo>
                  <a:pt x="321674" y="10328"/>
                </a:lnTo>
                <a:lnTo>
                  <a:pt x="321680" y="10364"/>
                </a:lnTo>
                <a:lnTo>
                  <a:pt x="321686" y="10398"/>
                </a:lnTo>
                <a:lnTo>
                  <a:pt x="321693" y="10432"/>
                </a:lnTo>
                <a:lnTo>
                  <a:pt x="321700" y="10464"/>
                </a:lnTo>
                <a:lnTo>
                  <a:pt x="321707" y="10495"/>
                </a:lnTo>
                <a:lnTo>
                  <a:pt x="321716" y="10525"/>
                </a:lnTo>
                <a:lnTo>
                  <a:pt x="321724" y="10553"/>
                </a:lnTo>
                <a:lnTo>
                  <a:pt x="321733" y="10581"/>
                </a:lnTo>
                <a:lnTo>
                  <a:pt x="321743" y="10607"/>
                </a:lnTo>
                <a:lnTo>
                  <a:pt x="321753" y="10632"/>
                </a:lnTo>
                <a:lnTo>
                  <a:pt x="321763" y="10656"/>
                </a:lnTo>
                <a:lnTo>
                  <a:pt x="321774" y="10679"/>
                </a:lnTo>
                <a:lnTo>
                  <a:pt x="321785" y="10701"/>
                </a:lnTo>
                <a:lnTo>
                  <a:pt x="321797" y="10722"/>
                </a:lnTo>
                <a:lnTo>
                  <a:pt x="321810" y="10742"/>
                </a:lnTo>
                <a:lnTo>
                  <a:pt x="321822" y="10761"/>
                </a:lnTo>
                <a:lnTo>
                  <a:pt x="321836" y="10779"/>
                </a:lnTo>
                <a:lnTo>
                  <a:pt x="321849" y="10796"/>
                </a:lnTo>
                <a:lnTo>
                  <a:pt x="321863" y="10812"/>
                </a:lnTo>
                <a:lnTo>
                  <a:pt x="321878" y="10828"/>
                </a:lnTo>
                <a:lnTo>
                  <a:pt x="321893" y="10842"/>
                </a:lnTo>
                <a:lnTo>
                  <a:pt x="321909" y="10856"/>
                </a:lnTo>
                <a:lnTo>
                  <a:pt x="321925" y="10868"/>
                </a:lnTo>
                <a:lnTo>
                  <a:pt x="321941" y="10880"/>
                </a:lnTo>
                <a:lnTo>
                  <a:pt x="321958" y="10890"/>
                </a:lnTo>
                <a:lnTo>
                  <a:pt x="321975" y="10900"/>
                </a:lnTo>
                <a:lnTo>
                  <a:pt x="321993" y="10909"/>
                </a:lnTo>
                <a:lnTo>
                  <a:pt x="322012" y="10917"/>
                </a:lnTo>
                <a:lnTo>
                  <a:pt x="322030" y="10924"/>
                </a:lnTo>
                <a:lnTo>
                  <a:pt x="322050" y="10930"/>
                </a:lnTo>
                <a:lnTo>
                  <a:pt x="322069" y="10935"/>
                </a:lnTo>
                <a:lnTo>
                  <a:pt x="322090" y="10939"/>
                </a:lnTo>
                <a:lnTo>
                  <a:pt x="322110" y="10942"/>
                </a:lnTo>
                <a:lnTo>
                  <a:pt x="322131" y="10945"/>
                </a:lnTo>
                <a:lnTo>
                  <a:pt x="322153" y="10946"/>
                </a:lnTo>
                <a:lnTo>
                  <a:pt x="322175" y="10946"/>
                </a:lnTo>
                <a:lnTo>
                  <a:pt x="324298" y="10946"/>
                </a:lnTo>
                <a:lnTo>
                  <a:pt x="324298" y="24149"/>
                </a:lnTo>
                <a:lnTo>
                  <a:pt x="324298" y="24160"/>
                </a:lnTo>
                <a:lnTo>
                  <a:pt x="324298" y="24171"/>
                </a:lnTo>
                <a:lnTo>
                  <a:pt x="324299" y="24181"/>
                </a:lnTo>
                <a:lnTo>
                  <a:pt x="324299" y="24192"/>
                </a:lnTo>
                <a:lnTo>
                  <a:pt x="324300" y="24203"/>
                </a:lnTo>
                <a:lnTo>
                  <a:pt x="324302" y="24213"/>
                </a:lnTo>
                <a:lnTo>
                  <a:pt x="324303" y="24223"/>
                </a:lnTo>
                <a:lnTo>
                  <a:pt x="324305" y="24233"/>
                </a:lnTo>
                <a:lnTo>
                  <a:pt x="324307" y="24243"/>
                </a:lnTo>
                <a:lnTo>
                  <a:pt x="324309" y="24253"/>
                </a:lnTo>
                <a:lnTo>
                  <a:pt x="324312" y="24263"/>
                </a:lnTo>
                <a:lnTo>
                  <a:pt x="324314" y="24272"/>
                </a:lnTo>
                <a:lnTo>
                  <a:pt x="324317" y="24281"/>
                </a:lnTo>
                <a:lnTo>
                  <a:pt x="324320" y="24291"/>
                </a:lnTo>
                <a:lnTo>
                  <a:pt x="324324" y="24300"/>
                </a:lnTo>
                <a:lnTo>
                  <a:pt x="324327" y="24309"/>
                </a:lnTo>
                <a:lnTo>
                  <a:pt x="324331" y="24317"/>
                </a:lnTo>
                <a:lnTo>
                  <a:pt x="324335" y="24326"/>
                </a:lnTo>
                <a:lnTo>
                  <a:pt x="324339" y="24334"/>
                </a:lnTo>
                <a:lnTo>
                  <a:pt x="324344" y="24343"/>
                </a:lnTo>
                <a:lnTo>
                  <a:pt x="324349" y="24351"/>
                </a:lnTo>
                <a:lnTo>
                  <a:pt x="324354" y="24359"/>
                </a:lnTo>
                <a:lnTo>
                  <a:pt x="324359" y="24367"/>
                </a:lnTo>
                <a:lnTo>
                  <a:pt x="324364" y="24375"/>
                </a:lnTo>
                <a:lnTo>
                  <a:pt x="324370" y="24382"/>
                </a:lnTo>
                <a:lnTo>
                  <a:pt x="324376" y="24390"/>
                </a:lnTo>
                <a:lnTo>
                  <a:pt x="324383" y="24397"/>
                </a:lnTo>
                <a:lnTo>
                  <a:pt x="324389" y="24405"/>
                </a:lnTo>
                <a:lnTo>
                  <a:pt x="324396" y="24412"/>
                </a:lnTo>
                <a:lnTo>
                  <a:pt x="324404" y="24419"/>
                </a:lnTo>
                <a:lnTo>
                  <a:pt x="324411" y="24426"/>
                </a:lnTo>
                <a:lnTo>
                  <a:pt x="324419" y="24433"/>
                </a:lnTo>
                <a:lnTo>
                  <a:pt x="324427" y="24440"/>
                </a:lnTo>
                <a:lnTo>
                  <a:pt x="324436" y="24447"/>
                </a:lnTo>
                <a:lnTo>
                  <a:pt x="324445" y="24454"/>
                </a:lnTo>
                <a:lnTo>
                  <a:pt x="324454" y="24460"/>
                </a:lnTo>
                <a:lnTo>
                  <a:pt x="324464" y="24467"/>
                </a:lnTo>
                <a:lnTo>
                  <a:pt x="324474" y="24473"/>
                </a:lnTo>
                <a:lnTo>
                  <a:pt x="324484" y="24480"/>
                </a:lnTo>
                <a:lnTo>
                  <a:pt x="324494" y="24486"/>
                </a:lnTo>
                <a:lnTo>
                  <a:pt x="324505" y="24492"/>
                </a:lnTo>
                <a:lnTo>
                  <a:pt x="324516" y="24499"/>
                </a:lnTo>
                <a:lnTo>
                  <a:pt x="324528" y="24505"/>
                </a:lnTo>
                <a:lnTo>
                  <a:pt x="324540" y="24511"/>
                </a:lnTo>
                <a:lnTo>
                  <a:pt x="324552" y="24516"/>
                </a:lnTo>
                <a:lnTo>
                  <a:pt x="324564" y="24522"/>
                </a:lnTo>
                <a:lnTo>
                  <a:pt x="324577" y="24528"/>
                </a:lnTo>
                <a:lnTo>
                  <a:pt x="324590" y="24534"/>
                </a:lnTo>
                <a:lnTo>
                  <a:pt x="324603" y="24539"/>
                </a:lnTo>
                <a:lnTo>
                  <a:pt x="324617" y="24544"/>
                </a:lnTo>
                <a:lnTo>
                  <a:pt x="324631" y="24550"/>
                </a:lnTo>
                <a:lnTo>
                  <a:pt x="324646" y="24555"/>
                </a:lnTo>
                <a:lnTo>
                  <a:pt x="324661" y="24560"/>
                </a:lnTo>
                <a:lnTo>
                  <a:pt x="324676" y="24565"/>
                </a:lnTo>
                <a:lnTo>
                  <a:pt x="324692" y="24570"/>
                </a:lnTo>
                <a:lnTo>
                  <a:pt x="324708" y="24574"/>
                </a:lnTo>
                <a:lnTo>
                  <a:pt x="324724" y="24579"/>
                </a:lnTo>
                <a:lnTo>
                  <a:pt x="324741" y="24583"/>
                </a:lnTo>
                <a:lnTo>
                  <a:pt x="324758" y="24588"/>
                </a:lnTo>
                <a:lnTo>
                  <a:pt x="324776" y="24592"/>
                </a:lnTo>
                <a:lnTo>
                  <a:pt x="324794" y="24596"/>
                </a:lnTo>
                <a:lnTo>
                  <a:pt x="324812" y="24600"/>
                </a:lnTo>
                <a:lnTo>
                  <a:pt x="324831" y="24604"/>
                </a:lnTo>
                <a:lnTo>
                  <a:pt x="324850" y="24608"/>
                </a:lnTo>
                <a:lnTo>
                  <a:pt x="324869" y="24611"/>
                </a:lnTo>
                <a:lnTo>
                  <a:pt x="324889" y="24615"/>
                </a:lnTo>
                <a:lnTo>
                  <a:pt x="324909" y="24618"/>
                </a:lnTo>
                <a:lnTo>
                  <a:pt x="324930" y="24622"/>
                </a:lnTo>
                <a:lnTo>
                  <a:pt x="324951" y="24625"/>
                </a:lnTo>
                <a:lnTo>
                  <a:pt x="324972" y="24628"/>
                </a:lnTo>
                <a:lnTo>
                  <a:pt x="324994" y="24631"/>
                </a:lnTo>
                <a:lnTo>
                  <a:pt x="325016" y="24634"/>
                </a:lnTo>
                <a:lnTo>
                  <a:pt x="325039" y="24637"/>
                </a:lnTo>
                <a:lnTo>
                  <a:pt x="325062" y="24639"/>
                </a:lnTo>
                <a:lnTo>
                  <a:pt x="325085" y="24642"/>
                </a:lnTo>
                <a:lnTo>
                  <a:pt x="325109" y="24644"/>
                </a:lnTo>
                <a:lnTo>
                  <a:pt x="325133" y="24646"/>
                </a:lnTo>
                <a:lnTo>
                  <a:pt x="325158" y="24648"/>
                </a:lnTo>
                <a:lnTo>
                  <a:pt x="325184" y="24650"/>
                </a:lnTo>
                <a:lnTo>
                  <a:pt x="325209" y="24652"/>
                </a:lnTo>
                <a:lnTo>
                  <a:pt x="325236" y="24654"/>
                </a:lnTo>
                <a:lnTo>
                  <a:pt x="325262" y="24656"/>
                </a:lnTo>
                <a:lnTo>
                  <a:pt x="325289" y="24657"/>
                </a:lnTo>
                <a:lnTo>
                  <a:pt x="325317" y="24659"/>
                </a:lnTo>
                <a:lnTo>
                  <a:pt x="325345" y="24660"/>
                </a:lnTo>
                <a:lnTo>
                  <a:pt x="325374" y="24661"/>
                </a:lnTo>
                <a:lnTo>
                  <a:pt x="325403" y="24663"/>
                </a:lnTo>
                <a:lnTo>
                  <a:pt x="325432" y="24664"/>
                </a:lnTo>
                <a:lnTo>
                  <a:pt x="325462" y="24664"/>
                </a:lnTo>
                <a:lnTo>
                  <a:pt x="325492" y="24665"/>
                </a:lnTo>
                <a:lnTo>
                  <a:pt x="325523" y="24666"/>
                </a:lnTo>
                <a:lnTo>
                  <a:pt x="325555" y="24666"/>
                </a:lnTo>
                <a:lnTo>
                  <a:pt x="325586" y="24667"/>
                </a:lnTo>
                <a:lnTo>
                  <a:pt x="325619" y="24667"/>
                </a:lnTo>
                <a:lnTo>
                  <a:pt x="325651" y="24667"/>
                </a:lnTo>
                <a:lnTo>
                  <a:pt x="325685" y="24667"/>
                </a:lnTo>
                <a:lnTo>
                  <a:pt x="325718" y="24667"/>
                </a:lnTo>
                <a:lnTo>
                  <a:pt x="325751" y="24667"/>
                </a:lnTo>
                <a:lnTo>
                  <a:pt x="325783" y="24667"/>
                </a:lnTo>
                <a:lnTo>
                  <a:pt x="325815" y="24666"/>
                </a:lnTo>
                <a:lnTo>
                  <a:pt x="325846" y="24666"/>
                </a:lnTo>
                <a:lnTo>
                  <a:pt x="325877" y="24665"/>
                </a:lnTo>
                <a:lnTo>
                  <a:pt x="325907" y="24664"/>
                </a:lnTo>
                <a:lnTo>
                  <a:pt x="325937" y="24664"/>
                </a:lnTo>
                <a:lnTo>
                  <a:pt x="325967" y="24663"/>
                </a:lnTo>
                <a:lnTo>
                  <a:pt x="325996" y="24661"/>
                </a:lnTo>
                <a:lnTo>
                  <a:pt x="326024" y="24660"/>
                </a:lnTo>
                <a:lnTo>
                  <a:pt x="326052" y="24659"/>
                </a:lnTo>
                <a:lnTo>
                  <a:pt x="326080" y="24657"/>
                </a:lnTo>
                <a:lnTo>
                  <a:pt x="326107" y="24656"/>
                </a:lnTo>
                <a:lnTo>
                  <a:pt x="326134" y="24654"/>
                </a:lnTo>
                <a:lnTo>
                  <a:pt x="326160" y="24652"/>
                </a:lnTo>
                <a:lnTo>
                  <a:pt x="326186" y="24650"/>
                </a:lnTo>
                <a:lnTo>
                  <a:pt x="326211" y="24648"/>
                </a:lnTo>
                <a:lnTo>
                  <a:pt x="326236" y="24646"/>
                </a:lnTo>
                <a:lnTo>
                  <a:pt x="326260" y="24644"/>
                </a:lnTo>
                <a:lnTo>
                  <a:pt x="326284" y="24642"/>
                </a:lnTo>
                <a:lnTo>
                  <a:pt x="326308" y="24639"/>
                </a:lnTo>
                <a:lnTo>
                  <a:pt x="326331" y="24637"/>
                </a:lnTo>
                <a:lnTo>
                  <a:pt x="326353" y="24634"/>
                </a:lnTo>
                <a:lnTo>
                  <a:pt x="326375" y="24631"/>
                </a:lnTo>
                <a:lnTo>
                  <a:pt x="326397" y="24628"/>
                </a:lnTo>
                <a:lnTo>
                  <a:pt x="326418" y="24625"/>
                </a:lnTo>
                <a:lnTo>
                  <a:pt x="326439" y="24622"/>
                </a:lnTo>
                <a:lnTo>
                  <a:pt x="326460" y="24618"/>
                </a:lnTo>
                <a:lnTo>
                  <a:pt x="326480" y="24615"/>
                </a:lnTo>
                <a:lnTo>
                  <a:pt x="326500" y="24611"/>
                </a:lnTo>
                <a:lnTo>
                  <a:pt x="326519" y="24608"/>
                </a:lnTo>
                <a:lnTo>
                  <a:pt x="326538" y="24604"/>
                </a:lnTo>
                <a:lnTo>
                  <a:pt x="326557" y="24600"/>
                </a:lnTo>
                <a:lnTo>
                  <a:pt x="326575" y="24596"/>
                </a:lnTo>
                <a:lnTo>
                  <a:pt x="326593" y="24592"/>
                </a:lnTo>
                <a:lnTo>
                  <a:pt x="326611" y="24588"/>
                </a:lnTo>
                <a:lnTo>
                  <a:pt x="326628" y="24583"/>
                </a:lnTo>
                <a:lnTo>
                  <a:pt x="326645" y="24579"/>
                </a:lnTo>
                <a:lnTo>
                  <a:pt x="326661" y="24574"/>
                </a:lnTo>
                <a:lnTo>
                  <a:pt x="326677" y="24570"/>
                </a:lnTo>
                <a:lnTo>
                  <a:pt x="326693" y="24565"/>
                </a:lnTo>
                <a:lnTo>
                  <a:pt x="326708" y="24560"/>
                </a:lnTo>
                <a:lnTo>
                  <a:pt x="326723" y="24555"/>
                </a:lnTo>
                <a:lnTo>
                  <a:pt x="326738" y="24550"/>
                </a:lnTo>
                <a:lnTo>
                  <a:pt x="326752" y="24544"/>
                </a:lnTo>
                <a:lnTo>
                  <a:pt x="326766" y="24539"/>
                </a:lnTo>
                <a:lnTo>
                  <a:pt x="326779" y="24534"/>
                </a:lnTo>
                <a:lnTo>
                  <a:pt x="326792" y="24528"/>
                </a:lnTo>
                <a:lnTo>
                  <a:pt x="326805" y="24522"/>
                </a:lnTo>
                <a:lnTo>
                  <a:pt x="326818" y="24516"/>
                </a:lnTo>
                <a:lnTo>
                  <a:pt x="326830" y="24511"/>
                </a:lnTo>
                <a:lnTo>
                  <a:pt x="326841" y="24505"/>
                </a:lnTo>
                <a:lnTo>
                  <a:pt x="326853" y="24499"/>
                </a:lnTo>
                <a:lnTo>
                  <a:pt x="326864" y="24492"/>
                </a:lnTo>
                <a:lnTo>
                  <a:pt x="326875" y="24486"/>
                </a:lnTo>
                <a:lnTo>
                  <a:pt x="326885" y="24480"/>
                </a:lnTo>
                <a:lnTo>
                  <a:pt x="326896" y="24473"/>
                </a:lnTo>
                <a:lnTo>
                  <a:pt x="326906" y="24467"/>
                </a:lnTo>
                <a:lnTo>
                  <a:pt x="326915" y="24460"/>
                </a:lnTo>
                <a:lnTo>
                  <a:pt x="326924" y="24454"/>
                </a:lnTo>
                <a:lnTo>
                  <a:pt x="326933" y="24447"/>
                </a:lnTo>
                <a:lnTo>
                  <a:pt x="326942" y="24440"/>
                </a:lnTo>
                <a:lnTo>
                  <a:pt x="326950" y="24433"/>
                </a:lnTo>
                <a:lnTo>
                  <a:pt x="326958" y="24426"/>
                </a:lnTo>
                <a:lnTo>
                  <a:pt x="326966" y="24419"/>
                </a:lnTo>
                <a:lnTo>
                  <a:pt x="326973" y="24412"/>
                </a:lnTo>
                <a:lnTo>
                  <a:pt x="326980" y="24405"/>
                </a:lnTo>
                <a:lnTo>
                  <a:pt x="326987" y="24397"/>
                </a:lnTo>
                <a:lnTo>
                  <a:pt x="326993" y="24390"/>
                </a:lnTo>
                <a:lnTo>
                  <a:pt x="326999" y="24382"/>
                </a:lnTo>
                <a:lnTo>
                  <a:pt x="327005" y="24375"/>
                </a:lnTo>
                <a:lnTo>
                  <a:pt x="327010" y="24367"/>
                </a:lnTo>
                <a:lnTo>
                  <a:pt x="327016" y="24359"/>
                </a:lnTo>
                <a:lnTo>
                  <a:pt x="327021" y="24351"/>
                </a:lnTo>
                <a:lnTo>
                  <a:pt x="327025" y="24343"/>
                </a:lnTo>
                <a:lnTo>
                  <a:pt x="327030" y="24334"/>
                </a:lnTo>
                <a:lnTo>
                  <a:pt x="327034" y="24326"/>
                </a:lnTo>
                <a:lnTo>
                  <a:pt x="327038" y="24317"/>
                </a:lnTo>
                <a:lnTo>
                  <a:pt x="327042" y="24309"/>
                </a:lnTo>
                <a:lnTo>
                  <a:pt x="327046" y="24300"/>
                </a:lnTo>
                <a:lnTo>
                  <a:pt x="327049" y="24291"/>
                </a:lnTo>
                <a:lnTo>
                  <a:pt x="327052" y="24281"/>
                </a:lnTo>
                <a:lnTo>
                  <a:pt x="327055" y="24272"/>
                </a:lnTo>
                <a:lnTo>
                  <a:pt x="327058" y="24263"/>
                </a:lnTo>
                <a:lnTo>
                  <a:pt x="327060" y="24253"/>
                </a:lnTo>
                <a:lnTo>
                  <a:pt x="327062" y="24243"/>
                </a:lnTo>
                <a:lnTo>
                  <a:pt x="327064" y="24233"/>
                </a:lnTo>
                <a:lnTo>
                  <a:pt x="327066" y="24223"/>
                </a:lnTo>
                <a:lnTo>
                  <a:pt x="327068" y="24213"/>
                </a:lnTo>
                <a:lnTo>
                  <a:pt x="327069" y="24203"/>
                </a:lnTo>
                <a:lnTo>
                  <a:pt x="327070" y="24192"/>
                </a:lnTo>
                <a:lnTo>
                  <a:pt x="327071" y="24181"/>
                </a:lnTo>
                <a:lnTo>
                  <a:pt x="327071" y="24171"/>
                </a:lnTo>
                <a:lnTo>
                  <a:pt x="327072" y="24160"/>
                </a:lnTo>
                <a:lnTo>
                  <a:pt x="327072" y="24149"/>
                </a:lnTo>
                <a:lnTo>
                  <a:pt x="327072" y="10946"/>
                </a:lnTo>
                <a:lnTo>
                  <a:pt x="330431" y="10946"/>
                </a:lnTo>
                <a:lnTo>
                  <a:pt x="330452" y="10946"/>
                </a:lnTo>
                <a:lnTo>
                  <a:pt x="330472" y="10945"/>
                </a:lnTo>
                <a:lnTo>
                  <a:pt x="330492" y="10942"/>
                </a:lnTo>
                <a:lnTo>
                  <a:pt x="330512" y="10939"/>
                </a:lnTo>
                <a:lnTo>
                  <a:pt x="330531" y="10935"/>
                </a:lnTo>
                <a:lnTo>
                  <a:pt x="330550" y="10930"/>
                </a:lnTo>
                <a:lnTo>
                  <a:pt x="330569" y="10924"/>
                </a:lnTo>
                <a:lnTo>
                  <a:pt x="330587" y="10917"/>
                </a:lnTo>
                <a:lnTo>
                  <a:pt x="330605" y="10909"/>
                </a:lnTo>
                <a:lnTo>
                  <a:pt x="330622" y="10900"/>
                </a:lnTo>
                <a:lnTo>
                  <a:pt x="330640" y="10890"/>
                </a:lnTo>
                <a:lnTo>
                  <a:pt x="330657" y="10880"/>
                </a:lnTo>
                <a:lnTo>
                  <a:pt x="330673" y="10868"/>
                </a:lnTo>
                <a:lnTo>
                  <a:pt x="330689" y="10856"/>
                </a:lnTo>
                <a:lnTo>
                  <a:pt x="330705" y="10842"/>
                </a:lnTo>
                <a:lnTo>
                  <a:pt x="330721" y="10828"/>
                </a:lnTo>
                <a:lnTo>
                  <a:pt x="330736" y="10812"/>
                </a:lnTo>
                <a:lnTo>
                  <a:pt x="330751" y="10796"/>
                </a:lnTo>
                <a:lnTo>
                  <a:pt x="330765" y="10779"/>
                </a:lnTo>
                <a:lnTo>
                  <a:pt x="330779" y="10761"/>
                </a:lnTo>
                <a:lnTo>
                  <a:pt x="330793" y="10742"/>
                </a:lnTo>
                <a:lnTo>
                  <a:pt x="330806" y="10722"/>
                </a:lnTo>
                <a:lnTo>
                  <a:pt x="330819" y="10701"/>
                </a:lnTo>
                <a:lnTo>
                  <a:pt x="330832" y="10679"/>
                </a:lnTo>
                <a:lnTo>
                  <a:pt x="330844" y="10656"/>
                </a:lnTo>
                <a:lnTo>
                  <a:pt x="330856" y="10632"/>
                </a:lnTo>
                <a:lnTo>
                  <a:pt x="330867" y="10607"/>
                </a:lnTo>
                <a:lnTo>
                  <a:pt x="330878" y="10581"/>
                </a:lnTo>
                <a:lnTo>
                  <a:pt x="330888" y="10553"/>
                </a:lnTo>
                <a:lnTo>
                  <a:pt x="330898" y="10525"/>
                </a:lnTo>
                <a:lnTo>
                  <a:pt x="330907" y="10495"/>
                </a:lnTo>
                <a:lnTo>
                  <a:pt x="330916" y="10464"/>
                </a:lnTo>
                <a:lnTo>
                  <a:pt x="330924" y="10432"/>
                </a:lnTo>
                <a:lnTo>
                  <a:pt x="330931" y="10398"/>
                </a:lnTo>
                <a:lnTo>
                  <a:pt x="330938" y="10364"/>
                </a:lnTo>
                <a:lnTo>
                  <a:pt x="330945" y="10328"/>
                </a:lnTo>
                <a:lnTo>
                  <a:pt x="330951" y="10291"/>
                </a:lnTo>
                <a:lnTo>
                  <a:pt x="330956" y="10253"/>
                </a:lnTo>
                <a:lnTo>
                  <a:pt x="330961" y="10214"/>
                </a:lnTo>
                <a:lnTo>
                  <a:pt x="330966" y="10174"/>
                </a:lnTo>
                <a:lnTo>
                  <a:pt x="330970" y="10133"/>
                </a:lnTo>
                <a:lnTo>
                  <a:pt x="330973" y="10090"/>
                </a:lnTo>
                <a:lnTo>
                  <a:pt x="330976" y="10046"/>
                </a:lnTo>
                <a:lnTo>
                  <a:pt x="330978" y="10001"/>
                </a:lnTo>
                <a:lnTo>
                  <a:pt x="330980" y="9955"/>
                </a:lnTo>
                <a:lnTo>
                  <a:pt x="330981" y="9908"/>
                </a:lnTo>
                <a:lnTo>
                  <a:pt x="330982" y="9860"/>
                </a:lnTo>
                <a:lnTo>
                  <a:pt x="330982" y="9810"/>
                </a:lnTo>
                <a:lnTo>
                  <a:pt x="330982" y="9784"/>
                </a:lnTo>
                <a:lnTo>
                  <a:pt x="330982" y="9758"/>
                </a:lnTo>
                <a:lnTo>
                  <a:pt x="330982" y="9732"/>
                </a:lnTo>
                <a:lnTo>
                  <a:pt x="330981" y="9707"/>
                </a:lnTo>
                <a:lnTo>
                  <a:pt x="330981" y="9682"/>
                </a:lnTo>
                <a:lnTo>
                  <a:pt x="330980" y="9658"/>
                </a:lnTo>
                <a:lnTo>
                  <a:pt x="330979" y="9633"/>
                </a:lnTo>
                <a:lnTo>
                  <a:pt x="330978" y="9610"/>
                </a:lnTo>
                <a:lnTo>
                  <a:pt x="330977" y="9586"/>
                </a:lnTo>
                <a:lnTo>
                  <a:pt x="330975" y="9563"/>
                </a:lnTo>
                <a:lnTo>
                  <a:pt x="330974" y="9540"/>
                </a:lnTo>
                <a:lnTo>
                  <a:pt x="330972" y="9518"/>
                </a:lnTo>
                <a:lnTo>
                  <a:pt x="330970" y="9495"/>
                </a:lnTo>
                <a:lnTo>
                  <a:pt x="330968" y="9474"/>
                </a:lnTo>
                <a:lnTo>
                  <a:pt x="330966" y="9452"/>
                </a:lnTo>
                <a:lnTo>
                  <a:pt x="330964" y="9431"/>
                </a:lnTo>
                <a:lnTo>
                  <a:pt x="330961" y="9411"/>
                </a:lnTo>
                <a:lnTo>
                  <a:pt x="330959" y="9390"/>
                </a:lnTo>
                <a:lnTo>
                  <a:pt x="330956" y="9370"/>
                </a:lnTo>
                <a:lnTo>
                  <a:pt x="330953" y="9350"/>
                </a:lnTo>
                <a:lnTo>
                  <a:pt x="330950" y="9331"/>
                </a:lnTo>
                <a:lnTo>
                  <a:pt x="330947" y="9312"/>
                </a:lnTo>
                <a:lnTo>
                  <a:pt x="330944" y="9294"/>
                </a:lnTo>
                <a:lnTo>
                  <a:pt x="330941" y="9275"/>
                </a:lnTo>
                <a:lnTo>
                  <a:pt x="330937" y="9257"/>
                </a:lnTo>
                <a:lnTo>
                  <a:pt x="330933" y="9240"/>
                </a:lnTo>
                <a:lnTo>
                  <a:pt x="330930" y="9222"/>
                </a:lnTo>
                <a:lnTo>
                  <a:pt x="330926" y="9205"/>
                </a:lnTo>
                <a:lnTo>
                  <a:pt x="330922" y="9188"/>
                </a:lnTo>
                <a:lnTo>
                  <a:pt x="330918" y="9171"/>
                </a:lnTo>
                <a:lnTo>
                  <a:pt x="330913" y="9155"/>
                </a:lnTo>
                <a:lnTo>
                  <a:pt x="330909" y="9139"/>
                </a:lnTo>
                <a:lnTo>
                  <a:pt x="330905" y="9123"/>
                </a:lnTo>
                <a:lnTo>
                  <a:pt x="330900" y="9107"/>
                </a:lnTo>
                <a:lnTo>
                  <a:pt x="330895" y="9092"/>
                </a:lnTo>
                <a:lnTo>
                  <a:pt x="330891" y="9077"/>
                </a:lnTo>
                <a:lnTo>
                  <a:pt x="330886" y="9062"/>
                </a:lnTo>
                <a:lnTo>
                  <a:pt x="330881" y="9047"/>
                </a:lnTo>
                <a:lnTo>
                  <a:pt x="330875" y="9033"/>
                </a:lnTo>
                <a:lnTo>
                  <a:pt x="330870" y="9019"/>
                </a:lnTo>
                <a:lnTo>
                  <a:pt x="330865" y="9005"/>
                </a:lnTo>
                <a:lnTo>
                  <a:pt x="330859" y="8992"/>
                </a:lnTo>
                <a:lnTo>
                  <a:pt x="330854" y="8978"/>
                </a:lnTo>
                <a:lnTo>
                  <a:pt x="330848" y="8965"/>
                </a:lnTo>
                <a:lnTo>
                  <a:pt x="330842" y="8953"/>
                </a:lnTo>
                <a:lnTo>
                  <a:pt x="330836" y="8940"/>
                </a:lnTo>
                <a:lnTo>
                  <a:pt x="330830" y="8928"/>
                </a:lnTo>
                <a:lnTo>
                  <a:pt x="330824" y="8916"/>
                </a:lnTo>
                <a:lnTo>
                  <a:pt x="330817" y="8904"/>
                </a:lnTo>
                <a:lnTo>
                  <a:pt x="330811" y="8893"/>
                </a:lnTo>
                <a:lnTo>
                  <a:pt x="330805" y="8882"/>
                </a:lnTo>
                <a:lnTo>
                  <a:pt x="330798" y="8871"/>
                </a:lnTo>
                <a:lnTo>
                  <a:pt x="330792" y="8860"/>
                </a:lnTo>
                <a:lnTo>
                  <a:pt x="330785" y="8850"/>
                </a:lnTo>
                <a:lnTo>
                  <a:pt x="330778" y="8840"/>
                </a:lnTo>
                <a:lnTo>
                  <a:pt x="330772" y="8831"/>
                </a:lnTo>
                <a:lnTo>
                  <a:pt x="330765" y="8821"/>
                </a:lnTo>
                <a:lnTo>
                  <a:pt x="330758" y="8812"/>
                </a:lnTo>
                <a:lnTo>
                  <a:pt x="330751" y="8803"/>
                </a:lnTo>
                <a:lnTo>
                  <a:pt x="330744" y="8795"/>
                </a:lnTo>
                <a:lnTo>
                  <a:pt x="330737" y="8787"/>
                </a:lnTo>
                <a:lnTo>
                  <a:pt x="330730" y="8779"/>
                </a:lnTo>
                <a:lnTo>
                  <a:pt x="330723" y="8771"/>
                </a:lnTo>
                <a:lnTo>
                  <a:pt x="330716" y="8764"/>
                </a:lnTo>
                <a:lnTo>
                  <a:pt x="330709" y="8757"/>
                </a:lnTo>
                <a:lnTo>
                  <a:pt x="330701" y="8750"/>
                </a:lnTo>
                <a:lnTo>
                  <a:pt x="330694" y="8743"/>
                </a:lnTo>
                <a:lnTo>
                  <a:pt x="330687" y="8737"/>
                </a:lnTo>
                <a:lnTo>
                  <a:pt x="330679" y="8731"/>
                </a:lnTo>
                <a:lnTo>
                  <a:pt x="330672" y="8726"/>
                </a:lnTo>
                <a:lnTo>
                  <a:pt x="330664" y="8720"/>
                </a:lnTo>
                <a:lnTo>
                  <a:pt x="330657" y="8715"/>
                </a:lnTo>
                <a:lnTo>
                  <a:pt x="330649" y="8711"/>
                </a:lnTo>
                <a:lnTo>
                  <a:pt x="330641" y="8706"/>
                </a:lnTo>
                <a:lnTo>
                  <a:pt x="330633" y="8702"/>
                </a:lnTo>
                <a:lnTo>
                  <a:pt x="330625" y="8698"/>
                </a:lnTo>
                <a:lnTo>
                  <a:pt x="330616" y="8694"/>
                </a:lnTo>
                <a:lnTo>
                  <a:pt x="330608" y="8690"/>
                </a:lnTo>
                <a:lnTo>
                  <a:pt x="330599" y="8686"/>
                </a:lnTo>
                <a:lnTo>
                  <a:pt x="330591" y="8683"/>
                </a:lnTo>
                <a:lnTo>
                  <a:pt x="330582" y="8680"/>
                </a:lnTo>
                <a:lnTo>
                  <a:pt x="330573" y="8677"/>
                </a:lnTo>
                <a:lnTo>
                  <a:pt x="330564" y="8674"/>
                </a:lnTo>
                <a:lnTo>
                  <a:pt x="330554" y="8672"/>
                </a:lnTo>
                <a:lnTo>
                  <a:pt x="330545" y="8669"/>
                </a:lnTo>
                <a:lnTo>
                  <a:pt x="330535" y="8667"/>
                </a:lnTo>
                <a:lnTo>
                  <a:pt x="330525" y="8665"/>
                </a:lnTo>
                <a:lnTo>
                  <a:pt x="330515" y="8663"/>
                </a:lnTo>
                <a:lnTo>
                  <a:pt x="330505" y="8662"/>
                </a:lnTo>
                <a:lnTo>
                  <a:pt x="330495" y="8661"/>
                </a:lnTo>
                <a:lnTo>
                  <a:pt x="330485" y="8659"/>
                </a:lnTo>
                <a:lnTo>
                  <a:pt x="330474" y="8659"/>
                </a:lnTo>
                <a:lnTo>
                  <a:pt x="330464" y="8658"/>
                </a:lnTo>
                <a:lnTo>
                  <a:pt x="330453" y="8657"/>
                </a:lnTo>
                <a:lnTo>
                  <a:pt x="330442" y="8657"/>
                </a:lnTo>
                <a:lnTo>
                  <a:pt x="330431" y="8657"/>
                </a:lnTo>
                <a:lnTo>
                  <a:pt x="327072" y="8657"/>
                </a:lnTo>
                <a:lnTo>
                  <a:pt x="327072" y="7024"/>
                </a:lnTo>
                <a:lnTo>
                  <a:pt x="327072" y="6944"/>
                </a:lnTo>
                <a:lnTo>
                  <a:pt x="327073" y="6865"/>
                </a:lnTo>
                <a:lnTo>
                  <a:pt x="327074" y="6787"/>
                </a:lnTo>
                <a:lnTo>
                  <a:pt x="327075" y="6710"/>
                </a:lnTo>
                <a:lnTo>
                  <a:pt x="327077" y="6634"/>
                </a:lnTo>
                <a:lnTo>
                  <a:pt x="327079" y="6559"/>
                </a:lnTo>
                <a:lnTo>
                  <a:pt x="327082" y="6486"/>
                </a:lnTo>
                <a:lnTo>
                  <a:pt x="327085" y="6413"/>
                </a:lnTo>
                <a:lnTo>
                  <a:pt x="327088" y="6341"/>
                </a:lnTo>
                <a:lnTo>
                  <a:pt x="327092" y="6270"/>
                </a:lnTo>
                <a:lnTo>
                  <a:pt x="327096" y="6200"/>
                </a:lnTo>
                <a:lnTo>
                  <a:pt x="327101" y="6131"/>
                </a:lnTo>
                <a:lnTo>
                  <a:pt x="327106" y="6063"/>
                </a:lnTo>
                <a:lnTo>
                  <a:pt x="327112" y="5996"/>
                </a:lnTo>
                <a:lnTo>
                  <a:pt x="327117" y="5930"/>
                </a:lnTo>
                <a:lnTo>
                  <a:pt x="327124" y="5866"/>
                </a:lnTo>
                <a:lnTo>
                  <a:pt x="327130" y="5802"/>
                </a:lnTo>
                <a:lnTo>
                  <a:pt x="327138" y="5739"/>
                </a:lnTo>
                <a:lnTo>
                  <a:pt x="327145" y="5677"/>
                </a:lnTo>
                <a:lnTo>
                  <a:pt x="327153" y="5616"/>
                </a:lnTo>
                <a:lnTo>
                  <a:pt x="327161" y="5557"/>
                </a:lnTo>
                <a:lnTo>
                  <a:pt x="327170" y="5498"/>
                </a:lnTo>
                <a:lnTo>
                  <a:pt x="327179" y="5440"/>
                </a:lnTo>
                <a:lnTo>
                  <a:pt x="327189" y="5383"/>
                </a:lnTo>
                <a:lnTo>
                  <a:pt x="327199" y="5328"/>
                </a:lnTo>
                <a:lnTo>
                  <a:pt x="327209" y="5273"/>
                </a:lnTo>
                <a:lnTo>
                  <a:pt x="327220" y="5219"/>
                </a:lnTo>
                <a:lnTo>
                  <a:pt x="327232" y="5165"/>
                </a:lnTo>
                <a:lnTo>
                  <a:pt x="327244" y="5113"/>
                </a:lnTo>
                <a:lnTo>
                  <a:pt x="327257" y="5062"/>
                </a:lnTo>
                <a:lnTo>
                  <a:pt x="327270" y="5011"/>
                </a:lnTo>
                <a:lnTo>
                  <a:pt x="327283" y="4961"/>
                </a:lnTo>
                <a:lnTo>
                  <a:pt x="327298" y="4913"/>
                </a:lnTo>
                <a:lnTo>
                  <a:pt x="327312" y="4865"/>
                </a:lnTo>
                <a:lnTo>
                  <a:pt x="327328" y="4817"/>
                </a:lnTo>
                <a:lnTo>
                  <a:pt x="327343" y="4771"/>
                </a:lnTo>
                <a:lnTo>
                  <a:pt x="327360" y="4726"/>
                </a:lnTo>
                <a:lnTo>
                  <a:pt x="327376" y="4681"/>
                </a:lnTo>
                <a:lnTo>
                  <a:pt x="327394" y="4638"/>
                </a:lnTo>
                <a:lnTo>
                  <a:pt x="327412" y="4595"/>
                </a:lnTo>
                <a:lnTo>
                  <a:pt x="327430" y="4553"/>
                </a:lnTo>
                <a:lnTo>
                  <a:pt x="327449" y="4512"/>
                </a:lnTo>
                <a:lnTo>
                  <a:pt x="327468" y="4472"/>
                </a:lnTo>
                <a:lnTo>
                  <a:pt x="327488" y="4433"/>
                </a:lnTo>
                <a:lnTo>
                  <a:pt x="327509" y="4394"/>
                </a:lnTo>
                <a:lnTo>
                  <a:pt x="327530" y="4357"/>
                </a:lnTo>
                <a:lnTo>
                  <a:pt x="327551" y="4320"/>
                </a:lnTo>
                <a:lnTo>
                  <a:pt x="327573" y="4284"/>
                </a:lnTo>
                <a:lnTo>
                  <a:pt x="327596" y="4249"/>
                </a:lnTo>
                <a:lnTo>
                  <a:pt x="327619" y="4215"/>
                </a:lnTo>
                <a:lnTo>
                  <a:pt x="327643" y="4181"/>
                </a:lnTo>
                <a:lnTo>
                  <a:pt x="327667" y="4149"/>
                </a:lnTo>
                <a:lnTo>
                  <a:pt x="327692" y="4117"/>
                </a:lnTo>
                <a:lnTo>
                  <a:pt x="327717" y="4086"/>
                </a:lnTo>
                <a:lnTo>
                  <a:pt x="327743" y="4055"/>
                </a:lnTo>
                <a:lnTo>
                  <a:pt x="327770" y="4026"/>
                </a:lnTo>
                <a:lnTo>
                  <a:pt x="327797" y="3997"/>
                </a:lnTo>
                <a:lnTo>
                  <a:pt x="327825" y="3969"/>
                </a:lnTo>
                <a:lnTo>
                  <a:pt x="327853" y="3942"/>
                </a:lnTo>
                <a:lnTo>
                  <a:pt x="327882" y="3916"/>
                </a:lnTo>
                <a:lnTo>
                  <a:pt x="327912" y="3890"/>
                </a:lnTo>
                <a:lnTo>
                  <a:pt x="327942" y="3865"/>
                </a:lnTo>
                <a:lnTo>
                  <a:pt x="327973" y="3841"/>
                </a:lnTo>
                <a:lnTo>
                  <a:pt x="328004" y="3818"/>
                </a:lnTo>
                <a:lnTo>
                  <a:pt x="328036" y="3795"/>
                </a:lnTo>
                <a:lnTo>
                  <a:pt x="328068" y="3773"/>
                </a:lnTo>
                <a:lnTo>
                  <a:pt x="328101" y="3753"/>
                </a:lnTo>
                <a:lnTo>
                  <a:pt x="328135" y="3732"/>
                </a:lnTo>
                <a:lnTo>
                  <a:pt x="328169" y="3713"/>
                </a:lnTo>
                <a:lnTo>
                  <a:pt x="328204" y="3694"/>
                </a:lnTo>
                <a:lnTo>
                  <a:pt x="328239" y="3677"/>
                </a:lnTo>
                <a:lnTo>
                  <a:pt x="328275" y="3659"/>
                </a:lnTo>
                <a:lnTo>
                  <a:pt x="328312" y="3643"/>
                </a:lnTo>
                <a:lnTo>
                  <a:pt x="328349" y="3628"/>
                </a:lnTo>
                <a:lnTo>
                  <a:pt x="328387" y="3613"/>
                </a:lnTo>
                <a:lnTo>
                  <a:pt x="328425" y="3598"/>
                </a:lnTo>
                <a:lnTo>
                  <a:pt x="328464" y="3585"/>
                </a:lnTo>
                <a:lnTo>
                  <a:pt x="328504" y="3572"/>
                </a:lnTo>
                <a:lnTo>
                  <a:pt x="328544" y="3560"/>
                </a:lnTo>
                <a:lnTo>
                  <a:pt x="328585" y="3548"/>
                </a:lnTo>
                <a:lnTo>
                  <a:pt x="328627" y="3538"/>
                </a:lnTo>
                <a:lnTo>
                  <a:pt x="328669" y="3527"/>
                </a:lnTo>
                <a:lnTo>
                  <a:pt x="328712" y="3518"/>
                </a:lnTo>
                <a:lnTo>
                  <a:pt x="328756" y="3509"/>
                </a:lnTo>
                <a:lnTo>
                  <a:pt x="328800" y="3501"/>
                </a:lnTo>
                <a:lnTo>
                  <a:pt x="328845" y="3494"/>
                </a:lnTo>
                <a:lnTo>
                  <a:pt x="328890" y="3488"/>
                </a:lnTo>
                <a:lnTo>
                  <a:pt x="328936" y="3482"/>
                </a:lnTo>
                <a:lnTo>
                  <a:pt x="328983" y="3476"/>
                </a:lnTo>
                <a:lnTo>
                  <a:pt x="329030" y="3472"/>
                </a:lnTo>
                <a:lnTo>
                  <a:pt x="329078" y="3468"/>
                </a:lnTo>
                <a:lnTo>
                  <a:pt x="329127" y="3465"/>
                </a:lnTo>
                <a:lnTo>
                  <a:pt x="329176" y="3463"/>
                </a:lnTo>
                <a:lnTo>
                  <a:pt x="329226" y="3461"/>
                </a:lnTo>
                <a:lnTo>
                  <a:pt x="329277" y="3460"/>
                </a:lnTo>
                <a:lnTo>
                  <a:pt x="329328" y="3459"/>
                </a:lnTo>
                <a:lnTo>
                  <a:pt x="329365" y="3460"/>
                </a:lnTo>
                <a:lnTo>
                  <a:pt x="329402" y="3460"/>
                </a:lnTo>
                <a:lnTo>
                  <a:pt x="329439" y="3461"/>
                </a:lnTo>
                <a:lnTo>
                  <a:pt x="329475" y="3462"/>
                </a:lnTo>
                <a:lnTo>
                  <a:pt x="329511" y="3463"/>
                </a:lnTo>
                <a:lnTo>
                  <a:pt x="329547" y="3464"/>
                </a:lnTo>
                <a:lnTo>
                  <a:pt x="329582" y="3466"/>
                </a:lnTo>
                <a:lnTo>
                  <a:pt x="329617" y="3468"/>
                </a:lnTo>
                <a:lnTo>
                  <a:pt x="329651" y="3470"/>
                </a:lnTo>
                <a:lnTo>
                  <a:pt x="329685" y="3472"/>
                </a:lnTo>
                <a:lnTo>
                  <a:pt x="329719" y="3475"/>
                </a:lnTo>
                <a:lnTo>
                  <a:pt x="329752" y="3478"/>
                </a:lnTo>
                <a:lnTo>
                  <a:pt x="329785" y="3481"/>
                </a:lnTo>
                <a:lnTo>
                  <a:pt x="329817" y="3485"/>
                </a:lnTo>
                <a:lnTo>
                  <a:pt x="329850" y="3489"/>
                </a:lnTo>
                <a:lnTo>
                  <a:pt x="329881" y="3493"/>
                </a:lnTo>
                <a:lnTo>
                  <a:pt x="329913" y="3497"/>
                </a:lnTo>
                <a:lnTo>
                  <a:pt x="329944" y="3502"/>
                </a:lnTo>
                <a:lnTo>
                  <a:pt x="329974" y="3507"/>
                </a:lnTo>
                <a:lnTo>
                  <a:pt x="330005" y="3512"/>
                </a:lnTo>
                <a:lnTo>
                  <a:pt x="330034" y="3517"/>
                </a:lnTo>
                <a:lnTo>
                  <a:pt x="330064" y="3523"/>
                </a:lnTo>
                <a:lnTo>
                  <a:pt x="330093" y="3528"/>
                </a:lnTo>
                <a:lnTo>
                  <a:pt x="330122" y="3535"/>
                </a:lnTo>
                <a:lnTo>
                  <a:pt x="330150" y="3541"/>
                </a:lnTo>
                <a:lnTo>
                  <a:pt x="330178" y="3547"/>
                </a:lnTo>
                <a:lnTo>
                  <a:pt x="330206" y="3554"/>
                </a:lnTo>
                <a:lnTo>
                  <a:pt x="330233" y="3560"/>
                </a:lnTo>
                <a:lnTo>
                  <a:pt x="330261" y="3567"/>
                </a:lnTo>
                <a:lnTo>
                  <a:pt x="330287" y="3573"/>
                </a:lnTo>
                <a:lnTo>
                  <a:pt x="330314" y="3580"/>
                </a:lnTo>
                <a:lnTo>
                  <a:pt x="330340" y="3587"/>
                </a:lnTo>
                <a:lnTo>
                  <a:pt x="330366" y="3593"/>
                </a:lnTo>
                <a:lnTo>
                  <a:pt x="330391" y="3600"/>
                </a:lnTo>
                <a:lnTo>
                  <a:pt x="330417" y="3607"/>
                </a:lnTo>
                <a:lnTo>
                  <a:pt x="330441" y="3614"/>
                </a:lnTo>
                <a:lnTo>
                  <a:pt x="330466" y="3621"/>
                </a:lnTo>
                <a:lnTo>
                  <a:pt x="330490" y="3628"/>
                </a:lnTo>
                <a:lnTo>
                  <a:pt x="330514" y="3635"/>
                </a:lnTo>
                <a:lnTo>
                  <a:pt x="330538" y="3642"/>
                </a:lnTo>
                <a:lnTo>
                  <a:pt x="330561" y="3650"/>
                </a:lnTo>
                <a:lnTo>
                  <a:pt x="330584" y="3657"/>
                </a:lnTo>
                <a:lnTo>
                  <a:pt x="330607" y="3664"/>
                </a:lnTo>
                <a:lnTo>
                  <a:pt x="330629" y="3672"/>
                </a:lnTo>
                <a:lnTo>
                  <a:pt x="330651" y="3679"/>
                </a:lnTo>
                <a:lnTo>
                  <a:pt x="330673" y="3687"/>
                </a:lnTo>
                <a:lnTo>
                  <a:pt x="330694" y="3694"/>
                </a:lnTo>
                <a:lnTo>
                  <a:pt x="330715" y="3702"/>
                </a:lnTo>
                <a:lnTo>
                  <a:pt x="330736" y="3709"/>
                </a:lnTo>
                <a:lnTo>
                  <a:pt x="330756" y="3717"/>
                </a:lnTo>
                <a:lnTo>
                  <a:pt x="330777" y="3724"/>
                </a:lnTo>
                <a:lnTo>
                  <a:pt x="330797" y="3732"/>
                </a:lnTo>
                <a:lnTo>
                  <a:pt x="330816" y="3739"/>
                </a:lnTo>
                <a:lnTo>
                  <a:pt x="330836" y="3747"/>
                </a:lnTo>
                <a:lnTo>
                  <a:pt x="330855" y="3754"/>
                </a:lnTo>
                <a:lnTo>
                  <a:pt x="330874" y="3761"/>
                </a:lnTo>
                <a:lnTo>
                  <a:pt x="330892" y="3768"/>
                </a:lnTo>
                <a:lnTo>
                  <a:pt x="330911" y="3775"/>
                </a:lnTo>
                <a:lnTo>
                  <a:pt x="330929" y="3783"/>
                </a:lnTo>
                <a:lnTo>
                  <a:pt x="330947" y="3789"/>
                </a:lnTo>
                <a:lnTo>
                  <a:pt x="330965" y="3796"/>
                </a:lnTo>
                <a:lnTo>
                  <a:pt x="330982" y="3803"/>
                </a:lnTo>
                <a:lnTo>
                  <a:pt x="330999" y="3810"/>
                </a:lnTo>
                <a:lnTo>
                  <a:pt x="331016" y="3817"/>
                </a:lnTo>
                <a:lnTo>
                  <a:pt x="331032" y="3824"/>
                </a:lnTo>
                <a:lnTo>
                  <a:pt x="331049" y="3830"/>
                </a:lnTo>
                <a:lnTo>
                  <a:pt x="331065" y="3837"/>
                </a:lnTo>
                <a:lnTo>
                  <a:pt x="331081" y="3843"/>
                </a:lnTo>
                <a:lnTo>
                  <a:pt x="331096" y="3850"/>
                </a:lnTo>
                <a:lnTo>
                  <a:pt x="331111" y="3856"/>
                </a:lnTo>
                <a:lnTo>
                  <a:pt x="331126" y="3863"/>
                </a:lnTo>
                <a:lnTo>
                  <a:pt x="331141" y="3869"/>
                </a:lnTo>
                <a:lnTo>
                  <a:pt x="331156" y="3875"/>
                </a:lnTo>
                <a:lnTo>
                  <a:pt x="331170" y="3881"/>
                </a:lnTo>
                <a:lnTo>
                  <a:pt x="331184" y="3887"/>
                </a:lnTo>
                <a:lnTo>
                  <a:pt x="331198" y="3892"/>
                </a:lnTo>
                <a:lnTo>
                  <a:pt x="331212" y="3897"/>
                </a:lnTo>
                <a:lnTo>
                  <a:pt x="331225" y="3902"/>
                </a:lnTo>
                <a:lnTo>
                  <a:pt x="331239" y="3906"/>
                </a:lnTo>
                <a:lnTo>
                  <a:pt x="331252" y="3911"/>
                </a:lnTo>
                <a:lnTo>
                  <a:pt x="331265" y="3915"/>
                </a:lnTo>
                <a:lnTo>
                  <a:pt x="331277" y="3918"/>
                </a:lnTo>
                <a:lnTo>
                  <a:pt x="331290" y="3922"/>
                </a:lnTo>
                <a:lnTo>
                  <a:pt x="331302" y="3925"/>
                </a:lnTo>
                <a:lnTo>
                  <a:pt x="331314" y="3928"/>
                </a:lnTo>
                <a:lnTo>
                  <a:pt x="331326" y="3931"/>
                </a:lnTo>
                <a:lnTo>
                  <a:pt x="331338" y="3934"/>
                </a:lnTo>
                <a:lnTo>
                  <a:pt x="331349" y="3936"/>
                </a:lnTo>
                <a:lnTo>
                  <a:pt x="331360" y="3938"/>
                </a:lnTo>
                <a:lnTo>
                  <a:pt x="331372" y="3939"/>
                </a:lnTo>
                <a:lnTo>
                  <a:pt x="331382" y="3941"/>
                </a:lnTo>
                <a:lnTo>
                  <a:pt x="331393" y="3942"/>
                </a:lnTo>
                <a:lnTo>
                  <a:pt x="331404" y="3943"/>
                </a:lnTo>
                <a:lnTo>
                  <a:pt x="331414" y="3944"/>
                </a:lnTo>
                <a:lnTo>
                  <a:pt x="331424" y="3944"/>
                </a:lnTo>
                <a:lnTo>
                  <a:pt x="331434" y="3944"/>
                </a:lnTo>
                <a:lnTo>
                  <a:pt x="331442" y="3944"/>
                </a:lnTo>
                <a:lnTo>
                  <a:pt x="331450" y="3944"/>
                </a:lnTo>
                <a:lnTo>
                  <a:pt x="331458" y="3943"/>
                </a:lnTo>
                <a:lnTo>
                  <a:pt x="331466" y="3943"/>
                </a:lnTo>
                <a:lnTo>
                  <a:pt x="331474" y="3942"/>
                </a:lnTo>
                <a:lnTo>
                  <a:pt x="331482" y="3941"/>
                </a:lnTo>
                <a:lnTo>
                  <a:pt x="331489" y="3941"/>
                </a:lnTo>
                <a:lnTo>
                  <a:pt x="331497" y="3939"/>
                </a:lnTo>
                <a:lnTo>
                  <a:pt x="331504" y="3938"/>
                </a:lnTo>
                <a:lnTo>
                  <a:pt x="331511" y="3937"/>
                </a:lnTo>
                <a:lnTo>
                  <a:pt x="331519" y="3935"/>
                </a:lnTo>
                <a:lnTo>
                  <a:pt x="331526" y="3934"/>
                </a:lnTo>
                <a:lnTo>
                  <a:pt x="331532" y="3932"/>
                </a:lnTo>
                <a:lnTo>
                  <a:pt x="331539" y="3930"/>
                </a:lnTo>
                <a:lnTo>
                  <a:pt x="331546" y="3928"/>
                </a:lnTo>
                <a:lnTo>
                  <a:pt x="331553" y="3926"/>
                </a:lnTo>
                <a:lnTo>
                  <a:pt x="331559" y="3923"/>
                </a:lnTo>
                <a:lnTo>
                  <a:pt x="331565" y="3921"/>
                </a:lnTo>
                <a:lnTo>
                  <a:pt x="331571" y="3918"/>
                </a:lnTo>
                <a:lnTo>
                  <a:pt x="331578" y="3915"/>
                </a:lnTo>
                <a:lnTo>
                  <a:pt x="331584" y="3912"/>
                </a:lnTo>
                <a:lnTo>
                  <a:pt x="331589" y="3909"/>
                </a:lnTo>
                <a:lnTo>
                  <a:pt x="331595" y="3906"/>
                </a:lnTo>
                <a:lnTo>
                  <a:pt x="331601" y="3902"/>
                </a:lnTo>
                <a:lnTo>
                  <a:pt x="331606" y="3899"/>
                </a:lnTo>
                <a:lnTo>
                  <a:pt x="331612" y="3895"/>
                </a:lnTo>
                <a:lnTo>
                  <a:pt x="331617" y="3891"/>
                </a:lnTo>
                <a:lnTo>
                  <a:pt x="331622" y="3886"/>
                </a:lnTo>
                <a:lnTo>
                  <a:pt x="331628" y="3882"/>
                </a:lnTo>
                <a:lnTo>
                  <a:pt x="331633" y="3877"/>
                </a:lnTo>
                <a:lnTo>
                  <a:pt x="331638" y="3872"/>
                </a:lnTo>
                <a:lnTo>
                  <a:pt x="331643" y="3866"/>
                </a:lnTo>
                <a:lnTo>
                  <a:pt x="331647" y="3860"/>
                </a:lnTo>
                <a:lnTo>
                  <a:pt x="331652" y="3854"/>
                </a:lnTo>
                <a:lnTo>
                  <a:pt x="331657" y="3848"/>
                </a:lnTo>
                <a:lnTo>
                  <a:pt x="331661" y="3842"/>
                </a:lnTo>
                <a:lnTo>
                  <a:pt x="331666" y="3835"/>
                </a:lnTo>
                <a:lnTo>
                  <a:pt x="331670" y="3828"/>
                </a:lnTo>
                <a:lnTo>
                  <a:pt x="331675" y="3821"/>
                </a:lnTo>
                <a:lnTo>
                  <a:pt x="331679" y="3813"/>
                </a:lnTo>
                <a:lnTo>
                  <a:pt x="331683" y="3805"/>
                </a:lnTo>
                <a:lnTo>
                  <a:pt x="331687" y="3797"/>
                </a:lnTo>
                <a:lnTo>
                  <a:pt x="331691" y="3789"/>
                </a:lnTo>
                <a:lnTo>
                  <a:pt x="331695" y="3780"/>
                </a:lnTo>
                <a:lnTo>
                  <a:pt x="331699" y="3772"/>
                </a:lnTo>
                <a:lnTo>
                  <a:pt x="331702" y="3763"/>
                </a:lnTo>
                <a:lnTo>
                  <a:pt x="331706" y="3753"/>
                </a:lnTo>
                <a:lnTo>
                  <a:pt x="331709" y="3744"/>
                </a:lnTo>
                <a:lnTo>
                  <a:pt x="331713" y="3734"/>
                </a:lnTo>
                <a:lnTo>
                  <a:pt x="331716" y="3724"/>
                </a:lnTo>
                <a:lnTo>
                  <a:pt x="331720" y="3713"/>
                </a:lnTo>
                <a:lnTo>
                  <a:pt x="331723" y="3702"/>
                </a:lnTo>
                <a:lnTo>
                  <a:pt x="331726" y="3692"/>
                </a:lnTo>
                <a:lnTo>
                  <a:pt x="331730" y="3680"/>
                </a:lnTo>
                <a:lnTo>
                  <a:pt x="331733" y="3669"/>
                </a:lnTo>
                <a:lnTo>
                  <a:pt x="331736" y="3657"/>
                </a:lnTo>
                <a:lnTo>
                  <a:pt x="331740" y="3645"/>
                </a:lnTo>
                <a:lnTo>
                  <a:pt x="331743" y="3633"/>
                </a:lnTo>
                <a:lnTo>
                  <a:pt x="331746" y="3620"/>
                </a:lnTo>
                <a:lnTo>
                  <a:pt x="331749" y="3608"/>
                </a:lnTo>
                <a:lnTo>
                  <a:pt x="331752" y="3595"/>
                </a:lnTo>
                <a:lnTo>
                  <a:pt x="331755" y="3581"/>
                </a:lnTo>
                <a:lnTo>
                  <a:pt x="331758" y="3568"/>
                </a:lnTo>
                <a:lnTo>
                  <a:pt x="331761" y="3554"/>
                </a:lnTo>
                <a:lnTo>
                  <a:pt x="331764" y="3540"/>
                </a:lnTo>
                <a:lnTo>
                  <a:pt x="331767" y="3526"/>
                </a:lnTo>
                <a:lnTo>
                  <a:pt x="331770" y="3511"/>
                </a:lnTo>
                <a:lnTo>
                  <a:pt x="331773" y="3496"/>
                </a:lnTo>
                <a:lnTo>
                  <a:pt x="331776" y="3481"/>
                </a:lnTo>
                <a:lnTo>
                  <a:pt x="331779" y="3466"/>
                </a:lnTo>
                <a:lnTo>
                  <a:pt x="331782" y="3450"/>
                </a:lnTo>
                <a:lnTo>
                  <a:pt x="331785" y="3434"/>
                </a:lnTo>
                <a:lnTo>
                  <a:pt x="331787" y="3418"/>
                </a:lnTo>
                <a:lnTo>
                  <a:pt x="331790" y="3401"/>
                </a:lnTo>
                <a:lnTo>
                  <a:pt x="331792" y="3384"/>
                </a:lnTo>
                <a:lnTo>
                  <a:pt x="331795" y="3367"/>
                </a:lnTo>
                <a:lnTo>
                  <a:pt x="331797" y="3349"/>
                </a:lnTo>
                <a:lnTo>
                  <a:pt x="331799" y="3330"/>
                </a:lnTo>
                <a:lnTo>
                  <a:pt x="331801" y="3312"/>
                </a:lnTo>
                <a:lnTo>
                  <a:pt x="331803" y="3292"/>
                </a:lnTo>
                <a:lnTo>
                  <a:pt x="331805" y="3273"/>
                </a:lnTo>
                <a:lnTo>
                  <a:pt x="331807" y="3252"/>
                </a:lnTo>
                <a:lnTo>
                  <a:pt x="331808" y="3232"/>
                </a:lnTo>
                <a:lnTo>
                  <a:pt x="331810" y="3211"/>
                </a:lnTo>
                <a:lnTo>
                  <a:pt x="331811" y="3189"/>
                </a:lnTo>
                <a:lnTo>
                  <a:pt x="331812" y="3167"/>
                </a:lnTo>
                <a:lnTo>
                  <a:pt x="331813" y="3145"/>
                </a:lnTo>
                <a:lnTo>
                  <a:pt x="331814" y="3122"/>
                </a:lnTo>
                <a:lnTo>
                  <a:pt x="331815" y="3099"/>
                </a:lnTo>
                <a:lnTo>
                  <a:pt x="331816" y="3076"/>
                </a:lnTo>
                <a:lnTo>
                  <a:pt x="331817" y="3052"/>
                </a:lnTo>
                <a:lnTo>
                  <a:pt x="331817" y="3027"/>
                </a:lnTo>
                <a:lnTo>
                  <a:pt x="331818" y="3002"/>
                </a:lnTo>
                <a:lnTo>
                  <a:pt x="331818" y="2977"/>
                </a:lnTo>
                <a:lnTo>
                  <a:pt x="331818" y="2951"/>
                </a:lnTo>
                <a:lnTo>
                  <a:pt x="331818" y="2925"/>
                </a:lnTo>
                <a:lnTo>
                  <a:pt x="331818" y="2898"/>
                </a:lnTo>
                <a:lnTo>
                  <a:pt x="331818" y="2872"/>
                </a:lnTo>
                <a:lnTo>
                  <a:pt x="331818" y="2847"/>
                </a:lnTo>
                <a:lnTo>
                  <a:pt x="331817" y="2821"/>
                </a:lnTo>
                <a:lnTo>
                  <a:pt x="331817" y="2796"/>
                </a:lnTo>
                <a:lnTo>
                  <a:pt x="331816" y="2772"/>
                </a:lnTo>
                <a:close/>
                <a:moveTo>
                  <a:pt x="258349" y="15627"/>
                </a:moveTo>
                <a:lnTo>
                  <a:pt x="258342" y="15494"/>
                </a:lnTo>
                <a:lnTo>
                  <a:pt x="258333" y="15362"/>
                </a:lnTo>
                <a:lnTo>
                  <a:pt x="258323" y="15230"/>
                </a:lnTo>
                <a:lnTo>
                  <a:pt x="258312" y="15099"/>
                </a:lnTo>
                <a:lnTo>
                  <a:pt x="258300" y="14969"/>
                </a:lnTo>
                <a:lnTo>
                  <a:pt x="258287" y="14839"/>
                </a:lnTo>
                <a:lnTo>
                  <a:pt x="258272" y="14709"/>
                </a:lnTo>
                <a:lnTo>
                  <a:pt x="258256" y="14580"/>
                </a:lnTo>
                <a:lnTo>
                  <a:pt x="258240" y="14452"/>
                </a:lnTo>
                <a:lnTo>
                  <a:pt x="258222" y="14325"/>
                </a:lnTo>
                <a:lnTo>
                  <a:pt x="258202" y="14198"/>
                </a:lnTo>
                <a:lnTo>
                  <a:pt x="258182" y="14071"/>
                </a:lnTo>
                <a:lnTo>
                  <a:pt x="258161" y="13945"/>
                </a:lnTo>
                <a:lnTo>
                  <a:pt x="258138" y="13820"/>
                </a:lnTo>
                <a:lnTo>
                  <a:pt x="258114" y="13695"/>
                </a:lnTo>
                <a:lnTo>
                  <a:pt x="258089" y="13571"/>
                </a:lnTo>
                <a:lnTo>
                  <a:pt x="258063" y="13448"/>
                </a:lnTo>
                <a:lnTo>
                  <a:pt x="258036" y="13325"/>
                </a:lnTo>
                <a:lnTo>
                  <a:pt x="258007" y="13203"/>
                </a:lnTo>
                <a:lnTo>
                  <a:pt x="257977" y="13082"/>
                </a:lnTo>
                <a:lnTo>
                  <a:pt x="257946" y="12963"/>
                </a:lnTo>
                <a:lnTo>
                  <a:pt x="257914" y="12845"/>
                </a:lnTo>
                <a:lnTo>
                  <a:pt x="257880" y="12728"/>
                </a:lnTo>
                <a:lnTo>
                  <a:pt x="257844" y="12612"/>
                </a:lnTo>
                <a:lnTo>
                  <a:pt x="257807" y="12498"/>
                </a:lnTo>
                <a:lnTo>
                  <a:pt x="257769" y="12385"/>
                </a:lnTo>
                <a:lnTo>
                  <a:pt x="257730" y="12274"/>
                </a:lnTo>
                <a:lnTo>
                  <a:pt x="257689" y="12163"/>
                </a:lnTo>
                <a:lnTo>
                  <a:pt x="257647" y="12054"/>
                </a:lnTo>
                <a:lnTo>
                  <a:pt x="257603" y="11947"/>
                </a:lnTo>
                <a:lnTo>
                  <a:pt x="257559" y="11840"/>
                </a:lnTo>
                <a:lnTo>
                  <a:pt x="257512" y="11735"/>
                </a:lnTo>
                <a:lnTo>
                  <a:pt x="257465" y="11632"/>
                </a:lnTo>
                <a:lnTo>
                  <a:pt x="257416" y="11529"/>
                </a:lnTo>
                <a:lnTo>
                  <a:pt x="257365" y="11428"/>
                </a:lnTo>
                <a:lnTo>
                  <a:pt x="257314" y="11328"/>
                </a:lnTo>
                <a:lnTo>
                  <a:pt x="257261" y="11230"/>
                </a:lnTo>
                <a:lnTo>
                  <a:pt x="257206" y="11133"/>
                </a:lnTo>
                <a:lnTo>
                  <a:pt x="257150" y="11037"/>
                </a:lnTo>
                <a:lnTo>
                  <a:pt x="257093" y="10942"/>
                </a:lnTo>
                <a:lnTo>
                  <a:pt x="257035" y="10849"/>
                </a:lnTo>
                <a:lnTo>
                  <a:pt x="256975" y="10757"/>
                </a:lnTo>
                <a:lnTo>
                  <a:pt x="256913" y="10666"/>
                </a:lnTo>
                <a:lnTo>
                  <a:pt x="256850" y="10577"/>
                </a:lnTo>
                <a:lnTo>
                  <a:pt x="256786" y="10490"/>
                </a:lnTo>
                <a:lnTo>
                  <a:pt x="256720" y="10404"/>
                </a:lnTo>
                <a:lnTo>
                  <a:pt x="256653" y="10320"/>
                </a:lnTo>
                <a:lnTo>
                  <a:pt x="256584" y="10237"/>
                </a:lnTo>
                <a:lnTo>
                  <a:pt x="256514" y="10155"/>
                </a:lnTo>
                <a:lnTo>
                  <a:pt x="256442" y="10076"/>
                </a:lnTo>
                <a:lnTo>
                  <a:pt x="256368" y="9997"/>
                </a:lnTo>
                <a:lnTo>
                  <a:pt x="256293" y="9921"/>
                </a:lnTo>
                <a:lnTo>
                  <a:pt x="256217" y="9846"/>
                </a:lnTo>
                <a:lnTo>
                  <a:pt x="256139" y="9772"/>
                </a:lnTo>
                <a:lnTo>
                  <a:pt x="256060" y="9700"/>
                </a:lnTo>
                <a:lnTo>
                  <a:pt x="255979" y="9629"/>
                </a:lnTo>
                <a:lnTo>
                  <a:pt x="255896" y="9561"/>
                </a:lnTo>
                <a:lnTo>
                  <a:pt x="255812" y="9493"/>
                </a:lnTo>
                <a:lnTo>
                  <a:pt x="255727" y="9427"/>
                </a:lnTo>
                <a:lnTo>
                  <a:pt x="255640" y="9363"/>
                </a:lnTo>
                <a:lnTo>
                  <a:pt x="255551" y="9300"/>
                </a:lnTo>
                <a:lnTo>
                  <a:pt x="255461" y="9239"/>
                </a:lnTo>
                <a:lnTo>
                  <a:pt x="255370" y="9179"/>
                </a:lnTo>
                <a:lnTo>
                  <a:pt x="255277" y="9121"/>
                </a:lnTo>
                <a:lnTo>
                  <a:pt x="255182" y="9064"/>
                </a:lnTo>
                <a:lnTo>
                  <a:pt x="255086" y="9009"/>
                </a:lnTo>
                <a:lnTo>
                  <a:pt x="254989" y="8956"/>
                </a:lnTo>
                <a:lnTo>
                  <a:pt x="254889" y="8905"/>
                </a:lnTo>
                <a:lnTo>
                  <a:pt x="254788" y="8856"/>
                </a:lnTo>
                <a:lnTo>
                  <a:pt x="254686" y="8809"/>
                </a:lnTo>
                <a:lnTo>
                  <a:pt x="254582" y="8765"/>
                </a:lnTo>
                <a:lnTo>
                  <a:pt x="254476" y="8723"/>
                </a:lnTo>
                <a:lnTo>
                  <a:pt x="254368" y="8684"/>
                </a:lnTo>
                <a:lnTo>
                  <a:pt x="254259" y="8646"/>
                </a:lnTo>
                <a:lnTo>
                  <a:pt x="254148" y="8611"/>
                </a:lnTo>
                <a:lnTo>
                  <a:pt x="254036" y="8578"/>
                </a:lnTo>
                <a:lnTo>
                  <a:pt x="253921" y="8548"/>
                </a:lnTo>
                <a:lnTo>
                  <a:pt x="253806" y="8519"/>
                </a:lnTo>
                <a:lnTo>
                  <a:pt x="253688" y="8493"/>
                </a:lnTo>
                <a:lnTo>
                  <a:pt x="253569" y="8469"/>
                </a:lnTo>
                <a:lnTo>
                  <a:pt x="253448" y="8448"/>
                </a:lnTo>
                <a:lnTo>
                  <a:pt x="253326" y="8429"/>
                </a:lnTo>
                <a:lnTo>
                  <a:pt x="253202" y="8412"/>
                </a:lnTo>
                <a:lnTo>
                  <a:pt x="253076" y="8397"/>
                </a:lnTo>
                <a:lnTo>
                  <a:pt x="252949" y="8384"/>
                </a:lnTo>
                <a:lnTo>
                  <a:pt x="252820" y="8374"/>
                </a:lnTo>
                <a:lnTo>
                  <a:pt x="252689" y="8366"/>
                </a:lnTo>
                <a:lnTo>
                  <a:pt x="252557" y="8361"/>
                </a:lnTo>
                <a:lnTo>
                  <a:pt x="252423" y="8357"/>
                </a:lnTo>
                <a:lnTo>
                  <a:pt x="252287" y="8356"/>
                </a:lnTo>
                <a:lnTo>
                  <a:pt x="252231" y="8356"/>
                </a:lnTo>
                <a:lnTo>
                  <a:pt x="252176" y="8357"/>
                </a:lnTo>
                <a:lnTo>
                  <a:pt x="252121" y="8358"/>
                </a:lnTo>
                <a:lnTo>
                  <a:pt x="252066" y="8360"/>
                </a:lnTo>
                <a:lnTo>
                  <a:pt x="252011" y="8362"/>
                </a:lnTo>
                <a:lnTo>
                  <a:pt x="251957" y="8364"/>
                </a:lnTo>
                <a:lnTo>
                  <a:pt x="251903" y="8368"/>
                </a:lnTo>
                <a:lnTo>
                  <a:pt x="251849" y="8371"/>
                </a:lnTo>
                <a:lnTo>
                  <a:pt x="251795" y="8375"/>
                </a:lnTo>
                <a:lnTo>
                  <a:pt x="251741" y="8379"/>
                </a:lnTo>
                <a:lnTo>
                  <a:pt x="251688" y="8384"/>
                </a:lnTo>
                <a:lnTo>
                  <a:pt x="251635" y="8390"/>
                </a:lnTo>
                <a:lnTo>
                  <a:pt x="251582" y="8395"/>
                </a:lnTo>
                <a:lnTo>
                  <a:pt x="251530" y="8402"/>
                </a:lnTo>
                <a:lnTo>
                  <a:pt x="251477" y="8409"/>
                </a:lnTo>
                <a:lnTo>
                  <a:pt x="251425" y="8416"/>
                </a:lnTo>
                <a:lnTo>
                  <a:pt x="251373" y="8423"/>
                </a:lnTo>
                <a:lnTo>
                  <a:pt x="251322" y="8432"/>
                </a:lnTo>
                <a:lnTo>
                  <a:pt x="251270" y="8440"/>
                </a:lnTo>
                <a:lnTo>
                  <a:pt x="251219" y="8449"/>
                </a:lnTo>
                <a:lnTo>
                  <a:pt x="251168" y="8459"/>
                </a:lnTo>
                <a:lnTo>
                  <a:pt x="251117" y="8469"/>
                </a:lnTo>
                <a:lnTo>
                  <a:pt x="251067" y="8479"/>
                </a:lnTo>
                <a:lnTo>
                  <a:pt x="251017" y="8490"/>
                </a:lnTo>
                <a:lnTo>
                  <a:pt x="250967" y="8502"/>
                </a:lnTo>
                <a:lnTo>
                  <a:pt x="250916" y="8514"/>
                </a:lnTo>
                <a:lnTo>
                  <a:pt x="250866" y="8526"/>
                </a:lnTo>
                <a:lnTo>
                  <a:pt x="250816" y="8539"/>
                </a:lnTo>
                <a:lnTo>
                  <a:pt x="250766" y="8553"/>
                </a:lnTo>
                <a:lnTo>
                  <a:pt x="250716" y="8567"/>
                </a:lnTo>
                <a:lnTo>
                  <a:pt x="250666" y="8582"/>
                </a:lnTo>
                <a:lnTo>
                  <a:pt x="250616" y="8597"/>
                </a:lnTo>
                <a:lnTo>
                  <a:pt x="250566" y="8613"/>
                </a:lnTo>
                <a:lnTo>
                  <a:pt x="250515" y="8629"/>
                </a:lnTo>
                <a:lnTo>
                  <a:pt x="250465" y="8646"/>
                </a:lnTo>
                <a:lnTo>
                  <a:pt x="250415" y="8664"/>
                </a:lnTo>
                <a:lnTo>
                  <a:pt x="250365" y="8682"/>
                </a:lnTo>
                <a:lnTo>
                  <a:pt x="250315" y="8701"/>
                </a:lnTo>
                <a:lnTo>
                  <a:pt x="250265" y="8720"/>
                </a:lnTo>
                <a:lnTo>
                  <a:pt x="250215" y="8739"/>
                </a:lnTo>
                <a:lnTo>
                  <a:pt x="250164" y="8760"/>
                </a:lnTo>
                <a:lnTo>
                  <a:pt x="250114" y="8780"/>
                </a:lnTo>
                <a:lnTo>
                  <a:pt x="250064" y="8802"/>
                </a:lnTo>
                <a:lnTo>
                  <a:pt x="250014" y="8824"/>
                </a:lnTo>
                <a:lnTo>
                  <a:pt x="249964" y="8846"/>
                </a:lnTo>
                <a:lnTo>
                  <a:pt x="249914" y="8869"/>
                </a:lnTo>
                <a:lnTo>
                  <a:pt x="249864" y="8893"/>
                </a:lnTo>
                <a:lnTo>
                  <a:pt x="249813" y="8917"/>
                </a:lnTo>
                <a:lnTo>
                  <a:pt x="249763" y="8942"/>
                </a:lnTo>
                <a:lnTo>
                  <a:pt x="249713" y="8967"/>
                </a:lnTo>
                <a:lnTo>
                  <a:pt x="249663" y="8993"/>
                </a:lnTo>
                <a:lnTo>
                  <a:pt x="249612" y="9019"/>
                </a:lnTo>
                <a:lnTo>
                  <a:pt x="249562" y="9047"/>
                </a:lnTo>
                <a:lnTo>
                  <a:pt x="249511" y="9074"/>
                </a:lnTo>
                <a:lnTo>
                  <a:pt x="249460" y="9103"/>
                </a:lnTo>
                <a:lnTo>
                  <a:pt x="249410" y="9132"/>
                </a:lnTo>
                <a:lnTo>
                  <a:pt x="249359" y="9161"/>
                </a:lnTo>
                <a:lnTo>
                  <a:pt x="249308" y="9191"/>
                </a:lnTo>
                <a:lnTo>
                  <a:pt x="249257" y="9222"/>
                </a:lnTo>
                <a:lnTo>
                  <a:pt x="249206" y="9253"/>
                </a:lnTo>
                <a:lnTo>
                  <a:pt x="249154" y="9285"/>
                </a:lnTo>
                <a:lnTo>
                  <a:pt x="249103" y="9318"/>
                </a:lnTo>
                <a:lnTo>
                  <a:pt x="249052" y="9351"/>
                </a:lnTo>
                <a:lnTo>
                  <a:pt x="249000" y="9385"/>
                </a:lnTo>
                <a:lnTo>
                  <a:pt x="248949" y="9420"/>
                </a:lnTo>
                <a:lnTo>
                  <a:pt x="248897" y="9455"/>
                </a:lnTo>
                <a:lnTo>
                  <a:pt x="248845" y="9490"/>
                </a:lnTo>
                <a:lnTo>
                  <a:pt x="248793" y="9527"/>
                </a:lnTo>
                <a:lnTo>
                  <a:pt x="248741" y="9564"/>
                </a:lnTo>
                <a:lnTo>
                  <a:pt x="248689" y="9601"/>
                </a:lnTo>
                <a:lnTo>
                  <a:pt x="248637" y="9639"/>
                </a:lnTo>
                <a:lnTo>
                  <a:pt x="248585" y="9678"/>
                </a:lnTo>
                <a:lnTo>
                  <a:pt x="248533" y="9717"/>
                </a:lnTo>
                <a:lnTo>
                  <a:pt x="248480" y="9758"/>
                </a:lnTo>
                <a:lnTo>
                  <a:pt x="248428" y="9798"/>
                </a:lnTo>
                <a:lnTo>
                  <a:pt x="248375" y="9840"/>
                </a:lnTo>
                <a:lnTo>
                  <a:pt x="248322" y="9883"/>
                </a:lnTo>
                <a:lnTo>
                  <a:pt x="248269" y="9926"/>
                </a:lnTo>
                <a:lnTo>
                  <a:pt x="248216" y="9970"/>
                </a:lnTo>
                <a:lnTo>
                  <a:pt x="248163" y="10014"/>
                </a:lnTo>
                <a:lnTo>
                  <a:pt x="248109" y="10060"/>
                </a:lnTo>
                <a:lnTo>
                  <a:pt x="248056" y="10106"/>
                </a:lnTo>
                <a:lnTo>
                  <a:pt x="248002" y="10153"/>
                </a:lnTo>
                <a:lnTo>
                  <a:pt x="247948" y="10201"/>
                </a:lnTo>
                <a:lnTo>
                  <a:pt x="247894" y="10249"/>
                </a:lnTo>
                <a:lnTo>
                  <a:pt x="247840" y="10298"/>
                </a:lnTo>
                <a:lnTo>
                  <a:pt x="247785" y="10348"/>
                </a:lnTo>
                <a:lnTo>
                  <a:pt x="247731" y="10399"/>
                </a:lnTo>
                <a:lnTo>
                  <a:pt x="247676" y="10451"/>
                </a:lnTo>
                <a:lnTo>
                  <a:pt x="247622" y="10503"/>
                </a:lnTo>
                <a:lnTo>
                  <a:pt x="247567" y="10556"/>
                </a:lnTo>
                <a:lnTo>
                  <a:pt x="247512" y="10610"/>
                </a:lnTo>
                <a:lnTo>
                  <a:pt x="247456" y="10664"/>
                </a:lnTo>
                <a:lnTo>
                  <a:pt x="247401" y="10719"/>
                </a:lnTo>
                <a:lnTo>
                  <a:pt x="247346" y="10775"/>
                </a:lnTo>
                <a:lnTo>
                  <a:pt x="247290" y="10832"/>
                </a:lnTo>
                <a:lnTo>
                  <a:pt x="247290" y="1806"/>
                </a:lnTo>
                <a:lnTo>
                  <a:pt x="247290" y="1795"/>
                </a:lnTo>
                <a:lnTo>
                  <a:pt x="247289" y="1784"/>
                </a:lnTo>
                <a:lnTo>
                  <a:pt x="247289" y="1773"/>
                </a:lnTo>
                <a:lnTo>
                  <a:pt x="247288" y="1762"/>
                </a:lnTo>
                <a:lnTo>
                  <a:pt x="247287" y="1752"/>
                </a:lnTo>
                <a:lnTo>
                  <a:pt x="247286" y="1741"/>
                </a:lnTo>
                <a:lnTo>
                  <a:pt x="247284" y="1731"/>
                </a:lnTo>
                <a:lnTo>
                  <a:pt x="247283" y="1721"/>
                </a:lnTo>
                <a:lnTo>
                  <a:pt x="247281" y="1710"/>
                </a:lnTo>
                <a:lnTo>
                  <a:pt x="247278" y="1700"/>
                </a:lnTo>
                <a:lnTo>
                  <a:pt x="247276" y="1690"/>
                </a:lnTo>
                <a:lnTo>
                  <a:pt x="247273" y="1681"/>
                </a:lnTo>
                <a:lnTo>
                  <a:pt x="247270" y="1671"/>
                </a:lnTo>
                <a:lnTo>
                  <a:pt x="247267" y="1661"/>
                </a:lnTo>
                <a:lnTo>
                  <a:pt x="247264" y="1652"/>
                </a:lnTo>
                <a:lnTo>
                  <a:pt x="247260" y="1643"/>
                </a:lnTo>
                <a:lnTo>
                  <a:pt x="247256" y="1633"/>
                </a:lnTo>
                <a:lnTo>
                  <a:pt x="247252" y="1624"/>
                </a:lnTo>
                <a:lnTo>
                  <a:pt x="247248" y="1615"/>
                </a:lnTo>
                <a:lnTo>
                  <a:pt x="247244" y="1606"/>
                </a:lnTo>
                <a:lnTo>
                  <a:pt x="247239" y="1598"/>
                </a:lnTo>
                <a:lnTo>
                  <a:pt x="247234" y="1589"/>
                </a:lnTo>
                <a:lnTo>
                  <a:pt x="247229" y="1580"/>
                </a:lnTo>
                <a:lnTo>
                  <a:pt x="247223" y="1572"/>
                </a:lnTo>
                <a:lnTo>
                  <a:pt x="247217" y="1564"/>
                </a:lnTo>
                <a:lnTo>
                  <a:pt x="247211" y="1555"/>
                </a:lnTo>
                <a:lnTo>
                  <a:pt x="247205" y="1547"/>
                </a:lnTo>
                <a:lnTo>
                  <a:pt x="247198" y="1539"/>
                </a:lnTo>
                <a:lnTo>
                  <a:pt x="247192" y="1531"/>
                </a:lnTo>
                <a:lnTo>
                  <a:pt x="247184" y="1524"/>
                </a:lnTo>
                <a:lnTo>
                  <a:pt x="247177" y="1516"/>
                </a:lnTo>
                <a:lnTo>
                  <a:pt x="247169" y="1509"/>
                </a:lnTo>
                <a:lnTo>
                  <a:pt x="247161" y="1501"/>
                </a:lnTo>
                <a:lnTo>
                  <a:pt x="247153" y="1494"/>
                </a:lnTo>
                <a:lnTo>
                  <a:pt x="247144" y="1487"/>
                </a:lnTo>
                <a:lnTo>
                  <a:pt x="247135" y="1480"/>
                </a:lnTo>
                <a:lnTo>
                  <a:pt x="247126" y="1473"/>
                </a:lnTo>
                <a:lnTo>
                  <a:pt x="247117" y="1466"/>
                </a:lnTo>
                <a:lnTo>
                  <a:pt x="247107" y="1459"/>
                </a:lnTo>
                <a:lnTo>
                  <a:pt x="247097" y="1453"/>
                </a:lnTo>
                <a:lnTo>
                  <a:pt x="247086" y="1446"/>
                </a:lnTo>
                <a:lnTo>
                  <a:pt x="247076" y="1440"/>
                </a:lnTo>
                <a:lnTo>
                  <a:pt x="247065" y="1434"/>
                </a:lnTo>
                <a:lnTo>
                  <a:pt x="247054" y="1428"/>
                </a:lnTo>
                <a:lnTo>
                  <a:pt x="247042" y="1422"/>
                </a:lnTo>
                <a:lnTo>
                  <a:pt x="247030" y="1416"/>
                </a:lnTo>
                <a:lnTo>
                  <a:pt x="247018" y="1410"/>
                </a:lnTo>
                <a:lnTo>
                  <a:pt x="247006" y="1404"/>
                </a:lnTo>
                <a:lnTo>
                  <a:pt x="246993" y="1399"/>
                </a:lnTo>
                <a:lnTo>
                  <a:pt x="246980" y="1393"/>
                </a:lnTo>
                <a:lnTo>
                  <a:pt x="246966" y="1388"/>
                </a:lnTo>
                <a:lnTo>
                  <a:pt x="246952" y="1383"/>
                </a:lnTo>
                <a:lnTo>
                  <a:pt x="246938" y="1378"/>
                </a:lnTo>
                <a:lnTo>
                  <a:pt x="246923" y="1373"/>
                </a:lnTo>
                <a:lnTo>
                  <a:pt x="246908" y="1368"/>
                </a:lnTo>
                <a:lnTo>
                  <a:pt x="246893" y="1363"/>
                </a:lnTo>
                <a:lnTo>
                  <a:pt x="246877" y="1359"/>
                </a:lnTo>
                <a:lnTo>
                  <a:pt x="246860" y="1354"/>
                </a:lnTo>
                <a:lnTo>
                  <a:pt x="246843" y="1350"/>
                </a:lnTo>
                <a:lnTo>
                  <a:pt x="246826" y="1345"/>
                </a:lnTo>
                <a:lnTo>
                  <a:pt x="246809" y="1341"/>
                </a:lnTo>
                <a:lnTo>
                  <a:pt x="246791" y="1337"/>
                </a:lnTo>
                <a:lnTo>
                  <a:pt x="246772" y="1333"/>
                </a:lnTo>
                <a:lnTo>
                  <a:pt x="246753" y="1330"/>
                </a:lnTo>
                <a:lnTo>
                  <a:pt x="246734" y="1326"/>
                </a:lnTo>
                <a:lnTo>
                  <a:pt x="246714" y="1322"/>
                </a:lnTo>
                <a:lnTo>
                  <a:pt x="246694" y="1319"/>
                </a:lnTo>
                <a:lnTo>
                  <a:pt x="246674" y="1316"/>
                </a:lnTo>
                <a:lnTo>
                  <a:pt x="246653" y="1312"/>
                </a:lnTo>
                <a:lnTo>
                  <a:pt x="246632" y="1309"/>
                </a:lnTo>
                <a:lnTo>
                  <a:pt x="246610" y="1306"/>
                </a:lnTo>
                <a:lnTo>
                  <a:pt x="246588" y="1304"/>
                </a:lnTo>
                <a:lnTo>
                  <a:pt x="246565" y="1301"/>
                </a:lnTo>
                <a:lnTo>
                  <a:pt x="246542" y="1298"/>
                </a:lnTo>
                <a:lnTo>
                  <a:pt x="246519" y="1296"/>
                </a:lnTo>
                <a:lnTo>
                  <a:pt x="246495" y="1293"/>
                </a:lnTo>
                <a:lnTo>
                  <a:pt x="246470" y="1291"/>
                </a:lnTo>
                <a:lnTo>
                  <a:pt x="246445" y="1289"/>
                </a:lnTo>
                <a:lnTo>
                  <a:pt x="246419" y="1287"/>
                </a:lnTo>
                <a:lnTo>
                  <a:pt x="246393" y="1285"/>
                </a:lnTo>
                <a:lnTo>
                  <a:pt x="246366" y="1283"/>
                </a:lnTo>
                <a:lnTo>
                  <a:pt x="246339" y="1282"/>
                </a:lnTo>
                <a:lnTo>
                  <a:pt x="246311" y="1280"/>
                </a:lnTo>
                <a:lnTo>
                  <a:pt x="246283" y="1278"/>
                </a:lnTo>
                <a:lnTo>
                  <a:pt x="246254" y="1277"/>
                </a:lnTo>
                <a:lnTo>
                  <a:pt x="246225" y="1276"/>
                </a:lnTo>
                <a:lnTo>
                  <a:pt x="246195" y="1275"/>
                </a:lnTo>
                <a:lnTo>
                  <a:pt x="246165" y="1274"/>
                </a:lnTo>
                <a:lnTo>
                  <a:pt x="246134" y="1273"/>
                </a:lnTo>
                <a:lnTo>
                  <a:pt x="246102" y="1272"/>
                </a:lnTo>
                <a:lnTo>
                  <a:pt x="246070" y="1272"/>
                </a:lnTo>
                <a:lnTo>
                  <a:pt x="246038" y="1271"/>
                </a:lnTo>
                <a:lnTo>
                  <a:pt x="246005" y="1271"/>
                </a:lnTo>
                <a:lnTo>
                  <a:pt x="245971" y="1270"/>
                </a:lnTo>
                <a:lnTo>
                  <a:pt x="245937" y="1270"/>
                </a:lnTo>
                <a:lnTo>
                  <a:pt x="245903" y="1270"/>
                </a:lnTo>
                <a:lnTo>
                  <a:pt x="245870" y="1270"/>
                </a:lnTo>
                <a:lnTo>
                  <a:pt x="245837" y="1270"/>
                </a:lnTo>
                <a:lnTo>
                  <a:pt x="245805" y="1271"/>
                </a:lnTo>
                <a:lnTo>
                  <a:pt x="245773" y="1271"/>
                </a:lnTo>
                <a:lnTo>
                  <a:pt x="245742" y="1272"/>
                </a:lnTo>
                <a:lnTo>
                  <a:pt x="245711" y="1272"/>
                </a:lnTo>
                <a:lnTo>
                  <a:pt x="245680" y="1273"/>
                </a:lnTo>
                <a:lnTo>
                  <a:pt x="245650" y="1274"/>
                </a:lnTo>
                <a:lnTo>
                  <a:pt x="245621" y="1275"/>
                </a:lnTo>
                <a:lnTo>
                  <a:pt x="245592" y="1276"/>
                </a:lnTo>
                <a:lnTo>
                  <a:pt x="245563" y="1277"/>
                </a:lnTo>
                <a:lnTo>
                  <a:pt x="245535" y="1278"/>
                </a:lnTo>
                <a:lnTo>
                  <a:pt x="245508" y="1280"/>
                </a:lnTo>
                <a:lnTo>
                  <a:pt x="245480" y="1282"/>
                </a:lnTo>
                <a:lnTo>
                  <a:pt x="245454" y="1283"/>
                </a:lnTo>
                <a:lnTo>
                  <a:pt x="245427" y="1285"/>
                </a:lnTo>
                <a:lnTo>
                  <a:pt x="245402" y="1287"/>
                </a:lnTo>
                <a:lnTo>
                  <a:pt x="245376" y="1289"/>
                </a:lnTo>
                <a:lnTo>
                  <a:pt x="245352" y="1291"/>
                </a:lnTo>
                <a:lnTo>
                  <a:pt x="245327" y="1293"/>
                </a:lnTo>
                <a:lnTo>
                  <a:pt x="245303" y="1296"/>
                </a:lnTo>
                <a:lnTo>
                  <a:pt x="245280" y="1298"/>
                </a:lnTo>
                <a:lnTo>
                  <a:pt x="245257" y="1301"/>
                </a:lnTo>
                <a:lnTo>
                  <a:pt x="245234" y="1304"/>
                </a:lnTo>
                <a:lnTo>
                  <a:pt x="245212" y="1306"/>
                </a:lnTo>
                <a:lnTo>
                  <a:pt x="245191" y="1309"/>
                </a:lnTo>
                <a:lnTo>
                  <a:pt x="245169" y="1312"/>
                </a:lnTo>
                <a:lnTo>
                  <a:pt x="245148" y="1316"/>
                </a:lnTo>
                <a:lnTo>
                  <a:pt x="245128" y="1319"/>
                </a:lnTo>
                <a:lnTo>
                  <a:pt x="245107" y="1322"/>
                </a:lnTo>
                <a:lnTo>
                  <a:pt x="245088" y="1326"/>
                </a:lnTo>
                <a:lnTo>
                  <a:pt x="245068" y="1330"/>
                </a:lnTo>
                <a:lnTo>
                  <a:pt x="245049" y="1333"/>
                </a:lnTo>
                <a:lnTo>
                  <a:pt x="245030" y="1337"/>
                </a:lnTo>
                <a:lnTo>
                  <a:pt x="245012" y="1341"/>
                </a:lnTo>
                <a:lnTo>
                  <a:pt x="244994" y="1345"/>
                </a:lnTo>
                <a:lnTo>
                  <a:pt x="244977" y="1350"/>
                </a:lnTo>
                <a:lnTo>
                  <a:pt x="244959" y="1354"/>
                </a:lnTo>
                <a:lnTo>
                  <a:pt x="244943" y="1358"/>
                </a:lnTo>
                <a:lnTo>
                  <a:pt x="244926" y="1363"/>
                </a:lnTo>
                <a:lnTo>
                  <a:pt x="244910" y="1368"/>
                </a:lnTo>
                <a:lnTo>
                  <a:pt x="244894" y="1372"/>
                </a:lnTo>
                <a:lnTo>
                  <a:pt x="244879" y="1377"/>
                </a:lnTo>
                <a:lnTo>
                  <a:pt x="244864" y="1382"/>
                </a:lnTo>
                <a:lnTo>
                  <a:pt x="244850" y="1388"/>
                </a:lnTo>
                <a:lnTo>
                  <a:pt x="244835" y="1393"/>
                </a:lnTo>
                <a:lnTo>
                  <a:pt x="244822" y="1398"/>
                </a:lnTo>
                <a:lnTo>
                  <a:pt x="244808" y="1404"/>
                </a:lnTo>
                <a:lnTo>
                  <a:pt x="244795" y="1409"/>
                </a:lnTo>
                <a:lnTo>
                  <a:pt x="244782" y="1415"/>
                </a:lnTo>
                <a:lnTo>
                  <a:pt x="244770" y="1421"/>
                </a:lnTo>
                <a:lnTo>
                  <a:pt x="244758" y="1427"/>
                </a:lnTo>
                <a:lnTo>
                  <a:pt x="244746" y="1433"/>
                </a:lnTo>
                <a:lnTo>
                  <a:pt x="244735" y="1439"/>
                </a:lnTo>
                <a:lnTo>
                  <a:pt x="244724" y="1446"/>
                </a:lnTo>
                <a:lnTo>
                  <a:pt x="244713" y="1452"/>
                </a:lnTo>
                <a:lnTo>
                  <a:pt x="244703" y="1459"/>
                </a:lnTo>
                <a:lnTo>
                  <a:pt x="244693" y="1465"/>
                </a:lnTo>
                <a:lnTo>
                  <a:pt x="244684" y="1472"/>
                </a:lnTo>
                <a:lnTo>
                  <a:pt x="244674" y="1479"/>
                </a:lnTo>
                <a:lnTo>
                  <a:pt x="244666" y="1486"/>
                </a:lnTo>
                <a:lnTo>
                  <a:pt x="244657" y="1493"/>
                </a:lnTo>
                <a:lnTo>
                  <a:pt x="244649" y="1501"/>
                </a:lnTo>
                <a:lnTo>
                  <a:pt x="244641" y="1508"/>
                </a:lnTo>
                <a:lnTo>
                  <a:pt x="244634" y="1516"/>
                </a:lnTo>
                <a:lnTo>
                  <a:pt x="244626" y="1523"/>
                </a:lnTo>
                <a:lnTo>
                  <a:pt x="244620" y="1531"/>
                </a:lnTo>
                <a:lnTo>
                  <a:pt x="244613" y="1539"/>
                </a:lnTo>
                <a:lnTo>
                  <a:pt x="244607" y="1547"/>
                </a:lnTo>
                <a:lnTo>
                  <a:pt x="244601" y="1555"/>
                </a:lnTo>
                <a:lnTo>
                  <a:pt x="244596" y="1563"/>
                </a:lnTo>
                <a:lnTo>
                  <a:pt x="244591" y="1571"/>
                </a:lnTo>
                <a:lnTo>
                  <a:pt x="244586" y="1580"/>
                </a:lnTo>
                <a:lnTo>
                  <a:pt x="244582" y="1588"/>
                </a:lnTo>
                <a:lnTo>
                  <a:pt x="244577" y="1597"/>
                </a:lnTo>
                <a:lnTo>
                  <a:pt x="244573" y="1606"/>
                </a:lnTo>
                <a:lnTo>
                  <a:pt x="244569" y="1615"/>
                </a:lnTo>
                <a:lnTo>
                  <a:pt x="244565" y="1624"/>
                </a:lnTo>
                <a:lnTo>
                  <a:pt x="244562" y="1633"/>
                </a:lnTo>
                <a:lnTo>
                  <a:pt x="244558" y="1642"/>
                </a:lnTo>
                <a:lnTo>
                  <a:pt x="244555" y="1651"/>
                </a:lnTo>
                <a:lnTo>
                  <a:pt x="244552" y="1661"/>
                </a:lnTo>
                <a:lnTo>
                  <a:pt x="244550" y="1670"/>
                </a:lnTo>
                <a:lnTo>
                  <a:pt x="244547" y="1680"/>
                </a:lnTo>
                <a:lnTo>
                  <a:pt x="244545" y="1690"/>
                </a:lnTo>
                <a:lnTo>
                  <a:pt x="244543" y="1700"/>
                </a:lnTo>
                <a:lnTo>
                  <a:pt x="244541" y="1710"/>
                </a:lnTo>
                <a:lnTo>
                  <a:pt x="244539" y="1720"/>
                </a:lnTo>
                <a:lnTo>
                  <a:pt x="244537" y="1730"/>
                </a:lnTo>
                <a:lnTo>
                  <a:pt x="244536" y="1741"/>
                </a:lnTo>
                <a:lnTo>
                  <a:pt x="244535" y="1751"/>
                </a:lnTo>
                <a:lnTo>
                  <a:pt x="244534" y="1762"/>
                </a:lnTo>
                <a:lnTo>
                  <a:pt x="244533" y="1773"/>
                </a:lnTo>
                <a:lnTo>
                  <a:pt x="244533" y="1783"/>
                </a:lnTo>
                <a:lnTo>
                  <a:pt x="244533" y="1794"/>
                </a:lnTo>
                <a:lnTo>
                  <a:pt x="244532" y="1805"/>
                </a:lnTo>
                <a:lnTo>
                  <a:pt x="244532" y="24149"/>
                </a:lnTo>
                <a:lnTo>
                  <a:pt x="244533" y="24160"/>
                </a:lnTo>
                <a:lnTo>
                  <a:pt x="244533" y="24171"/>
                </a:lnTo>
                <a:lnTo>
                  <a:pt x="244533" y="24182"/>
                </a:lnTo>
                <a:lnTo>
                  <a:pt x="244534" y="24192"/>
                </a:lnTo>
                <a:lnTo>
                  <a:pt x="244535" y="24203"/>
                </a:lnTo>
                <a:lnTo>
                  <a:pt x="244536" y="24213"/>
                </a:lnTo>
                <a:lnTo>
                  <a:pt x="244537" y="24224"/>
                </a:lnTo>
                <a:lnTo>
                  <a:pt x="244538" y="24234"/>
                </a:lnTo>
                <a:lnTo>
                  <a:pt x="244539" y="24244"/>
                </a:lnTo>
                <a:lnTo>
                  <a:pt x="244541" y="24254"/>
                </a:lnTo>
                <a:lnTo>
                  <a:pt x="244543" y="24264"/>
                </a:lnTo>
                <a:lnTo>
                  <a:pt x="244545" y="24274"/>
                </a:lnTo>
                <a:lnTo>
                  <a:pt x="244547" y="24284"/>
                </a:lnTo>
                <a:lnTo>
                  <a:pt x="244549" y="24293"/>
                </a:lnTo>
                <a:lnTo>
                  <a:pt x="244552" y="24303"/>
                </a:lnTo>
                <a:lnTo>
                  <a:pt x="244555" y="24312"/>
                </a:lnTo>
                <a:lnTo>
                  <a:pt x="244558" y="24322"/>
                </a:lnTo>
                <a:lnTo>
                  <a:pt x="244561" y="24331"/>
                </a:lnTo>
                <a:lnTo>
                  <a:pt x="244564" y="24340"/>
                </a:lnTo>
                <a:lnTo>
                  <a:pt x="244567" y="24349"/>
                </a:lnTo>
                <a:lnTo>
                  <a:pt x="244571" y="24357"/>
                </a:lnTo>
                <a:lnTo>
                  <a:pt x="244575" y="24366"/>
                </a:lnTo>
                <a:lnTo>
                  <a:pt x="244578" y="24375"/>
                </a:lnTo>
                <a:lnTo>
                  <a:pt x="244583" y="24383"/>
                </a:lnTo>
                <a:lnTo>
                  <a:pt x="244587" y="24391"/>
                </a:lnTo>
                <a:lnTo>
                  <a:pt x="244592" y="24400"/>
                </a:lnTo>
                <a:lnTo>
                  <a:pt x="244597" y="24408"/>
                </a:lnTo>
                <a:lnTo>
                  <a:pt x="244602" y="24415"/>
                </a:lnTo>
                <a:lnTo>
                  <a:pt x="244608" y="24423"/>
                </a:lnTo>
                <a:lnTo>
                  <a:pt x="244614" y="24431"/>
                </a:lnTo>
                <a:lnTo>
                  <a:pt x="244620" y="24438"/>
                </a:lnTo>
                <a:lnTo>
                  <a:pt x="244627" y="24445"/>
                </a:lnTo>
                <a:lnTo>
                  <a:pt x="244634" y="24452"/>
                </a:lnTo>
                <a:lnTo>
                  <a:pt x="244642" y="24459"/>
                </a:lnTo>
                <a:lnTo>
                  <a:pt x="244650" y="24466"/>
                </a:lnTo>
                <a:lnTo>
                  <a:pt x="244658" y="24473"/>
                </a:lnTo>
                <a:lnTo>
                  <a:pt x="244666" y="24479"/>
                </a:lnTo>
                <a:lnTo>
                  <a:pt x="244675" y="24486"/>
                </a:lnTo>
                <a:lnTo>
                  <a:pt x="244684" y="24492"/>
                </a:lnTo>
                <a:lnTo>
                  <a:pt x="244694" y="24498"/>
                </a:lnTo>
                <a:lnTo>
                  <a:pt x="244704" y="24504"/>
                </a:lnTo>
                <a:lnTo>
                  <a:pt x="244714" y="24510"/>
                </a:lnTo>
                <a:lnTo>
                  <a:pt x="244725" y="24516"/>
                </a:lnTo>
                <a:lnTo>
                  <a:pt x="244736" y="24521"/>
                </a:lnTo>
                <a:lnTo>
                  <a:pt x="244747" y="24527"/>
                </a:lnTo>
                <a:lnTo>
                  <a:pt x="244759" y="24532"/>
                </a:lnTo>
                <a:lnTo>
                  <a:pt x="244771" y="24537"/>
                </a:lnTo>
                <a:lnTo>
                  <a:pt x="244783" y="24542"/>
                </a:lnTo>
                <a:lnTo>
                  <a:pt x="244796" y="24547"/>
                </a:lnTo>
                <a:lnTo>
                  <a:pt x="244809" y="24551"/>
                </a:lnTo>
                <a:lnTo>
                  <a:pt x="244822" y="24556"/>
                </a:lnTo>
                <a:lnTo>
                  <a:pt x="244836" y="24561"/>
                </a:lnTo>
                <a:lnTo>
                  <a:pt x="244849" y="24565"/>
                </a:lnTo>
                <a:lnTo>
                  <a:pt x="244864" y="24570"/>
                </a:lnTo>
                <a:lnTo>
                  <a:pt x="244878" y="24574"/>
                </a:lnTo>
                <a:lnTo>
                  <a:pt x="244893" y="24578"/>
                </a:lnTo>
                <a:lnTo>
                  <a:pt x="244908" y="24582"/>
                </a:lnTo>
                <a:lnTo>
                  <a:pt x="244923" y="24586"/>
                </a:lnTo>
                <a:lnTo>
                  <a:pt x="244939" y="24590"/>
                </a:lnTo>
                <a:lnTo>
                  <a:pt x="244954" y="24594"/>
                </a:lnTo>
                <a:lnTo>
                  <a:pt x="244971" y="24598"/>
                </a:lnTo>
                <a:lnTo>
                  <a:pt x="244987" y="24602"/>
                </a:lnTo>
                <a:lnTo>
                  <a:pt x="245004" y="24605"/>
                </a:lnTo>
                <a:lnTo>
                  <a:pt x="245021" y="24609"/>
                </a:lnTo>
                <a:lnTo>
                  <a:pt x="245038" y="24612"/>
                </a:lnTo>
                <a:lnTo>
                  <a:pt x="245056" y="24616"/>
                </a:lnTo>
                <a:lnTo>
                  <a:pt x="245074" y="24619"/>
                </a:lnTo>
                <a:lnTo>
                  <a:pt x="245092" y="24622"/>
                </a:lnTo>
                <a:lnTo>
                  <a:pt x="245110" y="24625"/>
                </a:lnTo>
                <a:lnTo>
                  <a:pt x="245129" y="24628"/>
                </a:lnTo>
                <a:lnTo>
                  <a:pt x="245148" y="24631"/>
                </a:lnTo>
                <a:lnTo>
                  <a:pt x="245167" y="24634"/>
                </a:lnTo>
                <a:lnTo>
                  <a:pt x="245187" y="24637"/>
                </a:lnTo>
                <a:lnTo>
                  <a:pt x="245207" y="24639"/>
                </a:lnTo>
                <a:lnTo>
                  <a:pt x="245228" y="24642"/>
                </a:lnTo>
                <a:lnTo>
                  <a:pt x="245248" y="24644"/>
                </a:lnTo>
                <a:lnTo>
                  <a:pt x="245269" y="24646"/>
                </a:lnTo>
                <a:lnTo>
                  <a:pt x="245291" y="24648"/>
                </a:lnTo>
                <a:lnTo>
                  <a:pt x="245312" y="24650"/>
                </a:lnTo>
                <a:lnTo>
                  <a:pt x="245335" y="24652"/>
                </a:lnTo>
                <a:lnTo>
                  <a:pt x="245357" y="24654"/>
                </a:lnTo>
                <a:lnTo>
                  <a:pt x="245380" y="24656"/>
                </a:lnTo>
                <a:lnTo>
                  <a:pt x="245403" y="24657"/>
                </a:lnTo>
                <a:lnTo>
                  <a:pt x="245427" y="24659"/>
                </a:lnTo>
                <a:lnTo>
                  <a:pt x="245450" y="24660"/>
                </a:lnTo>
                <a:lnTo>
                  <a:pt x="245475" y="24661"/>
                </a:lnTo>
                <a:lnTo>
                  <a:pt x="245499" y="24663"/>
                </a:lnTo>
                <a:lnTo>
                  <a:pt x="245524" y="24664"/>
                </a:lnTo>
                <a:lnTo>
                  <a:pt x="245549" y="24664"/>
                </a:lnTo>
                <a:lnTo>
                  <a:pt x="245575" y="24665"/>
                </a:lnTo>
                <a:lnTo>
                  <a:pt x="245601" y="24666"/>
                </a:lnTo>
                <a:lnTo>
                  <a:pt x="245627" y="24666"/>
                </a:lnTo>
                <a:lnTo>
                  <a:pt x="245654" y="24667"/>
                </a:lnTo>
                <a:lnTo>
                  <a:pt x="245681" y="24667"/>
                </a:lnTo>
                <a:lnTo>
                  <a:pt x="245708" y="24667"/>
                </a:lnTo>
                <a:lnTo>
                  <a:pt x="245736" y="24667"/>
                </a:lnTo>
                <a:lnTo>
                  <a:pt x="245765" y="24667"/>
                </a:lnTo>
                <a:lnTo>
                  <a:pt x="245793" y="24667"/>
                </a:lnTo>
                <a:lnTo>
                  <a:pt x="245821" y="24667"/>
                </a:lnTo>
                <a:lnTo>
                  <a:pt x="245849" y="24666"/>
                </a:lnTo>
                <a:lnTo>
                  <a:pt x="245876" y="24666"/>
                </a:lnTo>
                <a:lnTo>
                  <a:pt x="245903" y="24665"/>
                </a:lnTo>
                <a:lnTo>
                  <a:pt x="245930" y="24664"/>
                </a:lnTo>
                <a:lnTo>
                  <a:pt x="245956" y="24664"/>
                </a:lnTo>
                <a:lnTo>
                  <a:pt x="245981" y="24663"/>
                </a:lnTo>
                <a:lnTo>
                  <a:pt x="246006" y="24661"/>
                </a:lnTo>
                <a:lnTo>
                  <a:pt x="246031" y="24660"/>
                </a:lnTo>
                <a:lnTo>
                  <a:pt x="246055" y="24659"/>
                </a:lnTo>
                <a:lnTo>
                  <a:pt x="246079" y="24657"/>
                </a:lnTo>
                <a:lnTo>
                  <a:pt x="246102" y="24656"/>
                </a:lnTo>
                <a:lnTo>
                  <a:pt x="246125" y="24654"/>
                </a:lnTo>
                <a:lnTo>
                  <a:pt x="246148" y="24652"/>
                </a:lnTo>
                <a:lnTo>
                  <a:pt x="246170" y="24650"/>
                </a:lnTo>
                <a:lnTo>
                  <a:pt x="246192" y="24648"/>
                </a:lnTo>
                <a:lnTo>
                  <a:pt x="246213" y="24646"/>
                </a:lnTo>
                <a:lnTo>
                  <a:pt x="246234" y="24644"/>
                </a:lnTo>
                <a:lnTo>
                  <a:pt x="246254" y="24642"/>
                </a:lnTo>
                <a:lnTo>
                  <a:pt x="246274" y="24639"/>
                </a:lnTo>
                <a:lnTo>
                  <a:pt x="246293" y="24637"/>
                </a:lnTo>
                <a:lnTo>
                  <a:pt x="246312" y="24634"/>
                </a:lnTo>
                <a:lnTo>
                  <a:pt x="246331" y="24631"/>
                </a:lnTo>
                <a:lnTo>
                  <a:pt x="246349" y="24628"/>
                </a:lnTo>
                <a:lnTo>
                  <a:pt x="246368" y="24625"/>
                </a:lnTo>
                <a:lnTo>
                  <a:pt x="246385" y="24622"/>
                </a:lnTo>
                <a:lnTo>
                  <a:pt x="246403" y="24619"/>
                </a:lnTo>
                <a:lnTo>
                  <a:pt x="246420" y="24616"/>
                </a:lnTo>
                <a:lnTo>
                  <a:pt x="246437" y="24612"/>
                </a:lnTo>
                <a:lnTo>
                  <a:pt x="246454" y="24609"/>
                </a:lnTo>
                <a:lnTo>
                  <a:pt x="246471" y="24606"/>
                </a:lnTo>
                <a:lnTo>
                  <a:pt x="246487" y="24602"/>
                </a:lnTo>
                <a:lnTo>
                  <a:pt x="246503" y="24598"/>
                </a:lnTo>
                <a:lnTo>
                  <a:pt x="246519" y="24595"/>
                </a:lnTo>
                <a:lnTo>
                  <a:pt x="246535" y="24591"/>
                </a:lnTo>
                <a:lnTo>
                  <a:pt x="246550" y="24587"/>
                </a:lnTo>
                <a:lnTo>
                  <a:pt x="246565" y="24583"/>
                </a:lnTo>
                <a:lnTo>
                  <a:pt x="246580" y="24579"/>
                </a:lnTo>
                <a:lnTo>
                  <a:pt x="246594" y="24575"/>
                </a:lnTo>
                <a:lnTo>
                  <a:pt x="246608" y="24570"/>
                </a:lnTo>
                <a:lnTo>
                  <a:pt x="246622" y="24566"/>
                </a:lnTo>
                <a:lnTo>
                  <a:pt x="246636" y="24562"/>
                </a:lnTo>
                <a:lnTo>
                  <a:pt x="246650" y="24557"/>
                </a:lnTo>
                <a:lnTo>
                  <a:pt x="246663" y="24552"/>
                </a:lnTo>
                <a:lnTo>
                  <a:pt x="246676" y="24548"/>
                </a:lnTo>
                <a:lnTo>
                  <a:pt x="246688" y="24543"/>
                </a:lnTo>
                <a:lnTo>
                  <a:pt x="246701" y="24538"/>
                </a:lnTo>
                <a:lnTo>
                  <a:pt x="246713" y="24533"/>
                </a:lnTo>
                <a:lnTo>
                  <a:pt x="246725" y="24528"/>
                </a:lnTo>
                <a:lnTo>
                  <a:pt x="246736" y="24522"/>
                </a:lnTo>
                <a:lnTo>
                  <a:pt x="246747" y="24517"/>
                </a:lnTo>
                <a:lnTo>
                  <a:pt x="246758" y="24511"/>
                </a:lnTo>
                <a:lnTo>
                  <a:pt x="246769" y="24505"/>
                </a:lnTo>
                <a:lnTo>
                  <a:pt x="246779" y="24499"/>
                </a:lnTo>
                <a:lnTo>
                  <a:pt x="246789" y="24493"/>
                </a:lnTo>
                <a:lnTo>
                  <a:pt x="246799" y="24487"/>
                </a:lnTo>
                <a:lnTo>
                  <a:pt x="246809" y="24481"/>
                </a:lnTo>
                <a:lnTo>
                  <a:pt x="246818" y="24474"/>
                </a:lnTo>
                <a:lnTo>
                  <a:pt x="246827" y="24467"/>
                </a:lnTo>
                <a:lnTo>
                  <a:pt x="246835" y="24461"/>
                </a:lnTo>
                <a:lnTo>
                  <a:pt x="246844" y="24454"/>
                </a:lnTo>
                <a:lnTo>
                  <a:pt x="246852" y="24447"/>
                </a:lnTo>
                <a:lnTo>
                  <a:pt x="246859" y="24439"/>
                </a:lnTo>
                <a:lnTo>
                  <a:pt x="246867" y="24432"/>
                </a:lnTo>
                <a:lnTo>
                  <a:pt x="246874" y="24424"/>
                </a:lnTo>
                <a:lnTo>
                  <a:pt x="246881" y="24417"/>
                </a:lnTo>
                <a:lnTo>
                  <a:pt x="246888" y="24409"/>
                </a:lnTo>
                <a:lnTo>
                  <a:pt x="246894" y="24401"/>
                </a:lnTo>
                <a:lnTo>
                  <a:pt x="246900" y="24393"/>
                </a:lnTo>
                <a:lnTo>
                  <a:pt x="246906" y="24385"/>
                </a:lnTo>
                <a:lnTo>
                  <a:pt x="246911" y="24376"/>
                </a:lnTo>
                <a:lnTo>
                  <a:pt x="246916" y="24368"/>
                </a:lnTo>
                <a:lnTo>
                  <a:pt x="246921" y="24359"/>
                </a:lnTo>
                <a:lnTo>
                  <a:pt x="246926" y="24351"/>
                </a:lnTo>
                <a:lnTo>
                  <a:pt x="246931" y="24342"/>
                </a:lnTo>
                <a:lnTo>
                  <a:pt x="246935" y="24333"/>
                </a:lnTo>
                <a:lnTo>
                  <a:pt x="246939" y="24324"/>
                </a:lnTo>
                <a:lnTo>
                  <a:pt x="246943" y="24315"/>
                </a:lnTo>
                <a:lnTo>
                  <a:pt x="246946" y="24305"/>
                </a:lnTo>
                <a:lnTo>
                  <a:pt x="246950" y="24296"/>
                </a:lnTo>
                <a:lnTo>
                  <a:pt x="246953" y="24286"/>
                </a:lnTo>
                <a:lnTo>
                  <a:pt x="246956" y="24277"/>
                </a:lnTo>
                <a:lnTo>
                  <a:pt x="246958" y="24267"/>
                </a:lnTo>
                <a:lnTo>
                  <a:pt x="246961" y="24257"/>
                </a:lnTo>
                <a:lnTo>
                  <a:pt x="246963" y="24247"/>
                </a:lnTo>
                <a:lnTo>
                  <a:pt x="246965" y="24237"/>
                </a:lnTo>
                <a:lnTo>
                  <a:pt x="246967" y="24227"/>
                </a:lnTo>
                <a:lnTo>
                  <a:pt x="246968" y="24217"/>
                </a:lnTo>
                <a:lnTo>
                  <a:pt x="246970" y="24206"/>
                </a:lnTo>
                <a:lnTo>
                  <a:pt x="246971" y="24196"/>
                </a:lnTo>
                <a:lnTo>
                  <a:pt x="246971" y="24185"/>
                </a:lnTo>
                <a:lnTo>
                  <a:pt x="246972" y="24174"/>
                </a:lnTo>
                <a:lnTo>
                  <a:pt x="246972" y="24163"/>
                </a:lnTo>
                <a:lnTo>
                  <a:pt x="246972" y="24152"/>
                </a:lnTo>
                <a:lnTo>
                  <a:pt x="246972" y="22325"/>
                </a:lnTo>
                <a:lnTo>
                  <a:pt x="247027" y="22382"/>
                </a:lnTo>
                <a:lnTo>
                  <a:pt x="247081" y="22438"/>
                </a:lnTo>
                <a:lnTo>
                  <a:pt x="247134" y="22493"/>
                </a:lnTo>
                <a:lnTo>
                  <a:pt x="247188" y="22548"/>
                </a:lnTo>
                <a:lnTo>
                  <a:pt x="247241" y="22602"/>
                </a:lnTo>
                <a:lnTo>
                  <a:pt x="247294" y="22655"/>
                </a:lnTo>
                <a:lnTo>
                  <a:pt x="247347" y="22708"/>
                </a:lnTo>
                <a:lnTo>
                  <a:pt x="247399" y="22760"/>
                </a:lnTo>
                <a:lnTo>
                  <a:pt x="247452" y="22811"/>
                </a:lnTo>
                <a:lnTo>
                  <a:pt x="247504" y="22862"/>
                </a:lnTo>
                <a:lnTo>
                  <a:pt x="247556" y="22911"/>
                </a:lnTo>
                <a:lnTo>
                  <a:pt x="247607" y="22960"/>
                </a:lnTo>
                <a:lnTo>
                  <a:pt x="247659" y="23009"/>
                </a:lnTo>
                <a:lnTo>
                  <a:pt x="247710" y="23057"/>
                </a:lnTo>
                <a:lnTo>
                  <a:pt x="247761" y="23104"/>
                </a:lnTo>
                <a:lnTo>
                  <a:pt x="247812" y="23150"/>
                </a:lnTo>
                <a:lnTo>
                  <a:pt x="247862" y="23196"/>
                </a:lnTo>
                <a:lnTo>
                  <a:pt x="247912" y="23241"/>
                </a:lnTo>
                <a:lnTo>
                  <a:pt x="247962" y="23285"/>
                </a:lnTo>
                <a:lnTo>
                  <a:pt x="248012" y="23328"/>
                </a:lnTo>
                <a:lnTo>
                  <a:pt x="248062" y="23371"/>
                </a:lnTo>
                <a:lnTo>
                  <a:pt x="248111" y="23414"/>
                </a:lnTo>
                <a:lnTo>
                  <a:pt x="248160" y="23455"/>
                </a:lnTo>
                <a:lnTo>
                  <a:pt x="248209" y="23496"/>
                </a:lnTo>
                <a:lnTo>
                  <a:pt x="248258" y="23536"/>
                </a:lnTo>
                <a:lnTo>
                  <a:pt x="248307" y="23575"/>
                </a:lnTo>
                <a:lnTo>
                  <a:pt x="248355" y="23614"/>
                </a:lnTo>
                <a:lnTo>
                  <a:pt x="248404" y="23653"/>
                </a:lnTo>
                <a:lnTo>
                  <a:pt x="248453" y="23691"/>
                </a:lnTo>
                <a:lnTo>
                  <a:pt x="248502" y="23728"/>
                </a:lnTo>
                <a:lnTo>
                  <a:pt x="248550" y="23765"/>
                </a:lnTo>
                <a:lnTo>
                  <a:pt x="248599" y="23801"/>
                </a:lnTo>
                <a:lnTo>
                  <a:pt x="248648" y="23836"/>
                </a:lnTo>
                <a:lnTo>
                  <a:pt x="248697" y="23871"/>
                </a:lnTo>
                <a:lnTo>
                  <a:pt x="248745" y="23905"/>
                </a:lnTo>
                <a:lnTo>
                  <a:pt x="248794" y="23939"/>
                </a:lnTo>
                <a:lnTo>
                  <a:pt x="248843" y="23972"/>
                </a:lnTo>
                <a:lnTo>
                  <a:pt x="248892" y="24005"/>
                </a:lnTo>
                <a:lnTo>
                  <a:pt x="248940" y="24037"/>
                </a:lnTo>
                <a:lnTo>
                  <a:pt x="248989" y="24068"/>
                </a:lnTo>
                <a:lnTo>
                  <a:pt x="249038" y="24099"/>
                </a:lnTo>
                <a:lnTo>
                  <a:pt x="249086" y="24130"/>
                </a:lnTo>
                <a:lnTo>
                  <a:pt x="249135" y="24159"/>
                </a:lnTo>
                <a:lnTo>
                  <a:pt x="249184" y="24188"/>
                </a:lnTo>
                <a:lnTo>
                  <a:pt x="249233" y="24217"/>
                </a:lnTo>
                <a:lnTo>
                  <a:pt x="249281" y="24245"/>
                </a:lnTo>
                <a:lnTo>
                  <a:pt x="249330" y="24272"/>
                </a:lnTo>
                <a:lnTo>
                  <a:pt x="249379" y="24299"/>
                </a:lnTo>
                <a:lnTo>
                  <a:pt x="249428" y="24325"/>
                </a:lnTo>
                <a:lnTo>
                  <a:pt x="249477" y="24351"/>
                </a:lnTo>
                <a:lnTo>
                  <a:pt x="249526" y="24376"/>
                </a:lnTo>
                <a:lnTo>
                  <a:pt x="249575" y="24400"/>
                </a:lnTo>
                <a:lnTo>
                  <a:pt x="249624" y="24424"/>
                </a:lnTo>
                <a:lnTo>
                  <a:pt x="249673" y="24447"/>
                </a:lnTo>
                <a:lnTo>
                  <a:pt x="249722" y="24469"/>
                </a:lnTo>
                <a:lnTo>
                  <a:pt x="249772" y="24491"/>
                </a:lnTo>
                <a:lnTo>
                  <a:pt x="249821" y="24512"/>
                </a:lnTo>
                <a:lnTo>
                  <a:pt x="249871" y="24533"/>
                </a:lnTo>
                <a:lnTo>
                  <a:pt x="249920" y="24553"/>
                </a:lnTo>
                <a:lnTo>
                  <a:pt x="249970" y="24573"/>
                </a:lnTo>
                <a:lnTo>
                  <a:pt x="250020" y="24592"/>
                </a:lnTo>
                <a:lnTo>
                  <a:pt x="250070" y="24610"/>
                </a:lnTo>
                <a:lnTo>
                  <a:pt x="250120" y="24627"/>
                </a:lnTo>
                <a:lnTo>
                  <a:pt x="250170" y="24644"/>
                </a:lnTo>
                <a:lnTo>
                  <a:pt x="250220" y="24661"/>
                </a:lnTo>
                <a:lnTo>
                  <a:pt x="250270" y="24677"/>
                </a:lnTo>
                <a:lnTo>
                  <a:pt x="250321" y="24692"/>
                </a:lnTo>
                <a:lnTo>
                  <a:pt x="250371" y="24706"/>
                </a:lnTo>
                <a:lnTo>
                  <a:pt x="250422" y="24720"/>
                </a:lnTo>
                <a:lnTo>
                  <a:pt x="250472" y="24734"/>
                </a:lnTo>
                <a:lnTo>
                  <a:pt x="250523" y="24746"/>
                </a:lnTo>
                <a:lnTo>
                  <a:pt x="250574" y="24759"/>
                </a:lnTo>
                <a:lnTo>
                  <a:pt x="250625" y="24770"/>
                </a:lnTo>
                <a:lnTo>
                  <a:pt x="250676" y="24781"/>
                </a:lnTo>
                <a:lnTo>
                  <a:pt x="250728" y="24792"/>
                </a:lnTo>
                <a:lnTo>
                  <a:pt x="250780" y="24802"/>
                </a:lnTo>
                <a:lnTo>
                  <a:pt x="250833" y="24812"/>
                </a:lnTo>
                <a:lnTo>
                  <a:pt x="250886" y="24821"/>
                </a:lnTo>
                <a:lnTo>
                  <a:pt x="250939" y="24830"/>
                </a:lnTo>
                <a:lnTo>
                  <a:pt x="250993" y="24838"/>
                </a:lnTo>
                <a:lnTo>
                  <a:pt x="251047" y="24845"/>
                </a:lnTo>
                <a:lnTo>
                  <a:pt x="251101" y="24853"/>
                </a:lnTo>
                <a:lnTo>
                  <a:pt x="251156" y="24859"/>
                </a:lnTo>
                <a:lnTo>
                  <a:pt x="251211" y="24866"/>
                </a:lnTo>
                <a:lnTo>
                  <a:pt x="251267" y="24871"/>
                </a:lnTo>
                <a:lnTo>
                  <a:pt x="251323" y="24876"/>
                </a:lnTo>
                <a:lnTo>
                  <a:pt x="251379" y="24881"/>
                </a:lnTo>
                <a:lnTo>
                  <a:pt x="251435" y="24885"/>
                </a:lnTo>
                <a:lnTo>
                  <a:pt x="251493" y="24889"/>
                </a:lnTo>
                <a:lnTo>
                  <a:pt x="251550" y="24892"/>
                </a:lnTo>
                <a:lnTo>
                  <a:pt x="251608" y="24895"/>
                </a:lnTo>
                <a:lnTo>
                  <a:pt x="251666" y="24897"/>
                </a:lnTo>
                <a:lnTo>
                  <a:pt x="251725" y="24899"/>
                </a:lnTo>
                <a:lnTo>
                  <a:pt x="251783" y="24900"/>
                </a:lnTo>
                <a:lnTo>
                  <a:pt x="251843" y="24901"/>
                </a:lnTo>
                <a:lnTo>
                  <a:pt x="251903" y="24901"/>
                </a:lnTo>
                <a:lnTo>
                  <a:pt x="252031" y="24900"/>
                </a:lnTo>
                <a:lnTo>
                  <a:pt x="252159" y="24897"/>
                </a:lnTo>
                <a:lnTo>
                  <a:pt x="252286" y="24892"/>
                </a:lnTo>
                <a:lnTo>
                  <a:pt x="252411" y="24885"/>
                </a:lnTo>
                <a:lnTo>
                  <a:pt x="252535" y="24876"/>
                </a:lnTo>
                <a:lnTo>
                  <a:pt x="252658" y="24865"/>
                </a:lnTo>
                <a:lnTo>
                  <a:pt x="252779" y="24851"/>
                </a:lnTo>
                <a:lnTo>
                  <a:pt x="252900" y="24836"/>
                </a:lnTo>
                <a:lnTo>
                  <a:pt x="253019" y="24819"/>
                </a:lnTo>
                <a:lnTo>
                  <a:pt x="253137" y="24800"/>
                </a:lnTo>
                <a:lnTo>
                  <a:pt x="253253" y="24778"/>
                </a:lnTo>
                <a:lnTo>
                  <a:pt x="253369" y="24755"/>
                </a:lnTo>
                <a:lnTo>
                  <a:pt x="253483" y="24729"/>
                </a:lnTo>
                <a:lnTo>
                  <a:pt x="253596" y="24702"/>
                </a:lnTo>
                <a:lnTo>
                  <a:pt x="253708" y="24672"/>
                </a:lnTo>
                <a:lnTo>
                  <a:pt x="253819" y="24641"/>
                </a:lnTo>
                <a:lnTo>
                  <a:pt x="253928" y="24607"/>
                </a:lnTo>
                <a:lnTo>
                  <a:pt x="254036" y="24572"/>
                </a:lnTo>
                <a:lnTo>
                  <a:pt x="254143" y="24534"/>
                </a:lnTo>
                <a:lnTo>
                  <a:pt x="254249" y="24495"/>
                </a:lnTo>
                <a:lnTo>
                  <a:pt x="254354" y="24453"/>
                </a:lnTo>
                <a:lnTo>
                  <a:pt x="254457" y="24409"/>
                </a:lnTo>
                <a:lnTo>
                  <a:pt x="254559" y="24364"/>
                </a:lnTo>
                <a:lnTo>
                  <a:pt x="254660" y="24316"/>
                </a:lnTo>
                <a:lnTo>
                  <a:pt x="254760" y="24266"/>
                </a:lnTo>
                <a:lnTo>
                  <a:pt x="254858" y="24215"/>
                </a:lnTo>
                <a:lnTo>
                  <a:pt x="254955" y="24161"/>
                </a:lnTo>
                <a:lnTo>
                  <a:pt x="255051" y="24106"/>
                </a:lnTo>
                <a:lnTo>
                  <a:pt x="255145" y="24049"/>
                </a:lnTo>
                <a:lnTo>
                  <a:pt x="255238" y="23991"/>
                </a:lnTo>
                <a:lnTo>
                  <a:pt x="255330" y="23930"/>
                </a:lnTo>
                <a:lnTo>
                  <a:pt x="255420" y="23868"/>
                </a:lnTo>
                <a:lnTo>
                  <a:pt x="255510" y="23804"/>
                </a:lnTo>
                <a:lnTo>
                  <a:pt x="255597" y="23738"/>
                </a:lnTo>
                <a:lnTo>
                  <a:pt x="255684" y="23670"/>
                </a:lnTo>
                <a:lnTo>
                  <a:pt x="255769" y="23601"/>
                </a:lnTo>
                <a:lnTo>
                  <a:pt x="255853" y="23529"/>
                </a:lnTo>
                <a:lnTo>
                  <a:pt x="255936" y="23456"/>
                </a:lnTo>
                <a:lnTo>
                  <a:pt x="256017" y="23381"/>
                </a:lnTo>
                <a:lnTo>
                  <a:pt x="256097" y="23305"/>
                </a:lnTo>
                <a:lnTo>
                  <a:pt x="256176" y="23226"/>
                </a:lnTo>
                <a:lnTo>
                  <a:pt x="256253" y="23146"/>
                </a:lnTo>
                <a:lnTo>
                  <a:pt x="256330" y="23064"/>
                </a:lnTo>
                <a:lnTo>
                  <a:pt x="256404" y="22980"/>
                </a:lnTo>
                <a:lnTo>
                  <a:pt x="256478" y="22894"/>
                </a:lnTo>
                <a:lnTo>
                  <a:pt x="256550" y="22807"/>
                </a:lnTo>
                <a:lnTo>
                  <a:pt x="256621" y="22717"/>
                </a:lnTo>
                <a:lnTo>
                  <a:pt x="256691" y="22626"/>
                </a:lnTo>
                <a:lnTo>
                  <a:pt x="256759" y="22533"/>
                </a:lnTo>
                <a:lnTo>
                  <a:pt x="256826" y="22439"/>
                </a:lnTo>
                <a:lnTo>
                  <a:pt x="256891" y="22343"/>
                </a:lnTo>
                <a:lnTo>
                  <a:pt x="256955" y="22245"/>
                </a:lnTo>
                <a:lnTo>
                  <a:pt x="257018" y="22146"/>
                </a:lnTo>
                <a:lnTo>
                  <a:pt x="257079" y="22045"/>
                </a:lnTo>
                <a:lnTo>
                  <a:pt x="257139" y="21943"/>
                </a:lnTo>
                <a:lnTo>
                  <a:pt x="257197" y="21839"/>
                </a:lnTo>
                <a:lnTo>
                  <a:pt x="257255" y="21733"/>
                </a:lnTo>
                <a:lnTo>
                  <a:pt x="257310" y="21626"/>
                </a:lnTo>
                <a:lnTo>
                  <a:pt x="257365" y="21517"/>
                </a:lnTo>
                <a:lnTo>
                  <a:pt x="257418" y="21407"/>
                </a:lnTo>
                <a:lnTo>
                  <a:pt x="257469" y="21295"/>
                </a:lnTo>
                <a:lnTo>
                  <a:pt x="257519" y="21181"/>
                </a:lnTo>
                <a:lnTo>
                  <a:pt x="257568" y="21066"/>
                </a:lnTo>
                <a:lnTo>
                  <a:pt x="257615" y="20949"/>
                </a:lnTo>
                <a:lnTo>
                  <a:pt x="257661" y="20831"/>
                </a:lnTo>
                <a:lnTo>
                  <a:pt x="257706" y="20711"/>
                </a:lnTo>
                <a:lnTo>
                  <a:pt x="257749" y="20589"/>
                </a:lnTo>
                <a:lnTo>
                  <a:pt x="257791" y="20466"/>
                </a:lnTo>
                <a:lnTo>
                  <a:pt x="257831" y="20341"/>
                </a:lnTo>
                <a:lnTo>
                  <a:pt x="257870" y="20215"/>
                </a:lnTo>
                <a:lnTo>
                  <a:pt x="257908" y="20087"/>
                </a:lnTo>
                <a:lnTo>
                  <a:pt x="257944" y="19958"/>
                </a:lnTo>
                <a:lnTo>
                  <a:pt x="257979" y="19826"/>
                </a:lnTo>
                <a:lnTo>
                  <a:pt x="258012" y="19694"/>
                </a:lnTo>
                <a:lnTo>
                  <a:pt x="258044" y="19560"/>
                </a:lnTo>
                <a:lnTo>
                  <a:pt x="258074" y="19425"/>
                </a:lnTo>
                <a:lnTo>
                  <a:pt x="258103" y="19289"/>
                </a:lnTo>
                <a:lnTo>
                  <a:pt x="258130" y="19151"/>
                </a:lnTo>
                <a:lnTo>
                  <a:pt x="258156" y="19012"/>
                </a:lnTo>
                <a:lnTo>
                  <a:pt x="258181" y="18871"/>
                </a:lnTo>
                <a:lnTo>
                  <a:pt x="258204" y="18729"/>
                </a:lnTo>
                <a:lnTo>
                  <a:pt x="258225" y="18586"/>
                </a:lnTo>
                <a:lnTo>
                  <a:pt x="258245" y="18441"/>
                </a:lnTo>
                <a:lnTo>
                  <a:pt x="258264" y="18295"/>
                </a:lnTo>
                <a:lnTo>
                  <a:pt x="258281" y="18148"/>
                </a:lnTo>
                <a:lnTo>
                  <a:pt x="258296" y="17999"/>
                </a:lnTo>
                <a:lnTo>
                  <a:pt x="258310" y="17849"/>
                </a:lnTo>
                <a:lnTo>
                  <a:pt x="258323" y="17697"/>
                </a:lnTo>
                <a:lnTo>
                  <a:pt x="258334" y="17545"/>
                </a:lnTo>
                <a:lnTo>
                  <a:pt x="258343" y="17390"/>
                </a:lnTo>
                <a:lnTo>
                  <a:pt x="258352" y="17235"/>
                </a:lnTo>
                <a:lnTo>
                  <a:pt x="258358" y="17078"/>
                </a:lnTo>
                <a:lnTo>
                  <a:pt x="258363" y="16920"/>
                </a:lnTo>
                <a:lnTo>
                  <a:pt x="258367" y="16760"/>
                </a:lnTo>
                <a:lnTo>
                  <a:pt x="258369" y="16599"/>
                </a:lnTo>
                <a:lnTo>
                  <a:pt x="258370" y="16436"/>
                </a:lnTo>
                <a:lnTo>
                  <a:pt x="258370" y="16300"/>
                </a:lnTo>
                <a:lnTo>
                  <a:pt x="258368" y="16164"/>
                </a:lnTo>
                <a:lnTo>
                  <a:pt x="258365" y="16029"/>
                </a:lnTo>
                <a:lnTo>
                  <a:pt x="258361" y="15894"/>
                </a:lnTo>
                <a:lnTo>
                  <a:pt x="258356" y="15760"/>
                </a:lnTo>
                <a:lnTo>
                  <a:pt x="258349" y="15627"/>
                </a:lnTo>
                <a:close/>
                <a:moveTo>
                  <a:pt x="255449" y="17280"/>
                </a:moveTo>
                <a:lnTo>
                  <a:pt x="255444" y="17367"/>
                </a:lnTo>
                <a:lnTo>
                  <a:pt x="255439" y="17454"/>
                </a:lnTo>
                <a:lnTo>
                  <a:pt x="255433" y="17541"/>
                </a:lnTo>
                <a:lnTo>
                  <a:pt x="255426" y="17628"/>
                </a:lnTo>
                <a:lnTo>
                  <a:pt x="255418" y="17715"/>
                </a:lnTo>
                <a:lnTo>
                  <a:pt x="255410" y="17802"/>
                </a:lnTo>
                <a:lnTo>
                  <a:pt x="255401" y="17889"/>
                </a:lnTo>
                <a:lnTo>
                  <a:pt x="255391" y="17976"/>
                </a:lnTo>
                <a:lnTo>
                  <a:pt x="255381" y="18062"/>
                </a:lnTo>
                <a:lnTo>
                  <a:pt x="255369" y="18149"/>
                </a:lnTo>
                <a:lnTo>
                  <a:pt x="255357" y="18235"/>
                </a:lnTo>
                <a:lnTo>
                  <a:pt x="255345" y="18322"/>
                </a:lnTo>
                <a:lnTo>
                  <a:pt x="255331" y="18408"/>
                </a:lnTo>
                <a:lnTo>
                  <a:pt x="255317" y="18494"/>
                </a:lnTo>
                <a:lnTo>
                  <a:pt x="255302" y="18580"/>
                </a:lnTo>
                <a:lnTo>
                  <a:pt x="255287" y="18666"/>
                </a:lnTo>
                <a:lnTo>
                  <a:pt x="255270" y="18752"/>
                </a:lnTo>
                <a:lnTo>
                  <a:pt x="255253" y="18838"/>
                </a:lnTo>
                <a:lnTo>
                  <a:pt x="255235" y="18923"/>
                </a:lnTo>
                <a:lnTo>
                  <a:pt x="255217" y="19008"/>
                </a:lnTo>
                <a:lnTo>
                  <a:pt x="255197" y="19092"/>
                </a:lnTo>
                <a:lnTo>
                  <a:pt x="255177" y="19175"/>
                </a:lnTo>
                <a:lnTo>
                  <a:pt x="255155" y="19258"/>
                </a:lnTo>
                <a:lnTo>
                  <a:pt x="255133" y="19340"/>
                </a:lnTo>
                <a:lnTo>
                  <a:pt x="255110" y="19421"/>
                </a:lnTo>
                <a:lnTo>
                  <a:pt x="255086" y="19502"/>
                </a:lnTo>
                <a:lnTo>
                  <a:pt x="255061" y="19582"/>
                </a:lnTo>
                <a:lnTo>
                  <a:pt x="255036" y="19661"/>
                </a:lnTo>
                <a:lnTo>
                  <a:pt x="255009" y="19739"/>
                </a:lnTo>
                <a:lnTo>
                  <a:pt x="254982" y="19817"/>
                </a:lnTo>
                <a:lnTo>
                  <a:pt x="254953" y="19894"/>
                </a:lnTo>
                <a:lnTo>
                  <a:pt x="254924" y="19970"/>
                </a:lnTo>
                <a:lnTo>
                  <a:pt x="254894" y="20046"/>
                </a:lnTo>
                <a:lnTo>
                  <a:pt x="254863" y="20121"/>
                </a:lnTo>
                <a:lnTo>
                  <a:pt x="254832" y="20195"/>
                </a:lnTo>
                <a:lnTo>
                  <a:pt x="254799" y="20269"/>
                </a:lnTo>
                <a:lnTo>
                  <a:pt x="254765" y="20342"/>
                </a:lnTo>
                <a:lnTo>
                  <a:pt x="254731" y="20414"/>
                </a:lnTo>
                <a:lnTo>
                  <a:pt x="254696" y="20485"/>
                </a:lnTo>
                <a:lnTo>
                  <a:pt x="254660" y="20556"/>
                </a:lnTo>
                <a:lnTo>
                  <a:pt x="254623" y="20626"/>
                </a:lnTo>
                <a:lnTo>
                  <a:pt x="254585" y="20695"/>
                </a:lnTo>
                <a:lnTo>
                  <a:pt x="254546" y="20764"/>
                </a:lnTo>
                <a:lnTo>
                  <a:pt x="254506" y="20831"/>
                </a:lnTo>
                <a:lnTo>
                  <a:pt x="254466" y="20897"/>
                </a:lnTo>
                <a:lnTo>
                  <a:pt x="254424" y="20963"/>
                </a:lnTo>
                <a:lnTo>
                  <a:pt x="254381" y="21026"/>
                </a:lnTo>
                <a:lnTo>
                  <a:pt x="254338" y="21089"/>
                </a:lnTo>
                <a:lnTo>
                  <a:pt x="254293" y="21151"/>
                </a:lnTo>
                <a:lnTo>
                  <a:pt x="254248" y="21211"/>
                </a:lnTo>
                <a:lnTo>
                  <a:pt x="254201" y="21271"/>
                </a:lnTo>
                <a:lnTo>
                  <a:pt x="254154" y="21329"/>
                </a:lnTo>
                <a:lnTo>
                  <a:pt x="254106" y="21386"/>
                </a:lnTo>
                <a:lnTo>
                  <a:pt x="254056" y="21442"/>
                </a:lnTo>
                <a:lnTo>
                  <a:pt x="254006" y="21497"/>
                </a:lnTo>
                <a:lnTo>
                  <a:pt x="253955" y="21551"/>
                </a:lnTo>
                <a:lnTo>
                  <a:pt x="253903" y="21604"/>
                </a:lnTo>
                <a:lnTo>
                  <a:pt x="253849" y="21655"/>
                </a:lnTo>
                <a:lnTo>
                  <a:pt x="253795" y="21705"/>
                </a:lnTo>
                <a:lnTo>
                  <a:pt x="253740" y="21755"/>
                </a:lnTo>
                <a:lnTo>
                  <a:pt x="253684" y="21803"/>
                </a:lnTo>
                <a:lnTo>
                  <a:pt x="253627" y="21850"/>
                </a:lnTo>
                <a:lnTo>
                  <a:pt x="253569" y="21895"/>
                </a:lnTo>
                <a:lnTo>
                  <a:pt x="253511" y="21940"/>
                </a:lnTo>
                <a:lnTo>
                  <a:pt x="253451" y="21984"/>
                </a:lnTo>
                <a:lnTo>
                  <a:pt x="253390" y="22026"/>
                </a:lnTo>
                <a:lnTo>
                  <a:pt x="253328" y="22067"/>
                </a:lnTo>
                <a:lnTo>
                  <a:pt x="253265" y="22106"/>
                </a:lnTo>
                <a:lnTo>
                  <a:pt x="253201" y="22144"/>
                </a:lnTo>
                <a:lnTo>
                  <a:pt x="253136" y="22180"/>
                </a:lnTo>
                <a:lnTo>
                  <a:pt x="253070" y="22214"/>
                </a:lnTo>
                <a:lnTo>
                  <a:pt x="253003" y="22246"/>
                </a:lnTo>
                <a:lnTo>
                  <a:pt x="252935" y="22276"/>
                </a:lnTo>
                <a:lnTo>
                  <a:pt x="252866" y="22305"/>
                </a:lnTo>
                <a:lnTo>
                  <a:pt x="252796" y="22332"/>
                </a:lnTo>
                <a:lnTo>
                  <a:pt x="252725" y="22357"/>
                </a:lnTo>
                <a:lnTo>
                  <a:pt x="252653" y="22381"/>
                </a:lnTo>
                <a:lnTo>
                  <a:pt x="252579" y="22403"/>
                </a:lnTo>
                <a:lnTo>
                  <a:pt x="252505" y="22423"/>
                </a:lnTo>
                <a:lnTo>
                  <a:pt x="252430" y="22441"/>
                </a:lnTo>
                <a:lnTo>
                  <a:pt x="252353" y="22457"/>
                </a:lnTo>
                <a:lnTo>
                  <a:pt x="252276" y="22472"/>
                </a:lnTo>
                <a:lnTo>
                  <a:pt x="252197" y="22485"/>
                </a:lnTo>
                <a:lnTo>
                  <a:pt x="252118" y="22497"/>
                </a:lnTo>
                <a:lnTo>
                  <a:pt x="252037" y="22506"/>
                </a:lnTo>
                <a:lnTo>
                  <a:pt x="251955" y="22514"/>
                </a:lnTo>
                <a:lnTo>
                  <a:pt x="251873" y="22520"/>
                </a:lnTo>
                <a:lnTo>
                  <a:pt x="251789" y="22525"/>
                </a:lnTo>
                <a:lnTo>
                  <a:pt x="251704" y="22527"/>
                </a:lnTo>
                <a:lnTo>
                  <a:pt x="251618" y="22528"/>
                </a:lnTo>
                <a:lnTo>
                  <a:pt x="251525" y="22527"/>
                </a:lnTo>
                <a:lnTo>
                  <a:pt x="251432" y="22523"/>
                </a:lnTo>
                <a:lnTo>
                  <a:pt x="251340" y="22517"/>
                </a:lnTo>
                <a:lnTo>
                  <a:pt x="251247" y="22508"/>
                </a:lnTo>
                <a:lnTo>
                  <a:pt x="251155" y="22496"/>
                </a:lnTo>
                <a:lnTo>
                  <a:pt x="251064" y="22483"/>
                </a:lnTo>
                <a:lnTo>
                  <a:pt x="250972" y="22466"/>
                </a:lnTo>
                <a:lnTo>
                  <a:pt x="250881" y="22447"/>
                </a:lnTo>
                <a:lnTo>
                  <a:pt x="250790" y="22426"/>
                </a:lnTo>
                <a:lnTo>
                  <a:pt x="250700" y="22402"/>
                </a:lnTo>
                <a:lnTo>
                  <a:pt x="250610" y="22375"/>
                </a:lnTo>
                <a:lnTo>
                  <a:pt x="250520" y="22346"/>
                </a:lnTo>
                <a:lnTo>
                  <a:pt x="250430" y="22314"/>
                </a:lnTo>
                <a:lnTo>
                  <a:pt x="250340" y="22280"/>
                </a:lnTo>
                <a:lnTo>
                  <a:pt x="250251" y="22244"/>
                </a:lnTo>
                <a:lnTo>
                  <a:pt x="250163" y="22204"/>
                </a:lnTo>
                <a:lnTo>
                  <a:pt x="250074" y="22163"/>
                </a:lnTo>
                <a:lnTo>
                  <a:pt x="249986" y="22119"/>
                </a:lnTo>
                <a:lnTo>
                  <a:pt x="249898" y="22072"/>
                </a:lnTo>
                <a:lnTo>
                  <a:pt x="249810" y="22022"/>
                </a:lnTo>
                <a:lnTo>
                  <a:pt x="249723" y="21971"/>
                </a:lnTo>
                <a:lnTo>
                  <a:pt x="249636" y="21916"/>
                </a:lnTo>
                <a:lnTo>
                  <a:pt x="249549" y="21859"/>
                </a:lnTo>
                <a:lnTo>
                  <a:pt x="249463" y="21800"/>
                </a:lnTo>
                <a:lnTo>
                  <a:pt x="249376" y="21738"/>
                </a:lnTo>
                <a:lnTo>
                  <a:pt x="249289" y="21674"/>
                </a:lnTo>
                <a:lnTo>
                  <a:pt x="249202" y="21608"/>
                </a:lnTo>
                <a:lnTo>
                  <a:pt x="249114" y="21539"/>
                </a:lnTo>
                <a:lnTo>
                  <a:pt x="249026" y="21468"/>
                </a:lnTo>
                <a:lnTo>
                  <a:pt x="248938" y="21394"/>
                </a:lnTo>
                <a:lnTo>
                  <a:pt x="248850" y="21319"/>
                </a:lnTo>
                <a:lnTo>
                  <a:pt x="248761" y="21241"/>
                </a:lnTo>
                <a:lnTo>
                  <a:pt x="248671" y="21161"/>
                </a:lnTo>
                <a:lnTo>
                  <a:pt x="248582" y="21078"/>
                </a:lnTo>
                <a:lnTo>
                  <a:pt x="248492" y="20993"/>
                </a:lnTo>
                <a:lnTo>
                  <a:pt x="248401" y="20906"/>
                </a:lnTo>
                <a:lnTo>
                  <a:pt x="248311" y="20817"/>
                </a:lnTo>
                <a:lnTo>
                  <a:pt x="248220" y="20725"/>
                </a:lnTo>
                <a:lnTo>
                  <a:pt x="248128" y="20631"/>
                </a:lnTo>
                <a:lnTo>
                  <a:pt x="248036" y="20535"/>
                </a:lnTo>
                <a:lnTo>
                  <a:pt x="247944" y="20436"/>
                </a:lnTo>
                <a:lnTo>
                  <a:pt x="247852" y="20335"/>
                </a:lnTo>
                <a:lnTo>
                  <a:pt x="247759" y="20232"/>
                </a:lnTo>
                <a:lnTo>
                  <a:pt x="247666" y="20127"/>
                </a:lnTo>
                <a:lnTo>
                  <a:pt x="247572" y="20019"/>
                </a:lnTo>
                <a:lnTo>
                  <a:pt x="247479" y="19909"/>
                </a:lnTo>
                <a:lnTo>
                  <a:pt x="247384" y="19796"/>
                </a:lnTo>
                <a:lnTo>
                  <a:pt x="247290" y="19682"/>
                </a:lnTo>
                <a:lnTo>
                  <a:pt x="247290" y="13676"/>
                </a:lnTo>
                <a:lnTo>
                  <a:pt x="247344" y="13607"/>
                </a:lnTo>
                <a:lnTo>
                  <a:pt x="247398" y="13538"/>
                </a:lnTo>
                <a:lnTo>
                  <a:pt x="247452" y="13471"/>
                </a:lnTo>
                <a:lnTo>
                  <a:pt x="247505" y="13405"/>
                </a:lnTo>
                <a:lnTo>
                  <a:pt x="247558" y="13339"/>
                </a:lnTo>
                <a:lnTo>
                  <a:pt x="247611" y="13275"/>
                </a:lnTo>
                <a:lnTo>
                  <a:pt x="247664" y="13212"/>
                </a:lnTo>
                <a:lnTo>
                  <a:pt x="247716" y="13149"/>
                </a:lnTo>
                <a:lnTo>
                  <a:pt x="247768" y="13088"/>
                </a:lnTo>
                <a:lnTo>
                  <a:pt x="247820" y="13028"/>
                </a:lnTo>
                <a:lnTo>
                  <a:pt x="247872" y="12968"/>
                </a:lnTo>
                <a:lnTo>
                  <a:pt x="247923" y="12910"/>
                </a:lnTo>
                <a:lnTo>
                  <a:pt x="247974" y="12852"/>
                </a:lnTo>
                <a:lnTo>
                  <a:pt x="248025" y="12796"/>
                </a:lnTo>
                <a:lnTo>
                  <a:pt x="248075" y="12741"/>
                </a:lnTo>
                <a:lnTo>
                  <a:pt x="248126" y="12686"/>
                </a:lnTo>
                <a:lnTo>
                  <a:pt x="248176" y="12633"/>
                </a:lnTo>
                <a:lnTo>
                  <a:pt x="248225" y="12580"/>
                </a:lnTo>
                <a:lnTo>
                  <a:pt x="248275" y="12529"/>
                </a:lnTo>
                <a:lnTo>
                  <a:pt x="248324" y="12478"/>
                </a:lnTo>
                <a:lnTo>
                  <a:pt x="248373" y="12429"/>
                </a:lnTo>
                <a:lnTo>
                  <a:pt x="248422" y="12380"/>
                </a:lnTo>
                <a:lnTo>
                  <a:pt x="248470" y="12333"/>
                </a:lnTo>
                <a:lnTo>
                  <a:pt x="248518" y="12286"/>
                </a:lnTo>
                <a:lnTo>
                  <a:pt x="248566" y="12240"/>
                </a:lnTo>
                <a:lnTo>
                  <a:pt x="248614" y="12195"/>
                </a:lnTo>
                <a:lnTo>
                  <a:pt x="248662" y="12151"/>
                </a:lnTo>
                <a:lnTo>
                  <a:pt x="248709" y="12107"/>
                </a:lnTo>
                <a:lnTo>
                  <a:pt x="248757" y="12065"/>
                </a:lnTo>
                <a:lnTo>
                  <a:pt x="248804" y="12022"/>
                </a:lnTo>
                <a:lnTo>
                  <a:pt x="248851" y="11981"/>
                </a:lnTo>
                <a:lnTo>
                  <a:pt x="248898" y="11940"/>
                </a:lnTo>
                <a:lnTo>
                  <a:pt x="248945" y="11900"/>
                </a:lnTo>
                <a:lnTo>
                  <a:pt x="248992" y="11861"/>
                </a:lnTo>
                <a:lnTo>
                  <a:pt x="249038" y="11822"/>
                </a:lnTo>
                <a:lnTo>
                  <a:pt x="249084" y="11784"/>
                </a:lnTo>
                <a:lnTo>
                  <a:pt x="249131" y="11746"/>
                </a:lnTo>
                <a:lnTo>
                  <a:pt x="249177" y="11710"/>
                </a:lnTo>
                <a:lnTo>
                  <a:pt x="249223" y="11674"/>
                </a:lnTo>
                <a:lnTo>
                  <a:pt x="249268" y="11639"/>
                </a:lnTo>
                <a:lnTo>
                  <a:pt x="249314" y="11604"/>
                </a:lnTo>
                <a:lnTo>
                  <a:pt x="249360" y="11570"/>
                </a:lnTo>
                <a:lnTo>
                  <a:pt x="249405" y="11537"/>
                </a:lnTo>
                <a:lnTo>
                  <a:pt x="249450" y="11505"/>
                </a:lnTo>
                <a:lnTo>
                  <a:pt x="249495" y="11473"/>
                </a:lnTo>
                <a:lnTo>
                  <a:pt x="249540" y="11442"/>
                </a:lnTo>
                <a:lnTo>
                  <a:pt x="249585" y="11412"/>
                </a:lnTo>
                <a:lnTo>
                  <a:pt x="249630" y="11382"/>
                </a:lnTo>
                <a:lnTo>
                  <a:pt x="249674" y="11353"/>
                </a:lnTo>
                <a:lnTo>
                  <a:pt x="249719" y="11325"/>
                </a:lnTo>
                <a:lnTo>
                  <a:pt x="249763" y="11297"/>
                </a:lnTo>
                <a:lnTo>
                  <a:pt x="249807" y="11270"/>
                </a:lnTo>
                <a:lnTo>
                  <a:pt x="249852" y="11244"/>
                </a:lnTo>
                <a:lnTo>
                  <a:pt x="249896" y="11219"/>
                </a:lnTo>
                <a:lnTo>
                  <a:pt x="249940" y="11194"/>
                </a:lnTo>
                <a:lnTo>
                  <a:pt x="249984" y="11170"/>
                </a:lnTo>
                <a:lnTo>
                  <a:pt x="250028" y="11147"/>
                </a:lnTo>
                <a:lnTo>
                  <a:pt x="250072" y="11124"/>
                </a:lnTo>
                <a:lnTo>
                  <a:pt x="250116" y="11102"/>
                </a:lnTo>
                <a:lnTo>
                  <a:pt x="250160" y="11081"/>
                </a:lnTo>
                <a:lnTo>
                  <a:pt x="250204" y="11060"/>
                </a:lnTo>
                <a:lnTo>
                  <a:pt x="250248" y="11040"/>
                </a:lnTo>
                <a:lnTo>
                  <a:pt x="250292" y="11021"/>
                </a:lnTo>
                <a:lnTo>
                  <a:pt x="250335" y="11003"/>
                </a:lnTo>
                <a:lnTo>
                  <a:pt x="250379" y="10985"/>
                </a:lnTo>
                <a:lnTo>
                  <a:pt x="250422" y="10968"/>
                </a:lnTo>
                <a:lnTo>
                  <a:pt x="250466" y="10952"/>
                </a:lnTo>
                <a:lnTo>
                  <a:pt x="250509" y="10936"/>
                </a:lnTo>
                <a:lnTo>
                  <a:pt x="250553" y="10921"/>
                </a:lnTo>
                <a:lnTo>
                  <a:pt x="250596" y="10907"/>
                </a:lnTo>
                <a:lnTo>
                  <a:pt x="250639" y="10893"/>
                </a:lnTo>
                <a:lnTo>
                  <a:pt x="250683" y="10880"/>
                </a:lnTo>
                <a:lnTo>
                  <a:pt x="250726" y="10868"/>
                </a:lnTo>
                <a:lnTo>
                  <a:pt x="250769" y="10856"/>
                </a:lnTo>
                <a:lnTo>
                  <a:pt x="250812" y="10845"/>
                </a:lnTo>
                <a:lnTo>
                  <a:pt x="250856" y="10834"/>
                </a:lnTo>
                <a:lnTo>
                  <a:pt x="250899" y="10824"/>
                </a:lnTo>
                <a:lnTo>
                  <a:pt x="250943" y="10814"/>
                </a:lnTo>
                <a:lnTo>
                  <a:pt x="250986" y="10805"/>
                </a:lnTo>
                <a:lnTo>
                  <a:pt x="251030" y="10796"/>
                </a:lnTo>
                <a:lnTo>
                  <a:pt x="251073" y="10788"/>
                </a:lnTo>
                <a:lnTo>
                  <a:pt x="251117" y="10781"/>
                </a:lnTo>
                <a:lnTo>
                  <a:pt x="251161" y="10774"/>
                </a:lnTo>
                <a:lnTo>
                  <a:pt x="251205" y="10767"/>
                </a:lnTo>
                <a:lnTo>
                  <a:pt x="251249" y="10761"/>
                </a:lnTo>
                <a:lnTo>
                  <a:pt x="251293" y="10755"/>
                </a:lnTo>
                <a:lnTo>
                  <a:pt x="251337" y="10750"/>
                </a:lnTo>
                <a:lnTo>
                  <a:pt x="251381" y="10746"/>
                </a:lnTo>
                <a:lnTo>
                  <a:pt x="251425" y="10742"/>
                </a:lnTo>
                <a:lnTo>
                  <a:pt x="251469" y="10739"/>
                </a:lnTo>
                <a:lnTo>
                  <a:pt x="251513" y="10736"/>
                </a:lnTo>
                <a:lnTo>
                  <a:pt x="251558" y="10733"/>
                </a:lnTo>
                <a:lnTo>
                  <a:pt x="251602" y="10732"/>
                </a:lnTo>
                <a:lnTo>
                  <a:pt x="251646" y="10730"/>
                </a:lnTo>
                <a:lnTo>
                  <a:pt x="251691" y="10729"/>
                </a:lnTo>
                <a:lnTo>
                  <a:pt x="251735" y="10729"/>
                </a:lnTo>
                <a:lnTo>
                  <a:pt x="251824" y="10730"/>
                </a:lnTo>
                <a:lnTo>
                  <a:pt x="251911" y="10733"/>
                </a:lnTo>
                <a:lnTo>
                  <a:pt x="251997" y="10737"/>
                </a:lnTo>
                <a:lnTo>
                  <a:pt x="252082" y="10743"/>
                </a:lnTo>
                <a:lnTo>
                  <a:pt x="252166" y="10751"/>
                </a:lnTo>
                <a:lnTo>
                  <a:pt x="252248" y="10761"/>
                </a:lnTo>
                <a:lnTo>
                  <a:pt x="252329" y="10773"/>
                </a:lnTo>
                <a:lnTo>
                  <a:pt x="252409" y="10786"/>
                </a:lnTo>
                <a:lnTo>
                  <a:pt x="252488" y="10801"/>
                </a:lnTo>
                <a:lnTo>
                  <a:pt x="252566" y="10818"/>
                </a:lnTo>
                <a:lnTo>
                  <a:pt x="252642" y="10837"/>
                </a:lnTo>
                <a:lnTo>
                  <a:pt x="252717" y="10857"/>
                </a:lnTo>
                <a:lnTo>
                  <a:pt x="252791" y="10879"/>
                </a:lnTo>
                <a:lnTo>
                  <a:pt x="252864" y="10903"/>
                </a:lnTo>
                <a:lnTo>
                  <a:pt x="252935" y="10929"/>
                </a:lnTo>
                <a:lnTo>
                  <a:pt x="253006" y="10956"/>
                </a:lnTo>
                <a:lnTo>
                  <a:pt x="253075" y="10986"/>
                </a:lnTo>
                <a:lnTo>
                  <a:pt x="253142" y="11017"/>
                </a:lnTo>
                <a:lnTo>
                  <a:pt x="253209" y="11049"/>
                </a:lnTo>
                <a:lnTo>
                  <a:pt x="253274" y="11084"/>
                </a:lnTo>
                <a:lnTo>
                  <a:pt x="253338" y="11120"/>
                </a:lnTo>
                <a:lnTo>
                  <a:pt x="253401" y="11158"/>
                </a:lnTo>
                <a:lnTo>
                  <a:pt x="253463" y="11198"/>
                </a:lnTo>
                <a:lnTo>
                  <a:pt x="253524" y="11240"/>
                </a:lnTo>
                <a:lnTo>
                  <a:pt x="253583" y="11283"/>
                </a:lnTo>
                <a:lnTo>
                  <a:pt x="253641" y="11327"/>
                </a:lnTo>
                <a:lnTo>
                  <a:pt x="253699" y="11373"/>
                </a:lnTo>
                <a:lnTo>
                  <a:pt x="253755" y="11419"/>
                </a:lnTo>
                <a:lnTo>
                  <a:pt x="253811" y="11467"/>
                </a:lnTo>
                <a:lnTo>
                  <a:pt x="253865" y="11516"/>
                </a:lnTo>
                <a:lnTo>
                  <a:pt x="253919" y="11565"/>
                </a:lnTo>
                <a:lnTo>
                  <a:pt x="253971" y="11616"/>
                </a:lnTo>
                <a:lnTo>
                  <a:pt x="254023" y="11669"/>
                </a:lnTo>
                <a:lnTo>
                  <a:pt x="254073" y="11722"/>
                </a:lnTo>
                <a:lnTo>
                  <a:pt x="254123" y="11776"/>
                </a:lnTo>
                <a:lnTo>
                  <a:pt x="254171" y="11832"/>
                </a:lnTo>
                <a:lnTo>
                  <a:pt x="254219" y="11889"/>
                </a:lnTo>
                <a:lnTo>
                  <a:pt x="254265" y="11946"/>
                </a:lnTo>
                <a:lnTo>
                  <a:pt x="254311" y="12005"/>
                </a:lnTo>
                <a:lnTo>
                  <a:pt x="254355" y="12065"/>
                </a:lnTo>
                <a:lnTo>
                  <a:pt x="254399" y="12127"/>
                </a:lnTo>
                <a:lnTo>
                  <a:pt x="254442" y="12189"/>
                </a:lnTo>
                <a:lnTo>
                  <a:pt x="254483" y="12252"/>
                </a:lnTo>
                <a:lnTo>
                  <a:pt x="254524" y="12317"/>
                </a:lnTo>
                <a:lnTo>
                  <a:pt x="254564" y="12383"/>
                </a:lnTo>
                <a:lnTo>
                  <a:pt x="254602" y="12450"/>
                </a:lnTo>
                <a:lnTo>
                  <a:pt x="254640" y="12518"/>
                </a:lnTo>
                <a:lnTo>
                  <a:pt x="254677" y="12587"/>
                </a:lnTo>
                <a:lnTo>
                  <a:pt x="254712" y="12657"/>
                </a:lnTo>
                <a:lnTo>
                  <a:pt x="254747" y="12728"/>
                </a:lnTo>
                <a:lnTo>
                  <a:pt x="254781" y="12800"/>
                </a:lnTo>
                <a:lnTo>
                  <a:pt x="254814" y="12873"/>
                </a:lnTo>
                <a:lnTo>
                  <a:pt x="254847" y="12946"/>
                </a:lnTo>
                <a:lnTo>
                  <a:pt x="254878" y="13021"/>
                </a:lnTo>
                <a:lnTo>
                  <a:pt x="254908" y="13096"/>
                </a:lnTo>
                <a:lnTo>
                  <a:pt x="254938" y="13173"/>
                </a:lnTo>
                <a:lnTo>
                  <a:pt x="254966" y="13250"/>
                </a:lnTo>
                <a:lnTo>
                  <a:pt x="254994" y="13328"/>
                </a:lnTo>
                <a:lnTo>
                  <a:pt x="255021" y="13407"/>
                </a:lnTo>
                <a:lnTo>
                  <a:pt x="255046" y="13486"/>
                </a:lnTo>
                <a:lnTo>
                  <a:pt x="255071" y="13567"/>
                </a:lnTo>
                <a:lnTo>
                  <a:pt x="255096" y="13648"/>
                </a:lnTo>
                <a:lnTo>
                  <a:pt x="255119" y="13731"/>
                </a:lnTo>
                <a:lnTo>
                  <a:pt x="255141" y="13814"/>
                </a:lnTo>
                <a:lnTo>
                  <a:pt x="255162" y="13898"/>
                </a:lnTo>
                <a:lnTo>
                  <a:pt x="255183" y="13983"/>
                </a:lnTo>
                <a:lnTo>
                  <a:pt x="255202" y="14069"/>
                </a:lnTo>
                <a:lnTo>
                  <a:pt x="255221" y="14156"/>
                </a:lnTo>
                <a:lnTo>
                  <a:pt x="255239" y="14243"/>
                </a:lnTo>
                <a:lnTo>
                  <a:pt x="255256" y="14332"/>
                </a:lnTo>
                <a:lnTo>
                  <a:pt x="255272" y="14421"/>
                </a:lnTo>
                <a:lnTo>
                  <a:pt x="255287" y="14511"/>
                </a:lnTo>
                <a:lnTo>
                  <a:pt x="255301" y="14602"/>
                </a:lnTo>
                <a:lnTo>
                  <a:pt x="255315" y="14693"/>
                </a:lnTo>
                <a:lnTo>
                  <a:pt x="255328" y="14784"/>
                </a:lnTo>
                <a:lnTo>
                  <a:pt x="255340" y="14876"/>
                </a:lnTo>
                <a:lnTo>
                  <a:pt x="255352" y="14968"/>
                </a:lnTo>
                <a:lnTo>
                  <a:pt x="255363" y="15060"/>
                </a:lnTo>
                <a:lnTo>
                  <a:pt x="255374" y="15152"/>
                </a:lnTo>
                <a:lnTo>
                  <a:pt x="255384" y="15244"/>
                </a:lnTo>
                <a:lnTo>
                  <a:pt x="255394" y="15337"/>
                </a:lnTo>
                <a:lnTo>
                  <a:pt x="255402" y="15430"/>
                </a:lnTo>
                <a:lnTo>
                  <a:pt x="255411" y="15523"/>
                </a:lnTo>
                <a:lnTo>
                  <a:pt x="255418" y="15616"/>
                </a:lnTo>
                <a:lnTo>
                  <a:pt x="255425" y="15710"/>
                </a:lnTo>
                <a:lnTo>
                  <a:pt x="255432" y="15803"/>
                </a:lnTo>
                <a:lnTo>
                  <a:pt x="255438" y="15897"/>
                </a:lnTo>
                <a:lnTo>
                  <a:pt x="255443" y="15992"/>
                </a:lnTo>
                <a:lnTo>
                  <a:pt x="255447" y="16086"/>
                </a:lnTo>
                <a:lnTo>
                  <a:pt x="255451" y="16181"/>
                </a:lnTo>
                <a:lnTo>
                  <a:pt x="255455" y="16276"/>
                </a:lnTo>
                <a:lnTo>
                  <a:pt x="255457" y="16371"/>
                </a:lnTo>
                <a:lnTo>
                  <a:pt x="255459" y="16466"/>
                </a:lnTo>
                <a:lnTo>
                  <a:pt x="255461" y="16562"/>
                </a:lnTo>
                <a:lnTo>
                  <a:pt x="255462" y="16658"/>
                </a:lnTo>
                <a:lnTo>
                  <a:pt x="255462" y="16754"/>
                </a:lnTo>
                <a:lnTo>
                  <a:pt x="255462" y="16842"/>
                </a:lnTo>
                <a:lnTo>
                  <a:pt x="255461" y="16930"/>
                </a:lnTo>
                <a:lnTo>
                  <a:pt x="255459" y="17017"/>
                </a:lnTo>
                <a:lnTo>
                  <a:pt x="255456" y="17105"/>
                </a:lnTo>
                <a:lnTo>
                  <a:pt x="255453" y="17192"/>
                </a:lnTo>
                <a:lnTo>
                  <a:pt x="255449" y="17280"/>
                </a:lnTo>
                <a:close/>
                <a:moveTo>
                  <a:pt x="292542" y="15627"/>
                </a:moveTo>
                <a:lnTo>
                  <a:pt x="292534" y="15494"/>
                </a:lnTo>
                <a:lnTo>
                  <a:pt x="292526" y="15362"/>
                </a:lnTo>
                <a:lnTo>
                  <a:pt x="292516" y="15230"/>
                </a:lnTo>
                <a:lnTo>
                  <a:pt x="292505" y="15099"/>
                </a:lnTo>
                <a:lnTo>
                  <a:pt x="292493" y="14969"/>
                </a:lnTo>
                <a:lnTo>
                  <a:pt x="292479" y="14839"/>
                </a:lnTo>
                <a:lnTo>
                  <a:pt x="292465" y="14709"/>
                </a:lnTo>
                <a:lnTo>
                  <a:pt x="292449" y="14580"/>
                </a:lnTo>
                <a:lnTo>
                  <a:pt x="292432" y="14452"/>
                </a:lnTo>
                <a:lnTo>
                  <a:pt x="292414" y="14325"/>
                </a:lnTo>
                <a:lnTo>
                  <a:pt x="292395" y="14198"/>
                </a:lnTo>
                <a:lnTo>
                  <a:pt x="292375" y="14071"/>
                </a:lnTo>
                <a:lnTo>
                  <a:pt x="292353" y="13945"/>
                </a:lnTo>
                <a:lnTo>
                  <a:pt x="292331" y="13820"/>
                </a:lnTo>
                <a:lnTo>
                  <a:pt x="292307" y="13695"/>
                </a:lnTo>
                <a:lnTo>
                  <a:pt x="292282" y="13571"/>
                </a:lnTo>
                <a:lnTo>
                  <a:pt x="292256" y="13448"/>
                </a:lnTo>
                <a:lnTo>
                  <a:pt x="292229" y="13325"/>
                </a:lnTo>
                <a:lnTo>
                  <a:pt x="292200" y="13203"/>
                </a:lnTo>
                <a:lnTo>
                  <a:pt x="292170" y="13082"/>
                </a:lnTo>
                <a:lnTo>
                  <a:pt x="292139" y="12963"/>
                </a:lnTo>
                <a:lnTo>
                  <a:pt x="292106" y="12845"/>
                </a:lnTo>
                <a:lnTo>
                  <a:pt x="292072" y="12728"/>
                </a:lnTo>
                <a:lnTo>
                  <a:pt x="292037" y="12612"/>
                </a:lnTo>
                <a:lnTo>
                  <a:pt x="292000" y="12498"/>
                </a:lnTo>
                <a:lnTo>
                  <a:pt x="291962" y="12385"/>
                </a:lnTo>
                <a:lnTo>
                  <a:pt x="291923" y="12274"/>
                </a:lnTo>
                <a:lnTo>
                  <a:pt x="291882" y="12163"/>
                </a:lnTo>
                <a:lnTo>
                  <a:pt x="291840" y="12054"/>
                </a:lnTo>
                <a:lnTo>
                  <a:pt x="291796" y="11947"/>
                </a:lnTo>
                <a:lnTo>
                  <a:pt x="291751" y="11840"/>
                </a:lnTo>
                <a:lnTo>
                  <a:pt x="291705" y="11735"/>
                </a:lnTo>
                <a:lnTo>
                  <a:pt x="291657" y="11632"/>
                </a:lnTo>
                <a:lnTo>
                  <a:pt x="291608" y="11529"/>
                </a:lnTo>
                <a:lnTo>
                  <a:pt x="291558" y="11428"/>
                </a:lnTo>
                <a:lnTo>
                  <a:pt x="291506" y="11328"/>
                </a:lnTo>
                <a:lnTo>
                  <a:pt x="291453" y="11230"/>
                </a:lnTo>
                <a:lnTo>
                  <a:pt x="291399" y="11133"/>
                </a:lnTo>
                <a:lnTo>
                  <a:pt x="291343" y="11037"/>
                </a:lnTo>
                <a:lnTo>
                  <a:pt x="291286" y="10942"/>
                </a:lnTo>
                <a:lnTo>
                  <a:pt x="291227" y="10849"/>
                </a:lnTo>
                <a:lnTo>
                  <a:pt x="291167" y="10757"/>
                </a:lnTo>
                <a:lnTo>
                  <a:pt x="291106" y="10666"/>
                </a:lnTo>
                <a:lnTo>
                  <a:pt x="291043" y="10577"/>
                </a:lnTo>
                <a:lnTo>
                  <a:pt x="290979" y="10490"/>
                </a:lnTo>
                <a:lnTo>
                  <a:pt x="290913" y="10404"/>
                </a:lnTo>
                <a:lnTo>
                  <a:pt x="290846" y="10320"/>
                </a:lnTo>
                <a:lnTo>
                  <a:pt x="290777" y="10237"/>
                </a:lnTo>
                <a:lnTo>
                  <a:pt x="290706" y="10155"/>
                </a:lnTo>
                <a:lnTo>
                  <a:pt x="290634" y="10076"/>
                </a:lnTo>
                <a:lnTo>
                  <a:pt x="290561" y="9997"/>
                </a:lnTo>
                <a:lnTo>
                  <a:pt x="290486" y="9921"/>
                </a:lnTo>
                <a:lnTo>
                  <a:pt x="290410" y="9846"/>
                </a:lnTo>
                <a:lnTo>
                  <a:pt x="290332" y="9772"/>
                </a:lnTo>
                <a:lnTo>
                  <a:pt x="290252" y="9700"/>
                </a:lnTo>
                <a:lnTo>
                  <a:pt x="290171" y="9629"/>
                </a:lnTo>
                <a:lnTo>
                  <a:pt x="290089" y="9561"/>
                </a:lnTo>
                <a:lnTo>
                  <a:pt x="290005" y="9493"/>
                </a:lnTo>
                <a:lnTo>
                  <a:pt x="289919" y="9427"/>
                </a:lnTo>
                <a:lnTo>
                  <a:pt x="289832" y="9363"/>
                </a:lnTo>
                <a:lnTo>
                  <a:pt x="289744" y="9300"/>
                </a:lnTo>
                <a:lnTo>
                  <a:pt x="289654" y="9239"/>
                </a:lnTo>
                <a:lnTo>
                  <a:pt x="289562" y="9179"/>
                </a:lnTo>
                <a:lnTo>
                  <a:pt x="289469" y="9121"/>
                </a:lnTo>
                <a:lnTo>
                  <a:pt x="289375" y="9064"/>
                </a:lnTo>
                <a:lnTo>
                  <a:pt x="289279" y="9009"/>
                </a:lnTo>
                <a:lnTo>
                  <a:pt x="289181" y="8956"/>
                </a:lnTo>
                <a:lnTo>
                  <a:pt x="289082" y="8905"/>
                </a:lnTo>
                <a:lnTo>
                  <a:pt x="288981" y="8856"/>
                </a:lnTo>
                <a:lnTo>
                  <a:pt x="288878" y="8809"/>
                </a:lnTo>
                <a:lnTo>
                  <a:pt x="288774" y="8765"/>
                </a:lnTo>
                <a:lnTo>
                  <a:pt x="288668" y="8723"/>
                </a:lnTo>
                <a:lnTo>
                  <a:pt x="288561" y="8684"/>
                </a:lnTo>
                <a:lnTo>
                  <a:pt x="288452" y="8646"/>
                </a:lnTo>
                <a:lnTo>
                  <a:pt x="288341" y="8611"/>
                </a:lnTo>
                <a:lnTo>
                  <a:pt x="288228" y="8578"/>
                </a:lnTo>
                <a:lnTo>
                  <a:pt x="288114" y="8548"/>
                </a:lnTo>
                <a:lnTo>
                  <a:pt x="287998" y="8519"/>
                </a:lnTo>
                <a:lnTo>
                  <a:pt x="287881" y="8493"/>
                </a:lnTo>
                <a:lnTo>
                  <a:pt x="287762" y="8469"/>
                </a:lnTo>
                <a:lnTo>
                  <a:pt x="287641" y="8448"/>
                </a:lnTo>
                <a:lnTo>
                  <a:pt x="287518" y="8429"/>
                </a:lnTo>
                <a:lnTo>
                  <a:pt x="287394" y="8412"/>
                </a:lnTo>
                <a:lnTo>
                  <a:pt x="287269" y="8397"/>
                </a:lnTo>
                <a:lnTo>
                  <a:pt x="287141" y="8384"/>
                </a:lnTo>
                <a:lnTo>
                  <a:pt x="287012" y="8374"/>
                </a:lnTo>
                <a:lnTo>
                  <a:pt x="286882" y="8366"/>
                </a:lnTo>
                <a:lnTo>
                  <a:pt x="286749" y="8361"/>
                </a:lnTo>
                <a:lnTo>
                  <a:pt x="286615" y="8357"/>
                </a:lnTo>
                <a:lnTo>
                  <a:pt x="286480" y="8356"/>
                </a:lnTo>
                <a:lnTo>
                  <a:pt x="286424" y="8356"/>
                </a:lnTo>
                <a:lnTo>
                  <a:pt x="286369" y="8357"/>
                </a:lnTo>
                <a:lnTo>
                  <a:pt x="286313" y="8358"/>
                </a:lnTo>
                <a:lnTo>
                  <a:pt x="286259" y="8360"/>
                </a:lnTo>
                <a:lnTo>
                  <a:pt x="286204" y="8362"/>
                </a:lnTo>
                <a:lnTo>
                  <a:pt x="286149" y="8364"/>
                </a:lnTo>
                <a:lnTo>
                  <a:pt x="286095" y="8368"/>
                </a:lnTo>
                <a:lnTo>
                  <a:pt x="286041" y="8371"/>
                </a:lnTo>
                <a:lnTo>
                  <a:pt x="285988" y="8375"/>
                </a:lnTo>
                <a:lnTo>
                  <a:pt x="285934" y="8379"/>
                </a:lnTo>
                <a:lnTo>
                  <a:pt x="285881" y="8384"/>
                </a:lnTo>
                <a:lnTo>
                  <a:pt x="285828" y="8390"/>
                </a:lnTo>
                <a:lnTo>
                  <a:pt x="285775" y="8395"/>
                </a:lnTo>
                <a:lnTo>
                  <a:pt x="285722" y="8402"/>
                </a:lnTo>
                <a:lnTo>
                  <a:pt x="285670" y="8409"/>
                </a:lnTo>
                <a:lnTo>
                  <a:pt x="285618" y="8416"/>
                </a:lnTo>
                <a:lnTo>
                  <a:pt x="285566" y="8423"/>
                </a:lnTo>
                <a:lnTo>
                  <a:pt x="285514" y="8432"/>
                </a:lnTo>
                <a:lnTo>
                  <a:pt x="285463" y="8440"/>
                </a:lnTo>
                <a:lnTo>
                  <a:pt x="285412" y="8449"/>
                </a:lnTo>
                <a:lnTo>
                  <a:pt x="285361" y="8459"/>
                </a:lnTo>
                <a:lnTo>
                  <a:pt x="285310" y="8469"/>
                </a:lnTo>
                <a:lnTo>
                  <a:pt x="285260" y="8479"/>
                </a:lnTo>
                <a:lnTo>
                  <a:pt x="285209" y="8490"/>
                </a:lnTo>
                <a:lnTo>
                  <a:pt x="285159" y="8502"/>
                </a:lnTo>
                <a:lnTo>
                  <a:pt x="285109" y="8514"/>
                </a:lnTo>
                <a:lnTo>
                  <a:pt x="285059" y="8526"/>
                </a:lnTo>
                <a:lnTo>
                  <a:pt x="285009" y="8539"/>
                </a:lnTo>
                <a:lnTo>
                  <a:pt x="284959" y="8553"/>
                </a:lnTo>
                <a:lnTo>
                  <a:pt x="284909" y="8567"/>
                </a:lnTo>
                <a:lnTo>
                  <a:pt x="284858" y="8582"/>
                </a:lnTo>
                <a:lnTo>
                  <a:pt x="284808" y="8597"/>
                </a:lnTo>
                <a:lnTo>
                  <a:pt x="284758" y="8613"/>
                </a:lnTo>
                <a:lnTo>
                  <a:pt x="284708" y="8629"/>
                </a:lnTo>
                <a:lnTo>
                  <a:pt x="284658" y="8646"/>
                </a:lnTo>
                <a:lnTo>
                  <a:pt x="284608" y="8664"/>
                </a:lnTo>
                <a:lnTo>
                  <a:pt x="284558" y="8682"/>
                </a:lnTo>
                <a:lnTo>
                  <a:pt x="284507" y="8701"/>
                </a:lnTo>
                <a:lnTo>
                  <a:pt x="284457" y="8720"/>
                </a:lnTo>
                <a:lnTo>
                  <a:pt x="284407" y="8739"/>
                </a:lnTo>
                <a:lnTo>
                  <a:pt x="284357" y="8760"/>
                </a:lnTo>
                <a:lnTo>
                  <a:pt x="284307" y="8780"/>
                </a:lnTo>
                <a:lnTo>
                  <a:pt x="284257" y="8802"/>
                </a:lnTo>
                <a:lnTo>
                  <a:pt x="284207" y="8824"/>
                </a:lnTo>
                <a:lnTo>
                  <a:pt x="284157" y="8846"/>
                </a:lnTo>
                <a:lnTo>
                  <a:pt x="284106" y="8869"/>
                </a:lnTo>
                <a:lnTo>
                  <a:pt x="284056" y="8893"/>
                </a:lnTo>
                <a:lnTo>
                  <a:pt x="284006" y="8917"/>
                </a:lnTo>
                <a:lnTo>
                  <a:pt x="283956" y="8942"/>
                </a:lnTo>
                <a:lnTo>
                  <a:pt x="283906" y="8967"/>
                </a:lnTo>
                <a:lnTo>
                  <a:pt x="283855" y="8993"/>
                </a:lnTo>
                <a:lnTo>
                  <a:pt x="283805" y="9019"/>
                </a:lnTo>
                <a:lnTo>
                  <a:pt x="283754" y="9047"/>
                </a:lnTo>
                <a:lnTo>
                  <a:pt x="283704" y="9074"/>
                </a:lnTo>
                <a:lnTo>
                  <a:pt x="283653" y="9103"/>
                </a:lnTo>
                <a:lnTo>
                  <a:pt x="283602" y="9132"/>
                </a:lnTo>
                <a:lnTo>
                  <a:pt x="283551" y="9161"/>
                </a:lnTo>
                <a:lnTo>
                  <a:pt x="283500" y="9191"/>
                </a:lnTo>
                <a:lnTo>
                  <a:pt x="283449" y="9222"/>
                </a:lnTo>
                <a:lnTo>
                  <a:pt x="283398" y="9253"/>
                </a:lnTo>
                <a:lnTo>
                  <a:pt x="283347" y="9285"/>
                </a:lnTo>
                <a:lnTo>
                  <a:pt x="283296" y="9318"/>
                </a:lnTo>
                <a:lnTo>
                  <a:pt x="283244" y="9351"/>
                </a:lnTo>
                <a:lnTo>
                  <a:pt x="283193" y="9385"/>
                </a:lnTo>
                <a:lnTo>
                  <a:pt x="283141" y="9420"/>
                </a:lnTo>
                <a:lnTo>
                  <a:pt x="283090" y="9455"/>
                </a:lnTo>
                <a:lnTo>
                  <a:pt x="283038" y="9490"/>
                </a:lnTo>
                <a:lnTo>
                  <a:pt x="282986" y="9527"/>
                </a:lnTo>
                <a:lnTo>
                  <a:pt x="282934" y="9564"/>
                </a:lnTo>
                <a:lnTo>
                  <a:pt x="282882" y="9601"/>
                </a:lnTo>
                <a:lnTo>
                  <a:pt x="282830" y="9639"/>
                </a:lnTo>
                <a:lnTo>
                  <a:pt x="282778" y="9678"/>
                </a:lnTo>
                <a:lnTo>
                  <a:pt x="282725" y="9717"/>
                </a:lnTo>
                <a:lnTo>
                  <a:pt x="282673" y="9758"/>
                </a:lnTo>
                <a:lnTo>
                  <a:pt x="282620" y="9798"/>
                </a:lnTo>
                <a:lnTo>
                  <a:pt x="282568" y="9840"/>
                </a:lnTo>
                <a:lnTo>
                  <a:pt x="282515" y="9883"/>
                </a:lnTo>
                <a:lnTo>
                  <a:pt x="282462" y="9926"/>
                </a:lnTo>
                <a:lnTo>
                  <a:pt x="282409" y="9970"/>
                </a:lnTo>
                <a:lnTo>
                  <a:pt x="282355" y="10014"/>
                </a:lnTo>
                <a:lnTo>
                  <a:pt x="282302" y="10060"/>
                </a:lnTo>
                <a:lnTo>
                  <a:pt x="282248" y="10106"/>
                </a:lnTo>
                <a:lnTo>
                  <a:pt x="282194" y="10153"/>
                </a:lnTo>
                <a:lnTo>
                  <a:pt x="282141" y="10201"/>
                </a:lnTo>
                <a:lnTo>
                  <a:pt x="282087" y="10249"/>
                </a:lnTo>
                <a:lnTo>
                  <a:pt x="282032" y="10298"/>
                </a:lnTo>
                <a:lnTo>
                  <a:pt x="281978" y="10348"/>
                </a:lnTo>
                <a:lnTo>
                  <a:pt x="281924" y="10399"/>
                </a:lnTo>
                <a:lnTo>
                  <a:pt x="281869" y="10451"/>
                </a:lnTo>
                <a:lnTo>
                  <a:pt x="281814" y="10503"/>
                </a:lnTo>
                <a:lnTo>
                  <a:pt x="281759" y="10556"/>
                </a:lnTo>
                <a:lnTo>
                  <a:pt x="281704" y="10610"/>
                </a:lnTo>
                <a:lnTo>
                  <a:pt x="281649" y="10664"/>
                </a:lnTo>
                <a:lnTo>
                  <a:pt x="281594" y="10719"/>
                </a:lnTo>
                <a:lnTo>
                  <a:pt x="281538" y="10775"/>
                </a:lnTo>
                <a:lnTo>
                  <a:pt x="281483" y="10832"/>
                </a:lnTo>
                <a:lnTo>
                  <a:pt x="281483" y="1806"/>
                </a:lnTo>
                <a:lnTo>
                  <a:pt x="281482" y="1795"/>
                </a:lnTo>
                <a:lnTo>
                  <a:pt x="281482" y="1784"/>
                </a:lnTo>
                <a:lnTo>
                  <a:pt x="281482" y="1773"/>
                </a:lnTo>
                <a:lnTo>
                  <a:pt x="281481" y="1762"/>
                </a:lnTo>
                <a:lnTo>
                  <a:pt x="281480" y="1752"/>
                </a:lnTo>
                <a:lnTo>
                  <a:pt x="281478" y="1741"/>
                </a:lnTo>
                <a:lnTo>
                  <a:pt x="281477" y="1731"/>
                </a:lnTo>
                <a:lnTo>
                  <a:pt x="281475" y="1721"/>
                </a:lnTo>
                <a:lnTo>
                  <a:pt x="281473" y="1710"/>
                </a:lnTo>
                <a:lnTo>
                  <a:pt x="281471" y="1700"/>
                </a:lnTo>
                <a:lnTo>
                  <a:pt x="281469" y="1690"/>
                </a:lnTo>
                <a:lnTo>
                  <a:pt x="281466" y="1681"/>
                </a:lnTo>
                <a:lnTo>
                  <a:pt x="281463" y="1671"/>
                </a:lnTo>
                <a:lnTo>
                  <a:pt x="281460" y="1661"/>
                </a:lnTo>
                <a:lnTo>
                  <a:pt x="281456" y="1652"/>
                </a:lnTo>
                <a:lnTo>
                  <a:pt x="281453" y="1643"/>
                </a:lnTo>
                <a:lnTo>
                  <a:pt x="281449" y="1633"/>
                </a:lnTo>
                <a:lnTo>
                  <a:pt x="281445" y="1624"/>
                </a:lnTo>
                <a:lnTo>
                  <a:pt x="281441" y="1615"/>
                </a:lnTo>
                <a:lnTo>
                  <a:pt x="281436" y="1606"/>
                </a:lnTo>
                <a:lnTo>
                  <a:pt x="281431" y="1598"/>
                </a:lnTo>
                <a:lnTo>
                  <a:pt x="281426" y="1589"/>
                </a:lnTo>
                <a:lnTo>
                  <a:pt x="281421" y="1580"/>
                </a:lnTo>
                <a:lnTo>
                  <a:pt x="281416" y="1572"/>
                </a:lnTo>
                <a:lnTo>
                  <a:pt x="281410" y="1564"/>
                </a:lnTo>
                <a:lnTo>
                  <a:pt x="281404" y="1555"/>
                </a:lnTo>
                <a:lnTo>
                  <a:pt x="281398" y="1547"/>
                </a:lnTo>
                <a:lnTo>
                  <a:pt x="281391" y="1539"/>
                </a:lnTo>
                <a:lnTo>
                  <a:pt x="281384" y="1531"/>
                </a:lnTo>
                <a:lnTo>
                  <a:pt x="281377" y="1524"/>
                </a:lnTo>
                <a:lnTo>
                  <a:pt x="281370" y="1516"/>
                </a:lnTo>
                <a:lnTo>
                  <a:pt x="281362" y="1509"/>
                </a:lnTo>
                <a:lnTo>
                  <a:pt x="281354" y="1501"/>
                </a:lnTo>
                <a:lnTo>
                  <a:pt x="281345" y="1494"/>
                </a:lnTo>
                <a:lnTo>
                  <a:pt x="281337" y="1487"/>
                </a:lnTo>
                <a:lnTo>
                  <a:pt x="281328" y="1480"/>
                </a:lnTo>
                <a:lnTo>
                  <a:pt x="281319" y="1473"/>
                </a:lnTo>
                <a:lnTo>
                  <a:pt x="281309" y="1466"/>
                </a:lnTo>
                <a:lnTo>
                  <a:pt x="281300" y="1459"/>
                </a:lnTo>
                <a:lnTo>
                  <a:pt x="281289" y="1453"/>
                </a:lnTo>
                <a:lnTo>
                  <a:pt x="281279" y="1446"/>
                </a:lnTo>
                <a:lnTo>
                  <a:pt x="281268" y="1440"/>
                </a:lnTo>
                <a:lnTo>
                  <a:pt x="281257" y="1434"/>
                </a:lnTo>
                <a:lnTo>
                  <a:pt x="281246" y="1428"/>
                </a:lnTo>
                <a:lnTo>
                  <a:pt x="281235" y="1422"/>
                </a:lnTo>
                <a:lnTo>
                  <a:pt x="281223" y="1416"/>
                </a:lnTo>
                <a:lnTo>
                  <a:pt x="281211" y="1410"/>
                </a:lnTo>
                <a:lnTo>
                  <a:pt x="281198" y="1404"/>
                </a:lnTo>
                <a:lnTo>
                  <a:pt x="281186" y="1399"/>
                </a:lnTo>
                <a:lnTo>
                  <a:pt x="281173" y="1393"/>
                </a:lnTo>
                <a:lnTo>
                  <a:pt x="281159" y="1388"/>
                </a:lnTo>
                <a:lnTo>
                  <a:pt x="281145" y="1383"/>
                </a:lnTo>
                <a:lnTo>
                  <a:pt x="281131" y="1378"/>
                </a:lnTo>
                <a:lnTo>
                  <a:pt x="281116" y="1373"/>
                </a:lnTo>
                <a:lnTo>
                  <a:pt x="281101" y="1368"/>
                </a:lnTo>
                <a:lnTo>
                  <a:pt x="281085" y="1363"/>
                </a:lnTo>
                <a:lnTo>
                  <a:pt x="281069" y="1359"/>
                </a:lnTo>
                <a:lnTo>
                  <a:pt x="281053" y="1354"/>
                </a:lnTo>
                <a:lnTo>
                  <a:pt x="281036" y="1350"/>
                </a:lnTo>
                <a:lnTo>
                  <a:pt x="281019" y="1345"/>
                </a:lnTo>
                <a:lnTo>
                  <a:pt x="281001" y="1341"/>
                </a:lnTo>
                <a:lnTo>
                  <a:pt x="280983" y="1337"/>
                </a:lnTo>
                <a:lnTo>
                  <a:pt x="280965" y="1333"/>
                </a:lnTo>
                <a:lnTo>
                  <a:pt x="280946" y="1330"/>
                </a:lnTo>
                <a:lnTo>
                  <a:pt x="280927" y="1326"/>
                </a:lnTo>
                <a:lnTo>
                  <a:pt x="280907" y="1322"/>
                </a:lnTo>
                <a:lnTo>
                  <a:pt x="280887" y="1319"/>
                </a:lnTo>
                <a:lnTo>
                  <a:pt x="280867" y="1316"/>
                </a:lnTo>
                <a:lnTo>
                  <a:pt x="280846" y="1312"/>
                </a:lnTo>
                <a:lnTo>
                  <a:pt x="280824" y="1309"/>
                </a:lnTo>
                <a:lnTo>
                  <a:pt x="280803" y="1306"/>
                </a:lnTo>
                <a:lnTo>
                  <a:pt x="280781" y="1304"/>
                </a:lnTo>
                <a:lnTo>
                  <a:pt x="280758" y="1301"/>
                </a:lnTo>
                <a:lnTo>
                  <a:pt x="280735" y="1298"/>
                </a:lnTo>
                <a:lnTo>
                  <a:pt x="280711" y="1296"/>
                </a:lnTo>
                <a:lnTo>
                  <a:pt x="280687" y="1293"/>
                </a:lnTo>
                <a:lnTo>
                  <a:pt x="280663" y="1291"/>
                </a:lnTo>
                <a:lnTo>
                  <a:pt x="280638" y="1289"/>
                </a:lnTo>
                <a:lnTo>
                  <a:pt x="280612" y="1287"/>
                </a:lnTo>
                <a:lnTo>
                  <a:pt x="280586" y="1285"/>
                </a:lnTo>
                <a:lnTo>
                  <a:pt x="280559" y="1283"/>
                </a:lnTo>
                <a:lnTo>
                  <a:pt x="280532" y="1282"/>
                </a:lnTo>
                <a:lnTo>
                  <a:pt x="280504" y="1280"/>
                </a:lnTo>
                <a:lnTo>
                  <a:pt x="280476" y="1278"/>
                </a:lnTo>
                <a:lnTo>
                  <a:pt x="280447" y="1277"/>
                </a:lnTo>
                <a:lnTo>
                  <a:pt x="280417" y="1276"/>
                </a:lnTo>
                <a:lnTo>
                  <a:pt x="280388" y="1275"/>
                </a:lnTo>
                <a:lnTo>
                  <a:pt x="280357" y="1274"/>
                </a:lnTo>
                <a:lnTo>
                  <a:pt x="280326" y="1273"/>
                </a:lnTo>
                <a:lnTo>
                  <a:pt x="280295" y="1272"/>
                </a:lnTo>
                <a:lnTo>
                  <a:pt x="280263" y="1272"/>
                </a:lnTo>
                <a:lnTo>
                  <a:pt x="280231" y="1271"/>
                </a:lnTo>
                <a:lnTo>
                  <a:pt x="280198" y="1271"/>
                </a:lnTo>
                <a:lnTo>
                  <a:pt x="280164" y="1270"/>
                </a:lnTo>
                <a:lnTo>
                  <a:pt x="280130" y="1270"/>
                </a:lnTo>
                <a:lnTo>
                  <a:pt x="280095" y="1270"/>
                </a:lnTo>
                <a:lnTo>
                  <a:pt x="280062" y="1270"/>
                </a:lnTo>
                <a:lnTo>
                  <a:pt x="280030" y="1270"/>
                </a:lnTo>
                <a:lnTo>
                  <a:pt x="279997" y="1271"/>
                </a:lnTo>
                <a:lnTo>
                  <a:pt x="279965" y="1271"/>
                </a:lnTo>
                <a:lnTo>
                  <a:pt x="279934" y="1272"/>
                </a:lnTo>
                <a:lnTo>
                  <a:pt x="279903" y="1272"/>
                </a:lnTo>
                <a:lnTo>
                  <a:pt x="279873" y="1273"/>
                </a:lnTo>
                <a:lnTo>
                  <a:pt x="279843" y="1274"/>
                </a:lnTo>
                <a:lnTo>
                  <a:pt x="279813" y="1275"/>
                </a:lnTo>
                <a:lnTo>
                  <a:pt x="279784" y="1276"/>
                </a:lnTo>
                <a:lnTo>
                  <a:pt x="279756" y="1277"/>
                </a:lnTo>
                <a:lnTo>
                  <a:pt x="279728" y="1278"/>
                </a:lnTo>
                <a:lnTo>
                  <a:pt x="279700" y="1280"/>
                </a:lnTo>
                <a:lnTo>
                  <a:pt x="279673" y="1282"/>
                </a:lnTo>
                <a:lnTo>
                  <a:pt x="279646" y="1283"/>
                </a:lnTo>
                <a:lnTo>
                  <a:pt x="279620" y="1285"/>
                </a:lnTo>
                <a:lnTo>
                  <a:pt x="279594" y="1287"/>
                </a:lnTo>
                <a:lnTo>
                  <a:pt x="279569" y="1289"/>
                </a:lnTo>
                <a:lnTo>
                  <a:pt x="279544" y="1291"/>
                </a:lnTo>
                <a:lnTo>
                  <a:pt x="279520" y="1293"/>
                </a:lnTo>
                <a:lnTo>
                  <a:pt x="279496" y="1296"/>
                </a:lnTo>
                <a:lnTo>
                  <a:pt x="279472" y="1298"/>
                </a:lnTo>
                <a:lnTo>
                  <a:pt x="279449" y="1301"/>
                </a:lnTo>
                <a:lnTo>
                  <a:pt x="279427" y="1304"/>
                </a:lnTo>
                <a:lnTo>
                  <a:pt x="279405" y="1306"/>
                </a:lnTo>
                <a:lnTo>
                  <a:pt x="279383" y="1309"/>
                </a:lnTo>
                <a:lnTo>
                  <a:pt x="279362" y="1312"/>
                </a:lnTo>
                <a:lnTo>
                  <a:pt x="279341" y="1316"/>
                </a:lnTo>
                <a:lnTo>
                  <a:pt x="279320" y="1319"/>
                </a:lnTo>
                <a:lnTo>
                  <a:pt x="279300" y="1322"/>
                </a:lnTo>
                <a:lnTo>
                  <a:pt x="279280" y="1326"/>
                </a:lnTo>
                <a:lnTo>
                  <a:pt x="279261" y="1330"/>
                </a:lnTo>
                <a:lnTo>
                  <a:pt x="279242" y="1333"/>
                </a:lnTo>
                <a:lnTo>
                  <a:pt x="279223" y="1337"/>
                </a:lnTo>
                <a:lnTo>
                  <a:pt x="279205" y="1341"/>
                </a:lnTo>
                <a:lnTo>
                  <a:pt x="279187" y="1345"/>
                </a:lnTo>
                <a:lnTo>
                  <a:pt x="279169" y="1350"/>
                </a:lnTo>
                <a:lnTo>
                  <a:pt x="279152" y="1354"/>
                </a:lnTo>
                <a:lnTo>
                  <a:pt x="279135" y="1358"/>
                </a:lnTo>
                <a:lnTo>
                  <a:pt x="279119" y="1363"/>
                </a:lnTo>
                <a:lnTo>
                  <a:pt x="279103" y="1368"/>
                </a:lnTo>
                <a:lnTo>
                  <a:pt x="279087" y="1372"/>
                </a:lnTo>
                <a:lnTo>
                  <a:pt x="279072" y="1377"/>
                </a:lnTo>
                <a:lnTo>
                  <a:pt x="279057" y="1382"/>
                </a:lnTo>
                <a:lnTo>
                  <a:pt x="279042" y="1388"/>
                </a:lnTo>
                <a:lnTo>
                  <a:pt x="279028" y="1393"/>
                </a:lnTo>
                <a:lnTo>
                  <a:pt x="279014" y="1398"/>
                </a:lnTo>
                <a:lnTo>
                  <a:pt x="279001" y="1404"/>
                </a:lnTo>
                <a:lnTo>
                  <a:pt x="278988" y="1409"/>
                </a:lnTo>
                <a:lnTo>
                  <a:pt x="278975" y="1415"/>
                </a:lnTo>
                <a:lnTo>
                  <a:pt x="278963" y="1421"/>
                </a:lnTo>
                <a:lnTo>
                  <a:pt x="278951" y="1427"/>
                </a:lnTo>
                <a:lnTo>
                  <a:pt x="278939" y="1433"/>
                </a:lnTo>
                <a:lnTo>
                  <a:pt x="278928" y="1439"/>
                </a:lnTo>
                <a:lnTo>
                  <a:pt x="278917" y="1446"/>
                </a:lnTo>
                <a:lnTo>
                  <a:pt x="278906" y="1452"/>
                </a:lnTo>
                <a:lnTo>
                  <a:pt x="278896" y="1459"/>
                </a:lnTo>
                <a:lnTo>
                  <a:pt x="278886" y="1465"/>
                </a:lnTo>
                <a:lnTo>
                  <a:pt x="278876" y="1472"/>
                </a:lnTo>
                <a:lnTo>
                  <a:pt x="278867" y="1479"/>
                </a:lnTo>
                <a:lnTo>
                  <a:pt x="278858" y="1486"/>
                </a:lnTo>
                <a:lnTo>
                  <a:pt x="278850" y="1493"/>
                </a:lnTo>
                <a:lnTo>
                  <a:pt x="278842" y="1501"/>
                </a:lnTo>
                <a:lnTo>
                  <a:pt x="278834" y="1508"/>
                </a:lnTo>
                <a:lnTo>
                  <a:pt x="278826" y="1516"/>
                </a:lnTo>
                <a:lnTo>
                  <a:pt x="278819" y="1523"/>
                </a:lnTo>
                <a:lnTo>
                  <a:pt x="278812" y="1531"/>
                </a:lnTo>
                <a:lnTo>
                  <a:pt x="278806" y="1539"/>
                </a:lnTo>
                <a:lnTo>
                  <a:pt x="278800" y="1547"/>
                </a:lnTo>
                <a:lnTo>
                  <a:pt x="278794" y="1555"/>
                </a:lnTo>
                <a:lnTo>
                  <a:pt x="278789" y="1563"/>
                </a:lnTo>
                <a:lnTo>
                  <a:pt x="278784" y="1571"/>
                </a:lnTo>
                <a:lnTo>
                  <a:pt x="278779" y="1580"/>
                </a:lnTo>
                <a:lnTo>
                  <a:pt x="278774" y="1588"/>
                </a:lnTo>
                <a:lnTo>
                  <a:pt x="278770" y="1597"/>
                </a:lnTo>
                <a:lnTo>
                  <a:pt x="278766" y="1606"/>
                </a:lnTo>
                <a:lnTo>
                  <a:pt x="278762" y="1615"/>
                </a:lnTo>
                <a:lnTo>
                  <a:pt x="278758" y="1624"/>
                </a:lnTo>
                <a:lnTo>
                  <a:pt x="278754" y="1633"/>
                </a:lnTo>
                <a:lnTo>
                  <a:pt x="278751" y="1642"/>
                </a:lnTo>
                <a:lnTo>
                  <a:pt x="278748" y="1651"/>
                </a:lnTo>
                <a:lnTo>
                  <a:pt x="278745" y="1661"/>
                </a:lnTo>
                <a:lnTo>
                  <a:pt x="278742" y="1670"/>
                </a:lnTo>
                <a:lnTo>
                  <a:pt x="278740" y="1680"/>
                </a:lnTo>
                <a:lnTo>
                  <a:pt x="278737" y="1690"/>
                </a:lnTo>
                <a:lnTo>
                  <a:pt x="278735" y="1700"/>
                </a:lnTo>
                <a:lnTo>
                  <a:pt x="278733" y="1710"/>
                </a:lnTo>
                <a:lnTo>
                  <a:pt x="278732" y="1720"/>
                </a:lnTo>
                <a:lnTo>
                  <a:pt x="278730" y="1730"/>
                </a:lnTo>
                <a:lnTo>
                  <a:pt x="278729" y="1741"/>
                </a:lnTo>
                <a:lnTo>
                  <a:pt x="278728" y="1751"/>
                </a:lnTo>
                <a:lnTo>
                  <a:pt x="278727" y="1762"/>
                </a:lnTo>
                <a:lnTo>
                  <a:pt x="278726" y="1773"/>
                </a:lnTo>
                <a:lnTo>
                  <a:pt x="278725" y="1783"/>
                </a:lnTo>
                <a:lnTo>
                  <a:pt x="278725" y="1794"/>
                </a:lnTo>
                <a:lnTo>
                  <a:pt x="278725" y="1805"/>
                </a:lnTo>
                <a:lnTo>
                  <a:pt x="278725" y="24149"/>
                </a:lnTo>
                <a:lnTo>
                  <a:pt x="278725" y="24160"/>
                </a:lnTo>
                <a:lnTo>
                  <a:pt x="278725" y="24171"/>
                </a:lnTo>
                <a:lnTo>
                  <a:pt x="278726" y="24182"/>
                </a:lnTo>
                <a:lnTo>
                  <a:pt x="278726" y="24192"/>
                </a:lnTo>
                <a:lnTo>
                  <a:pt x="278727" y="24203"/>
                </a:lnTo>
                <a:lnTo>
                  <a:pt x="278728" y="24213"/>
                </a:lnTo>
                <a:lnTo>
                  <a:pt x="278729" y="24224"/>
                </a:lnTo>
                <a:lnTo>
                  <a:pt x="278731" y="24234"/>
                </a:lnTo>
                <a:lnTo>
                  <a:pt x="278732" y="24244"/>
                </a:lnTo>
                <a:lnTo>
                  <a:pt x="278734" y="24254"/>
                </a:lnTo>
                <a:lnTo>
                  <a:pt x="278736" y="24264"/>
                </a:lnTo>
                <a:lnTo>
                  <a:pt x="278738" y="24274"/>
                </a:lnTo>
                <a:lnTo>
                  <a:pt x="278740" y="24284"/>
                </a:lnTo>
                <a:lnTo>
                  <a:pt x="278742" y="24293"/>
                </a:lnTo>
                <a:lnTo>
                  <a:pt x="278745" y="24303"/>
                </a:lnTo>
                <a:lnTo>
                  <a:pt x="278747" y="24312"/>
                </a:lnTo>
                <a:lnTo>
                  <a:pt x="278750" y="24322"/>
                </a:lnTo>
                <a:lnTo>
                  <a:pt x="278753" y="24331"/>
                </a:lnTo>
                <a:lnTo>
                  <a:pt x="278756" y="24340"/>
                </a:lnTo>
                <a:lnTo>
                  <a:pt x="278760" y="24349"/>
                </a:lnTo>
                <a:lnTo>
                  <a:pt x="278763" y="24357"/>
                </a:lnTo>
                <a:lnTo>
                  <a:pt x="278767" y="24366"/>
                </a:lnTo>
                <a:lnTo>
                  <a:pt x="278771" y="24375"/>
                </a:lnTo>
                <a:lnTo>
                  <a:pt x="278775" y="24383"/>
                </a:lnTo>
                <a:lnTo>
                  <a:pt x="278780" y="24391"/>
                </a:lnTo>
                <a:lnTo>
                  <a:pt x="278784" y="24400"/>
                </a:lnTo>
                <a:lnTo>
                  <a:pt x="278789" y="24408"/>
                </a:lnTo>
                <a:lnTo>
                  <a:pt x="278795" y="24415"/>
                </a:lnTo>
                <a:lnTo>
                  <a:pt x="278800" y="24423"/>
                </a:lnTo>
                <a:lnTo>
                  <a:pt x="278807" y="24431"/>
                </a:lnTo>
                <a:lnTo>
                  <a:pt x="278813" y="24438"/>
                </a:lnTo>
                <a:lnTo>
                  <a:pt x="278820" y="24445"/>
                </a:lnTo>
                <a:lnTo>
                  <a:pt x="278827" y="24452"/>
                </a:lnTo>
                <a:lnTo>
                  <a:pt x="278834" y="24459"/>
                </a:lnTo>
                <a:lnTo>
                  <a:pt x="278842" y="24466"/>
                </a:lnTo>
                <a:lnTo>
                  <a:pt x="278850" y="24473"/>
                </a:lnTo>
                <a:lnTo>
                  <a:pt x="278859" y="24479"/>
                </a:lnTo>
                <a:lnTo>
                  <a:pt x="278868" y="24486"/>
                </a:lnTo>
                <a:lnTo>
                  <a:pt x="278877" y="24492"/>
                </a:lnTo>
                <a:lnTo>
                  <a:pt x="278887" y="24498"/>
                </a:lnTo>
                <a:lnTo>
                  <a:pt x="278897" y="24504"/>
                </a:lnTo>
                <a:lnTo>
                  <a:pt x="278907" y="24510"/>
                </a:lnTo>
                <a:lnTo>
                  <a:pt x="278917" y="24516"/>
                </a:lnTo>
                <a:lnTo>
                  <a:pt x="278928" y="24521"/>
                </a:lnTo>
                <a:lnTo>
                  <a:pt x="278940" y="24527"/>
                </a:lnTo>
                <a:lnTo>
                  <a:pt x="278951" y="24532"/>
                </a:lnTo>
                <a:lnTo>
                  <a:pt x="278963" y="24537"/>
                </a:lnTo>
                <a:lnTo>
                  <a:pt x="278976" y="24542"/>
                </a:lnTo>
                <a:lnTo>
                  <a:pt x="278988" y="24547"/>
                </a:lnTo>
                <a:lnTo>
                  <a:pt x="279001" y="24551"/>
                </a:lnTo>
                <a:lnTo>
                  <a:pt x="279015" y="24556"/>
                </a:lnTo>
                <a:lnTo>
                  <a:pt x="279028" y="24561"/>
                </a:lnTo>
                <a:lnTo>
                  <a:pt x="279042" y="24565"/>
                </a:lnTo>
                <a:lnTo>
                  <a:pt x="279056" y="24570"/>
                </a:lnTo>
                <a:lnTo>
                  <a:pt x="279071" y="24574"/>
                </a:lnTo>
                <a:lnTo>
                  <a:pt x="279085" y="24578"/>
                </a:lnTo>
                <a:lnTo>
                  <a:pt x="279100" y="24582"/>
                </a:lnTo>
                <a:lnTo>
                  <a:pt x="279116" y="24586"/>
                </a:lnTo>
                <a:lnTo>
                  <a:pt x="279131" y="24590"/>
                </a:lnTo>
                <a:lnTo>
                  <a:pt x="279147" y="24594"/>
                </a:lnTo>
                <a:lnTo>
                  <a:pt x="279163" y="24598"/>
                </a:lnTo>
                <a:lnTo>
                  <a:pt x="279180" y="24602"/>
                </a:lnTo>
                <a:lnTo>
                  <a:pt x="279196" y="24605"/>
                </a:lnTo>
                <a:lnTo>
                  <a:pt x="279213" y="24609"/>
                </a:lnTo>
                <a:lnTo>
                  <a:pt x="279231" y="24612"/>
                </a:lnTo>
                <a:lnTo>
                  <a:pt x="279248" y="24616"/>
                </a:lnTo>
                <a:lnTo>
                  <a:pt x="279266" y="24619"/>
                </a:lnTo>
                <a:lnTo>
                  <a:pt x="279284" y="24622"/>
                </a:lnTo>
                <a:lnTo>
                  <a:pt x="279303" y="24625"/>
                </a:lnTo>
                <a:lnTo>
                  <a:pt x="279322" y="24628"/>
                </a:lnTo>
                <a:lnTo>
                  <a:pt x="279341" y="24631"/>
                </a:lnTo>
                <a:lnTo>
                  <a:pt x="279360" y="24634"/>
                </a:lnTo>
                <a:lnTo>
                  <a:pt x="279380" y="24637"/>
                </a:lnTo>
                <a:lnTo>
                  <a:pt x="279400" y="24639"/>
                </a:lnTo>
                <a:lnTo>
                  <a:pt x="279420" y="24642"/>
                </a:lnTo>
                <a:lnTo>
                  <a:pt x="279441" y="24644"/>
                </a:lnTo>
                <a:lnTo>
                  <a:pt x="279462" y="24646"/>
                </a:lnTo>
                <a:lnTo>
                  <a:pt x="279483" y="24648"/>
                </a:lnTo>
                <a:lnTo>
                  <a:pt x="279505" y="24650"/>
                </a:lnTo>
                <a:lnTo>
                  <a:pt x="279527" y="24652"/>
                </a:lnTo>
                <a:lnTo>
                  <a:pt x="279550" y="24654"/>
                </a:lnTo>
                <a:lnTo>
                  <a:pt x="279572" y="24656"/>
                </a:lnTo>
                <a:lnTo>
                  <a:pt x="279596" y="24657"/>
                </a:lnTo>
                <a:lnTo>
                  <a:pt x="279619" y="24659"/>
                </a:lnTo>
                <a:lnTo>
                  <a:pt x="279643" y="24660"/>
                </a:lnTo>
                <a:lnTo>
                  <a:pt x="279667" y="24661"/>
                </a:lnTo>
                <a:lnTo>
                  <a:pt x="279692" y="24663"/>
                </a:lnTo>
                <a:lnTo>
                  <a:pt x="279717" y="24664"/>
                </a:lnTo>
                <a:lnTo>
                  <a:pt x="279742" y="24664"/>
                </a:lnTo>
                <a:lnTo>
                  <a:pt x="279767" y="24665"/>
                </a:lnTo>
                <a:lnTo>
                  <a:pt x="279793" y="24666"/>
                </a:lnTo>
                <a:lnTo>
                  <a:pt x="279820" y="24666"/>
                </a:lnTo>
                <a:lnTo>
                  <a:pt x="279846" y="24667"/>
                </a:lnTo>
                <a:lnTo>
                  <a:pt x="279873" y="24667"/>
                </a:lnTo>
                <a:lnTo>
                  <a:pt x="279901" y="24667"/>
                </a:lnTo>
                <a:lnTo>
                  <a:pt x="279928" y="24667"/>
                </a:lnTo>
                <a:lnTo>
                  <a:pt x="279957" y="24667"/>
                </a:lnTo>
                <a:lnTo>
                  <a:pt x="279986" y="24667"/>
                </a:lnTo>
                <a:lnTo>
                  <a:pt x="280014" y="24667"/>
                </a:lnTo>
                <a:lnTo>
                  <a:pt x="280042" y="24666"/>
                </a:lnTo>
                <a:lnTo>
                  <a:pt x="280069" y="24666"/>
                </a:lnTo>
                <a:lnTo>
                  <a:pt x="280096" y="24665"/>
                </a:lnTo>
                <a:lnTo>
                  <a:pt x="280122" y="24664"/>
                </a:lnTo>
                <a:lnTo>
                  <a:pt x="280148" y="24664"/>
                </a:lnTo>
                <a:lnTo>
                  <a:pt x="280174" y="24663"/>
                </a:lnTo>
                <a:lnTo>
                  <a:pt x="280199" y="24661"/>
                </a:lnTo>
                <a:lnTo>
                  <a:pt x="280224" y="24660"/>
                </a:lnTo>
                <a:lnTo>
                  <a:pt x="280248" y="24659"/>
                </a:lnTo>
                <a:lnTo>
                  <a:pt x="280272" y="24657"/>
                </a:lnTo>
                <a:lnTo>
                  <a:pt x="280295" y="24656"/>
                </a:lnTo>
                <a:lnTo>
                  <a:pt x="280318" y="24654"/>
                </a:lnTo>
                <a:lnTo>
                  <a:pt x="280341" y="24652"/>
                </a:lnTo>
                <a:lnTo>
                  <a:pt x="280363" y="24650"/>
                </a:lnTo>
                <a:lnTo>
                  <a:pt x="280384" y="24648"/>
                </a:lnTo>
                <a:lnTo>
                  <a:pt x="280405" y="24646"/>
                </a:lnTo>
                <a:lnTo>
                  <a:pt x="280426" y="24644"/>
                </a:lnTo>
                <a:lnTo>
                  <a:pt x="280447" y="24642"/>
                </a:lnTo>
                <a:lnTo>
                  <a:pt x="280466" y="24639"/>
                </a:lnTo>
                <a:lnTo>
                  <a:pt x="280486" y="24637"/>
                </a:lnTo>
                <a:lnTo>
                  <a:pt x="280505" y="24634"/>
                </a:lnTo>
                <a:lnTo>
                  <a:pt x="280524" y="24631"/>
                </a:lnTo>
                <a:lnTo>
                  <a:pt x="280542" y="24628"/>
                </a:lnTo>
                <a:lnTo>
                  <a:pt x="280560" y="24625"/>
                </a:lnTo>
                <a:lnTo>
                  <a:pt x="280578" y="24622"/>
                </a:lnTo>
                <a:lnTo>
                  <a:pt x="280596" y="24619"/>
                </a:lnTo>
                <a:lnTo>
                  <a:pt x="280613" y="24616"/>
                </a:lnTo>
                <a:lnTo>
                  <a:pt x="280630" y="24612"/>
                </a:lnTo>
                <a:lnTo>
                  <a:pt x="280647" y="24609"/>
                </a:lnTo>
                <a:lnTo>
                  <a:pt x="280664" y="24606"/>
                </a:lnTo>
                <a:lnTo>
                  <a:pt x="280680" y="24602"/>
                </a:lnTo>
                <a:lnTo>
                  <a:pt x="280696" y="24598"/>
                </a:lnTo>
                <a:lnTo>
                  <a:pt x="280712" y="24595"/>
                </a:lnTo>
                <a:lnTo>
                  <a:pt x="280727" y="24591"/>
                </a:lnTo>
                <a:lnTo>
                  <a:pt x="280743" y="24587"/>
                </a:lnTo>
                <a:lnTo>
                  <a:pt x="280758" y="24583"/>
                </a:lnTo>
                <a:lnTo>
                  <a:pt x="280772" y="24579"/>
                </a:lnTo>
                <a:lnTo>
                  <a:pt x="280787" y="24575"/>
                </a:lnTo>
                <a:lnTo>
                  <a:pt x="280801" y="24570"/>
                </a:lnTo>
                <a:lnTo>
                  <a:pt x="280815" y="24566"/>
                </a:lnTo>
                <a:lnTo>
                  <a:pt x="280829" y="24562"/>
                </a:lnTo>
                <a:lnTo>
                  <a:pt x="280842" y="24557"/>
                </a:lnTo>
                <a:lnTo>
                  <a:pt x="280855" y="24552"/>
                </a:lnTo>
                <a:lnTo>
                  <a:pt x="280868" y="24548"/>
                </a:lnTo>
                <a:lnTo>
                  <a:pt x="280881" y="24543"/>
                </a:lnTo>
                <a:lnTo>
                  <a:pt x="280893" y="24538"/>
                </a:lnTo>
                <a:lnTo>
                  <a:pt x="280905" y="24533"/>
                </a:lnTo>
                <a:lnTo>
                  <a:pt x="280917" y="24528"/>
                </a:lnTo>
                <a:lnTo>
                  <a:pt x="280929" y="24522"/>
                </a:lnTo>
                <a:lnTo>
                  <a:pt x="280940" y="24517"/>
                </a:lnTo>
                <a:lnTo>
                  <a:pt x="280951" y="24511"/>
                </a:lnTo>
                <a:lnTo>
                  <a:pt x="280962" y="24505"/>
                </a:lnTo>
                <a:lnTo>
                  <a:pt x="280972" y="24499"/>
                </a:lnTo>
                <a:lnTo>
                  <a:pt x="280982" y="24493"/>
                </a:lnTo>
                <a:lnTo>
                  <a:pt x="280992" y="24487"/>
                </a:lnTo>
                <a:lnTo>
                  <a:pt x="281001" y="24481"/>
                </a:lnTo>
                <a:lnTo>
                  <a:pt x="281010" y="24474"/>
                </a:lnTo>
                <a:lnTo>
                  <a:pt x="281019" y="24467"/>
                </a:lnTo>
                <a:lnTo>
                  <a:pt x="281028" y="24461"/>
                </a:lnTo>
                <a:lnTo>
                  <a:pt x="281036" y="24454"/>
                </a:lnTo>
                <a:lnTo>
                  <a:pt x="281044" y="24447"/>
                </a:lnTo>
                <a:lnTo>
                  <a:pt x="281052" y="24439"/>
                </a:lnTo>
                <a:lnTo>
                  <a:pt x="281060" y="24432"/>
                </a:lnTo>
                <a:lnTo>
                  <a:pt x="281067" y="24424"/>
                </a:lnTo>
                <a:lnTo>
                  <a:pt x="281074" y="24417"/>
                </a:lnTo>
                <a:lnTo>
                  <a:pt x="281080" y="24409"/>
                </a:lnTo>
                <a:lnTo>
                  <a:pt x="281086" y="24401"/>
                </a:lnTo>
                <a:lnTo>
                  <a:pt x="281092" y="24393"/>
                </a:lnTo>
                <a:lnTo>
                  <a:pt x="281098" y="24385"/>
                </a:lnTo>
                <a:lnTo>
                  <a:pt x="281104" y="24376"/>
                </a:lnTo>
                <a:lnTo>
                  <a:pt x="281109" y="24368"/>
                </a:lnTo>
                <a:lnTo>
                  <a:pt x="281114" y="24359"/>
                </a:lnTo>
                <a:lnTo>
                  <a:pt x="281119" y="24351"/>
                </a:lnTo>
                <a:lnTo>
                  <a:pt x="281123" y="24342"/>
                </a:lnTo>
                <a:lnTo>
                  <a:pt x="281127" y="24333"/>
                </a:lnTo>
                <a:lnTo>
                  <a:pt x="281131" y="24324"/>
                </a:lnTo>
                <a:lnTo>
                  <a:pt x="281135" y="24315"/>
                </a:lnTo>
                <a:lnTo>
                  <a:pt x="281139" y="24305"/>
                </a:lnTo>
                <a:lnTo>
                  <a:pt x="281142" y="24296"/>
                </a:lnTo>
                <a:lnTo>
                  <a:pt x="281145" y="24286"/>
                </a:lnTo>
                <a:lnTo>
                  <a:pt x="281148" y="24277"/>
                </a:lnTo>
                <a:lnTo>
                  <a:pt x="281151" y="24267"/>
                </a:lnTo>
                <a:lnTo>
                  <a:pt x="281153" y="24257"/>
                </a:lnTo>
                <a:lnTo>
                  <a:pt x="281156" y="24247"/>
                </a:lnTo>
                <a:lnTo>
                  <a:pt x="281158" y="24237"/>
                </a:lnTo>
                <a:lnTo>
                  <a:pt x="281159" y="24227"/>
                </a:lnTo>
                <a:lnTo>
                  <a:pt x="281161" y="24217"/>
                </a:lnTo>
                <a:lnTo>
                  <a:pt x="281162" y="24206"/>
                </a:lnTo>
                <a:lnTo>
                  <a:pt x="281163" y="24196"/>
                </a:lnTo>
                <a:lnTo>
                  <a:pt x="281164" y="24185"/>
                </a:lnTo>
                <a:lnTo>
                  <a:pt x="281165" y="24174"/>
                </a:lnTo>
                <a:lnTo>
                  <a:pt x="281165" y="24163"/>
                </a:lnTo>
                <a:lnTo>
                  <a:pt x="281165" y="24152"/>
                </a:lnTo>
                <a:lnTo>
                  <a:pt x="281165" y="22325"/>
                </a:lnTo>
                <a:lnTo>
                  <a:pt x="281219" y="22382"/>
                </a:lnTo>
                <a:lnTo>
                  <a:pt x="281273" y="22438"/>
                </a:lnTo>
                <a:lnTo>
                  <a:pt x="281327" y="22493"/>
                </a:lnTo>
                <a:lnTo>
                  <a:pt x="281380" y="22548"/>
                </a:lnTo>
                <a:lnTo>
                  <a:pt x="281434" y="22602"/>
                </a:lnTo>
                <a:lnTo>
                  <a:pt x="281487" y="22655"/>
                </a:lnTo>
                <a:lnTo>
                  <a:pt x="281540" y="22708"/>
                </a:lnTo>
                <a:lnTo>
                  <a:pt x="281592" y="22760"/>
                </a:lnTo>
                <a:lnTo>
                  <a:pt x="281644" y="22811"/>
                </a:lnTo>
                <a:lnTo>
                  <a:pt x="281697" y="22862"/>
                </a:lnTo>
                <a:lnTo>
                  <a:pt x="281748" y="22911"/>
                </a:lnTo>
                <a:lnTo>
                  <a:pt x="281800" y="22960"/>
                </a:lnTo>
                <a:lnTo>
                  <a:pt x="281851" y="23009"/>
                </a:lnTo>
                <a:lnTo>
                  <a:pt x="281903" y="23057"/>
                </a:lnTo>
                <a:lnTo>
                  <a:pt x="281954" y="23104"/>
                </a:lnTo>
                <a:lnTo>
                  <a:pt x="282004" y="23150"/>
                </a:lnTo>
                <a:lnTo>
                  <a:pt x="282055" y="23196"/>
                </a:lnTo>
                <a:lnTo>
                  <a:pt x="282105" y="23241"/>
                </a:lnTo>
                <a:lnTo>
                  <a:pt x="282155" y="23285"/>
                </a:lnTo>
                <a:lnTo>
                  <a:pt x="282205" y="23328"/>
                </a:lnTo>
                <a:lnTo>
                  <a:pt x="282254" y="23371"/>
                </a:lnTo>
                <a:lnTo>
                  <a:pt x="282304" y="23414"/>
                </a:lnTo>
                <a:lnTo>
                  <a:pt x="282353" y="23455"/>
                </a:lnTo>
                <a:lnTo>
                  <a:pt x="282402" y="23496"/>
                </a:lnTo>
                <a:lnTo>
                  <a:pt x="282450" y="23536"/>
                </a:lnTo>
                <a:lnTo>
                  <a:pt x="282499" y="23575"/>
                </a:lnTo>
                <a:lnTo>
                  <a:pt x="282548" y="23614"/>
                </a:lnTo>
                <a:lnTo>
                  <a:pt x="282597" y="23653"/>
                </a:lnTo>
                <a:lnTo>
                  <a:pt x="282645" y="23691"/>
                </a:lnTo>
                <a:lnTo>
                  <a:pt x="282694" y="23728"/>
                </a:lnTo>
                <a:lnTo>
                  <a:pt x="282743" y="23765"/>
                </a:lnTo>
                <a:lnTo>
                  <a:pt x="282792" y="23801"/>
                </a:lnTo>
                <a:lnTo>
                  <a:pt x="282840" y="23836"/>
                </a:lnTo>
                <a:lnTo>
                  <a:pt x="282889" y="23871"/>
                </a:lnTo>
                <a:lnTo>
                  <a:pt x="282938" y="23905"/>
                </a:lnTo>
                <a:lnTo>
                  <a:pt x="282987" y="23939"/>
                </a:lnTo>
                <a:lnTo>
                  <a:pt x="283035" y="23972"/>
                </a:lnTo>
                <a:lnTo>
                  <a:pt x="283084" y="24005"/>
                </a:lnTo>
                <a:lnTo>
                  <a:pt x="283133" y="24037"/>
                </a:lnTo>
                <a:lnTo>
                  <a:pt x="283182" y="24068"/>
                </a:lnTo>
                <a:lnTo>
                  <a:pt x="283230" y="24099"/>
                </a:lnTo>
                <a:lnTo>
                  <a:pt x="283279" y="24130"/>
                </a:lnTo>
                <a:lnTo>
                  <a:pt x="283328" y="24159"/>
                </a:lnTo>
                <a:lnTo>
                  <a:pt x="283377" y="24188"/>
                </a:lnTo>
                <a:lnTo>
                  <a:pt x="283425" y="24217"/>
                </a:lnTo>
                <a:lnTo>
                  <a:pt x="283474" y="24245"/>
                </a:lnTo>
                <a:lnTo>
                  <a:pt x="283523" y="24272"/>
                </a:lnTo>
                <a:lnTo>
                  <a:pt x="283572" y="24299"/>
                </a:lnTo>
                <a:lnTo>
                  <a:pt x="283620" y="24325"/>
                </a:lnTo>
                <a:lnTo>
                  <a:pt x="283669" y="24351"/>
                </a:lnTo>
                <a:lnTo>
                  <a:pt x="283718" y="24376"/>
                </a:lnTo>
                <a:lnTo>
                  <a:pt x="283767" y="24400"/>
                </a:lnTo>
                <a:lnTo>
                  <a:pt x="283816" y="24424"/>
                </a:lnTo>
                <a:lnTo>
                  <a:pt x="283866" y="24447"/>
                </a:lnTo>
                <a:lnTo>
                  <a:pt x="283915" y="24469"/>
                </a:lnTo>
                <a:lnTo>
                  <a:pt x="283964" y="24491"/>
                </a:lnTo>
                <a:lnTo>
                  <a:pt x="284014" y="24512"/>
                </a:lnTo>
                <a:lnTo>
                  <a:pt x="284063" y="24533"/>
                </a:lnTo>
                <a:lnTo>
                  <a:pt x="284113" y="24553"/>
                </a:lnTo>
                <a:lnTo>
                  <a:pt x="284163" y="24573"/>
                </a:lnTo>
                <a:lnTo>
                  <a:pt x="284213" y="24592"/>
                </a:lnTo>
                <a:lnTo>
                  <a:pt x="284263" y="24610"/>
                </a:lnTo>
                <a:lnTo>
                  <a:pt x="284313" y="24627"/>
                </a:lnTo>
                <a:lnTo>
                  <a:pt x="284363" y="24644"/>
                </a:lnTo>
                <a:lnTo>
                  <a:pt x="284413" y="24661"/>
                </a:lnTo>
                <a:lnTo>
                  <a:pt x="284463" y="24677"/>
                </a:lnTo>
                <a:lnTo>
                  <a:pt x="284513" y="24692"/>
                </a:lnTo>
                <a:lnTo>
                  <a:pt x="284564" y="24706"/>
                </a:lnTo>
                <a:lnTo>
                  <a:pt x="284614" y="24720"/>
                </a:lnTo>
                <a:lnTo>
                  <a:pt x="284665" y="24734"/>
                </a:lnTo>
                <a:lnTo>
                  <a:pt x="284716" y="24746"/>
                </a:lnTo>
                <a:lnTo>
                  <a:pt x="284767" y="24759"/>
                </a:lnTo>
                <a:lnTo>
                  <a:pt x="284818" y="24770"/>
                </a:lnTo>
                <a:lnTo>
                  <a:pt x="284869" y="24781"/>
                </a:lnTo>
                <a:lnTo>
                  <a:pt x="284921" y="24792"/>
                </a:lnTo>
                <a:lnTo>
                  <a:pt x="284973" y="24802"/>
                </a:lnTo>
                <a:lnTo>
                  <a:pt x="285025" y="24812"/>
                </a:lnTo>
                <a:lnTo>
                  <a:pt x="285078" y="24821"/>
                </a:lnTo>
                <a:lnTo>
                  <a:pt x="285132" y="24830"/>
                </a:lnTo>
                <a:lnTo>
                  <a:pt x="285185" y="24838"/>
                </a:lnTo>
                <a:lnTo>
                  <a:pt x="285239" y="24845"/>
                </a:lnTo>
                <a:lnTo>
                  <a:pt x="285294" y="24853"/>
                </a:lnTo>
                <a:lnTo>
                  <a:pt x="285348" y="24859"/>
                </a:lnTo>
                <a:lnTo>
                  <a:pt x="285404" y="24866"/>
                </a:lnTo>
                <a:lnTo>
                  <a:pt x="285459" y="24871"/>
                </a:lnTo>
                <a:lnTo>
                  <a:pt x="285515" y="24876"/>
                </a:lnTo>
                <a:lnTo>
                  <a:pt x="285571" y="24881"/>
                </a:lnTo>
                <a:lnTo>
                  <a:pt x="285628" y="24885"/>
                </a:lnTo>
                <a:lnTo>
                  <a:pt x="285685" y="24889"/>
                </a:lnTo>
                <a:lnTo>
                  <a:pt x="285743" y="24892"/>
                </a:lnTo>
                <a:lnTo>
                  <a:pt x="285800" y="24895"/>
                </a:lnTo>
                <a:lnTo>
                  <a:pt x="285859" y="24897"/>
                </a:lnTo>
                <a:lnTo>
                  <a:pt x="285917" y="24899"/>
                </a:lnTo>
                <a:lnTo>
                  <a:pt x="285976" y="24900"/>
                </a:lnTo>
                <a:lnTo>
                  <a:pt x="286035" y="24901"/>
                </a:lnTo>
                <a:lnTo>
                  <a:pt x="286095" y="24901"/>
                </a:lnTo>
                <a:lnTo>
                  <a:pt x="286224" y="24900"/>
                </a:lnTo>
                <a:lnTo>
                  <a:pt x="286352" y="24897"/>
                </a:lnTo>
                <a:lnTo>
                  <a:pt x="286478" y="24892"/>
                </a:lnTo>
                <a:lnTo>
                  <a:pt x="286603" y="24885"/>
                </a:lnTo>
                <a:lnTo>
                  <a:pt x="286727" y="24876"/>
                </a:lnTo>
                <a:lnTo>
                  <a:pt x="286850" y="24865"/>
                </a:lnTo>
                <a:lnTo>
                  <a:pt x="286972" y="24851"/>
                </a:lnTo>
                <a:lnTo>
                  <a:pt x="287092" y="24836"/>
                </a:lnTo>
                <a:lnTo>
                  <a:pt x="287211" y="24819"/>
                </a:lnTo>
                <a:lnTo>
                  <a:pt x="287329" y="24800"/>
                </a:lnTo>
                <a:lnTo>
                  <a:pt x="287446" y="24778"/>
                </a:lnTo>
                <a:lnTo>
                  <a:pt x="287562" y="24755"/>
                </a:lnTo>
                <a:lnTo>
                  <a:pt x="287676" y="24729"/>
                </a:lnTo>
                <a:lnTo>
                  <a:pt x="287789" y="24702"/>
                </a:lnTo>
                <a:lnTo>
                  <a:pt x="287901" y="24672"/>
                </a:lnTo>
                <a:lnTo>
                  <a:pt x="288011" y="24641"/>
                </a:lnTo>
                <a:lnTo>
                  <a:pt x="288121" y="24607"/>
                </a:lnTo>
                <a:lnTo>
                  <a:pt x="288229" y="24572"/>
                </a:lnTo>
                <a:lnTo>
                  <a:pt x="288336" y="24534"/>
                </a:lnTo>
                <a:lnTo>
                  <a:pt x="288442" y="24495"/>
                </a:lnTo>
                <a:lnTo>
                  <a:pt x="288546" y="24453"/>
                </a:lnTo>
                <a:lnTo>
                  <a:pt x="288650" y="24409"/>
                </a:lnTo>
                <a:lnTo>
                  <a:pt x="288752" y="24364"/>
                </a:lnTo>
                <a:lnTo>
                  <a:pt x="288853" y="24316"/>
                </a:lnTo>
                <a:lnTo>
                  <a:pt x="288952" y="24266"/>
                </a:lnTo>
                <a:lnTo>
                  <a:pt x="289051" y="24215"/>
                </a:lnTo>
                <a:lnTo>
                  <a:pt x="289148" y="24161"/>
                </a:lnTo>
                <a:lnTo>
                  <a:pt x="289243" y="24106"/>
                </a:lnTo>
                <a:lnTo>
                  <a:pt x="289338" y="24049"/>
                </a:lnTo>
                <a:lnTo>
                  <a:pt x="289431" y="23991"/>
                </a:lnTo>
                <a:lnTo>
                  <a:pt x="289523" y="23930"/>
                </a:lnTo>
                <a:lnTo>
                  <a:pt x="289613" y="23868"/>
                </a:lnTo>
                <a:lnTo>
                  <a:pt x="289702" y="23804"/>
                </a:lnTo>
                <a:lnTo>
                  <a:pt x="289790" y="23738"/>
                </a:lnTo>
                <a:lnTo>
                  <a:pt x="289877" y="23670"/>
                </a:lnTo>
                <a:lnTo>
                  <a:pt x="289962" y="23601"/>
                </a:lnTo>
                <a:lnTo>
                  <a:pt x="290046" y="23529"/>
                </a:lnTo>
                <a:lnTo>
                  <a:pt x="290129" y="23456"/>
                </a:lnTo>
                <a:lnTo>
                  <a:pt x="290210" y="23381"/>
                </a:lnTo>
                <a:lnTo>
                  <a:pt x="290290" y="23305"/>
                </a:lnTo>
                <a:lnTo>
                  <a:pt x="290369" y="23226"/>
                </a:lnTo>
                <a:lnTo>
                  <a:pt x="290446" y="23146"/>
                </a:lnTo>
                <a:lnTo>
                  <a:pt x="290522" y="23064"/>
                </a:lnTo>
                <a:lnTo>
                  <a:pt x="290597" y="22980"/>
                </a:lnTo>
                <a:lnTo>
                  <a:pt x="290670" y="22894"/>
                </a:lnTo>
                <a:lnTo>
                  <a:pt x="290743" y="22807"/>
                </a:lnTo>
                <a:lnTo>
                  <a:pt x="290814" y="22717"/>
                </a:lnTo>
                <a:lnTo>
                  <a:pt x="290883" y="22626"/>
                </a:lnTo>
                <a:lnTo>
                  <a:pt x="290951" y="22533"/>
                </a:lnTo>
                <a:lnTo>
                  <a:pt x="291018" y="22439"/>
                </a:lnTo>
                <a:lnTo>
                  <a:pt x="291084" y="22343"/>
                </a:lnTo>
                <a:lnTo>
                  <a:pt x="291148" y="22245"/>
                </a:lnTo>
                <a:lnTo>
                  <a:pt x="291210" y="22146"/>
                </a:lnTo>
                <a:lnTo>
                  <a:pt x="291272" y="22045"/>
                </a:lnTo>
                <a:lnTo>
                  <a:pt x="291332" y="21943"/>
                </a:lnTo>
                <a:lnTo>
                  <a:pt x="291390" y="21839"/>
                </a:lnTo>
                <a:lnTo>
                  <a:pt x="291447" y="21733"/>
                </a:lnTo>
                <a:lnTo>
                  <a:pt x="291503" y="21626"/>
                </a:lnTo>
                <a:lnTo>
                  <a:pt x="291557" y="21517"/>
                </a:lnTo>
                <a:lnTo>
                  <a:pt x="291610" y="21407"/>
                </a:lnTo>
                <a:lnTo>
                  <a:pt x="291662" y="21295"/>
                </a:lnTo>
                <a:lnTo>
                  <a:pt x="291712" y="21181"/>
                </a:lnTo>
                <a:lnTo>
                  <a:pt x="291761" y="21066"/>
                </a:lnTo>
                <a:lnTo>
                  <a:pt x="291808" y="20949"/>
                </a:lnTo>
                <a:lnTo>
                  <a:pt x="291854" y="20831"/>
                </a:lnTo>
                <a:lnTo>
                  <a:pt x="291898" y="20711"/>
                </a:lnTo>
                <a:lnTo>
                  <a:pt x="291942" y="20589"/>
                </a:lnTo>
                <a:lnTo>
                  <a:pt x="291983" y="20466"/>
                </a:lnTo>
                <a:lnTo>
                  <a:pt x="292024" y="20341"/>
                </a:lnTo>
                <a:lnTo>
                  <a:pt x="292063" y="20215"/>
                </a:lnTo>
                <a:lnTo>
                  <a:pt x="292100" y="20087"/>
                </a:lnTo>
                <a:lnTo>
                  <a:pt x="292137" y="19958"/>
                </a:lnTo>
                <a:lnTo>
                  <a:pt x="292171" y="19826"/>
                </a:lnTo>
                <a:lnTo>
                  <a:pt x="292205" y="19694"/>
                </a:lnTo>
                <a:lnTo>
                  <a:pt x="292236" y="19560"/>
                </a:lnTo>
                <a:lnTo>
                  <a:pt x="292267" y="19425"/>
                </a:lnTo>
                <a:lnTo>
                  <a:pt x="292296" y="19289"/>
                </a:lnTo>
                <a:lnTo>
                  <a:pt x="292323" y="19151"/>
                </a:lnTo>
                <a:lnTo>
                  <a:pt x="292349" y="19012"/>
                </a:lnTo>
                <a:lnTo>
                  <a:pt x="292373" y="18871"/>
                </a:lnTo>
                <a:lnTo>
                  <a:pt x="292396" y="18729"/>
                </a:lnTo>
                <a:lnTo>
                  <a:pt x="292418" y="18586"/>
                </a:lnTo>
                <a:lnTo>
                  <a:pt x="292438" y="18441"/>
                </a:lnTo>
                <a:lnTo>
                  <a:pt x="292456" y="18295"/>
                </a:lnTo>
                <a:lnTo>
                  <a:pt x="292473" y="18148"/>
                </a:lnTo>
                <a:lnTo>
                  <a:pt x="292489" y="17999"/>
                </a:lnTo>
                <a:lnTo>
                  <a:pt x="292503" y="17849"/>
                </a:lnTo>
                <a:lnTo>
                  <a:pt x="292515" y="17697"/>
                </a:lnTo>
                <a:lnTo>
                  <a:pt x="292526" y="17545"/>
                </a:lnTo>
                <a:lnTo>
                  <a:pt x="292536" y="17390"/>
                </a:lnTo>
                <a:lnTo>
                  <a:pt x="292544" y="17235"/>
                </a:lnTo>
                <a:lnTo>
                  <a:pt x="292551" y="17078"/>
                </a:lnTo>
                <a:lnTo>
                  <a:pt x="292556" y="16920"/>
                </a:lnTo>
                <a:lnTo>
                  <a:pt x="292560" y="16760"/>
                </a:lnTo>
                <a:lnTo>
                  <a:pt x="292562" y="16599"/>
                </a:lnTo>
                <a:lnTo>
                  <a:pt x="292563" y="16436"/>
                </a:lnTo>
                <a:lnTo>
                  <a:pt x="292562" y="16300"/>
                </a:lnTo>
                <a:lnTo>
                  <a:pt x="292560" y="16164"/>
                </a:lnTo>
                <a:lnTo>
                  <a:pt x="292558" y="16029"/>
                </a:lnTo>
                <a:lnTo>
                  <a:pt x="292553" y="15894"/>
                </a:lnTo>
                <a:lnTo>
                  <a:pt x="292548" y="15760"/>
                </a:lnTo>
                <a:lnTo>
                  <a:pt x="292542" y="15627"/>
                </a:lnTo>
                <a:close/>
                <a:moveTo>
                  <a:pt x="289642" y="17280"/>
                </a:moveTo>
                <a:lnTo>
                  <a:pt x="289637" y="17367"/>
                </a:lnTo>
                <a:lnTo>
                  <a:pt x="289632" y="17454"/>
                </a:lnTo>
                <a:lnTo>
                  <a:pt x="289625" y="17541"/>
                </a:lnTo>
                <a:lnTo>
                  <a:pt x="289619" y="17628"/>
                </a:lnTo>
                <a:lnTo>
                  <a:pt x="289611" y="17715"/>
                </a:lnTo>
                <a:lnTo>
                  <a:pt x="289603" y="17802"/>
                </a:lnTo>
                <a:lnTo>
                  <a:pt x="289594" y="17889"/>
                </a:lnTo>
                <a:lnTo>
                  <a:pt x="289584" y="17976"/>
                </a:lnTo>
                <a:lnTo>
                  <a:pt x="289573" y="18062"/>
                </a:lnTo>
                <a:lnTo>
                  <a:pt x="289562" y="18149"/>
                </a:lnTo>
                <a:lnTo>
                  <a:pt x="289550" y="18235"/>
                </a:lnTo>
                <a:lnTo>
                  <a:pt x="289537" y="18322"/>
                </a:lnTo>
                <a:lnTo>
                  <a:pt x="289524" y="18408"/>
                </a:lnTo>
                <a:lnTo>
                  <a:pt x="289510" y="18494"/>
                </a:lnTo>
                <a:lnTo>
                  <a:pt x="289495" y="18580"/>
                </a:lnTo>
                <a:lnTo>
                  <a:pt x="289479" y="18666"/>
                </a:lnTo>
                <a:lnTo>
                  <a:pt x="289463" y="18752"/>
                </a:lnTo>
                <a:lnTo>
                  <a:pt x="289446" y="18838"/>
                </a:lnTo>
                <a:lnTo>
                  <a:pt x="289428" y="18923"/>
                </a:lnTo>
                <a:lnTo>
                  <a:pt x="289409" y="19008"/>
                </a:lnTo>
                <a:lnTo>
                  <a:pt x="289390" y="19092"/>
                </a:lnTo>
                <a:lnTo>
                  <a:pt x="289369" y="19175"/>
                </a:lnTo>
                <a:lnTo>
                  <a:pt x="289348" y="19258"/>
                </a:lnTo>
                <a:lnTo>
                  <a:pt x="289326" y="19340"/>
                </a:lnTo>
                <a:lnTo>
                  <a:pt x="289303" y="19421"/>
                </a:lnTo>
                <a:lnTo>
                  <a:pt x="289279" y="19502"/>
                </a:lnTo>
                <a:lnTo>
                  <a:pt x="289254" y="19582"/>
                </a:lnTo>
                <a:lnTo>
                  <a:pt x="289228" y="19661"/>
                </a:lnTo>
                <a:lnTo>
                  <a:pt x="289202" y="19739"/>
                </a:lnTo>
                <a:lnTo>
                  <a:pt x="289174" y="19817"/>
                </a:lnTo>
                <a:lnTo>
                  <a:pt x="289146" y="19894"/>
                </a:lnTo>
                <a:lnTo>
                  <a:pt x="289117" y="19970"/>
                </a:lnTo>
                <a:lnTo>
                  <a:pt x="289087" y="20046"/>
                </a:lnTo>
                <a:lnTo>
                  <a:pt x="289056" y="20121"/>
                </a:lnTo>
                <a:lnTo>
                  <a:pt x="289024" y="20195"/>
                </a:lnTo>
                <a:lnTo>
                  <a:pt x="288992" y="20269"/>
                </a:lnTo>
                <a:lnTo>
                  <a:pt x="288958" y="20342"/>
                </a:lnTo>
                <a:lnTo>
                  <a:pt x="288924" y="20414"/>
                </a:lnTo>
                <a:lnTo>
                  <a:pt x="288888" y="20485"/>
                </a:lnTo>
                <a:lnTo>
                  <a:pt x="288852" y="20556"/>
                </a:lnTo>
                <a:lnTo>
                  <a:pt x="288815" y="20626"/>
                </a:lnTo>
                <a:lnTo>
                  <a:pt x="288777" y="20695"/>
                </a:lnTo>
                <a:lnTo>
                  <a:pt x="288739" y="20764"/>
                </a:lnTo>
                <a:lnTo>
                  <a:pt x="288699" y="20831"/>
                </a:lnTo>
                <a:lnTo>
                  <a:pt x="288658" y="20897"/>
                </a:lnTo>
                <a:lnTo>
                  <a:pt x="288617" y="20963"/>
                </a:lnTo>
                <a:lnTo>
                  <a:pt x="288574" y="21026"/>
                </a:lnTo>
                <a:lnTo>
                  <a:pt x="288530" y="21089"/>
                </a:lnTo>
                <a:lnTo>
                  <a:pt x="288486" y="21151"/>
                </a:lnTo>
                <a:lnTo>
                  <a:pt x="288440" y="21211"/>
                </a:lnTo>
                <a:lnTo>
                  <a:pt x="288394" y="21271"/>
                </a:lnTo>
                <a:lnTo>
                  <a:pt x="288347" y="21329"/>
                </a:lnTo>
                <a:lnTo>
                  <a:pt x="288298" y="21386"/>
                </a:lnTo>
                <a:lnTo>
                  <a:pt x="288249" y="21442"/>
                </a:lnTo>
                <a:lnTo>
                  <a:pt x="288199" y="21497"/>
                </a:lnTo>
                <a:lnTo>
                  <a:pt x="288147" y="21551"/>
                </a:lnTo>
                <a:lnTo>
                  <a:pt x="288095" y="21604"/>
                </a:lnTo>
                <a:lnTo>
                  <a:pt x="288042" y="21655"/>
                </a:lnTo>
                <a:lnTo>
                  <a:pt x="287988" y="21705"/>
                </a:lnTo>
                <a:lnTo>
                  <a:pt x="287933" y="21755"/>
                </a:lnTo>
                <a:lnTo>
                  <a:pt x="287877" y="21803"/>
                </a:lnTo>
                <a:lnTo>
                  <a:pt x="287820" y="21850"/>
                </a:lnTo>
                <a:lnTo>
                  <a:pt x="287762" y="21895"/>
                </a:lnTo>
                <a:lnTo>
                  <a:pt x="287703" y="21940"/>
                </a:lnTo>
                <a:lnTo>
                  <a:pt x="287643" y="21984"/>
                </a:lnTo>
                <a:lnTo>
                  <a:pt x="287583" y="22026"/>
                </a:lnTo>
                <a:lnTo>
                  <a:pt x="287521" y="22067"/>
                </a:lnTo>
                <a:lnTo>
                  <a:pt x="287458" y="22106"/>
                </a:lnTo>
                <a:lnTo>
                  <a:pt x="287394" y="22144"/>
                </a:lnTo>
                <a:lnTo>
                  <a:pt x="287329" y="22180"/>
                </a:lnTo>
                <a:lnTo>
                  <a:pt x="287263" y="22214"/>
                </a:lnTo>
                <a:lnTo>
                  <a:pt x="287196" y="22246"/>
                </a:lnTo>
                <a:lnTo>
                  <a:pt x="287128" y="22276"/>
                </a:lnTo>
                <a:lnTo>
                  <a:pt x="287059" y="22305"/>
                </a:lnTo>
                <a:lnTo>
                  <a:pt x="286989" y="22332"/>
                </a:lnTo>
                <a:lnTo>
                  <a:pt x="286918" y="22357"/>
                </a:lnTo>
                <a:lnTo>
                  <a:pt x="286845" y="22381"/>
                </a:lnTo>
                <a:lnTo>
                  <a:pt x="286772" y="22403"/>
                </a:lnTo>
                <a:lnTo>
                  <a:pt x="286698" y="22423"/>
                </a:lnTo>
                <a:lnTo>
                  <a:pt x="286622" y="22441"/>
                </a:lnTo>
                <a:lnTo>
                  <a:pt x="286546" y="22457"/>
                </a:lnTo>
                <a:lnTo>
                  <a:pt x="286468" y="22472"/>
                </a:lnTo>
                <a:lnTo>
                  <a:pt x="286390" y="22485"/>
                </a:lnTo>
                <a:lnTo>
                  <a:pt x="286310" y="22497"/>
                </a:lnTo>
                <a:lnTo>
                  <a:pt x="286230" y="22506"/>
                </a:lnTo>
                <a:lnTo>
                  <a:pt x="286148" y="22514"/>
                </a:lnTo>
                <a:lnTo>
                  <a:pt x="286065" y="22520"/>
                </a:lnTo>
                <a:lnTo>
                  <a:pt x="285982" y="22525"/>
                </a:lnTo>
                <a:lnTo>
                  <a:pt x="285897" y="22527"/>
                </a:lnTo>
                <a:lnTo>
                  <a:pt x="285811" y="22528"/>
                </a:lnTo>
                <a:lnTo>
                  <a:pt x="285718" y="22527"/>
                </a:lnTo>
                <a:lnTo>
                  <a:pt x="285625" y="22523"/>
                </a:lnTo>
                <a:lnTo>
                  <a:pt x="285532" y="22517"/>
                </a:lnTo>
                <a:lnTo>
                  <a:pt x="285440" y="22508"/>
                </a:lnTo>
                <a:lnTo>
                  <a:pt x="285348" y="22496"/>
                </a:lnTo>
                <a:lnTo>
                  <a:pt x="285256" y="22483"/>
                </a:lnTo>
                <a:lnTo>
                  <a:pt x="285165" y="22466"/>
                </a:lnTo>
                <a:lnTo>
                  <a:pt x="285074" y="22447"/>
                </a:lnTo>
                <a:lnTo>
                  <a:pt x="284983" y="22426"/>
                </a:lnTo>
                <a:lnTo>
                  <a:pt x="284892" y="22402"/>
                </a:lnTo>
                <a:lnTo>
                  <a:pt x="284802" y="22375"/>
                </a:lnTo>
                <a:lnTo>
                  <a:pt x="284712" y="22346"/>
                </a:lnTo>
                <a:lnTo>
                  <a:pt x="284623" y="22314"/>
                </a:lnTo>
                <a:lnTo>
                  <a:pt x="284533" y="22280"/>
                </a:lnTo>
                <a:lnTo>
                  <a:pt x="284444" y="22244"/>
                </a:lnTo>
                <a:lnTo>
                  <a:pt x="284355" y="22204"/>
                </a:lnTo>
                <a:lnTo>
                  <a:pt x="284267" y="22163"/>
                </a:lnTo>
                <a:lnTo>
                  <a:pt x="284178" y="22119"/>
                </a:lnTo>
                <a:lnTo>
                  <a:pt x="284090" y="22072"/>
                </a:lnTo>
                <a:lnTo>
                  <a:pt x="284003" y="22022"/>
                </a:lnTo>
                <a:lnTo>
                  <a:pt x="283915" y="21971"/>
                </a:lnTo>
                <a:lnTo>
                  <a:pt x="283828" y="21916"/>
                </a:lnTo>
                <a:lnTo>
                  <a:pt x="283742" y="21859"/>
                </a:lnTo>
                <a:lnTo>
                  <a:pt x="283655" y="21800"/>
                </a:lnTo>
                <a:lnTo>
                  <a:pt x="283569" y="21738"/>
                </a:lnTo>
                <a:lnTo>
                  <a:pt x="283482" y="21674"/>
                </a:lnTo>
                <a:lnTo>
                  <a:pt x="283395" y="21608"/>
                </a:lnTo>
                <a:lnTo>
                  <a:pt x="283307" y="21539"/>
                </a:lnTo>
                <a:lnTo>
                  <a:pt x="283219" y="21468"/>
                </a:lnTo>
                <a:lnTo>
                  <a:pt x="283131" y="21394"/>
                </a:lnTo>
                <a:lnTo>
                  <a:pt x="283042" y="21319"/>
                </a:lnTo>
                <a:lnTo>
                  <a:pt x="282953" y="21241"/>
                </a:lnTo>
                <a:lnTo>
                  <a:pt x="282864" y="21161"/>
                </a:lnTo>
                <a:lnTo>
                  <a:pt x="282774" y="21078"/>
                </a:lnTo>
                <a:lnTo>
                  <a:pt x="282684" y="20993"/>
                </a:lnTo>
                <a:lnTo>
                  <a:pt x="282594" y="20906"/>
                </a:lnTo>
                <a:lnTo>
                  <a:pt x="282503" y="20817"/>
                </a:lnTo>
                <a:lnTo>
                  <a:pt x="282412" y="20725"/>
                </a:lnTo>
                <a:lnTo>
                  <a:pt x="282321" y="20631"/>
                </a:lnTo>
                <a:lnTo>
                  <a:pt x="282229" y="20535"/>
                </a:lnTo>
                <a:lnTo>
                  <a:pt x="282137" y="20436"/>
                </a:lnTo>
                <a:lnTo>
                  <a:pt x="282045" y="20335"/>
                </a:lnTo>
                <a:lnTo>
                  <a:pt x="281952" y="20232"/>
                </a:lnTo>
                <a:lnTo>
                  <a:pt x="281859" y="20127"/>
                </a:lnTo>
                <a:lnTo>
                  <a:pt x="281765" y="20019"/>
                </a:lnTo>
                <a:lnTo>
                  <a:pt x="281671" y="19909"/>
                </a:lnTo>
                <a:lnTo>
                  <a:pt x="281577" y="19796"/>
                </a:lnTo>
                <a:lnTo>
                  <a:pt x="281483" y="19682"/>
                </a:lnTo>
                <a:lnTo>
                  <a:pt x="281483" y="13676"/>
                </a:lnTo>
                <a:lnTo>
                  <a:pt x="281537" y="13607"/>
                </a:lnTo>
                <a:lnTo>
                  <a:pt x="281591" y="13538"/>
                </a:lnTo>
                <a:lnTo>
                  <a:pt x="281644" y="13471"/>
                </a:lnTo>
                <a:lnTo>
                  <a:pt x="281698" y="13405"/>
                </a:lnTo>
                <a:lnTo>
                  <a:pt x="281751" y="13339"/>
                </a:lnTo>
                <a:lnTo>
                  <a:pt x="281804" y="13275"/>
                </a:lnTo>
                <a:lnTo>
                  <a:pt x="281856" y="13212"/>
                </a:lnTo>
                <a:lnTo>
                  <a:pt x="281909" y="13149"/>
                </a:lnTo>
                <a:lnTo>
                  <a:pt x="281961" y="13088"/>
                </a:lnTo>
                <a:lnTo>
                  <a:pt x="282013" y="13028"/>
                </a:lnTo>
                <a:lnTo>
                  <a:pt x="282064" y="12968"/>
                </a:lnTo>
                <a:lnTo>
                  <a:pt x="282116" y="12910"/>
                </a:lnTo>
                <a:lnTo>
                  <a:pt x="282167" y="12852"/>
                </a:lnTo>
                <a:lnTo>
                  <a:pt x="282217" y="12796"/>
                </a:lnTo>
                <a:lnTo>
                  <a:pt x="282268" y="12741"/>
                </a:lnTo>
                <a:lnTo>
                  <a:pt x="282318" y="12686"/>
                </a:lnTo>
                <a:lnTo>
                  <a:pt x="282368" y="12633"/>
                </a:lnTo>
                <a:lnTo>
                  <a:pt x="282418" y="12580"/>
                </a:lnTo>
                <a:lnTo>
                  <a:pt x="282467" y="12529"/>
                </a:lnTo>
                <a:lnTo>
                  <a:pt x="282517" y="12478"/>
                </a:lnTo>
                <a:lnTo>
                  <a:pt x="282566" y="12429"/>
                </a:lnTo>
                <a:lnTo>
                  <a:pt x="282614" y="12380"/>
                </a:lnTo>
                <a:lnTo>
                  <a:pt x="282663" y="12333"/>
                </a:lnTo>
                <a:lnTo>
                  <a:pt x="282711" y="12286"/>
                </a:lnTo>
                <a:lnTo>
                  <a:pt x="282759" y="12240"/>
                </a:lnTo>
                <a:lnTo>
                  <a:pt x="282807" y="12195"/>
                </a:lnTo>
                <a:lnTo>
                  <a:pt x="282854" y="12151"/>
                </a:lnTo>
                <a:lnTo>
                  <a:pt x="282902" y="12107"/>
                </a:lnTo>
                <a:lnTo>
                  <a:pt x="282949" y="12065"/>
                </a:lnTo>
                <a:lnTo>
                  <a:pt x="282997" y="12022"/>
                </a:lnTo>
                <a:lnTo>
                  <a:pt x="283044" y="11981"/>
                </a:lnTo>
                <a:lnTo>
                  <a:pt x="283091" y="11940"/>
                </a:lnTo>
                <a:lnTo>
                  <a:pt x="283137" y="11900"/>
                </a:lnTo>
                <a:lnTo>
                  <a:pt x="283184" y="11861"/>
                </a:lnTo>
                <a:lnTo>
                  <a:pt x="283231" y="11822"/>
                </a:lnTo>
                <a:lnTo>
                  <a:pt x="283277" y="11784"/>
                </a:lnTo>
                <a:lnTo>
                  <a:pt x="283323" y="11746"/>
                </a:lnTo>
                <a:lnTo>
                  <a:pt x="283369" y="11710"/>
                </a:lnTo>
                <a:lnTo>
                  <a:pt x="283415" y="11674"/>
                </a:lnTo>
                <a:lnTo>
                  <a:pt x="283461" y="11639"/>
                </a:lnTo>
                <a:lnTo>
                  <a:pt x="283507" y="11604"/>
                </a:lnTo>
                <a:lnTo>
                  <a:pt x="283552" y="11570"/>
                </a:lnTo>
                <a:lnTo>
                  <a:pt x="283598" y="11537"/>
                </a:lnTo>
                <a:lnTo>
                  <a:pt x="283643" y="11505"/>
                </a:lnTo>
                <a:lnTo>
                  <a:pt x="283688" y="11473"/>
                </a:lnTo>
                <a:lnTo>
                  <a:pt x="283733" y="11442"/>
                </a:lnTo>
                <a:lnTo>
                  <a:pt x="283778" y="11412"/>
                </a:lnTo>
                <a:lnTo>
                  <a:pt x="283822" y="11382"/>
                </a:lnTo>
                <a:lnTo>
                  <a:pt x="283867" y="11353"/>
                </a:lnTo>
                <a:lnTo>
                  <a:pt x="283911" y="11325"/>
                </a:lnTo>
                <a:lnTo>
                  <a:pt x="283956" y="11297"/>
                </a:lnTo>
                <a:lnTo>
                  <a:pt x="284000" y="11270"/>
                </a:lnTo>
                <a:lnTo>
                  <a:pt x="284044" y="11244"/>
                </a:lnTo>
                <a:lnTo>
                  <a:pt x="284089" y="11219"/>
                </a:lnTo>
                <a:lnTo>
                  <a:pt x="284133" y="11194"/>
                </a:lnTo>
                <a:lnTo>
                  <a:pt x="284177" y="11170"/>
                </a:lnTo>
                <a:lnTo>
                  <a:pt x="284221" y="11147"/>
                </a:lnTo>
                <a:lnTo>
                  <a:pt x="284265" y="11124"/>
                </a:lnTo>
                <a:lnTo>
                  <a:pt x="284309" y="11102"/>
                </a:lnTo>
                <a:lnTo>
                  <a:pt x="284353" y="11081"/>
                </a:lnTo>
                <a:lnTo>
                  <a:pt x="284397" y="11060"/>
                </a:lnTo>
                <a:lnTo>
                  <a:pt x="284440" y="11040"/>
                </a:lnTo>
                <a:lnTo>
                  <a:pt x="284484" y="11021"/>
                </a:lnTo>
                <a:lnTo>
                  <a:pt x="284528" y="11003"/>
                </a:lnTo>
                <a:lnTo>
                  <a:pt x="284571" y="10985"/>
                </a:lnTo>
                <a:lnTo>
                  <a:pt x="284615" y="10968"/>
                </a:lnTo>
                <a:lnTo>
                  <a:pt x="284659" y="10952"/>
                </a:lnTo>
                <a:lnTo>
                  <a:pt x="284702" y="10936"/>
                </a:lnTo>
                <a:lnTo>
                  <a:pt x="284745" y="10921"/>
                </a:lnTo>
                <a:lnTo>
                  <a:pt x="284789" y="10907"/>
                </a:lnTo>
                <a:lnTo>
                  <a:pt x="284832" y="10893"/>
                </a:lnTo>
                <a:lnTo>
                  <a:pt x="284875" y="10880"/>
                </a:lnTo>
                <a:lnTo>
                  <a:pt x="284918" y="10868"/>
                </a:lnTo>
                <a:lnTo>
                  <a:pt x="284962" y="10856"/>
                </a:lnTo>
                <a:lnTo>
                  <a:pt x="285005" y="10845"/>
                </a:lnTo>
                <a:lnTo>
                  <a:pt x="285048" y="10834"/>
                </a:lnTo>
                <a:lnTo>
                  <a:pt x="285092" y="10824"/>
                </a:lnTo>
                <a:lnTo>
                  <a:pt x="285135" y="10814"/>
                </a:lnTo>
                <a:lnTo>
                  <a:pt x="285179" y="10805"/>
                </a:lnTo>
                <a:lnTo>
                  <a:pt x="285222" y="10796"/>
                </a:lnTo>
                <a:lnTo>
                  <a:pt x="285266" y="10788"/>
                </a:lnTo>
                <a:lnTo>
                  <a:pt x="285310" y="10781"/>
                </a:lnTo>
                <a:lnTo>
                  <a:pt x="285354" y="10774"/>
                </a:lnTo>
                <a:lnTo>
                  <a:pt x="285397" y="10767"/>
                </a:lnTo>
                <a:lnTo>
                  <a:pt x="285441" y="10761"/>
                </a:lnTo>
                <a:lnTo>
                  <a:pt x="285485" y="10755"/>
                </a:lnTo>
                <a:lnTo>
                  <a:pt x="285529" y="10750"/>
                </a:lnTo>
                <a:lnTo>
                  <a:pt x="285573" y="10746"/>
                </a:lnTo>
                <a:lnTo>
                  <a:pt x="285617" y="10742"/>
                </a:lnTo>
                <a:lnTo>
                  <a:pt x="285662" y="10739"/>
                </a:lnTo>
                <a:lnTo>
                  <a:pt x="285706" y="10736"/>
                </a:lnTo>
                <a:lnTo>
                  <a:pt x="285750" y="10733"/>
                </a:lnTo>
                <a:lnTo>
                  <a:pt x="285795" y="10732"/>
                </a:lnTo>
                <a:lnTo>
                  <a:pt x="285839" y="10730"/>
                </a:lnTo>
                <a:lnTo>
                  <a:pt x="285883" y="10729"/>
                </a:lnTo>
                <a:lnTo>
                  <a:pt x="285928" y="10729"/>
                </a:lnTo>
                <a:lnTo>
                  <a:pt x="286017" y="10730"/>
                </a:lnTo>
                <a:lnTo>
                  <a:pt x="286104" y="10733"/>
                </a:lnTo>
                <a:lnTo>
                  <a:pt x="286190" y="10737"/>
                </a:lnTo>
                <a:lnTo>
                  <a:pt x="286275" y="10743"/>
                </a:lnTo>
                <a:lnTo>
                  <a:pt x="286358" y="10751"/>
                </a:lnTo>
                <a:lnTo>
                  <a:pt x="286441" y="10761"/>
                </a:lnTo>
                <a:lnTo>
                  <a:pt x="286522" y="10773"/>
                </a:lnTo>
                <a:lnTo>
                  <a:pt x="286602" y="10786"/>
                </a:lnTo>
                <a:lnTo>
                  <a:pt x="286681" y="10801"/>
                </a:lnTo>
                <a:lnTo>
                  <a:pt x="286758" y="10818"/>
                </a:lnTo>
                <a:lnTo>
                  <a:pt x="286835" y="10837"/>
                </a:lnTo>
                <a:lnTo>
                  <a:pt x="286910" y="10857"/>
                </a:lnTo>
                <a:lnTo>
                  <a:pt x="286984" y="10879"/>
                </a:lnTo>
                <a:lnTo>
                  <a:pt x="287056" y="10903"/>
                </a:lnTo>
                <a:lnTo>
                  <a:pt x="287128" y="10929"/>
                </a:lnTo>
                <a:lnTo>
                  <a:pt x="287198" y="10956"/>
                </a:lnTo>
                <a:lnTo>
                  <a:pt x="287267" y="10986"/>
                </a:lnTo>
                <a:lnTo>
                  <a:pt x="287335" y="11017"/>
                </a:lnTo>
                <a:lnTo>
                  <a:pt x="287402" y="11049"/>
                </a:lnTo>
                <a:lnTo>
                  <a:pt x="287467" y="11084"/>
                </a:lnTo>
                <a:lnTo>
                  <a:pt x="287531" y="11120"/>
                </a:lnTo>
                <a:lnTo>
                  <a:pt x="287594" y="11158"/>
                </a:lnTo>
                <a:lnTo>
                  <a:pt x="287656" y="11198"/>
                </a:lnTo>
                <a:lnTo>
                  <a:pt x="287716" y="11240"/>
                </a:lnTo>
                <a:lnTo>
                  <a:pt x="287776" y="11283"/>
                </a:lnTo>
                <a:lnTo>
                  <a:pt x="287834" y="11327"/>
                </a:lnTo>
                <a:lnTo>
                  <a:pt x="287891" y="11373"/>
                </a:lnTo>
                <a:lnTo>
                  <a:pt x="287948" y="11419"/>
                </a:lnTo>
                <a:lnTo>
                  <a:pt x="288003" y="11467"/>
                </a:lnTo>
                <a:lnTo>
                  <a:pt x="288058" y="11516"/>
                </a:lnTo>
                <a:lnTo>
                  <a:pt x="288111" y="11565"/>
                </a:lnTo>
                <a:lnTo>
                  <a:pt x="288164" y="11616"/>
                </a:lnTo>
                <a:lnTo>
                  <a:pt x="288215" y="11669"/>
                </a:lnTo>
                <a:lnTo>
                  <a:pt x="288266" y="11722"/>
                </a:lnTo>
                <a:lnTo>
                  <a:pt x="288315" y="11776"/>
                </a:lnTo>
                <a:lnTo>
                  <a:pt x="288364" y="11832"/>
                </a:lnTo>
                <a:lnTo>
                  <a:pt x="288411" y="11889"/>
                </a:lnTo>
                <a:lnTo>
                  <a:pt x="288458" y="11946"/>
                </a:lnTo>
                <a:lnTo>
                  <a:pt x="288504" y="12005"/>
                </a:lnTo>
                <a:lnTo>
                  <a:pt x="288548" y="12065"/>
                </a:lnTo>
                <a:lnTo>
                  <a:pt x="288592" y="12127"/>
                </a:lnTo>
                <a:lnTo>
                  <a:pt x="288634" y="12189"/>
                </a:lnTo>
                <a:lnTo>
                  <a:pt x="288676" y="12252"/>
                </a:lnTo>
                <a:lnTo>
                  <a:pt x="288717" y="12317"/>
                </a:lnTo>
                <a:lnTo>
                  <a:pt x="288756" y="12383"/>
                </a:lnTo>
                <a:lnTo>
                  <a:pt x="288795" y="12450"/>
                </a:lnTo>
                <a:lnTo>
                  <a:pt x="288833" y="12518"/>
                </a:lnTo>
                <a:lnTo>
                  <a:pt x="288869" y="12587"/>
                </a:lnTo>
                <a:lnTo>
                  <a:pt x="288905" y="12657"/>
                </a:lnTo>
                <a:lnTo>
                  <a:pt x="288940" y="12728"/>
                </a:lnTo>
                <a:lnTo>
                  <a:pt x="288974" y="12800"/>
                </a:lnTo>
                <a:lnTo>
                  <a:pt x="289007" y="12873"/>
                </a:lnTo>
                <a:lnTo>
                  <a:pt x="289039" y="12946"/>
                </a:lnTo>
                <a:lnTo>
                  <a:pt x="289070" y="13021"/>
                </a:lnTo>
                <a:lnTo>
                  <a:pt x="289101" y="13096"/>
                </a:lnTo>
                <a:lnTo>
                  <a:pt x="289130" y="13173"/>
                </a:lnTo>
                <a:lnTo>
                  <a:pt x="289159" y="13250"/>
                </a:lnTo>
                <a:lnTo>
                  <a:pt x="289186" y="13328"/>
                </a:lnTo>
                <a:lnTo>
                  <a:pt x="289213" y="13407"/>
                </a:lnTo>
                <a:lnTo>
                  <a:pt x="289239" y="13486"/>
                </a:lnTo>
                <a:lnTo>
                  <a:pt x="289264" y="13567"/>
                </a:lnTo>
                <a:lnTo>
                  <a:pt x="289288" y="13648"/>
                </a:lnTo>
                <a:lnTo>
                  <a:pt x="289311" y="13731"/>
                </a:lnTo>
                <a:lnTo>
                  <a:pt x="289334" y="13814"/>
                </a:lnTo>
                <a:lnTo>
                  <a:pt x="289355" y="13898"/>
                </a:lnTo>
                <a:lnTo>
                  <a:pt x="289375" y="13983"/>
                </a:lnTo>
                <a:lnTo>
                  <a:pt x="289395" y="14069"/>
                </a:lnTo>
                <a:lnTo>
                  <a:pt x="289414" y="14156"/>
                </a:lnTo>
                <a:lnTo>
                  <a:pt x="289431" y="14243"/>
                </a:lnTo>
                <a:lnTo>
                  <a:pt x="289448" y="14332"/>
                </a:lnTo>
                <a:lnTo>
                  <a:pt x="289464" y="14421"/>
                </a:lnTo>
                <a:lnTo>
                  <a:pt x="289479" y="14511"/>
                </a:lnTo>
                <a:lnTo>
                  <a:pt x="289494" y="14602"/>
                </a:lnTo>
                <a:lnTo>
                  <a:pt x="289507" y="14693"/>
                </a:lnTo>
                <a:lnTo>
                  <a:pt x="289520" y="14784"/>
                </a:lnTo>
                <a:lnTo>
                  <a:pt x="289533" y="14876"/>
                </a:lnTo>
                <a:lnTo>
                  <a:pt x="289545" y="14968"/>
                </a:lnTo>
                <a:lnTo>
                  <a:pt x="289556" y="15060"/>
                </a:lnTo>
                <a:lnTo>
                  <a:pt x="289567" y="15152"/>
                </a:lnTo>
                <a:lnTo>
                  <a:pt x="289577" y="15244"/>
                </a:lnTo>
                <a:lnTo>
                  <a:pt x="289586" y="15337"/>
                </a:lnTo>
                <a:lnTo>
                  <a:pt x="289595" y="15430"/>
                </a:lnTo>
                <a:lnTo>
                  <a:pt x="289603" y="15523"/>
                </a:lnTo>
                <a:lnTo>
                  <a:pt x="289611" y="15616"/>
                </a:lnTo>
                <a:lnTo>
                  <a:pt x="289618" y="15710"/>
                </a:lnTo>
                <a:lnTo>
                  <a:pt x="289624" y="15803"/>
                </a:lnTo>
                <a:lnTo>
                  <a:pt x="289630" y="15897"/>
                </a:lnTo>
                <a:lnTo>
                  <a:pt x="289635" y="15992"/>
                </a:lnTo>
                <a:lnTo>
                  <a:pt x="289640" y="16086"/>
                </a:lnTo>
                <a:lnTo>
                  <a:pt x="289644" y="16181"/>
                </a:lnTo>
                <a:lnTo>
                  <a:pt x="289647" y="16276"/>
                </a:lnTo>
                <a:lnTo>
                  <a:pt x="289650" y="16371"/>
                </a:lnTo>
                <a:lnTo>
                  <a:pt x="289652" y="16466"/>
                </a:lnTo>
                <a:lnTo>
                  <a:pt x="289654" y="16562"/>
                </a:lnTo>
                <a:lnTo>
                  <a:pt x="289655" y="16658"/>
                </a:lnTo>
                <a:lnTo>
                  <a:pt x="289655" y="16754"/>
                </a:lnTo>
                <a:lnTo>
                  <a:pt x="289654" y="16842"/>
                </a:lnTo>
                <a:lnTo>
                  <a:pt x="289653" y="16930"/>
                </a:lnTo>
                <a:lnTo>
                  <a:pt x="289652" y="17017"/>
                </a:lnTo>
                <a:lnTo>
                  <a:pt x="289649" y="17105"/>
                </a:lnTo>
                <a:lnTo>
                  <a:pt x="289646" y="17192"/>
                </a:lnTo>
                <a:lnTo>
                  <a:pt x="289642" y="17280"/>
                </a:lnTo>
                <a:close/>
                <a:moveTo>
                  <a:pt x="500341" y="22919"/>
                </a:moveTo>
                <a:lnTo>
                  <a:pt x="500340" y="22896"/>
                </a:lnTo>
                <a:lnTo>
                  <a:pt x="500339" y="22873"/>
                </a:lnTo>
                <a:lnTo>
                  <a:pt x="500338" y="22851"/>
                </a:lnTo>
                <a:lnTo>
                  <a:pt x="500337" y="22830"/>
                </a:lnTo>
                <a:lnTo>
                  <a:pt x="500336" y="22808"/>
                </a:lnTo>
                <a:lnTo>
                  <a:pt x="500335" y="22787"/>
                </a:lnTo>
                <a:lnTo>
                  <a:pt x="500333" y="22766"/>
                </a:lnTo>
                <a:lnTo>
                  <a:pt x="500332" y="22746"/>
                </a:lnTo>
                <a:lnTo>
                  <a:pt x="500330" y="22726"/>
                </a:lnTo>
                <a:lnTo>
                  <a:pt x="500328" y="22706"/>
                </a:lnTo>
                <a:lnTo>
                  <a:pt x="500326" y="22687"/>
                </a:lnTo>
                <a:lnTo>
                  <a:pt x="500324" y="22668"/>
                </a:lnTo>
                <a:lnTo>
                  <a:pt x="500322" y="22649"/>
                </a:lnTo>
                <a:lnTo>
                  <a:pt x="500320" y="22631"/>
                </a:lnTo>
                <a:lnTo>
                  <a:pt x="500317" y="22613"/>
                </a:lnTo>
                <a:lnTo>
                  <a:pt x="500315" y="22596"/>
                </a:lnTo>
                <a:lnTo>
                  <a:pt x="500312" y="22578"/>
                </a:lnTo>
                <a:lnTo>
                  <a:pt x="500310" y="22561"/>
                </a:lnTo>
                <a:lnTo>
                  <a:pt x="500307" y="22545"/>
                </a:lnTo>
                <a:lnTo>
                  <a:pt x="500304" y="22529"/>
                </a:lnTo>
                <a:lnTo>
                  <a:pt x="500301" y="22513"/>
                </a:lnTo>
                <a:lnTo>
                  <a:pt x="500298" y="22497"/>
                </a:lnTo>
                <a:lnTo>
                  <a:pt x="500295" y="22482"/>
                </a:lnTo>
                <a:lnTo>
                  <a:pt x="500292" y="22466"/>
                </a:lnTo>
                <a:lnTo>
                  <a:pt x="500289" y="22452"/>
                </a:lnTo>
                <a:lnTo>
                  <a:pt x="500286" y="22437"/>
                </a:lnTo>
                <a:lnTo>
                  <a:pt x="500283" y="22423"/>
                </a:lnTo>
                <a:lnTo>
                  <a:pt x="500280" y="22409"/>
                </a:lnTo>
                <a:lnTo>
                  <a:pt x="500277" y="22395"/>
                </a:lnTo>
                <a:lnTo>
                  <a:pt x="500274" y="22382"/>
                </a:lnTo>
                <a:lnTo>
                  <a:pt x="500271" y="22369"/>
                </a:lnTo>
                <a:lnTo>
                  <a:pt x="500268" y="22356"/>
                </a:lnTo>
                <a:lnTo>
                  <a:pt x="500265" y="22343"/>
                </a:lnTo>
                <a:lnTo>
                  <a:pt x="500261" y="22331"/>
                </a:lnTo>
                <a:lnTo>
                  <a:pt x="500258" y="22319"/>
                </a:lnTo>
                <a:lnTo>
                  <a:pt x="500255" y="22308"/>
                </a:lnTo>
                <a:lnTo>
                  <a:pt x="500251" y="22296"/>
                </a:lnTo>
                <a:lnTo>
                  <a:pt x="500248" y="22285"/>
                </a:lnTo>
                <a:lnTo>
                  <a:pt x="500245" y="22274"/>
                </a:lnTo>
                <a:lnTo>
                  <a:pt x="500241" y="22264"/>
                </a:lnTo>
                <a:lnTo>
                  <a:pt x="500238" y="22254"/>
                </a:lnTo>
                <a:lnTo>
                  <a:pt x="500234" y="22244"/>
                </a:lnTo>
                <a:lnTo>
                  <a:pt x="500231" y="22234"/>
                </a:lnTo>
                <a:lnTo>
                  <a:pt x="500227" y="22225"/>
                </a:lnTo>
                <a:lnTo>
                  <a:pt x="500223" y="22216"/>
                </a:lnTo>
                <a:lnTo>
                  <a:pt x="500220" y="22207"/>
                </a:lnTo>
                <a:lnTo>
                  <a:pt x="500216" y="22198"/>
                </a:lnTo>
                <a:lnTo>
                  <a:pt x="500211" y="22190"/>
                </a:lnTo>
                <a:lnTo>
                  <a:pt x="500207" y="22182"/>
                </a:lnTo>
                <a:lnTo>
                  <a:pt x="500203" y="22174"/>
                </a:lnTo>
                <a:lnTo>
                  <a:pt x="500198" y="22167"/>
                </a:lnTo>
                <a:lnTo>
                  <a:pt x="500194" y="22160"/>
                </a:lnTo>
                <a:lnTo>
                  <a:pt x="500189" y="22153"/>
                </a:lnTo>
                <a:lnTo>
                  <a:pt x="500184" y="22146"/>
                </a:lnTo>
                <a:lnTo>
                  <a:pt x="500179" y="22139"/>
                </a:lnTo>
                <a:lnTo>
                  <a:pt x="500174" y="22133"/>
                </a:lnTo>
                <a:lnTo>
                  <a:pt x="500169" y="22127"/>
                </a:lnTo>
                <a:lnTo>
                  <a:pt x="500164" y="22121"/>
                </a:lnTo>
                <a:lnTo>
                  <a:pt x="500158" y="22116"/>
                </a:lnTo>
                <a:lnTo>
                  <a:pt x="500153" y="22111"/>
                </a:lnTo>
                <a:lnTo>
                  <a:pt x="500147" y="22106"/>
                </a:lnTo>
                <a:lnTo>
                  <a:pt x="500142" y="22101"/>
                </a:lnTo>
                <a:lnTo>
                  <a:pt x="500136" y="22097"/>
                </a:lnTo>
                <a:lnTo>
                  <a:pt x="500130" y="22093"/>
                </a:lnTo>
                <a:lnTo>
                  <a:pt x="500124" y="22089"/>
                </a:lnTo>
                <a:lnTo>
                  <a:pt x="500117" y="22085"/>
                </a:lnTo>
                <a:lnTo>
                  <a:pt x="500111" y="22082"/>
                </a:lnTo>
                <a:lnTo>
                  <a:pt x="500105" y="22079"/>
                </a:lnTo>
                <a:lnTo>
                  <a:pt x="500099" y="22075"/>
                </a:lnTo>
                <a:lnTo>
                  <a:pt x="500092" y="22072"/>
                </a:lnTo>
                <a:lnTo>
                  <a:pt x="500086" y="22070"/>
                </a:lnTo>
                <a:lnTo>
                  <a:pt x="500079" y="22067"/>
                </a:lnTo>
                <a:lnTo>
                  <a:pt x="500073" y="22064"/>
                </a:lnTo>
                <a:lnTo>
                  <a:pt x="500066" y="22062"/>
                </a:lnTo>
                <a:lnTo>
                  <a:pt x="500060" y="22060"/>
                </a:lnTo>
                <a:lnTo>
                  <a:pt x="500053" y="22058"/>
                </a:lnTo>
                <a:lnTo>
                  <a:pt x="500047" y="22056"/>
                </a:lnTo>
                <a:lnTo>
                  <a:pt x="500040" y="22054"/>
                </a:lnTo>
                <a:lnTo>
                  <a:pt x="500034" y="22052"/>
                </a:lnTo>
                <a:lnTo>
                  <a:pt x="500027" y="22051"/>
                </a:lnTo>
                <a:lnTo>
                  <a:pt x="500020" y="22049"/>
                </a:lnTo>
                <a:lnTo>
                  <a:pt x="500013" y="22048"/>
                </a:lnTo>
                <a:lnTo>
                  <a:pt x="500007" y="22047"/>
                </a:lnTo>
                <a:lnTo>
                  <a:pt x="500000" y="22046"/>
                </a:lnTo>
                <a:lnTo>
                  <a:pt x="499993" y="22045"/>
                </a:lnTo>
                <a:lnTo>
                  <a:pt x="499986" y="22045"/>
                </a:lnTo>
                <a:lnTo>
                  <a:pt x="499979" y="22044"/>
                </a:lnTo>
                <a:lnTo>
                  <a:pt x="499973" y="22044"/>
                </a:lnTo>
                <a:lnTo>
                  <a:pt x="499966" y="22043"/>
                </a:lnTo>
                <a:lnTo>
                  <a:pt x="499959" y="22043"/>
                </a:lnTo>
                <a:lnTo>
                  <a:pt x="499947" y="22044"/>
                </a:lnTo>
                <a:lnTo>
                  <a:pt x="499936" y="22044"/>
                </a:lnTo>
                <a:lnTo>
                  <a:pt x="499925" y="22045"/>
                </a:lnTo>
                <a:lnTo>
                  <a:pt x="499913" y="22045"/>
                </a:lnTo>
                <a:lnTo>
                  <a:pt x="499902" y="22047"/>
                </a:lnTo>
                <a:lnTo>
                  <a:pt x="499890" y="22048"/>
                </a:lnTo>
                <a:lnTo>
                  <a:pt x="499878" y="22050"/>
                </a:lnTo>
                <a:lnTo>
                  <a:pt x="499866" y="22052"/>
                </a:lnTo>
                <a:lnTo>
                  <a:pt x="499854" y="22054"/>
                </a:lnTo>
                <a:lnTo>
                  <a:pt x="499841" y="22056"/>
                </a:lnTo>
                <a:lnTo>
                  <a:pt x="499829" y="22059"/>
                </a:lnTo>
                <a:lnTo>
                  <a:pt x="499817" y="22062"/>
                </a:lnTo>
                <a:lnTo>
                  <a:pt x="499804" y="22065"/>
                </a:lnTo>
                <a:lnTo>
                  <a:pt x="499791" y="22069"/>
                </a:lnTo>
                <a:lnTo>
                  <a:pt x="499779" y="22073"/>
                </a:lnTo>
                <a:lnTo>
                  <a:pt x="499766" y="22077"/>
                </a:lnTo>
                <a:lnTo>
                  <a:pt x="499753" y="22081"/>
                </a:lnTo>
                <a:lnTo>
                  <a:pt x="499739" y="22086"/>
                </a:lnTo>
                <a:lnTo>
                  <a:pt x="499726" y="22091"/>
                </a:lnTo>
                <a:lnTo>
                  <a:pt x="499713" y="22096"/>
                </a:lnTo>
                <a:lnTo>
                  <a:pt x="499699" y="22101"/>
                </a:lnTo>
                <a:lnTo>
                  <a:pt x="499685" y="22107"/>
                </a:lnTo>
                <a:lnTo>
                  <a:pt x="499672" y="22112"/>
                </a:lnTo>
                <a:lnTo>
                  <a:pt x="499658" y="22119"/>
                </a:lnTo>
                <a:lnTo>
                  <a:pt x="499644" y="22125"/>
                </a:lnTo>
                <a:lnTo>
                  <a:pt x="499630" y="22131"/>
                </a:lnTo>
                <a:lnTo>
                  <a:pt x="499615" y="22138"/>
                </a:lnTo>
                <a:lnTo>
                  <a:pt x="499600" y="22144"/>
                </a:lnTo>
                <a:lnTo>
                  <a:pt x="499585" y="22150"/>
                </a:lnTo>
                <a:lnTo>
                  <a:pt x="499570" y="22157"/>
                </a:lnTo>
                <a:lnTo>
                  <a:pt x="499555" y="22163"/>
                </a:lnTo>
                <a:lnTo>
                  <a:pt x="499539" y="22170"/>
                </a:lnTo>
                <a:lnTo>
                  <a:pt x="499523" y="22176"/>
                </a:lnTo>
                <a:lnTo>
                  <a:pt x="499507" y="22183"/>
                </a:lnTo>
                <a:lnTo>
                  <a:pt x="499491" y="22189"/>
                </a:lnTo>
                <a:lnTo>
                  <a:pt x="499474" y="22196"/>
                </a:lnTo>
                <a:lnTo>
                  <a:pt x="499457" y="22203"/>
                </a:lnTo>
                <a:lnTo>
                  <a:pt x="499440" y="22209"/>
                </a:lnTo>
                <a:lnTo>
                  <a:pt x="499423" y="22216"/>
                </a:lnTo>
                <a:lnTo>
                  <a:pt x="499405" y="22223"/>
                </a:lnTo>
                <a:lnTo>
                  <a:pt x="499388" y="22229"/>
                </a:lnTo>
                <a:lnTo>
                  <a:pt x="499370" y="22236"/>
                </a:lnTo>
                <a:lnTo>
                  <a:pt x="499351" y="22243"/>
                </a:lnTo>
                <a:lnTo>
                  <a:pt x="499333" y="22250"/>
                </a:lnTo>
                <a:lnTo>
                  <a:pt x="499314" y="22257"/>
                </a:lnTo>
                <a:lnTo>
                  <a:pt x="499295" y="22264"/>
                </a:lnTo>
                <a:lnTo>
                  <a:pt x="499276" y="22270"/>
                </a:lnTo>
                <a:lnTo>
                  <a:pt x="499257" y="22277"/>
                </a:lnTo>
                <a:lnTo>
                  <a:pt x="499237" y="22284"/>
                </a:lnTo>
                <a:lnTo>
                  <a:pt x="499217" y="22291"/>
                </a:lnTo>
                <a:lnTo>
                  <a:pt x="499197" y="22298"/>
                </a:lnTo>
                <a:lnTo>
                  <a:pt x="499177" y="22305"/>
                </a:lnTo>
                <a:lnTo>
                  <a:pt x="499156" y="22312"/>
                </a:lnTo>
                <a:lnTo>
                  <a:pt x="499136" y="22319"/>
                </a:lnTo>
                <a:lnTo>
                  <a:pt x="499115" y="22325"/>
                </a:lnTo>
                <a:lnTo>
                  <a:pt x="499093" y="22332"/>
                </a:lnTo>
                <a:lnTo>
                  <a:pt x="499072" y="22339"/>
                </a:lnTo>
                <a:lnTo>
                  <a:pt x="499050" y="22346"/>
                </a:lnTo>
                <a:lnTo>
                  <a:pt x="499028" y="22352"/>
                </a:lnTo>
                <a:lnTo>
                  <a:pt x="499006" y="22359"/>
                </a:lnTo>
                <a:lnTo>
                  <a:pt x="498984" y="22365"/>
                </a:lnTo>
                <a:lnTo>
                  <a:pt x="498961" y="22372"/>
                </a:lnTo>
                <a:lnTo>
                  <a:pt x="498938" y="22379"/>
                </a:lnTo>
                <a:lnTo>
                  <a:pt x="498915" y="22385"/>
                </a:lnTo>
                <a:lnTo>
                  <a:pt x="498892" y="22392"/>
                </a:lnTo>
                <a:lnTo>
                  <a:pt x="498868" y="22398"/>
                </a:lnTo>
                <a:lnTo>
                  <a:pt x="498844" y="22404"/>
                </a:lnTo>
                <a:lnTo>
                  <a:pt x="498820" y="22411"/>
                </a:lnTo>
                <a:lnTo>
                  <a:pt x="498796" y="22417"/>
                </a:lnTo>
                <a:lnTo>
                  <a:pt x="498772" y="22424"/>
                </a:lnTo>
                <a:lnTo>
                  <a:pt x="498747" y="22430"/>
                </a:lnTo>
                <a:lnTo>
                  <a:pt x="498722" y="22436"/>
                </a:lnTo>
                <a:lnTo>
                  <a:pt x="498697" y="22442"/>
                </a:lnTo>
                <a:lnTo>
                  <a:pt x="498671" y="22448"/>
                </a:lnTo>
                <a:lnTo>
                  <a:pt x="498645" y="22454"/>
                </a:lnTo>
                <a:lnTo>
                  <a:pt x="498619" y="22459"/>
                </a:lnTo>
                <a:lnTo>
                  <a:pt x="498593" y="22464"/>
                </a:lnTo>
                <a:lnTo>
                  <a:pt x="498566" y="22469"/>
                </a:lnTo>
                <a:lnTo>
                  <a:pt x="498539" y="22474"/>
                </a:lnTo>
                <a:lnTo>
                  <a:pt x="498512" y="22478"/>
                </a:lnTo>
                <a:lnTo>
                  <a:pt x="498485" y="22482"/>
                </a:lnTo>
                <a:lnTo>
                  <a:pt x="498457" y="22486"/>
                </a:lnTo>
                <a:lnTo>
                  <a:pt x="498429" y="22489"/>
                </a:lnTo>
                <a:lnTo>
                  <a:pt x="498400" y="22493"/>
                </a:lnTo>
                <a:lnTo>
                  <a:pt x="498372" y="22496"/>
                </a:lnTo>
                <a:lnTo>
                  <a:pt x="498343" y="22498"/>
                </a:lnTo>
                <a:lnTo>
                  <a:pt x="498313" y="22501"/>
                </a:lnTo>
                <a:lnTo>
                  <a:pt x="498284" y="22503"/>
                </a:lnTo>
                <a:lnTo>
                  <a:pt x="498254" y="22505"/>
                </a:lnTo>
                <a:lnTo>
                  <a:pt x="498224" y="22507"/>
                </a:lnTo>
                <a:lnTo>
                  <a:pt x="498193" y="22508"/>
                </a:lnTo>
                <a:lnTo>
                  <a:pt x="498163" y="22509"/>
                </a:lnTo>
                <a:lnTo>
                  <a:pt x="498132" y="22510"/>
                </a:lnTo>
                <a:lnTo>
                  <a:pt x="498100" y="22511"/>
                </a:lnTo>
                <a:lnTo>
                  <a:pt x="498069" y="22511"/>
                </a:lnTo>
                <a:lnTo>
                  <a:pt x="498037" y="22511"/>
                </a:lnTo>
                <a:lnTo>
                  <a:pt x="497939" y="22510"/>
                </a:lnTo>
                <a:lnTo>
                  <a:pt x="497844" y="22506"/>
                </a:lnTo>
                <a:lnTo>
                  <a:pt x="497752" y="22499"/>
                </a:lnTo>
                <a:lnTo>
                  <a:pt x="497661" y="22489"/>
                </a:lnTo>
                <a:lnTo>
                  <a:pt x="497574" y="22477"/>
                </a:lnTo>
                <a:lnTo>
                  <a:pt x="497489" y="22462"/>
                </a:lnTo>
                <a:lnTo>
                  <a:pt x="497406" y="22444"/>
                </a:lnTo>
                <a:lnTo>
                  <a:pt x="497327" y="22423"/>
                </a:lnTo>
                <a:lnTo>
                  <a:pt x="497249" y="22399"/>
                </a:lnTo>
                <a:lnTo>
                  <a:pt x="497174" y="22373"/>
                </a:lnTo>
                <a:lnTo>
                  <a:pt x="497102" y="22344"/>
                </a:lnTo>
                <a:lnTo>
                  <a:pt x="497032" y="22312"/>
                </a:lnTo>
                <a:lnTo>
                  <a:pt x="496965" y="22278"/>
                </a:lnTo>
                <a:lnTo>
                  <a:pt x="496900" y="22241"/>
                </a:lnTo>
                <a:lnTo>
                  <a:pt x="496838" y="22200"/>
                </a:lnTo>
                <a:lnTo>
                  <a:pt x="496778" y="22158"/>
                </a:lnTo>
                <a:lnTo>
                  <a:pt x="496721" y="22112"/>
                </a:lnTo>
                <a:lnTo>
                  <a:pt x="496666" y="22064"/>
                </a:lnTo>
                <a:lnTo>
                  <a:pt x="496614" y="22013"/>
                </a:lnTo>
                <a:lnTo>
                  <a:pt x="496564" y="21959"/>
                </a:lnTo>
                <a:lnTo>
                  <a:pt x="496517" y="21902"/>
                </a:lnTo>
                <a:lnTo>
                  <a:pt x="496472" y="21843"/>
                </a:lnTo>
                <a:lnTo>
                  <a:pt x="496430" y="21780"/>
                </a:lnTo>
                <a:lnTo>
                  <a:pt x="496391" y="21715"/>
                </a:lnTo>
                <a:lnTo>
                  <a:pt x="496353" y="21648"/>
                </a:lnTo>
                <a:lnTo>
                  <a:pt x="496317" y="21577"/>
                </a:lnTo>
                <a:lnTo>
                  <a:pt x="496283" y="21504"/>
                </a:lnTo>
                <a:lnTo>
                  <a:pt x="496250" y="21429"/>
                </a:lnTo>
                <a:lnTo>
                  <a:pt x="496219" y="21351"/>
                </a:lnTo>
                <a:lnTo>
                  <a:pt x="496190" y="21270"/>
                </a:lnTo>
                <a:lnTo>
                  <a:pt x="496162" y="21186"/>
                </a:lnTo>
                <a:lnTo>
                  <a:pt x="496135" y="21100"/>
                </a:lnTo>
                <a:lnTo>
                  <a:pt x="496111" y="21011"/>
                </a:lnTo>
                <a:lnTo>
                  <a:pt x="496087" y="20919"/>
                </a:lnTo>
                <a:lnTo>
                  <a:pt x="496066" y="20825"/>
                </a:lnTo>
                <a:lnTo>
                  <a:pt x="496046" y="20728"/>
                </a:lnTo>
                <a:lnTo>
                  <a:pt x="496028" y="20629"/>
                </a:lnTo>
                <a:lnTo>
                  <a:pt x="496011" y="20527"/>
                </a:lnTo>
                <a:lnTo>
                  <a:pt x="495996" y="20422"/>
                </a:lnTo>
                <a:lnTo>
                  <a:pt x="495982" y="20315"/>
                </a:lnTo>
                <a:lnTo>
                  <a:pt x="495970" y="20205"/>
                </a:lnTo>
                <a:lnTo>
                  <a:pt x="495960" y="20092"/>
                </a:lnTo>
                <a:lnTo>
                  <a:pt x="495951" y="19977"/>
                </a:lnTo>
                <a:lnTo>
                  <a:pt x="495944" y="19859"/>
                </a:lnTo>
                <a:lnTo>
                  <a:pt x="495938" y="19738"/>
                </a:lnTo>
                <a:lnTo>
                  <a:pt x="495934" y="19615"/>
                </a:lnTo>
                <a:lnTo>
                  <a:pt x="495932" y="19489"/>
                </a:lnTo>
                <a:lnTo>
                  <a:pt x="495931" y="19361"/>
                </a:lnTo>
                <a:lnTo>
                  <a:pt x="495931" y="10946"/>
                </a:lnTo>
                <a:lnTo>
                  <a:pt x="499792" y="10946"/>
                </a:lnTo>
                <a:lnTo>
                  <a:pt x="499812" y="10946"/>
                </a:lnTo>
                <a:lnTo>
                  <a:pt x="499833" y="10945"/>
                </a:lnTo>
                <a:lnTo>
                  <a:pt x="499853" y="10942"/>
                </a:lnTo>
                <a:lnTo>
                  <a:pt x="499872" y="10939"/>
                </a:lnTo>
                <a:lnTo>
                  <a:pt x="499892" y="10935"/>
                </a:lnTo>
                <a:lnTo>
                  <a:pt x="499911" y="10930"/>
                </a:lnTo>
                <a:lnTo>
                  <a:pt x="499929" y="10924"/>
                </a:lnTo>
                <a:lnTo>
                  <a:pt x="499948" y="10917"/>
                </a:lnTo>
                <a:lnTo>
                  <a:pt x="499965" y="10909"/>
                </a:lnTo>
                <a:lnTo>
                  <a:pt x="499983" y="10900"/>
                </a:lnTo>
                <a:lnTo>
                  <a:pt x="500000" y="10890"/>
                </a:lnTo>
                <a:lnTo>
                  <a:pt x="500017" y="10880"/>
                </a:lnTo>
                <a:lnTo>
                  <a:pt x="500034" y="10868"/>
                </a:lnTo>
                <a:lnTo>
                  <a:pt x="500050" y="10856"/>
                </a:lnTo>
                <a:lnTo>
                  <a:pt x="500066" y="10842"/>
                </a:lnTo>
                <a:lnTo>
                  <a:pt x="500081" y="10828"/>
                </a:lnTo>
                <a:lnTo>
                  <a:pt x="500096" y="10812"/>
                </a:lnTo>
                <a:lnTo>
                  <a:pt x="500111" y="10796"/>
                </a:lnTo>
                <a:lnTo>
                  <a:pt x="500126" y="10779"/>
                </a:lnTo>
                <a:lnTo>
                  <a:pt x="500140" y="10761"/>
                </a:lnTo>
                <a:lnTo>
                  <a:pt x="500153" y="10742"/>
                </a:lnTo>
                <a:lnTo>
                  <a:pt x="500167" y="10722"/>
                </a:lnTo>
                <a:lnTo>
                  <a:pt x="500180" y="10701"/>
                </a:lnTo>
                <a:lnTo>
                  <a:pt x="500193" y="10679"/>
                </a:lnTo>
                <a:lnTo>
                  <a:pt x="500205" y="10656"/>
                </a:lnTo>
                <a:lnTo>
                  <a:pt x="500217" y="10632"/>
                </a:lnTo>
                <a:lnTo>
                  <a:pt x="500228" y="10607"/>
                </a:lnTo>
                <a:lnTo>
                  <a:pt x="500239" y="10581"/>
                </a:lnTo>
                <a:lnTo>
                  <a:pt x="500249" y="10553"/>
                </a:lnTo>
                <a:lnTo>
                  <a:pt x="500258" y="10525"/>
                </a:lnTo>
                <a:lnTo>
                  <a:pt x="500268" y="10495"/>
                </a:lnTo>
                <a:lnTo>
                  <a:pt x="500276" y="10464"/>
                </a:lnTo>
                <a:lnTo>
                  <a:pt x="500284" y="10432"/>
                </a:lnTo>
                <a:lnTo>
                  <a:pt x="500292" y="10398"/>
                </a:lnTo>
                <a:lnTo>
                  <a:pt x="500299" y="10364"/>
                </a:lnTo>
                <a:lnTo>
                  <a:pt x="500305" y="10328"/>
                </a:lnTo>
                <a:lnTo>
                  <a:pt x="500311" y="10291"/>
                </a:lnTo>
                <a:lnTo>
                  <a:pt x="500317" y="10253"/>
                </a:lnTo>
                <a:lnTo>
                  <a:pt x="500322" y="10214"/>
                </a:lnTo>
                <a:lnTo>
                  <a:pt x="500326" y="10174"/>
                </a:lnTo>
                <a:lnTo>
                  <a:pt x="500330" y="10133"/>
                </a:lnTo>
                <a:lnTo>
                  <a:pt x="500334" y="10090"/>
                </a:lnTo>
                <a:lnTo>
                  <a:pt x="500337" y="10046"/>
                </a:lnTo>
                <a:lnTo>
                  <a:pt x="500339" y="10001"/>
                </a:lnTo>
                <a:lnTo>
                  <a:pt x="500341" y="9955"/>
                </a:lnTo>
                <a:lnTo>
                  <a:pt x="500342" y="9908"/>
                </a:lnTo>
                <a:lnTo>
                  <a:pt x="500343" y="9860"/>
                </a:lnTo>
                <a:lnTo>
                  <a:pt x="500343" y="9810"/>
                </a:lnTo>
                <a:lnTo>
                  <a:pt x="500343" y="9784"/>
                </a:lnTo>
                <a:lnTo>
                  <a:pt x="500343" y="9758"/>
                </a:lnTo>
                <a:lnTo>
                  <a:pt x="500343" y="9732"/>
                </a:lnTo>
                <a:lnTo>
                  <a:pt x="500342" y="9707"/>
                </a:lnTo>
                <a:lnTo>
                  <a:pt x="500342" y="9682"/>
                </a:lnTo>
                <a:lnTo>
                  <a:pt x="500341" y="9658"/>
                </a:lnTo>
                <a:lnTo>
                  <a:pt x="500340" y="9633"/>
                </a:lnTo>
                <a:lnTo>
                  <a:pt x="500339" y="9610"/>
                </a:lnTo>
                <a:lnTo>
                  <a:pt x="500338" y="9586"/>
                </a:lnTo>
                <a:lnTo>
                  <a:pt x="500337" y="9563"/>
                </a:lnTo>
                <a:lnTo>
                  <a:pt x="500336" y="9540"/>
                </a:lnTo>
                <a:lnTo>
                  <a:pt x="500335" y="9518"/>
                </a:lnTo>
                <a:lnTo>
                  <a:pt x="500333" y="9495"/>
                </a:lnTo>
                <a:lnTo>
                  <a:pt x="500332" y="9474"/>
                </a:lnTo>
                <a:lnTo>
                  <a:pt x="500330" y="9452"/>
                </a:lnTo>
                <a:lnTo>
                  <a:pt x="500328" y="9431"/>
                </a:lnTo>
                <a:lnTo>
                  <a:pt x="500326" y="9411"/>
                </a:lnTo>
                <a:lnTo>
                  <a:pt x="500324" y="9390"/>
                </a:lnTo>
                <a:lnTo>
                  <a:pt x="500322" y="9370"/>
                </a:lnTo>
                <a:lnTo>
                  <a:pt x="500320" y="9350"/>
                </a:lnTo>
                <a:lnTo>
                  <a:pt x="500317" y="9331"/>
                </a:lnTo>
                <a:lnTo>
                  <a:pt x="500315" y="9312"/>
                </a:lnTo>
                <a:lnTo>
                  <a:pt x="500312" y="9294"/>
                </a:lnTo>
                <a:lnTo>
                  <a:pt x="500310" y="9275"/>
                </a:lnTo>
                <a:lnTo>
                  <a:pt x="500307" y="9257"/>
                </a:lnTo>
                <a:lnTo>
                  <a:pt x="500304" y="9240"/>
                </a:lnTo>
                <a:lnTo>
                  <a:pt x="500301" y="9222"/>
                </a:lnTo>
                <a:lnTo>
                  <a:pt x="500297" y="9205"/>
                </a:lnTo>
                <a:lnTo>
                  <a:pt x="500294" y="9188"/>
                </a:lnTo>
                <a:lnTo>
                  <a:pt x="500290" y="9171"/>
                </a:lnTo>
                <a:lnTo>
                  <a:pt x="500287" y="9155"/>
                </a:lnTo>
                <a:lnTo>
                  <a:pt x="500283" y="9139"/>
                </a:lnTo>
                <a:lnTo>
                  <a:pt x="500279" y="9123"/>
                </a:lnTo>
                <a:lnTo>
                  <a:pt x="500275" y="9107"/>
                </a:lnTo>
                <a:lnTo>
                  <a:pt x="500270" y="9092"/>
                </a:lnTo>
                <a:lnTo>
                  <a:pt x="500266" y="9077"/>
                </a:lnTo>
                <a:lnTo>
                  <a:pt x="500261" y="9062"/>
                </a:lnTo>
                <a:lnTo>
                  <a:pt x="500256" y="9047"/>
                </a:lnTo>
                <a:lnTo>
                  <a:pt x="500252" y="9033"/>
                </a:lnTo>
                <a:lnTo>
                  <a:pt x="500247" y="9019"/>
                </a:lnTo>
                <a:lnTo>
                  <a:pt x="500241" y="9005"/>
                </a:lnTo>
                <a:lnTo>
                  <a:pt x="500236" y="8992"/>
                </a:lnTo>
                <a:lnTo>
                  <a:pt x="500231" y="8978"/>
                </a:lnTo>
                <a:lnTo>
                  <a:pt x="500225" y="8965"/>
                </a:lnTo>
                <a:lnTo>
                  <a:pt x="500219" y="8953"/>
                </a:lnTo>
                <a:lnTo>
                  <a:pt x="500213" y="8940"/>
                </a:lnTo>
                <a:lnTo>
                  <a:pt x="500207" y="8928"/>
                </a:lnTo>
                <a:lnTo>
                  <a:pt x="500201" y="8916"/>
                </a:lnTo>
                <a:lnTo>
                  <a:pt x="500195" y="8904"/>
                </a:lnTo>
                <a:lnTo>
                  <a:pt x="500188" y="8893"/>
                </a:lnTo>
                <a:lnTo>
                  <a:pt x="500182" y="8882"/>
                </a:lnTo>
                <a:lnTo>
                  <a:pt x="500175" y="8871"/>
                </a:lnTo>
                <a:lnTo>
                  <a:pt x="500169" y="8860"/>
                </a:lnTo>
                <a:lnTo>
                  <a:pt x="500162" y="8850"/>
                </a:lnTo>
                <a:lnTo>
                  <a:pt x="500155" y="8840"/>
                </a:lnTo>
                <a:lnTo>
                  <a:pt x="500148" y="8831"/>
                </a:lnTo>
                <a:lnTo>
                  <a:pt x="500141" y="8821"/>
                </a:lnTo>
                <a:lnTo>
                  <a:pt x="500134" y="8812"/>
                </a:lnTo>
                <a:lnTo>
                  <a:pt x="500127" y="8803"/>
                </a:lnTo>
                <a:lnTo>
                  <a:pt x="500120" y="8795"/>
                </a:lnTo>
                <a:lnTo>
                  <a:pt x="500112" y="8787"/>
                </a:lnTo>
                <a:lnTo>
                  <a:pt x="500105" y="8779"/>
                </a:lnTo>
                <a:lnTo>
                  <a:pt x="500097" y="8771"/>
                </a:lnTo>
                <a:lnTo>
                  <a:pt x="500090" y="8764"/>
                </a:lnTo>
                <a:lnTo>
                  <a:pt x="500082" y="8757"/>
                </a:lnTo>
                <a:lnTo>
                  <a:pt x="500074" y="8750"/>
                </a:lnTo>
                <a:lnTo>
                  <a:pt x="500066" y="8743"/>
                </a:lnTo>
                <a:lnTo>
                  <a:pt x="500058" y="8737"/>
                </a:lnTo>
                <a:lnTo>
                  <a:pt x="500050" y="8731"/>
                </a:lnTo>
                <a:lnTo>
                  <a:pt x="500042" y="8726"/>
                </a:lnTo>
                <a:lnTo>
                  <a:pt x="500034" y="8720"/>
                </a:lnTo>
                <a:lnTo>
                  <a:pt x="500026" y="8715"/>
                </a:lnTo>
                <a:lnTo>
                  <a:pt x="500017" y="8711"/>
                </a:lnTo>
                <a:lnTo>
                  <a:pt x="500009" y="8706"/>
                </a:lnTo>
                <a:lnTo>
                  <a:pt x="500000" y="8702"/>
                </a:lnTo>
                <a:lnTo>
                  <a:pt x="499991" y="8698"/>
                </a:lnTo>
                <a:lnTo>
                  <a:pt x="499982" y="8694"/>
                </a:lnTo>
                <a:lnTo>
                  <a:pt x="499973" y="8690"/>
                </a:lnTo>
                <a:lnTo>
                  <a:pt x="499964" y="8686"/>
                </a:lnTo>
                <a:lnTo>
                  <a:pt x="499955" y="8683"/>
                </a:lnTo>
                <a:lnTo>
                  <a:pt x="499946" y="8680"/>
                </a:lnTo>
                <a:lnTo>
                  <a:pt x="499936" y="8677"/>
                </a:lnTo>
                <a:lnTo>
                  <a:pt x="499927" y="8674"/>
                </a:lnTo>
                <a:lnTo>
                  <a:pt x="499917" y="8672"/>
                </a:lnTo>
                <a:lnTo>
                  <a:pt x="499907" y="8669"/>
                </a:lnTo>
                <a:lnTo>
                  <a:pt x="499897" y="8667"/>
                </a:lnTo>
                <a:lnTo>
                  <a:pt x="499887" y="8665"/>
                </a:lnTo>
                <a:lnTo>
                  <a:pt x="499877" y="8663"/>
                </a:lnTo>
                <a:lnTo>
                  <a:pt x="499867" y="8662"/>
                </a:lnTo>
                <a:lnTo>
                  <a:pt x="499856" y="8661"/>
                </a:lnTo>
                <a:lnTo>
                  <a:pt x="499846" y="8659"/>
                </a:lnTo>
                <a:lnTo>
                  <a:pt x="499835" y="8659"/>
                </a:lnTo>
                <a:lnTo>
                  <a:pt x="499824" y="8658"/>
                </a:lnTo>
                <a:lnTo>
                  <a:pt x="499814" y="8657"/>
                </a:lnTo>
                <a:lnTo>
                  <a:pt x="499803" y="8657"/>
                </a:lnTo>
                <a:lnTo>
                  <a:pt x="499792" y="8657"/>
                </a:lnTo>
                <a:lnTo>
                  <a:pt x="495931" y="8657"/>
                </a:lnTo>
                <a:lnTo>
                  <a:pt x="495931" y="5081"/>
                </a:lnTo>
                <a:lnTo>
                  <a:pt x="495931" y="5071"/>
                </a:lnTo>
                <a:lnTo>
                  <a:pt x="495931" y="5061"/>
                </a:lnTo>
                <a:lnTo>
                  <a:pt x="495930" y="5052"/>
                </a:lnTo>
                <a:lnTo>
                  <a:pt x="495929" y="5042"/>
                </a:lnTo>
                <a:lnTo>
                  <a:pt x="495928" y="5032"/>
                </a:lnTo>
                <a:lnTo>
                  <a:pt x="495927" y="5023"/>
                </a:lnTo>
                <a:lnTo>
                  <a:pt x="495925" y="5014"/>
                </a:lnTo>
                <a:lnTo>
                  <a:pt x="495924" y="5004"/>
                </a:lnTo>
                <a:lnTo>
                  <a:pt x="495922" y="4995"/>
                </a:lnTo>
                <a:lnTo>
                  <a:pt x="495919" y="4986"/>
                </a:lnTo>
                <a:lnTo>
                  <a:pt x="495917" y="4977"/>
                </a:lnTo>
                <a:lnTo>
                  <a:pt x="495914" y="4968"/>
                </a:lnTo>
                <a:lnTo>
                  <a:pt x="495911" y="4959"/>
                </a:lnTo>
                <a:lnTo>
                  <a:pt x="495908" y="4950"/>
                </a:lnTo>
                <a:lnTo>
                  <a:pt x="495905" y="4941"/>
                </a:lnTo>
                <a:lnTo>
                  <a:pt x="495901" y="4932"/>
                </a:lnTo>
                <a:lnTo>
                  <a:pt x="495898" y="4923"/>
                </a:lnTo>
                <a:lnTo>
                  <a:pt x="495893" y="4914"/>
                </a:lnTo>
                <a:lnTo>
                  <a:pt x="495889" y="4906"/>
                </a:lnTo>
                <a:lnTo>
                  <a:pt x="495885" y="4897"/>
                </a:lnTo>
                <a:lnTo>
                  <a:pt x="495880" y="4889"/>
                </a:lnTo>
                <a:lnTo>
                  <a:pt x="495875" y="4880"/>
                </a:lnTo>
                <a:lnTo>
                  <a:pt x="495870" y="4872"/>
                </a:lnTo>
                <a:lnTo>
                  <a:pt x="495864" y="4863"/>
                </a:lnTo>
                <a:lnTo>
                  <a:pt x="495858" y="4855"/>
                </a:lnTo>
                <a:lnTo>
                  <a:pt x="495852" y="4847"/>
                </a:lnTo>
                <a:lnTo>
                  <a:pt x="495846" y="4839"/>
                </a:lnTo>
                <a:lnTo>
                  <a:pt x="495840" y="4831"/>
                </a:lnTo>
                <a:lnTo>
                  <a:pt x="495833" y="4823"/>
                </a:lnTo>
                <a:lnTo>
                  <a:pt x="495826" y="4815"/>
                </a:lnTo>
                <a:lnTo>
                  <a:pt x="495818" y="4807"/>
                </a:lnTo>
                <a:lnTo>
                  <a:pt x="495810" y="4799"/>
                </a:lnTo>
                <a:lnTo>
                  <a:pt x="495802" y="4792"/>
                </a:lnTo>
                <a:lnTo>
                  <a:pt x="495794" y="4784"/>
                </a:lnTo>
                <a:lnTo>
                  <a:pt x="495785" y="4777"/>
                </a:lnTo>
                <a:lnTo>
                  <a:pt x="495776" y="4769"/>
                </a:lnTo>
                <a:lnTo>
                  <a:pt x="495767" y="4762"/>
                </a:lnTo>
                <a:lnTo>
                  <a:pt x="495758" y="4755"/>
                </a:lnTo>
                <a:lnTo>
                  <a:pt x="495748" y="4748"/>
                </a:lnTo>
                <a:lnTo>
                  <a:pt x="495738" y="4741"/>
                </a:lnTo>
                <a:lnTo>
                  <a:pt x="495728" y="4734"/>
                </a:lnTo>
                <a:lnTo>
                  <a:pt x="495717" y="4727"/>
                </a:lnTo>
                <a:lnTo>
                  <a:pt x="495706" y="4720"/>
                </a:lnTo>
                <a:lnTo>
                  <a:pt x="495695" y="4714"/>
                </a:lnTo>
                <a:lnTo>
                  <a:pt x="495683" y="4707"/>
                </a:lnTo>
                <a:lnTo>
                  <a:pt x="495671" y="4700"/>
                </a:lnTo>
                <a:lnTo>
                  <a:pt x="495659" y="4694"/>
                </a:lnTo>
                <a:lnTo>
                  <a:pt x="495647" y="4688"/>
                </a:lnTo>
                <a:lnTo>
                  <a:pt x="495634" y="4682"/>
                </a:lnTo>
                <a:lnTo>
                  <a:pt x="495621" y="4676"/>
                </a:lnTo>
                <a:lnTo>
                  <a:pt x="495608" y="4670"/>
                </a:lnTo>
                <a:lnTo>
                  <a:pt x="495594" y="4664"/>
                </a:lnTo>
                <a:lnTo>
                  <a:pt x="495579" y="4658"/>
                </a:lnTo>
                <a:lnTo>
                  <a:pt x="495564" y="4653"/>
                </a:lnTo>
                <a:lnTo>
                  <a:pt x="495549" y="4647"/>
                </a:lnTo>
                <a:lnTo>
                  <a:pt x="495534" y="4642"/>
                </a:lnTo>
                <a:lnTo>
                  <a:pt x="495518" y="4637"/>
                </a:lnTo>
                <a:lnTo>
                  <a:pt x="495501" y="4632"/>
                </a:lnTo>
                <a:lnTo>
                  <a:pt x="495484" y="4628"/>
                </a:lnTo>
                <a:lnTo>
                  <a:pt x="495467" y="4623"/>
                </a:lnTo>
                <a:lnTo>
                  <a:pt x="495450" y="4619"/>
                </a:lnTo>
                <a:lnTo>
                  <a:pt x="495432" y="4614"/>
                </a:lnTo>
                <a:lnTo>
                  <a:pt x="495413" y="4610"/>
                </a:lnTo>
                <a:lnTo>
                  <a:pt x="495394" y="4606"/>
                </a:lnTo>
                <a:lnTo>
                  <a:pt x="495375" y="4602"/>
                </a:lnTo>
                <a:lnTo>
                  <a:pt x="495356" y="4598"/>
                </a:lnTo>
                <a:lnTo>
                  <a:pt x="495335" y="4595"/>
                </a:lnTo>
                <a:lnTo>
                  <a:pt x="495315" y="4591"/>
                </a:lnTo>
                <a:lnTo>
                  <a:pt x="495294" y="4588"/>
                </a:lnTo>
                <a:lnTo>
                  <a:pt x="495273" y="4585"/>
                </a:lnTo>
                <a:lnTo>
                  <a:pt x="495251" y="4582"/>
                </a:lnTo>
                <a:lnTo>
                  <a:pt x="495229" y="4579"/>
                </a:lnTo>
                <a:lnTo>
                  <a:pt x="495207" y="4576"/>
                </a:lnTo>
                <a:lnTo>
                  <a:pt x="495184" y="4574"/>
                </a:lnTo>
                <a:lnTo>
                  <a:pt x="495160" y="4571"/>
                </a:lnTo>
                <a:lnTo>
                  <a:pt x="495136" y="4569"/>
                </a:lnTo>
                <a:lnTo>
                  <a:pt x="495111" y="4567"/>
                </a:lnTo>
                <a:lnTo>
                  <a:pt x="495086" y="4565"/>
                </a:lnTo>
                <a:lnTo>
                  <a:pt x="495060" y="4562"/>
                </a:lnTo>
                <a:lnTo>
                  <a:pt x="495034" y="4561"/>
                </a:lnTo>
                <a:lnTo>
                  <a:pt x="495007" y="4559"/>
                </a:lnTo>
                <a:lnTo>
                  <a:pt x="494980" y="4557"/>
                </a:lnTo>
                <a:lnTo>
                  <a:pt x="494952" y="4556"/>
                </a:lnTo>
                <a:lnTo>
                  <a:pt x="494924" y="4554"/>
                </a:lnTo>
                <a:lnTo>
                  <a:pt x="494895" y="4553"/>
                </a:lnTo>
                <a:lnTo>
                  <a:pt x="494866" y="4552"/>
                </a:lnTo>
                <a:lnTo>
                  <a:pt x="494836" y="4550"/>
                </a:lnTo>
                <a:lnTo>
                  <a:pt x="494806" y="4549"/>
                </a:lnTo>
                <a:lnTo>
                  <a:pt x="494775" y="4549"/>
                </a:lnTo>
                <a:lnTo>
                  <a:pt x="494743" y="4548"/>
                </a:lnTo>
                <a:lnTo>
                  <a:pt x="494711" y="4547"/>
                </a:lnTo>
                <a:lnTo>
                  <a:pt x="494679" y="4547"/>
                </a:lnTo>
                <a:lnTo>
                  <a:pt x="494646" y="4546"/>
                </a:lnTo>
                <a:lnTo>
                  <a:pt x="494613" y="4546"/>
                </a:lnTo>
                <a:lnTo>
                  <a:pt x="494578" y="4546"/>
                </a:lnTo>
                <a:lnTo>
                  <a:pt x="494544" y="4546"/>
                </a:lnTo>
                <a:lnTo>
                  <a:pt x="494511" y="4546"/>
                </a:lnTo>
                <a:lnTo>
                  <a:pt x="494478" y="4546"/>
                </a:lnTo>
                <a:lnTo>
                  <a:pt x="494446" y="4546"/>
                </a:lnTo>
                <a:lnTo>
                  <a:pt x="494414" y="4547"/>
                </a:lnTo>
                <a:lnTo>
                  <a:pt x="494383" y="4547"/>
                </a:lnTo>
                <a:lnTo>
                  <a:pt x="494352" y="4548"/>
                </a:lnTo>
                <a:lnTo>
                  <a:pt x="494321" y="4549"/>
                </a:lnTo>
                <a:lnTo>
                  <a:pt x="494291" y="4549"/>
                </a:lnTo>
                <a:lnTo>
                  <a:pt x="494262" y="4550"/>
                </a:lnTo>
                <a:lnTo>
                  <a:pt x="494233" y="4552"/>
                </a:lnTo>
                <a:lnTo>
                  <a:pt x="494204" y="4553"/>
                </a:lnTo>
                <a:lnTo>
                  <a:pt x="494176" y="4554"/>
                </a:lnTo>
                <a:lnTo>
                  <a:pt x="494149" y="4556"/>
                </a:lnTo>
                <a:lnTo>
                  <a:pt x="494121" y="4557"/>
                </a:lnTo>
                <a:lnTo>
                  <a:pt x="494095" y="4559"/>
                </a:lnTo>
                <a:lnTo>
                  <a:pt x="494069" y="4561"/>
                </a:lnTo>
                <a:lnTo>
                  <a:pt x="494043" y="4562"/>
                </a:lnTo>
                <a:lnTo>
                  <a:pt x="494018" y="4565"/>
                </a:lnTo>
                <a:lnTo>
                  <a:pt x="493993" y="4567"/>
                </a:lnTo>
                <a:lnTo>
                  <a:pt x="493968" y="4569"/>
                </a:lnTo>
                <a:lnTo>
                  <a:pt x="493944" y="4571"/>
                </a:lnTo>
                <a:lnTo>
                  <a:pt x="493921" y="4574"/>
                </a:lnTo>
                <a:lnTo>
                  <a:pt x="493898" y="4576"/>
                </a:lnTo>
                <a:lnTo>
                  <a:pt x="493875" y="4579"/>
                </a:lnTo>
                <a:lnTo>
                  <a:pt x="493853" y="4582"/>
                </a:lnTo>
                <a:lnTo>
                  <a:pt x="493832" y="4585"/>
                </a:lnTo>
                <a:lnTo>
                  <a:pt x="493810" y="4588"/>
                </a:lnTo>
                <a:lnTo>
                  <a:pt x="493789" y="4591"/>
                </a:lnTo>
                <a:lnTo>
                  <a:pt x="493769" y="4595"/>
                </a:lnTo>
                <a:lnTo>
                  <a:pt x="493749" y="4598"/>
                </a:lnTo>
                <a:lnTo>
                  <a:pt x="493729" y="4602"/>
                </a:lnTo>
                <a:lnTo>
                  <a:pt x="493709" y="4606"/>
                </a:lnTo>
                <a:lnTo>
                  <a:pt x="493690" y="4610"/>
                </a:lnTo>
                <a:lnTo>
                  <a:pt x="493671" y="4614"/>
                </a:lnTo>
                <a:lnTo>
                  <a:pt x="493653" y="4619"/>
                </a:lnTo>
                <a:lnTo>
                  <a:pt x="493635" y="4623"/>
                </a:lnTo>
                <a:lnTo>
                  <a:pt x="493618" y="4628"/>
                </a:lnTo>
                <a:lnTo>
                  <a:pt x="493600" y="4632"/>
                </a:lnTo>
                <a:lnTo>
                  <a:pt x="493584" y="4637"/>
                </a:lnTo>
                <a:lnTo>
                  <a:pt x="493567" y="4642"/>
                </a:lnTo>
                <a:lnTo>
                  <a:pt x="493551" y="4647"/>
                </a:lnTo>
                <a:lnTo>
                  <a:pt x="493535" y="4653"/>
                </a:lnTo>
                <a:lnTo>
                  <a:pt x="493520" y="4658"/>
                </a:lnTo>
                <a:lnTo>
                  <a:pt x="493505" y="4664"/>
                </a:lnTo>
                <a:lnTo>
                  <a:pt x="493491" y="4670"/>
                </a:lnTo>
                <a:lnTo>
                  <a:pt x="493477" y="4676"/>
                </a:lnTo>
                <a:lnTo>
                  <a:pt x="493463" y="4682"/>
                </a:lnTo>
                <a:lnTo>
                  <a:pt x="493449" y="4688"/>
                </a:lnTo>
                <a:lnTo>
                  <a:pt x="493436" y="4694"/>
                </a:lnTo>
                <a:lnTo>
                  <a:pt x="493424" y="4700"/>
                </a:lnTo>
                <a:lnTo>
                  <a:pt x="493411" y="4707"/>
                </a:lnTo>
                <a:lnTo>
                  <a:pt x="493399" y="4714"/>
                </a:lnTo>
                <a:lnTo>
                  <a:pt x="493387" y="4720"/>
                </a:lnTo>
                <a:lnTo>
                  <a:pt x="493376" y="4727"/>
                </a:lnTo>
                <a:lnTo>
                  <a:pt x="493365" y="4734"/>
                </a:lnTo>
                <a:lnTo>
                  <a:pt x="493355" y="4741"/>
                </a:lnTo>
                <a:lnTo>
                  <a:pt x="493344" y="4748"/>
                </a:lnTo>
                <a:lnTo>
                  <a:pt x="493334" y="4755"/>
                </a:lnTo>
                <a:lnTo>
                  <a:pt x="493325" y="4762"/>
                </a:lnTo>
                <a:lnTo>
                  <a:pt x="493316" y="4769"/>
                </a:lnTo>
                <a:lnTo>
                  <a:pt x="493307" y="4777"/>
                </a:lnTo>
                <a:lnTo>
                  <a:pt x="493298" y="4784"/>
                </a:lnTo>
                <a:lnTo>
                  <a:pt x="493290" y="4792"/>
                </a:lnTo>
                <a:lnTo>
                  <a:pt x="493282" y="4799"/>
                </a:lnTo>
                <a:lnTo>
                  <a:pt x="493275" y="4807"/>
                </a:lnTo>
                <a:lnTo>
                  <a:pt x="493268" y="4815"/>
                </a:lnTo>
                <a:lnTo>
                  <a:pt x="493261" y="4823"/>
                </a:lnTo>
                <a:lnTo>
                  <a:pt x="493254" y="4831"/>
                </a:lnTo>
                <a:lnTo>
                  <a:pt x="493248" y="4839"/>
                </a:lnTo>
                <a:lnTo>
                  <a:pt x="493242" y="4847"/>
                </a:lnTo>
                <a:lnTo>
                  <a:pt x="493237" y="4855"/>
                </a:lnTo>
                <a:lnTo>
                  <a:pt x="493232" y="4863"/>
                </a:lnTo>
                <a:lnTo>
                  <a:pt x="493227" y="4872"/>
                </a:lnTo>
                <a:lnTo>
                  <a:pt x="493223" y="4880"/>
                </a:lnTo>
                <a:lnTo>
                  <a:pt x="493218" y="4889"/>
                </a:lnTo>
                <a:lnTo>
                  <a:pt x="493214" y="4897"/>
                </a:lnTo>
                <a:lnTo>
                  <a:pt x="493210" y="4906"/>
                </a:lnTo>
                <a:lnTo>
                  <a:pt x="493206" y="4914"/>
                </a:lnTo>
                <a:lnTo>
                  <a:pt x="493203" y="4923"/>
                </a:lnTo>
                <a:lnTo>
                  <a:pt x="493200" y="4932"/>
                </a:lnTo>
                <a:lnTo>
                  <a:pt x="493196" y="4941"/>
                </a:lnTo>
                <a:lnTo>
                  <a:pt x="493193" y="4950"/>
                </a:lnTo>
                <a:lnTo>
                  <a:pt x="493191" y="4959"/>
                </a:lnTo>
                <a:lnTo>
                  <a:pt x="493188" y="4968"/>
                </a:lnTo>
                <a:lnTo>
                  <a:pt x="493186" y="4977"/>
                </a:lnTo>
                <a:lnTo>
                  <a:pt x="493184" y="4986"/>
                </a:lnTo>
                <a:lnTo>
                  <a:pt x="493182" y="4995"/>
                </a:lnTo>
                <a:lnTo>
                  <a:pt x="493180" y="5004"/>
                </a:lnTo>
                <a:lnTo>
                  <a:pt x="493179" y="5014"/>
                </a:lnTo>
                <a:lnTo>
                  <a:pt x="493177" y="5023"/>
                </a:lnTo>
                <a:lnTo>
                  <a:pt x="493176" y="5032"/>
                </a:lnTo>
                <a:lnTo>
                  <a:pt x="493175" y="5042"/>
                </a:lnTo>
                <a:lnTo>
                  <a:pt x="493174" y="5052"/>
                </a:lnTo>
                <a:lnTo>
                  <a:pt x="493174" y="5061"/>
                </a:lnTo>
                <a:lnTo>
                  <a:pt x="493174" y="5071"/>
                </a:lnTo>
                <a:lnTo>
                  <a:pt x="493174" y="5081"/>
                </a:lnTo>
                <a:lnTo>
                  <a:pt x="493174" y="8657"/>
                </a:lnTo>
                <a:lnTo>
                  <a:pt x="491085" y="8657"/>
                </a:lnTo>
                <a:lnTo>
                  <a:pt x="491073" y="8657"/>
                </a:lnTo>
                <a:lnTo>
                  <a:pt x="491062" y="8657"/>
                </a:lnTo>
                <a:lnTo>
                  <a:pt x="491051" y="8658"/>
                </a:lnTo>
                <a:lnTo>
                  <a:pt x="491041" y="8659"/>
                </a:lnTo>
                <a:lnTo>
                  <a:pt x="491030" y="8659"/>
                </a:lnTo>
                <a:lnTo>
                  <a:pt x="491019" y="8661"/>
                </a:lnTo>
                <a:lnTo>
                  <a:pt x="491009" y="8662"/>
                </a:lnTo>
                <a:lnTo>
                  <a:pt x="490998" y="8663"/>
                </a:lnTo>
                <a:lnTo>
                  <a:pt x="490988" y="8665"/>
                </a:lnTo>
                <a:lnTo>
                  <a:pt x="490977" y="8667"/>
                </a:lnTo>
                <a:lnTo>
                  <a:pt x="490967" y="8669"/>
                </a:lnTo>
                <a:lnTo>
                  <a:pt x="490957" y="8672"/>
                </a:lnTo>
                <a:lnTo>
                  <a:pt x="490947" y="8674"/>
                </a:lnTo>
                <a:lnTo>
                  <a:pt x="490937" y="8677"/>
                </a:lnTo>
                <a:lnTo>
                  <a:pt x="490927" y="8680"/>
                </a:lnTo>
                <a:lnTo>
                  <a:pt x="490917" y="8683"/>
                </a:lnTo>
                <a:lnTo>
                  <a:pt x="490908" y="8686"/>
                </a:lnTo>
                <a:lnTo>
                  <a:pt x="490898" y="8690"/>
                </a:lnTo>
                <a:lnTo>
                  <a:pt x="490889" y="8694"/>
                </a:lnTo>
                <a:lnTo>
                  <a:pt x="490879" y="8698"/>
                </a:lnTo>
                <a:lnTo>
                  <a:pt x="490870" y="8702"/>
                </a:lnTo>
                <a:lnTo>
                  <a:pt x="490860" y="8706"/>
                </a:lnTo>
                <a:lnTo>
                  <a:pt x="490851" y="8711"/>
                </a:lnTo>
                <a:lnTo>
                  <a:pt x="490842" y="8715"/>
                </a:lnTo>
                <a:lnTo>
                  <a:pt x="490833" y="8720"/>
                </a:lnTo>
                <a:lnTo>
                  <a:pt x="490824" y="8726"/>
                </a:lnTo>
                <a:lnTo>
                  <a:pt x="490816" y="8731"/>
                </a:lnTo>
                <a:lnTo>
                  <a:pt x="490807" y="8737"/>
                </a:lnTo>
                <a:lnTo>
                  <a:pt x="490799" y="8743"/>
                </a:lnTo>
                <a:lnTo>
                  <a:pt x="490790" y="8750"/>
                </a:lnTo>
                <a:lnTo>
                  <a:pt x="490782" y="8757"/>
                </a:lnTo>
                <a:lnTo>
                  <a:pt x="490774" y="8764"/>
                </a:lnTo>
                <a:lnTo>
                  <a:pt x="490767" y="8771"/>
                </a:lnTo>
                <a:lnTo>
                  <a:pt x="490759" y="8779"/>
                </a:lnTo>
                <a:lnTo>
                  <a:pt x="490751" y="8787"/>
                </a:lnTo>
                <a:lnTo>
                  <a:pt x="490744" y="8795"/>
                </a:lnTo>
                <a:lnTo>
                  <a:pt x="490737" y="8803"/>
                </a:lnTo>
                <a:lnTo>
                  <a:pt x="490730" y="8812"/>
                </a:lnTo>
                <a:lnTo>
                  <a:pt x="490723" y="8821"/>
                </a:lnTo>
                <a:lnTo>
                  <a:pt x="490716" y="8831"/>
                </a:lnTo>
                <a:lnTo>
                  <a:pt x="490709" y="8840"/>
                </a:lnTo>
                <a:lnTo>
                  <a:pt x="490703" y="8850"/>
                </a:lnTo>
                <a:lnTo>
                  <a:pt x="490696" y="8860"/>
                </a:lnTo>
                <a:lnTo>
                  <a:pt x="490690" y="8871"/>
                </a:lnTo>
                <a:lnTo>
                  <a:pt x="490684" y="8882"/>
                </a:lnTo>
                <a:lnTo>
                  <a:pt x="490678" y="8893"/>
                </a:lnTo>
                <a:lnTo>
                  <a:pt x="490672" y="8904"/>
                </a:lnTo>
                <a:lnTo>
                  <a:pt x="490667" y="8916"/>
                </a:lnTo>
                <a:lnTo>
                  <a:pt x="490661" y="8928"/>
                </a:lnTo>
                <a:lnTo>
                  <a:pt x="490656" y="8940"/>
                </a:lnTo>
                <a:lnTo>
                  <a:pt x="490650" y="8953"/>
                </a:lnTo>
                <a:lnTo>
                  <a:pt x="490645" y="8965"/>
                </a:lnTo>
                <a:lnTo>
                  <a:pt x="490640" y="8978"/>
                </a:lnTo>
                <a:lnTo>
                  <a:pt x="490635" y="8992"/>
                </a:lnTo>
                <a:lnTo>
                  <a:pt x="490630" y="9005"/>
                </a:lnTo>
                <a:lnTo>
                  <a:pt x="490625" y="9019"/>
                </a:lnTo>
                <a:lnTo>
                  <a:pt x="490620" y="9033"/>
                </a:lnTo>
                <a:lnTo>
                  <a:pt x="490615" y="9047"/>
                </a:lnTo>
                <a:lnTo>
                  <a:pt x="490611" y="9062"/>
                </a:lnTo>
                <a:lnTo>
                  <a:pt x="490606" y="9077"/>
                </a:lnTo>
                <a:lnTo>
                  <a:pt x="490602" y="9092"/>
                </a:lnTo>
                <a:lnTo>
                  <a:pt x="490597" y="9107"/>
                </a:lnTo>
                <a:lnTo>
                  <a:pt x="490593" y="9123"/>
                </a:lnTo>
                <a:lnTo>
                  <a:pt x="490589" y="9139"/>
                </a:lnTo>
                <a:lnTo>
                  <a:pt x="490585" y="9155"/>
                </a:lnTo>
                <a:lnTo>
                  <a:pt x="490581" y="9171"/>
                </a:lnTo>
                <a:lnTo>
                  <a:pt x="490577" y="9188"/>
                </a:lnTo>
                <a:lnTo>
                  <a:pt x="490573" y="9205"/>
                </a:lnTo>
                <a:lnTo>
                  <a:pt x="490569" y="9222"/>
                </a:lnTo>
                <a:lnTo>
                  <a:pt x="490565" y="9240"/>
                </a:lnTo>
                <a:lnTo>
                  <a:pt x="490562" y="9257"/>
                </a:lnTo>
                <a:lnTo>
                  <a:pt x="490558" y="9275"/>
                </a:lnTo>
                <a:lnTo>
                  <a:pt x="490555" y="9294"/>
                </a:lnTo>
                <a:lnTo>
                  <a:pt x="490551" y="9312"/>
                </a:lnTo>
                <a:lnTo>
                  <a:pt x="490548" y="9331"/>
                </a:lnTo>
                <a:lnTo>
                  <a:pt x="490545" y="9350"/>
                </a:lnTo>
                <a:lnTo>
                  <a:pt x="490542" y="9370"/>
                </a:lnTo>
                <a:lnTo>
                  <a:pt x="490540" y="9390"/>
                </a:lnTo>
                <a:lnTo>
                  <a:pt x="490537" y="9411"/>
                </a:lnTo>
                <a:lnTo>
                  <a:pt x="490535" y="9431"/>
                </a:lnTo>
                <a:lnTo>
                  <a:pt x="490533" y="9452"/>
                </a:lnTo>
                <a:lnTo>
                  <a:pt x="490531" y="9474"/>
                </a:lnTo>
                <a:lnTo>
                  <a:pt x="490529" y="9495"/>
                </a:lnTo>
                <a:lnTo>
                  <a:pt x="490527" y="9518"/>
                </a:lnTo>
                <a:lnTo>
                  <a:pt x="490525" y="9540"/>
                </a:lnTo>
                <a:lnTo>
                  <a:pt x="490524" y="9563"/>
                </a:lnTo>
                <a:lnTo>
                  <a:pt x="490522" y="9586"/>
                </a:lnTo>
                <a:lnTo>
                  <a:pt x="490521" y="9610"/>
                </a:lnTo>
                <a:lnTo>
                  <a:pt x="490520" y="9633"/>
                </a:lnTo>
                <a:lnTo>
                  <a:pt x="490519" y="9658"/>
                </a:lnTo>
                <a:lnTo>
                  <a:pt x="490518" y="9682"/>
                </a:lnTo>
                <a:lnTo>
                  <a:pt x="490517" y="9707"/>
                </a:lnTo>
                <a:lnTo>
                  <a:pt x="490517" y="9732"/>
                </a:lnTo>
                <a:lnTo>
                  <a:pt x="490517" y="9758"/>
                </a:lnTo>
                <a:lnTo>
                  <a:pt x="490516" y="9784"/>
                </a:lnTo>
                <a:lnTo>
                  <a:pt x="490516" y="9810"/>
                </a:lnTo>
                <a:lnTo>
                  <a:pt x="490517" y="9860"/>
                </a:lnTo>
                <a:lnTo>
                  <a:pt x="490517" y="9908"/>
                </a:lnTo>
                <a:lnTo>
                  <a:pt x="490519" y="9955"/>
                </a:lnTo>
                <a:lnTo>
                  <a:pt x="490520" y="10001"/>
                </a:lnTo>
                <a:lnTo>
                  <a:pt x="490523" y="10046"/>
                </a:lnTo>
                <a:lnTo>
                  <a:pt x="490526" y="10090"/>
                </a:lnTo>
                <a:lnTo>
                  <a:pt x="490529" y="10133"/>
                </a:lnTo>
                <a:lnTo>
                  <a:pt x="490533" y="10174"/>
                </a:lnTo>
                <a:lnTo>
                  <a:pt x="490537" y="10214"/>
                </a:lnTo>
                <a:lnTo>
                  <a:pt x="490542" y="10253"/>
                </a:lnTo>
                <a:lnTo>
                  <a:pt x="490548" y="10291"/>
                </a:lnTo>
                <a:lnTo>
                  <a:pt x="490554" y="10328"/>
                </a:lnTo>
                <a:lnTo>
                  <a:pt x="490560" y="10364"/>
                </a:lnTo>
                <a:lnTo>
                  <a:pt x="490567" y="10398"/>
                </a:lnTo>
                <a:lnTo>
                  <a:pt x="490575" y="10432"/>
                </a:lnTo>
                <a:lnTo>
                  <a:pt x="490583" y="10464"/>
                </a:lnTo>
                <a:lnTo>
                  <a:pt x="490592" y="10495"/>
                </a:lnTo>
                <a:lnTo>
                  <a:pt x="490601" y="10525"/>
                </a:lnTo>
                <a:lnTo>
                  <a:pt x="490611" y="10553"/>
                </a:lnTo>
                <a:lnTo>
                  <a:pt x="490621" y="10581"/>
                </a:lnTo>
                <a:lnTo>
                  <a:pt x="490631" y="10607"/>
                </a:lnTo>
                <a:lnTo>
                  <a:pt x="490643" y="10632"/>
                </a:lnTo>
                <a:lnTo>
                  <a:pt x="490654" y="10656"/>
                </a:lnTo>
                <a:lnTo>
                  <a:pt x="490667" y="10679"/>
                </a:lnTo>
                <a:lnTo>
                  <a:pt x="490679" y="10701"/>
                </a:lnTo>
                <a:lnTo>
                  <a:pt x="490692" y="10722"/>
                </a:lnTo>
                <a:lnTo>
                  <a:pt x="490706" y="10742"/>
                </a:lnTo>
                <a:lnTo>
                  <a:pt x="490720" y="10761"/>
                </a:lnTo>
                <a:lnTo>
                  <a:pt x="490734" y="10779"/>
                </a:lnTo>
                <a:lnTo>
                  <a:pt x="490748" y="10796"/>
                </a:lnTo>
                <a:lnTo>
                  <a:pt x="490763" y="10812"/>
                </a:lnTo>
                <a:lnTo>
                  <a:pt x="490778" y="10828"/>
                </a:lnTo>
                <a:lnTo>
                  <a:pt x="490794" y="10842"/>
                </a:lnTo>
                <a:lnTo>
                  <a:pt x="490809" y="10856"/>
                </a:lnTo>
                <a:lnTo>
                  <a:pt x="490826" y="10868"/>
                </a:lnTo>
                <a:lnTo>
                  <a:pt x="490842" y="10880"/>
                </a:lnTo>
                <a:lnTo>
                  <a:pt x="490859" y="10890"/>
                </a:lnTo>
                <a:lnTo>
                  <a:pt x="490876" y="10900"/>
                </a:lnTo>
                <a:lnTo>
                  <a:pt x="490894" y="10909"/>
                </a:lnTo>
                <a:lnTo>
                  <a:pt x="490912" y="10917"/>
                </a:lnTo>
                <a:lnTo>
                  <a:pt x="490930" y="10924"/>
                </a:lnTo>
                <a:lnTo>
                  <a:pt x="490949" y="10930"/>
                </a:lnTo>
                <a:lnTo>
                  <a:pt x="490968" y="10935"/>
                </a:lnTo>
                <a:lnTo>
                  <a:pt x="490987" y="10939"/>
                </a:lnTo>
                <a:lnTo>
                  <a:pt x="491007" y="10942"/>
                </a:lnTo>
                <a:lnTo>
                  <a:pt x="491027" y="10945"/>
                </a:lnTo>
                <a:lnTo>
                  <a:pt x="491047" y="10946"/>
                </a:lnTo>
                <a:lnTo>
                  <a:pt x="491068" y="10946"/>
                </a:lnTo>
                <a:lnTo>
                  <a:pt x="493174" y="10946"/>
                </a:lnTo>
                <a:lnTo>
                  <a:pt x="493174" y="19759"/>
                </a:lnTo>
                <a:lnTo>
                  <a:pt x="493174" y="19867"/>
                </a:lnTo>
                <a:lnTo>
                  <a:pt x="493175" y="19974"/>
                </a:lnTo>
                <a:lnTo>
                  <a:pt x="493177" y="20080"/>
                </a:lnTo>
                <a:lnTo>
                  <a:pt x="493180" y="20185"/>
                </a:lnTo>
                <a:lnTo>
                  <a:pt x="493184" y="20288"/>
                </a:lnTo>
                <a:lnTo>
                  <a:pt x="493189" y="20390"/>
                </a:lnTo>
                <a:lnTo>
                  <a:pt x="493194" y="20492"/>
                </a:lnTo>
                <a:lnTo>
                  <a:pt x="493200" y="20591"/>
                </a:lnTo>
                <a:lnTo>
                  <a:pt x="493208" y="20690"/>
                </a:lnTo>
                <a:lnTo>
                  <a:pt x="493216" y="20788"/>
                </a:lnTo>
                <a:lnTo>
                  <a:pt x="493224" y="20884"/>
                </a:lnTo>
                <a:lnTo>
                  <a:pt x="493234" y="20979"/>
                </a:lnTo>
                <a:lnTo>
                  <a:pt x="493245" y="21073"/>
                </a:lnTo>
                <a:lnTo>
                  <a:pt x="493256" y="21166"/>
                </a:lnTo>
                <a:lnTo>
                  <a:pt x="493268" y="21258"/>
                </a:lnTo>
                <a:lnTo>
                  <a:pt x="493281" y="21348"/>
                </a:lnTo>
                <a:lnTo>
                  <a:pt x="493295" y="21437"/>
                </a:lnTo>
                <a:lnTo>
                  <a:pt x="493310" y="21525"/>
                </a:lnTo>
                <a:lnTo>
                  <a:pt x="493325" y="21612"/>
                </a:lnTo>
                <a:lnTo>
                  <a:pt x="493342" y="21698"/>
                </a:lnTo>
                <a:lnTo>
                  <a:pt x="493359" y="21782"/>
                </a:lnTo>
                <a:lnTo>
                  <a:pt x="493377" y="21865"/>
                </a:lnTo>
                <a:lnTo>
                  <a:pt x="493396" y="21947"/>
                </a:lnTo>
                <a:lnTo>
                  <a:pt x="493416" y="22028"/>
                </a:lnTo>
                <a:lnTo>
                  <a:pt x="493437" y="22108"/>
                </a:lnTo>
                <a:lnTo>
                  <a:pt x="493458" y="22186"/>
                </a:lnTo>
                <a:lnTo>
                  <a:pt x="493481" y="22264"/>
                </a:lnTo>
                <a:lnTo>
                  <a:pt x="493505" y="22340"/>
                </a:lnTo>
                <a:lnTo>
                  <a:pt x="493530" y="22415"/>
                </a:lnTo>
                <a:lnTo>
                  <a:pt x="493555" y="22489"/>
                </a:lnTo>
                <a:lnTo>
                  <a:pt x="493582" y="22562"/>
                </a:lnTo>
                <a:lnTo>
                  <a:pt x="493610" y="22633"/>
                </a:lnTo>
                <a:lnTo>
                  <a:pt x="493639" y="22703"/>
                </a:lnTo>
                <a:lnTo>
                  <a:pt x="493669" y="22773"/>
                </a:lnTo>
                <a:lnTo>
                  <a:pt x="493699" y="22841"/>
                </a:lnTo>
                <a:lnTo>
                  <a:pt x="493731" y="22908"/>
                </a:lnTo>
                <a:lnTo>
                  <a:pt x="493764" y="22973"/>
                </a:lnTo>
                <a:lnTo>
                  <a:pt x="493798" y="23038"/>
                </a:lnTo>
                <a:lnTo>
                  <a:pt x="493833" y="23101"/>
                </a:lnTo>
                <a:lnTo>
                  <a:pt x="493869" y="23164"/>
                </a:lnTo>
                <a:lnTo>
                  <a:pt x="493906" y="23225"/>
                </a:lnTo>
                <a:lnTo>
                  <a:pt x="493944" y="23285"/>
                </a:lnTo>
                <a:lnTo>
                  <a:pt x="493983" y="23343"/>
                </a:lnTo>
                <a:lnTo>
                  <a:pt x="494023" y="23401"/>
                </a:lnTo>
                <a:lnTo>
                  <a:pt x="494064" y="23457"/>
                </a:lnTo>
                <a:lnTo>
                  <a:pt x="494106" y="23513"/>
                </a:lnTo>
                <a:lnTo>
                  <a:pt x="494149" y="23567"/>
                </a:lnTo>
                <a:lnTo>
                  <a:pt x="494193" y="23620"/>
                </a:lnTo>
                <a:lnTo>
                  <a:pt x="494238" y="23671"/>
                </a:lnTo>
                <a:lnTo>
                  <a:pt x="494284" y="23722"/>
                </a:lnTo>
                <a:lnTo>
                  <a:pt x="494331" y="23772"/>
                </a:lnTo>
                <a:lnTo>
                  <a:pt x="494380" y="23820"/>
                </a:lnTo>
                <a:lnTo>
                  <a:pt x="494429" y="23868"/>
                </a:lnTo>
                <a:lnTo>
                  <a:pt x="494479" y="23914"/>
                </a:lnTo>
                <a:lnTo>
                  <a:pt x="494531" y="23959"/>
                </a:lnTo>
                <a:lnTo>
                  <a:pt x="494583" y="24003"/>
                </a:lnTo>
                <a:lnTo>
                  <a:pt x="494636" y="24046"/>
                </a:lnTo>
                <a:lnTo>
                  <a:pt x="494691" y="24088"/>
                </a:lnTo>
                <a:lnTo>
                  <a:pt x="494746" y="24129"/>
                </a:lnTo>
                <a:lnTo>
                  <a:pt x="494803" y="24168"/>
                </a:lnTo>
                <a:lnTo>
                  <a:pt x="494861" y="24207"/>
                </a:lnTo>
                <a:lnTo>
                  <a:pt x="494919" y="24244"/>
                </a:lnTo>
                <a:lnTo>
                  <a:pt x="494979" y="24281"/>
                </a:lnTo>
                <a:lnTo>
                  <a:pt x="495040" y="24316"/>
                </a:lnTo>
                <a:lnTo>
                  <a:pt x="495102" y="24350"/>
                </a:lnTo>
                <a:lnTo>
                  <a:pt x="495164" y="24383"/>
                </a:lnTo>
                <a:lnTo>
                  <a:pt x="495228" y="24415"/>
                </a:lnTo>
                <a:lnTo>
                  <a:pt x="495293" y="24446"/>
                </a:lnTo>
                <a:lnTo>
                  <a:pt x="495359" y="24476"/>
                </a:lnTo>
                <a:lnTo>
                  <a:pt x="495426" y="24504"/>
                </a:lnTo>
                <a:lnTo>
                  <a:pt x="495494" y="24532"/>
                </a:lnTo>
                <a:lnTo>
                  <a:pt x="495563" y="24558"/>
                </a:lnTo>
                <a:lnTo>
                  <a:pt x="495634" y="24583"/>
                </a:lnTo>
                <a:lnTo>
                  <a:pt x="495705" y="24608"/>
                </a:lnTo>
                <a:lnTo>
                  <a:pt x="495778" y="24631"/>
                </a:lnTo>
                <a:lnTo>
                  <a:pt x="495851" y="24653"/>
                </a:lnTo>
                <a:lnTo>
                  <a:pt x="495926" y="24674"/>
                </a:lnTo>
                <a:lnTo>
                  <a:pt x="496002" y="24694"/>
                </a:lnTo>
                <a:lnTo>
                  <a:pt x="496079" y="24712"/>
                </a:lnTo>
                <a:lnTo>
                  <a:pt x="496158" y="24730"/>
                </a:lnTo>
                <a:lnTo>
                  <a:pt x="496237" y="24747"/>
                </a:lnTo>
                <a:lnTo>
                  <a:pt x="496318" y="24762"/>
                </a:lnTo>
                <a:lnTo>
                  <a:pt x="496400" y="24777"/>
                </a:lnTo>
                <a:lnTo>
                  <a:pt x="496483" y="24790"/>
                </a:lnTo>
                <a:lnTo>
                  <a:pt x="496567" y="24803"/>
                </a:lnTo>
                <a:lnTo>
                  <a:pt x="496652" y="24814"/>
                </a:lnTo>
                <a:lnTo>
                  <a:pt x="496738" y="24824"/>
                </a:lnTo>
                <a:lnTo>
                  <a:pt x="496826" y="24833"/>
                </a:lnTo>
                <a:lnTo>
                  <a:pt x="496915" y="24841"/>
                </a:lnTo>
                <a:lnTo>
                  <a:pt x="497005" y="24848"/>
                </a:lnTo>
                <a:lnTo>
                  <a:pt x="497096" y="24854"/>
                </a:lnTo>
                <a:lnTo>
                  <a:pt x="497188" y="24859"/>
                </a:lnTo>
                <a:lnTo>
                  <a:pt x="497282" y="24863"/>
                </a:lnTo>
                <a:lnTo>
                  <a:pt x="497376" y="24866"/>
                </a:lnTo>
                <a:lnTo>
                  <a:pt x="497472" y="24867"/>
                </a:lnTo>
                <a:lnTo>
                  <a:pt x="497569" y="24868"/>
                </a:lnTo>
                <a:lnTo>
                  <a:pt x="497601" y="24868"/>
                </a:lnTo>
                <a:lnTo>
                  <a:pt x="497633" y="24867"/>
                </a:lnTo>
                <a:lnTo>
                  <a:pt x="497665" y="24867"/>
                </a:lnTo>
                <a:lnTo>
                  <a:pt x="497697" y="24866"/>
                </a:lnTo>
                <a:lnTo>
                  <a:pt x="497729" y="24866"/>
                </a:lnTo>
                <a:lnTo>
                  <a:pt x="497761" y="24865"/>
                </a:lnTo>
                <a:lnTo>
                  <a:pt x="497793" y="24863"/>
                </a:lnTo>
                <a:lnTo>
                  <a:pt x="497825" y="24862"/>
                </a:lnTo>
                <a:lnTo>
                  <a:pt x="497857" y="24861"/>
                </a:lnTo>
                <a:lnTo>
                  <a:pt x="497889" y="24859"/>
                </a:lnTo>
                <a:lnTo>
                  <a:pt x="497921" y="24857"/>
                </a:lnTo>
                <a:lnTo>
                  <a:pt x="497953" y="24855"/>
                </a:lnTo>
                <a:lnTo>
                  <a:pt x="497985" y="24853"/>
                </a:lnTo>
                <a:lnTo>
                  <a:pt x="498017" y="24851"/>
                </a:lnTo>
                <a:lnTo>
                  <a:pt x="498049" y="24848"/>
                </a:lnTo>
                <a:lnTo>
                  <a:pt x="498081" y="24845"/>
                </a:lnTo>
                <a:lnTo>
                  <a:pt x="498113" y="24843"/>
                </a:lnTo>
                <a:lnTo>
                  <a:pt x="498145" y="24840"/>
                </a:lnTo>
                <a:lnTo>
                  <a:pt x="498177" y="24836"/>
                </a:lnTo>
                <a:lnTo>
                  <a:pt x="498209" y="24833"/>
                </a:lnTo>
                <a:lnTo>
                  <a:pt x="498242" y="24829"/>
                </a:lnTo>
                <a:lnTo>
                  <a:pt x="498274" y="24826"/>
                </a:lnTo>
                <a:lnTo>
                  <a:pt x="498306" y="24822"/>
                </a:lnTo>
                <a:lnTo>
                  <a:pt x="498338" y="24818"/>
                </a:lnTo>
                <a:lnTo>
                  <a:pt x="498370" y="24813"/>
                </a:lnTo>
                <a:lnTo>
                  <a:pt x="498401" y="24809"/>
                </a:lnTo>
                <a:lnTo>
                  <a:pt x="498433" y="24805"/>
                </a:lnTo>
                <a:lnTo>
                  <a:pt x="498465" y="24800"/>
                </a:lnTo>
                <a:lnTo>
                  <a:pt x="498496" y="24796"/>
                </a:lnTo>
                <a:lnTo>
                  <a:pt x="498527" y="24791"/>
                </a:lnTo>
                <a:lnTo>
                  <a:pt x="498558" y="24786"/>
                </a:lnTo>
                <a:lnTo>
                  <a:pt x="498589" y="24781"/>
                </a:lnTo>
                <a:lnTo>
                  <a:pt x="498620" y="24776"/>
                </a:lnTo>
                <a:lnTo>
                  <a:pt x="498651" y="24771"/>
                </a:lnTo>
                <a:lnTo>
                  <a:pt x="498681" y="24766"/>
                </a:lnTo>
                <a:lnTo>
                  <a:pt x="498712" y="24761"/>
                </a:lnTo>
                <a:lnTo>
                  <a:pt x="498742" y="24756"/>
                </a:lnTo>
                <a:lnTo>
                  <a:pt x="498772" y="24751"/>
                </a:lnTo>
                <a:lnTo>
                  <a:pt x="498802" y="24745"/>
                </a:lnTo>
                <a:lnTo>
                  <a:pt x="498832" y="24740"/>
                </a:lnTo>
                <a:lnTo>
                  <a:pt x="498861" y="24734"/>
                </a:lnTo>
                <a:lnTo>
                  <a:pt x="498891" y="24728"/>
                </a:lnTo>
                <a:lnTo>
                  <a:pt x="498920" y="24723"/>
                </a:lnTo>
                <a:lnTo>
                  <a:pt x="498949" y="24717"/>
                </a:lnTo>
                <a:lnTo>
                  <a:pt x="498978" y="24711"/>
                </a:lnTo>
                <a:lnTo>
                  <a:pt x="499007" y="24705"/>
                </a:lnTo>
                <a:lnTo>
                  <a:pt x="499036" y="24699"/>
                </a:lnTo>
                <a:lnTo>
                  <a:pt x="499065" y="24692"/>
                </a:lnTo>
                <a:lnTo>
                  <a:pt x="499093" y="24686"/>
                </a:lnTo>
                <a:lnTo>
                  <a:pt x="499121" y="24679"/>
                </a:lnTo>
                <a:lnTo>
                  <a:pt x="499149" y="24673"/>
                </a:lnTo>
                <a:lnTo>
                  <a:pt x="499177" y="24666"/>
                </a:lnTo>
                <a:lnTo>
                  <a:pt x="499204" y="24659"/>
                </a:lnTo>
                <a:lnTo>
                  <a:pt x="499231" y="24652"/>
                </a:lnTo>
                <a:lnTo>
                  <a:pt x="499258" y="24645"/>
                </a:lnTo>
                <a:lnTo>
                  <a:pt x="499285" y="24638"/>
                </a:lnTo>
                <a:lnTo>
                  <a:pt x="499311" y="24630"/>
                </a:lnTo>
                <a:lnTo>
                  <a:pt x="499337" y="24622"/>
                </a:lnTo>
                <a:lnTo>
                  <a:pt x="499363" y="24615"/>
                </a:lnTo>
                <a:lnTo>
                  <a:pt x="499388" y="24607"/>
                </a:lnTo>
                <a:lnTo>
                  <a:pt x="499414" y="24599"/>
                </a:lnTo>
                <a:lnTo>
                  <a:pt x="499439" y="24590"/>
                </a:lnTo>
                <a:lnTo>
                  <a:pt x="499463" y="24582"/>
                </a:lnTo>
                <a:lnTo>
                  <a:pt x="499488" y="24573"/>
                </a:lnTo>
                <a:lnTo>
                  <a:pt x="499512" y="24565"/>
                </a:lnTo>
                <a:lnTo>
                  <a:pt x="499536" y="24556"/>
                </a:lnTo>
                <a:lnTo>
                  <a:pt x="499560" y="24547"/>
                </a:lnTo>
                <a:lnTo>
                  <a:pt x="499583" y="24538"/>
                </a:lnTo>
                <a:lnTo>
                  <a:pt x="499607" y="24529"/>
                </a:lnTo>
                <a:lnTo>
                  <a:pt x="499629" y="24519"/>
                </a:lnTo>
                <a:lnTo>
                  <a:pt x="499652" y="24510"/>
                </a:lnTo>
                <a:lnTo>
                  <a:pt x="499675" y="24500"/>
                </a:lnTo>
                <a:lnTo>
                  <a:pt x="499697" y="24490"/>
                </a:lnTo>
                <a:lnTo>
                  <a:pt x="499718" y="24480"/>
                </a:lnTo>
                <a:lnTo>
                  <a:pt x="499739" y="24471"/>
                </a:lnTo>
                <a:lnTo>
                  <a:pt x="499760" y="24461"/>
                </a:lnTo>
                <a:lnTo>
                  <a:pt x="499780" y="24451"/>
                </a:lnTo>
                <a:lnTo>
                  <a:pt x="499800" y="24441"/>
                </a:lnTo>
                <a:lnTo>
                  <a:pt x="499819" y="24430"/>
                </a:lnTo>
                <a:lnTo>
                  <a:pt x="499838" y="24420"/>
                </a:lnTo>
                <a:lnTo>
                  <a:pt x="499856" y="24410"/>
                </a:lnTo>
                <a:lnTo>
                  <a:pt x="499874" y="24400"/>
                </a:lnTo>
                <a:lnTo>
                  <a:pt x="499892" y="24389"/>
                </a:lnTo>
                <a:lnTo>
                  <a:pt x="499909" y="24379"/>
                </a:lnTo>
                <a:lnTo>
                  <a:pt x="499925" y="24368"/>
                </a:lnTo>
                <a:lnTo>
                  <a:pt x="499941" y="24358"/>
                </a:lnTo>
                <a:lnTo>
                  <a:pt x="499957" y="24347"/>
                </a:lnTo>
                <a:lnTo>
                  <a:pt x="499972" y="24337"/>
                </a:lnTo>
                <a:lnTo>
                  <a:pt x="499986" y="24326"/>
                </a:lnTo>
                <a:lnTo>
                  <a:pt x="500000" y="24315"/>
                </a:lnTo>
                <a:lnTo>
                  <a:pt x="500014" y="24304"/>
                </a:lnTo>
                <a:lnTo>
                  <a:pt x="500027" y="24294"/>
                </a:lnTo>
                <a:lnTo>
                  <a:pt x="500040" y="24283"/>
                </a:lnTo>
                <a:lnTo>
                  <a:pt x="500052" y="24272"/>
                </a:lnTo>
                <a:lnTo>
                  <a:pt x="500064" y="24261"/>
                </a:lnTo>
                <a:lnTo>
                  <a:pt x="500076" y="24249"/>
                </a:lnTo>
                <a:lnTo>
                  <a:pt x="500087" y="24238"/>
                </a:lnTo>
                <a:lnTo>
                  <a:pt x="500097" y="24226"/>
                </a:lnTo>
                <a:lnTo>
                  <a:pt x="500108" y="24214"/>
                </a:lnTo>
                <a:lnTo>
                  <a:pt x="500118" y="24201"/>
                </a:lnTo>
                <a:lnTo>
                  <a:pt x="500128" y="24187"/>
                </a:lnTo>
                <a:lnTo>
                  <a:pt x="500138" y="24173"/>
                </a:lnTo>
                <a:lnTo>
                  <a:pt x="500148" y="24159"/>
                </a:lnTo>
                <a:lnTo>
                  <a:pt x="500157" y="24144"/>
                </a:lnTo>
                <a:lnTo>
                  <a:pt x="500167" y="24128"/>
                </a:lnTo>
                <a:lnTo>
                  <a:pt x="500175" y="24112"/>
                </a:lnTo>
                <a:lnTo>
                  <a:pt x="500184" y="24095"/>
                </a:lnTo>
                <a:lnTo>
                  <a:pt x="500193" y="24078"/>
                </a:lnTo>
                <a:lnTo>
                  <a:pt x="500201" y="24060"/>
                </a:lnTo>
                <a:lnTo>
                  <a:pt x="500209" y="24042"/>
                </a:lnTo>
                <a:lnTo>
                  <a:pt x="500217" y="24024"/>
                </a:lnTo>
                <a:lnTo>
                  <a:pt x="500224" y="24004"/>
                </a:lnTo>
                <a:lnTo>
                  <a:pt x="500232" y="23985"/>
                </a:lnTo>
                <a:lnTo>
                  <a:pt x="500239" y="23964"/>
                </a:lnTo>
                <a:lnTo>
                  <a:pt x="500245" y="23943"/>
                </a:lnTo>
                <a:lnTo>
                  <a:pt x="500252" y="23922"/>
                </a:lnTo>
                <a:lnTo>
                  <a:pt x="500258" y="23900"/>
                </a:lnTo>
                <a:lnTo>
                  <a:pt x="500265" y="23878"/>
                </a:lnTo>
                <a:lnTo>
                  <a:pt x="500271" y="23855"/>
                </a:lnTo>
                <a:lnTo>
                  <a:pt x="500276" y="23832"/>
                </a:lnTo>
                <a:lnTo>
                  <a:pt x="500282" y="23808"/>
                </a:lnTo>
                <a:lnTo>
                  <a:pt x="500287" y="23783"/>
                </a:lnTo>
                <a:lnTo>
                  <a:pt x="500292" y="23757"/>
                </a:lnTo>
                <a:lnTo>
                  <a:pt x="500297" y="23731"/>
                </a:lnTo>
                <a:lnTo>
                  <a:pt x="500301" y="23705"/>
                </a:lnTo>
                <a:lnTo>
                  <a:pt x="500305" y="23677"/>
                </a:lnTo>
                <a:lnTo>
                  <a:pt x="500310" y="23649"/>
                </a:lnTo>
                <a:lnTo>
                  <a:pt x="500313" y="23620"/>
                </a:lnTo>
                <a:lnTo>
                  <a:pt x="500317" y="23590"/>
                </a:lnTo>
                <a:lnTo>
                  <a:pt x="500320" y="23560"/>
                </a:lnTo>
                <a:lnTo>
                  <a:pt x="500323" y="23529"/>
                </a:lnTo>
                <a:lnTo>
                  <a:pt x="500326" y="23497"/>
                </a:lnTo>
                <a:lnTo>
                  <a:pt x="500329" y="23465"/>
                </a:lnTo>
                <a:lnTo>
                  <a:pt x="500331" y="23432"/>
                </a:lnTo>
                <a:lnTo>
                  <a:pt x="500334" y="23398"/>
                </a:lnTo>
                <a:lnTo>
                  <a:pt x="500336" y="23364"/>
                </a:lnTo>
                <a:lnTo>
                  <a:pt x="500337" y="23328"/>
                </a:lnTo>
                <a:lnTo>
                  <a:pt x="500339" y="23293"/>
                </a:lnTo>
                <a:lnTo>
                  <a:pt x="500340" y="23256"/>
                </a:lnTo>
                <a:lnTo>
                  <a:pt x="500341" y="23219"/>
                </a:lnTo>
                <a:lnTo>
                  <a:pt x="500342" y="23181"/>
                </a:lnTo>
                <a:lnTo>
                  <a:pt x="500343" y="23142"/>
                </a:lnTo>
                <a:lnTo>
                  <a:pt x="500343" y="23103"/>
                </a:lnTo>
                <a:lnTo>
                  <a:pt x="500343" y="23063"/>
                </a:lnTo>
                <a:lnTo>
                  <a:pt x="500343" y="23038"/>
                </a:lnTo>
                <a:lnTo>
                  <a:pt x="500343" y="23013"/>
                </a:lnTo>
                <a:lnTo>
                  <a:pt x="500343" y="22989"/>
                </a:lnTo>
                <a:lnTo>
                  <a:pt x="500342" y="22965"/>
                </a:lnTo>
                <a:lnTo>
                  <a:pt x="500342" y="22942"/>
                </a:lnTo>
                <a:lnTo>
                  <a:pt x="500341" y="22919"/>
                </a:lnTo>
                <a:close/>
                <a:moveTo>
                  <a:pt x="319973" y="15975"/>
                </a:moveTo>
                <a:lnTo>
                  <a:pt x="319972" y="15951"/>
                </a:lnTo>
                <a:lnTo>
                  <a:pt x="319971" y="15927"/>
                </a:lnTo>
                <a:lnTo>
                  <a:pt x="319970" y="15903"/>
                </a:lnTo>
                <a:lnTo>
                  <a:pt x="319968" y="15880"/>
                </a:lnTo>
                <a:lnTo>
                  <a:pt x="319967" y="15857"/>
                </a:lnTo>
                <a:lnTo>
                  <a:pt x="319965" y="15835"/>
                </a:lnTo>
                <a:lnTo>
                  <a:pt x="319963" y="15813"/>
                </a:lnTo>
                <a:lnTo>
                  <a:pt x="319962" y="15791"/>
                </a:lnTo>
                <a:lnTo>
                  <a:pt x="319959" y="15770"/>
                </a:lnTo>
                <a:lnTo>
                  <a:pt x="319957" y="15748"/>
                </a:lnTo>
                <a:lnTo>
                  <a:pt x="319955" y="15728"/>
                </a:lnTo>
                <a:lnTo>
                  <a:pt x="319952" y="15707"/>
                </a:lnTo>
                <a:lnTo>
                  <a:pt x="319950" y="15687"/>
                </a:lnTo>
                <a:lnTo>
                  <a:pt x="319947" y="15668"/>
                </a:lnTo>
                <a:lnTo>
                  <a:pt x="319944" y="15648"/>
                </a:lnTo>
                <a:lnTo>
                  <a:pt x="319941" y="15629"/>
                </a:lnTo>
                <a:lnTo>
                  <a:pt x="319937" y="15611"/>
                </a:lnTo>
                <a:lnTo>
                  <a:pt x="319934" y="15592"/>
                </a:lnTo>
                <a:lnTo>
                  <a:pt x="319930" y="15575"/>
                </a:lnTo>
                <a:lnTo>
                  <a:pt x="319927" y="15557"/>
                </a:lnTo>
                <a:lnTo>
                  <a:pt x="319923" y="15539"/>
                </a:lnTo>
                <a:lnTo>
                  <a:pt x="319919" y="15522"/>
                </a:lnTo>
                <a:lnTo>
                  <a:pt x="319915" y="15505"/>
                </a:lnTo>
                <a:lnTo>
                  <a:pt x="319911" y="15489"/>
                </a:lnTo>
                <a:lnTo>
                  <a:pt x="319907" y="15472"/>
                </a:lnTo>
                <a:lnTo>
                  <a:pt x="319902" y="15456"/>
                </a:lnTo>
                <a:lnTo>
                  <a:pt x="319898" y="15440"/>
                </a:lnTo>
                <a:lnTo>
                  <a:pt x="319893" y="15424"/>
                </a:lnTo>
                <a:lnTo>
                  <a:pt x="319889" y="15409"/>
                </a:lnTo>
                <a:lnTo>
                  <a:pt x="319884" y="15394"/>
                </a:lnTo>
                <a:lnTo>
                  <a:pt x="319879" y="15379"/>
                </a:lnTo>
                <a:lnTo>
                  <a:pt x="319874" y="15365"/>
                </a:lnTo>
                <a:lnTo>
                  <a:pt x="319869" y="15350"/>
                </a:lnTo>
                <a:lnTo>
                  <a:pt x="319863" y="15336"/>
                </a:lnTo>
                <a:lnTo>
                  <a:pt x="319858" y="15322"/>
                </a:lnTo>
                <a:lnTo>
                  <a:pt x="319852" y="15309"/>
                </a:lnTo>
                <a:lnTo>
                  <a:pt x="319847" y="15296"/>
                </a:lnTo>
                <a:lnTo>
                  <a:pt x="319841" y="15283"/>
                </a:lnTo>
                <a:lnTo>
                  <a:pt x="319835" y="15270"/>
                </a:lnTo>
                <a:lnTo>
                  <a:pt x="319829" y="15257"/>
                </a:lnTo>
                <a:lnTo>
                  <a:pt x="319823" y="15245"/>
                </a:lnTo>
                <a:lnTo>
                  <a:pt x="319817" y="15233"/>
                </a:lnTo>
                <a:lnTo>
                  <a:pt x="319811" y="15221"/>
                </a:lnTo>
                <a:lnTo>
                  <a:pt x="319804" y="15210"/>
                </a:lnTo>
                <a:lnTo>
                  <a:pt x="319798" y="15199"/>
                </a:lnTo>
                <a:lnTo>
                  <a:pt x="319791" y="15188"/>
                </a:lnTo>
                <a:lnTo>
                  <a:pt x="319784" y="15178"/>
                </a:lnTo>
                <a:lnTo>
                  <a:pt x="319777" y="15168"/>
                </a:lnTo>
                <a:lnTo>
                  <a:pt x="319770" y="15158"/>
                </a:lnTo>
                <a:lnTo>
                  <a:pt x="319763" y="15149"/>
                </a:lnTo>
                <a:lnTo>
                  <a:pt x="319756" y="15140"/>
                </a:lnTo>
                <a:lnTo>
                  <a:pt x="319748" y="15131"/>
                </a:lnTo>
                <a:lnTo>
                  <a:pt x="319741" y="15122"/>
                </a:lnTo>
                <a:lnTo>
                  <a:pt x="319733" y="15114"/>
                </a:lnTo>
                <a:lnTo>
                  <a:pt x="319726" y="15106"/>
                </a:lnTo>
                <a:lnTo>
                  <a:pt x="319718" y="15099"/>
                </a:lnTo>
                <a:lnTo>
                  <a:pt x="319710" y="15092"/>
                </a:lnTo>
                <a:lnTo>
                  <a:pt x="319702" y="15085"/>
                </a:lnTo>
                <a:lnTo>
                  <a:pt x="319694" y="15078"/>
                </a:lnTo>
                <a:lnTo>
                  <a:pt x="319685" y="15072"/>
                </a:lnTo>
                <a:lnTo>
                  <a:pt x="319677" y="15066"/>
                </a:lnTo>
                <a:lnTo>
                  <a:pt x="319668" y="15060"/>
                </a:lnTo>
                <a:lnTo>
                  <a:pt x="319660" y="15055"/>
                </a:lnTo>
                <a:lnTo>
                  <a:pt x="319651" y="15050"/>
                </a:lnTo>
                <a:lnTo>
                  <a:pt x="319642" y="15045"/>
                </a:lnTo>
                <a:lnTo>
                  <a:pt x="319633" y="15041"/>
                </a:lnTo>
                <a:lnTo>
                  <a:pt x="319624" y="15037"/>
                </a:lnTo>
                <a:lnTo>
                  <a:pt x="319615" y="15033"/>
                </a:lnTo>
                <a:lnTo>
                  <a:pt x="319606" y="15029"/>
                </a:lnTo>
                <a:lnTo>
                  <a:pt x="319596" y="15026"/>
                </a:lnTo>
                <a:lnTo>
                  <a:pt x="319587" y="15022"/>
                </a:lnTo>
                <a:lnTo>
                  <a:pt x="319577" y="15019"/>
                </a:lnTo>
                <a:lnTo>
                  <a:pt x="319568" y="15016"/>
                </a:lnTo>
                <a:lnTo>
                  <a:pt x="319558" y="15013"/>
                </a:lnTo>
                <a:lnTo>
                  <a:pt x="319548" y="15010"/>
                </a:lnTo>
                <a:lnTo>
                  <a:pt x="319538" y="15008"/>
                </a:lnTo>
                <a:lnTo>
                  <a:pt x="319528" y="15006"/>
                </a:lnTo>
                <a:lnTo>
                  <a:pt x="319518" y="15003"/>
                </a:lnTo>
                <a:lnTo>
                  <a:pt x="319508" y="15001"/>
                </a:lnTo>
                <a:lnTo>
                  <a:pt x="319498" y="15000"/>
                </a:lnTo>
                <a:lnTo>
                  <a:pt x="319488" y="14998"/>
                </a:lnTo>
                <a:lnTo>
                  <a:pt x="319477" y="14996"/>
                </a:lnTo>
                <a:lnTo>
                  <a:pt x="319467" y="14995"/>
                </a:lnTo>
                <a:lnTo>
                  <a:pt x="319456" y="14994"/>
                </a:lnTo>
                <a:lnTo>
                  <a:pt x="319445" y="14993"/>
                </a:lnTo>
                <a:lnTo>
                  <a:pt x="319435" y="14992"/>
                </a:lnTo>
                <a:lnTo>
                  <a:pt x="319424" y="14992"/>
                </a:lnTo>
                <a:lnTo>
                  <a:pt x="319413" y="14991"/>
                </a:lnTo>
                <a:lnTo>
                  <a:pt x="319402" y="14991"/>
                </a:lnTo>
                <a:lnTo>
                  <a:pt x="319391" y="14991"/>
                </a:lnTo>
                <a:lnTo>
                  <a:pt x="312405" y="14991"/>
                </a:lnTo>
                <a:lnTo>
                  <a:pt x="312380" y="14991"/>
                </a:lnTo>
                <a:lnTo>
                  <a:pt x="312356" y="14993"/>
                </a:lnTo>
                <a:lnTo>
                  <a:pt x="312332" y="14995"/>
                </a:lnTo>
                <a:lnTo>
                  <a:pt x="312309" y="14998"/>
                </a:lnTo>
                <a:lnTo>
                  <a:pt x="312286" y="15002"/>
                </a:lnTo>
                <a:lnTo>
                  <a:pt x="312264" y="15007"/>
                </a:lnTo>
                <a:lnTo>
                  <a:pt x="312242" y="15012"/>
                </a:lnTo>
                <a:lnTo>
                  <a:pt x="312221" y="15019"/>
                </a:lnTo>
                <a:lnTo>
                  <a:pt x="312201" y="15026"/>
                </a:lnTo>
                <a:lnTo>
                  <a:pt x="312181" y="15034"/>
                </a:lnTo>
                <a:lnTo>
                  <a:pt x="312161" y="15044"/>
                </a:lnTo>
                <a:lnTo>
                  <a:pt x="312142" y="15054"/>
                </a:lnTo>
                <a:lnTo>
                  <a:pt x="312123" y="15064"/>
                </a:lnTo>
                <a:lnTo>
                  <a:pt x="312105" y="15076"/>
                </a:lnTo>
                <a:lnTo>
                  <a:pt x="312088" y="15089"/>
                </a:lnTo>
                <a:lnTo>
                  <a:pt x="312071" y="15102"/>
                </a:lnTo>
                <a:lnTo>
                  <a:pt x="312054" y="15117"/>
                </a:lnTo>
                <a:lnTo>
                  <a:pt x="312038" y="15132"/>
                </a:lnTo>
                <a:lnTo>
                  <a:pt x="312023" y="15148"/>
                </a:lnTo>
                <a:lnTo>
                  <a:pt x="312008" y="15165"/>
                </a:lnTo>
                <a:lnTo>
                  <a:pt x="311994" y="15183"/>
                </a:lnTo>
                <a:lnTo>
                  <a:pt x="311980" y="15201"/>
                </a:lnTo>
                <a:lnTo>
                  <a:pt x="311967" y="15221"/>
                </a:lnTo>
                <a:lnTo>
                  <a:pt x="311954" y="15242"/>
                </a:lnTo>
                <a:lnTo>
                  <a:pt x="311942" y="15263"/>
                </a:lnTo>
                <a:lnTo>
                  <a:pt x="311930" y="15286"/>
                </a:lnTo>
                <a:lnTo>
                  <a:pt x="311919" y="15310"/>
                </a:lnTo>
                <a:lnTo>
                  <a:pt x="311908" y="15336"/>
                </a:lnTo>
                <a:lnTo>
                  <a:pt x="311898" y="15363"/>
                </a:lnTo>
                <a:lnTo>
                  <a:pt x="311888" y="15391"/>
                </a:lnTo>
                <a:lnTo>
                  <a:pt x="311879" y="15420"/>
                </a:lnTo>
                <a:lnTo>
                  <a:pt x="311870" y="15451"/>
                </a:lnTo>
                <a:lnTo>
                  <a:pt x="311862" y="15484"/>
                </a:lnTo>
                <a:lnTo>
                  <a:pt x="311855" y="15517"/>
                </a:lnTo>
                <a:lnTo>
                  <a:pt x="311848" y="15552"/>
                </a:lnTo>
                <a:lnTo>
                  <a:pt x="311841" y="15588"/>
                </a:lnTo>
                <a:lnTo>
                  <a:pt x="311835" y="15626"/>
                </a:lnTo>
                <a:lnTo>
                  <a:pt x="311830" y="15665"/>
                </a:lnTo>
                <a:lnTo>
                  <a:pt x="311825" y="15705"/>
                </a:lnTo>
                <a:lnTo>
                  <a:pt x="311820" y="15747"/>
                </a:lnTo>
                <a:lnTo>
                  <a:pt x="311816" y="15790"/>
                </a:lnTo>
                <a:lnTo>
                  <a:pt x="311813" y="15834"/>
                </a:lnTo>
                <a:lnTo>
                  <a:pt x="311810" y="15879"/>
                </a:lnTo>
                <a:lnTo>
                  <a:pt x="311808" y="15926"/>
                </a:lnTo>
                <a:lnTo>
                  <a:pt x="311806" y="15975"/>
                </a:lnTo>
                <a:lnTo>
                  <a:pt x="311805" y="16024"/>
                </a:lnTo>
                <a:lnTo>
                  <a:pt x="311804" y="16075"/>
                </a:lnTo>
                <a:lnTo>
                  <a:pt x="311803" y="16127"/>
                </a:lnTo>
                <a:lnTo>
                  <a:pt x="311804" y="16180"/>
                </a:lnTo>
                <a:lnTo>
                  <a:pt x="311805" y="16231"/>
                </a:lnTo>
                <a:lnTo>
                  <a:pt x="311806" y="16280"/>
                </a:lnTo>
                <a:lnTo>
                  <a:pt x="311808" y="16329"/>
                </a:lnTo>
                <a:lnTo>
                  <a:pt x="311810" y="16376"/>
                </a:lnTo>
                <a:lnTo>
                  <a:pt x="311813" y="16421"/>
                </a:lnTo>
                <a:lnTo>
                  <a:pt x="311816" y="16466"/>
                </a:lnTo>
                <a:lnTo>
                  <a:pt x="311820" y="16509"/>
                </a:lnTo>
                <a:lnTo>
                  <a:pt x="311825" y="16551"/>
                </a:lnTo>
                <a:lnTo>
                  <a:pt x="311830" y="16591"/>
                </a:lnTo>
                <a:lnTo>
                  <a:pt x="311835" y="16630"/>
                </a:lnTo>
                <a:lnTo>
                  <a:pt x="311841" y="16668"/>
                </a:lnTo>
                <a:lnTo>
                  <a:pt x="311848" y="16705"/>
                </a:lnTo>
                <a:lnTo>
                  <a:pt x="311855" y="16740"/>
                </a:lnTo>
                <a:lnTo>
                  <a:pt x="311862" y="16774"/>
                </a:lnTo>
                <a:lnTo>
                  <a:pt x="311870" y="16807"/>
                </a:lnTo>
                <a:lnTo>
                  <a:pt x="311879" y="16838"/>
                </a:lnTo>
                <a:lnTo>
                  <a:pt x="311888" y="16868"/>
                </a:lnTo>
                <a:lnTo>
                  <a:pt x="311898" y="16897"/>
                </a:lnTo>
                <a:lnTo>
                  <a:pt x="311908" y="16925"/>
                </a:lnTo>
                <a:lnTo>
                  <a:pt x="311919" y="16951"/>
                </a:lnTo>
                <a:lnTo>
                  <a:pt x="311930" y="16976"/>
                </a:lnTo>
                <a:lnTo>
                  <a:pt x="311942" y="16999"/>
                </a:lnTo>
                <a:lnTo>
                  <a:pt x="311954" y="17021"/>
                </a:lnTo>
                <a:lnTo>
                  <a:pt x="311967" y="17043"/>
                </a:lnTo>
                <a:lnTo>
                  <a:pt x="311980" y="17063"/>
                </a:lnTo>
                <a:lnTo>
                  <a:pt x="311994" y="17082"/>
                </a:lnTo>
                <a:lnTo>
                  <a:pt x="312008" y="17101"/>
                </a:lnTo>
                <a:lnTo>
                  <a:pt x="312023" y="17118"/>
                </a:lnTo>
                <a:lnTo>
                  <a:pt x="312038" y="17135"/>
                </a:lnTo>
                <a:lnTo>
                  <a:pt x="312054" y="17150"/>
                </a:lnTo>
                <a:lnTo>
                  <a:pt x="312071" y="17165"/>
                </a:lnTo>
                <a:lnTo>
                  <a:pt x="312088" y="17179"/>
                </a:lnTo>
                <a:lnTo>
                  <a:pt x="312105" y="17192"/>
                </a:lnTo>
                <a:lnTo>
                  <a:pt x="312123" y="17204"/>
                </a:lnTo>
                <a:lnTo>
                  <a:pt x="312142" y="17216"/>
                </a:lnTo>
                <a:lnTo>
                  <a:pt x="312161" y="17226"/>
                </a:lnTo>
                <a:lnTo>
                  <a:pt x="312181" y="17235"/>
                </a:lnTo>
                <a:lnTo>
                  <a:pt x="312201" y="17244"/>
                </a:lnTo>
                <a:lnTo>
                  <a:pt x="312221" y="17252"/>
                </a:lnTo>
                <a:lnTo>
                  <a:pt x="312242" y="17258"/>
                </a:lnTo>
                <a:lnTo>
                  <a:pt x="312264" y="17264"/>
                </a:lnTo>
                <a:lnTo>
                  <a:pt x="312286" y="17269"/>
                </a:lnTo>
                <a:lnTo>
                  <a:pt x="312309" y="17273"/>
                </a:lnTo>
                <a:lnTo>
                  <a:pt x="312332" y="17276"/>
                </a:lnTo>
                <a:lnTo>
                  <a:pt x="312356" y="17279"/>
                </a:lnTo>
                <a:lnTo>
                  <a:pt x="312380" y="17280"/>
                </a:lnTo>
                <a:lnTo>
                  <a:pt x="312405" y="17280"/>
                </a:lnTo>
                <a:lnTo>
                  <a:pt x="319391" y="17280"/>
                </a:lnTo>
                <a:lnTo>
                  <a:pt x="319414" y="17280"/>
                </a:lnTo>
                <a:lnTo>
                  <a:pt x="319437" y="17279"/>
                </a:lnTo>
                <a:lnTo>
                  <a:pt x="319460" y="17277"/>
                </a:lnTo>
                <a:lnTo>
                  <a:pt x="319482" y="17273"/>
                </a:lnTo>
                <a:lnTo>
                  <a:pt x="319503" y="17270"/>
                </a:lnTo>
                <a:lnTo>
                  <a:pt x="319525" y="17265"/>
                </a:lnTo>
                <a:lnTo>
                  <a:pt x="319545" y="17259"/>
                </a:lnTo>
                <a:lnTo>
                  <a:pt x="319565" y="17253"/>
                </a:lnTo>
                <a:lnTo>
                  <a:pt x="319585" y="17245"/>
                </a:lnTo>
                <a:lnTo>
                  <a:pt x="319604" y="17237"/>
                </a:lnTo>
                <a:lnTo>
                  <a:pt x="319623" y="17228"/>
                </a:lnTo>
                <a:lnTo>
                  <a:pt x="319641" y="17218"/>
                </a:lnTo>
                <a:lnTo>
                  <a:pt x="319659" y="17207"/>
                </a:lnTo>
                <a:lnTo>
                  <a:pt x="319677" y="17195"/>
                </a:lnTo>
                <a:lnTo>
                  <a:pt x="319694" y="17182"/>
                </a:lnTo>
                <a:lnTo>
                  <a:pt x="319710" y="17169"/>
                </a:lnTo>
                <a:lnTo>
                  <a:pt x="319726" y="17155"/>
                </a:lnTo>
                <a:lnTo>
                  <a:pt x="319742" y="17139"/>
                </a:lnTo>
                <a:lnTo>
                  <a:pt x="319757" y="17123"/>
                </a:lnTo>
                <a:lnTo>
                  <a:pt x="319771" y="17106"/>
                </a:lnTo>
                <a:lnTo>
                  <a:pt x="319786" y="17088"/>
                </a:lnTo>
                <a:lnTo>
                  <a:pt x="319799" y="17070"/>
                </a:lnTo>
                <a:lnTo>
                  <a:pt x="319813" y="17050"/>
                </a:lnTo>
                <a:lnTo>
                  <a:pt x="319825" y="17030"/>
                </a:lnTo>
                <a:lnTo>
                  <a:pt x="319838" y="17008"/>
                </a:lnTo>
                <a:lnTo>
                  <a:pt x="319849" y="16985"/>
                </a:lnTo>
                <a:lnTo>
                  <a:pt x="319861" y="16961"/>
                </a:lnTo>
                <a:lnTo>
                  <a:pt x="319871" y="16935"/>
                </a:lnTo>
                <a:lnTo>
                  <a:pt x="319881" y="16908"/>
                </a:lnTo>
                <a:lnTo>
                  <a:pt x="319891" y="16879"/>
                </a:lnTo>
                <a:lnTo>
                  <a:pt x="319900" y="16849"/>
                </a:lnTo>
                <a:lnTo>
                  <a:pt x="319909" y="16818"/>
                </a:lnTo>
                <a:lnTo>
                  <a:pt x="319917" y="16785"/>
                </a:lnTo>
                <a:lnTo>
                  <a:pt x="319925" y="16751"/>
                </a:lnTo>
                <a:lnTo>
                  <a:pt x="319932" y="16716"/>
                </a:lnTo>
                <a:lnTo>
                  <a:pt x="319938" y="16679"/>
                </a:lnTo>
                <a:lnTo>
                  <a:pt x="319944" y="16640"/>
                </a:lnTo>
                <a:lnTo>
                  <a:pt x="319950" y="16601"/>
                </a:lnTo>
                <a:lnTo>
                  <a:pt x="319955" y="16560"/>
                </a:lnTo>
                <a:lnTo>
                  <a:pt x="319959" y="16517"/>
                </a:lnTo>
                <a:lnTo>
                  <a:pt x="319963" y="16473"/>
                </a:lnTo>
                <a:lnTo>
                  <a:pt x="319966" y="16428"/>
                </a:lnTo>
                <a:lnTo>
                  <a:pt x="319969" y="16381"/>
                </a:lnTo>
                <a:lnTo>
                  <a:pt x="319972" y="16333"/>
                </a:lnTo>
                <a:lnTo>
                  <a:pt x="319973" y="16284"/>
                </a:lnTo>
                <a:lnTo>
                  <a:pt x="319975" y="16233"/>
                </a:lnTo>
                <a:lnTo>
                  <a:pt x="319975" y="16181"/>
                </a:lnTo>
                <a:lnTo>
                  <a:pt x="319976" y="16127"/>
                </a:lnTo>
                <a:lnTo>
                  <a:pt x="319976" y="16101"/>
                </a:lnTo>
                <a:lnTo>
                  <a:pt x="319975" y="16075"/>
                </a:lnTo>
                <a:lnTo>
                  <a:pt x="319975" y="16049"/>
                </a:lnTo>
                <a:lnTo>
                  <a:pt x="319975" y="16024"/>
                </a:lnTo>
                <a:lnTo>
                  <a:pt x="319974" y="15999"/>
                </a:lnTo>
                <a:lnTo>
                  <a:pt x="319973" y="15975"/>
                </a:lnTo>
                <a:close/>
                <a:moveTo>
                  <a:pt x="403877" y="14326"/>
                </a:moveTo>
                <a:lnTo>
                  <a:pt x="403872" y="14201"/>
                </a:lnTo>
                <a:lnTo>
                  <a:pt x="403866" y="14077"/>
                </a:lnTo>
                <a:lnTo>
                  <a:pt x="403859" y="13956"/>
                </a:lnTo>
                <a:lnTo>
                  <a:pt x="403851" y="13835"/>
                </a:lnTo>
                <a:lnTo>
                  <a:pt x="403841" y="13717"/>
                </a:lnTo>
                <a:lnTo>
                  <a:pt x="403831" y="13600"/>
                </a:lnTo>
                <a:lnTo>
                  <a:pt x="403820" y="13485"/>
                </a:lnTo>
                <a:lnTo>
                  <a:pt x="403808" y="13371"/>
                </a:lnTo>
                <a:lnTo>
                  <a:pt x="403795" y="13259"/>
                </a:lnTo>
                <a:lnTo>
                  <a:pt x="403782" y="13148"/>
                </a:lnTo>
                <a:lnTo>
                  <a:pt x="403767" y="13039"/>
                </a:lnTo>
                <a:lnTo>
                  <a:pt x="403751" y="12932"/>
                </a:lnTo>
                <a:lnTo>
                  <a:pt x="403734" y="12826"/>
                </a:lnTo>
                <a:lnTo>
                  <a:pt x="403716" y="12722"/>
                </a:lnTo>
                <a:lnTo>
                  <a:pt x="403698" y="12619"/>
                </a:lnTo>
                <a:lnTo>
                  <a:pt x="403678" y="12518"/>
                </a:lnTo>
                <a:lnTo>
                  <a:pt x="403658" y="12419"/>
                </a:lnTo>
                <a:lnTo>
                  <a:pt x="403636" y="12321"/>
                </a:lnTo>
                <a:lnTo>
                  <a:pt x="403614" y="12225"/>
                </a:lnTo>
                <a:lnTo>
                  <a:pt x="403590" y="12130"/>
                </a:lnTo>
                <a:lnTo>
                  <a:pt x="403565" y="12036"/>
                </a:lnTo>
                <a:lnTo>
                  <a:pt x="403539" y="11943"/>
                </a:lnTo>
                <a:lnTo>
                  <a:pt x="403512" y="11852"/>
                </a:lnTo>
                <a:lnTo>
                  <a:pt x="403483" y="11761"/>
                </a:lnTo>
                <a:lnTo>
                  <a:pt x="403453" y="11671"/>
                </a:lnTo>
                <a:lnTo>
                  <a:pt x="403422" y="11582"/>
                </a:lnTo>
                <a:lnTo>
                  <a:pt x="403390" y="11494"/>
                </a:lnTo>
                <a:lnTo>
                  <a:pt x="403356" y="11408"/>
                </a:lnTo>
                <a:lnTo>
                  <a:pt x="403321" y="11322"/>
                </a:lnTo>
                <a:lnTo>
                  <a:pt x="403285" y="11237"/>
                </a:lnTo>
                <a:lnTo>
                  <a:pt x="403248" y="11153"/>
                </a:lnTo>
                <a:lnTo>
                  <a:pt x="403209" y="11071"/>
                </a:lnTo>
                <a:lnTo>
                  <a:pt x="403170" y="10989"/>
                </a:lnTo>
                <a:lnTo>
                  <a:pt x="403129" y="10908"/>
                </a:lnTo>
                <a:lnTo>
                  <a:pt x="403086" y="10829"/>
                </a:lnTo>
                <a:lnTo>
                  <a:pt x="403043" y="10750"/>
                </a:lnTo>
                <a:lnTo>
                  <a:pt x="402998" y="10672"/>
                </a:lnTo>
                <a:lnTo>
                  <a:pt x="402952" y="10596"/>
                </a:lnTo>
                <a:lnTo>
                  <a:pt x="402904" y="10520"/>
                </a:lnTo>
                <a:lnTo>
                  <a:pt x="402856" y="10446"/>
                </a:lnTo>
                <a:lnTo>
                  <a:pt x="402806" y="10372"/>
                </a:lnTo>
                <a:lnTo>
                  <a:pt x="402755" y="10299"/>
                </a:lnTo>
                <a:lnTo>
                  <a:pt x="402703" y="10228"/>
                </a:lnTo>
                <a:lnTo>
                  <a:pt x="402649" y="10157"/>
                </a:lnTo>
                <a:lnTo>
                  <a:pt x="402594" y="10088"/>
                </a:lnTo>
                <a:lnTo>
                  <a:pt x="402538" y="10020"/>
                </a:lnTo>
                <a:lnTo>
                  <a:pt x="402480" y="9953"/>
                </a:lnTo>
                <a:lnTo>
                  <a:pt x="402421" y="9888"/>
                </a:lnTo>
                <a:lnTo>
                  <a:pt x="402361" y="9823"/>
                </a:lnTo>
                <a:lnTo>
                  <a:pt x="402299" y="9760"/>
                </a:lnTo>
                <a:lnTo>
                  <a:pt x="402236" y="9698"/>
                </a:lnTo>
                <a:lnTo>
                  <a:pt x="402171" y="9637"/>
                </a:lnTo>
                <a:lnTo>
                  <a:pt x="402105" y="9577"/>
                </a:lnTo>
                <a:lnTo>
                  <a:pt x="402038" y="9519"/>
                </a:lnTo>
                <a:lnTo>
                  <a:pt x="401969" y="9461"/>
                </a:lnTo>
                <a:lnTo>
                  <a:pt x="401900" y="9405"/>
                </a:lnTo>
                <a:lnTo>
                  <a:pt x="401828" y="9350"/>
                </a:lnTo>
                <a:lnTo>
                  <a:pt x="401756" y="9296"/>
                </a:lnTo>
                <a:lnTo>
                  <a:pt x="401681" y="9244"/>
                </a:lnTo>
                <a:lnTo>
                  <a:pt x="401606" y="9192"/>
                </a:lnTo>
                <a:lnTo>
                  <a:pt x="401529" y="9142"/>
                </a:lnTo>
                <a:lnTo>
                  <a:pt x="401451" y="9093"/>
                </a:lnTo>
                <a:lnTo>
                  <a:pt x="401372" y="9045"/>
                </a:lnTo>
                <a:lnTo>
                  <a:pt x="401291" y="8999"/>
                </a:lnTo>
                <a:lnTo>
                  <a:pt x="401208" y="8953"/>
                </a:lnTo>
                <a:lnTo>
                  <a:pt x="401125" y="8909"/>
                </a:lnTo>
                <a:lnTo>
                  <a:pt x="401040" y="8866"/>
                </a:lnTo>
                <a:lnTo>
                  <a:pt x="400953" y="8824"/>
                </a:lnTo>
                <a:lnTo>
                  <a:pt x="400865" y="8784"/>
                </a:lnTo>
                <a:lnTo>
                  <a:pt x="400775" y="8746"/>
                </a:lnTo>
                <a:lnTo>
                  <a:pt x="400684" y="8710"/>
                </a:lnTo>
                <a:lnTo>
                  <a:pt x="400591" y="8676"/>
                </a:lnTo>
                <a:lnTo>
                  <a:pt x="400496" y="8643"/>
                </a:lnTo>
                <a:lnTo>
                  <a:pt x="400400" y="8612"/>
                </a:lnTo>
                <a:lnTo>
                  <a:pt x="400302" y="8583"/>
                </a:lnTo>
                <a:lnTo>
                  <a:pt x="400202" y="8555"/>
                </a:lnTo>
                <a:lnTo>
                  <a:pt x="400101" y="8530"/>
                </a:lnTo>
                <a:lnTo>
                  <a:pt x="399998" y="8506"/>
                </a:lnTo>
                <a:lnTo>
                  <a:pt x="399893" y="8484"/>
                </a:lnTo>
                <a:lnTo>
                  <a:pt x="399787" y="8463"/>
                </a:lnTo>
                <a:lnTo>
                  <a:pt x="399679" y="8445"/>
                </a:lnTo>
                <a:lnTo>
                  <a:pt x="399569" y="8428"/>
                </a:lnTo>
                <a:lnTo>
                  <a:pt x="399458" y="8413"/>
                </a:lnTo>
                <a:lnTo>
                  <a:pt x="399345" y="8399"/>
                </a:lnTo>
                <a:lnTo>
                  <a:pt x="399230" y="8388"/>
                </a:lnTo>
                <a:lnTo>
                  <a:pt x="399114" y="8378"/>
                </a:lnTo>
                <a:lnTo>
                  <a:pt x="398996" y="8370"/>
                </a:lnTo>
                <a:lnTo>
                  <a:pt x="398877" y="8364"/>
                </a:lnTo>
                <a:lnTo>
                  <a:pt x="398755" y="8360"/>
                </a:lnTo>
                <a:lnTo>
                  <a:pt x="398632" y="8357"/>
                </a:lnTo>
                <a:lnTo>
                  <a:pt x="398508" y="8356"/>
                </a:lnTo>
                <a:lnTo>
                  <a:pt x="398401" y="8357"/>
                </a:lnTo>
                <a:lnTo>
                  <a:pt x="398294" y="8361"/>
                </a:lnTo>
                <a:lnTo>
                  <a:pt x="398187" y="8366"/>
                </a:lnTo>
                <a:lnTo>
                  <a:pt x="398080" y="8374"/>
                </a:lnTo>
                <a:lnTo>
                  <a:pt x="397973" y="8385"/>
                </a:lnTo>
                <a:lnTo>
                  <a:pt x="397866" y="8397"/>
                </a:lnTo>
                <a:lnTo>
                  <a:pt x="397759" y="8412"/>
                </a:lnTo>
                <a:lnTo>
                  <a:pt x="397653" y="8429"/>
                </a:lnTo>
                <a:lnTo>
                  <a:pt x="397546" y="8449"/>
                </a:lnTo>
                <a:lnTo>
                  <a:pt x="397440" y="8471"/>
                </a:lnTo>
                <a:lnTo>
                  <a:pt x="397334" y="8495"/>
                </a:lnTo>
                <a:lnTo>
                  <a:pt x="397227" y="8521"/>
                </a:lnTo>
                <a:lnTo>
                  <a:pt x="397121" y="8550"/>
                </a:lnTo>
                <a:lnTo>
                  <a:pt x="397015" y="8581"/>
                </a:lnTo>
                <a:lnTo>
                  <a:pt x="396909" y="8614"/>
                </a:lnTo>
                <a:lnTo>
                  <a:pt x="396803" y="8649"/>
                </a:lnTo>
                <a:lnTo>
                  <a:pt x="396698" y="8687"/>
                </a:lnTo>
                <a:lnTo>
                  <a:pt x="396592" y="8727"/>
                </a:lnTo>
                <a:lnTo>
                  <a:pt x="396486" y="8770"/>
                </a:lnTo>
                <a:lnTo>
                  <a:pt x="396381" y="8815"/>
                </a:lnTo>
                <a:lnTo>
                  <a:pt x="396275" y="8862"/>
                </a:lnTo>
                <a:lnTo>
                  <a:pt x="396170" y="8911"/>
                </a:lnTo>
                <a:lnTo>
                  <a:pt x="396065" y="8962"/>
                </a:lnTo>
                <a:lnTo>
                  <a:pt x="395959" y="9016"/>
                </a:lnTo>
                <a:lnTo>
                  <a:pt x="395854" y="9073"/>
                </a:lnTo>
                <a:lnTo>
                  <a:pt x="395749" y="9132"/>
                </a:lnTo>
                <a:lnTo>
                  <a:pt x="395644" y="9193"/>
                </a:lnTo>
                <a:lnTo>
                  <a:pt x="395539" y="9257"/>
                </a:lnTo>
                <a:lnTo>
                  <a:pt x="395433" y="9324"/>
                </a:lnTo>
                <a:lnTo>
                  <a:pt x="395328" y="9394"/>
                </a:lnTo>
                <a:lnTo>
                  <a:pt x="395223" y="9466"/>
                </a:lnTo>
                <a:lnTo>
                  <a:pt x="395117" y="9541"/>
                </a:lnTo>
                <a:lnTo>
                  <a:pt x="395012" y="9618"/>
                </a:lnTo>
                <a:lnTo>
                  <a:pt x="394906" y="9698"/>
                </a:lnTo>
                <a:lnTo>
                  <a:pt x="394801" y="9781"/>
                </a:lnTo>
                <a:lnTo>
                  <a:pt x="394696" y="9866"/>
                </a:lnTo>
                <a:lnTo>
                  <a:pt x="394590" y="9954"/>
                </a:lnTo>
                <a:lnTo>
                  <a:pt x="394484" y="10045"/>
                </a:lnTo>
                <a:lnTo>
                  <a:pt x="394379" y="10138"/>
                </a:lnTo>
                <a:lnTo>
                  <a:pt x="394273" y="10234"/>
                </a:lnTo>
                <a:lnTo>
                  <a:pt x="394168" y="10333"/>
                </a:lnTo>
                <a:lnTo>
                  <a:pt x="394062" y="10434"/>
                </a:lnTo>
                <a:lnTo>
                  <a:pt x="393956" y="10538"/>
                </a:lnTo>
                <a:lnTo>
                  <a:pt x="393851" y="10645"/>
                </a:lnTo>
                <a:lnTo>
                  <a:pt x="393745" y="10754"/>
                </a:lnTo>
                <a:lnTo>
                  <a:pt x="393639" y="10865"/>
                </a:lnTo>
                <a:lnTo>
                  <a:pt x="393533" y="10980"/>
                </a:lnTo>
                <a:lnTo>
                  <a:pt x="393427" y="11097"/>
                </a:lnTo>
                <a:lnTo>
                  <a:pt x="393427" y="9108"/>
                </a:lnTo>
                <a:lnTo>
                  <a:pt x="393427" y="9097"/>
                </a:lnTo>
                <a:lnTo>
                  <a:pt x="393427" y="9086"/>
                </a:lnTo>
                <a:lnTo>
                  <a:pt x="393427" y="9075"/>
                </a:lnTo>
                <a:lnTo>
                  <a:pt x="393426" y="9065"/>
                </a:lnTo>
                <a:lnTo>
                  <a:pt x="393425" y="9054"/>
                </a:lnTo>
                <a:lnTo>
                  <a:pt x="393424" y="9044"/>
                </a:lnTo>
                <a:lnTo>
                  <a:pt x="393422" y="9034"/>
                </a:lnTo>
                <a:lnTo>
                  <a:pt x="393421" y="9024"/>
                </a:lnTo>
                <a:lnTo>
                  <a:pt x="393419" y="9014"/>
                </a:lnTo>
                <a:lnTo>
                  <a:pt x="393417" y="9004"/>
                </a:lnTo>
                <a:lnTo>
                  <a:pt x="393415" y="8994"/>
                </a:lnTo>
                <a:lnTo>
                  <a:pt x="393413" y="8985"/>
                </a:lnTo>
                <a:lnTo>
                  <a:pt x="393410" y="8976"/>
                </a:lnTo>
                <a:lnTo>
                  <a:pt x="393408" y="8966"/>
                </a:lnTo>
                <a:lnTo>
                  <a:pt x="393405" y="8957"/>
                </a:lnTo>
                <a:lnTo>
                  <a:pt x="393401" y="8948"/>
                </a:lnTo>
                <a:lnTo>
                  <a:pt x="393398" y="8940"/>
                </a:lnTo>
                <a:lnTo>
                  <a:pt x="393395" y="8931"/>
                </a:lnTo>
                <a:lnTo>
                  <a:pt x="393391" y="8923"/>
                </a:lnTo>
                <a:lnTo>
                  <a:pt x="393387" y="8914"/>
                </a:lnTo>
                <a:lnTo>
                  <a:pt x="393383" y="8906"/>
                </a:lnTo>
                <a:lnTo>
                  <a:pt x="393378" y="8898"/>
                </a:lnTo>
                <a:lnTo>
                  <a:pt x="393374" y="8890"/>
                </a:lnTo>
                <a:lnTo>
                  <a:pt x="393369" y="8883"/>
                </a:lnTo>
                <a:lnTo>
                  <a:pt x="393364" y="8875"/>
                </a:lnTo>
                <a:lnTo>
                  <a:pt x="393359" y="8867"/>
                </a:lnTo>
                <a:lnTo>
                  <a:pt x="393353" y="8860"/>
                </a:lnTo>
                <a:lnTo>
                  <a:pt x="393347" y="8852"/>
                </a:lnTo>
                <a:lnTo>
                  <a:pt x="393341" y="8845"/>
                </a:lnTo>
                <a:lnTo>
                  <a:pt x="393335" y="8838"/>
                </a:lnTo>
                <a:lnTo>
                  <a:pt x="393328" y="8830"/>
                </a:lnTo>
                <a:lnTo>
                  <a:pt x="393322" y="8823"/>
                </a:lnTo>
                <a:lnTo>
                  <a:pt x="393315" y="8816"/>
                </a:lnTo>
                <a:lnTo>
                  <a:pt x="393307" y="8809"/>
                </a:lnTo>
                <a:lnTo>
                  <a:pt x="393300" y="8802"/>
                </a:lnTo>
                <a:lnTo>
                  <a:pt x="393292" y="8795"/>
                </a:lnTo>
                <a:lnTo>
                  <a:pt x="393284" y="8788"/>
                </a:lnTo>
                <a:lnTo>
                  <a:pt x="393275" y="8781"/>
                </a:lnTo>
                <a:lnTo>
                  <a:pt x="393266" y="8774"/>
                </a:lnTo>
                <a:lnTo>
                  <a:pt x="393258" y="8767"/>
                </a:lnTo>
                <a:lnTo>
                  <a:pt x="393248" y="8761"/>
                </a:lnTo>
                <a:lnTo>
                  <a:pt x="393239" y="8754"/>
                </a:lnTo>
                <a:lnTo>
                  <a:pt x="393229" y="8747"/>
                </a:lnTo>
                <a:lnTo>
                  <a:pt x="393219" y="8741"/>
                </a:lnTo>
                <a:lnTo>
                  <a:pt x="393209" y="8734"/>
                </a:lnTo>
                <a:lnTo>
                  <a:pt x="393199" y="8728"/>
                </a:lnTo>
                <a:lnTo>
                  <a:pt x="393188" y="8722"/>
                </a:lnTo>
                <a:lnTo>
                  <a:pt x="393177" y="8715"/>
                </a:lnTo>
                <a:lnTo>
                  <a:pt x="393165" y="8709"/>
                </a:lnTo>
                <a:lnTo>
                  <a:pt x="393154" y="8703"/>
                </a:lnTo>
                <a:lnTo>
                  <a:pt x="393142" y="8697"/>
                </a:lnTo>
                <a:lnTo>
                  <a:pt x="393129" y="8692"/>
                </a:lnTo>
                <a:lnTo>
                  <a:pt x="393116" y="8686"/>
                </a:lnTo>
                <a:lnTo>
                  <a:pt x="393103" y="8681"/>
                </a:lnTo>
                <a:lnTo>
                  <a:pt x="393090" y="8676"/>
                </a:lnTo>
                <a:lnTo>
                  <a:pt x="393076" y="8671"/>
                </a:lnTo>
                <a:lnTo>
                  <a:pt x="393061" y="8666"/>
                </a:lnTo>
                <a:lnTo>
                  <a:pt x="393047" y="8661"/>
                </a:lnTo>
                <a:lnTo>
                  <a:pt x="393031" y="8657"/>
                </a:lnTo>
                <a:lnTo>
                  <a:pt x="393016" y="8653"/>
                </a:lnTo>
                <a:lnTo>
                  <a:pt x="393000" y="8649"/>
                </a:lnTo>
                <a:lnTo>
                  <a:pt x="392984" y="8645"/>
                </a:lnTo>
                <a:lnTo>
                  <a:pt x="392967" y="8641"/>
                </a:lnTo>
                <a:lnTo>
                  <a:pt x="392950" y="8637"/>
                </a:lnTo>
                <a:lnTo>
                  <a:pt x="392933" y="8634"/>
                </a:lnTo>
                <a:lnTo>
                  <a:pt x="392915" y="8631"/>
                </a:lnTo>
                <a:lnTo>
                  <a:pt x="392897" y="8628"/>
                </a:lnTo>
                <a:lnTo>
                  <a:pt x="392879" y="8625"/>
                </a:lnTo>
                <a:lnTo>
                  <a:pt x="392860" y="8622"/>
                </a:lnTo>
                <a:lnTo>
                  <a:pt x="392840" y="8620"/>
                </a:lnTo>
                <a:lnTo>
                  <a:pt x="392821" y="8617"/>
                </a:lnTo>
                <a:lnTo>
                  <a:pt x="392801" y="8615"/>
                </a:lnTo>
                <a:lnTo>
                  <a:pt x="392780" y="8613"/>
                </a:lnTo>
                <a:lnTo>
                  <a:pt x="392760" y="8611"/>
                </a:lnTo>
                <a:lnTo>
                  <a:pt x="392738" y="8609"/>
                </a:lnTo>
                <a:lnTo>
                  <a:pt x="392717" y="8607"/>
                </a:lnTo>
                <a:lnTo>
                  <a:pt x="392694" y="8606"/>
                </a:lnTo>
                <a:lnTo>
                  <a:pt x="392672" y="8604"/>
                </a:lnTo>
                <a:lnTo>
                  <a:pt x="392649" y="8603"/>
                </a:lnTo>
                <a:lnTo>
                  <a:pt x="392625" y="8601"/>
                </a:lnTo>
                <a:lnTo>
                  <a:pt x="392601" y="8600"/>
                </a:lnTo>
                <a:lnTo>
                  <a:pt x="392577" y="8599"/>
                </a:lnTo>
                <a:lnTo>
                  <a:pt x="392552" y="8597"/>
                </a:lnTo>
                <a:lnTo>
                  <a:pt x="392527" y="8596"/>
                </a:lnTo>
                <a:lnTo>
                  <a:pt x="392501" y="8595"/>
                </a:lnTo>
                <a:lnTo>
                  <a:pt x="392475" y="8594"/>
                </a:lnTo>
                <a:lnTo>
                  <a:pt x="392449" y="8594"/>
                </a:lnTo>
                <a:lnTo>
                  <a:pt x="392422" y="8593"/>
                </a:lnTo>
                <a:lnTo>
                  <a:pt x="392395" y="8592"/>
                </a:lnTo>
                <a:lnTo>
                  <a:pt x="392367" y="8592"/>
                </a:lnTo>
                <a:lnTo>
                  <a:pt x="392339" y="8591"/>
                </a:lnTo>
                <a:lnTo>
                  <a:pt x="392310" y="8591"/>
                </a:lnTo>
                <a:lnTo>
                  <a:pt x="392281" y="8590"/>
                </a:lnTo>
                <a:lnTo>
                  <a:pt x="392251" y="8590"/>
                </a:lnTo>
                <a:lnTo>
                  <a:pt x="392221" y="8590"/>
                </a:lnTo>
                <a:lnTo>
                  <a:pt x="392191" y="8590"/>
                </a:lnTo>
                <a:lnTo>
                  <a:pt x="392159" y="8590"/>
                </a:lnTo>
                <a:lnTo>
                  <a:pt x="392128" y="8590"/>
                </a:lnTo>
                <a:lnTo>
                  <a:pt x="392097" y="8590"/>
                </a:lnTo>
                <a:lnTo>
                  <a:pt x="392067" y="8591"/>
                </a:lnTo>
                <a:lnTo>
                  <a:pt x="392037" y="8591"/>
                </a:lnTo>
                <a:lnTo>
                  <a:pt x="392008" y="8592"/>
                </a:lnTo>
                <a:lnTo>
                  <a:pt x="391979" y="8592"/>
                </a:lnTo>
                <a:lnTo>
                  <a:pt x="391951" y="8593"/>
                </a:lnTo>
                <a:lnTo>
                  <a:pt x="391924" y="8594"/>
                </a:lnTo>
                <a:lnTo>
                  <a:pt x="391897" y="8594"/>
                </a:lnTo>
                <a:lnTo>
                  <a:pt x="391870" y="8595"/>
                </a:lnTo>
                <a:lnTo>
                  <a:pt x="391844" y="8596"/>
                </a:lnTo>
                <a:lnTo>
                  <a:pt x="391818" y="8597"/>
                </a:lnTo>
                <a:lnTo>
                  <a:pt x="391794" y="8599"/>
                </a:lnTo>
                <a:lnTo>
                  <a:pt x="391769" y="8600"/>
                </a:lnTo>
                <a:lnTo>
                  <a:pt x="391745" y="8601"/>
                </a:lnTo>
                <a:lnTo>
                  <a:pt x="391722" y="8603"/>
                </a:lnTo>
                <a:lnTo>
                  <a:pt x="391699" y="8604"/>
                </a:lnTo>
                <a:lnTo>
                  <a:pt x="391676" y="8606"/>
                </a:lnTo>
                <a:lnTo>
                  <a:pt x="391655" y="8607"/>
                </a:lnTo>
                <a:lnTo>
                  <a:pt x="391633" y="8609"/>
                </a:lnTo>
                <a:lnTo>
                  <a:pt x="391612" y="8611"/>
                </a:lnTo>
                <a:lnTo>
                  <a:pt x="391592" y="8613"/>
                </a:lnTo>
                <a:lnTo>
                  <a:pt x="391572" y="8615"/>
                </a:lnTo>
                <a:lnTo>
                  <a:pt x="391553" y="8617"/>
                </a:lnTo>
                <a:lnTo>
                  <a:pt x="391534" y="8620"/>
                </a:lnTo>
                <a:lnTo>
                  <a:pt x="391515" y="8622"/>
                </a:lnTo>
                <a:lnTo>
                  <a:pt x="391497" y="8625"/>
                </a:lnTo>
                <a:lnTo>
                  <a:pt x="391479" y="8628"/>
                </a:lnTo>
                <a:lnTo>
                  <a:pt x="391461" y="8631"/>
                </a:lnTo>
                <a:lnTo>
                  <a:pt x="391443" y="8634"/>
                </a:lnTo>
                <a:lnTo>
                  <a:pt x="391426" y="8637"/>
                </a:lnTo>
                <a:lnTo>
                  <a:pt x="391409" y="8641"/>
                </a:lnTo>
                <a:lnTo>
                  <a:pt x="391392" y="8645"/>
                </a:lnTo>
                <a:lnTo>
                  <a:pt x="391375" y="8649"/>
                </a:lnTo>
                <a:lnTo>
                  <a:pt x="391359" y="8653"/>
                </a:lnTo>
                <a:lnTo>
                  <a:pt x="391343" y="8657"/>
                </a:lnTo>
                <a:lnTo>
                  <a:pt x="391328" y="8661"/>
                </a:lnTo>
                <a:lnTo>
                  <a:pt x="391313" y="8666"/>
                </a:lnTo>
                <a:lnTo>
                  <a:pt x="391298" y="8671"/>
                </a:lnTo>
                <a:lnTo>
                  <a:pt x="391283" y="8676"/>
                </a:lnTo>
                <a:lnTo>
                  <a:pt x="391268" y="8681"/>
                </a:lnTo>
                <a:lnTo>
                  <a:pt x="391254" y="8686"/>
                </a:lnTo>
                <a:lnTo>
                  <a:pt x="391240" y="8692"/>
                </a:lnTo>
                <a:lnTo>
                  <a:pt x="391227" y="8697"/>
                </a:lnTo>
                <a:lnTo>
                  <a:pt x="391214" y="8703"/>
                </a:lnTo>
                <a:lnTo>
                  <a:pt x="391201" y="8709"/>
                </a:lnTo>
                <a:lnTo>
                  <a:pt x="391188" y="8715"/>
                </a:lnTo>
                <a:lnTo>
                  <a:pt x="391176" y="8722"/>
                </a:lnTo>
                <a:lnTo>
                  <a:pt x="391164" y="8728"/>
                </a:lnTo>
                <a:lnTo>
                  <a:pt x="391152" y="8734"/>
                </a:lnTo>
                <a:lnTo>
                  <a:pt x="391141" y="8741"/>
                </a:lnTo>
                <a:lnTo>
                  <a:pt x="391130" y="8747"/>
                </a:lnTo>
                <a:lnTo>
                  <a:pt x="391119" y="8754"/>
                </a:lnTo>
                <a:lnTo>
                  <a:pt x="391109" y="8761"/>
                </a:lnTo>
                <a:lnTo>
                  <a:pt x="391099" y="8767"/>
                </a:lnTo>
                <a:lnTo>
                  <a:pt x="391089" y="8774"/>
                </a:lnTo>
                <a:lnTo>
                  <a:pt x="391080" y="8781"/>
                </a:lnTo>
                <a:lnTo>
                  <a:pt x="391071" y="8788"/>
                </a:lnTo>
                <a:lnTo>
                  <a:pt x="391063" y="8795"/>
                </a:lnTo>
                <a:lnTo>
                  <a:pt x="391055" y="8802"/>
                </a:lnTo>
                <a:lnTo>
                  <a:pt x="391047" y="8809"/>
                </a:lnTo>
                <a:lnTo>
                  <a:pt x="391039" y="8816"/>
                </a:lnTo>
                <a:lnTo>
                  <a:pt x="391032" y="8823"/>
                </a:lnTo>
                <a:lnTo>
                  <a:pt x="391025" y="8830"/>
                </a:lnTo>
                <a:lnTo>
                  <a:pt x="391019" y="8838"/>
                </a:lnTo>
                <a:lnTo>
                  <a:pt x="391013" y="8845"/>
                </a:lnTo>
                <a:lnTo>
                  <a:pt x="391007" y="8852"/>
                </a:lnTo>
                <a:lnTo>
                  <a:pt x="391002" y="8860"/>
                </a:lnTo>
                <a:lnTo>
                  <a:pt x="390997" y="8867"/>
                </a:lnTo>
                <a:lnTo>
                  <a:pt x="390992" y="8875"/>
                </a:lnTo>
                <a:lnTo>
                  <a:pt x="390987" y="8883"/>
                </a:lnTo>
                <a:lnTo>
                  <a:pt x="390983" y="8890"/>
                </a:lnTo>
                <a:lnTo>
                  <a:pt x="390979" y="8898"/>
                </a:lnTo>
                <a:lnTo>
                  <a:pt x="390976" y="8906"/>
                </a:lnTo>
                <a:lnTo>
                  <a:pt x="390972" y="8914"/>
                </a:lnTo>
                <a:lnTo>
                  <a:pt x="390969" y="8923"/>
                </a:lnTo>
                <a:lnTo>
                  <a:pt x="390966" y="8931"/>
                </a:lnTo>
                <a:lnTo>
                  <a:pt x="390963" y="8940"/>
                </a:lnTo>
                <a:lnTo>
                  <a:pt x="390960" y="8948"/>
                </a:lnTo>
                <a:lnTo>
                  <a:pt x="390957" y="8957"/>
                </a:lnTo>
                <a:lnTo>
                  <a:pt x="390954" y="8966"/>
                </a:lnTo>
                <a:lnTo>
                  <a:pt x="390952" y="8976"/>
                </a:lnTo>
                <a:lnTo>
                  <a:pt x="390950" y="8985"/>
                </a:lnTo>
                <a:lnTo>
                  <a:pt x="390948" y="8994"/>
                </a:lnTo>
                <a:lnTo>
                  <a:pt x="390946" y="9004"/>
                </a:lnTo>
                <a:lnTo>
                  <a:pt x="390944" y="9014"/>
                </a:lnTo>
                <a:lnTo>
                  <a:pt x="390943" y="9024"/>
                </a:lnTo>
                <a:lnTo>
                  <a:pt x="390942" y="9034"/>
                </a:lnTo>
                <a:lnTo>
                  <a:pt x="390940" y="9044"/>
                </a:lnTo>
                <a:lnTo>
                  <a:pt x="390940" y="9054"/>
                </a:lnTo>
                <a:lnTo>
                  <a:pt x="390939" y="9065"/>
                </a:lnTo>
                <a:lnTo>
                  <a:pt x="390938" y="9075"/>
                </a:lnTo>
                <a:lnTo>
                  <a:pt x="390938" y="9086"/>
                </a:lnTo>
                <a:lnTo>
                  <a:pt x="390937" y="9097"/>
                </a:lnTo>
                <a:lnTo>
                  <a:pt x="390937" y="9108"/>
                </a:lnTo>
                <a:lnTo>
                  <a:pt x="390937" y="24149"/>
                </a:lnTo>
                <a:lnTo>
                  <a:pt x="390937" y="24160"/>
                </a:lnTo>
                <a:lnTo>
                  <a:pt x="390938" y="24171"/>
                </a:lnTo>
                <a:lnTo>
                  <a:pt x="390938" y="24182"/>
                </a:lnTo>
                <a:lnTo>
                  <a:pt x="390939" y="24193"/>
                </a:lnTo>
                <a:lnTo>
                  <a:pt x="390940" y="24203"/>
                </a:lnTo>
                <a:lnTo>
                  <a:pt x="390941" y="24213"/>
                </a:lnTo>
                <a:lnTo>
                  <a:pt x="390942" y="24224"/>
                </a:lnTo>
                <a:lnTo>
                  <a:pt x="390944" y="24234"/>
                </a:lnTo>
                <a:lnTo>
                  <a:pt x="390946" y="24244"/>
                </a:lnTo>
                <a:lnTo>
                  <a:pt x="390948" y="24253"/>
                </a:lnTo>
                <a:lnTo>
                  <a:pt x="390950" y="24263"/>
                </a:lnTo>
                <a:lnTo>
                  <a:pt x="390952" y="24272"/>
                </a:lnTo>
                <a:lnTo>
                  <a:pt x="390955" y="24282"/>
                </a:lnTo>
                <a:lnTo>
                  <a:pt x="390957" y="24291"/>
                </a:lnTo>
                <a:lnTo>
                  <a:pt x="390960" y="24300"/>
                </a:lnTo>
                <a:lnTo>
                  <a:pt x="390963" y="24309"/>
                </a:lnTo>
                <a:lnTo>
                  <a:pt x="390967" y="24318"/>
                </a:lnTo>
                <a:lnTo>
                  <a:pt x="390970" y="24326"/>
                </a:lnTo>
                <a:lnTo>
                  <a:pt x="390974" y="24335"/>
                </a:lnTo>
                <a:lnTo>
                  <a:pt x="390978" y="24343"/>
                </a:lnTo>
                <a:lnTo>
                  <a:pt x="390982" y="24351"/>
                </a:lnTo>
                <a:lnTo>
                  <a:pt x="390986" y="24359"/>
                </a:lnTo>
                <a:lnTo>
                  <a:pt x="390991" y="24367"/>
                </a:lnTo>
                <a:lnTo>
                  <a:pt x="390996" y="24375"/>
                </a:lnTo>
                <a:lnTo>
                  <a:pt x="391001" y="24382"/>
                </a:lnTo>
                <a:lnTo>
                  <a:pt x="391006" y="24390"/>
                </a:lnTo>
                <a:lnTo>
                  <a:pt x="391012" y="24397"/>
                </a:lnTo>
                <a:lnTo>
                  <a:pt x="391018" y="24405"/>
                </a:lnTo>
                <a:lnTo>
                  <a:pt x="391025" y="24412"/>
                </a:lnTo>
                <a:lnTo>
                  <a:pt x="391031" y="24419"/>
                </a:lnTo>
                <a:lnTo>
                  <a:pt x="391038" y="24426"/>
                </a:lnTo>
                <a:lnTo>
                  <a:pt x="391046" y="24433"/>
                </a:lnTo>
                <a:lnTo>
                  <a:pt x="391054" y="24440"/>
                </a:lnTo>
                <a:lnTo>
                  <a:pt x="391062" y="24447"/>
                </a:lnTo>
                <a:lnTo>
                  <a:pt x="391071" y="24454"/>
                </a:lnTo>
                <a:lnTo>
                  <a:pt x="391079" y="24460"/>
                </a:lnTo>
                <a:lnTo>
                  <a:pt x="391089" y="24467"/>
                </a:lnTo>
                <a:lnTo>
                  <a:pt x="391098" y="24473"/>
                </a:lnTo>
                <a:lnTo>
                  <a:pt x="391108" y="24480"/>
                </a:lnTo>
                <a:lnTo>
                  <a:pt x="391118" y="24486"/>
                </a:lnTo>
                <a:lnTo>
                  <a:pt x="391129" y="24492"/>
                </a:lnTo>
                <a:lnTo>
                  <a:pt x="391140" y="24499"/>
                </a:lnTo>
                <a:lnTo>
                  <a:pt x="391151" y="24505"/>
                </a:lnTo>
                <a:lnTo>
                  <a:pt x="391163" y="24511"/>
                </a:lnTo>
                <a:lnTo>
                  <a:pt x="391175" y="24516"/>
                </a:lnTo>
                <a:lnTo>
                  <a:pt x="391187" y="24522"/>
                </a:lnTo>
                <a:lnTo>
                  <a:pt x="391200" y="24528"/>
                </a:lnTo>
                <a:lnTo>
                  <a:pt x="391213" y="24534"/>
                </a:lnTo>
                <a:lnTo>
                  <a:pt x="391227" y="24539"/>
                </a:lnTo>
                <a:lnTo>
                  <a:pt x="391240" y="24544"/>
                </a:lnTo>
                <a:lnTo>
                  <a:pt x="391254" y="24550"/>
                </a:lnTo>
                <a:lnTo>
                  <a:pt x="391269" y="24555"/>
                </a:lnTo>
                <a:lnTo>
                  <a:pt x="391284" y="24560"/>
                </a:lnTo>
                <a:lnTo>
                  <a:pt x="391299" y="24565"/>
                </a:lnTo>
                <a:lnTo>
                  <a:pt x="391315" y="24570"/>
                </a:lnTo>
                <a:lnTo>
                  <a:pt x="391331" y="24574"/>
                </a:lnTo>
                <a:lnTo>
                  <a:pt x="391347" y="24579"/>
                </a:lnTo>
                <a:lnTo>
                  <a:pt x="391364" y="24583"/>
                </a:lnTo>
                <a:lnTo>
                  <a:pt x="391381" y="24588"/>
                </a:lnTo>
                <a:lnTo>
                  <a:pt x="391399" y="24592"/>
                </a:lnTo>
                <a:lnTo>
                  <a:pt x="391417" y="24596"/>
                </a:lnTo>
                <a:lnTo>
                  <a:pt x="391435" y="24600"/>
                </a:lnTo>
                <a:lnTo>
                  <a:pt x="391454" y="24604"/>
                </a:lnTo>
                <a:lnTo>
                  <a:pt x="391473" y="24608"/>
                </a:lnTo>
                <a:lnTo>
                  <a:pt x="391493" y="24611"/>
                </a:lnTo>
                <a:lnTo>
                  <a:pt x="391512" y="24615"/>
                </a:lnTo>
                <a:lnTo>
                  <a:pt x="391533" y="24618"/>
                </a:lnTo>
                <a:lnTo>
                  <a:pt x="391553" y="24622"/>
                </a:lnTo>
                <a:lnTo>
                  <a:pt x="391574" y="24625"/>
                </a:lnTo>
                <a:lnTo>
                  <a:pt x="391595" y="24628"/>
                </a:lnTo>
                <a:lnTo>
                  <a:pt x="391617" y="24631"/>
                </a:lnTo>
                <a:lnTo>
                  <a:pt x="391639" y="24634"/>
                </a:lnTo>
                <a:lnTo>
                  <a:pt x="391662" y="24637"/>
                </a:lnTo>
                <a:lnTo>
                  <a:pt x="391685" y="24639"/>
                </a:lnTo>
                <a:lnTo>
                  <a:pt x="391708" y="24642"/>
                </a:lnTo>
                <a:lnTo>
                  <a:pt x="391732" y="24644"/>
                </a:lnTo>
                <a:lnTo>
                  <a:pt x="391756" y="24646"/>
                </a:lnTo>
                <a:lnTo>
                  <a:pt x="391781" y="24648"/>
                </a:lnTo>
                <a:lnTo>
                  <a:pt x="391807" y="24650"/>
                </a:lnTo>
                <a:lnTo>
                  <a:pt x="391832" y="24652"/>
                </a:lnTo>
                <a:lnTo>
                  <a:pt x="391859" y="24654"/>
                </a:lnTo>
                <a:lnTo>
                  <a:pt x="391885" y="24656"/>
                </a:lnTo>
                <a:lnTo>
                  <a:pt x="391912" y="24657"/>
                </a:lnTo>
                <a:lnTo>
                  <a:pt x="391940" y="24659"/>
                </a:lnTo>
                <a:lnTo>
                  <a:pt x="391968" y="24660"/>
                </a:lnTo>
                <a:lnTo>
                  <a:pt x="391997" y="24661"/>
                </a:lnTo>
                <a:lnTo>
                  <a:pt x="392026" y="24663"/>
                </a:lnTo>
                <a:lnTo>
                  <a:pt x="392055" y="24664"/>
                </a:lnTo>
                <a:lnTo>
                  <a:pt x="392085" y="24664"/>
                </a:lnTo>
                <a:lnTo>
                  <a:pt x="392116" y="24665"/>
                </a:lnTo>
                <a:lnTo>
                  <a:pt x="392146" y="24666"/>
                </a:lnTo>
                <a:lnTo>
                  <a:pt x="392178" y="24666"/>
                </a:lnTo>
                <a:lnTo>
                  <a:pt x="392210" y="24667"/>
                </a:lnTo>
                <a:lnTo>
                  <a:pt x="392242" y="24667"/>
                </a:lnTo>
                <a:lnTo>
                  <a:pt x="392275" y="24667"/>
                </a:lnTo>
                <a:lnTo>
                  <a:pt x="392308" y="24667"/>
                </a:lnTo>
                <a:lnTo>
                  <a:pt x="392342" y="24667"/>
                </a:lnTo>
                <a:lnTo>
                  <a:pt x="392376" y="24667"/>
                </a:lnTo>
                <a:lnTo>
                  <a:pt x="392410" y="24667"/>
                </a:lnTo>
                <a:lnTo>
                  <a:pt x="392443" y="24666"/>
                </a:lnTo>
                <a:lnTo>
                  <a:pt x="392475" y="24666"/>
                </a:lnTo>
                <a:lnTo>
                  <a:pt x="392507" y="24665"/>
                </a:lnTo>
                <a:lnTo>
                  <a:pt x="392539" y="24664"/>
                </a:lnTo>
                <a:lnTo>
                  <a:pt x="392570" y="24664"/>
                </a:lnTo>
                <a:lnTo>
                  <a:pt x="392600" y="24663"/>
                </a:lnTo>
                <a:lnTo>
                  <a:pt x="392630" y="24661"/>
                </a:lnTo>
                <a:lnTo>
                  <a:pt x="392659" y="24660"/>
                </a:lnTo>
                <a:lnTo>
                  <a:pt x="392688" y="24659"/>
                </a:lnTo>
                <a:lnTo>
                  <a:pt x="392716" y="24657"/>
                </a:lnTo>
                <a:lnTo>
                  <a:pt x="392744" y="24656"/>
                </a:lnTo>
                <a:lnTo>
                  <a:pt x="392771" y="24654"/>
                </a:lnTo>
                <a:lnTo>
                  <a:pt x="392798" y="24652"/>
                </a:lnTo>
                <a:lnTo>
                  <a:pt x="392824" y="24650"/>
                </a:lnTo>
                <a:lnTo>
                  <a:pt x="392850" y="24648"/>
                </a:lnTo>
                <a:lnTo>
                  <a:pt x="392875" y="24646"/>
                </a:lnTo>
                <a:lnTo>
                  <a:pt x="392900" y="24644"/>
                </a:lnTo>
                <a:lnTo>
                  <a:pt x="392924" y="24642"/>
                </a:lnTo>
                <a:lnTo>
                  <a:pt x="392947" y="24639"/>
                </a:lnTo>
                <a:lnTo>
                  <a:pt x="392970" y="24637"/>
                </a:lnTo>
                <a:lnTo>
                  <a:pt x="392993" y="24634"/>
                </a:lnTo>
                <a:lnTo>
                  <a:pt x="393015" y="24631"/>
                </a:lnTo>
                <a:lnTo>
                  <a:pt x="393037" y="24628"/>
                </a:lnTo>
                <a:lnTo>
                  <a:pt x="393058" y="24625"/>
                </a:lnTo>
                <a:lnTo>
                  <a:pt x="393079" y="24622"/>
                </a:lnTo>
                <a:lnTo>
                  <a:pt x="393099" y="24618"/>
                </a:lnTo>
                <a:lnTo>
                  <a:pt x="393119" y="24615"/>
                </a:lnTo>
                <a:lnTo>
                  <a:pt x="393139" y="24611"/>
                </a:lnTo>
                <a:lnTo>
                  <a:pt x="393158" y="24608"/>
                </a:lnTo>
                <a:lnTo>
                  <a:pt x="393177" y="24604"/>
                </a:lnTo>
                <a:lnTo>
                  <a:pt x="393195" y="24600"/>
                </a:lnTo>
                <a:lnTo>
                  <a:pt x="393213" y="24596"/>
                </a:lnTo>
                <a:lnTo>
                  <a:pt x="393231" y="24592"/>
                </a:lnTo>
                <a:lnTo>
                  <a:pt x="393248" y="24588"/>
                </a:lnTo>
                <a:lnTo>
                  <a:pt x="393265" y="24583"/>
                </a:lnTo>
                <a:lnTo>
                  <a:pt x="393281" y="24579"/>
                </a:lnTo>
                <a:lnTo>
                  <a:pt x="393297" y="24574"/>
                </a:lnTo>
                <a:lnTo>
                  <a:pt x="393313" y="24570"/>
                </a:lnTo>
                <a:lnTo>
                  <a:pt x="393328" y="24565"/>
                </a:lnTo>
                <a:lnTo>
                  <a:pt x="393343" y="24560"/>
                </a:lnTo>
                <a:lnTo>
                  <a:pt x="393357" y="24555"/>
                </a:lnTo>
                <a:lnTo>
                  <a:pt x="393371" y="24550"/>
                </a:lnTo>
                <a:lnTo>
                  <a:pt x="393385" y="24544"/>
                </a:lnTo>
                <a:lnTo>
                  <a:pt x="393398" y="24539"/>
                </a:lnTo>
                <a:lnTo>
                  <a:pt x="393411" y="24534"/>
                </a:lnTo>
                <a:lnTo>
                  <a:pt x="393423" y="24528"/>
                </a:lnTo>
                <a:lnTo>
                  <a:pt x="393435" y="24522"/>
                </a:lnTo>
                <a:lnTo>
                  <a:pt x="393447" y="24516"/>
                </a:lnTo>
                <a:lnTo>
                  <a:pt x="393459" y="24511"/>
                </a:lnTo>
                <a:lnTo>
                  <a:pt x="393470" y="24505"/>
                </a:lnTo>
                <a:lnTo>
                  <a:pt x="393481" y="24499"/>
                </a:lnTo>
                <a:lnTo>
                  <a:pt x="393491" y="24492"/>
                </a:lnTo>
                <a:lnTo>
                  <a:pt x="393502" y="24486"/>
                </a:lnTo>
                <a:lnTo>
                  <a:pt x="393512" y="24480"/>
                </a:lnTo>
                <a:lnTo>
                  <a:pt x="393522" y="24473"/>
                </a:lnTo>
                <a:lnTo>
                  <a:pt x="393531" y="24467"/>
                </a:lnTo>
                <a:lnTo>
                  <a:pt x="393540" y="24460"/>
                </a:lnTo>
                <a:lnTo>
                  <a:pt x="393549" y="24454"/>
                </a:lnTo>
                <a:lnTo>
                  <a:pt x="393558" y="24447"/>
                </a:lnTo>
                <a:lnTo>
                  <a:pt x="393566" y="24440"/>
                </a:lnTo>
                <a:lnTo>
                  <a:pt x="393574" y="24433"/>
                </a:lnTo>
                <a:lnTo>
                  <a:pt x="393582" y="24426"/>
                </a:lnTo>
                <a:lnTo>
                  <a:pt x="393589" y="24419"/>
                </a:lnTo>
                <a:lnTo>
                  <a:pt x="393597" y="24412"/>
                </a:lnTo>
                <a:lnTo>
                  <a:pt x="393603" y="24405"/>
                </a:lnTo>
                <a:lnTo>
                  <a:pt x="393610" y="24397"/>
                </a:lnTo>
                <a:lnTo>
                  <a:pt x="393616" y="24390"/>
                </a:lnTo>
                <a:lnTo>
                  <a:pt x="393622" y="24382"/>
                </a:lnTo>
                <a:lnTo>
                  <a:pt x="393628" y="24375"/>
                </a:lnTo>
                <a:lnTo>
                  <a:pt x="393633" y="24367"/>
                </a:lnTo>
                <a:lnTo>
                  <a:pt x="393639" y="24359"/>
                </a:lnTo>
                <a:lnTo>
                  <a:pt x="393644" y="24351"/>
                </a:lnTo>
                <a:lnTo>
                  <a:pt x="393648" y="24343"/>
                </a:lnTo>
                <a:lnTo>
                  <a:pt x="393653" y="24335"/>
                </a:lnTo>
                <a:lnTo>
                  <a:pt x="393657" y="24326"/>
                </a:lnTo>
                <a:lnTo>
                  <a:pt x="393661" y="24318"/>
                </a:lnTo>
                <a:lnTo>
                  <a:pt x="393665" y="24309"/>
                </a:lnTo>
                <a:lnTo>
                  <a:pt x="393669" y="24300"/>
                </a:lnTo>
                <a:lnTo>
                  <a:pt x="393672" y="24291"/>
                </a:lnTo>
                <a:lnTo>
                  <a:pt x="393675" y="24282"/>
                </a:lnTo>
                <a:lnTo>
                  <a:pt x="393678" y="24272"/>
                </a:lnTo>
                <a:lnTo>
                  <a:pt x="393681" y="24263"/>
                </a:lnTo>
                <a:lnTo>
                  <a:pt x="393683" y="24253"/>
                </a:lnTo>
                <a:lnTo>
                  <a:pt x="393685" y="24244"/>
                </a:lnTo>
                <a:lnTo>
                  <a:pt x="393687" y="24234"/>
                </a:lnTo>
                <a:lnTo>
                  <a:pt x="393689" y="24224"/>
                </a:lnTo>
                <a:lnTo>
                  <a:pt x="393691" y="24213"/>
                </a:lnTo>
                <a:lnTo>
                  <a:pt x="393692" y="24203"/>
                </a:lnTo>
                <a:lnTo>
                  <a:pt x="393693" y="24193"/>
                </a:lnTo>
                <a:lnTo>
                  <a:pt x="393694" y="24182"/>
                </a:lnTo>
                <a:lnTo>
                  <a:pt x="393694" y="24171"/>
                </a:lnTo>
                <a:lnTo>
                  <a:pt x="393695" y="24160"/>
                </a:lnTo>
                <a:lnTo>
                  <a:pt x="393695" y="24149"/>
                </a:lnTo>
                <a:lnTo>
                  <a:pt x="393695" y="13637"/>
                </a:lnTo>
                <a:lnTo>
                  <a:pt x="393789" y="13520"/>
                </a:lnTo>
                <a:lnTo>
                  <a:pt x="393884" y="13405"/>
                </a:lnTo>
                <a:lnTo>
                  <a:pt x="393977" y="13293"/>
                </a:lnTo>
                <a:lnTo>
                  <a:pt x="394071" y="13183"/>
                </a:lnTo>
                <a:lnTo>
                  <a:pt x="394164" y="13075"/>
                </a:lnTo>
                <a:lnTo>
                  <a:pt x="394257" y="12970"/>
                </a:lnTo>
                <a:lnTo>
                  <a:pt x="394349" y="12867"/>
                </a:lnTo>
                <a:lnTo>
                  <a:pt x="394441" y="12766"/>
                </a:lnTo>
                <a:lnTo>
                  <a:pt x="394533" y="12668"/>
                </a:lnTo>
                <a:lnTo>
                  <a:pt x="394624" y="12572"/>
                </a:lnTo>
                <a:lnTo>
                  <a:pt x="394716" y="12479"/>
                </a:lnTo>
                <a:lnTo>
                  <a:pt x="394806" y="12388"/>
                </a:lnTo>
                <a:lnTo>
                  <a:pt x="394897" y="12299"/>
                </a:lnTo>
                <a:lnTo>
                  <a:pt x="394987" y="12213"/>
                </a:lnTo>
                <a:lnTo>
                  <a:pt x="395076" y="12129"/>
                </a:lnTo>
                <a:lnTo>
                  <a:pt x="395166" y="12048"/>
                </a:lnTo>
                <a:lnTo>
                  <a:pt x="395254" y="11969"/>
                </a:lnTo>
                <a:lnTo>
                  <a:pt x="395343" y="11892"/>
                </a:lnTo>
                <a:lnTo>
                  <a:pt x="395431" y="11817"/>
                </a:lnTo>
                <a:lnTo>
                  <a:pt x="395519" y="11745"/>
                </a:lnTo>
                <a:lnTo>
                  <a:pt x="395607" y="11676"/>
                </a:lnTo>
                <a:lnTo>
                  <a:pt x="395694" y="11609"/>
                </a:lnTo>
                <a:lnTo>
                  <a:pt x="395781" y="11544"/>
                </a:lnTo>
                <a:lnTo>
                  <a:pt x="395867" y="11481"/>
                </a:lnTo>
                <a:lnTo>
                  <a:pt x="395954" y="11421"/>
                </a:lnTo>
                <a:lnTo>
                  <a:pt x="396040" y="11364"/>
                </a:lnTo>
                <a:lnTo>
                  <a:pt x="396126" y="11309"/>
                </a:lnTo>
                <a:lnTo>
                  <a:pt x="396213" y="11257"/>
                </a:lnTo>
                <a:lnTo>
                  <a:pt x="396299" y="11207"/>
                </a:lnTo>
                <a:lnTo>
                  <a:pt x="396386" y="11160"/>
                </a:lnTo>
                <a:lnTo>
                  <a:pt x="396472" y="11115"/>
                </a:lnTo>
                <a:lnTo>
                  <a:pt x="396558" y="11073"/>
                </a:lnTo>
                <a:lnTo>
                  <a:pt x="396645" y="11033"/>
                </a:lnTo>
                <a:lnTo>
                  <a:pt x="396731" y="10996"/>
                </a:lnTo>
                <a:lnTo>
                  <a:pt x="396817" y="10962"/>
                </a:lnTo>
                <a:lnTo>
                  <a:pt x="396904" y="10930"/>
                </a:lnTo>
                <a:lnTo>
                  <a:pt x="396990" y="10900"/>
                </a:lnTo>
                <a:lnTo>
                  <a:pt x="397076" y="10874"/>
                </a:lnTo>
                <a:lnTo>
                  <a:pt x="397163" y="10849"/>
                </a:lnTo>
                <a:lnTo>
                  <a:pt x="397249" y="10828"/>
                </a:lnTo>
                <a:lnTo>
                  <a:pt x="397335" y="10809"/>
                </a:lnTo>
                <a:lnTo>
                  <a:pt x="397422" y="10792"/>
                </a:lnTo>
                <a:lnTo>
                  <a:pt x="397508" y="10778"/>
                </a:lnTo>
                <a:lnTo>
                  <a:pt x="397594" y="10766"/>
                </a:lnTo>
                <a:lnTo>
                  <a:pt x="397681" y="10757"/>
                </a:lnTo>
                <a:lnTo>
                  <a:pt x="397767" y="10751"/>
                </a:lnTo>
                <a:lnTo>
                  <a:pt x="397853" y="10747"/>
                </a:lnTo>
                <a:lnTo>
                  <a:pt x="397940" y="10746"/>
                </a:lnTo>
                <a:lnTo>
                  <a:pt x="398006" y="10746"/>
                </a:lnTo>
                <a:lnTo>
                  <a:pt x="398072" y="10748"/>
                </a:lnTo>
                <a:lnTo>
                  <a:pt x="398137" y="10751"/>
                </a:lnTo>
                <a:lnTo>
                  <a:pt x="398202" y="10754"/>
                </a:lnTo>
                <a:lnTo>
                  <a:pt x="398266" y="10759"/>
                </a:lnTo>
                <a:lnTo>
                  <a:pt x="398329" y="10765"/>
                </a:lnTo>
                <a:lnTo>
                  <a:pt x="398391" y="10772"/>
                </a:lnTo>
                <a:lnTo>
                  <a:pt x="398453" y="10779"/>
                </a:lnTo>
                <a:lnTo>
                  <a:pt x="398514" y="10788"/>
                </a:lnTo>
                <a:lnTo>
                  <a:pt x="398575" y="10798"/>
                </a:lnTo>
                <a:lnTo>
                  <a:pt x="398635" y="10809"/>
                </a:lnTo>
                <a:lnTo>
                  <a:pt x="398694" y="10821"/>
                </a:lnTo>
                <a:lnTo>
                  <a:pt x="398752" y="10834"/>
                </a:lnTo>
                <a:lnTo>
                  <a:pt x="398810" y="10848"/>
                </a:lnTo>
                <a:lnTo>
                  <a:pt x="398867" y="10863"/>
                </a:lnTo>
                <a:lnTo>
                  <a:pt x="398924" y="10880"/>
                </a:lnTo>
                <a:lnTo>
                  <a:pt x="398980" y="10897"/>
                </a:lnTo>
                <a:lnTo>
                  <a:pt x="399035" y="10915"/>
                </a:lnTo>
                <a:lnTo>
                  <a:pt x="399089" y="10934"/>
                </a:lnTo>
                <a:lnTo>
                  <a:pt x="399143" y="10955"/>
                </a:lnTo>
                <a:lnTo>
                  <a:pt x="399196" y="10976"/>
                </a:lnTo>
                <a:lnTo>
                  <a:pt x="399249" y="10999"/>
                </a:lnTo>
                <a:lnTo>
                  <a:pt x="399301" y="11022"/>
                </a:lnTo>
                <a:lnTo>
                  <a:pt x="399352" y="11047"/>
                </a:lnTo>
                <a:lnTo>
                  <a:pt x="399402" y="11072"/>
                </a:lnTo>
                <a:lnTo>
                  <a:pt x="399452" y="11099"/>
                </a:lnTo>
                <a:lnTo>
                  <a:pt x="399501" y="11126"/>
                </a:lnTo>
                <a:lnTo>
                  <a:pt x="399549" y="11154"/>
                </a:lnTo>
                <a:lnTo>
                  <a:pt x="399596" y="11184"/>
                </a:lnTo>
                <a:lnTo>
                  <a:pt x="399643" y="11214"/>
                </a:lnTo>
                <a:lnTo>
                  <a:pt x="399689" y="11245"/>
                </a:lnTo>
                <a:lnTo>
                  <a:pt x="399734" y="11277"/>
                </a:lnTo>
                <a:lnTo>
                  <a:pt x="399778" y="11310"/>
                </a:lnTo>
                <a:lnTo>
                  <a:pt x="399821" y="11344"/>
                </a:lnTo>
                <a:lnTo>
                  <a:pt x="399864" y="11379"/>
                </a:lnTo>
                <a:lnTo>
                  <a:pt x="399906" y="11414"/>
                </a:lnTo>
                <a:lnTo>
                  <a:pt x="399947" y="11451"/>
                </a:lnTo>
                <a:lnTo>
                  <a:pt x="399987" y="11489"/>
                </a:lnTo>
                <a:lnTo>
                  <a:pt x="400026" y="11527"/>
                </a:lnTo>
                <a:lnTo>
                  <a:pt x="400065" y="11567"/>
                </a:lnTo>
                <a:lnTo>
                  <a:pt x="400103" y="11607"/>
                </a:lnTo>
                <a:lnTo>
                  <a:pt x="400140" y="11648"/>
                </a:lnTo>
                <a:lnTo>
                  <a:pt x="400176" y="11691"/>
                </a:lnTo>
                <a:lnTo>
                  <a:pt x="400212" y="11734"/>
                </a:lnTo>
                <a:lnTo>
                  <a:pt x="400247" y="11778"/>
                </a:lnTo>
                <a:lnTo>
                  <a:pt x="400281" y="11823"/>
                </a:lnTo>
                <a:lnTo>
                  <a:pt x="400314" y="11869"/>
                </a:lnTo>
                <a:lnTo>
                  <a:pt x="400346" y="11916"/>
                </a:lnTo>
                <a:lnTo>
                  <a:pt x="400378" y="11964"/>
                </a:lnTo>
                <a:lnTo>
                  <a:pt x="400409" y="12012"/>
                </a:lnTo>
                <a:lnTo>
                  <a:pt x="400440" y="12061"/>
                </a:lnTo>
                <a:lnTo>
                  <a:pt x="400469" y="12111"/>
                </a:lnTo>
                <a:lnTo>
                  <a:pt x="400499" y="12162"/>
                </a:lnTo>
                <a:lnTo>
                  <a:pt x="400527" y="12213"/>
                </a:lnTo>
                <a:lnTo>
                  <a:pt x="400555" y="12266"/>
                </a:lnTo>
                <a:lnTo>
                  <a:pt x="400582" y="12319"/>
                </a:lnTo>
                <a:lnTo>
                  <a:pt x="400609" y="12373"/>
                </a:lnTo>
                <a:lnTo>
                  <a:pt x="400635" y="12427"/>
                </a:lnTo>
                <a:lnTo>
                  <a:pt x="400660" y="12482"/>
                </a:lnTo>
                <a:lnTo>
                  <a:pt x="400685" y="12538"/>
                </a:lnTo>
                <a:lnTo>
                  <a:pt x="400709" y="12595"/>
                </a:lnTo>
                <a:lnTo>
                  <a:pt x="400732" y="12653"/>
                </a:lnTo>
                <a:lnTo>
                  <a:pt x="400755" y="12711"/>
                </a:lnTo>
                <a:lnTo>
                  <a:pt x="400777" y="12770"/>
                </a:lnTo>
                <a:lnTo>
                  <a:pt x="400799" y="12830"/>
                </a:lnTo>
                <a:lnTo>
                  <a:pt x="400819" y="12890"/>
                </a:lnTo>
                <a:lnTo>
                  <a:pt x="400840" y="12952"/>
                </a:lnTo>
                <a:lnTo>
                  <a:pt x="400859" y="13014"/>
                </a:lnTo>
                <a:lnTo>
                  <a:pt x="400878" y="13077"/>
                </a:lnTo>
                <a:lnTo>
                  <a:pt x="400897" y="13140"/>
                </a:lnTo>
                <a:lnTo>
                  <a:pt x="400914" y="13204"/>
                </a:lnTo>
                <a:lnTo>
                  <a:pt x="400931" y="13269"/>
                </a:lnTo>
                <a:lnTo>
                  <a:pt x="400948" y="13336"/>
                </a:lnTo>
                <a:lnTo>
                  <a:pt x="400963" y="13404"/>
                </a:lnTo>
                <a:lnTo>
                  <a:pt x="400978" y="13474"/>
                </a:lnTo>
                <a:lnTo>
                  <a:pt x="400993" y="13545"/>
                </a:lnTo>
                <a:lnTo>
                  <a:pt x="401006" y="13619"/>
                </a:lnTo>
                <a:lnTo>
                  <a:pt x="401019" y="13694"/>
                </a:lnTo>
                <a:lnTo>
                  <a:pt x="401031" y="13770"/>
                </a:lnTo>
                <a:lnTo>
                  <a:pt x="401043" y="13849"/>
                </a:lnTo>
                <a:lnTo>
                  <a:pt x="401053" y="13929"/>
                </a:lnTo>
                <a:lnTo>
                  <a:pt x="401064" y="14011"/>
                </a:lnTo>
                <a:lnTo>
                  <a:pt x="401073" y="14095"/>
                </a:lnTo>
                <a:lnTo>
                  <a:pt x="401082" y="14180"/>
                </a:lnTo>
                <a:lnTo>
                  <a:pt x="401090" y="14268"/>
                </a:lnTo>
                <a:lnTo>
                  <a:pt x="401097" y="14356"/>
                </a:lnTo>
                <a:lnTo>
                  <a:pt x="401104" y="14447"/>
                </a:lnTo>
                <a:lnTo>
                  <a:pt x="401110" y="14540"/>
                </a:lnTo>
                <a:lnTo>
                  <a:pt x="401115" y="14634"/>
                </a:lnTo>
                <a:lnTo>
                  <a:pt x="401119" y="14730"/>
                </a:lnTo>
                <a:lnTo>
                  <a:pt x="401123" y="14827"/>
                </a:lnTo>
                <a:lnTo>
                  <a:pt x="401126" y="14927"/>
                </a:lnTo>
                <a:lnTo>
                  <a:pt x="401129" y="15028"/>
                </a:lnTo>
                <a:lnTo>
                  <a:pt x="401130" y="15131"/>
                </a:lnTo>
                <a:lnTo>
                  <a:pt x="401131" y="15235"/>
                </a:lnTo>
                <a:lnTo>
                  <a:pt x="401132" y="15342"/>
                </a:lnTo>
                <a:lnTo>
                  <a:pt x="401132" y="24149"/>
                </a:lnTo>
                <a:lnTo>
                  <a:pt x="401132" y="24160"/>
                </a:lnTo>
                <a:lnTo>
                  <a:pt x="401132" y="24171"/>
                </a:lnTo>
                <a:lnTo>
                  <a:pt x="401133" y="24182"/>
                </a:lnTo>
                <a:lnTo>
                  <a:pt x="401134" y="24193"/>
                </a:lnTo>
                <a:lnTo>
                  <a:pt x="401135" y="24203"/>
                </a:lnTo>
                <a:lnTo>
                  <a:pt x="401136" y="24213"/>
                </a:lnTo>
                <a:lnTo>
                  <a:pt x="401137" y="24224"/>
                </a:lnTo>
                <a:lnTo>
                  <a:pt x="401139" y="24234"/>
                </a:lnTo>
                <a:lnTo>
                  <a:pt x="401141" y="24244"/>
                </a:lnTo>
                <a:lnTo>
                  <a:pt x="401143" y="24253"/>
                </a:lnTo>
                <a:lnTo>
                  <a:pt x="401146" y="24263"/>
                </a:lnTo>
                <a:lnTo>
                  <a:pt x="401149" y="24272"/>
                </a:lnTo>
                <a:lnTo>
                  <a:pt x="401151" y="24282"/>
                </a:lnTo>
                <a:lnTo>
                  <a:pt x="401155" y="24291"/>
                </a:lnTo>
                <a:lnTo>
                  <a:pt x="401158" y="24300"/>
                </a:lnTo>
                <a:lnTo>
                  <a:pt x="401162" y="24309"/>
                </a:lnTo>
                <a:lnTo>
                  <a:pt x="401165" y="24318"/>
                </a:lnTo>
                <a:lnTo>
                  <a:pt x="401169" y="24326"/>
                </a:lnTo>
                <a:lnTo>
                  <a:pt x="401174" y="24335"/>
                </a:lnTo>
                <a:lnTo>
                  <a:pt x="401178" y="24343"/>
                </a:lnTo>
                <a:lnTo>
                  <a:pt x="401183" y="24351"/>
                </a:lnTo>
                <a:lnTo>
                  <a:pt x="401188" y="24359"/>
                </a:lnTo>
                <a:lnTo>
                  <a:pt x="401193" y="24367"/>
                </a:lnTo>
                <a:lnTo>
                  <a:pt x="401199" y="24375"/>
                </a:lnTo>
                <a:lnTo>
                  <a:pt x="401204" y="24382"/>
                </a:lnTo>
                <a:lnTo>
                  <a:pt x="401210" y="24390"/>
                </a:lnTo>
                <a:lnTo>
                  <a:pt x="401217" y="24397"/>
                </a:lnTo>
                <a:lnTo>
                  <a:pt x="401223" y="24405"/>
                </a:lnTo>
                <a:lnTo>
                  <a:pt x="401230" y="24412"/>
                </a:lnTo>
                <a:lnTo>
                  <a:pt x="401237" y="24419"/>
                </a:lnTo>
                <a:lnTo>
                  <a:pt x="401245" y="24426"/>
                </a:lnTo>
                <a:lnTo>
                  <a:pt x="401252" y="24433"/>
                </a:lnTo>
                <a:lnTo>
                  <a:pt x="401261" y="24440"/>
                </a:lnTo>
                <a:lnTo>
                  <a:pt x="401269" y="24447"/>
                </a:lnTo>
                <a:lnTo>
                  <a:pt x="401277" y="24454"/>
                </a:lnTo>
                <a:lnTo>
                  <a:pt x="401286" y="24460"/>
                </a:lnTo>
                <a:lnTo>
                  <a:pt x="401296" y="24467"/>
                </a:lnTo>
                <a:lnTo>
                  <a:pt x="401305" y="24473"/>
                </a:lnTo>
                <a:lnTo>
                  <a:pt x="401315" y="24480"/>
                </a:lnTo>
                <a:lnTo>
                  <a:pt x="401325" y="24486"/>
                </a:lnTo>
                <a:lnTo>
                  <a:pt x="401335" y="24492"/>
                </a:lnTo>
                <a:lnTo>
                  <a:pt x="401346" y="24499"/>
                </a:lnTo>
                <a:lnTo>
                  <a:pt x="401357" y="24505"/>
                </a:lnTo>
                <a:lnTo>
                  <a:pt x="401368" y="24511"/>
                </a:lnTo>
                <a:lnTo>
                  <a:pt x="401380" y="24516"/>
                </a:lnTo>
                <a:lnTo>
                  <a:pt x="401391" y="24522"/>
                </a:lnTo>
                <a:lnTo>
                  <a:pt x="401404" y="24528"/>
                </a:lnTo>
                <a:lnTo>
                  <a:pt x="401416" y="24534"/>
                </a:lnTo>
                <a:lnTo>
                  <a:pt x="401429" y="24539"/>
                </a:lnTo>
                <a:lnTo>
                  <a:pt x="401442" y="24544"/>
                </a:lnTo>
                <a:lnTo>
                  <a:pt x="401455" y="24550"/>
                </a:lnTo>
                <a:lnTo>
                  <a:pt x="401469" y="24555"/>
                </a:lnTo>
                <a:lnTo>
                  <a:pt x="401484" y="24560"/>
                </a:lnTo>
                <a:lnTo>
                  <a:pt x="401498" y="24565"/>
                </a:lnTo>
                <a:lnTo>
                  <a:pt x="401514" y="24570"/>
                </a:lnTo>
                <a:lnTo>
                  <a:pt x="401529" y="24574"/>
                </a:lnTo>
                <a:lnTo>
                  <a:pt x="401545" y="24579"/>
                </a:lnTo>
                <a:lnTo>
                  <a:pt x="401562" y="24583"/>
                </a:lnTo>
                <a:lnTo>
                  <a:pt x="401578" y="24588"/>
                </a:lnTo>
                <a:lnTo>
                  <a:pt x="401596" y="24592"/>
                </a:lnTo>
                <a:lnTo>
                  <a:pt x="401613" y="24596"/>
                </a:lnTo>
                <a:lnTo>
                  <a:pt x="401631" y="24600"/>
                </a:lnTo>
                <a:lnTo>
                  <a:pt x="401650" y="24604"/>
                </a:lnTo>
                <a:lnTo>
                  <a:pt x="401668" y="24608"/>
                </a:lnTo>
                <a:lnTo>
                  <a:pt x="401688" y="24611"/>
                </a:lnTo>
                <a:lnTo>
                  <a:pt x="401707" y="24615"/>
                </a:lnTo>
                <a:lnTo>
                  <a:pt x="401727" y="24618"/>
                </a:lnTo>
                <a:lnTo>
                  <a:pt x="401748" y="24622"/>
                </a:lnTo>
                <a:lnTo>
                  <a:pt x="401769" y="24625"/>
                </a:lnTo>
                <a:lnTo>
                  <a:pt x="401790" y="24628"/>
                </a:lnTo>
                <a:lnTo>
                  <a:pt x="401812" y="24631"/>
                </a:lnTo>
                <a:lnTo>
                  <a:pt x="401834" y="24634"/>
                </a:lnTo>
                <a:lnTo>
                  <a:pt x="401856" y="24637"/>
                </a:lnTo>
                <a:lnTo>
                  <a:pt x="401879" y="24639"/>
                </a:lnTo>
                <a:lnTo>
                  <a:pt x="401903" y="24642"/>
                </a:lnTo>
                <a:lnTo>
                  <a:pt x="401927" y="24644"/>
                </a:lnTo>
                <a:lnTo>
                  <a:pt x="401952" y="24646"/>
                </a:lnTo>
                <a:lnTo>
                  <a:pt x="401977" y="24648"/>
                </a:lnTo>
                <a:lnTo>
                  <a:pt x="402002" y="24650"/>
                </a:lnTo>
                <a:lnTo>
                  <a:pt x="402029" y="24652"/>
                </a:lnTo>
                <a:lnTo>
                  <a:pt x="402055" y="24654"/>
                </a:lnTo>
                <a:lnTo>
                  <a:pt x="402083" y="24656"/>
                </a:lnTo>
                <a:lnTo>
                  <a:pt x="402110" y="24657"/>
                </a:lnTo>
                <a:lnTo>
                  <a:pt x="402139" y="24659"/>
                </a:lnTo>
                <a:lnTo>
                  <a:pt x="402168" y="24660"/>
                </a:lnTo>
                <a:lnTo>
                  <a:pt x="402197" y="24661"/>
                </a:lnTo>
                <a:lnTo>
                  <a:pt x="402227" y="24663"/>
                </a:lnTo>
                <a:lnTo>
                  <a:pt x="402257" y="24664"/>
                </a:lnTo>
                <a:lnTo>
                  <a:pt x="402288" y="24664"/>
                </a:lnTo>
                <a:lnTo>
                  <a:pt x="402319" y="24665"/>
                </a:lnTo>
                <a:lnTo>
                  <a:pt x="402351" y="24666"/>
                </a:lnTo>
                <a:lnTo>
                  <a:pt x="402384" y="24666"/>
                </a:lnTo>
                <a:lnTo>
                  <a:pt x="402417" y="24667"/>
                </a:lnTo>
                <a:lnTo>
                  <a:pt x="402450" y="24667"/>
                </a:lnTo>
                <a:lnTo>
                  <a:pt x="402484" y="24667"/>
                </a:lnTo>
                <a:lnTo>
                  <a:pt x="402519" y="24667"/>
                </a:lnTo>
                <a:lnTo>
                  <a:pt x="402552" y="24667"/>
                </a:lnTo>
                <a:lnTo>
                  <a:pt x="402585" y="24667"/>
                </a:lnTo>
                <a:lnTo>
                  <a:pt x="402617" y="24667"/>
                </a:lnTo>
                <a:lnTo>
                  <a:pt x="402649" y="24666"/>
                </a:lnTo>
                <a:lnTo>
                  <a:pt x="402680" y="24666"/>
                </a:lnTo>
                <a:lnTo>
                  <a:pt x="402711" y="24665"/>
                </a:lnTo>
                <a:lnTo>
                  <a:pt x="402742" y="24664"/>
                </a:lnTo>
                <a:lnTo>
                  <a:pt x="402771" y="24664"/>
                </a:lnTo>
                <a:lnTo>
                  <a:pt x="402801" y="24663"/>
                </a:lnTo>
                <a:lnTo>
                  <a:pt x="402830" y="24661"/>
                </a:lnTo>
                <a:lnTo>
                  <a:pt x="402858" y="24660"/>
                </a:lnTo>
                <a:lnTo>
                  <a:pt x="402887" y="24659"/>
                </a:lnTo>
                <a:lnTo>
                  <a:pt x="402914" y="24657"/>
                </a:lnTo>
                <a:lnTo>
                  <a:pt x="402941" y="24656"/>
                </a:lnTo>
                <a:lnTo>
                  <a:pt x="402968" y="24654"/>
                </a:lnTo>
                <a:lnTo>
                  <a:pt x="402994" y="24652"/>
                </a:lnTo>
                <a:lnTo>
                  <a:pt x="403020" y="24650"/>
                </a:lnTo>
                <a:lnTo>
                  <a:pt x="403045" y="24648"/>
                </a:lnTo>
                <a:lnTo>
                  <a:pt x="403070" y="24646"/>
                </a:lnTo>
                <a:lnTo>
                  <a:pt x="403095" y="24644"/>
                </a:lnTo>
                <a:lnTo>
                  <a:pt x="403118" y="24642"/>
                </a:lnTo>
                <a:lnTo>
                  <a:pt x="403142" y="24639"/>
                </a:lnTo>
                <a:lnTo>
                  <a:pt x="403165" y="24637"/>
                </a:lnTo>
                <a:lnTo>
                  <a:pt x="403187" y="24634"/>
                </a:lnTo>
                <a:lnTo>
                  <a:pt x="403209" y="24631"/>
                </a:lnTo>
                <a:lnTo>
                  <a:pt x="403231" y="24628"/>
                </a:lnTo>
                <a:lnTo>
                  <a:pt x="403252" y="24625"/>
                </a:lnTo>
                <a:lnTo>
                  <a:pt x="403273" y="24622"/>
                </a:lnTo>
                <a:lnTo>
                  <a:pt x="403294" y="24618"/>
                </a:lnTo>
                <a:lnTo>
                  <a:pt x="403314" y="24615"/>
                </a:lnTo>
                <a:lnTo>
                  <a:pt x="403333" y="24611"/>
                </a:lnTo>
                <a:lnTo>
                  <a:pt x="403353" y="24608"/>
                </a:lnTo>
                <a:lnTo>
                  <a:pt x="403371" y="24604"/>
                </a:lnTo>
                <a:lnTo>
                  <a:pt x="403390" y="24600"/>
                </a:lnTo>
                <a:lnTo>
                  <a:pt x="403408" y="24596"/>
                </a:lnTo>
                <a:lnTo>
                  <a:pt x="403426" y="24592"/>
                </a:lnTo>
                <a:lnTo>
                  <a:pt x="403443" y="24588"/>
                </a:lnTo>
                <a:lnTo>
                  <a:pt x="403460" y="24583"/>
                </a:lnTo>
                <a:lnTo>
                  <a:pt x="403476" y="24579"/>
                </a:lnTo>
                <a:lnTo>
                  <a:pt x="403492" y="24574"/>
                </a:lnTo>
                <a:lnTo>
                  <a:pt x="403508" y="24570"/>
                </a:lnTo>
                <a:lnTo>
                  <a:pt x="403523" y="24565"/>
                </a:lnTo>
                <a:lnTo>
                  <a:pt x="403537" y="24560"/>
                </a:lnTo>
                <a:lnTo>
                  <a:pt x="403552" y="24555"/>
                </a:lnTo>
                <a:lnTo>
                  <a:pt x="403566" y="24550"/>
                </a:lnTo>
                <a:lnTo>
                  <a:pt x="403579" y="24544"/>
                </a:lnTo>
                <a:lnTo>
                  <a:pt x="403592" y="24539"/>
                </a:lnTo>
                <a:lnTo>
                  <a:pt x="403605" y="24534"/>
                </a:lnTo>
                <a:lnTo>
                  <a:pt x="403618" y="24528"/>
                </a:lnTo>
                <a:lnTo>
                  <a:pt x="403630" y="24522"/>
                </a:lnTo>
                <a:lnTo>
                  <a:pt x="403641" y="24516"/>
                </a:lnTo>
                <a:lnTo>
                  <a:pt x="403653" y="24511"/>
                </a:lnTo>
                <a:lnTo>
                  <a:pt x="403664" y="24505"/>
                </a:lnTo>
                <a:lnTo>
                  <a:pt x="403675" y="24499"/>
                </a:lnTo>
                <a:lnTo>
                  <a:pt x="403686" y="24492"/>
                </a:lnTo>
                <a:lnTo>
                  <a:pt x="403696" y="24486"/>
                </a:lnTo>
                <a:lnTo>
                  <a:pt x="403706" y="24480"/>
                </a:lnTo>
                <a:lnTo>
                  <a:pt x="403716" y="24473"/>
                </a:lnTo>
                <a:lnTo>
                  <a:pt x="403726" y="24467"/>
                </a:lnTo>
                <a:lnTo>
                  <a:pt x="403735" y="24460"/>
                </a:lnTo>
                <a:lnTo>
                  <a:pt x="403744" y="24454"/>
                </a:lnTo>
                <a:lnTo>
                  <a:pt x="403752" y="24447"/>
                </a:lnTo>
                <a:lnTo>
                  <a:pt x="403761" y="24440"/>
                </a:lnTo>
                <a:lnTo>
                  <a:pt x="403769" y="24433"/>
                </a:lnTo>
                <a:lnTo>
                  <a:pt x="403776" y="24426"/>
                </a:lnTo>
                <a:lnTo>
                  <a:pt x="403784" y="24419"/>
                </a:lnTo>
                <a:lnTo>
                  <a:pt x="403791" y="24412"/>
                </a:lnTo>
                <a:lnTo>
                  <a:pt x="403798" y="24405"/>
                </a:lnTo>
                <a:lnTo>
                  <a:pt x="403804" y="24397"/>
                </a:lnTo>
                <a:lnTo>
                  <a:pt x="403811" y="24390"/>
                </a:lnTo>
                <a:lnTo>
                  <a:pt x="403817" y="24382"/>
                </a:lnTo>
                <a:lnTo>
                  <a:pt x="403822" y="24375"/>
                </a:lnTo>
                <a:lnTo>
                  <a:pt x="403828" y="24367"/>
                </a:lnTo>
                <a:lnTo>
                  <a:pt x="403833" y="24359"/>
                </a:lnTo>
                <a:lnTo>
                  <a:pt x="403838" y="24351"/>
                </a:lnTo>
                <a:lnTo>
                  <a:pt x="403843" y="24343"/>
                </a:lnTo>
                <a:lnTo>
                  <a:pt x="403847" y="24335"/>
                </a:lnTo>
                <a:lnTo>
                  <a:pt x="403852" y="24326"/>
                </a:lnTo>
                <a:lnTo>
                  <a:pt x="403856" y="24318"/>
                </a:lnTo>
                <a:lnTo>
                  <a:pt x="403860" y="24309"/>
                </a:lnTo>
                <a:lnTo>
                  <a:pt x="403863" y="24300"/>
                </a:lnTo>
                <a:lnTo>
                  <a:pt x="403867" y="24291"/>
                </a:lnTo>
                <a:lnTo>
                  <a:pt x="403870" y="24282"/>
                </a:lnTo>
                <a:lnTo>
                  <a:pt x="403873" y="24272"/>
                </a:lnTo>
                <a:lnTo>
                  <a:pt x="403875" y="24263"/>
                </a:lnTo>
                <a:lnTo>
                  <a:pt x="403878" y="24253"/>
                </a:lnTo>
                <a:lnTo>
                  <a:pt x="403880" y="24244"/>
                </a:lnTo>
                <a:lnTo>
                  <a:pt x="403882" y="24234"/>
                </a:lnTo>
                <a:lnTo>
                  <a:pt x="403884" y="24224"/>
                </a:lnTo>
                <a:lnTo>
                  <a:pt x="403885" y="24213"/>
                </a:lnTo>
                <a:lnTo>
                  <a:pt x="403886" y="24203"/>
                </a:lnTo>
                <a:lnTo>
                  <a:pt x="403887" y="24193"/>
                </a:lnTo>
                <a:lnTo>
                  <a:pt x="403888" y="24182"/>
                </a:lnTo>
                <a:lnTo>
                  <a:pt x="403889" y="24171"/>
                </a:lnTo>
                <a:lnTo>
                  <a:pt x="403889" y="24160"/>
                </a:lnTo>
                <a:lnTo>
                  <a:pt x="403889" y="24149"/>
                </a:lnTo>
                <a:lnTo>
                  <a:pt x="403889" y="14974"/>
                </a:lnTo>
                <a:lnTo>
                  <a:pt x="403889" y="14841"/>
                </a:lnTo>
                <a:lnTo>
                  <a:pt x="403887" y="14710"/>
                </a:lnTo>
                <a:lnTo>
                  <a:pt x="403885" y="14580"/>
                </a:lnTo>
                <a:lnTo>
                  <a:pt x="403882" y="14452"/>
                </a:lnTo>
                <a:lnTo>
                  <a:pt x="403877" y="14326"/>
                </a:lnTo>
                <a:close/>
                <a:moveTo>
                  <a:pt x="454704" y="14326"/>
                </a:moveTo>
                <a:lnTo>
                  <a:pt x="454698" y="14201"/>
                </a:lnTo>
                <a:lnTo>
                  <a:pt x="454692" y="14077"/>
                </a:lnTo>
                <a:lnTo>
                  <a:pt x="454685" y="13956"/>
                </a:lnTo>
                <a:lnTo>
                  <a:pt x="454677" y="13835"/>
                </a:lnTo>
                <a:lnTo>
                  <a:pt x="454668" y="13717"/>
                </a:lnTo>
                <a:lnTo>
                  <a:pt x="454658" y="13600"/>
                </a:lnTo>
                <a:lnTo>
                  <a:pt x="454647" y="13485"/>
                </a:lnTo>
                <a:lnTo>
                  <a:pt x="454635" y="13371"/>
                </a:lnTo>
                <a:lnTo>
                  <a:pt x="454622" y="13259"/>
                </a:lnTo>
                <a:lnTo>
                  <a:pt x="454608" y="13148"/>
                </a:lnTo>
                <a:lnTo>
                  <a:pt x="454593" y="13039"/>
                </a:lnTo>
                <a:lnTo>
                  <a:pt x="454577" y="12932"/>
                </a:lnTo>
                <a:lnTo>
                  <a:pt x="454560" y="12826"/>
                </a:lnTo>
                <a:lnTo>
                  <a:pt x="454543" y="12722"/>
                </a:lnTo>
                <a:lnTo>
                  <a:pt x="454524" y="12619"/>
                </a:lnTo>
                <a:lnTo>
                  <a:pt x="454504" y="12518"/>
                </a:lnTo>
                <a:lnTo>
                  <a:pt x="454484" y="12419"/>
                </a:lnTo>
                <a:lnTo>
                  <a:pt x="454462" y="12321"/>
                </a:lnTo>
                <a:lnTo>
                  <a:pt x="454440" y="12225"/>
                </a:lnTo>
                <a:lnTo>
                  <a:pt x="454416" y="12130"/>
                </a:lnTo>
                <a:lnTo>
                  <a:pt x="454391" y="12036"/>
                </a:lnTo>
                <a:lnTo>
                  <a:pt x="454365" y="11943"/>
                </a:lnTo>
                <a:lnTo>
                  <a:pt x="454338" y="11852"/>
                </a:lnTo>
                <a:lnTo>
                  <a:pt x="454309" y="11761"/>
                </a:lnTo>
                <a:lnTo>
                  <a:pt x="454279" y="11671"/>
                </a:lnTo>
                <a:lnTo>
                  <a:pt x="454248" y="11582"/>
                </a:lnTo>
                <a:lnTo>
                  <a:pt x="454216" y="11494"/>
                </a:lnTo>
                <a:lnTo>
                  <a:pt x="454182" y="11408"/>
                </a:lnTo>
                <a:lnTo>
                  <a:pt x="454148" y="11322"/>
                </a:lnTo>
                <a:lnTo>
                  <a:pt x="454112" y="11237"/>
                </a:lnTo>
                <a:lnTo>
                  <a:pt x="454074" y="11153"/>
                </a:lnTo>
                <a:lnTo>
                  <a:pt x="454036" y="11071"/>
                </a:lnTo>
                <a:lnTo>
                  <a:pt x="453996" y="10989"/>
                </a:lnTo>
                <a:lnTo>
                  <a:pt x="453955" y="10908"/>
                </a:lnTo>
                <a:lnTo>
                  <a:pt x="453912" y="10829"/>
                </a:lnTo>
                <a:lnTo>
                  <a:pt x="453869" y="10750"/>
                </a:lnTo>
                <a:lnTo>
                  <a:pt x="453824" y="10672"/>
                </a:lnTo>
                <a:lnTo>
                  <a:pt x="453778" y="10596"/>
                </a:lnTo>
                <a:lnTo>
                  <a:pt x="453731" y="10520"/>
                </a:lnTo>
                <a:lnTo>
                  <a:pt x="453682" y="10446"/>
                </a:lnTo>
                <a:lnTo>
                  <a:pt x="453632" y="10372"/>
                </a:lnTo>
                <a:lnTo>
                  <a:pt x="453581" y="10299"/>
                </a:lnTo>
                <a:lnTo>
                  <a:pt x="453529" y="10228"/>
                </a:lnTo>
                <a:lnTo>
                  <a:pt x="453475" y="10157"/>
                </a:lnTo>
                <a:lnTo>
                  <a:pt x="453420" y="10088"/>
                </a:lnTo>
                <a:lnTo>
                  <a:pt x="453364" y="10020"/>
                </a:lnTo>
                <a:lnTo>
                  <a:pt x="453306" y="9953"/>
                </a:lnTo>
                <a:lnTo>
                  <a:pt x="453247" y="9888"/>
                </a:lnTo>
                <a:lnTo>
                  <a:pt x="453187" y="9823"/>
                </a:lnTo>
                <a:lnTo>
                  <a:pt x="453125" y="9760"/>
                </a:lnTo>
                <a:lnTo>
                  <a:pt x="453062" y="9698"/>
                </a:lnTo>
                <a:lnTo>
                  <a:pt x="452997" y="9637"/>
                </a:lnTo>
                <a:lnTo>
                  <a:pt x="452932" y="9577"/>
                </a:lnTo>
                <a:lnTo>
                  <a:pt x="452864" y="9519"/>
                </a:lnTo>
                <a:lnTo>
                  <a:pt x="452796" y="9461"/>
                </a:lnTo>
                <a:lnTo>
                  <a:pt x="452726" y="9405"/>
                </a:lnTo>
                <a:lnTo>
                  <a:pt x="452654" y="9350"/>
                </a:lnTo>
                <a:lnTo>
                  <a:pt x="452582" y="9296"/>
                </a:lnTo>
                <a:lnTo>
                  <a:pt x="452508" y="9244"/>
                </a:lnTo>
                <a:lnTo>
                  <a:pt x="452432" y="9192"/>
                </a:lnTo>
                <a:lnTo>
                  <a:pt x="452355" y="9142"/>
                </a:lnTo>
                <a:lnTo>
                  <a:pt x="452277" y="9093"/>
                </a:lnTo>
                <a:lnTo>
                  <a:pt x="452198" y="9045"/>
                </a:lnTo>
                <a:lnTo>
                  <a:pt x="452117" y="8999"/>
                </a:lnTo>
                <a:lnTo>
                  <a:pt x="452035" y="8953"/>
                </a:lnTo>
                <a:lnTo>
                  <a:pt x="451951" y="8909"/>
                </a:lnTo>
                <a:lnTo>
                  <a:pt x="451866" y="8866"/>
                </a:lnTo>
                <a:lnTo>
                  <a:pt x="451780" y="8824"/>
                </a:lnTo>
                <a:lnTo>
                  <a:pt x="451692" y="8784"/>
                </a:lnTo>
                <a:lnTo>
                  <a:pt x="451602" y="8746"/>
                </a:lnTo>
                <a:lnTo>
                  <a:pt x="451510" y="8710"/>
                </a:lnTo>
                <a:lnTo>
                  <a:pt x="451417" y="8676"/>
                </a:lnTo>
                <a:lnTo>
                  <a:pt x="451322" y="8643"/>
                </a:lnTo>
                <a:lnTo>
                  <a:pt x="451226" y="8612"/>
                </a:lnTo>
                <a:lnTo>
                  <a:pt x="451128" y="8583"/>
                </a:lnTo>
                <a:lnTo>
                  <a:pt x="451028" y="8555"/>
                </a:lnTo>
                <a:lnTo>
                  <a:pt x="450927" y="8530"/>
                </a:lnTo>
                <a:lnTo>
                  <a:pt x="450824" y="8506"/>
                </a:lnTo>
                <a:lnTo>
                  <a:pt x="450719" y="8484"/>
                </a:lnTo>
                <a:lnTo>
                  <a:pt x="450613" y="8463"/>
                </a:lnTo>
                <a:lnTo>
                  <a:pt x="450505" y="8445"/>
                </a:lnTo>
                <a:lnTo>
                  <a:pt x="450395" y="8428"/>
                </a:lnTo>
                <a:lnTo>
                  <a:pt x="450284" y="8413"/>
                </a:lnTo>
                <a:lnTo>
                  <a:pt x="450171" y="8399"/>
                </a:lnTo>
                <a:lnTo>
                  <a:pt x="450057" y="8388"/>
                </a:lnTo>
                <a:lnTo>
                  <a:pt x="449940" y="8378"/>
                </a:lnTo>
                <a:lnTo>
                  <a:pt x="449822" y="8370"/>
                </a:lnTo>
                <a:lnTo>
                  <a:pt x="449703" y="8364"/>
                </a:lnTo>
                <a:lnTo>
                  <a:pt x="449582" y="8360"/>
                </a:lnTo>
                <a:lnTo>
                  <a:pt x="449459" y="8357"/>
                </a:lnTo>
                <a:lnTo>
                  <a:pt x="449334" y="8356"/>
                </a:lnTo>
                <a:lnTo>
                  <a:pt x="449227" y="8357"/>
                </a:lnTo>
                <a:lnTo>
                  <a:pt x="449120" y="8361"/>
                </a:lnTo>
                <a:lnTo>
                  <a:pt x="449013" y="8366"/>
                </a:lnTo>
                <a:lnTo>
                  <a:pt x="448906" y="8374"/>
                </a:lnTo>
                <a:lnTo>
                  <a:pt x="448799" y="8385"/>
                </a:lnTo>
                <a:lnTo>
                  <a:pt x="448692" y="8397"/>
                </a:lnTo>
                <a:lnTo>
                  <a:pt x="448586" y="8412"/>
                </a:lnTo>
                <a:lnTo>
                  <a:pt x="448479" y="8429"/>
                </a:lnTo>
                <a:lnTo>
                  <a:pt x="448373" y="8449"/>
                </a:lnTo>
                <a:lnTo>
                  <a:pt x="448266" y="8471"/>
                </a:lnTo>
                <a:lnTo>
                  <a:pt x="448160" y="8495"/>
                </a:lnTo>
                <a:lnTo>
                  <a:pt x="448054" y="8521"/>
                </a:lnTo>
                <a:lnTo>
                  <a:pt x="447948" y="8550"/>
                </a:lnTo>
                <a:lnTo>
                  <a:pt x="447841" y="8581"/>
                </a:lnTo>
                <a:lnTo>
                  <a:pt x="447735" y="8614"/>
                </a:lnTo>
                <a:lnTo>
                  <a:pt x="447630" y="8649"/>
                </a:lnTo>
                <a:lnTo>
                  <a:pt x="447524" y="8687"/>
                </a:lnTo>
                <a:lnTo>
                  <a:pt x="447418" y="8727"/>
                </a:lnTo>
                <a:lnTo>
                  <a:pt x="447312" y="8770"/>
                </a:lnTo>
                <a:lnTo>
                  <a:pt x="447207" y="8815"/>
                </a:lnTo>
                <a:lnTo>
                  <a:pt x="447101" y="8862"/>
                </a:lnTo>
                <a:lnTo>
                  <a:pt x="446996" y="8911"/>
                </a:lnTo>
                <a:lnTo>
                  <a:pt x="446891" y="8962"/>
                </a:lnTo>
                <a:lnTo>
                  <a:pt x="446786" y="9016"/>
                </a:lnTo>
                <a:lnTo>
                  <a:pt x="446680" y="9073"/>
                </a:lnTo>
                <a:lnTo>
                  <a:pt x="446575" y="9132"/>
                </a:lnTo>
                <a:lnTo>
                  <a:pt x="446470" y="9193"/>
                </a:lnTo>
                <a:lnTo>
                  <a:pt x="446365" y="9257"/>
                </a:lnTo>
                <a:lnTo>
                  <a:pt x="446260" y="9324"/>
                </a:lnTo>
                <a:lnTo>
                  <a:pt x="446154" y="9394"/>
                </a:lnTo>
                <a:lnTo>
                  <a:pt x="446049" y="9466"/>
                </a:lnTo>
                <a:lnTo>
                  <a:pt x="445944" y="9541"/>
                </a:lnTo>
                <a:lnTo>
                  <a:pt x="445838" y="9618"/>
                </a:lnTo>
                <a:lnTo>
                  <a:pt x="445733" y="9698"/>
                </a:lnTo>
                <a:lnTo>
                  <a:pt x="445627" y="9781"/>
                </a:lnTo>
                <a:lnTo>
                  <a:pt x="445522" y="9866"/>
                </a:lnTo>
                <a:lnTo>
                  <a:pt x="445416" y="9954"/>
                </a:lnTo>
                <a:lnTo>
                  <a:pt x="445311" y="10045"/>
                </a:lnTo>
                <a:lnTo>
                  <a:pt x="445205" y="10138"/>
                </a:lnTo>
                <a:lnTo>
                  <a:pt x="445100" y="10234"/>
                </a:lnTo>
                <a:lnTo>
                  <a:pt x="444994" y="10333"/>
                </a:lnTo>
                <a:lnTo>
                  <a:pt x="444888" y="10434"/>
                </a:lnTo>
                <a:lnTo>
                  <a:pt x="444783" y="10538"/>
                </a:lnTo>
                <a:lnTo>
                  <a:pt x="444677" y="10645"/>
                </a:lnTo>
                <a:lnTo>
                  <a:pt x="444571" y="10754"/>
                </a:lnTo>
                <a:lnTo>
                  <a:pt x="444465" y="10865"/>
                </a:lnTo>
                <a:lnTo>
                  <a:pt x="444360" y="10980"/>
                </a:lnTo>
                <a:lnTo>
                  <a:pt x="444254" y="11097"/>
                </a:lnTo>
                <a:lnTo>
                  <a:pt x="444254" y="9108"/>
                </a:lnTo>
                <a:lnTo>
                  <a:pt x="444254" y="9097"/>
                </a:lnTo>
                <a:lnTo>
                  <a:pt x="444253" y="9086"/>
                </a:lnTo>
                <a:lnTo>
                  <a:pt x="444253" y="9075"/>
                </a:lnTo>
                <a:lnTo>
                  <a:pt x="444252" y="9065"/>
                </a:lnTo>
                <a:lnTo>
                  <a:pt x="444251" y="9054"/>
                </a:lnTo>
                <a:lnTo>
                  <a:pt x="444250" y="9044"/>
                </a:lnTo>
                <a:lnTo>
                  <a:pt x="444249" y="9034"/>
                </a:lnTo>
                <a:lnTo>
                  <a:pt x="444247" y="9024"/>
                </a:lnTo>
                <a:lnTo>
                  <a:pt x="444246" y="9014"/>
                </a:lnTo>
                <a:lnTo>
                  <a:pt x="444244" y="9004"/>
                </a:lnTo>
                <a:lnTo>
                  <a:pt x="444241" y="8994"/>
                </a:lnTo>
                <a:lnTo>
                  <a:pt x="444239" y="8985"/>
                </a:lnTo>
                <a:lnTo>
                  <a:pt x="444237" y="8976"/>
                </a:lnTo>
                <a:lnTo>
                  <a:pt x="444234" y="8966"/>
                </a:lnTo>
                <a:lnTo>
                  <a:pt x="444231" y="8957"/>
                </a:lnTo>
                <a:lnTo>
                  <a:pt x="444228" y="8948"/>
                </a:lnTo>
                <a:lnTo>
                  <a:pt x="444224" y="8940"/>
                </a:lnTo>
                <a:lnTo>
                  <a:pt x="444221" y="8931"/>
                </a:lnTo>
                <a:lnTo>
                  <a:pt x="444217" y="8923"/>
                </a:lnTo>
                <a:lnTo>
                  <a:pt x="444213" y="8914"/>
                </a:lnTo>
                <a:lnTo>
                  <a:pt x="444209" y="8906"/>
                </a:lnTo>
                <a:lnTo>
                  <a:pt x="444205" y="8898"/>
                </a:lnTo>
                <a:lnTo>
                  <a:pt x="444200" y="8890"/>
                </a:lnTo>
                <a:lnTo>
                  <a:pt x="444195" y="8883"/>
                </a:lnTo>
                <a:lnTo>
                  <a:pt x="444190" y="8875"/>
                </a:lnTo>
                <a:lnTo>
                  <a:pt x="444185" y="8867"/>
                </a:lnTo>
                <a:lnTo>
                  <a:pt x="444179" y="8860"/>
                </a:lnTo>
                <a:lnTo>
                  <a:pt x="444174" y="8852"/>
                </a:lnTo>
                <a:lnTo>
                  <a:pt x="444168" y="8845"/>
                </a:lnTo>
                <a:lnTo>
                  <a:pt x="444161" y="8838"/>
                </a:lnTo>
                <a:lnTo>
                  <a:pt x="444155" y="8830"/>
                </a:lnTo>
                <a:lnTo>
                  <a:pt x="444148" y="8823"/>
                </a:lnTo>
                <a:lnTo>
                  <a:pt x="444141" y="8816"/>
                </a:lnTo>
                <a:lnTo>
                  <a:pt x="444133" y="8809"/>
                </a:lnTo>
                <a:lnTo>
                  <a:pt x="444126" y="8802"/>
                </a:lnTo>
                <a:lnTo>
                  <a:pt x="444118" y="8795"/>
                </a:lnTo>
                <a:lnTo>
                  <a:pt x="444110" y="8788"/>
                </a:lnTo>
                <a:lnTo>
                  <a:pt x="444101" y="8781"/>
                </a:lnTo>
                <a:lnTo>
                  <a:pt x="444093" y="8774"/>
                </a:lnTo>
                <a:lnTo>
                  <a:pt x="444084" y="8767"/>
                </a:lnTo>
                <a:lnTo>
                  <a:pt x="444075" y="8761"/>
                </a:lnTo>
                <a:lnTo>
                  <a:pt x="444065" y="8754"/>
                </a:lnTo>
                <a:lnTo>
                  <a:pt x="444055" y="8747"/>
                </a:lnTo>
                <a:lnTo>
                  <a:pt x="444046" y="8741"/>
                </a:lnTo>
                <a:lnTo>
                  <a:pt x="444035" y="8734"/>
                </a:lnTo>
                <a:lnTo>
                  <a:pt x="444025" y="8728"/>
                </a:lnTo>
                <a:lnTo>
                  <a:pt x="444014" y="8722"/>
                </a:lnTo>
                <a:lnTo>
                  <a:pt x="444003" y="8715"/>
                </a:lnTo>
                <a:lnTo>
                  <a:pt x="443992" y="8709"/>
                </a:lnTo>
                <a:lnTo>
                  <a:pt x="443980" y="8703"/>
                </a:lnTo>
                <a:lnTo>
                  <a:pt x="443968" y="8697"/>
                </a:lnTo>
                <a:lnTo>
                  <a:pt x="443955" y="8692"/>
                </a:lnTo>
                <a:lnTo>
                  <a:pt x="443943" y="8686"/>
                </a:lnTo>
                <a:lnTo>
                  <a:pt x="443929" y="8681"/>
                </a:lnTo>
                <a:lnTo>
                  <a:pt x="443916" y="8676"/>
                </a:lnTo>
                <a:lnTo>
                  <a:pt x="443902" y="8671"/>
                </a:lnTo>
                <a:lnTo>
                  <a:pt x="443888" y="8666"/>
                </a:lnTo>
                <a:lnTo>
                  <a:pt x="443873" y="8661"/>
                </a:lnTo>
                <a:lnTo>
                  <a:pt x="443858" y="8657"/>
                </a:lnTo>
                <a:lnTo>
                  <a:pt x="443842" y="8653"/>
                </a:lnTo>
                <a:lnTo>
                  <a:pt x="443826" y="8649"/>
                </a:lnTo>
                <a:lnTo>
                  <a:pt x="443810" y="8645"/>
                </a:lnTo>
                <a:lnTo>
                  <a:pt x="443793" y="8641"/>
                </a:lnTo>
                <a:lnTo>
                  <a:pt x="443777" y="8637"/>
                </a:lnTo>
                <a:lnTo>
                  <a:pt x="443759" y="8634"/>
                </a:lnTo>
                <a:lnTo>
                  <a:pt x="443741" y="8631"/>
                </a:lnTo>
                <a:lnTo>
                  <a:pt x="443723" y="8628"/>
                </a:lnTo>
                <a:lnTo>
                  <a:pt x="443705" y="8625"/>
                </a:lnTo>
                <a:lnTo>
                  <a:pt x="443686" y="8622"/>
                </a:lnTo>
                <a:lnTo>
                  <a:pt x="443667" y="8620"/>
                </a:lnTo>
                <a:lnTo>
                  <a:pt x="443647" y="8617"/>
                </a:lnTo>
                <a:lnTo>
                  <a:pt x="443627" y="8615"/>
                </a:lnTo>
                <a:lnTo>
                  <a:pt x="443607" y="8613"/>
                </a:lnTo>
                <a:lnTo>
                  <a:pt x="443586" y="8611"/>
                </a:lnTo>
                <a:lnTo>
                  <a:pt x="443564" y="8609"/>
                </a:lnTo>
                <a:lnTo>
                  <a:pt x="443543" y="8607"/>
                </a:lnTo>
                <a:lnTo>
                  <a:pt x="443521" y="8606"/>
                </a:lnTo>
                <a:lnTo>
                  <a:pt x="443498" y="8604"/>
                </a:lnTo>
                <a:lnTo>
                  <a:pt x="443475" y="8603"/>
                </a:lnTo>
                <a:lnTo>
                  <a:pt x="443452" y="8601"/>
                </a:lnTo>
                <a:lnTo>
                  <a:pt x="443428" y="8600"/>
                </a:lnTo>
                <a:lnTo>
                  <a:pt x="443403" y="8599"/>
                </a:lnTo>
                <a:lnTo>
                  <a:pt x="443379" y="8597"/>
                </a:lnTo>
                <a:lnTo>
                  <a:pt x="443353" y="8596"/>
                </a:lnTo>
                <a:lnTo>
                  <a:pt x="443328" y="8595"/>
                </a:lnTo>
                <a:lnTo>
                  <a:pt x="443302" y="8594"/>
                </a:lnTo>
                <a:lnTo>
                  <a:pt x="443275" y="8594"/>
                </a:lnTo>
                <a:lnTo>
                  <a:pt x="443248" y="8593"/>
                </a:lnTo>
                <a:lnTo>
                  <a:pt x="443221" y="8592"/>
                </a:lnTo>
                <a:lnTo>
                  <a:pt x="443193" y="8592"/>
                </a:lnTo>
                <a:lnTo>
                  <a:pt x="443165" y="8591"/>
                </a:lnTo>
                <a:lnTo>
                  <a:pt x="443136" y="8591"/>
                </a:lnTo>
                <a:lnTo>
                  <a:pt x="443107" y="8590"/>
                </a:lnTo>
                <a:lnTo>
                  <a:pt x="443077" y="8590"/>
                </a:lnTo>
                <a:lnTo>
                  <a:pt x="443047" y="8590"/>
                </a:lnTo>
                <a:lnTo>
                  <a:pt x="443017" y="8590"/>
                </a:lnTo>
                <a:lnTo>
                  <a:pt x="442985" y="8590"/>
                </a:lnTo>
                <a:lnTo>
                  <a:pt x="442954" y="8590"/>
                </a:lnTo>
                <a:lnTo>
                  <a:pt x="442923" y="8590"/>
                </a:lnTo>
                <a:lnTo>
                  <a:pt x="442893" y="8591"/>
                </a:lnTo>
                <a:lnTo>
                  <a:pt x="442863" y="8591"/>
                </a:lnTo>
                <a:lnTo>
                  <a:pt x="442834" y="8592"/>
                </a:lnTo>
                <a:lnTo>
                  <a:pt x="442806" y="8592"/>
                </a:lnTo>
                <a:lnTo>
                  <a:pt x="442777" y="8593"/>
                </a:lnTo>
                <a:lnTo>
                  <a:pt x="442750" y="8594"/>
                </a:lnTo>
                <a:lnTo>
                  <a:pt x="442723" y="8594"/>
                </a:lnTo>
                <a:lnTo>
                  <a:pt x="442696" y="8595"/>
                </a:lnTo>
                <a:lnTo>
                  <a:pt x="442670" y="8596"/>
                </a:lnTo>
                <a:lnTo>
                  <a:pt x="442645" y="8597"/>
                </a:lnTo>
                <a:lnTo>
                  <a:pt x="442620" y="8599"/>
                </a:lnTo>
                <a:lnTo>
                  <a:pt x="442595" y="8600"/>
                </a:lnTo>
                <a:lnTo>
                  <a:pt x="442571" y="8601"/>
                </a:lnTo>
                <a:lnTo>
                  <a:pt x="442548" y="8603"/>
                </a:lnTo>
                <a:lnTo>
                  <a:pt x="442525" y="8604"/>
                </a:lnTo>
                <a:lnTo>
                  <a:pt x="442503" y="8606"/>
                </a:lnTo>
                <a:lnTo>
                  <a:pt x="442481" y="8607"/>
                </a:lnTo>
                <a:lnTo>
                  <a:pt x="442460" y="8609"/>
                </a:lnTo>
                <a:lnTo>
                  <a:pt x="442439" y="8611"/>
                </a:lnTo>
                <a:lnTo>
                  <a:pt x="442418" y="8613"/>
                </a:lnTo>
                <a:lnTo>
                  <a:pt x="442399" y="8615"/>
                </a:lnTo>
                <a:lnTo>
                  <a:pt x="442379" y="8617"/>
                </a:lnTo>
                <a:lnTo>
                  <a:pt x="442360" y="8620"/>
                </a:lnTo>
                <a:lnTo>
                  <a:pt x="442341" y="8622"/>
                </a:lnTo>
                <a:lnTo>
                  <a:pt x="442323" y="8625"/>
                </a:lnTo>
                <a:lnTo>
                  <a:pt x="442305" y="8628"/>
                </a:lnTo>
                <a:lnTo>
                  <a:pt x="442287" y="8631"/>
                </a:lnTo>
                <a:lnTo>
                  <a:pt x="442269" y="8634"/>
                </a:lnTo>
                <a:lnTo>
                  <a:pt x="442252" y="8637"/>
                </a:lnTo>
                <a:lnTo>
                  <a:pt x="442235" y="8641"/>
                </a:lnTo>
                <a:lnTo>
                  <a:pt x="442218" y="8645"/>
                </a:lnTo>
                <a:lnTo>
                  <a:pt x="442202" y="8649"/>
                </a:lnTo>
                <a:lnTo>
                  <a:pt x="442186" y="8653"/>
                </a:lnTo>
                <a:lnTo>
                  <a:pt x="442170" y="8657"/>
                </a:lnTo>
                <a:lnTo>
                  <a:pt x="442154" y="8661"/>
                </a:lnTo>
                <a:lnTo>
                  <a:pt x="442139" y="8666"/>
                </a:lnTo>
                <a:lnTo>
                  <a:pt x="442124" y="8671"/>
                </a:lnTo>
                <a:lnTo>
                  <a:pt x="442109" y="8676"/>
                </a:lnTo>
                <a:lnTo>
                  <a:pt x="442095" y="8681"/>
                </a:lnTo>
                <a:lnTo>
                  <a:pt x="442081" y="8686"/>
                </a:lnTo>
                <a:lnTo>
                  <a:pt x="442067" y="8692"/>
                </a:lnTo>
                <a:lnTo>
                  <a:pt x="442053" y="8697"/>
                </a:lnTo>
                <a:lnTo>
                  <a:pt x="442040" y="8703"/>
                </a:lnTo>
                <a:lnTo>
                  <a:pt x="442027" y="8709"/>
                </a:lnTo>
                <a:lnTo>
                  <a:pt x="442014" y="8715"/>
                </a:lnTo>
                <a:lnTo>
                  <a:pt x="442002" y="8722"/>
                </a:lnTo>
                <a:lnTo>
                  <a:pt x="441990" y="8728"/>
                </a:lnTo>
                <a:lnTo>
                  <a:pt x="441978" y="8734"/>
                </a:lnTo>
                <a:lnTo>
                  <a:pt x="441967" y="8741"/>
                </a:lnTo>
                <a:lnTo>
                  <a:pt x="441956" y="8747"/>
                </a:lnTo>
                <a:lnTo>
                  <a:pt x="441945" y="8754"/>
                </a:lnTo>
                <a:lnTo>
                  <a:pt x="441935" y="8761"/>
                </a:lnTo>
                <a:lnTo>
                  <a:pt x="441925" y="8767"/>
                </a:lnTo>
                <a:lnTo>
                  <a:pt x="441916" y="8774"/>
                </a:lnTo>
                <a:lnTo>
                  <a:pt x="441906" y="8781"/>
                </a:lnTo>
                <a:lnTo>
                  <a:pt x="441897" y="8788"/>
                </a:lnTo>
                <a:lnTo>
                  <a:pt x="441889" y="8795"/>
                </a:lnTo>
                <a:lnTo>
                  <a:pt x="441881" y="8802"/>
                </a:lnTo>
                <a:lnTo>
                  <a:pt x="441873" y="8809"/>
                </a:lnTo>
                <a:lnTo>
                  <a:pt x="441865" y="8816"/>
                </a:lnTo>
                <a:lnTo>
                  <a:pt x="441858" y="8823"/>
                </a:lnTo>
                <a:lnTo>
                  <a:pt x="441852" y="8830"/>
                </a:lnTo>
                <a:lnTo>
                  <a:pt x="441845" y="8838"/>
                </a:lnTo>
                <a:lnTo>
                  <a:pt x="441839" y="8845"/>
                </a:lnTo>
                <a:lnTo>
                  <a:pt x="441833" y="8852"/>
                </a:lnTo>
                <a:lnTo>
                  <a:pt x="441828" y="8860"/>
                </a:lnTo>
                <a:lnTo>
                  <a:pt x="441823" y="8867"/>
                </a:lnTo>
                <a:lnTo>
                  <a:pt x="441818" y="8875"/>
                </a:lnTo>
                <a:lnTo>
                  <a:pt x="441814" y="8883"/>
                </a:lnTo>
                <a:lnTo>
                  <a:pt x="441810" y="8890"/>
                </a:lnTo>
                <a:lnTo>
                  <a:pt x="441806" y="8898"/>
                </a:lnTo>
                <a:lnTo>
                  <a:pt x="441802" y="8906"/>
                </a:lnTo>
                <a:lnTo>
                  <a:pt x="441798" y="8914"/>
                </a:lnTo>
                <a:lnTo>
                  <a:pt x="441795" y="8923"/>
                </a:lnTo>
                <a:lnTo>
                  <a:pt x="441792" y="8931"/>
                </a:lnTo>
                <a:lnTo>
                  <a:pt x="441789" y="8940"/>
                </a:lnTo>
                <a:lnTo>
                  <a:pt x="441786" y="8948"/>
                </a:lnTo>
                <a:lnTo>
                  <a:pt x="441783" y="8957"/>
                </a:lnTo>
                <a:lnTo>
                  <a:pt x="441781" y="8966"/>
                </a:lnTo>
                <a:lnTo>
                  <a:pt x="441778" y="8976"/>
                </a:lnTo>
                <a:lnTo>
                  <a:pt x="441776" y="8985"/>
                </a:lnTo>
                <a:lnTo>
                  <a:pt x="441774" y="8994"/>
                </a:lnTo>
                <a:lnTo>
                  <a:pt x="441772" y="9004"/>
                </a:lnTo>
                <a:lnTo>
                  <a:pt x="441771" y="9014"/>
                </a:lnTo>
                <a:lnTo>
                  <a:pt x="441769" y="9024"/>
                </a:lnTo>
                <a:lnTo>
                  <a:pt x="441768" y="9034"/>
                </a:lnTo>
                <a:lnTo>
                  <a:pt x="441767" y="9044"/>
                </a:lnTo>
                <a:lnTo>
                  <a:pt x="441766" y="9054"/>
                </a:lnTo>
                <a:lnTo>
                  <a:pt x="441765" y="9065"/>
                </a:lnTo>
                <a:lnTo>
                  <a:pt x="441764" y="9075"/>
                </a:lnTo>
                <a:lnTo>
                  <a:pt x="441764" y="9086"/>
                </a:lnTo>
                <a:lnTo>
                  <a:pt x="441764" y="9097"/>
                </a:lnTo>
                <a:lnTo>
                  <a:pt x="441764" y="9108"/>
                </a:lnTo>
                <a:lnTo>
                  <a:pt x="441764" y="24149"/>
                </a:lnTo>
                <a:lnTo>
                  <a:pt x="441764" y="24160"/>
                </a:lnTo>
                <a:lnTo>
                  <a:pt x="441764" y="24171"/>
                </a:lnTo>
                <a:lnTo>
                  <a:pt x="441765" y="24182"/>
                </a:lnTo>
                <a:lnTo>
                  <a:pt x="441765" y="24193"/>
                </a:lnTo>
                <a:lnTo>
                  <a:pt x="441766" y="24203"/>
                </a:lnTo>
                <a:lnTo>
                  <a:pt x="441767" y="24213"/>
                </a:lnTo>
                <a:lnTo>
                  <a:pt x="441769" y="24224"/>
                </a:lnTo>
                <a:lnTo>
                  <a:pt x="441770" y="24234"/>
                </a:lnTo>
                <a:lnTo>
                  <a:pt x="441772" y="24244"/>
                </a:lnTo>
                <a:lnTo>
                  <a:pt x="441774" y="24253"/>
                </a:lnTo>
                <a:lnTo>
                  <a:pt x="441776" y="24263"/>
                </a:lnTo>
                <a:lnTo>
                  <a:pt x="441778" y="24272"/>
                </a:lnTo>
                <a:lnTo>
                  <a:pt x="441781" y="24282"/>
                </a:lnTo>
                <a:lnTo>
                  <a:pt x="441784" y="24291"/>
                </a:lnTo>
                <a:lnTo>
                  <a:pt x="441786" y="24300"/>
                </a:lnTo>
                <a:lnTo>
                  <a:pt x="441790" y="24309"/>
                </a:lnTo>
                <a:lnTo>
                  <a:pt x="441793" y="24318"/>
                </a:lnTo>
                <a:lnTo>
                  <a:pt x="441797" y="24326"/>
                </a:lnTo>
                <a:lnTo>
                  <a:pt x="441800" y="24335"/>
                </a:lnTo>
                <a:lnTo>
                  <a:pt x="441804" y="24343"/>
                </a:lnTo>
                <a:lnTo>
                  <a:pt x="441808" y="24351"/>
                </a:lnTo>
                <a:lnTo>
                  <a:pt x="441813" y="24359"/>
                </a:lnTo>
                <a:lnTo>
                  <a:pt x="441817" y="24367"/>
                </a:lnTo>
                <a:lnTo>
                  <a:pt x="441822" y="24375"/>
                </a:lnTo>
                <a:lnTo>
                  <a:pt x="441827" y="24382"/>
                </a:lnTo>
                <a:lnTo>
                  <a:pt x="441833" y="24390"/>
                </a:lnTo>
                <a:lnTo>
                  <a:pt x="441838" y="24397"/>
                </a:lnTo>
                <a:lnTo>
                  <a:pt x="441844" y="24405"/>
                </a:lnTo>
                <a:lnTo>
                  <a:pt x="441851" y="24412"/>
                </a:lnTo>
                <a:lnTo>
                  <a:pt x="441858" y="24419"/>
                </a:lnTo>
                <a:lnTo>
                  <a:pt x="441865" y="24426"/>
                </a:lnTo>
                <a:lnTo>
                  <a:pt x="441872" y="24433"/>
                </a:lnTo>
                <a:lnTo>
                  <a:pt x="441880" y="24440"/>
                </a:lnTo>
                <a:lnTo>
                  <a:pt x="441888" y="24447"/>
                </a:lnTo>
                <a:lnTo>
                  <a:pt x="441897" y="24454"/>
                </a:lnTo>
                <a:lnTo>
                  <a:pt x="441906" y="24460"/>
                </a:lnTo>
                <a:lnTo>
                  <a:pt x="441915" y="24467"/>
                </a:lnTo>
                <a:lnTo>
                  <a:pt x="441924" y="24473"/>
                </a:lnTo>
                <a:lnTo>
                  <a:pt x="441934" y="24480"/>
                </a:lnTo>
                <a:lnTo>
                  <a:pt x="441945" y="24486"/>
                </a:lnTo>
                <a:lnTo>
                  <a:pt x="441955" y="24492"/>
                </a:lnTo>
                <a:lnTo>
                  <a:pt x="441966" y="24499"/>
                </a:lnTo>
                <a:lnTo>
                  <a:pt x="441978" y="24505"/>
                </a:lnTo>
                <a:lnTo>
                  <a:pt x="441989" y="24511"/>
                </a:lnTo>
                <a:lnTo>
                  <a:pt x="442001" y="24516"/>
                </a:lnTo>
                <a:lnTo>
                  <a:pt x="442014" y="24522"/>
                </a:lnTo>
                <a:lnTo>
                  <a:pt x="442026" y="24528"/>
                </a:lnTo>
                <a:lnTo>
                  <a:pt x="442039" y="24534"/>
                </a:lnTo>
                <a:lnTo>
                  <a:pt x="442053" y="24539"/>
                </a:lnTo>
                <a:lnTo>
                  <a:pt x="442067" y="24544"/>
                </a:lnTo>
                <a:lnTo>
                  <a:pt x="442081" y="24550"/>
                </a:lnTo>
                <a:lnTo>
                  <a:pt x="442095" y="24555"/>
                </a:lnTo>
                <a:lnTo>
                  <a:pt x="442110" y="24560"/>
                </a:lnTo>
                <a:lnTo>
                  <a:pt x="442126" y="24565"/>
                </a:lnTo>
                <a:lnTo>
                  <a:pt x="442141" y="24570"/>
                </a:lnTo>
                <a:lnTo>
                  <a:pt x="442157" y="24574"/>
                </a:lnTo>
                <a:lnTo>
                  <a:pt x="442174" y="24579"/>
                </a:lnTo>
                <a:lnTo>
                  <a:pt x="442191" y="24583"/>
                </a:lnTo>
                <a:lnTo>
                  <a:pt x="442208" y="24588"/>
                </a:lnTo>
                <a:lnTo>
                  <a:pt x="442225" y="24592"/>
                </a:lnTo>
                <a:lnTo>
                  <a:pt x="442243" y="24596"/>
                </a:lnTo>
                <a:lnTo>
                  <a:pt x="442262" y="24600"/>
                </a:lnTo>
                <a:lnTo>
                  <a:pt x="442280" y="24604"/>
                </a:lnTo>
                <a:lnTo>
                  <a:pt x="442299" y="24608"/>
                </a:lnTo>
                <a:lnTo>
                  <a:pt x="442319" y="24611"/>
                </a:lnTo>
                <a:lnTo>
                  <a:pt x="442339" y="24615"/>
                </a:lnTo>
                <a:lnTo>
                  <a:pt x="442359" y="24618"/>
                </a:lnTo>
                <a:lnTo>
                  <a:pt x="442379" y="24622"/>
                </a:lnTo>
                <a:lnTo>
                  <a:pt x="442400" y="24625"/>
                </a:lnTo>
                <a:lnTo>
                  <a:pt x="442422" y="24628"/>
                </a:lnTo>
                <a:lnTo>
                  <a:pt x="442443" y="24631"/>
                </a:lnTo>
                <a:lnTo>
                  <a:pt x="442466" y="24634"/>
                </a:lnTo>
                <a:lnTo>
                  <a:pt x="442488" y="24637"/>
                </a:lnTo>
                <a:lnTo>
                  <a:pt x="442511" y="24639"/>
                </a:lnTo>
                <a:lnTo>
                  <a:pt x="442534" y="24642"/>
                </a:lnTo>
                <a:lnTo>
                  <a:pt x="442558" y="24644"/>
                </a:lnTo>
                <a:lnTo>
                  <a:pt x="442583" y="24646"/>
                </a:lnTo>
                <a:lnTo>
                  <a:pt x="442608" y="24648"/>
                </a:lnTo>
                <a:lnTo>
                  <a:pt x="442633" y="24650"/>
                </a:lnTo>
                <a:lnTo>
                  <a:pt x="442659" y="24652"/>
                </a:lnTo>
                <a:lnTo>
                  <a:pt x="442685" y="24654"/>
                </a:lnTo>
                <a:lnTo>
                  <a:pt x="442712" y="24656"/>
                </a:lnTo>
                <a:lnTo>
                  <a:pt x="442739" y="24657"/>
                </a:lnTo>
                <a:lnTo>
                  <a:pt x="442766" y="24659"/>
                </a:lnTo>
                <a:lnTo>
                  <a:pt x="442794" y="24660"/>
                </a:lnTo>
                <a:lnTo>
                  <a:pt x="442823" y="24661"/>
                </a:lnTo>
                <a:lnTo>
                  <a:pt x="442852" y="24663"/>
                </a:lnTo>
                <a:lnTo>
                  <a:pt x="442881" y="24664"/>
                </a:lnTo>
                <a:lnTo>
                  <a:pt x="442911" y="24664"/>
                </a:lnTo>
                <a:lnTo>
                  <a:pt x="442942" y="24665"/>
                </a:lnTo>
                <a:lnTo>
                  <a:pt x="442973" y="24666"/>
                </a:lnTo>
                <a:lnTo>
                  <a:pt x="443004" y="24666"/>
                </a:lnTo>
                <a:lnTo>
                  <a:pt x="443036" y="24667"/>
                </a:lnTo>
                <a:lnTo>
                  <a:pt x="443068" y="24667"/>
                </a:lnTo>
                <a:lnTo>
                  <a:pt x="443101" y="24667"/>
                </a:lnTo>
                <a:lnTo>
                  <a:pt x="443134" y="24667"/>
                </a:lnTo>
                <a:lnTo>
                  <a:pt x="443169" y="24667"/>
                </a:lnTo>
                <a:lnTo>
                  <a:pt x="443203" y="24667"/>
                </a:lnTo>
                <a:lnTo>
                  <a:pt x="443236" y="24667"/>
                </a:lnTo>
                <a:lnTo>
                  <a:pt x="443269" y="24666"/>
                </a:lnTo>
                <a:lnTo>
                  <a:pt x="443302" y="24666"/>
                </a:lnTo>
                <a:lnTo>
                  <a:pt x="443334" y="24665"/>
                </a:lnTo>
                <a:lnTo>
                  <a:pt x="443365" y="24664"/>
                </a:lnTo>
                <a:lnTo>
                  <a:pt x="443396" y="24664"/>
                </a:lnTo>
                <a:lnTo>
                  <a:pt x="443426" y="24663"/>
                </a:lnTo>
                <a:lnTo>
                  <a:pt x="443456" y="24661"/>
                </a:lnTo>
                <a:lnTo>
                  <a:pt x="443485" y="24660"/>
                </a:lnTo>
                <a:lnTo>
                  <a:pt x="443514" y="24659"/>
                </a:lnTo>
                <a:lnTo>
                  <a:pt x="443543" y="24657"/>
                </a:lnTo>
                <a:lnTo>
                  <a:pt x="443570" y="24656"/>
                </a:lnTo>
                <a:lnTo>
                  <a:pt x="443598" y="24654"/>
                </a:lnTo>
                <a:lnTo>
                  <a:pt x="443624" y="24652"/>
                </a:lnTo>
                <a:lnTo>
                  <a:pt x="443650" y="24650"/>
                </a:lnTo>
                <a:lnTo>
                  <a:pt x="443676" y="24648"/>
                </a:lnTo>
                <a:lnTo>
                  <a:pt x="443701" y="24646"/>
                </a:lnTo>
                <a:lnTo>
                  <a:pt x="443726" y="24644"/>
                </a:lnTo>
                <a:lnTo>
                  <a:pt x="443750" y="24642"/>
                </a:lnTo>
                <a:lnTo>
                  <a:pt x="443774" y="24639"/>
                </a:lnTo>
                <a:lnTo>
                  <a:pt x="443797" y="24637"/>
                </a:lnTo>
                <a:lnTo>
                  <a:pt x="443819" y="24634"/>
                </a:lnTo>
                <a:lnTo>
                  <a:pt x="443841" y="24631"/>
                </a:lnTo>
                <a:lnTo>
                  <a:pt x="443863" y="24628"/>
                </a:lnTo>
                <a:lnTo>
                  <a:pt x="443884" y="24625"/>
                </a:lnTo>
                <a:lnTo>
                  <a:pt x="443905" y="24622"/>
                </a:lnTo>
                <a:lnTo>
                  <a:pt x="443926" y="24618"/>
                </a:lnTo>
                <a:lnTo>
                  <a:pt x="443946" y="24615"/>
                </a:lnTo>
                <a:lnTo>
                  <a:pt x="443965" y="24611"/>
                </a:lnTo>
                <a:lnTo>
                  <a:pt x="443984" y="24608"/>
                </a:lnTo>
                <a:lnTo>
                  <a:pt x="444003" y="24604"/>
                </a:lnTo>
                <a:lnTo>
                  <a:pt x="444022" y="24600"/>
                </a:lnTo>
                <a:lnTo>
                  <a:pt x="444040" y="24596"/>
                </a:lnTo>
                <a:lnTo>
                  <a:pt x="444057" y="24592"/>
                </a:lnTo>
                <a:lnTo>
                  <a:pt x="444075" y="24588"/>
                </a:lnTo>
                <a:lnTo>
                  <a:pt x="444091" y="24583"/>
                </a:lnTo>
                <a:lnTo>
                  <a:pt x="444108" y="24579"/>
                </a:lnTo>
                <a:lnTo>
                  <a:pt x="444124" y="24574"/>
                </a:lnTo>
                <a:lnTo>
                  <a:pt x="444139" y="24570"/>
                </a:lnTo>
                <a:lnTo>
                  <a:pt x="444155" y="24565"/>
                </a:lnTo>
                <a:lnTo>
                  <a:pt x="444169" y="24560"/>
                </a:lnTo>
                <a:lnTo>
                  <a:pt x="444184" y="24555"/>
                </a:lnTo>
                <a:lnTo>
                  <a:pt x="444198" y="24550"/>
                </a:lnTo>
                <a:lnTo>
                  <a:pt x="444211" y="24544"/>
                </a:lnTo>
                <a:lnTo>
                  <a:pt x="444224" y="24539"/>
                </a:lnTo>
                <a:lnTo>
                  <a:pt x="444237" y="24534"/>
                </a:lnTo>
                <a:lnTo>
                  <a:pt x="444249" y="24528"/>
                </a:lnTo>
                <a:lnTo>
                  <a:pt x="444262" y="24522"/>
                </a:lnTo>
                <a:lnTo>
                  <a:pt x="444273" y="24516"/>
                </a:lnTo>
                <a:lnTo>
                  <a:pt x="444285" y="24511"/>
                </a:lnTo>
                <a:lnTo>
                  <a:pt x="444296" y="24505"/>
                </a:lnTo>
                <a:lnTo>
                  <a:pt x="444307" y="24499"/>
                </a:lnTo>
                <a:lnTo>
                  <a:pt x="444318" y="24492"/>
                </a:lnTo>
                <a:lnTo>
                  <a:pt x="444328" y="24486"/>
                </a:lnTo>
                <a:lnTo>
                  <a:pt x="444338" y="24480"/>
                </a:lnTo>
                <a:lnTo>
                  <a:pt x="444348" y="24473"/>
                </a:lnTo>
                <a:lnTo>
                  <a:pt x="444357" y="24467"/>
                </a:lnTo>
                <a:lnTo>
                  <a:pt x="444367" y="24460"/>
                </a:lnTo>
                <a:lnTo>
                  <a:pt x="444375" y="24454"/>
                </a:lnTo>
                <a:lnTo>
                  <a:pt x="444384" y="24447"/>
                </a:lnTo>
                <a:lnTo>
                  <a:pt x="444392" y="24440"/>
                </a:lnTo>
                <a:lnTo>
                  <a:pt x="444400" y="24433"/>
                </a:lnTo>
                <a:lnTo>
                  <a:pt x="444408" y="24426"/>
                </a:lnTo>
                <a:lnTo>
                  <a:pt x="444416" y="24419"/>
                </a:lnTo>
                <a:lnTo>
                  <a:pt x="444423" y="24412"/>
                </a:lnTo>
                <a:lnTo>
                  <a:pt x="444430" y="24405"/>
                </a:lnTo>
                <a:lnTo>
                  <a:pt x="444436" y="24397"/>
                </a:lnTo>
                <a:lnTo>
                  <a:pt x="444443" y="24390"/>
                </a:lnTo>
                <a:lnTo>
                  <a:pt x="444449" y="24382"/>
                </a:lnTo>
                <a:lnTo>
                  <a:pt x="444454" y="24375"/>
                </a:lnTo>
                <a:lnTo>
                  <a:pt x="444460" y="24367"/>
                </a:lnTo>
                <a:lnTo>
                  <a:pt x="444465" y="24359"/>
                </a:lnTo>
                <a:lnTo>
                  <a:pt x="444470" y="24351"/>
                </a:lnTo>
                <a:lnTo>
                  <a:pt x="444475" y="24343"/>
                </a:lnTo>
                <a:lnTo>
                  <a:pt x="444479" y="24335"/>
                </a:lnTo>
                <a:lnTo>
                  <a:pt x="444484" y="24326"/>
                </a:lnTo>
                <a:lnTo>
                  <a:pt x="444488" y="24318"/>
                </a:lnTo>
                <a:lnTo>
                  <a:pt x="444491" y="24309"/>
                </a:lnTo>
                <a:lnTo>
                  <a:pt x="444495" y="24300"/>
                </a:lnTo>
                <a:lnTo>
                  <a:pt x="444498" y="24291"/>
                </a:lnTo>
                <a:lnTo>
                  <a:pt x="444502" y="24282"/>
                </a:lnTo>
                <a:lnTo>
                  <a:pt x="444504" y="24272"/>
                </a:lnTo>
                <a:lnTo>
                  <a:pt x="444507" y="24263"/>
                </a:lnTo>
                <a:lnTo>
                  <a:pt x="444510" y="24253"/>
                </a:lnTo>
                <a:lnTo>
                  <a:pt x="444512" y="24244"/>
                </a:lnTo>
                <a:lnTo>
                  <a:pt x="444514" y="24234"/>
                </a:lnTo>
                <a:lnTo>
                  <a:pt x="444515" y="24224"/>
                </a:lnTo>
                <a:lnTo>
                  <a:pt x="444517" y="24213"/>
                </a:lnTo>
                <a:lnTo>
                  <a:pt x="444518" y="24203"/>
                </a:lnTo>
                <a:lnTo>
                  <a:pt x="444519" y="24193"/>
                </a:lnTo>
                <a:lnTo>
                  <a:pt x="444520" y="24182"/>
                </a:lnTo>
                <a:lnTo>
                  <a:pt x="444521" y="24171"/>
                </a:lnTo>
                <a:lnTo>
                  <a:pt x="444521" y="24160"/>
                </a:lnTo>
                <a:lnTo>
                  <a:pt x="444521" y="24149"/>
                </a:lnTo>
                <a:lnTo>
                  <a:pt x="444521" y="13637"/>
                </a:lnTo>
                <a:lnTo>
                  <a:pt x="444616" y="13520"/>
                </a:lnTo>
                <a:lnTo>
                  <a:pt x="444710" y="13405"/>
                </a:lnTo>
                <a:lnTo>
                  <a:pt x="444804" y="13293"/>
                </a:lnTo>
                <a:lnTo>
                  <a:pt x="444897" y="13183"/>
                </a:lnTo>
                <a:lnTo>
                  <a:pt x="444990" y="13075"/>
                </a:lnTo>
                <a:lnTo>
                  <a:pt x="445083" y="12970"/>
                </a:lnTo>
                <a:lnTo>
                  <a:pt x="445176" y="12867"/>
                </a:lnTo>
                <a:lnTo>
                  <a:pt x="445268" y="12766"/>
                </a:lnTo>
                <a:lnTo>
                  <a:pt x="445359" y="12668"/>
                </a:lnTo>
                <a:lnTo>
                  <a:pt x="445451" y="12572"/>
                </a:lnTo>
                <a:lnTo>
                  <a:pt x="445542" y="12479"/>
                </a:lnTo>
                <a:lnTo>
                  <a:pt x="445632" y="12388"/>
                </a:lnTo>
                <a:lnTo>
                  <a:pt x="445723" y="12299"/>
                </a:lnTo>
                <a:lnTo>
                  <a:pt x="445813" y="12213"/>
                </a:lnTo>
                <a:lnTo>
                  <a:pt x="445902" y="12129"/>
                </a:lnTo>
                <a:lnTo>
                  <a:pt x="445992" y="12048"/>
                </a:lnTo>
                <a:lnTo>
                  <a:pt x="446081" y="11969"/>
                </a:lnTo>
                <a:lnTo>
                  <a:pt x="446169" y="11892"/>
                </a:lnTo>
                <a:lnTo>
                  <a:pt x="446258" y="11817"/>
                </a:lnTo>
                <a:lnTo>
                  <a:pt x="446346" y="11745"/>
                </a:lnTo>
                <a:lnTo>
                  <a:pt x="446433" y="11676"/>
                </a:lnTo>
                <a:lnTo>
                  <a:pt x="446520" y="11609"/>
                </a:lnTo>
                <a:lnTo>
                  <a:pt x="446607" y="11544"/>
                </a:lnTo>
                <a:lnTo>
                  <a:pt x="446694" y="11481"/>
                </a:lnTo>
                <a:lnTo>
                  <a:pt x="446780" y="11421"/>
                </a:lnTo>
                <a:lnTo>
                  <a:pt x="446866" y="11364"/>
                </a:lnTo>
                <a:lnTo>
                  <a:pt x="446953" y="11309"/>
                </a:lnTo>
                <a:lnTo>
                  <a:pt x="447039" y="11257"/>
                </a:lnTo>
                <a:lnTo>
                  <a:pt x="447125" y="11207"/>
                </a:lnTo>
                <a:lnTo>
                  <a:pt x="447212" y="11160"/>
                </a:lnTo>
                <a:lnTo>
                  <a:pt x="447298" y="11115"/>
                </a:lnTo>
                <a:lnTo>
                  <a:pt x="447384" y="11073"/>
                </a:lnTo>
                <a:lnTo>
                  <a:pt x="447471" y="11033"/>
                </a:lnTo>
                <a:lnTo>
                  <a:pt x="447557" y="10996"/>
                </a:lnTo>
                <a:lnTo>
                  <a:pt x="447644" y="10962"/>
                </a:lnTo>
                <a:lnTo>
                  <a:pt x="447730" y="10930"/>
                </a:lnTo>
                <a:lnTo>
                  <a:pt x="447816" y="10900"/>
                </a:lnTo>
                <a:lnTo>
                  <a:pt x="447903" y="10874"/>
                </a:lnTo>
                <a:lnTo>
                  <a:pt x="447989" y="10849"/>
                </a:lnTo>
                <a:lnTo>
                  <a:pt x="448075" y="10828"/>
                </a:lnTo>
                <a:lnTo>
                  <a:pt x="448162" y="10809"/>
                </a:lnTo>
                <a:lnTo>
                  <a:pt x="448248" y="10792"/>
                </a:lnTo>
                <a:lnTo>
                  <a:pt x="448334" y="10778"/>
                </a:lnTo>
                <a:lnTo>
                  <a:pt x="448421" y="10766"/>
                </a:lnTo>
                <a:lnTo>
                  <a:pt x="448507" y="10757"/>
                </a:lnTo>
                <a:lnTo>
                  <a:pt x="448593" y="10751"/>
                </a:lnTo>
                <a:lnTo>
                  <a:pt x="448680" y="10747"/>
                </a:lnTo>
                <a:lnTo>
                  <a:pt x="448766" y="10746"/>
                </a:lnTo>
                <a:lnTo>
                  <a:pt x="448833" y="10746"/>
                </a:lnTo>
                <a:lnTo>
                  <a:pt x="448898" y="10748"/>
                </a:lnTo>
                <a:lnTo>
                  <a:pt x="448964" y="10751"/>
                </a:lnTo>
                <a:lnTo>
                  <a:pt x="449028" y="10754"/>
                </a:lnTo>
                <a:lnTo>
                  <a:pt x="449092" y="10759"/>
                </a:lnTo>
                <a:lnTo>
                  <a:pt x="449155" y="10765"/>
                </a:lnTo>
                <a:lnTo>
                  <a:pt x="449218" y="10772"/>
                </a:lnTo>
                <a:lnTo>
                  <a:pt x="449279" y="10779"/>
                </a:lnTo>
                <a:lnTo>
                  <a:pt x="449341" y="10788"/>
                </a:lnTo>
                <a:lnTo>
                  <a:pt x="449401" y="10798"/>
                </a:lnTo>
                <a:lnTo>
                  <a:pt x="449461" y="10809"/>
                </a:lnTo>
                <a:lnTo>
                  <a:pt x="449520" y="10821"/>
                </a:lnTo>
                <a:lnTo>
                  <a:pt x="449579" y="10834"/>
                </a:lnTo>
                <a:lnTo>
                  <a:pt x="449637" y="10848"/>
                </a:lnTo>
                <a:lnTo>
                  <a:pt x="449694" y="10863"/>
                </a:lnTo>
                <a:lnTo>
                  <a:pt x="449750" y="10880"/>
                </a:lnTo>
                <a:lnTo>
                  <a:pt x="449806" y="10897"/>
                </a:lnTo>
                <a:lnTo>
                  <a:pt x="449861" y="10915"/>
                </a:lnTo>
                <a:lnTo>
                  <a:pt x="449916" y="10934"/>
                </a:lnTo>
                <a:lnTo>
                  <a:pt x="449970" y="10955"/>
                </a:lnTo>
                <a:lnTo>
                  <a:pt x="450023" y="10976"/>
                </a:lnTo>
                <a:lnTo>
                  <a:pt x="450075" y="10999"/>
                </a:lnTo>
                <a:lnTo>
                  <a:pt x="450127" y="11022"/>
                </a:lnTo>
                <a:lnTo>
                  <a:pt x="450178" y="11047"/>
                </a:lnTo>
                <a:lnTo>
                  <a:pt x="450229" y="11072"/>
                </a:lnTo>
                <a:lnTo>
                  <a:pt x="450278" y="11099"/>
                </a:lnTo>
                <a:lnTo>
                  <a:pt x="450327" y="11126"/>
                </a:lnTo>
                <a:lnTo>
                  <a:pt x="450375" y="11154"/>
                </a:lnTo>
                <a:lnTo>
                  <a:pt x="450423" y="11184"/>
                </a:lnTo>
                <a:lnTo>
                  <a:pt x="450469" y="11214"/>
                </a:lnTo>
                <a:lnTo>
                  <a:pt x="450515" y="11245"/>
                </a:lnTo>
                <a:lnTo>
                  <a:pt x="450560" y="11277"/>
                </a:lnTo>
                <a:lnTo>
                  <a:pt x="450604" y="11310"/>
                </a:lnTo>
                <a:lnTo>
                  <a:pt x="450647" y="11344"/>
                </a:lnTo>
                <a:lnTo>
                  <a:pt x="450690" y="11379"/>
                </a:lnTo>
                <a:lnTo>
                  <a:pt x="450732" y="11414"/>
                </a:lnTo>
                <a:lnTo>
                  <a:pt x="450773" y="11451"/>
                </a:lnTo>
                <a:lnTo>
                  <a:pt x="450813" y="11489"/>
                </a:lnTo>
                <a:lnTo>
                  <a:pt x="450853" y="11527"/>
                </a:lnTo>
                <a:lnTo>
                  <a:pt x="450891" y="11567"/>
                </a:lnTo>
                <a:lnTo>
                  <a:pt x="450929" y="11607"/>
                </a:lnTo>
                <a:lnTo>
                  <a:pt x="450966" y="11648"/>
                </a:lnTo>
                <a:lnTo>
                  <a:pt x="451003" y="11691"/>
                </a:lnTo>
                <a:lnTo>
                  <a:pt x="451038" y="11734"/>
                </a:lnTo>
                <a:lnTo>
                  <a:pt x="451073" y="11778"/>
                </a:lnTo>
                <a:lnTo>
                  <a:pt x="451107" y="11823"/>
                </a:lnTo>
                <a:lnTo>
                  <a:pt x="451140" y="11869"/>
                </a:lnTo>
                <a:lnTo>
                  <a:pt x="451173" y="11916"/>
                </a:lnTo>
                <a:lnTo>
                  <a:pt x="451204" y="11964"/>
                </a:lnTo>
                <a:lnTo>
                  <a:pt x="451235" y="12012"/>
                </a:lnTo>
                <a:lnTo>
                  <a:pt x="451266" y="12061"/>
                </a:lnTo>
                <a:lnTo>
                  <a:pt x="451296" y="12111"/>
                </a:lnTo>
                <a:lnTo>
                  <a:pt x="451325" y="12162"/>
                </a:lnTo>
                <a:lnTo>
                  <a:pt x="451353" y="12213"/>
                </a:lnTo>
                <a:lnTo>
                  <a:pt x="451381" y="12266"/>
                </a:lnTo>
                <a:lnTo>
                  <a:pt x="451408" y="12319"/>
                </a:lnTo>
                <a:lnTo>
                  <a:pt x="451435" y="12373"/>
                </a:lnTo>
                <a:lnTo>
                  <a:pt x="451461" y="12427"/>
                </a:lnTo>
                <a:lnTo>
                  <a:pt x="451486" y="12482"/>
                </a:lnTo>
                <a:lnTo>
                  <a:pt x="451511" y="12538"/>
                </a:lnTo>
                <a:lnTo>
                  <a:pt x="451535" y="12595"/>
                </a:lnTo>
                <a:lnTo>
                  <a:pt x="451558" y="12653"/>
                </a:lnTo>
                <a:lnTo>
                  <a:pt x="451581" y="12711"/>
                </a:lnTo>
                <a:lnTo>
                  <a:pt x="451603" y="12770"/>
                </a:lnTo>
                <a:lnTo>
                  <a:pt x="451625" y="12830"/>
                </a:lnTo>
                <a:lnTo>
                  <a:pt x="451646" y="12890"/>
                </a:lnTo>
                <a:lnTo>
                  <a:pt x="451666" y="12952"/>
                </a:lnTo>
                <a:lnTo>
                  <a:pt x="451686" y="13014"/>
                </a:lnTo>
                <a:lnTo>
                  <a:pt x="451705" y="13077"/>
                </a:lnTo>
                <a:lnTo>
                  <a:pt x="451723" y="13140"/>
                </a:lnTo>
                <a:lnTo>
                  <a:pt x="451740" y="13204"/>
                </a:lnTo>
                <a:lnTo>
                  <a:pt x="451758" y="13269"/>
                </a:lnTo>
                <a:lnTo>
                  <a:pt x="451774" y="13336"/>
                </a:lnTo>
                <a:lnTo>
                  <a:pt x="451790" y="13404"/>
                </a:lnTo>
                <a:lnTo>
                  <a:pt x="451805" y="13474"/>
                </a:lnTo>
                <a:lnTo>
                  <a:pt x="451819" y="13545"/>
                </a:lnTo>
                <a:lnTo>
                  <a:pt x="451832" y="13619"/>
                </a:lnTo>
                <a:lnTo>
                  <a:pt x="451845" y="13694"/>
                </a:lnTo>
                <a:lnTo>
                  <a:pt x="451857" y="13770"/>
                </a:lnTo>
                <a:lnTo>
                  <a:pt x="451869" y="13849"/>
                </a:lnTo>
                <a:lnTo>
                  <a:pt x="451880" y="13929"/>
                </a:lnTo>
                <a:lnTo>
                  <a:pt x="451890" y="14011"/>
                </a:lnTo>
                <a:lnTo>
                  <a:pt x="451899" y="14095"/>
                </a:lnTo>
                <a:lnTo>
                  <a:pt x="451908" y="14180"/>
                </a:lnTo>
                <a:lnTo>
                  <a:pt x="451916" y="14268"/>
                </a:lnTo>
                <a:lnTo>
                  <a:pt x="451923" y="14356"/>
                </a:lnTo>
                <a:lnTo>
                  <a:pt x="451930" y="14447"/>
                </a:lnTo>
                <a:lnTo>
                  <a:pt x="451936" y="14540"/>
                </a:lnTo>
                <a:lnTo>
                  <a:pt x="451941" y="14634"/>
                </a:lnTo>
                <a:lnTo>
                  <a:pt x="451946" y="14730"/>
                </a:lnTo>
                <a:lnTo>
                  <a:pt x="451949" y="14827"/>
                </a:lnTo>
                <a:lnTo>
                  <a:pt x="451952" y="14927"/>
                </a:lnTo>
                <a:lnTo>
                  <a:pt x="451955" y="15028"/>
                </a:lnTo>
                <a:lnTo>
                  <a:pt x="451957" y="15131"/>
                </a:lnTo>
                <a:lnTo>
                  <a:pt x="451958" y="15235"/>
                </a:lnTo>
                <a:lnTo>
                  <a:pt x="451958" y="15342"/>
                </a:lnTo>
                <a:lnTo>
                  <a:pt x="451958" y="24149"/>
                </a:lnTo>
                <a:lnTo>
                  <a:pt x="451958" y="24160"/>
                </a:lnTo>
                <a:lnTo>
                  <a:pt x="451959" y="24171"/>
                </a:lnTo>
                <a:lnTo>
                  <a:pt x="451959" y="24182"/>
                </a:lnTo>
                <a:lnTo>
                  <a:pt x="451960" y="24193"/>
                </a:lnTo>
                <a:lnTo>
                  <a:pt x="451961" y="24203"/>
                </a:lnTo>
                <a:lnTo>
                  <a:pt x="451962" y="24213"/>
                </a:lnTo>
                <a:lnTo>
                  <a:pt x="451964" y="24224"/>
                </a:lnTo>
                <a:lnTo>
                  <a:pt x="451965" y="24234"/>
                </a:lnTo>
                <a:lnTo>
                  <a:pt x="451967" y="24244"/>
                </a:lnTo>
                <a:lnTo>
                  <a:pt x="451970" y="24253"/>
                </a:lnTo>
                <a:lnTo>
                  <a:pt x="451972" y="24263"/>
                </a:lnTo>
                <a:lnTo>
                  <a:pt x="451975" y="24272"/>
                </a:lnTo>
                <a:lnTo>
                  <a:pt x="451978" y="24282"/>
                </a:lnTo>
                <a:lnTo>
                  <a:pt x="451981" y="24291"/>
                </a:lnTo>
                <a:lnTo>
                  <a:pt x="451984" y="24300"/>
                </a:lnTo>
                <a:lnTo>
                  <a:pt x="451988" y="24309"/>
                </a:lnTo>
                <a:lnTo>
                  <a:pt x="451992" y="24318"/>
                </a:lnTo>
                <a:lnTo>
                  <a:pt x="451996" y="24326"/>
                </a:lnTo>
                <a:lnTo>
                  <a:pt x="452000" y="24335"/>
                </a:lnTo>
                <a:lnTo>
                  <a:pt x="452004" y="24343"/>
                </a:lnTo>
                <a:lnTo>
                  <a:pt x="452009" y="24351"/>
                </a:lnTo>
                <a:lnTo>
                  <a:pt x="452014" y="24359"/>
                </a:lnTo>
                <a:lnTo>
                  <a:pt x="452019" y="24367"/>
                </a:lnTo>
                <a:lnTo>
                  <a:pt x="452025" y="24375"/>
                </a:lnTo>
                <a:lnTo>
                  <a:pt x="452031" y="24382"/>
                </a:lnTo>
                <a:lnTo>
                  <a:pt x="452037" y="24390"/>
                </a:lnTo>
                <a:lnTo>
                  <a:pt x="452043" y="24397"/>
                </a:lnTo>
                <a:lnTo>
                  <a:pt x="452050" y="24405"/>
                </a:lnTo>
                <a:lnTo>
                  <a:pt x="452056" y="24412"/>
                </a:lnTo>
                <a:lnTo>
                  <a:pt x="452064" y="24419"/>
                </a:lnTo>
                <a:lnTo>
                  <a:pt x="452071" y="24426"/>
                </a:lnTo>
                <a:lnTo>
                  <a:pt x="452079" y="24433"/>
                </a:lnTo>
                <a:lnTo>
                  <a:pt x="452087" y="24440"/>
                </a:lnTo>
                <a:lnTo>
                  <a:pt x="452095" y="24447"/>
                </a:lnTo>
                <a:lnTo>
                  <a:pt x="452104" y="24454"/>
                </a:lnTo>
                <a:lnTo>
                  <a:pt x="452113" y="24460"/>
                </a:lnTo>
                <a:lnTo>
                  <a:pt x="452122" y="24467"/>
                </a:lnTo>
                <a:lnTo>
                  <a:pt x="452131" y="24473"/>
                </a:lnTo>
                <a:lnTo>
                  <a:pt x="452141" y="24480"/>
                </a:lnTo>
                <a:lnTo>
                  <a:pt x="452151" y="24486"/>
                </a:lnTo>
                <a:lnTo>
                  <a:pt x="452162" y="24492"/>
                </a:lnTo>
                <a:lnTo>
                  <a:pt x="452172" y="24499"/>
                </a:lnTo>
                <a:lnTo>
                  <a:pt x="452183" y="24505"/>
                </a:lnTo>
                <a:lnTo>
                  <a:pt x="452194" y="24511"/>
                </a:lnTo>
                <a:lnTo>
                  <a:pt x="452206" y="24516"/>
                </a:lnTo>
                <a:lnTo>
                  <a:pt x="452218" y="24522"/>
                </a:lnTo>
                <a:lnTo>
                  <a:pt x="452230" y="24528"/>
                </a:lnTo>
                <a:lnTo>
                  <a:pt x="452242" y="24534"/>
                </a:lnTo>
                <a:lnTo>
                  <a:pt x="452255" y="24539"/>
                </a:lnTo>
                <a:lnTo>
                  <a:pt x="452268" y="24544"/>
                </a:lnTo>
                <a:lnTo>
                  <a:pt x="452282" y="24550"/>
                </a:lnTo>
                <a:lnTo>
                  <a:pt x="452296" y="24555"/>
                </a:lnTo>
                <a:lnTo>
                  <a:pt x="452310" y="24560"/>
                </a:lnTo>
                <a:lnTo>
                  <a:pt x="452325" y="24565"/>
                </a:lnTo>
                <a:lnTo>
                  <a:pt x="452340" y="24570"/>
                </a:lnTo>
                <a:lnTo>
                  <a:pt x="452355" y="24574"/>
                </a:lnTo>
                <a:lnTo>
                  <a:pt x="452371" y="24579"/>
                </a:lnTo>
                <a:lnTo>
                  <a:pt x="452388" y="24583"/>
                </a:lnTo>
                <a:lnTo>
                  <a:pt x="452405" y="24588"/>
                </a:lnTo>
                <a:lnTo>
                  <a:pt x="452422" y="24592"/>
                </a:lnTo>
                <a:lnTo>
                  <a:pt x="452439" y="24596"/>
                </a:lnTo>
                <a:lnTo>
                  <a:pt x="452457" y="24600"/>
                </a:lnTo>
                <a:lnTo>
                  <a:pt x="452476" y="24604"/>
                </a:lnTo>
                <a:lnTo>
                  <a:pt x="452495" y="24608"/>
                </a:lnTo>
                <a:lnTo>
                  <a:pt x="452514" y="24611"/>
                </a:lnTo>
                <a:lnTo>
                  <a:pt x="452534" y="24615"/>
                </a:lnTo>
                <a:lnTo>
                  <a:pt x="452554" y="24618"/>
                </a:lnTo>
                <a:lnTo>
                  <a:pt x="452574" y="24622"/>
                </a:lnTo>
                <a:lnTo>
                  <a:pt x="452595" y="24625"/>
                </a:lnTo>
                <a:lnTo>
                  <a:pt x="452616" y="24628"/>
                </a:lnTo>
                <a:lnTo>
                  <a:pt x="452638" y="24631"/>
                </a:lnTo>
                <a:lnTo>
                  <a:pt x="452660" y="24634"/>
                </a:lnTo>
                <a:lnTo>
                  <a:pt x="452683" y="24637"/>
                </a:lnTo>
                <a:lnTo>
                  <a:pt x="452706" y="24639"/>
                </a:lnTo>
                <a:lnTo>
                  <a:pt x="452729" y="24642"/>
                </a:lnTo>
                <a:lnTo>
                  <a:pt x="452753" y="24644"/>
                </a:lnTo>
                <a:lnTo>
                  <a:pt x="452778" y="24646"/>
                </a:lnTo>
                <a:lnTo>
                  <a:pt x="452803" y="24648"/>
                </a:lnTo>
                <a:lnTo>
                  <a:pt x="452829" y="24650"/>
                </a:lnTo>
                <a:lnTo>
                  <a:pt x="452855" y="24652"/>
                </a:lnTo>
                <a:lnTo>
                  <a:pt x="452882" y="24654"/>
                </a:lnTo>
                <a:lnTo>
                  <a:pt x="452909" y="24656"/>
                </a:lnTo>
                <a:lnTo>
                  <a:pt x="452937" y="24657"/>
                </a:lnTo>
                <a:lnTo>
                  <a:pt x="452965" y="24659"/>
                </a:lnTo>
                <a:lnTo>
                  <a:pt x="452994" y="24660"/>
                </a:lnTo>
                <a:lnTo>
                  <a:pt x="453023" y="24661"/>
                </a:lnTo>
                <a:lnTo>
                  <a:pt x="453053" y="24663"/>
                </a:lnTo>
                <a:lnTo>
                  <a:pt x="453083" y="24664"/>
                </a:lnTo>
                <a:lnTo>
                  <a:pt x="453114" y="24664"/>
                </a:lnTo>
                <a:lnTo>
                  <a:pt x="453146" y="24665"/>
                </a:lnTo>
                <a:lnTo>
                  <a:pt x="453178" y="24666"/>
                </a:lnTo>
                <a:lnTo>
                  <a:pt x="453210" y="24666"/>
                </a:lnTo>
                <a:lnTo>
                  <a:pt x="453243" y="24667"/>
                </a:lnTo>
                <a:lnTo>
                  <a:pt x="453277" y="24667"/>
                </a:lnTo>
                <a:lnTo>
                  <a:pt x="453311" y="24667"/>
                </a:lnTo>
                <a:lnTo>
                  <a:pt x="453345" y="24667"/>
                </a:lnTo>
                <a:lnTo>
                  <a:pt x="453378" y="24667"/>
                </a:lnTo>
                <a:lnTo>
                  <a:pt x="453411" y="24667"/>
                </a:lnTo>
                <a:lnTo>
                  <a:pt x="453443" y="24667"/>
                </a:lnTo>
                <a:lnTo>
                  <a:pt x="453475" y="24666"/>
                </a:lnTo>
                <a:lnTo>
                  <a:pt x="453506" y="24666"/>
                </a:lnTo>
                <a:lnTo>
                  <a:pt x="453537" y="24665"/>
                </a:lnTo>
                <a:lnTo>
                  <a:pt x="453568" y="24664"/>
                </a:lnTo>
                <a:lnTo>
                  <a:pt x="453598" y="24664"/>
                </a:lnTo>
                <a:lnTo>
                  <a:pt x="453627" y="24663"/>
                </a:lnTo>
                <a:lnTo>
                  <a:pt x="453656" y="24661"/>
                </a:lnTo>
                <a:lnTo>
                  <a:pt x="453685" y="24660"/>
                </a:lnTo>
                <a:lnTo>
                  <a:pt x="453713" y="24659"/>
                </a:lnTo>
                <a:lnTo>
                  <a:pt x="453740" y="24657"/>
                </a:lnTo>
                <a:lnTo>
                  <a:pt x="453768" y="24656"/>
                </a:lnTo>
                <a:lnTo>
                  <a:pt x="453794" y="24654"/>
                </a:lnTo>
                <a:lnTo>
                  <a:pt x="453821" y="24652"/>
                </a:lnTo>
                <a:lnTo>
                  <a:pt x="453846" y="24650"/>
                </a:lnTo>
                <a:lnTo>
                  <a:pt x="453872" y="24648"/>
                </a:lnTo>
                <a:lnTo>
                  <a:pt x="453896" y="24646"/>
                </a:lnTo>
                <a:lnTo>
                  <a:pt x="453921" y="24644"/>
                </a:lnTo>
                <a:lnTo>
                  <a:pt x="453945" y="24642"/>
                </a:lnTo>
                <a:lnTo>
                  <a:pt x="453968" y="24639"/>
                </a:lnTo>
                <a:lnTo>
                  <a:pt x="453991" y="24637"/>
                </a:lnTo>
                <a:lnTo>
                  <a:pt x="454014" y="24634"/>
                </a:lnTo>
                <a:lnTo>
                  <a:pt x="454036" y="24631"/>
                </a:lnTo>
                <a:lnTo>
                  <a:pt x="454057" y="24628"/>
                </a:lnTo>
                <a:lnTo>
                  <a:pt x="454079" y="24625"/>
                </a:lnTo>
                <a:lnTo>
                  <a:pt x="454100" y="24622"/>
                </a:lnTo>
                <a:lnTo>
                  <a:pt x="454120" y="24618"/>
                </a:lnTo>
                <a:lnTo>
                  <a:pt x="454140" y="24615"/>
                </a:lnTo>
                <a:lnTo>
                  <a:pt x="454160" y="24611"/>
                </a:lnTo>
                <a:lnTo>
                  <a:pt x="454179" y="24608"/>
                </a:lnTo>
                <a:lnTo>
                  <a:pt x="454198" y="24604"/>
                </a:lnTo>
                <a:lnTo>
                  <a:pt x="454216" y="24600"/>
                </a:lnTo>
                <a:lnTo>
                  <a:pt x="454234" y="24596"/>
                </a:lnTo>
                <a:lnTo>
                  <a:pt x="454252" y="24592"/>
                </a:lnTo>
                <a:lnTo>
                  <a:pt x="454269" y="24588"/>
                </a:lnTo>
                <a:lnTo>
                  <a:pt x="454286" y="24583"/>
                </a:lnTo>
                <a:lnTo>
                  <a:pt x="454302" y="24579"/>
                </a:lnTo>
                <a:lnTo>
                  <a:pt x="454318" y="24574"/>
                </a:lnTo>
                <a:lnTo>
                  <a:pt x="454334" y="24570"/>
                </a:lnTo>
                <a:lnTo>
                  <a:pt x="454349" y="24565"/>
                </a:lnTo>
                <a:lnTo>
                  <a:pt x="454364" y="24560"/>
                </a:lnTo>
                <a:lnTo>
                  <a:pt x="454378" y="24555"/>
                </a:lnTo>
                <a:lnTo>
                  <a:pt x="454392" y="24550"/>
                </a:lnTo>
                <a:lnTo>
                  <a:pt x="454406" y="24544"/>
                </a:lnTo>
                <a:lnTo>
                  <a:pt x="454419" y="24539"/>
                </a:lnTo>
                <a:lnTo>
                  <a:pt x="454431" y="24534"/>
                </a:lnTo>
                <a:lnTo>
                  <a:pt x="454444" y="24528"/>
                </a:lnTo>
                <a:lnTo>
                  <a:pt x="454456" y="24522"/>
                </a:lnTo>
                <a:lnTo>
                  <a:pt x="454468" y="24516"/>
                </a:lnTo>
                <a:lnTo>
                  <a:pt x="454479" y="24511"/>
                </a:lnTo>
                <a:lnTo>
                  <a:pt x="454491" y="24505"/>
                </a:lnTo>
                <a:lnTo>
                  <a:pt x="454501" y="24499"/>
                </a:lnTo>
                <a:lnTo>
                  <a:pt x="454512" y="24492"/>
                </a:lnTo>
                <a:lnTo>
                  <a:pt x="454522" y="24486"/>
                </a:lnTo>
                <a:lnTo>
                  <a:pt x="454533" y="24480"/>
                </a:lnTo>
                <a:lnTo>
                  <a:pt x="454542" y="24473"/>
                </a:lnTo>
                <a:lnTo>
                  <a:pt x="454552" y="24467"/>
                </a:lnTo>
                <a:lnTo>
                  <a:pt x="454561" y="24460"/>
                </a:lnTo>
                <a:lnTo>
                  <a:pt x="454570" y="24454"/>
                </a:lnTo>
                <a:lnTo>
                  <a:pt x="454579" y="24447"/>
                </a:lnTo>
                <a:lnTo>
                  <a:pt x="454587" y="24440"/>
                </a:lnTo>
                <a:lnTo>
                  <a:pt x="454595" y="24433"/>
                </a:lnTo>
                <a:lnTo>
                  <a:pt x="454603" y="24426"/>
                </a:lnTo>
                <a:lnTo>
                  <a:pt x="454610" y="24419"/>
                </a:lnTo>
                <a:lnTo>
                  <a:pt x="454617" y="24412"/>
                </a:lnTo>
                <a:lnTo>
                  <a:pt x="454624" y="24405"/>
                </a:lnTo>
                <a:lnTo>
                  <a:pt x="454631" y="24397"/>
                </a:lnTo>
                <a:lnTo>
                  <a:pt x="454637" y="24390"/>
                </a:lnTo>
                <a:lnTo>
                  <a:pt x="454643" y="24382"/>
                </a:lnTo>
                <a:lnTo>
                  <a:pt x="454649" y="24375"/>
                </a:lnTo>
                <a:lnTo>
                  <a:pt x="454654" y="24367"/>
                </a:lnTo>
                <a:lnTo>
                  <a:pt x="454659" y="24359"/>
                </a:lnTo>
                <a:lnTo>
                  <a:pt x="454664" y="24351"/>
                </a:lnTo>
                <a:lnTo>
                  <a:pt x="454669" y="24343"/>
                </a:lnTo>
                <a:lnTo>
                  <a:pt x="454674" y="24335"/>
                </a:lnTo>
                <a:lnTo>
                  <a:pt x="454678" y="24326"/>
                </a:lnTo>
                <a:lnTo>
                  <a:pt x="454682" y="24318"/>
                </a:lnTo>
                <a:lnTo>
                  <a:pt x="454686" y="24309"/>
                </a:lnTo>
                <a:lnTo>
                  <a:pt x="454689" y="24300"/>
                </a:lnTo>
                <a:lnTo>
                  <a:pt x="454693" y="24291"/>
                </a:lnTo>
                <a:lnTo>
                  <a:pt x="454696" y="24282"/>
                </a:lnTo>
                <a:lnTo>
                  <a:pt x="454699" y="24272"/>
                </a:lnTo>
                <a:lnTo>
                  <a:pt x="454702" y="24263"/>
                </a:lnTo>
                <a:lnTo>
                  <a:pt x="454704" y="24253"/>
                </a:lnTo>
                <a:lnTo>
                  <a:pt x="454706" y="24244"/>
                </a:lnTo>
                <a:lnTo>
                  <a:pt x="454708" y="24234"/>
                </a:lnTo>
                <a:lnTo>
                  <a:pt x="454710" y="24224"/>
                </a:lnTo>
                <a:lnTo>
                  <a:pt x="454711" y="24213"/>
                </a:lnTo>
                <a:lnTo>
                  <a:pt x="454713" y="24203"/>
                </a:lnTo>
                <a:lnTo>
                  <a:pt x="454714" y="24193"/>
                </a:lnTo>
                <a:lnTo>
                  <a:pt x="454715" y="24182"/>
                </a:lnTo>
                <a:lnTo>
                  <a:pt x="454715" y="24171"/>
                </a:lnTo>
                <a:lnTo>
                  <a:pt x="454715" y="24160"/>
                </a:lnTo>
                <a:lnTo>
                  <a:pt x="454716" y="24149"/>
                </a:lnTo>
                <a:lnTo>
                  <a:pt x="454716" y="14974"/>
                </a:lnTo>
                <a:lnTo>
                  <a:pt x="454715" y="14841"/>
                </a:lnTo>
                <a:lnTo>
                  <a:pt x="454714" y="14710"/>
                </a:lnTo>
                <a:lnTo>
                  <a:pt x="454711" y="14580"/>
                </a:lnTo>
                <a:lnTo>
                  <a:pt x="454708" y="14452"/>
                </a:lnTo>
                <a:lnTo>
                  <a:pt x="454704" y="14326"/>
                </a:lnTo>
                <a:close/>
                <a:moveTo>
                  <a:pt x="239039" y="9060"/>
                </a:moveTo>
                <a:lnTo>
                  <a:pt x="239037" y="9051"/>
                </a:lnTo>
                <a:lnTo>
                  <a:pt x="239036" y="9041"/>
                </a:lnTo>
                <a:lnTo>
                  <a:pt x="239034" y="9032"/>
                </a:lnTo>
                <a:lnTo>
                  <a:pt x="239032" y="9023"/>
                </a:lnTo>
                <a:lnTo>
                  <a:pt x="239030" y="9014"/>
                </a:lnTo>
                <a:lnTo>
                  <a:pt x="239027" y="9004"/>
                </a:lnTo>
                <a:lnTo>
                  <a:pt x="239025" y="8995"/>
                </a:lnTo>
                <a:lnTo>
                  <a:pt x="239022" y="8986"/>
                </a:lnTo>
                <a:lnTo>
                  <a:pt x="239019" y="8977"/>
                </a:lnTo>
                <a:lnTo>
                  <a:pt x="239015" y="8968"/>
                </a:lnTo>
                <a:lnTo>
                  <a:pt x="239012" y="8960"/>
                </a:lnTo>
                <a:lnTo>
                  <a:pt x="239008" y="8951"/>
                </a:lnTo>
                <a:lnTo>
                  <a:pt x="239004" y="8942"/>
                </a:lnTo>
                <a:lnTo>
                  <a:pt x="239000" y="8933"/>
                </a:lnTo>
                <a:lnTo>
                  <a:pt x="238995" y="8925"/>
                </a:lnTo>
                <a:lnTo>
                  <a:pt x="238990" y="8916"/>
                </a:lnTo>
                <a:lnTo>
                  <a:pt x="238985" y="8908"/>
                </a:lnTo>
                <a:lnTo>
                  <a:pt x="238980" y="8899"/>
                </a:lnTo>
                <a:lnTo>
                  <a:pt x="238975" y="8891"/>
                </a:lnTo>
                <a:lnTo>
                  <a:pt x="238969" y="8883"/>
                </a:lnTo>
                <a:lnTo>
                  <a:pt x="238963" y="8874"/>
                </a:lnTo>
                <a:lnTo>
                  <a:pt x="238957" y="8866"/>
                </a:lnTo>
                <a:lnTo>
                  <a:pt x="238950" y="8858"/>
                </a:lnTo>
                <a:lnTo>
                  <a:pt x="238943" y="8851"/>
                </a:lnTo>
                <a:lnTo>
                  <a:pt x="238936" y="8843"/>
                </a:lnTo>
                <a:lnTo>
                  <a:pt x="238929" y="8835"/>
                </a:lnTo>
                <a:lnTo>
                  <a:pt x="238921" y="8828"/>
                </a:lnTo>
                <a:lnTo>
                  <a:pt x="238913" y="8820"/>
                </a:lnTo>
                <a:lnTo>
                  <a:pt x="238904" y="8813"/>
                </a:lnTo>
                <a:lnTo>
                  <a:pt x="238896" y="8806"/>
                </a:lnTo>
                <a:lnTo>
                  <a:pt x="238887" y="8799"/>
                </a:lnTo>
                <a:lnTo>
                  <a:pt x="238878" y="8792"/>
                </a:lnTo>
                <a:lnTo>
                  <a:pt x="238868" y="8785"/>
                </a:lnTo>
                <a:lnTo>
                  <a:pt x="238858" y="8779"/>
                </a:lnTo>
                <a:lnTo>
                  <a:pt x="238848" y="8772"/>
                </a:lnTo>
                <a:lnTo>
                  <a:pt x="238838" y="8766"/>
                </a:lnTo>
                <a:lnTo>
                  <a:pt x="238827" y="8759"/>
                </a:lnTo>
                <a:lnTo>
                  <a:pt x="238816" y="8753"/>
                </a:lnTo>
                <a:lnTo>
                  <a:pt x="238805" y="8747"/>
                </a:lnTo>
                <a:lnTo>
                  <a:pt x="238794" y="8741"/>
                </a:lnTo>
                <a:lnTo>
                  <a:pt x="238782" y="8735"/>
                </a:lnTo>
                <a:lnTo>
                  <a:pt x="238770" y="8729"/>
                </a:lnTo>
                <a:lnTo>
                  <a:pt x="238757" y="8724"/>
                </a:lnTo>
                <a:lnTo>
                  <a:pt x="238745" y="8718"/>
                </a:lnTo>
                <a:lnTo>
                  <a:pt x="238732" y="8713"/>
                </a:lnTo>
                <a:lnTo>
                  <a:pt x="238718" y="8708"/>
                </a:lnTo>
                <a:lnTo>
                  <a:pt x="238704" y="8702"/>
                </a:lnTo>
                <a:lnTo>
                  <a:pt x="238690" y="8697"/>
                </a:lnTo>
                <a:lnTo>
                  <a:pt x="238675" y="8692"/>
                </a:lnTo>
                <a:lnTo>
                  <a:pt x="238660" y="8688"/>
                </a:lnTo>
                <a:lnTo>
                  <a:pt x="238644" y="8683"/>
                </a:lnTo>
                <a:lnTo>
                  <a:pt x="238628" y="8678"/>
                </a:lnTo>
                <a:lnTo>
                  <a:pt x="238612" y="8674"/>
                </a:lnTo>
                <a:lnTo>
                  <a:pt x="238595" y="8670"/>
                </a:lnTo>
                <a:lnTo>
                  <a:pt x="238578" y="8665"/>
                </a:lnTo>
                <a:lnTo>
                  <a:pt x="238560" y="8661"/>
                </a:lnTo>
                <a:lnTo>
                  <a:pt x="238542" y="8657"/>
                </a:lnTo>
                <a:lnTo>
                  <a:pt x="238524" y="8653"/>
                </a:lnTo>
                <a:lnTo>
                  <a:pt x="238505" y="8649"/>
                </a:lnTo>
                <a:lnTo>
                  <a:pt x="238486" y="8646"/>
                </a:lnTo>
                <a:lnTo>
                  <a:pt x="238466" y="8642"/>
                </a:lnTo>
                <a:lnTo>
                  <a:pt x="238446" y="8639"/>
                </a:lnTo>
                <a:lnTo>
                  <a:pt x="238426" y="8636"/>
                </a:lnTo>
                <a:lnTo>
                  <a:pt x="238405" y="8632"/>
                </a:lnTo>
                <a:lnTo>
                  <a:pt x="238383" y="8629"/>
                </a:lnTo>
                <a:lnTo>
                  <a:pt x="238362" y="8626"/>
                </a:lnTo>
                <a:lnTo>
                  <a:pt x="238340" y="8623"/>
                </a:lnTo>
                <a:lnTo>
                  <a:pt x="238317" y="8621"/>
                </a:lnTo>
                <a:lnTo>
                  <a:pt x="238294" y="8618"/>
                </a:lnTo>
                <a:lnTo>
                  <a:pt x="238270" y="8616"/>
                </a:lnTo>
                <a:lnTo>
                  <a:pt x="238246" y="8613"/>
                </a:lnTo>
                <a:lnTo>
                  <a:pt x="238222" y="8611"/>
                </a:lnTo>
                <a:lnTo>
                  <a:pt x="238197" y="8609"/>
                </a:lnTo>
                <a:lnTo>
                  <a:pt x="238171" y="8607"/>
                </a:lnTo>
                <a:lnTo>
                  <a:pt x="238145" y="8605"/>
                </a:lnTo>
                <a:lnTo>
                  <a:pt x="238118" y="8603"/>
                </a:lnTo>
                <a:lnTo>
                  <a:pt x="238091" y="8601"/>
                </a:lnTo>
                <a:lnTo>
                  <a:pt x="238063" y="8600"/>
                </a:lnTo>
                <a:lnTo>
                  <a:pt x="238035" y="8598"/>
                </a:lnTo>
                <a:lnTo>
                  <a:pt x="238006" y="8597"/>
                </a:lnTo>
                <a:lnTo>
                  <a:pt x="237976" y="8596"/>
                </a:lnTo>
                <a:lnTo>
                  <a:pt x="237947" y="8595"/>
                </a:lnTo>
                <a:lnTo>
                  <a:pt x="237916" y="8594"/>
                </a:lnTo>
                <a:lnTo>
                  <a:pt x="237885" y="8593"/>
                </a:lnTo>
                <a:lnTo>
                  <a:pt x="237854" y="8592"/>
                </a:lnTo>
                <a:lnTo>
                  <a:pt x="237822" y="8592"/>
                </a:lnTo>
                <a:lnTo>
                  <a:pt x="237790" y="8591"/>
                </a:lnTo>
                <a:lnTo>
                  <a:pt x="237757" y="8591"/>
                </a:lnTo>
                <a:lnTo>
                  <a:pt x="237723" y="8590"/>
                </a:lnTo>
                <a:lnTo>
                  <a:pt x="237689" y="8590"/>
                </a:lnTo>
                <a:lnTo>
                  <a:pt x="237654" y="8590"/>
                </a:lnTo>
                <a:lnTo>
                  <a:pt x="237621" y="8590"/>
                </a:lnTo>
                <a:lnTo>
                  <a:pt x="237589" y="8590"/>
                </a:lnTo>
                <a:lnTo>
                  <a:pt x="237556" y="8591"/>
                </a:lnTo>
                <a:lnTo>
                  <a:pt x="237524" y="8591"/>
                </a:lnTo>
                <a:lnTo>
                  <a:pt x="237493" y="8592"/>
                </a:lnTo>
                <a:lnTo>
                  <a:pt x="237462" y="8592"/>
                </a:lnTo>
                <a:lnTo>
                  <a:pt x="237432" y="8593"/>
                </a:lnTo>
                <a:lnTo>
                  <a:pt x="237402" y="8594"/>
                </a:lnTo>
                <a:lnTo>
                  <a:pt x="237372" y="8595"/>
                </a:lnTo>
                <a:lnTo>
                  <a:pt x="237343" y="8596"/>
                </a:lnTo>
                <a:lnTo>
                  <a:pt x="237315" y="8597"/>
                </a:lnTo>
                <a:lnTo>
                  <a:pt x="237287" y="8598"/>
                </a:lnTo>
                <a:lnTo>
                  <a:pt x="237259" y="8600"/>
                </a:lnTo>
                <a:lnTo>
                  <a:pt x="237232" y="8601"/>
                </a:lnTo>
                <a:lnTo>
                  <a:pt x="237205" y="8603"/>
                </a:lnTo>
                <a:lnTo>
                  <a:pt x="237179" y="8605"/>
                </a:lnTo>
                <a:lnTo>
                  <a:pt x="237153" y="8607"/>
                </a:lnTo>
                <a:lnTo>
                  <a:pt x="237128" y="8609"/>
                </a:lnTo>
                <a:lnTo>
                  <a:pt x="237103" y="8611"/>
                </a:lnTo>
                <a:lnTo>
                  <a:pt x="237079" y="8613"/>
                </a:lnTo>
                <a:lnTo>
                  <a:pt x="237055" y="8616"/>
                </a:lnTo>
                <a:lnTo>
                  <a:pt x="237031" y="8618"/>
                </a:lnTo>
                <a:lnTo>
                  <a:pt x="237008" y="8621"/>
                </a:lnTo>
                <a:lnTo>
                  <a:pt x="236986" y="8623"/>
                </a:lnTo>
                <a:lnTo>
                  <a:pt x="236964" y="8626"/>
                </a:lnTo>
                <a:lnTo>
                  <a:pt x="236942" y="8629"/>
                </a:lnTo>
                <a:lnTo>
                  <a:pt x="236921" y="8632"/>
                </a:lnTo>
                <a:lnTo>
                  <a:pt x="236900" y="8636"/>
                </a:lnTo>
                <a:lnTo>
                  <a:pt x="236879" y="8639"/>
                </a:lnTo>
                <a:lnTo>
                  <a:pt x="236859" y="8642"/>
                </a:lnTo>
                <a:lnTo>
                  <a:pt x="236839" y="8646"/>
                </a:lnTo>
                <a:lnTo>
                  <a:pt x="236820" y="8649"/>
                </a:lnTo>
                <a:lnTo>
                  <a:pt x="236801" y="8653"/>
                </a:lnTo>
                <a:lnTo>
                  <a:pt x="236782" y="8657"/>
                </a:lnTo>
                <a:lnTo>
                  <a:pt x="236764" y="8661"/>
                </a:lnTo>
                <a:lnTo>
                  <a:pt x="236746" y="8665"/>
                </a:lnTo>
                <a:lnTo>
                  <a:pt x="236728" y="8670"/>
                </a:lnTo>
                <a:lnTo>
                  <a:pt x="236711" y="8674"/>
                </a:lnTo>
                <a:lnTo>
                  <a:pt x="236694" y="8678"/>
                </a:lnTo>
                <a:lnTo>
                  <a:pt x="236678" y="8683"/>
                </a:lnTo>
                <a:lnTo>
                  <a:pt x="236662" y="8688"/>
                </a:lnTo>
                <a:lnTo>
                  <a:pt x="236646" y="8692"/>
                </a:lnTo>
                <a:lnTo>
                  <a:pt x="236631" y="8697"/>
                </a:lnTo>
                <a:lnTo>
                  <a:pt x="236616" y="8702"/>
                </a:lnTo>
                <a:lnTo>
                  <a:pt x="236601" y="8708"/>
                </a:lnTo>
                <a:lnTo>
                  <a:pt x="236587" y="8713"/>
                </a:lnTo>
                <a:lnTo>
                  <a:pt x="236573" y="8718"/>
                </a:lnTo>
                <a:lnTo>
                  <a:pt x="236560" y="8724"/>
                </a:lnTo>
                <a:lnTo>
                  <a:pt x="236547" y="8729"/>
                </a:lnTo>
                <a:lnTo>
                  <a:pt x="236534" y="8735"/>
                </a:lnTo>
                <a:lnTo>
                  <a:pt x="236522" y="8741"/>
                </a:lnTo>
                <a:lnTo>
                  <a:pt x="236510" y="8747"/>
                </a:lnTo>
                <a:lnTo>
                  <a:pt x="236498" y="8753"/>
                </a:lnTo>
                <a:lnTo>
                  <a:pt x="236487" y="8759"/>
                </a:lnTo>
                <a:lnTo>
                  <a:pt x="236476" y="8766"/>
                </a:lnTo>
                <a:lnTo>
                  <a:pt x="236465" y="8772"/>
                </a:lnTo>
                <a:lnTo>
                  <a:pt x="236455" y="8779"/>
                </a:lnTo>
                <a:lnTo>
                  <a:pt x="236445" y="8785"/>
                </a:lnTo>
                <a:lnTo>
                  <a:pt x="236435" y="8792"/>
                </a:lnTo>
                <a:lnTo>
                  <a:pt x="236426" y="8799"/>
                </a:lnTo>
                <a:lnTo>
                  <a:pt x="236417" y="8806"/>
                </a:lnTo>
                <a:lnTo>
                  <a:pt x="236409" y="8813"/>
                </a:lnTo>
                <a:lnTo>
                  <a:pt x="236400" y="8820"/>
                </a:lnTo>
                <a:lnTo>
                  <a:pt x="236393" y="8828"/>
                </a:lnTo>
                <a:lnTo>
                  <a:pt x="236385" y="8835"/>
                </a:lnTo>
                <a:lnTo>
                  <a:pt x="236378" y="8843"/>
                </a:lnTo>
                <a:lnTo>
                  <a:pt x="236371" y="8851"/>
                </a:lnTo>
                <a:lnTo>
                  <a:pt x="236365" y="8858"/>
                </a:lnTo>
                <a:lnTo>
                  <a:pt x="236359" y="8866"/>
                </a:lnTo>
                <a:lnTo>
                  <a:pt x="236353" y="8874"/>
                </a:lnTo>
                <a:lnTo>
                  <a:pt x="236348" y="8883"/>
                </a:lnTo>
                <a:lnTo>
                  <a:pt x="236343" y="8891"/>
                </a:lnTo>
                <a:lnTo>
                  <a:pt x="236338" y="8899"/>
                </a:lnTo>
                <a:lnTo>
                  <a:pt x="236333" y="8908"/>
                </a:lnTo>
                <a:lnTo>
                  <a:pt x="236329" y="8916"/>
                </a:lnTo>
                <a:lnTo>
                  <a:pt x="236325" y="8925"/>
                </a:lnTo>
                <a:lnTo>
                  <a:pt x="236321" y="8933"/>
                </a:lnTo>
                <a:lnTo>
                  <a:pt x="236317" y="8942"/>
                </a:lnTo>
                <a:lnTo>
                  <a:pt x="236313" y="8951"/>
                </a:lnTo>
                <a:lnTo>
                  <a:pt x="236310" y="8960"/>
                </a:lnTo>
                <a:lnTo>
                  <a:pt x="236307" y="8968"/>
                </a:lnTo>
                <a:lnTo>
                  <a:pt x="236304" y="8977"/>
                </a:lnTo>
                <a:lnTo>
                  <a:pt x="236301" y="8986"/>
                </a:lnTo>
                <a:lnTo>
                  <a:pt x="236299" y="8995"/>
                </a:lnTo>
                <a:lnTo>
                  <a:pt x="236296" y="9004"/>
                </a:lnTo>
                <a:lnTo>
                  <a:pt x="236294" y="9014"/>
                </a:lnTo>
                <a:lnTo>
                  <a:pt x="236292" y="9023"/>
                </a:lnTo>
                <a:lnTo>
                  <a:pt x="236291" y="9032"/>
                </a:lnTo>
                <a:lnTo>
                  <a:pt x="236289" y="9041"/>
                </a:lnTo>
                <a:lnTo>
                  <a:pt x="236288" y="9051"/>
                </a:lnTo>
                <a:lnTo>
                  <a:pt x="236287" y="9060"/>
                </a:lnTo>
                <a:lnTo>
                  <a:pt x="236286" y="9070"/>
                </a:lnTo>
                <a:lnTo>
                  <a:pt x="236285" y="9079"/>
                </a:lnTo>
                <a:lnTo>
                  <a:pt x="236284" y="9089"/>
                </a:lnTo>
                <a:lnTo>
                  <a:pt x="236284" y="9098"/>
                </a:lnTo>
                <a:lnTo>
                  <a:pt x="236284" y="9108"/>
                </a:lnTo>
                <a:lnTo>
                  <a:pt x="236284" y="24149"/>
                </a:lnTo>
                <a:lnTo>
                  <a:pt x="236284" y="24160"/>
                </a:lnTo>
                <a:lnTo>
                  <a:pt x="236284" y="24171"/>
                </a:lnTo>
                <a:lnTo>
                  <a:pt x="236285" y="24182"/>
                </a:lnTo>
                <a:lnTo>
                  <a:pt x="236286" y="24193"/>
                </a:lnTo>
                <a:lnTo>
                  <a:pt x="236287" y="24203"/>
                </a:lnTo>
                <a:lnTo>
                  <a:pt x="236288" y="24213"/>
                </a:lnTo>
                <a:lnTo>
                  <a:pt x="236289" y="24224"/>
                </a:lnTo>
                <a:lnTo>
                  <a:pt x="236291" y="24234"/>
                </a:lnTo>
                <a:lnTo>
                  <a:pt x="236292" y="24244"/>
                </a:lnTo>
                <a:lnTo>
                  <a:pt x="236294" y="24253"/>
                </a:lnTo>
                <a:lnTo>
                  <a:pt x="236296" y="24263"/>
                </a:lnTo>
                <a:lnTo>
                  <a:pt x="236299" y="24272"/>
                </a:lnTo>
                <a:lnTo>
                  <a:pt x="236301" y="24282"/>
                </a:lnTo>
                <a:lnTo>
                  <a:pt x="236304" y="24291"/>
                </a:lnTo>
                <a:lnTo>
                  <a:pt x="236307" y="24300"/>
                </a:lnTo>
                <a:lnTo>
                  <a:pt x="236310" y="24309"/>
                </a:lnTo>
                <a:lnTo>
                  <a:pt x="236313" y="24318"/>
                </a:lnTo>
                <a:lnTo>
                  <a:pt x="236317" y="24326"/>
                </a:lnTo>
                <a:lnTo>
                  <a:pt x="236321" y="24335"/>
                </a:lnTo>
                <a:lnTo>
                  <a:pt x="236325" y="24343"/>
                </a:lnTo>
                <a:lnTo>
                  <a:pt x="236329" y="24351"/>
                </a:lnTo>
                <a:lnTo>
                  <a:pt x="236333" y="24359"/>
                </a:lnTo>
                <a:lnTo>
                  <a:pt x="236338" y="24367"/>
                </a:lnTo>
                <a:lnTo>
                  <a:pt x="236343" y="24375"/>
                </a:lnTo>
                <a:lnTo>
                  <a:pt x="236348" y="24382"/>
                </a:lnTo>
                <a:lnTo>
                  <a:pt x="236353" y="24390"/>
                </a:lnTo>
                <a:lnTo>
                  <a:pt x="236359" y="24397"/>
                </a:lnTo>
                <a:lnTo>
                  <a:pt x="236365" y="24405"/>
                </a:lnTo>
                <a:lnTo>
                  <a:pt x="236371" y="24412"/>
                </a:lnTo>
                <a:lnTo>
                  <a:pt x="236378" y="24419"/>
                </a:lnTo>
                <a:lnTo>
                  <a:pt x="236385" y="24426"/>
                </a:lnTo>
                <a:lnTo>
                  <a:pt x="236393" y="24433"/>
                </a:lnTo>
                <a:lnTo>
                  <a:pt x="236400" y="24440"/>
                </a:lnTo>
                <a:lnTo>
                  <a:pt x="236409" y="24447"/>
                </a:lnTo>
                <a:lnTo>
                  <a:pt x="236417" y="24454"/>
                </a:lnTo>
                <a:lnTo>
                  <a:pt x="236426" y="24460"/>
                </a:lnTo>
                <a:lnTo>
                  <a:pt x="236435" y="24467"/>
                </a:lnTo>
                <a:lnTo>
                  <a:pt x="236445" y="24473"/>
                </a:lnTo>
                <a:lnTo>
                  <a:pt x="236455" y="24480"/>
                </a:lnTo>
                <a:lnTo>
                  <a:pt x="236465" y="24486"/>
                </a:lnTo>
                <a:lnTo>
                  <a:pt x="236476" y="24492"/>
                </a:lnTo>
                <a:lnTo>
                  <a:pt x="236487" y="24499"/>
                </a:lnTo>
                <a:lnTo>
                  <a:pt x="236498" y="24505"/>
                </a:lnTo>
                <a:lnTo>
                  <a:pt x="236510" y="24511"/>
                </a:lnTo>
                <a:lnTo>
                  <a:pt x="236522" y="24516"/>
                </a:lnTo>
                <a:lnTo>
                  <a:pt x="236534" y="24522"/>
                </a:lnTo>
                <a:lnTo>
                  <a:pt x="236547" y="24528"/>
                </a:lnTo>
                <a:lnTo>
                  <a:pt x="236560" y="24534"/>
                </a:lnTo>
                <a:lnTo>
                  <a:pt x="236573" y="24539"/>
                </a:lnTo>
                <a:lnTo>
                  <a:pt x="236587" y="24544"/>
                </a:lnTo>
                <a:lnTo>
                  <a:pt x="236601" y="24550"/>
                </a:lnTo>
                <a:lnTo>
                  <a:pt x="236616" y="24555"/>
                </a:lnTo>
                <a:lnTo>
                  <a:pt x="236631" y="24560"/>
                </a:lnTo>
                <a:lnTo>
                  <a:pt x="236646" y="24565"/>
                </a:lnTo>
                <a:lnTo>
                  <a:pt x="236662" y="24570"/>
                </a:lnTo>
                <a:lnTo>
                  <a:pt x="236678" y="24574"/>
                </a:lnTo>
                <a:lnTo>
                  <a:pt x="236694" y="24579"/>
                </a:lnTo>
                <a:lnTo>
                  <a:pt x="236711" y="24583"/>
                </a:lnTo>
                <a:lnTo>
                  <a:pt x="236728" y="24588"/>
                </a:lnTo>
                <a:lnTo>
                  <a:pt x="236746" y="24592"/>
                </a:lnTo>
                <a:lnTo>
                  <a:pt x="236764" y="24596"/>
                </a:lnTo>
                <a:lnTo>
                  <a:pt x="236782" y="24600"/>
                </a:lnTo>
                <a:lnTo>
                  <a:pt x="236801" y="24604"/>
                </a:lnTo>
                <a:lnTo>
                  <a:pt x="236820" y="24608"/>
                </a:lnTo>
                <a:lnTo>
                  <a:pt x="236839" y="24611"/>
                </a:lnTo>
                <a:lnTo>
                  <a:pt x="236859" y="24615"/>
                </a:lnTo>
                <a:lnTo>
                  <a:pt x="236879" y="24618"/>
                </a:lnTo>
                <a:lnTo>
                  <a:pt x="236900" y="24622"/>
                </a:lnTo>
                <a:lnTo>
                  <a:pt x="236921" y="24625"/>
                </a:lnTo>
                <a:lnTo>
                  <a:pt x="236942" y="24628"/>
                </a:lnTo>
                <a:lnTo>
                  <a:pt x="236964" y="24631"/>
                </a:lnTo>
                <a:lnTo>
                  <a:pt x="236986" y="24634"/>
                </a:lnTo>
                <a:lnTo>
                  <a:pt x="237008" y="24637"/>
                </a:lnTo>
                <a:lnTo>
                  <a:pt x="237031" y="24639"/>
                </a:lnTo>
                <a:lnTo>
                  <a:pt x="237055" y="24642"/>
                </a:lnTo>
                <a:lnTo>
                  <a:pt x="237079" y="24644"/>
                </a:lnTo>
                <a:lnTo>
                  <a:pt x="237103" y="24646"/>
                </a:lnTo>
                <a:lnTo>
                  <a:pt x="237128" y="24648"/>
                </a:lnTo>
                <a:lnTo>
                  <a:pt x="237153" y="24650"/>
                </a:lnTo>
                <a:lnTo>
                  <a:pt x="237179" y="24652"/>
                </a:lnTo>
                <a:lnTo>
                  <a:pt x="237205" y="24654"/>
                </a:lnTo>
                <a:lnTo>
                  <a:pt x="237232" y="24656"/>
                </a:lnTo>
                <a:lnTo>
                  <a:pt x="237259" y="24657"/>
                </a:lnTo>
                <a:lnTo>
                  <a:pt x="237287" y="24659"/>
                </a:lnTo>
                <a:lnTo>
                  <a:pt x="237315" y="24660"/>
                </a:lnTo>
                <a:lnTo>
                  <a:pt x="237343" y="24661"/>
                </a:lnTo>
                <a:lnTo>
                  <a:pt x="237372" y="24663"/>
                </a:lnTo>
                <a:lnTo>
                  <a:pt x="237402" y="24664"/>
                </a:lnTo>
                <a:lnTo>
                  <a:pt x="237432" y="24664"/>
                </a:lnTo>
                <a:lnTo>
                  <a:pt x="237462" y="24665"/>
                </a:lnTo>
                <a:lnTo>
                  <a:pt x="237493" y="24666"/>
                </a:lnTo>
                <a:lnTo>
                  <a:pt x="237524" y="24666"/>
                </a:lnTo>
                <a:lnTo>
                  <a:pt x="237556" y="24667"/>
                </a:lnTo>
                <a:lnTo>
                  <a:pt x="237589" y="24667"/>
                </a:lnTo>
                <a:lnTo>
                  <a:pt x="237621" y="24667"/>
                </a:lnTo>
                <a:lnTo>
                  <a:pt x="237654" y="24667"/>
                </a:lnTo>
                <a:lnTo>
                  <a:pt x="237689" y="24667"/>
                </a:lnTo>
                <a:lnTo>
                  <a:pt x="237723" y="24667"/>
                </a:lnTo>
                <a:lnTo>
                  <a:pt x="237757" y="24667"/>
                </a:lnTo>
                <a:lnTo>
                  <a:pt x="237790" y="24666"/>
                </a:lnTo>
                <a:lnTo>
                  <a:pt x="237822" y="24666"/>
                </a:lnTo>
                <a:lnTo>
                  <a:pt x="237854" y="24665"/>
                </a:lnTo>
                <a:lnTo>
                  <a:pt x="237885" y="24664"/>
                </a:lnTo>
                <a:lnTo>
                  <a:pt x="237916" y="24664"/>
                </a:lnTo>
                <a:lnTo>
                  <a:pt x="237947" y="24663"/>
                </a:lnTo>
                <a:lnTo>
                  <a:pt x="237976" y="24661"/>
                </a:lnTo>
                <a:lnTo>
                  <a:pt x="238006" y="24660"/>
                </a:lnTo>
                <a:lnTo>
                  <a:pt x="238035" y="24659"/>
                </a:lnTo>
                <a:lnTo>
                  <a:pt x="238063" y="24657"/>
                </a:lnTo>
                <a:lnTo>
                  <a:pt x="238091" y="24656"/>
                </a:lnTo>
                <a:lnTo>
                  <a:pt x="238118" y="24654"/>
                </a:lnTo>
                <a:lnTo>
                  <a:pt x="238145" y="24652"/>
                </a:lnTo>
                <a:lnTo>
                  <a:pt x="238171" y="24650"/>
                </a:lnTo>
                <a:lnTo>
                  <a:pt x="238197" y="24648"/>
                </a:lnTo>
                <a:lnTo>
                  <a:pt x="238222" y="24646"/>
                </a:lnTo>
                <a:lnTo>
                  <a:pt x="238246" y="24644"/>
                </a:lnTo>
                <a:lnTo>
                  <a:pt x="238270" y="24642"/>
                </a:lnTo>
                <a:lnTo>
                  <a:pt x="238294" y="24639"/>
                </a:lnTo>
                <a:lnTo>
                  <a:pt x="238317" y="24637"/>
                </a:lnTo>
                <a:lnTo>
                  <a:pt x="238340" y="24634"/>
                </a:lnTo>
                <a:lnTo>
                  <a:pt x="238362" y="24631"/>
                </a:lnTo>
                <a:lnTo>
                  <a:pt x="238383" y="24628"/>
                </a:lnTo>
                <a:lnTo>
                  <a:pt x="238405" y="24625"/>
                </a:lnTo>
                <a:lnTo>
                  <a:pt x="238426" y="24622"/>
                </a:lnTo>
                <a:lnTo>
                  <a:pt x="238446" y="24618"/>
                </a:lnTo>
                <a:lnTo>
                  <a:pt x="238466" y="24615"/>
                </a:lnTo>
                <a:lnTo>
                  <a:pt x="238486" y="24611"/>
                </a:lnTo>
                <a:lnTo>
                  <a:pt x="238505" y="24608"/>
                </a:lnTo>
                <a:lnTo>
                  <a:pt x="238524" y="24604"/>
                </a:lnTo>
                <a:lnTo>
                  <a:pt x="238542" y="24600"/>
                </a:lnTo>
                <a:lnTo>
                  <a:pt x="238560" y="24596"/>
                </a:lnTo>
                <a:lnTo>
                  <a:pt x="238578" y="24592"/>
                </a:lnTo>
                <a:lnTo>
                  <a:pt x="238595" y="24588"/>
                </a:lnTo>
                <a:lnTo>
                  <a:pt x="238612" y="24583"/>
                </a:lnTo>
                <a:lnTo>
                  <a:pt x="238628" y="24579"/>
                </a:lnTo>
                <a:lnTo>
                  <a:pt x="238644" y="24574"/>
                </a:lnTo>
                <a:lnTo>
                  <a:pt x="238660" y="24570"/>
                </a:lnTo>
                <a:lnTo>
                  <a:pt x="238675" y="24565"/>
                </a:lnTo>
                <a:lnTo>
                  <a:pt x="238690" y="24560"/>
                </a:lnTo>
                <a:lnTo>
                  <a:pt x="238704" y="24555"/>
                </a:lnTo>
                <a:lnTo>
                  <a:pt x="238718" y="24550"/>
                </a:lnTo>
                <a:lnTo>
                  <a:pt x="238732" y="24544"/>
                </a:lnTo>
                <a:lnTo>
                  <a:pt x="238745" y="24539"/>
                </a:lnTo>
                <a:lnTo>
                  <a:pt x="238757" y="24534"/>
                </a:lnTo>
                <a:lnTo>
                  <a:pt x="238770" y="24528"/>
                </a:lnTo>
                <a:lnTo>
                  <a:pt x="238782" y="24522"/>
                </a:lnTo>
                <a:lnTo>
                  <a:pt x="238794" y="24516"/>
                </a:lnTo>
                <a:lnTo>
                  <a:pt x="238805" y="24511"/>
                </a:lnTo>
                <a:lnTo>
                  <a:pt x="238816" y="24505"/>
                </a:lnTo>
                <a:lnTo>
                  <a:pt x="238827" y="24499"/>
                </a:lnTo>
                <a:lnTo>
                  <a:pt x="238838" y="24492"/>
                </a:lnTo>
                <a:lnTo>
                  <a:pt x="238848" y="24486"/>
                </a:lnTo>
                <a:lnTo>
                  <a:pt x="238858" y="24480"/>
                </a:lnTo>
                <a:lnTo>
                  <a:pt x="238868" y="24473"/>
                </a:lnTo>
                <a:lnTo>
                  <a:pt x="238878" y="24467"/>
                </a:lnTo>
                <a:lnTo>
                  <a:pt x="238887" y="24460"/>
                </a:lnTo>
                <a:lnTo>
                  <a:pt x="238896" y="24454"/>
                </a:lnTo>
                <a:lnTo>
                  <a:pt x="238904" y="24447"/>
                </a:lnTo>
                <a:lnTo>
                  <a:pt x="238913" y="24440"/>
                </a:lnTo>
                <a:lnTo>
                  <a:pt x="238921" y="24433"/>
                </a:lnTo>
                <a:lnTo>
                  <a:pt x="238929" y="24426"/>
                </a:lnTo>
                <a:lnTo>
                  <a:pt x="238936" y="24419"/>
                </a:lnTo>
                <a:lnTo>
                  <a:pt x="238943" y="24412"/>
                </a:lnTo>
                <a:lnTo>
                  <a:pt x="238950" y="24405"/>
                </a:lnTo>
                <a:lnTo>
                  <a:pt x="238957" y="24397"/>
                </a:lnTo>
                <a:lnTo>
                  <a:pt x="238963" y="24390"/>
                </a:lnTo>
                <a:lnTo>
                  <a:pt x="238969" y="24382"/>
                </a:lnTo>
                <a:lnTo>
                  <a:pt x="238975" y="24375"/>
                </a:lnTo>
                <a:lnTo>
                  <a:pt x="238980" y="24367"/>
                </a:lnTo>
                <a:lnTo>
                  <a:pt x="238985" y="24359"/>
                </a:lnTo>
                <a:lnTo>
                  <a:pt x="238990" y="24351"/>
                </a:lnTo>
                <a:lnTo>
                  <a:pt x="238995" y="24343"/>
                </a:lnTo>
                <a:lnTo>
                  <a:pt x="239000" y="24335"/>
                </a:lnTo>
                <a:lnTo>
                  <a:pt x="239004" y="24326"/>
                </a:lnTo>
                <a:lnTo>
                  <a:pt x="239008" y="24318"/>
                </a:lnTo>
                <a:lnTo>
                  <a:pt x="239012" y="24309"/>
                </a:lnTo>
                <a:lnTo>
                  <a:pt x="239015" y="24300"/>
                </a:lnTo>
                <a:lnTo>
                  <a:pt x="239019" y="24291"/>
                </a:lnTo>
                <a:lnTo>
                  <a:pt x="239022" y="24282"/>
                </a:lnTo>
                <a:lnTo>
                  <a:pt x="239025" y="24272"/>
                </a:lnTo>
                <a:lnTo>
                  <a:pt x="239027" y="24263"/>
                </a:lnTo>
                <a:lnTo>
                  <a:pt x="239030" y="24253"/>
                </a:lnTo>
                <a:lnTo>
                  <a:pt x="239032" y="24244"/>
                </a:lnTo>
                <a:lnTo>
                  <a:pt x="239034" y="24234"/>
                </a:lnTo>
                <a:lnTo>
                  <a:pt x="239036" y="24224"/>
                </a:lnTo>
                <a:lnTo>
                  <a:pt x="239037" y="24213"/>
                </a:lnTo>
                <a:lnTo>
                  <a:pt x="239039" y="24203"/>
                </a:lnTo>
                <a:lnTo>
                  <a:pt x="239040" y="24193"/>
                </a:lnTo>
                <a:lnTo>
                  <a:pt x="239040" y="24182"/>
                </a:lnTo>
                <a:lnTo>
                  <a:pt x="239041" y="24171"/>
                </a:lnTo>
                <a:lnTo>
                  <a:pt x="239041" y="24160"/>
                </a:lnTo>
                <a:lnTo>
                  <a:pt x="239042" y="24149"/>
                </a:lnTo>
                <a:lnTo>
                  <a:pt x="239042" y="9108"/>
                </a:lnTo>
                <a:lnTo>
                  <a:pt x="239041" y="9098"/>
                </a:lnTo>
                <a:lnTo>
                  <a:pt x="239041" y="9089"/>
                </a:lnTo>
                <a:lnTo>
                  <a:pt x="239040" y="9079"/>
                </a:lnTo>
                <a:lnTo>
                  <a:pt x="239040" y="9070"/>
                </a:lnTo>
                <a:lnTo>
                  <a:pt x="239039" y="9060"/>
                </a:lnTo>
                <a:close/>
                <a:moveTo>
                  <a:pt x="367715" y="9070"/>
                </a:moveTo>
                <a:lnTo>
                  <a:pt x="367714" y="9060"/>
                </a:lnTo>
                <a:lnTo>
                  <a:pt x="367713" y="9051"/>
                </a:lnTo>
                <a:lnTo>
                  <a:pt x="367711" y="9041"/>
                </a:lnTo>
                <a:lnTo>
                  <a:pt x="367709" y="9032"/>
                </a:lnTo>
                <a:lnTo>
                  <a:pt x="367707" y="9023"/>
                </a:lnTo>
                <a:lnTo>
                  <a:pt x="367705" y="9014"/>
                </a:lnTo>
                <a:lnTo>
                  <a:pt x="367703" y="9004"/>
                </a:lnTo>
                <a:lnTo>
                  <a:pt x="367700" y="8995"/>
                </a:lnTo>
                <a:lnTo>
                  <a:pt x="367697" y="8986"/>
                </a:lnTo>
                <a:lnTo>
                  <a:pt x="367694" y="8977"/>
                </a:lnTo>
                <a:lnTo>
                  <a:pt x="367691" y="8968"/>
                </a:lnTo>
                <a:lnTo>
                  <a:pt x="367687" y="8960"/>
                </a:lnTo>
                <a:lnTo>
                  <a:pt x="367683" y="8951"/>
                </a:lnTo>
                <a:lnTo>
                  <a:pt x="367679" y="8942"/>
                </a:lnTo>
                <a:lnTo>
                  <a:pt x="367675" y="8933"/>
                </a:lnTo>
                <a:lnTo>
                  <a:pt x="367670" y="8925"/>
                </a:lnTo>
                <a:lnTo>
                  <a:pt x="367666" y="8916"/>
                </a:lnTo>
                <a:lnTo>
                  <a:pt x="367661" y="8908"/>
                </a:lnTo>
                <a:lnTo>
                  <a:pt x="367655" y="8899"/>
                </a:lnTo>
                <a:lnTo>
                  <a:pt x="367650" y="8891"/>
                </a:lnTo>
                <a:lnTo>
                  <a:pt x="367644" y="8883"/>
                </a:lnTo>
                <a:lnTo>
                  <a:pt x="367638" y="8874"/>
                </a:lnTo>
                <a:lnTo>
                  <a:pt x="367632" y="8866"/>
                </a:lnTo>
                <a:lnTo>
                  <a:pt x="367625" y="8858"/>
                </a:lnTo>
                <a:lnTo>
                  <a:pt x="367618" y="8851"/>
                </a:lnTo>
                <a:lnTo>
                  <a:pt x="367611" y="8843"/>
                </a:lnTo>
                <a:lnTo>
                  <a:pt x="367604" y="8835"/>
                </a:lnTo>
                <a:lnTo>
                  <a:pt x="367596" y="8828"/>
                </a:lnTo>
                <a:lnTo>
                  <a:pt x="367588" y="8820"/>
                </a:lnTo>
                <a:lnTo>
                  <a:pt x="367580" y="8813"/>
                </a:lnTo>
                <a:lnTo>
                  <a:pt x="367571" y="8806"/>
                </a:lnTo>
                <a:lnTo>
                  <a:pt x="367562" y="8799"/>
                </a:lnTo>
                <a:lnTo>
                  <a:pt x="367553" y="8792"/>
                </a:lnTo>
                <a:lnTo>
                  <a:pt x="367543" y="8785"/>
                </a:lnTo>
                <a:lnTo>
                  <a:pt x="367534" y="8779"/>
                </a:lnTo>
                <a:lnTo>
                  <a:pt x="367524" y="8772"/>
                </a:lnTo>
                <a:lnTo>
                  <a:pt x="367513" y="8766"/>
                </a:lnTo>
                <a:lnTo>
                  <a:pt x="367503" y="8759"/>
                </a:lnTo>
                <a:lnTo>
                  <a:pt x="367492" y="8753"/>
                </a:lnTo>
                <a:lnTo>
                  <a:pt x="367480" y="8747"/>
                </a:lnTo>
                <a:lnTo>
                  <a:pt x="367469" y="8741"/>
                </a:lnTo>
                <a:lnTo>
                  <a:pt x="367457" y="8735"/>
                </a:lnTo>
                <a:lnTo>
                  <a:pt x="367445" y="8729"/>
                </a:lnTo>
                <a:lnTo>
                  <a:pt x="367433" y="8724"/>
                </a:lnTo>
                <a:lnTo>
                  <a:pt x="367420" y="8718"/>
                </a:lnTo>
                <a:lnTo>
                  <a:pt x="367407" y="8713"/>
                </a:lnTo>
                <a:lnTo>
                  <a:pt x="367393" y="8708"/>
                </a:lnTo>
                <a:lnTo>
                  <a:pt x="367379" y="8702"/>
                </a:lnTo>
                <a:lnTo>
                  <a:pt x="367365" y="8697"/>
                </a:lnTo>
                <a:lnTo>
                  <a:pt x="367350" y="8692"/>
                </a:lnTo>
                <a:lnTo>
                  <a:pt x="367335" y="8688"/>
                </a:lnTo>
                <a:lnTo>
                  <a:pt x="367319" y="8683"/>
                </a:lnTo>
                <a:lnTo>
                  <a:pt x="367303" y="8678"/>
                </a:lnTo>
                <a:lnTo>
                  <a:pt x="367287" y="8674"/>
                </a:lnTo>
                <a:lnTo>
                  <a:pt x="367270" y="8670"/>
                </a:lnTo>
                <a:lnTo>
                  <a:pt x="367253" y="8665"/>
                </a:lnTo>
                <a:lnTo>
                  <a:pt x="367235" y="8661"/>
                </a:lnTo>
                <a:lnTo>
                  <a:pt x="367217" y="8657"/>
                </a:lnTo>
                <a:lnTo>
                  <a:pt x="367199" y="8653"/>
                </a:lnTo>
                <a:lnTo>
                  <a:pt x="367180" y="8649"/>
                </a:lnTo>
                <a:lnTo>
                  <a:pt x="367161" y="8646"/>
                </a:lnTo>
                <a:lnTo>
                  <a:pt x="367141" y="8642"/>
                </a:lnTo>
                <a:lnTo>
                  <a:pt x="367121" y="8639"/>
                </a:lnTo>
                <a:lnTo>
                  <a:pt x="367101" y="8636"/>
                </a:lnTo>
                <a:lnTo>
                  <a:pt x="367080" y="8632"/>
                </a:lnTo>
                <a:lnTo>
                  <a:pt x="367059" y="8629"/>
                </a:lnTo>
                <a:lnTo>
                  <a:pt x="367037" y="8626"/>
                </a:lnTo>
                <a:lnTo>
                  <a:pt x="367015" y="8623"/>
                </a:lnTo>
                <a:lnTo>
                  <a:pt x="366992" y="8621"/>
                </a:lnTo>
                <a:lnTo>
                  <a:pt x="366969" y="8618"/>
                </a:lnTo>
                <a:lnTo>
                  <a:pt x="366946" y="8616"/>
                </a:lnTo>
                <a:lnTo>
                  <a:pt x="366922" y="8613"/>
                </a:lnTo>
                <a:lnTo>
                  <a:pt x="366897" y="8611"/>
                </a:lnTo>
                <a:lnTo>
                  <a:pt x="366872" y="8609"/>
                </a:lnTo>
                <a:lnTo>
                  <a:pt x="366846" y="8607"/>
                </a:lnTo>
                <a:lnTo>
                  <a:pt x="366820" y="8605"/>
                </a:lnTo>
                <a:lnTo>
                  <a:pt x="366793" y="8603"/>
                </a:lnTo>
                <a:lnTo>
                  <a:pt x="366766" y="8601"/>
                </a:lnTo>
                <a:lnTo>
                  <a:pt x="366738" y="8600"/>
                </a:lnTo>
                <a:lnTo>
                  <a:pt x="366710" y="8598"/>
                </a:lnTo>
                <a:lnTo>
                  <a:pt x="366681" y="8597"/>
                </a:lnTo>
                <a:lnTo>
                  <a:pt x="366652" y="8596"/>
                </a:lnTo>
                <a:lnTo>
                  <a:pt x="366622" y="8595"/>
                </a:lnTo>
                <a:lnTo>
                  <a:pt x="366591" y="8594"/>
                </a:lnTo>
                <a:lnTo>
                  <a:pt x="366561" y="8593"/>
                </a:lnTo>
                <a:lnTo>
                  <a:pt x="366529" y="8592"/>
                </a:lnTo>
                <a:lnTo>
                  <a:pt x="366497" y="8592"/>
                </a:lnTo>
                <a:lnTo>
                  <a:pt x="366465" y="8591"/>
                </a:lnTo>
                <a:lnTo>
                  <a:pt x="366432" y="8591"/>
                </a:lnTo>
                <a:lnTo>
                  <a:pt x="366398" y="8590"/>
                </a:lnTo>
                <a:lnTo>
                  <a:pt x="366364" y="8590"/>
                </a:lnTo>
                <a:lnTo>
                  <a:pt x="366330" y="8590"/>
                </a:lnTo>
                <a:lnTo>
                  <a:pt x="366296" y="8590"/>
                </a:lnTo>
                <a:lnTo>
                  <a:pt x="366264" y="8590"/>
                </a:lnTo>
                <a:lnTo>
                  <a:pt x="366231" y="8591"/>
                </a:lnTo>
                <a:lnTo>
                  <a:pt x="366200" y="8591"/>
                </a:lnTo>
                <a:lnTo>
                  <a:pt x="366168" y="8592"/>
                </a:lnTo>
                <a:lnTo>
                  <a:pt x="366137" y="8592"/>
                </a:lnTo>
                <a:lnTo>
                  <a:pt x="366107" y="8593"/>
                </a:lnTo>
                <a:lnTo>
                  <a:pt x="366077" y="8594"/>
                </a:lnTo>
                <a:lnTo>
                  <a:pt x="366048" y="8595"/>
                </a:lnTo>
                <a:lnTo>
                  <a:pt x="366019" y="8596"/>
                </a:lnTo>
                <a:lnTo>
                  <a:pt x="365990" y="8597"/>
                </a:lnTo>
                <a:lnTo>
                  <a:pt x="365962" y="8598"/>
                </a:lnTo>
                <a:lnTo>
                  <a:pt x="365934" y="8600"/>
                </a:lnTo>
                <a:lnTo>
                  <a:pt x="365907" y="8601"/>
                </a:lnTo>
                <a:lnTo>
                  <a:pt x="365881" y="8603"/>
                </a:lnTo>
                <a:lnTo>
                  <a:pt x="365854" y="8605"/>
                </a:lnTo>
                <a:lnTo>
                  <a:pt x="365829" y="8607"/>
                </a:lnTo>
                <a:lnTo>
                  <a:pt x="365803" y="8609"/>
                </a:lnTo>
                <a:lnTo>
                  <a:pt x="365778" y="8611"/>
                </a:lnTo>
                <a:lnTo>
                  <a:pt x="365754" y="8613"/>
                </a:lnTo>
                <a:lnTo>
                  <a:pt x="365730" y="8616"/>
                </a:lnTo>
                <a:lnTo>
                  <a:pt x="365707" y="8618"/>
                </a:lnTo>
                <a:lnTo>
                  <a:pt x="365684" y="8621"/>
                </a:lnTo>
                <a:lnTo>
                  <a:pt x="365661" y="8623"/>
                </a:lnTo>
                <a:lnTo>
                  <a:pt x="365639" y="8626"/>
                </a:lnTo>
                <a:lnTo>
                  <a:pt x="365617" y="8629"/>
                </a:lnTo>
                <a:lnTo>
                  <a:pt x="365596" y="8632"/>
                </a:lnTo>
                <a:lnTo>
                  <a:pt x="365575" y="8636"/>
                </a:lnTo>
                <a:lnTo>
                  <a:pt x="365554" y="8639"/>
                </a:lnTo>
                <a:lnTo>
                  <a:pt x="365534" y="8642"/>
                </a:lnTo>
                <a:lnTo>
                  <a:pt x="365514" y="8646"/>
                </a:lnTo>
                <a:lnTo>
                  <a:pt x="365495" y="8649"/>
                </a:lnTo>
                <a:lnTo>
                  <a:pt x="365476" y="8653"/>
                </a:lnTo>
                <a:lnTo>
                  <a:pt x="365457" y="8657"/>
                </a:lnTo>
                <a:lnTo>
                  <a:pt x="365439" y="8661"/>
                </a:lnTo>
                <a:lnTo>
                  <a:pt x="365421" y="8665"/>
                </a:lnTo>
                <a:lnTo>
                  <a:pt x="365403" y="8670"/>
                </a:lnTo>
                <a:lnTo>
                  <a:pt x="365386" y="8674"/>
                </a:lnTo>
                <a:lnTo>
                  <a:pt x="365369" y="8678"/>
                </a:lnTo>
                <a:lnTo>
                  <a:pt x="365353" y="8683"/>
                </a:lnTo>
                <a:lnTo>
                  <a:pt x="365337" y="8688"/>
                </a:lnTo>
                <a:lnTo>
                  <a:pt x="365321" y="8692"/>
                </a:lnTo>
                <a:lnTo>
                  <a:pt x="365306" y="8697"/>
                </a:lnTo>
                <a:lnTo>
                  <a:pt x="365291" y="8702"/>
                </a:lnTo>
                <a:lnTo>
                  <a:pt x="365276" y="8708"/>
                </a:lnTo>
                <a:lnTo>
                  <a:pt x="365262" y="8713"/>
                </a:lnTo>
                <a:lnTo>
                  <a:pt x="365248" y="8718"/>
                </a:lnTo>
                <a:lnTo>
                  <a:pt x="365235" y="8724"/>
                </a:lnTo>
                <a:lnTo>
                  <a:pt x="365222" y="8729"/>
                </a:lnTo>
                <a:lnTo>
                  <a:pt x="365209" y="8735"/>
                </a:lnTo>
                <a:lnTo>
                  <a:pt x="365197" y="8741"/>
                </a:lnTo>
                <a:lnTo>
                  <a:pt x="365185" y="8747"/>
                </a:lnTo>
                <a:lnTo>
                  <a:pt x="365173" y="8753"/>
                </a:lnTo>
                <a:lnTo>
                  <a:pt x="365162" y="8759"/>
                </a:lnTo>
                <a:lnTo>
                  <a:pt x="365151" y="8766"/>
                </a:lnTo>
                <a:lnTo>
                  <a:pt x="365140" y="8772"/>
                </a:lnTo>
                <a:lnTo>
                  <a:pt x="365130" y="8779"/>
                </a:lnTo>
                <a:lnTo>
                  <a:pt x="365120" y="8785"/>
                </a:lnTo>
                <a:lnTo>
                  <a:pt x="365111" y="8792"/>
                </a:lnTo>
                <a:lnTo>
                  <a:pt x="365101" y="8799"/>
                </a:lnTo>
                <a:lnTo>
                  <a:pt x="365092" y="8806"/>
                </a:lnTo>
                <a:lnTo>
                  <a:pt x="365084" y="8813"/>
                </a:lnTo>
                <a:lnTo>
                  <a:pt x="365076" y="8820"/>
                </a:lnTo>
                <a:lnTo>
                  <a:pt x="365068" y="8828"/>
                </a:lnTo>
                <a:lnTo>
                  <a:pt x="365060" y="8835"/>
                </a:lnTo>
                <a:lnTo>
                  <a:pt x="365053" y="8843"/>
                </a:lnTo>
                <a:lnTo>
                  <a:pt x="365046" y="8851"/>
                </a:lnTo>
                <a:lnTo>
                  <a:pt x="365040" y="8858"/>
                </a:lnTo>
                <a:lnTo>
                  <a:pt x="365034" y="8866"/>
                </a:lnTo>
                <a:lnTo>
                  <a:pt x="365028" y="8874"/>
                </a:lnTo>
                <a:lnTo>
                  <a:pt x="365023" y="8883"/>
                </a:lnTo>
                <a:lnTo>
                  <a:pt x="365018" y="8891"/>
                </a:lnTo>
                <a:lnTo>
                  <a:pt x="365013" y="8899"/>
                </a:lnTo>
                <a:lnTo>
                  <a:pt x="365008" y="8908"/>
                </a:lnTo>
                <a:lnTo>
                  <a:pt x="365004" y="8916"/>
                </a:lnTo>
                <a:lnTo>
                  <a:pt x="365000" y="8925"/>
                </a:lnTo>
                <a:lnTo>
                  <a:pt x="364996" y="8933"/>
                </a:lnTo>
                <a:lnTo>
                  <a:pt x="364992" y="8942"/>
                </a:lnTo>
                <a:lnTo>
                  <a:pt x="364989" y="8951"/>
                </a:lnTo>
                <a:lnTo>
                  <a:pt x="364985" y="8960"/>
                </a:lnTo>
                <a:lnTo>
                  <a:pt x="364982" y="8968"/>
                </a:lnTo>
                <a:lnTo>
                  <a:pt x="364979" y="8977"/>
                </a:lnTo>
                <a:lnTo>
                  <a:pt x="364976" y="8986"/>
                </a:lnTo>
                <a:lnTo>
                  <a:pt x="364974" y="8995"/>
                </a:lnTo>
                <a:lnTo>
                  <a:pt x="364972" y="9004"/>
                </a:lnTo>
                <a:lnTo>
                  <a:pt x="364969" y="9014"/>
                </a:lnTo>
                <a:lnTo>
                  <a:pt x="364967" y="9023"/>
                </a:lnTo>
                <a:lnTo>
                  <a:pt x="364966" y="9032"/>
                </a:lnTo>
                <a:lnTo>
                  <a:pt x="364964" y="9041"/>
                </a:lnTo>
                <a:lnTo>
                  <a:pt x="364963" y="9051"/>
                </a:lnTo>
                <a:lnTo>
                  <a:pt x="364962" y="9060"/>
                </a:lnTo>
                <a:lnTo>
                  <a:pt x="364961" y="9070"/>
                </a:lnTo>
                <a:lnTo>
                  <a:pt x="364960" y="9079"/>
                </a:lnTo>
                <a:lnTo>
                  <a:pt x="364960" y="9089"/>
                </a:lnTo>
                <a:lnTo>
                  <a:pt x="364959" y="9098"/>
                </a:lnTo>
                <a:lnTo>
                  <a:pt x="364959" y="9108"/>
                </a:lnTo>
                <a:lnTo>
                  <a:pt x="364959" y="24149"/>
                </a:lnTo>
                <a:lnTo>
                  <a:pt x="364959" y="24160"/>
                </a:lnTo>
                <a:lnTo>
                  <a:pt x="364960" y="24171"/>
                </a:lnTo>
                <a:lnTo>
                  <a:pt x="364960" y="24182"/>
                </a:lnTo>
                <a:lnTo>
                  <a:pt x="364961" y="24193"/>
                </a:lnTo>
                <a:lnTo>
                  <a:pt x="364962" y="24203"/>
                </a:lnTo>
                <a:lnTo>
                  <a:pt x="364963" y="24213"/>
                </a:lnTo>
                <a:lnTo>
                  <a:pt x="364964" y="24224"/>
                </a:lnTo>
                <a:lnTo>
                  <a:pt x="364966" y="24234"/>
                </a:lnTo>
                <a:lnTo>
                  <a:pt x="364967" y="24244"/>
                </a:lnTo>
                <a:lnTo>
                  <a:pt x="364969" y="24253"/>
                </a:lnTo>
                <a:lnTo>
                  <a:pt x="364972" y="24263"/>
                </a:lnTo>
                <a:lnTo>
                  <a:pt x="364974" y="24272"/>
                </a:lnTo>
                <a:lnTo>
                  <a:pt x="364976" y="24282"/>
                </a:lnTo>
                <a:lnTo>
                  <a:pt x="364979" y="24291"/>
                </a:lnTo>
                <a:lnTo>
                  <a:pt x="364982" y="24300"/>
                </a:lnTo>
                <a:lnTo>
                  <a:pt x="364985" y="24309"/>
                </a:lnTo>
                <a:lnTo>
                  <a:pt x="364989" y="24318"/>
                </a:lnTo>
                <a:lnTo>
                  <a:pt x="364992" y="24326"/>
                </a:lnTo>
                <a:lnTo>
                  <a:pt x="364996" y="24335"/>
                </a:lnTo>
                <a:lnTo>
                  <a:pt x="365000" y="24343"/>
                </a:lnTo>
                <a:lnTo>
                  <a:pt x="365004" y="24351"/>
                </a:lnTo>
                <a:lnTo>
                  <a:pt x="365008" y="24359"/>
                </a:lnTo>
                <a:lnTo>
                  <a:pt x="365013" y="24367"/>
                </a:lnTo>
                <a:lnTo>
                  <a:pt x="365018" y="24375"/>
                </a:lnTo>
                <a:lnTo>
                  <a:pt x="365023" y="24382"/>
                </a:lnTo>
                <a:lnTo>
                  <a:pt x="365028" y="24390"/>
                </a:lnTo>
                <a:lnTo>
                  <a:pt x="365034" y="24397"/>
                </a:lnTo>
                <a:lnTo>
                  <a:pt x="365040" y="24405"/>
                </a:lnTo>
                <a:lnTo>
                  <a:pt x="365046" y="24412"/>
                </a:lnTo>
                <a:lnTo>
                  <a:pt x="365053" y="24419"/>
                </a:lnTo>
                <a:lnTo>
                  <a:pt x="365060" y="24426"/>
                </a:lnTo>
                <a:lnTo>
                  <a:pt x="365068" y="24433"/>
                </a:lnTo>
                <a:lnTo>
                  <a:pt x="365076" y="24440"/>
                </a:lnTo>
                <a:lnTo>
                  <a:pt x="365084" y="24447"/>
                </a:lnTo>
                <a:lnTo>
                  <a:pt x="365092" y="24454"/>
                </a:lnTo>
                <a:lnTo>
                  <a:pt x="365101" y="24460"/>
                </a:lnTo>
                <a:lnTo>
                  <a:pt x="365111" y="24467"/>
                </a:lnTo>
                <a:lnTo>
                  <a:pt x="365120" y="24473"/>
                </a:lnTo>
                <a:lnTo>
                  <a:pt x="365130" y="24480"/>
                </a:lnTo>
                <a:lnTo>
                  <a:pt x="365140" y="24486"/>
                </a:lnTo>
                <a:lnTo>
                  <a:pt x="365151" y="24492"/>
                </a:lnTo>
                <a:lnTo>
                  <a:pt x="365162" y="24499"/>
                </a:lnTo>
                <a:lnTo>
                  <a:pt x="365173" y="24505"/>
                </a:lnTo>
                <a:lnTo>
                  <a:pt x="365185" y="24511"/>
                </a:lnTo>
                <a:lnTo>
                  <a:pt x="365197" y="24516"/>
                </a:lnTo>
                <a:lnTo>
                  <a:pt x="365209" y="24522"/>
                </a:lnTo>
                <a:lnTo>
                  <a:pt x="365222" y="24528"/>
                </a:lnTo>
                <a:lnTo>
                  <a:pt x="365235" y="24534"/>
                </a:lnTo>
                <a:lnTo>
                  <a:pt x="365248" y="24539"/>
                </a:lnTo>
                <a:lnTo>
                  <a:pt x="365262" y="24544"/>
                </a:lnTo>
                <a:lnTo>
                  <a:pt x="365276" y="24550"/>
                </a:lnTo>
                <a:lnTo>
                  <a:pt x="365291" y="24555"/>
                </a:lnTo>
                <a:lnTo>
                  <a:pt x="365306" y="24560"/>
                </a:lnTo>
                <a:lnTo>
                  <a:pt x="365321" y="24565"/>
                </a:lnTo>
                <a:lnTo>
                  <a:pt x="365337" y="24570"/>
                </a:lnTo>
                <a:lnTo>
                  <a:pt x="365353" y="24574"/>
                </a:lnTo>
                <a:lnTo>
                  <a:pt x="365369" y="24579"/>
                </a:lnTo>
                <a:lnTo>
                  <a:pt x="365386" y="24583"/>
                </a:lnTo>
                <a:lnTo>
                  <a:pt x="365403" y="24588"/>
                </a:lnTo>
                <a:lnTo>
                  <a:pt x="365421" y="24592"/>
                </a:lnTo>
                <a:lnTo>
                  <a:pt x="365439" y="24596"/>
                </a:lnTo>
                <a:lnTo>
                  <a:pt x="365457" y="24600"/>
                </a:lnTo>
                <a:lnTo>
                  <a:pt x="365476" y="24604"/>
                </a:lnTo>
                <a:lnTo>
                  <a:pt x="365495" y="24608"/>
                </a:lnTo>
                <a:lnTo>
                  <a:pt x="365514" y="24611"/>
                </a:lnTo>
                <a:lnTo>
                  <a:pt x="365534" y="24615"/>
                </a:lnTo>
                <a:lnTo>
                  <a:pt x="365554" y="24618"/>
                </a:lnTo>
                <a:lnTo>
                  <a:pt x="365575" y="24622"/>
                </a:lnTo>
                <a:lnTo>
                  <a:pt x="365596" y="24625"/>
                </a:lnTo>
                <a:lnTo>
                  <a:pt x="365617" y="24628"/>
                </a:lnTo>
                <a:lnTo>
                  <a:pt x="365639" y="24631"/>
                </a:lnTo>
                <a:lnTo>
                  <a:pt x="365661" y="24634"/>
                </a:lnTo>
                <a:lnTo>
                  <a:pt x="365684" y="24637"/>
                </a:lnTo>
                <a:lnTo>
                  <a:pt x="365707" y="24639"/>
                </a:lnTo>
                <a:lnTo>
                  <a:pt x="365730" y="24642"/>
                </a:lnTo>
                <a:lnTo>
                  <a:pt x="365754" y="24644"/>
                </a:lnTo>
                <a:lnTo>
                  <a:pt x="365778" y="24646"/>
                </a:lnTo>
                <a:lnTo>
                  <a:pt x="365803" y="24648"/>
                </a:lnTo>
                <a:lnTo>
                  <a:pt x="365829" y="24650"/>
                </a:lnTo>
                <a:lnTo>
                  <a:pt x="365854" y="24652"/>
                </a:lnTo>
                <a:lnTo>
                  <a:pt x="365881" y="24654"/>
                </a:lnTo>
                <a:lnTo>
                  <a:pt x="365907" y="24656"/>
                </a:lnTo>
                <a:lnTo>
                  <a:pt x="365934" y="24657"/>
                </a:lnTo>
                <a:lnTo>
                  <a:pt x="365962" y="24659"/>
                </a:lnTo>
                <a:lnTo>
                  <a:pt x="365990" y="24660"/>
                </a:lnTo>
                <a:lnTo>
                  <a:pt x="366019" y="24661"/>
                </a:lnTo>
                <a:lnTo>
                  <a:pt x="366048" y="24663"/>
                </a:lnTo>
                <a:lnTo>
                  <a:pt x="366077" y="24664"/>
                </a:lnTo>
                <a:lnTo>
                  <a:pt x="366107" y="24664"/>
                </a:lnTo>
                <a:lnTo>
                  <a:pt x="366137" y="24665"/>
                </a:lnTo>
                <a:lnTo>
                  <a:pt x="366168" y="24666"/>
                </a:lnTo>
                <a:lnTo>
                  <a:pt x="366200" y="24666"/>
                </a:lnTo>
                <a:lnTo>
                  <a:pt x="366231" y="24667"/>
                </a:lnTo>
                <a:lnTo>
                  <a:pt x="366264" y="24667"/>
                </a:lnTo>
                <a:lnTo>
                  <a:pt x="366296" y="24667"/>
                </a:lnTo>
                <a:lnTo>
                  <a:pt x="366330" y="24667"/>
                </a:lnTo>
                <a:lnTo>
                  <a:pt x="366364" y="24667"/>
                </a:lnTo>
                <a:lnTo>
                  <a:pt x="366398" y="24667"/>
                </a:lnTo>
                <a:lnTo>
                  <a:pt x="366432" y="24667"/>
                </a:lnTo>
                <a:lnTo>
                  <a:pt x="366465" y="24666"/>
                </a:lnTo>
                <a:lnTo>
                  <a:pt x="366497" y="24666"/>
                </a:lnTo>
                <a:lnTo>
                  <a:pt x="366529" y="24665"/>
                </a:lnTo>
                <a:lnTo>
                  <a:pt x="366561" y="24664"/>
                </a:lnTo>
                <a:lnTo>
                  <a:pt x="366591" y="24664"/>
                </a:lnTo>
                <a:lnTo>
                  <a:pt x="366622" y="24663"/>
                </a:lnTo>
                <a:lnTo>
                  <a:pt x="366652" y="24661"/>
                </a:lnTo>
                <a:lnTo>
                  <a:pt x="366681" y="24660"/>
                </a:lnTo>
                <a:lnTo>
                  <a:pt x="366710" y="24659"/>
                </a:lnTo>
                <a:lnTo>
                  <a:pt x="366738" y="24657"/>
                </a:lnTo>
                <a:lnTo>
                  <a:pt x="366766" y="24656"/>
                </a:lnTo>
                <a:lnTo>
                  <a:pt x="366793" y="24654"/>
                </a:lnTo>
                <a:lnTo>
                  <a:pt x="366820" y="24652"/>
                </a:lnTo>
                <a:lnTo>
                  <a:pt x="366846" y="24650"/>
                </a:lnTo>
                <a:lnTo>
                  <a:pt x="366872" y="24648"/>
                </a:lnTo>
                <a:lnTo>
                  <a:pt x="366897" y="24646"/>
                </a:lnTo>
                <a:lnTo>
                  <a:pt x="366922" y="24644"/>
                </a:lnTo>
                <a:lnTo>
                  <a:pt x="366946" y="24642"/>
                </a:lnTo>
                <a:lnTo>
                  <a:pt x="366969" y="24639"/>
                </a:lnTo>
                <a:lnTo>
                  <a:pt x="366992" y="24637"/>
                </a:lnTo>
                <a:lnTo>
                  <a:pt x="367015" y="24634"/>
                </a:lnTo>
                <a:lnTo>
                  <a:pt x="367037" y="24631"/>
                </a:lnTo>
                <a:lnTo>
                  <a:pt x="367059" y="24628"/>
                </a:lnTo>
                <a:lnTo>
                  <a:pt x="367080" y="24625"/>
                </a:lnTo>
                <a:lnTo>
                  <a:pt x="367101" y="24622"/>
                </a:lnTo>
                <a:lnTo>
                  <a:pt x="367121" y="24618"/>
                </a:lnTo>
                <a:lnTo>
                  <a:pt x="367141" y="24615"/>
                </a:lnTo>
                <a:lnTo>
                  <a:pt x="367161" y="24611"/>
                </a:lnTo>
                <a:lnTo>
                  <a:pt x="367180" y="24608"/>
                </a:lnTo>
                <a:lnTo>
                  <a:pt x="367199" y="24604"/>
                </a:lnTo>
                <a:lnTo>
                  <a:pt x="367217" y="24600"/>
                </a:lnTo>
                <a:lnTo>
                  <a:pt x="367235" y="24596"/>
                </a:lnTo>
                <a:lnTo>
                  <a:pt x="367253" y="24592"/>
                </a:lnTo>
                <a:lnTo>
                  <a:pt x="367270" y="24588"/>
                </a:lnTo>
                <a:lnTo>
                  <a:pt x="367287" y="24583"/>
                </a:lnTo>
                <a:lnTo>
                  <a:pt x="367303" y="24579"/>
                </a:lnTo>
                <a:lnTo>
                  <a:pt x="367319" y="24574"/>
                </a:lnTo>
                <a:lnTo>
                  <a:pt x="367335" y="24570"/>
                </a:lnTo>
                <a:lnTo>
                  <a:pt x="367350" y="24565"/>
                </a:lnTo>
                <a:lnTo>
                  <a:pt x="367365" y="24560"/>
                </a:lnTo>
                <a:lnTo>
                  <a:pt x="367379" y="24555"/>
                </a:lnTo>
                <a:lnTo>
                  <a:pt x="367393" y="24550"/>
                </a:lnTo>
                <a:lnTo>
                  <a:pt x="367407" y="24544"/>
                </a:lnTo>
                <a:lnTo>
                  <a:pt x="367420" y="24539"/>
                </a:lnTo>
                <a:lnTo>
                  <a:pt x="367433" y="24534"/>
                </a:lnTo>
                <a:lnTo>
                  <a:pt x="367445" y="24528"/>
                </a:lnTo>
                <a:lnTo>
                  <a:pt x="367457" y="24522"/>
                </a:lnTo>
                <a:lnTo>
                  <a:pt x="367469" y="24516"/>
                </a:lnTo>
                <a:lnTo>
                  <a:pt x="367480" y="24511"/>
                </a:lnTo>
                <a:lnTo>
                  <a:pt x="367492" y="24505"/>
                </a:lnTo>
                <a:lnTo>
                  <a:pt x="367503" y="24499"/>
                </a:lnTo>
                <a:lnTo>
                  <a:pt x="367513" y="24492"/>
                </a:lnTo>
                <a:lnTo>
                  <a:pt x="367524" y="24486"/>
                </a:lnTo>
                <a:lnTo>
                  <a:pt x="367534" y="24480"/>
                </a:lnTo>
                <a:lnTo>
                  <a:pt x="367543" y="24473"/>
                </a:lnTo>
                <a:lnTo>
                  <a:pt x="367553" y="24467"/>
                </a:lnTo>
                <a:lnTo>
                  <a:pt x="367562" y="24460"/>
                </a:lnTo>
                <a:lnTo>
                  <a:pt x="367571" y="24454"/>
                </a:lnTo>
                <a:lnTo>
                  <a:pt x="367580" y="24447"/>
                </a:lnTo>
                <a:lnTo>
                  <a:pt x="367588" y="24440"/>
                </a:lnTo>
                <a:lnTo>
                  <a:pt x="367596" y="24433"/>
                </a:lnTo>
                <a:lnTo>
                  <a:pt x="367604" y="24426"/>
                </a:lnTo>
                <a:lnTo>
                  <a:pt x="367611" y="24419"/>
                </a:lnTo>
                <a:lnTo>
                  <a:pt x="367618" y="24412"/>
                </a:lnTo>
                <a:lnTo>
                  <a:pt x="367625" y="24405"/>
                </a:lnTo>
                <a:lnTo>
                  <a:pt x="367632" y="24397"/>
                </a:lnTo>
                <a:lnTo>
                  <a:pt x="367638" y="24390"/>
                </a:lnTo>
                <a:lnTo>
                  <a:pt x="367644" y="24382"/>
                </a:lnTo>
                <a:lnTo>
                  <a:pt x="367650" y="24375"/>
                </a:lnTo>
                <a:lnTo>
                  <a:pt x="367655" y="24367"/>
                </a:lnTo>
                <a:lnTo>
                  <a:pt x="367661" y="24359"/>
                </a:lnTo>
                <a:lnTo>
                  <a:pt x="367666" y="24351"/>
                </a:lnTo>
                <a:lnTo>
                  <a:pt x="367670" y="24343"/>
                </a:lnTo>
                <a:lnTo>
                  <a:pt x="367675" y="24335"/>
                </a:lnTo>
                <a:lnTo>
                  <a:pt x="367679" y="24326"/>
                </a:lnTo>
                <a:lnTo>
                  <a:pt x="367683" y="24318"/>
                </a:lnTo>
                <a:lnTo>
                  <a:pt x="367687" y="24309"/>
                </a:lnTo>
                <a:lnTo>
                  <a:pt x="367691" y="24300"/>
                </a:lnTo>
                <a:lnTo>
                  <a:pt x="367694" y="24291"/>
                </a:lnTo>
                <a:lnTo>
                  <a:pt x="367697" y="24282"/>
                </a:lnTo>
                <a:lnTo>
                  <a:pt x="367700" y="24272"/>
                </a:lnTo>
                <a:lnTo>
                  <a:pt x="367703" y="24263"/>
                </a:lnTo>
                <a:lnTo>
                  <a:pt x="367705" y="24253"/>
                </a:lnTo>
                <a:lnTo>
                  <a:pt x="367707" y="24244"/>
                </a:lnTo>
                <a:lnTo>
                  <a:pt x="367709" y="24234"/>
                </a:lnTo>
                <a:lnTo>
                  <a:pt x="367711" y="24224"/>
                </a:lnTo>
                <a:lnTo>
                  <a:pt x="367713" y="24213"/>
                </a:lnTo>
                <a:lnTo>
                  <a:pt x="367714" y="24203"/>
                </a:lnTo>
                <a:lnTo>
                  <a:pt x="367715" y="24193"/>
                </a:lnTo>
                <a:lnTo>
                  <a:pt x="367716" y="24182"/>
                </a:lnTo>
                <a:lnTo>
                  <a:pt x="367716" y="24171"/>
                </a:lnTo>
                <a:lnTo>
                  <a:pt x="367717" y="24160"/>
                </a:lnTo>
                <a:lnTo>
                  <a:pt x="367717" y="24149"/>
                </a:lnTo>
                <a:lnTo>
                  <a:pt x="367717" y="9108"/>
                </a:lnTo>
                <a:lnTo>
                  <a:pt x="367717" y="9098"/>
                </a:lnTo>
                <a:lnTo>
                  <a:pt x="367716" y="9089"/>
                </a:lnTo>
                <a:lnTo>
                  <a:pt x="367716" y="9079"/>
                </a:lnTo>
                <a:lnTo>
                  <a:pt x="367715" y="9070"/>
                </a:lnTo>
                <a:close/>
                <a:moveTo>
                  <a:pt x="488176" y="9344"/>
                </a:moveTo>
                <a:lnTo>
                  <a:pt x="488187" y="9325"/>
                </a:lnTo>
                <a:lnTo>
                  <a:pt x="488197" y="9306"/>
                </a:lnTo>
                <a:lnTo>
                  <a:pt x="488206" y="9287"/>
                </a:lnTo>
                <a:lnTo>
                  <a:pt x="488215" y="9268"/>
                </a:lnTo>
                <a:lnTo>
                  <a:pt x="488224" y="9249"/>
                </a:lnTo>
                <a:lnTo>
                  <a:pt x="488232" y="9231"/>
                </a:lnTo>
                <a:lnTo>
                  <a:pt x="488240" y="9213"/>
                </a:lnTo>
                <a:lnTo>
                  <a:pt x="488247" y="9196"/>
                </a:lnTo>
                <a:lnTo>
                  <a:pt x="488253" y="9179"/>
                </a:lnTo>
                <a:lnTo>
                  <a:pt x="488260" y="9162"/>
                </a:lnTo>
                <a:lnTo>
                  <a:pt x="488266" y="9145"/>
                </a:lnTo>
                <a:lnTo>
                  <a:pt x="488271" y="9129"/>
                </a:lnTo>
                <a:lnTo>
                  <a:pt x="488276" y="9112"/>
                </a:lnTo>
                <a:lnTo>
                  <a:pt x="488280" y="9097"/>
                </a:lnTo>
                <a:lnTo>
                  <a:pt x="488284" y="9081"/>
                </a:lnTo>
                <a:lnTo>
                  <a:pt x="488288" y="9066"/>
                </a:lnTo>
                <a:lnTo>
                  <a:pt x="488291" y="9051"/>
                </a:lnTo>
                <a:lnTo>
                  <a:pt x="488293" y="9036"/>
                </a:lnTo>
                <a:lnTo>
                  <a:pt x="488295" y="9022"/>
                </a:lnTo>
                <a:lnTo>
                  <a:pt x="488297" y="9008"/>
                </a:lnTo>
                <a:lnTo>
                  <a:pt x="488298" y="8994"/>
                </a:lnTo>
                <a:lnTo>
                  <a:pt x="488298" y="8981"/>
                </a:lnTo>
                <a:lnTo>
                  <a:pt x="488298" y="8967"/>
                </a:lnTo>
                <a:lnTo>
                  <a:pt x="488298" y="8954"/>
                </a:lnTo>
                <a:lnTo>
                  <a:pt x="488297" y="8942"/>
                </a:lnTo>
                <a:lnTo>
                  <a:pt x="488295" y="8929"/>
                </a:lnTo>
                <a:lnTo>
                  <a:pt x="488292" y="8917"/>
                </a:lnTo>
                <a:lnTo>
                  <a:pt x="488289" y="8905"/>
                </a:lnTo>
                <a:lnTo>
                  <a:pt x="488286" y="8893"/>
                </a:lnTo>
                <a:lnTo>
                  <a:pt x="488282" y="8882"/>
                </a:lnTo>
                <a:lnTo>
                  <a:pt x="488277" y="8870"/>
                </a:lnTo>
                <a:lnTo>
                  <a:pt x="488272" y="8860"/>
                </a:lnTo>
                <a:lnTo>
                  <a:pt x="488266" y="8849"/>
                </a:lnTo>
                <a:lnTo>
                  <a:pt x="488259" y="8838"/>
                </a:lnTo>
                <a:lnTo>
                  <a:pt x="488252" y="8828"/>
                </a:lnTo>
                <a:lnTo>
                  <a:pt x="488245" y="8818"/>
                </a:lnTo>
                <a:lnTo>
                  <a:pt x="488237" y="8809"/>
                </a:lnTo>
                <a:lnTo>
                  <a:pt x="488228" y="8799"/>
                </a:lnTo>
                <a:lnTo>
                  <a:pt x="488219" y="8790"/>
                </a:lnTo>
                <a:lnTo>
                  <a:pt x="488209" y="8782"/>
                </a:lnTo>
                <a:lnTo>
                  <a:pt x="488198" y="8773"/>
                </a:lnTo>
                <a:lnTo>
                  <a:pt x="488187" y="8765"/>
                </a:lnTo>
                <a:lnTo>
                  <a:pt x="488175" y="8757"/>
                </a:lnTo>
                <a:lnTo>
                  <a:pt x="488163" y="8749"/>
                </a:lnTo>
                <a:lnTo>
                  <a:pt x="488150" y="8741"/>
                </a:lnTo>
                <a:lnTo>
                  <a:pt x="488137" y="8734"/>
                </a:lnTo>
                <a:lnTo>
                  <a:pt x="488123" y="8727"/>
                </a:lnTo>
                <a:lnTo>
                  <a:pt x="488109" y="8720"/>
                </a:lnTo>
                <a:lnTo>
                  <a:pt x="488094" y="8713"/>
                </a:lnTo>
                <a:lnTo>
                  <a:pt x="488078" y="8707"/>
                </a:lnTo>
                <a:lnTo>
                  <a:pt x="488062" y="8700"/>
                </a:lnTo>
                <a:lnTo>
                  <a:pt x="488045" y="8694"/>
                </a:lnTo>
                <a:lnTo>
                  <a:pt x="488028" y="8688"/>
                </a:lnTo>
                <a:lnTo>
                  <a:pt x="488010" y="8682"/>
                </a:lnTo>
                <a:lnTo>
                  <a:pt x="487992" y="8677"/>
                </a:lnTo>
                <a:lnTo>
                  <a:pt x="487973" y="8672"/>
                </a:lnTo>
                <a:lnTo>
                  <a:pt x="487954" y="8666"/>
                </a:lnTo>
                <a:lnTo>
                  <a:pt x="487934" y="8662"/>
                </a:lnTo>
                <a:lnTo>
                  <a:pt x="487913" y="8657"/>
                </a:lnTo>
                <a:lnTo>
                  <a:pt x="487892" y="8652"/>
                </a:lnTo>
                <a:lnTo>
                  <a:pt x="487870" y="8648"/>
                </a:lnTo>
                <a:lnTo>
                  <a:pt x="487848" y="8644"/>
                </a:lnTo>
                <a:lnTo>
                  <a:pt x="487825" y="8640"/>
                </a:lnTo>
                <a:lnTo>
                  <a:pt x="487802" y="8636"/>
                </a:lnTo>
                <a:lnTo>
                  <a:pt x="487778" y="8633"/>
                </a:lnTo>
                <a:lnTo>
                  <a:pt x="487754" y="8629"/>
                </a:lnTo>
                <a:lnTo>
                  <a:pt x="487729" y="8626"/>
                </a:lnTo>
                <a:lnTo>
                  <a:pt x="487704" y="8623"/>
                </a:lnTo>
                <a:lnTo>
                  <a:pt x="487677" y="8621"/>
                </a:lnTo>
                <a:lnTo>
                  <a:pt x="487651" y="8618"/>
                </a:lnTo>
                <a:lnTo>
                  <a:pt x="487624" y="8616"/>
                </a:lnTo>
                <a:lnTo>
                  <a:pt x="487596" y="8613"/>
                </a:lnTo>
                <a:lnTo>
                  <a:pt x="487567" y="8611"/>
                </a:lnTo>
                <a:lnTo>
                  <a:pt x="487538" y="8609"/>
                </a:lnTo>
                <a:lnTo>
                  <a:pt x="487508" y="8607"/>
                </a:lnTo>
                <a:lnTo>
                  <a:pt x="487478" y="8605"/>
                </a:lnTo>
                <a:lnTo>
                  <a:pt x="487447" y="8603"/>
                </a:lnTo>
                <a:lnTo>
                  <a:pt x="487415" y="8601"/>
                </a:lnTo>
                <a:lnTo>
                  <a:pt x="487383" y="8600"/>
                </a:lnTo>
                <a:lnTo>
                  <a:pt x="487351" y="8598"/>
                </a:lnTo>
                <a:lnTo>
                  <a:pt x="487317" y="8597"/>
                </a:lnTo>
                <a:lnTo>
                  <a:pt x="487283" y="8596"/>
                </a:lnTo>
                <a:lnTo>
                  <a:pt x="487249" y="8595"/>
                </a:lnTo>
                <a:lnTo>
                  <a:pt x="487213" y="8594"/>
                </a:lnTo>
                <a:lnTo>
                  <a:pt x="487178" y="8593"/>
                </a:lnTo>
                <a:lnTo>
                  <a:pt x="487141" y="8592"/>
                </a:lnTo>
                <a:lnTo>
                  <a:pt x="487104" y="8592"/>
                </a:lnTo>
                <a:lnTo>
                  <a:pt x="487066" y="8591"/>
                </a:lnTo>
                <a:lnTo>
                  <a:pt x="487028" y="8591"/>
                </a:lnTo>
                <a:lnTo>
                  <a:pt x="486989" y="8590"/>
                </a:lnTo>
                <a:lnTo>
                  <a:pt x="486950" y="8590"/>
                </a:lnTo>
                <a:lnTo>
                  <a:pt x="486910" y="8590"/>
                </a:lnTo>
                <a:lnTo>
                  <a:pt x="486872" y="8590"/>
                </a:lnTo>
                <a:lnTo>
                  <a:pt x="486836" y="8590"/>
                </a:lnTo>
                <a:lnTo>
                  <a:pt x="486800" y="8590"/>
                </a:lnTo>
                <a:lnTo>
                  <a:pt x="486765" y="8591"/>
                </a:lnTo>
                <a:lnTo>
                  <a:pt x="486730" y="8591"/>
                </a:lnTo>
                <a:lnTo>
                  <a:pt x="486696" y="8592"/>
                </a:lnTo>
                <a:lnTo>
                  <a:pt x="486663" y="8592"/>
                </a:lnTo>
                <a:lnTo>
                  <a:pt x="486630" y="8593"/>
                </a:lnTo>
                <a:lnTo>
                  <a:pt x="486598" y="8594"/>
                </a:lnTo>
                <a:lnTo>
                  <a:pt x="486567" y="8594"/>
                </a:lnTo>
                <a:lnTo>
                  <a:pt x="486536" y="8595"/>
                </a:lnTo>
                <a:lnTo>
                  <a:pt x="486507" y="8596"/>
                </a:lnTo>
                <a:lnTo>
                  <a:pt x="486477" y="8597"/>
                </a:lnTo>
                <a:lnTo>
                  <a:pt x="486449" y="8599"/>
                </a:lnTo>
                <a:lnTo>
                  <a:pt x="486421" y="8600"/>
                </a:lnTo>
                <a:lnTo>
                  <a:pt x="486394" y="8601"/>
                </a:lnTo>
                <a:lnTo>
                  <a:pt x="486367" y="8603"/>
                </a:lnTo>
                <a:lnTo>
                  <a:pt x="486341" y="8604"/>
                </a:lnTo>
                <a:lnTo>
                  <a:pt x="486316" y="8606"/>
                </a:lnTo>
                <a:lnTo>
                  <a:pt x="486291" y="8607"/>
                </a:lnTo>
                <a:lnTo>
                  <a:pt x="486267" y="8609"/>
                </a:lnTo>
                <a:lnTo>
                  <a:pt x="486244" y="8611"/>
                </a:lnTo>
                <a:lnTo>
                  <a:pt x="486221" y="8613"/>
                </a:lnTo>
                <a:lnTo>
                  <a:pt x="486199" y="8615"/>
                </a:lnTo>
                <a:lnTo>
                  <a:pt x="486178" y="8617"/>
                </a:lnTo>
                <a:lnTo>
                  <a:pt x="486157" y="8620"/>
                </a:lnTo>
                <a:lnTo>
                  <a:pt x="486137" y="8622"/>
                </a:lnTo>
                <a:lnTo>
                  <a:pt x="486116" y="8624"/>
                </a:lnTo>
                <a:lnTo>
                  <a:pt x="486097" y="8627"/>
                </a:lnTo>
                <a:lnTo>
                  <a:pt x="486077" y="8630"/>
                </a:lnTo>
                <a:lnTo>
                  <a:pt x="486058" y="8633"/>
                </a:lnTo>
                <a:lnTo>
                  <a:pt x="486040" y="8636"/>
                </a:lnTo>
                <a:lnTo>
                  <a:pt x="486022" y="8639"/>
                </a:lnTo>
                <a:lnTo>
                  <a:pt x="486004" y="8642"/>
                </a:lnTo>
                <a:lnTo>
                  <a:pt x="485987" y="8645"/>
                </a:lnTo>
                <a:lnTo>
                  <a:pt x="485970" y="8649"/>
                </a:lnTo>
                <a:lnTo>
                  <a:pt x="485953" y="8652"/>
                </a:lnTo>
                <a:lnTo>
                  <a:pt x="485937" y="8656"/>
                </a:lnTo>
                <a:lnTo>
                  <a:pt x="485921" y="8660"/>
                </a:lnTo>
                <a:lnTo>
                  <a:pt x="485906" y="8663"/>
                </a:lnTo>
                <a:lnTo>
                  <a:pt x="485891" y="8667"/>
                </a:lnTo>
                <a:lnTo>
                  <a:pt x="485877" y="8672"/>
                </a:lnTo>
                <a:lnTo>
                  <a:pt x="485863" y="8676"/>
                </a:lnTo>
                <a:lnTo>
                  <a:pt x="485849" y="8680"/>
                </a:lnTo>
                <a:lnTo>
                  <a:pt x="485836" y="8685"/>
                </a:lnTo>
                <a:lnTo>
                  <a:pt x="485823" y="8689"/>
                </a:lnTo>
                <a:lnTo>
                  <a:pt x="485810" y="8694"/>
                </a:lnTo>
                <a:lnTo>
                  <a:pt x="485798" y="8699"/>
                </a:lnTo>
                <a:lnTo>
                  <a:pt x="485787" y="8704"/>
                </a:lnTo>
                <a:lnTo>
                  <a:pt x="485775" y="8709"/>
                </a:lnTo>
                <a:lnTo>
                  <a:pt x="485764" y="8714"/>
                </a:lnTo>
                <a:lnTo>
                  <a:pt x="485753" y="8719"/>
                </a:lnTo>
                <a:lnTo>
                  <a:pt x="485742" y="8724"/>
                </a:lnTo>
                <a:lnTo>
                  <a:pt x="485731" y="8730"/>
                </a:lnTo>
                <a:lnTo>
                  <a:pt x="485720" y="8735"/>
                </a:lnTo>
                <a:lnTo>
                  <a:pt x="485710" y="8740"/>
                </a:lnTo>
                <a:lnTo>
                  <a:pt x="485700" y="8746"/>
                </a:lnTo>
                <a:lnTo>
                  <a:pt x="485690" y="8752"/>
                </a:lnTo>
                <a:lnTo>
                  <a:pt x="485680" y="8758"/>
                </a:lnTo>
                <a:lnTo>
                  <a:pt x="485671" y="8763"/>
                </a:lnTo>
                <a:lnTo>
                  <a:pt x="485662" y="8769"/>
                </a:lnTo>
                <a:lnTo>
                  <a:pt x="485653" y="8775"/>
                </a:lnTo>
                <a:lnTo>
                  <a:pt x="485644" y="8782"/>
                </a:lnTo>
                <a:lnTo>
                  <a:pt x="485635" y="8788"/>
                </a:lnTo>
                <a:lnTo>
                  <a:pt x="485626" y="8794"/>
                </a:lnTo>
                <a:lnTo>
                  <a:pt x="485618" y="8801"/>
                </a:lnTo>
                <a:lnTo>
                  <a:pt x="485610" y="8807"/>
                </a:lnTo>
                <a:lnTo>
                  <a:pt x="485602" y="8814"/>
                </a:lnTo>
                <a:lnTo>
                  <a:pt x="485595" y="8820"/>
                </a:lnTo>
                <a:lnTo>
                  <a:pt x="485587" y="8827"/>
                </a:lnTo>
                <a:lnTo>
                  <a:pt x="485580" y="8834"/>
                </a:lnTo>
                <a:lnTo>
                  <a:pt x="485573" y="8841"/>
                </a:lnTo>
                <a:lnTo>
                  <a:pt x="485566" y="8848"/>
                </a:lnTo>
                <a:lnTo>
                  <a:pt x="485559" y="8855"/>
                </a:lnTo>
                <a:lnTo>
                  <a:pt x="485552" y="8862"/>
                </a:lnTo>
                <a:lnTo>
                  <a:pt x="485545" y="8869"/>
                </a:lnTo>
                <a:lnTo>
                  <a:pt x="485539" y="8876"/>
                </a:lnTo>
                <a:lnTo>
                  <a:pt x="485532" y="8884"/>
                </a:lnTo>
                <a:lnTo>
                  <a:pt x="485525" y="8891"/>
                </a:lnTo>
                <a:lnTo>
                  <a:pt x="485519" y="8898"/>
                </a:lnTo>
                <a:lnTo>
                  <a:pt x="485512" y="8906"/>
                </a:lnTo>
                <a:lnTo>
                  <a:pt x="485506" y="8913"/>
                </a:lnTo>
                <a:lnTo>
                  <a:pt x="485500" y="8921"/>
                </a:lnTo>
                <a:lnTo>
                  <a:pt x="485493" y="8928"/>
                </a:lnTo>
                <a:lnTo>
                  <a:pt x="485487" y="8936"/>
                </a:lnTo>
                <a:lnTo>
                  <a:pt x="485481" y="8944"/>
                </a:lnTo>
                <a:lnTo>
                  <a:pt x="485475" y="8952"/>
                </a:lnTo>
                <a:lnTo>
                  <a:pt x="485469" y="8960"/>
                </a:lnTo>
                <a:lnTo>
                  <a:pt x="485463" y="8968"/>
                </a:lnTo>
                <a:lnTo>
                  <a:pt x="485457" y="8975"/>
                </a:lnTo>
                <a:lnTo>
                  <a:pt x="485451" y="8984"/>
                </a:lnTo>
                <a:lnTo>
                  <a:pt x="485445" y="8992"/>
                </a:lnTo>
                <a:lnTo>
                  <a:pt x="485439" y="9000"/>
                </a:lnTo>
                <a:lnTo>
                  <a:pt x="485434" y="9008"/>
                </a:lnTo>
                <a:lnTo>
                  <a:pt x="485428" y="9016"/>
                </a:lnTo>
                <a:lnTo>
                  <a:pt x="485422" y="9025"/>
                </a:lnTo>
                <a:lnTo>
                  <a:pt x="481946" y="14623"/>
                </a:lnTo>
                <a:lnTo>
                  <a:pt x="478520" y="9025"/>
                </a:lnTo>
                <a:lnTo>
                  <a:pt x="478515" y="9015"/>
                </a:lnTo>
                <a:lnTo>
                  <a:pt x="478509" y="9005"/>
                </a:lnTo>
                <a:lnTo>
                  <a:pt x="478503" y="8996"/>
                </a:lnTo>
                <a:lnTo>
                  <a:pt x="478497" y="8987"/>
                </a:lnTo>
                <a:lnTo>
                  <a:pt x="478492" y="8977"/>
                </a:lnTo>
                <a:lnTo>
                  <a:pt x="478486" y="8968"/>
                </a:lnTo>
                <a:lnTo>
                  <a:pt x="478480" y="8959"/>
                </a:lnTo>
                <a:lnTo>
                  <a:pt x="478474" y="8950"/>
                </a:lnTo>
                <a:lnTo>
                  <a:pt x="478468" y="8942"/>
                </a:lnTo>
                <a:lnTo>
                  <a:pt x="478462" y="8933"/>
                </a:lnTo>
                <a:lnTo>
                  <a:pt x="478455" y="8924"/>
                </a:lnTo>
                <a:lnTo>
                  <a:pt x="478449" y="8916"/>
                </a:lnTo>
                <a:lnTo>
                  <a:pt x="478443" y="8908"/>
                </a:lnTo>
                <a:lnTo>
                  <a:pt x="478437" y="8899"/>
                </a:lnTo>
                <a:lnTo>
                  <a:pt x="478430" y="8891"/>
                </a:lnTo>
                <a:lnTo>
                  <a:pt x="478424" y="8883"/>
                </a:lnTo>
                <a:lnTo>
                  <a:pt x="478417" y="8876"/>
                </a:lnTo>
                <a:lnTo>
                  <a:pt x="478411" y="8868"/>
                </a:lnTo>
                <a:lnTo>
                  <a:pt x="478404" y="8860"/>
                </a:lnTo>
                <a:lnTo>
                  <a:pt x="478397" y="8853"/>
                </a:lnTo>
                <a:lnTo>
                  <a:pt x="478390" y="8845"/>
                </a:lnTo>
                <a:lnTo>
                  <a:pt x="478384" y="8838"/>
                </a:lnTo>
                <a:lnTo>
                  <a:pt x="478377" y="8831"/>
                </a:lnTo>
                <a:lnTo>
                  <a:pt x="478370" y="8824"/>
                </a:lnTo>
                <a:lnTo>
                  <a:pt x="478363" y="8817"/>
                </a:lnTo>
                <a:lnTo>
                  <a:pt x="478355" y="8810"/>
                </a:lnTo>
                <a:lnTo>
                  <a:pt x="478348" y="8804"/>
                </a:lnTo>
                <a:lnTo>
                  <a:pt x="478340" y="8797"/>
                </a:lnTo>
                <a:lnTo>
                  <a:pt x="478331" y="8791"/>
                </a:lnTo>
                <a:lnTo>
                  <a:pt x="478323" y="8784"/>
                </a:lnTo>
                <a:lnTo>
                  <a:pt x="478314" y="8778"/>
                </a:lnTo>
                <a:lnTo>
                  <a:pt x="478305" y="8772"/>
                </a:lnTo>
                <a:lnTo>
                  <a:pt x="478295" y="8766"/>
                </a:lnTo>
                <a:lnTo>
                  <a:pt x="478286" y="8760"/>
                </a:lnTo>
                <a:lnTo>
                  <a:pt x="478276" y="8754"/>
                </a:lnTo>
                <a:lnTo>
                  <a:pt x="478265" y="8749"/>
                </a:lnTo>
                <a:lnTo>
                  <a:pt x="478255" y="8743"/>
                </a:lnTo>
                <a:lnTo>
                  <a:pt x="478244" y="8738"/>
                </a:lnTo>
                <a:lnTo>
                  <a:pt x="478233" y="8733"/>
                </a:lnTo>
                <a:lnTo>
                  <a:pt x="478221" y="8727"/>
                </a:lnTo>
                <a:lnTo>
                  <a:pt x="478209" y="8722"/>
                </a:lnTo>
                <a:lnTo>
                  <a:pt x="478197" y="8718"/>
                </a:lnTo>
                <a:lnTo>
                  <a:pt x="478185" y="8713"/>
                </a:lnTo>
                <a:lnTo>
                  <a:pt x="478172" y="8708"/>
                </a:lnTo>
                <a:lnTo>
                  <a:pt x="478160" y="8703"/>
                </a:lnTo>
                <a:lnTo>
                  <a:pt x="478146" y="8699"/>
                </a:lnTo>
                <a:lnTo>
                  <a:pt x="478133" y="8695"/>
                </a:lnTo>
                <a:lnTo>
                  <a:pt x="478119" y="8690"/>
                </a:lnTo>
                <a:lnTo>
                  <a:pt x="478105" y="8686"/>
                </a:lnTo>
                <a:lnTo>
                  <a:pt x="478090" y="8682"/>
                </a:lnTo>
                <a:lnTo>
                  <a:pt x="478075" y="8678"/>
                </a:lnTo>
                <a:lnTo>
                  <a:pt x="478060" y="8674"/>
                </a:lnTo>
                <a:lnTo>
                  <a:pt x="478044" y="8671"/>
                </a:lnTo>
                <a:lnTo>
                  <a:pt x="478028" y="8667"/>
                </a:lnTo>
                <a:lnTo>
                  <a:pt x="478011" y="8663"/>
                </a:lnTo>
                <a:lnTo>
                  <a:pt x="477994" y="8660"/>
                </a:lnTo>
                <a:lnTo>
                  <a:pt x="477976" y="8656"/>
                </a:lnTo>
                <a:lnTo>
                  <a:pt x="477958" y="8653"/>
                </a:lnTo>
                <a:lnTo>
                  <a:pt x="477940" y="8650"/>
                </a:lnTo>
                <a:lnTo>
                  <a:pt x="477921" y="8646"/>
                </a:lnTo>
                <a:lnTo>
                  <a:pt x="477901" y="8643"/>
                </a:lnTo>
                <a:lnTo>
                  <a:pt x="477881" y="8640"/>
                </a:lnTo>
                <a:lnTo>
                  <a:pt x="477861" y="8637"/>
                </a:lnTo>
                <a:lnTo>
                  <a:pt x="477841" y="8635"/>
                </a:lnTo>
                <a:lnTo>
                  <a:pt x="477819" y="8632"/>
                </a:lnTo>
                <a:lnTo>
                  <a:pt x="477798" y="8629"/>
                </a:lnTo>
                <a:lnTo>
                  <a:pt x="477776" y="8627"/>
                </a:lnTo>
                <a:lnTo>
                  <a:pt x="477754" y="8624"/>
                </a:lnTo>
                <a:lnTo>
                  <a:pt x="477731" y="8622"/>
                </a:lnTo>
                <a:lnTo>
                  <a:pt x="477707" y="8619"/>
                </a:lnTo>
                <a:lnTo>
                  <a:pt x="477684" y="8617"/>
                </a:lnTo>
                <a:lnTo>
                  <a:pt x="477660" y="8615"/>
                </a:lnTo>
                <a:lnTo>
                  <a:pt x="477635" y="8613"/>
                </a:lnTo>
                <a:lnTo>
                  <a:pt x="477609" y="8611"/>
                </a:lnTo>
                <a:lnTo>
                  <a:pt x="477583" y="8609"/>
                </a:lnTo>
                <a:lnTo>
                  <a:pt x="477557" y="8607"/>
                </a:lnTo>
                <a:lnTo>
                  <a:pt x="477529" y="8606"/>
                </a:lnTo>
                <a:lnTo>
                  <a:pt x="477501" y="8604"/>
                </a:lnTo>
                <a:lnTo>
                  <a:pt x="477473" y="8603"/>
                </a:lnTo>
                <a:lnTo>
                  <a:pt x="477443" y="8601"/>
                </a:lnTo>
                <a:lnTo>
                  <a:pt x="477413" y="8600"/>
                </a:lnTo>
                <a:lnTo>
                  <a:pt x="477382" y="8599"/>
                </a:lnTo>
                <a:lnTo>
                  <a:pt x="477351" y="8597"/>
                </a:lnTo>
                <a:lnTo>
                  <a:pt x="477319" y="8596"/>
                </a:lnTo>
                <a:lnTo>
                  <a:pt x="477286" y="8595"/>
                </a:lnTo>
                <a:lnTo>
                  <a:pt x="477253" y="8594"/>
                </a:lnTo>
                <a:lnTo>
                  <a:pt x="477219" y="8594"/>
                </a:lnTo>
                <a:lnTo>
                  <a:pt x="477184" y="8593"/>
                </a:lnTo>
                <a:lnTo>
                  <a:pt x="477149" y="8592"/>
                </a:lnTo>
                <a:lnTo>
                  <a:pt x="477113" y="8592"/>
                </a:lnTo>
                <a:lnTo>
                  <a:pt x="477076" y="8591"/>
                </a:lnTo>
                <a:lnTo>
                  <a:pt x="477039" y="8591"/>
                </a:lnTo>
                <a:lnTo>
                  <a:pt x="477001" y="8590"/>
                </a:lnTo>
                <a:lnTo>
                  <a:pt x="476962" y="8590"/>
                </a:lnTo>
                <a:lnTo>
                  <a:pt x="476922" y="8590"/>
                </a:lnTo>
                <a:lnTo>
                  <a:pt x="476882" y="8590"/>
                </a:lnTo>
                <a:lnTo>
                  <a:pt x="476838" y="8590"/>
                </a:lnTo>
                <a:lnTo>
                  <a:pt x="476795" y="8590"/>
                </a:lnTo>
                <a:lnTo>
                  <a:pt x="476752" y="8591"/>
                </a:lnTo>
                <a:lnTo>
                  <a:pt x="476710" y="8591"/>
                </a:lnTo>
                <a:lnTo>
                  <a:pt x="476669" y="8592"/>
                </a:lnTo>
                <a:lnTo>
                  <a:pt x="476628" y="8592"/>
                </a:lnTo>
                <a:lnTo>
                  <a:pt x="476588" y="8593"/>
                </a:lnTo>
                <a:lnTo>
                  <a:pt x="476549" y="8594"/>
                </a:lnTo>
                <a:lnTo>
                  <a:pt x="476511" y="8595"/>
                </a:lnTo>
                <a:lnTo>
                  <a:pt x="476473" y="8596"/>
                </a:lnTo>
                <a:lnTo>
                  <a:pt x="476436" y="8597"/>
                </a:lnTo>
                <a:lnTo>
                  <a:pt x="476400" y="8598"/>
                </a:lnTo>
                <a:lnTo>
                  <a:pt x="476364" y="8600"/>
                </a:lnTo>
                <a:lnTo>
                  <a:pt x="476330" y="8601"/>
                </a:lnTo>
                <a:lnTo>
                  <a:pt x="476296" y="8603"/>
                </a:lnTo>
                <a:lnTo>
                  <a:pt x="476262" y="8605"/>
                </a:lnTo>
                <a:lnTo>
                  <a:pt x="476230" y="8607"/>
                </a:lnTo>
                <a:lnTo>
                  <a:pt x="476198" y="8609"/>
                </a:lnTo>
                <a:lnTo>
                  <a:pt x="476167" y="8611"/>
                </a:lnTo>
                <a:lnTo>
                  <a:pt x="476136" y="8613"/>
                </a:lnTo>
                <a:lnTo>
                  <a:pt x="476106" y="8616"/>
                </a:lnTo>
                <a:lnTo>
                  <a:pt x="476077" y="8618"/>
                </a:lnTo>
                <a:lnTo>
                  <a:pt x="476049" y="8621"/>
                </a:lnTo>
                <a:lnTo>
                  <a:pt x="476022" y="8623"/>
                </a:lnTo>
                <a:lnTo>
                  <a:pt x="475995" y="8626"/>
                </a:lnTo>
                <a:lnTo>
                  <a:pt x="475969" y="8630"/>
                </a:lnTo>
                <a:lnTo>
                  <a:pt x="475943" y="8633"/>
                </a:lnTo>
                <a:lnTo>
                  <a:pt x="475918" y="8637"/>
                </a:lnTo>
                <a:lnTo>
                  <a:pt x="475893" y="8641"/>
                </a:lnTo>
                <a:lnTo>
                  <a:pt x="475869" y="8645"/>
                </a:lnTo>
                <a:lnTo>
                  <a:pt x="475846" y="8649"/>
                </a:lnTo>
                <a:lnTo>
                  <a:pt x="475823" y="8654"/>
                </a:lnTo>
                <a:lnTo>
                  <a:pt x="475801" y="8659"/>
                </a:lnTo>
                <a:lnTo>
                  <a:pt x="475779" y="8664"/>
                </a:lnTo>
                <a:lnTo>
                  <a:pt x="475758" y="8670"/>
                </a:lnTo>
                <a:lnTo>
                  <a:pt x="475738" y="8676"/>
                </a:lnTo>
                <a:lnTo>
                  <a:pt x="475718" y="8682"/>
                </a:lnTo>
                <a:lnTo>
                  <a:pt x="475698" y="8688"/>
                </a:lnTo>
                <a:lnTo>
                  <a:pt x="475680" y="8695"/>
                </a:lnTo>
                <a:lnTo>
                  <a:pt x="475661" y="8701"/>
                </a:lnTo>
                <a:lnTo>
                  <a:pt x="475644" y="8709"/>
                </a:lnTo>
                <a:lnTo>
                  <a:pt x="475627" y="8716"/>
                </a:lnTo>
                <a:lnTo>
                  <a:pt x="475610" y="8724"/>
                </a:lnTo>
                <a:lnTo>
                  <a:pt x="475595" y="8731"/>
                </a:lnTo>
                <a:lnTo>
                  <a:pt x="475579" y="8740"/>
                </a:lnTo>
                <a:lnTo>
                  <a:pt x="475565" y="8748"/>
                </a:lnTo>
                <a:lnTo>
                  <a:pt x="475551" y="8757"/>
                </a:lnTo>
                <a:lnTo>
                  <a:pt x="475537" y="8766"/>
                </a:lnTo>
                <a:lnTo>
                  <a:pt x="475524" y="8775"/>
                </a:lnTo>
                <a:lnTo>
                  <a:pt x="475512" y="8784"/>
                </a:lnTo>
                <a:lnTo>
                  <a:pt x="475500" y="8793"/>
                </a:lnTo>
                <a:lnTo>
                  <a:pt x="475489" y="8803"/>
                </a:lnTo>
                <a:lnTo>
                  <a:pt x="475478" y="8813"/>
                </a:lnTo>
                <a:lnTo>
                  <a:pt x="475468" y="8823"/>
                </a:lnTo>
                <a:lnTo>
                  <a:pt x="475459" y="8833"/>
                </a:lnTo>
                <a:lnTo>
                  <a:pt x="475450" y="8844"/>
                </a:lnTo>
                <a:lnTo>
                  <a:pt x="475441" y="8854"/>
                </a:lnTo>
                <a:lnTo>
                  <a:pt x="475434" y="8865"/>
                </a:lnTo>
                <a:lnTo>
                  <a:pt x="475427" y="8876"/>
                </a:lnTo>
                <a:lnTo>
                  <a:pt x="475420" y="8887"/>
                </a:lnTo>
                <a:lnTo>
                  <a:pt x="475414" y="8898"/>
                </a:lnTo>
                <a:lnTo>
                  <a:pt x="475409" y="8909"/>
                </a:lnTo>
                <a:lnTo>
                  <a:pt x="475404" y="8921"/>
                </a:lnTo>
                <a:lnTo>
                  <a:pt x="475400" y="8933"/>
                </a:lnTo>
                <a:lnTo>
                  <a:pt x="475396" y="8945"/>
                </a:lnTo>
                <a:lnTo>
                  <a:pt x="475393" y="8957"/>
                </a:lnTo>
                <a:lnTo>
                  <a:pt x="475390" y="8969"/>
                </a:lnTo>
                <a:lnTo>
                  <a:pt x="475389" y="8981"/>
                </a:lnTo>
                <a:lnTo>
                  <a:pt x="475387" y="8994"/>
                </a:lnTo>
                <a:lnTo>
                  <a:pt x="475386" y="9007"/>
                </a:lnTo>
                <a:lnTo>
                  <a:pt x="475386" y="9020"/>
                </a:lnTo>
                <a:lnTo>
                  <a:pt x="475387" y="9033"/>
                </a:lnTo>
                <a:lnTo>
                  <a:pt x="475388" y="9046"/>
                </a:lnTo>
                <a:lnTo>
                  <a:pt x="475389" y="9060"/>
                </a:lnTo>
                <a:lnTo>
                  <a:pt x="475391" y="9074"/>
                </a:lnTo>
                <a:lnTo>
                  <a:pt x="475393" y="9088"/>
                </a:lnTo>
                <a:lnTo>
                  <a:pt x="475396" y="9102"/>
                </a:lnTo>
                <a:lnTo>
                  <a:pt x="475399" y="9117"/>
                </a:lnTo>
                <a:lnTo>
                  <a:pt x="475402" y="9132"/>
                </a:lnTo>
                <a:lnTo>
                  <a:pt x="475406" y="9147"/>
                </a:lnTo>
                <a:lnTo>
                  <a:pt x="475411" y="9163"/>
                </a:lnTo>
                <a:lnTo>
                  <a:pt x="475415" y="9178"/>
                </a:lnTo>
                <a:lnTo>
                  <a:pt x="475421" y="9194"/>
                </a:lnTo>
                <a:lnTo>
                  <a:pt x="475426" y="9211"/>
                </a:lnTo>
                <a:lnTo>
                  <a:pt x="475432" y="9227"/>
                </a:lnTo>
                <a:lnTo>
                  <a:pt x="475439" y="9244"/>
                </a:lnTo>
                <a:lnTo>
                  <a:pt x="475446" y="9261"/>
                </a:lnTo>
                <a:lnTo>
                  <a:pt x="475454" y="9278"/>
                </a:lnTo>
                <a:lnTo>
                  <a:pt x="475461" y="9296"/>
                </a:lnTo>
                <a:lnTo>
                  <a:pt x="475470" y="9313"/>
                </a:lnTo>
                <a:lnTo>
                  <a:pt x="475478" y="9331"/>
                </a:lnTo>
                <a:lnTo>
                  <a:pt x="475488" y="9350"/>
                </a:lnTo>
                <a:lnTo>
                  <a:pt x="475497" y="9368"/>
                </a:lnTo>
                <a:lnTo>
                  <a:pt x="475507" y="9387"/>
                </a:lnTo>
                <a:lnTo>
                  <a:pt x="475518" y="9406"/>
                </a:lnTo>
                <a:lnTo>
                  <a:pt x="475529" y="9426"/>
                </a:lnTo>
                <a:lnTo>
                  <a:pt x="479957" y="16495"/>
                </a:lnTo>
                <a:lnTo>
                  <a:pt x="475278" y="23832"/>
                </a:lnTo>
                <a:lnTo>
                  <a:pt x="475266" y="23851"/>
                </a:lnTo>
                <a:lnTo>
                  <a:pt x="475254" y="23870"/>
                </a:lnTo>
                <a:lnTo>
                  <a:pt x="475243" y="23889"/>
                </a:lnTo>
                <a:lnTo>
                  <a:pt x="475232" y="23908"/>
                </a:lnTo>
                <a:lnTo>
                  <a:pt x="475222" y="23926"/>
                </a:lnTo>
                <a:lnTo>
                  <a:pt x="475212" y="23944"/>
                </a:lnTo>
                <a:lnTo>
                  <a:pt x="475202" y="23962"/>
                </a:lnTo>
                <a:lnTo>
                  <a:pt x="475194" y="23979"/>
                </a:lnTo>
                <a:lnTo>
                  <a:pt x="475185" y="23997"/>
                </a:lnTo>
                <a:lnTo>
                  <a:pt x="475177" y="24014"/>
                </a:lnTo>
                <a:lnTo>
                  <a:pt x="475170" y="24030"/>
                </a:lnTo>
                <a:lnTo>
                  <a:pt x="475163" y="24047"/>
                </a:lnTo>
                <a:lnTo>
                  <a:pt x="475157" y="24063"/>
                </a:lnTo>
                <a:lnTo>
                  <a:pt x="475151" y="24079"/>
                </a:lnTo>
                <a:lnTo>
                  <a:pt x="475146" y="24095"/>
                </a:lnTo>
                <a:lnTo>
                  <a:pt x="475141" y="24110"/>
                </a:lnTo>
                <a:lnTo>
                  <a:pt x="475136" y="24125"/>
                </a:lnTo>
                <a:lnTo>
                  <a:pt x="475132" y="24140"/>
                </a:lnTo>
                <a:lnTo>
                  <a:pt x="475129" y="24155"/>
                </a:lnTo>
                <a:lnTo>
                  <a:pt x="475126" y="24169"/>
                </a:lnTo>
                <a:lnTo>
                  <a:pt x="475124" y="24183"/>
                </a:lnTo>
                <a:lnTo>
                  <a:pt x="475122" y="24197"/>
                </a:lnTo>
                <a:lnTo>
                  <a:pt x="475120" y="24211"/>
                </a:lnTo>
                <a:lnTo>
                  <a:pt x="475119" y="24224"/>
                </a:lnTo>
                <a:lnTo>
                  <a:pt x="475119" y="24237"/>
                </a:lnTo>
                <a:lnTo>
                  <a:pt x="475119" y="24250"/>
                </a:lnTo>
                <a:lnTo>
                  <a:pt x="475120" y="24263"/>
                </a:lnTo>
                <a:lnTo>
                  <a:pt x="475121" y="24276"/>
                </a:lnTo>
                <a:lnTo>
                  <a:pt x="475122" y="24288"/>
                </a:lnTo>
                <a:lnTo>
                  <a:pt x="475124" y="24300"/>
                </a:lnTo>
                <a:lnTo>
                  <a:pt x="475127" y="24312"/>
                </a:lnTo>
                <a:lnTo>
                  <a:pt x="475130" y="24324"/>
                </a:lnTo>
                <a:lnTo>
                  <a:pt x="475134" y="24335"/>
                </a:lnTo>
                <a:lnTo>
                  <a:pt x="475138" y="24346"/>
                </a:lnTo>
                <a:lnTo>
                  <a:pt x="475143" y="24358"/>
                </a:lnTo>
                <a:lnTo>
                  <a:pt x="475149" y="24368"/>
                </a:lnTo>
                <a:lnTo>
                  <a:pt x="475154" y="24379"/>
                </a:lnTo>
                <a:lnTo>
                  <a:pt x="475161" y="24390"/>
                </a:lnTo>
                <a:lnTo>
                  <a:pt x="475168" y="24400"/>
                </a:lnTo>
                <a:lnTo>
                  <a:pt x="475175" y="24410"/>
                </a:lnTo>
                <a:lnTo>
                  <a:pt x="475183" y="24420"/>
                </a:lnTo>
                <a:lnTo>
                  <a:pt x="475191" y="24430"/>
                </a:lnTo>
                <a:lnTo>
                  <a:pt x="475200" y="24439"/>
                </a:lnTo>
                <a:lnTo>
                  <a:pt x="475210" y="24448"/>
                </a:lnTo>
                <a:lnTo>
                  <a:pt x="475220" y="24457"/>
                </a:lnTo>
                <a:lnTo>
                  <a:pt x="475230" y="24466"/>
                </a:lnTo>
                <a:lnTo>
                  <a:pt x="475241" y="24475"/>
                </a:lnTo>
                <a:lnTo>
                  <a:pt x="475253" y="24483"/>
                </a:lnTo>
                <a:lnTo>
                  <a:pt x="475265" y="24492"/>
                </a:lnTo>
                <a:lnTo>
                  <a:pt x="475278" y="24500"/>
                </a:lnTo>
                <a:lnTo>
                  <a:pt x="475291" y="24508"/>
                </a:lnTo>
                <a:lnTo>
                  <a:pt x="475305" y="24515"/>
                </a:lnTo>
                <a:lnTo>
                  <a:pt x="475319" y="24523"/>
                </a:lnTo>
                <a:lnTo>
                  <a:pt x="475334" y="24530"/>
                </a:lnTo>
                <a:lnTo>
                  <a:pt x="475350" y="24537"/>
                </a:lnTo>
                <a:lnTo>
                  <a:pt x="475366" y="24544"/>
                </a:lnTo>
                <a:lnTo>
                  <a:pt x="475383" y="24550"/>
                </a:lnTo>
                <a:lnTo>
                  <a:pt x="475400" y="24557"/>
                </a:lnTo>
                <a:lnTo>
                  <a:pt x="475418" y="24563"/>
                </a:lnTo>
                <a:lnTo>
                  <a:pt x="475437" y="24569"/>
                </a:lnTo>
                <a:lnTo>
                  <a:pt x="475456" y="24575"/>
                </a:lnTo>
                <a:lnTo>
                  <a:pt x="475476" y="24580"/>
                </a:lnTo>
                <a:lnTo>
                  <a:pt x="475496" y="24586"/>
                </a:lnTo>
                <a:lnTo>
                  <a:pt x="475517" y="24591"/>
                </a:lnTo>
                <a:lnTo>
                  <a:pt x="475538" y="24596"/>
                </a:lnTo>
                <a:lnTo>
                  <a:pt x="475560" y="24601"/>
                </a:lnTo>
                <a:lnTo>
                  <a:pt x="475583" y="24605"/>
                </a:lnTo>
                <a:lnTo>
                  <a:pt x="475606" y="24610"/>
                </a:lnTo>
                <a:lnTo>
                  <a:pt x="475630" y="24614"/>
                </a:lnTo>
                <a:lnTo>
                  <a:pt x="475654" y="24618"/>
                </a:lnTo>
                <a:lnTo>
                  <a:pt x="475679" y="24622"/>
                </a:lnTo>
                <a:lnTo>
                  <a:pt x="475704" y="24625"/>
                </a:lnTo>
                <a:lnTo>
                  <a:pt x="475730" y="24629"/>
                </a:lnTo>
                <a:lnTo>
                  <a:pt x="475757" y="24632"/>
                </a:lnTo>
                <a:lnTo>
                  <a:pt x="475784" y="24635"/>
                </a:lnTo>
                <a:lnTo>
                  <a:pt x="475812" y="24638"/>
                </a:lnTo>
                <a:lnTo>
                  <a:pt x="475841" y="24641"/>
                </a:lnTo>
                <a:lnTo>
                  <a:pt x="475870" y="24644"/>
                </a:lnTo>
                <a:lnTo>
                  <a:pt x="475899" y="24646"/>
                </a:lnTo>
                <a:lnTo>
                  <a:pt x="475930" y="24649"/>
                </a:lnTo>
                <a:lnTo>
                  <a:pt x="475961" y="24651"/>
                </a:lnTo>
                <a:lnTo>
                  <a:pt x="475992" y="24653"/>
                </a:lnTo>
                <a:lnTo>
                  <a:pt x="476024" y="24655"/>
                </a:lnTo>
                <a:lnTo>
                  <a:pt x="476057" y="24657"/>
                </a:lnTo>
                <a:lnTo>
                  <a:pt x="476091" y="24658"/>
                </a:lnTo>
                <a:lnTo>
                  <a:pt x="476125" y="24660"/>
                </a:lnTo>
                <a:lnTo>
                  <a:pt x="476159" y="24661"/>
                </a:lnTo>
                <a:lnTo>
                  <a:pt x="476194" y="24663"/>
                </a:lnTo>
                <a:lnTo>
                  <a:pt x="476230" y="24664"/>
                </a:lnTo>
                <a:lnTo>
                  <a:pt x="476267" y="24665"/>
                </a:lnTo>
                <a:lnTo>
                  <a:pt x="476304" y="24665"/>
                </a:lnTo>
                <a:lnTo>
                  <a:pt x="476341" y="24666"/>
                </a:lnTo>
                <a:lnTo>
                  <a:pt x="476380" y="24667"/>
                </a:lnTo>
                <a:lnTo>
                  <a:pt x="476418" y="24667"/>
                </a:lnTo>
                <a:lnTo>
                  <a:pt x="476458" y="24667"/>
                </a:lnTo>
                <a:lnTo>
                  <a:pt x="476498" y="24667"/>
                </a:lnTo>
                <a:lnTo>
                  <a:pt x="476537" y="24667"/>
                </a:lnTo>
                <a:lnTo>
                  <a:pt x="476575" y="24667"/>
                </a:lnTo>
                <a:lnTo>
                  <a:pt x="476612" y="24667"/>
                </a:lnTo>
                <a:lnTo>
                  <a:pt x="476649" y="24667"/>
                </a:lnTo>
                <a:lnTo>
                  <a:pt x="476685" y="24666"/>
                </a:lnTo>
                <a:lnTo>
                  <a:pt x="476721" y="24666"/>
                </a:lnTo>
                <a:lnTo>
                  <a:pt x="476755" y="24665"/>
                </a:lnTo>
                <a:lnTo>
                  <a:pt x="476790" y="24664"/>
                </a:lnTo>
                <a:lnTo>
                  <a:pt x="476823" y="24664"/>
                </a:lnTo>
                <a:lnTo>
                  <a:pt x="476856" y="24663"/>
                </a:lnTo>
                <a:lnTo>
                  <a:pt x="476888" y="24662"/>
                </a:lnTo>
                <a:lnTo>
                  <a:pt x="476920" y="24661"/>
                </a:lnTo>
                <a:lnTo>
                  <a:pt x="476951" y="24660"/>
                </a:lnTo>
                <a:lnTo>
                  <a:pt x="476981" y="24659"/>
                </a:lnTo>
                <a:lnTo>
                  <a:pt x="477011" y="24657"/>
                </a:lnTo>
                <a:lnTo>
                  <a:pt x="477040" y="24656"/>
                </a:lnTo>
                <a:lnTo>
                  <a:pt x="477069" y="24655"/>
                </a:lnTo>
                <a:lnTo>
                  <a:pt x="477097" y="24653"/>
                </a:lnTo>
                <a:lnTo>
                  <a:pt x="477124" y="24652"/>
                </a:lnTo>
                <a:lnTo>
                  <a:pt x="477150" y="24650"/>
                </a:lnTo>
                <a:lnTo>
                  <a:pt x="477176" y="24648"/>
                </a:lnTo>
                <a:lnTo>
                  <a:pt x="477201" y="24646"/>
                </a:lnTo>
                <a:lnTo>
                  <a:pt x="477226" y="24644"/>
                </a:lnTo>
                <a:lnTo>
                  <a:pt x="477250" y="24642"/>
                </a:lnTo>
                <a:lnTo>
                  <a:pt x="477274" y="24640"/>
                </a:lnTo>
                <a:lnTo>
                  <a:pt x="477297" y="24638"/>
                </a:lnTo>
                <a:lnTo>
                  <a:pt x="477319" y="24635"/>
                </a:lnTo>
                <a:lnTo>
                  <a:pt x="477342" y="24633"/>
                </a:lnTo>
                <a:lnTo>
                  <a:pt x="477364" y="24630"/>
                </a:lnTo>
                <a:lnTo>
                  <a:pt x="477385" y="24628"/>
                </a:lnTo>
                <a:lnTo>
                  <a:pt x="477407" y="24625"/>
                </a:lnTo>
                <a:lnTo>
                  <a:pt x="477427" y="24622"/>
                </a:lnTo>
                <a:lnTo>
                  <a:pt x="477448" y="24619"/>
                </a:lnTo>
                <a:lnTo>
                  <a:pt x="477468" y="24615"/>
                </a:lnTo>
                <a:lnTo>
                  <a:pt x="477488" y="24612"/>
                </a:lnTo>
                <a:lnTo>
                  <a:pt x="477507" y="24609"/>
                </a:lnTo>
                <a:lnTo>
                  <a:pt x="477526" y="24605"/>
                </a:lnTo>
                <a:lnTo>
                  <a:pt x="477545" y="24602"/>
                </a:lnTo>
                <a:lnTo>
                  <a:pt x="477563" y="24598"/>
                </a:lnTo>
                <a:lnTo>
                  <a:pt x="477581" y="24594"/>
                </a:lnTo>
                <a:lnTo>
                  <a:pt x="477598" y="24590"/>
                </a:lnTo>
                <a:lnTo>
                  <a:pt x="477615" y="24586"/>
                </a:lnTo>
                <a:lnTo>
                  <a:pt x="477632" y="24582"/>
                </a:lnTo>
                <a:lnTo>
                  <a:pt x="477648" y="24577"/>
                </a:lnTo>
                <a:lnTo>
                  <a:pt x="477664" y="24573"/>
                </a:lnTo>
                <a:lnTo>
                  <a:pt x="477680" y="24568"/>
                </a:lnTo>
                <a:lnTo>
                  <a:pt x="477695" y="24563"/>
                </a:lnTo>
                <a:lnTo>
                  <a:pt x="477710" y="24559"/>
                </a:lnTo>
                <a:lnTo>
                  <a:pt x="477724" y="24554"/>
                </a:lnTo>
                <a:lnTo>
                  <a:pt x="477738" y="24549"/>
                </a:lnTo>
                <a:lnTo>
                  <a:pt x="477752" y="24543"/>
                </a:lnTo>
                <a:lnTo>
                  <a:pt x="477766" y="24538"/>
                </a:lnTo>
                <a:lnTo>
                  <a:pt x="477779" y="24533"/>
                </a:lnTo>
                <a:lnTo>
                  <a:pt x="477792" y="24527"/>
                </a:lnTo>
                <a:lnTo>
                  <a:pt x="477805" y="24522"/>
                </a:lnTo>
                <a:lnTo>
                  <a:pt x="477817" y="24516"/>
                </a:lnTo>
                <a:lnTo>
                  <a:pt x="477830" y="24510"/>
                </a:lnTo>
                <a:lnTo>
                  <a:pt x="477841" y="24504"/>
                </a:lnTo>
                <a:lnTo>
                  <a:pt x="477853" y="24498"/>
                </a:lnTo>
                <a:lnTo>
                  <a:pt x="477864" y="24492"/>
                </a:lnTo>
                <a:lnTo>
                  <a:pt x="477875" y="24485"/>
                </a:lnTo>
                <a:lnTo>
                  <a:pt x="477886" y="24479"/>
                </a:lnTo>
                <a:lnTo>
                  <a:pt x="477896" y="24472"/>
                </a:lnTo>
                <a:lnTo>
                  <a:pt x="477906" y="24466"/>
                </a:lnTo>
                <a:lnTo>
                  <a:pt x="477916" y="24459"/>
                </a:lnTo>
                <a:lnTo>
                  <a:pt x="477926" y="24452"/>
                </a:lnTo>
                <a:lnTo>
                  <a:pt x="477935" y="24445"/>
                </a:lnTo>
                <a:lnTo>
                  <a:pt x="477944" y="24438"/>
                </a:lnTo>
                <a:lnTo>
                  <a:pt x="477953" y="24431"/>
                </a:lnTo>
                <a:lnTo>
                  <a:pt x="477961" y="24423"/>
                </a:lnTo>
                <a:lnTo>
                  <a:pt x="477969" y="24416"/>
                </a:lnTo>
                <a:lnTo>
                  <a:pt x="477977" y="24408"/>
                </a:lnTo>
                <a:lnTo>
                  <a:pt x="477985" y="24400"/>
                </a:lnTo>
                <a:lnTo>
                  <a:pt x="477992" y="24393"/>
                </a:lnTo>
                <a:lnTo>
                  <a:pt x="478000" y="24385"/>
                </a:lnTo>
                <a:lnTo>
                  <a:pt x="478007" y="24377"/>
                </a:lnTo>
                <a:lnTo>
                  <a:pt x="478014" y="24369"/>
                </a:lnTo>
                <a:lnTo>
                  <a:pt x="478021" y="24361"/>
                </a:lnTo>
                <a:lnTo>
                  <a:pt x="478029" y="24352"/>
                </a:lnTo>
                <a:lnTo>
                  <a:pt x="478036" y="24344"/>
                </a:lnTo>
                <a:lnTo>
                  <a:pt x="478042" y="24336"/>
                </a:lnTo>
                <a:lnTo>
                  <a:pt x="478049" y="24327"/>
                </a:lnTo>
                <a:lnTo>
                  <a:pt x="478056" y="24319"/>
                </a:lnTo>
                <a:lnTo>
                  <a:pt x="478063" y="24310"/>
                </a:lnTo>
                <a:lnTo>
                  <a:pt x="478069" y="24301"/>
                </a:lnTo>
                <a:lnTo>
                  <a:pt x="478076" y="24292"/>
                </a:lnTo>
                <a:lnTo>
                  <a:pt x="478082" y="24283"/>
                </a:lnTo>
                <a:lnTo>
                  <a:pt x="478088" y="24274"/>
                </a:lnTo>
                <a:lnTo>
                  <a:pt x="478095" y="24265"/>
                </a:lnTo>
                <a:lnTo>
                  <a:pt x="478101" y="24256"/>
                </a:lnTo>
                <a:lnTo>
                  <a:pt x="478107" y="24247"/>
                </a:lnTo>
                <a:lnTo>
                  <a:pt x="478113" y="24238"/>
                </a:lnTo>
                <a:lnTo>
                  <a:pt x="478119" y="24228"/>
                </a:lnTo>
                <a:lnTo>
                  <a:pt x="478125" y="24219"/>
                </a:lnTo>
                <a:lnTo>
                  <a:pt x="478130" y="24209"/>
                </a:lnTo>
                <a:lnTo>
                  <a:pt x="478136" y="24199"/>
                </a:lnTo>
                <a:lnTo>
                  <a:pt x="481729" y="18233"/>
                </a:lnTo>
                <a:lnTo>
                  <a:pt x="485339" y="24199"/>
                </a:lnTo>
                <a:lnTo>
                  <a:pt x="485344" y="24209"/>
                </a:lnTo>
                <a:lnTo>
                  <a:pt x="485350" y="24219"/>
                </a:lnTo>
                <a:lnTo>
                  <a:pt x="485356" y="24228"/>
                </a:lnTo>
                <a:lnTo>
                  <a:pt x="485362" y="24238"/>
                </a:lnTo>
                <a:lnTo>
                  <a:pt x="485368" y="24247"/>
                </a:lnTo>
                <a:lnTo>
                  <a:pt x="485374" y="24256"/>
                </a:lnTo>
                <a:lnTo>
                  <a:pt x="485380" y="24265"/>
                </a:lnTo>
                <a:lnTo>
                  <a:pt x="485386" y="24274"/>
                </a:lnTo>
                <a:lnTo>
                  <a:pt x="485392" y="24283"/>
                </a:lnTo>
                <a:lnTo>
                  <a:pt x="485399" y="24292"/>
                </a:lnTo>
                <a:lnTo>
                  <a:pt x="485405" y="24301"/>
                </a:lnTo>
                <a:lnTo>
                  <a:pt x="485412" y="24310"/>
                </a:lnTo>
                <a:lnTo>
                  <a:pt x="485419" y="24319"/>
                </a:lnTo>
                <a:lnTo>
                  <a:pt x="485425" y="24327"/>
                </a:lnTo>
                <a:lnTo>
                  <a:pt x="485432" y="24336"/>
                </a:lnTo>
                <a:lnTo>
                  <a:pt x="485439" y="24344"/>
                </a:lnTo>
                <a:lnTo>
                  <a:pt x="485446" y="24352"/>
                </a:lnTo>
                <a:lnTo>
                  <a:pt x="485453" y="24361"/>
                </a:lnTo>
                <a:lnTo>
                  <a:pt x="485460" y="24369"/>
                </a:lnTo>
                <a:lnTo>
                  <a:pt x="485468" y="24377"/>
                </a:lnTo>
                <a:lnTo>
                  <a:pt x="485475" y="24385"/>
                </a:lnTo>
                <a:lnTo>
                  <a:pt x="485482" y="24393"/>
                </a:lnTo>
                <a:lnTo>
                  <a:pt x="485490" y="24400"/>
                </a:lnTo>
                <a:lnTo>
                  <a:pt x="485498" y="24408"/>
                </a:lnTo>
                <a:lnTo>
                  <a:pt x="485505" y="24416"/>
                </a:lnTo>
                <a:lnTo>
                  <a:pt x="485513" y="24423"/>
                </a:lnTo>
                <a:lnTo>
                  <a:pt x="485522" y="24431"/>
                </a:lnTo>
                <a:lnTo>
                  <a:pt x="485531" y="24438"/>
                </a:lnTo>
                <a:lnTo>
                  <a:pt x="485539" y="24445"/>
                </a:lnTo>
                <a:lnTo>
                  <a:pt x="485549" y="24452"/>
                </a:lnTo>
                <a:lnTo>
                  <a:pt x="485558" y="24459"/>
                </a:lnTo>
                <a:lnTo>
                  <a:pt x="485568" y="24466"/>
                </a:lnTo>
                <a:lnTo>
                  <a:pt x="485578" y="24472"/>
                </a:lnTo>
                <a:lnTo>
                  <a:pt x="485589" y="24479"/>
                </a:lnTo>
                <a:lnTo>
                  <a:pt x="485599" y="24485"/>
                </a:lnTo>
                <a:lnTo>
                  <a:pt x="485610" y="24492"/>
                </a:lnTo>
                <a:lnTo>
                  <a:pt x="485622" y="24498"/>
                </a:lnTo>
                <a:lnTo>
                  <a:pt x="485633" y="24504"/>
                </a:lnTo>
                <a:lnTo>
                  <a:pt x="485645" y="24510"/>
                </a:lnTo>
                <a:lnTo>
                  <a:pt x="485657" y="24516"/>
                </a:lnTo>
                <a:lnTo>
                  <a:pt x="485670" y="24522"/>
                </a:lnTo>
                <a:lnTo>
                  <a:pt x="485682" y="24527"/>
                </a:lnTo>
                <a:lnTo>
                  <a:pt x="485695" y="24533"/>
                </a:lnTo>
                <a:lnTo>
                  <a:pt x="485709" y="24538"/>
                </a:lnTo>
                <a:lnTo>
                  <a:pt x="485722" y="24543"/>
                </a:lnTo>
                <a:lnTo>
                  <a:pt x="485736" y="24549"/>
                </a:lnTo>
                <a:lnTo>
                  <a:pt x="485750" y="24554"/>
                </a:lnTo>
                <a:lnTo>
                  <a:pt x="485765" y="24559"/>
                </a:lnTo>
                <a:lnTo>
                  <a:pt x="485780" y="24563"/>
                </a:lnTo>
                <a:lnTo>
                  <a:pt x="485795" y="24568"/>
                </a:lnTo>
                <a:lnTo>
                  <a:pt x="485811" y="24573"/>
                </a:lnTo>
                <a:lnTo>
                  <a:pt x="485827" y="24577"/>
                </a:lnTo>
                <a:lnTo>
                  <a:pt x="485843" y="24582"/>
                </a:lnTo>
                <a:lnTo>
                  <a:pt x="485860" y="24586"/>
                </a:lnTo>
                <a:lnTo>
                  <a:pt x="485877" y="24590"/>
                </a:lnTo>
                <a:lnTo>
                  <a:pt x="485895" y="24594"/>
                </a:lnTo>
                <a:lnTo>
                  <a:pt x="485913" y="24598"/>
                </a:lnTo>
                <a:lnTo>
                  <a:pt x="485931" y="24602"/>
                </a:lnTo>
                <a:lnTo>
                  <a:pt x="485950" y="24605"/>
                </a:lnTo>
                <a:lnTo>
                  <a:pt x="485970" y="24609"/>
                </a:lnTo>
                <a:lnTo>
                  <a:pt x="485989" y="24612"/>
                </a:lnTo>
                <a:lnTo>
                  <a:pt x="486009" y="24615"/>
                </a:lnTo>
                <a:lnTo>
                  <a:pt x="486030" y="24619"/>
                </a:lnTo>
                <a:lnTo>
                  <a:pt x="486051" y="24622"/>
                </a:lnTo>
                <a:lnTo>
                  <a:pt x="486072" y="24625"/>
                </a:lnTo>
                <a:lnTo>
                  <a:pt x="486094" y="24628"/>
                </a:lnTo>
                <a:lnTo>
                  <a:pt x="486116" y="24630"/>
                </a:lnTo>
                <a:lnTo>
                  <a:pt x="486139" y="24633"/>
                </a:lnTo>
                <a:lnTo>
                  <a:pt x="486162" y="24635"/>
                </a:lnTo>
                <a:lnTo>
                  <a:pt x="486185" y="24638"/>
                </a:lnTo>
                <a:lnTo>
                  <a:pt x="486209" y="24640"/>
                </a:lnTo>
                <a:lnTo>
                  <a:pt x="486233" y="24642"/>
                </a:lnTo>
                <a:lnTo>
                  <a:pt x="486258" y="24644"/>
                </a:lnTo>
                <a:lnTo>
                  <a:pt x="486283" y="24646"/>
                </a:lnTo>
                <a:lnTo>
                  <a:pt x="486309" y="24648"/>
                </a:lnTo>
                <a:lnTo>
                  <a:pt x="486336" y="24650"/>
                </a:lnTo>
                <a:lnTo>
                  <a:pt x="486364" y="24652"/>
                </a:lnTo>
                <a:lnTo>
                  <a:pt x="486392" y="24653"/>
                </a:lnTo>
                <a:lnTo>
                  <a:pt x="486421" y="24655"/>
                </a:lnTo>
                <a:lnTo>
                  <a:pt x="486451" y="24656"/>
                </a:lnTo>
                <a:lnTo>
                  <a:pt x="486482" y="24657"/>
                </a:lnTo>
                <a:lnTo>
                  <a:pt x="486513" y="24659"/>
                </a:lnTo>
                <a:lnTo>
                  <a:pt x="486545" y="24660"/>
                </a:lnTo>
                <a:lnTo>
                  <a:pt x="486578" y="24661"/>
                </a:lnTo>
                <a:lnTo>
                  <a:pt x="486611" y="24662"/>
                </a:lnTo>
                <a:lnTo>
                  <a:pt x="486645" y="24663"/>
                </a:lnTo>
                <a:lnTo>
                  <a:pt x="486680" y="24664"/>
                </a:lnTo>
                <a:lnTo>
                  <a:pt x="486716" y="24664"/>
                </a:lnTo>
                <a:lnTo>
                  <a:pt x="486752" y="24665"/>
                </a:lnTo>
                <a:lnTo>
                  <a:pt x="486789" y="24666"/>
                </a:lnTo>
                <a:lnTo>
                  <a:pt x="486827" y="24666"/>
                </a:lnTo>
                <a:lnTo>
                  <a:pt x="486865" y="24667"/>
                </a:lnTo>
                <a:lnTo>
                  <a:pt x="486905" y="24667"/>
                </a:lnTo>
                <a:lnTo>
                  <a:pt x="486945" y="24667"/>
                </a:lnTo>
                <a:lnTo>
                  <a:pt x="486985" y="24667"/>
                </a:lnTo>
                <a:lnTo>
                  <a:pt x="487027" y="24667"/>
                </a:lnTo>
                <a:lnTo>
                  <a:pt x="487070" y="24667"/>
                </a:lnTo>
                <a:lnTo>
                  <a:pt x="487112" y="24667"/>
                </a:lnTo>
                <a:lnTo>
                  <a:pt x="487153" y="24667"/>
                </a:lnTo>
                <a:lnTo>
                  <a:pt x="487194" y="24666"/>
                </a:lnTo>
                <a:lnTo>
                  <a:pt x="487234" y="24665"/>
                </a:lnTo>
                <a:lnTo>
                  <a:pt x="487274" y="24665"/>
                </a:lnTo>
                <a:lnTo>
                  <a:pt x="487313" y="24664"/>
                </a:lnTo>
                <a:lnTo>
                  <a:pt x="487351" y="24663"/>
                </a:lnTo>
                <a:lnTo>
                  <a:pt x="487388" y="24661"/>
                </a:lnTo>
                <a:lnTo>
                  <a:pt x="487425" y="24660"/>
                </a:lnTo>
                <a:lnTo>
                  <a:pt x="487461" y="24658"/>
                </a:lnTo>
                <a:lnTo>
                  <a:pt x="487497" y="24657"/>
                </a:lnTo>
                <a:lnTo>
                  <a:pt x="487532" y="24655"/>
                </a:lnTo>
                <a:lnTo>
                  <a:pt x="487566" y="24653"/>
                </a:lnTo>
                <a:lnTo>
                  <a:pt x="487599" y="24651"/>
                </a:lnTo>
                <a:lnTo>
                  <a:pt x="487632" y="24649"/>
                </a:lnTo>
                <a:lnTo>
                  <a:pt x="487664" y="24646"/>
                </a:lnTo>
                <a:lnTo>
                  <a:pt x="487696" y="24644"/>
                </a:lnTo>
                <a:lnTo>
                  <a:pt x="487727" y="24641"/>
                </a:lnTo>
                <a:lnTo>
                  <a:pt x="487757" y="24638"/>
                </a:lnTo>
                <a:lnTo>
                  <a:pt x="487786" y="24635"/>
                </a:lnTo>
                <a:lnTo>
                  <a:pt x="487815" y="24632"/>
                </a:lnTo>
                <a:lnTo>
                  <a:pt x="487843" y="24629"/>
                </a:lnTo>
                <a:lnTo>
                  <a:pt x="487871" y="24625"/>
                </a:lnTo>
                <a:lnTo>
                  <a:pt x="487898" y="24622"/>
                </a:lnTo>
                <a:lnTo>
                  <a:pt x="487924" y="24618"/>
                </a:lnTo>
                <a:lnTo>
                  <a:pt x="487950" y="24614"/>
                </a:lnTo>
                <a:lnTo>
                  <a:pt x="487975" y="24610"/>
                </a:lnTo>
                <a:lnTo>
                  <a:pt x="487999" y="24605"/>
                </a:lnTo>
                <a:lnTo>
                  <a:pt x="488023" y="24601"/>
                </a:lnTo>
                <a:lnTo>
                  <a:pt x="488047" y="24596"/>
                </a:lnTo>
                <a:lnTo>
                  <a:pt x="488069" y="24591"/>
                </a:lnTo>
                <a:lnTo>
                  <a:pt x="488092" y="24586"/>
                </a:lnTo>
                <a:lnTo>
                  <a:pt x="488113" y="24580"/>
                </a:lnTo>
                <a:lnTo>
                  <a:pt x="488134" y="24575"/>
                </a:lnTo>
                <a:lnTo>
                  <a:pt x="488155" y="24569"/>
                </a:lnTo>
                <a:lnTo>
                  <a:pt x="488175" y="24563"/>
                </a:lnTo>
                <a:lnTo>
                  <a:pt x="488194" y="24557"/>
                </a:lnTo>
                <a:lnTo>
                  <a:pt x="488213" y="24550"/>
                </a:lnTo>
                <a:lnTo>
                  <a:pt x="488231" y="24544"/>
                </a:lnTo>
                <a:lnTo>
                  <a:pt x="488249" y="24537"/>
                </a:lnTo>
                <a:lnTo>
                  <a:pt x="488266" y="24530"/>
                </a:lnTo>
                <a:lnTo>
                  <a:pt x="488282" y="24523"/>
                </a:lnTo>
                <a:lnTo>
                  <a:pt x="488298" y="24515"/>
                </a:lnTo>
                <a:lnTo>
                  <a:pt x="488313" y="24508"/>
                </a:lnTo>
                <a:lnTo>
                  <a:pt x="488328" y="24500"/>
                </a:lnTo>
                <a:lnTo>
                  <a:pt x="488342" y="24492"/>
                </a:lnTo>
                <a:lnTo>
                  <a:pt x="488355" y="24483"/>
                </a:lnTo>
                <a:lnTo>
                  <a:pt x="488368" y="24475"/>
                </a:lnTo>
                <a:lnTo>
                  <a:pt x="488381" y="24466"/>
                </a:lnTo>
                <a:lnTo>
                  <a:pt x="488393" y="24457"/>
                </a:lnTo>
                <a:lnTo>
                  <a:pt x="488404" y="24448"/>
                </a:lnTo>
                <a:lnTo>
                  <a:pt x="488415" y="24439"/>
                </a:lnTo>
                <a:lnTo>
                  <a:pt x="488425" y="24430"/>
                </a:lnTo>
                <a:lnTo>
                  <a:pt x="488434" y="24420"/>
                </a:lnTo>
                <a:lnTo>
                  <a:pt x="488444" y="24410"/>
                </a:lnTo>
                <a:lnTo>
                  <a:pt x="488452" y="24400"/>
                </a:lnTo>
                <a:lnTo>
                  <a:pt x="488460" y="24390"/>
                </a:lnTo>
                <a:lnTo>
                  <a:pt x="488468" y="24379"/>
                </a:lnTo>
                <a:lnTo>
                  <a:pt x="488474" y="24368"/>
                </a:lnTo>
                <a:lnTo>
                  <a:pt x="488481" y="24358"/>
                </a:lnTo>
                <a:lnTo>
                  <a:pt x="488487" y="24346"/>
                </a:lnTo>
                <a:lnTo>
                  <a:pt x="488492" y="24335"/>
                </a:lnTo>
                <a:lnTo>
                  <a:pt x="488496" y="24324"/>
                </a:lnTo>
                <a:lnTo>
                  <a:pt x="488501" y="24312"/>
                </a:lnTo>
                <a:lnTo>
                  <a:pt x="488504" y="24300"/>
                </a:lnTo>
                <a:lnTo>
                  <a:pt x="488507" y="24288"/>
                </a:lnTo>
                <a:lnTo>
                  <a:pt x="488510" y="24276"/>
                </a:lnTo>
                <a:lnTo>
                  <a:pt x="488512" y="24263"/>
                </a:lnTo>
                <a:lnTo>
                  <a:pt x="488513" y="24250"/>
                </a:lnTo>
                <a:lnTo>
                  <a:pt x="488514" y="24237"/>
                </a:lnTo>
                <a:lnTo>
                  <a:pt x="488514" y="24224"/>
                </a:lnTo>
                <a:lnTo>
                  <a:pt x="488514" y="24211"/>
                </a:lnTo>
                <a:lnTo>
                  <a:pt x="488513" y="24197"/>
                </a:lnTo>
                <a:lnTo>
                  <a:pt x="488512" y="24183"/>
                </a:lnTo>
                <a:lnTo>
                  <a:pt x="488510" y="24169"/>
                </a:lnTo>
                <a:lnTo>
                  <a:pt x="488508" y="24155"/>
                </a:lnTo>
                <a:lnTo>
                  <a:pt x="488506" y="24140"/>
                </a:lnTo>
                <a:lnTo>
                  <a:pt x="488503" y="24125"/>
                </a:lnTo>
                <a:lnTo>
                  <a:pt x="488499" y="24110"/>
                </a:lnTo>
                <a:lnTo>
                  <a:pt x="488495" y="24095"/>
                </a:lnTo>
                <a:lnTo>
                  <a:pt x="488491" y="24079"/>
                </a:lnTo>
                <a:lnTo>
                  <a:pt x="488486" y="24063"/>
                </a:lnTo>
                <a:lnTo>
                  <a:pt x="488481" y="24047"/>
                </a:lnTo>
                <a:lnTo>
                  <a:pt x="488475" y="24030"/>
                </a:lnTo>
                <a:lnTo>
                  <a:pt x="488469" y="24014"/>
                </a:lnTo>
                <a:lnTo>
                  <a:pt x="488462" y="23997"/>
                </a:lnTo>
                <a:lnTo>
                  <a:pt x="488455" y="23979"/>
                </a:lnTo>
                <a:lnTo>
                  <a:pt x="488447" y="23962"/>
                </a:lnTo>
                <a:lnTo>
                  <a:pt x="488439" y="23944"/>
                </a:lnTo>
                <a:lnTo>
                  <a:pt x="488430" y="23926"/>
                </a:lnTo>
                <a:lnTo>
                  <a:pt x="488421" y="23908"/>
                </a:lnTo>
                <a:lnTo>
                  <a:pt x="488412" y="23889"/>
                </a:lnTo>
                <a:lnTo>
                  <a:pt x="488402" y="23870"/>
                </a:lnTo>
                <a:lnTo>
                  <a:pt x="488391" y="23851"/>
                </a:lnTo>
                <a:lnTo>
                  <a:pt x="488380" y="23832"/>
                </a:lnTo>
                <a:lnTo>
                  <a:pt x="483734" y="16411"/>
                </a:lnTo>
                <a:lnTo>
                  <a:pt x="488130" y="9426"/>
                </a:lnTo>
                <a:lnTo>
                  <a:pt x="488142" y="9405"/>
                </a:lnTo>
                <a:lnTo>
                  <a:pt x="488154" y="9384"/>
                </a:lnTo>
                <a:lnTo>
                  <a:pt x="488165" y="9364"/>
                </a:lnTo>
                <a:lnTo>
                  <a:pt x="488176" y="9344"/>
                </a:lnTo>
                <a:close/>
                <a:moveTo>
                  <a:pt x="273476" y="13452"/>
                </a:moveTo>
                <a:lnTo>
                  <a:pt x="273470" y="13342"/>
                </a:lnTo>
                <a:lnTo>
                  <a:pt x="273463" y="13232"/>
                </a:lnTo>
                <a:lnTo>
                  <a:pt x="273455" y="13125"/>
                </a:lnTo>
                <a:lnTo>
                  <a:pt x="273445" y="13018"/>
                </a:lnTo>
                <a:lnTo>
                  <a:pt x="273435" y="12913"/>
                </a:lnTo>
                <a:lnTo>
                  <a:pt x="273423" y="12808"/>
                </a:lnTo>
                <a:lnTo>
                  <a:pt x="273411" y="12705"/>
                </a:lnTo>
                <a:lnTo>
                  <a:pt x="273397" y="12604"/>
                </a:lnTo>
                <a:lnTo>
                  <a:pt x="273382" y="12503"/>
                </a:lnTo>
                <a:lnTo>
                  <a:pt x="273366" y="12404"/>
                </a:lnTo>
                <a:lnTo>
                  <a:pt x="273349" y="12306"/>
                </a:lnTo>
                <a:lnTo>
                  <a:pt x="273331" y="12209"/>
                </a:lnTo>
                <a:lnTo>
                  <a:pt x="273311" y="12113"/>
                </a:lnTo>
                <a:lnTo>
                  <a:pt x="273291" y="12019"/>
                </a:lnTo>
                <a:lnTo>
                  <a:pt x="273270" y="11926"/>
                </a:lnTo>
                <a:lnTo>
                  <a:pt x="273247" y="11834"/>
                </a:lnTo>
                <a:lnTo>
                  <a:pt x="273223" y="11743"/>
                </a:lnTo>
                <a:lnTo>
                  <a:pt x="273198" y="11653"/>
                </a:lnTo>
                <a:lnTo>
                  <a:pt x="273173" y="11565"/>
                </a:lnTo>
                <a:lnTo>
                  <a:pt x="273145" y="11478"/>
                </a:lnTo>
                <a:lnTo>
                  <a:pt x="273117" y="11392"/>
                </a:lnTo>
                <a:lnTo>
                  <a:pt x="273087" y="11307"/>
                </a:lnTo>
                <a:lnTo>
                  <a:pt x="273056" y="11223"/>
                </a:lnTo>
                <a:lnTo>
                  <a:pt x="273024" y="11141"/>
                </a:lnTo>
                <a:lnTo>
                  <a:pt x="272990" y="11060"/>
                </a:lnTo>
                <a:lnTo>
                  <a:pt x="272955" y="10980"/>
                </a:lnTo>
                <a:lnTo>
                  <a:pt x="272918" y="10901"/>
                </a:lnTo>
                <a:lnTo>
                  <a:pt x="272880" y="10823"/>
                </a:lnTo>
                <a:lnTo>
                  <a:pt x="272841" y="10747"/>
                </a:lnTo>
                <a:lnTo>
                  <a:pt x="272801" y="10672"/>
                </a:lnTo>
                <a:lnTo>
                  <a:pt x="272759" y="10598"/>
                </a:lnTo>
                <a:lnTo>
                  <a:pt x="272716" y="10525"/>
                </a:lnTo>
                <a:lnTo>
                  <a:pt x="272671" y="10453"/>
                </a:lnTo>
                <a:lnTo>
                  <a:pt x="272625" y="10383"/>
                </a:lnTo>
                <a:lnTo>
                  <a:pt x="272578" y="10313"/>
                </a:lnTo>
                <a:lnTo>
                  <a:pt x="272530" y="10245"/>
                </a:lnTo>
                <a:lnTo>
                  <a:pt x="272480" y="10178"/>
                </a:lnTo>
                <a:lnTo>
                  <a:pt x="272429" y="10113"/>
                </a:lnTo>
                <a:lnTo>
                  <a:pt x="272376" y="10048"/>
                </a:lnTo>
                <a:lnTo>
                  <a:pt x="272323" y="9985"/>
                </a:lnTo>
                <a:lnTo>
                  <a:pt x="272267" y="9922"/>
                </a:lnTo>
                <a:lnTo>
                  <a:pt x="272211" y="9861"/>
                </a:lnTo>
                <a:lnTo>
                  <a:pt x="272153" y="9802"/>
                </a:lnTo>
                <a:lnTo>
                  <a:pt x="272094" y="9743"/>
                </a:lnTo>
                <a:lnTo>
                  <a:pt x="272033" y="9686"/>
                </a:lnTo>
                <a:lnTo>
                  <a:pt x="271971" y="9629"/>
                </a:lnTo>
                <a:lnTo>
                  <a:pt x="271907" y="9574"/>
                </a:lnTo>
                <a:lnTo>
                  <a:pt x="271842" y="9521"/>
                </a:lnTo>
                <a:lnTo>
                  <a:pt x="271775" y="9468"/>
                </a:lnTo>
                <a:lnTo>
                  <a:pt x="271707" y="9417"/>
                </a:lnTo>
                <a:lnTo>
                  <a:pt x="271637" y="9366"/>
                </a:lnTo>
                <a:lnTo>
                  <a:pt x="271566" y="9317"/>
                </a:lnTo>
                <a:lnTo>
                  <a:pt x="271493" y="9269"/>
                </a:lnTo>
                <a:lnTo>
                  <a:pt x="271418" y="9223"/>
                </a:lnTo>
                <a:lnTo>
                  <a:pt x="271343" y="9177"/>
                </a:lnTo>
                <a:lnTo>
                  <a:pt x="271265" y="9133"/>
                </a:lnTo>
                <a:lnTo>
                  <a:pt x="271186" y="9090"/>
                </a:lnTo>
                <a:lnTo>
                  <a:pt x="271106" y="9048"/>
                </a:lnTo>
                <a:lnTo>
                  <a:pt x="271024" y="9007"/>
                </a:lnTo>
                <a:lnTo>
                  <a:pt x="270941" y="8967"/>
                </a:lnTo>
                <a:lnTo>
                  <a:pt x="270856" y="8929"/>
                </a:lnTo>
                <a:lnTo>
                  <a:pt x="270769" y="8892"/>
                </a:lnTo>
                <a:lnTo>
                  <a:pt x="270681" y="8856"/>
                </a:lnTo>
                <a:lnTo>
                  <a:pt x="270592" y="8821"/>
                </a:lnTo>
                <a:lnTo>
                  <a:pt x="270501" y="8787"/>
                </a:lnTo>
                <a:lnTo>
                  <a:pt x="270409" y="8755"/>
                </a:lnTo>
                <a:lnTo>
                  <a:pt x="270315" y="8724"/>
                </a:lnTo>
                <a:lnTo>
                  <a:pt x="270219" y="8694"/>
                </a:lnTo>
                <a:lnTo>
                  <a:pt x="270122" y="8665"/>
                </a:lnTo>
                <a:lnTo>
                  <a:pt x="270023" y="8638"/>
                </a:lnTo>
                <a:lnTo>
                  <a:pt x="269922" y="8611"/>
                </a:lnTo>
                <a:lnTo>
                  <a:pt x="269820" y="8587"/>
                </a:lnTo>
                <a:lnTo>
                  <a:pt x="269716" y="8563"/>
                </a:lnTo>
                <a:lnTo>
                  <a:pt x="269611" y="8541"/>
                </a:lnTo>
                <a:lnTo>
                  <a:pt x="269503" y="8520"/>
                </a:lnTo>
                <a:lnTo>
                  <a:pt x="269394" y="8500"/>
                </a:lnTo>
                <a:lnTo>
                  <a:pt x="269284" y="8481"/>
                </a:lnTo>
                <a:lnTo>
                  <a:pt x="269171" y="8464"/>
                </a:lnTo>
                <a:lnTo>
                  <a:pt x="269057" y="8448"/>
                </a:lnTo>
                <a:lnTo>
                  <a:pt x="268941" y="8433"/>
                </a:lnTo>
                <a:lnTo>
                  <a:pt x="268824" y="8420"/>
                </a:lnTo>
                <a:lnTo>
                  <a:pt x="268705" y="8408"/>
                </a:lnTo>
                <a:lnTo>
                  <a:pt x="268584" y="8397"/>
                </a:lnTo>
                <a:lnTo>
                  <a:pt x="268462" y="8387"/>
                </a:lnTo>
                <a:lnTo>
                  <a:pt x="268337" y="8379"/>
                </a:lnTo>
                <a:lnTo>
                  <a:pt x="268212" y="8372"/>
                </a:lnTo>
                <a:lnTo>
                  <a:pt x="268084" y="8366"/>
                </a:lnTo>
                <a:lnTo>
                  <a:pt x="267955" y="8362"/>
                </a:lnTo>
                <a:lnTo>
                  <a:pt x="267824" y="8359"/>
                </a:lnTo>
                <a:lnTo>
                  <a:pt x="267691" y="8357"/>
                </a:lnTo>
                <a:lnTo>
                  <a:pt x="267557" y="8356"/>
                </a:lnTo>
                <a:lnTo>
                  <a:pt x="267485" y="8356"/>
                </a:lnTo>
                <a:lnTo>
                  <a:pt x="267413" y="8357"/>
                </a:lnTo>
                <a:lnTo>
                  <a:pt x="267340" y="8359"/>
                </a:lnTo>
                <a:lnTo>
                  <a:pt x="267268" y="8360"/>
                </a:lnTo>
                <a:lnTo>
                  <a:pt x="267196" y="8363"/>
                </a:lnTo>
                <a:lnTo>
                  <a:pt x="267124" y="8366"/>
                </a:lnTo>
                <a:lnTo>
                  <a:pt x="267052" y="8369"/>
                </a:lnTo>
                <a:lnTo>
                  <a:pt x="266980" y="8374"/>
                </a:lnTo>
                <a:lnTo>
                  <a:pt x="266908" y="8378"/>
                </a:lnTo>
                <a:lnTo>
                  <a:pt x="266836" y="8383"/>
                </a:lnTo>
                <a:lnTo>
                  <a:pt x="266764" y="8389"/>
                </a:lnTo>
                <a:lnTo>
                  <a:pt x="266692" y="8395"/>
                </a:lnTo>
                <a:lnTo>
                  <a:pt x="266621" y="8402"/>
                </a:lnTo>
                <a:lnTo>
                  <a:pt x="266549" y="8410"/>
                </a:lnTo>
                <a:lnTo>
                  <a:pt x="266477" y="8418"/>
                </a:lnTo>
                <a:lnTo>
                  <a:pt x="266406" y="8426"/>
                </a:lnTo>
                <a:lnTo>
                  <a:pt x="266334" y="8435"/>
                </a:lnTo>
                <a:lnTo>
                  <a:pt x="266263" y="8445"/>
                </a:lnTo>
                <a:lnTo>
                  <a:pt x="266192" y="8455"/>
                </a:lnTo>
                <a:lnTo>
                  <a:pt x="266120" y="8465"/>
                </a:lnTo>
                <a:lnTo>
                  <a:pt x="266049" y="8476"/>
                </a:lnTo>
                <a:lnTo>
                  <a:pt x="265978" y="8488"/>
                </a:lnTo>
                <a:lnTo>
                  <a:pt x="265907" y="8500"/>
                </a:lnTo>
                <a:lnTo>
                  <a:pt x="265836" y="8513"/>
                </a:lnTo>
                <a:lnTo>
                  <a:pt x="265765" y="8527"/>
                </a:lnTo>
                <a:lnTo>
                  <a:pt x="265695" y="8540"/>
                </a:lnTo>
                <a:lnTo>
                  <a:pt x="265625" y="8554"/>
                </a:lnTo>
                <a:lnTo>
                  <a:pt x="265555" y="8568"/>
                </a:lnTo>
                <a:lnTo>
                  <a:pt x="265487" y="8582"/>
                </a:lnTo>
                <a:lnTo>
                  <a:pt x="265418" y="8597"/>
                </a:lnTo>
                <a:lnTo>
                  <a:pt x="265350" y="8612"/>
                </a:lnTo>
                <a:lnTo>
                  <a:pt x="265283" y="8627"/>
                </a:lnTo>
                <a:lnTo>
                  <a:pt x="265215" y="8642"/>
                </a:lnTo>
                <a:lnTo>
                  <a:pt x="265149" y="8658"/>
                </a:lnTo>
                <a:lnTo>
                  <a:pt x="265083" y="8674"/>
                </a:lnTo>
                <a:lnTo>
                  <a:pt x="265017" y="8691"/>
                </a:lnTo>
                <a:lnTo>
                  <a:pt x="264952" y="8707"/>
                </a:lnTo>
                <a:lnTo>
                  <a:pt x="264887" y="8724"/>
                </a:lnTo>
                <a:lnTo>
                  <a:pt x="264823" y="8741"/>
                </a:lnTo>
                <a:lnTo>
                  <a:pt x="264759" y="8759"/>
                </a:lnTo>
                <a:lnTo>
                  <a:pt x="264696" y="8777"/>
                </a:lnTo>
                <a:lnTo>
                  <a:pt x="264633" y="8795"/>
                </a:lnTo>
                <a:lnTo>
                  <a:pt x="264570" y="8813"/>
                </a:lnTo>
                <a:lnTo>
                  <a:pt x="264508" y="8832"/>
                </a:lnTo>
                <a:lnTo>
                  <a:pt x="264447" y="8851"/>
                </a:lnTo>
                <a:lnTo>
                  <a:pt x="264386" y="8870"/>
                </a:lnTo>
                <a:lnTo>
                  <a:pt x="264325" y="8889"/>
                </a:lnTo>
                <a:lnTo>
                  <a:pt x="264265" y="8909"/>
                </a:lnTo>
                <a:lnTo>
                  <a:pt x="264205" y="8929"/>
                </a:lnTo>
                <a:lnTo>
                  <a:pt x="264146" y="8949"/>
                </a:lnTo>
                <a:lnTo>
                  <a:pt x="264088" y="8970"/>
                </a:lnTo>
                <a:lnTo>
                  <a:pt x="264030" y="8990"/>
                </a:lnTo>
                <a:lnTo>
                  <a:pt x="263973" y="9011"/>
                </a:lnTo>
                <a:lnTo>
                  <a:pt x="263916" y="9032"/>
                </a:lnTo>
                <a:lnTo>
                  <a:pt x="263860" y="9053"/>
                </a:lnTo>
                <a:lnTo>
                  <a:pt x="263804" y="9074"/>
                </a:lnTo>
                <a:lnTo>
                  <a:pt x="263749" y="9096"/>
                </a:lnTo>
                <a:lnTo>
                  <a:pt x="263695" y="9117"/>
                </a:lnTo>
                <a:lnTo>
                  <a:pt x="263641" y="9139"/>
                </a:lnTo>
                <a:lnTo>
                  <a:pt x="263588" y="9161"/>
                </a:lnTo>
                <a:lnTo>
                  <a:pt x="263535" y="9183"/>
                </a:lnTo>
                <a:lnTo>
                  <a:pt x="263483" y="9205"/>
                </a:lnTo>
                <a:lnTo>
                  <a:pt x="263432" y="9228"/>
                </a:lnTo>
                <a:lnTo>
                  <a:pt x="263381" y="9250"/>
                </a:lnTo>
                <a:lnTo>
                  <a:pt x="263331" y="9273"/>
                </a:lnTo>
                <a:lnTo>
                  <a:pt x="263281" y="9296"/>
                </a:lnTo>
                <a:lnTo>
                  <a:pt x="263232" y="9319"/>
                </a:lnTo>
                <a:lnTo>
                  <a:pt x="263183" y="9343"/>
                </a:lnTo>
                <a:lnTo>
                  <a:pt x="263135" y="9366"/>
                </a:lnTo>
                <a:lnTo>
                  <a:pt x="263088" y="9390"/>
                </a:lnTo>
                <a:lnTo>
                  <a:pt x="263041" y="9414"/>
                </a:lnTo>
                <a:lnTo>
                  <a:pt x="262995" y="9438"/>
                </a:lnTo>
                <a:lnTo>
                  <a:pt x="262949" y="9462"/>
                </a:lnTo>
                <a:lnTo>
                  <a:pt x="262905" y="9485"/>
                </a:lnTo>
                <a:lnTo>
                  <a:pt x="262862" y="9509"/>
                </a:lnTo>
                <a:lnTo>
                  <a:pt x="262820" y="9532"/>
                </a:lnTo>
                <a:lnTo>
                  <a:pt x="262779" y="9555"/>
                </a:lnTo>
                <a:lnTo>
                  <a:pt x="262739" y="9578"/>
                </a:lnTo>
                <a:lnTo>
                  <a:pt x="262701" y="9600"/>
                </a:lnTo>
                <a:lnTo>
                  <a:pt x="262663" y="9622"/>
                </a:lnTo>
                <a:lnTo>
                  <a:pt x="262627" y="9644"/>
                </a:lnTo>
                <a:lnTo>
                  <a:pt x="262592" y="9666"/>
                </a:lnTo>
                <a:lnTo>
                  <a:pt x="262558" y="9687"/>
                </a:lnTo>
                <a:lnTo>
                  <a:pt x="262525" y="9709"/>
                </a:lnTo>
                <a:lnTo>
                  <a:pt x="262493" y="9730"/>
                </a:lnTo>
                <a:lnTo>
                  <a:pt x="262462" y="9750"/>
                </a:lnTo>
                <a:lnTo>
                  <a:pt x="262433" y="9771"/>
                </a:lnTo>
                <a:lnTo>
                  <a:pt x="262404" y="9791"/>
                </a:lnTo>
                <a:lnTo>
                  <a:pt x="262377" y="9811"/>
                </a:lnTo>
                <a:lnTo>
                  <a:pt x="262351" y="9831"/>
                </a:lnTo>
                <a:lnTo>
                  <a:pt x="262326" y="9850"/>
                </a:lnTo>
                <a:lnTo>
                  <a:pt x="262302" y="9869"/>
                </a:lnTo>
                <a:lnTo>
                  <a:pt x="262279" y="9888"/>
                </a:lnTo>
                <a:lnTo>
                  <a:pt x="262258" y="9907"/>
                </a:lnTo>
                <a:lnTo>
                  <a:pt x="262237" y="9926"/>
                </a:lnTo>
                <a:lnTo>
                  <a:pt x="262218" y="9944"/>
                </a:lnTo>
                <a:lnTo>
                  <a:pt x="262199" y="9962"/>
                </a:lnTo>
                <a:lnTo>
                  <a:pt x="262181" y="9980"/>
                </a:lnTo>
                <a:lnTo>
                  <a:pt x="262164" y="9998"/>
                </a:lnTo>
                <a:lnTo>
                  <a:pt x="262147" y="10017"/>
                </a:lnTo>
                <a:lnTo>
                  <a:pt x="262131" y="10035"/>
                </a:lnTo>
                <a:lnTo>
                  <a:pt x="262115" y="10054"/>
                </a:lnTo>
                <a:lnTo>
                  <a:pt x="262100" y="10073"/>
                </a:lnTo>
                <a:lnTo>
                  <a:pt x="262086" y="10091"/>
                </a:lnTo>
                <a:lnTo>
                  <a:pt x="262072" y="10110"/>
                </a:lnTo>
                <a:lnTo>
                  <a:pt x="262059" y="10129"/>
                </a:lnTo>
                <a:lnTo>
                  <a:pt x="262046" y="10148"/>
                </a:lnTo>
                <a:lnTo>
                  <a:pt x="262034" y="10167"/>
                </a:lnTo>
                <a:lnTo>
                  <a:pt x="262022" y="10186"/>
                </a:lnTo>
                <a:lnTo>
                  <a:pt x="262011" y="10206"/>
                </a:lnTo>
                <a:lnTo>
                  <a:pt x="262001" y="10225"/>
                </a:lnTo>
                <a:lnTo>
                  <a:pt x="261991" y="10245"/>
                </a:lnTo>
                <a:lnTo>
                  <a:pt x="261982" y="10264"/>
                </a:lnTo>
                <a:lnTo>
                  <a:pt x="261973" y="10284"/>
                </a:lnTo>
                <a:lnTo>
                  <a:pt x="261965" y="10303"/>
                </a:lnTo>
                <a:lnTo>
                  <a:pt x="261958" y="10323"/>
                </a:lnTo>
                <a:lnTo>
                  <a:pt x="261951" y="10343"/>
                </a:lnTo>
                <a:lnTo>
                  <a:pt x="261944" y="10363"/>
                </a:lnTo>
                <a:lnTo>
                  <a:pt x="261939" y="10383"/>
                </a:lnTo>
                <a:lnTo>
                  <a:pt x="261934" y="10403"/>
                </a:lnTo>
                <a:lnTo>
                  <a:pt x="261929" y="10424"/>
                </a:lnTo>
                <a:lnTo>
                  <a:pt x="261924" y="10445"/>
                </a:lnTo>
                <a:lnTo>
                  <a:pt x="261920" y="10467"/>
                </a:lnTo>
                <a:lnTo>
                  <a:pt x="261916" y="10489"/>
                </a:lnTo>
                <a:lnTo>
                  <a:pt x="261912" y="10512"/>
                </a:lnTo>
                <a:lnTo>
                  <a:pt x="261908" y="10535"/>
                </a:lnTo>
                <a:lnTo>
                  <a:pt x="261904" y="10560"/>
                </a:lnTo>
                <a:lnTo>
                  <a:pt x="261901" y="10584"/>
                </a:lnTo>
                <a:lnTo>
                  <a:pt x="261898" y="10610"/>
                </a:lnTo>
                <a:lnTo>
                  <a:pt x="261895" y="10636"/>
                </a:lnTo>
                <a:lnTo>
                  <a:pt x="261892" y="10662"/>
                </a:lnTo>
                <a:lnTo>
                  <a:pt x="261890" y="10690"/>
                </a:lnTo>
                <a:lnTo>
                  <a:pt x="261887" y="10717"/>
                </a:lnTo>
                <a:lnTo>
                  <a:pt x="261885" y="10746"/>
                </a:lnTo>
                <a:lnTo>
                  <a:pt x="261883" y="10775"/>
                </a:lnTo>
                <a:lnTo>
                  <a:pt x="261882" y="10804"/>
                </a:lnTo>
                <a:lnTo>
                  <a:pt x="261880" y="10835"/>
                </a:lnTo>
                <a:lnTo>
                  <a:pt x="261879" y="10866"/>
                </a:lnTo>
                <a:lnTo>
                  <a:pt x="261878" y="10897"/>
                </a:lnTo>
                <a:lnTo>
                  <a:pt x="261877" y="10929"/>
                </a:lnTo>
                <a:lnTo>
                  <a:pt x="261876" y="10962"/>
                </a:lnTo>
                <a:lnTo>
                  <a:pt x="261875" y="10995"/>
                </a:lnTo>
                <a:lnTo>
                  <a:pt x="261875" y="11029"/>
                </a:lnTo>
                <a:lnTo>
                  <a:pt x="261875" y="11063"/>
                </a:lnTo>
                <a:lnTo>
                  <a:pt x="261875" y="11084"/>
                </a:lnTo>
                <a:lnTo>
                  <a:pt x="261875" y="11105"/>
                </a:lnTo>
                <a:lnTo>
                  <a:pt x="261876" y="11125"/>
                </a:lnTo>
                <a:lnTo>
                  <a:pt x="261876" y="11146"/>
                </a:lnTo>
                <a:lnTo>
                  <a:pt x="261877" y="11166"/>
                </a:lnTo>
                <a:lnTo>
                  <a:pt x="261877" y="11186"/>
                </a:lnTo>
                <a:lnTo>
                  <a:pt x="261878" y="11206"/>
                </a:lnTo>
                <a:lnTo>
                  <a:pt x="261879" y="11226"/>
                </a:lnTo>
                <a:lnTo>
                  <a:pt x="261880" y="11246"/>
                </a:lnTo>
                <a:lnTo>
                  <a:pt x="261881" y="11265"/>
                </a:lnTo>
                <a:lnTo>
                  <a:pt x="261882" y="11284"/>
                </a:lnTo>
                <a:lnTo>
                  <a:pt x="261883" y="11304"/>
                </a:lnTo>
                <a:lnTo>
                  <a:pt x="261885" y="11323"/>
                </a:lnTo>
                <a:lnTo>
                  <a:pt x="261886" y="11342"/>
                </a:lnTo>
                <a:lnTo>
                  <a:pt x="261888" y="11361"/>
                </a:lnTo>
                <a:lnTo>
                  <a:pt x="261890" y="11379"/>
                </a:lnTo>
                <a:lnTo>
                  <a:pt x="261892" y="11398"/>
                </a:lnTo>
                <a:lnTo>
                  <a:pt x="261894" y="11416"/>
                </a:lnTo>
                <a:lnTo>
                  <a:pt x="261896" y="11434"/>
                </a:lnTo>
                <a:lnTo>
                  <a:pt x="261898" y="11452"/>
                </a:lnTo>
                <a:lnTo>
                  <a:pt x="261901" y="11470"/>
                </a:lnTo>
                <a:lnTo>
                  <a:pt x="261903" y="11488"/>
                </a:lnTo>
                <a:lnTo>
                  <a:pt x="261906" y="11506"/>
                </a:lnTo>
                <a:lnTo>
                  <a:pt x="261909" y="11523"/>
                </a:lnTo>
                <a:lnTo>
                  <a:pt x="261911" y="11540"/>
                </a:lnTo>
                <a:lnTo>
                  <a:pt x="261914" y="11557"/>
                </a:lnTo>
                <a:lnTo>
                  <a:pt x="261918" y="11574"/>
                </a:lnTo>
                <a:lnTo>
                  <a:pt x="261921" y="11591"/>
                </a:lnTo>
                <a:lnTo>
                  <a:pt x="261924" y="11607"/>
                </a:lnTo>
                <a:lnTo>
                  <a:pt x="261928" y="11623"/>
                </a:lnTo>
                <a:lnTo>
                  <a:pt x="261932" y="11639"/>
                </a:lnTo>
                <a:lnTo>
                  <a:pt x="261935" y="11654"/>
                </a:lnTo>
                <a:lnTo>
                  <a:pt x="261939" y="11669"/>
                </a:lnTo>
                <a:lnTo>
                  <a:pt x="261944" y="11684"/>
                </a:lnTo>
                <a:lnTo>
                  <a:pt x="261948" y="11699"/>
                </a:lnTo>
                <a:lnTo>
                  <a:pt x="261952" y="11713"/>
                </a:lnTo>
                <a:lnTo>
                  <a:pt x="261957" y="11727"/>
                </a:lnTo>
                <a:lnTo>
                  <a:pt x="261962" y="11741"/>
                </a:lnTo>
                <a:lnTo>
                  <a:pt x="261967" y="11755"/>
                </a:lnTo>
                <a:lnTo>
                  <a:pt x="261972" y="11768"/>
                </a:lnTo>
                <a:lnTo>
                  <a:pt x="261977" y="11781"/>
                </a:lnTo>
                <a:lnTo>
                  <a:pt x="261982" y="11794"/>
                </a:lnTo>
                <a:lnTo>
                  <a:pt x="261988" y="11807"/>
                </a:lnTo>
                <a:lnTo>
                  <a:pt x="261993" y="11819"/>
                </a:lnTo>
                <a:lnTo>
                  <a:pt x="261999" y="11831"/>
                </a:lnTo>
                <a:lnTo>
                  <a:pt x="262005" y="11843"/>
                </a:lnTo>
                <a:lnTo>
                  <a:pt x="262011" y="11854"/>
                </a:lnTo>
                <a:lnTo>
                  <a:pt x="262017" y="11866"/>
                </a:lnTo>
                <a:lnTo>
                  <a:pt x="262023" y="11877"/>
                </a:lnTo>
                <a:lnTo>
                  <a:pt x="262030" y="11887"/>
                </a:lnTo>
                <a:lnTo>
                  <a:pt x="262036" y="11898"/>
                </a:lnTo>
                <a:lnTo>
                  <a:pt x="262043" y="11908"/>
                </a:lnTo>
                <a:lnTo>
                  <a:pt x="262050" y="11918"/>
                </a:lnTo>
                <a:lnTo>
                  <a:pt x="262056" y="11928"/>
                </a:lnTo>
                <a:lnTo>
                  <a:pt x="262063" y="11938"/>
                </a:lnTo>
                <a:lnTo>
                  <a:pt x="262070" y="11947"/>
                </a:lnTo>
                <a:lnTo>
                  <a:pt x="262077" y="11957"/>
                </a:lnTo>
                <a:lnTo>
                  <a:pt x="262084" y="11965"/>
                </a:lnTo>
                <a:lnTo>
                  <a:pt x="262091" y="11974"/>
                </a:lnTo>
                <a:lnTo>
                  <a:pt x="262099" y="11983"/>
                </a:lnTo>
                <a:lnTo>
                  <a:pt x="262106" y="11991"/>
                </a:lnTo>
                <a:lnTo>
                  <a:pt x="262113" y="11999"/>
                </a:lnTo>
                <a:lnTo>
                  <a:pt x="262121" y="12007"/>
                </a:lnTo>
                <a:lnTo>
                  <a:pt x="262129" y="12014"/>
                </a:lnTo>
                <a:lnTo>
                  <a:pt x="262136" y="12022"/>
                </a:lnTo>
                <a:lnTo>
                  <a:pt x="262144" y="12029"/>
                </a:lnTo>
                <a:lnTo>
                  <a:pt x="262152" y="12035"/>
                </a:lnTo>
                <a:lnTo>
                  <a:pt x="262160" y="12042"/>
                </a:lnTo>
                <a:lnTo>
                  <a:pt x="262168" y="12048"/>
                </a:lnTo>
                <a:lnTo>
                  <a:pt x="262176" y="12055"/>
                </a:lnTo>
                <a:lnTo>
                  <a:pt x="262184" y="12061"/>
                </a:lnTo>
                <a:lnTo>
                  <a:pt x="262193" y="12066"/>
                </a:lnTo>
                <a:lnTo>
                  <a:pt x="262201" y="12072"/>
                </a:lnTo>
                <a:lnTo>
                  <a:pt x="262210" y="12077"/>
                </a:lnTo>
                <a:lnTo>
                  <a:pt x="262218" y="12082"/>
                </a:lnTo>
                <a:lnTo>
                  <a:pt x="262227" y="12087"/>
                </a:lnTo>
                <a:lnTo>
                  <a:pt x="262236" y="12091"/>
                </a:lnTo>
                <a:lnTo>
                  <a:pt x="262245" y="12095"/>
                </a:lnTo>
                <a:lnTo>
                  <a:pt x="262254" y="12100"/>
                </a:lnTo>
                <a:lnTo>
                  <a:pt x="262263" y="12103"/>
                </a:lnTo>
                <a:lnTo>
                  <a:pt x="262273" y="12107"/>
                </a:lnTo>
                <a:lnTo>
                  <a:pt x="262282" y="12110"/>
                </a:lnTo>
                <a:lnTo>
                  <a:pt x="262292" y="12113"/>
                </a:lnTo>
                <a:lnTo>
                  <a:pt x="262301" y="12116"/>
                </a:lnTo>
                <a:lnTo>
                  <a:pt x="262311" y="12119"/>
                </a:lnTo>
                <a:lnTo>
                  <a:pt x="262321" y="12121"/>
                </a:lnTo>
                <a:lnTo>
                  <a:pt x="262331" y="12124"/>
                </a:lnTo>
                <a:lnTo>
                  <a:pt x="262341" y="12126"/>
                </a:lnTo>
                <a:lnTo>
                  <a:pt x="262351" y="12127"/>
                </a:lnTo>
                <a:lnTo>
                  <a:pt x="262362" y="12129"/>
                </a:lnTo>
                <a:lnTo>
                  <a:pt x="262372" y="12130"/>
                </a:lnTo>
                <a:lnTo>
                  <a:pt x="262383" y="12131"/>
                </a:lnTo>
                <a:lnTo>
                  <a:pt x="262394" y="12132"/>
                </a:lnTo>
                <a:lnTo>
                  <a:pt x="262405" y="12133"/>
                </a:lnTo>
                <a:lnTo>
                  <a:pt x="262416" y="12133"/>
                </a:lnTo>
                <a:lnTo>
                  <a:pt x="262427" y="12133"/>
                </a:lnTo>
                <a:lnTo>
                  <a:pt x="262444" y="12133"/>
                </a:lnTo>
                <a:lnTo>
                  <a:pt x="262461" y="12131"/>
                </a:lnTo>
                <a:lnTo>
                  <a:pt x="262480" y="12129"/>
                </a:lnTo>
                <a:lnTo>
                  <a:pt x="262499" y="12126"/>
                </a:lnTo>
                <a:lnTo>
                  <a:pt x="262519" y="12123"/>
                </a:lnTo>
                <a:lnTo>
                  <a:pt x="262540" y="12118"/>
                </a:lnTo>
                <a:lnTo>
                  <a:pt x="262561" y="12113"/>
                </a:lnTo>
                <a:lnTo>
                  <a:pt x="262584" y="12106"/>
                </a:lnTo>
                <a:lnTo>
                  <a:pt x="262606" y="12099"/>
                </a:lnTo>
                <a:lnTo>
                  <a:pt x="262630" y="12091"/>
                </a:lnTo>
                <a:lnTo>
                  <a:pt x="262654" y="12083"/>
                </a:lnTo>
                <a:lnTo>
                  <a:pt x="262679" y="12073"/>
                </a:lnTo>
                <a:lnTo>
                  <a:pt x="262705" y="12063"/>
                </a:lnTo>
                <a:lnTo>
                  <a:pt x="262732" y="12051"/>
                </a:lnTo>
                <a:lnTo>
                  <a:pt x="262759" y="12039"/>
                </a:lnTo>
                <a:lnTo>
                  <a:pt x="262787" y="12027"/>
                </a:lnTo>
                <a:lnTo>
                  <a:pt x="262816" y="12013"/>
                </a:lnTo>
                <a:lnTo>
                  <a:pt x="262845" y="11998"/>
                </a:lnTo>
                <a:lnTo>
                  <a:pt x="262875" y="11983"/>
                </a:lnTo>
                <a:lnTo>
                  <a:pt x="262906" y="11967"/>
                </a:lnTo>
                <a:lnTo>
                  <a:pt x="262937" y="11950"/>
                </a:lnTo>
                <a:lnTo>
                  <a:pt x="262970" y="11932"/>
                </a:lnTo>
                <a:lnTo>
                  <a:pt x="263003" y="11913"/>
                </a:lnTo>
                <a:lnTo>
                  <a:pt x="263037" y="11893"/>
                </a:lnTo>
                <a:lnTo>
                  <a:pt x="263071" y="11873"/>
                </a:lnTo>
                <a:lnTo>
                  <a:pt x="263106" y="11853"/>
                </a:lnTo>
                <a:lnTo>
                  <a:pt x="263142" y="11833"/>
                </a:lnTo>
                <a:lnTo>
                  <a:pt x="263179" y="11812"/>
                </a:lnTo>
                <a:lnTo>
                  <a:pt x="263216" y="11791"/>
                </a:lnTo>
                <a:lnTo>
                  <a:pt x="263254" y="11770"/>
                </a:lnTo>
                <a:lnTo>
                  <a:pt x="263292" y="11749"/>
                </a:lnTo>
                <a:lnTo>
                  <a:pt x="263332" y="11728"/>
                </a:lnTo>
                <a:lnTo>
                  <a:pt x="263372" y="11707"/>
                </a:lnTo>
                <a:lnTo>
                  <a:pt x="263413" y="11685"/>
                </a:lnTo>
                <a:lnTo>
                  <a:pt x="263454" y="11663"/>
                </a:lnTo>
                <a:lnTo>
                  <a:pt x="263496" y="11641"/>
                </a:lnTo>
                <a:lnTo>
                  <a:pt x="263539" y="11619"/>
                </a:lnTo>
                <a:lnTo>
                  <a:pt x="263583" y="11597"/>
                </a:lnTo>
                <a:lnTo>
                  <a:pt x="263627" y="11574"/>
                </a:lnTo>
                <a:lnTo>
                  <a:pt x="263672" y="11552"/>
                </a:lnTo>
                <a:lnTo>
                  <a:pt x="263717" y="11529"/>
                </a:lnTo>
                <a:lnTo>
                  <a:pt x="263764" y="11506"/>
                </a:lnTo>
                <a:lnTo>
                  <a:pt x="263811" y="11483"/>
                </a:lnTo>
                <a:lnTo>
                  <a:pt x="263858" y="11459"/>
                </a:lnTo>
                <a:lnTo>
                  <a:pt x="263907" y="11436"/>
                </a:lnTo>
                <a:lnTo>
                  <a:pt x="263956" y="11412"/>
                </a:lnTo>
                <a:lnTo>
                  <a:pt x="264006" y="11388"/>
                </a:lnTo>
                <a:lnTo>
                  <a:pt x="264056" y="11364"/>
                </a:lnTo>
                <a:lnTo>
                  <a:pt x="264107" y="11340"/>
                </a:lnTo>
                <a:lnTo>
                  <a:pt x="264159" y="11316"/>
                </a:lnTo>
                <a:lnTo>
                  <a:pt x="264212" y="11293"/>
                </a:lnTo>
                <a:lnTo>
                  <a:pt x="264265" y="11269"/>
                </a:lnTo>
                <a:lnTo>
                  <a:pt x="264319" y="11246"/>
                </a:lnTo>
                <a:lnTo>
                  <a:pt x="264374" y="11223"/>
                </a:lnTo>
                <a:lnTo>
                  <a:pt x="264429" y="11200"/>
                </a:lnTo>
                <a:lnTo>
                  <a:pt x="264485" y="11177"/>
                </a:lnTo>
                <a:lnTo>
                  <a:pt x="264542" y="11154"/>
                </a:lnTo>
                <a:lnTo>
                  <a:pt x="264599" y="11132"/>
                </a:lnTo>
                <a:lnTo>
                  <a:pt x="264657" y="11110"/>
                </a:lnTo>
                <a:lnTo>
                  <a:pt x="264716" y="11087"/>
                </a:lnTo>
                <a:lnTo>
                  <a:pt x="264776" y="11065"/>
                </a:lnTo>
                <a:lnTo>
                  <a:pt x="264836" y="11044"/>
                </a:lnTo>
                <a:lnTo>
                  <a:pt x="264897" y="11022"/>
                </a:lnTo>
                <a:lnTo>
                  <a:pt x="264958" y="11001"/>
                </a:lnTo>
                <a:lnTo>
                  <a:pt x="265021" y="10979"/>
                </a:lnTo>
                <a:lnTo>
                  <a:pt x="265084" y="10958"/>
                </a:lnTo>
                <a:lnTo>
                  <a:pt x="265148" y="10937"/>
                </a:lnTo>
                <a:lnTo>
                  <a:pt x="265212" y="10917"/>
                </a:lnTo>
                <a:lnTo>
                  <a:pt x="265277" y="10896"/>
                </a:lnTo>
                <a:lnTo>
                  <a:pt x="265343" y="10876"/>
                </a:lnTo>
                <a:lnTo>
                  <a:pt x="265409" y="10855"/>
                </a:lnTo>
                <a:lnTo>
                  <a:pt x="265477" y="10835"/>
                </a:lnTo>
                <a:lnTo>
                  <a:pt x="265544" y="10816"/>
                </a:lnTo>
                <a:lnTo>
                  <a:pt x="265613" y="10797"/>
                </a:lnTo>
                <a:lnTo>
                  <a:pt x="265682" y="10779"/>
                </a:lnTo>
                <a:lnTo>
                  <a:pt x="265753" y="10762"/>
                </a:lnTo>
                <a:lnTo>
                  <a:pt x="265823" y="10746"/>
                </a:lnTo>
                <a:lnTo>
                  <a:pt x="265895" y="10730"/>
                </a:lnTo>
                <a:lnTo>
                  <a:pt x="265967" y="10716"/>
                </a:lnTo>
                <a:lnTo>
                  <a:pt x="266040" y="10702"/>
                </a:lnTo>
                <a:lnTo>
                  <a:pt x="266114" y="10689"/>
                </a:lnTo>
                <a:lnTo>
                  <a:pt x="266188" y="10677"/>
                </a:lnTo>
                <a:lnTo>
                  <a:pt x="266263" y="10666"/>
                </a:lnTo>
                <a:lnTo>
                  <a:pt x="266339" y="10655"/>
                </a:lnTo>
                <a:lnTo>
                  <a:pt x="266416" y="10646"/>
                </a:lnTo>
                <a:lnTo>
                  <a:pt x="266493" y="10637"/>
                </a:lnTo>
                <a:lnTo>
                  <a:pt x="266571" y="10629"/>
                </a:lnTo>
                <a:lnTo>
                  <a:pt x="266650" y="10622"/>
                </a:lnTo>
                <a:lnTo>
                  <a:pt x="266730" y="10616"/>
                </a:lnTo>
                <a:lnTo>
                  <a:pt x="266810" y="10611"/>
                </a:lnTo>
                <a:lnTo>
                  <a:pt x="266891" y="10606"/>
                </a:lnTo>
                <a:lnTo>
                  <a:pt x="266973" y="10602"/>
                </a:lnTo>
                <a:lnTo>
                  <a:pt x="267055" y="10599"/>
                </a:lnTo>
                <a:lnTo>
                  <a:pt x="267138" y="10597"/>
                </a:lnTo>
                <a:lnTo>
                  <a:pt x="267222" y="10596"/>
                </a:lnTo>
                <a:lnTo>
                  <a:pt x="267307" y="10596"/>
                </a:lnTo>
                <a:lnTo>
                  <a:pt x="267385" y="10596"/>
                </a:lnTo>
                <a:lnTo>
                  <a:pt x="267463" y="10597"/>
                </a:lnTo>
                <a:lnTo>
                  <a:pt x="267540" y="10599"/>
                </a:lnTo>
                <a:lnTo>
                  <a:pt x="267616" y="10602"/>
                </a:lnTo>
                <a:lnTo>
                  <a:pt x="267690" y="10605"/>
                </a:lnTo>
                <a:lnTo>
                  <a:pt x="267764" y="10610"/>
                </a:lnTo>
                <a:lnTo>
                  <a:pt x="267837" y="10615"/>
                </a:lnTo>
                <a:lnTo>
                  <a:pt x="267908" y="10621"/>
                </a:lnTo>
                <a:lnTo>
                  <a:pt x="267979" y="10627"/>
                </a:lnTo>
                <a:lnTo>
                  <a:pt x="268048" y="10635"/>
                </a:lnTo>
                <a:lnTo>
                  <a:pt x="268117" y="10643"/>
                </a:lnTo>
                <a:lnTo>
                  <a:pt x="268184" y="10652"/>
                </a:lnTo>
                <a:lnTo>
                  <a:pt x="268250" y="10662"/>
                </a:lnTo>
                <a:lnTo>
                  <a:pt x="268316" y="10672"/>
                </a:lnTo>
                <a:lnTo>
                  <a:pt x="268380" y="10683"/>
                </a:lnTo>
                <a:lnTo>
                  <a:pt x="268443" y="10696"/>
                </a:lnTo>
                <a:lnTo>
                  <a:pt x="268505" y="10708"/>
                </a:lnTo>
                <a:lnTo>
                  <a:pt x="268566" y="10722"/>
                </a:lnTo>
                <a:lnTo>
                  <a:pt x="268626" y="10737"/>
                </a:lnTo>
                <a:lnTo>
                  <a:pt x="268685" y="10752"/>
                </a:lnTo>
                <a:lnTo>
                  <a:pt x="268743" y="10768"/>
                </a:lnTo>
                <a:lnTo>
                  <a:pt x="268800" y="10785"/>
                </a:lnTo>
                <a:lnTo>
                  <a:pt x="268856" y="10802"/>
                </a:lnTo>
                <a:lnTo>
                  <a:pt x="268911" y="10821"/>
                </a:lnTo>
                <a:lnTo>
                  <a:pt x="268965" y="10840"/>
                </a:lnTo>
                <a:lnTo>
                  <a:pt x="269018" y="10860"/>
                </a:lnTo>
                <a:lnTo>
                  <a:pt x="269070" y="10880"/>
                </a:lnTo>
                <a:lnTo>
                  <a:pt x="269121" y="10902"/>
                </a:lnTo>
                <a:lnTo>
                  <a:pt x="269172" y="10924"/>
                </a:lnTo>
                <a:lnTo>
                  <a:pt x="269222" y="10946"/>
                </a:lnTo>
                <a:lnTo>
                  <a:pt x="269271" y="10970"/>
                </a:lnTo>
                <a:lnTo>
                  <a:pt x="269319" y="10994"/>
                </a:lnTo>
                <a:lnTo>
                  <a:pt x="269366" y="11020"/>
                </a:lnTo>
                <a:lnTo>
                  <a:pt x="269412" y="11045"/>
                </a:lnTo>
                <a:lnTo>
                  <a:pt x="269457" y="11072"/>
                </a:lnTo>
                <a:lnTo>
                  <a:pt x="269502" y="11099"/>
                </a:lnTo>
                <a:lnTo>
                  <a:pt x="269546" y="11128"/>
                </a:lnTo>
                <a:lnTo>
                  <a:pt x="269589" y="11156"/>
                </a:lnTo>
                <a:lnTo>
                  <a:pt x="269631" y="11186"/>
                </a:lnTo>
                <a:lnTo>
                  <a:pt x="269672" y="11216"/>
                </a:lnTo>
                <a:lnTo>
                  <a:pt x="269713" y="11248"/>
                </a:lnTo>
                <a:lnTo>
                  <a:pt x="269752" y="11279"/>
                </a:lnTo>
                <a:lnTo>
                  <a:pt x="269791" y="11312"/>
                </a:lnTo>
                <a:lnTo>
                  <a:pt x="269829" y="11345"/>
                </a:lnTo>
                <a:lnTo>
                  <a:pt x="269866" y="11380"/>
                </a:lnTo>
                <a:lnTo>
                  <a:pt x="269902" y="11414"/>
                </a:lnTo>
                <a:lnTo>
                  <a:pt x="269938" y="11450"/>
                </a:lnTo>
                <a:lnTo>
                  <a:pt x="269972" y="11487"/>
                </a:lnTo>
                <a:lnTo>
                  <a:pt x="270006" y="11524"/>
                </a:lnTo>
                <a:lnTo>
                  <a:pt x="270039" y="11562"/>
                </a:lnTo>
                <a:lnTo>
                  <a:pt x="270071" y="11600"/>
                </a:lnTo>
                <a:lnTo>
                  <a:pt x="270102" y="11640"/>
                </a:lnTo>
                <a:lnTo>
                  <a:pt x="270133" y="11680"/>
                </a:lnTo>
                <a:lnTo>
                  <a:pt x="270163" y="11721"/>
                </a:lnTo>
                <a:lnTo>
                  <a:pt x="270192" y="11763"/>
                </a:lnTo>
                <a:lnTo>
                  <a:pt x="270220" y="11806"/>
                </a:lnTo>
                <a:lnTo>
                  <a:pt x="270248" y="11849"/>
                </a:lnTo>
                <a:lnTo>
                  <a:pt x="270274" y="11893"/>
                </a:lnTo>
                <a:lnTo>
                  <a:pt x="270300" y="11938"/>
                </a:lnTo>
                <a:lnTo>
                  <a:pt x="270325" y="11984"/>
                </a:lnTo>
                <a:lnTo>
                  <a:pt x="270350" y="12031"/>
                </a:lnTo>
                <a:lnTo>
                  <a:pt x="270373" y="12078"/>
                </a:lnTo>
                <a:lnTo>
                  <a:pt x="270396" y="12126"/>
                </a:lnTo>
                <a:lnTo>
                  <a:pt x="270418" y="12175"/>
                </a:lnTo>
                <a:lnTo>
                  <a:pt x="270439" y="12225"/>
                </a:lnTo>
                <a:lnTo>
                  <a:pt x="270459" y="12275"/>
                </a:lnTo>
                <a:lnTo>
                  <a:pt x="270479" y="12326"/>
                </a:lnTo>
                <a:lnTo>
                  <a:pt x="270498" y="12378"/>
                </a:lnTo>
                <a:lnTo>
                  <a:pt x="270516" y="12431"/>
                </a:lnTo>
                <a:lnTo>
                  <a:pt x="270533" y="12485"/>
                </a:lnTo>
                <a:lnTo>
                  <a:pt x="270550" y="12539"/>
                </a:lnTo>
                <a:lnTo>
                  <a:pt x="270565" y="12594"/>
                </a:lnTo>
                <a:lnTo>
                  <a:pt x="270580" y="12650"/>
                </a:lnTo>
                <a:lnTo>
                  <a:pt x="270595" y="12707"/>
                </a:lnTo>
                <a:lnTo>
                  <a:pt x="270609" y="12764"/>
                </a:lnTo>
                <a:lnTo>
                  <a:pt x="270622" y="12822"/>
                </a:lnTo>
                <a:lnTo>
                  <a:pt x="270634" y="12880"/>
                </a:lnTo>
                <a:lnTo>
                  <a:pt x="270646" y="12940"/>
                </a:lnTo>
                <a:lnTo>
                  <a:pt x="270657" y="13000"/>
                </a:lnTo>
                <a:lnTo>
                  <a:pt x="270668" y="13060"/>
                </a:lnTo>
                <a:lnTo>
                  <a:pt x="270677" y="13122"/>
                </a:lnTo>
                <a:lnTo>
                  <a:pt x="270687" y="13184"/>
                </a:lnTo>
                <a:lnTo>
                  <a:pt x="270695" y="13247"/>
                </a:lnTo>
                <a:lnTo>
                  <a:pt x="270703" y="13310"/>
                </a:lnTo>
                <a:lnTo>
                  <a:pt x="270711" y="13374"/>
                </a:lnTo>
                <a:lnTo>
                  <a:pt x="270717" y="13439"/>
                </a:lnTo>
                <a:lnTo>
                  <a:pt x="270723" y="13505"/>
                </a:lnTo>
                <a:lnTo>
                  <a:pt x="270729" y="13571"/>
                </a:lnTo>
                <a:lnTo>
                  <a:pt x="270734" y="13638"/>
                </a:lnTo>
                <a:lnTo>
                  <a:pt x="270738" y="13706"/>
                </a:lnTo>
                <a:lnTo>
                  <a:pt x="270741" y="13774"/>
                </a:lnTo>
                <a:lnTo>
                  <a:pt x="270744" y="13843"/>
                </a:lnTo>
                <a:lnTo>
                  <a:pt x="270746" y="13913"/>
                </a:lnTo>
                <a:lnTo>
                  <a:pt x="270748" y="13983"/>
                </a:lnTo>
                <a:lnTo>
                  <a:pt x="270749" y="14054"/>
                </a:lnTo>
                <a:lnTo>
                  <a:pt x="270749" y="14126"/>
                </a:lnTo>
                <a:lnTo>
                  <a:pt x="270749" y="15292"/>
                </a:lnTo>
                <a:lnTo>
                  <a:pt x="268677" y="15292"/>
                </a:lnTo>
                <a:lnTo>
                  <a:pt x="268531" y="15292"/>
                </a:lnTo>
                <a:lnTo>
                  <a:pt x="268387" y="15294"/>
                </a:lnTo>
                <a:lnTo>
                  <a:pt x="268244" y="15297"/>
                </a:lnTo>
                <a:lnTo>
                  <a:pt x="268102" y="15300"/>
                </a:lnTo>
                <a:lnTo>
                  <a:pt x="267961" y="15305"/>
                </a:lnTo>
                <a:lnTo>
                  <a:pt x="267822" y="15311"/>
                </a:lnTo>
                <a:lnTo>
                  <a:pt x="267683" y="15318"/>
                </a:lnTo>
                <a:lnTo>
                  <a:pt x="267546" y="15326"/>
                </a:lnTo>
                <a:lnTo>
                  <a:pt x="267410" y="15335"/>
                </a:lnTo>
                <a:lnTo>
                  <a:pt x="267276" y="15346"/>
                </a:lnTo>
                <a:lnTo>
                  <a:pt x="267142" y="15357"/>
                </a:lnTo>
                <a:lnTo>
                  <a:pt x="267010" y="15369"/>
                </a:lnTo>
                <a:lnTo>
                  <a:pt x="266879" y="15383"/>
                </a:lnTo>
                <a:lnTo>
                  <a:pt x="266749" y="15397"/>
                </a:lnTo>
                <a:lnTo>
                  <a:pt x="266621" y="15413"/>
                </a:lnTo>
                <a:lnTo>
                  <a:pt x="266493" y="15430"/>
                </a:lnTo>
                <a:lnTo>
                  <a:pt x="266367" y="15447"/>
                </a:lnTo>
                <a:lnTo>
                  <a:pt x="266242" y="15466"/>
                </a:lnTo>
                <a:lnTo>
                  <a:pt x="266119" y="15486"/>
                </a:lnTo>
                <a:lnTo>
                  <a:pt x="265996" y="15507"/>
                </a:lnTo>
                <a:lnTo>
                  <a:pt x="265875" y="15529"/>
                </a:lnTo>
                <a:lnTo>
                  <a:pt x="265755" y="15552"/>
                </a:lnTo>
                <a:lnTo>
                  <a:pt x="265636" y="15577"/>
                </a:lnTo>
                <a:lnTo>
                  <a:pt x="265518" y="15602"/>
                </a:lnTo>
                <a:lnTo>
                  <a:pt x="265402" y="15628"/>
                </a:lnTo>
                <a:lnTo>
                  <a:pt x="265287" y="15656"/>
                </a:lnTo>
                <a:lnTo>
                  <a:pt x="265174" y="15684"/>
                </a:lnTo>
                <a:lnTo>
                  <a:pt x="265062" y="15714"/>
                </a:lnTo>
                <a:lnTo>
                  <a:pt x="264952" y="15745"/>
                </a:lnTo>
                <a:lnTo>
                  <a:pt x="264844" y="15776"/>
                </a:lnTo>
                <a:lnTo>
                  <a:pt x="264736" y="15809"/>
                </a:lnTo>
                <a:lnTo>
                  <a:pt x="264631" y="15843"/>
                </a:lnTo>
                <a:lnTo>
                  <a:pt x="264527" y="15878"/>
                </a:lnTo>
                <a:lnTo>
                  <a:pt x="264424" y="15914"/>
                </a:lnTo>
                <a:lnTo>
                  <a:pt x="264323" y="15951"/>
                </a:lnTo>
                <a:lnTo>
                  <a:pt x="264223" y="15990"/>
                </a:lnTo>
                <a:lnTo>
                  <a:pt x="264125" y="16029"/>
                </a:lnTo>
                <a:lnTo>
                  <a:pt x="264028" y="16069"/>
                </a:lnTo>
                <a:lnTo>
                  <a:pt x="263933" y="16111"/>
                </a:lnTo>
                <a:lnTo>
                  <a:pt x="263840" y="16153"/>
                </a:lnTo>
                <a:lnTo>
                  <a:pt x="263748" y="16197"/>
                </a:lnTo>
                <a:lnTo>
                  <a:pt x="263657" y="16242"/>
                </a:lnTo>
                <a:lnTo>
                  <a:pt x="263568" y="16287"/>
                </a:lnTo>
                <a:lnTo>
                  <a:pt x="263480" y="16334"/>
                </a:lnTo>
                <a:lnTo>
                  <a:pt x="263394" y="16382"/>
                </a:lnTo>
                <a:lnTo>
                  <a:pt x="263310" y="16431"/>
                </a:lnTo>
                <a:lnTo>
                  <a:pt x="263227" y="16481"/>
                </a:lnTo>
                <a:lnTo>
                  <a:pt x="263145" y="16533"/>
                </a:lnTo>
                <a:lnTo>
                  <a:pt x="263065" y="16585"/>
                </a:lnTo>
                <a:lnTo>
                  <a:pt x="262987" y="16638"/>
                </a:lnTo>
                <a:lnTo>
                  <a:pt x="262910" y="16693"/>
                </a:lnTo>
                <a:lnTo>
                  <a:pt x="262835" y="16748"/>
                </a:lnTo>
                <a:lnTo>
                  <a:pt x="262761" y="16805"/>
                </a:lnTo>
                <a:lnTo>
                  <a:pt x="262689" y="16863"/>
                </a:lnTo>
                <a:lnTo>
                  <a:pt x="262618" y="16922"/>
                </a:lnTo>
                <a:lnTo>
                  <a:pt x="262549" y="16982"/>
                </a:lnTo>
                <a:lnTo>
                  <a:pt x="262482" y="17043"/>
                </a:lnTo>
                <a:lnTo>
                  <a:pt x="262416" y="17105"/>
                </a:lnTo>
                <a:lnTo>
                  <a:pt x="262351" y="17168"/>
                </a:lnTo>
                <a:lnTo>
                  <a:pt x="262289" y="17233"/>
                </a:lnTo>
                <a:lnTo>
                  <a:pt x="262228" y="17298"/>
                </a:lnTo>
                <a:lnTo>
                  <a:pt x="262168" y="17365"/>
                </a:lnTo>
                <a:lnTo>
                  <a:pt x="262110" y="17433"/>
                </a:lnTo>
                <a:lnTo>
                  <a:pt x="262053" y="17502"/>
                </a:lnTo>
                <a:lnTo>
                  <a:pt x="261998" y="17572"/>
                </a:lnTo>
                <a:lnTo>
                  <a:pt x="261945" y="17643"/>
                </a:lnTo>
                <a:lnTo>
                  <a:pt x="261893" y="17715"/>
                </a:lnTo>
                <a:lnTo>
                  <a:pt x="261843" y="17788"/>
                </a:lnTo>
                <a:lnTo>
                  <a:pt x="261794" y="17863"/>
                </a:lnTo>
                <a:lnTo>
                  <a:pt x="261747" y="17938"/>
                </a:lnTo>
                <a:lnTo>
                  <a:pt x="261702" y="18015"/>
                </a:lnTo>
                <a:lnTo>
                  <a:pt x="261658" y="18093"/>
                </a:lnTo>
                <a:lnTo>
                  <a:pt x="261616" y="18171"/>
                </a:lnTo>
                <a:lnTo>
                  <a:pt x="261575" y="18251"/>
                </a:lnTo>
                <a:lnTo>
                  <a:pt x="261536" y="18333"/>
                </a:lnTo>
                <a:lnTo>
                  <a:pt x="261500" y="18415"/>
                </a:lnTo>
                <a:lnTo>
                  <a:pt x="261464" y="18498"/>
                </a:lnTo>
                <a:lnTo>
                  <a:pt x="261431" y="18583"/>
                </a:lnTo>
                <a:lnTo>
                  <a:pt x="261400" y="18669"/>
                </a:lnTo>
                <a:lnTo>
                  <a:pt x="261370" y="18756"/>
                </a:lnTo>
                <a:lnTo>
                  <a:pt x="261342" y="18844"/>
                </a:lnTo>
                <a:lnTo>
                  <a:pt x="261316" y="18933"/>
                </a:lnTo>
                <a:lnTo>
                  <a:pt x="261292" y="19024"/>
                </a:lnTo>
                <a:lnTo>
                  <a:pt x="261269" y="19115"/>
                </a:lnTo>
                <a:lnTo>
                  <a:pt x="261249" y="19208"/>
                </a:lnTo>
                <a:lnTo>
                  <a:pt x="261230" y="19302"/>
                </a:lnTo>
                <a:lnTo>
                  <a:pt x="261213" y="19397"/>
                </a:lnTo>
                <a:lnTo>
                  <a:pt x="261197" y="19494"/>
                </a:lnTo>
                <a:lnTo>
                  <a:pt x="261184" y="19591"/>
                </a:lnTo>
                <a:lnTo>
                  <a:pt x="261172" y="19690"/>
                </a:lnTo>
                <a:lnTo>
                  <a:pt x="261162" y="19789"/>
                </a:lnTo>
                <a:lnTo>
                  <a:pt x="261154" y="19890"/>
                </a:lnTo>
                <a:lnTo>
                  <a:pt x="261148" y="19993"/>
                </a:lnTo>
                <a:lnTo>
                  <a:pt x="261143" y="20096"/>
                </a:lnTo>
                <a:lnTo>
                  <a:pt x="261141" y="20200"/>
                </a:lnTo>
                <a:lnTo>
                  <a:pt x="261140" y="20306"/>
                </a:lnTo>
                <a:lnTo>
                  <a:pt x="261140" y="20396"/>
                </a:lnTo>
                <a:lnTo>
                  <a:pt x="261142" y="20486"/>
                </a:lnTo>
                <a:lnTo>
                  <a:pt x="261146" y="20575"/>
                </a:lnTo>
                <a:lnTo>
                  <a:pt x="261150" y="20663"/>
                </a:lnTo>
                <a:lnTo>
                  <a:pt x="261156" y="20750"/>
                </a:lnTo>
                <a:lnTo>
                  <a:pt x="261163" y="20836"/>
                </a:lnTo>
                <a:lnTo>
                  <a:pt x="261172" y="20922"/>
                </a:lnTo>
                <a:lnTo>
                  <a:pt x="261182" y="21007"/>
                </a:lnTo>
                <a:lnTo>
                  <a:pt x="261193" y="21091"/>
                </a:lnTo>
                <a:lnTo>
                  <a:pt x="261205" y="21174"/>
                </a:lnTo>
                <a:lnTo>
                  <a:pt x="261219" y="21256"/>
                </a:lnTo>
                <a:lnTo>
                  <a:pt x="261234" y="21338"/>
                </a:lnTo>
                <a:lnTo>
                  <a:pt x="261250" y="21418"/>
                </a:lnTo>
                <a:lnTo>
                  <a:pt x="261268" y="21498"/>
                </a:lnTo>
                <a:lnTo>
                  <a:pt x="261287" y="21577"/>
                </a:lnTo>
                <a:lnTo>
                  <a:pt x="261307" y="21655"/>
                </a:lnTo>
                <a:lnTo>
                  <a:pt x="261328" y="21733"/>
                </a:lnTo>
                <a:lnTo>
                  <a:pt x="261351" y="21809"/>
                </a:lnTo>
                <a:lnTo>
                  <a:pt x="261375" y="21885"/>
                </a:lnTo>
                <a:lnTo>
                  <a:pt x="261401" y="21960"/>
                </a:lnTo>
                <a:lnTo>
                  <a:pt x="261428" y="22034"/>
                </a:lnTo>
                <a:lnTo>
                  <a:pt x="261456" y="22108"/>
                </a:lnTo>
                <a:lnTo>
                  <a:pt x="261485" y="22180"/>
                </a:lnTo>
                <a:lnTo>
                  <a:pt x="261516" y="22252"/>
                </a:lnTo>
                <a:lnTo>
                  <a:pt x="261548" y="22323"/>
                </a:lnTo>
                <a:lnTo>
                  <a:pt x="261581" y="22392"/>
                </a:lnTo>
                <a:lnTo>
                  <a:pt x="261614" y="22461"/>
                </a:lnTo>
                <a:lnTo>
                  <a:pt x="261649" y="22529"/>
                </a:lnTo>
                <a:lnTo>
                  <a:pt x="261686" y="22596"/>
                </a:lnTo>
                <a:lnTo>
                  <a:pt x="261723" y="22663"/>
                </a:lnTo>
                <a:lnTo>
                  <a:pt x="261761" y="22728"/>
                </a:lnTo>
                <a:lnTo>
                  <a:pt x="261800" y="22792"/>
                </a:lnTo>
                <a:lnTo>
                  <a:pt x="261840" y="22855"/>
                </a:lnTo>
                <a:lnTo>
                  <a:pt x="261881" y="22918"/>
                </a:lnTo>
                <a:lnTo>
                  <a:pt x="261924" y="22979"/>
                </a:lnTo>
                <a:lnTo>
                  <a:pt x="261967" y="23040"/>
                </a:lnTo>
                <a:lnTo>
                  <a:pt x="262011" y="23099"/>
                </a:lnTo>
                <a:lnTo>
                  <a:pt x="262057" y="23158"/>
                </a:lnTo>
                <a:lnTo>
                  <a:pt x="262103" y="23216"/>
                </a:lnTo>
                <a:lnTo>
                  <a:pt x="262151" y="23273"/>
                </a:lnTo>
                <a:lnTo>
                  <a:pt x="262199" y="23329"/>
                </a:lnTo>
                <a:lnTo>
                  <a:pt x="262249" y="23383"/>
                </a:lnTo>
                <a:lnTo>
                  <a:pt x="262300" y="23438"/>
                </a:lnTo>
                <a:lnTo>
                  <a:pt x="262351" y="23491"/>
                </a:lnTo>
                <a:lnTo>
                  <a:pt x="262404" y="23543"/>
                </a:lnTo>
                <a:lnTo>
                  <a:pt x="262458" y="23594"/>
                </a:lnTo>
                <a:lnTo>
                  <a:pt x="262513" y="23644"/>
                </a:lnTo>
                <a:lnTo>
                  <a:pt x="262569" y="23694"/>
                </a:lnTo>
                <a:lnTo>
                  <a:pt x="262626" y="23742"/>
                </a:lnTo>
                <a:lnTo>
                  <a:pt x="262683" y="23790"/>
                </a:lnTo>
                <a:lnTo>
                  <a:pt x="262742" y="23836"/>
                </a:lnTo>
                <a:lnTo>
                  <a:pt x="262802" y="23882"/>
                </a:lnTo>
                <a:lnTo>
                  <a:pt x="262863" y="23926"/>
                </a:lnTo>
                <a:lnTo>
                  <a:pt x="262925" y="23970"/>
                </a:lnTo>
                <a:lnTo>
                  <a:pt x="262988" y="24013"/>
                </a:lnTo>
                <a:lnTo>
                  <a:pt x="263051" y="24054"/>
                </a:lnTo>
                <a:lnTo>
                  <a:pt x="263116" y="24095"/>
                </a:lnTo>
                <a:lnTo>
                  <a:pt x="263182" y="24135"/>
                </a:lnTo>
                <a:lnTo>
                  <a:pt x="263249" y="24174"/>
                </a:lnTo>
                <a:lnTo>
                  <a:pt x="263317" y="24212"/>
                </a:lnTo>
                <a:lnTo>
                  <a:pt x="263385" y="24248"/>
                </a:lnTo>
                <a:lnTo>
                  <a:pt x="263455" y="24284"/>
                </a:lnTo>
                <a:lnTo>
                  <a:pt x="263526" y="24319"/>
                </a:lnTo>
                <a:lnTo>
                  <a:pt x="263597" y="24353"/>
                </a:lnTo>
                <a:lnTo>
                  <a:pt x="263670" y="24386"/>
                </a:lnTo>
                <a:lnTo>
                  <a:pt x="263744" y="24419"/>
                </a:lnTo>
                <a:lnTo>
                  <a:pt x="263818" y="24450"/>
                </a:lnTo>
                <a:lnTo>
                  <a:pt x="263894" y="24480"/>
                </a:lnTo>
                <a:lnTo>
                  <a:pt x="263971" y="24509"/>
                </a:lnTo>
                <a:lnTo>
                  <a:pt x="264048" y="24537"/>
                </a:lnTo>
                <a:lnTo>
                  <a:pt x="264127" y="24565"/>
                </a:lnTo>
                <a:lnTo>
                  <a:pt x="264206" y="24591"/>
                </a:lnTo>
                <a:lnTo>
                  <a:pt x="264287" y="24616"/>
                </a:lnTo>
                <a:lnTo>
                  <a:pt x="264368" y="24641"/>
                </a:lnTo>
                <a:lnTo>
                  <a:pt x="264450" y="24664"/>
                </a:lnTo>
                <a:lnTo>
                  <a:pt x="264533" y="24686"/>
                </a:lnTo>
                <a:lnTo>
                  <a:pt x="264617" y="24707"/>
                </a:lnTo>
                <a:lnTo>
                  <a:pt x="264701" y="24727"/>
                </a:lnTo>
                <a:lnTo>
                  <a:pt x="264786" y="24746"/>
                </a:lnTo>
                <a:lnTo>
                  <a:pt x="264872" y="24763"/>
                </a:lnTo>
                <a:lnTo>
                  <a:pt x="264959" y="24780"/>
                </a:lnTo>
                <a:lnTo>
                  <a:pt x="265046" y="24796"/>
                </a:lnTo>
                <a:lnTo>
                  <a:pt x="265135" y="24810"/>
                </a:lnTo>
                <a:lnTo>
                  <a:pt x="265224" y="24824"/>
                </a:lnTo>
                <a:lnTo>
                  <a:pt x="265314" y="24836"/>
                </a:lnTo>
                <a:lnTo>
                  <a:pt x="265404" y="24847"/>
                </a:lnTo>
                <a:lnTo>
                  <a:pt x="265496" y="24858"/>
                </a:lnTo>
                <a:lnTo>
                  <a:pt x="265588" y="24867"/>
                </a:lnTo>
                <a:lnTo>
                  <a:pt x="265681" y="24875"/>
                </a:lnTo>
                <a:lnTo>
                  <a:pt x="265775" y="24882"/>
                </a:lnTo>
                <a:lnTo>
                  <a:pt x="265869" y="24888"/>
                </a:lnTo>
                <a:lnTo>
                  <a:pt x="265965" y="24893"/>
                </a:lnTo>
                <a:lnTo>
                  <a:pt x="266061" y="24896"/>
                </a:lnTo>
                <a:lnTo>
                  <a:pt x="266158" y="24899"/>
                </a:lnTo>
                <a:lnTo>
                  <a:pt x="266255" y="24901"/>
                </a:lnTo>
                <a:lnTo>
                  <a:pt x="266354" y="24901"/>
                </a:lnTo>
                <a:lnTo>
                  <a:pt x="266467" y="24900"/>
                </a:lnTo>
                <a:lnTo>
                  <a:pt x="266579" y="24897"/>
                </a:lnTo>
                <a:lnTo>
                  <a:pt x="266690" y="24892"/>
                </a:lnTo>
                <a:lnTo>
                  <a:pt x="266801" y="24885"/>
                </a:lnTo>
                <a:lnTo>
                  <a:pt x="266912" y="24875"/>
                </a:lnTo>
                <a:lnTo>
                  <a:pt x="267022" y="24864"/>
                </a:lnTo>
                <a:lnTo>
                  <a:pt x="267132" y="24851"/>
                </a:lnTo>
                <a:lnTo>
                  <a:pt x="267241" y="24835"/>
                </a:lnTo>
                <a:lnTo>
                  <a:pt x="267349" y="24818"/>
                </a:lnTo>
                <a:lnTo>
                  <a:pt x="267457" y="24798"/>
                </a:lnTo>
                <a:lnTo>
                  <a:pt x="267565" y="24777"/>
                </a:lnTo>
                <a:lnTo>
                  <a:pt x="267672" y="24753"/>
                </a:lnTo>
                <a:lnTo>
                  <a:pt x="267779" y="24727"/>
                </a:lnTo>
                <a:lnTo>
                  <a:pt x="267885" y="24699"/>
                </a:lnTo>
                <a:lnTo>
                  <a:pt x="267991" y="24669"/>
                </a:lnTo>
                <a:lnTo>
                  <a:pt x="268096" y="24638"/>
                </a:lnTo>
                <a:lnTo>
                  <a:pt x="268200" y="24604"/>
                </a:lnTo>
                <a:lnTo>
                  <a:pt x="268305" y="24567"/>
                </a:lnTo>
                <a:lnTo>
                  <a:pt x="268408" y="24529"/>
                </a:lnTo>
                <a:lnTo>
                  <a:pt x="268511" y="24489"/>
                </a:lnTo>
                <a:lnTo>
                  <a:pt x="268614" y="24447"/>
                </a:lnTo>
                <a:lnTo>
                  <a:pt x="268716" y="24403"/>
                </a:lnTo>
                <a:lnTo>
                  <a:pt x="268818" y="24356"/>
                </a:lnTo>
                <a:lnTo>
                  <a:pt x="268919" y="24308"/>
                </a:lnTo>
                <a:lnTo>
                  <a:pt x="269020" y="24258"/>
                </a:lnTo>
                <a:lnTo>
                  <a:pt x="269120" y="24206"/>
                </a:lnTo>
                <a:lnTo>
                  <a:pt x="269219" y="24152"/>
                </a:lnTo>
                <a:lnTo>
                  <a:pt x="269317" y="24097"/>
                </a:lnTo>
                <a:lnTo>
                  <a:pt x="269414" y="24041"/>
                </a:lnTo>
                <a:lnTo>
                  <a:pt x="269511" y="23983"/>
                </a:lnTo>
                <a:lnTo>
                  <a:pt x="269607" y="23923"/>
                </a:lnTo>
                <a:lnTo>
                  <a:pt x="269702" y="23861"/>
                </a:lnTo>
                <a:lnTo>
                  <a:pt x="269796" y="23798"/>
                </a:lnTo>
                <a:lnTo>
                  <a:pt x="269890" y="23734"/>
                </a:lnTo>
                <a:lnTo>
                  <a:pt x="269983" y="23668"/>
                </a:lnTo>
                <a:lnTo>
                  <a:pt x="270075" y="23600"/>
                </a:lnTo>
                <a:lnTo>
                  <a:pt x="270166" y="23530"/>
                </a:lnTo>
                <a:lnTo>
                  <a:pt x="270256" y="23459"/>
                </a:lnTo>
                <a:lnTo>
                  <a:pt x="270346" y="23387"/>
                </a:lnTo>
                <a:lnTo>
                  <a:pt x="270435" y="23313"/>
                </a:lnTo>
                <a:lnTo>
                  <a:pt x="270523" y="23237"/>
                </a:lnTo>
                <a:lnTo>
                  <a:pt x="270610" y="23159"/>
                </a:lnTo>
                <a:lnTo>
                  <a:pt x="270696" y="23081"/>
                </a:lnTo>
                <a:lnTo>
                  <a:pt x="270782" y="23000"/>
                </a:lnTo>
                <a:lnTo>
                  <a:pt x="270867" y="22918"/>
                </a:lnTo>
                <a:lnTo>
                  <a:pt x="270951" y="22834"/>
                </a:lnTo>
                <a:lnTo>
                  <a:pt x="271034" y="22749"/>
                </a:lnTo>
                <a:lnTo>
                  <a:pt x="271117" y="22662"/>
                </a:lnTo>
                <a:lnTo>
                  <a:pt x="271117" y="24166"/>
                </a:lnTo>
                <a:lnTo>
                  <a:pt x="271117" y="24182"/>
                </a:lnTo>
                <a:lnTo>
                  <a:pt x="271118" y="24199"/>
                </a:lnTo>
                <a:lnTo>
                  <a:pt x="271119" y="24214"/>
                </a:lnTo>
                <a:lnTo>
                  <a:pt x="271120" y="24230"/>
                </a:lnTo>
                <a:lnTo>
                  <a:pt x="271122" y="24245"/>
                </a:lnTo>
                <a:lnTo>
                  <a:pt x="271124" y="24260"/>
                </a:lnTo>
                <a:lnTo>
                  <a:pt x="271127" y="24274"/>
                </a:lnTo>
                <a:lnTo>
                  <a:pt x="271130" y="24288"/>
                </a:lnTo>
                <a:lnTo>
                  <a:pt x="271133" y="24302"/>
                </a:lnTo>
                <a:lnTo>
                  <a:pt x="271137" y="24316"/>
                </a:lnTo>
                <a:lnTo>
                  <a:pt x="271142" y="24329"/>
                </a:lnTo>
                <a:lnTo>
                  <a:pt x="271146" y="24341"/>
                </a:lnTo>
                <a:lnTo>
                  <a:pt x="271151" y="24354"/>
                </a:lnTo>
                <a:lnTo>
                  <a:pt x="271157" y="24366"/>
                </a:lnTo>
                <a:lnTo>
                  <a:pt x="271163" y="24377"/>
                </a:lnTo>
                <a:lnTo>
                  <a:pt x="271169" y="24389"/>
                </a:lnTo>
                <a:lnTo>
                  <a:pt x="271176" y="24400"/>
                </a:lnTo>
                <a:lnTo>
                  <a:pt x="271183" y="24410"/>
                </a:lnTo>
                <a:lnTo>
                  <a:pt x="271190" y="24421"/>
                </a:lnTo>
                <a:lnTo>
                  <a:pt x="271198" y="24430"/>
                </a:lnTo>
                <a:lnTo>
                  <a:pt x="271207" y="24440"/>
                </a:lnTo>
                <a:lnTo>
                  <a:pt x="271215" y="24449"/>
                </a:lnTo>
                <a:lnTo>
                  <a:pt x="271224" y="24458"/>
                </a:lnTo>
                <a:lnTo>
                  <a:pt x="271234" y="24467"/>
                </a:lnTo>
                <a:lnTo>
                  <a:pt x="271244" y="24475"/>
                </a:lnTo>
                <a:lnTo>
                  <a:pt x="271254" y="24483"/>
                </a:lnTo>
                <a:lnTo>
                  <a:pt x="271265" y="24491"/>
                </a:lnTo>
                <a:lnTo>
                  <a:pt x="271277" y="24499"/>
                </a:lnTo>
                <a:lnTo>
                  <a:pt x="271289" y="24506"/>
                </a:lnTo>
                <a:lnTo>
                  <a:pt x="271301" y="24514"/>
                </a:lnTo>
                <a:lnTo>
                  <a:pt x="271314" y="24521"/>
                </a:lnTo>
                <a:lnTo>
                  <a:pt x="271328" y="24528"/>
                </a:lnTo>
                <a:lnTo>
                  <a:pt x="271342" y="24535"/>
                </a:lnTo>
                <a:lnTo>
                  <a:pt x="271356" y="24542"/>
                </a:lnTo>
                <a:lnTo>
                  <a:pt x="271371" y="24548"/>
                </a:lnTo>
                <a:lnTo>
                  <a:pt x="271386" y="24554"/>
                </a:lnTo>
                <a:lnTo>
                  <a:pt x="271402" y="24561"/>
                </a:lnTo>
                <a:lnTo>
                  <a:pt x="271419" y="24567"/>
                </a:lnTo>
                <a:lnTo>
                  <a:pt x="271436" y="24572"/>
                </a:lnTo>
                <a:lnTo>
                  <a:pt x="271453" y="24578"/>
                </a:lnTo>
                <a:lnTo>
                  <a:pt x="271471" y="24584"/>
                </a:lnTo>
                <a:lnTo>
                  <a:pt x="271489" y="24589"/>
                </a:lnTo>
                <a:lnTo>
                  <a:pt x="271508" y="24594"/>
                </a:lnTo>
                <a:lnTo>
                  <a:pt x="271528" y="24599"/>
                </a:lnTo>
                <a:lnTo>
                  <a:pt x="271547" y="24604"/>
                </a:lnTo>
                <a:lnTo>
                  <a:pt x="271568" y="24608"/>
                </a:lnTo>
                <a:lnTo>
                  <a:pt x="271589" y="24613"/>
                </a:lnTo>
                <a:lnTo>
                  <a:pt x="271610" y="24617"/>
                </a:lnTo>
                <a:lnTo>
                  <a:pt x="271632" y="24621"/>
                </a:lnTo>
                <a:lnTo>
                  <a:pt x="271654" y="24625"/>
                </a:lnTo>
                <a:lnTo>
                  <a:pt x="271677" y="24629"/>
                </a:lnTo>
                <a:lnTo>
                  <a:pt x="271701" y="24632"/>
                </a:lnTo>
                <a:lnTo>
                  <a:pt x="271725" y="24636"/>
                </a:lnTo>
                <a:lnTo>
                  <a:pt x="271750" y="24639"/>
                </a:lnTo>
                <a:lnTo>
                  <a:pt x="271776" y="24642"/>
                </a:lnTo>
                <a:lnTo>
                  <a:pt x="271802" y="24645"/>
                </a:lnTo>
                <a:lnTo>
                  <a:pt x="271829" y="24648"/>
                </a:lnTo>
                <a:lnTo>
                  <a:pt x="271856" y="24650"/>
                </a:lnTo>
                <a:lnTo>
                  <a:pt x="271884" y="24653"/>
                </a:lnTo>
                <a:lnTo>
                  <a:pt x="271913" y="24655"/>
                </a:lnTo>
                <a:lnTo>
                  <a:pt x="271942" y="24657"/>
                </a:lnTo>
                <a:lnTo>
                  <a:pt x="271972" y="24659"/>
                </a:lnTo>
                <a:lnTo>
                  <a:pt x="272002" y="24660"/>
                </a:lnTo>
                <a:lnTo>
                  <a:pt x="272033" y="24662"/>
                </a:lnTo>
                <a:lnTo>
                  <a:pt x="272065" y="24663"/>
                </a:lnTo>
                <a:lnTo>
                  <a:pt x="272097" y="24664"/>
                </a:lnTo>
                <a:lnTo>
                  <a:pt x="272130" y="24665"/>
                </a:lnTo>
                <a:lnTo>
                  <a:pt x="272164" y="24666"/>
                </a:lnTo>
                <a:lnTo>
                  <a:pt x="272198" y="24666"/>
                </a:lnTo>
                <a:lnTo>
                  <a:pt x="272232" y="24667"/>
                </a:lnTo>
                <a:lnTo>
                  <a:pt x="272268" y="24667"/>
                </a:lnTo>
                <a:lnTo>
                  <a:pt x="272304" y="24667"/>
                </a:lnTo>
                <a:lnTo>
                  <a:pt x="272341" y="24667"/>
                </a:lnTo>
                <a:lnTo>
                  <a:pt x="272377" y="24667"/>
                </a:lnTo>
                <a:lnTo>
                  <a:pt x="272413" y="24666"/>
                </a:lnTo>
                <a:lnTo>
                  <a:pt x="272448" y="24666"/>
                </a:lnTo>
                <a:lnTo>
                  <a:pt x="272482" y="24665"/>
                </a:lnTo>
                <a:lnTo>
                  <a:pt x="272516" y="24664"/>
                </a:lnTo>
                <a:lnTo>
                  <a:pt x="272548" y="24663"/>
                </a:lnTo>
                <a:lnTo>
                  <a:pt x="272580" y="24662"/>
                </a:lnTo>
                <a:lnTo>
                  <a:pt x="272611" y="24660"/>
                </a:lnTo>
                <a:lnTo>
                  <a:pt x="272642" y="24659"/>
                </a:lnTo>
                <a:lnTo>
                  <a:pt x="272671" y="24657"/>
                </a:lnTo>
                <a:lnTo>
                  <a:pt x="272700" y="24655"/>
                </a:lnTo>
                <a:lnTo>
                  <a:pt x="272729" y="24653"/>
                </a:lnTo>
                <a:lnTo>
                  <a:pt x="272756" y="24650"/>
                </a:lnTo>
                <a:lnTo>
                  <a:pt x="272783" y="24648"/>
                </a:lnTo>
                <a:lnTo>
                  <a:pt x="272809" y="24645"/>
                </a:lnTo>
                <a:lnTo>
                  <a:pt x="272834" y="24642"/>
                </a:lnTo>
                <a:lnTo>
                  <a:pt x="272858" y="24639"/>
                </a:lnTo>
                <a:lnTo>
                  <a:pt x="272882" y="24636"/>
                </a:lnTo>
                <a:lnTo>
                  <a:pt x="272905" y="24632"/>
                </a:lnTo>
                <a:lnTo>
                  <a:pt x="272927" y="24629"/>
                </a:lnTo>
                <a:lnTo>
                  <a:pt x="272948" y="24625"/>
                </a:lnTo>
                <a:lnTo>
                  <a:pt x="272969" y="24621"/>
                </a:lnTo>
                <a:lnTo>
                  <a:pt x="272989" y="24617"/>
                </a:lnTo>
                <a:lnTo>
                  <a:pt x="273008" y="24613"/>
                </a:lnTo>
                <a:lnTo>
                  <a:pt x="273027" y="24608"/>
                </a:lnTo>
                <a:lnTo>
                  <a:pt x="273046" y="24604"/>
                </a:lnTo>
                <a:lnTo>
                  <a:pt x="273064" y="24599"/>
                </a:lnTo>
                <a:lnTo>
                  <a:pt x="273082" y="24594"/>
                </a:lnTo>
                <a:lnTo>
                  <a:pt x="273099" y="24589"/>
                </a:lnTo>
                <a:lnTo>
                  <a:pt x="273117" y="24584"/>
                </a:lnTo>
                <a:lnTo>
                  <a:pt x="273134" y="24578"/>
                </a:lnTo>
                <a:lnTo>
                  <a:pt x="273150" y="24572"/>
                </a:lnTo>
                <a:lnTo>
                  <a:pt x="273166" y="24567"/>
                </a:lnTo>
                <a:lnTo>
                  <a:pt x="273182" y="24561"/>
                </a:lnTo>
                <a:lnTo>
                  <a:pt x="273198" y="24554"/>
                </a:lnTo>
                <a:lnTo>
                  <a:pt x="273213" y="24548"/>
                </a:lnTo>
                <a:lnTo>
                  <a:pt x="273228" y="24542"/>
                </a:lnTo>
                <a:lnTo>
                  <a:pt x="273242" y="24535"/>
                </a:lnTo>
                <a:lnTo>
                  <a:pt x="273256" y="24528"/>
                </a:lnTo>
                <a:lnTo>
                  <a:pt x="273270" y="24521"/>
                </a:lnTo>
                <a:lnTo>
                  <a:pt x="273283" y="24514"/>
                </a:lnTo>
                <a:lnTo>
                  <a:pt x="273296" y="24506"/>
                </a:lnTo>
                <a:lnTo>
                  <a:pt x="273309" y="24499"/>
                </a:lnTo>
                <a:lnTo>
                  <a:pt x="273321" y="24491"/>
                </a:lnTo>
                <a:lnTo>
                  <a:pt x="273333" y="24483"/>
                </a:lnTo>
                <a:lnTo>
                  <a:pt x="273345" y="24475"/>
                </a:lnTo>
                <a:lnTo>
                  <a:pt x="273356" y="24467"/>
                </a:lnTo>
                <a:lnTo>
                  <a:pt x="273367" y="24458"/>
                </a:lnTo>
                <a:lnTo>
                  <a:pt x="273378" y="24449"/>
                </a:lnTo>
                <a:lnTo>
                  <a:pt x="273388" y="24440"/>
                </a:lnTo>
                <a:lnTo>
                  <a:pt x="273397" y="24430"/>
                </a:lnTo>
                <a:lnTo>
                  <a:pt x="273406" y="24421"/>
                </a:lnTo>
                <a:lnTo>
                  <a:pt x="273415" y="24410"/>
                </a:lnTo>
                <a:lnTo>
                  <a:pt x="273423" y="24400"/>
                </a:lnTo>
                <a:lnTo>
                  <a:pt x="273431" y="24389"/>
                </a:lnTo>
                <a:lnTo>
                  <a:pt x="273438" y="24377"/>
                </a:lnTo>
                <a:lnTo>
                  <a:pt x="273445" y="24366"/>
                </a:lnTo>
                <a:lnTo>
                  <a:pt x="273451" y="24354"/>
                </a:lnTo>
                <a:lnTo>
                  <a:pt x="273457" y="24341"/>
                </a:lnTo>
                <a:lnTo>
                  <a:pt x="273462" y="24329"/>
                </a:lnTo>
                <a:lnTo>
                  <a:pt x="273467" y="24316"/>
                </a:lnTo>
                <a:lnTo>
                  <a:pt x="273471" y="24302"/>
                </a:lnTo>
                <a:lnTo>
                  <a:pt x="273475" y="24288"/>
                </a:lnTo>
                <a:lnTo>
                  <a:pt x="273479" y="24274"/>
                </a:lnTo>
                <a:lnTo>
                  <a:pt x="273482" y="24260"/>
                </a:lnTo>
                <a:lnTo>
                  <a:pt x="273484" y="24245"/>
                </a:lnTo>
                <a:lnTo>
                  <a:pt x="273486" y="24230"/>
                </a:lnTo>
                <a:lnTo>
                  <a:pt x="273488" y="24214"/>
                </a:lnTo>
                <a:lnTo>
                  <a:pt x="273489" y="24199"/>
                </a:lnTo>
                <a:lnTo>
                  <a:pt x="273490" y="24182"/>
                </a:lnTo>
                <a:lnTo>
                  <a:pt x="273490" y="24166"/>
                </a:lnTo>
                <a:lnTo>
                  <a:pt x="273490" y="14022"/>
                </a:lnTo>
                <a:lnTo>
                  <a:pt x="273490" y="13905"/>
                </a:lnTo>
                <a:lnTo>
                  <a:pt x="273488" y="13790"/>
                </a:lnTo>
                <a:lnTo>
                  <a:pt x="273485" y="13676"/>
                </a:lnTo>
                <a:lnTo>
                  <a:pt x="273481" y="13563"/>
                </a:lnTo>
                <a:lnTo>
                  <a:pt x="273476" y="13452"/>
                </a:lnTo>
                <a:close/>
                <a:moveTo>
                  <a:pt x="270328" y="20943"/>
                </a:moveTo>
                <a:lnTo>
                  <a:pt x="270245" y="21027"/>
                </a:lnTo>
                <a:lnTo>
                  <a:pt x="270162" y="21109"/>
                </a:lnTo>
                <a:lnTo>
                  <a:pt x="270080" y="21189"/>
                </a:lnTo>
                <a:lnTo>
                  <a:pt x="269998" y="21267"/>
                </a:lnTo>
                <a:lnTo>
                  <a:pt x="269916" y="21343"/>
                </a:lnTo>
                <a:lnTo>
                  <a:pt x="269834" y="21417"/>
                </a:lnTo>
                <a:lnTo>
                  <a:pt x="269753" y="21489"/>
                </a:lnTo>
                <a:lnTo>
                  <a:pt x="269672" y="21558"/>
                </a:lnTo>
                <a:lnTo>
                  <a:pt x="269591" y="21626"/>
                </a:lnTo>
                <a:lnTo>
                  <a:pt x="269511" y="21692"/>
                </a:lnTo>
                <a:lnTo>
                  <a:pt x="269431" y="21755"/>
                </a:lnTo>
                <a:lnTo>
                  <a:pt x="269351" y="21817"/>
                </a:lnTo>
                <a:lnTo>
                  <a:pt x="269272" y="21876"/>
                </a:lnTo>
                <a:lnTo>
                  <a:pt x="269193" y="21934"/>
                </a:lnTo>
                <a:lnTo>
                  <a:pt x="269114" y="21989"/>
                </a:lnTo>
                <a:lnTo>
                  <a:pt x="269036" y="22043"/>
                </a:lnTo>
                <a:lnTo>
                  <a:pt x="268958" y="22094"/>
                </a:lnTo>
                <a:lnTo>
                  <a:pt x="268880" y="22143"/>
                </a:lnTo>
                <a:lnTo>
                  <a:pt x="268802" y="22191"/>
                </a:lnTo>
                <a:lnTo>
                  <a:pt x="268725" y="22236"/>
                </a:lnTo>
                <a:lnTo>
                  <a:pt x="268647" y="22279"/>
                </a:lnTo>
                <a:lnTo>
                  <a:pt x="268568" y="22321"/>
                </a:lnTo>
                <a:lnTo>
                  <a:pt x="268489" y="22360"/>
                </a:lnTo>
                <a:lnTo>
                  <a:pt x="268409" y="22398"/>
                </a:lnTo>
                <a:lnTo>
                  <a:pt x="268329" y="22433"/>
                </a:lnTo>
                <a:lnTo>
                  <a:pt x="268248" y="22467"/>
                </a:lnTo>
                <a:lnTo>
                  <a:pt x="268166" y="22499"/>
                </a:lnTo>
                <a:lnTo>
                  <a:pt x="268084" y="22529"/>
                </a:lnTo>
                <a:lnTo>
                  <a:pt x="268002" y="22557"/>
                </a:lnTo>
                <a:lnTo>
                  <a:pt x="267919" y="22583"/>
                </a:lnTo>
                <a:lnTo>
                  <a:pt x="267835" y="22607"/>
                </a:lnTo>
                <a:lnTo>
                  <a:pt x="267751" y="22629"/>
                </a:lnTo>
                <a:lnTo>
                  <a:pt x="267666" y="22649"/>
                </a:lnTo>
                <a:lnTo>
                  <a:pt x="267581" y="22667"/>
                </a:lnTo>
                <a:lnTo>
                  <a:pt x="267495" y="22684"/>
                </a:lnTo>
                <a:lnTo>
                  <a:pt x="267409" y="22698"/>
                </a:lnTo>
                <a:lnTo>
                  <a:pt x="267322" y="22711"/>
                </a:lnTo>
                <a:lnTo>
                  <a:pt x="267234" y="22721"/>
                </a:lnTo>
                <a:lnTo>
                  <a:pt x="267146" y="22730"/>
                </a:lnTo>
                <a:lnTo>
                  <a:pt x="267058" y="22737"/>
                </a:lnTo>
                <a:lnTo>
                  <a:pt x="266968" y="22741"/>
                </a:lnTo>
                <a:lnTo>
                  <a:pt x="266879" y="22744"/>
                </a:lnTo>
                <a:lnTo>
                  <a:pt x="266788" y="22745"/>
                </a:lnTo>
                <a:lnTo>
                  <a:pt x="266678" y="22744"/>
                </a:lnTo>
                <a:lnTo>
                  <a:pt x="266570" y="22740"/>
                </a:lnTo>
                <a:lnTo>
                  <a:pt x="266464" y="22734"/>
                </a:lnTo>
                <a:lnTo>
                  <a:pt x="266359" y="22726"/>
                </a:lnTo>
                <a:lnTo>
                  <a:pt x="266257" y="22715"/>
                </a:lnTo>
                <a:lnTo>
                  <a:pt x="266157" y="22702"/>
                </a:lnTo>
                <a:lnTo>
                  <a:pt x="266059" y="22686"/>
                </a:lnTo>
                <a:lnTo>
                  <a:pt x="265963" y="22668"/>
                </a:lnTo>
                <a:lnTo>
                  <a:pt x="265869" y="22647"/>
                </a:lnTo>
                <a:lnTo>
                  <a:pt x="265777" y="22624"/>
                </a:lnTo>
                <a:lnTo>
                  <a:pt x="265688" y="22599"/>
                </a:lnTo>
                <a:lnTo>
                  <a:pt x="265600" y="22571"/>
                </a:lnTo>
                <a:lnTo>
                  <a:pt x="265514" y="22541"/>
                </a:lnTo>
                <a:lnTo>
                  <a:pt x="265431" y="22508"/>
                </a:lnTo>
                <a:lnTo>
                  <a:pt x="265349" y="22473"/>
                </a:lnTo>
                <a:lnTo>
                  <a:pt x="265270" y="22435"/>
                </a:lnTo>
                <a:lnTo>
                  <a:pt x="265192" y="22395"/>
                </a:lnTo>
                <a:lnTo>
                  <a:pt x="265117" y="22353"/>
                </a:lnTo>
                <a:lnTo>
                  <a:pt x="265043" y="22308"/>
                </a:lnTo>
                <a:lnTo>
                  <a:pt x="264972" y="22261"/>
                </a:lnTo>
                <a:lnTo>
                  <a:pt x="264903" y="22211"/>
                </a:lnTo>
                <a:lnTo>
                  <a:pt x="264836" y="22159"/>
                </a:lnTo>
                <a:lnTo>
                  <a:pt x="264771" y="22105"/>
                </a:lnTo>
                <a:lnTo>
                  <a:pt x="264708" y="22048"/>
                </a:lnTo>
                <a:lnTo>
                  <a:pt x="264647" y="21989"/>
                </a:lnTo>
                <a:lnTo>
                  <a:pt x="264589" y="21928"/>
                </a:lnTo>
                <a:lnTo>
                  <a:pt x="264534" y="21866"/>
                </a:lnTo>
                <a:lnTo>
                  <a:pt x="264481" y="21802"/>
                </a:lnTo>
                <a:lnTo>
                  <a:pt x="264430" y="21736"/>
                </a:lnTo>
                <a:lnTo>
                  <a:pt x="264382" y="21669"/>
                </a:lnTo>
                <a:lnTo>
                  <a:pt x="264337" y="21600"/>
                </a:lnTo>
                <a:lnTo>
                  <a:pt x="264295" y="21529"/>
                </a:lnTo>
                <a:lnTo>
                  <a:pt x="264255" y="21457"/>
                </a:lnTo>
                <a:lnTo>
                  <a:pt x="264217" y="21383"/>
                </a:lnTo>
                <a:lnTo>
                  <a:pt x="264182" y="21307"/>
                </a:lnTo>
                <a:lnTo>
                  <a:pt x="264150" y="21230"/>
                </a:lnTo>
                <a:lnTo>
                  <a:pt x="264120" y="21151"/>
                </a:lnTo>
                <a:lnTo>
                  <a:pt x="264093" y="21070"/>
                </a:lnTo>
                <a:lnTo>
                  <a:pt x="264069" y="20988"/>
                </a:lnTo>
                <a:lnTo>
                  <a:pt x="264047" y="20904"/>
                </a:lnTo>
                <a:lnTo>
                  <a:pt x="264027" y="20819"/>
                </a:lnTo>
                <a:lnTo>
                  <a:pt x="264011" y="20731"/>
                </a:lnTo>
                <a:lnTo>
                  <a:pt x="263996" y="20642"/>
                </a:lnTo>
                <a:lnTo>
                  <a:pt x="263985" y="20552"/>
                </a:lnTo>
                <a:lnTo>
                  <a:pt x="263976" y="20459"/>
                </a:lnTo>
                <a:lnTo>
                  <a:pt x="263969" y="20366"/>
                </a:lnTo>
                <a:lnTo>
                  <a:pt x="263965" y="20270"/>
                </a:lnTo>
                <a:lnTo>
                  <a:pt x="263964" y="20173"/>
                </a:lnTo>
                <a:lnTo>
                  <a:pt x="263965" y="20116"/>
                </a:lnTo>
                <a:lnTo>
                  <a:pt x="263966" y="20059"/>
                </a:lnTo>
                <a:lnTo>
                  <a:pt x="263968" y="20003"/>
                </a:lnTo>
                <a:lnTo>
                  <a:pt x="263971" y="19947"/>
                </a:lnTo>
                <a:lnTo>
                  <a:pt x="263975" y="19892"/>
                </a:lnTo>
                <a:lnTo>
                  <a:pt x="263980" y="19838"/>
                </a:lnTo>
                <a:lnTo>
                  <a:pt x="263986" y="19784"/>
                </a:lnTo>
                <a:lnTo>
                  <a:pt x="263993" y="19731"/>
                </a:lnTo>
                <a:lnTo>
                  <a:pt x="264001" y="19678"/>
                </a:lnTo>
                <a:lnTo>
                  <a:pt x="264009" y="19626"/>
                </a:lnTo>
                <a:lnTo>
                  <a:pt x="264019" y="19574"/>
                </a:lnTo>
                <a:lnTo>
                  <a:pt x="264029" y="19523"/>
                </a:lnTo>
                <a:lnTo>
                  <a:pt x="264040" y="19473"/>
                </a:lnTo>
                <a:lnTo>
                  <a:pt x="264052" y="19423"/>
                </a:lnTo>
                <a:lnTo>
                  <a:pt x="264065" y="19373"/>
                </a:lnTo>
                <a:lnTo>
                  <a:pt x="264079" y="19325"/>
                </a:lnTo>
                <a:lnTo>
                  <a:pt x="264094" y="19276"/>
                </a:lnTo>
                <a:lnTo>
                  <a:pt x="264110" y="19229"/>
                </a:lnTo>
                <a:lnTo>
                  <a:pt x="264126" y="19181"/>
                </a:lnTo>
                <a:lnTo>
                  <a:pt x="264144" y="19135"/>
                </a:lnTo>
                <a:lnTo>
                  <a:pt x="264162" y="19089"/>
                </a:lnTo>
                <a:lnTo>
                  <a:pt x="264182" y="19043"/>
                </a:lnTo>
                <a:lnTo>
                  <a:pt x="264202" y="18998"/>
                </a:lnTo>
                <a:lnTo>
                  <a:pt x="264223" y="18954"/>
                </a:lnTo>
                <a:lnTo>
                  <a:pt x="264245" y="18910"/>
                </a:lnTo>
                <a:lnTo>
                  <a:pt x="264268" y="18866"/>
                </a:lnTo>
                <a:lnTo>
                  <a:pt x="264292" y="18824"/>
                </a:lnTo>
                <a:lnTo>
                  <a:pt x="264318" y="18781"/>
                </a:lnTo>
                <a:lnTo>
                  <a:pt x="264344" y="18739"/>
                </a:lnTo>
                <a:lnTo>
                  <a:pt x="264371" y="18698"/>
                </a:lnTo>
                <a:lnTo>
                  <a:pt x="264399" y="18657"/>
                </a:lnTo>
                <a:lnTo>
                  <a:pt x="264428" y="18617"/>
                </a:lnTo>
                <a:lnTo>
                  <a:pt x="264459" y="18578"/>
                </a:lnTo>
                <a:lnTo>
                  <a:pt x="264490" y="18538"/>
                </a:lnTo>
                <a:lnTo>
                  <a:pt x="264522" y="18500"/>
                </a:lnTo>
                <a:lnTo>
                  <a:pt x="264555" y="18462"/>
                </a:lnTo>
                <a:lnTo>
                  <a:pt x="264590" y="18424"/>
                </a:lnTo>
                <a:lnTo>
                  <a:pt x="264625" y="18387"/>
                </a:lnTo>
                <a:lnTo>
                  <a:pt x="264661" y="18350"/>
                </a:lnTo>
                <a:lnTo>
                  <a:pt x="264699" y="18314"/>
                </a:lnTo>
                <a:lnTo>
                  <a:pt x="264737" y="18279"/>
                </a:lnTo>
                <a:lnTo>
                  <a:pt x="264776" y="18244"/>
                </a:lnTo>
                <a:lnTo>
                  <a:pt x="264817" y="18210"/>
                </a:lnTo>
                <a:lnTo>
                  <a:pt x="264858" y="18176"/>
                </a:lnTo>
                <a:lnTo>
                  <a:pt x="264900" y="18142"/>
                </a:lnTo>
                <a:lnTo>
                  <a:pt x="264944" y="18110"/>
                </a:lnTo>
                <a:lnTo>
                  <a:pt x="264988" y="18077"/>
                </a:lnTo>
                <a:lnTo>
                  <a:pt x="265034" y="18046"/>
                </a:lnTo>
                <a:lnTo>
                  <a:pt x="265080" y="18014"/>
                </a:lnTo>
                <a:lnTo>
                  <a:pt x="265128" y="17984"/>
                </a:lnTo>
                <a:lnTo>
                  <a:pt x="265176" y="17954"/>
                </a:lnTo>
                <a:lnTo>
                  <a:pt x="265225" y="17925"/>
                </a:lnTo>
                <a:lnTo>
                  <a:pt x="265276" y="17896"/>
                </a:lnTo>
                <a:lnTo>
                  <a:pt x="265327" y="17868"/>
                </a:lnTo>
                <a:lnTo>
                  <a:pt x="265380" y="17841"/>
                </a:lnTo>
                <a:lnTo>
                  <a:pt x="265433" y="17814"/>
                </a:lnTo>
                <a:lnTo>
                  <a:pt x="265487" y="17788"/>
                </a:lnTo>
                <a:lnTo>
                  <a:pt x="265543" y="17763"/>
                </a:lnTo>
                <a:lnTo>
                  <a:pt x="265599" y="17738"/>
                </a:lnTo>
                <a:lnTo>
                  <a:pt x="265656" y="17714"/>
                </a:lnTo>
                <a:lnTo>
                  <a:pt x="265715" y="17690"/>
                </a:lnTo>
                <a:lnTo>
                  <a:pt x="265774" y="17667"/>
                </a:lnTo>
                <a:lnTo>
                  <a:pt x="265834" y="17645"/>
                </a:lnTo>
                <a:lnTo>
                  <a:pt x="265895" y="17624"/>
                </a:lnTo>
                <a:lnTo>
                  <a:pt x="265958" y="17603"/>
                </a:lnTo>
                <a:lnTo>
                  <a:pt x="266021" y="17582"/>
                </a:lnTo>
                <a:lnTo>
                  <a:pt x="266085" y="17563"/>
                </a:lnTo>
                <a:lnTo>
                  <a:pt x="266150" y="17544"/>
                </a:lnTo>
                <a:lnTo>
                  <a:pt x="266216" y="17525"/>
                </a:lnTo>
                <a:lnTo>
                  <a:pt x="266284" y="17508"/>
                </a:lnTo>
                <a:lnTo>
                  <a:pt x="266352" y="17491"/>
                </a:lnTo>
                <a:lnTo>
                  <a:pt x="266421" y="17474"/>
                </a:lnTo>
                <a:lnTo>
                  <a:pt x="266491" y="17458"/>
                </a:lnTo>
                <a:lnTo>
                  <a:pt x="266562" y="17443"/>
                </a:lnTo>
                <a:lnTo>
                  <a:pt x="266634" y="17429"/>
                </a:lnTo>
                <a:lnTo>
                  <a:pt x="266708" y="17415"/>
                </a:lnTo>
                <a:lnTo>
                  <a:pt x="266782" y="17402"/>
                </a:lnTo>
                <a:lnTo>
                  <a:pt x="266857" y="17389"/>
                </a:lnTo>
                <a:lnTo>
                  <a:pt x="266934" y="17378"/>
                </a:lnTo>
                <a:lnTo>
                  <a:pt x="267011" y="17367"/>
                </a:lnTo>
                <a:lnTo>
                  <a:pt x="267090" y="17356"/>
                </a:lnTo>
                <a:lnTo>
                  <a:pt x="267169" y="17346"/>
                </a:lnTo>
                <a:lnTo>
                  <a:pt x="267250" y="17337"/>
                </a:lnTo>
                <a:lnTo>
                  <a:pt x="267332" y="17329"/>
                </a:lnTo>
                <a:lnTo>
                  <a:pt x="267414" y="17321"/>
                </a:lnTo>
                <a:lnTo>
                  <a:pt x="267498" y="17314"/>
                </a:lnTo>
                <a:lnTo>
                  <a:pt x="267583" y="17308"/>
                </a:lnTo>
                <a:lnTo>
                  <a:pt x="267669" y="17302"/>
                </a:lnTo>
                <a:lnTo>
                  <a:pt x="267756" y="17297"/>
                </a:lnTo>
                <a:lnTo>
                  <a:pt x="267843" y="17293"/>
                </a:lnTo>
                <a:lnTo>
                  <a:pt x="267932" y="17289"/>
                </a:lnTo>
                <a:lnTo>
                  <a:pt x="268022" y="17286"/>
                </a:lnTo>
                <a:lnTo>
                  <a:pt x="268113" y="17283"/>
                </a:lnTo>
                <a:lnTo>
                  <a:pt x="268206" y="17282"/>
                </a:lnTo>
                <a:lnTo>
                  <a:pt x="268299" y="17281"/>
                </a:lnTo>
                <a:lnTo>
                  <a:pt x="268393" y="17280"/>
                </a:lnTo>
                <a:lnTo>
                  <a:pt x="270749" y="17280"/>
                </a:lnTo>
                <a:lnTo>
                  <a:pt x="270749" y="20492"/>
                </a:lnTo>
                <a:lnTo>
                  <a:pt x="270664" y="20587"/>
                </a:lnTo>
                <a:lnTo>
                  <a:pt x="270580" y="20679"/>
                </a:lnTo>
                <a:lnTo>
                  <a:pt x="270496" y="20769"/>
                </a:lnTo>
                <a:lnTo>
                  <a:pt x="270412" y="20857"/>
                </a:lnTo>
                <a:lnTo>
                  <a:pt x="270328" y="20943"/>
                </a:lnTo>
                <a:close/>
                <a:moveTo>
                  <a:pt x="307669" y="13452"/>
                </a:moveTo>
                <a:lnTo>
                  <a:pt x="307663" y="13342"/>
                </a:lnTo>
                <a:lnTo>
                  <a:pt x="307655" y="13232"/>
                </a:lnTo>
                <a:lnTo>
                  <a:pt x="307647" y="13125"/>
                </a:lnTo>
                <a:lnTo>
                  <a:pt x="307638" y="13018"/>
                </a:lnTo>
                <a:lnTo>
                  <a:pt x="307627" y="12913"/>
                </a:lnTo>
                <a:lnTo>
                  <a:pt x="307616" y="12808"/>
                </a:lnTo>
                <a:lnTo>
                  <a:pt x="307603" y="12705"/>
                </a:lnTo>
                <a:lnTo>
                  <a:pt x="307589" y="12604"/>
                </a:lnTo>
                <a:lnTo>
                  <a:pt x="307574" y="12503"/>
                </a:lnTo>
                <a:lnTo>
                  <a:pt x="307558" y="12404"/>
                </a:lnTo>
                <a:lnTo>
                  <a:pt x="307541" y="12306"/>
                </a:lnTo>
                <a:lnTo>
                  <a:pt x="307523" y="12209"/>
                </a:lnTo>
                <a:lnTo>
                  <a:pt x="307504" y="12113"/>
                </a:lnTo>
                <a:lnTo>
                  <a:pt x="307483" y="12019"/>
                </a:lnTo>
                <a:lnTo>
                  <a:pt x="307462" y="11926"/>
                </a:lnTo>
                <a:lnTo>
                  <a:pt x="307439" y="11834"/>
                </a:lnTo>
                <a:lnTo>
                  <a:pt x="307416" y="11743"/>
                </a:lnTo>
                <a:lnTo>
                  <a:pt x="307391" y="11653"/>
                </a:lnTo>
                <a:lnTo>
                  <a:pt x="307365" y="11565"/>
                </a:lnTo>
                <a:lnTo>
                  <a:pt x="307338" y="11478"/>
                </a:lnTo>
                <a:lnTo>
                  <a:pt x="307309" y="11392"/>
                </a:lnTo>
                <a:lnTo>
                  <a:pt x="307279" y="11307"/>
                </a:lnTo>
                <a:lnTo>
                  <a:pt x="307248" y="11223"/>
                </a:lnTo>
                <a:lnTo>
                  <a:pt x="307216" y="11141"/>
                </a:lnTo>
                <a:lnTo>
                  <a:pt x="307182" y="11060"/>
                </a:lnTo>
                <a:lnTo>
                  <a:pt x="307147" y="10980"/>
                </a:lnTo>
                <a:lnTo>
                  <a:pt x="307110" y="10901"/>
                </a:lnTo>
                <a:lnTo>
                  <a:pt x="307073" y="10823"/>
                </a:lnTo>
                <a:lnTo>
                  <a:pt x="307034" y="10747"/>
                </a:lnTo>
                <a:lnTo>
                  <a:pt x="306993" y="10672"/>
                </a:lnTo>
                <a:lnTo>
                  <a:pt x="306951" y="10598"/>
                </a:lnTo>
                <a:lnTo>
                  <a:pt x="306908" y="10525"/>
                </a:lnTo>
                <a:lnTo>
                  <a:pt x="306864" y="10453"/>
                </a:lnTo>
                <a:lnTo>
                  <a:pt x="306818" y="10383"/>
                </a:lnTo>
                <a:lnTo>
                  <a:pt x="306771" y="10313"/>
                </a:lnTo>
                <a:lnTo>
                  <a:pt x="306722" y="10245"/>
                </a:lnTo>
                <a:lnTo>
                  <a:pt x="306672" y="10178"/>
                </a:lnTo>
                <a:lnTo>
                  <a:pt x="306621" y="10113"/>
                </a:lnTo>
                <a:lnTo>
                  <a:pt x="306569" y="10048"/>
                </a:lnTo>
                <a:lnTo>
                  <a:pt x="306515" y="9985"/>
                </a:lnTo>
                <a:lnTo>
                  <a:pt x="306460" y="9922"/>
                </a:lnTo>
                <a:lnTo>
                  <a:pt x="306403" y="9861"/>
                </a:lnTo>
                <a:lnTo>
                  <a:pt x="306345" y="9802"/>
                </a:lnTo>
                <a:lnTo>
                  <a:pt x="306286" y="9743"/>
                </a:lnTo>
                <a:lnTo>
                  <a:pt x="306225" y="9686"/>
                </a:lnTo>
                <a:lnTo>
                  <a:pt x="306163" y="9629"/>
                </a:lnTo>
                <a:lnTo>
                  <a:pt x="306099" y="9574"/>
                </a:lnTo>
                <a:lnTo>
                  <a:pt x="306034" y="9521"/>
                </a:lnTo>
                <a:lnTo>
                  <a:pt x="305967" y="9468"/>
                </a:lnTo>
                <a:lnTo>
                  <a:pt x="305899" y="9417"/>
                </a:lnTo>
                <a:lnTo>
                  <a:pt x="305829" y="9366"/>
                </a:lnTo>
                <a:lnTo>
                  <a:pt x="305758" y="9317"/>
                </a:lnTo>
                <a:lnTo>
                  <a:pt x="305685" y="9269"/>
                </a:lnTo>
                <a:lnTo>
                  <a:pt x="305611" y="9223"/>
                </a:lnTo>
                <a:lnTo>
                  <a:pt x="305535" y="9177"/>
                </a:lnTo>
                <a:lnTo>
                  <a:pt x="305458" y="9133"/>
                </a:lnTo>
                <a:lnTo>
                  <a:pt x="305379" y="9090"/>
                </a:lnTo>
                <a:lnTo>
                  <a:pt x="305298" y="9048"/>
                </a:lnTo>
                <a:lnTo>
                  <a:pt x="305216" y="9007"/>
                </a:lnTo>
                <a:lnTo>
                  <a:pt x="305133" y="8967"/>
                </a:lnTo>
                <a:lnTo>
                  <a:pt x="305048" y="8929"/>
                </a:lnTo>
                <a:lnTo>
                  <a:pt x="304962" y="8892"/>
                </a:lnTo>
                <a:lnTo>
                  <a:pt x="304874" y="8856"/>
                </a:lnTo>
                <a:lnTo>
                  <a:pt x="304784" y="8821"/>
                </a:lnTo>
                <a:lnTo>
                  <a:pt x="304693" y="8787"/>
                </a:lnTo>
                <a:lnTo>
                  <a:pt x="304601" y="8755"/>
                </a:lnTo>
                <a:lnTo>
                  <a:pt x="304507" y="8724"/>
                </a:lnTo>
                <a:lnTo>
                  <a:pt x="304412" y="8694"/>
                </a:lnTo>
                <a:lnTo>
                  <a:pt x="304314" y="8665"/>
                </a:lnTo>
                <a:lnTo>
                  <a:pt x="304215" y="8638"/>
                </a:lnTo>
                <a:lnTo>
                  <a:pt x="304115" y="8611"/>
                </a:lnTo>
                <a:lnTo>
                  <a:pt x="304013" y="8587"/>
                </a:lnTo>
                <a:lnTo>
                  <a:pt x="303909" y="8563"/>
                </a:lnTo>
                <a:lnTo>
                  <a:pt x="303803" y="8541"/>
                </a:lnTo>
                <a:lnTo>
                  <a:pt x="303696" y="8520"/>
                </a:lnTo>
                <a:lnTo>
                  <a:pt x="303587" y="8500"/>
                </a:lnTo>
                <a:lnTo>
                  <a:pt x="303476" y="8481"/>
                </a:lnTo>
                <a:lnTo>
                  <a:pt x="303364" y="8464"/>
                </a:lnTo>
                <a:lnTo>
                  <a:pt x="303249" y="8448"/>
                </a:lnTo>
                <a:lnTo>
                  <a:pt x="303134" y="8433"/>
                </a:lnTo>
                <a:lnTo>
                  <a:pt x="303016" y="8420"/>
                </a:lnTo>
                <a:lnTo>
                  <a:pt x="302897" y="8408"/>
                </a:lnTo>
                <a:lnTo>
                  <a:pt x="302776" y="8397"/>
                </a:lnTo>
                <a:lnTo>
                  <a:pt x="302654" y="8387"/>
                </a:lnTo>
                <a:lnTo>
                  <a:pt x="302530" y="8379"/>
                </a:lnTo>
                <a:lnTo>
                  <a:pt x="302404" y="8372"/>
                </a:lnTo>
                <a:lnTo>
                  <a:pt x="302276" y="8366"/>
                </a:lnTo>
                <a:lnTo>
                  <a:pt x="302147" y="8362"/>
                </a:lnTo>
                <a:lnTo>
                  <a:pt x="302016" y="8359"/>
                </a:lnTo>
                <a:lnTo>
                  <a:pt x="301884" y="8357"/>
                </a:lnTo>
                <a:lnTo>
                  <a:pt x="301750" y="8356"/>
                </a:lnTo>
                <a:lnTo>
                  <a:pt x="301677" y="8356"/>
                </a:lnTo>
                <a:lnTo>
                  <a:pt x="301605" y="8357"/>
                </a:lnTo>
                <a:lnTo>
                  <a:pt x="301533" y="8359"/>
                </a:lnTo>
                <a:lnTo>
                  <a:pt x="301460" y="8360"/>
                </a:lnTo>
                <a:lnTo>
                  <a:pt x="301388" y="8363"/>
                </a:lnTo>
                <a:lnTo>
                  <a:pt x="301316" y="8366"/>
                </a:lnTo>
                <a:lnTo>
                  <a:pt x="301244" y="8369"/>
                </a:lnTo>
                <a:lnTo>
                  <a:pt x="301172" y="8374"/>
                </a:lnTo>
                <a:lnTo>
                  <a:pt x="301100" y="8378"/>
                </a:lnTo>
                <a:lnTo>
                  <a:pt x="301028" y="8383"/>
                </a:lnTo>
                <a:lnTo>
                  <a:pt x="300956" y="8389"/>
                </a:lnTo>
                <a:lnTo>
                  <a:pt x="300885" y="8395"/>
                </a:lnTo>
                <a:lnTo>
                  <a:pt x="300813" y="8402"/>
                </a:lnTo>
                <a:lnTo>
                  <a:pt x="300741" y="8410"/>
                </a:lnTo>
                <a:lnTo>
                  <a:pt x="300670" y="8418"/>
                </a:lnTo>
                <a:lnTo>
                  <a:pt x="300598" y="8426"/>
                </a:lnTo>
                <a:lnTo>
                  <a:pt x="300527" y="8435"/>
                </a:lnTo>
                <a:lnTo>
                  <a:pt x="300455" y="8445"/>
                </a:lnTo>
                <a:lnTo>
                  <a:pt x="300384" y="8455"/>
                </a:lnTo>
                <a:lnTo>
                  <a:pt x="300313" y="8465"/>
                </a:lnTo>
                <a:lnTo>
                  <a:pt x="300242" y="8476"/>
                </a:lnTo>
                <a:lnTo>
                  <a:pt x="300170" y="8488"/>
                </a:lnTo>
                <a:lnTo>
                  <a:pt x="300099" y="8500"/>
                </a:lnTo>
                <a:lnTo>
                  <a:pt x="300028" y="8513"/>
                </a:lnTo>
                <a:lnTo>
                  <a:pt x="299957" y="8527"/>
                </a:lnTo>
                <a:lnTo>
                  <a:pt x="299887" y="8540"/>
                </a:lnTo>
                <a:lnTo>
                  <a:pt x="299817" y="8554"/>
                </a:lnTo>
                <a:lnTo>
                  <a:pt x="299748" y="8568"/>
                </a:lnTo>
                <a:lnTo>
                  <a:pt x="299679" y="8582"/>
                </a:lnTo>
                <a:lnTo>
                  <a:pt x="299610" y="8597"/>
                </a:lnTo>
                <a:lnTo>
                  <a:pt x="299542" y="8612"/>
                </a:lnTo>
                <a:lnTo>
                  <a:pt x="299475" y="8627"/>
                </a:lnTo>
                <a:lnTo>
                  <a:pt x="299408" y="8642"/>
                </a:lnTo>
                <a:lnTo>
                  <a:pt x="299341" y="8658"/>
                </a:lnTo>
                <a:lnTo>
                  <a:pt x="299275" y="8674"/>
                </a:lnTo>
                <a:lnTo>
                  <a:pt x="299209" y="8691"/>
                </a:lnTo>
                <a:lnTo>
                  <a:pt x="299144" y="8707"/>
                </a:lnTo>
                <a:lnTo>
                  <a:pt x="299079" y="8724"/>
                </a:lnTo>
                <a:lnTo>
                  <a:pt x="299015" y="8741"/>
                </a:lnTo>
                <a:lnTo>
                  <a:pt x="298951" y="8759"/>
                </a:lnTo>
                <a:lnTo>
                  <a:pt x="298888" y="8777"/>
                </a:lnTo>
                <a:lnTo>
                  <a:pt x="298825" y="8795"/>
                </a:lnTo>
                <a:lnTo>
                  <a:pt x="298762" y="8813"/>
                </a:lnTo>
                <a:lnTo>
                  <a:pt x="298701" y="8832"/>
                </a:lnTo>
                <a:lnTo>
                  <a:pt x="298639" y="8851"/>
                </a:lnTo>
                <a:lnTo>
                  <a:pt x="298578" y="8870"/>
                </a:lnTo>
                <a:lnTo>
                  <a:pt x="298517" y="8889"/>
                </a:lnTo>
                <a:lnTo>
                  <a:pt x="298457" y="8909"/>
                </a:lnTo>
                <a:lnTo>
                  <a:pt x="298398" y="8929"/>
                </a:lnTo>
                <a:lnTo>
                  <a:pt x="298339" y="8949"/>
                </a:lnTo>
                <a:lnTo>
                  <a:pt x="298280" y="8970"/>
                </a:lnTo>
                <a:lnTo>
                  <a:pt x="298222" y="8990"/>
                </a:lnTo>
                <a:lnTo>
                  <a:pt x="298165" y="9011"/>
                </a:lnTo>
                <a:lnTo>
                  <a:pt x="298108" y="9032"/>
                </a:lnTo>
                <a:lnTo>
                  <a:pt x="298052" y="9053"/>
                </a:lnTo>
                <a:lnTo>
                  <a:pt x="297997" y="9074"/>
                </a:lnTo>
                <a:lnTo>
                  <a:pt x="297942" y="9096"/>
                </a:lnTo>
                <a:lnTo>
                  <a:pt x="297887" y="9117"/>
                </a:lnTo>
                <a:lnTo>
                  <a:pt x="297834" y="9139"/>
                </a:lnTo>
                <a:lnTo>
                  <a:pt x="297780" y="9161"/>
                </a:lnTo>
                <a:lnTo>
                  <a:pt x="297728" y="9183"/>
                </a:lnTo>
                <a:lnTo>
                  <a:pt x="297676" y="9205"/>
                </a:lnTo>
                <a:lnTo>
                  <a:pt x="297624" y="9228"/>
                </a:lnTo>
                <a:lnTo>
                  <a:pt x="297573" y="9250"/>
                </a:lnTo>
                <a:lnTo>
                  <a:pt x="297523" y="9273"/>
                </a:lnTo>
                <a:lnTo>
                  <a:pt x="297473" y="9296"/>
                </a:lnTo>
                <a:lnTo>
                  <a:pt x="297424" y="9319"/>
                </a:lnTo>
                <a:lnTo>
                  <a:pt x="297376" y="9343"/>
                </a:lnTo>
                <a:lnTo>
                  <a:pt x="297328" y="9366"/>
                </a:lnTo>
                <a:lnTo>
                  <a:pt x="297280" y="9390"/>
                </a:lnTo>
                <a:lnTo>
                  <a:pt x="297233" y="9414"/>
                </a:lnTo>
                <a:lnTo>
                  <a:pt x="297187" y="9438"/>
                </a:lnTo>
                <a:lnTo>
                  <a:pt x="297142" y="9462"/>
                </a:lnTo>
                <a:lnTo>
                  <a:pt x="297097" y="9485"/>
                </a:lnTo>
                <a:lnTo>
                  <a:pt x="297054" y="9509"/>
                </a:lnTo>
                <a:lnTo>
                  <a:pt x="297012" y="9532"/>
                </a:lnTo>
                <a:lnTo>
                  <a:pt x="296971" y="9555"/>
                </a:lnTo>
                <a:lnTo>
                  <a:pt x="296932" y="9578"/>
                </a:lnTo>
                <a:lnTo>
                  <a:pt x="296893" y="9600"/>
                </a:lnTo>
                <a:lnTo>
                  <a:pt x="296856" y="9622"/>
                </a:lnTo>
                <a:lnTo>
                  <a:pt x="296819" y="9644"/>
                </a:lnTo>
                <a:lnTo>
                  <a:pt x="296784" y="9666"/>
                </a:lnTo>
                <a:lnTo>
                  <a:pt x="296750" y="9687"/>
                </a:lnTo>
                <a:lnTo>
                  <a:pt x="296717" y="9709"/>
                </a:lnTo>
                <a:lnTo>
                  <a:pt x="296685" y="9730"/>
                </a:lnTo>
                <a:lnTo>
                  <a:pt x="296655" y="9750"/>
                </a:lnTo>
                <a:lnTo>
                  <a:pt x="296625" y="9771"/>
                </a:lnTo>
                <a:lnTo>
                  <a:pt x="296597" y="9791"/>
                </a:lnTo>
                <a:lnTo>
                  <a:pt x="296569" y="9811"/>
                </a:lnTo>
                <a:lnTo>
                  <a:pt x="296543" y="9831"/>
                </a:lnTo>
                <a:lnTo>
                  <a:pt x="296518" y="9850"/>
                </a:lnTo>
                <a:lnTo>
                  <a:pt x="296494" y="9869"/>
                </a:lnTo>
                <a:lnTo>
                  <a:pt x="296472" y="9888"/>
                </a:lnTo>
                <a:lnTo>
                  <a:pt x="296450" y="9907"/>
                </a:lnTo>
                <a:lnTo>
                  <a:pt x="296429" y="9926"/>
                </a:lnTo>
                <a:lnTo>
                  <a:pt x="296410" y="9944"/>
                </a:lnTo>
                <a:lnTo>
                  <a:pt x="296392" y="9962"/>
                </a:lnTo>
                <a:lnTo>
                  <a:pt x="296374" y="9980"/>
                </a:lnTo>
                <a:lnTo>
                  <a:pt x="296356" y="9998"/>
                </a:lnTo>
                <a:lnTo>
                  <a:pt x="296339" y="10017"/>
                </a:lnTo>
                <a:lnTo>
                  <a:pt x="296323" y="10035"/>
                </a:lnTo>
                <a:lnTo>
                  <a:pt x="296308" y="10054"/>
                </a:lnTo>
                <a:lnTo>
                  <a:pt x="296293" y="10073"/>
                </a:lnTo>
                <a:lnTo>
                  <a:pt x="296278" y="10091"/>
                </a:lnTo>
                <a:lnTo>
                  <a:pt x="296264" y="10110"/>
                </a:lnTo>
                <a:lnTo>
                  <a:pt x="296251" y="10129"/>
                </a:lnTo>
                <a:lnTo>
                  <a:pt x="296238" y="10148"/>
                </a:lnTo>
                <a:lnTo>
                  <a:pt x="296226" y="10167"/>
                </a:lnTo>
                <a:lnTo>
                  <a:pt x="296215" y="10186"/>
                </a:lnTo>
                <a:lnTo>
                  <a:pt x="296204" y="10206"/>
                </a:lnTo>
                <a:lnTo>
                  <a:pt x="296193" y="10225"/>
                </a:lnTo>
                <a:lnTo>
                  <a:pt x="296183" y="10245"/>
                </a:lnTo>
                <a:lnTo>
                  <a:pt x="296174" y="10264"/>
                </a:lnTo>
                <a:lnTo>
                  <a:pt x="296166" y="10284"/>
                </a:lnTo>
                <a:lnTo>
                  <a:pt x="296158" y="10303"/>
                </a:lnTo>
                <a:lnTo>
                  <a:pt x="296150" y="10323"/>
                </a:lnTo>
                <a:lnTo>
                  <a:pt x="296143" y="10343"/>
                </a:lnTo>
                <a:lnTo>
                  <a:pt x="296137" y="10363"/>
                </a:lnTo>
                <a:lnTo>
                  <a:pt x="296131" y="10383"/>
                </a:lnTo>
                <a:lnTo>
                  <a:pt x="296126" y="10403"/>
                </a:lnTo>
                <a:lnTo>
                  <a:pt x="296121" y="10424"/>
                </a:lnTo>
                <a:lnTo>
                  <a:pt x="296117" y="10445"/>
                </a:lnTo>
                <a:lnTo>
                  <a:pt x="296112" y="10467"/>
                </a:lnTo>
                <a:lnTo>
                  <a:pt x="296108" y="10489"/>
                </a:lnTo>
                <a:lnTo>
                  <a:pt x="296104" y="10512"/>
                </a:lnTo>
                <a:lnTo>
                  <a:pt x="296100" y="10535"/>
                </a:lnTo>
                <a:lnTo>
                  <a:pt x="296097" y="10560"/>
                </a:lnTo>
                <a:lnTo>
                  <a:pt x="296093" y="10584"/>
                </a:lnTo>
                <a:lnTo>
                  <a:pt x="296090" y="10610"/>
                </a:lnTo>
                <a:lnTo>
                  <a:pt x="296087" y="10636"/>
                </a:lnTo>
                <a:lnTo>
                  <a:pt x="296085" y="10662"/>
                </a:lnTo>
                <a:lnTo>
                  <a:pt x="296082" y="10690"/>
                </a:lnTo>
                <a:lnTo>
                  <a:pt x="296080" y="10717"/>
                </a:lnTo>
                <a:lnTo>
                  <a:pt x="296078" y="10746"/>
                </a:lnTo>
                <a:lnTo>
                  <a:pt x="296076" y="10775"/>
                </a:lnTo>
                <a:lnTo>
                  <a:pt x="296074" y="10804"/>
                </a:lnTo>
                <a:lnTo>
                  <a:pt x="296072" y="10835"/>
                </a:lnTo>
                <a:lnTo>
                  <a:pt x="296071" y="10866"/>
                </a:lnTo>
                <a:lnTo>
                  <a:pt x="296070" y="10897"/>
                </a:lnTo>
                <a:lnTo>
                  <a:pt x="296069" y="10929"/>
                </a:lnTo>
                <a:lnTo>
                  <a:pt x="296068" y="10962"/>
                </a:lnTo>
                <a:lnTo>
                  <a:pt x="296068" y="10995"/>
                </a:lnTo>
                <a:lnTo>
                  <a:pt x="296068" y="11029"/>
                </a:lnTo>
                <a:lnTo>
                  <a:pt x="296067" y="11063"/>
                </a:lnTo>
                <a:lnTo>
                  <a:pt x="296067" y="11084"/>
                </a:lnTo>
                <a:lnTo>
                  <a:pt x="296068" y="11105"/>
                </a:lnTo>
                <a:lnTo>
                  <a:pt x="296068" y="11125"/>
                </a:lnTo>
                <a:lnTo>
                  <a:pt x="296068" y="11146"/>
                </a:lnTo>
                <a:lnTo>
                  <a:pt x="296069" y="11166"/>
                </a:lnTo>
                <a:lnTo>
                  <a:pt x="296070" y="11186"/>
                </a:lnTo>
                <a:lnTo>
                  <a:pt x="296070" y="11206"/>
                </a:lnTo>
                <a:lnTo>
                  <a:pt x="296071" y="11226"/>
                </a:lnTo>
                <a:lnTo>
                  <a:pt x="296072" y="11246"/>
                </a:lnTo>
                <a:lnTo>
                  <a:pt x="296073" y="11265"/>
                </a:lnTo>
                <a:lnTo>
                  <a:pt x="296074" y="11284"/>
                </a:lnTo>
                <a:lnTo>
                  <a:pt x="296076" y="11304"/>
                </a:lnTo>
                <a:lnTo>
                  <a:pt x="296077" y="11323"/>
                </a:lnTo>
                <a:lnTo>
                  <a:pt x="296079" y="11342"/>
                </a:lnTo>
                <a:lnTo>
                  <a:pt x="296080" y="11361"/>
                </a:lnTo>
                <a:lnTo>
                  <a:pt x="296082" y="11379"/>
                </a:lnTo>
                <a:lnTo>
                  <a:pt x="296084" y="11398"/>
                </a:lnTo>
                <a:lnTo>
                  <a:pt x="296086" y="11416"/>
                </a:lnTo>
                <a:lnTo>
                  <a:pt x="296088" y="11434"/>
                </a:lnTo>
                <a:lnTo>
                  <a:pt x="296091" y="11452"/>
                </a:lnTo>
                <a:lnTo>
                  <a:pt x="296093" y="11470"/>
                </a:lnTo>
                <a:lnTo>
                  <a:pt x="296096" y="11488"/>
                </a:lnTo>
                <a:lnTo>
                  <a:pt x="296098" y="11506"/>
                </a:lnTo>
                <a:lnTo>
                  <a:pt x="296101" y="11523"/>
                </a:lnTo>
                <a:lnTo>
                  <a:pt x="296104" y="11540"/>
                </a:lnTo>
                <a:lnTo>
                  <a:pt x="296107" y="11557"/>
                </a:lnTo>
                <a:lnTo>
                  <a:pt x="296110" y="11574"/>
                </a:lnTo>
                <a:lnTo>
                  <a:pt x="296113" y="11591"/>
                </a:lnTo>
                <a:lnTo>
                  <a:pt x="296117" y="11607"/>
                </a:lnTo>
                <a:lnTo>
                  <a:pt x="296120" y="11623"/>
                </a:lnTo>
                <a:lnTo>
                  <a:pt x="296124" y="11639"/>
                </a:lnTo>
                <a:lnTo>
                  <a:pt x="296128" y="11654"/>
                </a:lnTo>
                <a:lnTo>
                  <a:pt x="296132" y="11669"/>
                </a:lnTo>
                <a:lnTo>
                  <a:pt x="296136" y="11684"/>
                </a:lnTo>
                <a:lnTo>
                  <a:pt x="296140" y="11699"/>
                </a:lnTo>
                <a:lnTo>
                  <a:pt x="296145" y="11713"/>
                </a:lnTo>
                <a:lnTo>
                  <a:pt x="296149" y="11727"/>
                </a:lnTo>
                <a:lnTo>
                  <a:pt x="296154" y="11741"/>
                </a:lnTo>
                <a:lnTo>
                  <a:pt x="296159" y="11755"/>
                </a:lnTo>
                <a:lnTo>
                  <a:pt x="296164" y="11768"/>
                </a:lnTo>
                <a:lnTo>
                  <a:pt x="296169" y="11781"/>
                </a:lnTo>
                <a:lnTo>
                  <a:pt x="296174" y="11794"/>
                </a:lnTo>
                <a:lnTo>
                  <a:pt x="296180" y="11807"/>
                </a:lnTo>
                <a:lnTo>
                  <a:pt x="296186" y="11819"/>
                </a:lnTo>
                <a:lnTo>
                  <a:pt x="296191" y="11831"/>
                </a:lnTo>
                <a:lnTo>
                  <a:pt x="296197" y="11843"/>
                </a:lnTo>
                <a:lnTo>
                  <a:pt x="296203" y="11854"/>
                </a:lnTo>
                <a:lnTo>
                  <a:pt x="296209" y="11866"/>
                </a:lnTo>
                <a:lnTo>
                  <a:pt x="296216" y="11877"/>
                </a:lnTo>
                <a:lnTo>
                  <a:pt x="296222" y="11887"/>
                </a:lnTo>
                <a:lnTo>
                  <a:pt x="296229" y="11898"/>
                </a:lnTo>
                <a:lnTo>
                  <a:pt x="296235" y="11908"/>
                </a:lnTo>
                <a:lnTo>
                  <a:pt x="296242" y="11918"/>
                </a:lnTo>
                <a:lnTo>
                  <a:pt x="296249" y="11928"/>
                </a:lnTo>
                <a:lnTo>
                  <a:pt x="296255" y="11938"/>
                </a:lnTo>
                <a:lnTo>
                  <a:pt x="296262" y="11947"/>
                </a:lnTo>
                <a:lnTo>
                  <a:pt x="296269" y="11957"/>
                </a:lnTo>
                <a:lnTo>
                  <a:pt x="296276" y="11965"/>
                </a:lnTo>
                <a:lnTo>
                  <a:pt x="296284" y="11974"/>
                </a:lnTo>
                <a:lnTo>
                  <a:pt x="296291" y="11983"/>
                </a:lnTo>
                <a:lnTo>
                  <a:pt x="296298" y="11991"/>
                </a:lnTo>
                <a:lnTo>
                  <a:pt x="296306" y="11999"/>
                </a:lnTo>
                <a:lnTo>
                  <a:pt x="296313" y="12007"/>
                </a:lnTo>
                <a:lnTo>
                  <a:pt x="296321" y="12014"/>
                </a:lnTo>
                <a:lnTo>
                  <a:pt x="296329" y="12022"/>
                </a:lnTo>
                <a:lnTo>
                  <a:pt x="296336" y="12029"/>
                </a:lnTo>
                <a:lnTo>
                  <a:pt x="296344" y="12035"/>
                </a:lnTo>
                <a:lnTo>
                  <a:pt x="296352" y="12042"/>
                </a:lnTo>
                <a:lnTo>
                  <a:pt x="296360" y="12048"/>
                </a:lnTo>
                <a:lnTo>
                  <a:pt x="296368" y="12055"/>
                </a:lnTo>
                <a:lnTo>
                  <a:pt x="296377" y="12061"/>
                </a:lnTo>
                <a:lnTo>
                  <a:pt x="296385" y="12066"/>
                </a:lnTo>
                <a:lnTo>
                  <a:pt x="296393" y="12072"/>
                </a:lnTo>
                <a:lnTo>
                  <a:pt x="296402" y="12077"/>
                </a:lnTo>
                <a:lnTo>
                  <a:pt x="296411" y="12082"/>
                </a:lnTo>
                <a:lnTo>
                  <a:pt x="296419" y="12087"/>
                </a:lnTo>
                <a:lnTo>
                  <a:pt x="296428" y="12091"/>
                </a:lnTo>
                <a:lnTo>
                  <a:pt x="296437" y="12095"/>
                </a:lnTo>
                <a:lnTo>
                  <a:pt x="296446" y="12100"/>
                </a:lnTo>
                <a:lnTo>
                  <a:pt x="296456" y="12103"/>
                </a:lnTo>
                <a:lnTo>
                  <a:pt x="296465" y="12107"/>
                </a:lnTo>
                <a:lnTo>
                  <a:pt x="296474" y="12110"/>
                </a:lnTo>
                <a:lnTo>
                  <a:pt x="296484" y="12113"/>
                </a:lnTo>
                <a:lnTo>
                  <a:pt x="296494" y="12116"/>
                </a:lnTo>
                <a:lnTo>
                  <a:pt x="296503" y="12119"/>
                </a:lnTo>
                <a:lnTo>
                  <a:pt x="296513" y="12121"/>
                </a:lnTo>
                <a:lnTo>
                  <a:pt x="296523" y="12124"/>
                </a:lnTo>
                <a:lnTo>
                  <a:pt x="296534" y="12126"/>
                </a:lnTo>
                <a:lnTo>
                  <a:pt x="296544" y="12127"/>
                </a:lnTo>
                <a:lnTo>
                  <a:pt x="296554" y="12129"/>
                </a:lnTo>
                <a:lnTo>
                  <a:pt x="296565" y="12130"/>
                </a:lnTo>
                <a:lnTo>
                  <a:pt x="296575" y="12131"/>
                </a:lnTo>
                <a:lnTo>
                  <a:pt x="296586" y="12132"/>
                </a:lnTo>
                <a:lnTo>
                  <a:pt x="296597" y="12133"/>
                </a:lnTo>
                <a:lnTo>
                  <a:pt x="296608" y="12133"/>
                </a:lnTo>
                <a:lnTo>
                  <a:pt x="296619" y="12133"/>
                </a:lnTo>
                <a:lnTo>
                  <a:pt x="296636" y="12133"/>
                </a:lnTo>
                <a:lnTo>
                  <a:pt x="296654" y="12131"/>
                </a:lnTo>
                <a:lnTo>
                  <a:pt x="296672" y="12129"/>
                </a:lnTo>
                <a:lnTo>
                  <a:pt x="296692" y="12126"/>
                </a:lnTo>
                <a:lnTo>
                  <a:pt x="296712" y="12123"/>
                </a:lnTo>
                <a:lnTo>
                  <a:pt x="296732" y="12118"/>
                </a:lnTo>
                <a:lnTo>
                  <a:pt x="296754" y="12113"/>
                </a:lnTo>
                <a:lnTo>
                  <a:pt x="296776" y="12106"/>
                </a:lnTo>
                <a:lnTo>
                  <a:pt x="296799" y="12099"/>
                </a:lnTo>
                <a:lnTo>
                  <a:pt x="296822" y="12091"/>
                </a:lnTo>
                <a:lnTo>
                  <a:pt x="296847" y="12083"/>
                </a:lnTo>
                <a:lnTo>
                  <a:pt x="296872" y="12073"/>
                </a:lnTo>
                <a:lnTo>
                  <a:pt x="296897" y="12063"/>
                </a:lnTo>
                <a:lnTo>
                  <a:pt x="296924" y="12051"/>
                </a:lnTo>
                <a:lnTo>
                  <a:pt x="296951" y="12039"/>
                </a:lnTo>
                <a:lnTo>
                  <a:pt x="296979" y="12027"/>
                </a:lnTo>
                <a:lnTo>
                  <a:pt x="297008" y="12013"/>
                </a:lnTo>
                <a:lnTo>
                  <a:pt x="297037" y="11998"/>
                </a:lnTo>
                <a:lnTo>
                  <a:pt x="297067" y="11983"/>
                </a:lnTo>
                <a:lnTo>
                  <a:pt x="297098" y="11967"/>
                </a:lnTo>
                <a:lnTo>
                  <a:pt x="297130" y="11950"/>
                </a:lnTo>
                <a:lnTo>
                  <a:pt x="297162" y="11932"/>
                </a:lnTo>
                <a:lnTo>
                  <a:pt x="297195" y="11913"/>
                </a:lnTo>
                <a:lnTo>
                  <a:pt x="297229" y="11893"/>
                </a:lnTo>
                <a:lnTo>
                  <a:pt x="297263" y="11873"/>
                </a:lnTo>
                <a:lnTo>
                  <a:pt x="297299" y="11853"/>
                </a:lnTo>
                <a:lnTo>
                  <a:pt x="297334" y="11833"/>
                </a:lnTo>
                <a:lnTo>
                  <a:pt x="297371" y="11812"/>
                </a:lnTo>
                <a:lnTo>
                  <a:pt x="297408" y="11791"/>
                </a:lnTo>
                <a:lnTo>
                  <a:pt x="297446" y="11770"/>
                </a:lnTo>
                <a:lnTo>
                  <a:pt x="297485" y="11749"/>
                </a:lnTo>
                <a:lnTo>
                  <a:pt x="297524" y="11728"/>
                </a:lnTo>
                <a:lnTo>
                  <a:pt x="297564" y="11707"/>
                </a:lnTo>
                <a:lnTo>
                  <a:pt x="297605" y="11685"/>
                </a:lnTo>
                <a:lnTo>
                  <a:pt x="297646" y="11663"/>
                </a:lnTo>
                <a:lnTo>
                  <a:pt x="297689" y="11641"/>
                </a:lnTo>
                <a:lnTo>
                  <a:pt x="297731" y="11619"/>
                </a:lnTo>
                <a:lnTo>
                  <a:pt x="297775" y="11597"/>
                </a:lnTo>
                <a:lnTo>
                  <a:pt x="297819" y="11574"/>
                </a:lnTo>
                <a:lnTo>
                  <a:pt x="297864" y="11552"/>
                </a:lnTo>
                <a:lnTo>
                  <a:pt x="297910" y="11529"/>
                </a:lnTo>
                <a:lnTo>
                  <a:pt x="297956" y="11506"/>
                </a:lnTo>
                <a:lnTo>
                  <a:pt x="298003" y="11483"/>
                </a:lnTo>
                <a:lnTo>
                  <a:pt x="298051" y="11459"/>
                </a:lnTo>
                <a:lnTo>
                  <a:pt x="298099" y="11436"/>
                </a:lnTo>
                <a:lnTo>
                  <a:pt x="298148" y="11412"/>
                </a:lnTo>
                <a:lnTo>
                  <a:pt x="298198" y="11388"/>
                </a:lnTo>
                <a:lnTo>
                  <a:pt x="298248" y="11364"/>
                </a:lnTo>
                <a:lnTo>
                  <a:pt x="298300" y="11340"/>
                </a:lnTo>
                <a:lnTo>
                  <a:pt x="298351" y="11316"/>
                </a:lnTo>
                <a:lnTo>
                  <a:pt x="298404" y="11293"/>
                </a:lnTo>
                <a:lnTo>
                  <a:pt x="298457" y="11269"/>
                </a:lnTo>
                <a:lnTo>
                  <a:pt x="298511" y="11246"/>
                </a:lnTo>
                <a:lnTo>
                  <a:pt x="298566" y="11223"/>
                </a:lnTo>
                <a:lnTo>
                  <a:pt x="298621" y="11200"/>
                </a:lnTo>
                <a:lnTo>
                  <a:pt x="298677" y="11177"/>
                </a:lnTo>
                <a:lnTo>
                  <a:pt x="298734" y="11154"/>
                </a:lnTo>
                <a:lnTo>
                  <a:pt x="298792" y="11132"/>
                </a:lnTo>
                <a:lnTo>
                  <a:pt x="298850" y="11110"/>
                </a:lnTo>
                <a:lnTo>
                  <a:pt x="298908" y="11087"/>
                </a:lnTo>
                <a:lnTo>
                  <a:pt x="298968" y="11065"/>
                </a:lnTo>
                <a:lnTo>
                  <a:pt x="299028" y="11044"/>
                </a:lnTo>
                <a:lnTo>
                  <a:pt x="299089" y="11022"/>
                </a:lnTo>
                <a:lnTo>
                  <a:pt x="299151" y="11001"/>
                </a:lnTo>
                <a:lnTo>
                  <a:pt x="299213" y="10979"/>
                </a:lnTo>
                <a:lnTo>
                  <a:pt x="299276" y="10958"/>
                </a:lnTo>
                <a:lnTo>
                  <a:pt x="299340" y="10937"/>
                </a:lnTo>
                <a:lnTo>
                  <a:pt x="299404" y="10917"/>
                </a:lnTo>
                <a:lnTo>
                  <a:pt x="299469" y="10896"/>
                </a:lnTo>
                <a:lnTo>
                  <a:pt x="299535" y="10876"/>
                </a:lnTo>
                <a:lnTo>
                  <a:pt x="299602" y="10855"/>
                </a:lnTo>
                <a:lnTo>
                  <a:pt x="299669" y="10835"/>
                </a:lnTo>
                <a:lnTo>
                  <a:pt x="299737" y="10816"/>
                </a:lnTo>
                <a:lnTo>
                  <a:pt x="299805" y="10797"/>
                </a:lnTo>
                <a:lnTo>
                  <a:pt x="299875" y="10779"/>
                </a:lnTo>
                <a:lnTo>
                  <a:pt x="299945" y="10762"/>
                </a:lnTo>
                <a:lnTo>
                  <a:pt x="300016" y="10746"/>
                </a:lnTo>
                <a:lnTo>
                  <a:pt x="300087" y="10730"/>
                </a:lnTo>
                <a:lnTo>
                  <a:pt x="300159" y="10716"/>
                </a:lnTo>
                <a:lnTo>
                  <a:pt x="300232" y="10702"/>
                </a:lnTo>
                <a:lnTo>
                  <a:pt x="300306" y="10689"/>
                </a:lnTo>
                <a:lnTo>
                  <a:pt x="300381" y="10677"/>
                </a:lnTo>
                <a:lnTo>
                  <a:pt x="300456" y="10666"/>
                </a:lnTo>
                <a:lnTo>
                  <a:pt x="300532" y="10655"/>
                </a:lnTo>
                <a:lnTo>
                  <a:pt x="300608" y="10646"/>
                </a:lnTo>
                <a:lnTo>
                  <a:pt x="300686" y="10637"/>
                </a:lnTo>
                <a:lnTo>
                  <a:pt x="300764" y="10629"/>
                </a:lnTo>
                <a:lnTo>
                  <a:pt x="300842" y="10622"/>
                </a:lnTo>
                <a:lnTo>
                  <a:pt x="300922" y="10616"/>
                </a:lnTo>
                <a:lnTo>
                  <a:pt x="301002" y="10611"/>
                </a:lnTo>
                <a:lnTo>
                  <a:pt x="301083" y="10606"/>
                </a:lnTo>
                <a:lnTo>
                  <a:pt x="301165" y="10602"/>
                </a:lnTo>
                <a:lnTo>
                  <a:pt x="301247" y="10599"/>
                </a:lnTo>
                <a:lnTo>
                  <a:pt x="301330" y="10597"/>
                </a:lnTo>
                <a:lnTo>
                  <a:pt x="301414" y="10596"/>
                </a:lnTo>
                <a:lnTo>
                  <a:pt x="301499" y="10596"/>
                </a:lnTo>
                <a:lnTo>
                  <a:pt x="301578" y="10596"/>
                </a:lnTo>
                <a:lnTo>
                  <a:pt x="301656" y="10597"/>
                </a:lnTo>
                <a:lnTo>
                  <a:pt x="301732" y="10599"/>
                </a:lnTo>
                <a:lnTo>
                  <a:pt x="301808" y="10602"/>
                </a:lnTo>
                <a:lnTo>
                  <a:pt x="301883" y="10605"/>
                </a:lnTo>
                <a:lnTo>
                  <a:pt x="301956" y="10610"/>
                </a:lnTo>
                <a:lnTo>
                  <a:pt x="302029" y="10615"/>
                </a:lnTo>
                <a:lnTo>
                  <a:pt x="302101" y="10621"/>
                </a:lnTo>
                <a:lnTo>
                  <a:pt x="302171" y="10627"/>
                </a:lnTo>
                <a:lnTo>
                  <a:pt x="302240" y="10635"/>
                </a:lnTo>
                <a:lnTo>
                  <a:pt x="302309" y="10643"/>
                </a:lnTo>
                <a:lnTo>
                  <a:pt x="302376" y="10652"/>
                </a:lnTo>
                <a:lnTo>
                  <a:pt x="302443" y="10662"/>
                </a:lnTo>
                <a:lnTo>
                  <a:pt x="302508" y="10672"/>
                </a:lnTo>
                <a:lnTo>
                  <a:pt x="302572" y="10683"/>
                </a:lnTo>
                <a:lnTo>
                  <a:pt x="302635" y="10696"/>
                </a:lnTo>
                <a:lnTo>
                  <a:pt x="302697" y="10708"/>
                </a:lnTo>
                <a:lnTo>
                  <a:pt x="302759" y="10722"/>
                </a:lnTo>
                <a:lnTo>
                  <a:pt x="302819" y="10737"/>
                </a:lnTo>
                <a:lnTo>
                  <a:pt x="302878" y="10752"/>
                </a:lnTo>
                <a:lnTo>
                  <a:pt x="302936" y="10768"/>
                </a:lnTo>
                <a:lnTo>
                  <a:pt x="302993" y="10785"/>
                </a:lnTo>
                <a:lnTo>
                  <a:pt x="303048" y="10802"/>
                </a:lnTo>
                <a:lnTo>
                  <a:pt x="303103" y="10821"/>
                </a:lnTo>
                <a:lnTo>
                  <a:pt x="303157" y="10840"/>
                </a:lnTo>
                <a:lnTo>
                  <a:pt x="303210" y="10860"/>
                </a:lnTo>
                <a:lnTo>
                  <a:pt x="303262" y="10880"/>
                </a:lnTo>
                <a:lnTo>
                  <a:pt x="303314" y="10902"/>
                </a:lnTo>
                <a:lnTo>
                  <a:pt x="303364" y="10924"/>
                </a:lnTo>
                <a:lnTo>
                  <a:pt x="303414" y="10946"/>
                </a:lnTo>
                <a:lnTo>
                  <a:pt x="303463" y="10970"/>
                </a:lnTo>
                <a:lnTo>
                  <a:pt x="303511" y="10994"/>
                </a:lnTo>
                <a:lnTo>
                  <a:pt x="303558" y="11020"/>
                </a:lnTo>
                <a:lnTo>
                  <a:pt x="303604" y="11045"/>
                </a:lnTo>
                <a:lnTo>
                  <a:pt x="303650" y="11072"/>
                </a:lnTo>
                <a:lnTo>
                  <a:pt x="303694" y="11099"/>
                </a:lnTo>
                <a:lnTo>
                  <a:pt x="303738" y="11128"/>
                </a:lnTo>
                <a:lnTo>
                  <a:pt x="303781" y="11156"/>
                </a:lnTo>
                <a:lnTo>
                  <a:pt x="303823" y="11186"/>
                </a:lnTo>
                <a:lnTo>
                  <a:pt x="303865" y="11216"/>
                </a:lnTo>
                <a:lnTo>
                  <a:pt x="303905" y="11248"/>
                </a:lnTo>
                <a:lnTo>
                  <a:pt x="303945" y="11279"/>
                </a:lnTo>
                <a:lnTo>
                  <a:pt x="303983" y="11312"/>
                </a:lnTo>
                <a:lnTo>
                  <a:pt x="304021" y="11345"/>
                </a:lnTo>
                <a:lnTo>
                  <a:pt x="304058" y="11380"/>
                </a:lnTo>
                <a:lnTo>
                  <a:pt x="304095" y="11414"/>
                </a:lnTo>
                <a:lnTo>
                  <a:pt x="304130" y="11450"/>
                </a:lnTo>
                <a:lnTo>
                  <a:pt x="304164" y="11487"/>
                </a:lnTo>
                <a:lnTo>
                  <a:pt x="304198" y="11524"/>
                </a:lnTo>
                <a:lnTo>
                  <a:pt x="304231" y="11562"/>
                </a:lnTo>
                <a:lnTo>
                  <a:pt x="304263" y="11600"/>
                </a:lnTo>
                <a:lnTo>
                  <a:pt x="304295" y="11640"/>
                </a:lnTo>
                <a:lnTo>
                  <a:pt x="304325" y="11680"/>
                </a:lnTo>
                <a:lnTo>
                  <a:pt x="304355" y="11721"/>
                </a:lnTo>
                <a:lnTo>
                  <a:pt x="304384" y="11763"/>
                </a:lnTo>
                <a:lnTo>
                  <a:pt x="304412" y="11806"/>
                </a:lnTo>
                <a:lnTo>
                  <a:pt x="304440" y="11849"/>
                </a:lnTo>
                <a:lnTo>
                  <a:pt x="304467" y="11893"/>
                </a:lnTo>
                <a:lnTo>
                  <a:pt x="304492" y="11938"/>
                </a:lnTo>
                <a:lnTo>
                  <a:pt x="304518" y="11984"/>
                </a:lnTo>
                <a:lnTo>
                  <a:pt x="304542" y="12031"/>
                </a:lnTo>
                <a:lnTo>
                  <a:pt x="304565" y="12078"/>
                </a:lnTo>
                <a:lnTo>
                  <a:pt x="304588" y="12126"/>
                </a:lnTo>
                <a:lnTo>
                  <a:pt x="304610" y="12175"/>
                </a:lnTo>
                <a:lnTo>
                  <a:pt x="304631" y="12225"/>
                </a:lnTo>
                <a:lnTo>
                  <a:pt x="304652" y="12275"/>
                </a:lnTo>
                <a:lnTo>
                  <a:pt x="304671" y="12326"/>
                </a:lnTo>
                <a:lnTo>
                  <a:pt x="304690" y="12378"/>
                </a:lnTo>
                <a:lnTo>
                  <a:pt x="304708" y="12431"/>
                </a:lnTo>
                <a:lnTo>
                  <a:pt x="304726" y="12485"/>
                </a:lnTo>
                <a:lnTo>
                  <a:pt x="304742" y="12539"/>
                </a:lnTo>
                <a:lnTo>
                  <a:pt x="304758" y="12594"/>
                </a:lnTo>
                <a:lnTo>
                  <a:pt x="304773" y="12650"/>
                </a:lnTo>
                <a:lnTo>
                  <a:pt x="304787" y="12707"/>
                </a:lnTo>
                <a:lnTo>
                  <a:pt x="304801" y="12764"/>
                </a:lnTo>
                <a:lnTo>
                  <a:pt x="304814" y="12822"/>
                </a:lnTo>
                <a:lnTo>
                  <a:pt x="304826" y="12880"/>
                </a:lnTo>
                <a:lnTo>
                  <a:pt x="304838" y="12940"/>
                </a:lnTo>
                <a:lnTo>
                  <a:pt x="304849" y="13000"/>
                </a:lnTo>
                <a:lnTo>
                  <a:pt x="304860" y="13060"/>
                </a:lnTo>
                <a:lnTo>
                  <a:pt x="304870" y="13122"/>
                </a:lnTo>
                <a:lnTo>
                  <a:pt x="304879" y="13184"/>
                </a:lnTo>
                <a:lnTo>
                  <a:pt x="304888" y="13247"/>
                </a:lnTo>
                <a:lnTo>
                  <a:pt x="304896" y="13310"/>
                </a:lnTo>
                <a:lnTo>
                  <a:pt x="304903" y="13374"/>
                </a:lnTo>
                <a:lnTo>
                  <a:pt x="304910" y="13439"/>
                </a:lnTo>
                <a:lnTo>
                  <a:pt x="304916" y="13505"/>
                </a:lnTo>
                <a:lnTo>
                  <a:pt x="304921" y="13571"/>
                </a:lnTo>
                <a:lnTo>
                  <a:pt x="304926" y="13638"/>
                </a:lnTo>
                <a:lnTo>
                  <a:pt x="304930" y="13706"/>
                </a:lnTo>
                <a:lnTo>
                  <a:pt x="304934" y="13774"/>
                </a:lnTo>
                <a:lnTo>
                  <a:pt x="304936" y="13843"/>
                </a:lnTo>
                <a:lnTo>
                  <a:pt x="304939" y="13913"/>
                </a:lnTo>
                <a:lnTo>
                  <a:pt x="304940" y="13983"/>
                </a:lnTo>
                <a:lnTo>
                  <a:pt x="304941" y="14054"/>
                </a:lnTo>
                <a:lnTo>
                  <a:pt x="304942" y="14126"/>
                </a:lnTo>
                <a:lnTo>
                  <a:pt x="304942" y="15292"/>
                </a:lnTo>
                <a:lnTo>
                  <a:pt x="302869" y="15292"/>
                </a:lnTo>
                <a:lnTo>
                  <a:pt x="302724" y="15292"/>
                </a:lnTo>
                <a:lnTo>
                  <a:pt x="302579" y="15294"/>
                </a:lnTo>
                <a:lnTo>
                  <a:pt x="302436" y="15297"/>
                </a:lnTo>
                <a:lnTo>
                  <a:pt x="302294" y="15300"/>
                </a:lnTo>
                <a:lnTo>
                  <a:pt x="302153" y="15305"/>
                </a:lnTo>
                <a:lnTo>
                  <a:pt x="302014" y="15311"/>
                </a:lnTo>
                <a:lnTo>
                  <a:pt x="301876" y="15318"/>
                </a:lnTo>
                <a:lnTo>
                  <a:pt x="301738" y="15326"/>
                </a:lnTo>
                <a:lnTo>
                  <a:pt x="301603" y="15335"/>
                </a:lnTo>
                <a:lnTo>
                  <a:pt x="301468" y="15346"/>
                </a:lnTo>
                <a:lnTo>
                  <a:pt x="301334" y="15357"/>
                </a:lnTo>
                <a:lnTo>
                  <a:pt x="301202" y="15369"/>
                </a:lnTo>
                <a:lnTo>
                  <a:pt x="301071" y="15383"/>
                </a:lnTo>
                <a:lnTo>
                  <a:pt x="300941" y="15397"/>
                </a:lnTo>
                <a:lnTo>
                  <a:pt x="300813" y="15413"/>
                </a:lnTo>
                <a:lnTo>
                  <a:pt x="300686" y="15430"/>
                </a:lnTo>
                <a:lnTo>
                  <a:pt x="300559" y="15447"/>
                </a:lnTo>
                <a:lnTo>
                  <a:pt x="300435" y="15466"/>
                </a:lnTo>
                <a:lnTo>
                  <a:pt x="300311" y="15486"/>
                </a:lnTo>
                <a:lnTo>
                  <a:pt x="300188" y="15507"/>
                </a:lnTo>
                <a:lnTo>
                  <a:pt x="300067" y="15529"/>
                </a:lnTo>
                <a:lnTo>
                  <a:pt x="299947" y="15552"/>
                </a:lnTo>
                <a:lnTo>
                  <a:pt x="299828" y="15577"/>
                </a:lnTo>
                <a:lnTo>
                  <a:pt x="299711" y="15602"/>
                </a:lnTo>
                <a:lnTo>
                  <a:pt x="299594" y="15628"/>
                </a:lnTo>
                <a:lnTo>
                  <a:pt x="299480" y="15656"/>
                </a:lnTo>
                <a:lnTo>
                  <a:pt x="299367" y="15684"/>
                </a:lnTo>
                <a:lnTo>
                  <a:pt x="299255" y="15714"/>
                </a:lnTo>
                <a:lnTo>
                  <a:pt x="299145" y="15745"/>
                </a:lnTo>
                <a:lnTo>
                  <a:pt x="299036" y="15776"/>
                </a:lnTo>
                <a:lnTo>
                  <a:pt x="298929" y="15809"/>
                </a:lnTo>
                <a:lnTo>
                  <a:pt x="298823" y="15843"/>
                </a:lnTo>
                <a:lnTo>
                  <a:pt x="298719" y="15878"/>
                </a:lnTo>
                <a:lnTo>
                  <a:pt x="298616" y="15914"/>
                </a:lnTo>
                <a:lnTo>
                  <a:pt x="298515" y="15951"/>
                </a:lnTo>
                <a:lnTo>
                  <a:pt x="298415" y="15990"/>
                </a:lnTo>
                <a:lnTo>
                  <a:pt x="298317" y="16029"/>
                </a:lnTo>
                <a:lnTo>
                  <a:pt x="298221" y="16069"/>
                </a:lnTo>
                <a:lnTo>
                  <a:pt x="298126" y="16111"/>
                </a:lnTo>
                <a:lnTo>
                  <a:pt x="298032" y="16153"/>
                </a:lnTo>
                <a:lnTo>
                  <a:pt x="297940" y="16197"/>
                </a:lnTo>
                <a:lnTo>
                  <a:pt x="297849" y="16242"/>
                </a:lnTo>
                <a:lnTo>
                  <a:pt x="297760" y="16287"/>
                </a:lnTo>
                <a:lnTo>
                  <a:pt x="297673" y="16334"/>
                </a:lnTo>
                <a:lnTo>
                  <a:pt x="297587" y="16382"/>
                </a:lnTo>
                <a:lnTo>
                  <a:pt x="297502" y="16431"/>
                </a:lnTo>
                <a:lnTo>
                  <a:pt x="297419" y="16481"/>
                </a:lnTo>
                <a:lnTo>
                  <a:pt x="297338" y="16533"/>
                </a:lnTo>
                <a:lnTo>
                  <a:pt x="297258" y="16585"/>
                </a:lnTo>
                <a:lnTo>
                  <a:pt x="297179" y="16638"/>
                </a:lnTo>
                <a:lnTo>
                  <a:pt x="297102" y="16693"/>
                </a:lnTo>
                <a:lnTo>
                  <a:pt x="297027" y="16748"/>
                </a:lnTo>
                <a:lnTo>
                  <a:pt x="296953" y="16805"/>
                </a:lnTo>
                <a:lnTo>
                  <a:pt x="296881" y="16863"/>
                </a:lnTo>
                <a:lnTo>
                  <a:pt x="296811" y="16922"/>
                </a:lnTo>
                <a:lnTo>
                  <a:pt x="296741" y="16982"/>
                </a:lnTo>
                <a:lnTo>
                  <a:pt x="296674" y="17043"/>
                </a:lnTo>
                <a:lnTo>
                  <a:pt x="296608" y="17105"/>
                </a:lnTo>
                <a:lnTo>
                  <a:pt x="296544" y="17168"/>
                </a:lnTo>
                <a:lnTo>
                  <a:pt x="296481" y="17233"/>
                </a:lnTo>
                <a:lnTo>
                  <a:pt x="296420" y="17298"/>
                </a:lnTo>
                <a:lnTo>
                  <a:pt x="296360" y="17365"/>
                </a:lnTo>
                <a:lnTo>
                  <a:pt x="296302" y="17433"/>
                </a:lnTo>
                <a:lnTo>
                  <a:pt x="296246" y="17502"/>
                </a:lnTo>
                <a:lnTo>
                  <a:pt x="296191" y="17572"/>
                </a:lnTo>
                <a:lnTo>
                  <a:pt x="296137" y="17643"/>
                </a:lnTo>
                <a:lnTo>
                  <a:pt x="296086" y="17715"/>
                </a:lnTo>
                <a:lnTo>
                  <a:pt x="296035" y="17788"/>
                </a:lnTo>
                <a:lnTo>
                  <a:pt x="295987" y="17863"/>
                </a:lnTo>
                <a:lnTo>
                  <a:pt x="295940" y="17938"/>
                </a:lnTo>
                <a:lnTo>
                  <a:pt x="295894" y="18015"/>
                </a:lnTo>
                <a:lnTo>
                  <a:pt x="295850" y="18093"/>
                </a:lnTo>
                <a:lnTo>
                  <a:pt x="295808" y="18171"/>
                </a:lnTo>
                <a:lnTo>
                  <a:pt x="295767" y="18251"/>
                </a:lnTo>
                <a:lnTo>
                  <a:pt x="295729" y="18333"/>
                </a:lnTo>
                <a:lnTo>
                  <a:pt x="295692" y="18415"/>
                </a:lnTo>
                <a:lnTo>
                  <a:pt x="295657" y="18498"/>
                </a:lnTo>
                <a:lnTo>
                  <a:pt x="295624" y="18583"/>
                </a:lnTo>
                <a:lnTo>
                  <a:pt x="295592" y="18669"/>
                </a:lnTo>
                <a:lnTo>
                  <a:pt x="295562" y="18756"/>
                </a:lnTo>
                <a:lnTo>
                  <a:pt x="295534" y="18844"/>
                </a:lnTo>
                <a:lnTo>
                  <a:pt x="295508" y="18933"/>
                </a:lnTo>
                <a:lnTo>
                  <a:pt x="295484" y="19024"/>
                </a:lnTo>
                <a:lnTo>
                  <a:pt x="295462" y="19115"/>
                </a:lnTo>
                <a:lnTo>
                  <a:pt x="295441" y="19208"/>
                </a:lnTo>
                <a:lnTo>
                  <a:pt x="295422" y="19302"/>
                </a:lnTo>
                <a:lnTo>
                  <a:pt x="295405" y="19397"/>
                </a:lnTo>
                <a:lnTo>
                  <a:pt x="295390" y="19494"/>
                </a:lnTo>
                <a:lnTo>
                  <a:pt x="295376" y="19591"/>
                </a:lnTo>
                <a:lnTo>
                  <a:pt x="295364" y="19690"/>
                </a:lnTo>
                <a:lnTo>
                  <a:pt x="295355" y="19789"/>
                </a:lnTo>
                <a:lnTo>
                  <a:pt x="295346" y="19890"/>
                </a:lnTo>
                <a:lnTo>
                  <a:pt x="295340" y="19993"/>
                </a:lnTo>
                <a:lnTo>
                  <a:pt x="295336" y="20096"/>
                </a:lnTo>
                <a:lnTo>
                  <a:pt x="295333" y="20200"/>
                </a:lnTo>
                <a:lnTo>
                  <a:pt x="295332" y="20306"/>
                </a:lnTo>
                <a:lnTo>
                  <a:pt x="295333" y="20396"/>
                </a:lnTo>
                <a:lnTo>
                  <a:pt x="295335" y="20486"/>
                </a:lnTo>
                <a:lnTo>
                  <a:pt x="295338" y="20575"/>
                </a:lnTo>
                <a:lnTo>
                  <a:pt x="295343" y="20663"/>
                </a:lnTo>
                <a:lnTo>
                  <a:pt x="295348" y="20750"/>
                </a:lnTo>
                <a:lnTo>
                  <a:pt x="295356" y="20836"/>
                </a:lnTo>
                <a:lnTo>
                  <a:pt x="295364" y="20922"/>
                </a:lnTo>
                <a:lnTo>
                  <a:pt x="295374" y="21007"/>
                </a:lnTo>
                <a:lnTo>
                  <a:pt x="295385" y="21091"/>
                </a:lnTo>
                <a:lnTo>
                  <a:pt x="295397" y="21174"/>
                </a:lnTo>
                <a:lnTo>
                  <a:pt x="295411" y="21256"/>
                </a:lnTo>
                <a:lnTo>
                  <a:pt x="295426" y="21338"/>
                </a:lnTo>
                <a:lnTo>
                  <a:pt x="295442" y="21418"/>
                </a:lnTo>
                <a:lnTo>
                  <a:pt x="295460" y="21498"/>
                </a:lnTo>
                <a:lnTo>
                  <a:pt x="295479" y="21577"/>
                </a:lnTo>
                <a:lnTo>
                  <a:pt x="295499" y="21655"/>
                </a:lnTo>
                <a:lnTo>
                  <a:pt x="295521" y="21733"/>
                </a:lnTo>
                <a:lnTo>
                  <a:pt x="295544" y="21809"/>
                </a:lnTo>
                <a:lnTo>
                  <a:pt x="295568" y="21885"/>
                </a:lnTo>
                <a:lnTo>
                  <a:pt x="295593" y="21960"/>
                </a:lnTo>
                <a:lnTo>
                  <a:pt x="295620" y="22034"/>
                </a:lnTo>
                <a:lnTo>
                  <a:pt x="295648" y="22108"/>
                </a:lnTo>
                <a:lnTo>
                  <a:pt x="295677" y="22180"/>
                </a:lnTo>
                <a:lnTo>
                  <a:pt x="295708" y="22252"/>
                </a:lnTo>
                <a:lnTo>
                  <a:pt x="295740" y="22323"/>
                </a:lnTo>
                <a:lnTo>
                  <a:pt x="295773" y="22392"/>
                </a:lnTo>
                <a:lnTo>
                  <a:pt x="295807" y="22461"/>
                </a:lnTo>
                <a:lnTo>
                  <a:pt x="295842" y="22529"/>
                </a:lnTo>
                <a:lnTo>
                  <a:pt x="295878" y="22596"/>
                </a:lnTo>
                <a:lnTo>
                  <a:pt x="295915" y="22663"/>
                </a:lnTo>
                <a:lnTo>
                  <a:pt x="295953" y="22728"/>
                </a:lnTo>
                <a:lnTo>
                  <a:pt x="295992" y="22792"/>
                </a:lnTo>
                <a:lnTo>
                  <a:pt x="296032" y="22855"/>
                </a:lnTo>
                <a:lnTo>
                  <a:pt x="296074" y="22918"/>
                </a:lnTo>
                <a:lnTo>
                  <a:pt x="296116" y="22979"/>
                </a:lnTo>
                <a:lnTo>
                  <a:pt x="296159" y="23040"/>
                </a:lnTo>
                <a:lnTo>
                  <a:pt x="296204" y="23099"/>
                </a:lnTo>
                <a:lnTo>
                  <a:pt x="296249" y="23158"/>
                </a:lnTo>
                <a:lnTo>
                  <a:pt x="296296" y="23216"/>
                </a:lnTo>
                <a:lnTo>
                  <a:pt x="296343" y="23273"/>
                </a:lnTo>
                <a:lnTo>
                  <a:pt x="296392" y="23329"/>
                </a:lnTo>
                <a:lnTo>
                  <a:pt x="296441" y="23383"/>
                </a:lnTo>
                <a:lnTo>
                  <a:pt x="296492" y="23438"/>
                </a:lnTo>
                <a:lnTo>
                  <a:pt x="296544" y="23491"/>
                </a:lnTo>
                <a:lnTo>
                  <a:pt x="296596" y="23543"/>
                </a:lnTo>
                <a:lnTo>
                  <a:pt x="296650" y="23594"/>
                </a:lnTo>
                <a:lnTo>
                  <a:pt x="296705" y="23644"/>
                </a:lnTo>
                <a:lnTo>
                  <a:pt x="296761" y="23694"/>
                </a:lnTo>
                <a:lnTo>
                  <a:pt x="296818" y="23742"/>
                </a:lnTo>
                <a:lnTo>
                  <a:pt x="296876" y="23790"/>
                </a:lnTo>
                <a:lnTo>
                  <a:pt x="296935" y="23836"/>
                </a:lnTo>
                <a:lnTo>
                  <a:pt x="296994" y="23882"/>
                </a:lnTo>
                <a:lnTo>
                  <a:pt x="297055" y="23926"/>
                </a:lnTo>
                <a:lnTo>
                  <a:pt x="297117" y="23970"/>
                </a:lnTo>
                <a:lnTo>
                  <a:pt x="297180" y="24013"/>
                </a:lnTo>
                <a:lnTo>
                  <a:pt x="297244" y="24054"/>
                </a:lnTo>
                <a:lnTo>
                  <a:pt x="297309" y="24095"/>
                </a:lnTo>
                <a:lnTo>
                  <a:pt x="297374" y="24135"/>
                </a:lnTo>
                <a:lnTo>
                  <a:pt x="297441" y="24174"/>
                </a:lnTo>
                <a:lnTo>
                  <a:pt x="297509" y="24212"/>
                </a:lnTo>
                <a:lnTo>
                  <a:pt x="297578" y="24248"/>
                </a:lnTo>
                <a:lnTo>
                  <a:pt x="297647" y="24284"/>
                </a:lnTo>
                <a:lnTo>
                  <a:pt x="297718" y="24319"/>
                </a:lnTo>
                <a:lnTo>
                  <a:pt x="297790" y="24353"/>
                </a:lnTo>
                <a:lnTo>
                  <a:pt x="297862" y="24386"/>
                </a:lnTo>
                <a:lnTo>
                  <a:pt x="297936" y="24419"/>
                </a:lnTo>
                <a:lnTo>
                  <a:pt x="298011" y="24450"/>
                </a:lnTo>
                <a:lnTo>
                  <a:pt x="298086" y="24480"/>
                </a:lnTo>
                <a:lnTo>
                  <a:pt x="298163" y="24509"/>
                </a:lnTo>
                <a:lnTo>
                  <a:pt x="298241" y="24537"/>
                </a:lnTo>
                <a:lnTo>
                  <a:pt x="298319" y="24565"/>
                </a:lnTo>
                <a:lnTo>
                  <a:pt x="298399" y="24591"/>
                </a:lnTo>
                <a:lnTo>
                  <a:pt x="298479" y="24616"/>
                </a:lnTo>
                <a:lnTo>
                  <a:pt x="298560" y="24641"/>
                </a:lnTo>
                <a:lnTo>
                  <a:pt x="298643" y="24664"/>
                </a:lnTo>
                <a:lnTo>
                  <a:pt x="298725" y="24686"/>
                </a:lnTo>
                <a:lnTo>
                  <a:pt x="298809" y="24707"/>
                </a:lnTo>
                <a:lnTo>
                  <a:pt x="298893" y="24727"/>
                </a:lnTo>
                <a:lnTo>
                  <a:pt x="298979" y="24746"/>
                </a:lnTo>
                <a:lnTo>
                  <a:pt x="299064" y="24763"/>
                </a:lnTo>
                <a:lnTo>
                  <a:pt x="299151" y="24780"/>
                </a:lnTo>
                <a:lnTo>
                  <a:pt x="299239" y="24796"/>
                </a:lnTo>
                <a:lnTo>
                  <a:pt x="299327" y="24810"/>
                </a:lnTo>
                <a:lnTo>
                  <a:pt x="299416" y="24824"/>
                </a:lnTo>
                <a:lnTo>
                  <a:pt x="299506" y="24836"/>
                </a:lnTo>
                <a:lnTo>
                  <a:pt x="299597" y="24847"/>
                </a:lnTo>
                <a:lnTo>
                  <a:pt x="299688" y="24858"/>
                </a:lnTo>
                <a:lnTo>
                  <a:pt x="299780" y="24867"/>
                </a:lnTo>
                <a:lnTo>
                  <a:pt x="299873" y="24875"/>
                </a:lnTo>
                <a:lnTo>
                  <a:pt x="299967" y="24882"/>
                </a:lnTo>
                <a:lnTo>
                  <a:pt x="300062" y="24888"/>
                </a:lnTo>
                <a:lnTo>
                  <a:pt x="300157" y="24893"/>
                </a:lnTo>
                <a:lnTo>
                  <a:pt x="300253" y="24896"/>
                </a:lnTo>
                <a:lnTo>
                  <a:pt x="300350" y="24899"/>
                </a:lnTo>
                <a:lnTo>
                  <a:pt x="300448" y="24901"/>
                </a:lnTo>
                <a:lnTo>
                  <a:pt x="300546" y="24901"/>
                </a:lnTo>
                <a:lnTo>
                  <a:pt x="300659" y="24900"/>
                </a:lnTo>
                <a:lnTo>
                  <a:pt x="300771" y="24897"/>
                </a:lnTo>
                <a:lnTo>
                  <a:pt x="300882" y="24892"/>
                </a:lnTo>
                <a:lnTo>
                  <a:pt x="300994" y="24885"/>
                </a:lnTo>
                <a:lnTo>
                  <a:pt x="301104" y="24875"/>
                </a:lnTo>
                <a:lnTo>
                  <a:pt x="301214" y="24864"/>
                </a:lnTo>
                <a:lnTo>
                  <a:pt x="301324" y="24851"/>
                </a:lnTo>
                <a:lnTo>
                  <a:pt x="301433" y="24835"/>
                </a:lnTo>
                <a:lnTo>
                  <a:pt x="301542" y="24818"/>
                </a:lnTo>
                <a:lnTo>
                  <a:pt x="301650" y="24798"/>
                </a:lnTo>
                <a:lnTo>
                  <a:pt x="301757" y="24777"/>
                </a:lnTo>
                <a:lnTo>
                  <a:pt x="301864" y="24753"/>
                </a:lnTo>
                <a:lnTo>
                  <a:pt x="301971" y="24727"/>
                </a:lnTo>
                <a:lnTo>
                  <a:pt x="302077" y="24699"/>
                </a:lnTo>
                <a:lnTo>
                  <a:pt x="302183" y="24669"/>
                </a:lnTo>
                <a:lnTo>
                  <a:pt x="302288" y="24638"/>
                </a:lnTo>
                <a:lnTo>
                  <a:pt x="302393" y="24604"/>
                </a:lnTo>
                <a:lnTo>
                  <a:pt x="302497" y="24567"/>
                </a:lnTo>
                <a:lnTo>
                  <a:pt x="302601" y="24529"/>
                </a:lnTo>
                <a:lnTo>
                  <a:pt x="302704" y="24489"/>
                </a:lnTo>
                <a:lnTo>
                  <a:pt x="302806" y="24447"/>
                </a:lnTo>
                <a:lnTo>
                  <a:pt x="302909" y="24403"/>
                </a:lnTo>
                <a:lnTo>
                  <a:pt x="303010" y="24356"/>
                </a:lnTo>
                <a:lnTo>
                  <a:pt x="303112" y="24308"/>
                </a:lnTo>
                <a:lnTo>
                  <a:pt x="303212" y="24258"/>
                </a:lnTo>
                <a:lnTo>
                  <a:pt x="303312" y="24206"/>
                </a:lnTo>
                <a:lnTo>
                  <a:pt x="303411" y="24152"/>
                </a:lnTo>
                <a:lnTo>
                  <a:pt x="303509" y="24097"/>
                </a:lnTo>
                <a:lnTo>
                  <a:pt x="303607" y="24041"/>
                </a:lnTo>
                <a:lnTo>
                  <a:pt x="303703" y="23983"/>
                </a:lnTo>
                <a:lnTo>
                  <a:pt x="303799" y="23923"/>
                </a:lnTo>
                <a:lnTo>
                  <a:pt x="303894" y="23861"/>
                </a:lnTo>
                <a:lnTo>
                  <a:pt x="303989" y="23798"/>
                </a:lnTo>
                <a:lnTo>
                  <a:pt x="304082" y="23734"/>
                </a:lnTo>
                <a:lnTo>
                  <a:pt x="304175" y="23668"/>
                </a:lnTo>
                <a:lnTo>
                  <a:pt x="304267" y="23600"/>
                </a:lnTo>
                <a:lnTo>
                  <a:pt x="304358" y="23530"/>
                </a:lnTo>
                <a:lnTo>
                  <a:pt x="304448" y="23459"/>
                </a:lnTo>
                <a:lnTo>
                  <a:pt x="304538" y="23387"/>
                </a:lnTo>
                <a:lnTo>
                  <a:pt x="304627" y="23313"/>
                </a:lnTo>
                <a:lnTo>
                  <a:pt x="304715" y="23237"/>
                </a:lnTo>
                <a:lnTo>
                  <a:pt x="304802" y="23159"/>
                </a:lnTo>
                <a:lnTo>
                  <a:pt x="304889" y="23081"/>
                </a:lnTo>
                <a:lnTo>
                  <a:pt x="304974" y="23000"/>
                </a:lnTo>
                <a:lnTo>
                  <a:pt x="305059" y="22918"/>
                </a:lnTo>
                <a:lnTo>
                  <a:pt x="305143" y="22834"/>
                </a:lnTo>
                <a:lnTo>
                  <a:pt x="305227" y="22749"/>
                </a:lnTo>
                <a:lnTo>
                  <a:pt x="305309" y="22662"/>
                </a:lnTo>
                <a:lnTo>
                  <a:pt x="305309" y="24166"/>
                </a:lnTo>
                <a:lnTo>
                  <a:pt x="305309" y="24182"/>
                </a:lnTo>
                <a:lnTo>
                  <a:pt x="305310" y="24199"/>
                </a:lnTo>
                <a:lnTo>
                  <a:pt x="305311" y="24214"/>
                </a:lnTo>
                <a:lnTo>
                  <a:pt x="305313" y="24230"/>
                </a:lnTo>
                <a:lnTo>
                  <a:pt x="305314" y="24245"/>
                </a:lnTo>
                <a:lnTo>
                  <a:pt x="305317" y="24260"/>
                </a:lnTo>
                <a:lnTo>
                  <a:pt x="305319" y="24274"/>
                </a:lnTo>
                <a:lnTo>
                  <a:pt x="305322" y="24288"/>
                </a:lnTo>
                <a:lnTo>
                  <a:pt x="305326" y="24302"/>
                </a:lnTo>
                <a:lnTo>
                  <a:pt x="305330" y="24316"/>
                </a:lnTo>
                <a:lnTo>
                  <a:pt x="305334" y="24329"/>
                </a:lnTo>
                <a:lnTo>
                  <a:pt x="305339" y="24341"/>
                </a:lnTo>
                <a:lnTo>
                  <a:pt x="305344" y="24354"/>
                </a:lnTo>
                <a:lnTo>
                  <a:pt x="305349" y="24366"/>
                </a:lnTo>
                <a:lnTo>
                  <a:pt x="305355" y="24377"/>
                </a:lnTo>
                <a:lnTo>
                  <a:pt x="305361" y="24389"/>
                </a:lnTo>
                <a:lnTo>
                  <a:pt x="305368" y="24400"/>
                </a:lnTo>
                <a:lnTo>
                  <a:pt x="305375" y="24410"/>
                </a:lnTo>
                <a:lnTo>
                  <a:pt x="305383" y="24421"/>
                </a:lnTo>
                <a:lnTo>
                  <a:pt x="305391" y="24430"/>
                </a:lnTo>
                <a:lnTo>
                  <a:pt x="305399" y="24440"/>
                </a:lnTo>
                <a:lnTo>
                  <a:pt x="305408" y="24449"/>
                </a:lnTo>
                <a:lnTo>
                  <a:pt x="305417" y="24458"/>
                </a:lnTo>
                <a:lnTo>
                  <a:pt x="305426" y="24467"/>
                </a:lnTo>
                <a:lnTo>
                  <a:pt x="305436" y="24475"/>
                </a:lnTo>
                <a:lnTo>
                  <a:pt x="305447" y="24483"/>
                </a:lnTo>
                <a:lnTo>
                  <a:pt x="305458" y="24491"/>
                </a:lnTo>
                <a:lnTo>
                  <a:pt x="305469" y="24499"/>
                </a:lnTo>
                <a:lnTo>
                  <a:pt x="305481" y="24506"/>
                </a:lnTo>
                <a:lnTo>
                  <a:pt x="305494" y="24514"/>
                </a:lnTo>
                <a:lnTo>
                  <a:pt x="305507" y="24521"/>
                </a:lnTo>
                <a:lnTo>
                  <a:pt x="305520" y="24528"/>
                </a:lnTo>
                <a:lnTo>
                  <a:pt x="305534" y="24535"/>
                </a:lnTo>
                <a:lnTo>
                  <a:pt x="305548" y="24542"/>
                </a:lnTo>
                <a:lnTo>
                  <a:pt x="305563" y="24548"/>
                </a:lnTo>
                <a:lnTo>
                  <a:pt x="305579" y="24554"/>
                </a:lnTo>
                <a:lnTo>
                  <a:pt x="305595" y="24561"/>
                </a:lnTo>
                <a:lnTo>
                  <a:pt x="305611" y="24567"/>
                </a:lnTo>
                <a:lnTo>
                  <a:pt x="305628" y="24572"/>
                </a:lnTo>
                <a:lnTo>
                  <a:pt x="305645" y="24578"/>
                </a:lnTo>
                <a:lnTo>
                  <a:pt x="305663" y="24584"/>
                </a:lnTo>
                <a:lnTo>
                  <a:pt x="305682" y="24589"/>
                </a:lnTo>
                <a:lnTo>
                  <a:pt x="305701" y="24594"/>
                </a:lnTo>
                <a:lnTo>
                  <a:pt x="305720" y="24599"/>
                </a:lnTo>
                <a:lnTo>
                  <a:pt x="305740" y="24604"/>
                </a:lnTo>
                <a:lnTo>
                  <a:pt x="305760" y="24608"/>
                </a:lnTo>
                <a:lnTo>
                  <a:pt x="305781" y="24613"/>
                </a:lnTo>
                <a:lnTo>
                  <a:pt x="305802" y="24617"/>
                </a:lnTo>
                <a:lnTo>
                  <a:pt x="305824" y="24621"/>
                </a:lnTo>
                <a:lnTo>
                  <a:pt x="305847" y="24625"/>
                </a:lnTo>
                <a:lnTo>
                  <a:pt x="305870" y="24629"/>
                </a:lnTo>
                <a:lnTo>
                  <a:pt x="305894" y="24632"/>
                </a:lnTo>
                <a:lnTo>
                  <a:pt x="305918" y="24636"/>
                </a:lnTo>
                <a:lnTo>
                  <a:pt x="305943" y="24639"/>
                </a:lnTo>
                <a:lnTo>
                  <a:pt x="305968" y="24642"/>
                </a:lnTo>
                <a:lnTo>
                  <a:pt x="305994" y="24645"/>
                </a:lnTo>
                <a:lnTo>
                  <a:pt x="306021" y="24648"/>
                </a:lnTo>
                <a:lnTo>
                  <a:pt x="306049" y="24650"/>
                </a:lnTo>
                <a:lnTo>
                  <a:pt x="306077" y="24653"/>
                </a:lnTo>
                <a:lnTo>
                  <a:pt x="306105" y="24655"/>
                </a:lnTo>
                <a:lnTo>
                  <a:pt x="306134" y="24657"/>
                </a:lnTo>
                <a:lnTo>
                  <a:pt x="306164" y="24659"/>
                </a:lnTo>
                <a:lnTo>
                  <a:pt x="306195" y="24660"/>
                </a:lnTo>
                <a:lnTo>
                  <a:pt x="306226" y="24662"/>
                </a:lnTo>
                <a:lnTo>
                  <a:pt x="306257" y="24663"/>
                </a:lnTo>
                <a:lnTo>
                  <a:pt x="306290" y="24664"/>
                </a:lnTo>
                <a:lnTo>
                  <a:pt x="306322" y="24665"/>
                </a:lnTo>
                <a:lnTo>
                  <a:pt x="306356" y="24666"/>
                </a:lnTo>
                <a:lnTo>
                  <a:pt x="306390" y="24666"/>
                </a:lnTo>
                <a:lnTo>
                  <a:pt x="306425" y="24667"/>
                </a:lnTo>
                <a:lnTo>
                  <a:pt x="306460" y="24667"/>
                </a:lnTo>
                <a:lnTo>
                  <a:pt x="306496" y="24667"/>
                </a:lnTo>
                <a:lnTo>
                  <a:pt x="306533" y="24667"/>
                </a:lnTo>
                <a:lnTo>
                  <a:pt x="306570" y="24667"/>
                </a:lnTo>
                <a:lnTo>
                  <a:pt x="306605" y="24666"/>
                </a:lnTo>
                <a:lnTo>
                  <a:pt x="306640" y="24666"/>
                </a:lnTo>
                <a:lnTo>
                  <a:pt x="306674" y="24665"/>
                </a:lnTo>
                <a:lnTo>
                  <a:pt x="306708" y="24664"/>
                </a:lnTo>
                <a:lnTo>
                  <a:pt x="306741" y="24663"/>
                </a:lnTo>
                <a:lnTo>
                  <a:pt x="306773" y="24662"/>
                </a:lnTo>
                <a:lnTo>
                  <a:pt x="306804" y="24660"/>
                </a:lnTo>
                <a:lnTo>
                  <a:pt x="306834" y="24659"/>
                </a:lnTo>
                <a:lnTo>
                  <a:pt x="306864" y="24657"/>
                </a:lnTo>
                <a:lnTo>
                  <a:pt x="306893" y="24655"/>
                </a:lnTo>
                <a:lnTo>
                  <a:pt x="306921" y="24653"/>
                </a:lnTo>
                <a:lnTo>
                  <a:pt x="306948" y="24650"/>
                </a:lnTo>
                <a:lnTo>
                  <a:pt x="306975" y="24648"/>
                </a:lnTo>
                <a:lnTo>
                  <a:pt x="307001" y="24645"/>
                </a:lnTo>
                <a:lnTo>
                  <a:pt x="307026" y="24642"/>
                </a:lnTo>
                <a:lnTo>
                  <a:pt x="307050" y="24639"/>
                </a:lnTo>
                <a:lnTo>
                  <a:pt x="307074" y="24636"/>
                </a:lnTo>
                <a:lnTo>
                  <a:pt x="307097" y="24632"/>
                </a:lnTo>
                <a:lnTo>
                  <a:pt x="307119" y="24629"/>
                </a:lnTo>
                <a:lnTo>
                  <a:pt x="307141" y="24625"/>
                </a:lnTo>
                <a:lnTo>
                  <a:pt x="307161" y="24621"/>
                </a:lnTo>
                <a:lnTo>
                  <a:pt x="307181" y="24617"/>
                </a:lnTo>
                <a:lnTo>
                  <a:pt x="307200" y="24613"/>
                </a:lnTo>
                <a:lnTo>
                  <a:pt x="307219" y="24608"/>
                </a:lnTo>
                <a:lnTo>
                  <a:pt x="307238" y="24604"/>
                </a:lnTo>
                <a:lnTo>
                  <a:pt x="307256" y="24599"/>
                </a:lnTo>
                <a:lnTo>
                  <a:pt x="307274" y="24594"/>
                </a:lnTo>
                <a:lnTo>
                  <a:pt x="307292" y="24589"/>
                </a:lnTo>
                <a:lnTo>
                  <a:pt x="307309" y="24584"/>
                </a:lnTo>
                <a:lnTo>
                  <a:pt x="307326" y="24578"/>
                </a:lnTo>
                <a:lnTo>
                  <a:pt x="307342" y="24572"/>
                </a:lnTo>
                <a:lnTo>
                  <a:pt x="307359" y="24567"/>
                </a:lnTo>
                <a:lnTo>
                  <a:pt x="307374" y="24561"/>
                </a:lnTo>
                <a:lnTo>
                  <a:pt x="307390" y="24554"/>
                </a:lnTo>
                <a:lnTo>
                  <a:pt x="307405" y="24548"/>
                </a:lnTo>
                <a:lnTo>
                  <a:pt x="307420" y="24542"/>
                </a:lnTo>
                <a:lnTo>
                  <a:pt x="307434" y="24535"/>
                </a:lnTo>
                <a:lnTo>
                  <a:pt x="307448" y="24528"/>
                </a:lnTo>
                <a:lnTo>
                  <a:pt x="307462" y="24521"/>
                </a:lnTo>
                <a:lnTo>
                  <a:pt x="307476" y="24514"/>
                </a:lnTo>
                <a:lnTo>
                  <a:pt x="307489" y="24506"/>
                </a:lnTo>
                <a:lnTo>
                  <a:pt x="307501" y="24499"/>
                </a:lnTo>
                <a:lnTo>
                  <a:pt x="307514" y="24491"/>
                </a:lnTo>
                <a:lnTo>
                  <a:pt x="307526" y="24483"/>
                </a:lnTo>
                <a:lnTo>
                  <a:pt x="307537" y="24475"/>
                </a:lnTo>
                <a:lnTo>
                  <a:pt x="307549" y="24467"/>
                </a:lnTo>
                <a:lnTo>
                  <a:pt x="307560" y="24458"/>
                </a:lnTo>
                <a:lnTo>
                  <a:pt x="307570" y="24449"/>
                </a:lnTo>
                <a:lnTo>
                  <a:pt x="307580" y="24440"/>
                </a:lnTo>
                <a:lnTo>
                  <a:pt x="307590" y="24430"/>
                </a:lnTo>
                <a:lnTo>
                  <a:pt x="307599" y="24421"/>
                </a:lnTo>
                <a:lnTo>
                  <a:pt x="307607" y="24410"/>
                </a:lnTo>
                <a:lnTo>
                  <a:pt x="307615" y="24400"/>
                </a:lnTo>
                <a:lnTo>
                  <a:pt x="307623" y="24389"/>
                </a:lnTo>
                <a:lnTo>
                  <a:pt x="307630" y="24377"/>
                </a:lnTo>
                <a:lnTo>
                  <a:pt x="307637" y="24366"/>
                </a:lnTo>
                <a:lnTo>
                  <a:pt x="307643" y="24354"/>
                </a:lnTo>
                <a:lnTo>
                  <a:pt x="307649" y="24341"/>
                </a:lnTo>
                <a:lnTo>
                  <a:pt x="307654" y="24329"/>
                </a:lnTo>
                <a:lnTo>
                  <a:pt x="307659" y="24316"/>
                </a:lnTo>
                <a:lnTo>
                  <a:pt x="307664" y="24302"/>
                </a:lnTo>
                <a:lnTo>
                  <a:pt x="307668" y="24288"/>
                </a:lnTo>
                <a:lnTo>
                  <a:pt x="307671" y="24274"/>
                </a:lnTo>
                <a:lnTo>
                  <a:pt x="307674" y="24260"/>
                </a:lnTo>
                <a:lnTo>
                  <a:pt x="307677" y="24245"/>
                </a:lnTo>
                <a:lnTo>
                  <a:pt x="307679" y="24230"/>
                </a:lnTo>
                <a:lnTo>
                  <a:pt x="307680" y="24214"/>
                </a:lnTo>
                <a:lnTo>
                  <a:pt x="307681" y="24199"/>
                </a:lnTo>
                <a:lnTo>
                  <a:pt x="307682" y="24182"/>
                </a:lnTo>
                <a:lnTo>
                  <a:pt x="307682" y="24166"/>
                </a:lnTo>
                <a:lnTo>
                  <a:pt x="307682" y="14022"/>
                </a:lnTo>
                <a:lnTo>
                  <a:pt x="307682" y="13905"/>
                </a:lnTo>
                <a:lnTo>
                  <a:pt x="307680" y="13790"/>
                </a:lnTo>
                <a:lnTo>
                  <a:pt x="307677" y="13676"/>
                </a:lnTo>
                <a:lnTo>
                  <a:pt x="307674" y="13563"/>
                </a:lnTo>
                <a:lnTo>
                  <a:pt x="307669" y="13452"/>
                </a:lnTo>
                <a:close/>
                <a:moveTo>
                  <a:pt x="304521" y="20943"/>
                </a:moveTo>
                <a:lnTo>
                  <a:pt x="304438" y="21027"/>
                </a:lnTo>
                <a:lnTo>
                  <a:pt x="304355" y="21109"/>
                </a:lnTo>
                <a:lnTo>
                  <a:pt x="304272" y="21189"/>
                </a:lnTo>
                <a:lnTo>
                  <a:pt x="304190" y="21267"/>
                </a:lnTo>
                <a:lnTo>
                  <a:pt x="304108" y="21343"/>
                </a:lnTo>
                <a:lnTo>
                  <a:pt x="304026" y="21417"/>
                </a:lnTo>
                <a:lnTo>
                  <a:pt x="303945" y="21489"/>
                </a:lnTo>
                <a:lnTo>
                  <a:pt x="303864" y="21558"/>
                </a:lnTo>
                <a:lnTo>
                  <a:pt x="303784" y="21626"/>
                </a:lnTo>
                <a:lnTo>
                  <a:pt x="303703" y="21692"/>
                </a:lnTo>
                <a:lnTo>
                  <a:pt x="303623" y="21755"/>
                </a:lnTo>
                <a:lnTo>
                  <a:pt x="303544" y="21817"/>
                </a:lnTo>
                <a:lnTo>
                  <a:pt x="303464" y="21876"/>
                </a:lnTo>
                <a:lnTo>
                  <a:pt x="303385" y="21934"/>
                </a:lnTo>
                <a:lnTo>
                  <a:pt x="303306" y="21989"/>
                </a:lnTo>
                <a:lnTo>
                  <a:pt x="303228" y="22043"/>
                </a:lnTo>
                <a:lnTo>
                  <a:pt x="303150" y="22094"/>
                </a:lnTo>
                <a:lnTo>
                  <a:pt x="303072" y="22143"/>
                </a:lnTo>
                <a:lnTo>
                  <a:pt x="302995" y="22191"/>
                </a:lnTo>
                <a:lnTo>
                  <a:pt x="302917" y="22236"/>
                </a:lnTo>
                <a:lnTo>
                  <a:pt x="302839" y="22279"/>
                </a:lnTo>
                <a:lnTo>
                  <a:pt x="302760" y="22321"/>
                </a:lnTo>
                <a:lnTo>
                  <a:pt x="302681" y="22360"/>
                </a:lnTo>
                <a:lnTo>
                  <a:pt x="302601" y="22398"/>
                </a:lnTo>
                <a:lnTo>
                  <a:pt x="302521" y="22433"/>
                </a:lnTo>
                <a:lnTo>
                  <a:pt x="302440" y="22467"/>
                </a:lnTo>
                <a:lnTo>
                  <a:pt x="302359" y="22499"/>
                </a:lnTo>
                <a:lnTo>
                  <a:pt x="302277" y="22529"/>
                </a:lnTo>
                <a:lnTo>
                  <a:pt x="302194" y="22557"/>
                </a:lnTo>
                <a:lnTo>
                  <a:pt x="302111" y="22583"/>
                </a:lnTo>
                <a:lnTo>
                  <a:pt x="302027" y="22607"/>
                </a:lnTo>
                <a:lnTo>
                  <a:pt x="301943" y="22629"/>
                </a:lnTo>
                <a:lnTo>
                  <a:pt x="301858" y="22649"/>
                </a:lnTo>
                <a:lnTo>
                  <a:pt x="301773" y="22667"/>
                </a:lnTo>
                <a:lnTo>
                  <a:pt x="301687" y="22684"/>
                </a:lnTo>
                <a:lnTo>
                  <a:pt x="301601" y="22698"/>
                </a:lnTo>
                <a:lnTo>
                  <a:pt x="301514" y="22711"/>
                </a:lnTo>
                <a:lnTo>
                  <a:pt x="301427" y="22721"/>
                </a:lnTo>
                <a:lnTo>
                  <a:pt x="301338" y="22730"/>
                </a:lnTo>
                <a:lnTo>
                  <a:pt x="301250" y="22737"/>
                </a:lnTo>
                <a:lnTo>
                  <a:pt x="301161" y="22741"/>
                </a:lnTo>
                <a:lnTo>
                  <a:pt x="301071" y="22744"/>
                </a:lnTo>
                <a:lnTo>
                  <a:pt x="300981" y="22745"/>
                </a:lnTo>
                <a:lnTo>
                  <a:pt x="300870" y="22744"/>
                </a:lnTo>
                <a:lnTo>
                  <a:pt x="300762" y="22740"/>
                </a:lnTo>
                <a:lnTo>
                  <a:pt x="300656" y="22734"/>
                </a:lnTo>
                <a:lnTo>
                  <a:pt x="300552" y="22726"/>
                </a:lnTo>
                <a:lnTo>
                  <a:pt x="300449" y="22715"/>
                </a:lnTo>
                <a:lnTo>
                  <a:pt x="300349" y="22702"/>
                </a:lnTo>
                <a:lnTo>
                  <a:pt x="300251" y="22686"/>
                </a:lnTo>
                <a:lnTo>
                  <a:pt x="300155" y="22668"/>
                </a:lnTo>
                <a:lnTo>
                  <a:pt x="300062" y="22647"/>
                </a:lnTo>
                <a:lnTo>
                  <a:pt x="299970" y="22624"/>
                </a:lnTo>
                <a:lnTo>
                  <a:pt x="299880" y="22599"/>
                </a:lnTo>
                <a:lnTo>
                  <a:pt x="299792" y="22571"/>
                </a:lnTo>
                <a:lnTo>
                  <a:pt x="299706" y="22541"/>
                </a:lnTo>
                <a:lnTo>
                  <a:pt x="299623" y="22508"/>
                </a:lnTo>
                <a:lnTo>
                  <a:pt x="299541" y="22473"/>
                </a:lnTo>
                <a:lnTo>
                  <a:pt x="299462" y="22435"/>
                </a:lnTo>
                <a:lnTo>
                  <a:pt x="299384" y="22395"/>
                </a:lnTo>
                <a:lnTo>
                  <a:pt x="299309" y="22353"/>
                </a:lnTo>
                <a:lnTo>
                  <a:pt x="299236" y="22308"/>
                </a:lnTo>
                <a:lnTo>
                  <a:pt x="299165" y="22261"/>
                </a:lnTo>
                <a:lnTo>
                  <a:pt x="299095" y="22211"/>
                </a:lnTo>
                <a:lnTo>
                  <a:pt x="299028" y="22159"/>
                </a:lnTo>
                <a:lnTo>
                  <a:pt x="298963" y="22105"/>
                </a:lnTo>
                <a:lnTo>
                  <a:pt x="298900" y="22048"/>
                </a:lnTo>
                <a:lnTo>
                  <a:pt x="298839" y="21989"/>
                </a:lnTo>
                <a:lnTo>
                  <a:pt x="298781" y="21928"/>
                </a:lnTo>
                <a:lnTo>
                  <a:pt x="298726" y="21866"/>
                </a:lnTo>
                <a:lnTo>
                  <a:pt x="298673" y="21802"/>
                </a:lnTo>
                <a:lnTo>
                  <a:pt x="298623" y="21736"/>
                </a:lnTo>
                <a:lnTo>
                  <a:pt x="298575" y="21669"/>
                </a:lnTo>
                <a:lnTo>
                  <a:pt x="298530" y="21600"/>
                </a:lnTo>
                <a:lnTo>
                  <a:pt x="298487" y="21529"/>
                </a:lnTo>
                <a:lnTo>
                  <a:pt x="298447" y="21457"/>
                </a:lnTo>
                <a:lnTo>
                  <a:pt x="298410" y="21383"/>
                </a:lnTo>
                <a:lnTo>
                  <a:pt x="298375" y="21307"/>
                </a:lnTo>
                <a:lnTo>
                  <a:pt x="298342" y="21230"/>
                </a:lnTo>
                <a:lnTo>
                  <a:pt x="298313" y="21151"/>
                </a:lnTo>
                <a:lnTo>
                  <a:pt x="298286" y="21070"/>
                </a:lnTo>
                <a:lnTo>
                  <a:pt x="298261" y="20988"/>
                </a:lnTo>
                <a:lnTo>
                  <a:pt x="298239" y="20904"/>
                </a:lnTo>
                <a:lnTo>
                  <a:pt x="298220" y="20819"/>
                </a:lnTo>
                <a:lnTo>
                  <a:pt x="298203" y="20731"/>
                </a:lnTo>
                <a:lnTo>
                  <a:pt x="298189" y="20642"/>
                </a:lnTo>
                <a:lnTo>
                  <a:pt x="298177" y="20552"/>
                </a:lnTo>
                <a:lnTo>
                  <a:pt x="298168" y="20459"/>
                </a:lnTo>
                <a:lnTo>
                  <a:pt x="298162" y="20366"/>
                </a:lnTo>
                <a:lnTo>
                  <a:pt x="298158" y="20270"/>
                </a:lnTo>
                <a:lnTo>
                  <a:pt x="298156" y="20173"/>
                </a:lnTo>
                <a:lnTo>
                  <a:pt x="298157" y="20116"/>
                </a:lnTo>
                <a:lnTo>
                  <a:pt x="298158" y="20059"/>
                </a:lnTo>
                <a:lnTo>
                  <a:pt x="298160" y="20003"/>
                </a:lnTo>
                <a:lnTo>
                  <a:pt x="298164" y="19947"/>
                </a:lnTo>
                <a:lnTo>
                  <a:pt x="298168" y="19892"/>
                </a:lnTo>
                <a:lnTo>
                  <a:pt x="298173" y="19838"/>
                </a:lnTo>
                <a:lnTo>
                  <a:pt x="298178" y="19784"/>
                </a:lnTo>
                <a:lnTo>
                  <a:pt x="298185" y="19731"/>
                </a:lnTo>
                <a:lnTo>
                  <a:pt x="298193" y="19678"/>
                </a:lnTo>
                <a:lnTo>
                  <a:pt x="298201" y="19626"/>
                </a:lnTo>
                <a:lnTo>
                  <a:pt x="298211" y="19574"/>
                </a:lnTo>
                <a:lnTo>
                  <a:pt x="298221" y="19523"/>
                </a:lnTo>
                <a:lnTo>
                  <a:pt x="298232" y="19473"/>
                </a:lnTo>
                <a:lnTo>
                  <a:pt x="298245" y="19423"/>
                </a:lnTo>
                <a:lnTo>
                  <a:pt x="298258" y="19373"/>
                </a:lnTo>
                <a:lnTo>
                  <a:pt x="298272" y="19325"/>
                </a:lnTo>
                <a:lnTo>
                  <a:pt x="298286" y="19276"/>
                </a:lnTo>
                <a:lnTo>
                  <a:pt x="298302" y="19229"/>
                </a:lnTo>
                <a:lnTo>
                  <a:pt x="298319" y="19181"/>
                </a:lnTo>
                <a:lnTo>
                  <a:pt x="298336" y="19135"/>
                </a:lnTo>
                <a:lnTo>
                  <a:pt x="298355" y="19089"/>
                </a:lnTo>
                <a:lnTo>
                  <a:pt x="298374" y="19043"/>
                </a:lnTo>
                <a:lnTo>
                  <a:pt x="298394" y="18998"/>
                </a:lnTo>
                <a:lnTo>
                  <a:pt x="298415" y="18954"/>
                </a:lnTo>
                <a:lnTo>
                  <a:pt x="298438" y="18910"/>
                </a:lnTo>
                <a:lnTo>
                  <a:pt x="298461" y="18866"/>
                </a:lnTo>
                <a:lnTo>
                  <a:pt x="298485" y="18824"/>
                </a:lnTo>
                <a:lnTo>
                  <a:pt x="298510" y="18781"/>
                </a:lnTo>
                <a:lnTo>
                  <a:pt x="298536" y="18739"/>
                </a:lnTo>
                <a:lnTo>
                  <a:pt x="298563" y="18698"/>
                </a:lnTo>
                <a:lnTo>
                  <a:pt x="298591" y="18657"/>
                </a:lnTo>
                <a:lnTo>
                  <a:pt x="298621" y="18617"/>
                </a:lnTo>
                <a:lnTo>
                  <a:pt x="298651" y="18578"/>
                </a:lnTo>
                <a:lnTo>
                  <a:pt x="298682" y="18538"/>
                </a:lnTo>
                <a:lnTo>
                  <a:pt x="298714" y="18500"/>
                </a:lnTo>
                <a:lnTo>
                  <a:pt x="298748" y="18462"/>
                </a:lnTo>
                <a:lnTo>
                  <a:pt x="298782" y="18424"/>
                </a:lnTo>
                <a:lnTo>
                  <a:pt x="298817" y="18387"/>
                </a:lnTo>
                <a:lnTo>
                  <a:pt x="298854" y="18350"/>
                </a:lnTo>
                <a:lnTo>
                  <a:pt x="298891" y="18314"/>
                </a:lnTo>
                <a:lnTo>
                  <a:pt x="298929" y="18279"/>
                </a:lnTo>
                <a:lnTo>
                  <a:pt x="298969" y="18244"/>
                </a:lnTo>
                <a:lnTo>
                  <a:pt x="299009" y="18210"/>
                </a:lnTo>
                <a:lnTo>
                  <a:pt x="299050" y="18176"/>
                </a:lnTo>
                <a:lnTo>
                  <a:pt x="299093" y="18142"/>
                </a:lnTo>
                <a:lnTo>
                  <a:pt x="299136" y="18110"/>
                </a:lnTo>
                <a:lnTo>
                  <a:pt x="299181" y="18077"/>
                </a:lnTo>
                <a:lnTo>
                  <a:pt x="299226" y="18046"/>
                </a:lnTo>
                <a:lnTo>
                  <a:pt x="299272" y="18014"/>
                </a:lnTo>
                <a:lnTo>
                  <a:pt x="299320" y="17984"/>
                </a:lnTo>
                <a:lnTo>
                  <a:pt x="299368" y="17954"/>
                </a:lnTo>
                <a:lnTo>
                  <a:pt x="299418" y="17925"/>
                </a:lnTo>
                <a:lnTo>
                  <a:pt x="299468" y="17896"/>
                </a:lnTo>
                <a:lnTo>
                  <a:pt x="299520" y="17868"/>
                </a:lnTo>
                <a:lnTo>
                  <a:pt x="299572" y="17841"/>
                </a:lnTo>
                <a:lnTo>
                  <a:pt x="299625" y="17814"/>
                </a:lnTo>
                <a:lnTo>
                  <a:pt x="299680" y="17788"/>
                </a:lnTo>
                <a:lnTo>
                  <a:pt x="299735" y="17763"/>
                </a:lnTo>
                <a:lnTo>
                  <a:pt x="299791" y="17738"/>
                </a:lnTo>
                <a:lnTo>
                  <a:pt x="299849" y="17714"/>
                </a:lnTo>
                <a:lnTo>
                  <a:pt x="299907" y="17690"/>
                </a:lnTo>
                <a:lnTo>
                  <a:pt x="299966" y="17667"/>
                </a:lnTo>
                <a:lnTo>
                  <a:pt x="300026" y="17645"/>
                </a:lnTo>
                <a:lnTo>
                  <a:pt x="300088" y="17624"/>
                </a:lnTo>
                <a:lnTo>
                  <a:pt x="300150" y="17603"/>
                </a:lnTo>
                <a:lnTo>
                  <a:pt x="300213" y="17582"/>
                </a:lnTo>
                <a:lnTo>
                  <a:pt x="300277" y="17563"/>
                </a:lnTo>
                <a:lnTo>
                  <a:pt x="300342" y="17544"/>
                </a:lnTo>
                <a:lnTo>
                  <a:pt x="300409" y="17525"/>
                </a:lnTo>
                <a:lnTo>
                  <a:pt x="300476" y="17508"/>
                </a:lnTo>
                <a:lnTo>
                  <a:pt x="300544" y="17491"/>
                </a:lnTo>
                <a:lnTo>
                  <a:pt x="300613" y="17474"/>
                </a:lnTo>
                <a:lnTo>
                  <a:pt x="300683" y="17458"/>
                </a:lnTo>
                <a:lnTo>
                  <a:pt x="300754" y="17443"/>
                </a:lnTo>
                <a:lnTo>
                  <a:pt x="300827" y="17429"/>
                </a:lnTo>
                <a:lnTo>
                  <a:pt x="300900" y="17415"/>
                </a:lnTo>
                <a:lnTo>
                  <a:pt x="300974" y="17402"/>
                </a:lnTo>
                <a:lnTo>
                  <a:pt x="301050" y="17389"/>
                </a:lnTo>
                <a:lnTo>
                  <a:pt x="301126" y="17378"/>
                </a:lnTo>
                <a:lnTo>
                  <a:pt x="301204" y="17367"/>
                </a:lnTo>
                <a:lnTo>
                  <a:pt x="301282" y="17356"/>
                </a:lnTo>
                <a:lnTo>
                  <a:pt x="301362" y="17346"/>
                </a:lnTo>
                <a:lnTo>
                  <a:pt x="301442" y="17337"/>
                </a:lnTo>
                <a:lnTo>
                  <a:pt x="301524" y="17329"/>
                </a:lnTo>
                <a:lnTo>
                  <a:pt x="301607" y="17321"/>
                </a:lnTo>
                <a:lnTo>
                  <a:pt x="301690" y="17314"/>
                </a:lnTo>
                <a:lnTo>
                  <a:pt x="301775" y="17308"/>
                </a:lnTo>
                <a:lnTo>
                  <a:pt x="301861" y="17302"/>
                </a:lnTo>
                <a:lnTo>
                  <a:pt x="301948" y="17297"/>
                </a:lnTo>
                <a:lnTo>
                  <a:pt x="302036" y="17293"/>
                </a:lnTo>
                <a:lnTo>
                  <a:pt x="302125" y="17289"/>
                </a:lnTo>
                <a:lnTo>
                  <a:pt x="302215" y="17286"/>
                </a:lnTo>
                <a:lnTo>
                  <a:pt x="302306" y="17283"/>
                </a:lnTo>
                <a:lnTo>
                  <a:pt x="302398" y="17282"/>
                </a:lnTo>
                <a:lnTo>
                  <a:pt x="302491" y="17281"/>
                </a:lnTo>
                <a:lnTo>
                  <a:pt x="302585" y="17280"/>
                </a:lnTo>
                <a:lnTo>
                  <a:pt x="304942" y="17280"/>
                </a:lnTo>
                <a:lnTo>
                  <a:pt x="304942" y="20492"/>
                </a:lnTo>
                <a:lnTo>
                  <a:pt x="304857" y="20587"/>
                </a:lnTo>
                <a:lnTo>
                  <a:pt x="304772" y="20679"/>
                </a:lnTo>
                <a:lnTo>
                  <a:pt x="304688" y="20769"/>
                </a:lnTo>
                <a:lnTo>
                  <a:pt x="304604" y="20857"/>
                </a:lnTo>
                <a:lnTo>
                  <a:pt x="304521" y="20943"/>
                </a:lnTo>
                <a:close/>
                <a:moveTo>
                  <a:pt x="360998" y="19598"/>
                </a:moveTo>
                <a:lnTo>
                  <a:pt x="360991" y="19523"/>
                </a:lnTo>
                <a:lnTo>
                  <a:pt x="360983" y="19450"/>
                </a:lnTo>
                <a:lnTo>
                  <a:pt x="360973" y="19377"/>
                </a:lnTo>
                <a:lnTo>
                  <a:pt x="360962" y="19305"/>
                </a:lnTo>
                <a:lnTo>
                  <a:pt x="360950" y="19233"/>
                </a:lnTo>
                <a:lnTo>
                  <a:pt x="360937" y="19163"/>
                </a:lnTo>
                <a:lnTo>
                  <a:pt x="360923" y="19094"/>
                </a:lnTo>
                <a:lnTo>
                  <a:pt x="360908" y="19026"/>
                </a:lnTo>
                <a:lnTo>
                  <a:pt x="360892" y="18958"/>
                </a:lnTo>
                <a:lnTo>
                  <a:pt x="360874" y="18892"/>
                </a:lnTo>
                <a:lnTo>
                  <a:pt x="360855" y="18826"/>
                </a:lnTo>
                <a:lnTo>
                  <a:pt x="360836" y="18762"/>
                </a:lnTo>
                <a:lnTo>
                  <a:pt x="360815" y="18698"/>
                </a:lnTo>
                <a:lnTo>
                  <a:pt x="360793" y="18635"/>
                </a:lnTo>
                <a:lnTo>
                  <a:pt x="360769" y="18574"/>
                </a:lnTo>
                <a:lnTo>
                  <a:pt x="360745" y="18513"/>
                </a:lnTo>
                <a:lnTo>
                  <a:pt x="360720" y="18453"/>
                </a:lnTo>
                <a:lnTo>
                  <a:pt x="360693" y="18394"/>
                </a:lnTo>
                <a:lnTo>
                  <a:pt x="360665" y="18336"/>
                </a:lnTo>
                <a:lnTo>
                  <a:pt x="360637" y="18278"/>
                </a:lnTo>
                <a:lnTo>
                  <a:pt x="360608" y="18221"/>
                </a:lnTo>
                <a:lnTo>
                  <a:pt x="360579" y="18165"/>
                </a:lnTo>
                <a:lnTo>
                  <a:pt x="360548" y="18110"/>
                </a:lnTo>
                <a:lnTo>
                  <a:pt x="360517" y="18055"/>
                </a:lnTo>
                <a:lnTo>
                  <a:pt x="360485" y="18001"/>
                </a:lnTo>
                <a:lnTo>
                  <a:pt x="360452" y="17948"/>
                </a:lnTo>
                <a:lnTo>
                  <a:pt x="360419" y="17895"/>
                </a:lnTo>
                <a:lnTo>
                  <a:pt x="360385" y="17843"/>
                </a:lnTo>
                <a:lnTo>
                  <a:pt x="360350" y="17792"/>
                </a:lnTo>
                <a:lnTo>
                  <a:pt x="360315" y="17741"/>
                </a:lnTo>
                <a:lnTo>
                  <a:pt x="360279" y="17691"/>
                </a:lnTo>
                <a:lnTo>
                  <a:pt x="360242" y="17642"/>
                </a:lnTo>
                <a:lnTo>
                  <a:pt x="360204" y="17594"/>
                </a:lnTo>
                <a:lnTo>
                  <a:pt x="360166" y="17546"/>
                </a:lnTo>
                <a:lnTo>
                  <a:pt x="360126" y="17499"/>
                </a:lnTo>
                <a:lnTo>
                  <a:pt x="360087" y="17453"/>
                </a:lnTo>
                <a:lnTo>
                  <a:pt x="360046" y="17407"/>
                </a:lnTo>
                <a:lnTo>
                  <a:pt x="360005" y="17362"/>
                </a:lnTo>
                <a:lnTo>
                  <a:pt x="359963" y="17318"/>
                </a:lnTo>
                <a:lnTo>
                  <a:pt x="359920" y="17274"/>
                </a:lnTo>
                <a:lnTo>
                  <a:pt x="359876" y="17231"/>
                </a:lnTo>
                <a:lnTo>
                  <a:pt x="359832" y="17189"/>
                </a:lnTo>
                <a:lnTo>
                  <a:pt x="359787" y="17147"/>
                </a:lnTo>
                <a:lnTo>
                  <a:pt x="359742" y="17106"/>
                </a:lnTo>
                <a:lnTo>
                  <a:pt x="359696" y="17066"/>
                </a:lnTo>
                <a:lnTo>
                  <a:pt x="359650" y="17026"/>
                </a:lnTo>
                <a:lnTo>
                  <a:pt x="359603" y="16986"/>
                </a:lnTo>
                <a:lnTo>
                  <a:pt x="359555" y="16947"/>
                </a:lnTo>
                <a:lnTo>
                  <a:pt x="359507" y="16909"/>
                </a:lnTo>
                <a:lnTo>
                  <a:pt x="359458" y="16871"/>
                </a:lnTo>
                <a:lnTo>
                  <a:pt x="359409" y="16834"/>
                </a:lnTo>
                <a:lnTo>
                  <a:pt x="359359" y="16797"/>
                </a:lnTo>
                <a:lnTo>
                  <a:pt x="359309" y="16761"/>
                </a:lnTo>
                <a:lnTo>
                  <a:pt x="359258" y="16725"/>
                </a:lnTo>
                <a:lnTo>
                  <a:pt x="359206" y="16689"/>
                </a:lnTo>
                <a:lnTo>
                  <a:pt x="359154" y="16655"/>
                </a:lnTo>
                <a:lnTo>
                  <a:pt x="359102" y="16620"/>
                </a:lnTo>
                <a:lnTo>
                  <a:pt x="359049" y="16587"/>
                </a:lnTo>
                <a:lnTo>
                  <a:pt x="358995" y="16553"/>
                </a:lnTo>
                <a:lnTo>
                  <a:pt x="358941" y="16521"/>
                </a:lnTo>
                <a:lnTo>
                  <a:pt x="358886" y="16489"/>
                </a:lnTo>
                <a:lnTo>
                  <a:pt x="358831" y="16457"/>
                </a:lnTo>
                <a:lnTo>
                  <a:pt x="358775" y="16426"/>
                </a:lnTo>
                <a:lnTo>
                  <a:pt x="358718" y="16395"/>
                </a:lnTo>
                <a:lnTo>
                  <a:pt x="358661" y="16365"/>
                </a:lnTo>
                <a:lnTo>
                  <a:pt x="358604" y="16336"/>
                </a:lnTo>
                <a:lnTo>
                  <a:pt x="358546" y="16306"/>
                </a:lnTo>
                <a:lnTo>
                  <a:pt x="358488" y="16278"/>
                </a:lnTo>
                <a:lnTo>
                  <a:pt x="358430" y="16249"/>
                </a:lnTo>
                <a:lnTo>
                  <a:pt x="358372" y="16220"/>
                </a:lnTo>
                <a:lnTo>
                  <a:pt x="358314" y="16192"/>
                </a:lnTo>
                <a:lnTo>
                  <a:pt x="358256" y="16164"/>
                </a:lnTo>
                <a:lnTo>
                  <a:pt x="358198" y="16136"/>
                </a:lnTo>
                <a:lnTo>
                  <a:pt x="358140" y="16109"/>
                </a:lnTo>
                <a:lnTo>
                  <a:pt x="358081" y="16082"/>
                </a:lnTo>
                <a:lnTo>
                  <a:pt x="358023" y="16054"/>
                </a:lnTo>
                <a:lnTo>
                  <a:pt x="357965" y="16028"/>
                </a:lnTo>
                <a:lnTo>
                  <a:pt x="357906" y="16001"/>
                </a:lnTo>
                <a:lnTo>
                  <a:pt x="357848" y="15975"/>
                </a:lnTo>
                <a:lnTo>
                  <a:pt x="357789" y="15949"/>
                </a:lnTo>
                <a:lnTo>
                  <a:pt x="357730" y="15923"/>
                </a:lnTo>
                <a:lnTo>
                  <a:pt x="357672" y="15897"/>
                </a:lnTo>
                <a:lnTo>
                  <a:pt x="357613" y="15872"/>
                </a:lnTo>
                <a:lnTo>
                  <a:pt x="357554" y="15846"/>
                </a:lnTo>
                <a:lnTo>
                  <a:pt x="357495" y="15821"/>
                </a:lnTo>
                <a:lnTo>
                  <a:pt x="357436" y="15797"/>
                </a:lnTo>
                <a:lnTo>
                  <a:pt x="357377" y="15772"/>
                </a:lnTo>
                <a:lnTo>
                  <a:pt x="357318" y="15748"/>
                </a:lnTo>
                <a:lnTo>
                  <a:pt x="357259" y="15724"/>
                </a:lnTo>
                <a:lnTo>
                  <a:pt x="357200" y="15700"/>
                </a:lnTo>
                <a:lnTo>
                  <a:pt x="357141" y="15676"/>
                </a:lnTo>
                <a:lnTo>
                  <a:pt x="357082" y="15653"/>
                </a:lnTo>
                <a:lnTo>
                  <a:pt x="357023" y="15629"/>
                </a:lnTo>
                <a:lnTo>
                  <a:pt x="356964" y="15606"/>
                </a:lnTo>
                <a:lnTo>
                  <a:pt x="356905" y="15582"/>
                </a:lnTo>
                <a:lnTo>
                  <a:pt x="356847" y="15559"/>
                </a:lnTo>
                <a:lnTo>
                  <a:pt x="356788" y="15536"/>
                </a:lnTo>
                <a:lnTo>
                  <a:pt x="356729" y="15512"/>
                </a:lnTo>
                <a:lnTo>
                  <a:pt x="356671" y="15489"/>
                </a:lnTo>
                <a:lnTo>
                  <a:pt x="356613" y="15466"/>
                </a:lnTo>
                <a:lnTo>
                  <a:pt x="356554" y="15443"/>
                </a:lnTo>
                <a:lnTo>
                  <a:pt x="356496" y="15420"/>
                </a:lnTo>
                <a:lnTo>
                  <a:pt x="356438" y="15397"/>
                </a:lnTo>
                <a:lnTo>
                  <a:pt x="356380" y="15374"/>
                </a:lnTo>
                <a:lnTo>
                  <a:pt x="356322" y="15351"/>
                </a:lnTo>
                <a:lnTo>
                  <a:pt x="356264" y="15328"/>
                </a:lnTo>
                <a:lnTo>
                  <a:pt x="356206" y="15305"/>
                </a:lnTo>
                <a:lnTo>
                  <a:pt x="356149" y="15283"/>
                </a:lnTo>
                <a:lnTo>
                  <a:pt x="356091" y="15260"/>
                </a:lnTo>
                <a:lnTo>
                  <a:pt x="356034" y="15238"/>
                </a:lnTo>
                <a:lnTo>
                  <a:pt x="355976" y="15215"/>
                </a:lnTo>
                <a:lnTo>
                  <a:pt x="355919" y="15193"/>
                </a:lnTo>
                <a:lnTo>
                  <a:pt x="355862" y="15170"/>
                </a:lnTo>
                <a:lnTo>
                  <a:pt x="355805" y="15148"/>
                </a:lnTo>
                <a:lnTo>
                  <a:pt x="355748" y="15126"/>
                </a:lnTo>
                <a:lnTo>
                  <a:pt x="355691" y="15103"/>
                </a:lnTo>
                <a:lnTo>
                  <a:pt x="355636" y="15080"/>
                </a:lnTo>
                <a:lnTo>
                  <a:pt x="355580" y="15057"/>
                </a:lnTo>
                <a:lnTo>
                  <a:pt x="355526" y="15034"/>
                </a:lnTo>
                <a:lnTo>
                  <a:pt x="355471" y="15010"/>
                </a:lnTo>
                <a:lnTo>
                  <a:pt x="355418" y="14986"/>
                </a:lnTo>
                <a:lnTo>
                  <a:pt x="355365" y="14962"/>
                </a:lnTo>
                <a:lnTo>
                  <a:pt x="355312" y="14938"/>
                </a:lnTo>
                <a:lnTo>
                  <a:pt x="355260" y="14913"/>
                </a:lnTo>
                <a:lnTo>
                  <a:pt x="355208" y="14889"/>
                </a:lnTo>
                <a:lnTo>
                  <a:pt x="355157" y="14864"/>
                </a:lnTo>
                <a:lnTo>
                  <a:pt x="355106" y="14838"/>
                </a:lnTo>
                <a:lnTo>
                  <a:pt x="355056" y="14813"/>
                </a:lnTo>
                <a:lnTo>
                  <a:pt x="355007" y="14787"/>
                </a:lnTo>
                <a:lnTo>
                  <a:pt x="354958" y="14761"/>
                </a:lnTo>
                <a:lnTo>
                  <a:pt x="354909" y="14735"/>
                </a:lnTo>
                <a:lnTo>
                  <a:pt x="354861" y="14709"/>
                </a:lnTo>
                <a:lnTo>
                  <a:pt x="354814" y="14682"/>
                </a:lnTo>
                <a:lnTo>
                  <a:pt x="354767" y="14655"/>
                </a:lnTo>
                <a:lnTo>
                  <a:pt x="354721" y="14628"/>
                </a:lnTo>
                <a:lnTo>
                  <a:pt x="354675" y="14601"/>
                </a:lnTo>
                <a:lnTo>
                  <a:pt x="354629" y="14574"/>
                </a:lnTo>
                <a:lnTo>
                  <a:pt x="354585" y="14546"/>
                </a:lnTo>
                <a:lnTo>
                  <a:pt x="354540" y="14518"/>
                </a:lnTo>
                <a:lnTo>
                  <a:pt x="354497" y="14489"/>
                </a:lnTo>
                <a:lnTo>
                  <a:pt x="354454" y="14460"/>
                </a:lnTo>
                <a:lnTo>
                  <a:pt x="354412" y="14431"/>
                </a:lnTo>
                <a:lnTo>
                  <a:pt x="354371" y="14402"/>
                </a:lnTo>
                <a:lnTo>
                  <a:pt x="354330" y="14372"/>
                </a:lnTo>
                <a:lnTo>
                  <a:pt x="354290" y="14341"/>
                </a:lnTo>
                <a:lnTo>
                  <a:pt x="354250" y="14311"/>
                </a:lnTo>
                <a:lnTo>
                  <a:pt x="354212" y="14280"/>
                </a:lnTo>
                <a:lnTo>
                  <a:pt x="354174" y="14248"/>
                </a:lnTo>
                <a:lnTo>
                  <a:pt x="354137" y="14216"/>
                </a:lnTo>
                <a:lnTo>
                  <a:pt x="354100" y="14184"/>
                </a:lnTo>
                <a:lnTo>
                  <a:pt x="354064" y="14151"/>
                </a:lnTo>
                <a:lnTo>
                  <a:pt x="354029" y="14118"/>
                </a:lnTo>
                <a:lnTo>
                  <a:pt x="353994" y="14085"/>
                </a:lnTo>
                <a:lnTo>
                  <a:pt x="353961" y="14051"/>
                </a:lnTo>
                <a:lnTo>
                  <a:pt x="353928" y="14017"/>
                </a:lnTo>
                <a:lnTo>
                  <a:pt x="353895" y="13983"/>
                </a:lnTo>
                <a:lnTo>
                  <a:pt x="353864" y="13948"/>
                </a:lnTo>
                <a:lnTo>
                  <a:pt x="353833" y="13913"/>
                </a:lnTo>
                <a:lnTo>
                  <a:pt x="353802" y="13877"/>
                </a:lnTo>
                <a:lnTo>
                  <a:pt x="353773" y="13841"/>
                </a:lnTo>
                <a:lnTo>
                  <a:pt x="353744" y="13804"/>
                </a:lnTo>
                <a:lnTo>
                  <a:pt x="353716" y="13768"/>
                </a:lnTo>
                <a:lnTo>
                  <a:pt x="353688" y="13730"/>
                </a:lnTo>
                <a:lnTo>
                  <a:pt x="353662" y="13692"/>
                </a:lnTo>
                <a:lnTo>
                  <a:pt x="353637" y="13654"/>
                </a:lnTo>
                <a:lnTo>
                  <a:pt x="353613" y="13614"/>
                </a:lnTo>
                <a:lnTo>
                  <a:pt x="353591" y="13574"/>
                </a:lnTo>
                <a:lnTo>
                  <a:pt x="353569" y="13533"/>
                </a:lnTo>
                <a:lnTo>
                  <a:pt x="353549" y="13491"/>
                </a:lnTo>
                <a:lnTo>
                  <a:pt x="353530" y="13449"/>
                </a:lnTo>
                <a:lnTo>
                  <a:pt x="353512" y="13406"/>
                </a:lnTo>
                <a:lnTo>
                  <a:pt x="353495" y="13362"/>
                </a:lnTo>
                <a:lnTo>
                  <a:pt x="353479" y="13317"/>
                </a:lnTo>
                <a:lnTo>
                  <a:pt x="353465" y="13272"/>
                </a:lnTo>
                <a:lnTo>
                  <a:pt x="353452" y="13226"/>
                </a:lnTo>
                <a:lnTo>
                  <a:pt x="353439" y="13179"/>
                </a:lnTo>
                <a:lnTo>
                  <a:pt x="353428" y="13132"/>
                </a:lnTo>
                <a:lnTo>
                  <a:pt x="353418" y="13084"/>
                </a:lnTo>
                <a:lnTo>
                  <a:pt x="353410" y="13035"/>
                </a:lnTo>
                <a:lnTo>
                  <a:pt x="353402" y="12985"/>
                </a:lnTo>
                <a:lnTo>
                  <a:pt x="353396" y="12935"/>
                </a:lnTo>
                <a:lnTo>
                  <a:pt x="353391" y="12884"/>
                </a:lnTo>
                <a:lnTo>
                  <a:pt x="353387" y="12832"/>
                </a:lnTo>
                <a:lnTo>
                  <a:pt x="353384" y="12779"/>
                </a:lnTo>
                <a:lnTo>
                  <a:pt x="353382" y="12726"/>
                </a:lnTo>
                <a:lnTo>
                  <a:pt x="353381" y="12672"/>
                </a:lnTo>
                <a:lnTo>
                  <a:pt x="353382" y="12633"/>
                </a:lnTo>
                <a:lnTo>
                  <a:pt x="353383" y="12594"/>
                </a:lnTo>
                <a:lnTo>
                  <a:pt x="353384" y="12556"/>
                </a:lnTo>
                <a:lnTo>
                  <a:pt x="353386" y="12518"/>
                </a:lnTo>
                <a:lnTo>
                  <a:pt x="353389" y="12480"/>
                </a:lnTo>
                <a:lnTo>
                  <a:pt x="353392" y="12442"/>
                </a:lnTo>
                <a:lnTo>
                  <a:pt x="353396" y="12404"/>
                </a:lnTo>
                <a:lnTo>
                  <a:pt x="353401" y="12367"/>
                </a:lnTo>
                <a:lnTo>
                  <a:pt x="353406" y="12330"/>
                </a:lnTo>
                <a:lnTo>
                  <a:pt x="353412" y="12293"/>
                </a:lnTo>
                <a:lnTo>
                  <a:pt x="353418" y="12256"/>
                </a:lnTo>
                <a:lnTo>
                  <a:pt x="353425" y="12220"/>
                </a:lnTo>
                <a:lnTo>
                  <a:pt x="353433" y="12184"/>
                </a:lnTo>
                <a:lnTo>
                  <a:pt x="353441" y="12148"/>
                </a:lnTo>
                <a:lnTo>
                  <a:pt x="353450" y="12112"/>
                </a:lnTo>
                <a:lnTo>
                  <a:pt x="353459" y="12077"/>
                </a:lnTo>
                <a:lnTo>
                  <a:pt x="353469" y="12041"/>
                </a:lnTo>
                <a:lnTo>
                  <a:pt x="353480" y="12006"/>
                </a:lnTo>
                <a:lnTo>
                  <a:pt x="353491" y="11972"/>
                </a:lnTo>
                <a:lnTo>
                  <a:pt x="353503" y="11937"/>
                </a:lnTo>
                <a:lnTo>
                  <a:pt x="353516" y="11903"/>
                </a:lnTo>
                <a:lnTo>
                  <a:pt x="353529" y="11869"/>
                </a:lnTo>
                <a:lnTo>
                  <a:pt x="353543" y="11835"/>
                </a:lnTo>
                <a:lnTo>
                  <a:pt x="353557" y="11801"/>
                </a:lnTo>
                <a:lnTo>
                  <a:pt x="353572" y="11768"/>
                </a:lnTo>
                <a:lnTo>
                  <a:pt x="353587" y="11735"/>
                </a:lnTo>
                <a:lnTo>
                  <a:pt x="353603" y="11703"/>
                </a:lnTo>
                <a:lnTo>
                  <a:pt x="353620" y="11670"/>
                </a:lnTo>
                <a:lnTo>
                  <a:pt x="353637" y="11639"/>
                </a:lnTo>
                <a:lnTo>
                  <a:pt x="353655" y="11607"/>
                </a:lnTo>
                <a:lnTo>
                  <a:pt x="353673" y="11576"/>
                </a:lnTo>
                <a:lnTo>
                  <a:pt x="353692" y="11545"/>
                </a:lnTo>
                <a:lnTo>
                  <a:pt x="353712" y="11515"/>
                </a:lnTo>
                <a:lnTo>
                  <a:pt x="353732" y="11485"/>
                </a:lnTo>
                <a:lnTo>
                  <a:pt x="353753" y="11456"/>
                </a:lnTo>
                <a:lnTo>
                  <a:pt x="353774" y="11427"/>
                </a:lnTo>
                <a:lnTo>
                  <a:pt x="353796" y="11398"/>
                </a:lnTo>
                <a:lnTo>
                  <a:pt x="353818" y="11369"/>
                </a:lnTo>
                <a:lnTo>
                  <a:pt x="353841" y="11341"/>
                </a:lnTo>
                <a:lnTo>
                  <a:pt x="353865" y="11314"/>
                </a:lnTo>
                <a:lnTo>
                  <a:pt x="353889" y="11286"/>
                </a:lnTo>
                <a:lnTo>
                  <a:pt x="353914" y="11260"/>
                </a:lnTo>
                <a:lnTo>
                  <a:pt x="353939" y="11233"/>
                </a:lnTo>
                <a:lnTo>
                  <a:pt x="353965" y="11207"/>
                </a:lnTo>
                <a:lnTo>
                  <a:pt x="353992" y="11181"/>
                </a:lnTo>
                <a:lnTo>
                  <a:pt x="354019" y="11156"/>
                </a:lnTo>
                <a:lnTo>
                  <a:pt x="354047" y="11131"/>
                </a:lnTo>
                <a:lnTo>
                  <a:pt x="354075" y="11106"/>
                </a:lnTo>
                <a:lnTo>
                  <a:pt x="354104" y="11082"/>
                </a:lnTo>
                <a:lnTo>
                  <a:pt x="354133" y="11058"/>
                </a:lnTo>
                <a:lnTo>
                  <a:pt x="354164" y="11035"/>
                </a:lnTo>
                <a:lnTo>
                  <a:pt x="354194" y="11012"/>
                </a:lnTo>
                <a:lnTo>
                  <a:pt x="354226" y="10990"/>
                </a:lnTo>
                <a:lnTo>
                  <a:pt x="354258" y="10968"/>
                </a:lnTo>
                <a:lnTo>
                  <a:pt x="354291" y="10947"/>
                </a:lnTo>
                <a:lnTo>
                  <a:pt x="354325" y="10926"/>
                </a:lnTo>
                <a:lnTo>
                  <a:pt x="354359" y="10905"/>
                </a:lnTo>
                <a:lnTo>
                  <a:pt x="354394" y="10885"/>
                </a:lnTo>
                <a:lnTo>
                  <a:pt x="354429" y="10866"/>
                </a:lnTo>
                <a:lnTo>
                  <a:pt x="354466" y="10847"/>
                </a:lnTo>
                <a:lnTo>
                  <a:pt x="354502" y="10828"/>
                </a:lnTo>
                <a:lnTo>
                  <a:pt x="354540" y="10810"/>
                </a:lnTo>
                <a:lnTo>
                  <a:pt x="354578" y="10793"/>
                </a:lnTo>
                <a:lnTo>
                  <a:pt x="354617" y="10775"/>
                </a:lnTo>
                <a:lnTo>
                  <a:pt x="354657" y="10759"/>
                </a:lnTo>
                <a:lnTo>
                  <a:pt x="354697" y="10742"/>
                </a:lnTo>
                <a:lnTo>
                  <a:pt x="354738" y="10727"/>
                </a:lnTo>
                <a:lnTo>
                  <a:pt x="354779" y="10711"/>
                </a:lnTo>
                <a:lnTo>
                  <a:pt x="354822" y="10696"/>
                </a:lnTo>
                <a:lnTo>
                  <a:pt x="354864" y="10682"/>
                </a:lnTo>
                <a:lnTo>
                  <a:pt x="354908" y="10668"/>
                </a:lnTo>
                <a:lnTo>
                  <a:pt x="354952" y="10655"/>
                </a:lnTo>
                <a:lnTo>
                  <a:pt x="354997" y="10642"/>
                </a:lnTo>
                <a:lnTo>
                  <a:pt x="355043" y="10629"/>
                </a:lnTo>
                <a:lnTo>
                  <a:pt x="355089" y="10617"/>
                </a:lnTo>
                <a:lnTo>
                  <a:pt x="355135" y="10606"/>
                </a:lnTo>
                <a:lnTo>
                  <a:pt x="355182" y="10595"/>
                </a:lnTo>
                <a:lnTo>
                  <a:pt x="355230" y="10585"/>
                </a:lnTo>
                <a:lnTo>
                  <a:pt x="355278" y="10575"/>
                </a:lnTo>
                <a:lnTo>
                  <a:pt x="355327" y="10566"/>
                </a:lnTo>
                <a:lnTo>
                  <a:pt x="355377" y="10557"/>
                </a:lnTo>
                <a:lnTo>
                  <a:pt x="355427" y="10549"/>
                </a:lnTo>
                <a:lnTo>
                  <a:pt x="355478" y="10542"/>
                </a:lnTo>
                <a:lnTo>
                  <a:pt x="355529" y="10535"/>
                </a:lnTo>
                <a:lnTo>
                  <a:pt x="355581" y="10529"/>
                </a:lnTo>
                <a:lnTo>
                  <a:pt x="355633" y="10523"/>
                </a:lnTo>
                <a:lnTo>
                  <a:pt x="355686" y="10518"/>
                </a:lnTo>
                <a:lnTo>
                  <a:pt x="355740" y="10513"/>
                </a:lnTo>
                <a:lnTo>
                  <a:pt x="355794" y="10509"/>
                </a:lnTo>
                <a:lnTo>
                  <a:pt x="355848" y="10505"/>
                </a:lnTo>
                <a:lnTo>
                  <a:pt x="355904" y="10502"/>
                </a:lnTo>
                <a:lnTo>
                  <a:pt x="355960" y="10500"/>
                </a:lnTo>
                <a:lnTo>
                  <a:pt x="356016" y="10498"/>
                </a:lnTo>
                <a:lnTo>
                  <a:pt x="356073" y="10496"/>
                </a:lnTo>
                <a:lnTo>
                  <a:pt x="356131" y="10496"/>
                </a:lnTo>
                <a:lnTo>
                  <a:pt x="356189" y="10495"/>
                </a:lnTo>
                <a:lnTo>
                  <a:pt x="356254" y="10496"/>
                </a:lnTo>
                <a:lnTo>
                  <a:pt x="356319" y="10497"/>
                </a:lnTo>
                <a:lnTo>
                  <a:pt x="356383" y="10498"/>
                </a:lnTo>
                <a:lnTo>
                  <a:pt x="356446" y="10500"/>
                </a:lnTo>
                <a:lnTo>
                  <a:pt x="356509" y="10503"/>
                </a:lnTo>
                <a:lnTo>
                  <a:pt x="356571" y="10507"/>
                </a:lnTo>
                <a:lnTo>
                  <a:pt x="356632" y="10511"/>
                </a:lnTo>
                <a:lnTo>
                  <a:pt x="356693" y="10516"/>
                </a:lnTo>
                <a:lnTo>
                  <a:pt x="356753" y="10521"/>
                </a:lnTo>
                <a:lnTo>
                  <a:pt x="356813" y="10528"/>
                </a:lnTo>
                <a:lnTo>
                  <a:pt x="356872" y="10534"/>
                </a:lnTo>
                <a:lnTo>
                  <a:pt x="356931" y="10542"/>
                </a:lnTo>
                <a:lnTo>
                  <a:pt x="356988" y="10550"/>
                </a:lnTo>
                <a:lnTo>
                  <a:pt x="357046" y="10559"/>
                </a:lnTo>
                <a:lnTo>
                  <a:pt x="357102" y="10568"/>
                </a:lnTo>
                <a:lnTo>
                  <a:pt x="357158" y="10578"/>
                </a:lnTo>
                <a:lnTo>
                  <a:pt x="357214" y="10589"/>
                </a:lnTo>
                <a:lnTo>
                  <a:pt x="357269" y="10600"/>
                </a:lnTo>
                <a:lnTo>
                  <a:pt x="357323" y="10612"/>
                </a:lnTo>
                <a:lnTo>
                  <a:pt x="357376" y="10625"/>
                </a:lnTo>
                <a:lnTo>
                  <a:pt x="357429" y="10638"/>
                </a:lnTo>
                <a:lnTo>
                  <a:pt x="357482" y="10652"/>
                </a:lnTo>
                <a:lnTo>
                  <a:pt x="357533" y="10666"/>
                </a:lnTo>
                <a:lnTo>
                  <a:pt x="357584" y="10682"/>
                </a:lnTo>
                <a:lnTo>
                  <a:pt x="357635" y="10697"/>
                </a:lnTo>
                <a:lnTo>
                  <a:pt x="357685" y="10713"/>
                </a:lnTo>
                <a:lnTo>
                  <a:pt x="357734" y="10729"/>
                </a:lnTo>
                <a:lnTo>
                  <a:pt x="357783" y="10745"/>
                </a:lnTo>
                <a:lnTo>
                  <a:pt x="357832" y="10761"/>
                </a:lnTo>
                <a:lnTo>
                  <a:pt x="357880" y="10777"/>
                </a:lnTo>
                <a:lnTo>
                  <a:pt x="357927" y="10793"/>
                </a:lnTo>
                <a:lnTo>
                  <a:pt x="357973" y="10809"/>
                </a:lnTo>
                <a:lnTo>
                  <a:pt x="358020" y="10825"/>
                </a:lnTo>
                <a:lnTo>
                  <a:pt x="358065" y="10842"/>
                </a:lnTo>
                <a:lnTo>
                  <a:pt x="358110" y="10858"/>
                </a:lnTo>
                <a:lnTo>
                  <a:pt x="358155" y="10875"/>
                </a:lnTo>
                <a:lnTo>
                  <a:pt x="358199" y="10891"/>
                </a:lnTo>
                <a:lnTo>
                  <a:pt x="358242" y="10908"/>
                </a:lnTo>
                <a:lnTo>
                  <a:pt x="358285" y="10925"/>
                </a:lnTo>
                <a:lnTo>
                  <a:pt x="358327" y="10942"/>
                </a:lnTo>
                <a:lnTo>
                  <a:pt x="358369" y="10959"/>
                </a:lnTo>
                <a:lnTo>
                  <a:pt x="358410" y="10976"/>
                </a:lnTo>
                <a:lnTo>
                  <a:pt x="358451" y="10993"/>
                </a:lnTo>
                <a:lnTo>
                  <a:pt x="358491" y="11010"/>
                </a:lnTo>
                <a:lnTo>
                  <a:pt x="358530" y="11028"/>
                </a:lnTo>
                <a:lnTo>
                  <a:pt x="358569" y="11045"/>
                </a:lnTo>
                <a:lnTo>
                  <a:pt x="358608" y="11063"/>
                </a:lnTo>
                <a:lnTo>
                  <a:pt x="358646" y="11080"/>
                </a:lnTo>
                <a:lnTo>
                  <a:pt x="358683" y="11098"/>
                </a:lnTo>
                <a:lnTo>
                  <a:pt x="358720" y="11115"/>
                </a:lnTo>
                <a:lnTo>
                  <a:pt x="358756" y="11133"/>
                </a:lnTo>
                <a:lnTo>
                  <a:pt x="358791" y="11150"/>
                </a:lnTo>
                <a:lnTo>
                  <a:pt x="358826" y="11167"/>
                </a:lnTo>
                <a:lnTo>
                  <a:pt x="358861" y="11185"/>
                </a:lnTo>
                <a:lnTo>
                  <a:pt x="358895" y="11202"/>
                </a:lnTo>
                <a:lnTo>
                  <a:pt x="358928" y="11219"/>
                </a:lnTo>
                <a:lnTo>
                  <a:pt x="358961" y="11236"/>
                </a:lnTo>
                <a:lnTo>
                  <a:pt x="358993" y="11252"/>
                </a:lnTo>
                <a:lnTo>
                  <a:pt x="359024" y="11269"/>
                </a:lnTo>
                <a:lnTo>
                  <a:pt x="359055" y="11286"/>
                </a:lnTo>
                <a:lnTo>
                  <a:pt x="359085" y="11302"/>
                </a:lnTo>
                <a:lnTo>
                  <a:pt x="359115" y="11319"/>
                </a:lnTo>
                <a:lnTo>
                  <a:pt x="359144" y="11335"/>
                </a:lnTo>
                <a:lnTo>
                  <a:pt x="359173" y="11352"/>
                </a:lnTo>
                <a:lnTo>
                  <a:pt x="359201" y="11368"/>
                </a:lnTo>
                <a:lnTo>
                  <a:pt x="359229" y="11384"/>
                </a:lnTo>
                <a:lnTo>
                  <a:pt x="359255" y="11400"/>
                </a:lnTo>
                <a:lnTo>
                  <a:pt x="359282" y="11416"/>
                </a:lnTo>
                <a:lnTo>
                  <a:pt x="359307" y="11432"/>
                </a:lnTo>
                <a:lnTo>
                  <a:pt x="359333" y="11447"/>
                </a:lnTo>
                <a:lnTo>
                  <a:pt x="359357" y="11463"/>
                </a:lnTo>
                <a:lnTo>
                  <a:pt x="359381" y="11479"/>
                </a:lnTo>
                <a:lnTo>
                  <a:pt x="359404" y="11494"/>
                </a:lnTo>
                <a:lnTo>
                  <a:pt x="359427" y="11508"/>
                </a:lnTo>
                <a:lnTo>
                  <a:pt x="359450" y="11522"/>
                </a:lnTo>
                <a:lnTo>
                  <a:pt x="359472" y="11536"/>
                </a:lnTo>
                <a:lnTo>
                  <a:pt x="359494" y="11548"/>
                </a:lnTo>
                <a:lnTo>
                  <a:pt x="359515" y="11560"/>
                </a:lnTo>
                <a:lnTo>
                  <a:pt x="359535" y="11572"/>
                </a:lnTo>
                <a:lnTo>
                  <a:pt x="359556" y="11582"/>
                </a:lnTo>
                <a:lnTo>
                  <a:pt x="359575" y="11592"/>
                </a:lnTo>
                <a:lnTo>
                  <a:pt x="359595" y="11602"/>
                </a:lnTo>
                <a:lnTo>
                  <a:pt x="359613" y="11610"/>
                </a:lnTo>
                <a:lnTo>
                  <a:pt x="359632" y="11619"/>
                </a:lnTo>
                <a:lnTo>
                  <a:pt x="359650" y="11626"/>
                </a:lnTo>
                <a:lnTo>
                  <a:pt x="359667" y="11633"/>
                </a:lnTo>
                <a:lnTo>
                  <a:pt x="359684" y="11639"/>
                </a:lnTo>
                <a:lnTo>
                  <a:pt x="359700" y="11644"/>
                </a:lnTo>
                <a:lnTo>
                  <a:pt x="359716" y="11649"/>
                </a:lnTo>
                <a:lnTo>
                  <a:pt x="359732" y="11653"/>
                </a:lnTo>
                <a:lnTo>
                  <a:pt x="359747" y="11657"/>
                </a:lnTo>
                <a:lnTo>
                  <a:pt x="359762" y="11660"/>
                </a:lnTo>
                <a:lnTo>
                  <a:pt x="359776" y="11662"/>
                </a:lnTo>
                <a:lnTo>
                  <a:pt x="359790" y="11664"/>
                </a:lnTo>
                <a:lnTo>
                  <a:pt x="359803" y="11665"/>
                </a:lnTo>
                <a:lnTo>
                  <a:pt x="359816" y="11665"/>
                </a:lnTo>
                <a:lnTo>
                  <a:pt x="359824" y="11665"/>
                </a:lnTo>
                <a:lnTo>
                  <a:pt x="359832" y="11665"/>
                </a:lnTo>
                <a:lnTo>
                  <a:pt x="359840" y="11664"/>
                </a:lnTo>
                <a:lnTo>
                  <a:pt x="359849" y="11663"/>
                </a:lnTo>
                <a:lnTo>
                  <a:pt x="359857" y="11663"/>
                </a:lnTo>
                <a:lnTo>
                  <a:pt x="359865" y="11661"/>
                </a:lnTo>
                <a:lnTo>
                  <a:pt x="359873" y="11660"/>
                </a:lnTo>
                <a:lnTo>
                  <a:pt x="359881" y="11659"/>
                </a:lnTo>
                <a:lnTo>
                  <a:pt x="359888" y="11657"/>
                </a:lnTo>
                <a:lnTo>
                  <a:pt x="359896" y="11655"/>
                </a:lnTo>
                <a:lnTo>
                  <a:pt x="359904" y="11653"/>
                </a:lnTo>
                <a:lnTo>
                  <a:pt x="359912" y="11650"/>
                </a:lnTo>
                <a:lnTo>
                  <a:pt x="359919" y="11648"/>
                </a:lnTo>
                <a:lnTo>
                  <a:pt x="359927" y="11645"/>
                </a:lnTo>
                <a:lnTo>
                  <a:pt x="359934" y="11642"/>
                </a:lnTo>
                <a:lnTo>
                  <a:pt x="359942" y="11639"/>
                </a:lnTo>
                <a:lnTo>
                  <a:pt x="359949" y="11636"/>
                </a:lnTo>
                <a:lnTo>
                  <a:pt x="359957" y="11632"/>
                </a:lnTo>
                <a:lnTo>
                  <a:pt x="359964" y="11628"/>
                </a:lnTo>
                <a:lnTo>
                  <a:pt x="359971" y="11625"/>
                </a:lnTo>
                <a:lnTo>
                  <a:pt x="359978" y="11620"/>
                </a:lnTo>
                <a:lnTo>
                  <a:pt x="359985" y="11616"/>
                </a:lnTo>
                <a:lnTo>
                  <a:pt x="359992" y="11611"/>
                </a:lnTo>
                <a:lnTo>
                  <a:pt x="359999" y="11607"/>
                </a:lnTo>
                <a:lnTo>
                  <a:pt x="360006" y="11602"/>
                </a:lnTo>
                <a:lnTo>
                  <a:pt x="360013" y="11596"/>
                </a:lnTo>
                <a:lnTo>
                  <a:pt x="360020" y="11591"/>
                </a:lnTo>
                <a:lnTo>
                  <a:pt x="360027" y="11585"/>
                </a:lnTo>
                <a:lnTo>
                  <a:pt x="360033" y="11579"/>
                </a:lnTo>
                <a:lnTo>
                  <a:pt x="360040" y="11573"/>
                </a:lnTo>
                <a:lnTo>
                  <a:pt x="360046" y="11566"/>
                </a:lnTo>
                <a:lnTo>
                  <a:pt x="360052" y="11559"/>
                </a:lnTo>
                <a:lnTo>
                  <a:pt x="360059" y="11552"/>
                </a:lnTo>
                <a:lnTo>
                  <a:pt x="360065" y="11545"/>
                </a:lnTo>
                <a:lnTo>
                  <a:pt x="360071" y="11537"/>
                </a:lnTo>
                <a:lnTo>
                  <a:pt x="360077" y="11529"/>
                </a:lnTo>
                <a:lnTo>
                  <a:pt x="360083" y="11521"/>
                </a:lnTo>
                <a:lnTo>
                  <a:pt x="360088" y="11513"/>
                </a:lnTo>
                <a:lnTo>
                  <a:pt x="360094" y="11504"/>
                </a:lnTo>
                <a:lnTo>
                  <a:pt x="360100" y="11495"/>
                </a:lnTo>
                <a:lnTo>
                  <a:pt x="360105" y="11486"/>
                </a:lnTo>
                <a:lnTo>
                  <a:pt x="360111" y="11477"/>
                </a:lnTo>
                <a:lnTo>
                  <a:pt x="360116" y="11467"/>
                </a:lnTo>
                <a:lnTo>
                  <a:pt x="360121" y="11457"/>
                </a:lnTo>
                <a:lnTo>
                  <a:pt x="360126" y="11447"/>
                </a:lnTo>
                <a:lnTo>
                  <a:pt x="360132" y="11436"/>
                </a:lnTo>
                <a:lnTo>
                  <a:pt x="360137" y="11425"/>
                </a:lnTo>
                <a:lnTo>
                  <a:pt x="360141" y="11414"/>
                </a:lnTo>
                <a:lnTo>
                  <a:pt x="360146" y="11403"/>
                </a:lnTo>
                <a:lnTo>
                  <a:pt x="360151" y="11392"/>
                </a:lnTo>
                <a:lnTo>
                  <a:pt x="360156" y="11380"/>
                </a:lnTo>
                <a:lnTo>
                  <a:pt x="360160" y="11368"/>
                </a:lnTo>
                <a:lnTo>
                  <a:pt x="360164" y="11355"/>
                </a:lnTo>
                <a:lnTo>
                  <a:pt x="360169" y="11343"/>
                </a:lnTo>
                <a:lnTo>
                  <a:pt x="360173" y="11330"/>
                </a:lnTo>
                <a:lnTo>
                  <a:pt x="360177" y="11317"/>
                </a:lnTo>
                <a:lnTo>
                  <a:pt x="360181" y="11304"/>
                </a:lnTo>
                <a:lnTo>
                  <a:pt x="360184" y="11290"/>
                </a:lnTo>
                <a:lnTo>
                  <a:pt x="360188" y="11276"/>
                </a:lnTo>
                <a:lnTo>
                  <a:pt x="360192" y="11262"/>
                </a:lnTo>
                <a:lnTo>
                  <a:pt x="360195" y="11248"/>
                </a:lnTo>
                <a:lnTo>
                  <a:pt x="360198" y="11233"/>
                </a:lnTo>
                <a:lnTo>
                  <a:pt x="360201" y="11218"/>
                </a:lnTo>
                <a:lnTo>
                  <a:pt x="360205" y="11203"/>
                </a:lnTo>
                <a:lnTo>
                  <a:pt x="360208" y="11187"/>
                </a:lnTo>
                <a:lnTo>
                  <a:pt x="360210" y="11172"/>
                </a:lnTo>
                <a:lnTo>
                  <a:pt x="360213" y="11156"/>
                </a:lnTo>
                <a:lnTo>
                  <a:pt x="360216" y="11139"/>
                </a:lnTo>
                <a:lnTo>
                  <a:pt x="360218" y="11123"/>
                </a:lnTo>
                <a:lnTo>
                  <a:pt x="360221" y="11106"/>
                </a:lnTo>
                <a:lnTo>
                  <a:pt x="360223" y="11089"/>
                </a:lnTo>
                <a:lnTo>
                  <a:pt x="360225" y="11072"/>
                </a:lnTo>
                <a:lnTo>
                  <a:pt x="360227" y="11054"/>
                </a:lnTo>
                <a:lnTo>
                  <a:pt x="360229" y="11036"/>
                </a:lnTo>
                <a:lnTo>
                  <a:pt x="360231" y="11018"/>
                </a:lnTo>
                <a:lnTo>
                  <a:pt x="360233" y="11000"/>
                </a:lnTo>
                <a:lnTo>
                  <a:pt x="360234" y="10982"/>
                </a:lnTo>
                <a:lnTo>
                  <a:pt x="360236" y="10963"/>
                </a:lnTo>
                <a:lnTo>
                  <a:pt x="360237" y="10944"/>
                </a:lnTo>
                <a:lnTo>
                  <a:pt x="360239" y="10924"/>
                </a:lnTo>
                <a:lnTo>
                  <a:pt x="360240" y="10905"/>
                </a:lnTo>
                <a:lnTo>
                  <a:pt x="360242" y="10885"/>
                </a:lnTo>
                <a:lnTo>
                  <a:pt x="360243" y="10865"/>
                </a:lnTo>
                <a:lnTo>
                  <a:pt x="360244" y="10844"/>
                </a:lnTo>
                <a:lnTo>
                  <a:pt x="360245" y="10823"/>
                </a:lnTo>
                <a:lnTo>
                  <a:pt x="360246" y="10803"/>
                </a:lnTo>
                <a:lnTo>
                  <a:pt x="360247" y="10781"/>
                </a:lnTo>
                <a:lnTo>
                  <a:pt x="360247" y="10760"/>
                </a:lnTo>
                <a:lnTo>
                  <a:pt x="360248" y="10738"/>
                </a:lnTo>
                <a:lnTo>
                  <a:pt x="360248" y="10716"/>
                </a:lnTo>
                <a:lnTo>
                  <a:pt x="360249" y="10694"/>
                </a:lnTo>
                <a:lnTo>
                  <a:pt x="360249" y="10671"/>
                </a:lnTo>
                <a:lnTo>
                  <a:pt x="360250" y="10649"/>
                </a:lnTo>
                <a:lnTo>
                  <a:pt x="360250" y="10626"/>
                </a:lnTo>
                <a:lnTo>
                  <a:pt x="360250" y="10602"/>
                </a:lnTo>
                <a:lnTo>
                  <a:pt x="360250" y="10579"/>
                </a:lnTo>
                <a:lnTo>
                  <a:pt x="360250" y="10557"/>
                </a:lnTo>
                <a:lnTo>
                  <a:pt x="360250" y="10535"/>
                </a:lnTo>
                <a:lnTo>
                  <a:pt x="360250" y="10513"/>
                </a:lnTo>
                <a:lnTo>
                  <a:pt x="360249" y="10492"/>
                </a:lnTo>
                <a:lnTo>
                  <a:pt x="360249" y="10471"/>
                </a:lnTo>
                <a:lnTo>
                  <a:pt x="360248" y="10450"/>
                </a:lnTo>
                <a:lnTo>
                  <a:pt x="360248" y="10430"/>
                </a:lnTo>
                <a:lnTo>
                  <a:pt x="360247" y="10410"/>
                </a:lnTo>
                <a:lnTo>
                  <a:pt x="360247" y="10390"/>
                </a:lnTo>
                <a:lnTo>
                  <a:pt x="360246" y="10371"/>
                </a:lnTo>
                <a:lnTo>
                  <a:pt x="360245" y="10351"/>
                </a:lnTo>
                <a:lnTo>
                  <a:pt x="360244" y="10332"/>
                </a:lnTo>
                <a:lnTo>
                  <a:pt x="360243" y="10314"/>
                </a:lnTo>
                <a:lnTo>
                  <a:pt x="360242" y="10295"/>
                </a:lnTo>
                <a:lnTo>
                  <a:pt x="360240" y="10277"/>
                </a:lnTo>
                <a:lnTo>
                  <a:pt x="360239" y="10259"/>
                </a:lnTo>
                <a:lnTo>
                  <a:pt x="360237" y="10242"/>
                </a:lnTo>
                <a:lnTo>
                  <a:pt x="360236" y="10225"/>
                </a:lnTo>
                <a:lnTo>
                  <a:pt x="360234" y="10208"/>
                </a:lnTo>
                <a:lnTo>
                  <a:pt x="360233" y="10191"/>
                </a:lnTo>
                <a:lnTo>
                  <a:pt x="360231" y="10175"/>
                </a:lnTo>
                <a:lnTo>
                  <a:pt x="360229" y="10159"/>
                </a:lnTo>
                <a:lnTo>
                  <a:pt x="360227" y="10143"/>
                </a:lnTo>
                <a:lnTo>
                  <a:pt x="360225" y="10128"/>
                </a:lnTo>
                <a:lnTo>
                  <a:pt x="360223" y="10112"/>
                </a:lnTo>
                <a:lnTo>
                  <a:pt x="360221" y="10097"/>
                </a:lnTo>
                <a:lnTo>
                  <a:pt x="360219" y="10083"/>
                </a:lnTo>
                <a:lnTo>
                  <a:pt x="360217" y="10068"/>
                </a:lnTo>
                <a:lnTo>
                  <a:pt x="360215" y="10054"/>
                </a:lnTo>
                <a:lnTo>
                  <a:pt x="360212" y="10039"/>
                </a:lnTo>
                <a:lnTo>
                  <a:pt x="360210" y="10025"/>
                </a:lnTo>
                <a:lnTo>
                  <a:pt x="360208" y="10012"/>
                </a:lnTo>
                <a:lnTo>
                  <a:pt x="360206" y="9998"/>
                </a:lnTo>
                <a:lnTo>
                  <a:pt x="360204" y="9985"/>
                </a:lnTo>
                <a:lnTo>
                  <a:pt x="360202" y="9971"/>
                </a:lnTo>
                <a:lnTo>
                  <a:pt x="360200" y="9958"/>
                </a:lnTo>
                <a:lnTo>
                  <a:pt x="360198" y="9946"/>
                </a:lnTo>
                <a:lnTo>
                  <a:pt x="360196" y="9933"/>
                </a:lnTo>
                <a:lnTo>
                  <a:pt x="360194" y="9921"/>
                </a:lnTo>
                <a:lnTo>
                  <a:pt x="360192" y="9908"/>
                </a:lnTo>
                <a:lnTo>
                  <a:pt x="360189" y="9897"/>
                </a:lnTo>
                <a:lnTo>
                  <a:pt x="360187" y="9885"/>
                </a:lnTo>
                <a:lnTo>
                  <a:pt x="360185" y="9873"/>
                </a:lnTo>
                <a:lnTo>
                  <a:pt x="360183" y="9862"/>
                </a:lnTo>
                <a:lnTo>
                  <a:pt x="360181" y="9851"/>
                </a:lnTo>
                <a:lnTo>
                  <a:pt x="360179" y="9840"/>
                </a:lnTo>
                <a:lnTo>
                  <a:pt x="360177" y="9829"/>
                </a:lnTo>
                <a:lnTo>
                  <a:pt x="360175" y="9818"/>
                </a:lnTo>
                <a:lnTo>
                  <a:pt x="360173" y="9808"/>
                </a:lnTo>
                <a:lnTo>
                  <a:pt x="360170" y="9798"/>
                </a:lnTo>
                <a:lnTo>
                  <a:pt x="360168" y="9787"/>
                </a:lnTo>
                <a:lnTo>
                  <a:pt x="360166" y="9777"/>
                </a:lnTo>
                <a:lnTo>
                  <a:pt x="360163" y="9767"/>
                </a:lnTo>
                <a:lnTo>
                  <a:pt x="360160" y="9757"/>
                </a:lnTo>
                <a:lnTo>
                  <a:pt x="360157" y="9747"/>
                </a:lnTo>
                <a:lnTo>
                  <a:pt x="360154" y="9738"/>
                </a:lnTo>
                <a:lnTo>
                  <a:pt x="360151" y="9728"/>
                </a:lnTo>
                <a:lnTo>
                  <a:pt x="360148" y="9718"/>
                </a:lnTo>
                <a:lnTo>
                  <a:pt x="360145" y="9709"/>
                </a:lnTo>
                <a:lnTo>
                  <a:pt x="360141" y="9699"/>
                </a:lnTo>
                <a:lnTo>
                  <a:pt x="360138" y="9690"/>
                </a:lnTo>
                <a:lnTo>
                  <a:pt x="360134" y="9681"/>
                </a:lnTo>
                <a:lnTo>
                  <a:pt x="360130" y="9672"/>
                </a:lnTo>
                <a:lnTo>
                  <a:pt x="360127" y="9662"/>
                </a:lnTo>
                <a:lnTo>
                  <a:pt x="360123" y="9653"/>
                </a:lnTo>
                <a:lnTo>
                  <a:pt x="360118" y="9645"/>
                </a:lnTo>
                <a:lnTo>
                  <a:pt x="360114" y="9636"/>
                </a:lnTo>
                <a:lnTo>
                  <a:pt x="360110" y="9627"/>
                </a:lnTo>
                <a:lnTo>
                  <a:pt x="360105" y="9618"/>
                </a:lnTo>
                <a:lnTo>
                  <a:pt x="360101" y="9610"/>
                </a:lnTo>
                <a:lnTo>
                  <a:pt x="360096" y="9601"/>
                </a:lnTo>
                <a:lnTo>
                  <a:pt x="360091" y="9593"/>
                </a:lnTo>
                <a:lnTo>
                  <a:pt x="360086" y="9584"/>
                </a:lnTo>
                <a:lnTo>
                  <a:pt x="360081" y="9576"/>
                </a:lnTo>
                <a:lnTo>
                  <a:pt x="360075" y="9567"/>
                </a:lnTo>
                <a:lnTo>
                  <a:pt x="360069" y="9558"/>
                </a:lnTo>
                <a:lnTo>
                  <a:pt x="360062" y="9549"/>
                </a:lnTo>
                <a:lnTo>
                  <a:pt x="360055" y="9540"/>
                </a:lnTo>
                <a:lnTo>
                  <a:pt x="360047" y="9531"/>
                </a:lnTo>
                <a:lnTo>
                  <a:pt x="360039" y="9522"/>
                </a:lnTo>
                <a:lnTo>
                  <a:pt x="360031" y="9513"/>
                </a:lnTo>
                <a:lnTo>
                  <a:pt x="360022" y="9503"/>
                </a:lnTo>
                <a:lnTo>
                  <a:pt x="360013" y="9493"/>
                </a:lnTo>
                <a:lnTo>
                  <a:pt x="360004" y="9484"/>
                </a:lnTo>
                <a:lnTo>
                  <a:pt x="359994" y="9474"/>
                </a:lnTo>
                <a:lnTo>
                  <a:pt x="359983" y="9464"/>
                </a:lnTo>
                <a:lnTo>
                  <a:pt x="359972" y="9454"/>
                </a:lnTo>
                <a:lnTo>
                  <a:pt x="359961" y="9443"/>
                </a:lnTo>
                <a:lnTo>
                  <a:pt x="359950" y="9433"/>
                </a:lnTo>
                <a:lnTo>
                  <a:pt x="359938" y="9422"/>
                </a:lnTo>
                <a:lnTo>
                  <a:pt x="359925" y="9412"/>
                </a:lnTo>
                <a:lnTo>
                  <a:pt x="359913" y="9401"/>
                </a:lnTo>
                <a:lnTo>
                  <a:pt x="359899" y="9390"/>
                </a:lnTo>
                <a:lnTo>
                  <a:pt x="359886" y="9379"/>
                </a:lnTo>
                <a:lnTo>
                  <a:pt x="359872" y="9368"/>
                </a:lnTo>
                <a:lnTo>
                  <a:pt x="359857" y="9357"/>
                </a:lnTo>
                <a:lnTo>
                  <a:pt x="359842" y="9345"/>
                </a:lnTo>
                <a:lnTo>
                  <a:pt x="359827" y="9334"/>
                </a:lnTo>
                <a:lnTo>
                  <a:pt x="359811" y="9322"/>
                </a:lnTo>
                <a:lnTo>
                  <a:pt x="359794" y="9310"/>
                </a:lnTo>
                <a:lnTo>
                  <a:pt x="359777" y="9298"/>
                </a:lnTo>
                <a:lnTo>
                  <a:pt x="359759" y="9286"/>
                </a:lnTo>
                <a:lnTo>
                  <a:pt x="359741" y="9274"/>
                </a:lnTo>
                <a:lnTo>
                  <a:pt x="359722" y="9262"/>
                </a:lnTo>
                <a:lnTo>
                  <a:pt x="359702" y="9249"/>
                </a:lnTo>
                <a:lnTo>
                  <a:pt x="359682" y="9236"/>
                </a:lnTo>
                <a:lnTo>
                  <a:pt x="359661" y="9223"/>
                </a:lnTo>
                <a:lnTo>
                  <a:pt x="359640" y="9210"/>
                </a:lnTo>
                <a:lnTo>
                  <a:pt x="359618" y="9197"/>
                </a:lnTo>
                <a:lnTo>
                  <a:pt x="359596" y="9184"/>
                </a:lnTo>
                <a:lnTo>
                  <a:pt x="359573" y="9170"/>
                </a:lnTo>
                <a:lnTo>
                  <a:pt x="359549" y="9157"/>
                </a:lnTo>
                <a:lnTo>
                  <a:pt x="359525" y="9143"/>
                </a:lnTo>
                <a:lnTo>
                  <a:pt x="359500" y="9129"/>
                </a:lnTo>
                <a:lnTo>
                  <a:pt x="359475" y="9115"/>
                </a:lnTo>
                <a:lnTo>
                  <a:pt x="359449" y="9101"/>
                </a:lnTo>
                <a:lnTo>
                  <a:pt x="359422" y="9087"/>
                </a:lnTo>
                <a:lnTo>
                  <a:pt x="359395" y="9072"/>
                </a:lnTo>
                <a:lnTo>
                  <a:pt x="359368" y="9058"/>
                </a:lnTo>
                <a:lnTo>
                  <a:pt x="359339" y="9043"/>
                </a:lnTo>
                <a:lnTo>
                  <a:pt x="359310" y="9028"/>
                </a:lnTo>
                <a:lnTo>
                  <a:pt x="359281" y="9013"/>
                </a:lnTo>
                <a:lnTo>
                  <a:pt x="359251" y="8999"/>
                </a:lnTo>
                <a:lnTo>
                  <a:pt x="359221" y="8984"/>
                </a:lnTo>
                <a:lnTo>
                  <a:pt x="359190" y="8970"/>
                </a:lnTo>
                <a:lnTo>
                  <a:pt x="359159" y="8955"/>
                </a:lnTo>
                <a:lnTo>
                  <a:pt x="359127" y="8941"/>
                </a:lnTo>
                <a:lnTo>
                  <a:pt x="359095" y="8927"/>
                </a:lnTo>
                <a:lnTo>
                  <a:pt x="359062" y="8913"/>
                </a:lnTo>
                <a:lnTo>
                  <a:pt x="359029" y="8899"/>
                </a:lnTo>
                <a:lnTo>
                  <a:pt x="358995" y="8885"/>
                </a:lnTo>
                <a:lnTo>
                  <a:pt x="358961" y="8871"/>
                </a:lnTo>
                <a:lnTo>
                  <a:pt x="358926" y="8857"/>
                </a:lnTo>
                <a:lnTo>
                  <a:pt x="358891" y="8844"/>
                </a:lnTo>
                <a:lnTo>
                  <a:pt x="358856" y="8830"/>
                </a:lnTo>
                <a:lnTo>
                  <a:pt x="358819" y="8817"/>
                </a:lnTo>
                <a:lnTo>
                  <a:pt x="358783" y="8803"/>
                </a:lnTo>
                <a:lnTo>
                  <a:pt x="358745" y="8790"/>
                </a:lnTo>
                <a:lnTo>
                  <a:pt x="358708" y="8777"/>
                </a:lnTo>
                <a:lnTo>
                  <a:pt x="358670" y="8764"/>
                </a:lnTo>
                <a:lnTo>
                  <a:pt x="358631" y="8751"/>
                </a:lnTo>
                <a:lnTo>
                  <a:pt x="358592" y="8738"/>
                </a:lnTo>
                <a:lnTo>
                  <a:pt x="358552" y="8725"/>
                </a:lnTo>
                <a:lnTo>
                  <a:pt x="358512" y="8712"/>
                </a:lnTo>
                <a:lnTo>
                  <a:pt x="358471" y="8700"/>
                </a:lnTo>
                <a:lnTo>
                  <a:pt x="358430" y="8687"/>
                </a:lnTo>
                <a:lnTo>
                  <a:pt x="358389" y="8675"/>
                </a:lnTo>
                <a:lnTo>
                  <a:pt x="358347" y="8663"/>
                </a:lnTo>
                <a:lnTo>
                  <a:pt x="358305" y="8651"/>
                </a:lnTo>
                <a:lnTo>
                  <a:pt x="358262" y="8639"/>
                </a:lnTo>
                <a:lnTo>
                  <a:pt x="358219" y="8628"/>
                </a:lnTo>
                <a:lnTo>
                  <a:pt x="358176" y="8616"/>
                </a:lnTo>
                <a:lnTo>
                  <a:pt x="358132" y="8605"/>
                </a:lnTo>
                <a:lnTo>
                  <a:pt x="358088" y="8594"/>
                </a:lnTo>
                <a:lnTo>
                  <a:pt x="358043" y="8583"/>
                </a:lnTo>
                <a:lnTo>
                  <a:pt x="357998" y="8572"/>
                </a:lnTo>
                <a:lnTo>
                  <a:pt x="357953" y="8562"/>
                </a:lnTo>
                <a:lnTo>
                  <a:pt x="357907" y="8552"/>
                </a:lnTo>
                <a:lnTo>
                  <a:pt x="357860" y="8541"/>
                </a:lnTo>
                <a:lnTo>
                  <a:pt x="357814" y="8531"/>
                </a:lnTo>
                <a:lnTo>
                  <a:pt x="357767" y="8522"/>
                </a:lnTo>
                <a:lnTo>
                  <a:pt x="357719" y="8512"/>
                </a:lnTo>
                <a:lnTo>
                  <a:pt x="357671" y="8503"/>
                </a:lnTo>
                <a:lnTo>
                  <a:pt x="357623" y="8493"/>
                </a:lnTo>
                <a:lnTo>
                  <a:pt x="357574" y="8484"/>
                </a:lnTo>
                <a:lnTo>
                  <a:pt x="357525" y="8475"/>
                </a:lnTo>
                <a:lnTo>
                  <a:pt x="357476" y="8467"/>
                </a:lnTo>
                <a:lnTo>
                  <a:pt x="357426" y="8458"/>
                </a:lnTo>
                <a:lnTo>
                  <a:pt x="357376" y="8450"/>
                </a:lnTo>
                <a:lnTo>
                  <a:pt x="357325" y="8442"/>
                </a:lnTo>
                <a:lnTo>
                  <a:pt x="357275" y="8434"/>
                </a:lnTo>
                <a:lnTo>
                  <a:pt x="357225" y="8427"/>
                </a:lnTo>
                <a:lnTo>
                  <a:pt x="357175" y="8420"/>
                </a:lnTo>
                <a:lnTo>
                  <a:pt x="357125" y="8413"/>
                </a:lnTo>
                <a:lnTo>
                  <a:pt x="357075" y="8407"/>
                </a:lnTo>
                <a:lnTo>
                  <a:pt x="357025" y="8401"/>
                </a:lnTo>
                <a:lnTo>
                  <a:pt x="356974" y="8396"/>
                </a:lnTo>
                <a:lnTo>
                  <a:pt x="356924" y="8391"/>
                </a:lnTo>
                <a:lnTo>
                  <a:pt x="356874" y="8386"/>
                </a:lnTo>
                <a:lnTo>
                  <a:pt x="356824" y="8382"/>
                </a:lnTo>
                <a:lnTo>
                  <a:pt x="356774" y="8377"/>
                </a:lnTo>
                <a:lnTo>
                  <a:pt x="356724" y="8374"/>
                </a:lnTo>
                <a:lnTo>
                  <a:pt x="356674" y="8370"/>
                </a:lnTo>
                <a:lnTo>
                  <a:pt x="356624" y="8367"/>
                </a:lnTo>
                <a:lnTo>
                  <a:pt x="356573" y="8365"/>
                </a:lnTo>
                <a:lnTo>
                  <a:pt x="356523" y="8362"/>
                </a:lnTo>
                <a:lnTo>
                  <a:pt x="356473" y="8361"/>
                </a:lnTo>
                <a:lnTo>
                  <a:pt x="356423" y="8359"/>
                </a:lnTo>
                <a:lnTo>
                  <a:pt x="356373" y="8358"/>
                </a:lnTo>
                <a:lnTo>
                  <a:pt x="356323" y="8357"/>
                </a:lnTo>
                <a:lnTo>
                  <a:pt x="356273" y="8356"/>
                </a:lnTo>
                <a:lnTo>
                  <a:pt x="356222" y="8356"/>
                </a:lnTo>
                <a:lnTo>
                  <a:pt x="356109" y="8357"/>
                </a:lnTo>
                <a:lnTo>
                  <a:pt x="355996" y="8359"/>
                </a:lnTo>
                <a:lnTo>
                  <a:pt x="355885" y="8362"/>
                </a:lnTo>
                <a:lnTo>
                  <a:pt x="355775" y="8366"/>
                </a:lnTo>
                <a:lnTo>
                  <a:pt x="355666" y="8372"/>
                </a:lnTo>
                <a:lnTo>
                  <a:pt x="355559" y="8379"/>
                </a:lnTo>
                <a:lnTo>
                  <a:pt x="355452" y="8387"/>
                </a:lnTo>
                <a:lnTo>
                  <a:pt x="355347" y="8397"/>
                </a:lnTo>
                <a:lnTo>
                  <a:pt x="355243" y="8408"/>
                </a:lnTo>
                <a:lnTo>
                  <a:pt x="355140" y="8420"/>
                </a:lnTo>
                <a:lnTo>
                  <a:pt x="355038" y="8433"/>
                </a:lnTo>
                <a:lnTo>
                  <a:pt x="354938" y="8448"/>
                </a:lnTo>
                <a:lnTo>
                  <a:pt x="354838" y="8464"/>
                </a:lnTo>
                <a:lnTo>
                  <a:pt x="354740" y="8481"/>
                </a:lnTo>
                <a:lnTo>
                  <a:pt x="354643" y="8500"/>
                </a:lnTo>
                <a:lnTo>
                  <a:pt x="354547" y="8520"/>
                </a:lnTo>
                <a:lnTo>
                  <a:pt x="354453" y="8541"/>
                </a:lnTo>
                <a:lnTo>
                  <a:pt x="354360" y="8563"/>
                </a:lnTo>
                <a:lnTo>
                  <a:pt x="354267" y="8587"/>
                </a:lnTo>
                <a:lnTo>
                  <a:pt x="354176" y="8612"/>
                </a:lnTo>
                <a:lnTo>
                  <a:pt x="354087" y="8638"/>
                </a:lnTo>
                <a:lnTo>
                  <a:pt x="353998" y="8665"/>
                </a:lnTo>
                <a:lnTo>
                  <a:pt x="353910" y="8694"/>
                </a:lnTo>
                <a:lnTo>
                  <a:pt x="353824" y="8724"/>
                </a:lnTo>
                <a:lnTo>
                  <a:pt x="353739" y="8755"/>
                </a:lnTo>
                <a:lnTo>
                  <a:pt x="353655" y="8787"/>
                </a:lnTo>
                <a:lnTo>
                  <a:pt x="353573" y="8820"/>
                </a:lnTo>
                <a:lnTo>
                  <a:pt x="353491" y="8854"/>
                </a:lnTo>
                <a:lnTo>
                  <a:pt x="353411" y="8888"/>
                </a:lnTo>
                <a:lnTo>
                  <a:pt x="353332" y="8923"/>
                </a:lnTo>
                <a:lnTo>
                  <a:pt x="353254" y="8959"/>
                </a:lnTo>
                <a:lnTo>
                  <a:pt x="353177" y="8996"/>
                </a:lnTo>
                <a:lnTo>
                  <a:pt x="353102" y="9034"/>
                </a:lnTo>
                <a:lnTo>
                  <a:pt x="353027" y="9073"/>
                </a:lnTo>
                <a:lnTo>
                  <a:pt x="352954" y="9112"/>
                </a:lnTo>
                <a:lnTo>
                  <a:pt x="352882" y="9153"/>
                </a:lnTo>
                <a:lnTo>
                  <a:pt x="352811" y="9194"/>
                </a:lnTo>
                <a:lnTo>
                  <a:pt x="352742" y="9236"/>
                </a:lnTo>
                <a:lnTo>
                  <a:pt x="352673" y="9279"/>
                </a:lnTo>
                <a:lnTo>
                  <a:pt x="352606" y="9323"/>
                </a:lnTo>
                <a:lnTo>
                  <a:pt x="352540" y="9367"/>
                </a:lnTo>
                <a:lnTo>
                  <a:pt x="352475" y="9413"/>
                </a:lnTo>
                <a:lnTo>
                  <a:pt x="352412" y="9459"/>
                </a:lnTo>
                <a:lnTo>
                  <a:pt x="352349" y="9506"/>
                </a:lnTo>
                <a:lnTo>
                  <a:pt x="352288" y="9554"/>
                </a:lnTo>
                <a:lnTo>
                  <a:pt x="352228" y="9603"/>
                </a:lnTo>
                <a:lnTo>
                  <a:pt x="352169" y="9653"/>
                </a:lnTo>
                <a:lnTo>
                  <a:pt x="352111" y="9703"/>
                </a:lnTo>
                <a:lnTo>
                  <a:pt x="352055" y="9754"/>
                </a:lnTo>
                <a:lnTo>
                  <a:pt x="351999" y="9806"/>
                </a:lnTo>
                <a:lnTo>
                  <a:pt x="351945" y="9859"/>
                </a:lnTo>
                <a:lnTo>
                  <a:pt x="351892" y="9912"/>
                </a:lnTo>
                <a:lnTo>
                  <a:pt x="351841" y="9966"/>
                </a:lnTo>
                <a:lnTo>
                  <a:pt x="351790" y="10021"/>
                </a:lnTo>
                <a:lnTo>
                  <a:pt x="351741" y="10076"/>
                </a:lnTo>
                <a:lnTo>
                  <a:pt x="351692" y="10132"/>
                </a:lnTo>
                <a:lnTo>
                  <a:pt x="351645" y="10189"/>
                </a:lnTo>
                <a:lnTo>
                  <a:pt x="351600" y="10247"/>
                </a:lnTo>
                <a:lnTo>
                  <a:pt x="351555" y="10305"/>
                </a:lnTo>
                <a:lnTo>
                  <a:pt x="351512" y="10364"/>
                </a:lnTo>
                <a:lnTo>
                  <a:pt x="351469" y="10423"/>
                </a:lnTo>
                <a:lnTo>
                  <a:pt x="351428" y="10484"/>
                </a:lnTo>
                <a:lnTo>
                  <a:pt x="351389" y="10545"/>
                </a:lnTo>
                <a:lnTo>
                  <a:pt x="351350" y="10606"/>
                </a:lnTo>
                <a:lnTo>
                  <a:pt x="351312" y="10669"/>
                </a:lnTo>
                <a:lnTo>
                  <a:pt x="351276" y="10732"/>
                </a:lnTo>
                <a:lnTo>
                  <a:pt x="351241" y="10796"/>
                </a:lnTo>
                <a:lnTo>
                  <a:pt x="351207" y="10860"/>
                </a:lnTo>
                <a:lnTo>
                  <a:pt x="351174" y="10925"/>
                </a:lnTo>
                <a:lnTo>
                  <a:pt x="351143" y="10991"/>
                </a:lnTo>
                <a:lnTo>
                  <a:pt x="351113" y="11058"/>
                </a:lnTo>
                <a:lnTo>
                  <a:pt x="351083" y="11125"/>
                </a:lnTo>
                <a:lnTo>
                  <a:pt x="351055" y="11193"/>
                </a:lnTo>
                <a:lnTo>
                  <a:pt x="351029" y="11261"/>
                </a:lnTo>
                <a:lnTo>
                  <a:pt x="351003" y="11329"/>
                </a:lnTo>
                <a:lnTo>
                  <a:pt x="350979" y="11398"/>
                </a:lnTo>
                <a:lnTo>
                  <a:pt x="350956" y="11466"/>
                </a:lnTo>
                <a:lnTo>
                  <a:pt x="350934" y="11535"/>
                </a:lnTo>
                <a:lnTo>
                  <a:pt x="350913" y="11605"/>
                </a:lnTo>
                <a:lnTo>
                  <a:pt x="350893" y="11674"/>
                </a:lnTo>
                <a:lnTo>
                  <a:pt x="350875" y="11744"/>
                </a:lnTo>
                <a:lnTo>
                  <a:pt x="350857" y="11814"/>
                </a:lnTo>
                <a:lnTo>
                  <a:pt x="350841" y="11884"/>
                </a:lnTo>
                <a:lnTo>
                  <a:pt x="350826" y="11955"/>
                </a:lnTo>
                <a:lnTo>
                  <a:pt x="350813" y="12026"/>
                </a:lnTo>
                <a:lnTo>
                  <a:pt x="350800" y="12097"/>
                </a:lnTo>
                <a:lnTo>
                  <a:pt x="350789" y="12169"/>
                </a:lnTo>
                <a:lnTo>
                  <a:pt x="350779" y="12240"/>
                </a:lnTo>
                <a:lnTo>
                  <a:pt x="350770" y="12312"/>
                </a:lnTo>
                <a:lnTo>
                  <a:pt x="350762" y="12384"/>
                </a:lnTo>
                <a:lnTo>
                  <a:pt x="350756" y="12457"/>
                </a:lnTo>
                <a:lnTo>
                  <a:pt x="350750" y="12529"/>
                </a:lnTo>
                <a:lnTo>
                  <a:pt x="350746" y="12602"/>
                </a:lnTo>
                <a:lnTo>
                  <a:pt x="350743" y="12676"/>
                </a:lnTo>
                <a:lnTo>
                  <a:pt x="350741" y="12749"/>
                </a:lnTo>
                <a:lnTo>
                  <a:pt x="350741" y="12823"/>
                </a:lnTo>
                <a:lnTo>
                  <a:pt x="350741" y="12906"/>
                </a:lnTo>
                <a:lnTo>
                  <a:pt x="350743" y="12988"/>
                </a:lnTo>
                <a:lnTo>
                  <a:pt x="350746" y="13069"/>
                </a:lnTo>
                <a:lnTo>
                  <a:pt x="350750" y="13150"/>
                </a:lnTo>
                <a:lnTo>
                  <a:pt x="350755" y="13229"/>
                </a:lnTo>
                <a:lnTo>
                  <a:pt x="350761" y="13307"/>
                </a:lnTo>
                <a:lnTo>
                  <a:pt x="350769" y="13384"/>
                </a:lnTo>
                <a:lnTo>
                  <a:pt x="350777" y="13461"/>
                </a:lnTo>
                <a:lnTo>
                  <a:pt x="350787" y="13536"/>
                </a:lnTo>
                <a:lnTo>
                  <a:pt x="350797" y="13610"/>
                </a:lnTo>
                <a:lnTo>
                  <a:pt x="350809" y="13683"/>
                </a:lnTo>
                <a:lnTo>
                  <a:pt x="350822" y="13756"/>
                </a:lnTo>
                <a:lnTo>
                  <a:pt x="350836" y="13827"/>
                </a:lnTo>
                <a:lnTo>
                  <a:pt x="350852" y="13897"/>
                </a:lnTo>
                <a:lnTo>
                  <a:pt x="350868" y="13967"/>
                </a:lnTo>
                <a:lnTo>
                  <a:pt x="350886" y="14035"/>
                </a:lnTo>
                <a:lnTo>
                  <a:pt x="350904" y="14102"/>
                </a:lnTo>
                <a:lnTo>
                  <a:pt x="350924" y="14169"/>
                </a:lnTo>
                <a:lnTo>
                  <a:pt x="350945" y="14234"/>
                </a:lnTo>
                <a:lnTo>
                  <a:pt x="350967" y="14298"/>
                </a:lnTo>
                <a:lnTo>
                  <a:pt x="350990" y="14362"/>
                </a:lnTo>
                <a:lnTo>
                  <a:pt x="351015" y="14424"/>
                </a:lnTo>
                <a:lnTo>
                  <a:pt x="351040" y="14485"/>
                </a:lnTo>
                <a:lnTo>
                  <a:pt x="351067" y="14546"/>
                </a:lnTo>
                <a:lnTo>
                  <a:pt x="351094" y="14605"/>
                </a:lnTo>
                <a:lnTo>
                  <a:pt x="351122" y="14664"/>
                </a:lnTo>
                <a:lnTo>
                  <a:pt x="351151" y="14723"/>
                </a:lnTo>
                <a:lnTo>
                  <a:pt x="351181" y="14780"/>
                </a:lnTo>
                <a:lnTo>
                  <a:pt x="351212" y="14837"/>
                </a:lnTo>
                <a:lnTo>
                  <a:pt x="351243" y="14893"/>
                </a:lnTo>
                <a:lnTo>
                  <a:pt x="351275" y="14948"/>
                </a:lnTo>
                <a:lnTo>
                  <a:pt x="351307" y="15003"/>
                </a:lnTo>
                <a:lnTo>
                  <a:pt x="351341" y="15057"/>
                </a:lnTo>
                <a:lnTo>
                  <a:pt x="351375" y="15110"/>
                </a:lnTo>
                <a:lnTo>
                  <a:pt x="351409" y="15163"/>
                </a:lnTo>
                <a:lnTo>
                  <a:pt x="351445" y="15215"/>
                </a:lnTo>
                <a:lnTo>
                  <a:pt x="351481" y="15266"/>
                </a:lnTo>
                <a:lnTo>
                  <a:pt x="351518" y="15317"/>
                </a:lnTo>
                <a:lnTo>
                  <a:pt x="351556" y="15366"/>
                </a:lnTo>
                <a:lnTo>
                  <a:pt x="351594" y="15416"/>
                </a:lnTo>
                <a:lnTo>
                  <a:pt x="351633" y="15464"/>
                </a:lnTo>
                <a:lnTo>
                  <a:pt x="351673" y="15512"/>
                </a:lnTo>
                <a:lnTo>
                  <a:pt x="351714" y="15559"/>
                </a:lnTo>
                <a:lnTo>
                  <a:pt x="351755" y="15605"/>
                </a:lnTo>
                <a:lnTo>
                  <a:pt x="351797" y="15651"/>
                </a:lnTo>
                <a:lnTo>
                  <a:pt x="351840" y="15696"/>
                </a:lnTo>
                <a:lnTo>
                  <a:pt x="351883" y="15740"/>
                </a:lnTo>
                <a:lnTo>
                  <a:pt x="351927" y="15784"/>
                </a:lnTo>
                <a:lnTo>
                  <a:pt x="351972" y="15827"/>
                </a:lnTo>
                <a:lnTo>
                  <a:pt x="352018" y="15869"/>
                </a:lnTo>
                <a:lnTo>
                  <a:pt x="352063" y="15911"/>
                </a:lnTo>
                <a:lnTo>
                  <a:pt x="352110" y="15952"/>
                </a:lnTo>
                <a:lnTo>
                  <a:pt x="352156" y="15993"/>
                </a:lnTo>
                <a:lnTo>
                  <a:pt x="352204" y="16033"/>
                </a:lnTo>
                <a:lnTo>
                  <a:pt x="352251" y="16073"/>
                </a:lnTo>
                <a:lnTo>
                  <a:pt x="352300" y="16112"/>
                </a:lnTo>
                <a:lnTo>
                  <a:pt x="352348" y="16150"/>
                </a:lnTo>
                <a:lnTo>
                  <a:pt x="352398" y="16188"/>
                </a:lnTo>
                <a:lnTo>
                  <a:pt x="352447" y="16226"/>
                </a:lnTo>
                <a:lnTo>
                  <a:pt x="352498" y="16263"/>
                </a:lnTo>
                <a:lnTo>
                  <a:pt x="352548" y="16299"/>
                </a:lnTo>
                <a:lnTo>
                  <a:pt x="352600" y="16335"/>
                </a:lnTo>
                <a:lnTo>
                  <a:pt x="352651" y="16370"/>
                </a:lnTo>
                <a:lnTo>
                  <a:pt x="352704" y="16405"/>
                </a:lnTo>
                <a:lnTo>
                  <a:pt x="352756" y="16439"/>
                </a:lnTo>
                <a:lnTo>
                  <a:pt x="352809" y="16472"/>
                </a:lnTo>
                <a:lnTo>
                  <a:pt x="352863" y="16505"/>
                </a:lnTo>
                <a:lnTo>
                  <a:pt x="352917" y="16538"/>
                </a:lnTo>
                <a:lnTo>
                  <a:pt x="352972" y="16570"/>
                </a:lnTo>
                <a:lnTo>
                  <a:pt x="353027" y="16601"/>
                </a:lnTo>
                <a:lnTo>
                  <a:pt x="353083" y="16632"/>
                </a:lnTo>
                <a:lnTo>
                  <a:pt x="353139" y="16662"/>
                </a:lnTo>
                <a:lnTo>
                  <a:pt x="353195" y="16692"/>
                </a:lnTo>
                <a:lnTo>
                  <a:pt x="353252" y="16722"/>
                </a:lnTo>
                <a:lnTo>
                  <a:pt x="353309" y="16751"/>
                </a:lnTo>
                <a:lnTo>
                  <a:pt x="353366" y="16780"/>
                </a:lnTo>
                <a:lnTo>
                  <a:pt x="353422" y="16809"/>
                </a:lnTo>
                <a:lnTo>
                  <a:pt x="353480" y="16837"/>
                </a:lnTo>
                <a:lnTo>
                  <a:pt x="353537" y="16866"/>
                </a:lnTo>
                <a:lnTo>
                  <a:pt x="353594" y="16894"/>
                </a:lnTo>
                <a:lnTo>
                  <a:pt x="353651" y="16921"/>
                </a:lnTo>
                <a:lnTo>
                  <a:pt x="353709" y="16949"/>
                </a:lnTo>
                <a:lnTo>
                  <a:pt x="353766" y="16976"/>
                </a:lnTo>
                <a:lnTo>
                  <a:pt x="353824" y="17003"/>
                </a:lnTo>
                <a:lnTo>
                  <a:pt x="353882" y="17030"/>
                </a:lnTo>
                <a:lnTo>
                  <a:pt x="353940" y="17056"/>
                </a:lnTo>
                <a:lnTo>
                  <a:pt x="353998" y="17082"/>
                </a:lnTo>
                <a:lnTo>
                  <a:pt x="354056" y="17108"/>
                </a:lnTo>
                <a:lnTo>
                  <a:pt x="354115" y="17134"/>
                </a:lnTo>
                <a:lnTo>
                  <a:pt x="354173" y="17160"/>
                </a:lnTo>
                <a:lnTo>
                  <a:pt x="354232" y="17185"/>
                </a:lnTo>
                <a:lnTo>
                  <a:pt x="354290" y="17210"/>
                </a:lnTo>
                <a:lnTo>
                  <a:pt x="354349" y="17234"/>
                </a:lnTo>
                <a:lnTo>
                  <a:pt x="354408" y="17259"/>
                </a:lnTo>
                <a:lnTo>
                  <a:pt x="354467" y="17283"/>
                </a:lnTo>
                <a:lnTo>
                  <a:pt x="354526" y="17307"/>
                </a:lnTo>
                <a:lnTo>
                  <a:pt x="354585" y="17330"/>
                </a:lnTo>
                <a:lnTo>
                  <a:pt x="354644" y="17354"/>
                </a:lnTo>
                <a:lnTo>
                  <a:pt x="354703" y="17377"/>
                </a:lnTo>
                <a:lnTo>
                  <a:pt x="354762" y="17401"/>
                </a:lnTo>
                <a:lnTo>
                  <a:pt x="354820" y="17424"/>
                </a:lnTo>
                <a:lnTo>
                  <a:pt x="354879" y="17447"/>
                </a:lnTo>
                <a:lnTo>
                  <a:pt x="354937" y="17470"/>
                </a:lnTo>
                <a:lnTo>
                  <a:pt x="354995" y="17493"/>
                </a:lnTo>
                <a:lnTo>
                  <a:pt x="355053" y="17516"/>
                </a:lnTo>
                <a:lnTo>
                  <a:pt x="355111" y="17539"/>
                </a:lnTo>
                <a:lnTo>
                  <a:pt x="355168" y="17562"/>
                </a:lnTo>
                <a:lnTo>
                  <a:pt x="355226" y="17585"/>
                </a:lnTo>
                <a:lnTo>
                  <a:pt x="355283" y="17607"/>
                </a:lnTo>
                <a:lnTo>
                  <a:pt x="355341" y="17630"/>
                </a:lnTo>
                <a:lnTo>
                  <a:pt x="355398" y="17652"/>
                </a:lnTo>
                <a:lnTo>
                  <a:pt x="355455" y="17674"/>
                </a:lnTo>
                <a:lnTo>
                  <a:pt x="355511" y="17697"/>
                </a:lnTo>
                <a:lnTo>
                  <a:pt x="355568" y="17719"/>
                </a:lnTo>
                <a:lnTo>
                  <a:pt x="355625" y="17741"/>
                </a:lnTo>
                <a:lnTo>
                  <a:pt x="355681" y="17763"/>
                </a:lnTo>
                <a:lnTo>
                  <a:pt x="355737" y="17785"/>
                </a:lnTo>
                <a:lnTo>
                  <a:pt x="355793" y="17807"/>
                </a:lnTo>
                <a:lnTo>
                  <a:pt x="355849" y="17829"/>
                </a:lnTo>
                <a:lnTo>
                  <a:pt x="355905" y="17850"/>
                </a:lnTo>
                <a:lnTo>
                  <a:pt x="355960" y="17872"/>
                </a:lnTo>
                <a:lnTo>
                  <a:pt x="356015" y="17894"/>
                </a:lnTo>
                <a:lnTo>
                  <a:pt x="356070" y="17916"/>
                </a:lnTo>
                <a:lnTo>
                  <a:pt x="356124" y="17939"/>
                </a:lnTo>
                <a:lnTo>
                  <a:pt x="356178" y="17961"/>
                </a:lnTo>
                <a:lnTo>
                  <a:pt x="356231" y="17984"/>
                </a:lnTo>
                <a:lnTo>
                  <a:pt x="356283" y="18008"/>
                </a:lnTo>
                <a:lnTo>
                  <a:pt x="356336" y="18031"/>
                </a:lnTo>
                <a:lnTo>
                  <a:pt x="356387" y="18055"/>
                </a:lnTo>
                <a:lnTo>
                  <a:pt x="356439" y="18079"/>
                </a:lnTo>
                <a:lnTo>
                  <a:pt x="356490" y="18104"/>
                </a:lnTo>
                <a:lnTo>
                  <a:pt x="356540" y="18128"/>
                </a:lnTo>
                <a:lnTo>
                  <a:pt x="356590" y="18153"/>
                </a:lnTo>
                <a:lnTo>
                  <a:pt x="356639" y="18178"/>
                </a:lnTo>
                <a:lnTo>
                  <a:pt x="356688" y="18204"/>
                </a:lnTo>
                <a:lnTo>
                  <a:pt x="356737" y="18229"/>
                </a:lnTo>
                <a:lnTo>
                  <a:pt x="356785" y="18255"/>
                </a:lnTo>
                <a:lnTo>
                  <a:pt x="356832" y="18281"/>
                </a:lnTo>
                <a:lnTo>
                  <a:pt x="356880" y="18308"/>
                </a:lnTo>
                <a:lnTo>
                  <a:pt x="356926" y="18335"/>
                </a:lnTo>
                <a:lnTo>
                  <a:pt x="356972" y="18362"/>
                </a:lnTo>
                <a:lnTo>
                  <a:pt x="357018" y="18389"/>
                </a:lnTo>
                <a:lnTo>
                  <a:pt x="357063" y="18416"/>
                </a:lnTo>
                <a:lnTo>
                  <a:pt x="357108" y="18444"/>
                </a:lnTo>
                <a:lnTo>
                  <a:pt x="357152" y="18472"/>
                </a:lnTo>
                <a:lnTo>
                  <a:pt x="357196" y="18500"/>
                </a:lnTo>
                <a:lnTo>
                  <a:pt x="357239" y="18529"/>
                </a:lnTo>
                <a:lnTo>
                  <a:pt x="357281" y="18558"/>
                </a:lnTo>
                <a:lnTo>
                  <a:pt x="357322" y="18588"/>
                </a:lnTo>
                <a:lnTo>
                  <a:pt x="357363" y="18617"/>
                </a:lnTo>
                <a:lnTo>
                  <a:pt x="357402" y="18648"/>
                </a:lnTo>
                <a:lnTo>
                  <a:pt x="357441" y="18678"/>
                </a:lnTo>
                <a:lnTo>
                  <a:pt x="357480" y="18709"/>
                </a:lnTo>
                <a:lnTo>
                  <a:pt x="357518" y="18740"/>
                </a:lnTo>
                <a:lnTo>
                  <a:pt x="357555" y="18772"/>
                </a:lnTo>
                <a:lnTo>
                  <a:pt x="357591" y="18803"/>
                </a:lnTo>
                <a:lnTo>
                  <a:pt x="357626" y="18836"/>
                </a:lnTo>
                <a:lnTo>
                  <a:pt x="357661" y="18868"/>
                </a:lnTo>
                <a:lnTo>
                  <a:pt x="357695" y="18901"/>
                </a:lnTo>
                <a:lnTo>
                  <a:pt x="357728" y="18934"/>
                </a:lnTo>
                <a:lnTo>
                  <a:pt x="357761" y="18968"/>
                </a:lnTo>
                <a:lnTo>
                  <a:pt x="357793" y="19002"/>
                </a:lnTo>
                <a:lnTo>
                  <a:pt x="357824" y="19036"/>
                </a:lnTo>
                <a:lnTo>
                  <a:pt x="357854" y="19071"/>
                </a:lnTo>
                <a:lnTo>
                  <a:pt x="357884" y="19106"/>
                </a:lnTo>
                <a:lnTo>
                  <a:pt x="357913" y="19141"/>
                </a:lnTo>
                <a:lnTo>
                  <a:pt x="357941" y="19177"/>
                </a:lnTo>
                <a:lnTo>
                  <a:pt x="357969" y="19213"/>
                </a:lnTo>
                <a:lnTo>
                  <a:pt x="357995" y="19250"/>
                </a:lnTo>
                <a:lnTo>
                  <a:pt x="358021" y="19287"/>
                </a:lnTo>
                <a:lnTo>
                  <a:pt x="358045" y="19325"/>
                </a:lnTo>
                <a:lnTo>
                  <a:pt x="358068" y="19364"/>
                </a:lnTo>
                <a:lnTo>
                  <a:pt x="358090" y="19403"/>
                </a:lnTo>
                <a:lnTo>
                  <a:pt x="358111" y="19443"/>
                </a:lnTo>
                <a:lnTo>
                  <a:pt x="358131" y="19484"/>
                </a:lnTo>
                <a:lnTo>
                  <a:pt x="358150" y="19526"/>
                </a:lnTo>
                <a:lnTo>
                  <a:pt x="358167" y="19568"/>
                </a:lnTo>
                <a:lnTo>
                  <a:pt x="358184" y="19611"/>
                </a:lnTo>
                <a:lnTo>
                  <a:pt x="358199" y="19654"/>
                </a:lnTo>
                <a:lnTo>
                  <a:pt x="358213" y="19698"/>
                </a:lnTo>
                <a:lnTo>
                  <a:pt x="358226" y="19743"/>
                </a:lnTo>
                <a:lnTo>
                  <a:pt x="358238" y="19789"/>
                </a:lnTo>
                <a:lnTo>
                  <a:pt x="358249" y="19835"/>
                </a:lnTo>
                <a:lnTo>
                  <a:pt x="358259" y="19882"/>
                </a:lnTo>
                <a:lnTo>
                  <a:pt x="358267" y="19930"/>
                </a:lnTo>
                <a:lnTo>
                  <a:pt x="358274" y="19979"/>
                </a:lnTo>
                <a:lnTo>
                  <a:pt x="358281" y="20028"/>
                </a:lnTo>
                <a:lnTo>
                  <a:pt x="358286" y="20078"/>
                </a:lnTo>
                <a:lnTo>
                  <a:pt x="358290" y="20128"/>
                </a:lnTo>
                <a:lnTo>
                  <a:pt x="358292" y="20179"/>
                </a:lnTo>
                <a:lnTo>
                  <a:pt x="358294" y="20231"/>
                </a:lnTo>
                <a:lnTo>
                  <a:pt x="358295" y="20284"/>
                </a:lnTo>
                <a:lnTo>
                  <a:pt x="358294" y="20335"/>
                </a:lnTo>
                <a:lnTo>
                  <a:pt x="358293" y="20386"/>
                </a:lnTo>
                <a:lnTo>
                  <a:pt x="358291" y="20436"/>
                </a:lnTo>
                <a:lnTo>
                  <a:pt x="358288" y="20486"/>
                </a:lnTo>
                <a:lnTo>
                  <a:pt x="358285" y="20535"/>
                </a:lnTo>
                <a:lnTo>
                  <a:pt x="358281" y="20583"/>
                </a:lnTo>
                <a:lnTo>
                  <a:pt x="358276" y="20631"/>
                </a:lnTo>
                <a:lnTo>
                  <a:pt x="358270" y="20678"/>
                </a:lnTo>
                <a:lnTo>
                  <a:pt x="358263" y="20725"/>
                </a:lnTo>
                <a:lnTo>
                  <a:pt x="358256" y="20771"/>
                </a:lnTo>
                <a:lnTo>
                  <a:pt x="358247" y="20817"/>
                </a:lnTo>
                <a:lnTo>
                  <a:pt x="358238" y="20862"/>
                </a:lnTo>
                <a:lnTo>
                  <a:pt x="358229" y="20906"/>
                </a:lnTo>
                <a:lnTo>
                  <a:pt x="358218" y="20950"/>
                </a:lnTo>
                <a:lnTo>
                  <a:pt x="358207" y="20993"/>
                </a:lnTo>
                <a:lnTo>
                  <a:pt x="358194" y="21036"/>
                </a:lnTo>
                <a:lnTo>
                  <a:pt x="358182" y="21078"/>
                </a:lnTo>
                <a:lnTo>
                  <a:pt x="358168" y="21119"/>
                </a:lnTo>
                <a:lnTo>
                  <a:pt x="358153" y="21160"/>
                </a:lnTo>
                <a:lnTo>
                  <a:pt x="358138" y="21200"/>
                </a:lnTo>
                <a:lnTo>
                  <a:pt x="358122" y="21240"/>
                </a:lnTo>
                <a:lnTo>
                  <a:pt x="358105" y="21279"/>
                </a:lnTo>
                <a:lnTo>
                  <a:pt x="358088" y="21318"/>
                </a:lnTo>
                <a:lnTo>
                  <a:pt x="358069" y="21356"/>
                </a:lnTo>
                <a:lnTo>
                  <a:pt x="358050" y="21393"/>
                </a:lnTo>
                <a:lnTo>
                  <a:pt x="358030" y="21430"/>
                </a:lnTo>
                <a:lnTo>
                  <a:pt x="358010" y="21466"/>
                </a:lnTo>
                <a:lnTo>
                  <a:pt x="357989" y="21502"/>
                </a:lnTo>
                <a:lnTo>
                  <a:pt x="357967" y="21537"/>
                </a:lnTo>
                <a:lnTo>
                  <a:pt x="357944" y="21572"/>
                </a:lnTo>
                <a:lnTo>
                  <a:pt x="357921" y="21606"/>
                </a:lnTo>
                <a:lnTo>
                  <a:pt x="357897" y="21639"/>
                </a:lnTo>
                <a:lnTo>
                  <a:pt x="357873" y="21672"/>
                </a:lnTo>
                <a:lnTo>
                  <a:pt x="357848" y="21705"/>
                </a:lnTo>
                <a:lnTo>
                  <a:pt x="357822" y="21737"/>
                </a:lnTo>
                <a:lnTo>
                  <a:pt x="357795" y="21768"/>
                </a:lnTo>
                <a:lnTo>
                  <a:pt x="357768" y="21799"/>
                </a:lnTo>
                <a:lnTo>
                  <a:pt x="357741" y="21829"/>
                </a:lnTo>
                <a:lnTo>
                  <a:pt x="357712" y="21859"/>
                </a:lnTo>
                <a:lnTo>
                  <a:pt x="357683" y="21888"/>
                </a:lnTo>
                <a:lnTo>
                  <a:pt x="357653" y="21916"/>
                </a:lnTo>
                <a:lnTo>
                  <a:pt x="357623" y="21944"/>
                </a:lnTo>
                <a:lnTo>
                  <a:pt x="357591" y="21972"/>
                </a:lnTo>
                <a:lnTo>
                  <a:pt x="357560" y="21999"/>
                </a:lnTo>
                <a:lnTo>
                  <a:pt x="357527" y="22025"/>
                </a:lnTo>
                <a:lnTo>
                  <a:pt x="357494" y="22051"/>
                </a:lnTo>
                <a:lnTo>
                  <a:pt x="357460" y="22076"/>
                </a:lnTo>
                <a:lnTo>
                  <a:pt x="357426" y="22101"/>
                </a:lnTo>
                <a:lnTo>
                  <a:pt x="357391" y="22125"/>
                </a:lnTo>
                <a:lnTo>
                  <a:pt x="357355" y="22149"/>
                </a:lnTo>
                <a:lnTo>
                  <a:pt x="357319" y="22172"/>
                </a:lnTo>
                <a:lnTo>
                  <a:pt x="357282" y="22195"/>
                </a:lnTo>
                <a:lnTo>
                  <a:pt x="357245" y="22217"/>
                </a:lnTo>
                <a:lnTo>
                  <a:pt x="357207" y="22238"/>
                </a:lnTo>
                <a:lnTo>
                  <a:pt x="357169" y="22260"/>
                </a:lnTo>
                <a:lnTo>
                  <a:pt x="357130" y="22280"/>
                </a:lnTo>
                <a:lnTo>
                  <a:pt x="357091" y="22301"/>
                </a:lnTo>
                <a:lnTo>
                  <a:pt x="357051" y="22320"/>
                </a:lnTo>
                <a:lnTo>
                  <a:pt x="357011" y="22340"/>
                </a:lnTo>
                <a:lnTo>
                  <a:pt x="356970" y="22358"/>
                </a:lnTo>
                <a:lnTo>
                  <a:pt x="356929" y="22377"/>
                </a:lnTo>
                <a:lnTo>
                  <a:pt x="356887" y="22394"/>
                </a:lnTo>
                <a:lnTo>
                  <a:pt x="356845" y="22412"/>
                </a:lnTo>
                <a:lnTo>
                  <a:pt x="356802" y="22428"/>
                </a:lnTo>
                <a:lnTo>
                  <a:pt x="356758" y="22445"/>
                </a:lnTo>
                <a:lnTo>
                  <a:pt x="356714" y="22460"/>
                </a:lnTo>
                <a:lnTo>
                  <a:pt x="356670" y="22476"/>
                </a:lnTo>
                <a:lnTo>
                  <a:pt x="356625" y="22491"/>
                </a:lnTo>
                <a:lnTo>
                  <a:pt x="356579" y="22505"/>
                </a:lnTo>
                <a:lnTo>
                  <a:pt x="356533" y="22519"/>
                </a:lnTo>
                <a:lnTo>
                  <a:pt x="356487" y="22532"/>
                </a:lnTo>
                <a:lnTo>
                  <a:pt x="356440" y="22545"/>
                </a:lnTo>
                <a:lnTo>
                  <a:pt x="356392" y="22557"/>
                </a:lnTo>
                <a:lnTo>
                  <a:pt x="356344" y="22569"/>
                </a:lnTo>
                <a:lnTo>
                  <a:pt x="356296" y="22580"/>
                </a:lnTo>
                <a:lnTo>
                  <a:pt x="356247" y="22591"/>
                </a:lnTo>
                <a:lnTo>
                  <a:pt x="356197" y="22601"/>
                </a:lnTo>
                <a:lnTo>
                  <a:pt x="356147" y="22611"/>
                </a:lnTo>
                <a:lnTo>
                  <a:pt x="356097" y="22620"/>
                </a:lnTo>
                <a:lnTo>
                  <a:pt x="356046" y="22628"/>
                </a:lnTo>
                <a:lnTo>
                  <a:pt x="355995" y="22636"/>
                </a:lnTo>
                <a:lnTo>
                  <a:pt x="355943" y="22644"/>
                </a:lnTo>
                <a:lnTo>
                  <a:pt x="355891" y="22651"/>
                </a:lnTo>
                <a:lnTo>
                  <a:pt x="355838" y="22658"/>
                </a:lnTo>
                <a:lnTo>
                  <a:pt x="355785" y="22664"/>
                </a:lnTo>
                <a:lnTo>
                  <a:pt x="355731" y="22669"/>
                </a:lnTo>
                <a:lnTo>
                  <a:pt x="355677" y="22674"/>
                </a:lnTo>
                <a:lnTo>
                  <a:pt x="355623" y="22678"/>
                </a:lnTo>
                <a:lnTo>
                  <a:pt x="355568" y="22682"/>
                </a:lnTo>
                <a:lnTo>
                  <a:pt x="355512" y="22686"/>
                </a:lnTo>
                <a:lnTo>
                  <a:pt x="355456" y="22689"/>
                </a:lnTo>
                <a:lnTo>
                  <a:pt x="355400" y="22691"/>
                </a:lnTo>
                <a:lnTo>
                  <a:pt x="355343" y="22693"/>
                </a:lnTo>
                <a:lnTo>
                  <a:pt x="355286" y="22694"/>
                </a:lnTo>
                <a:lnTo>
                  <a:pt x="355228" y="22695"/>
                </a:lnTo>
                <a:lnTo>
                  <a:pt x="355170" y="22695"/>
                </a:lnTo>
                <a:lnTo>
                  <a:pt x="355092" y="22695"/>
                </a:lnTo>
                <a:lnTo>
                  <a:pt x="355015" y="22694"/>
                </a:lnTo>
                <a:lnTo>
                  <a:pt x="354939" y="22692"/>
                </a:lnTo>
                <a:lnTo>
                  <a:pt x="354864" y="22689"/>
                </a:lnTo>
                <a:lnTo>
                  <a:pt x="354789" y="22685"/>
                </a:lnTo>
                <a:lnTo>
                  <a:pt x="354715" y="22681"/>
                </a:lnTo>
                <a:lnTo>
                  <a:pt x="354642" y="22676"/>
                </a:lnTo>
                <a:lnTo>
                  <a:pt x="354570" y="22670"/>
                </a:lnTo>
                <a:lnTo>
                  <a:pt x="354498" y="22663"/>
                </a:lnTo>
                <a:lnTo>
                  <a:pt x="354427" y="22656"/>
                </a:lnTo>
                <a:lnTo>
                  <a:pt x="354357" y="22648"/>
                </a:lnTo>
                <a:lnTo>
                  <a:pt x="354288" y="22639"/>
                </a:lnTo>
                <a:lnTo>
                  <a:pt x="354219" y="22629"/>
                </a:lnTo>
                <a:lnTo>
                  <a:pt x="354152" y="22618"/>
                </a:lnTo>
                <a:lnTo>
                  <a:pt x="354085" y="22607"/>
                </a:lnTo>
                <a:lnTo>
                  <a:pt x="354018" y="22595"/>
                </a:lnTo>
                <a:lnTo>
                  <a:pt x="353953" y="22582"/>
                </a:lnTo>
                <a:lnTo>
                  <a:pt x="353888" y="22568"/>
                </a:lnTo>
                <a:lnTo>
                  <a:pt x="353824" y="22554"/>
                </a:lnTo>
                <a:lnTo>
                  <a:pt x="353761" y="22538"/>
                </a:lnTo>
                <a:lnTo>
                  <a:pt x="353698" y="22522"/>
                </a:lnTo>
                <a:lnTo>
                  <a:pt x="353636" y="22506"/>
                </a:lnTo>
                <a:lnTo>
                  <a:pt x="353575" y="22488"/>
                </a:lnTo>
                <a:lnTo>
                  <a:pt x="353515" y="22470"/>
                </a:lnTo>
                <a:lnTo>
                  <a:pt x="353455" y="22451"/>
                </a:lnTo>
                <a:lnTo>
                  <a:pt x="353397" y="22432"/>
                </a:lnTo>
                <a:lnTo>
                  <a:pt x="353338" y="22413"/>
                </a:lnTo>
                <a:lnTo>
                  <a:pt x="353281" y="22393"/>
                </a:lnTo>
                <a:lnTo>
                  <a:pt x="353224" y="22374"/>
                </a:lnTo>
                <a:lnTo>
                  <a:pt x="353168" y="22354"/>
                </a:lnTo>
                <a:lnTo>
                  <a:pt x="353112" y="22334"/>
                </a:lnTo>
                <a:lnTo>
                  <a:pt x="353057" y="22315"/>
                </a:lnTo>
                <a:lnTo>
                  <a:pt x="353003" y="22294"/>
                </a:lnTo>
                <a:lnTo>
                  <a:pt x="352950" y="22274"/>
                </a:lnTo>
                <a:lnTo>
                  <a:pt x="352897" y="22254"/>
                </a:lnTo>
                <a:lnTo>
                  <a:pt x="352844" y="22234"/>
                </a:lnTo>
                <a:lnTo>
                  <a:pt x="352793" y="22213"/>
                </a:lnTo>
                <a:lnTo>
                  <a:pt x="352742" y="22192"/>
                </a:lnTo>
                <a:lnTo>
                  <a:pt x="352692" y="22171"/>
                </a:lnTo>
                <a:lnTo>
                  <a:pt x="352642" y="22150"/>
                </a:lnTo>
                <a:lnTo>
                  <a:pt x="352593" y="22129"/>
                </a:lnTo>
                <a:lnTo>
                  <a:pt x="352545" y="22108"/>
                </a:lnTo>
                <a:lnTo>
                  <a:pt x="352498" y="22086"/>
                </a:lnTo>
                <a:lnTo>
                  <a:pt x="352451" y="22065"/>
                </a:lnTo>
                <a:lnTo>
                  <a:pt x="352405" y="22043"/>
                </a:lnTo>
                <a:lnTo>
                  <a:pt x="352359" y="22021"/>
                </a:lnTo>
                <a:lnTo>
                  <a:pt x="352314" y="21999"/>
                </a:lnTo>
                <a:lnTo>
                  <a:pt x="352270" y="21977"/>
                </a:lnTo>
                <a:lnTo>
                  <a:pt x="352226" y="21954"/>
                </a:lnTo>
                <a:lnTo>
                  <a:pt x="352183" y="21932"/>
                </a:lnTo>
                <a:lnTo>
                  <a:pt x="352141" y="21910"/>
                </a:lnTo>
                <a:lnTo>
                  <a:pt x="352099" y="21889"/>
                </a:lnTo>
                <a:lnTo>
                  <a:pt x="352058" y="21867"/>
                </a:lnTo>
                <a:lnTo>
                  <a:pt x="352017" y="21845"/>
                </a:lnTo>
                <a:lnTo>
                  <a:pt x="351977" y="21824"/>
                </a:lnTo>
                <a:lnTo>
                  <a:pt x="351938" y="21803"/>
                </a:lnTo>
                <a:lnTo>
                  <a:pt x="351899" y="21782"/>
                </a:lnTo>
                <a:lnTo>
                  <a:pt x="351860" y="21761"/>
                </a:lnTo>
                <a:lnTo>
                  <a:pt x="351823" y="21740"/>
                </a:lnTo>
                <a:lnTo>
                  <a:pt x="351785" y="21720"/>
                </a:lnTo>
                <a:lnTo>
                  <a:pt x="351749" y="21699"/>
                </a:lnTo>
                <a:lnTo>
                  <a:pt x="351713" y="21679"/>
                </a:lnTo>
                <a:lnTo>
                  <a:pt x="351677" y="21659"/>
                </a:lnTo>
                <a:lnTo>
                  <a:pt x="351642" y="21639"/>
                </a:lnTo>
                <a:lnTo>
                  <a:pt x="351608" y="21619"/>
                </a:lnTo>
                <a:lnTo>
                  <a:pt x="351574" y="21599"/>
                </a:lnTo>
                <a:lnTo>
                  <a:pt x="351541" y="21579"/>
                </a:lnTo>
                <a:lnTo>
                  <a:pt x="351509" y="21560"/>
                </a:lnTo>
                <a:lnTo>
                  <a:pt x="351477" y="21541"/>
                </a:lnTo>
                <a:lnTo>
                  <a:pt x="351445" y="21521"/>
                </a:lnTo>
                <a:lnTo>
                  <a:pt x="351414" y="21502"/>
                </a:lnTo>
                <a:lnTo>
                  <a:pt x="351384" y="21484"/>
                </a:lnTo>
                <a:lnTo>
                  <a:pt x="351355" y="21465"/>
                </a:lnTo>
                <a:lnTo>
                  <a:pt x="351326" y="21448"/>
                </a:lnTo>
                <a:lnTo>
                  <a:pt x="351297" y="21431"/>
                </a:lnTo>
                <a:lnTo>
                  <a:pt x="351269" y="21415"/>
                </a:lnTo>
                <a:lnTo>
                  <a:pt x="351242" y="21399"/>
                </a:lnTo>
                <a:lnTo>
                  <a:pt x="351216" y="21385"/>
                </a:lnTo>
                <a:lnTo>
                  <a:pt x="351190" y="21371"/>
                </a:lnTo>
                <a:lnTo>
                  <a:pt x="351164" y="21358"/>
                </a:lnTo>
                <a:lnTo>
                  <a:pt x="351139" y="21346"/>
                </a:lnTo>
                <a:lnTo>
                  <a:pt x="351115" y="21335"/>
                </a:lnTo>
                <a:lnTo>
                  <a:pt x="351092" y="21324"/>
                </a:lnTo>
                <a:lnTo>
                  <a:pt x="351069" y="21314"/>
                </a:lnTo>
                <a:lnTo>
                  <a:pt x="351046" y="21305"/>
                </a:lnTo>
                <a:lnTo>
                  <a:pt x="351025" y="21297"/>
                </a:lnTo>
                <a:lnTo>
                  <a:pt x="351004" y="21290"/>
                </a:lnTo>
                <a:lnTo>
                  <a:pt x="350983" y="21283"/>
                </a:lnTo>
                <a:lnTo>
                  <a:pt x="350963" y="21277"/>
                </a:lnTo>
                <a:lnTo>
                  <a:pt x="350944" y="21272"/>
                </a:lnTo>
                <a:lnTo>
                  <a:pt x="350925" y="21268"/>
                </a:lnTo>
                <a:lnTo>
                  <a:pt x="350907" y="21264"/>
                </a:lnTo>
                <a:lnTo>
                  <a:pt x="350890" y="21261"/>
                </a:lnTo>
                <a:lnTo>
                  <a:pt x="350873" y="21259"/>
                </a:lnTo>
                <a:lnTo>
                  <a:pt x="350857" y="21258"/>
                </a:lnTo>
                <a:lnTo>
                  <a:pt x="350841" y="21258"/>
                </a:lnTo>
                <a:lnTo>
                  <a:pt x="350831" y="21258"/>
                </a:lnTo>
                <a:lnTo>
                  <a:pt x="350822" y="21258"/>
                </a:lnTo>
                <a:lnTo>
                  <a:pt x="350812" y="21259"/>
                </a:lnTo>
                <a:lnTo>
                  <a:pt x="350803" y="21260"/>
                </a:lnTo>
                <a:lnTo>
                  <a:pt x="350793" y="21260"/>
                </a:lnTo>
                <a:lnTo>
                  <a:pt x="350784" y="21262"/>
                </a:lnTo>
                <a:lnTo>
                  <a:pt x="350775" y="21263"/>
                </a:lnTo>
                <a:lnTo>
                  <a:pt x="350766" y="21264"/>
                </a:lnTo>
                <a:lnTo>
                  <a:pt x="350757" y="21266"/>
                </a:lnTo>
                <a:lnTo>
                  <a:pt x="350748" y="21268"/>
                </a:lnTo>
                <a:lnTo>
                  <a:pt x="350739" y="21270"/>
                </a:lnTo>
                <a:lnTo>
                  <a:pt x="350730" y="21273"/>
                </a:lnTo>
                <a:lnTo>
                  <a:pt x="350722" y="21275"/>
                </a:lnTo>
                <a:lnTo>
                  <a:pt x="350713" y="21278"/>
                </a:lnTo>
                <a:lnTo>
                  <a:pt x="350705" y="21281"/>
                </a:lnTo>
                <a:lnTo>
                  <a:pt x="350696" y="21284"/>
                </a:lnTo>
                <a:lnTo>
                  <a:pt x="350688" y="21287"/>
                </a:lnTo>
                <a:lnTo>
                  <a:pt x="350680" y="21291"/>
                </a:lnTo>
                <a:lnTo>
                  <a:pt x="350672" y="21295"/>
                </a:lnTo>
                <a:lnTo>
                  <a:pt x="350664" y="21299"/>
                </a:lnTo>
                <a:lnTo>
                  <a:pt x="350656" y="21303"/>
                </a:lnTo>
                <a:lnTo>
                  <a:pt x="350648" y="21307"/>
                </a:lnTo>
                <a:lnTo>
                  <a:pt x="350640" y="21312"/>
                </a:lnTo>
                <a:lnTo>
                  <a:pt x="350632" y="21316"/>
                </a:lnTo>
                <a:lnTo>
                  <a:pt x="350625" y="21321"/>
                </a:lnTo>
                <a:lnTo>
                  <a:pt x="350617" y="21327"/>
                </a:lnTo>
                <a:lnTo>
                  <a:pt x="350610" y="21332"/>
                </a:lnTo>
                <a:lnTo>
                  <a:pt x="350603" y="21338"/>
                </a:lnTo>
                <a:lnTo>
                  <a:pt x="350596" y="21344"/>
                </a:lnTo>
                <a:lnTo>
                  <a:pt x="350589" y="21350"/>
                </a:lnTo>
                <a:lnTo>
                  <a:pt x="350582" y="21357"/>
                </a:lnTo>
                <a:lnTo>
                  <a:pt x="350576" y="21364"/>
                </a:lnTo>
                <a:lnTo>
                  <a:pt x="350569" y="21371"/>
                </a:lnTo>
                <a:lnTo>
                  <a:pt x="350563" y="21378"/>
                </a:lnTo>
                <a:lnTo>
                  <a:pt x="350557" y="21386"/>
                </a:lnTo>
                <a:lnTo>
                  <a:pt x="350551" y="21394"/>
                </a:lnTo>
                <a:lnTo>
                  <a:pt x="350545" y="21402"/>
                </a:lnTo>
                <a:lnTo>
                  <a:pt x="350539" y="21410"/>
                </a:lnTo>
                <a:lnTo>
                  <a:pt x="350534" y="21419"/>
                </a:lnTo>
                <a:lnTo>
                  <a:pt x="350528" y="21428"/>
                </a:lnTo>
                <a:lnTo>
                  <a:pt x="350523" y="21437"/>
                </a:lnTo>
                <a:lnTo>
                  <a:pt x="350518" y="21446"/>
                </a:lnTo>
                <a:lnTo>
                  <a:pt x="350513" y="21456"/>
                </a:lnTo>
                <a:lnTo>
                  <a:pt x="350508" y="21466"/>
                </a:lnTo>
                <a:lnTo>
                  <a:pt x="350503" y="21476"/>
                </a:lnTo>
                <a:lnTo>
                  <a:pt x="350499" y="21487"/>
                </a:lnTo>
                <a:lnTo>
                  <a:pt x="350494" y="21498"/>
                </a:lnTo>
                <a:lnTo>
                  <a:pt x="350490" y="21509"/>
                </a:lnTo>
                <a:lnTo>
                  <a:pt x="350486" y="21520"/>
                </a:lnTo>
                <a:lnTo>
                  <a:pt x="350482" y="21531"/>
                </a:lnTo>
                <a:lnTo>
                  <a:pt x="350478" y="21543"/>
                </a:lnTo>
                <a:lnTo>
                  <a:pt x="350474" y="21555"/>
                </a:lnTo>
                <a:lnTo>
                  <a:pt x="350470" y="21568"/>
                </a:lnTo>
                <a:lnTo>
                  <a:pt x="350466" y="21581"/>
                </a:lnTo>
                <a:lnTo>
                  <a:pt x="350462" y="21594"/>
                </a:lnTo>
                <a:lnTo>
                  <a:pt x="350459" y="21607"/>
                </a:lnTo>
                <a:lnTo>
                  <a:pt x="350455" y="21621"/>
                </a:lnTo>
                <a:lnTo>
                  <a:pt x="350451" y="21635"/>
                </a:lnTo>
                <a:lnTo>
                  <a:pt x="350448" y="21649"/>
                </a:lnTo>
                <a:lnTo>
                  <a:pt x="350444" y="21663"/>
                </a:lnTo>
                <a:lnTo>
                  <a:pt x="350441" y="21678"/>
                </a:lnTo>
                <a:lnTo>
                  <a:pt x="350437" y="21693"/>
                </a:lnTo>
                <a:lnTo>
                  <a:pt x="350434" y="21708"/>
                </a:lnTo>
                <a:lnTo>
                  <a:pt x="350431" y="21724"/>
                </a:lnTo>
                <a:lnTo>
                  <a:pt x="350427" y="21740"/>
                </a:lnTo>
                <a:lnTo>
                  <a:pt x="350424" y="21756"/>
                </a:lnTo>
                <a:lnTo>
                  <a:pt x="350421" y="21773"/>
                </a:lnTo>
                <a:lnTo>
                  <a:pt x="350418" y="21789"/>
                </a:lnTo>
                <a:lnTo>
                  <a:pt x="350415" y="21807"/>
                </a:lnTo>
                <a:lnTo>
                  <a:pt x="350412" y="21824"/>
                </a:lnTo>
                <a:lnTo>
                  <a:pt x="350409" y="21842"/>
                </a:lnTo>
                <a:lnTo>
                  <a:pt x="350407" y="21860"/>
                </a:lnTo>
                <a:lnTo>
                  <a:pt x="350404" y="21878"/>
                </a:lnTo>
                <a:lnTo>
                  <a:pt x="350401" y="21896"/>
                </a:lnTo>
                <a:lnTo>
                  <a:pt x="350399" y="21915"/>
                </a:lnTo>
                <a:lnTo>
                  <a:pt x="350396" y="21935"/>
                </a:lnTo>
                <a:lnTo>
                  <a:pt x="350394" y="21954"/>
                </a:lnTo>
                <a:lnTo>
                  <a:pt x="350392" y="21974"/>
                </a:lnTo>
                <a:lnTo>
                  <a:pt x="350390" y="21995"/>
                </a:lnTo>
                <a:lnTo>
                  <a:pt x="350388" y="22016"/>
                </a:lnTo>
                <a:lnTo>
                  <a:pt x="350386" y="22037"/>
                </a:lnTo>
                <a:lnTo>
                  <a:pt x="350385" y="22058"/>
                </a:lnTo>
                <a:lnTo>
                  <a:pt x="350383" y="22080"/>
                </a:lnTo>
                <a:lnTo>
                  <a:pt x="350382" y="22102"/>
                </a:lnTo>
                <a:lnTo>
                  <a:pt x="350380" y="22124"/>
                </a:lnTo>
                <a:lnTo>
                  <a:pt x="350379" y="22147"/>
                </a:lnTo>
                <a:lnTo>
                  <a:pt x="350378" y="22170"/>
                </a:lnTo>
                <a:lnTo>
                  <a:pt x="350377" y="22194"/>
                </a:lnTo>
                <a:lnTo>
                  <a:pt x="350376" y="22218"/>
                </a:lnTo>
                <a:lnTo>
                  <a:pt x="350375" y="22242"/>
                </a:lnTo>
                <a:lnTo>
                  <a:pt x="350375" y="22266"/>
                </a:lnTo>
                <a:lnTo>
                  <a:pt x="350374" y="22291"/>
                </a:lnTo>
                <a:lnTo>
                  <a:pt x="350374" y="22317"/>
                </a:lnTo>
                <a:lnTo>
                  <a:pt x="350373" y="22342"/>
                </a:lnTo>
                <a:lnTo>
                  <a:pt x="350373" y="22368"/>
                </a:lnTo>
                <a:lnTo>
                  <a:pt x="350373" y="22394"/>
                </a:lnTo>
                <a:lnTo>
                  <a:pt x="350373" y="22437"/>
                </a:lnTo>
                <a:lnTo>
                  <a:pt x="350374" y="22479"/>
                </a:lnTo>
                <a:lnTo>
                  <a:pt x="350374" y="22520"/>
                </a:lnTo>
                <a:lnTo>
                  <a:pt x="350375" y="22561"/>
                </a:lnTo>
                <a:lnTo>
                  <a:pt x="350377" y="22601"/>
                </a:lnTo>
                <a:lnTo>
                  <a:pt x="350378" y="22640"/>
                </a:lnTo>
                <a:lnTo>
                  <a:pt x="350380" y="22678"/>
                </a:lnTo>
                <a:lnTo>
                  <a:pt x="350382" y="22716"/>
                </a:lnTo>
                <a:lnTo>
                  <a:pt x="350385" y="22752"/>
                </a:lnTo>
                <a:lnTo>
                  <a:pt x="350388" y="22788"/>
                </a:lnTo>
                <a:lnTo>
                  <a:pt x="350391" y="22824"/>
                </a:lnTo>
                <a:lnTo>
                  <a:pt x="350394" y="22858"/>
                </a:lnTo>
                <a:lnTo>
                  <a:pt x="350398" y="22892"/>
                </a:lnTo>
                <a:lnTo>
                  <a:pt x="350402" y="22925"/>
                </a:lnTo>
                <a:lnTo>
                  <a:pt x="350406" y="22957"/>
                </a:lnTo>
                <a:lnTo>
                  <a:pt x="350410" y="22989"/>
                </a:lnTo>
                <a:lnTo>
                  <a:pt x="350415" y="23019"/>
                </a:lnTo>
                <a:lnTo>
                  <a:pt x="350420" y="23049"/>
                </a:lnTo>
                <a:lnTo>
                  <a:pt x="350426" y="23078"/>
                </a:lnTo>
                <a:lnTo>
                  <a:pt x="350431" y="23107"/>
                </a:lnTo>
                <a:lnTo>
                  <a:pt x="350437" y="23135"/>
                </a:lnTo>
                <a:lnTo>
                  <a:pt x="350443" y="23162"/>
                </a:lnTo>
                <a:lnTo>
                  <a:pt x="350450" y="23188"/>
                </a:lnTo>
                <a:lnTo>
                  <a:pt x="350457" y="23213"/>
                </a:lnTo>
                <a:lnTo>
                  <a:pt x="350464" y="23238"/>
                </a:lnTo>
                <a:lnTo>
                  <a:pt x="350471" y="23262"/>
                </a:lnTo>
                <a:lnTo>
                  <a:pt x="350479" y="23286"/>
                </a:lnTo>
                <a:lnTo>
                  <a:pt x="350487" y="23310"/>
                </a:lnTo>
                <a:lnTo>
                  <a:pt x="350496" y="23333"/>
                </a:lnTo>
                <a:lnTo>
                  <a:pt x="350505" y="23355"/>
                </a:lnTo>
                <a:lnTo>
                  <a:pt x="350514" y="23377"/>
                </a:lnTo>
                <a:lnTo>
                  <a:pt x="350524" y="23399"/>
                </a:lnTo>
                <a:lnTo>
                  <a:pt x="350533" y="23420"/>
                </a:lnTo>
                <a:lnTo>
                  <a:pt x="350544" y="23441"/>
                </a:lnTo>
                <a:lnTo>
                  <a:pt x="350554" y="23461"/>
                </a:lnTo>
                <a:lnTo>
                  <a:pt x="350565" y="23481"/>
                </a:lnTo>
                <a:lnTo>
                  <a:pt x="350577" y="23500"/>
                </a:lnTo>
                <a:lnTo>
                  <a:pt x="350588" y="23519"/>
                </a:lnTo>
                <a:lnTo>
                  <a:pt x="350600" y="23537"/>
                </a:lnTo>
                <a:lnTo>
                  <a:pt x="350613" y="23555"/>
                </a:lnTo>
                <a:lnTo>
                  <a:pt x="350625" y="23572"/>
                </a:lnTo>
                <a:lnTo>
                  <a:pt x="350638" y="23589"/>
                </a:lnTo>
                <a:lnTo>
                  <a:pt x="350652" y="23606"/>
                </a:lnTo>
                <a:lnTo>
                  <a:pt x="350666" y="23622"/>
                </a:lnTo>
                <a:lnTo>
                  <a:pt x="350680" y="23637"/>
                </a:lnTo>
                <a:lnTo>
                  <a:pt x="350694" y="23652"/>
                </a:lnTo>
                <a:lnTo>
                  <a:pt x="350709" y="23667"/>
                </a:lnTo>
                <a:lnTo>
                  <a:pt x="350724" y="23681"/>
                </a:lnTo>
                <a:lnTo>
                  <a:pt x="350740" y="23695"/>
                </a:lnTo>
                <a:lnTo>
                  <a:pt x="350756" y="23709"/>
                </a:lnTo>
                <a:lnTo>
                  <a:pt x="350773" y="23724"/>
                </a:lnTo>
                <a:lnTo>
                  <a:pt x="350791" y="23738"/>
                </a:lnTo>
                <a:lnTo>
                  <a:pt x="350810" y="23753"/>
                </a:lnTo>
                <a:lnTo>
                  <a:pt x="350830" y="23767"/>
                </a:lnTo>
                <a:lnTo>
                  <a:pt x="350850" y="23782"/>
                </a:lnTo>
                <a:lnTo>
                  <a:pt x="350871" y="23797"/>
                </a:lnTo>
                <a:lnTo>
                  <a:pt x="350893" y="23812"/>
                </a:lnTo>
                <a:lnTo>
                  <a:pt x="350915" y="23828"/>
                </a:lnTo>
                <a:lnTo>
                  <a:pt x="350938" y="23843"/>
                </a:lnTo>
                <a:lnTo>
                  <a:pt x="350962" y="23859"/>
                </a:lnTo>
                <a:lnTo>
                  <a:pt x="350987" y="23875"/>
                </a:lnTo>
                <a:lnTo>
                  <a:pt x="351013" y="23890"/>
                </a:lnTo>
                <a:lnTo>
                  <a:pt x="351039" y="23906"/>
                </a:lnTo>
                <a:lnTo>
                  <a:pt x="351066" y="23923"/>
                </a:lnTo>
                <a:lnTo>
                  <a:pt x="351094" y="23939"/>
                </a:lnTo>
                <a:lnTo>
                  <a:pt x="351122" y="23955"/>
                </a:lnTo>
                <a:lnTo>
                  <a:pt x="351151" y="23972"/>
                </a:lnTo>
                <a:lnTo>
                  <a:pt x="351181" y="23989"/>
                </a:lnTo>
                <a:lnTo>
                  <a:pt x="351212" y="24006"/>
                </a:lnTo>
                <a:lnTo>
                  <a:pt x="351244" y="24023"/>
                </a:lnTo>
                <a:lnTo>
                  <a:pt x="351276" y="24040"/>
                </a:lnTo>
                <a:lnTo>
                  <a:pt x="351309" y="24057"/>
                </a:lnTo>
                <a:lnTo>
                  <a:pt x="351343" y="24075"/>
                </a:lnTo>
                <a:lnTo>
                  <a:pt x="351377" y="24092"/>
                </a:lnTo>
                <a:lnTo>
                  <a:pt x="351412" y="24109"/>
                </a:lnTo>
                <a:lnTo>
                  <a:pt x="351448" y="24126"/>
                </a:lnTo>
                <a:lnTo>
                  <a:pt x="351484" y="24144"/>
                </a:lnTo>
                <a:lnTo>
                  <a:pt x="351521" y="24161"/>
                </a:lnTo>
                <a:lnTo>
                  <a:pt x="351558" y="24178"/>
                </a:lnTo>
                <a:lnTo>
                  <a:pt x="351596" y="24195"/>
                </a:lnTo>
                <a:lnTo>
                  <a:pt x="351635" y="24212"/>
                </a:lnTo>
                <a:lnTo>
                  <a:pt x="351674" y="24228"/>
                </a:lnTo>
                <a:lnTo>
                  <a:pt x="351714" y="24245"/>
                </a:lnTo>
                <a:lnTo>
                  <a:pt x="351754" y="24262"/>
                </a:lnTo>
                <a:lnTo>
                  <a:pt x="351795" y="24279"/>
                </a:lnTo>
                <a:lnTo>
                  <a:pt x="351837" y="24295"/>
                </a:lnTo>
                <a:lnTo>
                  <a:pt x="351879" y="24312"/>
                </a:lnTo>
                <a:lnTo>
                  <a:pt x="351922" y="24328"/>
                </a:lnTo>
                <a:lnTo>
                  <a:pt x="351965" y="24345"/>
                </a:lnTo>
                <a:lnTo>
                  <a:pt x="352009" y="24361"/>
                </a:lnTo>
                <a:lnTo>
                  <a:pt x="352054" y="24378"/>
                </a:lnTo>
                <a:lnTo>
                  <a:pt x="352099" y="24394"/>
                </a:lnTo>
                <a:lnTo>
                  <a:pt x="352145" y="24410"/>
                </a:lnTo>
                <a:lnTo>
                  <a:pt x="352192" y="24426"/>
                </a:lnTo>
                <a:lnTo>
                  <a:pt x="352239" y="24442"/>
                </a:lnTo>
                <a:lnTo>
                  <a:pt x="352287" y="24458"/>
                </a:lnTo>
                <a:lnTo>
                  <a:pt x="352335" y="24474"/>
                </a:lnTo>
                <a:lnTo>
                  <a:pt x="352384" y="24490"/>
                </a:lnTo>
                <a:lnTo>
                  <a:pt x="352433" y="24505"/>
                </a:lnTo>
                <a:lnTo>
                  <a:pt x="352483" y="24521"/>
                </a:lnTo>
                <a:lnTo>
                  <a:pt x="352533" y="24535"/>
                </a:lnTo>
                <a:lnTo>
                  <a:pt x="352584" y="24550"/>
                </a:lnTo>
                <a:lnTo>
                  <a:pt x="352636" y="24565"/>
                </a:lnTo>
                <a:lnTo>
                  <a:pt x="352688" y="24579"/>
                </a:lnTo>
                <a:lnTo>
                  <a:pt x="352740" y="24593"/>
                </a:lnTo>
                <a:lnTo>
                  <a:pt x="352793" y="24607"/>
                </a:lnTo>
                <a:lnTo>
                  <a:pt x="352847" y="24620"/>
                </a:lnTo>
                <a:lnTo>
                  <a:pt x="352901" y="24634"/>
                </a:lnTo>
                <a:lnTo>
                  <a:pt x="352955" y="24647"/>
                </a:lnTo>
                <a:lnTo>
                  <a:pt x="353011" y="24660"/>
                </a:lnTo>
                <a:lnTo>
                  <a:pt x="353066" y="24672"/>
                </a:lnTo>
                <a:lnTo>
                  <a:pt x="353122" y="24685"/>
                </a:lnTo>
                <a:lnTo>
                  <a:pt x="353179" y="24697"/>
                </a:lnTo>
                <a:lnTo>
                  <a:pt x="353236" y="24709"/>
                </a:lnTo>
                <a:lnTo>
                  <a:pt x="353294" y="24721"/>
                </a:lnTo>
                <a:lnTo>
                  <a:pt x="353352" y="24732"/>
                </a:lnTo>
                <a:lnTo>
                  <a:pt x="353411" y="24743"/>
                </a:lnTo>
                <a:lnTo>
                  <a:pt x="353470" y="24754"/>
                </a:lnTo>
                <a:lnTo>
                  <a:pt x="353530" y="24765"/>
                </a:lnTo>
                <a:lnTo>
                  <a:pt x="353590" y="24776"/>
                </a:lnTo>
                <a:lnTo>
                  <a:pt x="353651" y="24786"/>
                </a:lnTo>
                <a:lnTo>
                  <a:pt x="353712" y="24796"/>
                </a:lnTo>
                <a:lnTo>
                  <a:pt x="353773" y="24805"/>
                </a:lnTo>
                <a:lnTo>
                  <a:pt x="353835" y="24814"/>
                </a:lnTo>
                <a:lnTo>
                  <a:pt x="353896" y="24823"/>
                </a:lnTo>
                <a:lnTo>
                  <a:pt x="353958" y="24831"/>
                </a:lnTo>
                <a:lnTo>
                  <a:pt x="354021" y="24838"/>
                </a:lnTo>
                <a:lnTo>
                  <a:pt x="354083" y="24845"/>
                </a:lnTo>
                <a:lnTo>
                  <a:pt x="354146" y="24852"/>
                </a:lnTo>
                <a:lnTo>
                  <a:pt x="354209" y="24859"/>
                </a:lnTo>
                <a:lnTo>
                  <a:pt x="354272" y="24864"/>
                </a:lnTo>
                <a:lnTo>
                  <a:pt x="354336" y="24870"/>
                </a:lnTo>
                <a:lnTo>
                  <a:pt x="354400" y="24875"/>
                </a:lnTo>
                <a:lnTo>
                  <a:pt x="354464" y="24879"/>
                </a:lnTo>
                <a:lnTo>
                  <a:pt x="354528" y="24884"/>
                </a:lnTo>
                <a:lnTo>
                  <a:pt x="354593" y="24887"/>
                </a:lnTo>
                <a:lnTo>
                  <a:pt x="354658" y="24891"/>
                </a:lnTo>
                <a:lnTo>
                  <a:pt x="354723" y="24893"/>
                </a:lnTo>
                <a:lnTo>
                  <a:pt x="354788" y="24896"/>
                </a:lnTo>
                <a:lnTo>
                  <a:pt x="354854" y="24898"/>
                </a:lnTo>
                <a:lnTo>
                  <a:pt x="354920" y="24899"/>
                </a:lnTo>
                <a:lnTo>
                  <a:pt x="354986" y="24900"/>
                </a:lnTo>
                <a:lnTo>
                  <a:pt x="355053" y="24901"/>
                </a:lnTo>
                <a:lnTo>
                  <a:pt x="355119" y="24901"/>
                </a:lnTo>
                <a:lnTo>
                  <a:pt x="355228" y="24901"/>
                </a:lnTo>
                <a:lnTo>
                  <a:pt x="355335" y="24899"/>
                </a:lnTo>
                <a:lnTo>
                  <a:pt x="355442" y="24896"/>
                </a:lnTo>
                <a:lnTo>
                  <a:pt x="355548" y="24892"/>
                </a:lnTo>
                <a:lnTo>
                  <a:pt x="355653" y="24887"/>
                </a:lnTo>
                <a:lnTo>
                  <a:pt x="355758" y="24881"/>
                </a:lnTo>
                <a:lnTo>
                  <a:pt x="355861" y="24874"/>
                </a:lnTo>
                <a:lnTo>
                  <a:pt x="355964" y="24866"/>
                </a:lnTo>
                <a:lnTo>
                  <a:pt x="356067" y="24856"/>
                </a:lnTo>
                <a:lnTo>
                  <a:pt x="356168" y="24846"/>
                </a:lnTo>
                <a:lnTo>
                  <a:pt x="356269" y="24834"/>
                </a:lnTo>
                <a:lnTo>
                  <a:pt x="356369" y="24822"/>
                </a:lnTo>
                <a:lnTo>
                  <a:pt x="356468" y="24808"/>
                </a:lnTo>
                <a:lnTo>
                  <a:pt x="356566" y="24793"/>
                </a:lnTo>
                <a:lnTo>
                  <a:pt x="356664" y="24777"/>
                </a:lnTo>
                <a:lnTo>
                  <a:pt x="356761" y="24760"/>
                </a:lnTo>
                <a:lnTo>
                  <a:pt x="356857" y="24742"/>
                </a:lnTo>
                <a:lnTo>
                  <a:pt x="356953" y="24722"/>
                </a:lnTo>
                <a:lnTo>
                  <a:pt x="357047" y="24702"/>
                </a:lnTo>
                <a:lnTo>
                  <a:pt x="357141" y="24680"/>
                </a:lnTo>
                <a:lnTo>
                  <a:pt x="357234" y="24658"/>
                </a:lnTo>
                <a:lnTo>
                  <a:pt x="357327" y="24634"/>
                </a:lnTo>
                <a:lnTo>
                  <a:pt x="357418" y="24609"/>
                </a:lnTo>
                <a:lnTo>
                  <a:pt x="357509" y="24583"/>
                </a:lnTo>
                <a:lnTo>
                  <a:pt x="357599" y="24556"/>
                </a:lnTo>
                <a:lnTo>
                  <a:pt x="357688" y="24528"/>
                </a:lnTo>
                <a:lnTo>
                  <a:pt x="357776" y="24499"/>
                </a:lnTo>
                <a:lnTo>
                  <a:pt x="357863" y="24469"/>
                </a:lnTo>
                <a:lnTo>
                  <a:pt x="357949" y="24438"/>
                </a:lnTo>
                <a:lnTo>
                  <a:pt x="358034" y="24406"/>
                </a:lnTo>
                <a:lnTo>
                  <a:pt x="358117" y="24372"/>
                </a:lnTo>
                <a:lnTo>
                  <a:pt x="358200" y="24338"/>
                </a:lnTo>
                <a:lnTo>
                  <a:pt x="358282" y="24303"/>
                </a:lnTo>
                <a:lnTo>
                  <a:pt x="358362" y="24266"/>
                </a:lnTo>
                <a:lnTo>
                  <a:pt x="358442" y="24229"/>
                </a:lnTo>
                <a:lnTo>
                  <a:pt x="358520" y="24190"/>
                </a:lnTo>
                <a:lnTo>
                  <a:pt x="358598" y="24151"/>
                </a:lnTo>
                <a:lnTo>
                  <a:pt x="358674" y="24110"/>
                </a:lnTo>
                <a:lnTo>
                  <a:pt x="358750" y="24069"/>
                </a:lnTo>
                <a:lnTo>
                  <a:pt x="358824" y="24026"/>
                </a:lnTo>
                <a:lnTo>
                  <a:pt x="358897" y="23982"/>
                </a:lnTo>
                <a:lnTo>
                  <a:pt x="358969" y="23937"/>
                </a:lnTo>
                <a:lnTo>
                  <a:pt x="359041" y="23892"/>
                </a:lnTo>
                <a:lnTo>
                  <a:pt x="359111" y="23845"/>
                </a:lnTo>
                <a:lnTo>
                  <a:pt x="359180" y="23797"/>
                </a:lnTo>
                <a:lnTo>
                  <a:pt x="359248" y="23748"/>
                </a:lnTo>
                <a:lnTo>
                  <a:pt x="359315" y="23698"/>
                </a:lnTo>
                <a:lnTo>
                  <a:pt x="359381" y="23647"/>
                </a:lnTo>
                <a:lnTo>
                  <a:pt x="359446" y="23595"/>
                </a:lnTo>
                <a:lnTo>
                  <a:pt x="359509" y="23542"/>
                </a:lnTo>
                <a:lnTo>
                  <a:pt x="359572" y="23487"/>
                </a:lnTo>
                <a:lnTo>
                  <a:pt x="359633" y="23432"/>
                </a:lnTo>
                <a:lnTo>
                  <a:pt x="359693" y="23376"/>
                </a:lnTo>
                <a:lnTo>
                  <a:pt x="359751" y="23319"/>
                </a:lnTo>
                <a:lnTo>
                  <a:pt x="359809" y="23261"/>
                </a:lnTo>
                <a:lnTo>
                  <a:pt x="359865" y="23202"/>
                </a:lnTo>
                <a:lnTo>
                  <a:pt x="359920" y="23142"/>
                </a:lnTo>
                <a:lnTo>
                  <a:pt x="359973" y="23081"/>
                </a:lnTo>
                <a:lnTo>
                  <a:pt x="360026" y="23019"/>
                </a:lnTo>
                <a:lnTo>
                  <a:pt x="360077" y="22956"/>
                </a:lnTo>
                <a:lnTo>
                  <a:pt x="360127" y="22893"/>
                </a:lnTo>
                <a:lnTo>
                  <a:pt x="360175" y="22828"/>
                </a:lnTo>
                <a:lnTo>
                  <a:pt x="360223" y="22762"/>
                </a:lnTo>
                <a:lnTo>
                  <a:pt x="360269" y="22695"/>
                </a:lnTo>
                <a:lnTo>
                  <a:pt x="360314" y="22627"/>
                </a:lnTo>
                <a:lnTo>
                  <a:pt x="360357" y="22558"/>
                </a:lnTo>
                <a:lnTo>
                  <a:pt x="360400" y="22488"/>
                </a:lnTo>
                <a:lnTo>
                  <a:pt x="360441" y="22417"/>
                </a:lnTo>
                <a:lnTo>
                  <a:pt x="360481" y="22346"/>
                </a:lnTo>
                <a:lnTo>
                  <a:pt x="360519" y="22273"/>
                </a:lnTo>
                <a:lnTo>
                  <a:pt x="360557" y="22199"/>
                </a:lnTo>
                <a:lnTo>
                  <a:pt x="360593" y="22124"/>
                </a:lnTo>
                <a:lnTo>
                  <a:pt x="360627" y="22049"/>
                </a:lnTo>
                <a:lnTo>
                  <a:pt x="360661" y="21972"/>
                </a:lnTo>
                <a:lnTo>
                  <a:pt x="360693" y="21895"/>
                </a:lnTo>
                <a:lnTo>
                  <a:pt x="360723" y="21816"/>
                </a:lnTo>
                <a:lnTo>
                  <a:pt x="360752" y="21737"/>
                </a:lnTo>
                <a:lnTo>
                  <a:pt x="360779" y="21657"/>
                </a:lnTo>
                <a:lnTo>
                  <a:pt x="360805" y="21576"/>
                </a:lnTo>
                <a:lnTo>
                  <a:pt x="360829" y="21494"/>
                </a:lnTo>
                <a:lnTo>
                  <a:pt x="360852" y="21411"/>
                </a:lnTo>
                <a:lnTo>
                  <a:pt x="360874" y="21328"/>
                </a:lnTo>
                <a:lnTo>
                  <a:pt x="360894" y="21243"/>
                </a:lnTo>
                <a:lnTo>
                  <a:pt x="360912" y="21158"/>
                </a:lnTo>
                <a:lnTo>
                  <a:pt x="360929" y="21072"/>
                </a:lnTo>
                <a:lnTo>
                  <a:pt x="360945" y="20985"/>
                </a:lnTo>
                <a:lnTo>
                  <a:pt x="360959" y="20897"/>
                </a:lnTo>
                <a:lnTo>
                  <a:pt x="360971" y="20808"/>
                </a:lnTo>
                <a:lnTo>
                  <a:pt x="360983" y="20719"/>
                </a:lnTo>
                <a:lnTo>
                  <a:pt x="360992" y="20628"/>
                </a:lnTo>
                <a:lnTo>
                  <a:pt x="361000" y="20537"/>
                </a:lnTo>
                <a:lnTo>
                  <a:pt x="361007" y="20444"/>
                </a:lnTo>
                <a:lnTo>
                  <a:pt x="361012" y="20351"/>
                </a:lnTo>
                <a:lnTo>
                  <a:pt x="361016" y="20257"/>
                </a:lnTo>
                <a:lnTo>
                  <a:pt x="361018" y="20162"/>
                </a:lnTo>
                <a:lnTo>
                  <a:pt x="361019" y="20067"/>
                </a:lnTo>
                <a:lnTo>
                  <a:pt x="361018" y="19986"/>
                </a:lnTo>
                <a:lnTo>
                  <a:pt x="361017" y="19907"/>
                </a:lnTo>
                <a:lnTo>
                  <a:pt x="361014" y="19828"/>
                </a:lnTo>
                <a:lnTo>
                  <a:pt x="361010" y="19751"/>
                </a:lnTo>
                <a:lnTo>
                  <a:pt x="361005" y="19674"/>
                </a:lnTo>
                <a:lnTo>
                  <a:pt x="360998" y="19598"/>
                </a:lnTo>
                <a:close/>
                <a:moveTo>
                  <a:pt x="387270" y="15549"/>
                </a:moveTo>
                <a:lnTo>
                  <a:pt x="387260" y="15400"/>
                </a:lnTo>
                <a:lnTo>
                  <a:pt x="387248" y="15252"/>
                </a:lnTo>
                <a:lnTo>
                  <a:pt x="387234" y="15106"/>
                </a:lnTo>
                <a:lnTo>
                  <a:pt x="387219" y="14961"/>
                </a:lnTo>
                <a:lnTo>
                  <a:pt x="387202" y="14818"/>
                </a:lnTo>
                <a:lnTo>
                  <a:pt x="387184" y="14676"/>
                </a:lnTo>
                <a:lnTo>
                  <a:pt x="387164" y="14535"/>
                </a:lnTo>
                <a:lnTo>
                  <a:pt x="387142" y="14395"/>
                </a:lnTo>
                <a:lnTo>
                  <a:pt x="387119" y="14257"/>
                </a:lnTo>
                <a:lnTo>
                  <a:pt x="387094" y="14120"/>
                </a:lnTo>
                <a:lnTo>
                  <a:pt x="387068" y="13985"/>
                </a:lnTo>
                <a:lnTo>
                  <a:pt x="387040" y="13851"/>
                </a:lnTo>
                <a:lnTo>
                  <a:pt x="387011" y="13718"/>
                </a:lnTo>
                <a:lnTo>
                  <a:pt x="386980" y="13586"/>
                </a:lnTo>
                <a:lnTo>
                  <a:pt x="386947" y="13456"/>
                </a:lnTo>
                <a:lnTo>
                  <a:pt x="386913" y="13327"/>
                </a:lnTo>
                <a:lnTo>
                  <a:pt x="386877" y="13200"/>
                </a:lnTo>
                <a:lnTo>
                  <a:pt x="386839" y="13074"/>
                </a:lnTo>
                <a:lnTo>
                  <a:pt x="386800" y="12949"/>
                </a:lnTo>
                <a:lnTo>
                  <a:pt x="386759" y="12826"/>
                </a:lnTo>
                <a:lnTo>
                  <a:pt x="386717" y="12704"/>
                </a:lnTo>
                <a:lnTo>
                  <a:pt x="386673" y="12584"/>
                </a:lnTo>
                <a:lnTo>
                  <a:pt x="386628" y="12466"/>
                </a:lnTo>
                <a:lnTo>
                  <a:pt x="386581" y="12349"/>
                </a:lnTo>
                <a:lnTo>
                  <a:pt x="386532" y="12234"/>
                </a:lnTo>
                <a:lnTo>
                  <a:pt x="386482" y="12120"/>
                </a:lnTo>
                <a:lnTo>
                  <a:pt x="386430" y="12008"/>
                </a:lnTo>
                <a:lnTo>
                  <a:pt x="386376" y="11897"/>
                </a:lnTo>
                <a:lnTo>
                  <a:pt x="386321" y="11788"/>
                </a:lnTo>
                <a:lnTo>
                  <a:pt x="386265" y="11681"/>
                </a:lnTo>
                <a:lnTo>
                  <a:pt x="386206" y="11575"/>
                </a:lnTo>
                <a:lnTo>
                  <a:pt x="386147" y="11471"/>
                </a:lnTo>
                <a:lnTo>
                  <a:pt x="386085" y="11368"/>
                </a:lnTo>
                <a:lnTo>
                  <a:pt x="386022" y="11267"/>
                </a:lnTo>
                <a:lnTo>
                  <a:pt x="385957" y="11167"/>
                </a:lnTo>
                <a:lnTo>
                  <a:pt x="385891" y="11069"/>
                </a:lnTo>
                <a:lnTo>
                  <a:pt x="385823" y="10973"/>
                </a:lnTo>
                <a:lnTo>
                  <a:pt x="385754" y="10878"/>
                </a:lnTo>
                <a:lnTo>
                  <a:pt x="385683" y="10785"/>
                </a:lnTo>
                <a:lnTo>
                  <a:pt x="385610" y="10693"/>
                </a:lnTo>
                <a:lnTo>
                  <a:pt x="385536" y="10603"/>
                </a:lnTo>
                <a:lnTo>
                  <a:pt x="385460" y="10514"/>
                </a:lnTo>
                <a:lnTo>
                  <a:pt x="385383" y="10427"/>
                </a:lnTo>
                <a:lnTo>
                  <a:pt x="385304" y="10342"/>
                </a:lnTo>
                <a:lnTo>
                  <a:pt x="385223" y="10258"/>
                </a:lnTo>
                <a:lnTo>
                  <a:pt x="385141" y="10177"/>
                </a:lnTo>
                <a:lnTo>
                  <a:pt x="385057" y="10097"/>
                </a:lnTo>
                <a:lnTo>
                  <a:pt x="384972" y="10018"/>
                </a:lnTo>
                <a:lnTo>
                  <a:pt x="384885" y="9942"/>
                </a:lnTo>
                <a:lnTo>
                  <a:pt x="384797" y="9867"/>
                </a:lnTo>
                <a:lnTo>
                  <a:pt x="384706" y="9794"/>
                </a:lnTo>
                <a:lnTo>
                  <a:pt x="384615" y="9723"/>
                </a:lnTo>
                <a:lnTo>
                  <a:pt x="384521" y="9653"/>
                </a:lnTo>
                <a:lnTo>
                  <a:pt x="384426" y="9586"/>
                </a:lnTo>
                <a:lnTo>
                  <a:pt x="384330" y="9520"/>
                </a:lnTo>
                <a:lnTo>
                  <a:pt x="384232" y="9455"/>
                </a:lnTo>
                <a:lnTo>
                  <a:pt x="384132" y="9393"/>
                </a:lnTo>
                <a:lnTo>
                  <a:pt x="384031" y="9332"/>
                </a:lnTo>
                <a:lnTo>
                  <a:pt x="383928" y="9273"/>
                </a:lnTo>
                <a:lnTo>
                  <a:pt x="383823" y="9216"/>
                </a:lnTo>
                <a:lnTo>
                  <a:pt x="383717" y="9160"/>
                </a:lnTo>
                <a:lnTo>
                  <a:pt x="383609" y="9106"/>
                </a:lnTo>
                <a:lnTo>
                  <a:pt x="383500" y="9054"/>
                </a:lnTo>
                <a:lnTo>
                  <a:pt x="383389" y="9004"/>
                </a:lnTo>
                <a:lnTo>
                  <a:pt x="383277" y="8955"/>
                </a:lnTo>
                <a:lnTo>
                  <a:pt x="383162" y="8908"/>
                </a:lnTo>
                <a:lnTo>
                  <a:pt x="383047" y="8863"/>
                </a:lnTo>
                <a:lnTo>
                  <a:pt x="382929" y="8820"/>
                </a:lnTo>
                <a:lnTo>
                  <a:pt x="382810" y="8779"/>
                </a:lnTo>
                <a:lnTo>
                  <a:pt x="382690" y="8739"/>
                </a:lnTo>
                <a:lnTo>
                  <a:pt x="382567" y="8702"/>
                </a:lnTo>
                <a:lnTo>
                  <a:pt x="382443" y="8667"/>
                </a:lnTo>
                <a:lnTo>
                  <a:pt x="382318" y="8633"/>
                </a:lnTo>
                <a:lnTo>
                  <a:pt x="382190" y="8601"/>
                </a:lnTo>
                <a:lnTo>
                  <a:pt x="382061" y="8572"/>
                </a:lnTo>
                <a:lnTo>
                  <a:pt x="381931" y="8544"/>
                </a:lnTo>
                <a:lnTo>
                  <a:pt x="381799" y="8518"/>
                </a:lnTo>
                <a:lnTo>
                  <a:pt x="381665" y="8494"/>
                </a:lnTo>
                <a:lnTo>
                  <a:pt x="381529" y="8472"/>
                </a:lnTo>
                <a:lnTo>
                  <a:pt x="381392" y="8452"/>
                </a:lnTo>
                <a:lnTo>
                  <a:pt x="381253" y="8434"/>
                </a:lnTo>
                <a:lnTo>
                  <a:pt x="381112" y="8417"/>
                </a:lnTo>
                <a:lnTo>
                  <a:pt x="380970" y="8403"/>
                </a:lnTo>
                <a:lnTo>
                  <a:pt x="380826" y="8391"/>
                </a:lnTo>
                <a:lnTo>
                  <a:pt x="380681" y="8380"/>
                </a:lnTo>
                <a:lnTo>
                  <a:pt x="380534" y="8371"/>
                </a:lnTo>
                <a:lnTo>
                  <a:pt x="380385" y="8365"/>
                </a:lnTo>
                <a:lnTo>
                  <a:pt x="380234" y="8360"/>
                </a:lnTo>
                <a:lnTo>
                  <a:pt x="380082" y="8357"/>
                </a:lnTo>
                <a:lnTo>
                  <a:pt x="379929" y="8356"/>
                </a:lnTo>
                <a:lnTo>
                  <a:pt x="379769" y="8357"/>
                </a:lnTo>
                <a:lnTo>
                  <a:pt x="379612" y="8360"/>
                </a:lnTo>
                <a:lnTo>
                  <a:pt x="379456" y="8366"/>
                </a:lnTo>
                <a:lnTo>
                  <a:pt x="379301" y="8373"/>
                </a:lnTo>
                <a:lnTo>
                  <a:pt x="379149" y="8383"/>
                </a:lnTo>
                <a:lnTo>
                  <a:pt x="378998" y="8395"/>
                </a:lnTo>
                <a:lnTo>
                  <a:pt x="378849" y="8409"/>
                </a:lnTo>
                <a:lnTo>
                  <a:pt x="378701" y="8425"/>
                </a:lnTo>
                <a:lnTo>
                  <a:pt x="378555" y="8443"/>
                </a:lnTo>
                <a:lnTo>
                  <a:pt x="378411" y="8464"/>
                </a:lnTo>
                <a:lnTo>
                  <a:pt x="378269" y="8486"/>
                </a:lnTo>
                <a:lnTo>
                  <a:pt x="378128" y="8511"/>
                </a:lnTo>
                <a:lnTo>
                  <a:pt x="377989" y="8538"/>
                </a:lnTo>
                <a:lnTo>
                  <a:pt x="377851" y="8567"/>
                </a:lnTo>
                <a:lnTo>
                  <a:pt x="377716" y="8598"/>
                </a:lnTo>
                <a:lnTo>
                  <a:pt x="377581" y="8631"/>
                </a:lnTo>
                <a:lnTo>
                  <a:pt x="377449" y="8667"/>
                </a:lnTo>
                <a:lnTo>
                  <a:pt x="377318" y="8704"/>
                </a:lnTo>
                <a:lnTo>
                  <a:pt x="377189" y="8744"/>
                </a:lnTo>
                <a:lnTo>
                  <a:pt x="377062" y="8786"/>
                </a:lnTo>
                <a:lnTo>
                  <a:pt x="376936" y="8830"/>
                </a:lnTo>
                <a:lnTo>
                  <a:pt x="376812" y="8876"/>
                </a:lnTo>
                <a:lnTo>
                  <a:pt x="376690" y="8924"/>
                </a:lnTo>
                <a:lnTo>
                  <a:pt x="376569" y="8975"/>
                </a:lnTo>
                <a:lnTo>
                  <a:pt x="376451" y="9027"/>
                </a:lnTo>
                <a:lnTo>
                  <a:pt x="376333" y="9082"/>
                </a:lnTo>
                <a:lnTo>
                  <a:pt x="376218" y="9138"/>
                </a:lnTo>
                <a:lnTo>
                  <a:pt x="376104" y="9195"/>
                </a:lnTo>
                <a:lnTo>
                  <a:pt x="375991" y="9255"/>
                </a:lnTo>
                <a:lnTo>
                  <a:pt x="375881" y="9316"/>
                </a:lnTo>
                <a:lnTo>
                  <a:pt x="375772" y="9379"/>
                </a:lnTo>
                <a:lnTo>
                  <a:pt x="375664" y="9443"/>
                </a:lnTo>
                <a:lnTo>
                  <a:pt x="375558" y="9510"/>
                </a:lnTo>
                <a:lnTo>
                  <a:pt x="375454" y="9578"/>
                </a:lnTo>
                <a:lnTo>
                  <a:pt x="375352" y="9648"/>
                </a:lnTo>
                <a:lnTo>
                  <a:pt x="375251" y="9719"/>
                </a:lnTo>
                <a:lnTo>
                  <a:pt x="375152" y="9793"/>
                </a:lnTo>
                <a:lnTo>
                  <a:pt x="375055" y="9868"/>
                </a:lnTo>
                <a:lnTo>
                  <a:pt x="374959" y="9945"/>
                </a:lnTo>
                <a:lnTo>
                  <a:pt x="374865" y="10023"/>
                </a:lnTo>
                <a:lnTo>
                  <a:pt x="374772" y="10104"/>
                </a:lnTo>
                <a:lnTo>
                  <a:pt x="374681" y="10186"/>
                </a:lnTo>
                <a:lnTo>
                  <a:pt x="374592" y="10270"/>
                </a:lnTo>
                <a:lnTo>
                  <a:pt x="374505" y="10355"/>
                </a:lnTo>
                <a:lnTo>
                  <a:pt x="374419" y="10443"/>
                </a:lnTo>
                <a:lnTo>
                  <a:pt x="374335" y="10532"/>
                </a:lnTo>
                <a:lnTo>
                  <a:pt x="374252" y="10623"/>
                </a:lnTo>
                <a:lnTo>
                  <a:pt x="374171" y="10715"/>
                </a:lnTo>
                <a:lnTo>
                  <a:pt x="374092" y="10809"/>
                </a:lnTo>
                <a:lnTo>
                  <a:pt x="374014" y="10905"/>
                </a:lnTo>
                <a:lnTo>
                  <a:pt x="373939" y="11002"/>
                </a:lnTo>
                <a:lnTo>
                  <a:pt x="373864" y="11101"/>
                </a:lnTo>
                <a:lnTo>
                  <a:pt x="373792" y="11201"/>
                </a:lnTo>
                <a:lnTo>
                  <a:pt x="373721" y="11302"/>
                </a:lnTo>
                <a:lnTo>
                  <a:pt x="373652" y="11405"/>
                </a:lnTo>
                <a:lnTo>
                  <a:pt x="373584" y="11510"/>
                </a:lnTo>
                <a:lnTo>
                  <a:pt x="373519" y="11616"/>
                </a:lnTo>
                <a:lnTo>
                  <a:pt x="373455" y="11723"/>
                </a:lnTo>
                <a:lnTo>
                  <a:pt x="373392" y="11832"/>
                </a:lnTo>
                <a:lnTo>
                  <a:pt x="373331" y="11943"/>
                </a:lnTo>
                <a:lnTo>
                  <a:pt x="373272" y="12054"/>
                </a:lnTo>
                <a:lnTo>
                  <a:pt x="373215" y="12168"/>
                </a:lnTo>
                <a:lnTo>
                  <a:pt x="373159" y="12283"/>
                </a:lnTo>
                <a:lnTo>
                  <a:pt x="373105" y="12399"/>
                </a:lnTo>
                <a:lnTo>
                  <a:pt x="373053" y="12517"/>
                </a:lnTo>
                <a:lnTo>
                  <a:pt x="373002" y="12636"/>
                </a:lnTo>
                <a:lnTo>
                  <a:pt x="372953" y="12757"/>
                </a:lnTo>
                <a:lnTo>
                  <a:pt x="372906" y="12879"/>
                </a:lnTo>
                <a:lnTo>
                  <a:pt x="372861" y="13003"/>
                </a:lnTo>
                <a:lnTo>
                  <a:pt x="372817" y="13128"/>
                </a:lnTo>
                <a:lnTo>
                  <a:pt x="372775" y="13255"/>
                </a:lnTo>
                <a:lnTo>
                  <a:pt x="372734" y="13383"/>
                </a:lnTo>
                <a:lnTo>
                  <a:pt x="372695" y="13513"/>
                </a:lnTo>
                <a:lnTo>
                  <a:pt x="372658" y="13643"/>
                </a:lnTo>
                <a:lnTo>
                  <a:pt x="372622" y="13775"/>
                </a:lnTo>
                <a:lnTo>
                  <a:pt x="372588" y="13907"/>
                </a:lnTo>
                <a:lnTo>
                  <a:pt x="372556" y="14041"/>
                </a:lnTo>
                <a:lnTo>
                  <a:pt x="372526" y="14175"/>
                </a:lnTo>
                <a:lnTo>
                  <a:pt x="372497" y="14311"/>
                </a:lnTo>
                <a:lnTo>
                  <a:pt x="372469" y="14447"/>
                </a:lnTo>
                <a:lnTo>
                  <a:pt x="372444" y="14585"/>
                </a:lnTo>
                <a:lnTo>
                  <a:pt x="372420" y="14724"/>
                </a:lnTo>
                <a:lnTo>
                  <a:pt x="372397" y="14863"/>
                </a:lnTo>
                <a:lnTo>
                  <a:pt x="372377" y="15004"/>
                </a:lnTo>
                <a:lnTo>
                  <a:pt x="372358" y="15146"/>
                </a:lnTo>
                <a:lnTo>
                  <a:pt x="372340" y="15288"/>
                </a:lnTo>
                <a:lnTo>
                  <a:pt x="372325" y="15432"/>
                </a:lnTo>
                <a:lnTo>
                  <a:pt x="372311" y="15577"/>
                </a:lnTo>
                <a:lnTo>
                  <a:pt x="372298" y="15722"/>
                </a:lnTo>
                <a:lnTo>
                  <a:pt x="372287" y="15869"/>
                </a:lnTo>
                <a:lnTo>
                  <a:pt x="372278" y="16017"/>
                </a:lnTo>
                <a:lnTo>
                  <a:pt x="372271" y="16166"/>
                </a:lnTo>
                <a:lnTo>
                  <a:pt x="372265" y="16315"/>
                </a:lnTo>
                <a:lnTo>
                  <a:pt x="372261" y="16466"/>
                </a:lnTo>
                <a:lnTo>
                  <a:pt x="372259" y="16618"/>
                </a:lnTo>
                <a:lnTo>
                  <a:pt x="372258" y="16771"/>
                </a:lnTo>
                <a:lnTo>
                  <a:pt x="372258" y="16929"/>
                </a:lnTo>
                <a:lnTo>
                  <a:pt x="372261" y="17086"/>
                </a:lnTo>
                <a:lnTo>
                  <a:pt x="372265" y="17241"/>
                </a:lnTo>
                <a:lnTo>
                  <a:pt x="372270" y="17395"/>
                </a:lnTo>
                <a:lnTo>
                  <a:pt x="372277" y="17548"/>
                </a:lnTo>
                <a:lnTo>
                  <a:pt x="372286" y="17699"/>
                </a:lnTo>
                <a:lnTo>
                  <a:pt x="372296" y="17849"/>
                </a:lnTo>
                <a:lnTo>
                  <a:pt x="372308" y="17998"/>
                </a:lnTo>
                <a:lnTo>
                  <a:pt x="372321" y="18145"/>
                </a:lnTo>
                <a:lnTo>
                  <a:pt x="372336" y="18290"/>
                </a:lnTo>
                <a:lnTo>
                  <a:pt x="372352" y="18435"/>
                </a:lnTo>
                <a:lnTo>
                  <a:pt x="372371" y="18578"/>
                </a:lnTo>
                <a:lnTo>
                  <a:pt x="372390" y="18719"/>
                </a:lnTo>
                <a:lnTo>
                  <a:pt x="372411" y="18859"/>
                </a:lnTo>
                <a:lnTo>
                  <a:pt x="372434" y="18998"/>
                </a:lnTo>
                <a:lnTo>
                  <a:pt x="372458" y="19135"/>
                </a:lnTo>
                <a:lnTo>
                  <a:pt x="372484" y="19271"/>
                </a:lnTo>
                <a:lnTo>
                  <a:pt x="372512" y="19406"/>
                </a:lnTo>
                <a:lnTo>
                  <a:pt x="372541" y="19539"/>
                </a:lnTo>
                <a:lnTo>
                  <a:pt x="372571" y="19671"/>
                </a:lnTo>
                <a:lnTo>
                  <a:pt x="372603" y="19801"/>
                </a:lnTo>
                <a:lnTo>
                  <a:pt x="372637" y="19930"/>
                </a:lnTo>
                <a:lnTo>
                  <a:pt x="372672" y="20057"/>
                </a:lnTo>
                <a:lnTo>
                  <a:pt x="372709" y="20184"/>
                </a:lnTo>
                <a:lnTo>
                  <a:pt x="372747" y="20308"/>
                </a:lnTo>
                <a:lnTo>
                  <a:pt x="372787" y="20431"/>
                </a:lnTo>
                <a:lnTo>
                  <a:pt x="372829" y="20553"/>
                </a:lnTo>
                <a:lnTo>
                  <a:pt x="372872" y="20673"/>
                </a:lnTo>
                <a:lnTo>
                  <a:pt x="372917" y="20791"/>
                </a:lnTo>
                <a:lnTo>
                  <a:pt x="372964" y="20908"/>
                </a:lnTo>
                <a:lnTo>
                  <a:pt x="373012" y="21024"/>
                </a:lnTo>
                <a:lnTo>
                  <a:pt x="373062" y="21137"/>
                </a:lnTo>
                <a:lnTo>
                  <a:pt x="373113" y="21249"/>
                </a:lnTo>
                <a:lnTo>
                  <a:pt x="373166" y="21360"/>
                </a:lnTo>
                <a:lnTo>
                  <a:pt x="373221" y="21469"/>
                </a:lnTo>
                <a:lnTo>
                  <a:pt x="373277" y="21576"/>
                </a:lnTo>
                <a:lnTo>
                  <a:pt x="373335" y="21682"/>
                </a:lnTo>
                <a:lnTo>
                  <a:pt x="373395" y="21787"/>
                </a:lnTo>
                <a:lnTo>
                  <a:pt x="373456" y="21889"/>
                </a:lnTo>
                <a:lnTo>
                  <a:pt x="373519" y="21990"/>
                </a:lnTo>
                <a:lnTo>
                  <a:pt x="373583" y="22090"/>
                </a:lnTo>
                <a:lnTo>
                  <a:pt x="373649" y="22188"/>
                </a:lnTo>
                <a:lnTo>
                  <a:pt x="373717" y="22284"/>
                </a:lnTo>
                <a:lnTo>
                  <a:pt x="373786" y="22379"/>
                </a:lnTo>
                <a:lnTo>
                  <a:pt x="373857" y="22473"/>
                </a:lnTo>
                <a:lnTo>
                  <a:pt x="373929" y="22564"/>
                </a:lnTo>
                <a:lnTo>
                  <a:pt x="374004" y="22655"/>
                </a:lnTo>
                <a:lnTo>
                  <a:pt x="374079" y="22743"/>
                </a:lnTo>
                <a:lnTo>
                  <a:pt x="374157" y="22830"/>
                </a:lnTo>
                <a:lnTo>
                  <a:pt x="374236" y="22915"/>
                </a:lnTo>
                <a:lnTo>
                  <a:pt x="374316" y="22999"/>
                </a:lnTo>
                <a:lnTo>
                  <a:pt x="374398" y="23081"/>
                </a:lnTo>
                <a:lnTo>
                  <a:pt x="374482" y="23161"/>
                </a:lnTo>
                <a:lnTo>
                  <a:pt x="374568" y="23239"/>
                </a:lnTo>
                <a:lnTo>
                  <a:pt x="374655" y="23315"/>
                </a:lnTo>
                <a:lnTo>
                  <a:pt x="374743" y="23390"/>
                </a:lnTo>
                <a:lnTo>
                  <a:pt x="374833" y="23463"/>
                </a:lnTo>
                <a:lnTo>
                  <a:pt x="374925" y="23534"/>
                </a:lnTo>
                <a:lnTo>
                  <a:pt x="375018" y="23604"/>
                </a:lnTo>
                <a:lnTo>
                  <a:pt x="375113" y="23672"/>
                </a:lnTo>
                <a:lnTo>
                  <a:pt x="375210" y="23738"/>
                </a:lnTo>
                <a:lnTo>
                  <a:pt x="375308" y="23802"/>
                </a:lnTo>
                <a:lnTo>
                  <a:pt x="375408" y="23865"/>
                </a:lnTo>
                <a:lnTo>
                  <a:pt x="375509" y="23925"/>
                </a:lnTo>
                <a:lnTo>
                  <a:pt x="375612" y="23984"/>
                </a:lnTo>
                <a:lnTo>
                  <a:pt x="375717" y="24042"/>
                </a:lnTo>
                <a:lnTo>
                  <a:pt x="375823" y="24097"/>
                </a:lnTo>
                <a:lnTo>
                  <a:pt x="375930" y="24151"/>
                </a:lnTo>
                <a:lnTo>
                  <a:pt x="376040" y="24203"/>
                </a:lnTo>
                <a:lnTo>
                  <a:pt x="376151" y="24254"/>
                </a:lnTo>
                <a:lnTo>
                  <a:pt x="376263" y="24302"/>
                </a:lnTo>
                <a:lnTo>
                  <a:pt x="376377" y="24349"/>
                </a:lnTo>
                <a:lnTo>
                  <a:pt x="376493" y="24394"/>
                </a:lnTo>
                <a:lnTo>
                  <a:pt x="376610" y="24437"/>
                </a:lnTo>
                <a:lnTo>
                  <a:pt x="376729" y="24479"/>
                </a:lnTo>
                <a:lnTo>
                  <a:pt x="376850" y="24518"/>
                </a:lnTo>
                <a:lnTo>
                  <a:pt x="376972" y="24555"/>
                </a:lnTo>
                <a:lnTo>
                  <a:pt x="377096" y="24591"/>
                </a:lnTo>
                <a:lnTo>
                  <a:pt x="377222" y="24624"/>
                </a:lnTo>
                <a:lnTo>
                  <a:pt x="377349" y="24656"/>
                </a:lnTo>
                <a:lnTo>
                  <a:pt x="377478" y="24686"/>
                </a:lnTo>
                <a:lnTo>
                  <a:pt x="377609" y="24713"/>
                </a:lnTo>
                <a:lnTo>
                  <a:pt x="377741" y="24739"/>
                </a:lnTo>
                <a:lnTo>
                  <a:pt x="377875" y="24763"/>
                </a:lnTo>
                <a:lnTo>
                  <a:pt x="378011" y="24785"/>
                </a:lnTo>
                <a:lnTo>
                  <a:pt x="378148" y="24805"/>
                </a:lnTo>
                <a:lnTo>
                  <a:pt x="378287" y="24824"/>
                </a:lnTo>
                <a:lnTo>
                  <a:pt x="378427" y="24840"/>
                </a:lnTo>
                <a:lnTo>
                  <a:pt x="378569" y="24854"/>
                </a:lnTo>
                <a:lnTo>
                  <a:pt x="378713" y="24867"/>
                </a:lnTo>
                <a:lnTo>
                  <a:pt x="378859" y="24877"/>
                </a:lnTo>
                <a:lnTo>
                  <a:pt x="379006" y="24886"/>
                </a:lnTo>
                <a:lnTo>
                  <a:pt x="379155" y="24893"/>
                </a:lnTo>
                <a:lnTo>
                  <a:pt x="379305" y="24897"/>
                </a:lnTo>
                <a:lnTo>
                  <a:pt x="379457" y="24900"/>
                </a:lnTo>
                <a:lnTo>
                  <a:pt x="379611" y="24901"/>
                </a:lnTo>
                <a:lnTo>
                  <a:pt x="379769" y="24900"/>
                </a:lnTo>
                <a:lnTo>
                  <a:pt x="379925" y="24897"/>
                </a:lnTo>
                <a:lnTo>
                  <a:pt x="380080" y="24891"/>
                </a:lnTo>
                <a:lnTo>
                  <a:pt x="380233" y="24884"/>
                </a:lnTo>
                <a:lnTo>
                  <a:pt x="380385" y="24874"/>
                </a:lnTo>
                <a:lnTo>
                  <a:pt x="380535" y="24862"/>
                </a:lnTo>
                <a:lnTo>
                  <a:pt x="380683" y="24848"/>
                </a:lnTo>
                <a:lnTo>
                  <a:pt x="380830" y="24831"/>
                </a:lnTo>
                <a:lnTo>
                  <a:pt x="380975" y="24813"/>
                </a:lnTo>
                <a:lnTo>
                  <a:pt x="381119" y="24792"/>
                </a:lnTo>
                <a:lnTo>
                  <a:pt x="381261" y="24769"/>
                </a:lnTo>
                <a:lnTo>
                  <a:pt x="381401" y="24744"/>
                </a:lnTo>
                <a:lnTo>
                  <a:pt x="381540" y="24717"/>
                </a:lnTo>
                <a:lnTo>
                  <a:pt x="381677" y="24688"/>
                </a:lnTo>
                <a:lnTo>
                  <a:pt x="381813" y="24656"/>
                </a:lnTo>
                <a:lnTo>
                  <a:pt x="381947" y="24622"/>
                </a:lnTo>
                <a:lnTo>
                  <a:pt x="382080" y="24586"/>
                </a:lnTo>
                <a:lnTo>
                  <a:pt x="382210" y="24548"/>
                </a:lnTo>
                <a:lnTo>
                  <a:pt x="382340" y="24508"/>
                </a:lnTo>
                <a:lnTo>
                  <a:pt x="382467" y="24466"/>
                </a:lnTo>
                <a:lnTo>
                  <a:pt x="382593" y="24421"/>
                </a:lnTo>
                <a:lnTo>
                  <a:pt x="382718" y="24374"/>
                </a:lnTo>
                <a:lnTo>
                  <a:pt x="382841" y="24325"/>
                </a:lnTo>
                <a:lnTo>
                  <a:pt x="382962" y="24274"/>
                </a:lnTo>
                <a:lnTo>
                  <a:pt x="383082" y="24221"/>
                </a:lnTo>
                <a:lnTo>
                  <a:pt x="383199" y="24166"/>
                </a:lnTo>
                <a:lnTo>
                  <a:pt x="383316" y="24109"/>
                </a:lnTo>
                <a:lnTo>
                  <a:pt x="383430" y="24051"/>
                </a:lnTo>
                <a:lnTo>
                  <a:pt x="383543" y="23991"/>
                </a:lnTo>
                <a:lnTo>
                  <a:pt x="383654" y="23929"/>
                </a:lnTo>
                <a:lnTo>
                  <a:pt x="383764" y="23866"/>
                </a:lnTo>
                <a:lnTo>
                  <a:pt x="383872" y="23801"/>
                </a:lnTo>
                <a:lnTo>
                  <a:pt x="383978" y="23734"/>
                </a:lnTo>
                <a:lnTo>
                  <a:pt x="384082" y="23666"/>
                </a:lnTo>
                <a:lnTo>
                  <a:pt x="384185" y="23595"/>
                </a:lnTo>
                <a:lnTo>
                  <a:pt x="384286" y="23523"/>
                </a:lnTo>
                <a:lnTo>
                  <a:pt x="384386" y="23450"/>
                </a:lnTo>
                <a:lnTo>
                  <a:pt x="384483" y="23374"/>
                </a:lnTo>
                <a:lnTo>
                  <a:pt x="384580" y="23297"/>
                </a:lnTo>
                <a:lnTo>
                  <a:pt x="384674" y="23218"/>
                </a:lnTo>
                <a:lnTo>
                  <a:pt x="384767" y="23138"/>
                </a:lnTo>
                <a:lnTo>
                  <a:pt x="384858" y="23056"/>
                </a:lnTo>
                <a:lnTo>
                  <a:pt x="384947" y="22972"/>
                </a:lnTo>
                <a:lnTo>
                  <a:pt x="385035" y="22886"/>
                </a:lnTo>
                <a:lnTo>
                  <a:pt x="385121" y="22798"/>
                </a:lnTo>
                <a:lnTo>
                  <a:pt x="385205" y="22709"/>
                </a:lnTo>
                <a:lnTo>
                  <a:pt x="385288" y="22619"/>
                </a:lnTo>
                <a:lnTo>
                  <a:pt x="385368" y="22526"/>
                </a:lnTo>
                <a:lnTo>
                  <a:pt x="385448" y="22432"/>
                </a:lnTo>
                <a:lnTo>
                  <a:pt x="385525" y="22336"/>
                </a:lnTo>
                <a:lnTo>
                  <a:pt x="385601" y="22239"/>
                </a:lnTo>
                <a:lnTo>
                  <a:pt x="385676" y="22140"/>
                </a:lnTo>
                <a:lnTo>
                  <a:pt x="385748" y="22040"/>
                </a:lnTo>
                <a:lnTo>
                  <a:pt x="385819" y="21939"/>
                </a:lnTo>
                <a:lnTo>
                  <a:pt x="385888" y="21836"/>
                </a:lnTo>
                <a:lnTo>
                  <a:pt x="385956" y="21731"/>
                </a:lnTo>
                <a:lnTo>
                  <a:pt x="386022" y="21625"/>
                </a:lnTo>
                <a:lnTo>
                  <a:pt x="386087" y="21518"/>
                </a:lnTo>
                <a:lnTo>
                  <a:pt x="386149" y="21409"/>
                </a:lnTo>
                <a:lnTo>
                  <a:pt x="386210" y="21298"/>
                </a:lnTo>
                <a:lnTo>
                  <a:pt x="386270" y="21186"/>
                </a:lnTo>
                <a:lnTo>
                  <a:pt x="386327" y="21073"/>
                </a:lnTo>
                <a:lnTo>
                  <a:pt x="386384" y="20958"/>
                </a:lnTo>
                <a:lnTo>
                  <a:pt x="386438" y="20842"/>
                </a:lnTo>
                <a:lnTo>
                  <a:pt x="386491" y="20724"/>
                </a:lnTo>
                <a:lnTo>
                  <a:pt x="386542" y="20604"/>
                </a:lnTo>
                <a:lnTo>
                  <a:pt x="386591" y="20484"/>
                </a:lnTo>
                <a:lnTo>
                  <a:pt x="386639" y="20361"/>
                </a:lnTo>
                <a:lnTo>
                  <a:pt x="386685" y="20237"/>
                </a:lnTo>
                <a:lnTo>
                  <a:pt x="386730" y="20112"/>
                </a:lnTo>
                <a:lnTo>
                  <a:pt x="386773" y="19985"/>
                </a:lnTo>
                <a:lnTo>
                  <a:pt x="386814" y="19857"/>
                </a:lnTo>
                <a:lnTo>
                  <a:pt x="386854" y="19728"/>
                </a:lnTo>
                <a:lnTo>
                  <a:pt x="386891" y="19597"/>
                </a:lnTo>
                <a:lnTo>
                  <a:pt x="386928" y="19466"/>
                </a:lnTo>
                <a:lnTo>
                  <a:pt x="386962" y="19333"/>
                </a:lnTo>
                <a:lnTo>
                  <a:pt x="386995" y="19200"/>
                </a:lnTo>
                <a:lnTo>
                  <a:pt x="387026" y="19065"/>
                </a:lnTo>
                <a:lnTo>
                  <a:pt x="387056" y="18930"/>
                </a:lnTo>
                <a:lnTo>
                  <a:pt x="387083" y="18793"/>
                </a:lnTo>
                <a:lnTo>
                  <a:pt x="387109" y="18656"/>
                </a:lnTo>
                <a:lnTo>
                  <a:pt x="387134" y="18517"/>
                </a:lnTo>
                <a:lnTo>
                  <a:pt x="387156" y="18377"/>
                </a:lnTo>
                <a:lnTo>
                  <a:pt x="387178" y="18237"/>
                </a:lnTo>
                <a:lnTo>
                  <a:pt x="387197" y="18095"/>
                </a:lnTo>
                <a:lnTo>
                  <a:pt x="387215" y="17952"/>
                </a:lnTo>
                <a:lnTo>
                  <a:pt x="387231" y="17809"/>
                </a:lnTo>
                <a:lnTo>
                  <a:pt x="387245" y="17664"/>
                </a:lnTo>
                <a:lnTo>
                  <a:pt x="387257" y="17518"/>
                </a:lnTo>
                <a:lnTo>
                  <a:pt x="387268" y="17372"/>
                </a:lnTo>
                <a:lnTo>
                  <a:pt x="387278" y="17224"/>
                </a:lnTo>
                <a:lnTo>
                  <a:pt x="387285" y="17075"/>
                </a:lnTo>
                <a:lnTo>
                  <a:pt x="387291" y="16925"/>
                </a:lnTo>
                <a:lnTo>
                  <a:pt x="387295" y="16775"/>
                </a:lnTo>
                <a:lnTo>
                  <a:pt x="387298" y="16623"/>
                </a:lnTo>
                <a:lnTo>
                  <a:pt x="387299" y="16470"/>
                </a:lnTo>
                <a:lnTo>
                  <a:pt x="387298" y="16313"/>
                </a:lnTo>
                <a:lnTo>
                  <a:pt x="387296" y="16157"/>
                </a:lnTo>
                <a:lnTo>
                  <a:pt x="387292" y="16003"/>
                </a:lnTo>
                <a:lnTo>
                  <a:pt x="387286" y="15850"/>
                </a:lnTo>
                <a:lnTo>
                  <a:pt x="387279" y="15699"/>
                </a:lnTo>
                <a:lnTo>
                  <a:pt x="387270" y="15549"/>
                </a:lnTo>
                <a:close/>
                <a:moveTo>
                  <a:pt x="384374" y="17293"/>
                </a:moveTo>
                <a:lnTo>
                  <a:pt x="384368" y="17397"/>
                </a:lnTo>
                <a:lnTo>
                  <a:pt x="384361" y="17500"/>
                </a:lnTo>
                <a:lnTo>
                  <a:pt x="384353" y="17602"/>
                </a:lnTo>
                <a:lnTo>
                  <a:pt x="384344" y="17704"/>
                </a:lnTo>
                <a:lnTo>
                  <a:pt x="384335" y="17805"/>
                </a:lnTo>
                <a:lnTo>
                  <a:pt x="384324" y="17905"/>
                </a:lnTo>
                <a:lnTo>
                  <a:pt x="384312" y="18004"/>
                </a:lnTo>
                <a:lnTo>
                  <a:pt x="384300" y="18103"/>
                </a:lnTo>
                <a:lnTo>
                  <a:pt x="384286" y="18201"/>
                </a:lnTo>
                <a:lnTo>
                  <a:pt x="384272" y="18298"/>
                </a:lnTo>
                <a:lnTo>
                  <a:pt x="384257" y="18394"/>
                </a:lnTo>
                <a:lnTo>
                  <a:pt x="384240" y="18490"/>
                </a:lnTo>
                <a:lnTo>
                  <a:pt x="384223" y="18584"/>
                </a:lnTo>
                <a:lnTo>
                  <a:pt x="384205" y="18679"/>
                </a:lnTo>
                <a:lnTo>
                  <a:pt x="384186" y="18772"/>
                </a:lnTo>
                <a:lnTo>
                  <a:pt x="384166" y="18864"/>
                </a:lnTo>
                <a:lnTo>
                  <a:pt x="384145" y="18956"/>
                </a:lnTo>
                <a:lnTo>
                  <a:pt x="384123" y="19047"/>
                </a:lnTo>
                <a:lnTo>
                  <a:pt x="384101" y="19137"/>
                </a:lnTo>
                <a:lnTo>
                  <a:pt x="384077" y="19226"/>
                </a:lnTo>
                <a:lnTo>
                  <a:pt x="384052" y="19314"/>
                </a:lnTo>
                <a:lnTo>
                  <a:pt x="384026" y="19401"/>
                </a:lnTo>
                <a:lnTo>
                  <a:pt x="383999" y="19487"/>
                </a:lnTo>
                <a:lnTo>
                  <a:pt x="383971" y="19572"/>
                </a:lnTo>
                <a:lnTo>
                  <a:pt x="383942" y="19656"/>
                </a:lnTo>
                <a:lnTo>
                  <a:pt x="383912" y="19739"/>
                </a:lnTo>
                <a:lnTo>
                  <a:pt x="383881" y="19820"/>
                </a:lnTo>
                <a:lnTo>
                  <a:pt x="383848" y="19901"/>
                </a:lnTo>
                <a:lnTo>
                  <a:pt x="383815" y="19981"/>
                </a:lnTo>
                <a:lnTo>
                  <a:pt x="383781" y="20059"/>
                </a:lnTo>
                <a:lnTo>
                  <a:pt x="383745" y="20137"/>
                </a:lnTo>
                <a:lnTo>
                  <a:pt x="383709" y="20214"/>
                </a:lnTo>
                <a:lnTo>
                  <a:pt x="383672" y="20289"/>
                </a:lnTo>
                <a:lnTo>
                  <a:pt x="383633" y="20364"/>
                </a:lnTo>
                <a:lnTo>
                  <a:pt x="383594" y="20437"/>
                </a:lnTo>
                <a:lnTo>
                  <a:pt x="383553" y="20509"/>
                </a:lnTo>
                <a:lnTo>
                  <a:pt x="383511" y="20581"/>
                </a:lnTo>
                <a:lnTo>
                  <a:pt x="383469" y="20651"/>
                </a:lnTo>
                <a:lnTo>
                  <a:pt x="383425" y="20720"/>
                </a:lnTo>
                <a:lnTo>
                  <a:pt x="383380" y="20788"/>
                </a:lnTo>
                <a:lnTo>
                  <a:pt x="383335" y="20855"/>
                </a:lnTo>
                <a:lnTo>
                  <a:pt x="383288" y="20922"/>
                </a:lnTo>
                <a:lnTo>
                  <a:pt x="383240" y="20987"/>
                </a:lnTo>
                <a:lnTo>
                  <a:pt x="383191" y="21050"/>
                </a:lnTo>
                <a:lnTo>
                  <a:pt x="383141" y="21113"/>
                </a:lnTo>
                <a:lnTo>
                  <a:pt x="383090" y="21174"/>
                </a:lnTo>
                <a:lnTo>
                  <a:pt x="383037" y="21234"/>
                </a:lnTo>
                <a:lnTo>
                  <a:pt x="382984" y="21293"/>
                </a:lnTo>
                <a:lnTo>
                  <a:pt x="382929" y="21350"/>
                </a:lnTo>
                <a:lnTo>
                  <a:pt x="382874" y="21407"/>
                </a:lnTo>
                <a:lnTo>
                  <a:pt x="382817" y="21462"/>
                </a:lnTo>
                <a:lnTo>
                  <a:pt x="382759" y="21516"/>
                </a:lnTo>
                <a:lnTo>
                  <a:pt x="382700" y="21569"/>
                </a:lnTo>
                <a:lnTo>
                  <a:pt x="382640" y="21620"/>
                </a:lnTo>
                <a:lnTo>
                  <a:pt x="382579" y="21671"/>
                </a:lnTo>
                <a:lnTo>
                  <a:pt x="382517" y="21720"/>
                </a:lnTo>
                <a:lnTo>
                  <a:pt x="382453" y="21767"/>
                </a:lnTo>
                <a:lnTo>
                  <a:pt x="382389" y="21814"/>
                </a:lnTo>
                <a:lnTo>
                  <a:pt x="382323" y="21859"/>
                </a:lnTo>
                <a:lnTo>
                  <a:pt x="382257" y="21904"/>
                </a:lnTo>
                <a:lnTo>
                  <a:pt x="382189" y="21947"/>
                </a:lnTo>
                <a:lnTo>
                  <a:pt x="382120" y="21988"/>
                </a:lnTo>
                <a:lnTo>
                  <a:pt x="382050" y="22029"/>
                </a:lnTo>
                <a:lnTo>
                  <a:pt x="381979" y="22068"/>
                </a:lnTo>
                <a:lnTo>
                  <a:pt x="381907" y="22106"/>
                </a:lnTo>
                <a:lnTo>
                  <a:pt x="381834" y="22143"/>
                </a:lnTo>
                <a:lnTo>
                  <a:pt x="381759" y="22179"/>
                </a:lnTo>
                <a:lnTo>
                  <a:pt x="381684" y="22213"/>
                </a:lnTo>
                <a:lnTo>
                  <a:pt x="381607" y="22245"/>
                </a:lnTo>
                <a:lnTo>
                  <a:pt x="381530" y="22276"/>
                </a:lnTo>
                <a:lnTo>
                  <a:pt x="381451" y="22306"/>
                </a:lnTo>
                <a:lnTo>
                  <a:pt x="381371" y="22333"/>
                </a:lnTo>
                <a:lnTo>
                  <a:pt x="381290" y="22360"/>
                </a:lnTo>
                <a:lnTo>
                  <a:pt x="381208" y="22385"/>
                </a:lnTo>
                <a:lnTo>
                  <a:pt x="381125" y="22408"/>
                </a:lnTo>
                <a:lnTo>
                  <a:pt x="381041" y="22430"/>
                </a:lnTo>
                <a:lnTo>
                  <a:pt x="380955" y="22451"/>
                </a:lnTo>
                <a:lnTo>
                  <a:pt x="380869" y="22469"/>
                </a:lnTo>
                <a:lnTo>
                  <a:pt x="380781" y="22487"/>
                </a:lnTo>
                <a:lnTo>
                  <a:pt x="380692" y="22503"/>
                </a:lnTo>
                <a:lnTo>
                  <a:pt x="380603" y="22517"/>
                </a:lnTo>
                <a:lnTo>
                  <a:pt x="380512" y="22530"/>
                </a:lnTo>
                <a:lnTo>
                  <a:pt x="380420" y="22541"/>
                </a:lnTo>
                <a:lnTo>
                  <a:pt x="380327" y="22551"/>
                </a:lnTo>
                <a:lnTo>
                  <a:pt x="380232" y="22559"/>
                </a:lnTo>
                <a:lnTo>
                  <a:pt x="380137" y="22566"/>
                </a:lnTo>
                <a:lnTo>
                  <a:pt x="380041" y="22571"/>
                </a:lnTo>
                <a:lnTo>
                  <a:pt x="379943" y="22575"/>
                </a:lnTo>
                <a:lnTo>
                  <a:pt x="379844" y="22577"/>
                </a:lnTo>
                <a:lnTo>
                  <a:pt x="379745" y="22578"/>
                </a:lnTo>
                <a:lnTo>
                  <a:pt x="379636" y="22577"/>
                </a:lnTo>
                <a:lnTo>
                  <a:pt x="379528" y="22575"/>
                </a:lnTo>
                <a:lnTo>
                  <a:pt x="379421" y="22571"/>
                </a:lnTo>
                <a:lnTo>
                  <a:pt x="379317" y="22565"/>
                </a:lnTo>
                <a:lnTo>
                  <a:pt x="379214" y="22557"/>
                </a:lnTo>
                <a:lnTo>
                  <a:pt x="379112" y="22548"/>
                </a:lnTo>
                <a:lnTo>
                  <a:pt x="379012" y="22538"/>
                </a:lnTo>
                <a:lnTo>
                  <a:pt x="378913" y="22525"/>
                </a:lnTo>
                <a:lnTo>
                  <a:pt x="378816" y="22511"/>
                </a:lnTo>
                <a:lnTo>
                  <a:pt x="378720" y="22495"/>
                </a:lnTo>
                <a:lnTo>
                  <a:pt x="378626" y="22478"/>
                </a:lnTo>
                <a:lnTo>
                  <a:pt x="378533" y="22459"/>
                </a:lnTo>
                <a:lnTo>
                  <a:pt x="378442" y="22438"/>
                </a:lnTo>
                <a:lnTo>
                  <a:pt x="378352" y="22416"/>
                </a:lnTo>
                <a:lnTo>
                  <a:pt x="378264" y="22392"/>
                </a:lnTo>
                <a:lnTo>
                  <a:pt x="378178" y="22366"/>
                </a:lnTo>
                <a:lnTo>
                  <a:pt x="378092" y="22339"/>
                </a:lnTo>
                <a:lnTo>
                  <a:pt x="378009" y="22310"/>
                </a:lnTo>
                <a:lnTo>
                  <a:pt x="377927" y="22279"/>
                </a:lnTo>
                <a:lnTo>
                  <a:pt x="377846" y="22247"/>
                </a:lnTo>
                <a:lnTo>
                  <a:pt x="377767" y="22213"/>
                </a:lnTo>
                <a:lnTo>
                  <a:pt x="377689" y="22178"/>
                </a:lnTo>
                <a:lnTo>
                  <a:pt x="377613" y="22140"/>
                </a:lnTo>
                <a:lnTo>
                  <a:pt x="377539" y="22101"/>
                </a:lnTo>
                <a:lnTo>
                  <a:pt x="377466" y="22061"/>
                </a:lnTo>
                <a:lnTo>
                  <a:pt x="377394" y="22019"/>
                </a:lnTo>
                <a:lnTo>
                  <a:pt x="377323" y="21977"/>
                </a:lnTo>
                <a:lnTo>
                  <a:pt x="377253" y="21933"/>
                </a:lnTo>
                <a:lnTo>
                  <a:pt x="377185" y="21888"/>
                </a:lnTo>
                <a:lnTo>
                  <a:pt x="377118" y="21842"/>
                </a:lnTo>
                <a:lnTo>
                  <a:pt x="377053" y="21794"/>
                </a:lnTo>
                <a:lnTo>
                  <a:pt x="376988" y="21746"/>
                </a:lnTo>
                <a:lnTo>
                  <a:pt x="376925" y="21696"/>
                </a:lnTo>
                <a:lnTo>
                  <a:pt x="376863" y="21646"/>
                </a:lnTo>
                <a:lnTo>
                  <a:pt x="376802" y="21594"/>
                </a:lnTo>
                <a:lnTo>
                  <a:pt x="376743" y="21540"/>
                </a:lnTo>
                <a:lnTo>
                  <a:pt x="376685" y="21486"/>
                </a:lnTo>
                <a:lnTo>
                  <a:pt x="376628" y="21431"/>
                </a:lnTo>
                <a:lnTo>
                  <a:pt x="376572" y="21374"/>
                </a:lnTo>
                <a:lnTo>
                  <a:pt x="376517" y="21316"/>
                </a:lnTo>
                <a:lnTo>
                  <a:pt x="376464" y="21257"/>
                </a:lnTo>
                <a:lnTo>
                  <a:pt x="376412" y="21197"/>
                </a:lnTo>
                <a:lnTo>
                  <a:pt x="376362" y="21136"/>
                </a:lnTo>
                <a:lnTo>
                  <a:pt x="376312" y="21074"/>
                </a:lnTo>
                <a:lnTo>
                  <a:pt x="376264" y="21010"/>
                </a:lnTo>
                <a:lnTo>
                  <a:pt x="376217" y="20945"/>
                </a:lnTo>
                <a:lnTo>
                  <a:pt x="376171" y="20879"/>
                </a:lnTo>
                <a:lnTo>
                  <a:pt x="376127" y="20812"/>
                </a:lnTo>
                <a:lnTo>
                  <a:pt x="376083" y="20744"/>
                </a:lnTo>
                <a:lnTo>
                  <a:pt x="376041" y="20675"/>
                </a:lnTo>
                <a:lnTo>
                  <a:pt x="376000" y="20605"/>
                </a:lnTo>
                <a:lnTo>
                  <a:pt x="375959" y="20534"/>
                </a:lnTo>
                <a:lnTo>
                  <a:pt x="375920" y="20462"/>
                </a:lnTo>
                <a:lnTo>
                  <a:pt x="375882" y="20389"/>
                </a:lnTo>
                <a:lnTo>
                  <a:pt x="375845" y="20316"/>
                </a:lnTo>
                <a:lnTo>
                  <a:pt x="375809" y="20241"/>
                </a:lnTo>
                <a:lnTo>
                  <a:pt x="375774" y="20165"/>
                </a:lnTo>
                <a:lnTo>
                  <a:pt x="375740" y="20088"/>
                </a:lnTo>
                <a:lnTo>
                  <a:pt x="375707" y="20010"/>
                </a:lnTo>
                <a:lnTo>
                  <a:pt x="375675" y="19932"/>
                </a:lnTo>
                <a:lnTo>
                  <a:pt x="375645" y="19852"/>
                </a:lnTo>
                <a:lnTo>
                  <a:pt x="375615" y="19772"/>
                </a:lnTo>
                <a:lnTo>
                  <a:pt x="375586" y="19690"/>
                </a:lnTo>
                <a:lnTo>
                  <a:pt x="375558" y="19608"/>
                </a:lnTo>
                <a:lnTo>
                  <a:pt x="375532" y="19524"/>
                </a:lnTo>
                <a:lnTo>
                  <a:pt x="375506" y="19440"/>
                </a:lnTo>
                <a:lnTo>
                  <a:pt x="375482" y="19354"/>
                </a:lnTo>
                <a:lnTo>
                  <a:pt x="375458" y="19268"/>
                </a:lnTo>
                <a:lnTo>
                  <a:pt x="375436" y="19181"/>
                </a:lnTo>
                <a:lnTo>
                  <a:pt x="375414" y="19092"/>
                </a:lnTo>
                <a:lnTo>
                  <a:pt x="375394" y="19003"/>
                </a:lnTo>
                <a:lnTo>
                  <a:pt x="375375" y="18913"/>
                </a:lnTo>
                <a:lnTo>
                  <a:pt x="375356" y="18822"/>
                </a:lnTo>
                <a:lnTo>
                  <a:pt x="375338" y="18731"/>
                </a:lnTo>
                <a:lnTo>
                  <a:pt x="375322" y="18639"/>
                </a:lnTo>
                <a:lnTo>
                  <a:pt x="375306" y="18546"/>
                </a:lnTo>
                <a:lnTo>
                  <a:pt x="375290" y="18453"/>
                </a:lnTo>
                <a:lnTo>
                  <a:pt x="375276" y="18360"/>
                </a:lnTo>
                <a:lnTo>
                  <a:pt x="375262" y="18266"/>
                </a:lnTo>
                <a:lnTo>
                  <a:pt x="375249" y="18171"/>
                </a:lnTo>
                <a:lnTo>
                  <a:pt x="375237" y="18076"/>
                </a:lnTo>
                <a:lnTo>
                  <a:pt x="375226" y="17980"/>
                </a:lnTo>
                <a:lnTo>
                  <a:pt x="375215" y="17884"/>
                </a:lnTo>
                <a:lnTo>
                  <a:pt x="375205" y="17788"/>
                </a:lnTo>
                <a:lnTo>
                  <a:pt x="375196" y="17690"/>
                </a:lnTo>
                <a:lnTo>
                  <a:pt x="375188" y="17593"/>
                </a:lnTo>
                <a:lnTo>
                  <a:pt x="375181" y="17494"/>
                </a:lnTo>
                <a:lnTo>
                  <a:pt x="375174" y="17396"/>
                </a:lnTo>
                <a:lnTo>
                  <a:pt x="375168" y="17296"/>
                </a:lnTo>
                <a:lnTo>
                  <a:pt x="375163" y="17197"/>
                </a:lnTo>
                <a:lnTo>
                  <a:pt x="375159" y="17096"/>
                </a:lnTo>
                <a:lnTo>
                  <a:pt x="375155" y="16995"/>
                </a:lnTo>
                <a:lnTo>
                  <a:pt x="375152" y="16894"/>
                </a:lnTo>
                <a:lnTo>
                  <a:pt x="375150" y="16792"/>
                </a:lnTo>
                <a:lnTo>
                  <a:pt x="375149" y="16690"/>
                </a:lnTo>
                <a:lnTo>
                  <a:pt x="375149" y="16587"/>
                </a:lnTo>
                <a:lnTo>
                  <a:pt x="375149" y="16480"/>
                </a:lnTo>
                <a:lnTo>
                  <a:pt x="375151" y="16373"/>
                </a:lnTo>
                <a:lnTo>
                  <a:pt x="375153" y="16268"/>
                </a:lnTo>
                <a:lnTo>
                  <a:pt x="375157" y="16163"/>
                </a:lnTo>
                <a:lnTo>
                  <a:pt x="375161" y="16059"/>
                </a:lnTo>
                <a:lnTo>
                  <a:pt x="375166" y="15955"/>
                </a:lnTo>
                <a:lnTo>
                  <a:pt x="375172" y="15852"/>
                </a:lnTo>
                <a:lnTo>
                  <a:pt x="375180" y="15750"/>
                </a:lnTo>
                <a:lnTo>
                  <a:pt x="375188" y="15649"/>
                </a:lnTo>
                <a:lnTo>
                  <a:pt x="375197" y="15548"/>
                </a:lnTo>
                <a:lnTo>
                  <a:pt x="375207" y="15448"/>
                </a:lnTo>
                <a:lnTo>
                  <a:pt x="375218" y="15348"/>
                </a:lnTo>
                <a:lnTo>
                  <a:pt x="375230" y="15250"/>
                </a:lnTo>
                <a:lnTo>
                  <a:pt x="375243" y="15152"/>
                </a:lnTo>
                <a:lnTo>
                  <a:pt x="375257" y="15054"/>
                </a:lnTo>
                <a:lnTo>
                  <a:pt x="375271" y="14958"/>
                </a:lnTo>
                <a:lnTo>
                  <a:pt x="375287" y="14862"/>
                </a:lnTo>
                <a:lnTo>
                  <a:pt x="375304" y="14767"/>
                </a:lnTo>
                <a:lnTo>
                  <a:pt x="375322" y="14672"/>
                </a:lnTo>
                <a:lnTo>
                  <a:pt x="375340" y="14579"/>
                </a:lnTo>
                <a:lnTo>
                  <a:pt x="375360" y="14486"/>
                </a:lnTo>
                <a:lnTo>
                  <a:pt x="375381" y="14393"/>
                </a:lnTo>
                <a:lnTo>
                  <a:pt x="375402" y="14302"/>
                </a:lnTo>
                <a:lnTo>
                  <a:pt x="375425" y="14211"/>
                </a:lnTo>
                <a:lnTo>
                  <a:pt x="375448" y="14120"/>
                </a:lnTo>
                <a:lnTo>
                  <a:pt x="375473" y="14031"/>
                </a:lnTo>
                <a:lnTo>
                  <a:pt x="375498" y="13943"/>
                </a:lnTo>
                <a:lnTo>
                  <a:pt x="375525" y="13856"/>
                </a:lnTo>
                <a:lnTo>
                  <a:pt x="375552" y="13770"/>
                </a:lnTo>
                <a:lnTo>
                  <a:pt x="375581" y="13685"/>
                </a:lnTo>
                <a:lnTo>
                  <a:pt x="375610" y="13601"/>
                </a:lnTo>
                <a:lnTo>
                  <a:pt x="375641" y="13518"/>
                </a:lnTo>
                <a:lnTo>
                  <a:pt x="375673" y="13436"/>
                </a:lnTo>
                <a:lnTo>
                  <a:pt x="375705" y="13355"/>
                </a:lnTo>
                <a:lnTo>
                  <a:pt x="375739" y="13275"/>
                </a:lnTo>
                <a:lnTo>
                  <a:pt x="375774" y="13196"/>
                </a:lnTo>
                <a:lnTo>
                  <a:pt x="375809" y="13118"/>
                </a:lnTo>
                <a:lnTo>
                  <a:pt x="375846" y="13041"/>
                </a:lnTo>
                <a:lnTo>
                  <a:pt x="375884" y="12965"/>
                </a:lnTo>
                <a:lnTo>
                  <a:pt x="375922" y="12890"/>
                </a:lnTo>
                <a:lnTo>
                  <a:pt x="375962" y="12816"/>
                </a:lnTo>
                <a:lnTo>
                  <a:pt x="376003" y="12744"/>
                </a:lnTo>
                <a:lnTo>
                  <a:pt x="376045" y="12672"/>
                </a:lnTo>
                <a:lnTo>
                  <a:pt x="376087" y="12601"/>
                </a:lnTo>
                <a:lnTo>
                  <a:pt x="376131" y="12531"/>
                </a:lnTo>
                <a:lnTo>
                  <a:pt x="376176" y="12462"/>
                </a:lnTo>
                <a:lnTo>
                  <a:pt x="376222" y="12395"/>
                </a:lnTo>
                <a:lnTo>
                  <a:pt x="376269" y="12328"/>
                </a:lnTo>
                <a:lnTo>
                  <a:pt x="376317" y="12262"/>
                </a:lnTo>
                <a:lnTo>
                  <a:pt x="376365" y="12198"/>
                </a:lnTo>
                <a:lnTo>
                  <a:pt x="376416" y="12135"/>
                </a:lnTo>
                <a:lnTo>
                  <a:pt x="376467" y="12073"/>
                </a:lnTo>
                <a:lnTo>
                  <a:pt x="376519" y="12012"/>
                </a:lnTo>
                <a:lnTo>
                  <a:pt x="376572" y="11953"/>
                </a:lnTo>
                <a:lnTo>
                  <a:pt x="376626" y="11895"/>
                </a:lnTo>
                <a:lnTo>
                  <a:pt x="376682" y="11838"/>
                </a:lnTo>
                <a:lnTo>
                  <a:pt x="376738" y="11782"/>
                </a:lnTo>
                <a:lnTo>
                  <a:pt x="376796" y="11728"/>
                </a:lnTo>
                <a:lnTo>
                  <a:pt x="376854" y="11674"/>
                </a:lnTo>
                <a:lnTo>
                  <a:pt x="376914" y="11623"/>
                </a:lnTo>
                <a:lnTo>
                  <a:pt x="376975" y="11572"/>
                </a:lnTo>
                <a:lnTo>
                  <a:pt x="377037" y="11523"/>
                </a:lnTo>
                <a:lnTo>
                  <a:pt x="377100" y="11474"/>
                </a:lnTo>
                <a:lnTo>
                  <a:pt x="377164" y="11427"/>
                </a:lnTo>
                <a:lnTo>
                  <a:pt x="377229" y="11382"/>
                </a:lnTo>
                <a:lnTo>
                  <a:pt x="377295" y="11337"/>
                </a:lnTo>
                <a:lnTo>
                  <a:pt x="377362" y="11294"/>
                </a:lnTo>
                <a:lnTo>
                  <a:pt x="377430" y="11252"/>
                </a:lnTo>
                <a:lnTo>
                  <a:pt x="377500" y="11212"/>
                </a:lnTo>
                <a:lnTo>
                  <a:pt x="377570" y="11172"/>
                </a:lnTo>
                <a:lnTo>
                  <a:pt x="377642" y="11134"/>
                </a:lnTo>
                <a:lnTo>
                  <a:pt x="377714" y="11097"/>
                </a:lnTo>
                <a:lnTo>
                  <a:pt x="377788" y="11062"/>
                </a:lnTo>
                <a:lnTo>
                  <a:pt x="377863" y="11028"/>
                </a:lnTo>
                <a:lnTo>
                  <a:pt x="377939" y="10995"/>
                </a:lnTo>
                <a:lnTo>
                  <a:pt x="378016" y="10964"/>
                </a:lnTo>
                <a:lnTo>
                  <a:pt x="378095" y="10935"/>
                </a:lnTo>
                <a:lnTo>
                  <a:pt x="378174" y="10907"/>
                </a:lnTo>
                <a:lnTo>
                  <a:pt x="378255" y="10881"/>
                </a:lnTo>
                <a:lnTo>
                  <a:pt x="378337" y="10856"/>
                </a:lnTo>
                <a:lnTo>
                  <a:pt x="378420" y="10832"/>
                </a:lnTo>
                <a:lnTo>
                  <a:pt x="378505" y="10810"/>
                </a:lnTo>
                <a:lnTo>
                  <a:pt x="378590" y="10790"/>
                </a:lnTo>
                <a:lnTo>
                  <a:pt x="378677" y="10771"/>
                </a:lnTo>
                <a:lnTo>
                  <a:pt x="378765" y="10754"/>
                </a:lnTo>
                <a:lnTo>
                  <a:pt x="378854" y="10738"/>
                </a:lnTo>
                <a:lnTo>
                  <a:pt x="378945" y="10724"/>
                </a:lnTo>
                <a:lnTo>
                  <a:pt x="379036" y="10711"/>
                </a:lnTo>
                <a:lnTo>
                  <a:pt x="379129" y="10699"/>
                </a:lnTo>
                <a:lnTo>
                  <a:pt x="379223" y="10690"/>
                </a:lnTo>
                <a:lnTo>
                  <a:pt x="379318" y="10681"/>
                </a:lnTo>
                <a:lnTo>
                  <a:pt x="379414" y="10674"/>
                </a:lnTo>
                <a:lnTo>
                  <a:pt x="379512" y="10669"/>
                </a:lnTo>
                <a:lnTo>
                  <a:pt x="379611" y="10665"/>
                </a:lnTo>
                <a:lnTo>
                  <a:pt x="379711" y="10663"/>
                </a:lnTo>
                <a:lnTo>
                  <a:pt x="379812" y="10662"/>
                </a:lnTo>
                <a:lnTo>
                  <a:pt x="379921" y="10663"/>
                </a:lnTo>
                <a:lnTo>
                  <a:pt x="380029" y="10666"/>
                </a:lnTo>
                <a:lnTo>
                  <a:pt x="380135" y="10670"/>
                </a:lnTo>
                <a:lnTo>
                  <a:pt x="380240" y="10676"/>
                </a:lnTo>
                <a:lnTo>
                  <a:pt x="380343" y="10683"/>
                </a:lnTo>
                <a:lnTo>
                  <a:pt x="380445" y="10692"/>
                </a:lnTo>
                <a:lnTo>
                  <a:pt x="380545" y="10703"/>
                </a:lnTo>
                <a:lnTo>
                  <a:pt x="380644" y="10715"/>
                </a:lnTo>
                <a:lnTo>
                  <a:pt x="380741" y="10730"/>
                </a:lnTo>
                <a:lnTo>
                  <a:pt x="380836" y="10745"/>
                </a:lnTo>
                <a:lnTo>
                  <a:pt x="380931" y="10763"/>
                </a:lnTo>
                <a:lnTo>
                  <a:pt x="381023" y="10782"/>
                </a:lnTo>
                <a:lnTo>
                  <a:pt x="381114" y="10802"/>
                </a:lnTo>
                <a:lnTo>
                  <a:pt x="381204" y="10825"/>
                </a:lnTo>
                <a:lnTo>
                  <a:pt x="381292" y="10849"/>
                </a:lnTo>
                <a:lnTo>
                  <a:pt x="381379" y="10875"/>
                </a:lnTo>
                <a:lnTo>
                  <a:pt x="381464" y="10902"/>
                </a:lnTo>
                <a:lnTo>
                  <a:pt x="381548" y="10931"/>
                </a:lnTo>
                <a:lnTo>
                  <a:pt x="381630" y="10962"/>
                </a:lnTo>
                <a:lnTo>
                  <a:pt x="381710" y="10994"/>
                </a:lnTo>
                <a:lnTo>
                  <a:pt x="381789" y="11028"/>
                </a:lnTo>
                <a:lnTo>
                  <a:pt x="381867" y="11063"/>
                </a:lnTo>
                <a:lnTo>
                  <a:pt x="381943" y="11101"/>
                </a:lnTo>
                <a:lnTo>
                  <a:pt x="382018" y="11140"/>
                </a:lnTo>
                <a:lnTo>
                  <a:pt x="382091" y="11180"/>
                </a:lnTo>
                <a:lnTo>
                  <a:pt x="382163" y="11222"/>
                </a:lnTo>
                <a:lnTo>
                  <a:pt x="382233" y="11264"/>
                </a:lnTo>
                <a:lnTo>
                  <a:pt x="382303" y="11308"/>
                </a:lnTo>
                <a:lnTo>
                  <a:pt x="382371" y="11353"/>
                </a:lnTo>
                <a:lnTo>
                  <a:pt x="382438" y="11400"/>
                </a:lnTo>
                <a:lnTo>
                  <a:pt x="382503" y="11447"/>
                </a:lnTo>
                <a:lnTo>
                  <a:pt x="382567" y="11496"/>
                </a:lnTo>
                <a:lnTo>
                  <a:pt x="382630" y="11546"/>
                </a:lnTo>
                <a:lnTo>
                  <a:pt x="382692" y="11597"/>
                </a:lnTo>
                <a:lnTo>
                  <a:pt x="382752" y="11649"/>
                </a:lnTo>
                <a:lnTo>
                  <a:pt x="382811" y="11702"/>
                </a:lnTo>
                <a:lnTo>
                  <a:pt x="382869" y="11757"/>
                </a:lnTo>
                <a:lnTo>
                  <a:pt x="382926" y="11813"/>
                </a:lnTo>
                <a:lnTo>
                  <a:pt x="382981" y="11870"/>
                </a:lnTo>
                <a:lnTo>
                  <a:pt x="383035" y="11928"/>
                </a:lnTo>
                <a:lnTo>
                  <a:pt x="383088" y="11987"/>
                </a:lnTo>
                <a:lnTo>
                  <a:pt x="383139" y="12048"/>
                </a:lnTo>
                <a:lnTo>
                  <a:pt x="383190" y="12110"/>
                </a:lnTo>
                <a:lnTo>
                  <a:pt x="383239" y="12173"/>
                </a:lnTo>
                <a:lnTo>
                  <a:pt x="383286" y="12237"/>
                </a:lnTo>
                <a:lnTo>
                  <a:pt x="383333" y="12302"/>
                </a:lnTo>
                <a:lnTo>
                  <a:pt x="383378" y="12369"/>
                </a:lnTo>
                <a:lnTo>
                  <a:pt x="383421" y="12436"/>
                </a:lnTo>
                <a:lnTo>
                  <a:pt x="383464" y="12505"/>
                </a:lnTo>
                <a:lnTo>
                  <a:pt x="383506" y="12575"/>
                </a:lnTo>
                <a:lnTo>
                  <a:pt x="383546" y="12646"/>
                </a:lnTo>
                <a:lnTo>
                  <a:pt x="383586" y="12717"/>
                </a:lnTo>
                <a:lnTo>
                  <a:pt x="383625" y="12790"/>
                </a:lnTo>
                <a:lnTo>
                  <a:pt x="383662" y="12863"/>
                </a:lnTo>
                <a:lnTo>
                  <a:pt x="383699" y="12938"/>
                </a:lnTo>
                <a:lnTo>
                  <a:pt x="383734" y="13013"/>
                </a:lnTo>
                <a:lnTo>
                  <a:pt x="383769" y="13089"/>
                </a:lnTo>
                <a:lnTo>
                  <a:pt x="383802" y="13166"/>
                </a:lnTo>
                <a:lnTo>
                  <a:pt x="383835" y="13244"/>
                </a:lnTo>
                <a:lnTo>
                  <a:pt x="383866" y="13323"/>
                </a:lnTo>
                <a:lnTo>
                  <a:pt x="383897" y="13403"/>
                </a:lnTo>
                <a:lnTo>
                  <a:pt x="383926" y="13484"/>
                </a:lnTo>
                <a:lnTo>
                  <a:pt x="383955" y="13566"/>
                </a:lnTo>
                <a:lnTo>
                  <a:pt x="383982" y="13649"/>
                </a:lnTo>
                <a:lnTo>
                  <a:pt x="384009" y="13733"/>
                </a:lnTo>
                <a:lnTo>
                  <a:pt x="384034" y="13817"/>
                </a:lnTo>
                <a:lnTo>
                  <a:pt x="384058" y="13903"/>
                </a:lnTo>
                <a:lnTo>
                  <a:pt x="384082" y="13989"/>
                </a:lnTo>
                <a:lnTo>
                  <a:pt x="384104" y="14077"/>
                </a:lnTo>
                <a:lnTo>
                  <a:pt x="384126" y="14165"/>
                </a:lnTo>
                <a:lnTo>
                  <a:pt x="384146" y="14254"/>
                </a:lnTo>
                <a:lnTo>
                  <a:pt x="384165" y="14344"/>
                </a:lnTo>
                <a:lnTo>
                  <a:pt x="384184" y="14435"/>
                </a:lnTo>
                <a:lnTo>
                  <a:pt x="384201" y="14527"/>
                </a:lnTo>
                <a:lnTo>
                  <a:pt x="384218" y="14618"/>
                </a:lnTo>
                <a:lnTo>
                  <a:pt x="384234" y="14711"/>
                </a:lnTo>
                <a:lnTo>
                  <a:pt x="384249" y="14803"/>
                </a:lnTo>
                <a:lnTo>
                  <a:pt x="384264" y="14897"/>
                </a:lnTo>
                <a:lnTo>
                  <a:pt x="384278" y="14990"/>
                </a:lnTo>
                <a:lnTo>
                  <a:pt x="384290" y="15084"/>
                </a:lnTo>
                <a:lnTo>
                  <a:pt x="384303" y="15179"/>
                </a:lnTo>
                <a:lnTo>
                  <a:pt x="384314" y="15274"/>
                </a:lnTo>
                <a:lnTo>
                  <a:pt x="384325" y="15370"/>
                </a:lnTo>
                <a:lnTo>
                  <a:pt x="384334" y="15466"/>
                </a:lnTo>
                <a:lnTo>
                  <a:pt x="384343" y="15562"/>
                </a:lnTo>
                <a:lnTo>
                  <a:pt x="384352" y="15659"/>
                </a:lnTo>
                <a:lnTo>
                  <a:pt x="384359" y="15756"/>
                </a:lnTo>
                <a:lnTo>
                  <a:pt x="384366" y="15854"/>
                </a:lnTo>
                <a:lnTo>
                  <a:pt x="384372" y="15953"/>
                </a:lnTo>
                <a:lnTo>
                  <a:pt x="384377" y="16051"/>
                </a:lnTo>
                <a:lnTo>
                  <a:pt x="384381" y="16151"/>
                </a:lnTo>
                <a:lnTo>
                  <a:pt x="384385" y="16250"/>
                </a:lnTo>
                <a:lnTo>
                  <a:pt x="384387" y="16350"/>
                </a:lnTo>
                <a:lnTo>
                  <a:pt x="384389" y="16451"/>
                </a:lnTo>
                <a:lnTo>
                  <a:pt x="384390" y="16552"/>
                </a:lnTo>
                <a:lnTo>
                  <a:pt x="384391" y="16654"/>
                </a:lnTo>
                <a:lnTo>
                  <a:pt x="384390" y="16762"/>
                </a:lnTo>
                <a:lnTo>
                  <a:pt x="384389" y="16870"/>
                </a:lnTo>
                <a:lnTo>
                  <a:pt x="384387" y="16977"/>
                </a:lnTo>
                <a:lnTo>
                  <a:pt x="384383" y="17083"/>
                </a:lnTo>
                <a:lnTo>
                  <a:pt x="384379" y="17188"/>
                </a:lnTo>
                <a:lnTo>
                  <a:pt x="384374" y="17293"/>
                </a:lnTo>
                <a:close/>
                <a:moveTo>
                  <a:pt x="473202" y="14870"/>
                </a:moveTo>
                <a:lnTo>
                  <a:pt x="473194" y="14751"/>
                </a:lnTo>
                <a:lnTo>
                  <a:pt x="473186" y="14633"/>
                </a:lnTo>
                <a:lnTo>
                  <a:pt x="473176" y="14515"/>
                </a:lnTo>
                <a:lnTo>
                  <a:pt x="473165" y="14397"/>
                </a:lnTo>
                <a:lnTo>
                  <a:pt x="473153" y="14280"/>
                </a:lnTo>
                <a:lnTo>
                  <a:pt x="473139" y="14164"/>
                </a:lnTo>
                <a:lnTo>
                  <a:pt x="473124" y="14049"/>
                </a:lnTo>
                <a:lnTo>
                  <a:pt x="473108" y="13934"/>
                </a:lnTo>
                <a:lnTo>
                  <a:pt x="473090" y="13819"/>
                </a:lnTo>
                <a:lnTo>
                  <a:pt x="473071" y="13706"/>
                </a:lnTo>
                <a:lnTo>
                  <a:pt x="473051" y="13593"/>
                </a:lnTo>
                <a:lnTo>
                  <a:pt x="473029" y="13480"/>
                </a:lnTo>
                <a:lnTo>
                  <a:pt x="473006" y="13368"/>
                </a:lnTo>
                <a:lnTo>
                  <a:pt x="472982" y="13257"/>
                </a:lnTo>
                <a:lnTo>
                  <a:pt x="472957" y="13146"/>
                </a:lnTo>
                <a:lnTo>
                  <a:pt x="472930" y="13036"/>
                </a:lnTo>
                <a:lnTo>
                  <a:pt x="472902" y="12927"/>
                </a:lnTo>
                <a:lnTo>
                  <a:pt x="472873" y="12818"/>
                </a:lnTo>
                <a:lnTo>
                  <a:pt x="472842" y="12710"/>
                </a:lnTo>
                <a:lnTo>
                  <a:pt x="472810" y="12602"/>
                </a:lnTo>
                <a:lnTo>
                  <a:pt x="472776" y="12496"/>
                </a:lnTo>
                <a:lnTo>
                  <a:pt x="472741" y="12391"/>
                </a:lnTo>
                <a:lnTo>
                  <a:pt x="472705" y="12287"/>
                </a:lnTo>
                <a:lnTo>
                  <a:pt x="472667" y="12184"/>
                </a:lnTo>
                <a:lnTo>
                  <a:pt x="472627" y="12083"/>
                </a:lnTo>
                <a:lnTo>
                  <a:pt x="472586" y="11983"/>
                </a:lnTo>
                <a:lnTo>
                  <a:pt x="472544" y="11883"/>
                </a:lnTo>
                <a:lnTo>
                  <a:pt x="472500" y="11785"/>
                </a:lnTo>
                <a:lnTo>
                  <a:pt x="472454" y="11688"/>
                </a:lnTo>
                <a:lnTo>
                  <a:pt x="472408" y="11593"/>
                </a:lnTo>
                <a:lnTo>
                  <a:pt x="472359" y="11498"/>
                </a:lnTo>
                <a:lnTo>
                  <a:pt x="472309" y="11405"/>
                </a:lnTo>
                <a:lnTo>
                  <a:pt x="472258" y="11312"/>
                </a:lnTo>
                <a:lnTo>
                  <a:pt x="472205" y="11221"/>
                </a:lnTo>
                <a:lnTo>
                  <a:pt x="472151" y="11131"/>
                </a:lnTo>
                <a:lnTo>
                  <a:pt x="472095" y="11042"/>
                </a:lnTo>
                <a:lnTo>
                  <a:pt x="472038" y="10955"/>
                </a:lnTo>
                <a:lnTo>
                  <a:pt x="471979" y="10868"/>
                </a:lnTo>
                <a:lnTo>
                  <a:pt x="471919" y="10783"/>
                </a:lnTo>
                <a:lnTo>
                  <a:pt x="471858" y="10699"/>
                </a:lnTo>
                <a:lnTo>
                  <a:pt x="471794" y="10616"/>
                </a:lnTo>
                <a:lnTo>
                  <a:pt x="471730" y="10534"/>
                </a:lnTo>
                <a:lnTo>
                  <a:pt x="471664" y="10453"/>
                </a:lnTo>
                <a:lnTo>
                  <a:pt x="471596" y="10374"/>
                </a:lnTo>
                <a:lnTo>
                  <a:pt x="471527" y="10296"/>
                </a:lnTo>
                <a:lnTo>
                  <a:pt x="471456" y="10219"/>
                </a:lnTo>
                <a:lnTo>
                  <a:pt x="471384" y="10144"/>
                </a:lnTo>
                <a:lnTo>
                  <a:pt x="471310" y="10070"/>
                </a:lnTo>
                <a:lnTo>
                  <a:pt x="471235" y="9998"/>
                </a:lnTo>
                <a:lnTo>
                  <a:pt x="471158" y="9926"/>
                </a:lnTo>
                <a:lnTo>
                  <a:pt x="471080" y="9856"/>
                </a:lnTo>
                <a:lnTo>
                  <a:pt x="471000" y="9788"/>
                </a:lnTo>
                <a:lnTo>
                  <a:pt x="470918" y="9721"/>
                </a:lnTo>
                <a:lnTo>
                  <a:pt x="470835" y="9655"/>
                </a:lnTo>
                <a:lnTo>
                  <a:pt x="470751" y="9591"/>
                </a:lnTo>
                <a:lnTo>
                  <a:pt x="470665" y="9528"/>
                </a:lnTo>
                <a:lnTo>
                  <a:pt x="470577" y="9466"/>
                </a:lnTo>
                <a:lnTo>
                  <a:pt x="470488" y="9406"/>
                </a:lnTo>
                <a:lnTo>
                  <a:pt x="470397" y="9347"/>
                </a:lnTo>
                <a:lnTo>
                  <a:pt x="470305" y="9289"/>
                </a:lnTo>
                <a:lnTo>
                  <a:pt x="470211" y="9233"/>
                </a:lnTo>
                <a:lnTo>
                  <a:pt x="470116" y="9178"/>
                </a:lnTo>
                <a:lnTo>
                  <a:pt x="470019" y="9125"/>
                </a:lnTo>
                <a:lnTo>
                  <a:pt x="469921" y="9073"/>
                </a:lnTo>
                <a:lnTo>
                  <a:pt x="469821" y="9022"/>
                </a:lnTo>
                <a:lnTo>
                  <a:pt x="469719" y="8972"/>
                </a:lnTo>
                <a:lnTo>
                  <a:pt x="469616" y="8924"/>
                </a:lnTo>
                <a:lnTo>
                  <a:pt x="469512" y="8878"/>
                </a:lnTo>
                <a:lnTo>
                  <a:pt x="469405" y="8834"/>
                </a:lnTo>
                <a:lnTo>
                  <a:pt x="469297" y="8791"/>
                </a:lnTo>
                <a:lnTo>
                  <a:pt x="469187" y="8751"/>
                </a:lnTo>
                <a:lnTo>
                  <a:pt x="469075" y="8712"/>
                </a:lnTo>
                <a:lnTo>
                  <a:pt x="468961" y="8676"/>
                </a:lnTo>
                <a:lnTo>
                  <a:pt x="468845" y="8641"/>
                </a:lnTo>
                <a:lnTo>
                  <a:pt x="468728" y="8609"/>
                </a:lnTo>
                <a:lnTo>
                  <a:pt x="468609" y="8578"/>
                </a:lnTo>
                <a:lnTo>
                  <a:pt x="468487" y="8549"/>
                </a:lnTo>
                <a:lnTo>
                  <a:pt x="468364" y="8523"/>
                </a:lnTo>
                <a:lnTo>
                  <a:pt x="468240" y="8498"/>
                </a:lnTo>
                <a:lnTo>
                  <a:pt x="468113" y="8475"/>
                </a:lnTo>
                <a:lnTo>
                  <a:pt x="467985" y="8455"/>
                </a:lnTo>
                <a:lnTo>
                  <a:pt x="467854" y="8436"/>
                </a:lnTo>
                <a:lnTo>
                  <a:pt x="467722" y="8419"/>
                </a:lnTo>
                <a:lnTo>
                  <a:pt x="467588" y="8404"/>
                </a:lnTo>
                <a:lnTo>
                  <a:pt x="467453" y="8392"/>
                </a:lnTo>
                <a:lnTo>
                  <a:pt x="467315" y="8381"/>
                </a:lnTo>
                <a:lnTo>
                  <a:pt x="467176" y="8372"/>
                </a:lnTo>
                <a:lnTo>
                  <a:pt x="467034" y="8365"/>
                </a:lnTo>
                <a:lnTo>
                  <a:pt x="466891" y="8360"/>
                </a:lnTo>
                <a:lnTo>
                  <a:pt x="466747" y="8357"/>
                </a:lnTo>
                <a:lnTo>
                  <a:pt x="466600" y="8356"/>
                </a:lnTo>
                <a:lnTo>
                  <a:pt x="466463" y="8357"/>
                </a:lnTo>
                <a:lnTo>
                  <a:pt x="466326" y="8360"/>
                </a:lnTo>
                <a:lnTo>
                  <a:pt x="466191" y="8365"/>
                </a:lnTo>
                <a:lnTo>
                  <a:pt x="466057" y="8372"/>
                </a:lnTo>
                <a:lnTo>
                  <a:pt x="465924" y="8381"/>
                </a:lnTo>
                <a:lnTo>
                  <a:pt x="465792" y="8392"/>
                </a:lnTo>
                <a:lnTo>
                  <a:pt x="465662" y="8405"/>
                </a:lnTo>
                <a:lnTo>
                  <a:pt x="465532" y="8420"/>
                </a:lnTo>
                <a:lnTo>
                  <a:pt x="465404" y="8437"/>
                </a:lnTo>
                <a:lnTo>
                  <a:pt x="465276" y="8456"/>
                </a:lnTo>
                <a:lnTo>
                  <a:pt x="465150" y="8477"/>
                </a:lnTo>
                <a:lnTo>
                  <a:pt x="465025" y="8500"/>
                </a:lnTo>
                <a:lnTo>
                  <a:pt x="464901" y="8525"/>
                </a:lnTo>
                <a:lnTo>
                  <a:pt x="464778" y="8552"/>
                </a:lnTo>
                <a:lnTo>
                  <a:pt x="464656" y="8582"/>
                </a:lnTo>
                <a:lnTo>
                  <a:pt x="464535" y="8613"/>
                </a:lnTo>
                <a:lnTo>
                  <a:pt x="464415" y="8646"/>
                </a:lnTo>
                <a:lnTo>
                  <a:pt x="464297" y="8681"/>
                </a:lnTo>
                <a:lnTo>
                  <a:pt x="464179" y="8718"/>
                </a:lnTo>
                <a:lnTo>
                  <a:pt x="464063" y="8757"/>
                </a:lnTo>
                <a:lnTo>
                  <a:pt x="463948" y="8798"/>
                </a:lnTo>
                <a:lnTo>
                  <a:pt x="463833" y="8841"/>
                </a:lnTo>
                <a:lnTo>
                  <a:pt x="463720" y="8886"/>
                </a:lnTo>
                <a:lnTo>
                  <a:pt x="463608" y="8933"/>
                </a:lnTo>
                <a:lnTo>
                  <a:pt x="463498" y="8982"/>
                </a:lnTo>
                <a:lnTo>
                  <a:pt x="463388" y="9033"/>
                </a:lnTo>
                <a:lnTo>
                  <a:pt x="463280" y="9085"/>
                </a:lnTo>
                <a:lnTo>
                  <a:pt x="463174" y="9140"/>
                </a:lnTo>
                <a:lnTo>
                  <a:pt x="463068" y="9195"/>
                </a:lnTo>
                <a:lnTo>
                  <a:pt x="462964" y="9253"/>
                </a:lnTo>
                <a:lnTo>
                  <a:pt x="462862" y="9313"/>
                </a:lnTo>
                <a:lnTo>
                  <a:pt x="462761" y="9374"/>
                </a:lnTo>
                <a:lnTo>
                  <a:pt x="462661" y="9437"/>
                </a:lnTo>
                <a:lnTo>
                  <a:pt x="462562" y="9501"/>
                </a:lnTo>
                <a:lnTo>
                  <a:pt x="462465" y="9568"/>
                </a:lnTo>
                <a:lnTo>
                  <a:pt x="462370" y="9636"/>
                </a:lnTo>
                <a:lnTo>
                  <a:pt x="462275" y="9706"/>
                </a:lnTo>
                <a:lnTo>
                  <a:pt x="462182" y="9777"/>
                </a:lnTo>
                <a:lnTo>
                  <a:pt x="462091" y="9851"/>
                </a:lnTo>
                <a:lnTo>
                  <a:pt x="462000" y="9926"/>
                </a:lnTo>
                <a:lnTo>
                  <a:pt x="461911" y="10003"/>
                </a:lnTo>
                <a:lnTo>
                  <a:pt x="461824" y="10081"/>
                </a:lnTo>
                <a:lnTo>
                  <a:pt x="461738" y="10161"/>
                </a:lnTo>
                <a:lnTo>
                  <a:pt x="461653" y="10244"/>
                </a:lnTo>
                <a:lnTo>
                  <a:pt x="461569" y="10327"/>
                </a:lnTo>
                <a:lnTo>
                  <a:pt x="461487" y="10413"/>
                </a:lnTo>
                <a:lnTo>
                  <a:pt x="461406" y="10500"/>
                </a:lnTo>
                <a:lnTo>
                  <a:pt x="461327" y="10589"/>
                </a:lnTo>
                <a:lnTo>
                  <a:pt x="461249" y="10680"/>
                </a:lnTo>
                <a:lnTo>
                  <a:pt x="461173" y="10772"/>
                </a:lnTo>
                <a:lnTo>
                  <a:pt x="461098" y="10866"/>
                </a:lnTo>
                <a:lnTo>
                  <a:pt x="461025" y="10962"/>
                </a:lnTo>
                <a:lnTo>
                  <a:pt x="460953" y="11059"/>
                </a:lnTo>
                <a:lnTo>
                  <a:pt x="460883" y="11158"/>
                </a:lnTo>
                <a:lnTo>
                  <a:pt x="460814" y="11259"/>
                </a:lnTo>
                <a:lnTo>
                  <a:pt x="460747" y="11361"/>
                </a:lnTo>
                <a:lnTo>
                  <a:pt x="460681" y="11464"/>
                </a:lnTo>
                <a:lnTo>
                  <a:pt x="460617" y="11570"/>
                </a:lnTo>
                <a:lnTo>
                  <a:pt x="460555" y="11677"/>
                </a:lnTo>
                <a:lnTo>
                  <a:pt x="460494" y="11785"/>
                </a:lnTo>
                <a:lnTo>
                  <a:pt x="460434" y="11896"/>
                </a:lnTo>
                <a:lnTo>
                  <a:pt x="460376" y="12007"/>
                </a:lnTo>
                <a:lnTo>
                  <a:pt x="460320" y="12121"/>
                </a:lnTo>
                <a:lnTo>
                  <a:pt x="460265" y="12236"/>
                </a:lnTo>
                <a:lnTo>
                  <a:pt x="460212" y="12353"/>
                </a:lnTo>
                <a:lnTo>
                  <a:pt x="460160" y="12471"/>
                </a:lnTo>
                <a:lnTo>
                  <a:pt x="460110" y="12591"/>
                </a:lnTo>
                <a:lnTo>
                  <a:pt x="460061" y="12713"/>
                </a:lnTo>
                <a:lnTo>
                  <a:pt x="460014" y="12836"/>
                </a:lnTo>
                <a:lnTo>
                  <a:pt x="459968" y="12961"/>
                </a:lnTo>
                <a:lnTo>
                  <a:pt x="459924" y="13088"/>
                </a:lnTo>
                <a:lnTo>
                  <a:pt x="459882" y="13216"/>
                </a:lnTo>
                <a:lnTo>
                  <a:pt x="459841" y="13345"/>
                </a:lnTo>
                <a:lnTo>
                  <a:pt x="459801" y="13476"/>
                </a:lnTo>
                <a:lnTo>
                  <a:pt x="459764" y="13609"/>
                </a:lnTo>
                <a:lnTo>
                  <a:pt x="459728" y="13742"/>
                </a:lnTo>
                <a:lnTo>
                  <a:pt x="459694" y="13878"/>
                </a:lnTo>
                <a:lnTo>
                  <a:pt x="459662" y="14014"/>
                </a:lnTo>
                <a:lnTo>
                  <a:pt x="459632" y="14152"/>
                </a:lnTo>
                <a:lnTo>
                  <a:pt x="459603" y="14291"/>
                </a:lnTo>
                <a:lnTo>
                  <a:pt x="459576" y="14432"/>
                </a:lnTo>
                <a:lnTo>
                  <a:pt x="459551" y="14574"/>
                </a:lnTo>
                <a:lnTo>
                  <a:pt x="459527" y="14717"/>
                </a:lnTo>
                <a:lnTo>
                  <a:pt x="459505" y="14861"/>
                </a:lnTo>
                <a:lnTo>
                  <a:pt x="459485" y="15007"/>
                </a:lnTo>
                <a:lnTo>
                  <a:pt x="459467" y="15155"/>
                </a:lnTo>
                <a:lnTo>
                  <a:pt x="459451" y="15304"/>
                </a:lnTo>
                <a:lnTo>
                  <a:pt x="459436" y="15454"/>
                </a:lnTo>
                <a:lnTo>
                  <a:pt x="459423" y="15605"/>
                </a:lnTo>
                <a:lnTo>
                  <a:pt x="459411" y="15758"/>
                </a:lnTo>
                <a:lnTo>
                  <a:pt x="459402" y="15912"/>
                </a:lnTo>
                <a:lnTo>
                  <a:pt x="459394" y="16068"/>
                </a:lnTo>
                <a:lnTo>
                  <a:pt x="459388" y="16225"/>
                </a:lnTo>
                <a:lnTo>
                  <a:pt x="459384" y="16383"/>
                </a:lnTo>
                <a:lnTo>
                  <a:pt x="459381" y="16543"/>
                </a:lnTo>
                <a:lnTo>
                  <a:pt x="459380" y="16704"/>
                </a:lnTo>
                <a:lnTo>
                  <a:pt x="459381" y="16873"/>
                </a:lnTo>
                <a:lnTo>
                  <a:pt x="459384" y="17041"/>
                </a:lnTo>
                <a:lnTo>
                  <a:pt x="459388" y="17206"/>
                </a:lnTo>
                <a:lnTo>
                  <a:pt x="459394" y="17370"/>
                </a:lnTo>
                <a:lnTo>
                  <a:pt x="459401" y="17532"/>
                </a:lnTo>
                <a:lnTo>
                  <a:pt x="459410" y="17693"/>
                </a:lnTo>
                <a:lnTo>
                  <a:pt x="459421" y="17852"/>
                </a:lnTo>
                <a:lnTo>
                  <a:pt x="459434" y="18009"/>
                </a:lnTo>
                <a:lnTo>
                  <a:pt x="459448" y="18164"/>
                </a:lnTo>
                <a:lnTo>
                  <a:pt x="459464" y="18318"/>
                </a:lnTo>
                <a:lnTo>
                  <a:pt x="459482" y="18469"/>
                </a:lnTo>
                <a:lnTo>
                  <a:pt x="459501" y="18619"/>
                </a:lnTo>
                <a:lnTo>
                  <a:pt x="459522" y="18768"/>
                </a:lnTo>
                <a:lnTo>
                  <a:pt x="459545" y="18914"/>
                </a:lnTo>
                <a:lnTo>
                  <a:pt x="459569" y="19059"/>
                </a:lnTo>
                <a:lnTo>
                  <a:pt x="459596" y="19202"/>
                </a:lnTo>
                <a:lnTo>
                  <a:pt x="459623" y="19343"/>
                </a:lnTo>
                <a:lnTo>
                  <a:pt x="459653" y="19483"/>
                </a:lnTo>
                <a:lnTo>
                  <a:pt x="459684" y="19621"/>
                </a:lnTo>
                <a:lnTo>
                  <a:pt x="459717" y="19757"/>
                </a:lnTo>
                <a:lnTo>
                  <a:pt x="459751" y="19891"/>
                </a:lnTo>
                <a:lnTo>
                  <a:pt x="459787" y="20024"/>
                </a:lnTo>
                <a:lnTo>
                  <a:pt x="459825" y="20155"/>
                </a:lnTo>
                <a:lnTo>
                  <a:pt x="459865" y="20284"/>
                </a:lnTo>
                <a:lnTo>
                  <a:pt x="459906" y="20411"/>
                </a:lnTo>
                <a:lnTo>
                  <a:pt x="459949" y="20537"/>
                </a:lnTo>
                <a:lnTo>
                  <a:pt x="459993" y="20661"/>
                </a:lnTo>
                <a:lnTo>
                  <a:pt x="460039" y="20783"/>
                </a:lnTo>
                <a:lnTo>
                  <a:pt x="460087" y="20903"/>
                </a:lnTo>
                <a:lnTo>
                  <a:pt x="460136" y="21021"/>
                </a:lnTo>
                <a:lnTo>
                  <a:pt x="460187" y="21138"/>
                </a:lnTo>
                <a:lnTo>
                  <a:pt x="460240" y="21252"/>
                </a:lnTo>
                <a:lnTo>
                  <a:pt x="460294" y="21365"/>
                </a:lnTo>
                <a:lnTo>
                  <a:pt x="460350" y="21476"/>
                </a:lnTo>
                <a:lnTo>
                  <a:pt x="460407" y="21586"/>
                </a:lnTo>
                <a:lnTo>
                  <a:pt x="460466" y="21693"/>
                </a:lnTo>
                <a:lnTo>
                  <a:pt x="460527" y="21799"/>
                </a:lnTo>
                <a:lnTo>
                  <a:pt x="460589" y="21903"/>
                </a:lnTo>
                <a:lnTo>
                  <a:pt x="460653" y="22005"/>
                </a:lnTo>
                <a:lnTo>
                  <a:pt x="460719" y="22106"/>
                </a:lnTo>
                <a:lnTo>
                  <a:pt x="460786" y="22204"/>
                </a:lnTo>
                <a:lnTo>
                  <a:pt x="460855" y="22301"/>
                </a:lnTo>
                <a:lnTo>
                  <a:pt x="460925" y="22396"/>
                </a:lnTo>
                <a:lnTo>
                  <a:pt x="460998" y="22489"/>
                </a:lnTo>
                <a:lnTo>
                  <a:pt x="461071" y="22580"/>
                </a:lnTo>
                <a:lnTo>
                  <a:pt x="461147" y="22670"/>
                </a:lnTo>
                <a:lnTo>
                  <a:pt x="461223" y="22758"/>
                </a:lnTo>
                <a:lnTo>
                  <a:pt x="461302" y="22843"/>
                </a:lnTo>
                <a:lnTo>
                  <a:pt x="461382" y="22928"/>
                </a:lnTo>
                <a:lnTo>
                  <a:pt x="461464" y="23010"/>
                </a:lnTo>
                <a:lnTo>
                  <a:pt x="461547" y="23091"/>
                </a:lnTo>
                <a:lnTo>
                  <a:pt x="461632" y="23170"/>
                </a:lnTo>
                <a:lnTo>
                  <a:pt x="461718" y="23247"/>
                </a:lnTo>
                <a:lnTo>
                  <a:pt x="461806" y="23322"/>
                </a:lnTo>
                <a:lnTo>
                  <a:pt x="461895" y="23396"/>
                </a:lnTo>
                <a:lnTo>
                  <a:pt x="461986" y="23468"/>
                </a:lnTo>
                <a:lnTo>
                  <a:pt x="462079" y="23538"/>
                </a:lnTo>
                <a:lnTo>
                  <a:pt x="462173" y="23607"/>
                </a:lnTo>
                <a:lnTo>
                  <a:pt x="462268" y="23674"/>
                </a:lnTo>
                <a:lnTo>
                  <a:pt x="462365" y="23739"/>
                </a:lnTo>
                <a:lnTo>
                  <a:pt x="462464" y="23802"/>
                </a:lnTo>
                <a:lnTo>
                  <a:pt x="462564" y="23863"/>
                </a:lnTo>
                <a:lnTo>
                  <a:pt x="462666" y="23923"/>
                </a:lnTo>
                <a:lnTo>
                  <a:pt x="462769" y="23981"/>
                </a:lnTo>
                <a:lnTo>
                  <a:pt x="462874" y="24037"/>
                </a:lnTo>
                <a:lnTo>
                  <a:pt x="462980" y="24092"/>
                </a:lnTo>
                <a:lnTo>
                  <a:pt x="463088" y="24145"/>
                </a:lnTo>
                <a:lnTo>
                  <a:pt x="463197" y="24196"/>
                </a:lnTo>
                <a:lnTo>
                  <a:pt x="463308" y="24245"/>
                </a:lnTo>
                <a:lnTo>
                  <a:pt x="463421" y="24293"/>
                </a:lnTo>
                <a:lnTo>
                  <a:pt x="463535" y="24338"/>
                </a:lnTo>
                <a:lnTo>
                  <a:pt x="463650" y="24383"/>
                </a:lnTo>
                <a:lnTo>
                  <a:pt x="463767" y="24425"/>
                </a:lnTo>
                <a:lnTo>
                  <a:pt x="463886" y="24465"/>
                </a:lnTo>
                <a:lnTo>
                  <a:pt x="464006" y="24504"/>
                </a:lnTo>
                <a:lnTo>
                  <a:pt x="464128" y="24541"/>
                </a:lnTo>
                <a:lnTo>
                  <a:pt x="464252" y="24576"/>
                </a:lnTo>
                <a:lnTo>
                  <a:pt x="464377" y="24609"/>
                </a:lnTo>
                <a:lnTo>
                  <a:pt x="464503" y="24641"/>
                </a:lnTo>
                <a:lnTo>
                  <a:pt x="464632" y="24671"/>
                </a:lnTo>
                <a:lnTo>
                  <a:pt x="464761" y="24699"/>
                </a:lnTo>
                <a:lnTo>
                  <a:pt x="464893" y="24725"/>
                </a:lnTo>
                <a:lnTo>
                  <a:pt x="465026" y="24749"/>
                </a:lnTo>
                <a:lnTo>
                  <a:pt x="465160" y="24772"/>
                </a:lnTo>
                <a:lnTo>
                  <a:pt x="465297" y="24792"/>
                </a:lnTo>
                <a:lnTo>
                  <a:pt x="465435" y="24811"/>
                </a:lnTo>
                <a:lnTo>
                  <a:pt x="465574" y="24828"/>
                </a:lnTo>
                <a:lnTo>
                  <a:pt x="465715" y="24844"/>
                </a:lnTo>
                <a:lnTo>
                  <a:pt x="465858" y="24857"/>
                </a:lnTo>
                <a:lnTo>
                  <a:pt x="466002" y="24869"/>
                </a:lnTo>
                <a:lnTo>
                  <a:pt x="466148" y="24879"/>
                </a:lnTo>
                <a:lnTo>
                  <a:pt x="466295" y="24887"/>
                </a:lnTo>
                <a:lnTo>
                  <a:pt x="466444" y="24893"/>
                </a:lnTo>
                <a:lnTo>
                  <a:pt x="466595" y="24898"/>
                </a:lnTo>
                <a:lnTo>
                  <a:pt x="466747" y="24900"/>
                </a:lnTo>
                <a:lnTo>
                  <a:pt x="466901" y="24901"/>
                </a:lnTo>
                <a:lnTo>
                  <a:pt x="466990" y="24901"/>
                </a:lnTo>
                <a:lnTo>
                  <a:pt x="467078" y="24900"/>
                </a:lnTo>
                <a:lnTo>
                  <a:pt x="467166" y="24899"/>
                </a:lnTo>
                <a:lnTo>
                  <a:pt x="467254" y="24897"/>
                </a:lnTo>
                <a:lnTo>
                  <a:pt x="467341" y="24894"/>
                </a:lnTo>
                <a:lnTo>
                  <a:pt x="467428" y="24891"/>
                </a:lnTo>
                <a:lnTo>
                  <a:pt x="467514" y="24888"/>
                </a:lnTo>
                <a:lnTo>
                  <a:pt x="467600" y="24884"/>
                </a:lnTo>
                <a:lnTo>
                  <a:pt x="467685" y="24879"/>
                </a:lnTo>
                <a:lnTo>
                  <a:pt x="467770" y="24874"/>
                </a:lnTo>
                <a:lnTo>
                  <a:pt x="467855" y="24868"/>
                </a:lnTo>
                <a:lnTo>
                  <a:pt x="467939" y="24861"/>
                </a:lnTo>
                <a:lnTo>
                  <a:pt x="468023" y="24855"/>
                </a:lnTo>
                <a:lnTo>
                  <a:pt x="468106" y="24847"/>
                </a:lnTo>
                <a:lnTo>
                  <a:pt x="468189" y="24839"/>
                </a:lnTo>
                <a:lnTo>
                  <a:pt x="468271" y="24831"/>
                </a:lnTo>
                <a:lnTo>
                  <a:pt x="468353" y="24822"/>
                </a:lnTo>
                <a:lnTo>
                  <a:pt x="468435" y="24812"/>
                </a:lnTo>
                <a:lnTo>
                  <a:pt x="468516" y="24802"/>
                </a:lnTo>
                <a:lnTo>
                  <a:pt x="468596" y="24791"/>
                </a:lnTo>
                <a:lnTo>
                  <a:pt x="468676" y="24780"/>
                </a:lnTo>
                <a:lnTo>
                  <a:pt x="468756" y="24768"/>
                </a:lnTo>
                <a:lnTo>
                  <a:pt x="468836" y="24755"/>
                </a:lnTo>
                <a:lnTo>
                  <a:pt x="468914" y="24742"/>
                </a:lnTo>
                <a:lnTo>
                  <a:pt x="468993" y="24729"/>
                </a:lnTo>
                <a:lnTo>
                  <a:pt x="469070" y="24716"/>
                </a:lnTo>
                <a:lnTo>
                  <a:pt x="469147" y="24702"/>
                </a:lnTo>
                <a:lnTo>
                  <a:pt x="469223" y="24688"/>
                </a:lnTo>
                <a:lnTo>
                  <a:pt x="469298" y="24674"/>
                </a:lnTo>
                <a:lnTo>
                  <a:pt x="469372" y="24660"/>
                </a:lnTo>
                <a:lnTo>
                  <a:pt x="469446" y="24646"/>
                </a:lnTo>
                <a:lnTo>
                  <a:pt x="469519" y="24632"/>
                </a:lnTo>
                <a:lnTo>
                  <a:pt x="469591" y="24617"/>
                </a:lnTo>
                <a:lnTo>
                  <a:pt x="469662" y="24603"/>
                </a:lnTo>
                <a:lnTo>
                  <a:pt x="469733" y="24588"/>
                </a:lnTo>
                <a:lnTo>
                  <a:pt x="469802" y="24573"/>
                </a:lnTo>
                <a:lnTo>
                  <a:pt x="469871" y="24558"/>
                </a:lnTo>
                <a:lnTo>
                  <a:pt x="469939" y="24543"/>
                </a:lnTo>
                <a:lnTo>
                  <a:pt x="470007" y="24528"/>
                </a:lnTo>
                <a:lnTo>
                  <a:pt x="470073" y="24512"/>
                </a:lnTo>
                <a:lnTo>
                  <a:pt x="470139" y="24497"/>
                </a:lnTo>
                <a:lnTo>
                  <a:pt x="470204" y="24481"/>
                </a:lnTo>
                <a:lnTo>
                  <a:pt x="470268" y="24465"/>
                </a:lnTo>
                <a:lnTo>
                  <a:pt x="470332" y="24449"/>
                </a:lnTo>
                <a:lnTo>
                  <a:pt x="470394" y="24433"/>
                </a:lnTo>
                <a:lnTo>
                  <a:pt x="470456" y="24416"/>
                </a:lnTo>
                <a:lnTo>
                  <a:pt x="470517" y="24400"/>
                </a:lnTo>
                <a:lnTo>
                  <a:pt x="470577" y="24383"/>
                </a:lnTo>
                <a:lnTo>
                  <a:pt x="470637" y="24366"/>
                </a:lnTo>
                <a:lnTo>
                  <a:pt x="470695" y="24350"/>
                </a:lnTo>
                <a:lnTo>
                  <a:pt x="470753" y="24333"/>
                </a:lnTo>
                <a:lnTo>
                  <a:pt x="470809" y="24316"/>
                </a:lnTo>
                <a:lnTo>
                  <a:pt x="470865" y="24299"/>
                </a:lnTo>
                <a:lnTo>
                  <a:pt x="470920" y="24282"/>
                </a:lnTo>
                <a:lnTo>
                  <a:pt x="470974" y="24265"/>
                </a:lnTo>
                <a:lnTo>
                  <a:pt x="471027" y="24248"/>
                </a:lnTo>
                <a:lnTo>
                  <a:pt x="471079" y="24232"/>
                </a:lnTo>
                <a:lnTo>
                  <a:pt x="471130" y="24215"/>
                </a:lnTo>
                <a:lnTo>
                  <a:pt x="471180" y="24198"/>
                </a:lnTo>
                <a:lnTo>
                  <a:pt x="471229" y="24180"/>
                </a:lnTo>
                <a:lnTo>
                  <a:pt x="471277" y="24163"/>
                </a:lnTo>
                <a:lnTo>
                  <a:pt x="471325" y="24146"/>
                </a:lnTo>
                <a:lnTo>
                  <a:pt x="471371" y="24129"/>
                </a:lnTo>
                <a:lnTo>
                  <a:pt x="471417" y="24112"/>
                </a:lnTo>
                <a:lnTo>
                  <a:pt x="471461" y="24095"/>
                </a:lnTo>
                <a:lnTo>
                  <a:pt x="471505" y="24078"/>
                </a:lnTo>
                <a:lnTo>
                  <a:pt x="471548" y="24060"/>
                </a:lnTo>
                <a:lnTo>
                  <a:pt x="471589" y="24043"/>
                </a:lnTo>
                <a:lnTo>
                  <a:pt x="471630" y="24026"/>
                </a:lnTo>
                <a:lnTo>
                  <a:pt x="471670" y="24008"/>
                </a:lnTo>
                <a:lnTo>
                  <a:pt x="471709" y="23991"/>
                </a:lnTo>
                <a:lnTo>
                  <a:pt x="471747" y="23974"/>
                </a:lnTo>
                <a:lnTo>
                  <a:pt x="471784" y="23956"/>
                </a:lnTo>
                <a:lnTo>
                  <a:pt x="471820" y="23940"/>
                </a:lnTo>
                <a:lnTo>
                  <a:pt x="471854" y="23923"/>
                </a:lnTo>
                <a:lnTo>
                  <a:pt x="471888" y="23907"/>
                </a:lnTo>
                <a:lnTo>
                  <a:pt x="471920" y="23892"/>
                </a:lnTo>
                <a:lnTo>
                  <a:pt x="471950" y="23877"/>
                </a:lnTo>
                <a:lnTo>
                  <a:pt x="471980" y="23862"/>
                </a:lnTo>
                <a:lnTo>
                  <a:pt x="472008" y="23847"/>
                </a:lnTo>
                <a:lnTo>
                  <a:pt x="472035" y="23833"/>
                </a:lnTo>
                <a:lnTo>
                  <a:pt x="472061" y="23820"/>
                </a:lnTo>
                <a:lnTo>
                  <a:pt x="472085" y="23807"/>
                </a:lnTo>
                <a:lnTo>
                  <a:pt x="472109" y="23794"/>
                </a:lnTo>
                <a:lnTo>
                  <a:pt x="472131" y="23782"/>
                </a:lnTo>
                <a:lnTo>
                  <a:pt x="472151" y="23770"/>
                </a:lnTo>
                <a:lnTo>
                  <a:pt x="472171" y="23758"/>
                </a:lnTo>
                <a:lnTo>
                  <a:pt x="472189" y="23747"/>
                </a:lnTo>
                <a:lnTo>
                  <a:pt x="472206" y="23736"/>
                </a:lnTo>
                <a:lnTo>
                  <a:pt x="472222" y="23726"/>
                </a:lnTo>
                <a:lnTo>
                  <a:pt x="472236" y="23716"/>
                </a:lnTo>
                <a:lnTo>
                  <a:pt x="472250" y="23707"/>
                </a:lnTo>
                <a:lnTo>
                  <a:pt x="472262" y="23698"/>
                </a:lnTo>
                <a:lnTo>
                  <a:pt x="472273" y="23689"/>
                </a:lnTo>
                <a:lnTo>
                  <a:pt x="472282" y="23681"/>
                </a:lnTo>
                <a:lnTo>
                  <a:pt x="472290" y="23673"/>
                </a:lnTo>
                <a:lnTo>
                  <a:pt x="472298" y="23665"/>
                </a:lnTo>
                <a:lnTo>
                  <a:pt x="472305" y="23657"/>
                </a:lnTo>
                <a:lnTo>
                  <a:pt x="472313" y="23650"/>
                </a:lnTo>
                <a:lnTo>
                  <a:pt x="472320" y="23642"/>
                </a:lnTo>
                <a:lnTo>
                  <a:pt x="472327" y="23634"/>
                </a:lnTo>
                <a:lnTo>
                  <a:pt x="472334" y="23626"/>
                </a:lnTo>
                <a:lnTo>
                  <a:pt x="472341" y="23619"/>
                </a:lnTo>
                <a:lnTo>
                  <a:pt x="472348" y="23611"/>
                </a:lnTo>
                <a:lnTo>
                  <a:pt x="472355" y="23603"/>
                </a:lnTo>
                <a:lnTo>
                  <a:pt x="472361" y="23595"/>
                </a:lnTo>
                <a:lnTo>
                  <a:pt x="472368" y="23587"/>
                </a:lnTo>
                <a:lnTo>
                  <a:pt x="472374" y="23579"/>
                </a:lnTo>
                <a:lnTo>
                  <a:pt x="472380" y="23571"/>
                </a:lnTo>
                <a:lnTo>
                  <a:pt x="472386" y="23563"/>
                </a:lnTo>
                <a:lnTo>
                  <a:pt x="472392" y="23555"/>
                </a:lnTo>
                <a:lnTo>
                  <a:pt x="472398" y="23547"/>
                </a:lnTo>
                <a:lnTo>
                  <a:pt x="472404" y="23538"/>
                </a:lnTo>
                <a:lnTo>
                  <a:pt x="472409" y="23530"/>
                </a:lnTo>
                <a:lnTo>
                  <a:pt x="472415" y="23522"/>
                </a:lnTo>
                <a:lnTo>
                  <a:pt x="472420" y="23514"/>
                </a:lnTo>
                <a:lnTo>
                  <a:pt x="472426" y="23506"/>
                </a:lnTo>
                <a:lnTo>
                  <a:pt x="472431" y="23497"/>
                </a:lnTo>
                <a:lnTo>
                  <a:pt x="472436" y="23489"/>
                </a:lnTo>
                <a:lnTo>
                  <a:pt x="472441" y="23481"/>
                </a:lnTo>
                <a:lnTo>
                  <a:pt x="472446" y="23472"/>
                </a:lnTo>
                <a:lnTo>
                  <a:pt x="472450" y="23464"/>
                </a:lnTo>
                <a:lnTo>
                  <a:pt x="472455" y="23455"/>
                </a:lnTo>
                <a:lnTo>
                  <a:pt x="472459" y="23447"/>
                </a:lnTo>
                <a:lnTo>
                  <a:pt x="472464" y="23438"/>
                </a:lnTo>
                <a:lnTo>
                  <a:pt x="472468" y="23429"/>
                </a:lnTo>
                <a:lnTo>
                  <a:pt x="472472" y="23420"/>
                </a:lnTo>
                <a:lnTo>
                  <a:pt x="472476" y="23411"/>
                </a:lnTo>
                <a:lnTo>
                  <a:pt x="472480" y="23402"/>
                </a:lnTo>
                <a:lnTo>
                  <a:pt x="472484" y="23393"/>
                </a:lnTo>
                <a:lnTo>
                  <a:pt x="472487" y="23383"/>
                </a:lnTo>
                <a:lnTo>
                  <a:pt x="472491" y="23374"/>
                </a:lnTo>
                <a:lnTo>
                  <a:pt x="472494" y="23365"/>
                </a:lnTo>
                <a:lnTo>
                  <a:pt x="472498" y="23355"/>
                </a:lnTo>
                <a:lnTo>
                  <a:pt x="472501" y="23346"/>
                </a:lnTo>
                <a:lnTo>
                  <a:pt x="472504" y="23336"/>
                </a:lnTo>
                <a:lnTo>
                  <a:pt x="472507" y="23326"/>
                </a:lnTo>
                <a:lnTo>
                  <a:pt x="472510" y="23316"/>
                </a:lnTo>
                <a:lnTo>
                  <a:pt x="472512" y="23306"/>
                </a:lnTo>
                <a:lnTo>
                  <a:pt x="472515" y="23296"/>
                </a:lnTo>
                <a:lnTo>
                  <a:pt x="472518" y="23286"/>
                </a:lnTo>
                <a:lnTo>
                  <a:pt x="472520" y="23276"/>
                </a:lnTo>
                <a:lnTo>
                  <a:pt x="472522" y="23265"/>
                </a:lnTo>
                <a:lnTo>
                  <a:pt x="472524" y="23255"/>
                </a:lnTo>
                <a:lnTo>
                  <a:pt x="472526" y="23245"/>
                </a:lnTo>
                <a:lnTo>
                  <a:pt x="472528" y="23234"/>
                </a:lnTo>
                <a:lnTo>
                  <a:pt x="472530" y="23223"/>
                </a:lnTo>
                <a:lnTo>
                  <a:pt x="472532" y="23212"/>
                </a:lnTo>
                <a:lnTo>
                  <a:pt x="472534" y="23201"/>
                </a:lnTo>
                <a:lnTo>
                  <a:pt x="472536" y="23190"/>
                </a:lnTo>
                <a:lnTo>
                  <a:pt x="472538" y="23179"/>
                </a:lnTo>
                <a:lnTo>
                  <a:pt x="472540" y="23168"/>
                </a:lnTo>
                <a:lnTo>
                  <a:pt x="472542" y="23156"/>
                </a:lnTo>
                <a:lnTo>
                  <a:pt x="472544" y="23145"/>
                </a:lnTo>
                <a:lnTo>
                  <a:pt x="472546" y="23133"/>
                </a:lnTo>
                <a:lnTo>
                  <a:pt x="472547" y="23121"/>
                </a:lnTo>
                <a:lnTo>
                  <a:pt x="472549" y="23109"/>
                </a:lnTo>
                <a:lnTo>
                  <a:pt x="472551" y="23097"/>
                </a:lnTo>
                <a:lnTo>
                  <a:pt x="472552" y="23085"/>
                </a:lnTo>
                <a:lnTo>
                  <a:pt x="472554" y="23073"/>
                </a:lnTo>
                <a:lnTo>
                  <a:pt x="472556" y="23061"/>
                </a:lnTo>
                <a:lnTo>
                  <a:pt x="472557" y="23048"/>
                </a:lnTo>
                <a:lnTo>
                  <a:pt x="472559" y="23036"/>
                </a:lnTo>
                <a:lnTo>
                  <a:pt x="472560" y="23023"/>
                </a:lnTo>
                <a:lnTo>
                  <a:pt x="472562" y="23010"/>
                </a:lnTo>
                <a:lnTo>
                  <a:pt x="472563" y="22997"/>
                </a:lnTo>
                <a:lnTo>
                  <a:pt x="472565" y="22984"/>
                </a:lnTo>
                <a:lnTo>
                  <a:pt x="472566" y="22971"/>
                </a:lnTo>
                <a:lnTo>
                  <a:pt x="472567" y="22958"/>
                </a:lnTo>
                <a:lnTo>
                  <a:pt x="472569" y="22944"/>
                </a:lnTo>
                <a:lnTo>
                  <a:pt x="472570" y="22930"/>
                </a:lnTo>
                <a:lnTo>
                  <a:pt x="472571" y="22916"/>
                </a:lnTo>
                <a:lnTo>
                  <a:pt x="472572" y="22902"/>
                </a:lnTo>
                <a:lnTo>
                  <a:pt x="472573" y="22888"/>
                </a:lnTo>
                <a:lnTo>
                  <a:pt x="472574" y="22873"/>
                </a:lnTo>
                <a:lnTo>
                  <a:pt x="472575" y="22859"/>
                </a:lnTo>
                <a:lnTo>
                  <a:pt x="472576" y="22844"/>
                </a:lnTo>
                <a:lnTo>
                  <a:pt x="472577" y="22828"/>
                </a:lnTo>
                <a:lnTo>
                  <a:pt x="472578" y="22813"/>
                </a:lnTo>
                <a:lnTo>
                  <a:pt x="472579" y="22798"/>
                </a:lnTo>
                <a:lnTo>
                  <a:pt x="472579" y="22782"/>
                </a:lnTo>
                <a:lnTo>
                  <a:pt x="472580" y="22766"/>
                </a:lnTo>
                <a:lnTo>
                  <a:pt x="472580" y="22750"/>
                </a:lnTo>
                <a:lnTo>
                  <a:pt x="472581" y="22733"/>
                </a:lnTo>
                <a:lnTo>
                  <a:pt x="472581" y="22717"/>
                </a:lnTo>
                <a:lnTo>
                  <a:pt x="472582" y="22700"/>
                </a:lnTo>
                <a:lnTo>
                  <a:pt x="472582" y="22683"/>
                </a:lnTo>
                <a:lnTo>
                  <a:pt x="472582" y="22666"/>
                </a:lnTo>
                <a:lnTo>
                  <a:pt x="472583" y="22648"/>
                </a:lnTo>
                <a:lnTo>
                  <a:pt x="472583" y="22631"/>
                </a:lnTo>
                <a:lnTo>
                  <a:pt x="472583" y="22613"/>
                </a:lnTo>
                <a:lnTo>
                  <a:pt x="472583" y="22595"/>
                </a:lnTo>
                <a:lnTo>
                  <a:pt x="472583" y="22570"/>
                </a:lnTo>
                <a:lnTo>
                  <a:pt x="472583" y="22545"/>
                </a:lnTo>
                <a:lnTo>
                  <a:pt x="472582" y="22521"/>
                </a:lnTo>
                <a:lnTo>
                  <a:pt x="472582" y="22497"/>
                </a:lnTo>
                <a:lnTo>
                  <a:pt x="472582" y="22474"/>
                </a:lnTo>
                <a:lnTo>
                  <a:pt x="472581" y="22450"/>
                </a:lnTo>
                <a:lnTo>
                  <a:pt x="472581" y="22427"/>
                </a:lnTo>
                <a:lnTo>
                  <a:pt x="472580" y="22405"/>
                </a:lnTo>
                <a:lnTo>
                  <a:pt x="472579" y="22382"/>
                </a:lnTo>
                <a:lnTo>
                  <a:pt x="472578" y="22360"/>
                </a:lnTo>
                <a:lnTo>
                  <a:pt x="472578" y="22338"/>
                </a:lnTo>
                <a:lnTo>
                  <a:pt x="472577" y="22317"/>
                </a:lnTo>
                <a:lnTo>
                  <a:pt x="472575" y="22296"/>
                </a:lnTo>
                <a:lnTo>
                  <a:pt x="472574" y="22275"/>
                </a:lnTo>
                <a:lnTo>
                  <a:pt x="472573" y="22255"/>
                </a:lnTo>
                <a:lnTo>
                  <a:pt x="472572" y="22235"/>
                </a:lnTo>
                <a:lnTo>
                  <a:pt x="472570" y="22215"/>
                </a:lnTo>
                <a:lnTo>
                  <a:pt x="472569" y="22195"/>
                </a:lnTo>
                <a:lnTo>
                  <a:pt x="472567" y="22176"/>
                </a:lnTo>
                <a:lnTo>
                  <a:pt x="472565" y="22157"/>
                </a:lnTo>
                <a:lnTo>
                  <a:pt x="472564" y="22139"/>
                </a:lnTo>
                <a:lnTo>
                  <a:pt x="472562" y="22121"/>
                </a:lnTo>
                <a:lnTo>
                  <a:pt x="472560" y="22103"/>
                </a:lnTo>
                <a:lnTo>
                  <a:pt x="472558" y="22085"/>
                </a:lnTo>
                <a:lnTo>
                  <a:pt x="472556" y="22068"/>
                </a:lnTo>
                <a:lnTo>
                  <a:pt x="472553" y="22051"/>
                </a:lnTo>
                <a:lnTo>
                  <a:pt x="472551" y="22034"/>
                </a:lnTo>
                <a:lnTo>
                  <a:pt x="472549" y="22018"/>
                </a:lnTo>
                <a:lnTo>
                  <a:pt x="472546" y="22002"/>
                </a:lnTo>
                <a:lnTo>
                  <a:pt x="472544" y="21986"/>
                </a:lnTo>
                <a:lnTo>
                  <a:pt x="472541" y="21971"/>
                </a:lnTo>
                <a:lnTo>
                  <a:pt x="472538" y="21956"/>
                </a:lnTo>
                <a:lnTo>
                  <a:pt x="472535" y="21941"/>
                </a:lnTo>
                <a:lnTo>
                  <a:pt x="472532" y="21927"/>
                </a:lnTo>
                <a:lnTo>
                  <a:pt x="472529" y="21913"/>
                </a:lnTo>
                <a:lnTo>
                  <a:pt x="472526" y="21899"/>
                </a:lnTo>
                <a:lnTo>
                  <a:pt x="472523" y="21886"/>
                </a:lnTo>
                <a:lnTo>
                  <a:pt x="472520" y="21873"/>
                </a:lnTo>
                <a:lnTo>
                  <a:pt x="472517" y="21860"/>
                </a:lnTo>
                <a:lnTo>
                  <a:pt x="472513" y="21847"/>
                </a:lnTo>
                <a:lnTo>
                  <a:pt x="472510" y="21835"/>
                </a:lnTo>
                <a:lnTo>
                  <a:pt x="472506" y="21824"/>
                </a:lnTo>
                <a:lnTo>
                  <a:pt x="472502" y="21812"/>
                </a:lnTo>
                <a:lnTo>
                  <a:pt x="472499" y="21801"/>
                </a:lnTo>
                <a:lnTo>
                  <a:pt x="472495" y="21790"/>
                </a:lnTo>
                <a:lnTo>
                  <a:pt x="472491" y="21779"/>
                </a:lnTo>
                <a:lnTo>
                  <a:pt x="472487" y="21769"/>
                </a:lnTo>
                <a:lnTo>
                  <a:pt x="472483" y="21759"/>
                </a:lnTo>
                <a:lnTo>
                  <a:pt x="472478" y="21750"/>
                </a:lnTo>
                <a:lnTo>
                  <a:pt x="472474" y="21740"/>
                </a:lnTo>
                <a:lnTo>
                  <a:pt x="472469" y="21731"/>
                </a:lnTo>
                <a:lnTo>
                  <a:pt x="472465" y="21722"/>
                </a:lnTo>
                <a:lnTo>
                  <a:pt x="472460" y="21713"/>
                </a:lnTo>
                <a:lnTo>
                  <a:pt x="472455" y="21704"/>
                </a:lnTo>
                <a:lnTo>
                  <a:pt x="472450" y="21696"/>
                </a:lnTo>
                <a:lnTo>
                  <a:pt x="472444" y="21688"/>
                </a:lnTo>
                <a:lnTo>
                  <a:pt x="472439" y="21680"/>
                </a:lnTo>
                <a:lnTo>
                  <a:pt x="472433" y="21672"/>
                </a:lnTo>
                <a:lnTo>
                  <a:pt x="472428" y="21664"/>
                </a:lnTo>
                <a:lnTo>
                  <a:pt x="472422" y="21657"/>
                </a:lnTo>
                <a:lnTo>
                  <a:pt x="472416" y="21650"/>
                </a:lnTo>
                <a:lnTo>
                  <a:pt x="472410" y="21643"/>
                </a:lnTo>
                <a:lnTo>
                  <a:pt x="472404" y="21636"/>
                </a:lnTo>
                <a:lnTo>
                  <a:pt x="472397" y="21629"/>
                </a:lnTo>
                <a:lnTo>
                  <a:pt x="472391" y="21623"/>
                </a:lnTo>
                <a:lnTo>
                  <a:pt x="472384" y="21617"/>
                </a:lnTo>
                <a:lnTo>
                  <a:pt x="472377" y="21611"/>
                </a:lnTo>
                <a:lnTo>
                  <a:pt x="472370" y="21605"/>
                </a:lnTo>
                <a:lnTo>
                  <a:pt x="472363" y="21599"/>
                </a:lnTo>
                <a:lnTo>
                  <a:pt x="472355" y="21594"/>
                </a:lnTo>
                <a:lnTo>
                  <a:pt x="472348" y="21589"/>
                </a:lnTo>
                <a:lnTo>
                  <a:pt x="472340" y="21584"/>
                </a:lnTo>
                <a:lnTo>
                  <a:pt x="472333" y="21579"/>
                </a:lnTo>
                <a:lnTo>
                  <a:pt x="472325" y="21574"/>
                </a:lnTo>
                <a:lnTo>
                  <a:pt x="472317" y="21570"/>
                </a:lnTo>
                <a:lnTo>
                  <a:pt x="472309" y="21566"/>
                </a:lnTo>
                <a:lnTo>
                  <a:pt x="472301" y="21562"/>
                </a:lnTo>
                <a:lnTo>
                  <a:pt x="472293" y="21558"/>
                </a:lnTo>
                <a:lnTo>
                  <a:pt x="472285" y="21555"/>
                </a:lnTo>
                <a:lnTo>
                  <a:pt x="472276" y="21551"/>
                </a:lnTo>
                <a:lnTo>
                  <a:pt x="472268" y="21548"/>
                </a:lnTo>
                <a:lnTo>
                  <a:pt x="472260" y="21545"/>
                </a:lnTo>
                <a:lnTo>
                  <a:pt x="472251" y="21542"/>
                </a:lnTo>
                <a:lnTo>
                  <a:pt x="472242" y="21540"/>
                </a:lnTo>
                <a:lnTo>
                  <a:pt x="472234" y="21538"/>
                </a:lnTo>
                <a:lnTo>
                  <a:pt x="472225" y="21535"/>
                </a:lnTo>
                <a:lnTo>
                  <a:pt x="472216" y="21534"/>
                </a:lnTo>
                <a:lnTo>
                  <a:pt x="472207" y="21532"/>
                </a:lnTo>
                <a:lnTo>
                  <a:pt x="472198" y="21530"/>
                </a:lnTo>
                <a:lnTo>
                  <a:pt x="472188" y="21529"/>
                </a:lnTo>
                <a:lnTo>
                  <a:pt x="472179" y="21528"/>
                </a:lnTo>
                <a:lnTo>
                  <a:pt x="472170" y="21527"/>
                </a:lnTo>
                <a:lnTo>
                  <a:pt x="472160" y="21526"/>
                </a:lnTo>
                <a:lnTo>
                  <a:pt x="472151" y="21526"/>
                </a:lnTo>
                <a:lnTo>
                  <a:pt x="472141" y="21525"/>
                </a:lnTo>
                <a:lnTo>
                  <a:pt x="472132" y="21525"/>
                </a:lnTo>
                <a:lnTo>
                  <a:pt x="472115" y="21526"/>
                </a:lnTo>
                <a:lnTo>
                  <a:pt x="472097" y="21527"/>
                </a:lnTo>
                <a:lnTo>
                  <a:pt x="472078" y="21528"/>
                </a:lnTo>
                <a:lnTo>
                  <a:pt x="472059" y="21530"/>
                </a:lnTo>
                <a:lnTo>
                  <a:pt x="472040" y="21533"/>
                </a:lnTo>
                <a:lnTo>
                  <a:pt x="472019" y="21536"/>
                </a:lnTo>
                <a:lnTo>
                  <a:pt x="471998" y="21540"/>
                </a:lnTo>
                <a:lnTo>
                  <a:pt x="471977" y="21545"/>
                </a:lnTo>
                <a:lnTo>
                  <a:pt x="471954" y="21550"/>
                </a:lnTo>
                <a:lnTo>
                  <a:pt x="471931" y="21556"/>
                </a:lnTo>
                <a:lnTo>
                  <a:pt x="471907" y="21562"/>
                </a:lnTo>
                <a:lnTo>
                  <a:pt x="471883" y="21569"/>
                </a:lnTo>
                <a:lnTo>
                  <a:pt x="471858" y="21577"/>
                </a:lnTo>
                <a:lnTo>
                  <a:pt x="471832" y="21585"/>
                </a:lnTo>
                <a:lnTo>
                  <a:pt x="471806" y="21594"/>
                </a:lnTo>
                <a:lnTo>
                  <a:pt x="471779" y="21603"/>
                </a:lnTo>
                <a:lnTo>
                  <a:pt x="471751" y="21613"/>
                </a:lnTo>
                <a:lnTo>
                  <a:pt x="471723" y="21624"/>
                </a:lnTo>
                <a:lnTo>
                  <a:pt x="471694" y="21635"/>
                </a:lnTo>
                <a:lnTo>
                  <a:pt x="471664" y="21647"/>
                </a:lnTo>
                <a:lnTo>
                  <a:pt x="471633" y="21660"/>
                </a:lnTo>
                <a:lnTo>
                  <a:pt x="471602" y="21673"/>
                </a:lnTo>
                <a:lnTo>
                  <a:pt x="471571" y="21686"/>
                </a:lnTo>
                <a:lnTo>
                  <a:pt x="471538" y="21701"/>
                </a:lnTo>
                <a:lnTo>
                  <a:pt x="471505" y="21715"/>
                </a:lnTo>
                <a:lnTo>
                  <a:pt x="471471" y="21730"/>
                </a:lnTo>
                <a:lnTo>
                  <a:pt x="471437" y="21745"/>
                </a:lnTo>
                <a:lnTo>
                  <a:pt x="471401" y="21760"/>
                </a:lnTo>
                <a:lnTo>
                  <a:pt x="471365" y="21776"/>
                </a:lnTo>
                <a:lnTo>
                  <a:pt x="471328" y="21791"/>
                </a:lnTo>
                <a:lnTo>
                  <a:pt x="471291" y="21807"/>
                </a:lnTo>
                <a:lnTo>
                  <a:pt x="471252" y="21822"/>
                </a:lnTo>
                <a:lnTo>
                  <a:pt x="471213" y="21838"/>
                </a:lnTo>
                <a:lnTo>
                  <a:pt x="471173" y="21854"/>
                </a:lnTo>
                <a:lnTo>
                  <a:pt x="471133" y="21870"/>
                </a:lnTo>
                <a:lnTo>
                  <a:pt x="471091" y="21887"/>
                </a:lnTo>
                <a:lnTo>
                  <a:pt x="471049" y="21903"/>
                </a:lnTo>
                <a:lnTo>
                  <a:pt x="471006" y="21920"/>
                </a:lnTo>
                <a:lnTo>
                  <a:pt x="470962" y="21936"/>
                </a:lnTo>
                <a:lnTo>
                  <a:pt x="470918" y="21953"/>
                </a:lnTo>
                <a:lnTo>
                  <a:pt x="470873" y="21970"/>
                </a:lnTo>
                <a:lnTo>
                  <a:pt x="470827" y="21988"/>
                </a:lnTo>
                <a:lnTo>
                  <a:pt x="470780" y="22005"/>
                </a:lnTo>
                <a:lnTo>
                  <a:pt x="470733" y="22022"/>
                </a:lnTo>
                <a:lnTo>
                  <a:pt x="470685" y="22040"/>
                </a:lnTo>
                <a:lnTo>
                  <a:pt x="470636" y="22058"/>
                </a:lnTo>
                <a:lnTo>
                  <a:pt x="470586" y="22076"/>
                </a:lnTo>
                <a:lnTo>
                  <a:pt x="470536" y="22094"/>
                </a:lnTo>
                <a:lnTo>
                  <a:pt x="470484" y="22112"/>
                </a:lnTo>
                <a:lnTo>
                  <a:pt x="470432" y="22129"/>
                </a:lnTo>
                <a:lnTo>
                  <a:pt x="470380" y="22147"/>
                </a:lnTo>
                <a:lnTo>
                  <a:pt x="470326" y="22165"/>
                </a:lnTo>
                <a:lnTo>
                  <a:pt x="470272" y="22182"/>
                </a:lnTo>
                <a:lnTo>
                  <a:pt x="470216" y="22200"/>
                </a:lnTo>
                <a:lnTo>
                  <a:pt x="470161" y="22217"/>
                </a:lnTo>
                <a:lnTo>
                  <a:pt x="470104" y="22234"/>
                </a:lnTo>
                <a:lnTo>
                  <a:pt x="470046" y="22251"/>
                </a:lnTo>
                <a:lnTo>
                  <a:pt x="469988" y="22267"/>
                </a:lnTo>
                <a:lnTo>
                  <a:pt x="469929" y="22284"/>
                </a:lnTo>
                <a:lnTo>
                  <a:pt x="469869" y="22300"/>
                </a:lnTo>
                <a:lnTo>
                  <a:pt x="469809" y="22317"/>
                </a:lnTo>
                <a:lnTo>
                  <a:pt x="469747" y="22333"/>
                </a:lnTo>
                <a:lnTo>
                  <a:pt x="469685" y="22349"/>
                </a:lnTo>
                <a:lnTo>
                  <a:pt x="469622" y="22365"/>
                </a:lnTo>
                <a:lnTo>
                  <a:pt x="469558" y="22380"/>
                </a:lnTo>
                <a:lnTo>
                  <a:pt x="469494" y="22396"/>
                </a:lnTo>
                <a:lnTo>
                  <a:pt x="469428" y="22411"/>
                </a:lnTo>
                <a:lnTo>
                  <a:pt x="469362" y="22427"/>
                </a:lnTo>
                <a:lnTo>
                  <a:pt x="469295" y="22442"/>
                </a:lnTo>
                <a:lnTo>
                  <a:pt x="469228" y="22457"/>
                </a:lnTo>
                <a:lnTo>
                  <a:pt x="469159" y="22472"/>
                </a:lnTo>
                <a:lnTo>
                  <a:pt x="469090" y="22486"/>
                </a:lnTo>
                <a:lnTo>
                  <a:pt x="469020" y="22501"/>
                </a:lnTo>
                <a:lnTo>
                  <a:pt x="468949" y="22514"/>
                </a:lnTo>
                <a:lnTo>
                  <a:pt x="468877" y="22527"/>
                </a:lnTo>
                <a:lnTo>
                  <a:pt x="468805" y="22540"/>
                </a:lnTo>
                <a:lnTo>
                  <a:pt x="468732" y="22552"/>
                </a:lnTo>
                <a:lnTo>
                  <a:pt x="468658" y="22563"/>
                </a:lnTo>
                <a:lnTo>
                  <a:pt x="468583" y="22574"/>
                </a:lnTo>
                <a:lnTo>
                  <a:pt x="468507" y="22584"/>
                </a:lnTo>
                <a:lnTo>
                  <a:pt x="468430" y="22593"/>
                </a:lnTo>
                <a:lnTo>
                  <a:pt x="468353" y="22602"/>
                </a:lnTo>
                <a:lnTo>
                  <a:pt x="468275" y="22610"/>
                </a:lnTo>
                <a:lnTo>
                  <a:pt x="468196" y="22618"/>
                </a:lnTo>
                <a:lnTo>
                  <a:pt x="468116" y="22625"/>
                </a:lnTo>
                <a:lnTo>
                  <a:pt x="468035" y="22631"/>
                </a:lnTo>
                <a:lnTo>
                  <a:pt x="467954" y="22637"/>
                </a:lnTo>
                <a:lnTo>
                  <a:pt x="467872" y="22642"/>
                </a:lnTo>
                <a:lnTo>
                  <a:pt x="467789" y="22647"/>
                </a:lnTo>
                <a:lnTo>
                  <a:pt x="467705" y="22651"/>
                </a:lnTo>
                <a:lnTo>
                  <a:pt x="467620" y="22654"/>
                </a:lnTo>
                <a:lnTo>
                  <a:pt x="467535" y="22657"/>
                </a:lnTo>
                <a:lnTo>
                  <a:pt x="467448" y="22659"/>
                </a:lnTo>
                <a:lnTo>
                  <a:pt x="467361" y="22661"/>
                </a:lnTo>
                <a:lnTo>
                  <a:pt x="467273" y="22661"/>
                </a:lnTo>
                <a:lnTo>
                  <a:pt x="467185" y="22662"/>
                </a:lnTo>
                <a:lnTo>
                  <a:pt x="467073" y="22661"/>
                </a:lnTo>
                <a:lnTo>
                  <a:pt x="466962" y="22659"/>
                </a:lnTo>
                <a:lnTo>
                  <a:pt x="466853" y="22656"/>
                </a:lnTo>
                <a:lnTo>
                  <a:pt x="466745" y="22651"/>
                </a:lnTo>
                <a:lnTo>
                  <a:pt x="466639" y="22645"/>
                </a:lnTo>
                <a:lnTo>
                  <a:pt x="466534" y="22638"/>
                </a:lnTo>
                <a:lnTo>
                  <a:pt x="466431" y="22629"/>
                </a:lnTo>
                <a:lnTo>
                  <a:pt x="466329" y="22619"/>
                </a:lnTo>
                <a:lnTo>
                  <a:pt x="466228" y="22608"/>
                </a:lnTo>
                <a:lnTo>
                  <a:pt x="466129" y="22595"/>
                </a:lnTo>
                <a:lnTo>
                  <a:pt x="466032" y="22581"/>
                </a:lnTo>
                <a:lnTo>
                  <a:pt x="465936" y="22565"/>
                </a:lnTo>
                <a:lnTo>
                  <a:pt x="465841" y="22549"/>
                </a:lnTo>
                <a:lnTo>
                  <a:pt x="465748" y="22531"/>
                </a:lnTo>
                <a:lnTo>
                  <a:pt x="465656" y="22511"/>
                </a:lnTo>
                <a:lnTo>
                  <a:pt x="465566" y="22490"/>
                </a:lnTo>
                <a:lnTo>
                  <a:pt x="465477" y="22468"/>
                </a:lnTo>
                <a:lnTo>
                  <a:pt x="465389" y="22445"/>
                </a:lnTo>
                <a:lnTo>
                  <a:pt x="465303" y="22420"/>
                </a:lnTo>
                <a:lnTo>
                  <a:pt x="465219" y="22394"/>
                </a:lnTo>
                <a:lnTo>
                  <a:pt x="465136" y="22367"/>
                </a:lnTo>
                <a:lnTo>
                  <a:pt x="465054" y="22338"/>
                </a:lnTo>
                <a:lnTo>
                  <a:pt x="464974" y="22308"/>
                </a:lnTo>
                <a:lnTo>
                  <a:pt x="464895" y="22276"/>
                </a:lnTo>
                <a:lnTo>
                  <a:pt x="464818" y="22244"/>
                </a:lnTo>
                <a:lnTo>
                  <a:pt x="464742" y="22210"/>
                </a:lnTo>
                <a:lnTo>
                  <a:pt x="464667" y="22175"/>
                </a:lnTo>
                <a:lnTo>
                  <a:pt x="464593" y="22138"/>
                </a:lnTo>
                <a:lnTo>
                  <a:pt x="464520" y="22101"/>
                </a:lnTo>
                <a:lnTo>
                  <a:pt x="464449" y="22062"/>
                </a:lnTo>
                <a:lnTo>
                  <a:pt x="464379" y="22023"/>
                </a:lnTo>
                <a:lnTo>
                  <a:pt x="464310" y="21982"/>
                </a:lnTo>
                <a:lnTo>
                  <a:pt x="464243" y="21940"/>
                </a:lnTo>
                <a:lnTo>
                  <a:pt x="464176" y="21897"/>
                </a:lnTo>
                <a:lnTo>
                  <a:pt x="464111" y="21852"/>
                </a:lnTo>
                <a:lnTo>
                  <a:pt x="464047" y="21807"/>
                </a:lnTo>
                <a:lnTo>
                  <a:pt x="463984" y="21760"/>
                </a:lnTo>
                <a:lnTo>
                  <a:pt x="463923" y="21712"/>
                </a:lnTo>
                <a:lnTo>
                  <a:pt x="463862" y="21663"/>
                </a:lnTo>
                <a:lnTo>
                  <a:pt x="463803" y="21613"/>
                </a:lnTo>
                <a:lnTo>
                  <a:pt x="463745" y="21562"/>
                </a:lnTo>
                <a:lnTo>
                  <a:pt x="463689" y="21509"/>
                </a:lnTo>
                <a:lnTo>
                  <a:pt x="463633" y="21455"/>
                </a:lnTo>
                <a:lnTo>
                  <a:pt x="463579" y="21401"/>
                </a:lnTo>
                <a:lnTo>
                  <a:pt x="463526" y="21345"/>
                </a:lnTo>
                <a:lnTo>
                  <a:pt x="463474" y="21287"/>
                </a:lnTo>
                <a:lnTo>
                  <a:pt x="463424" y="21229"/>
                </a:lnTo>
                <a:lnTo>
                  <a:pt x="463374" y="21170"/>
                </a:lnTo>
                <a:lnTo>
                  <a:pt x="463326" y="21109"/>
                </a:lnTo>
                <a:lnTo>
                  <a:pt x="463279" y="21048"/>
                </a:lnTo>
                <a:lnTo>
                  <a:pt x="463233" y="20985"/>
                </a:lnTo>
                <a:lnTo>
                  <a:pt x="463189" y="20922"/>
                </a:lnTo>
                <a:lnTo>
                  <a:pt x="463145" y="20857"/>
                </a:lnTo>
                <a:lnTo>
                  <a:pt x="463103" y="20791"/>
                </a:lnTo>
                <a:lnTo>
                  <a:pt x="463062" y="20725"/>
                </a:lnTo>
                <a:lnTo>
                  <a:pt x="463022" y="20658"/>
                </a:lnTo>
                <a:lnTo>
                  <a:pt x="462983" y="20589"/>
                </a:lnTo>
                <a:lnTo>
                  <a:pt x="462945" y="20520"/>
                </a:lnTo>
                <a:lnTo>
                  <a:pt x="462908" y="20449"/>
                </a:lnTo>
                <a:lnTo>
                  <a:pt x="462873" y="20378"/>
                </a:lnTo>
                <a:lnTo>
                  <a:pt x="462839" y="20305"/>
                </a:lnTo>
                <a:lnTo>
                  <a:pt x="462806" y="20232"/>
                </a:lnTo>
                <a:lnTo>
                  <a:pt x="462774" y="20157"/>
                </a:lnTo>
                <a:lnTo>
                  <a:pt x="462743" y="20082"/>
                </a:lnTo>
                <a:lnTo>
                  <a:pt x="462713" y="20006"/>
                </a:lnTo>
                <a:lnTo>
                  <a:pt x="462685" y="19928"/>
                </a:lnTo>
                <a:lnTo>
                  <a:pt x="462658" y="19850"/>
                </a:lnTo>
                <a:lnTo>
                  <a:pt x="462632" y="19770"/>
                </a:lnTo>
                <a:lnTo>
                  <a:pt x="462607" y="19690"/>
                </a:lnTo>
                <a:lnTo>
                  <a:pt x="462583" y="19609"/>
                </a:lnTo>
                <a:lnTo>
                  <a:pt x="462560" y="19526"/>
                </a:lnTo>
                <a:lnTo>
                  <a:pt x="462539" y="19443"/>
                </a:lnTo>
                <a:lnTo>
                  <a:pt x="462518" y="19359"/>
                </a:lnTo>
                <a:lnTo>
                  <a:pt x="462499" y="19274"/>
                </a:lnTo>
                <a:lnTo>
                  <a:pt x="462480" y="19188"/>
                </a:lnTo>
                <a:lnTo>
                  <a:pt x="462462" y="19101"/>
                </a:lnTo>
                <a:lnTo>
                  <a:pt x="462445" y="19013"/>
                </a:lnTo>
                <a:lnTo>
                  <a:pt x="462429" y="18924"/>
                </a:lnTo>
                <a:lnTo>
                  <a:pt x="462414" y="18835"/>
                </a:lnTo>
                <a:lnTo>
                  <a:pt x="462399" y="18745"/>
                </a:lnTo>
                <a:lnTo>
                  <a:pt x="462386" y="18653"/>
                </a:lnTo>
                <a:lnTo>
                  <a:pt x="462373" y="18561"/>
                </a:lnTo>
                <a:lnTo>
                  <a:pt x="462362" y="18468"/>
                </a:lnTo>
                <a:lnTo>
                  <a:pt x="462351" y="18374"/>
                </a:lnTo>
                <a:lnTo>
                  <a:pt x="462341" y="18280"/>
                </a:lnTo>
                <a:lnTo>
                  <a:pt x="462332" y="18184"/>
                </a:lnTo>
                <a:lnTo>
                  <a:pt x="462323" y="18088"/>
                </a:lnTo>
                <a:lnTo>
                  <a:pt x="462316" y="17990"/>
                </a:lnTo>
                <a:lnTo>
                  <a:pt x="462309" y="17892"/>
                </a:lnTo>
                <a:lnTo>
                  <a:pt x="462304" y="17793"/>
                </a:lnTo>
                <a:lnTo>
                  <a:pt x="462299" y="17693"/>
                </a:lnTo>
                <a:lnTo>
                  <a:pt x="462295" y="17592"/>
                </a:lnTo>
                <a:lnTo>
                  <a:pt x="462292" y="17490"/>
                </a:lnTo>
                <a:lnTo>
                  <a:pt x="462290" y="17388"/>
                </a:lnTo>
                <a:lnTo>
                  <a:pt x="462289" y="17284"/>
                </a:lnTo>
                <a:lnTo>
                  <a:pt x="462288" y="17180"/>
                </a:lnTo>
                <a:lnTo>
                  <a:pt x="472148" y="17180"/>
                </a:lnTo>
                <a:lnTo>
                  <a:pt x="472183" y="17180"/>
                </a:lnTo>
                <a:lnTo>
                  <a:pt x="472217" y="17178"/>
                </a:lnTo>
                <a:lnTo>
                  <a:pt x="472251" y="17176"/>
                </a:lnTo>
                <a:lnTo>
                  <a:pt x="472285" y="17172"/>
                </a:lnTo>
                <a:lnTo>
                  <a:pt x="472318" y="17168"/>
                </a:lnTo>
                <a:lnTo>
                  <a:pt x="472351" y="17163"/>
                </a:lnTo>
                <a:lnTo>
                  <a:pt x="472384" y="17157"/>
                </a:lnTo>
                <a:lnTo>
                  <a:pt x="472417" y="17150"/>
                </a:lnTo>
                <a:lnTo>
                  <a:pt x="472449" y="17141"/>
                </a:lnTo>
                <a:lnTo>
                  <a:pt x="472480" y="17132"/>
                </a:lnTo>
                <a:lnTo>
                  <a:pt x="472512" y="17122"/>
                </a:lnTo>
                <a:lnTo>
                  <a:pt x="472543" y="17111"/>
                </a:lnTo>
                <a:lnTo>
                  <a:pt x="472574" y="17099"/>
                </a:lnTo>
                <a:lnTo>
                  <a:pt x="472604" y="17086"/>
                </a:lnTo>
                <a:lnTo>
                  <a:pt x="472635" y="17072"/>
                </a:lnTo>
                <a:lnTo>
                  <a:pt x="472665" y="17058"/>
                </a:lnTo>
                <a:lnTo>
                  <a:pt x="472694" y="17042"/>
                </a:lnTo>
                <a:lnTo>
                  <a:pt x="472723" y="17025"/>
                </a:lnTo>
                <a:lnTo>
                  <a:pt x="472752" y="17007"/>
                </a:lnTo>
                <a:lnTo>
                  <a:pt x="472781" y="16989"/>
                </a:lnTo>
                <a:lnTo>
                  <a:pt x="472809" y="16969"/>
                </a:lnTo>
                <a:lnTo>
                  <a:pt x="472837" y="16948"/>
                </a:lnTo>
                <a:lnTo>
                  <a:pt x="472865" y="16927"/>
                </a:lnTo>
                <a:lnTo>
                  <a:pt x="472892" y="16904"/>
                </a:lnTo>
                <a:lnTo>
                  <a:pt x="472919" y="16881"/>
                </a:lnTo>
                <a:lnTo>
                  <a:pt x="472944" y="16856"/>
                </a:lnTo>
                <a:lnTo>
                  <a:pt x="472968" y="16830"/>
                </a:lnTo>
                <a:lnTo>
                  <a:pt x="472992" y="16802"/>
                </a:lnTo>
                <a:lnTo>
                  <a:pt x="473014" y="16773"/>
                </a:lnTo>
                <a:lnTo>
                  <a:pt x="473035" y="16743"/>
                </a:lnTo>
                <a:lnTo>
                  <a:pt x="473054" y="16712"/>
                </a:lnTo>
                <a:lnTo>
                  <a:pt x="473073" y="16679"/>
                </a:lnTo>
                <a:lnTo>
                  <a:pt x="473091" y="16645"/>
                </a:lnTo>
                <a:lnTo>
                  <a:pt x="473107" y="16609"/>
                </a:lnTo>
                <a:lnTo>
                  <a:pt x="473122" y="16573"/>
                </a:lnTo>
                <a:lnTo>
                  <a:pt x="473136" y="16535"/>
                </a:lnTo>
                <a:lnTo>
                  <a:pt x="473149" y="16495"/>
                </a:lnTo>
                <a:lnTo>
                  <a:pt x="473161" y="16455"/>
                </a:lnTo>
                <a:lnTo>
                  <a:pt x="473172" y="16413"/>
                </a:lnTo>
                <a:lnTo>
                  <a:pt x="473182" y="16370"/>
                </a:lnTo>
                <a:lnTo>
                  <a:pt x="473190" y="16325"/>
                </a:lnTo>
                <a:lnTo>
                  <a:pt x="473197" y="16279"/>
                </a:lnTo>
                <a:lnTo>
                  <a:pt x="473204" y="16232"/>
                </a:lnTo>
                <a:lnTo>
                  <a:pt x="473209" y="16184"/>
                </a:lnTo>
                <a:lnTo>
                  <a:pt x="473213" y="16134"/>
                </a:lnTo>
                <a:lnTo>
                  <a:pt x="473216" y="16083"/>
                </a:lnTo>
                <a:lnTo>
                  <a:pt x="473217" y="16031"/>
                </a:lnTo>
                <a:lnTo>
                  <a:pt x="473218" y="15977"/>
                </a:lnTo>
                <a:lnTo>
                  <a:pt x="473218" y="15476"/>
                </a:lnTo>
                <a:lnTo>
                  <a:pt x="473217" y="15353"/>
                </a:lnTo>
                <a:lnTo>
                  <a:pt x="473215" y="15232"/>
                </a:lnTo>
                <a:lnTo>
                  <a:pt x="473212" y="15111"/>
                </a:lnTo>
                <a:lnTo>
                  <a:pt x="473207" y="14990"/>
                </a:lnTo>
                <a:lnTo>
                  <a:pt x="473202" y="14870"/>
                </a:lnTo>
                <a:close/>
                <a:moveTo>
                  <a:pt x="462313" y="14778"/>
                </a:moveTo>
                <a:lnTo>
                  <a:pt x="462320" y="14703"/>
                </a:lnTo>
                <a:lnTo>
                  <a:pt x="462329" y="14628"/>
                </a:lnTo>
                <a:lnTo>
                  <a:pt x="462338" y="14554"/>
                </a:lnTo>
                <a:lnTo>
                  <a:pt x="462348" y="14479"/>
                </a:lnTo>
                <a:lnTo>
                  <a:pt x="462359" y="14405"/>
                </a:lnTo>
                <a:lnTo>
                  <a:pt x="462371" y="14331"/>
                </a:lnTo>
                <a:lnTo>
                  <a:pt x="462384" y="14258"/>
                </a:lnTo>
                <a:lnTo>
                  <a:pt x="462398" y="14184"/>
                </a:lnTo>
                <a:lnTo>
                  <a:pt x="462412" y="14111"/>
                </a:lnTo>
                <a:lnTo>
                  <a:pt x="462428" y="14038"/>
                </a:lnTo>
                <a:lnTo>
                  <a:pt x="462444" y="13966"/>
                </a:lnTo>
                <a:lnTo>
                  <a:pt x="462461" y="13894"/>
                </a:lnTo>
                <a:lnTo>
                  <a:pt x="462479" y="13822"/>
                </a:lnTo>
                <a:lnTo>
                  <a:pt x="462498" y="13750"/>
                </a:lnTo>
                <a:lnTo>
                  <a:pt x="462518" y="13678"/>
                </a:lnTo>
                <a:lnTo>
                  <a:pt x="462538" y="13607"/>
                </a:lnTo>
                <a:lnTo>
                  <a:pt x="462560" y="13536"/>
                </a:lnTo>
                <a:lnTo>
                  <a:pt x="462582" y="13465"/>
                </a:lnTo>
                <a:lnTo>
                  <a:pt x="462606" y="13395"/>
                </a:lnTo>
                <a:lnTo>
                  <a:pt x="462630" y="13325"/>
                </a:lnTo>
                <a:lnTo>
                  <a:pt x="462655" y="13256"/>
                </a:lnTo>
                <a:lnTo>
                  <a:pt x="462680" y="13187"/>
                </a:lnTo>
                <a:lnTo>
                  <a:pt x="462707" y="13119"/>
                </a:lnTo>
                <a:lnTo>
                  <a:pt x="462734" y="13052"/>
                </a:lnTo>
                <a:lnTo>
                  <a:pt x="462762" y="12986"/>
                </a:lnTo>
                <a:lnTo>
                  <a:pt x="462791" y="12920"/>
                </a:lnTo>
                <a:lnTo>
                  <a:pt x="462821" y="12855"/>
                </a:lnTo>
                <a:lnTo>
                  <a:pt x="462852" y="12791"/>
                </a:lnTo>
                <a:lnTo>
                  <a:pt x="462883" y="12728"/>
                </a:lnTo>
                <a:lnTo>
                  <a:pt x="462915" y="12665"/>
                </a:lnTo>
                <a:lnTo>
                  <a:pt x="462948" y="12603"/>
                </a:lnTo>
                <a:lnTo>
                  <a:pt x="462982" y="12542"/>
                </a:lnTo>
                <a:lnTo>
                  <a:pt x="463017" y="12481"/>
                </a:lnTo>
                <a:lnTo>
                  <a:pt x="463052" y="12421"/>
                </a:lnTo>
                <a:lnTo>
                  <a:pt x="463088" y="12362"/>
                </a:lnTo>
                <a:lnTo>
                  <a:pt x="463125" y="12304"/>
                </a:lnTo>
                <a:lnTo>
                  <a:pt x="463163" y="12246"/>
                </a:lnTo>
                <a:lnTo>
                  <a:pt x="463202" y="12189"/>
                </a:lnTo>
                <a:lnTo>
                  <a:pt x="463242" y="12133"/>
                </a:lnTo>
                <a:lnTo>
                  <a:pt x="463282" y="12078"/>
                </a:lnTo>
                <a:lnTo>
                  <a:pt x="463323" y="12023"/>
                </a:lnTo>
                <a:lnTo>
                  <a:pt x="463365" y="11969"/>
                </a:lnTo>
                <a:lnTo>
                  <a:pt x="463408" y="11916"/>
                </a:lnTo>
                <a:lnTo>
                  <a:pt x="463451" y="11863"/>
                </a:lnTo>
                <a:lnTo>
                  <a:pt x="463496" y="11812"/>
                </a:lnTo>
                <a:lnTo>
                  <a:pt x="463541" y="11761"/>
                </a:lnTo>
                <a:lnTo>
                  <a:pt x="463587" y="11711"/>
                </a:lnTo>
                <a:lnTo>
                  <a:pt x="463635" y="11662"/>
                </a:lnTo>
                <a:lnTo>
                  <a:pt x="463683" y="11614"/>
                </a:lnTo>
                <a:lnTo>
                  <a:pt x="463731" y="11567"/>
                </a:lnTo>
                <a:lnTo>
                  <a:pt x="463781" y="11520"/>
                </a:lnTo>
                <a:lnTo>
                  <a:pt x="463832" y="11475"/>
                </a:lnTo>
                <a:lnTo>
                  <a:pt x="463883" y="11430"/>
                </a:lnTo>
                <a:lnTo>
                  <a:pt x="463935" y="11386"/>
                </a:lnTo>
                <a:lnTo>
                  <a:pt x="463989" y="11343"/>
                </a:lnTo>
                <a:lnTo>
                  <a:pt x="464043" y="11301"/>
                </a:lnTo>
                <a:lnTo>
                  <a:pt x="464098" y="11260"/>
                </a:lnTo>
                <a:lnTo>
                  <a:pt x="464153" y="11220"/>
                </a:lnTo>
                <a:lnTo>
                  <a:pt x="464210" y="11180"/>
                </a:lnTo>
                <a:lnTo>
                  <a:pt x="464268" y="11142"/>
                </a:lnTo>
                <a:lnTo>
                  <a:pt x="464326" y="11104"/>
                </a:lnTo>
                <a:lnTo>
                  <a:pt x="464385" y="11067"/>
                </a:lnTo>
                <a:lnTo>
                  <a:pt x="464445" y="11031"/>
                </a:lnTo>
                <a:lnTo>
                  <a:pt x="464506" y="10996"/>
                </a:lnTo>
                <a:lnTo>
                  <a:pt x="464568" y="10962"/>
                </a:lnTo>
                <a:lnTo>
                  <a:pt x="464631" y="10929"/>
                </a:lnTo>
                <a:lnTo>
                  <a:pt x="464695" y="10896"/>
                </a:lnTo>
                <a:lnTo>
                  <a:pt x="464759" y="10865"/>
                </a:lnTo>
                <a:lnTo>
                  <a:pt x="464825" y="10835"/>
                </a:lnTo>
                <a:lnTo>
                  <a:pt x="464891" y="10806"/>
                </a:lnTo>
                <a:lnTo>
                  <a:pt x="464958" y="10779"/>
                </a:lnTo>
                <a:lnTo>
                  <a:pt x="465026" y="10753"/>
                </a:lnTo>
                <a:lnTo>
                  <a:pt x="465095" y="10728"/>
                </a:lnTo>
                <a:lnTo>
                  <a:pt x="465164" y="10705"/>
                </a:lnTo>
                <a:lnTo>
                  <a:pt x="465235" y="10683"/>
                </a:lnTo>
                <a:lnTo>
                  <a:pt x="465306" y="10662"/>
                </a:lnTo>
                <a:lnTo>
                  <a:pt x="465379" y="10643"/>
                </a:lnTo>
                <a:lnTo>
                  <a:pt x="465452" y="10625"/>
                </a:lnTo>
                <a:lnTo>
                  <a:pt x="465526" y="10608"/>
                </a:lnTo>
                <a:lnTo>
                  <a:pt x="465601" y="10593"/>
                </a:lnTo>
                <a:lnTo>
                  <a:pt x="465677" y="10579"/>
                </a:lnTo>
                <a:lnTo>
                  <a:pt x="465754" y="10566"/>
                </a:lnTo>
                <a:lnTo>
                  <a:pt x="465831" y="10555"/>
                </a:lnTo>
                <a:lnTo>
                  <a:pt x="465909" y="10545"/>
                </a:lnTo>
                <a:lnTo>
                  <a:pt x="465989" y="10536"/>
                </a:lnTo>
                <a:lnTo>
                  <a:pt x="466069" y="10529"/>
                </a:lnTo>
                <a:lnTo>
                  <a:pt x="466150" y="10523"/>
                </a:lnTo>
                <a:lnTo>
                  <a:pt x="466232" y="10518"/>
                </a:lnTo>
                <a:lnTo>
                  <a:pt x="466315" y="10515"/>
                </a:lnTo>
                <a:lnTo>
                  <a:pt x="466398" y="10513"/>
                </a:lnTo>
                <a:lnTo>
                  <a:pt x="466483" y="10512"/>
                </a:lnTo>
                <a:lnTo>
                  <a:pt x="466647" y="10514"/>
                </a:lnTo>
                <a:lnTo>
                  <a:pt x="466808" y="10521"/>
                </a:lnTo>
                <a:lnTo>
                  <a:pt x="466965" y="10531"/>
                </a:lnTo>
                <a:lnTo>
                  <a:pt x="467119" y="10546"/>
                </a:lnTo>
                <a:lnTo>
                  <a:pt x="467269" y="10566"/>
                </a:lnTo>
                <a:lnTo>
                  <a:pt x="467416" y="10589"/>
                </a:lnTo>
                <a:lnTo>
                  <a:pt x="467560" y="10617"/>
                </a:lnTo>
                <a:lnTo>
                  <a:pt x="467700" y="10649"/>
                </a:lnTo>
                <a:lnTo>
                  <a:pt x="467837" y="10686"/>
                </a:lnTo>
                <a:lnTo>
                  <a:pt x="467970" y="10727"/>
                </a:lnTo>
                <a:lnTo>
                  <a:pt x="468100" y="10772"/>
                </a:lnTo>
                <a:lnTo>
                  <a:pt x="468227" y="10821"/>
                </a:lnTo>
                <a:lnTo>
                  <a:pt x="468350" y="10875"/>
                </a:lnTo>
                <a:lnTo>
                  <a:pt x="468470" y="10933"/>
                </a:lnTo>
                <a:lnTo>
                  <a:pt x="468587" y="10995"/>
                </a:lnTo>
                <a:lnTo>
                  <a:pt x="468700" y="11062"/>
                </a:lnTo>
                <a:lnTo>
                  <a:pt x="468810" y="11132"/>
                </a:lnTo>
                <a:lnTo>
                  <a:pt x="468916" y="11208"/>
                </a:lnTo>
                <a:lnTo>
                  <a:pt x="469019" y="11287"/>
                </a:lnTo>
                <a:lnTo>
                  <a:pt x="469118" y="11371"/>
                </a:lnTo>
                <a:lnTo>
                  <a:pt x="469215" y="11459"/>
                </a:lnTo>
                <a:lnTo>
                  <a:pt x="469307" y="11551"/>
                </a:lnTo>
                <a:lnTo>
                  <a:pt x="469397" y="11648"/>
                </a:lnTo>
                <a:lnTo>
                  <a:pt x="469483" y="11749"/>
                </a:lnTo>
                <a:lnTo>
                  <a:pt x="469565" y="11853"/>
                </a:lnTo>
                <a:lnTo>
                  <a:pt x="469644" y="11961"/>
                </a:lnTo>
                <a:lnTo>
                  <a:pt x="469719" y="12072"/>
                </a:lnTo>
                <a:lnTo>
                  <a:pt x="469790" y="12187"/>
                </a:lnTo>
                <a:lnTo>
                  <a:pt x="469858" y="12305"/>
                </a:lnTo>
                <a:lnTo>
                  <a:pt x="469922" y="12426"/>
                </a:lnTo>
                <a:lnTo>
                  <a:pt x="469982" y="12550"/>
                </a:lnTo>
                <a:lnTo>
                  <a:pt x="470039" y="12677"/>
                </a:lnTo>
                <a:lnTo>
                  <a:pt x="470092" y="12808"/>
                </a:lnTo>
                <a:lnTo>
                  <a:pt x="470141" y="12942"/>
                </a:lnTo>
                <a:lnTo>
                  <a:pt x="470187" y="13079"/>
                </a:lnTo>
                <a:lnTo>
                  <a:pt x="470228" y="13219"/>
                </a:lnTo>
                <a:lnTo>
                  <a:pt x="470267" y="13363"/>
                </a:lnTo>
                <a:lnTo>
                  <a:pt x="470301" y="13510"/>
                </a:lnTo>
                <a:lnTo>
                  <a:pt x="470332" y="13660"/>
                </a:lnTo>
                <a:lnTo>
                  <a:pt x="470359" y="13814"/>
                </a:lnTo>
                <a:lnTo>
                  <a:pt x="470383" y="13970"/>
                </a:lnTo>
                <a:lnTo>
                  <a:pt x="470402" y="14130"/>
                </a:lnTo>
                <a:lnTo>
                  <a:pt x="470418" y="14293"/>
                </a:lnTo>
                <a:lnTo>
                  <a:pt x="470431" y="14460"/>
                </a:lnTo>
                <a:lnTo>
                  <a:pt x="470440" y="14629"/>
                </a:lnTo>
                <a:lnTo>
                  <a:pt x="470445" y="14802"/>
                </a:lnTo>
                <a:lnTo>
                  <a:pt x="470446" y="14979"/>
                </a:lnTo>
                <a:lnTo>
                  <a:pt x="470444" y="15158"/>
                </a:lnTo>
                <a:lnTo>
                  <a:pt x="462288" y="15158"/>
                </a:lnTo>
                <a:lnTo>
                  <a:pt x="462291" y="15082"/>
                </a:lnTo>
                <a:lnTo>
                  <a:pt x="462295" y="15005"/>
                </a:lnTo>
                <a:lnTo>
                  <a:pt x="462300" y="14929"/>
                </a:lnTo>
                <a:lnTo>
                  <a:pt x="462306" y="14854"/>
                </a:lnTo>
                <a:lnTo>
                  <a:pt x="462313" y="14778"/>
                </a:lnTo>
                <a:close/>
                <a:moveTo>
                  <a:pt x="346900" y="9054"/>
                </a:moveTo>
                <a:lnTo>
                  <a:pt x="346899" y="9044"/>
                </a:lnTo>
                <a:lnTo>
                  <a:pt x="346897" y="9034"/>
                </a:lnTo>
                <a:lnTo>
                  <a:pt x="346895" y="9024"/>
                </a:lnTo>
                <a:lnTo>
                  <a:pt x="346893" y="9014"/>
                </a:lnTo>
                <a:lnTo>
                  <a:pt x="346890" y="9004"/>
                </a:lnTo>
                <a:lnTo>
                  <a:pt x="346888" y="8994"/>
                </a:lnTo>
                <a:lnTo>
                  <a:pt x="346885" y="8985"/>
                </a:lnTo>
                <a:lnTo>
                  <a:pt x="346881" y="8976"/>
                </a:lnTo>
                <a:lnTo>
                  <a:pt x="346878" y="8966"/>
                </a:lnTo>
                <a:lnTo>
                  <a:pt x="346874" y="8957"/>
                </a:lnTo>
                <a:lnTo>
                  <a:pt x="346870" y="8948"/>
                </a:lnTo>
                <a:lnTo>
                  <a:pt x="346866" y="8940"/>
                </a:lnTo>
                <a:lnTo>
                  <a:pt x="346861" y="8931"/>
                </a:lnTo>
                <a:lnTo>
                  <a:pt x="346856" y="8923"/>
                </a:lnTo>
                <a:lnTo>
                  <a:pt x="346851" y="8914"/>
                </a:lnTo>
                <a:lnTo>
                  <a:pt x="346846" y="8906"/>
                </a:lnTo>
                <a:lnTo>
                  <a:pt x="346840" y="8898"/>
                </a:lnTo>
                <a:lnTo>
                  <a:pt x="346834" y="8890"/>
                </a:lnTo>
                <a:lnTo>
                  <a:pt x="346828" y="8883"/>
                </a:lnTo>
                <a:lnTo>
                  <a:pt x="346822" y="8875"/>
                </a:lnTo>
                <a:lnTo>
                  <a:pt x="346815" y="8867"/>
                </a:lnTo>
                <a:lnTo>
                  <a:pt x="346808" y="8860"/>
                </a:lnTo>
                <a:lnTo>
                  <a:pt x="346801" y="8852"/>
                </a:lnTo>
                <a:lnTo>
                  <a:pt x="346794" y="8845"/>
                </a:lnTo>
                <a:lnTo>
                  <a:pt x="346786" y="8838"/>
                </a:lnTo>
                <a:lnTo>
                  <a:pt x="346778" y="8830"/>
                </a:lnTo>
                <a:lnTo>
                  <a:pt x="346770" y="8823"/>
                </a:lnTo>
                <a:lnTo>
                  <a:pt x="346761" y="8816"/>
                </a:lnTo>
                <a:lnTo>
                  <a:pt x="346752" y="8809"/>
                </a:lnTo>
                <a:lnTo>
                  <a:pt x="346743" y="8802"/>
                </a:lnTo>
                <a:lnTo>
                  <a:pt x="346734" y="8795"/>
                </a:lnTo>
                <a:lnTo>
                  <a:pt x="346725" y="8788"/>
                </a:lnTo>
                <a:lnTo>
                  <a:pt x="346715" y="8781"/>
                </a:lnTo>
                <a:lnTo>
                  <a:pt x="346705" y="8774"/>
                </a:lnTo>
                <a:lnTo>
                  <a:pt x="346694" y="8767"/>
                </a:lnTo>
                <a:lnTo>
                  <a:pt x="346684" y="8761"/>
                </a:lnTo>
                <a:lnTo>
                  <a:pt x="346673" y="8754"/>
                </a:lnTo>
                <a:lnTo>
                  <a:pt x="346662" y="8747"/>
                </a:lnTo>
                <a:lnTo>
                  <a:pt x="346651" y="8741"/>
                </a:lnTo>
                <a:lnTo>
                  <a:pt x="346639" y="8734"/>
                </a:lnTo>
                <a:lnTo>
                  <a:pt x="346627" y="8728"/>
                </a:lnTo>
                <a:lnTo>
                  <a:pt x="346615" y="8722"/>
                </a:lnTo>
                <a:lnTo>
                  <a:pt x="346603" y="8715"/>
                </a:lnTo>
                <a:lnTo>
                  <a:pt x="346590" y="8709"/>
                </a:lnTo>
                <a:lnTo>
                  <a:pt x="346577" y="8703"/>
                </a:lnTo>
                <a:lnTo>
                  <a:pt x="346563" y="8697"/>
                </a:lnTo>
                <a:lnTo>
                  <a:pt x="346549" y="8692"/>
                </a:lnTo>
                <a:lnTo>
                  <a:pt x="346535" y="8686"/>
                </a:lnTo>
                <a:lnTo>
                  <a:pt x="346520" y="8681"/>
                </a:lnTo>
                <a:lnTo>
                  <a:pt x="346505" y="8676"/>
                </a:lnTo>
                <a:lnTo>
                  <a:pt x="346489" y="8671"/>
                </a:lnTo>
                <a:lnTo>
                  <a:pt x="346473" y="8666"/>
                </a:lnTo>
                <a:lnTo>
                  <a:pt x="346457" y="8661"/>
                </a:lnTo>
                <a:lnTo>
                  <a:pt x="346440" y="8657"/>
                </a:lnTo>
                <a:lnTo>
                  <a:pt x="346423" y="8653"/>
                </a:lnTo>
                <a:lnTo>
                  <a:pt x="346405" y="8649"/>
                </a:lnTo>
                <a:lnTo>
                  <a:pt x="346387" y="8645"/>
                </a:lnTo>
                <a:lnTo>
                  <a:pt x="346369" y="8641"/>
                </a:lnTo>
                <a:lnTo>
                  <a:pt x="346350" y="8637"/>
                </a:lnTo>
                <a:lnTo>
                  <a:pt x="346331" y="8634"/>
                </a:lnTo>
                <a:lnTo>
                  <a:pt x="346311" y="8631"/>
                </a:lnTo>
                <a:lnTo>
                  <a:pt x="346291" y="8628"/>
                </a:lnTo>
                <a:lnTo>
                  <a:pt x="346271" y="8625"/>
                </a:lnTo>
                <a:lnTo>
                  <a:pt x="346250" y="8622"/>
                </a:lnTo>
                <a:lnTo>
                  <a:pt x="346228" y="8620"/>
                </a:lnTo>
                <a:lnTo>
                  <a:pt x="346207" y="8617"/>
                </a:lnTo>
                <a:lnTo>
                  <a:pt x="346185" y="8615"/>
                </a:lnTo>
                <a:lnTo>
                  <a:pt x="346162" y="8613"/>
                </a:lnTo>
                <a:lnTo>
                  <a:pt x="346139" y="8611"/>
                </a:lnTo>
                <a:lnTo>
                  <a:pt x="346116" y="8609"/>
                </a:lnTo>
                <a:lnTo>
                  <a:pt x="346092" y="8607"/>
                </a:lnTo>
                <a:lnTo>
                  <a:pt x="346068" y="8606"/>
                </a:lnTo>
                <a:lnTo>
                  <a:pt x="346043" y="8604"/>
                </a:lnTo>
                <a:lnTo>
                  <a:pt x="346017" y="8603"/>
                </a:lnTo>
                <a:lnTo>
                  <a:pt x="345992" y="8601"/>
                </a:lnTo>
                <a:lnTo>
                  <a:pt x="345965" y="8600"/>
                </a:lnTo>
                <a:lnTo>
                  <a:pt x="345939" y="8599"/>
                </a:lnTo>
                <a:lnTo>
                  <a:pt x="345912" y="8597"/>
                </a:lnTo>
                <a:lnTo>
                  <a:pt x="345884" y="8596"/>
                </a:lnTo>
                <a:lnTo>
                  <a:pt x="345856" y="8595"/>
                </a:lnTo>
                <a:lnTo>
                  <a:pt x="345827" y="8594"/>
                </a:lnTo>
                <a:lnTo>
                  <a:pt x="345798" y="8594"/>
                </a:lnTo>
                <a:lnTo>
                  <a:pt x="345769" y="8593"/>
                </a:lnTo>
                <a:lnTo>
                  <a:pt x="345739" y="8592"/>
                </a:lnTo>
                <a:lnTo>
                  <a:pt x="345708" y="8592"/>
                </a:lnTo>
                <a:lnTo>
                  <a:pt x="345678" y="8591"/>
                </a:lnTo>
                <a:lnTo>
                  <a:pt x="345646" y="8591"/>
                </a:lnTo>
                <a:lnTo>
                  <a:pt x="345614" y="8590"/>
                </a:lnTo>
                <a:lnTo>
                  <a:pt x="345582" y="8590"/>
                </a:lnTo>
                <a:lnTo>
                  <a:pt x="345549" y="8590"/>
                </a:lnTo>
                <a:lnTo>
                  <a:pt x="345516" y="8590"/>
                </a:lnTo>
                <a:lnTo>
                  <a:pt x="345482" y="8590"/>
                </a:lnTo>
                <a:lnTo>
                  <a:pt x="345448" y="8590"/>
                </a:lnTo>
                <a:lnTo>
                  <a:pt x="345414" y="8590"/>
                </a:lnTo>
                <a:lnTo>
                  <a:pt x="345381" y="8591"/>
                </a:lnTo>
                <a:lnTo>
                  <a:pt x="345349" y="8591"/>
                </a:lnTo>
                <a:lnTo>
                  <a:pt x="345317" y="8592"/>
                </a:lnTo>
                <a:lnTo>
                  <a:pt x="345286" y="8592"/>
                </a:lnTo>
                <a:lnTo>
                  <a:pt x="345255" y="8593"/>
                </a:lnTo>
                <a:lnTo>
                  <a:pt x="345225" y="8594"/>
                </a:lnTo>
                <a:lnTo>
                  <a:pt x="345196" y="8594"/>
                </a:lnTo>
                <a:lnTo>
                  <a:pt x="345167" y="8595"/>
                </a:lnTo>
                <a:lnTo>
                  <a:pt x="345138" y="8596"/>
                </a:lnTo>
                <a:lnTo>
                  <a:pt x="345110" y="8597"/>
                </a:lnTo>
                <a:lnTo>
                  <a:pt x="345083" y="8599"/>
                </a:lnTo>
                <a:lnTo>
                  <a:pt x="345056" y="8600"/>
                </a:lnTo>
                <a:lnTo>
                  <a:pt x="345030" y="8601"/>
                </a:lnTo>
                <a:lnTo>
                  <a:pt x="345004" y="8603"/>
                </a:lnTo>
                <a:lnTo>
                  <a:pt x="344979" y="8604"/>
                </a:lnTo>
                <a:lnTo>
                  <a:pt x="344954" y="8606"/>
                </a:lnTo>
                <a:lnTo>
                  <a:pt x="344930" y="8607"/>
                </a:lnTo>
                <a:lnTo>
                  <a:pt x="344907" y="8609"/>
                </a:lnTo>
                <a:lnTo>
                  <a:pt x="344884" y="8611"/>
                </a:lnTo>
                <a:lnTo>
                  <a:pt x="344861" y="8613"/>
                </a:lnTo>
                <a:lnTo>
                  <a:pt x="344839" y="8615"/>
                </a:lnTo>
                <a:lnTo>
                  <a:pt x="344818" y="8617"/>
                </a:lnTo>
                <a:lnTo>
                  <a:pt x="344797" y="8620"/>
                </a:lnTo>
                <a:lnTo>
                  <a:pt x="344776" y="8622"/>
                </a:lnTo>
                <a:lnTo>
                  <a:pt x="344756" y="8625"/>
                </a:lnTo>
                <a:lnTo>
                  <a:pt x="344735" y="8628"/>
                </a:lnTo>
                <a:lnTo>
                  <a:pt x="344716" y="8631"/>
                </a:lnTo>
                <a:lnTo>
                  <a:pt x="344696" y="8634"/>
                </a:lnTo>
                <a:lnTo>
                  <a:pt x="344677" y="8637"/>
                </a:lnTo>
                <a:lnTo>
                  <a:pt x="344658" y="8641"/>
                </a:lnTo>
                <a:lnTo>
                  <a:pt x="344639" y="8645"/>
                </a:lnTo>
                <a:lnTo>
                  <a:pt x="344621" y="8649"/>
                </a:lnTo>
                <a:lnTo>
                  <a:pt x="344603" y="8653"/>
                </a:lnTo>
                <a:lnTo>
                  <a:pt x="344586" y="8657"/>
                </a:lnTo>
                <a:lnTo>
                  <a:pt x="344568" y="8661"/>
                </a:lnTo>
                <a:lnTo>
                  <a:pt x="344551" y="8666"/>
                </a:lnTo>
                <a:lnTo>
                  <a:pt x="344535" y="8671"/>
                </a:lnTo>
                <a:lnTo>
                  <a:pt x="344519" y="8676"/>
                </a:lnTo>
                <a:lnTo>
                  <a:pt x="344503" y="8681"/>
                </a:lnTo>
                <a:lnTo>
                  <a:pt x="344487" y="8686"/>
                </a:lnTo>
                <a:lnTo>
                  <a:pt x="344471" y="8692"/>
                </a:lnTo>
                <a:lnTo>
                  <a:pt x="344456" y="8697"/>
                </a:lnTo>
                <a:lnTo>
                  <a:pt x="344442" y="8703"/>
                </a:lnTo>
                <a:lnTo>
                  <a:pt x="344427" y="8709"/>
                </a:lnTo>
                <a:lnTo>
                  <a:pt x="344413" y="8715"/>
                </a:lnTo>
                <a:lnTo>
                  <a:pt x="344399" y="8722"/>
                </a:lnTo>
                <a:lnTo>
                  <a:pt x="344386" y="8728"/>
                </a:lnTo>
                <a:lnTo>
                  <a:pt x="344373" y="8734"/>
                </a:lnTo>
                <a:lnTo>
                  <a:pt x="344361" y="8741"/>
                </a:lnTo>
                <a:lnTo>
                  <a:pt x="344348" y="8747"/>
                </a:lnTo>
                <a:lnTo>
                  <a:pt x="344336" y="8754"/>
                </a:lnTo>
                <a:lnTo>
                  <a:pt x="344325" y="8761"/>
                </a:lnTo>
                <a:lnTo>
                  <a:pt x="344314" y="8767"/>
                </a:lnTo>
                <a:lnTo>
                  <a:pt x="344303" y="8774"/>
                </a:lnTo>
                <a:lnTo>
                  <a:pt x="344293" y="8781"/>
                </a:lnTo>
                <a:lnTo>
                  <a:pt x="344283" y="8788"/>
                </a:lnTo>
                <a:lnTo>
                  <a:pt x="344273" y="8795"/>
                </a:lnTo>
                <a:lnTo>
                  <a:pt x="344264" y="8802"/>
                </a:lnTo>
                <a:lnTo>
                  <a:pt x="344255" y="8809"/>
                </a:lnTo>
                <a:lnTo>
                  <a:pt x="344247" y="8816"/>
                </a:lnTo>
                <a:lnTo>
                  <a:pt x="344239" y="8823"/>
                </a:lnTo>
                <a:lnTo>
                  <a:pt x="344231" y="8830"/>
                </a:lnTo>
                <a:lnTo>
                  <a:pt x="344224" y="8838"/>
                </a:lnTo>
                <a:lnTo>
                  <a:pt x="344217" y="8845"/>
                </a:lnTo>
                <a:lnTo>
                  <a:pt x="344210" y="8852"/>
                </a:lnTo>
                <a:lnTo>
                  <a:pt x="344204" y="8860"/>
                </a:lnTo>
                <a:lnTo>
                  <a:pt x="344198" y="8867"/>
                </a:lnTo>
                <a:lnTo>
                  <a:pt x="344193" y="8875"/>
                </a:lnTo>
                <a:lnTo>
                  <a:pt x="344188" y="8883"/>
                </a:lnTo>
                <a:lnTo>
                  <a:pt x="344183" y="8890"/>
                </a:lnTo>
                <a:lnTo>
                  <a:pt x="344178" y="8898"/>
                </a:lnTo>
                <a:lnTo>
                  <a:pt x="344174" y="8906"/>
                </a:lnTo>
                <a:lnTo>
                  <a:pt x="344170" y="8914"/>
                </a:lnTo>
                <a:lnTo>
                  <a:pt x="344166" y="8923"/>
                </a:lnTo>
                <a:lnTo>
                  <a:pt x="344162" y="8931"/>
                </a:lnTo>
                <a:lnTo>
                  <a:pt x="344158" y="8940"/>
                </a:lnTo>
                <a:lnTo>
                  <a:pt x="344155" y="8948"/>
                </a:lnTo>
                <a:lnTo>
                  <a:pt x="344152" y="8957"/>
                </a:lnTo>
                <a:lnTo>
                  <a:pt x="344149" y="8966"/>
                </a:lnTo>
                <a:lnTo>
                  <a:pt x="344146" y="8976"/>
                </a:lnTo>
                <a:lnTo>
                  <a:pt x="344144" y="8985"/>
                </a:lnTo>
                <a:lnTo>
                  <a:pt x="344141" y="8994"/>
                </a:lnTo>
                <a:lnTo>
                  <a:pt x="344139" y="9004"/>
                </a:lnTo>
                <a:lnTo>
                  <a:pt x="344137" y="9014"/>
                </a:lnTo>
                <a:lnTo>
                  <a:pt x="344136" y="9024"/>
                </a:lnTo>
                <a:lnTo>
                  <a:pt x="344134" y="9034"/>
                </a:lnTo>
                <a:lnTo>
                  <a:pt x="344133" y="9044"/>
                </a:lnTo>
                <a:lnTo>
                  <a:pt x="344132" y="9054"/>
                </a:lnTo>
                <a:lnTo>
                  <a:pt x="344131" y="9065"/>
                </a:lnTo>
                <a:lnTo>
                  <a:pt x="344130" y="9075"/>
                </a:lnTo>
                <a:lnTo>
                  <a:pt x="344130" y="9086"/>
                </a:lnTo>
                <a:lnTo>
                  <a:pt x="344129" y="9097"/>
                </a:lnTo>
                <a:lnTo>
                  <a:pt x="344129" y="9108"/>
                </a:lnTo>
                <a:lnTo>
                  <a:pt x="344129" y="19620"/>
                </a:lnTo>
                <a:lnTo>
                  <a:pt x="344033" y="19738"/>
                </a:lnTo>
                <a:lnTo>
                  <a:pt x="343938" y="19853"/>
                </a:lnTo>
                <a:lnTo>
                  <a:pt x="343843" y="19967"/>
                </a:lnTo>
                <a:lnTo>
                  <a:pt x="343748" y="20077"/>
                </a:lnTo>
                <a:lnTo>
                  <a:pt x="343654" y="20186"/>
                </a:lnTo>
                <a:lnTo>
                  <a:pt x="343560" y="20291"/>
                </a:lnTo>
                <a:lnTo>
                  <a:pt x="343467" y="20395"/>
                </a:lnTo>
                <a:lnTo>
                  <a:pt x="343374" y="20496"/>
                </a:lnTo>
                <a:lnTo>
                  <a:pt x="343282" y="20595"/>
                </a:lnTo>
                <a:lnTo>
                  <a:pt x="343190" y="20691"/>
                </a:lnTo>
                <a:lnTo>
                  <a:pt x="343098" y="20785"/>
                </a:lnTo>
                <a:lnTo>
                  <a:pt x="343007" y="20877"/>
                </a:lnTo>
                <a:lnTo>
                  <a:pt x="342917" y="20966"/>
                </a:lnTo>
                <a:lnTo>
                  <a:pt x="342826" y="21053"/>
                </a:lnTo>
                <a:lnTo>
                  <a:pt x="342737" y="21137"/>
                </a:lnTo>
                <a:lnTo>
                  <a:pt x="342647" y="21219"/>
                </a:lnTo>
                <a:lnTo>
                  <a:pt x="342558" y="21299"/>
                </a:lnTo>
                <a:lnTo>
                  <a:pt x="342470" y="21376"/>
                </a:lnTo>
                <a:lnTo>
                  <a:pt x="342382" y="21450"/>
                </a:lnTo>
                <a:lnTo>
                  <a:pt x="342294" y="21523"/>
                </a:lnTo>
                <a:lnTo>
                  <a:pt x="342207" y="21593"/>
                </a:lnTo>
                <a:lnTo>
                  <a:pt x="342120" y="21660"/>
                </a:lnTo>
                <a:lnTo>
                  <a:pt x="342034" y="21726"/>
                </a:lnTo>
                <a:lnTo>
                  <a:pt x="341948" y="21789"/>
                </a:lnTo>
                <a:lnTo>
                  <a:pt x="341863" y="21849"/>
                </a:lnTo>
                <a:lnTo>
                  <a:pt x="341777" y="21907"/>
                </a:lnTo>
                <a:lnTo>
                  <a:pt x="341691" y="21962"/>
                </a:lnTo>
                <a:lnTo>
                  <a:pt x="341605" y="22015"/>
                </a:lnTo>
                <a:lnTo>
                  <a:pt x="341520" y="22065"/>
                </a:lnTo>
                <a:lnTo>
                  <a:pt x="341434" y="22112"/>
                </a:lnTo>
                <a:lnTo>
                  <a:pt x="341348" y="22157"/>
                </a:lnTo>
                <a:lnTo>
                  <a:pt x="341262" y="22199"/>
                </a:lnTo>
                <a:lnTo>
                  <a:pt x="341176" y="22239"/>
                </a:lnTo>
                <a:lnTo>
                  <a:pt x="341090" y="22276"/>
                </a:lnTo>
                <a:lnTo>
                  <a:pt x="341004" y="22311"/>
                </a:lnTo>
                <a:lnTo>
                  <a:pt x="340918" y="22343"/>
                </a:lnTo>
                <a:lnTo>
                  <a:pt x="340832" y="22373"/>
                </a:lnTo>
                <a:lnTo>
                  <a:pt x="340746" y="22400"/>
                </a:lnTo>
                <a:lnTo>
                  <a:pt x="340660" y="22424"/>
                </a:lnTo>
                <a:lnTo>
                  <a:pt x="340574" y="22446"/>
                </a:lnTo>
                <a:lnTo>
                  <a:pt x="340488" y="22465"/>
                </a:lnTo>
                <a:lnTo>
                  <a:pt x="340402" y="22482"/>
                </a:lnTo>
                <a:lnTo>
                  <a:pt x="340316" y="22496"/>
                </a:lnTo>
                <a:lnTo>
                  <a:pt x="340229" y="22508"/>
                </a:lnTo>
                <a:lnTo>
                  <a:pt x="340143" y="22516"/>
                </a:lnTo>
                <a:lnTo>
                  <a:pt x="340057" y="22523"/>
                </a:lnTo>
                <a:lnTo>
                  <a:pt x="339971" y="22527"/>
                </a:lnTo>
                <a:lnTo>
                  <a:pt x="339884" y="22528"/>
                </a:lnTo>
                <a:lnTo>
                  <a:pt x="339818" y="22528"/>
                </a:lnTo>
                <a:lnTo>
                  <a:pt x="339752" y="22526"/>
                </a:lnTo>
                <a:lnTo>
                  <a:pt x="339687" y="22523"/>
                </a:lnTo>
                <a:lnTo>
                  <a:pt x="339622" y="22519"/>
                </a:lnTo>
                <a:lnTo>
                  <a:pt x="339559" y="22515"/>
                </a:lnTo>
                <a:lnTo>
                  <a:pt x="339496" y="22509"/>
                </a:lnTo>
                <a:lnTo>
                  <a:pt x="339433" y="22502"/>
                </a:lnTo>
                <a:lnTo>
                  <a:pt x="339372" y="22494"/>
                </a:lnTo>
                <a:lnTo>
                  <a:pt x="339311" y="22485"/>
                </a:lnTo>
                <a:lnTo>
                  <a:pt x="339251" y="22474"/>
                </a:lnTo>
                <a:lnTo>
                  <a:pt x="339191" y="22463"/>
                </a:lnTo>
                <a:lnTo>
                  <a:pt x="339132" y="22451"/>
                </a:lnTo>
                <a:lnTo>
                  <a:pt x="339074" y="22437"/>
                </a:lnTo>
                <a:lnTo>
                  <a:pt x="339017" y="22423"/>
                </a:lnTo>
                <a:lnTo>
                  <a:pt x="338960" y="22407"/>
                </a:lnTo>
                <a:lnTo>
                  <a:pt x="338904" y="22391"/>
                </a:lnTo>
                <a:lnTo>
                  <a:pt x="338848" y="22373"/>
                </a:lnTo>
                <a:lnTo>
                  <a:pt x="338794" y="22354"/>
                </a:lnTo>
                <a:lnTo>
                  <a:pt x="338740" y="22334"/>
                </a:lnTo>
                <a:lnTo>
                  <a:pt x="338687" y="22313"/>
                </a:lnTo>
                <a:lnTo>
                  <a:pt x="338634" y="22291"/>
                </a:lnTo>
                <a:lnTo>
                  <a:pt x="338582" y="22268"/>
                </a:lnTo>
                <a:lnTo>
                  <a:pt x="338531" y="22244"/>
                </a:lnTo>
                <a:lnTo>
                  <a:pt x="338480" y="22219"/>
                </a:lnTo>
                <a:lnTo>
                  <a:pt x="338431" y="22193"/>
                </a:lnTo>
                <a:lnTo>
                  <a:pt x="338382" y="22166"/>
                </a:lnTo>
                <a:lnTo>
                  <a:pt x="338333" y="22138"/>
                </a:lnTo>
                <a:lnTo>
                  <a:pt x="338286" y="22109"/>
                </a:lnTo>
                <a:lnTo>
                  <a:pt x="338239" y="22079"/>
                </a:lnTo>
                <a:lnTo>
                  <a:pt x="338193" y="22048"/>
                </a:lnTo>
                <a:lnTo>
                  <a:pt x="338147" y="22017"/>
                </a:lnTo>
                <a:lnTo>
                  <a:pt x="338103" y="21985"/>
                </a:lnTo>
                <a:lnTo>
                  <a:pt x="338059" y="21951"/>
                </a:lnTo>
                <a:lnTo>
                  <a:pt x="338015" y="21917"/>
                </a:lnTo>
                <a:lnTo>
                  <a:pt x="337973" y="21882"/>
                </a:lnTo>
                <a:lnTo>
                  <a:pt x="337931" y="21847"/>
                </a:lnTo>
                <a:lnTo>
                  <a:pt x="337890" y="21810"/>
                </a:lnTo>
                <a:lnTo>
                  <a:pt x="337850" y="21772"/>
                </a:lnTo>
                <a:lnTo>
                  <a:pt x="337810" y="21734"/>
                </a:lnTo>
                <a:lnTo>
                  <a:pt x="337771" y="21695"/>
                </a:lnTo>
                <a:lnTo>
                  <a:pt x="337733" y="21654"/>
                </a:lnTo>
                <a:lnTo>
                  <a:pt x="337695" y="21613"/>
                </a:lnTo>
                <a:lnTo>
                  <a:pt x="337659" y="21571"/>
                </a:lnTo>
                <a:lnTo>
                  <a:pt x="337623" y="21529"/>
                </a:lnTo>
                <a:lnTo>
                  <a:pt x="337587" y="21485"/>
                </a:lnTo>
                <a:lnTo>
                  <a:pt x="337553" y="21440"/>
                </a:lnTo>
                <a:lnTo>
                  <a:pt x="337519" y="21395"/>
                </a:lnTo>
                <a:lnTo>
                  <a:pt x="337486" y="21349"/>
                </a:lnTo>
                <a:lnTo>
                  <a:pt x="337454" y="21302"/>
                </a:lnTo>
                <a:lnTo>
                  <a:pt x="337422" y="21254"/>
                </a:lnTo>
                <a:lnTo>
                  <a:pt x="337391" y="21205"/>
                </a:lnTo>
                <a:lnTo>
                  <a:pt x="337361" y="21155"/>
                </a:lnTo>
                <a:lnTo>
                  <a:pt x="337331" y="21105"/>
                </a:lnTo>
                <a:lnTo>
                  <a:pt x="337302" y="21054"/>
                </a:lnTo>
                <a:lnTo>
                  <a:pt x="337274" y="21002"/>
                </a:lnTo>
                <a:lnTo>
                  <a:pt x="337246" y="20949"/>
                </a:lnTo>
                <a:lnTo>
                  <a:pt x="337220" y="20895"/>
                </a:lnTo>
                <a:lnTo>
                  <a:pt x="337194" y="20841"/>
                </a:lnTo>
                <a:lnTo>
                  <a:pt x="337168" y="20785"/>
                </a:lnTo>
                <a:lnTo>
                  <a:pt x="337143" y="20729"/>
                </a:lnTo>
                <a:lnTo>
                  <a:pt x="337119" y="20673"/>
                </a:lnTo>
                <a:lnTo>
                  <a:pt x="337096" y="20615"/>
                </a:lnTo>
                <a:lnTo>
                  <a:pt x="337073" y="20556"/>
                </a:lnTo>
                <a:lnTo>
                  <a:pt x="337052" y="20497"/>
                </a:lnTo>
                <a:lnTo>
                  <a:pt x="337030" y="20437"/>
                </a:lnTo>
                <a:lnTo>
                  <a:pt x="337010" y="20376"/>
                </a:lnTo>
                <a:lnTo>
                  <a:pt x="336990" y="20314"/>
                </a:lnTo>
                <a:lnTo>
                  <a:pt x="336971" y="20251"/>
                </a:lnTo>
                <a:lnTo>
                  <a:pt x="336952" y="20188"/>
                </a:lnTo>
                <a:lnTo>
                  <a:pt x="336935" y="20124"/>
                </a:lnTo>
                <a:lnTo>
                  <a:pt x="336917" y="20059"/>
                </a:lnTo>
                <a:lnTo>
                  <a:pt x="336901" y="19993"/>
                </a:lnTo>
                <a:lnTo>
                  <a:pt x="336885" y="19926"/>
                </a:lnTo>
                <a:lnTo>
                  <a:pt x="336870" y="19857"/>
                </a:lnTo>
                <a:lnTo>
                  <a:pt x="336856" y="19786"/>
                </a:lnTo>
                <a:lnTo>
                  <a:pt x="336842" y="19713"/>
                </a:lnTo>
                <a:lnTo>
                  <a:pt x="336829" y="19639"/>
                </a:lnTo>
                <a:lnTo>
                  <a:pt x="336817" y="19563"/>
                </a:lnTo>
                <a:lnTo>
                  <a:pt x="336805" y="19485"/>
                </a:lnTo>
                <a:lnTo>
                  <a:pt x="336794" y="19405"/>
                </a:lnTo>
                <a:lnTo>
                  <a:pt x="336784" y="19323"/>
                </a:lnTo>
                <a:lnTo>
                  <a:pt x="336774" y="19239"/>
                </a:lnTo>
                <a:lnTo>
                  <a:pt x="336765" y="19154"/>
                </a:lnTo>
                <a:lnTo>
                  <a:pt x="336757" y="19066"/>
                </a:lnTo>
                <a:lnTo>
                  <a:pt x="336749" y="18977"/>
                </a:lnTo>
                <a:lnTo>
                  <a:pt x="336742" y="18886"/>
                </a:lnTo>
                <a:lnTo>
                  <a:pt x="336736" y="18794"/>
                </a:lnTo>
                <a:lnTo>
                  <a:pt x="336730" y="18699"/>
                </a:lnTo>
                <a:lnTo>
                  <a:pt x="336725" y="18603"/>
                </a:lnTo>
                <a:lnTo>
                  <a:pt x="336721" y="18504"/>
                </a:lnTo>
                <a:lnTo>
                  <a:pt x="336717" y="18404"/>
                </a:lnTo>
                <a:lnTo>
                  <a:pt x="336714" y="18302"/>
                </a:lnTo>
                <a:lnTo>
                  <a:pt x="336712" y="18199"/>
                </a:lnTo>
                <a:lnTo>
                  <a:pt x="336710" y="18093"/>
                </a:lnTo>
                <a:lnTo>
                  <a:pt x="336709" y="17986"/>
                </a:lnTo>
                <a:lnTo>
                  <a:pt x="336709" y="17876"/>
                </a:lnTo>
                <a:lnTo>
                  <a:pt x="336709" y="9109"/>
                </a:lnTo>
                <a:lnTo>
                  <a:pt x="336709" y="9098"/>
                </a:lnTo>
                <a:lnTo>
                  <a:pt x="336708" y="9087"/>
                </a:lnTo>
                <a:lnTo>
                  <a:pt x="336708" y="9076"/>
                </a:lnTo>
                <a:lnTo>
                  <a:pt x="336707" y="9065"/>
                </a:lnTo>
                <a:lnTo>
                  <a:pt x="336706" y="9055"/>
                </a:lnTo>
                <a:lnTo>
                  <a:pt x="336705" y="9044"/>
                </a:lnTo>
                <a:lnTo>
                  <a:pt x="336703" y="9034"/>
                </a:lnTo>
                <a:lnTo>
                  <a:pt x="336701" y="9024"/>
                </a:lnTo>
                <a:lnTo>
                  <a:pt x="336700" y="9014"/>
                </a:lnTo>
                <a:lnTo>
                  <a:pt x="336697" y="9005"/>
                </a:lnTo>
                <a:lnTo>
                  <a:pt x="336695" y="8995"/>
                </a:lnTo>
                <a:lnTo>
                  <a:pt x="336692" y="8985"/>
                </a:lnTo>
                <a:lnTo>
                  <a:pt x="336689" y="8976"/>
                </a:lnTo>
                <a:lnTo>
                  <a:pt x="336686" y="8967"/>
                </a:lnTo>
                <a:lnTo>
                  <a:pt x="336683" y="8958"/>
                </a:lnTo>
                <a:lnTo>
                  <a:pt x="336679" y="8949"/>
                </a:lnTo>
                <a:lnTo>
                  <a:pt x="336675" y="8940"/>
                </a:lnTo>
                <a:lnTo>
                  <a:pt x="336671" y="8932"/>
                </a:lnTo>
                <a:lnTo>
                  <a:pt x="336667" y="8923"/>
                </a:lnTo>
                <a:lnTo>
                  <a:pt x="336662" y="8915"/>
                </a:lnTo>
                <a:lnTo>
                  <a:pt x="336658" y="8907"/>
                </a:lnTo>
                <a:lnTo>
                  <a:pt x="336653" y="8899"/>
                </a:lnTo>
                <a:lnTo>
                  <a:pt x="336648" y="8891"/>
                </a:lnTo>
                <a:lnTo>
                  <a:pt x="336642" y="8883"/>
                </a:lnTo>
                <a:lnTo>
                  <a:pt x="336636" y="8875"/>
                </a:lnTo>
                <a:lnTo>
                  <a:pt x="336630" y="8868"/>
                </a:lnTo>
                <a:lnTo>
                  <a:pt x="336624" y="8860"/>
                </a:lnTo>
                <a:lnTo>
                  <a:pt x="336617" y="8853"/>
                </a:lnTo>
                <a:lnTo>
                  <a:pt x="336610" y="8845"/>
                </a:lnTo>
                <a:lnTo>
                  <a:pt x="336603" y="8838"/>
                </a:lnTo>
                <a:lnTo>
                  <a:pt x="336595" y="8831"/>
                </a:lnTo>
                <a:lnTo>
                  <a:pt x="336587" y="8823"/>
                </a:lnTo>
                <a:lnTo>
                  <a:pt x="336579" y="8816"/>
                </a:lnTo>
                <a:lnTo>
                  <a:pt x="336570" y="8809"/>
                </a:lnTo>
                <a:lnTo>
                  <a:pt x="336561" y="8802"/>
                </a:lnTo>
                <a:lnTo>
                  <a:pt x="336552" y="8795"/>
                </a:lnTo>
                <a:lnTo>
                  <a:pt x="336543" y="8788"/>
                </a:lnTo>
                <a:lnTo>
                  <a:pt x="336533" y="8781"/>
                </a:lnTo>
                <a:lnTo>
                  <a:pt x="336523" y="8774"/>
                </a:lnTo>
                <a:lnTo>
                  <a:pt x="336512" y="8767"/>
                </a:lnTo>
                <a:lnTo>
                  <a:pt x="336501" y="8761"/>
                </a:lnTo>
                <a:lnTo>
                  <a:pt x="336490" y="8754"/>
                </a:lnTo>
                <a:lnTo>
                  <a:pt x="336479" y="8747"/>
                </a:lnTo>
                <a:lnTo>
                  <a:pt x="336467" y="8741"/>
                </a:lnTo>
                <a:lnTo>
                  <a:pt x="336455" y="8734"/>
                </a:lnTo>
                <a:lnTo>
                  <a:pt x="336442" y="8728"/>
                </a:lnTo>
                <a:lnTo>
                  <a:pt x="336430" y="8722"/>
                </a:lnTo>
                <a:lnTo>
                  <a:pt x="336416" y="8715"/>
                </a:lnTo>
                <a:lnTo>
                  <a:pt x="336403" y="8709"/>
                </a:lnTo>
                <a:lnTo>
                  <a:pt x="336389" y="8703"/>
                </a:lnTo>
                <a:lnTo>
                  <a:pt x="336375" y="8697"/>
                </a:lnTo>
                <a:lnTo>
                  <a:pt x="336360" y="8692"/>
                </a:lnTo>
                <a:lnTo>
                  <a:pt x="336346" y="8686"/>
                </a:lnTo>
                <a:lnTo>
                  <a:pt x="336330" y="8681"/>
                </a:lnTo>
                <a:lnTo>
                  <a:pt x="336315" y="8676"/>
                </a:lnTo>
                <a:lnTo>
                  <a:pt x="336299" y="8671"/>
                </a:lnTo>
                <a:lnTo>
                  <a:pt x="336282" y="8666"/>
                </a:lnTo>
                <a:lnTo>
                  <a:pt x="336265" y="8661"/>
                </a:lnTo>
                <a:lnTo>
                  <a:pt x="336248" y="8657"/>
                </a:lnTo>
                <a:lnTo>
                  <a:pt x="336231" y="8653"/>
                </a:lnTo>
                <a:lnTo>
                  <a:pt x="336213" y="8649"/>
                </a:lnTo>
                <a:lnTo>
                  <a:pt x="336194" y="8645"/>
                </a:lnTo>
                <a:lnTo>
                  <a:pt x="336176" y="8641"/>
                </a:lnTo>
                <a:lnTo>
                  <a:pt x="336156" y="8637"/>
                </a:lnTo>
                <a:lnTo>
                  <a:pt x="336137" y="8634"/>
                </a:lnTo>
                <a:lnTo>
                  <a:pt x="336117" y="8631"/>
                </a:lnTo>
                <a:lnTo>
                  <a:pt x="336097" y="8628"/>
                </a:lnTo>
                <a:lnTo>
                  <a:pt x="336076" y="8625"/>
                </a:lnTo>
                <a:lnTo>
                  <a:pt x="336055" y="8622"/>
                </a:lnTo>
                <a:lnTo>
                  <a:pt x="336034" y="8620"/>
                </a:lnTo>
                <a:lnTo>
                  <a:pt x="336012" y="8617"/>
                </a:lnTo>
                <a:lnTo>
                  <a:pt x="335990" y="8615"/>
                </a:lnTo>
                <a:lnTo>
                  <a:pt x="335968" y="8613"/>
                </a:lnTo>
                <a:lnTo>
                  <a:pt x="335945" y="8611"/>
                </a:lnTo>
                <a:lnTo>
                  <a:pt x="335921" y="8609"/>
                </a:lnTo>
                <a:lnTo>
                  <a:pt x="335897" y="8607"/>
                </a:lnTo>
                <a:lnTo>
                  <a:pt x="335873" y="8606"/>
                </a:lnTo>
                <a:lnTo>
                  <a:pt x="335848" y="8604"/>
                </a:lnTo>
                <a:lnTo>
                  <a:pt x="335823" y="8603"/>
                </a:lnTo>
                <a:lnTo>
                  <a:pt x="335797" y="8601"/>
                </a:lnTo>
                <a:lnTo>
                  <a:pt x="335771" y="8600"/>
                </a:lnTo>
                <a:lnTo>
                  <a:pt x="335744" y="8599"/>
                </a:lnTo>
                <a:lnTo>
                  <a:pt x="335717" y="8597"/>
                </a:lnTo>
                <a:lnTo>
                  <a:pt x="335689" y="8596"/>
                </a:lnTo>
                <a:lnTo>
                  <a:pt x="335661" y="8595"/>
                </a:lnTo>
                <a:lnTo>
                  <a:pt x="335633" y="8594"/>
                </a:lnTo>
                <a:lnTo>
                  <a:pt x="335604" y="8594"/>
                </a:lnTo>
                <a:lnTo>
                  <a:pt x="335574" y="8593"/>
                </a:lnTo>
                <a:lnTo>
                  <a:pt x="335544" y="8592"/>
                </a:lnTo>
                <a:lnTo>
                  <a:pt x="335514" y="8592"/>
                </a:lnTo>
                <a:lnTo>
                  <a:pt x="335483" y="8591"/>
                </a:lnTo>
                <a:lnTo>
                  <a:pt x="335452" y="8591"/>
                </a:lnTo>
                <a:lnTo>
                  <a:pt x="335420" y="8590"/>
                </a:lnTo>
                <a:lnTo>
                  <a:pt x="335388" y="8590"/>
                </a:lnTo>
                <a:lnTo>
                  <a:pt x="335355" y="8590"/>
                </a:lnTo>
                <a:lnTo>
                  <a:pt x="335322" y="8590"/>
                </a:lnTo>
                <a:lnTo>
                  <a:pt x="335289" y="8590"/>
                </a:lnTo>
                <a:lnTo>
                  <a:pt x="335256" y="8590"/>
                </a:lnTo>
                <a:lnTo>
                  <a:pt x="335224" y="8590"/>
                </a:lnTo>
                <a:lnTo>
                  <a:pt x="335192" y="8591"/>
                </a:lnTo>
                <a:lnTo>
                  <a:pt x="335160" y="8591"/>
                </a:lnTo>
                <a:lnTo>
                  <a:pt x="335130" y="8592"/>
                </a:lnTo>
                <a:lnTo>
                  <a:pt x="335099" y="8592"/>
                </a:lnTo>
                <a:lnTo>
                  <a:pt x="335069" y="8593"/>
                </a:lnTo>
                <a:lnTo>
                  <a:pt x="335040" y="8594"/>
                </a:lnTo>
                <a:lnTo>
                  <a:pt x="335011" y="8594"/>
                </a:lnTo>
                <a:lnTo>
                  <a:pt x="334982" y="8595"/>
                </a:lnTo>
                <a:lnTo>
                  <a:pt x="334954" y="8596"/>
                </a:lnTo>
                <a:lnTo>
                  <a:pt x="334926" y="8597"/>
                </a:lnTo>
                <a:lnTo>
                  <a:pt x="334899" y="8599"/>
                </a:lnTo>
                <a:lnTo>
                  <a:pt x="334873" y="8600"/>
                </a:lnTo>
                <a:lnTo>
                  <a:pt x="334846" y="8601"/>
                </a:lnTo>
                <a:lnTo>
                  <a:pt x="334821" y="8603"/>
                </a:lnTo>
                <a:lnTo>
                  <a:pt x="334795" y="8604"/>
                </a:lnTo>
                <a:lnTo>
                  <a:pt x="334771" y="8606"/>
                </a:lnTo>
                <a:lnTo>
                  <a:pt x="334746" y="8607"/>
                </a:lnTo>
                <a:lnTo>
                  <a:pt x="334722" y="8609"/>
                </a:lnTo>
                <a:lnTo>
                  <a:pt x="334699" y="8611"/>
                </a:lnTo>
                <a:lnTo>
                  <a:pt x="334676" y="8613"/>
                </a:lnTo>
                <a:lnTo>
                  <a:pt x="334653" y="8615"/>
                </a:lnTo>
                <a:lnTo>
                  <a:pt x="334631" y="8617"/>
                </a:lnTo>
                <a:lnTo>
                  <a:pt x="334609" y="8620"/>
                </a:lnTo>
                <a:lnTo>
                  <a:pt x="334588" y="8622"/>
                </a:lnTo>
                <a:lnTo>
                  <a:pt x="334567" y="8625"/>
                </a:lnTo>
                <a:lnTo>
                  <a:pt x="334546" y="8628"/>
                </a:lnTo>
                <a:lnTo>
                  <a:pt x="334526" y="8631"/>
                </a:lnTo>
                <a:lnTo>
                  <a:pt x="334506" y="8634"/>
                </a:lnTo>
                <a:lnTo>
                  <a:pt x="334486" y="8637"/>
                </a:lnTo>
                <a:lnTo>
                  <a:pt x="334467" y="8641"/>
                </a:lnTo>
                <a:lnTo>
                  <a:pt x="334448" y="8645"/>
                </a:lnTo>
                <a:lnTo>
                  <a:pt x="334429" y="8649"/>
                </a:lnTo>
                <a:lnTo>
                  <a:pt x="334411" y="8653"/>
                </a:lnTo>
                <a:lnTo>
                  <a:pt x="334393" y="8657"/>
                </a:lnTo>
                <a:lnTo>
                  <a:pt x="334375" y="8661"/>
                </a:lnTo>
                <a:lnTo>
                  <a:pt x="334358" y="8666"/>
                </a:lnTo>
                <a:lnTo>
                  <a:pt x="334341" y="8671"/>
                </a:lnTo>
                <a:lnTo>
                  <a:pt x="334325" y="8676"/>
                </a:lnTo>
                <a:lnTo>
                  <a:pt x="334309" y="8681"/>
                </a:lnTo>
                <a:lnTo>
                  <a:pt x="334293" y="8686"/>
                </a:lnTo>
                <a:lnTo>
                  <a:pt x="334277" y="8692"/>
                </a:lnTo>
                <a:lnTo>
                  <a:pt x="334262" y="8697"/>
                </a:lnTo>
                <a:lnTo>
                  <a:pt x="334247" y="8703"/>
                </a:lnTo>
                <a:lnTo>
                  <a:pt x="334233" y="8709"/>
                </a:lnTo>
                <a:lnTo>
                  <a:pt x="334219" y="8715"/>
                </a:lnTo>
                <a:lnTo>
                  <a:pt x="334205" y="8722"/>
                </a:lnTo>
                <a:lnTo>
                  <a:pt x="334192" y="8728"/>
                </a:lnTo>
                <a:lnTo>
                  <a:pt x="334179" y="8734"/>
                </a:lnTo>
                <a:lnTo>
                  <a:pt x="334166" y="8741"/>
                </a:lnTo>
                <a:lnTo>
                  <a:pt x="334154" y="8747"/>
                </a:lnTo>
                <a:lnTo>
                  <a:pt x="334142" y="8754"/>
                </a:lnTo>
                <a:lnTo>
                  <a:pt x="334131" y="8761"/>
                </a:lnTo>
                <a:lnTo>
                  <a:pt x="334119" y="8767"/>
                </a:lnTo>
                <a:lnTo>
                  <a:pt x="334109" y="8774"/>
                </a:lnTo>
                <a:lnTo>
                  <a:pt x="334098" y="8781"/>
                </a:lnTo>
                <a:lnTo>
                  <a:pt x="334088" y="8788"/>
                </a:lnTo>
                <a:lnTo>
                  <a:pt x="334079" y="8795"/>
                </a:lnTo>
                <a:lnTo>
                  <a:pt x="334070" y="8802"/>
                </a:lnTo>
                <a:lnTo>
                  <a:pt x="334061" y="8809"/>
                </a:lnTo>
                <a:lnTo>
                  <a:pt x="334052" y="8816"/>
                </a:lnTo>
                <a:lnTo>
                  <a:pt x="334044" y="8823"/>
                </a:lnTo>
                <a:lnTo>
                  <a:pt x="334037" y="8831"/>
                </a:lnTo>
                <a:lnTo>
                  <a:pt x="334029" y="8838"/>
                </a:lnTo>
                <a:lnTo>
                  <a:pt x="334022" y="8845"/>
                </a:lnTo>
                <a:lnTo>
                  <a:pt x="334016" y="8853"/>
                </a:lnTo>
                <a:lnTo>
                  <a:pt x="334009" y="8860"/>
                </a:lnTo>
                <a:lnTo>
                  <a:pt x="334004" y="8868"/>
                </a:lnTo>
                <a:lnTo>
                  <a:pt x="333998" y="8875"/>
                </a:lnTo>
                <a:lnTo>
                  <a:pt x="333993" y="8883"/>
                </a:lnTo>
                <a:lnTo>
                  <a:pt x="333988" y="8891"/>
                </a:lnTo>
                <a:lnTo>
                  <a:pt x="333984" y="8899"/>
                </a:lnTo>
                <a:lnTo>
                  <a:pt x="333979" y="8907"/>
                </a:lnTo>
                <a:lnTo>
                  <a:pt x="333975" y="8915"/>
                </a:lnTo>
                <a:lnTo>
                  <a:pt x="333971" y="8923"/>
                </a:lnTo>
                <a:lnTo>
                  <a:pt x="333968" y="8932"/>
                </a:lnTo>
                <a:lnTo>
                  <a:pt x="333964" y="8940"/>
                </a:lnTo>
                <a:lnTo>
                  <a:pt x="333961" y="8949"/>
                </a:lnTo>
                <a:lnTo>
                  <a:pt x="333958" y="8958"/>
                </a:lnTo>
                <a:lnTo>
                  <a:pt x="333955" y="8967"/>
                </a:lnTo>
                <a:lnTo>
                  <a:pt x="333952" y="8976"/>
                </a:lnTo>
                <a:lnTo>
                  <a:pt x="333949" y="8985"/>
                </a:lnTo>
                <a:lnTo>
                  <a:pt x="333947" y="8995"/>
                </a:lnTo>
                <a:lnTo>
                  <a:pt x="333945" y="9005"/>
                </a:lnTo>
                <a:lnTo>
                  <a:pt x="333943" y="9014"/>
                </a:lnTo>
                <a:lnTo>
                  <a:pt x="333941" y="9024"/>
                </a:lnTo>
                <a:lnTo>
                  <a:pt x="333940" y="9034"/>
                </a:lnTo>
                <a:lnTo>
                  <a:pt x="333938" y="9044"/>
                </a:lnTo>
                <a:lnTo>
                  <a:pt x="333937" y="9055"/>
                </a:lnTo>
                <a:lnTo>
                  <a:pt x="333936" y="9065"/>
                </a:lnTo>
                <a:lnTo>
                  <a:pt x="333936" y="9076"/>
                </a:lnTo>
                <a:lnTo>
                  <a:pt x="333935" y="9087"/>
                </a:lnTo>
                <a:lnTo>
                  <a:pt x="333935" y="9098"/>
                </a:lnTo>
                <a:lnTo>
                  <a:pt x="333935" y="9109"/>
                </a:lnTo>
                <a:lnTo>
                  <a:pt x="333935" y="18243"/>
                </a:lnTo>
                <a:lnTo>
                  <a:pt x="333935" y="18379"/>
                </a:lnTo>
                <a:lnTo>
                  <a:pt x="333937" y="18513"/>
                </a:lnTo>
                <a:lnTo>
                  <a:pt x="333939" y="18645"/>
                </a:lnTo>
                <a:lnTo>
                  <a:pt x="333942" y="18776"/>
                </a:lnTo>
                <a:lnTo>
                  <a:pt x="333947" y="18905"/>
                </a:lnTo>
                <a:lnTo>
                  <a:pt x="333952" y="19032"/>
                </a:lnTo>
                <a:lnTo>
                  <a:pt x="333958" y="19157"/>
                </a:lnTo>
                <a:lnTo>
                  <a:pt x="333965" y="19281"/>
                </a:lnTo>
                <a:lnTo>
                  <a:pt x="333973" y="19403"/>
                </a:lnTo>
                <a:lnTo>
                  <a:pt x="333983" y="19523"/>
                </a:lnTo>
                <a:lnTo>
                  <a:pt x="333993" y="19642"/>
                </a:lnTo>
                <a:lnTo>
                  <a:pt x="334004" y="19759"/>
                </a:lnTo>
                <a:lnTo>
                  <a:pt x="334016" y="19874"/>
                </a:lnTo>
                <a:lnTo>
                  <a:pt x="334029" y="19988"/>
                </a:lnTo>
                <a:lnTo>
                  <a:pt x="334042" y="20100"/>
                </a:lnTo>
                <a:lnTo>
                  <a:pt x="334057" y="20210"/>
                </a:lnTo>
                <a:lnTo>
                  <a:pt x="334073" y="20318"/>
                </a:lnTo>
                <a:lnTo>
                  <a:pt x="334090" y="20425"/>
                </a:lnTo>
                <a:lnTo>
                  <a:pt x="334107" y="20530"/>
                </a:lnTo>
                <a:lnTo>
                  <a:pt x="334126" y="20633"/>
                </a:lnTo>
                <a:lnTo>
                  <a:pt x="334146" y="20734"/>
                </a:lnTo>
                <a:lnTo>
                  <a:pt x="334166" y="20834"/>
                </a:lnTo>
                <a:lnTo>
                  <a:pt x="334188" y="20932"/>
                </a:lnTo>
                <a:lnTo>
                  <a:pt x="334210" y="21029"/>
                </a:lnTo>
                <a:lnTo>
                  <a:pt x="334234" y="21124"/>
                </a:lnTo>
                <a:lnTo>
                  <a:pt x="334259" y="21218"/>
                </a:lnTo>
                <a:lnTo>
                  <a:pt x="334285" y="21311"/>
                </a:lnTo>
                <a:lnTo>
                  <a:pt x="334312" y="21403"/>
                </a:lnTo>
                <a:lnTo>
                  <a:pt x="334341" y="21494"/>
                </a:lnTo>
                <a:lnTo>
                  <a:pt x="334371" y="21584"/>
                </a:lnTo>
                <a:lnTo>
                  <a:pt x="334402" y="21673"/>
                </a:lnTo>
                <a:lnTo>
                  <a:pt x="334434" y="21761"/>
                </a:lnTo>
                <a:lnTo>
                  <a:pt x="334468" y="21848"/>
                </a:lnTo>
                <a:lnTo>
                  <a:pt x="334503" y="21934"/>
                </a:lnTo>
                <a:lnTo>
                  <a:pt x="334539" y="22019"/>
                </a:lnTo>
                <a:lnTo>
                  <a:pt x="334576" y="22103"/>
                </a:lnTo>
                <a:lnTo>
                  <a:pt x="334615" y="22187"/>
                </a:lnTo>
                <a:lnTo>
                  <a:pt x="334654" y="22269"/>
                </a:lnTo>
                <a:lnTo>
                  <a:pt x="334695" y="22350"/>
                </a:lnTo>
                <a:lnTo>
                  <a:pt x="334738" y="22430"/>
                </a:lnTo>
                <a:lnTo>
                  <a:pt x="334781" y="22509"/>
                </a:lnTo>
                <a:lnTo>
                  <a:pt x="334826" y="22588"/>
                </a:lnTo>
                <a:lnTo>
                  <a:pt x="334872" y="22665"/>
                </a:lnTo>
                <a:lnTo>
                  <a:pt x="334920" y="22741"/>
                </a:lnTo>
                <a:lnTo>
                  <a:pt x="334968" y="22816"/>
                </a:lnTo>
                <a:lnTo>
                  <a:pt x="335018" y="22891"/>
                </a:lnTo>
                <a:lnTo>
                  <a:pt x="335069" y="22964"/>
                </a:lnTo>
                <a:lnTo>
                  <a:pt x="335121" y="23036"/>
                </a:lnTo>
                <a:lnTo>
                  <a:pt x="335175" y="23107"/>
                </a:lnTo>
                <a:lnTo>
                  <a:pt x="335230" y="23177"/>
                </a:lnTo>
                <a:lnTo>
                  <a:pt x="335286" y="23246"/>
                </a:lnTo>
                <a:lnTo>
                  <a:pt x="335344" y="23313"/>
                </a:lnTo>
                <a:lnTo>
                  <a:pt x="335403" y="23379"/>
                </a:lnTo>
                <a:lnTo>
                  <a:pt x="335463" y="23444"/>
                </a:lnTo>
                <a:lnTo>
                  <a:pt x="335525" y="23508"/>
                </a:lnTo>
                <a:lnTo>
                  <a:pt x="335588" y="23570"/>
                </a:lnTo>
                <a:lnTo>
                  <a:pt x="335653" y="23632"/>
                </a:lnTo>
                <a:lnTo>
                  <a:pt x="335719" y="23691"/>
                </a:lnTo>
                <a:lnTo>
                  <a:pt x="335786" y="23750"/>
                </a:lnTo>
                <a:lnTo>
                  <a:pt x="335854" y="23808"/>
                </a:lnTo>
                <a:lnTo>
                  <a:pt x="335924" y="23864"/>
                </a:lnTo>
                <a:lnTo>
                  <a:pt x="335996" y="23919"/>
                </a:lnTo>
                <a:lnTo>
                  <a:pt x="336068" y="23972"/>
                </a:lnTo>
                <a:lnTo>
                  <a:pt x="336143" y="24025"/>
                </a:lnTo>
                <a:lnTo>
                  <a:pt x="336218" y="24076"/>
                </a:lnTo>
                <a:lnTo>
                  <a:pt x="336295" y="24126"/>
                </a:lnTo>
                <a:lnTo>
                  <a:pt x="336373" y="24175"/>
                </a:lnTo>
                <a:lnTo>
                  <a:pt x="336452" y="24222"/>
                </a:lnTo>
                <a:lnTo>
                  <a:pt x="336533" y="24268"/>
                </a:lnTo>
                <a:lnTo>
                  <a:pt x="336616" y="24313"/>
                </a:lnTo>
                <a:lnTo>
                  <a:pt x="336699" y="24357"/>
                </a:lnTo>
                <a:lnTo>
                  <a:pt x="336784" y="24399"/>
                </a:lnTo>
                <a:lnTo>
                  <a:pt x="336871" y="24440"/>
                </a:lnTo>
                <a:lnTo>
                  <a:pt x="336959" y="24479"/>
                </a:lnTo>
                <a:lnTo>
                  <a:pt x="337048" y="24517"/>
                </a:lnTo>
                <a:lnTo>
                  <a:pt x="337140" y="24553"/>
                </a:lnTo>
                <a:lnTo>
                  <a:pt x="337233" y="24587"/>
                </a:lnTo>
                <a:lnTo>
                  <a:pt x="337328" y="24619"/>
                </a:lnTo>
                <a:lnTo>
                  <a:pt x="337424" y="24649"/>
                </a:lnTo>
                <a:lnTo>
                  <a:pt x="337522" y="24678"/>
                </a:lnTo>
                <a:lnTo>
                  <a:pt x="337622" y="24705"/>
                </a:lnTo>
                <a:lnTo>
                  <a:pt x="337723" y="24730"/>
                </a:lnTo>
                <a:lnTo>
                  <a:pt x="337826" y="24754"/>
                </a:lnTo>
                <a:lnTo>
                  <a:pt x="337931" y="24776"/>
                </a:lnTo>
                <a:lnTo>
                  <a:pt x="338037" y="24796"/>
                </a:lnTo>
                <a:lnTo>
                  <a:pt x="338145" y="24814"/>
                </a:lnTo>
                <a:lnTo>
                  <a:pt x="338255" y="24831"/>
                </a:lnTo>
                <a:lnTo>
                  <a:pt x="338366" y="24845"/>
                </a:lnTo>
                <a:lnTo>
                  <a:pt x="338479" y="24858"/>
                </a:lnTo>
                <a:lnTo>
                  <a:pt x="338594" y="24870"/>
                </a:lnTo>
                <a:lnTo>
                  <a:pt x="338710" y="24879"/>
                </a:lnTo>
                <a:lnTo>
                  <a:pt x="338828" y="24887"/>
                </a:lnTo>
                <a:lnTo>
                  <a:pt x="338947" y="24893"/>
                </a:lnTo>
                <a:lnTo>
                  <a:pt x="339069" y="24898"/>
                </a:lnTo>
                <a:lnTo>
                  <a:pt x="339191" y="24900"/>
                </a:lnTo>
                <a:lnTo>
                  <a:pt x="339316" y="24901"/>
                </a:lnTo>
                <a:lnTo>
                  <a:pt x="339423" y="24900"/>
                </a:lnTo>
                <a:lnTo>
                  <a:pt x="339530" y="24897"/>
                </a:lnTo>
                <a:lnTo>
                  <a:pt x="339637" y="24891"/>
                </a:lnTo>
                <a:lnTo>
                  <a:pt x="339744" y="24883"/>
                </a:lnTo>
                <a:lnTo>
                  <a:pt x="339851" y="24873"/>
                </a:lnTo>
                <a:lnTo>
                  <a:pt x="339957" y="24860"/>
                </a:lnTo>
                <a:lnTo>
                  <a:pt x="340064" y="24845"/>
                </a:lnTo>
                <a:lnTo>
                  <a:pt x="340170" y="24828"/>
                </a:lnTo>
                <a:lnTo>
                  <a:pt x="340276" y="24809"/>
                </a:lnTo>
                <a:lnTo>
                  <a:pt x="340383" y="24787"/>
                </a:lnTo>
                <a:lnTo>
                  <a:pt x="340489" y="24764"/>
                </a:lnTo>
                <a:lnTo>
                  <a:pt x="340594" y="24737"/>
                </a:lnTo>
                <a:lnTo>
                  <a:pt x="340700" y="24709"/>
                </a:lnTo>
                <a:lnTo>
                  <a:pt x="340806" y="24678"/>
                </a:lnTo>
                <a:lnTo>
                  <a:pt x="340911" y="24645"/>
                </a:lnTo>
                <a:lnTo>
                  <a:pt x="341017" y="24610"/>
                </a:lnTo>
                <a:lnTo>
                  <a:pt x="341122" y="24572"/>
                </a:lnTo>
                <a:lnTo>
                  <a:pt x="341227" y="24533"/>
                </a:lnTo>
                <a:lnTo>
                  <a:pt x="341333" y="24490"/>
                </a:lnTo>
                <a:lnTo>
                  <a:pt x="341438" y="24446"/>
                </a:lnTo>
                <a:lnTo>
                  <a:pt x="341542" y="24399"/>
                </a:lnTo>
                <a:lnTo>
                  <a:pt x="341647" y="24350"/>
                </a:lnTo>
                <a:lnTo>
                  <a:pt x="341752" y="24299"/>
                </a:lnTo>
                <a:lnTo>
                  <a:pt x="341856" y="24246"/>
                </a:lnTo>
                <a:lnTo>
                  <a:pt x="341961" y="24190"/>
                </a:lnTo>
                <a:lnTo>
                  <a:pt x="342065" y="24131"/>
                </a:lnTo>
                <a:lnTo>
                  <a:pt x="342170" y="24070"/>
                </a:lnTo>
                <a:lnTo>
                  <a:pt x="342275" y="24006"/>
                </a:lnTo>
                <a:lnTo>
                  <a:pt x="342380" y="23939"/>
                </a:lnTo>
                <a:lnTo>
                  <a:pt x="342485" y="23869"/>
                </a:lnTo>
                <a:lnTo>
                  <a:pt x="342590" y="23797"/>
                </a:lnTo>
                <a:lnTo>
                  <a:pt x="342696" y="23723"/>
                </a:lnTo>
                <a:lnTo>
                  <a:pt x="342801" y="23645"/>
                </a:lnTo>
                <a:lnTo>
                  <a:pt x="342907" y="23565"/>
                </a:lnTo>
                <a:lnTo>
                  <a:pt x="343012" y="23482"/>
                </a:lnTo>
                <a:lnTo>
                  <a:pt x="343118" y="23396"/>
                </a:lnTo>
                <a:lnTo>
                  <a:pt x="343224" y="23308"/>
                </a:lnTo>
                <a:lnTo>
                  <a:pt x="343330" y="23217"/>
                </a:lnTo>
                <a:lnTo>
                  <a:pt x="343436" y="23124"/>
                </a:lnTo>
                <a:lnTo>
                  <a:pt x="343542" y="23027"/>
                </a:lnTo>
                <a:lnTo>
                  <a:pt x="343649" y="22928"/>
                </a:lnTo>
                <a:lnTo>
                  <a:pt x="343755" y="22827"/>
                </a:lnTo>
                <a:lnTo>
                  <a:pt x="343862" y="22722"/>
                </a:lnTo>
                <a:lnTo>
                  <a:pt x="343968" y="22615"/>
                </a:lnTo>
                <a:lnTo>
                  <a:pt x="344075" y="22506"/>
                </a:lnTo>
                <a:lnTo>
                  <a:pt x="344182" y="22393"/>
                </a:lnTo>
                <a:lnTo>
                  <a:pt x="344289" y="22278"/>
                </a:lnTo>
                <a:lnTo>
                  <a:pt x="344397" y="22160"/>
                </a:lnTo>
                <a:lnTo>
                  <a:pt x="344397" y="24149"/>
                </a:lnTo>
                <a:lnTo>
                  <a:pt x="344397" y="24160"/>
                </a:lnTo>
                <a:lnTo>
                  <a:pt x="344397" y="24171"/>
                </a:lnTo>
                <a:lnTo>
                  <a:pt x="344397" y="24182"/>
                </a:lnTo>
                <a:lnTo>
                  <a:pt x="344398" y="24193"/>
                </a:lnTo>
                <a:lnTo>
                  <a:pt x="344399" y="24203"/>
                </a:lnTo>
                <a:lnTo>
                  <a:pt x="344400" y="24213"/>
                </a:lnTo>
                <a:lnTo>
                  <a:pt x="344401" y="24224"/>
                </a:lnTo>
                <a:lnTo>
                  <a:pt x="344402" y="24234"/>
                </a:lnTo>
                <a:lnTo>
                  <a:pt x="344404" y="24244"/>
                </a:lnTo>
                <a:lnTo>
                  <a:pt x="344405" y="24253"/>
                </a:lnTo>
                <a:lnTo>
                  <a:pt x="344407" y="24263"/>
                </a:lnTo>
                <a:lnTo>
                  <a:pt x="344409" y="24272"/>
                </a:lnTo>
                <a:lnTo>
                  <a:pt x="344411" y="24282"/>
                </a:lnTo>
                <a:lnTo>
                  <a:pt x="344414" y="24291"/>
                </a:lnTo>
                <a:lnTo>
                  <a:pt x="344416" y="24300"/>
                </a:lnTo>
                <a:lnTo>
                  <a:pt x="344419" y="24309"/>
                </a:lnTo>
                <a:lnTo>
                  <a:pt x="344422" y="24318"/>
                </a:lnTo>
                <a:lnTo>
                  <a:pt x="344425" y="24326"/>
                </a:lnTo>
                <a:lnTo>
                  <a:pt x="344428" y="24335"/>
                </a:lnTo>
                <a:lnTo>
                  <a:pt x="344431" y="24343"/>
                </a:lnTo>
                <a:lnTo>
                  <a:pt x="344435" y="24351"/>
                </a:lnTo>
                <a:lnTo>
                  <a:pt x="344439" y="24359"/>
                </a:lnTo>
                <a:lnTo>
                  <a:pt x="344443" y="24367"/>
                </a:lnTo>
                <a:lnTo>
                  <a:pt x="344447" y="24375"/>
                </a:lnTo>
                <a:lnTo>
                  <a:pt x="344451" y="24382"/>
                </a:lnTo>
                <a:lnTo>
                  <a:pt x="344456" y="24390"/>
                </a:lnTo>
                <a:lnTo>
                  <a:pt x="344461" y="24397"/>
                </a:lnTo>
                <a:lnTo>
                  <a:pt x="344466" y="24405"/>
                </a:lnTo>
                <a:lnTo>
                  <a:pt x="344472" y="24412"/>
                </a:lnTo>
                <a:lnTo>
                  <a:pt x="344477" y="24419"/>
                </a:lnTo>
                <a:lnTo>
                  <a:pt x="344484" y="24426"/>
                </a:lnTo>
                <a:lnTo>
                  <a:pt x="344490" y="24433"/>
                </a:lnTo>
                <a:lnTo>
                  <a:pt x="344497" y="24440"/>
                </a:lnTo>
                <a:lnTo>
                  <a:pt x="344504" y="24447"/>
                </a:lnTo>
                <a:lnTo>
                  <a:pt x="344512" y="24454"/>
                </a:lnTo>
                <a:lnTo>
                  <a:pt x="344520" y="24460"/>
                </a:lnTo>
                <a:lnTo>
                  <a:pt x="344528" y="24467"/>
                </a:lnTo>
                <a:lnTo>
                  <a:pt x="344536" y="24473"/>
                </a:lnTo>
                <a:lnTo>
                  <a:pt x="344545" y="24480"/>
                </a:lnTo>
                <a:lnTo>
                  <a:pt x="344554" y="24486"/>
                </a:lnTo>
                <a:lnTo>
                  <a:pt x="344564" y="24492"/>
                </a:lnTo>
                <a:lnTo>
                  <a:pt x="344574" y="24499"/>
                </a:lnTo>
                <a:lnTo>
                  <a:pt x="344584" y="24505"/>
                </a:lnTo>
                <a:lnTo>
                  <a:pt x="344594" y="24511"/>
                </a:lnTo>
                <a:lnTo>
                  <a:pt x="344605" y="24516"/>
                </a:lnTo>
                <a:lnTo>
                  <a:pt x="344616" y="24522"/>
                </a:lnTo>
                <a:lnTo>
                  <a:pt x="344627" y="24528"/>
                </a:lnTo>
                <a:lnTo>
                  <a:pt x="344639" y="24534"/>
                </a:lnTo>
                <a:lnTo>
                  <a:pt x="344651" y="24539"/>
                </a:lnTo>
                <a:lnTo>
                  <a:pt x="344663" y="24544"/>
                </a:lnTo>
                <a:lnTo>
                  <a:pt x="344676" y="24550"/>
                </a:lnTo>
                <a:lnTo>
                  <a:pt x="344689" y="24555"/>
                </a:lnTo>
                <a:lnTo>
                  <a:pt x="344702" y="24560"/>
                </a:lnTo>
                <a:lnTo>
                  <a:pt x="344716" y="24565"/>
                </a:lnTo>
                <a:lnTo>
                  <a:pt x="344730" y="24570"/>
                </a:lnTo>
                <a:lnTo>
                  <a:pt x="344745" y="24574"/>
                </a:lnTo>
                <a:lnTo>
                  <a:pt x="344759" y="24579"/>
                </a:lnTo>
                <a:lnTo>
                  <a:pt x="344775" y="24583"/>
                </a:lnTo>
                <a:lnTo>
                  <a:pt x="344790" y="24588"/>
                </a:lnTo>
                <a:lnTo>
                  <a:pt x="344806" y="24592"/>
                </a:lnTo>
                <a:lnTo>
                  <a:pt x="344822" y="24596"/>
                </a:lnTo>
                <a:lnTo>
                  <a:pt x="344839" y="24600"/>
                </a:lnTo>
                <a:lnTo>
                  <a:pt x="344856" y="24604"/>
                </a:lnTo>
                <a:lnTo>
                  <a:pt x="344873" y="24608"/>
                </a:lnTo>
                <a:lnTo>
                  <a:pt x="344890" y="24611"/>
                </a:lnTo>
                <a:lnTo>
                  <a:pt x="344908" y="24615"/>
                </a:lnTo>
                <a:lnTo>
                  <a:pt x="344927" y="24618"/>
                </a:lnTo>
                <a:lnTo>
                  <a:pt x="344945" y="24622"/>
                </a:lnTo>
                <a:lnTo>
                  <a:pt x="344964" y="24625"/>
                </a:lnTo>
                <a:lnTo>
                  <a:pt x="344984" y="24628"/>
                </a:lnTo>
                <a:lnTo>
                  <a:pt x="345003" y="24631"/>
                </a:lnTo>
                <a:lnTo>
                  <a:pt x="345023" y="24634"/>
                </a:lnTo>
                <a:lnTo>
                  <a:pt x="345044" y="24637"/>
                </a:lnTo>
                <a:lnTo>
                  <a:pt x="345065" y="24639"/>
                </a:lnTo>
                <a:lnTo>
                  <a:pt x="345086" y="24642"/>
                </a:lnTo>
                <a:lnTo>
                  <a:pt x="345108" y="24644"/>
                </a:lnTo>
                <a:lnTo>
                  <a:pt x="345130" y="24646"/>
                </a:lnTo>
                <a:lnTo>
                  <a:pt x="345153" y="24648"/>
                </a:lnTo>
                <a:lnTo>
                  <a:pt x="345177" y="24650"/>
                </a:lnTo>
                <a:lnTo>
                  <a:pt x="345201" y="24652"/>
                </a:lnTo>
                <a:lnTo>
                  <a:pt x="345225" y="24654"/>
                </a:lnTo>
                <a:lnTo>
                  <a:pt x="345250" y="24656"/>
                </a:lnTo>
                <a:lnTo>
                  <a:pt x="345275" y="24657"/>
                </a:lnTo>
                <a:lnTo>
                  <a:pt x="345301" y="24659"/>
                </a:lnTo>
                <a:lnTo>
                  <a:pt x="345327" y="24660"/>
                </a:lnTo>
                <a:lnTo>
                  <a:pt x="345354" y="24661"/>
                </a:lnTo>
                <a:lnTo>
                  <a:pt x="345382" y="24663"/>
                </a:lnTo>
                <a:lnTo>
                  <a:pt x="345409" y="24664"/>
                </a:lnTo>
                <a:lnTo>
                  <a:pt x="345438" y="24664"/>
                </a:lnTo>
                <a:lnTo>
                  <a:pt x="345467" y="24665"/>
                </a:lnTo>
                <a:lnTo>
                  <a:pt x="345496" y="24666"/>
                </a:lnTo>
                <a:lnTo>
                  <a:pt x="345526" y="24666"/>
                </a:lnTo>
                <a:lnTo>
                  <a:pt x="345556" y="24667"/>
                </a:lnTo>
                <a:lnTo>
                  <a:pt x="345587" y="24667"/>
                </a:lnTo>
                <a:lnTo>
                  <a:pt x="345618" y="24667"/>
                </a:lnTo>
                <a:lnTo>
                  <a:pt x="345650" y="24667"/>
                </a:lnTo>
                <a:lnTo>
                  <a:pt x="345679" y="24667"/>
                </a:lnTo>
                <a:lnTo>
                  <a:pt x="345708" y="24667"/>
                </a:lnTo>
                <a:lnTo>
                  <a:pt x="345736" y="24667"/>
                </a:lnTo>
                <a:lnTo>
                  <a:pt x="345764" y="24666"/>
                </a:lnTo>
                <a:lnTo>
                  <a:pt x="345791" y="24666"/>
                </a:lnTo>
                <a:lnTo>
                  <a:pt x="345819" y="24665"/>
                </a:lnTo>
                <a:lnTo>
                  <a:pt x="345845" y="24664"/>
                </a:lnTo>
                <a:lnTo>
                  <a:pt x="345872" y="24664"/>
                </a:lnTo>
                <a:lnTo>
                  <a:pt x="345898" y="24663"/>
                </a:lnTo>
                <a:lnTo>
                  <a:pt x="345924" y="24661"/>
                </a:lnTo>
                <a:lnTo>
                  <a:pt x="345949" y="24660"/>
                </a:lnTo>
                <a:lnTo>
                  <a:pt x="345974" y="24659"/>
                </a:lnTo>
                <a:lnTo>
                  <a:pt x="345998" y="24657"/>
                </a:lnTo>
                <a:lnTo>
                  <a:pt x="346022" y="24656"/>
                </a:lnTo>
                <a:lnTo>
                  <a:pt x="346046" y="24654"/>
                </a:lnTo>
                <a:lnTo>
                  <a:pt x="346070" y="24652"/>
                </a:lnTo>
                <a:lnTo>
                  <a:pt x="346093" y="24650"/>
                </a:lnTo>
                <a:lnTo>
                  <a:pt x="346115" y="24648"/>
                </a:lnTo>
                <a:lnTo>
                  <a:pt x="346138" y="24646"/>
                </a:lnTo>
                <a:lnTo>
                  <a:pt x="346159" y="24644"/>
                </a:lnTo>
                <a:lnTo>
                  <a:pt x="346181" y="24642"/>
                </a:lnTo>
                <a:lnTo>
                  <a:pt x="346202" y="24639"/>
                </a:lnTo>
                <a:lnTo>
                  <a:pt x="346223" y="24637"/>
                </a:lnTo>
                <a:lnTo>
                  <a:pt x="346243" y="24634"/>
                </a:lnTo>
                <a:lnTo>
                  <a:pt x="346263" y="24631"/>
                </a:lnTo>
                <a:lnTo>
                  <a:pt x="346283" y="24628"/>
                </a:lnTo>
                <a:lnTo>
                  <a:pt x="346302" y="24625"/>
                </a:lnTo>
                <a:lnTo>
                  <a:pt x="346321" y="24622"/>
                </a:lnTo>
                <a:lnTo>
                  <a:pt x="346340" y="24618"/>
                </a:lnTo>
                <a:lnTo>
                  <a:pt x="346359" y="24615"/>
                </a:lnTo>
                <a:lnTo>
                  <a:pt x="346377" y="24611"/>
                </a:lnTo>
                <a:lnTo>
                  <a:pt x="346395" y="24608"/>
                </a:lnTo>
                <a:lnTo>
                  <a:pt x="346412" y="24604"/>
                </a:lnTo>
                <a:lnTo>
                  <a:pt x="346429" y="24600"/>
                </a:lnTo>
                <a:lnTo>
                  <a:pt x="346446" y="24596"/>
                </a:lnTo>
                <a:lnTo>
                  <a:pt x="346463" y="24592"/>
                </a:lnTo>
                <a:lnTo>
                  <a:pt x="346479" y="24588"/>
                </a:lnTo>
                <a:lnTo>
                  <a:pt x="346495" y="24583"/>
                </a:lnTo>
                <a:lnTo>
                  <a:pt x="346510" y="24579"/>
                </a:lnTo>
                <a:lnTo>
                  <a:pt x="346525" y="24574"/>
                </a:lnTo>
                <a:lnTo>
                  <a:pt x="346540" y="24570"/>
                </a:lnTo>
                <a:lnTo>
                  <a:pt x="346555" y="24565"/>
                </a:lnTo>
                <a:lnTo>
                  <a:pt x="346569" y="24560"/>
                </a:lnTo>
                <a:lnTo>
                  <a:pt x="346583" y="24555"/>
                </a:lnTo>
                <a:lnTo>
                  <a:pt x="346597" y="24550"/>
                </a:lnTo>
                <a:lnTo>
                  <a:pt x="346610" y="24544"/>
                </a:lnTo>
                <a:lnTo>
                  <a:pt x="346623" y="24539"/>
                </a:lnTo>
                <a:lnTo>
                  <a:pt x="346636" y="24534"/>
                </a:lnTo>
                <a:lnTo>
                  <a:pt x="346648" y="24528"/>
                </a:lnTo>
                <a:lnTo>
                  <a:pt x="346660" y="24522"/>
                </a:lnTo>
                <a:lnTo>
                  <a:pt x="346672" y="24516"/>
                </a:lnTo>
                <a:lnTo>
                  <a:pt x="346684" y="24511"/>
                </a:lnTo>
                <a:lnTo>
                  <a:pt x="346695" y="24505"/>
                </a:lnTo>
                <a:lnTo>
                  <a:pt x="346705" y="24499"/>
                </a:lnTo>
                <a:lnTo>
                  <a:pt x="346716" y="24492"/>
                </a:lnTo>
                <a:lnTo>
                  <a:pt x="346726" y="24486"/>
                </a:lnTo>
                <a:lnTo>
                  <a:pt x="346736" y="24480"/>
                </a:lnTo>
                <a:lnTo>
                  <a:pt x="346745" y="24473"/>
                </a:lnTo>
                <a:lnTo>
                  <a:pt x="346755" y="24467"/>
                </a:lnTo>
                <a:lnTo>
                  <a:pt x="346763" y="24460"/>
                </a:lnTo>
                <a:lnTo>
                  <a:pt x="346772" y="24454"/>
                </a:lnTo>
                <a:lnTo>
                  <a:pt x="346780" y="24447"/>
                </a:lnTo>
                <a:lnTo>
                  <a:pt x="346788" y="24440"/>
                </a:lnTo>
                <a:lnTo>
                  <a:pt x="346796" y="24433"/>
                </a:lnTo>
                <a:lnTo>
                  <a:pt x="346803" y="24426"/>
                </a:lnTo>
                <a:lnTo>
                  <a:pt x="346810" y="24419"/>
                </a:lnTo>
                <a:lnTo>
                  <a:pt x="346816" y="24412"/>
                </a:lnTo>
                <a:lnTo>
                  <a:pt x="346823" y="24405"/>
                </a:lnTo>
                <a:lnTo>
                  <a:pt x="346829" y="24397"/>
                </a:lnTo>
                <a:lnTo>
                  <a:pt x="346834" y="24390"/>
                </a:lnTo>
                <a:lnTo>
                  <a:pt x="346840" y="24382"/>
                </a:lnTo>
                <a:lnTo>
                  <a:pt x="346845" y="24375"/>
                </a:lnTo>
                <a:lnTo>
                  <a:pt x="346850" y="24367"/>
                </a:lnTo>
                <a:lnTo>
                  <a:pt x="346854" y="24359"/>
                </a:lnTo>
                <a:lnTo>
                  <a:pt x="346859" y="24351"/>
                </a:lnTo>
                <a:lnTo>
                  <a:pt x="346863" y="24343"/>
                </a:lnTo>
                <a:lnTo>
                  <a:pt x="346867" y="24335"/>
                </a:lnTo>
                <a:lnTo>
                  <a:pt x="346870" y="24326"/>
                </a:lnTo>
                <a:lnTo>
                  <a:pt x="346874" y="24318"/>
                </a:lnTo>
                <a:lnTo>
                  <a:pt x="346877" y="24309"/>
                </a:lnTo>
                <a:lnTo>
                  <a:pt x="346880" y="24300"/>
                </a:lnTo>
                <a:lnTo>
                  <a:pt x="346883" y="24291"/>
                </a:lnTo>
                <a:lnTo>
                  <a:pt x="346886" y="24282"/>
                </a:lnTo>
                <a:lnTo>
                  <a:pt x="346889" y="24272"/>
                </a:lnTo>
                <a:lnTo>
                  <a:pt x="346891" y="24263"/>
                </a:lnTo>
                <a:lnTo>
                  <a:pt x="346893" y="24253"/>
                </a:lnTo>
                <a:lnTo>
                  <a:pt x="346895" y="24244"/>
                </a:lnTo>
                <a:lnTo>
                  <a:pt x="346897" y="24234"/>
                </a:lnTo>
                <a:lnTo>
                  <a:pt x="346898" y="24224"/>
                </a:lnTo>
                <a:lnTo>
                  <a:pt x="346900" y="24213"/>
                </a:lnTo>
                <a:lnTo>
                  <a:pt x="346901" y="24203"/>
                </a:lnTo>
                <a:lnTo>
                  <a:pt x="346902" y="24193"/>
                </a:lnTo>
                <a:lnTo>
                  <a:pt x="346902" y="24182"/>
                </a:lnTo>
                <a:lnTo>
                  <a:pt x="346903" y="24171"/>
                </a:lnTo>
                <a:lnTo>
                  <a:pt x="346903" y="24160"/>
                </a:lnTo>
                <a:lnTo>
                  <a:pt x="346903" y="24149"/>
                </a:lnTo>
                <a:lnTo>
                  <a:pt x="346903" y="9108"/>
                </a:lnTo>
                <a:lnTo>
                  <a:pt x="346903" y="9097"/>
                </a:lnTo>
                <a:lnTo>
                  <a:pt x="346903" y="9086"/>
                </a:lnTo>
                <a:lnTo>
                  <a:pt x="346902" y="9075"/>
                </a:lnTo>
                <a:lnTo>
                  <a:pt x="346901" y="9065"/>
                </a:lnTo>
                <a:lnTo>
                  <a:pt x="346900" y="9054"/>
                </a:lnTo>
                <a:close/>
                <a:moveTo>
                  <a:pt x="422714" y="28467"/>
                </a:moveTo>
                <a:lnTo>
                  <a:pt x="422695" y="28461"/>
                </a:lnTo>
                <a:lnTo>
                  <a:pt x="422675" y="28456"/>
                </a:lnTo>
                <a:lnTo>
                  <a:pt x="422654" y="28452"/>
                </a:lnTo>
                <a:lnTo>
                  <a:pt x="422634" y="28448"/>
                </a:lnTo>
                <a:lnTo>
                  <a:pt x="422612" y="28446"/>
                </a:lnTo>
                <a:lnTo>
                  <a:pt x="422591" y="28445"/>
                </a:lnTo>
                <a:lnTo>
                  <a:pt x="422569" y="28444"/>
                </a:lnTo>
                <a:lnTo>
                  <a:pt x="406475" y="28444"/>
                </a:lnTo>
                <a:lnTo>
                  <a:pt x="406451" y="28445"/>
                </a:lnTo>
                <a:lnTo>
                  <a:pt x="406428" y="28446"/>
                </a:lnTo>
                <a:lnTo>
                  <a:pt x="406406" y="28449"/>
                </a:lnTo>
                <a:lnTo>
                  <a:pt x="406384" y="28452"/>
                </a:lnTo>
                <a:lnTo>
                  <a:pt x="406362" y="28457"/>
                </a:lnTo>
                <a:lnTo>
                  <a:pt x="406341" y="28462"/>
                </a:lnTo>
                <a:lnTo>
                  <a:pt x="406320" y="28469"/>
                </a:lnTo>
                <a:lnTo>
                  <a:pt x="406300" y="28476"/>
                </a:lnTo>
                <a:lnTo>
                  <a:pt x="406281" y="28484"/>
                </a:lnTo>
                <a:lnTo>
                  <a:pt x="406261" y="28494"/>
                </a:lnTo>
                <a:lnTo>
                  <a:pt x="406242" y="28504"/>
                </a:lnTo>
                <a:lnTo>
                  <a:pt x="406224" y="28516"/>
                </a:lnTo>
                <a:lnTo>
                  <a:pt x="406206" y="28528"/>
                </a:lnTo>
                <a:lnTo>
                  <a:pt x="406189" y="28542"/>
                </a:lnTo>
                <a:lnTo>
                  <a:pt x="406172" y="28556"/>
                </a:lnTo>
                <a:lnTo>
                  <a:pt x="406155" y="28571"/>
                </a:lnTo>
                <a:lnTo>
                  <a:pt x="406139" y="28588"/>
                </a:lnTo>
                <a:lnTo>
                  <a:pt x="406124" y="28605"/>
                </a:lnTo>
                <a:lnTo>
                  <a:pt x="406109" y="28624"/>
                </a:lnTo>
                <a:lnTo>
                  <a:pt x="406094" y="28643"/>
                </a:lnTo>
                <a:lnTo>
                  <a:pt x="406080" y="28663"/>
                </a:lnTo>
                <a:lnTo>
                  <a:pt x="406066" y="28685"/>
                </a:lnTo>
                <a:lnTo>
                  <a:pt x="406053" y="28707"/>
                </a:lnTo>
                <a:lnTo>
                  <a:pt x="406040" y="28730"/>
                </a:lnTo>
                <a:lnTo>
                  <a:pt x="406028" y="28755"/>
                </a:lnTo>
                <a:lnTo>
                  <a:pt x="406016" y="28780"/>
                </a:lnTo>
                <a:lnTo>
                  <a:pt x="406005" y="28806"/>
                </a:lnTo>
                <a:lnTo>
                  <a:pt x="405994" y="28834"/>
                </a:lnTo>
                <a:lnTo>
                  <a:pt x="405984" y="28862"/>
                </a:lnTo>
                <a:lnTo>
                  <a:pt x="405974" y="28891"/>
                </a:lnTo>
                <a:lnTo>
                  <a:pt x="405965" y="28922"/>
                </a:lnTo>
                <a:lnTo>
                  <a:pt x="405957" y="28953"/>
                </a:lnTo>
                <a:lnTo>
                  <a:pt x="405949" y="28985"/>
                </a:lnTo>
                <a:lnTo>
                  <a:pt x="405941" y="29019"/>
                </a:lnTo>
                <a:lnTo>
                  <a:pt x="405934" y="29053"/>
                </a:lnTo>
                <a:lnTo>
                  <a:pt x="405927" y="29088"/>
                </a:lnTo>
                <a:lnTo>
                  <a:pt x="405921" y="29124"/>
                </a:lnTo>
                <a:lnTo>
                  <a:pt x="405916" y="29162"/>
                </a:lnTo>
                <a:lnTo>
                  <a:pt x="405911" y="29200"/>
                </a:lnTo>
                <a:lnTo>
                  <a:pt x="405907" y="29239"/>
                </a:lnTo>
                <a:lnTo>
                  <a:pt x="405903" y="29279"/>
                </a:lnTo>
                <a:lnTo>
                  <a:pt x="405899" y="29321"/>
                </a:lnTo>
                <a:lnTo>
                  <a:pt x="405896" y="29363"/>
                </a:lnTo>
                <a:lnTo>
                  <a:pt x="405894" y="29406"/>
                </a:lnTo>
                <a:lnTo>
                  <a:pt x="405892" y="29450"/>
                </a:lnTo>
                <a:lnTo>
                  <a:pt x="405891" y="29496"/>
                </a:lnTo>
                <a:lnTo>
                  <a:pt x="405890" y="29542"/>
                </a:lnTo>
                <a:lnTo>
                  <a:pt x="405890" y="29589"/>
                </a:lnTo>
                <a:lnTo>
                  <a:pt x="405890" y="29638"/>
                </a:lnTo>
                <a:lnTo>
                  <a:pt x="405891" y="29685"/>
                </a:lnTo>
                <a:lnTo>
                  <a:pt x="405892" y="29731"/>
                </a:lnTo>
                <a:lnTo>
                  <a:pt x="405894" y="29776"/>
                </a:lnTo>
                <a:lnTo>
                  <a:pt x="405896" y="29820"/>
                </a:lnTo>
                <a:lnTo>
                  <a:pt x="405899" y="29863"/>
                </a:lnTo>
                <a:lnTo>
                  <a:pt x="405903" y="29904"/>
                </a:lnTo>
                <a:lnTo>
                  <a:pt x="405907" y="29945"/>
                </a:lnTo>
                <a:lnTo>
                  <a:pt x="405911" y="29984"/>
                </a:lnTo>
                <a:lnTo>
                  <a:pt x="405916" y="30022"/>
                </a:lnTo>
                <a:lnTo>
                  <a:pt x="405921" y="30059"/>
                </a:lnTo>
                <a:lnTo>
                  <a:pt x="405927" y="30094"/>
                </a:lnTo>
                <a:lnTo>
                  <a:pt x="405934" y="30129"/>
                </a:lnTo>
                <a:lnTo>
                  <a:pt x="405941" y="30162"/>
                </a:lnTo>
                <a:lnTo>
                  <a:pt x="405949" y="30194"/>
                </a:lnTo>
                <a:lnTo>
                  <a:pt x="405957" y="30225"/>
                </a:lnTo>
                <a:lnTo>
                  <a:pt x="405965" y="30255"/>
                </a:lnTo>
                <a:lnTo>
                  <a:pt x="405974" y="30284"/>
                </a:lnTo>
                <a:lnTo>
                  <a:pt x="405984" y="30311"/>
                </a:lnTo>
                <a:lnTo>
                  <a:pt x="405994" y="30337"/>
                </a:lnTo>
                <a:lnTo>
                  <a:pt x="406005" y="30363"/>
                </a:lnTo>
                <a:lnTo>
                  <a:pt x="406016" y="30386"/>
                </a:lnTo>
                <a:lnTo>
                  <a:pt x="406028" y="30409"/>
                </a:lnTo>
                <a:lnTo>
                  <a:pt x="406040" y="30431"/>
                </a:lnTo>
                <a:lnTo>
                  <a:pt x="406053" y="30451"/>
                </a:lnTo>
                <a:lnTo>
                  <a:pt x="406066" y="30471"/>
                </a:lnTo>
                <a:lnTo>
                  <a:pt x="406080" y="30490"/>
                </a:lnTo>
                <a:lnTo>
                  <a:pt x="406094" y="30508"/>
                </a:lnTo>
                <a:lnTo>
                  <a:pt x="406109" y="30525"/>
                </a:lnTo>
                <a:lnTo>
                  <a:pt x="406124" y="30541"/>
                </a:lnTo>
                <a:lnTo>
                  <a:pt x="406139" y="30557"/>
                </a:lnTo>
                <a:lnTo>
                  <a:pt x="406155" y="30571"/>
                </a:lnTo>
                <a:lnTo>
                  <a:pt x="406172" y="30585"/>
                </a:lnTo>
                <a:lnTo>
                  <a:pt x="406189" y="30598"/>
                </a:lnTo>
                <a:lnTo>
                  <a:pt x="406206" y="30609"/>
                </a:lnTo>
                <a:lnTo>
                  <a:pt x="406224" y="30620"/>
                </a:lnTo>
                <a:lnTo>
                  <a:pt x="406242" y="30631"/>
                </a:lnTo>
                <a:lnTo>
                  <a:pt x="406261" y="30640"/>
                </a:lnTo>
                <a:lnTo>
                  <a:pt x="406281" y="30648"/>
                </a:lnTo>
                <a:lnTo>
                  <a:pt x="406300" y="30656"/>
                </a:lnTo>
                <a:lnTo>
                  <a:pt x="406320" y="30662"/>
                </a:lnTo>
                <a:lnTo>
                  <a:pt x="406341" y="30668"/>
                </a:lnTo>
                <a:lnTo>
                  <a:pt x="406362" y="30673"/>
                </a:lnTo>
                <a:lnTo>
                  <a:pt x="406384" y="30677"/>
                </a:lnTo>
                <a:lnTo>
                  <a:pt x="406406" y="30680"/>
                </a:lnTo>
                <a:lnTo>
                  <a:pt x="406428" y="30682"/>
                </a:lnTo>
                <a:lnTo>
                  <a:pt x="406451" y="30683"/>
                </a:lnTo>
                <a:lnTo>
                  <a:pt x="406475" y="30684"/>
                </a:lnTo>
                <a:lnTo>
                  <a:pt x="422569" y="30684"/>
                </a:lnTo>
                <a:lnTo>
                  <a:pt x="422592" y="30683"/>
                </a:lnTo>
                <a:lnTo>
                  <a:pt x="422615" y="30682"/>
                </a:lnTo>
                <a:lnTo>
                  <a:pt x="422637" y="30679"/>
                </a:lnTo>
                <a:lnTo>
                  <a:pt x="422659" y="30676"/>
                </a:lnTo>
                <a:lnTo>
                  <a:pt x="422681" y="30672"/>
                </a:lnTo>
                <a:lnTo>
                  <a:pt x="422701" y="30667"/>
                </a:lnTo>
                <a:lnTo>
                  <a:pt x="422722" y="30661"/>
                </a:lnTo>
                <a:lnTo>
                  <a:pt x="422741" y="30654"/>
                </a:lnTo>
                <a:lnTo>
                  <a:pt x="422761" y="30646"/>
                </a:lnTo>
                <a:lnTo>
                  <a:pt x="422779" y="30637"/>
                </a:lnTo>
                <a:lnTo>
                  <a:pt x="422798" y="30627"/>
                </a:lnTo>
                <a:lnTo>
                  <a:pt x="422815" y="30616"/>
                </a:lnTo>
                <a:lnTo>
                  <a:pt x="422816" y="30616"/>
                </a:lnTo>
                <a:lnTo>
                  <a:pt x="422824" y="30620"/>
                </a:lnTo>
                <a:lnTo>
                  <a:pt x="422843" y="30631"/>
                </a:lnTo>
                <a:lnTo>
                  <a:pt x="422861" y="30640"/>
                </a:lnTo>
                <a:lnTo>
                  <a:pt x="422881" y="30648"/>
                </a:lnTo>
                <a:lnTo>
                  <a:pt x="422900" y="30656"/>
                </a:lnTo>
                <a:lnTo>
                  <a:pt x="422921" y="30662"/>
                </a:lnTo>
                <a:lnTo>
                  <a:pt x="422941" y="30668"/>
                </a:lnTo>
                <a:lnTo>
                  <a:pt x="422962" y="30673"/>
                </a:lnTo>
                <a:lnTo>
                  <a:pt x="422984" y="30677"/>
                </a:lnTo>
                <a:lnTo>
                  <a:pt x="423006" y="30680"/>
                </a:lnTo>
                <a:lnTo>
                  <a:pt x="423028" y="30682"/>
                </a:lnTo>
                <a:lnTo>
                  <a:pt x="423051" y="30683"/>
                </a:lnTo>
                <a:lnTo>
                  <a:pt x="423075" y="30684"/>
                </a:lnTo>
                <a:lnTo>
                  <a:pt x="439169" y="30684"/>
                </a:lnTo>
                <a:lnTo>
                  <a:pt x="439192" y="30683"/>
                </a:lnTo>
                <a:lnTo>
                  <a:pt x="439215" y="30682"/>
                </a:lnTo>
                <a:lnTo>
                  <a:pt x="439237" y="30679"/>
                </a:lnTo>
                <a:lnTo>
                  <a:pt x="439259" y="30676"/>
                </a:lnTo>
                <a:lnTo>
                  <a:pt x="439281" y="30672"/>
                </a:lnTo>
                <a:lnTo>
                  <a:pt x="439301" y="30667"/>
                </a:lnTo>
                <a:lnTo>
                  <a:pt x="439322" y="30661"/>
                </a:lnTo>
                <a:lnTo>
                  <a:pt x="439341" y="30654"/>
                </a:lnTo>
                <a:lnTo>
                  <a:pt x="439361" y="30646"/>
                </a:lnTo>
                <a:lnTo>
                  <a:pt x="439379" y="30637"/>
                </a:lnTo>
                <a:lnTo>
                  <a:pt x="439398" y="30627"/>
                </a:lnTo>
                <a:lnTo>
                  <a:pt x="439415" y="30616"/>
                </a:lnTo>
                <a:lnTo>
                  <a:pt x="439432" y="30605"/>
                </a:lnTo>
                <a:lnTo>
                  <a:pt x="439449" y="30592"/>
                </a:lnTo>
                <a:lnTo>
                  <a:pt x="439465" y="30578"/>
                </a:lnTo>
                <a:lnTo>
                  <a:pt x="439481" y="30564"/>
                </a:lnTo>
                <a:lnTo>
                  <a:pt x="439496" y="30548"/>
                </a:lnTo>
                <a:lnTo>
                  <a:pt x="439510" y="30532"/>
                </a:lnTo>
                <a:lnTo>
                  <a:pt x="439524" y="30515"/>
                </a:lnTo>
                <a:lnTo>
                  <a:pt x="439538" y="30496"/>
                </a:lnTo>
                <a:lnTo>
                  <a:pt x="439551" y="30477"/>
                </a:lnTo>
                <a:lnTo>
                  <a:pt x="439563" y="30457"/>
                </a:lnTo>
                <a:lnTo>
                  <a:pt x="439575" y="30436"/>
                </a:lnTo>
                <a:lnTo>
                  <a:pt x="439587" y="30414"/>
                </a:lnTo>
                <a:lnTo>
                  <a:pt x="439597" y="30391"/>
                </a:lnTo>
                <a:lnTo>
                  <a:pt x="439608" y="30367"/>
                </a:lnTo>
                <a:lnTo>
                  <a:pt x="439618" y="30342"/>
                </a:lnTo>
                <a:lnTo>
                  <a:pt x="439627" y="30315"/>
                </a:lnTo>
                <a:lnTo>
                  <a:pt x="439636" y="30288"/>
                </a:lnTo>
                <a:lnTo>
                  <a:pt x="439645" y="30259"/>
                </a:lnTo>
                <a:lnTo>
                  <a:pt x="439653" y="30230"/>
                </a:lnTo>
                <a:lnTo>
                  <a:pt x="439661" y="30199"/>
                </a:lnTo>
                <a:lnTo>
                  <a:pt x="439668" y="30167"/>
                </a:lnTo>
                <a:lnTo>
                  <a:pt x="439675" y="30134"/>
                </a:lnTo>
                <a:lnTo>
                  <a:pt x="439681" y="30100"/>
                </a:lnTo>
                <a:lnTo>
                  <a:pt x="439687" y="30065"/>
                </a:lnTo>
                <a:lnTo>
                  <a:pt x="439692" y="30028"/>
                </a:lnTo>
                <a:lnTo>
                  <a:pt x="439697" y="29991"/>
                </a:lnTo>
                <a:lnTo>
                  <a:pt x="439701" y="29952"/>
                </a:lnTo>
                <a:lnTo>
                  <a:pt x="439705" y="29913"/>
                </a:lnTo>
                <a:lnTo>
                  <a:pt x="439709" y="29872"/>
                </a:lnTo>
                <a:lnTo>
                  <a:pt x="439712" y="29830"/>
                </a:lnTo>
                <a:lnTo>
                  <a:pt x="439714" y="29787"/>
                </a:lnTo>
                <a:lnTo>
                  <a:pt x="439717" y="29743"/>
                </a:lnTo>
                <a:lnTo>
                  <a:pt x="439718" y="29698"/>
                </a:lnTo>
                <a:lnTo>
                  <a:pt x="439719" y="29652"/>
                </a:lnTo>
                <a:lnTo>
                  <a:pt x="439720" y="29604"/>
                </a:lnTo>
                <a:lnTo>
                  <a:pt x="439720" y="29556"/>
                </a:lnTo>
                <a:lnTo>
                  <a:pt x="439720" y="29508"/>
                </a:lnTo>
                <a:lnTo>
                  <a:pt x="439719" y="29462"/>
                </a:lnTo>
                <a:lnTo>
                  <a:pt x="439718" y="29417"/>
                </a:lnTo>
                <a:lnTo>
                  <a:pt x="439716" y="29373"/>
                </a:lnTo>
                <a:lnTo>
                  <a:pt x="439714" y="29330"/>
                </a:lnTo>
                <a:lnTo>
                  <a:pt x="439711" y="29288"/>
                </a:lnTo>
                <a:lnTo>
                  <a:pt x="439708" y="29247"/>
                </a:lnTo>
                <a:lnTo>
                  <a:pt x="439704" y="29208"/>
                </a:lnTo>
                <a:lnTo>
                  <a:pt x="439700" y="29169"/>
                </a:lnTo>
                <a:lnTo>
                  <a:pt x="439696" y="29131"/>
                </a:lnTo>
                <a:lnTo>
                  <a:pt x="439690" y="29094"/>
                </a:lnTo>
                <a:lnTo>
                  <a:pt x="439685" y="29059"/>
                </a:lnTo>
                <a:lnTo>
                  <a:pt x="439679" y="29024"/>
                </a:lnTo>
                <a:lnTo>
                  <a:pt x="439672" y="28991"/>
                </a:lnTo>
                <a:lnTo>
                  <a:pt x="439665" y="28958"/>
                </a:lnTo>
                <a:lnTo>
                  <a:pt x="439657" y="28927"/>
                </a:lnTo>
                <a:lnTo>
                  <a:pt x="439649" y="28897"/>
                </a:lnTo>
                <a:lnTo>
                  <a:pt x="439640" y="28867"/>
                </a:lnTo>
                <a:lnTo>
                  <a:pt x="439631" y="28839"/>
                </a:lnTo>
                <a:lnTo>
                  <a:pt x="439622" y="28812"/>
                </a:lnTo>
                <a:lnTo>
                  <a:pt x="439611" y="28786"/>
                </a:lnTo>
                <a:lnTo>
                  <a:pt x="439601" y="28761"/>
                </a:lnTo>
                <a:lnTo>
                  <a:pt x="439590" y="28737"/>
                </a:lnTo>
                <a:lnTo>
                  <a:pt x="439578" y="28714"/>
                </a:lnTo>
                <a:lnTo>
                  <a:pt x="439566" y="28692"/>
                </a:lnTo>
                <a:lnTo>
                  <a:pt x="439554" y="28671"/>
                </a:lnTo>
                <a:lnTo>
                  <a:pt x="439541" y="28650"/>
                </a:lnTo>
                <a:lnTo>
                  <a:pt x="439527" y="28631"/>
                </a:lnTo>
                <a:lnTo>
                  <a:pt x="439514" y="28613"/>
                </a:lnTo>
                <a:lnTo>
                  <a:pt x="439499" y="28596"/>
                </a:lnTo>
                <a:lnTo>
                  <a:pt x="439485" y="28579"/>
                </a:lnTo>
                <a:lnTo>
                  <a:pt x="439470" y="28564"/>
                </a:lnTo>
                <a:lnTo>
                  <a:pt x="439454" y="28549"/>
                </a:lnTo>
                <a:lnTo>
                  <a:pt x="439438" y="28536"/>
                </a:lnTo>
                <a:lnTo>
                  <a:pt x="439422" y="28523"/>
                </a:lnTo>
                <a:lnTo>
                  <a:pt x="439405" y="28512"/>
                </a:lnTo>
                <a:lnTo>
                  <a:pt x="439388" y="28501"/>
                </a:lnTo>
                <a:lnTo>
                  <a:pt x="439370" y="28491"/>
                </a:lnTo>
                <a:lnTo>
                  <a:pt x="439352" y="28482"/>
                </a:lnTo>
                <a:lnTo>
                  <a:pt x="439333" y="28474"/>
                </a:lnTo>
                <a:lnTo>
                  <a:pt x="439314" y="28467"/>
                </a:lnTo>
                <a:lnTo>
                  <a:pt x="439295" y="28461"/>
                </a:lnTo>
                <a:lnTo>
                  <a:pt x="439275" y="28456"/>
                </a:lnTo>
                <a:lnTo>
                  <a:pt x="439254" y="28452"/>
                </a:lnTo>
                <a:lnTo>
                  <a:pt x="439234" y="28448"/>
                </a:lnTo>
                <a:lnTo>
                  <a:pt x="439212" y="28446"/>
                </a:lnTo>
                <a:lnTo>
                  <a:pt x="439191" y="28445"/>
                </a:lnTo>
                <a:lnTo>
                  <a:pt x="439169" y="28444"/>
                </a:lnTo>
                <a:lnTo>
                  <a:pt x="423075" y="28444"/>
                </a:lnTo>
                <a:lnTo>
                  <a:pt x="423051" y="28445"/>
                </a:lnTo>
                <a:lnTo>
                  <a:pt x="423028" y="28446"/>
                </a:lnTo>
                <a:lnTo>
                  <a:pt x="423006" y="28449"/>
                </a:lnTo>
                <a:lnTo>
                  <a:pt x="422984" y="28452"/>
                </a:lnTo>
                <a:lnTo>
                  <a:pt x="422962" y="28457"/>
                </a:lnTo>
                <a:lnTo>
                  <a:pt x="422941" y="28462"/>
                </a:lnTo>
                <a:lnTo>
                  <a:pt x="422921" y="28469"/>
                </a:lnTo>
                <a:lnTo>
                  <a:pt x="422900" y="28476"/>
                </a:lnTo>
                <a:lnTo>
                  <a:pt x="422881" y="28484"/>
                </a:lnTo>
                <a:lnTo>
                  <a:pt x="422861" y="28494"/>
                </a:lnTo>
                <a:lnTo>
                  <a:pt x="422843" y="28504"/>
                </a:lnTo>
                <a:lnTo>
                  <a:pt x="422824" y="28516"/>
                </a:lnTo>
                <a:lnTo>
                  <a:pt x="422817" y="28520"/>
                </a:lnTo>
                <a:lnTo>
                  <a:pt x="422805" y="28512"/>
                </a:lnTo>
                <a:lnTo>
                  <a:pt x="422787" y="28501"/>
                </a:lnTo>
                <a:lnTo>
                  <a:pt x="422770" y="28491"/>
                </a:lnTo>
                <a:lnTo>
                  <a:pt x="422752" y="28482"/>
                </a:lnTo>
                <a:lnTo>
                  <a:pt x="422733" y="28474"/>
                </a:lnTo>
                <a:lnTo>
                  <a:pt x="422714" y="28467"/>
                </a:lnTo>
                <a:close/>
                <a:moveTo>
                  <a:pt x="742393" y="3573"/>
                </a:moveTo>
                <a:lnTo>
                  <a:pt x="742385" y="3507"/>
                </a:lnTo>
                <a:lnTo>
                  <a:pt x="742375" y="3444"/>
                </a:lnTo>
                <a:lnTo>
                  <a:pt x="742365" y="3382"/>
                </a:lnTo>
                <a:lnTo>
                  <a:pt x="742353" y="3323"/>
                </a:lnTo>
                <a:lnTo>
                  <a:pt x="742340" y="3266"/>
                </a:lnTo>
                <a:lnTo>
                  <a:pt x="742326" y="3211"/>
                </a:lnTo>
                <a:lnTo>
                  <a:pt x="742310" y="3158"/>
                </a:lnTo>
                <a:lnTo>
                  <a:pt x="742293" y="3107"/>
                </a:lnTo>
                <a:lnTo>
                  <a:pt x="742275" y="3058"/>
                </a:lnTo>
                <a:lnTo>
                  <a:pt x="742256" y="3012"/>
                </a:lnTo>
                <a:lnTo>
                  <a:pt x="742235" y="2967"/>
                </a:lnTo>
                <a:lnTo>
                  <a:pt x="742213" y="2925"/>
                </a:lnTo>
                <a:lnTo>
                  <a:pt x="742190" y="2885"/>
                </a:lnTo>
                <a:lnTo>
                  <a:pt x="742166" y="2847"/>
                </a:lnTo>
                <a:lnTo>
                  <a:pt x="742140" y="2811"/>
                </a:lnTo>
                <a:lnTo>
                  <a:pt x="742113" y="2777"/>
                </a:lnTo>
                <a:lnTo>
                  <a:pt x="742085" y="2745"/>
                </a:lnTo>
                <a:lnTo>
                  <a:pt x="742056" y="2716"/>
                </a:lnTo>
                <a:lnTo>
                  <a:pt x="742025" y="2688"/>
                </a:lnTo>
                <a:lnTo>
                  <a:pt x="741992" y="2661"/>
                </a:lnTo>
                <a:lnTo>
                  <a:pt x="741957" y="2635"/>
                </a:lnTo>
                <a:lnTo>
                  <a:pt x="741919" y="2611"/>
                </a:lnTo>
                <a:lnTo>
                  <a:pt x="741880" y="2588"/>
                </a:lnTo>
                <a:lnTo>
                  <a:pt x="741838" y="2566"/>
                </a:lnTo>
                <a:lnTo>
                  <a:pt x="741795" y="2545"/>
                </a:lnTo>
                <a:lnTo>
                  <a:pt x="741749" y="2525"/>
                </a:lnTo>
                <a:lnTo>
                  <a:pt x="741701" y="2507"/>
                </a:lnTo>
                <a:lnTo>
                  <a:pt x="741651" y="2490"/>
                </a:lnTo>
                <a:lnTo>
                  <a:pt x="741599" y="2474"/>
                </a:lnTo>
                <a:lnTo>
                  <a:pt x="741544" y="2459"/>
                </a:lnTo>
                <a:lnTo>
                  <a:pt x="741488" y="2445"/>
                </a:lnTo>
                <a:lnTo>
                  <a:pt x="741429" y="2433"/>
                </a:lnTo>
                <a:lnTo>
                  <a:pt x="741369" y="2421"/>
                </a:lnTo>
                <a:lnTo>
                  <a:pt x="741306" y="2411"/>
                </a:lnTo>
                <a:lnTo>
                  <a:pt x="741241" y="2402"/>
                </a:lnTo>
                <a:lnTo>
                  <a:pt x="741174" y="2395"/>
                </a:lnTo>
                <a:lnTo>
                  <a:pt x="741105" y="2388"/>
                </a:lnTo>
                <a:lnTo>
                  <a:pt x="741034" y="2383"/>
                </a:lnTo>
                <a:lnTo>
                  <a:pt x="740960" y="2378"/>
                </a:lnTo>
                <a:lnTo>
                  <a:pt x="740885" y="2376"/>
                </a:lnTo>
                <a:lnTo>
                  <a:pt x="740807" y="2374"/>
                </a:lnTo>
                <a:lnTo>
                  <a:pt x="740727" y="2373"/>
                </a:lnTo>
                <a:lnTo>
                  <a:pt x="740646" y="2374"/>
                </a:lnTo>
                <a:lnTo>
                  <a:pt x="740567" y="2376"/>
                </a:lnTo>
                <a:lnTo>
                  <a:pt x="740491" y="2379"/>
                </a:lnTo>
                <a:lnTo>
                  <a:pt x="740416" y="2383"/>
                </a:lnTo>
                <a:lnTo>
                  <a:pt x="740343" y="2388"/>
                </a:lnTo>
                <a:lnTo>
                  <a:pt x="740273" y="2395"/>
                </a:lnTo>
                <a:lnTo>
                  <a:pt x="740205" y="2403"/>
                </a:lnTo>
                <a:lnTo>
                  <a:pt x="740139" y="2412"/>
                </a:lnTo>
                <a:lnTo>
                  <a:pt x="740075" y="2422"/>
                </a:lnTo>
                <a:lnTo>
                  <a:pt x="740013" y="2434"/>
                </a:lnTo>
                <a:lnTo>
                  <a:pt x="739953" y="2447"/>
                </a:lnTo>
                <a:lnTo>
                  <a:pt x="739896" y="2461"/>
                </a:lnTo>
                <a:lnTo>
                  <a:pt x="739841" y="2476"/>
                </a:lnTo>
                <a:lnTo>
                  <a:pt x="739787" y="2493"/>
                </a:lnTo>
                <a:lnTo>
                  <a:pt x="739736" y="2510"/>
                </a:lnTo>
                <a:lnTo>
                  <a:pt x="739688" y="2529"/>
                </a:lnTo>
                <a:lnTo>
                  <a:pt x="739641" y="2549"/>
                </a:lnTo>
                <a:lnTo>
                  <a:pt x="739596" y="2571"/>
                </a:lnTo>
                <a:lnTo>
                  <a:pt x="739554" y="2593"/>
                </a:lnTo>
                <a:lnTo>
                  <a:pt x="739513" y="2617"/>
                </a:lnTo>
                <a:lnTo>
                  <a:pt x="739475" y="2642"/>
                </a:lnTo>
                <a:lnTo>
                  <a:pt x="739439" y="2668"/>
                </a:lnTo>
                <a:lnTo>
                  <a:pt x="739405" y="2695"/>
                </a:lnTo>
                <a:lnTo>
                  <a:pt x="739374" y="2724"/>
                </a:lnTo>
                <a:lnTo>
                  <a:pt x="739344" y="2754"/>
                </a:lnTo>
                <a:lnTo>
                  <a:pt x="739315" y="2787"/>
                </a:lnTo>
                <a:lnTo>
                  <a:pt x="739288" y="2821"/>
                </a:lnTo>
                <a:lnTo>
                  <a:pt x="739261" y="2858"/>
                </a:lnTo>
                <a:lnTo>
                  <a:pt x="739237" y="2897"/>
                </a:lnTo>
                <a:lnTo>
                  <a:pt x="739213" y="2938"/>
                </a:lnTo>
                <a:lnTo>
                  <a:pt x="739191" y="2981"/>
                </a:lnTo>
                <a:lnTo>
                  <a:pt x="739169" y="3027"/>
                </a:lnTo>
                <a:lnTo>
                  <a:pt x="739150" y="3074"/>
                </a:lnTo>
                <a:lnTo>
                  <a:pt x="739131" y="3124"/>
                </a:lnTo>
                <a:lnTo>
                  <a:pt x="739114" y="3176"/>
                </a:lnTo>
                <a:lnTo>
                  <a:pt x="739098" y="3230"/>
                </a:lnTo>
                <a:lnTo>
                  <a:pt x="739083" y="3286"/>
                </a:lnTo>
                <a:lnTo>
                  <a:pt x="739070" y="3344"/>
                </a:lnTo>
                <a:lnTo>
                  <a:pt x="739058" y="3404"/>
                </a:lnTo>
                <a:lnTo>
                  <a:pt x="739047" y="3467"/>
                </a:lnTo>
                <a:lnTo>
                  <a:pt x="739037" y="3532"/>
                </a:lnTo>
                <a:lnTo>
                  <a:pt x="739029" y="3598"/>
                </a:lnTo>
                <a:lnTo>
                  <a:pt x="739022" y="3667"/>
                </a:lnTo>
                <a:lnTo>
                  <a:pt x="739016" y="3738"/>
                </a:lnTo>
                <a:lnTo>
                  <a:pt x="739012" y="3812"/>
                </a:lnTo>
                <a:lnTo>
                  <a:pt x="739009" y="3887"/>
                </a:lnTo>
                <a:lnTo>
                  <a:pt x="739007" y="3965"/>
                </a:lnTo>
                <a:lnTo>
                  <a:pt x="739006" y="4044"/>
                </a:lnTo>
                <a:lnTo>
                  <a:pt x="739007" y="4123"/>
                </a:lnTo>
                <a:lnTo>
                  <a:pt x="739009" y="4199"/>
                </a:lnTo>
                <a:lnTo>
                  <a:pt x="739012" y="4273"/>
                </a:lnTo>
                <a:lnTo>
                  <a:pt x="739016" y="4345"/>
                </a:lnTo>
                <a:lnTo>
                  <a:pt x="739022" y="4415"/>
                </a:lnTo>
                <a:lnTo>
                  <a:pt x="739029" y="4483"/>
                </a:lnTo>
                <a:lnTo>
                  <a:pt x="739037" y="4548"/>
                </a:lnTo>
                <a:lnTo>
                  <a:pt x="739046" y="4612"/>
                </a:lnTo>
                <a:lnTo>
                  <a:pt x="739057" y="4673"/>
                </a:lnTo>
                <a:lnTo>
                  <a:pt x="739068" y="4732"/>
                </a:lnTo>
                <a:lnTo>
                  <a:pt x="739082" y="4789"/>
                </a:lnTo>
                <a:lnTo>
                  <a:pt x="739096" y="4844"/>
                </a:lnTo>
                <a:lnTo>
                  <a:pt x="739112" y="4897"/>
                </a:lnTo>
                <a:lnTo>
                  <a:pt x="739128" y="4948"/>
                </a:lnTo>
                <a:lnTo>
                  <a:pt x="739146" y="4997"/>
                </a:lnTo>
                <a:lnTo>
                  <a:pt x="739166" y="5043"/>
                </a:lnTo>
                <a:lnTo>
                  <a:pt x="739186" y="5088"/>
                </a:lnTo>
                <a:lnTo>
                  <a:pt x="739208" y="5130"/>
                </a:lnTo>
                <a:lnTo>
                  <a:pt x="739231" y="5170"/>
                </a:lnTo>
                <a:lnTo>
                  <a:pt x="739256" y="5208"/>
                </a:lnTo>
                <a:lnTo>
                  <a:pt x="739281" y="5244"/>
                </a:lnTo>
                <a:lnTo>
                  <a:pt x="739308" y="5278"/>
                </a:lnTo>
                <a:lnTo>
                  <a:pt x="739336" y="5310"/>
                </a:lnTo>
                <a:lnTo>
                  <a:pt x="739365" y="5340"/>
                </a:lnTo>
                <a:lnTo>
                  <a:pt x="739396" y="5368"/>
                </a:lnTo>
                <a:lnTo>
                  <a:pt x="739430" y="5394"/>
                </a:lnTo>
                <a:lnTo>
                  <a:pt x="739465" y="5420"/>
                </a:lnTo>
                <a:lnTo>
                  <a:pt x="739502" y="5444"/>
                </a:lnTo>
                <a:lnTo>
                  <a:pt x="739542" y="5467"/>
                </a:lnTo>
                <a:lnTo>
                  <a:pt x="739583" y="5489"/>
                </a:lnTo>
                <a:lnTo>
                  <a:pt x="739627" y="5510"/>
                </a:lnTo>
                <a:lnTo>
                  <a:pt x="739673" y="5530"/>
                </a:lnTo>
                <a:lnTo>
                  <a:pt x="739721" y="5548"/>
                </a:lnTo>
                <a:lnTo>
                  <a:pt x="739771" y="5566"/>
                </a:lnTo>
                <a:lnTo>
                  <a:pt x="739823" y="5582"/>
                </a:lnTo>
                <a:lnTo>
                  <a:pt x="739877" y="5597"/>
                </a:lnTo>
                <a:lnTo>
                  <a:pt x="739934" y="5610"/>
                </a:lnTo>
                <a:lnTo>
                  <a:pt x="739992" y="5623"/>
                </a:lnTo>
                <a:lnTo>
                  <a:pt x="740053" y="5634"/>
                </a:lnTo>
                <a:lnTo>
                  <a:pt x="740116" y="5644"/>
                </a:lnTo>
                <a:lnTo>
                  <a:pt x="740180" y="5653"/>
                </a:lnTo>
                <a:lnTo>
                  <a:pt x="740247" y="5661"/>
                </a:lnTo>
                <a:lnTo>
                  <a:pt x="740317" y="5667"/>
                </a:lnTo>
                <a:lnTo>
                  <a:pt x="740388" y="5673"/>
                </a:lnTo>
                <a:lnTo>
                  <a:pt x="740461" y="5677"/>
                </a:lnTo>
                <a:lnTo>
                  <a:pt x="740537" y="5680"/>
                </a:lnTo>
                <a:lnTo>
                  <a:pt x="740614" y="5682"/>
                </a:lnTo>
                <a:lnTo>
                  <a:pt x="740694" y="5682"/>
                </a:lnTo>
                <a:lnTo>
                  <a:pt x="740775" y="5682"/>
                </a:lnTo>
                <a:lnTo>
                  <a:pt x="740854" y="5680"/>
                </a:lnTo>
                <a:lnTo>
                  <a:pt x="740931" y="5677"/>
                </a:lnTo>
                <a:lnTo>
                  <a:pt x="741006" y="5672"/>
                </a:lnTo>
                <a:lnTo>
                  <a:pt x="741078" y="5667"/>
                </a:lnTo>
                <a:lnTo>
                  <a:pt x="741148" y="5660"/>
                </a:lnTo>
                <a:lnTo>
                  <a:pt x="741217" y="5652"/>
                </a:lnTo>
                <a:lnTo>
                  <a:pt x="741283" y="5643"/>
                </a:lnTo>
                <a:lnTo>
                  <a:pt x="741347" y="5633"/>
                </a:lnTo>
                <a:lnTo>
                  <a:pt x="741408" y="5621"/>
                </a:lnTo>
                <a:lnTo>
                  <a:pt x="741468" y="5608"/>
                </a:lnTo>
                <a:lnTo>
                  <a:pt x="741525" y="5594"/>
                </a:lnTo>
                <a:lnTo>
                  <a:pt x="741581" y="5579"/>
                </a:lnTo>
                <a:lnTo>
                  <a:pt x="741634" y="5563"/>
                </a:lnTo>
                <a:lnTo>
                  <a:pt x="741685" y="5545"/>
                </a:lnTo>
                <a:lnTo>
                  <a:pt x="741734" y="5526"/>
                </a:lnTo>
                <a:lnTo>
                  <a:pt x="741781" y="5506"/>
                </a:lnTo>
                <a:lnTo>
                  <a:pt x="741825" y="5485"/>
                </a:lnTo>
                <a:lnTo>
                  <a:pt x="741868" y="5462"/>
                </a:lnTo>
                <a:lnTo>
                  <a:pt x="741908" y="5438"/>
                </a:lnTo>
                <a:lnTo>
                  <a:pt x="741946" y="5413"/>
                </a:lnTo>
                <a:lnTo>
                  <a:pt x="741982" y="5387"/>
                </a:lnTo>
                <a:lnTo>
                  <a:pt x="742016" y="5360"/>
                </a:lnTo>
                <a:lnTo>
                  <a:pt x="742048" y="5331"/>
                </a:lnTo>
                <a:lnTo>
                  <a:pt x="742078" y="5301"/>
                </a:lnTo>
                <a:lnTo>
                  <a:pt x="742106" y="5268"/>
                </a:lnTo>
                <a:lnTo>
                  <a:pt x="742134" y="5234"/>
                </a:lnTo>
                <a:lnTo>
                  <a:pt x="742160" y="5197"/>
                </a:lnTo>
                <a:lnTo>
                  <a:pt x="742185" y="5158"/>
                </a:lnTo>
                <a:lnTo>
                  <a:pt x="742209" y="5117"/>
                </a:lnTo>
                <a:lnTo>
                  <a:pt x="742231" y="5074"/>
                </a:lnTo>
                <a:lnTo>
                  <a:pt x="742252" y="5029"/>
                </a:lnTo>
                <a:lnTo>
                  <a:pt x="742272" y="4981"/>
                </a:lnTo>
                <a:lnTo>
                  <a:pt x="742290" y="4931"/>
                </a:lnTo>
                <a:lnTo>
                  <a:pt x="742307" y="4880"/>
                </a:lnTo>
                <a:lnTo>
                  <a:pt x="742323" y="4826"/>
                </a:lnTo>
                <a:lnTo>
                  <a:pt x="742338" y="4770"/>
                </a:lnTo>
                <a:lnTo>
                  <a:pt x="742352" y="4711"/>
                </a:lnTo>
                <a:lnTo>
                  <a:pt x="742364" y="4651"/>
                </a:lnTo>
                <a:lnTo>
                  <a:pt x="742375" y="4588"/>
                </a:lnTo>
                <a:lnTo>
                  <a:pt x="742384" y="4524"/>
                </a:lnTo>
                <a:lnTo>
                  <a:pt x="742392" y="4457"/>
                </a:lnTo>
                <a:lnTo>
                  <a:pt x="742399" y="4388"/>
                </a:lnTo>
                <a:lnTo>
                  <a:pt x="742405" y="4317"/>
                </a:lnTo>
                <a:lnTo>
                  <a:pt x="742410" y="4244"/>
                </a:lnTo>
                <a:lnTo>
                  <a:pt x="742413" y="4168"/>
                </a:lnTo>
                <a:lnTo>
                  <a:pt x="742415" y="4091"/>
                </a:lnTo>
                <a:lnTo>
                  <a:pt x="742415" y="4011"/>
                </a:lnTo>
                <a:lnTo>
                  <a:pt x="742415" y="3933"/>
                </a:lnTo>
                <a:lnTo>
                  <a:pt x="742413" y="3856"/>
                </a:lnTo>
                <a:lnTo>
                  <a:pt x="742410" y="3782"/>
                </a:lnTo>
                <a:lnTo>
                  <a:pt x="742405" y="3710"/>
                </a:lnTo>
                <a:lnTo>
                  <a:pt x="742400" y="3640"/>
                </a:lnTo>
                <a:lnTo>
                  <a:pt x="742393" y="3573"/>
                </a:lnTo>
                <a:close/>
                <a:moveTo>
                  <a:pt x="755826" y="2772"/>
                </a:moveTo>
                <a:lnTo>
                  <a:pt x="755826" y="2747"/>
                </a:lnTo>
                <a:lnTo>
                  <a:pt x="755825" y="2723"/>
                </a:lnTo>
                <a:lnTo>
                  <a:pt x="755824" y="2699"/>
                </a:lnTo>
                <a:lnTo>
                  <a:pt x="755824" y="2676"/>
                </a:lnTo>
                <a:lnTo>
                  <a:pt x="755823" y="2653"/>
                </a:lnTo>
                <a:lnTo>
                  <a:pt x="755822" y="2630"/>
                </a:lnTo>
                <a:lnTo>
                  <a:pt x="755821" y="2608"/>
                </a:lnTo>
                <a:lnTo>
                  <a:pt x="755819" y="2585"/>
                </a:lnTo>
                <a:lnTo>
                  <a:pt x="755818" y="2564"/>
                </a:lnTo>
                <a:lnTo>
                  <a:pt x="755817" y="2542"/>
                </a:lnTo>
                <a:lnTo>
                  <a:pt x="755815" y="2521"/>
                </a:lnTo>
                <a:lnTo>
                  <a:pt x="755814" y="2500"/>
                </a:lnTo>
                <a:lnTo>
                  <a:pt x="755812" y="2479"/>
                </a:lnTo>
                <a:lnTo>
                  <a:pt x="755810" y="2459"/>
                </a:lnTo>
                <a:lnTo>
                  <a:pt x="755809" y="2439"/>
                </a:lnTo>
                <a:lnTo>
                  <a:pt x="755807" y="2420"/>
                </a:lnTo>
                <a:lnTo>
                  <a:pt x="755805" y="2400"/>
                </a:lnTo>
                <a:lnTo>
                  <a:pt x="755803" y="2381"/>
                </a:lnTo>
                <a:lnTo>
                  <a:pt x="755801" y="2363"/>
                </a:lnTo>
                <a:lnTo>
                  <a:pt x="755798" y="2344"/>
                </a:lnTo>
                <a:lnTo>
                  <a:pt x="755796" y="2326"/>
                </a:lnTo>
                <a:lnTo>
                  <a:pt x="755793" y="2308"/>
                </a:lnTo>
                <a:lnTo>
                  <a:pt x="755791" y="2290"/>
                </a:lnTo>
                <a:lnTo>
                  <a:pt x="755788" y="2273"/>
                </a:lnTo>
                <a:lnTo>
                  <a:pt x="755785" y="2256"/>
                </a:lnTo>
                <a:lnTo>
                  <a:pt x="755781" y="2239"/>
                </a:lnTo>
                <a:lnTo>
                  <a:pt x="755778" y="2222"/>
                </a:lnTo>
                <a:lnTo>
                  <a:pt x="755775" y="2205"/>
                </a:lnTo>
                <a:lnTo>
                  <a:pt x="755771" y="2189"/>
                </a:lnTo>
                <a:lnTo>
                  <a:pt x="755767" y="2173"/>
                </a:lnTo>
                <a:lnTo>
                  <a:pt x="755763" y="2157"/>
                </a:lnTo>
                <a:lnTo>
                  <a:pt x="755759" y="2141"/>
                </a:lnTo>
                <a:lnTo>
                  <a:pt x="755755" y="2126"/>
                </a:lnTo>
                <a:lnTo>
                  <a:pt x="755751" y="2110"/>
                </a:lnTo>
                <a:lnTo>
                  <a:pt x="755746" y="2095"/>
                </a:lnTo>
                <a:lnTo>
                  <a:pt x="755742" y="2081"/>
                </a:lnTo>
                <a:lnTo>
                  <a:pt x="755737" y="2066"/>
                </a:lnTo>
                <a:lnTo>
                  <a:pt x="755732" y="2052"/>
                </a:lnTo>
                <a:lnTo>
                  <a:pt x="755727" y="2038"/>
                </a:lnTo>
                <a:lnTo>
                  <a:pt x="755722" y="2024"/>
                </a:lnTo>
                <a:lnTo>
                  <a:pt x="755716" y="2010"/>
                </a:lnTo>
                <a:lnTo>
                  <a:pt x="755711" y="1997"/>
                </a:lnTo>
                <a:lnTo>
                  <a:pt x="755705" y="1984"/>
                </a:lnTo>
                <a:lnTo>
                  <a:pt x="755700" y="1971"/>
                </a:lnTo>
                <a:lnTo>
                  <a:pt x="755694" y="1958"/>
                </a:lnTo>
                <a:lnTo>
                  <a:pt x="755688" y="1946"/>
                </a:lnTo>
                <a:lnTo>
                  <a:pt x="755682" y="1933"/>
                </a:lnTo>
                <a:lnTo>
                  <a:pt x="755675" y="1921"/>
                </a:lnTo>
                <a:lnTo>
                  <a:pt x="755669" y="1909"/>
                </a:lnTo>
                <a:lnTo>
                  <a:pt x="755663" y="1898"/>
                </a:lnTo>
                <a:lnTo>
                  <a:pt x="755656" y="1886"/>
                </a:lnTo>
                <a:lnTo>
                  <a:pt x="755649" y="1875"/>
                </a:lnTo>
                <a:lnTo>
                  <a:pt x="755643" y="1864"/>
                </a:lnTo>
                <a:lnTo>
                  <a:pt x="755636" y="1853"/>
                </a:lnTo>
                <a:lnTo>
                  <a:pt x="755629" y="1842"/>
                </a:lnTo>
                <a:lnTo>
                  <a:pt x="755622" y="1832"/>
                </a:lnTo>
                <a:lnTo>
                  <a:pt x="755614" y="1821"/>
                </a:lnTo>
                <a:lnTo>
                  <a:pt x="755607" y="1811"/>
                </a:lnTo>
                <a:lnTo>
                  <a:pt x="755599" y="1802"/>
                </a:lnTo>
                <a:lnTo>
                  <a:pt x="755592" y="1792"/>
                </a:lnTo>
                <a:lnTo>
                  <a:pt x="755584" y="1782"/>
                </a:lnTo>
                <a:lnTo>
                  <a:pt x="755576" y="1773"/>
                </a:lnTo>
                <a:lnTo>
                  <a:pt x="755568" y="1764"/>
                </a:lnTo>
                <a:lnTo>
                  <a:pt x="755560" y="1755"/>
                </a:lnTo>
                <a:lnTo>
                  <a:pt x="755552" y="1747"/>
                </a:lnTo>
                <a:lnTo>
                  <a:pt x="755544" y="1738"/>
                </a:lnTo>
                <a:lnTo>
                  <a:pt x="755535" y="1730"/>
                </a:lnTo>
                <a:lnTo>
                  <a:pt x="755526" y="1721"/>
                </a:lnTo>
                <a:lnTo>
                  <a:pt x="755516" y="1713"/>
                </a:lnTo>
                <a:lnTo>
                  <a:pt x="755505" y="1704"/>
                </a:lnTo>
                <a:lnTo>
                  <a:pt x="755493" y="1695"/>
                </a:lnTo>
                <a:lnTo>
                  <a:pt x="755481" y="1686"/>
                </a:lnTo>
                <a:lnTo>
                  <a:pt x="755468" y="1677"/>
                </a:lnTo>
                <a:lnTo>
                  <a:pt x="755455" y="1668"/>
                </a:lnTo>
                <a:lnTo>
                  <a:pt x="755440" y="1659"/>
                </a:lnTo>
                <a:lnTo>
                  <a:pt x="755425" y="1650"/>
                </a:lnTo>
                <a:lnTo>
                  <a:pt x="755410" y="1641"/>
                </a:lnTo>
                <a:lnTo>
                  <a:pt x="755393" y="1632"/>
                </a:lnTo>
                <a:lnTo>
                  <a:pt x="755376" y="1622"/>
                </a:lnTo>
                <a:lnTo>
                  <a:pt x="755359" y="1613"/>
                </a:lnTo>
                <a:lnTo>
                  <a:pt x="755340" y="1603"/>
                </a:lnTo>
                <a:lnTo>
                  <a:pt x="755321" y="1593"/>
                </a:lnTo>
                <a:lnTo>
                  <a:pt x="755301" y="1583"/>
                </a:lnTo>
                <a:lnTo>
                  <a:pt x="755281" y="1574"/>
                </a:lnTo>
                <a:lnTo>
                  <a:pt x="755259" y="1564"/>
                </a:lnTo>
                <a:lnTo>
                  <a:pt x="755237" y="1554"/>
                </a:lnTo>
                <a:lnTo>
                  <a:pt x="755215" y="1543"/>
                </a:lnTo>
                <a:lnTo>
                  <a:pt x="755191" y="1533"/>
                </a:lnTo>
                <a:lnTo>
                  <a:pt x="755167" y="1523"/>
                </a:lnTo>
                <a:lnTo>
                  <a:pt x="755143" y="1512"/>
                </a:lnTo>
                <a:lnTo>
                  <a:pt x="755117" y="1502"/>
                </a:lnTo>
                <a:lnTo>
                  <a:pt x="755091" y="1492"/>
                </a:lnTo>
                <a:lnTo>
                  <a:pt x="755064" y="1481"/>
                </a:lnTo>
                <a:lnTo>
                  <a:pt x="755035" y="1471"/>
                </a:lnTo>
                <a:lnTo>
                  <a:pt x="755006" y="1461"/>
                </a:lnTo>
                <a:lnTo>
                  <a:pt x="754977" y="1451"/>
                </a:lnTo>
                <a:lnTo>
                  <a:pt x="754946" y="1441"/>
                </a:lnTo>
                <a:lnTo>
                  <a:pt x="754914" y="1431"/>
                </a:lnTo>
                <a:lnTo>
                  <a:pt x="754882" y="1421"/>
                </a:lnTo>
                <a:lnTo>
                  <a:pt x="754848" y="1411"/>
                </a:lnTo>
                <a:lnTo>
                  <a:pt x="754814" y="1401"/>
                </a:lnTo>
                <a:lnTo>
                  <a:pt x="754779" y="1391"/>
                </a:lnTo>
                <a:lnTo>
                  <a:pt x="754743" y="1382"/>
                </a:lnTo>
                <a:lnTo>
                  <a:pt x="754706" y="1372"/>
                </a:lnTo>
                <a:lnTo>
                  <a:pt x="754669" y="1362"/>
                </a:lnTo>
                <a:lnTo>
                  <a:pt x="754630" y="1353"/>
                </a:lnTo>
                <a:lnTo>
                  <a:pt x="754591" y="1343"/>
                </a:lnTo>
                <a:lnTo>
                  <a:pt x="754550" y="1334"/>
                </a:lnTo>
                <a:lnTo>
                  <a:pt x="754509" y="1324"/>
                </a:lnTo>
                <a:lnTo>
                  <a:pt x="754467" y="1315"/>
                </a:lnTo>
                <a:lnTo>
                  <a:pt x="754424" y="1306"/>
                </a:lnTo>
                <a:lnTo>
                  <a:pt x="754381" y="1297"/>
                </a:lnTo>
                <a:lnTo>
                  <a:pt x="754336" y="1288"/>
                </a:lnTo>
                <a:lnTo>
                  <a:pt x="754290" y="1278"/>
                </a:lnTo>
                <a:lnTo>
                  <a:pt x="754244" y="1270"/>
                </a:lnTo>
                <a:lnTo>
                  <a:pt x="754198" y="1261"/>
                </a:lnTo>
                <a:lnTo>
                  <a:pt x="754152" y="1253"/>
                </a:lnTo>
                <a:lnTo>
                  <a:pt x="754106" y="1245"/>
                </a:lnTo>
                <a:lnTo>
                  <a:pt x="754059" y="1238"/>
                </a:lnTo>
                <a:lnTo>
                  <a:pt x="754013" y="1231"/>
                </a:lnTo>
                <a:lnTo>
                  <a:pt x="753966" y="1224"/>
                </a:lnTo>
                <a:lnTo>
                  <a:pt x="753919" y="1218"/>
                </a:lnTo>
                <a:lnTo>
                  <a:pt x="753872" y="1212"/>
                </a:lnTo>
                <a:lnTo>
                  <a:pt x="753825" y="1207"/>
                </a:lnTo>
                <a:lnTo>
                  <a:pt x="753778" y="1202"/>
                </a:lnTo>
                <a:lnTo>
                  <a:pt x="753731" y="1197"/>
                </a:lnTo>
                <a:lnTo>
                  <a:pt x="753683" y="1193"/>
                </a:lnTo>
                <a:lnTo>
                  <a:pt x="753636" y="1189"/>
                </a:lnTo>
                <a:lnTo>
                  <a:pt x="753588" y="1185"/>
                </a:lnTo>
                <a:lnTo>
                  <a:pt x="753540" y="1182"/>
                </a:lnTo>
                <a:lnTo>
                  <a:pt x="753492" y="1179"/>
                </a:lnTo>
                <a:lnTo>
                  <a:pt x="753444" y="1177"/>
                </a:lnTo>
                <a:lnTo>
                  <a:pt x="753396" y="1175"/>
                </a:lnTo>
                <a:lnTo>
                  <a:pt x="753348" y="1173"/>
                </a:lnTo>
                <a:lnTo>
                  <a:pt x="753300" y="1172"/>
                </a:lnTo>
                <a:lnTo>
                  <a:pt x="753251" y="1171"/>
                </a:lnTo>
                <a:lnTo>
                  <a:pt x="753203" y="1170"/>
                </a:lnTo>
                <a:lnTo>
                  <a:pt x="753154" y="1170"/>
                </a:lnTo>
                <a:lnTo>
                  <a:pt x="753051" y="1170"/>
                </a:lnTo>
                <a:lnTo>
                  <a:pt x="752950" y="1172"/>
                </a:lnTo>
                <a:lnTo>
                  <a:pt x="752850" y="1175"/>
                </a:lnTo>
                <a:lnTo>
                  <a:pt x="752751" y="1179"/>
                </a:lnTo>
                <a:lnTo>
                  <a:pt x="752653" y="1185"/>
                </a:lnTo>
                <a:lnTo>
                  <a:pt x="752556" y="1191"/>
                </a:lnTo>
                <a:lnTo>
                  <a:pt x="752460" y="1199"/>
                </a:lnTo>
                <a:lnTo>
                  <a:pt x="752366" y="1208"/>
                </a:lnTo>
                <a:lnTo>
                  <a:pt x="752272" y="1218"/>
                </a:lnTo>
                <a:lnTo>
                  <a:pt x="752180" y="1229"/>
                </a:lnTo>
                <a:lnTo>
                  <a:pt x="752089" y="1242"/>
                </a:lnTo>
                <a:lnTo>
                  <a:pt x="751999" y="1255"/>
                </a:lnTo>
                <a:lnTo>
                  <a:pt x="751910" y="1270"/>
                </a:lnTo>
                <a:lnTo>
                  <a:pt x="751822" y="1286"/>
                </a:lnTo>
                <a:lnTo>
                  <a:pt x="751735" y="1303"/>
                </a:lnTo>
                <a:lnTo>
                  <a:pt x="751650" y="1322"/>
                </a:lnTo>
                <a:lnTo>
                  <a:pt x="751565" y="1341"/>
                </a:lnTo>
                <a:lnTo>
                  <a:pt x="751482" y="1362"/>
                </a:lnTo>
                <a:lnTo>
                  <a:pt x="751400" y="1384"/>
                </a:lnTo>
                <a:lnTo>
                  <a:pt x="751319" y="1407"/>
                </a:lnTo>
                <a:lnTo>
                  <a:pt x="751239" y="1432"/>
                </a:lnTo>
                <a:lnTo>
                  <a:pt x="751160" y="1457"/>
                </a:lnTo>
                <a:lnTo>
                  <a:pt x="751083" y="1484"/>
                </a:lnTo>
                <a:lnTo>
                  <a:pt x="751006" y="1512"/>
                </a:lnTo>
                <a:lnTo>
                  <a:pt x="750931" y="1541"/>
                </a:lnTo>
                <a:lnTo>
                  <a:pt x="750857" y="1571"/>
                </a:lnTo>
                <a:lnTo>
                  <a:pt x="750784" y="1603"/>
                </a:lnTo>
                <a:lnTo>
                  <a:pt x="750711" y="1636"/>
                </a:lnTo>
                <a:lnTo>
                  <a:pt x="750640" y="1671"/>
                </a:lnTo>
                <a:lnTo>
                  <a:pt x="750570" y="1706"/>
                </a:lnTo>
                <a:lnTo>
                  <a:pt x="750501" y="1743"/>
                </a:lnTo>
                <a:lnTo>
                  <a:pt x="750434" y="1781"/>
                </a:lnTo>
                <a:lnTo>
                  <a:pt x="750367" y="1821"/>
                </a:lnTo>
                <a:lnTo>
                  <a:pt x="750301" y="1862"/>
                </a:lnTo>
                <a:lnTo>
                  <a:pt x="750236" y="1904"/>
                </a:lnTo>
                <a:lnTo>
                  <a:pt x="750173" y="1947"/>
                </a:lnTo>
                <a:lnTo>
                  <a:pt x="750110" y="1992"/>
                </a:lnTo>
                <a:lnTo>
                  <a:pt x="750049" y="2038"/>
                </a:lnTo>
                <a:lnTo>
                  <a:pt x="749989" y="2086"/>
                </a:lnTo>
                <a:lnTo>
                  <a:pt x="749929" y="2134"/>
                </a:lnTo>
                <a:lnTo>
                  <a:pt x="749871" y="2184"/>
                </a:lnTo>
                <a:lnTo>
                  <a:pt x="749814" y="2235"/>
                </a:lnTo>
                <a:lnTo>
                  <a:pt x="749758" y="2288"/>
                </a:lnTo>
                <a:lnTo>
                  <a:pt x="749703" y="2342"/>
                </a:lnTo>
                <a:lnTo>
                  <a:pt x="749649" y="2397"/>
                </a:lnTo>
                <a:lnTo>
                  <a:pt x="749596" y="2454"/>
                </a:lnTo>
                <a:lnTo>
                  <a:pt x="749545" y="2511"/>
                </a:lnTo>
                <a:lnTo>
                  <a:pt x="749494" y="2571"/>
                </a:lnTo>
                <a:lnTo>
                  <a:pt x="749444" y="2631"/>
                </a:lnTo>
                <a:lnTo>
                  <a:pt x="749396" y="2693"/>
                </a:lnTo>
                <a:lnTo>
                  <a:pt x="749348" y="2756"/>
                </a:lnTo>
                <a:lnTo>
                  <a:pt x="749302" y="2821"/>
                </a:lnTo>
                <a:lnTo>
                  <a:pt x="749257" y="2887"/>
                </a:lnTo>
                <a:lnTo>
                  <a:pt x="749212" y="2955"/>
                </a:lnTo>
                <a:lnTo>
                  <a:pt x="749169" y="3024"/>
                </a:lnTo>
                <a:lnTo>
                  <a:pt x="749127" y="3094"/>
                </a:lnTo>
                <a:lnTo>
                  <a:pt x="749086" y="3166"/>
                </a:lnTo>
                <a:lnTo>
                  <a:pt x="749046" y="3239"/>
                </a:lnTo>
                <a:lnTo>
                  <a:pt x="749007" y="3314"/>
                </a:lnTo>
                <a:lnTo>
                  <a:pt x="748970" y="3390"/>
                </a:lnTo>
                <a:lnTo>
                  <a:pt x="748933" y="3467"/>
                </a:lnTo>
                <a:lnTo>
                  <a:pt x="748897" y="3546"/>
                </a:lnTo>
                <a:lnTo>
                  <a:pt x="748863" y="3626"/>
                </a:lnTo>
                <a:lnTo>
                  <a:pt x="748829" y="3708"/>
                </a:lnTo>
                <a:lnTo>
                  <a:pt x="748797" y="3791"/>
                </a:lnTo>
                <a:lnTo>
                  <a:pt x="748765" y="3876"/>
                </a:lnTo>
                <a:lnTo>
                  <a:pt x="748735" y="3962"/>
                </a:lnTo>
                <a:lnTo>
                  <a:pt x="748706" y="4049"/>
                </a:lnTo>
                <a:lnTo>
                  <a:pt x="748678" y="4138"/>
                </a:lnTo>
                <a:lnTo>
                  <a:pt x="748651" y="4228"/>
                </a:lnTo>
                <a:lnTo>
                  <a:pt x="748625" y="4320"/>
                </a:lnTo>
                <a:lnTo>
                  <a:pt x="748600" y="4413"/>
                </a:lnTo>
                <a:lnTo>
                  <a:pt x="748576" y="4508"/>
                </a:lnTo>
                <a:lnTo>
                  <a:pt x="748553" y="4604"/>
                </a:lnTo>
                <a:lnTo>
                  <a:pt x="748531" y="4701"/>
                </a:lnTo>
                <a:lnTo>
                  <a:pt x="748511" y="4801"/>
                </a:lnTo>
                <a:lnTo>
                  <a:pt x="748491" y="4901"/>
                </a:lnTo>
                <a:lnTo>
                  <a:pt x="748472" y="5003"/>
                </a:lnTo>
                <a:lnTo>
                  <a:pt x="748454" y="5107"/>
                </a:lnTo>
                <a:lnTo>
                  <a:pt x="748437" y="5213"/>
                </a:lnTo>
                <a:lnTo>
                  <a:pt x="748422" y="5319"/>
                </a:lnTo>
                <a:lnTo>
                  <a:pt x="748407" y="5428"/>
                </a:lnTo>
                <a:lnTo>
                  <a:pt x="748393" y="5538"/>
                </a:lnTo>
                <a:lnTo>
                  <a:pt x="748381" y="5649"/>
                </a:lnTo>
                <a:lnTo>
                  <a:pt x="748369" y="5762"/>
                </a:lnTo>
                <a:lnTo>
                  <a:pt x="748358" y="5877"/>
                </a:lnTo>
                <a:lnTo>
                  <a:pt x="748349" y="5993"/>
                </a:lnTo>
                <a:lnTo>
                  <a:pt x="748340" y="6110"/>
                </a:lnTo>
                <a:lnTo>
                  <a:pt x="748332" y="6229"/>
                </a:lnTo>
                <a:lnTo>
                  <a:pt x="748326" y="6350"/>
                </a:lnTo>
                <a:lnTo>
                  <a:pt x="748320" y="6472"/>
                </a:lnTo>
                <a:lnTo>
                  <a:pt x="748316" y="6596"/>
                </a:lnTo>
                <a:lnTo>
                  <a:pt x="748312" y="6721"/>
                </a:lnTo>
                <a:lnTo>
                  <a:pt x="748309" y="6848"/>
                </a:lnTo>
                <a:lnTo>
                  <a:pt x="748308" y="6976"/>
                </a:lnTo>
                <a:lnTo>
                  <a:pt x="748307" y="7106"/>
                </a:lnTo>
                <a:lnTo>
                  <a:pt x="748307" y="8657"/>
                </a:lnTo>
                <a:lnTo>
                  <a:pt x="746185" y="8657"/>
                </a:lnTo>
                <a:lnTo>
                  <a:pt x="746174" y="8657"/>
                </a:lnTo>
                <a:lnTo>
                  <a:pt x="746163" y="8657"/>
                </a:lnTo>
                <a:lnTo>
                  <a:pt x="746152" y="8658"/>
                </a:lnTo>
                <a:lnTo>
                  <a:pt x="746141" y="8659"/>
                </a:lnTo>
                <a:lnTo>
                  <a:pt x="746131" y="8659"/>
                </a:lnTo>
                <a:lnTo>
                  <a:pt x="746120" y="8661"/>
                </a:lnTo>
                <a:lnTo>
                  <a:pt x="746110" y="8662"/>
                </a:lnTo>
                <a:lnTo>
                  <a:pt x="746100" y="8663"/>
                </a:lnTo>
                <a:lnTo>
                  <a:pt x="746089" y="8665"/>
                </a:lnTo>
                <a:lnTo>
                  <a:pt x="746079" y="8667"/>
                </a:lnTo>
                <a:lnTo>
                  <a:pt x="746069" y="8669"/>
                </a:lnTo>
                <a:lnTo>
                  <a:pt x="746060" y="8672"/>
                </a:lnTo>
                <a:lnTo>
                  <a:pt x="746050" y="8674"/>
                </a:lnTo>
                <a:lnTo>
                  <a:pt x="746040" y="8677"/>
                </a:lnTo>
                <a:lnTo>
                  <a:pt x="746031" y="8680"/>
                </a:lnTo>
                <a:lnTo>
                  <a:pt x="746022" y="8683"/>
                </a:lnTo>
                <a:lnTo>
                  <a:pt x="746012" y="8686"/>
                </a:lnTo>
                <a:lnTo>
                  <a:pt x="746003" y="8690"/>
                </a:lnTo>
                <a:lnTo>
                  <a:pt x="745994" y="8694"/>
                </a:lnTo>
                <a:lnTo>
                  <a:pt x="745985" y="8698"/>
                </a:lnTo>
                <a:lnTo>
                  <a:pt x="745977" y="8702"/>
                </a:lnTo>
                <a:lnTo>
                  <a:pt x="745968" y="8706"/>
                </a:lnTo>
                <a:lnTo>
                  <a:pt x="745959" y="8711"/>
                </a:lnTo>
                <a:lnTo>
                  <a:pt x="745951" y="8715"/>
                </a:lnTo>
                <a:lnTo>
                  <a:pt x="745943" y="8720"/>
                </a:lnTo>
                <a:lnTo>
                  <a:pt x="745935" y="8726"/>
                </a:lnTo>
                <a:lnTo>
                  <a:pt x="745926" y="8731"/>
                </a:lnTo>
                <a:lnTo>
                  <a:pt x="745918" y="8737"/>
                </a:lnTo>
                <a:lnTo>
                  <a:pt x="745911" y="8743"/>
                </a:lnTo>
                <a:lnTo>
                  <a:pt x="745903" y="8750"/>
                </a:lnTo>
                <a:lnTo>
                  <a:pt x="745895" y="8757"/>
                </a:lnTo>
                <a:lnTo>
                  <a:pt x="745888" y="8764"/>
                </a:lnTo>
                <a:lnTo>
                  <a:pt x="745880" y="8771"/>
                </a:lnTo>
                <a:lnTo>
                  <a:pt x="745873" y="8779"/>
                </a:lnTo>
                <a:lnTo>
                  <a:pt x="745866" y="8787"/>
                </a:lnTo>
                <a:lnTo>
                  <a:pt x="745859" y="8795"/>
                </a:lnTo>
                <a:lnTo>
                  <a:pt x="745852" y="8803"/>
                </a:lnTo>
                <a:lnTo>
                  <a:pt x="745845" y="8812"/>
                </a:lnTo>
                <a:lnTo>
                  <a:pt x="745839" y="8821"/>
                </a:lnTo>
                <a:lnTo>
                  <a:pt x="745832" y="8831"/>
                </a:lnTo>
                <a:lnTo>
                  <a:pt x="745826" y="8840"/>
                </a:lnTo>
                <a:lnTo>
                  <a:pt x="745819" y="8850"/>
                </a:lnTo>
                <a:lnTo>
                  <a:pt x="745813" y="8860"/>
                </a:lnTo>
                <a:lnTo>
                  <a:pt x="745807" y="8871"/>
                </a:lnTo>
                <a:lnTo>
                  <a:pt x="745801" y="8882"/>
                </a:lnTo>
                <a:lnTo>
                  <a:pt x="745795" y="8893"/>
                </a:lnTo>
                <a:lnTo>
                  <a:pt x="745789" y="8904"/>
                </a:lnTo>
                <a:lnTo>
                  <a:pt x="745784" y="8916"/>
                </a:lnTo>
                <a:lnTo>
                  <a:pt x="745778" y="8928"/>
                </a:lnTo>
                <a:lnTo>
                  <a:pt x="745773" y="8940"/>
                </a:lnTo>
                <a:lnTo>
                  <a:pt x="745768" y="8953"/>
                </a:lnTo>
                <a:lnTo>
                  <a:pt x="745763" y="8965"/>
                </a:lnTo>
                <a:lnTo>
                  <a:pt x="745757" y="8978"/>
                </a:lnTo>
                <a:lnTo>
                  <a:pt x="745753" y="8992"/>
                </a:lnTo>
                <a:lnTo>
                  <a:pt x="745748" y="9005"/>
                </a:lnTo>
                <a:lnTo>
                  <a:pt x="745743" y="9019"/>
                </a:lnTo>
                <a:lnTo>
                  <a:pt x="745738" y="9033"/>
                </a:lnTo>
                <a:lnTo>
                  <a:pt x="745734" y="9047"/>
                </a:lnTo>
                <a:lnTo>
                  <a:pt x="745730" y="9062"/>
                </a:lnTo>
                <a:lnTo>
                  <a:pt x="745725" y="9077"/>
                </a:lnTo>
                <a:lnTo>
                  <a:pt x="745721" y="9092"/>
                </a:lnTo>
                <a:lnTo>
                  <a:pt x="745717" y="9107"/>
                </a:lnTo>
                <a:lnTo>
                  <a:pt x="745713" y="9123"/>
                </a:lnTo>
                <a:lnTo>
                  <a:pt x="745710" y="9139"/>
                </a:lnTo>
                <a:lnTo>
                  <a:pt x="745706" y="9155"/>
                </a:lnTo>
                <a:lnTo>
                  <a:pt x="745702" y="9171"/>
                </a:lnTo>
                <a:lnTo>
                  <a:pt x="745699" y="9188"/>
                </a:lnTo>
                <a:lnTo>
                  <a:pt x="745696" y="9205"/>
                </a:lnTo>
                <a:lnTo>
                  <a:pt x="745692" y="9222"/>
                </a:lnTo>
                <a:lnTo>
                  <a:pt x="745689" y="9240"/>
                </a:lnTo>
                <a:lnTo>
                  <a:pt x="745686" y="9257"/>
                </a:lnTo>
                <a:lnTo>
                  <a:pt x="745684" y="9275"/>
                </a:lnTo>
                <a:lnTo>
                  <a:pt x="745681" y="9294"/>
                </a:lnTo>
                <a:lnTo>
                  <a:pt x="745678" y="9312"/>
                </a:lnTo>
                <a:lnTo>
                  <a:pt x="745676" y="9331"/>
                </a:lnTo>
                <a:lnTo>
                  <a:pt x="745673" y="9350"/>
                </a:lnTo>
                <a:lnTo>
                  <a:pt x="745671" y="9370"/>
                </a:lnTo>
                <a:lnTo>
                  <a:pt x="745669" y="9390"/>
                </a:lnTo>
                <a:lnTo>
                  <a:pt x="745667" y="9411"/>
                </a:lnTo>
                <a:lnTo>
                  <a:pt x="745665" y="9431"/>
                </a:lnTo>
                <a:lnTo>
                  <a:pt x="745663" y="9452"/>
                </a:lnTo>
                <a:lnTo>
                  <a:pt x="745662" y="9474"/>
                </a:lnTo>
                <a:lnTo>
                  <a:pt x="745660" y="9495"/>
                </a:lnTo>
                <a:lnTo>
                  <a:pt x="745659" y="9518"/>
                </a:lnTo>
                <a:lnTo>
                  <a:pt x="745657" y="9540"/>
                </a:lnTo>
                <a:lnTo>
                  <a:pt x="745656" y="9563"/>
                </a:lnTo>
                <a:lnTo>
                  <a:pt x="745655" y="9586"/>
                </a:lnTo>
                <a:lnTo>
                  <a:pt x="745654" y="9610"/>
                </a:lnTo>
                <a:lnTo>
                  <a:pt x="745653" y="9633"/>
                </a:lnTo>
                <a:lnTo>
                  <a:pt x="745652" y="9658"/>
                </a:lnTo>
                <a:lnTo>
                  <a:pt x="745652" y="9682"/>
                </a:lnTo>
                <a:lnTo>
                  <a:pt x="745651" y="9707"/>
                </a:lnTo>
                <a:lnTo>
                  <a:pt x="745651" y="9732"/>
                </a:lnTo>
                <a:lnTo>
                  <a:pt x="745650" y="9758"/>
                </a:lnTo>
                <a:lnTo>
                  <a:pt x="745650" y="9784"/>
                </a:lnTo>
                <a:lnTo>
                  <a:pt x="745650" y="9810"/>
                </a:lnTo>
                <a:lnTo>
                  <a:pt x="745650" y="9860"/>
                </a:lnTo>
                <a:lnTo>
                  <a:pt x="745651" y="9908"/>
                </a:lnTo>
                <a:lnTo>
                  <a:pt x="745652" y="9955"/>
                </a:lnTo>
                <a:lnTo>
                  <a:pt x="745654" y="10001"/>
                </a:lnTo>
                <a:lnTo>
                  <a:pt x="745656" y="10046"/>
                </a:lnTo>
                <a:lnTo>
                  <a:pt x="745659" y="10090"/>
                </a:lnTo>
                <a:lnTo>
                  <a:pt x="745662" y="10133"/>
                </a:lnTo>
                <a:lnTo>
                  <a:pt x="745665" y="10174"/>
                </a:lnTo>
                <a:lnTo>
                  <a:pt x="745669" y="10214"/>
                </a:lnTo>
                <a:lnTo>
                  <a:pt x="745673" y="10253"/>
                </a:lnTo>
                <a:lnTo>
                  <a:pt x="745678" y="10291"/>
                </a:lnTo>
                <a:lnTo>
                  <a:pt x="745684" y="10328"/>
                </a:lnTo>
                <a:lnTo>
                  <a:pt x="745689" y="10364"/>
                </a:lnTo>
                <a:lnTo>
                  <a:pt x="745696" y="10398"/>
                </a:lnTo>
                <a:lnTo>
                  <a:pt x="745702" y="10432"/>
                </a:lnTo>
                <a:lnTo>
                  <a:pt x="745710" y="10464"/>
                </a:lnTo>
                <a:lnTo>
                  <a:pt x="745717" y="10495"/>
                </a:lnTo>
                <a:lnTo>
                  <a:pt x="745725" y="10525"/>
                </a:lnTo>
                <a:lnTo>
                  <a:pt x="745734" y="10553"/>
                </a:lnTo>
                <a:lnTo>
                  <a:pt x="745743" y="10581"/>
                </a:lnTo>
                <a:lnTo>
                  <a:pt x="745753" y="10607"/>
                </a:lnTo>
                <a:lnTo>
                  <a:pt x="745763" y="10632"/>
                </a:lnTo>
                <a:lnTo>
                  <a:pt x="745773" y="10656"/>
                </a:lnTo>
                <a:lnTo>
                  <a:pt x="745784" y="10679"/>
                </a:lnTo>
                <a:lnTo>
                  <a:pt x="745795" y="10701"/>
                </a:lnTo>
                <a:lnTo>
                  <a:pt x="745807" y="10722"/>
                </a:lnTo>
                <a:lnTo>
                  <a:pt x="745819" y="10742"/>
                </a:lnTo>
                <a:lnTo>
                  <a:pt x="745832" y="10761"/>
                </a:lnTo>
                <a:lnTo>
                  <a:pt x="745845" y="10779"/>
                </a:lnTo>
                <a:lnTo>
                  <a:pt x="745859" y="10796"/>
                </a:lnTo>
                <a:lnTo>
                  <a:pt x="745873" y="10812"/>
                </a:lnTo>
                <a:lnTo>
                  <a:pt x="745888" y="10828"/>
                </a:lnTo>
                <a:lnTo>
                  <a:pt x="745903" y="10842"/>
                </a:lnTo>
                <a:lnTo>
                  <a:pt x="745918" y="10856"/>
                </a:lnTo>
                <a:lnTo>
                  <a:pt x="745935" y="10868"/>
                </a:lnTo>
                <a:lnTo>
                  <a:pt x="745951" y="10880"/>
                </a:lnTo>
                <a:lnTo>
                  <a:pt x="745968" y="10890"/>
                </a:lnTo>
                <a:lnTo>
                  <a:pt x="745985" y="10900"/>
                </a:lnTo>
                <a:lnTo>
                  <a:pt x="746003" y="10909"/>
                </a:lnTo>
                <a:lnTo>
                  <a:pt x="746022" y="10917"/>
                </a:lnTo>
                <a:lnTo>
                  <a:pt x="746040" y="10924"/>
                </a:lnTo>
                <a:lnTo>
                  <a:pt x="746060" y="10930"/>
                </a:lnTo>
                <a:lnTo>
                  <a:pt x="746079" y="10935"/>
                </a:lnTo>
                <a:lnTo>
                  <a:pt x="746100" y="10939"/>
                </a:lnTo>
                <a:lnTo>
                  <a:pt x="746120" y="10942"/>
                </a:lnTo>
                <a:lnTo>
                  <a:pt x="746141" y="10945"/>
                </a:lnTo>
                <a:lnTo>
                  <a:pt x="746163" y="10946"/>
                </a:lnTo>
                <a:lnTo>
                  <a:pt x="746185" y="10946"/>
                </a:lnTo>
                <a:lnTo>
                  <a:pt x="748307" y="10946"/>
                </a:lnTo>
                <a:lnTo>
                  <a:pt x="748307" y="24149"/>
                </a:lnTo>
                <a:lnTo>
                  <a:pt x="748308" y="24160"/>
                </a:lnTo>
                <a:lnTo>
                  <a:pt x="748308" y="24171"/>
                </a:lnTo>
                <a:lnTo>
                  <a:pt x="748308" y="24181"/>
                </a:lnTo>
                <a:lnTo>
                  <a:pt x="748309" y="24192"/>
                </a:lnTo>
                <a:lnTo>
                  <a:pt x="748310" y="24203"/>
                </a:lnTo>
                <a:lnTo>
                  <a:pt x="748312" y="24213"/>
                </a:lnTo>
                <a:lnTo>
                  <a:pt x="748313" y="24223"/>
                </a:lnTo>
                <a:lnTo>
                  <a:pt x="748315" y="24233"/>
                </a:lnTo>
                <a:lnTo>
                  <a:pt x="748317" y="24243"/>
                </a:lnTo>
                <a:lnTo>
                  <a:pt x="748319" y="24253"/>
                </a:lnTo>
                <a:lnTo>
                  <a:pt x="748321" y="24263"/>
                </a:lnTo>
                <a:lnTo>
                  <a:pt x="748324" y="24272"/>
                </a:lnTo>
                <a:lnTo>
                  <a:pt x="748327" y="24281"/>
                </a:lnTo>
                <a:lnTo>
                  <a:pt x="748330" y="24291"/>
                </a:lnTo>
                <a:lnTo>
                  <a:pt x="748334" y="24300"/>
                </a:lnTo>
                <a:lnTo>
                  <a:pt x="748337" y="24309"/>
                </a:lnTo>
                <a:lnTo>
                  <a:pt x="748341" y="24317"/>
                </a:lnTo>
                <a:lnTo>
                  <a:pt x="748345" y="24326"/>
                </a:lnTo>
                <a:lnTo>
                  <a:pt x="748349" y="24334"/>
                </a:lnTo>
                <a:lnTo>
                  <a:pt x="748354" y="24343"/>
                </a:lnTo>
                <a:lnTo>
                  <a:pt x="748359" y="24351"/>
                </a:lnTo>
                <a:lnTo>
                  <a:pt x="748364" y="24359"/>
                </a:lnTo>
                <a:lnTo>
                  <a:pt x="748369" y="24367"/>
                </a:lnTo>
                <a:lnTo>
                  <a:pt x="748374" y="24375"/>
                </a:lnTo>
                <a:lnTo>
                  <a:pt x="748380" y="24382"/>
                </a:lnTo>
                <a:lnTo>
                  <a:pt x="748386" y="24390"/>
                </a:lnTo>
                <a:lnTo>
                  <a:pt x="748392" y="24397"/>
                </a:lnTo>
                <a:lnTo>
                  <a:pt x="748399" y="24405"/>
                </a:lnTo>
                <a:lnTo>
                  <a:pt x="748406" y="24412"/>
                </a:lnTo>
                <a:lnTo>
                  <a:pt x="748413" y="24419"/>
                </a:lnTo>
                <a:lnTo>
                  <a:pt x="748421" y="24426"/>
                </a:lnTo>
                <a:lnTo>
                  <a:pt x="748429" y="24433"/>
                </a:lnTo>
                <a:lnTo>
                  <a:pt x="748437" y="24440"/>
                </a:lnTo>
                <a:lnTo>
                  <a:pt x="748446" y="24447"/>
                </a:lnTo>
                <a:lnTo>
                  <a:pt x="748455" y="24454"/>
                </a:lnTo>
                <a:lnTo>
                  <a:pt x="748464" y="24460"/>
                </a:lnTo>
                <a:lnTo>
                  <a:pt x="748474" y="24467"/>
                </a:lnTo>
                <a:lnTo>
                  <a:pt x="748484" y="24473"/>
                </a:lnTo>
                <a:lnTo>
                  <a:pt x="748494" y="24480"/>
                </a:lnTo>
                <a:lnTo>
                  <a:pt x="748504" y="24486"/>
                </a:lnTo>
                <a:lnTo>
                  <a:pt x="748515" y="24492"/>
                </a:lnTo>
                <a:lnTo>
                  <a:pt x="748526" y="24499"/>
                </a:lnTo>
                <a:lnTo>
                  <a:pt x="748538" y="24505"/>
                </a:lnTo>
                <a:lnTo>
                  <a:pt x="748550" y="24511"/>
                </a:lnTo>
                <a:lnTo>
                  <a:pt x="748562" y="24516"/>
                </a:lnTo>
                <a:lnTo>
                  <a:pt x="748574" y="24522"/>
                </a:lnTo>
                <a:lnTo>
                  <a:pt x="748587" y="24528"/>
                </a:lnTo>
                <a:lnTo>
                  <a:pt x="748600" y="24534"/>
                </a:lnTo>
                <a:lnTo>
                  <a:pt x="748613" y="24539"/>
                </a:lnTo>
                <a:lnTo>
                  <a:pt x="748627" y="24544"/>
                </a:lnTo>
                <a:lnTo>
                  <a:pt x="748641" y="24550"/>
                </a:lnTo>
                <a:lnTo>
                  <a:pt x="748656" y="24555"/>
                </a:lnTo>
                <a:lnTo>
                  <a:pt x="748671" y="24560"/>
                </a:lnTo>
                <a:lnTo>
                  <a:pt x="748686" y="24565"/>
                </a:lnTo>
                <a:lnTo>
                  <a:pt x="748702" y="24570"/>
                </a:lnTo>
                <a:lnTo>
                  <a:pt x="748718" y="24574"/>
                </a:lnTo>
                <a:lnTo>
                  <a:pt x="748734" y="24579"/>
                </a:lnTo>
                <a:lnTo>
                  <a:pt x="748751" y="24583"/>
                </a:lnTo>
                <a:lnTo>
                  <a:pt x="748768" y="24588"/>
                </a:lnTo>
                <a:lnTo>
                  <a:pt x="748786" y="24592"/>
                </a:lnTo>
                <a:lnTo>
                  <a:pt x="748804" y="24596"/>
                </a:lnTo>
                <a:lnTo>
                  <a:pt x="748822" y="24600"/>
                </a:lnTo>
                <a:lnTo>
                  <a:pt x="748841" y="24604"/>
                </a:lnTo>
                <a:lnTo>
                  <a:pt x="748860" y="24608"/>
                </a:lnTo>
                <a:lnTo>
                  <a:pt x="748879" y="24611"/>
                </a:lnTo>
                <a:lnTo>
                  <a:pt x="748899" y="24615"/>
                </a:lnTo>
                <a:lnTo>
                  <a:pt x="748919" y="24618"/>
                </a:lnTo>
                <a:lnTo>
                  <a:pt x="748940" y="24622"/>
                </a:lnTo>
                <a:lnTo>
                  <a:pt x="748961" y="24625"/>
                </a:lnTo>
                <a:lnTo>
                  <a:pt x="748982" y="24628"/>
                </a:lnTo>
                <a:lnTo>
                  <a:pt x="749004" y="24631"/>
                </a:lnTo>
                <a:lnTo>
                  <a:pt x="749026" y="24634"/>
                </a:lnTo>
                <a:lnTo>
                  <a:pt x="749049" y="24637"/>
                </a:lnTo>
                <a:lnTo>
                  <a:pt x="749072" y="24639"/>
                </a:lnTo>
                <a:lnTo>
                  <a:pt x="749095" y="24642"/>
                </a:lnTo>
                <a:lnTo>
                  <a:pt x="749119" y="24644"/>
                </a:lnTo>
                <a:lnTo>
                  <a:pt x="749143" y="24646"/>
                </a:lnTo>
                <a:lnTo>
                  <a:pt x="749168" y="24648"/>
                </a:lnTo>
                <a:lnTo>
                  <a:pt x="749193" y="24650"/>
                </a:lnTo>
                <a:lnTo>
                  <a:pt x="749219" y="24652"/>
                </a:lnTo>
                <a:lnTo>
                  <a:pt x="749245" y="24654"/>
                </a:lnTo>
                <a:lnTo>
                  <a:pt x="749272" y="24656"/>
                </a:lnTo>
                <a:lnTo>
                  <a:pt x="749299" y="24657"/>
                </a:lnTo>
                <a:lnTo>
                  <a:pt x="749327" y="24659"/>
                </a:lnTo>
                <a:lnTo>
                  <a:pt x="749355" y="24660"/>
                </a:lnTo>
                <a:lnTo>
                  <a:pt x="749383" y="24661"/>
                </a:lnTo>
                <a:lnTo>
                  <a:pt x="749413" y="24663"/>
                </a:lnTo>
                <a:lnTo>
                  <a:pt x="749442" y="24664"/>
                </a:lnTo>
                <a:lnTo>
                  <a:pt x="749472" y="24664"/>
                </a:lnTo>
                <a:lnTo>
                  <a:pt x="749502" y="24665"/>
                </a:lnTo>
                <a:lnTo>
                  <a:pt x="749533" y="24666"/>
                </a:lnTo>
                <a:lnTo>
                  <a:pt x="749565" y="24666"/>
                </a:lnTo>
                <a:lnTo>
                  <a:pt x="749596" y="24667"/>
                </a:lnTo>
                <a:lnTo>
                  <a:pt x="749629" y="24667"/>
                </a:lnTo>
                <a:lnTo>
                  <a:pt x="749661" y="24667"/>
                </a:lnTo>
                <a:lnTo>
                  <a:pt x="749695" y="24667"/>
                </a:lnTo>
                <a:lnTo>
                  <a:pt x="749728" y="24667"/>
                </a:lnTo>
                <a:lnTo>
                  <a:pt x="749760" y="24667"/>
                </a:lnTo>
                <a:lnTo>
                  <a:pt x="749793" y="24667"/>
                </a:lnTo>
                <a:lnTo>
                  <a:pt x="749825" y="24666"/>
                </a:lnTo>
                <a:lnTo>
                  <a:pt x="749856" y="24666"/>
                </a:lnTo>
                <a:lnTo>
                  <a:pt x="749887" y="24665"/>
                </a:lnTo>
                <a:lnTo>
                  <a:pt x="749917" y="24664"/>
                </a:lnTo>
                <a:lnTo>
                  <a:pt x="749947" y="24664"/>
                </a:lnTo>
                <a:lnTo>
                  <a:pt x="749977" y="24663"/>
                </a:lnTo>
                <a:lnTo>
                  <a:pt x="750006" y="24661"/>
                </a:lnTo>
                <a:lnTo>
                  <a:pt x="750034" y="24660"/>
                </a:lnTo>
                <a:lnTo>
                  <a:pt x="750062" y="24659"/>
                </a:lnTo>
                <a:lnTo>
                  <a:pt x="750090" y="24657"/>
                </a:lnTo>
                <a:lnTo>
                  <a:pt x="750117" y="24656"/>
                </a:lnTo>
                <a:lnTo>
                  <a:pt x="750144" y="24654"/>
                </a:lnTo>
                <a:lnTo>
                  <a:pt x="750170" y="24652"/>
                </a:lnTo>
                <a:lnTo>
                  <a:pt x="750196" y="24650"/>
                </a:lnTo>
                <a:lnTo>
                  <a:pt x="750221" y="24648"/>
                </a:lnTo>
                <a:lnTo>
                  <a:pt x="750246" y="24646"/>
                </a:lnTo>
                <a:lnTo>
                  <a:pt x="750270" y="24644"/>
                </a:lnTo>
                <a:lnTo>
                  <a:pt x="750294" y="24642"/>
                </a:lnTo>
                <a:lnTo>
                  <a:pt x="750318" y="24639"/>
                </a:lnTo>
                <a:lnTo>
                  <a:pt x="750340" y="24637"/>
                </a:lnTo>
                <a:lnTo>
                  <a:pt x="750363" y="24634"/>
                </a:lnTo>
                <a:lnTo>
                  <a:pt x="750385" y="24631"/>
                </a:lnTo>
                <a:lnTo>
                  <a:pt x="750407" y="24628"/>
                </a:lnTo>
                <a:lnTo>
                  <a:pt x="750428" y="24625"/>
                </a:lnTo>
                <a:lnTo>
                  <a:pt x="750449" y="24622"/>
                </a:lnTo>
                <a:lnTo>
                  <a:pt x="750470" y="24618"/>
                </a:lnTo>
                <a:lnTo>
                  <a:pt x="750490" y="24615"/>
                </a:lnTo>
                <a:lnTo>
                  <a:pt x="750510" y="24611"/>
                </a:lnTo>
                <a:lnTo>
                  <a:pt x="750529" y="24608"/>
                </a:lnTo>
                <a:lnTo>
                  <a:pt x="750548" y="24604"/>
                </a:lnTo>
                <a:lnTo>
                  <a:pt x="750567" y="24600"/>
                </a:lnTo>
                <a:lnTo>
                  <a:pt x="750585" y="24596"/>
                </a:lnTo>
                <a:lnTo>
                  <a:pt x="750603" y="24592"/>
                </a:lnTo>
                <a:lnTo>
                  <a:pt x="750621" y="24588"/>
                </a:lnTo>
                <a:lnTo>
                  <a:pt x="750638" y="24583"/>
                </a:lnTo>
                <a:lnTo>
                  <a:pt x="750655" y="24579"/>
                </a:lnTo>
                <a:lnTo>
                  <a:pt x="750671" y="24574"/>
                </a:lnTo>
                <a:lnTo>
                  <a:pt x="750687" y="24570"/>
                </a:lnTo>
                <a:lnTo>
                  <a:pt x="750703" y="24565"/>
                </a:lnTo>
                <a:lnTo>
                  <a:pt x="750718" y="24560"/>
                </a:lnTo>
                <a:lnTo>
                  <a:pt x="750733" y="24555"/>
                </a:lnTo>
                <a:lnTo>
                  <a:pt x="750748" y="24550"/>
                </a:lnTo>
                <a:lnTo>
                  <a:pt x="750762" y="24544"/>
                </a:lnTo>
                <a:lnTo>
                  <a:pt x="750776" y="24539"/>
                </a:lnTo>
                <a:lnTo>
                  <a:pt x="750789" y="24534"/>
                </a:lnTo>
                <a:lnTo>
                  <a:pt x="750802" y="24528"/>
                </a:lnTo>
                <a:lnTo>
                  <a:pt x="750815" y="24522"/>
                </a:lnTo>
                <a:lnTo>
                  <a:pt x="750827" y="24516"/>
                </a:lnTo>
                <a:lnTo>
                  <a:pt x="750840" y="24511"/>
                </a:lnTo>
                <a:lnTo>
                  <a:pt x="750851" y="24505"/>
                </a:lnTo>
                <a:lnTo>
                  <a:pt x="750863" y="24499"/>
                </a:lnTo>
                <a:lnTo>
                  <a:pt x="750874" y="24492"/>
                </a:lnTo>
                <a:lnTo>
                  <a:pt x="750885" y="24486"/>
                </a:lnTo>
                <a:lnTo>
                  <a:pt x="750895" y="24480"/>
                </a:lnTo>
                <a:lnTo>
                  <a:pt x="750906" y="24473"/>
                </a:lnTo>
                <a:lnTo>
                  <a:pt x="750915" y="24467"/>
                </a:lnTo>
                <a:lnTo>
                  <a:pt x="750925" y="24460"/>
                </a:lnTo>
                <a:lnTo>
                  <a:pt x="750934" y="24454"/>
                </a:lnTo>
                <a:lnTo>
                  <a:pt x="750943" y="24447"/>
                </a:lnTo>
                <a:lnTo>
                  <a:pt x="750952" y="24440"/>
                </a:lnTo>
                <a:lnTo>
                  <a:pt x="750960" y="24433"/>
                </a:lnTo>
                <a:lnTo>
                  <a:pt x="750968" y="24426"/>
                </a:lnTo>
                <a:lnTo>
                  <a:pt x="750976" y="24419"/>
                </a:lnTo>
                <a:lnTo>
                  <a:pt x="750983" y="24412"/>
                </a:lnTo>
                <a:lnTo>
                  <a:pt x="750990" y="24405"/>
                </a:lnTo>
                <a:lnTo>
                  <a:pt x="750997" y="24397"/>
                </a:lnTo>
                <a:lnTo>
                  <a:pt x="751003" y="24390"/>
                </a:lnTo>
                <a:lnTo>
                  <a:pt x="751009" y="24382"/>
                </a:lnTo>
                <a:lnTo>
                  <a:pt x="751015" y="24375"/>
                </a:lnTo>
                <a:lnTo>
                  <a:pt x="751020" y="24367"/>
                </a:lnTo>
                <a:lnTo>
                  <a:pt x="751025" y="24359"/>
                </a:lnTo>
                <a:lnTo>
                  <a:pt x="751030" y="24351"/>
                </a:lnTo>
                <a:lnTo>
                  <a:pt x="751035" y="24343"/>
                </a:lnTo>
                <a:lnTo>
                  <a:pt x="751040" y="24334"/>
                </a:lnTo>
                <a:lnTo>
                  <a:pt x="751044" y="24326"/>
                </a:lnTo>
                <a:lnTo>
                  <a:pt x="751048" y="24317"/>
                </a:lnTo>
                <a:lnTo>
                  <a:pt x="751052" y="24309"/>
                </a:lnTo>
                <a:lnTo>
                  <a:pt x="751056" y="24300"/>
                </a:lnTo>
                <a:lnTo>
                  <a:pt x="751059" y="24291"/>
                </a:lnTo>
                <a:lnTo>
                  <a:pt x="751062" y="24281"/>
                </a:lnTo>
                <a:lnTo>
                  <a:pt x="751065" y="24272"/>
                </a:lnTo>
                <a:lnTo>
                  <a:pt x="751068" y="24263"/>
                </a:lnTo>
                <a:lnTo>
                  <a:pt x="751070" y="24253"/>
                </a:lnTo>
                <a:lnTo>
                  <a:pt x="751072" y="24243"/>
                </a:lnTo>
                <a:lnTo>
                  <a:pt x="751074" y="24233"/>
                </a:lnTo>
                <a:lnTo>
                  <a:pt x="751076" y="24223"/>
                </a:lnTo>
                <a:lnTo>
                  <a:pt x="751077" y="24213"/>
                </a:lnTo>
                <a:lnTo>
                  <a:pt x="751079" y="24203"/>
                </a:lnTo>
                <a:lnTo>
                  <a:pt x="751080" y="24192"/>
                </a:lnTo>
                <a:lnTo>
                  <a:pt x="751081" y="24181"/>
                </a:lnTo>
                <a:lnTo>
                  <a:pt x="751081" y="24171"/>
                </a:lnTo>
                <a:lnTo>
                  <a:pt x="751082" y="24160"/>
                </a:lnTo>
                <a:lnTo>
                  <a:pt x="751082" y="24149"/>
                </a:lnTo>
                <a:lnTo>
                  <a:pt x="751082" y="10946"/>
                </a:lnTo>
                <a:lnTo>
                  <a:pt x="754441" y="10946"/>
                </a:lnTo>
                <a:lnTo>
                  <a:pt x="754462" y="10946"/>
                </a:lnTo>
                <a:lnTo>
                  <a:pt x="754482" y="10945"/>
                </a:lnTo>
                <a:lnTo>
                  <a:pt x="754502" y="10942"/>
                </a:lnTo>
                <a:lnTo>
                  <a:pt x="754522" y="10939"/>
                </a:lnTo>
                <a:lnTo>
                  <a:pt x="754541" y="10935"/>
                </a:lnTo>
                <a:lnTo>
                  <a:pt x="754560" y="10930"/>
                </a:lnTo>
                <a:lnTo>
                  <a:pt x="754578" y="10924"/>
                </a:lnTo>
                <a:lnTo>
                  <a:pt x="754597" y="10917"/>
                </a:lnTo>
                <a:lnTo>
                  <a:pt x="754615" y="10909"/>
                </a:lnTo>
                <a:lnTo>
                  <a:pt x="754632" y="10900"/>
                </a:lnTo>
                <a:lnTo>
                  <a:pt x="754650" y="10890"/>
                </a:lnTo>
                <a:lnTo>
                  <a:pt x="754666" y="10880"/>
                </a:lnTo>
                <a:lnTo>
                  <a:pt x="754683" y="10868"/>
                </a:lnTo>
                <a:lnTo>
                  <a:pt x="754699" y="10856"/>
                </a:lnTo>
                <a:lnTo>
                  <a:pt x="754715" y="10842"/>
                </a:lnTo>
                <a:lnTo>
                  <a:pt x="754730" y="10828"/>
                </a:lnTo>
                <a:lnTo>
                  <a:pt x="754746" y="10812"/>
                </a:lnTo>
                <a:lnTo>
                  <a:pt x="754760" y="10796"/>
                </a:lnTo>
                <a:lnTo>
                  <a:pt x="754775" y="10779"/>
                </a:lnTo>
                <a:lnTo>
                  <a:pt x="754789" y="10761"/>
                </a:lnTo>
                <a:lnTo>
                  <a:pt x="754803" y="10742"/>
                </a:lnTo>
                <a:lnTo>
                  <a:pt x="754816" y="10722"/>
                </a:lnTo>
                <a:lnTo>
                  <a:pt x="754829" y="10701"/>
                </a:lnTo>
                <a:lnTo>
                  <a:pt x="754842" y="10679"/>
                </a:lnTo>
                <a:lnTo>
                  <a:pt x="754854" y="10656"/>
                </a:lnTo>
                <a:lnTo>
                  <a:pt x="754866" y="10632"/>
                </a:lnTo>
                <a:lnTo>
                  <a:pt x="754877" y="10607"/>
                </a:lnTo>
                <a:lnTo>
                  <a:pt x="754888" y="10581"/>
                </a:lnTo>
                <a:lnTo>
                  <a:pt x="754898" y="10553"/>
                </a:lnTo>
                <a:lnTo>
                  <a:pt x="754908" y="10525"/>
                </a:lnTo>
                <a:lnTo>
                  <a:pt x="754917" y="10495"/>
                </a:lnTo>
                <a:lnTo>
                  <a:pt x="754925" y="10464"/>
                </a:lnTo>
                <a:lnTo>
                  <a:pt x="754934" y="10432"/>
                </a:lnTo>
                <a:lnTo>
                  <a:pt x="754941" y="10398"/>
                </a:lnTo>
                <a:lnTo>
                  <a:pt x="754948" y="10364"/>
                </a:lnTo>
                <a:lnTo>
                  <a:pt x="754955" y="10328"/>
                </a:lnTo>
                <a:lnTo>
                  <a:pt x="754961" y="10291"/>
                </a:lnTo>
                <a:lnTo>
                  <a:pt x="754966" y="10253"/>
                </a:lnTo>
                <a:lnTo>
                  <a:pt x="754971" y="10214"/>
                </a:lnTo>
                <a:lnTo>
                  <a:pt x="754976" y="10174"/>
                </a:lnTo>
                <a:lnTo>
                  <a:pt x="754979" y="10133"/>
                </a:lnTo>
                <a:lnTo>
                  <a:pt x="754983" y="10090"/>
                </a:lnTo>
                <a:lnTo>
                  <a:pt x="754986" y="10046"/>
                </a:lnTo>
                <a:lnTo>
                  <a:pt x="754988" y="10001"/>
                </a:lnTo>
                <a:lnTo>
                  <a:pt x="754990" y="9955"/>
                </a:lnTo>
                <a:lnTo>
                  <a:pt x="754991" y="9908"/>
                </a:lnTo>
                <a:lnTo>
                  <a:pt x="754992" y="9860"/>
                </a:lnTo>
                <a:lnTo>
                  <a:pt x="754992" y="9810"/>
                </a:lnTo>
                <a:lnTo>
                  <a:pt x="754992" y="9784"/>
                </a:lnTo>
                <a:lnTo>
                  <a:pt x="754992" y="9758"/>
                </a:lnTo>
                <a:lnTo>
                  <a:pt x="754992" y="9732"/>
                </a:lnTo>
                <a:lnTo>
                  <a:pt x="754991" y="9707"/>
                </a:lnTo>
                <a:lnTo>
                  <a:pt x="754990" y="9682"/>
                </a:lnTo>
                <a:lnTo>
                  <a:pt x="754990" y="9658"/>
                </a:lnTo>
                <a:lnTo>
                  <a:pt x="754989" y="9633"/>
                </a:lnTo>
                <a:lnTo>
                  <a:pt x="754988" y="9610"/>
                </a:lnTo>
                <a:lnTo>
                  <a:pt x="754986" y="9586"/>
                </a:lnTo>
                <a:lnTo>
                  <a:pt x="754985" y="9563"/>
                </a:lnTo>
                <a:lnTo>
                  <a:pt x="754984" y="9540"/>
                </a:lnTo>
                <a:lnTo>
                  <a:pt x="754982" y="9518"/>
                </a:lnTo>
                <a:lnTo>
                  <a:pt x="754980" y="9495"/>
                </a:lnTo>
                <a:lnTo>
                  <a:pt x="754978" y="9474"/>
                </a:lnTo>
                <a:lnTo>
                  <a:pt x="754976" y="9452"/>
                </a:lnTo>
                <a:lnTo>
                  <a:pt x="754974" y="9431"/>
                </a:lnTo>
                <a:lnTo>
                  <a:pt x="754971" y="9411"/>
                </a:lnTo>
                <a:lnTo>
                  <a:pt x="754969" y="9390"/>
                </a:lnTo>
                <a:lnTo>
                  <a:pt x="754966" y="9370"/>
                </a:lnTo>
                <a:lnTo>
                  <a:pt x="754963" y="9350"/>
                </a:lnTo>
                <a:lnTo>
                  <a:pt x="754960" y="9331"/>
                </a:lnTo>
                <a:lnTo>
                  <a:pt x="754957" y="9312"/>
                </a:lnTo>
                <a:lnTo>
                  <a:pt x="754954" y="9294"/>
                </a:lnTo>
                <a:lnTo>
                  <a:pt x="754951" y="9275"/>
                </a:lnTo>
                <a:lnTo>
                  <a:pt x="754947" y="9257"/>
                </a:lnTo>
                <a:lnTo>
                  <a:pt x="754943" y="9240"/>
                </a:lnTo>
                <a:lnTo>
                  <a:pt x="754940" y="9222"/>
                </a:lnTo>
                <a:lnTo>
                  <a:pt x="754936" y="9205"/>
                </a:lnTo>
                <a:lnTo>
                  <a:pt x="754932" y="9188"/>
                </a:lnTo>
                <a:lnTo>
                  <a:pt x="754928" y="9171"/>
                </a:lnTo>
                <a:lnTo>
                  <a:pt x="754923" y="9155"/>
                </a:lnTo>
                <a:lnTo>
                  <a:pt x="754919" y="9139"/>
                </a:lnTo>
                <a:lnTo>
                  <a:pt x="754914" y="9123"/>
                </a:lnTo>
                <a:lnTo>
                  <a:pt x="754910" y="9107"/>
                </a:lnTo>
                <a:lnTo>
                  <a:pt x="754905" y="9092"/>
                </a:lnTo>
                <a:lnTo>
                  <a:pt x="754900" y="9077"/>
                </a:lnTo>
                <a:lnTo>
                  <a:pt x="754895" y="9062"/>
                </a:lnTo>
                <a:lnTo>
                  <a:pt x="754890" y="9047"/>
                </a:lnTo>
                <a:lnTo>
                  <a:pt x="754885" y="9033"/>
                </a:lnTo>
                <a:lnTo>
                  <a:pt x="754880" y="9019"/>
                </a:lnTo>
                <a:lnTo>
                  <a:pt x="754875" y="9005"/>
                </a:lnTo>
                <a:lnTo>
                  <a:pt x="754869" y="8992"/>
                </a:lnTo>
                <a:lnTo>
                  <a:pt x="754863" y="8978"/>
                </a:lnTo>
                <a:lnTo>
                  <a:pt x="754858" y="8965"/>
                </a:lnTo>
                <a:lnTo>
                  <a:pt x="754852" y="8953"/>
                </a:lnTo>
                <a:lnTo>
                  <a:pt x="754846" y="8940"/>
                </a:lnTo>
                <a:lnTo>
                  <a:pt x="754840" y="8928"/>
                </a:lnTo>
                <a:lnTo>
                  <a:pt x="754834" y="8916"/>
                </a:lnTo>
                <a:lnTo>
                  <a:pt x="754827" y="8904"/>
                </a:lnTo>
                <a:lnTo>
                  <a:pt x="754821" y="8893"/>
                </a:lnTo>
                <a:lnTo>
                  <a:pt x="754814" y="8882"/>
                </a:lnTo>
                <a:lnTo>
                  <a:pt x="754808" y="8871"/>
                </a:lnTo>
                <a:lnTo>
                  <a:pt x="754801" y="8860"/>
                </a:lnTo>
                <a:lnTo>
                  <a:pt x="754795" y="8850"/>
                </a:lnTo>
                <a:lnTo>
                  <a:pt x="754788" y="8840"/>
                </a:lnTo>
                <a:lnTo>
                  <a:pt x="754782" y="8831"/>
                </a:lnTo>
                <a:lnTo>
                  <a:pt x="754775" y="8821"/>
                </a:lnTo>
                <a:lnTo>
                  <a:pt x="754768" y="8812"/>
                </a:lnTo>
                <a:lnTo>
                  <a:pt x="754761" y="8803"/>
                </a:lnTo>
                <a:lnTo>
                  <a:pt x="754754" y="8795"/>
                </a:lnTo>
                <a:lnTo>
                  <a:pt x="754747" y="8787"/>
                </a:lnTo>
                <a:lnTo>
                  <a:pt x="754740" y="8779"/>
                </a:lnTo>
                <a:lnTo>
                  <a:pt x="754733" y="8771"/>
                </a:lnTo>
                <a:lnTo>
                  <a:pt x="754726" y="8764"/>
                </a:lnTo>
                <a:lnTo>
                  <a:pt x="754719" y="8757"/>
                </a:lnTo>
                <a:lnTo>
                  <a:pt x="754711" y="8750"/>
                </a:lnTo>
                <a:lnTo>
                  <a:pt x="754704" y="8743"/>
                </a:lnTo>
                <a:lnTo>
                  <a:pt x="754697" y="8737"/>
                </a:lnTo>
                <a:lnTo>
                  <a:pt x="754689" y="8731"/>
                </a:lnTo>
                <a:lnTo>
                  <a:pt x="754682" y="8726"/>
                </a:lnTo>
                <a:lnTo>
                  <a:pt x="754674" y="8720"/>
                </a:lnTo>
                <a:lnTo>
                  <a:pt x="754666" y="8715"/>
                </a:lnTo>
                <a:lnTo>
                  <a:pt x="754659" y="8711"/>
                </a:lnTo>
                <a:lnTo>
                  <a:pt x="754651" y="8706"/>
                </a:lnTo>
                <a:lnTo>
                  <a:pt x="754643" y="8702"/>
                </a:lnTo>
                <a:lnTo>
                  <a:pt x="754635" y="8698"/>
                </a:lnTo>
                <a:lnTo>
                  <a:pt x="754626" y="8694"/>
                </a:lnTo>
                <a:lnTo>
                  <a:pt x="754618" y="8690"/>
                </a:lnTo>
                <a:lnTo>
                  <a:pt x="754609" y="8686"/>
                </a:lnTo>
                <a:lnTo>
                  <a:pt x="754600" y="8683"/>
                </a:lnTo>
                <a:lnTo>
                  <a:pt x="754592" y="8680"/>
                </a:lnTo>
                <a:lnTo>
                  <a:pt x="754583" y="8677"/>
                </a:lnTo>
                <a:lnTo>
                  <a:pt x="754573" y="8674"/>
                </a:lnTo>
                <a:lnTo>
                  <a:pt x="754564" y="8672"/>
                </a:lnTo>
                <a:lnTo>
                  <a:pt x="754555" y="8669"/>
                </a:lnTo>
                <a:lnTo>
                  <a:pt x="754545" y="8667"/>
                </a:lnTo>
                <a:lnTo>
                  <a:pt x="754535" y="8665"/>
                </a:lnTo>
                <a:lnTo>
                  <a:pt x="754525" y="8663"/>
                </a:lnTo>
                <a:lnTo>
                  <a:pt x="754515" y="8662"/>
                </a:lnTo>
                <a:lnTo>
                  <a:pt x="754505" y="8661"/>
                </a:lnTo>
                <a:lnTo>
                  <a:pt x="754495" y="8659"/>
                </a:lnTo>
                <a:lnTo>
                  <a:pt x="754484" y="8659"/>
                </a:lnTo>
                <a:lnTo>
                  <a:pt x="754474" y="8658"/>
                </a:lnTo>
                <a:lnTo>
                  <a:pt x="754463" y="8657"/>
                </a:lnTo>
                <a:lnTo>
                  <a:pt x="754452" y="8657"/>
                </a:lnTo>
                <a:lnTo>
                  <a:pt x="754441" y="8657"/>
                </a:lnTo>
                <a:lnTo>
                  <a:pt x="751082" y="8657"/>
                </a:lnTo>
                <a:lnTo>
                  <a:pt x="751082" y="7024"/>
                </a:lnTo>
                <a:lnTo>
                  <a:pt x="751082" y="6944"/>
                </a:lnTo>
                <a:lnTo>
                  <a:pt x="751082" y="6865"/>
                </a:lnTo>
                <a:lnTo>
                  <a:pt x="751083" y="6787"/>
                </a:lnTo>
                <a:lnTo>
                  <a:pt x="751085" y="6710"/>
                </a:lnTo>
                <a:lnTo>
                  <a:pt x="751087" y="6634"/>
                </a:lnTo>
                <a:lnTo>
                  <a:pt x="751089" y="6559"/>
                </a:lnTo>
                <a:lnTo>
                  <a:pt x="751092" y="6486"/>
                </a:lnTo>
                <a:lnTo>
                  <a:pt x="751095" y="6413"/>
                </a:lnTo>
                <a:lnTo>
                  <a:pt x="751098" y="6341"/>
                </a:lnTo>
                <a:lnTo>
                  <a:pt x="751102" y="6270"/>
                </a:lnTo>
                <a:lnTo>
                  <a:pt x="751106" y="6200"/>
                </a:lnTo>
                <a:lnTo>
                  <a:pt x="751111" y="6131"/>
                </a:lnTo>
                <a:lnTo>
                  <a:pt x="751116" y="6063"/>
                </a:lnTo>
                <a:lnTo>
                  <a:pt x="751121" y="5996"/>
                </a:lnTo>
                <a:lnTo>
                  <a:pt x="751127" y="5930"/>
                </a:lnTo>
                <a:lnTo>
                  <a:pt x="751134" y="5866"/>
                </a:lnTo>
                <a:lnTo>
                  <a:pt x="751140" y="5802"/>
                </a:lnTo>
                <a:lnTo>
                  <a:pt x="751147" y="5739"/>
                </a:lnTo>
                <a:lnTo>
                  <a:pt x="751155" y="5677"/>
                </a:lnTo>
                <a:lnTo>
                  <a:pt x="751163" y="5616"/>
                </a:lnTo>
                <a:lnTo>
                  <a:pt x="751171" y="5557"/>
                </a:lnTo>
                <a:lnTo>
                  <a:pt x="751180" y="5498"/>
                </a:lnTo>
                <a:lnTo>
                  <a:pt x="751189" y="5440"/>
                </a:lnTo>
                <a:lnTo>
                  <a:pt x="751199" y="5383"/>
                </a:lnTo>
                <a:lnTo>
                  <a:pt x="751209" y="5328"/>
                </a:lnTo>
                <a:lnTo>
                  <a:pt x="751219" y="5273"/>
                </a:lnTo>
                <a:lnTo>
                  <a:pt x="751230" y="5219"/>
                </a:lnTo>
                <a:lnTo>
                  <a:pt x="751242" y="5165"/>
                </a:lnTo>
                <a:lnTo>
                  <a:pt x="751254" y="5113"/>
                </a:lnTo>
                <a:lnTo>
                  <a:pt x="751267" y="5062"/>
                </a:lnTo>
                <a:lnTo>
                  <a:pt x="751280" y="5011"/>
                </a:lnTo>
                <a:lnTo>
                  <a:pt x="751293" y="4961"/>
                </a:lnTo>
                <a:lnTo>
                  <a:pt x="751308" y="4913"/>
                </a:lnTo>
                <a:lnTo>
                  <a:pt x="751322" y="4865"/>
                </a:lnTo>
                <a:lnTo>
                  <a:pt x="751337" y="4817"/>
                </a:lnTo>
                <a:lnTo>
                  <a:pt x="751353" y="4771"/>
                </a:lnTo>
                <a:lnTo>
                  <a:pt x="751369" y="4726"/>
                </a:lnTo>
                <a:lnTo>
                  <a:pt x="751386" y="4681"/>
                </a:lnTo>
                <a:lnTo>
                  <a:pt x="751404" y="4638"/>
                </a:lnTo>
                <a:lnTo>
                  <a:pt x="751421" y="4595"/>
                </a:lnTo>
                <a:lnTo>
                  <a:pt x="751440" y="4553"/>
                </a:lnTo>
                <a:lnTo>
                  <a:pt x="751459" y="4512"/>
                </a:lnTo>
                <a:lnTo>
                  <a:pt x="751478" y="4472"/>
                </a:lnTo>
                <a:lnTo>
                  <a:pt x="751498" y="4433"/>
                </a:lnTo>
                <a:lnTo>
                  <a:pt x="751519" y="4394"/>
                </a:lnTo>
                <a:lnTo>
                  <a:pt x="751539" y="4357"/>
                </a:lnTo>
                <a:lnTo>
                  <a:pt x="751561" y="4320"/>
                </a:lnTo>
                <a:lnTo>
                  <a:pt x="751583" y="4284"/>
                </a:lnTo>
                <a:lnTo>
                  <a:pt x="751606" y="4249"/>
                </a:lnTo>
                <a:lnTo>
                  <a:pt x="751629" y="4215"/>
                </a:lnTo>
                <a:lnTo>
                  <a:pt x="751652" y="4181"/>
                </a:lnTo>
                <a:lnTo>
                  <a:pt x="751677" y="4149"/>
                </a:lnTo>
                <a:lnTo>
                  <a:pt x="751702" y="4117"/>
                </a:lnTo>
                <a:lnTo>
                  <a:pt x="751727" y="4086"/>
                </a:lnTo>
                <a:lnTo>
                  <a:pt x="751753" y="4055"/>
                </a:lnTo>
                <a:lnTo>
                  <a:pt x="751780" y="4026"/>
                </a:lnTo>
                <a:lnTo>
                  <a:pt x="751807" y="3997"/>
                </a:lnTo>
                <a:lnTo>
                  <a:pt x="751835" y="3969"/>
                </a:lnTo>
                <a:lnTo>
                  <a:pt x="751863" y="3942"/>
                </a:lnTo>
                <a:lnTo>
                  <a:pt x="751892" y="3916"/>
                </a:lnTo>
                <a:lnTo>
                  <a:pt x="751922" y="3890"/>
                </a:lnTo>
                <a:lnTo>
                  <a:pt x="751952" y="3865"/>
                </a:lnTo>
                <a:lnTo>
                  <a:pt x="751983" y="3841"/>
                </a:lnTo>
                <a:lnTo>
                  <a:pt x="752014" y="3818"/>
                </a:lnTo>
                <a:lnTo>
                  <a:pt x="752046" y="3795"/>
                </a:lnTo>
                <a:lnTo>
                  <a:pt x="752078" y="3773"/>
                </a:lnTo>
                <a:lnTo>
                  <a:pt x="752111" y="3753"/>
                </a:lnTo>
                <a:lnTo>
                  <a:pt x="752145" y="3732"/>
                </a:lnTo>
                <a:lnTo>
                  <a:pt x="752179" y="3713"/>
                </a:lnTo>
                <a:lnTo>
                  <a:pt x="752214" y="3694"/>
                </a:lnTo>
                <a:lnTo>
                  <a:pt x="752249" y="3677"/>
                </a:lnTo>
                <a:lnTo>
                  <a:pt x="752285" y="3659"/>
                </a:lnTo>
                <a:lnTo>
                  <a:pt x="752321" y="3643"/>
                </a:lnTo>
                <a:lnTo>
                  <a:pt x="752359" y="3628"/>
                </a:lnTo>
                <a:lnTo>
                  <a:pt x="752396" y="3613"/>
                </a:lnTo>
                <a:lnTo>
                  <a:pt x="752435" y="3598"/>
                </a:lnTo>
                <a:lnTo>
                  <a:pt x="752474" y="3585"/>
                </a:lnTo>
                <a:lnTo>
                  <a:pt x="752514" y="3572"/>
                </a:lnTo>
                <a:lnTo>
                  <a:pt x="752554" y="3560"/>
                </a:lnTo>
                <a:lnTo>
                  <a:pt x="752595" y="3548"/>
                </a:lnTo>
                <a:lnTo>
                  <a:pt x="752637" y="3538"/>
                </a:lnTo>
                <a:lnTo>
                  <a:pt x="752679" y="3527"/>
                </a:lnTo>
                <a:lnTo>
                  <a:pt x="752722" y="3518"/>
                </a:lnTo>
                <a:lnTo>
                  <a:pt x="752765" y="3509"/>
                </a:lnTo>
                <a:lnTo>
                  <a:pt x="752810" y="3501"/>
                </a:lnTo>
                <a:lnTo>
                  <a:pt x="752854" y="3494"/>
                </a:lnTo>
                <a:lnTo>
                  <a:pt x="752900" y="3488"/>
                </a:lnTo>
                <a:lnTo>
                  <a:pt x="752946" y="3482"/>
                </a:lnTo>
                <a:lnTo>
                  <a:pt x="752993" y="3476"/>
                </a:lnTo>
                <a:lnTo>
                  <a:pt x="753040" y="3472"/>
                </a:lnTo>
                <a:lnTo>
                  <a:pt x="753088" y="3468"/>
                </a:lnTo>
                <a:lnTo>
                  <a:pt x="753137" y="3465"/>
                </a:lnTo>
                <a:lnTo>
                  <a:pt x="753186" y="3463"/>
                </a:lnTo>
                <a:lnTo>
                  <a:pt x="753236" y="3461"/>
                </a:lnTo>
                <a:lnTo>
                  <a:pt x="753287" y="3460"/>
                </a:lnTo>
                <a:lnTo>
                  <a:pt x="753338" y="3459"/>
                </a:lnTo>
                <a:lnTo>
                  <a:pt x="753375" y="3460"/>
                </a:lnTo>
                <a:lnTo>
                  <a:pt x="753412" y="3460"/>
                </a:lnTo>
                <a:lnTo>
                  <a:pt x="753449" y="3461"/>
                </a:lnTo>
                <a:lnTo>
                  <a:pt x="753485" y="3462"/>
                </a:lnTo>
                <a:lnTo>
                  <a:pt x="753521" y="3463"/>
                </a:lnTo>
                <a:lnTo>
                  <a:pt x="753557" y="3464"/>
                </a:lnTo>
                <a:lnTo>
                  <a:pt x="753592" y="3466"/>
                </a:lnTo>
                <a:lnTo>
                  <a:pt x="753627" y="3468"/>
                </a:lnTo>
                <a:lnTo>
                  <a:pt x="753661" y="3470"/>
                </a:lnTo>
                <a:lnTo>
                  <a:pt x="753695" y="3472"/>
                </a:lnTo>
                <a:lnTo>
                  <a:pt x="753729" y="3475"/>
                </a:lnTo>
                <a:lnTo>
                  <a:pt x="753762" y="3478"/>
                </a:lnTo>
                <a:lnTo>
                  <a:pt x="753795" y="3481"/>
                </a:lnTo>
                <a:lnTo>
                  <a:pt x="753827" y="3485"/>
                </a:lnTo>
                <a:lnTo>
                  <a:pt x="753859" y="3489"/>
                </a:lnTo>
                <a:lnTo>
                  <a:pt x="753891" y="3493"/>
                </a:lnTo>
                <a:lnTo>
                  <a:pt x="753923" y="3497"/>
                </a:lnTo>
                <a:lnTo>
                  <a:pt x="753954" y="3502"/>
                </a:lnTo>
                <a:lnTo>
                  <a:pt x="753984" y="3507"/>
                </a:lnTo>
                <a:lnTo>
                  <a:pt x="754014" y="3512"/>
                </a:lnTo>
                <a:lnTo>
                  <a:pt x="754044" y="3517"/>
                </a:lnTo>
                <a:lnTo>
                  <a:pt x="754074" y="3523"/>
                </a:lnTo>
                <a:lnTo>
                  <a:pt x="754103" y="3528"/>
                </a:lnTo>
                <a:lnTo>
                  <a:pt x="754132" y="3535"/>
                </a:lnTo>
                <a:lnTo>
                  <a:pt x="754160" y="3541"/>
                </a:lnTo>
                <a:lnTo>
                  <a:pt x="754188" y="3547"/>
                </a:lnTo>
                <a:lnTo>
                  <a:pt x="754216" y="3554"/>
                </a:lnTo>
                <a:lnTo>
                  <a:pt x="754243" y="3560"/>
                </a:lnTo>
                <a:lnTo>
                  <a:pt x="754270" y="3567"/>
                </a:lnTo>
                <a:lnTo>
                  <a:pt x="754297" y="3573"/>
                </a:lnTo>
                <a:lnTo>
                  <a:pt x="754324" y="3580"/>
                </a:lnTo>
                <a:lnTo>
                  <a:pt x="754350" y="3587"/>
                </a:lnTo>
                <a:lnTo>
                  <a:pt x="754376" y="3593"/>
                </a:lnTo>
                <a:lnTo>
                  <a:pt x="754401" y="3600"/>
                </a:lnTo>
                <a:lnTo>
                  <a:pt x="754426" y="3607"/>
                </a:lnTo>
                <a:lnTo>
                  <a:pt x="754451" y="3614"/>
                </a:lnTo>
                <a:lnTo>
                  <a:pt x="754476" y="3621"/>
                </a:lnTo>
                <a:lnTo>
                  <a:pt x="754500" y="3628"/>
                </a:lnTo>
                <a:lnTo>
                  <a:pt x="754524" y="3635"/>
                </a:lnTo>
                <a:lnTo>
                  <a:pt x="754548" y="3642"/>
                </a:lnTo>
                <a:lnTo>
                  <a:pt x="754571" y="3650"/>
                </a:lnTo>
                <a:lnTo>
                  <a:pt x="754594" y="3657"/>
                </a:lnTo>
                <a:lnTo>
                  <a:pt x="754616" y="3664"/>
                </a:lnTo>
                <a:lnTo>
                  <a:pt x="754639" y="3672"/>
                </a:lnTo>
                <a:lnTo>
                  <a:pt x="754661" y="3679"/>
                </a:lnTo>
                <a:lnTo>
                  <a:pt x="754682" y="3687"/>
                </a:lnTo>
                <a:lnTo>
                  <a:pt x="754704" y="3694"/>
                </a:lnTo>
                <a:lnTo>
                  <a:pt x="754725" y="3702"/>
                </a:lnTo>
                <a:lnTo>
                  <a:pt x="754746" y="3709"/>
                </a:lnTo>
                <a:lnTo>
                  <a:pt x="754766" y="3717"/>
                </a:lnTo>
                <a:lnTo>
                  <a:pt x="754786" y="3724"/>
                </a:lnTo>
                <a:lnTo>
                  <a:pt x="754806" y="3732"/>
                </a:lnTo>
                <a:lnTo>
                  <a:pt x="754826" y="3739"/>
                </a:lnTo>
                <a:lnTo>
                  <a:pt x="754846" y="3747"/>
                </a:lnTo>
                <a:lnTo>
                  <a:pt x="754865" y="3754"/>
                </a:lnTo>
                <a:lnTo>
                  <a:pt x="754884" y="3761"/>
                </a:lnTo>
                <a:lnTo>
                  <a:pt x="754902" y="3768"/>
                </a:lnTo>
                <a:lnTo>
                  <a:pt x="754921" y="3775"/>
                </a:lnTo>
                <a:lnTo>
                  <a:pt x="754939" y="3783"/>
                </a:lnTo>
                <a:lnTo>
                  <a:pt x="754957" y="3789"/>
                </a:lnTo>
                <a:lnTo>
                  <a:pt x="754974" y="3796"/>
                </a:lnTo>
                <a:lnTo>
                  <a:pt x="754992" y="3803"/>
                </a:lnTo>
                <a:lnTo>
                  <a:pt x="755009" y="3810"/>
                </a:lnTo>
                <a:lnTo>
                  <a:pt x="755026" y="3817"/>
                </a:lnTo>
                <a:lnTo>
                  <a:pt x="755042" y="3824"/>
                </a:lnTo>
                <a:lnTo>
                  <a:pt x="755059" y="3830"/>
                </a:lnTo>
                <a:lnTo>
                  <a:pt x="755075" y="3837"/>
                </a:lnTo>
                <a:lnTo>
                  <a:pt x="755090" y="3843"/>
                </a:lnTo>
                <a:lnTo>
                  <a:pt x="755106" y="3850"/>
                </a:lnTo>
                <a:lnTo>
                  <a:pt x="755121" y="3856"/>
                </a:lnTo>
                <a:lnTo>
                  <a:pt x="755136" y="3863"/>
                </a:lnTo>
                <a:lnTo>
                  <a:pt x="755151" y="3869"/>
                </a:lnTo>
                <a:lnTo>
                  <a:pt x="755166" y="3875"/>
                </a:lnTo>
                <a:lnTo>
                  <a:pt x="755180" y="3881"/>
                </a:lnTo>
                <a:lnTo>
                  <a:pt x="755194" y="3887"/>
                </a:lnTo>
                <a:lnTo>
                  <a:pt x="755208" y="3892"/>
                </a:lnTo>
                <a:lnTo>
                  <a:pt x="755222" y="3897"/>
                </a:lnTo>
                <a:lnTo>
                  <a:pt x="755235" y="3902"/>
                </a:lnTo>
                <a:lnTo>
                  <a:pt x="755248" y="3906"/>
                </a:lnTo>
                <a:lnTo>
                  <a:pt x="755262" y="3911"/>
                </a:lnTo>
                <a:lnTo>
                  <a:pt x="755274" y="3915"/>
                </a:lnTo>
                <a:lnTo>
                  <a:pt x="755287" y="3918"/>
                </a:lnTo>
                <a:lnTo>
                  <a:pt x="755300" y="3922"/>
                </a:lnTo>
                <a:lnTo>
                  <a:pt x="755312" y="3925"/>
                </a:lnTo>
                <a:lnTo>
                  <a:pt x="755324" y="3928"/>
                </a:lnTo>
                <a:lnTo>
                  <a:pt x="755336" y="3931"/>
                </a:lnTo>
                <a:lnTo>
                  <a:pt x="755348" y="3934"/>
                </a:lnTo>
                <a:lnTo>
                  <a:pt x="755359" y="3936"/>
                </a:lnTo>
                <a:lnTo>
                  <a:pt x="755370" y="3938"/>
                </a:lnTo>
                <a:lnTo>
                  <a:pt x="755381" y="3939"/>
                </a:lnTo>
                <a:lnTo>
                  <a:pt x="755392" y="3941"/>
                </a:lnTo>
                <a:lnTo>
                  <a:pt x="755403" y="3942"/>
                </a:lnTo>
                <a:lnTo>
                  <a:pt x="755413" y="3943"/>
                </a:lnTo>
                <a:lnTo>
                  <a:pt x="755424" y="3944"/>
                </a:lnTo>
                <a:lnTo>
                  <a:pt x="755434" y="3944"/>
                </a:lnTo>
                <a:lnTo>
                  <a:pt x="755444" y="3944"/>
                </a:lnTo>
                <a:lnTo>
                  <a:pt x="755452" y="3944"/>
                </a:lnTo>
                <a:lnTo>
                  <a:pt x="755460" y="3944"/>
                </a:lnTo>
                <a:lnTo>
                  <a:pt x="755468" y="3943"/>
                </a:lnTo>
                <a:lnTo>
                  <a:pt x="755476" y="3943"/>
                </a:lnTo>
                <a:lnTo>
                  <a:pt x="755484" y="3942"/>
                </a:lnTo>
                <a:lnTo>
                  <a:pt x="755492" y="3941"/>
                </a:lnTo>
                <a:lnTo>
                  <a:pt x="755499" y="3941"/>
                </a:lnTo>
                <a:lnTo>
                  <a:pt x="755507" y="3939"/>
                </a:lnTo>
                <a:lnTo>
                  <a:pt x="755514" y="3938"/>
                </a:lnTo>
                <a:lnTo>
                  <a:pt x="755521" y="3937"/>
                </a:lnTo>
                <a:lnTo>
                  <a:pt x="755528" y="3935"/>
                </a:lnTo>
                <a:lnTo>
                  <a:pt x="755535" y="3934"/>
                </a:lnTo>
                <a:lnTo>
                  <a:pt x="755542" y="3932"/>
                </a:lnTo>
                <a:lnTo>
                  <a:pt x="755549" y="3930"/>
                </a:lnTo>
                <a:lnTo>
                  <a:pt x="755556" y="3928"/>
                </a:lnTo>
                <a:lnTo>
                  <a:pt x="755562" y="3926"/>
                </a:lnTo>
                <a:lnTo>
                  <a:pt x="755569" y="3923"/>
                </a:lnTo>
                <a:lnTo>
                  <a:pt x="755575" y="3921"/>
                </a:lnTo>
                <a:lnTo>
                  <a:pt x="755581" y="3918"/>
                </a:lnTo>
                <a:lnTo>
                  <a:pt x="755587" y="3915"/>
                </a:lnTo>
                <a:lnTo>
                  <a:pt x="755593" y="3912"/>
                </a:lnTo>
                <a:lnTo>
                  <a:pt x="755599" y="3909"/>
                </a:lnTo>
                <a:lnTo>
                  <a:pt x="755605" y="3906"/>
                </a:lnTo>
                <a:lnTo>
                  <a:pt x="755611" y="3902"/>
                </a:lnTo>
                <a:lnTo>
                  <a:pt x="755616" y="3899"/>
                </a:lnTo>
                <a:lnTo>
                  <a:pt x="755622" y="3895"/>
                </a:lnTo>
                <a:lnTo>
                  <a:pt x="755627" y="3891"/>
                </a:lnTo>
                <a:lnTo>
                  <a:pt x="755632" y="3886"/>
                </a:lnTo>
                <a:lnTo>
                  <a:pt x="755637" y="3882"/>
                </a:lnTo>
                <a:lnTo>
                  <a:pt x="755642" y="3877"/>
                </a:lnTo>
                <a:lnTo>
                  <a:pt x="755648" y="3872"/>
                </a:lnTo>
                <a:lnTo>
                  <a:pt x="755652" y="3866"/>
                </a:lnTo>
                <a:lnTo>
                  <a:pt x="755657" y="3860"/>
                </a:lnTo>
                <a:lnTo>
                  <a:pt x="755662" y="3854"/>
                </a:lnTo>
                <a:lnTo>
                  <a:pt x="755667" y="3848"/>
                </a:lnTo>
                <a:lnTo>
                  <a:pt x="755671" y="3842"/>
                </a:lnTo>
                <a:lnTo>
                  <a:pt x="755676" y="3835"/>
                </a:lnTo>
                <a:lnTo>
                  <a:pt x="755680" y="3828"/>
                </a:lnTo>
                <a:lnTo>
                  <a:pt x="755684" y="3821"/>
                </a:lnTo>
                <a:lnTo>
                  <a:pt x="755689" y="3813"/>
                </a:lnTo>
                <a:lnTo>
                  <a:pt x="755693" y="3805"/>
                </a:lnTo>
                <a:lnTo>
                  <a:pt x="755697" y="3797"/>
                </a:lnTo>
                <a:lnTo>
                  <a:pt x="755701" y="3789"/>
                </a:lnTo>
                <a:lnTo>
                  <a:pt x="755705" y="3780"/>
                </a:lnTo>
                <a:lnTo>
                  <a:pt x="755708" y="3772"/>
                </a:lnTo>
                <a:lnTo>
                  <a:pt x="755712" y="3763"/>
                </a:lnTo>
                <a:lnTo>
                  <a:pt x="755716" y="3753"/>
                </a:lnTo>
                <a:lnTo>
                  <a:pt x="755719" y="3744"/>
                </a:lnTo>
                <a:lnTo>
                  <a:pt x="755723" y="3734"/>
                </a:lnTo>
                <a:lnTo>
                  <a:pt x="755726" y="3724"/>
                </a:lnTo>
                <a:lnTo>
                  <a:pt x="755730" y="3713"/>
                </a:lnTo>
                <a:lnTo>
                  <a:pt x="755733" y="3702"/>
                </a:lnTo>
                <a:lnTo>
                  <a:pt x="755736" y="3692"/>
                </a:lnTo>
                <a:lnTo>
                  <a:pt x="755740" y="3680"/>
                </a:lnTo>
                <a:lnTo>
                  <a:pt x="755743" y="3669"/>
                </a:lnTo>
                <a:lnTo>
                  <a:pt x="755746" y="3657"/>
                </a:lnTo>
                <a:lnTo>
                  <a:pt x="755749" y="3645"/>
                </a:lnTo>
                <a:lnTo>
                  <a:pt x="755753" y="3633"/>
                </a:lnTo>
                <a:lnTo>
                  <a:pt x="755756" y="3620"/>
                </a:lnTo>
                <a:lnTo>
                  <a:pt x="755759" y="3608"/>
                </a:lnTo>
                <a:lnTo>
                  <a:pt x="755762" y="3595"/>
                </a:lnTo>
                <a:lnTo>
                  <a:pt x="755765" y="3581"/>
                </a:lnTo>
                <a:lnTo>
                  <a:pt x="755768" y="3568"/>
                </a:lnTo>
                <a:lnTo>
                  <a:pt x="755771" y="3554"/>
                </a:lnTo>
                <a:lnTo>
                  <a:pt x="755774" y="3540"/>
                </a:lnTo>
                <a:lnTo>
                  <a:pt x="755777" y="3526"/>
                </a:lnTo>
                <a:lnTo>
                  <a:pt x="755780" y="3511"/>
                </a:lnTo>
                <a:lnTo>
                  <a:pt x="755783" y="3496"/>
                </a:lnTo>
                <a:lnTo>
                  <a:pt x="755786" y="3481"/>
                </a:lnTo>
                <a:lnTo>
                  <a:pt x="755789" y="3466"/>
                </a:lnTo>
                <a:lnTo>
                  <a:pt x="755792" y="3450"/>
                </a:lnTo>
                <a:lnTo>
                  <a:pt x="755794" y="3434"/>
                </a:lnTo>
                <a:lnTo>
                  <a:pt x="755797" y="3418"/>
                </a:lnTo>
                <a:lnTo>
                  <a:pt x="755800" y="3401"/>
                </a:lnTo>
                <a:lnTo>
                  <a:pt x="755802" y="3384"/>
                </a:lnTo>
                <a:lnTo>
                  <a:pt x="755805" y="3367"/>
                </a:lnTo>
                <a:lnTo>
                  <a:pt x="755807" y="3349"/>
                </a:lnTo>
                <a:lnTo>
                  <a:pt x="755809" y="3330"/>
                </a:lnTo>
                <a:lnTo>
                  <a:pt x="755811" y="3312"/>
                </a:lnTo>
                <a:lnTo>
                  <a:pt x="755813" y="3292"/>
                </a:lnTo>
                <a:lnTo>
                  <a:pt x="755815" y="3273"/>
                </a:lnTo>
                <a:lnTo>
                  <a:pt x="755817" y="3252"/>
                </a:lnTo>
                <a:lnTo>
                  <a:pt x="755818" y="3232"/>
                </a:lnTo>
                <a:lnTo>
                  <a:pt x="755820" y="3211"/>
                </a:lnTo>
                <a:lnTo>
                  <a:pt x="755821" y="3189"/>
                </a:lnTo>
                <a:lnTo>
                  <a:pt x="755822" y="3167"/>
                </a:lnTo>
                <a:lnTo>
                  <a:pt x="755823" y="3145"/>
                </a:lnTo>
                <a:lnTo>
                  <a:pt x="755824" y="3122"/>
                </a:lnTo>
                <a:lnTo>
                  <a:pt x="755825" y="3099"/>
                </a:lnTo>
                <a:lnTo>
                  <a:pt x="755826" y="3076"/>
                </a:lnTo>
                <a:lnTo>
                  <a:pt x="755826" y="3052"/>
                </a:lnTo>
                <a:lnTo>
                  <a:pt x="755827" y="3027"/>
                </a:lnTo>
                <a:lnTo>
                  <a:pt x="755827" y="3002"/>
                </a:lnTo>
                <a:lnTo>
                  <a:pt x="755828" y="2977"/>
                </a:lnTo>
                <a:lnTo>
                  <a:pt x="755828" y="2951"/>
                </a:lnTo>
                <a:lnTo>
                  <a:pt x="755828" y="2925"/>
                </a:lnTo>
                <a:lnTo>
                  <a:pt x="755828" y="2898"/>
                </a:lnTo>
                <a:lnTo>
                  <a:pt x="755828" y="2872"/>
                </a:lnTo>
                <a:lnTo>
                  <a:pt x="755828" y="2847"/>
                </a:lnTo>
                <a:lnTo>
                  <a:pt x="755827" y="2821"/>
                </a:lnTo>
                <a:lnTo>
                  <a:pt x="755827" y="2796"/>
                </a:lnTo>
                <a:lnTo>
                  <a:pt x="755826" y="2772"/>
                </a:lnTo>
                <a:close/>
                <a:moveTo>
                  <a:pt x="766266" y="2772"/>
                </a:moveTo>
                <a:lnTo>
                  <a:pt x="766265" y="2747"/>
                </a:lnTo>
                <a:lnTo>
                  <a:pt x="766264" y="2723"/>
                </a:lnTo>
                <a:lnTo>
                  <a:pt x="766264" y="2699"/>
                </a:lnTo>
                <a:lnTo>
                  <a:pt x="766263" y="2676"/>
                </a:lnTo>
                <a:lnTo>
                  <a:pt x="766262" y="2653"/>
                </a:lnTo>
                <a:lnTo>
                  <a:pt x="766261" y="2630"/>
                </a:lnTo>
                <a:lnTo>
                  <a:pt x="766260" y="2608"/>
                </a:lnTo>
                <a:lnTo>
                  <a:pt x="766259" y="2585"/>
                </a:lnTo>
                <a:lnTo>
                  <a:pt x="766257" y="2564"/>
                </a:lnTo>
                <a:lnTo>
                  <a:pt x="766256" y="2542"/>
                </a:lnTo>
                <a:lnTo>
                  <a:pt x="766255" y="2521"/>
                </a:lnTo>
                <a:lnTo>
                  <a:pt x="766253" y="2500"/>
                </a:lnTo>
                <a:lnTo>
                  <a:pt x="766251" y="2479"/>
                </a:lnTo>
                <a:lnTo>
                  <a:pt x="766250" y="2459"/>
                </a:lnTo>
                <a:lnTo>
                  <a:pt x="766248" y="2439"/>
                </a:lnTo>
                <a:lnTo>
                  <a:pt x="766246" y="2420"/>
                </a:lnTo>
                <a:lnTo>
                  <a:pt x="766244" y="2400"/>
                </a:lnTo>
                <a:lnTo>
                  <a:pt x="766242" y="2381"/>
                </a:lnTo>
                <a:lnTo>
                  <a:pt x="766240" y="2363"/>
                </a:lnTo>
                <a:lnTo>
                  <a:pt x="766238" y="2344"/>
                </a:lnTo>
                <a:lnTo>
                  <a:pt x="766235" y="2326"/>
                </a:lnTo>
                <a:lnTo>
                  <a:pt x="766233" y="2308"/>
                </a:lnTo>
                <a:lnTo>
                  <a:pt x="766230" y="2290"/>
                </a:lnTo>
                <a:lnTo>
                  <a:pt x="766227" y="2273"/>
                </a:lnTo>
                <a:lnTo>
                  <a:pt x="766224" y="2256"/>
                </a:lnTo>
                <a:lnTo>
                  <a:pt x="766221" y="2239"/>
                </a:lnTo>
                <a:lnTo>
                  <a:pt x="766217" y="2222"/>
                </a:lnTo>
                <a:lnTo>
                  <a:pt x="766214" y="2205"/>
                </a:lnTo>
                <a:lnTo>
                  <a:pt x="766210" y="2189"/>
                </a:lnTo>
                <a:lnTo>
                  <a:pt x="766207" y="2173"/>
                </a:lnTo>
                <a:lnTo>
                  <a:pt x="766203" y="2157"/>
                </a:lnTo>
                <a:lnTo>
                  <a:pt x="766199" y="2141"/>
                </a:lnTo>
                <a:lnTo>
                  <a:pt x="766194" y="2126"/>
                </a:lnTo>
                <a:lnTo>
                  <a:pt x="766190" y="2110"/>
                </a:lnTo>
                <a:lnTo>
                  <a:pt x="766186" y="2095"/>
                </a:lnTo>
                <a:lnTo>
                  <a:pt x="766181" y="2081"/>
                </a:lnTo>
                <a:lnTo>
                  <a:pt x="766176" y="2066"/>
                </a:lnTo>
                <a:lnTo>
                  <a:pt x="766171" y="2052"/>
                </a:lnTo>
                <a:lnTo>
                  <a:pt x="766166" y="2038"/>
                </a:lnTo>
                <a:lnTo>
                  <a:pt x="766161" y="2024"/>
                </a:lnTo>
                <a:lnTo>
                  <a:pt x="766156" y="2010"/>
                </a:lnTo>
                <a:lnTo>
                  <a:pt x="766150" y="1997"/>
                </a:lnTo>
                <a:lnTo>
                  <a:pt x="766145" y="1984"/>
                </a:lnTo>
                <a:lnTo>
                  <a:pt x="766139" y="1971"/>
                </a:lnTo>
                <a:lnTo>
                  <a:pt x="766133" y="1958"/>
                </a:lnTo>
                <a:lnTo>
                  <a:pt x="766127" y="1946"/>
                </a:lnTo>
                <a:lnTo>
                  <a:pt x="766121" y="1933"/>
                </a:lnTo>
                <a:lnTo>
                  <a:pt x="766115" y="1921"/>
                </a:lnTo>
                <a:lnTo>
                  <a:pt x="766108" y="1909"/>
                </a:lnTo>
                <a:lnTo>
                  <a:pt x="766102" y="1898"/>
                </a:lnTo>
                <a:lnTo>
                  <a:pt x="766095" y="1886"/>
                </a:lnTo>
                <a:lnTo>
                  <a:pt x="766089" y="1875"/>
                </a:lnTo>
                <a:lnTo>
                  <a:pt x="766082" y="1864"/>
                </a:lnTo>
                <a:lnTo>
                  <a:pt x="766075" y="1853"/>
                </a:lnTo>
                <a:lnTo>
                  <a:pt x="766068" y="1842"/>
                </a:lnTo>
                <a:lnTo>
                  <a:pt x="766061" y="1832"/>
                </a:lnTo>
                <a:lnTo>
                  <a:pt x="766054" y="1821"/>
                </a:lnTo>
                <a:lnTo>
                  <a:pt x="766046" y="1811"/>
                </a:lnTo>
                <a:lnTo>
                  <a:pt x="766039" y="1802"/>
                </a:lnTo>
                <a:lnTo>
                  <a:pt x="766031" y="1792"/>
                </a:lnTo>
                <a:lnTo>
                  <a:pt x="766023" y="1782"/>
                </a:lnTo>
                <a:lnTo>
                  <a:pt x="766016" y="1773"/>
                </a:lnTo>
                <a:lnTo>
                  <a:pt x="766008" y="1764"/>
                </a:lnTo>
                <a:lnTo>
                  <a:pt x="766000" y="1755"/>
                </a:lnTo>
                <a:lnTo>
                  <a:pt x="765991" y="1747"/>
                </a:lnTo>
                <a:lnTo>
                  <a:pt x="765983" y="1738"/>
                </a:lnTo>
                <a:lnTo>
                  <a:pt x="765974" y="1730"/>
                </a:lnTo>
                <a:lnTo>
                  <a:pt x="765965" y="1721"/>
                </a:lnTo>
                <a:lnTo>
                  <a:pt x="765955" y="1713"/>
                </a:lnTo>
                <a:lnTo>
                  <a:pt x="765944" y="1704"/>
                </a:lnTo>
                <a:lnTo>
                  <a:pt x="765933" y="1695"/>
                </a:lnTo>
                <a:lnTo>
                  <a:pt x="765920" y="1686"/>
                </a:lnTo>
                <a:lnTo>
                  <a:pt x="765907" y="1677"/>
                </a:lnTo>
                <a:lnTo>
                  <a:pt x="765894" y="1668"/>
                </a:lnTo>
                <a:lnTo>
                  <a:pt x="765880" y="1659"/>
                </a:lnTo>
                <a:lnTo>
                  <a:pt x="765865" y="1650"/>
                </a:lnTo>
                <a:lnTo>
                  <a:pt x="765849" y="1641"/>
                </a:lnTo>
                <a:lnTo>
                  <a:pt x="765833" y="1632"/>
                </a:lnTo>
                <a:lnTo>
                  <a:pt x="765816" y="1622"/>
                </a:lnTo>
                <a:lnTo>
                  <a:pt x="765798" y="1613"/>
                </a:lnTo>
                <a:lnTo>
                  <a:pt x="765779" y="1603"/>
                </a:lnTo>
                <a:lnTo>
                  <a:pt x="765760" y="1593"/>
                </a:lnTo>
                <a:lnTo>
                  <a:pt x="765740" y="1583"/>
                </a:lnTo>
                <a:lnTo>
                  <a:pt x="765720" y="1574"/>
                </a:lnTo>
                <a:lnTo>
                  <a:pt x="765699" y="1564"/>
                </a:lnTo>
                <a:lnTo>
                  <a:pt x="765677" y="1554"/>
                </a:lnTo>
                <a:lnTo>
                  <a:pt x="765654" y="1543"/>
                </a:lnTo>
                <a:lnTo>
                  <a:pt x="765631" y="1533"/>
                </a:lnTo>
                <a:lnTo>
                  <a:pt x="765607" y="1523"/>
                </a:lnTo>
                <a:lnTo>
                  <a:pt x="765582" y="1512"/>
                </a:lnTo>
                <a:lnTo>
                  <a:pt x="765556" y="1502"/>
                </a:lnTo>
                <a:lnTo>
                  <a:pt x="765530" y="1492"/>
                </a:lnTo>
                <a:lnTo>
                  <a:pt x="765503" y="1481"/>
                </a:lnTo>
                <a:lnTo>
                  <a:pt x="765475" y="1471"/>
                </a:lnTo>
                <a:lnTo>
                  <a:pt x="765446" y="1461"/>
                </a:lnTo>
                <a:lnTo>
                  <a:pt x="765416" y="1451"/>
                </a:lnTo>
                <a:lnTo>
                  <a:pt x="765385" y="1441"/>
                </a:lnTo>
                <a:lnTo>
                  <a:pt x="765354" y="1431"/>
                </a:lnTo>
                <a:lnTo>
                  <a:pt x="765321" y="1421"/>
                </a:lnTo>
                <a:lnTo>
                  <a:pt x="765288" y="1411"/>
                </a:lnTo>
                <a:lnTo>
                  <a:pt x="765254" y="1401"/>
                </a:lnTo>
                <a:lnTo>
                  <a:pt x="765218" y="1391"/>
                </a:lnTo>
                <a:lnTo>
                  <a:pt x="765183" y="1382"/>
                </a:lnTo>
                <a:lnTo>
                  <a:pt x="765146" y="1372"/>
                </a:lnTo>
                <a:lnTo>
                  <a:pt x="765108" y="1362"/>
                </a:lnTo>
                <a:lnTo>
                  <a:pt x="765069" y="1353"/>
                </a:lnTo>
                <a:lnTo>
                  <a:pt x="765030" y="1343"/>
                </a:lnTo>
                <a:lnTo>
                  <a:pt x="764990" y="1334"/>
                </a:lnTo>
                <a:lnTo>
                  <a:pt x="764949" y="1324"/>
                </a:lnTo>
                <a:lnTo>
                  <a:pt x="764906" y="1315"/>
                </a:lnTo>
                <a:lnTo>
                  <a:pt x="764864" y="1306"/>
                </a:lnTo>
                <a:lnTo>
                  <a:pt x="764820" y="1297"/>
                </a:lnTo>
                <a:lnTo>
                  <a:pt x="764775" y="1288"/>
                </a:lnTo>
                <a:lnTo>
                  <a:pt x="764730" y="1278"/>
                </a:lnTo>
                <a:lnTo>
                  <a:pt x="764684" y="1270"/>
                </a:lnTo>
                <a:lnTo>
                  <a:pt x="764637" y="1261"/>
                </a:lnTo>
                <a:lnTo>
                  <a:pt x="764591" y="1253"/>
                </a:lnTo>
                <a:lnTo>
                  <a:pt x="764545" y="1245"/>
                </a:lnTo>
                <a:lnTo>
                  <a:pt x="764498" y="1238"/>
                </a:lnTo>
                <a:lnTo>
                  <a:pt x="764452" y="1231"/>
                </a:lnTo>
                <a:lnTo>
                  <a:pt x="764405" y="1224"/>
                </a:lnTo>
                <a:lnTo>
                  <a:pt x="764358" y="1218"/>
                </a:lnTo>
                <a:lnTo>
                  <a:pt x="764311" y="1212"/>
                </a:lnTo>
                <a:lnTo>
                  <a:pt x="764264" y="1207"/>
                </a:lnTo>
                <a:lnTo>
                  <a:pt x="764217" y="1202"/>
                </a:lnTo>
                <a:lnTo>
                  <a:pt x="764170" y="1197"/>
                </a:lnTo>
                <a:lnTo>
                  <a:pt x="764122" y="1193"/>
                </a:lnTo>
                <a:lnTo>
                  <a:pt x="764075" y="1189"/>
                </a:lnTo>
                <a:lnTo>
                  <a:pt x="764027" y="1185"/>
                </a:lnTo>
                <a:lnTo>
                  <a:pt x="763979" y="1182"/>
                </a:lnTo>
                <a:lnTo>
                  <a:pt x="763932" y="1179"/>
                </a:lnTo>
                <a:lnTo>
                  <a:pt x="763884" y="1177"/>
                </a:lnTo>
                <a:lnTo>
                  <a:pt x="763835" y="1175"/>
                </a:lnTo>
                <a:lnTo>
                  <a:pt x="763787" y="1173"/>
                </a:lnTo>
                <a:lnTo>
                  <a:pt x="763739" y="1172"/>
                </a:lnTo>
                <a:lnTo>
                  <a:pt x="763690" y="1171"/>
                </a:lnTo>
                <a:lnTo>
                  <a:pt x="763642" y="1170"/>
                </a:lnTo>
                <a:lnTo>
                  <a:pt x="763593" y="1170"/>
                </a:lnTo>
                <a:lnTo>
                  <a:pt x="763491" y="1170"/>
                </a:lnTo>
                <a:lnTo>
                  <a:pt x="763389" y="1172"/>
                </a:lnTo>
                <a:lnTo>
                  <a:pt x="763289" y="1175"/>
                </a:lnTo>
                <a:lnTo>
                  <a:pt x="763190" y="1179"/>
                </a:lnTo>
                <a:lnTo>
                  <a:pt x="763092" y="1185"/>
                </a:lnTo>
                <a:lnTo>
                  <a:pt x="762995" y="1191"/>
                </a:lnTo>
                <a:lnTo>
                  <a:pt x="762900" y="1199"/>
                </a:lnTo>
                <a:lnTo>
                  <a:pt x="762805" y="1208"/>
                </a:lnTo>
                <a:lnTo>
                  <a:pt x="762711" y="1218"/>
                </a:lnTo>
                <a:lnTo>
                  <a:pt x="762619" y="1229"/>
                </a:lnTo>
                <a:lnTo>
                  <a:pt x="762528" y="1242"/>
                </a:lnTo>
                <a:lnTo>
                  <a:pt x="762438" y="1255"/>
                </a:lnTo>
                <a:lnTo>
                  <a:pt x="762349" y="1270"/>
                </a:lnTo>
                <a:lnTo>
                  <a:pt x="762261" y="1286"/>
                </a:lnTo>
                <a:lnTo>
                  <a:pt x="762175" y="1303"/>
                </a:lnTo>
                <a:lnTo>
                  <a:pt x="762089" y="1322"/>
                </a:lnTo>
                <a:lnTo>
                  <a:pt x="762005" y="1341"/>
                </a:lnTo>
                <a:lnTo>
                  <a:pt x="761921" y="1362"/>
                </a:lnTo>
                <a:lnTo>
                  <a:pt x="761839" y="1384"/>
                </a:lnTo>
                <a:lnTo>
                  <a:pt x="761758" y="1407"/>
                </a:lnTo>
                <a:lnTo>
                  <a:pt x="761678" y="1432"/>
                </a:lnTo>
                <a:lnTo>
                  <a:pt x="761600" y="1457"/>
                </a:lnTo>
                <a:lnTo>
                  <a:pt x="761522" y="1484"/>
                </a:lnTo>
                <a:lnTo>
                  <a:pt x="761446" y="1512"/>
                </a:lnTo>
                <a:lnTo>
                  <a:pt x="761370" y="1541"/>
                </a:lnTo>
                <a:lnTo>
                  <a:pt x="761296" y="1571"/>
                </a:lnTo>
                <a:lnTo>
                  <a:pt x="761223" y="1603"/>
                </a:lnTo>
                <a:lnTo>
                  <a:pt x="761151" y="1636"/>
                </a:lnTo>
                <a:lnTo>
                  <a:pt x="761080" y="1671"/>
                </a:lnTo>
                <a:lnTo>
                  <a:pt x="761010" y="1706"/>
                </a:lnTo>
                <a:lnTo>
                  <a:pt x="760941" y="1743"/>
                </a:lnTo>
                <a:lnTo>
                  <a:pt x="760873" y="1781"/>
                </a:lnTo>
                <a:lnTo>
                  <a:pt x="760806" y="1821"/>
                </a:lnTo>
                <a:lnTo>
                  <a:pt x="760740" y="1862"/>
                </a:lnTo>
                <a:lnTo>
                  <a:pt x="760676" y="1904"/>
                </a:lnTo>
                <a:lnTo>
                  <a:pt x="760612" y="1947"/>
                </a:lnTo>
                <a:lnTo>
                  <a:pt x="760550" y="1992"/>
                </a:lnTo>
                <a:lnTo>
                  <a:pt x="760488" y="2038"/>
                </a:lnTo>
                <a:lnTo>
                  <a:pt x="760428" y="2086"/>
                </a:lnTo>
                <a:lnTo>
                  <a:pt x="760369" y="2134"/>
                </a:lnTo>
                <a:lnTo>
                  <a:pt x="760310" y="2184"/>
                </a:lnTo>
                <a:lnTo>
                  <a:pt x="760253" y="2235"/>
                </a:lnTo>
                <a:lnTo>
                  <a:pt x="760197" y="2288"/>
                </a:lnTo>
                <a:lnTo>
                  <a:pt x="760142" y="2342"/>
                </a:lnTo>
                <a:lnTo>
                  <a:pt x="760088" y="2397"/>
                </a:lnTo>
                <a:lnTo>
                  <a:pt x="760036" y="2454"/>
                </a:lnTo>
                <a:lnTo>
                  <a:pt x="759984" y="2511"/>
                </a:lnTo>
                <a:lnTo>
                  <a:pt x="759933" y="2571"/>
                </a:lnTo>
                <a:lnTo>
                  <a:pt x="759884" y="2631"/>
                </a:lnTo>
                <a:lnTo>
                  <a:pt x="759835" y="2693"/>
                </a:lnTo>
                <a:lnTo>
                  <a:pt x="759788" y="2756"/>
                </a:lnTo>
                <a:lnTo>
                  <a:pt x="759741" y="2821"/>
                </a:lnTo>
                <a:lnTo>
                  <a:pt x="759696" y="2887"/>
                </a:lnTo>
                <a:lnTo>
                  <a:pt x="759652" y="2955"/>
                </a:lnTo>
                <a:lnTo>
                  <a:pt x="759609" y="3024"/>
                </a:lnTo>
                <a:lnTo>
                  <a:pt x="759566" y="3094"/>
                </a:lnTo>
                <a:lnTo>
                  <a:pt x="759525" y="3166"/>
                </a:lnTo>
                <a:lnTo>
                  <a:pt x="759486" y="3239"/>
                </a:lnTo>
                <a:lnTo>
                  <a:pt x="759447" y="3314"/>
                </a:lnTo>
                <a:lnTo>
                  <a:pt x="759409" y="3390"/>
                </a:lnTo>
                <a:lnTo>
                  <a:pt x="759372" y="3467"/>
                </a:lnTo>
                <a:lnTo>
                  <a:pt x="759337" y="3546"/>
                </a:lnTo>
                <a:lnTo>
                  <a:pt x="759302" y="3626"/>
                </a:lnTo>
                <a:lnTo>
                  <a:pt x="759268" y="3708"/>
                </a:lnTo>
                <a:lnTo>
                  <a:pt x="759236" y="3791"/>
                </a:lnTo>
                <a:lnTo>
                  <a:pt x="759205" y="3876"/>
                </a:lnTo>
                <a:lnTo>
                  <a:pt x="759174" y="3962"/>
                </a:lnTo>
                <a:lnTo>
                  <a:pt x="759145" y="4049"/>
                </a:lnTo>
                <a:lnTo>
                  <a:pt x="759117" y="4138"/>
                </a:lnTo>
                <a:lnTo>
                  <a:pt x="759090" y="4228"/>
                </a:lnTo>
                <a:lnTo>
                  <a:pt x="759064" y="4320"/>
                </a:lnTo>
                <a:lnTo>
                  <a:pt x="759039" y="4413"/>
                </a:lnTo>
                <a:lnTo>
                  <a:pt x="759015" y="4508"/>
                </a:lnTo>
                <a:lnTo>
                  <a:pt x="758992" y="4604"/>
                </a:lnTo>
                <a:lnTo>
                  <a:pt x="758971" y="4701"/>
                </a:lnTo>
                <a:lnTo>
                  <a:pt x="758950" y="4801"/>
                </a:lnTo>
                <a:lnTo>
                  <a:pt x="758930" y="4901"/>
                </a:lnTo>
                <a:lnTo>
                  <a:pt x="758911" y="5003"/>
                </a:lnTo>
                <a:lnTo>
                  <a:pt x="758893" y="5107"/>
                </a:lnTo>
                <a:lnTo>
                  <a:pt x="758877" y="5213"/>
                </a:lnTo>
                <a:lnTo>
                  <a:pt x="758861" y="5319"/>
                </a:lnTo>
                <a:lnTo>
                  <a:pt x="758846" y="5428"/>
                </a:lnTo>
                <a:lnTo>
                  <a:pt x="758832" y="5538"/>
                </a:lnTo>
                <a:lnTo>
                  <a:pt x="758820" y="5649"/>
                </a:lnTo>
                <a:lnTo>
                  <a:pt x="758808" y="5762"/>
                </a:lnTo>
                <a:lnTo>
                  <a:pt x="758797" y="5877"/>
                </a:lnTo>
                <a:lnTo>
                  <a:pt x="758788" y="5993"/>
                </a:lnTo>
                <a:lnTo>
                  <a:pt x="758779" y="6110"/>
                </a:lnTo>
                <a:lnTo>
                  <a:pt x="758772" y="6229"/>
                </a:lnTo>
                <a:lnTo>
                  <a:pt x="758765" y="6350"/>
                </a:lnTo>
                <a:lnTo>
                  <a:pt x="758759" y="6472"/>
                </a:lnTo>
                <a:lnTo>
                  <a:pt x="758755" y="6596"/>
                </a:lnTo>
                <a:lnTo>
                  <a:pt x="758751" y="6721"/>
                </a:lnTo>
                <a:lnTo>
                  <a:pt x="758749" y="6848"/>
                </a:lnTo>
                <a:lnTo>
                  <a:pt x="758747" y="6976"/>
                </a:lnTo>
                <a:lnTo>
                  <a:pt x="758747" y="7106"/>
                </a:lnTo>
                <a:lnTo>
                  <a:pt x="758747" y="8657"/>
                </a:lnTo>
                <a:lnTo>
                  <a:pt x="756624" y="8657"/>
                </a:lnTo>
                <a:lnTo>
                  <a:pt x="756613" y="8657"/>
                </a:lnTo>
                <a:lnTo>
                  <a:pt x="756602" y="8657"/>
                </a:lnTo>
                <a:lnTo>
                  <a:pt x="756591" y="8658"/>
                </a:lnTo>
                <a:lnTo>
                  <a:pt x="756581" y="8659"/>
                </a:lnTo>
                <a:lnTo>
                  <a:pt x="756570" y="8659"/>
                </a:lnTo>
                <a:lnTo>
                  <a:pt x="756559" y="8661"/>
                </a:lnTo>
                <a:lnTo>
                  <a:pt x="756549" y="8662"/>
                </a:lnTo>
                <a:lnTo>
                  <a:pt x="756539" y="8663"/>
                </a:lnTo>
                <a:lnTo>
                  <a:pt x="756529" y="8665"/>
                </a:lnTo>
                <a:lnTo>
                  <a:pt x="756519" y="8667"/>
                </a:lnTo>
                <a:lnTo>
                  <a:pt x="756509" y="8669"/>
                </a:lnTo>
                <a:lnTo>
                  <a:pt x="756499" y="8672"/>
                </a:lnTo>
                <a:lnTo>
                  <a:pt x="756489" y="8674"/>
                </a:lnTo>
                <a:lnTo>
                  <a:pt x="756480" y="8677"/>
                </a:lnTo>
                <a:lnTo>
                  <a:pt x="756470" y="8680"/>
                </a:lnTo>
                <a:lnTo>
                  <a:pt x="756461" y="8683"/>
                </a:lnTo>
                <a:lnTo>
                  <a:pt x="756452" y="8686"/>
                </a:lnTo>
                <a:lnTo>
                  <a:pt x="756442" y="8690"/>
                </a:lnTo>
                <a:lnTo>
                  <a:pt x="756433" y="8694"/>
                </a:lnTo>
                <a:lnTo>
                  <a:pt x="756425" y="8698"/>
                </a:lnTo>
                <a:lnTo>
                  <a:pt x="756416" y="8702"/>
                </a:lnTo>
                <a:lnTo>
                  <a:pt x="756407" y="8706"/>
                </a:lnTo>
                <a:lnTo>
                  <a:pt x="756399" y="8711"/>
                </a:lnTo>
                <a:lnTo>
                  <a:pt x="756390" y="8715"/>
                </a:lnTo>
                <a:lnTo>
                  <a:pt x="756382" y="8720"/>
                </a:lnTo>
                <a:lnTo>
                  <a:pt x="756374" y="8726"/>
                </a:lnTo>
                <a:lnTo>
                  <a:pt x="756366" y="8731"/>
                </a:lnTo>
                <a:lnTo>
                  <a:pt x="756358" y="8737"/>
                </a:lnTo>
                <a:lnTo>
                  <a:pt x="756350" y="8743"/>
                </a:lnTo>
                <a:lnTo>
                  <a:pt x="756342" y="8750"/>
                </a:lnTo>
                <a:lnTo>
                  <a:pt x="756335" y="8757"/>
                </a:lnTo>
                <a:lnTo>
                  <a:pt x="756327" y="8764"/>
                </a:lnTo>
                <a:lnTo>
                  <a:pt x="756320" y="8771"/>
                </a:lnTo>
                <a:lnTo>
                  <a:pt x="756312" y="8779"/>
                </a:lnTo>
                <a:lnTo>
                  <a:pt x="756305" y="8787"/>
                </a:lnTo>
                <a:lnTo>
                  <a:pt x="756298" y="8795"/>
                </a:lnTo>
                <a:lnTo>
                  <a:pt x="756291" y="8803"/>
                </a:lnTo>
                <a:lnTo>
                  <a:pt x="756285" y="8812"/>
                </a:lnTo>
                <a:lnTo>
                  <a:pt x="756278" y="8821"/>
                </a:lnTo>
                <a:lnTo>
                  <a:pt x="756271" y="8831"/>
                </a:lnTo>
                <a:lnTo>
                  <a:pt x="756265" y="8840"/>
                </a:lnTo>
                <a:lnTo>
                  <a:pt x="756259" y="8850"/>
                </a:lnTo>
                <a:lnTo>
                  <a:pt x="756252" y="8860"/>
                </a:lnTo>
                <a:lnTo>
                  <a:pt x="756246" y="8871"/>
                </a:lnTo>
                <a:lnTo>
                  <a:pt x="756240" y="8882"/>
                </a:lnTo>
                <a:lnTo>
                  <a:pt x="756234" y="8893"/>
                </a:lnTo>
                <a:lnTo>
                  <a:pt x="756229" y="8904"/>
                </a:lnTo>
                <a:lnTo>
                  <a:pt x="756223" y="8916"/>
                </a:lnTo>
                <a:lnTo>
                  <a:pt x="756218" y="8928"/>
                </a:lnTo>
                <a:lnTo>
                  <a:pt x="756212" y="8940"/>
                </a:lnTo>
                <a:lnTo>
                  <a:pt x="756207" y="8953"/>
                </a:lnTo>
                <a:lnTo>
                  <a:pt x="756202" y="8965"/>
                </a:lnTo>
                <a:lnTo>
                  <a:pt x="756197" y="8978"/>
                </a:lnTo>
                <a:lnTo>
                  <a:pt x="756192" y="8992"/>
                </a:lnTo>
                <a:lnTo>
                  <a:pt x="756187" y="9005"/>
                </a:lnTo>
                <a:lnTo>
                  <a:pt x="756182" y="9019"/>
                </a:lnTo>
                <a:lnTo>
                  <a:pt x="756178" y="9033"/>
                </a:lnTo>
                <a:lnTo>
                  <a:pt x="756173" y="9047"/>
                </a:lnTo>
                <a:lnTo>
                  <a:pt x="756169" y="9062"/>
                </a:lnTo>
                <a:lnTo>
                  <a:pt x="756165" y="9077"/>
                </a:lnTo>
                <a:lnTo>
                  <a:pt x="756160" y="9092"/>
                </a:lnTo>
                <a:lnTo>
                  <a:pt x="756156" y="9107"/>
                </a:lnTo>
                <a:lnTo>
                  <a:pt x="756153" y="9123"/>
                </a:lnTo>
                <a:lnTo>
                  <a:pt x="756149" y="9139"/>
                </a:lnTo>
                <a:lnTo>
                  <a:pt x="756145" y="9155"/>
                </a:lnTo>
                <a:lnTo>
                  <a:pt x="756142" y="9171"/>
                </a:lnTo>
                <a:lnTo>
                  <a:pt x="756138" y="9188"/>
                </a:lnTo>
                <a:lnTo>
                  <a:pt x="756135" y="9205"/>
                </a:lnTo>
                <a:lnTo>
                  <a:pt x="756132" y="9222"/>
                </a:lnTo>
                <a:lnTo>
                  <a:pt x="756129" y="9240"/>
                </a:lnTo>
                <a:lnTo>
                  <a:pt x="756126" y="9257"/>
                </a:lnTo>
                <a:lnTo>
                  <a:pt x="756123" y="9275"/>
                </a:lnTo>
                <a:lnTo>
                  <a:pt x="756120" y="9294"/>
                </a:lnTo>
                <a:lnTo>
                  <a:pt x="756118" y="9312"/>
                </a:lnTo>
                <a:lnTo>
                  <a:pt x="756115" y="9331"/>
                </a:lnTo>
                <a:lnTo>
                  <a:pt x="756113" y="9350"/>
                </a:lnTo>
                <a:lnTo>
                  <a:pt x="756110" y="9370"/>
                </a:lnTo>
                <a:lnTo>
                  <a:pt x="756108" y="9390"/>
                </a:lnTo>
                <a:lnTo>
                  <a:pt x="756106" y="9411"/>
                </a:lnTo>
                <a:lnTo>
                  <a:pt x="756104" y="9431"/>
                </a:lnTo>
                <a:lnTo>
                  <a:pt x="756102" y="9452"/>
                </a:lnTo>
                <a:lnTo>
                  <a:pt x="756101" y="9474"/>
                </a:lnTo>
                <a:lnTo>
                  <a:pt x="756099" y="9495"/>
                </a:lnTo>
                <a:lnTo>
                  <a:pt x="756098" y="9518"/>
                </a:lnTo>
                <a:lnTo>
                  <a:pt x="756096" y="9540"/>
                </a:lnTo>
                <a:lnTo>
                  <a:pt x="756095" y="9563"/>
                </a:lnTo>
                <a:lnTo>
                  <a:pt x="756094" y="9586"/>
                </a:lnTo>
                <a:lnTo>
                  <a:pt x="756093" y="9610"/>
                </a:lnTo>
                <a:lnTo>
                  <a:pt x="756092" y="9633"/>
                </a:lnTo>
                <a:lnTo>
                  <a:pt x="756092" y="9658"/>
                </a:lnTo>
                <a:lnTo>
                  <a:pt x="756091" y="9682"/>
                </a:lnTo>
                <a:lnTo>
                  <a:pt x="756090" y="9707"/>
                </a:lnTo>
                <a:lnTo>
                  <a:pt x="756090" y="9732"/>
                </a:lnTo>
                <a:lnTo>
                  <a:pt x="756090" y="9758"/>
                </a:lnTo>
                <a:lnTo>
                  <a:pt x="756089" y="9784"/>
                </a:lnTo>
                <a:lnTo>
                  <a:pt x="756089" y="9810"/>
                </a:lnTo>
                <a:lnTo>
                  <a:pt x="756090" y="9860"/>
                </a:lnTo>
                <a:lnTo>
                  <a:pt x="756090" y="9908"/>
                </a:lnTo>
                <a:lnTo>
                  <a:pt x="756092" y="9955"/>
                </a:lnTo>
                <a:lnTo>
                  <a:pt x="756093" y="10001"/>
                </a:lnTo>
                <a:lnTo>
                  <a:pt x="756095" y="10046"/>
                </a:lnTo>
                <a:lnTo>
                  <a:pt x="756098" y="10090"/>
                </a:lnTo>
                <a:lnTo>
                  <a:pt x="756101" y="10133"/>
                </a:lnTo>
                <a:lnTo>
                  <a:pt x="756104" y="10174"/>
                </a:lnTo>
                <a:lnTo>
                  <a:pt x="756108" y="10214"/>
                </a:lnTo>
                <a:lnTo>
                  <a:pt x="756113" y="10253"/>
                </a:lnTo>
                <a:lnTo>
                  <a:pt x="756118" y="10291"/>
                </a:lnTo>
                <a:lnTo>
                  <a:pt x="756123" y="10328"/>
                </a:lnTo>
                <a:lnTo>
                  <a:pt x="756129" y="10364"/>
                </a:lnTo>
                <a:lnTo>
                  <a:pt x="756135" y="10398"/>
                </a:lnTo>
                <a:lnTo>
                  <a:pt x="756142" y="10432"/>
                </a:lnTo>
                <a:lnTo>
                  <a:pt x="756149" y="10464"/>
                </a:lnTo>
                <a:lnTo>
                  <a:pt x="756156" y="10495"/>
                </a:lnTo>
                <a:lnTo>
                  <a:pt x="756165" y="10525"/>
                </a:lnTo>
                <a:lnTo>
                  <a:pt x="756173" y="10553"/>
                </a:lnTo>
                <a:lnTo>
                  <a:pt x="756182" y="10581"/>
                </a:lnTo>
                <a:lnTo>
                  <a:pt x="756192" y="10607"/>
                </a:lnTo>
                <a:lnTo>
                  <a:pt x="756202" y="10632"/>
                </a:lnTo>
                <a:lnTo>
                  <a:pt x="756212" y="10656"/>
                </a:lnTo>
                <a:lnTo>
                  <a:pt x="756223" y="10679"/>
                </a:lnTo>
                <a:lnTo>
                  <a:pt x="756234" y="10701"/>
                </a:lnTo>
                <a:lnTo>
                  <a:pt x="756246" y="10722"/>
                </a:lnTo>
                <a:lnTo>
                  <a:pt x="756259" y="10742"/>
                </a:lnTo>
                <a:lnTo>
                  <a:pt x="756271" y="10761"/>
                </a:lnTo>
                <a:lnTo>
                  <a:pt x="756285" y="10779"/>
                </a:lnTo>
                <a:lnTo>
                  <a:pt x="756298" y="10796"/>
                </a:lnTo>
                <a:lnTo>
                  <a:pt x="756312" y="10812"/>
                </a:lnTo>
                <a:lnTo>
                  <a:pt x="756327" y="10828"/>
                </a:lnTo>
                <a:lnTo>
                  <a:pt x="756342" y="10842"/>
                </a:lnTo>
                <a:lnTo>
                  <a:pt x="756358" y="10856"/>
                </a:lnTo>
                <a:lnTo>
                  <a:pt x="756374" y="10868"/>
                </a:lnTo>
                <a:lnTo>
                  <a:pt x="756390" y="10880"/>
                </a:lnTo>
                <a:lnTo>
                  <a:pt x="756407" y="10890"/>
                </a:lnTo>
                <a:lnTo>
                  <a:pt x="756425" y="10900"/>
                </a:lnTo>
                <a:lnTo>
                  <a:pt x="756442" y="10909"/>
                </a:lnTo>
                <a:lnTo>
                  <a:pt x="756461" y="10917"/>
                </a:lnTo>
                <a:lnTo>
                  <a:pt x="756480" y="10924"/>
                </a:lnTo>
                <a:lnTo>
                  <a:pt x="756499" y="10930"/>
                </a:lnTo>
                <a:lnTo>
                  <a:pt x="756519" y="10935"/>
                </a:lnTo>
                <a:lnTo>
                  <a:pt x="756539" y="10939"/>
                </a:lnTo>
                <a:lnTo>
                  <a:pt x="756559" y="10942"/>
                </a:lnTo>
                <a:lnTo>
                  <a:pt x="756581" y="10945"/>
                </a:lnTo>
                <a:lnTo>
                  <a:pt x="756602" y="10946"/>
                </a:lnTo>
                <a:lnTo>
                  <a:pt x="756624" y="10946"/>
                </a:lnTo>
                <a:lnTo>
                  <a:pt x="758747" y="10946"/>
                </a:lnTo>
                <a:lnTo>
                  <a:pt x="758747" y="24149"/>
                </a:lnTo>
                <a:lnTo>
                  <a:pt x="758747" y="24160"/>
                </a:lnTo>
                <a:lnTo>
                  <a:pt x="758747" y="24171"/>
                </a:lnTo>
                <a:lnTo>
                  <a:pt x="758748" y="24181"/>
                </a:lnTo>
                <a:lnTo>
                  <a:pt x="758749" y="24192"/>
                </a:lnTo>
                <a:lnTo>
                  <a:pt x="758750" y="24203"/>
                </a:lnTo>
                <a:lnTo>
                  <a:pt x="758751" y="24213"/>
                </a:lnTo>
                <a:lnTo>
                  <a:pt x="758752" y="24223"/>
                </a:lnTo>
                <a:lnTo>
                  <a:pt x="758754" y="24233"/>
                </a:lnTo>
                <a:lnTo>
                  <a:pt x="758756" y="24243"/>
                </a:lnTo>
                <a:lnTo>
                  <a:pt x="758758" y="24253"/>
                </a:lnTo>
                <a:lnTo>
                  <a:pt x="758761" y="24263"/>
                </a:lnTo>
                <a:lnTo>
                  <a:pt x="758763" y="24272"/>
                </a:lnTo>
                <a:lnTo>
                  <a:pt x="758766" y="24281"/>
                </a:lnTo>
                <a:lnTo>
                  <a:pt x="758769" y="24291"/>
                </a:lnTo>
                <a:lnTo>
                  <a:pt x="758773" y="24300"/>
                </a:lnTo>
                <a:lnTo>
                  <a:pt x="758776" y="24309"/>
                </a:lnTo>
                <a:lnTo>
                  <a:pt x="758780" y="24317"/>
                </a:lnTo>
                <a:lnTo>
                  <a:pt x="758784" y="24326"/>
                </a:lnTo>
                <a:lnTo>
                  <a:pt x="758789" y="24334"/>
                </a:lnTo>
                <a:lnTo>
                  <a:pt x="758793" y="24343"/>
                </a:lnTo>
                <a:lnTo>
                  <a:pt x="758798" y="24351"/>
                </a:lnTo>
                <a:lnTo>
                  <a:pt x="758803" y="24359"/>
                </a:lnTo>
                <a:lnTo>
                  <a:pt x="758808" y="24367"/>
                </a:lnTo>
                <a:lnTo>
                  <a:pt x="758814" y="24375"/>
                </a:lnTo>
                <a:lnTo>
                  <a:pt x="758819" y="24382"/>
                </a:lnTo>
                <a:lnTo>
                  <a:pt x="758825" y="24390"/>
                </a:lnTo>
                <a:lnTo>
                  <a:pt x="758832" y="24397"/>
                </a:lnTo>
                <a:lnTo>
                  <a:pt x="758838" y="24405"/>
                </a:lnTo>
                <a:lnTo>
                  <a:pt x="758845" y="24412"/>
                </a:lnTo>
                <a:lnTo>
                  <a:pt x="758853" y="24419"/>
                </a:lnTo>
                <a:lnTo>
                  <a:pt x="758860" y="24426"/>
                </a:lnTo>
                <a:lnTo>
                  <a:pt x="758868" y="24433"/>
                </a:lnTo>
                <a:lnTo>
                  <a:pt x="758877" y="24440"/>
                </a:lnTo>
                <a:lnTo>
                  <a:pt x="758885" y="24447"/>
                </a:lnTo>
                <a:lnTo>
                  <a:pt x="758894" y="24454"/>
                </a:lnTo>
                <a:lnTo>
                  <a:pt x="758903" y="24460"/>
                </a:lnTo>
                <a:lnTo>
                  <a:pt x="758913" y="24467"/>
                </a:lnTo>
                <a:lnTo>
                  <a:pt x="758923" y="24473"/>
                </a:lnTo>
                <a:lnTo>
                  <a:pt x="758933" y="24480"/>
                </a:lnTo>
                <a:lnTo>
                  <a:pt x="758943" y="24486"/>
                </a:lnTo>
                <a:lnTo>
                  <a:pt x="758954" y="24492"/>
                </a:lnTo>
                <a:lnTo>
                  <a:pt x="758965" y="24499"/>
                </a:lnTo>
                <a:lnTo>
                  <a:pt x="758977" y="24505"/>
                </a:lnTo>
                <a:lnTo>
                  <a:pt x="758989" y="24511"/>
                </a:lnTo>
                <a:lnTo>
                  <a:pt x="759001" y="24516"/>
                </a:lnTo>
                <a:lnTo>
                  <a:pt x="759013" y="24522"/>
                </a:lnTo>
                <a:lnTo>
                  <a:pt x="759026" y="24528"/>
                </a:lnTo>
                <a:lnTo>
                  <a:pt x="759039" y="24534"/>
                </a:lnTo>
                <a:lnTo>
                  <a:pt x="759053" y="24539"/>
                </a:lnTo>
                <a:lnTo>
                  <a:pt x="759066" y="24544"/>
                </a:lnTo>
                <a:lnTo>
                  <a:pt x="759081" y="24550"/>
                </a:lnTo>
                <a:lnTo>
                  <a:pt x="759095" y="24555"/>
                </a:lnTo>
                <a:lnTo>
                  <a:pt x="759110" y="24560"/>
                </a:lnTo>
                <a:lnTo>
                  <a:pt x="759125" y="24565"/>
                </a:lnTo>
                <a:lnTo>
                  <a:pt x="759141" y="24570"/>
                </a:lnTo>
                <a:lnTo>
                  <a:pt x="759157" y="24574"/>
                </a:lnTo>
                <a:lnTo>
                  <a:pt x="759173" y="24579"/>
                </a:lnTo>
                <a:lnTo>
                  <a:pt x="759190" y="24583"/>
                </a:lnTo>
                <a:lnTo>
                  <a:pt x="759207" y="24588"/>
                </a:lnTo>
                <a:lnTo>
                  <a:pt x="759225" y="24592"/>
                </a:lnTo>
                <a:lnTo>
                  <a:pt x="759243" y="24596"/>
                </a:lnTo>
                <a:lnTo>
                  <a:pt x="759261" y="24600"/>
                </a:lnTo>
                <a:lnTo>
                  <a:pt x="759280" y="24604"/>
                </a:lnTo>
                <a:lnTo>
                  <a:pt x="759299" y="24608"/>
                </a:lnTo>
                <a:lnTo>
                  <a:pt x="759319" y="24611"/>
                </a:lnTo>
                <a:lnTo>
                  <a:pt x="759338" y="24615"/>
                </a:lnTo>
                <a:lnTo>
                  <a:pt x="759359" y="24618"/>
                </a:lnTo>
                <a:lnTo>
                  <a:pt x="759379" y="24622"/>
                </a:lnTo>
                <a:lnTo>
                  <a:pt x="759400" y="24625"/>
                </a:lnTo>
                <a:lnTo>
                  <a:pt x="759421" y="24628"/>
                </a:lnTo>
                <a:lnTo>
                  <a:pt x="759443" y="24631"/>
                </a:lnTo>
                <a:lnTo>
                  <a:pt x="759465" y="24634"/>
                </a:lnTo>
                <a:lnTo>
                  <a:pt x="759488" y="24637"/>
                </a:lnTo>
                <a:lnTo>
                  <a:pt x="759511" y="24639"/>
                </a:lnTo>
                <a:lnTo>
                  <a:pt x="759534" y="24642"/>
                </a:lnTo>
                <a:lnTo>
                  <a:pt x="759558" y="24644"/>
                </a:lnTo>
                <a:lnTo>
                  <a:pt x="759582" y="24646"/>
                </a:lnTo>
                <a:lnTo>
                  <a:pt x="759607" y="24648"/>
                </a:lnTo>
                <a:lnTo>
                  <a:pt x="759633" y="24650"/>
                </a:lnTo>
                <a:lnTo>
                  <a:pt x="759658" y="24652"/>
                </a:lnTo>
                <a:lnTo>
                  <a:pt x="759685" y="24654"/>
                </a:lnTo>
                <a:lnTo>
                  <a:pt x="759711" y="24656"/>
                </a:lnTo>
                <a:lnTo>
                  <a:pt x="759738" y="24657"/>
                </a:lnTo>
                <a:lnTo>
                  <a:pt x="759766" y="24659"/>
                </a:lnTo>
                <a:lnTo>
                  <a:pt x="759794" y="24660"/>
                </a:lnTo>
                <a:lnTo>
                  <a:pt x="759823" y="24661"/>
                </a:lnTo>
                <a:lnTo>
                  <a:pt x="759852" y="24663"/>
                </a:lnTo>
                <a:lnTo>
                  <a:pt x="759881" y="24664"/>
                </a:lnTo>
                <a:lnTo>
                  <a:pt x="759911" y="24664"/>
                </a:lnTo>
                <a:lnTo>
                  <a:pt x="759942" y="24665"/>
                </a:lnTo>
                <a:lnTo>
                  <a:pt x="759972" y="24666"/>
                </a:lnTo>
                <a:lnTo>
                  <a:pt x="760004" y="24666"/>
                </a:lnTo>
                <a:lnTo>
                  <a:pt x="760036" y="24667"/>
                </a:lnTo>
                <a:lnTo>
                  <a:pt x="760068" y="24667"/>
                </a:lnTo>
                <a:lnTo>
                  <a:pt x="760101" y="24667"/>
                </a:lnTo>
                <a:lnTo>
                  <a:pt x="760134" y="24667"/>
                </a:lnTo>
                <a:lnTo>
                  <a:pt x="760167" y="24667"/>
                </a:lnTo>
                <a:lnTo>
                  <a:pt x="760200" y="24667"/>
                </a:lnTo>
                <a:lnTo>
                  <a:pt x="760232" y="24667"/>
                </a:lnTo>
                <a:lnTo>
                  <a:pt x="760264" y="24666"/>
                </a:lnTo>
                <a:lnTo>
                  <a:pt x="760295" y="24666"/>
                </a:lnTo>
                <a:lnTo>
                  <a:pt x="760326" y="24665"/>
                </a:lnTo>
                <a:lnTo>
                  <a:pt x="760356" y="24664"/>
                </a:lnTo>
                <a:lnTo>
                  <a:pt x="760386" y="24664"/>
                </a:lnTo>
                <a:lnTo>
                  <a:pt x="760416" y="24663"/>
                </a:lnTo>
                <a:lnTo>
                  <a:pt x="760445" y="24661"/>
                </a:lnTo>
                <a:lnTo>
                  <a:pt x="760473" y="24660"/>
                </a:lnTo>
                <a:lnTo>
                  <a:pt x="760501" y="24659"/>
                </a:lnTo>
                <a:lnTo>
                  <a:pt x="760529" y="24657"/>
                </a:lnTo>
                <a:lnTo>
                  <a:pt x="760556" y="24656"/>
                </a:lnTo>
                <a:lnTo>
                  <a:pt x="760583" y="24654"/>
                </a:lnTo>
                <a:lnTo>
                  <a:pt x="760609" y="24652"/>
                </a:lnTo>
                <a:lnTo>
                  <a:pt x="760635" y="24650"/>
                </a:lnTo>
                <a:lnTo>
                  <a:pt x="760660" y="24648"/>
                </a:lnTo>
                <a:lnTo>
                  <a:pt x="760685" y="24646"/>
                </a:lnTo>
                <a:lnTo>
                  <a:pt x="760709" y="24644"/>
                </a:lnTo>
                <a:lnTo>
                  <a:pt x="760733" y="24642"/>
                </a:lnTo>
                <a:lnTo>
                  <a:pt x="760757" y="24639"/>
                </a:lnTo>
                <a:lnTo>
                  <a:pt x="760780" y="24637"/>
                </a:lnTo>
                <a:lnTo>
                  <a:pt x="760802" y="24634"/>
                </a:lnTo>
                <a:lnTo>
                  <a:pt x="760824" y="24631"/>
                </a:lnTo>
                <a:lnTo>
                  <a:pt x="760846" y="24628"/>
                </a:lnTo>
                <a:lnTo>
                  <a:pt x="760867" y="24625"/>
                </a:lnTo>
                <a:lnTo>
                  <a:pt x="760888" y="24622"/>
                </a:lnTo>
                <a:lnTo>
                  <a:pt x="760909" y="24618"/>
                </a:lnTo>
                <a:lnTo>
                  <a:pt x="760929" y="24615"/>
                </a:lnTo>
                <a:lnTo>
                  <a:pt x="760949" y="24611"/>
                </a:lnTo>
                <a:lnTo>
                  <a:pt x="760968" y="24608"/>
                </a:lnTo>
                <a:lnTo>
                  <a:pt x="760988" y="24604"/>
                </a:lnTo>
                <a:lnTo>
                  <a:pt x="761006" y="24600"/>
                </a:lnTo>
                <a:lnTo>
                  <a:pt x="761025" y="24596"/>
                </a:lnTo>
                <a:lnTo>
                  <a:pt x="761042" y="24592"/>
                </a:lnTo>
                <a:lnTo>
                  <a:pt x="761060" y="24588"/>
                </a:lnTo>
                <a:lnTo>
                  <a:pt x="761077" y="24583"/>
                </a:lnTo>
                <a:lnTo>
                  <a:pt x="761094" y="24579"/>
                </a:lnTo>
                <a:lnTo>
                  <a:pt x="761111" y="24574"/>
                </a:lnTo>
                <a:lnTo>
                  <a:pt x="761127" y="24570"/>
                </a:lnTo>
                <a:lnTo>
                  <a:pt x="761142" y="24565"/>
                </a:lnTo>
                <a:lnTo>
                  <a:pt x="761158" y="24560"/>
                </a:lnTo>
                <a:lnTo>
                  <a:pt x="761172" y="24555"/>
                </a:lnTo>
                <a:lnTo>
                  <a:pt x="761187" y="24550"/>
                </a:lnTo>
                <a:lnTo>
                  <a:pt x="761201" y="24544"/>
                </a:lnTo>
                <a:lnTo>
                  <a:pt x="761215" y="24539"/>
                </a:lnTo>
                <a:lnTo>
                  <a:pt x="761228" y="24534"/>
                </a:lnTo>
                <a:lnTo>
                  <a:pt x="761241" y="24528"/>
                </a:lnTo>
                <a:lnTo>
                  <a:pt x="761254" y="24522"/>
                </a:lnTo>
                <a:lnTo>
                  <a:pt x="761267" y="24516"/>
                </a:lnTo>
                <a:lnTo>
                  <a:pt x="761279" y="24511"/>
                </a:lnTo>
                <a:lnTo>
                  <a:pt x="761291" y="24505"/>
                </a:lnTo>
                <a:lnTo>
                  <a:pt x="761302" y="24499"/>
                </a:lnTo>
                <a:lnTo>
                  <a:pt x="761313" y="24492"/>
                </a:lnTo>
                <a:lnTo>
                  <a:pt x="761324" y="24486"/>
                </a:lnTo>
                <a:lnTo>
                  <a:pt x="761335" y="24480"/>
                </a:lnTo>
                <a:lnTo>
                  <a:pt x="761345" y="24473"/>
                </a:lnTo>
                <a:lnTo>
                  <a:pt x="761355" y="24467"/>
                </a:lnTo>
                <a:lnTo>
                  <a:pt x="761364" y="24460"/>
                </a:lnTo>
                <a:lnTo>
                  <a:pt x="761373" y="24454"/>
                </a:lnTo>
                <a:lnTo>
                  <a:pt x="761382" y="24447"/>
                </a:lnTo>
                <a:lnTo>
                  <a:pt x="761391" y="24440"/>
                </a:lnTo>
                <a:lnTo>
                  <a:pt x="761399" y="24433"/>
                </a:lnTo>
                <a:lnTo>
                  <a:pt x="761407" y="24426"/>
                </a:lnTo>
                <a:lnTo>
                  <a:pt x="761415" y="24419"/>
                </a:lnTo>
                <a:lnTo>
                  <a:pt x="761422" y="24412"/>
                </a:lnTo>
                <a:lnTo>
                  <a:pt x="761429" y="24405"/>
                </a:lnTo>
                <a:lnTo>
                  <a:pt x="761436" y="24397"/>
                </a:lnTo>
                <a:lnTo>
                  <a:pt x="761442" y="24390"/>
                </a:lnTo>
                <a:lnTo>
                  <a:pt x="761448" y="24382"/>
                </a:lnTo>
                <a:lnTo>
                  <a:pt x="761454" y="24375"/>
                </a:lnTo>
                <a:lnTo>
                  <a:pt x="761459" y="24367"/>
                </a:lnTo>
                <a:lnTo>
                  <a:pt x="761465" y="24359"/>
                </a:lnTo>
                <a:lnTo>
                  <a:pt x="761470" y="24351"/>
                </a:lnTo>
                <a:lnTo>
                  <a:pt x="761474" y="24343"/>
                </a:lnTo>
                <a:lnTo>
                  <a:pt x="761479" y="24334"/>
                </a:lnTo>
                <a:lnTo>
                  <a:pt x="761483" y="24326"/>
                </a:lnTo>
                <a:lnTo>
                  <a:pt x="761487" y="24317"/>
                </a:lnTo>
                <a:lnTo>
                  <a:pt x="761491" y="24309"/>
                </a:lnTo>
                <a:lnTo>
                  <a:pt x="761495" y="24300"/>
                </a:lnTo>
                <a:lnTo>
                  <a:pt x="761498" y="24291"/>
                </a:lnTo>
                <a:lnTo>
                  <a:pt x="761501" y="24281"/>
                </a:lnTo>
                <a:lnTo>
                  <a:pt x="761504" y="24272"/>
                </a:lnTo>
                <a:lnTo>
                  <a:pt x="761507" y="24263"/>
                </a:lnTo>
                <a:lnTo>
                  <a:pt x="761509" y="24253"/>
                </a:lnTo>
                <a:lnTo>
                  <a:pt x="761511" y="24243"/>
                </a:lnTo>
                <a:lnTo>
                  <a:pt x="761513" y="24233"/>
                </a:lnTo>
                <a:lnTo>
                  <a:pt x="761515" y="24223"/>
                </a:lnTo>
                <a:lnTo>
                  <a:pt x="761517" y="24213"/>
                </a:lnTo>
                <a:lnTo>
                  <a:pt x="761518" y="24203"/>
                </a:lnTo>
                <a:lnTo>
                  <a:pt x="761519" y="24192"/>
                </a:lnTo>
                <a:lnTo>
                  <a:pt x="761520" y="24181"/>
                </a:lnTo>
                <a:lnTo>
                  <a:pt x="761520" y="24171"/>
                </a:lnTo>
                <a:lnTo>
                  <a:pt x="761521" y="24160"/>
                </a:lnTo>
                <a:lnTo>
                  <a:pt x="761521" y="24149"/>
                </a:lnTo>
                <a:lnTo>
                  <a:pt x="761521" y="10946"/>
                </a:lnTo>
                <a:lnTo>
                  <a:pt x="764880" y="10946"/>
                </a:lnTo>
                <a:lnTo>
                  <a:pt x="764901" y="10946"/>
                </a:lnTo>
                <a:lnTo>
                  <a:pt x="764921" y="10945"/>
                </a:lnTo>
                <a:lnTo>
                  <a:pt x="764941" y="10942"/>
                </a:lnTo>
                <a:lnTo>
                  <a:pt x="764961" y="10939"/>
                </a:lnTo>
                <a:lnTo>
                  <a:pt x="764980" y="10935"/>
                </a:lnTo>
                <a:lnTo>
                  <a:pt x="764999" y="10930"/>
                </a:lnTo>
                <a:lnTo>
                  <a:pt x="765018" y="10924"/>
                </a:lnTo>
                <a:lnTo>
                  <a:pt x="765036" y="10917"/>
                </a:lnTo>
                <a:lnTo>
                  <a:pt x="765054" y="10909"/>
                </a:lnTo>
                <a:lnTo>
                  <a:pt x="765072" y="10900"/>
                </a:lnTo>
                <a:lnTo>
                  <a:pt x="765089" y="10890"/>
                </a:lnTo>
                <a:lnTo>
                  <a:pt x="765106" y="10880"/>
                </a:lnTo>
                <a:lnTo>
                  <a:pt x="765122" y="10868"/>
                </a:lnTo>
                <a:lnTo>
                  <a:pt x="765138" y="10856"/>
                </a:lnTo>
                <a:lnTo>
                  <a:pt x="765154" y="10842"/>
                </a:lnTo>
                <a:lnTo>
                  <a:pt x="765170" y="10828"/>
                </a:lnTo>
                <a:lnTo>
                  <a:pt x="765185" y="10812"/>
                </a:lnTo>
                <a:lnTo>
                  <a:pt x="765200" y="10796"/>
                </a:lnTo>
                <a:lnTo>
                  <a:pt x="765214" y="10779"/>
                </a:lnTo>
                <a:lnTo>
                  <a:pt x="765228" y="10761"/>
                </a:lnTo>
                <a:lnTo>
                  <a:pt x="765242" y="10742"/>
                </a:lnTo>
                <a:lnTo>
                  <a:pt x="765255" y="10722"/>
                </a:lnTo>
                <a:lnTo>
                  <a:pt x="765268" y="10701"/>
                </a:lnTo>
                <a:lnTo>
                  <a:pt x="765281" y="10679"/>
                </a:lnTo>
                <a:lnTo>
                  <a:pt x="765293" y="10656"/>
                </a:lnTo>
                <a:lnTo>
                  <a:pt x="765305" y="10632"/>
                </a:lnTo>
                <a:lnTo>
                  <a:pt x="765316" y="10607"/>
                </a:lnTo>
                <a:lnTo>
                  <a:pt x="765327" y="10581"/>
                </a:lnTo>
                <a:lnTo>
                  <a:pt x="765337" y="10553"/>
                </a:lnTo>
                <a:lnTo>
                  <a:pt x="765347" y="10525"/>
                </a:lnTo>
                <a:lnTo>
                  <a:pt x="765356" y="10495"/>
                </a:lnTo>
                <a:lnTo>
                  <a:pt x="765365" y="10464"/>
                </a:lnTo>
                <a:lnTo>
                  <a:pt x="765373" y="10432"/>
                </a:lnTo>
                <a:lnTo>
                  <a:pt x="765380" y="10398"/>
                </a:lnTo>
                <a:lnTo>
                  <a:pt x="765387" y="10364"/>
                </a:lnTo>
                <a:lnTo>
                  <a:pt x="765394" y="10328"/>
                </a:lnTo>
                <a:lnTo>
                  <a:pt x="765400" y="10291"/>
                </a:lnTo>
                <a:lnTo>
                  <a:pt x="765405" y="10253"/>
                </a:lnTo>
                <a:lnTo>
                  <a:pt x="765410" y="10214"/>
                </a:lnTo>
                <a:lnTo>
                  <a:pt x="765415" y="10174"/>
                </a:lnTo>
                <a:lnTo>
                  <a:pt x="765419" y="10133"/>
                </a:lnTo>
                <a:lnTo>
                  <a:pt x="765422" y="10090"/>
                </a:lnTo>
                <a:lnTo>
                  <a:pt x="765425" y="10046"/>
                </a:lnTo>
                <a:lnTo>
                  <a:pt x="765427" y="10001"/>
                </a:lnTo>
                <a:lnTo>
                  <a:pt x="765429" y="9955"/>
                </a:lnTo>
                <a:lnTo>
                  <a:pt x="765430" y="9908"/>
                </a:lnTo>
                <a:lnTo>
                  <a:pt x="765431" y="9860"/>
                </a:lnTo>
                <a:lnTo>
                  <a:pt x="765432" y="9810"/>
                </a:lnTo>
                <a:lnTo>
                  <a:pt x="765431" y="9784"/>
                </a:lnTo>
                <a:lnTo>
                  <a:pt x="765431" y="9758"/>
                </a:lnTo>
                <a:lnTo>
                  <a:pt x="765431" y="9732"/>
                </a:lnTo>
                <a:lnTo>
                  <a:pt x="765430" y="9707"/>
                </a:lnTo>
                <a:lnTo>
                  <a:pt x="765430" y="9682"/>
                </a:lnTo>
                <a:lnTo>
                  <a:pt x="765429" y="9658"/>
                </a:lnTo>
                <a:lnTo>
                  <a:pt x="765428" y="9633"/>
                </a:lnTo>
                <a:lnTo>
                  <a:pt x="765427" y="9610"/>
                </a:lnTo>
                <a:lnTo>
                  <a:pt x="765426" y="9586"/>
                </a:lnTo>
                <a:lnTo>
                  <a:pt x="765424" y="9563"/>
                </a:lnTo>
                <a:lnTo>
                  <a:pt x="765423" y="9540"/>
                </a:lnTo>
                <a:lnTo>
                  <a:pt x="765421" y="9518"/>
                </a:lnTo>
                <a:lnTo>
                  <a:pt x="765419" y="9495"/>
                </a:lnTo>
                <a:lnTo>
                  <a:pt x="765417" y="9474"/>
                </a:lnTo>
                <a:lnTo>
                  <a:pt x="765415" y="9452"/>
                </a:lnTo>
                <a:lnTo>
                  <a:pt x="765413" y="9431"/>
                </a:lnTo>
                <a:lnTo>
                  <a:pt x="765411" y="9411"/>
                </a:lnTo>
                <a:lnTo>
                  <a:pt x="765408" y="9390"/>
                </a:lnTo>
                <a:lnTo>
                  <a:pt x="765405" y="9370"/>
                </a:lnTo>
                <a:lnTo>
                  <a:pt x="765403" y="9350"/>
                </a:lnTo>
                <a:lnTo>
                  <a:pt x="765400" y="9331"/>
                </a:lnTo>
                <a:lnTo>
                  <a:pt x="765396" y="9312"/>
                </a:lnTo>
                <a:lnTo>
                  <a:pt x="765393" y="9294"/>
                </a:lnTo>
                <a:lnTo>
                  <a:pt x="765390" y="9275"/>
                </a:lnTo>
                <a:lnTo>
                  <a:pt x="765386" y="9257"/>
                </a:lnTo>
                <a:lnTo>
                  <a:pt x="765383" y="9240"/>
                </a:lnTo>
                <a:lnTo>
                  <a:pt x="765379" y="9222"/>
                </a:lnTo>
                <a:lnTo>
                  <a:pt x="765375" y="9205"/>
                </a:lnTo>
                <a:lnTo>
                  <a:pt x="765371" y="9188"/>
                </a:lnTo>
                <a:lnTo>
                  <a:pt x="765367" y="9171"/>
                </a:lnTo>
                <a:lnTo>
                  <a:pt x="765363" y="9155"/>
                </a:lnTo>
                <a:lnTo>
                  <a:pt x="765358" y="9139"/>
                </a:lnTo>
                <a:lnTo>
                  <a:pt x="765354" y="9123"/>
                </a:lnTo>
                <a:lnTo>
                  <a:pt x="765349" y="9107"/>
                </a:lnTo>
                <a:lnTo>
                  <a:pt x="765344" y="9092"/>
                </a:lnTo>
                <a:lnTo>
                  <a:pt x="765340" y="9077"/>
                </a:lnTo>
                <a:lnTo>
                  <a:pt x="765335" y="9062"/>
                </a:lnTo>
                <a:lnTo>
                  <a:pt x="765330" y="9047"/>
                </a:lnTo>
                <a:lnTo>
                  <a:pt x="765324" y="9033"/>
                </a:lnTo>
                <a:lnTo>
                  <a:pt x="765319" y="9019"/>
                </a:lnTo>
                <a:lnTo>
                  <a:pt x="765314" y="9005"/>
                </a:lnTo>
                <a:lnTo>
                  <a:pt x="765308" y="8992"/>
                </a:lnTo>
                <a:lnTo>
                  <a:pt x="765303" y="8978"/>
                </a:lnTo>
                <a:lnTo>
                  <a:pt x="765297" y="8965"/>
                </a:lnTo>
                <a:lnTo>
                  <a:pt x="765291" y="8953"/>
                </a:lnTo>
                <a:lnTo>
                  <a:pt x="765285" y="8940"/>
                </a:lnTo>
                <a:lnTo>
                  <a:pt x="765279" y="8928"/>
                </a:lnTo>
                <a:lnTo>
                  <a:pt x="765273" y="8916"/>
                </a:lnTo>
                <a:lnTo>
                  <a:pt x="765266" y="8904"/>
                </a:lnTo>
                <a:lnTo>
                  <a:pt x="765260" y="8893"/>
                </a:lnTo>
                <a:lnTo>
                  <a:pt x="765254" y="8882"/>
                </a:lnTo>
                <a:lnTo>
                  <a:pt x="765247" y="8871"/>
                </a:lnTo>
                <a:lnTo>
                  <a:pt x="765241" y="8860"/>
                </a:lnTo>
                <a:lnTo>
                  <a:pt x="765234" y="8850"/>
                </a:lnTo>
                <a:lnTo>
                  <a:pt x="765227" y="8840"/>
                </a:lnTo>
                <a:lnTo>
                  <a:pt x="765221" y="8831"/>
                </a:lnTo>
                <a:lnTo>
                  <a:pt x="765214" y="8821"/>
                </a:lnTo>
                <a:lnTo>
                  <a:pt x="765207" y="8812"/>
                </a:lnTo>
                <a:lnTo>
                  <a:pt x="765200" y="8803"/>
                </a:lnTo>
                <a:lnTo>
                  <a:pt x="765193" y="8795"/>
                </a:lnTo>
                <a:lnTo>
                  <a:pt x="765186" y="8787"/>
                </a:lnTo>
                <a:lnTo>
                  <a:pt x="765179" y="8779"/>
                </a:lnTo>
                <a:lnTo>
                  <a:pt x="765172" y="8771"/>
                </a:lnTo>
                <a:lnTo>
                  <a:pt x="765165" y="8764"/>
                </a:lnTo>
                <a:lnTo>
                  <a:pt x="765158" y="8757"/>
                </a:lnTo>
                <a:lnTo>
                  <a:pt x="765151" y="8750"/>
                </a:lnTo>
                <a:lnTo>
                  <a:pt x="765143" y="8743"/>
                </a:lnTo>
                <a:lnTo>
                  <a:pt x="765136" y="8737"/>
                </a:lnTo>
                <a:lnTo>
                  <a:pt x="765128" y="8731"/>
                </a:lnTo>
                <a:lnTo>
                  <a:pt x="765121" y="8726"/>
                </a:lnTo>
                <a:lnTo>
                  <a:pt x="765113" y="8720"/>
                </a:lnTo>
                <a:lnTo>
                  <a:pt x="765106" y="8715"/>
                </a:lnTo>
                <a:lnTo>
                  <a:pt x="765098" y="8711"/>
                </a:lnTo>
                <a:lnTo>
                  <a:pt x="765090" y="8706"/>
                </a:lnTo>
                <a:lnTo>
                  <a:pt x="765082" y="8702"/>
                </a:lnTo>
                <a:lnTo>
                  <a:pt x="765074" y="8698"/>
                </a:lnTo>
                <a:lnTo>
                  <a:pt x="765066" y="8694"/>
                </a:lnTo>
                <a:lnTo>
                  <a:pt x="765057" y="8690"/>
                </a:lnTo>
                <a:lnTo>
                  <a:pt x="765048" y="8686"/>
                </a:lnTo>
                <a:lnTo>
                  <a:pt x="765040" y="8683"/>
                </a:lnTo>
                <a:lnTo>
                  <a:pt x="765031" y="8680"/>
                </a:lnTo>
                <a:lnTo>
                  <a:pt x="765022" y="8677"/>
                </a:lnTo>
                <a:lnTo>
                  <a:pt x="765013" y="8674"/>
                </a:lnTo>
                <a:lnTo>
                  <a:pt x="765003" y="8672"/>
                </a:lnTo>
                <a:lnTo>
                  <a:pt x="764994" y="8669"/>
                </a:lnTo>
                <a:lnTo>
                  <a:pt x="764984" y="8667"/>
                </a:lnTo>
                <a:lnTo>
                  <a:pt x="764974" y="8665"/>
                </a:lnTo>
                <a:lnTo>
                  <a:pt x="764965" y="8663"/>
                </a:lnTo>
                <a:lnTo>
                  <a:pt x="764954" y="8662"/>
                </a:lnTo>
                <a:lnTo>
                  <a:pt x="764944" y="8661"/>
                </a:lnTo>
                <a:lnTo>
                  <a:pt x="764934" y="8659"/>
                </a:lnTo>
                <a:lnTo>
                  <a:pt x="764923" y="8659"/>
                </a:lnTo>
                <a:lnTo>
                  <a:pt x="764913" y="8658"/>
                </a:lnTo>
                <a:lnTo>
                  <a:pt x="764902" y="8657"/>
                </a:lnTo>
                <a:lnTo>
                  <a:pt x="764891" y="8657"/>
                </a:lnTo>
                <a:lnTo>
                  <a:pt x="764880" y="8657"/>
                </a:lnTo>
                <a:lnTo>
                  <a:pt x="761521" y="8657"/>
                </a:lnTo>
                <a:lnTo>
                  <a:pt x="761521" y="7024"/>
                </a:lnTo>
                <a:lnTo>
                  <a:pt x="761521" y="6944"/>
                </a:lnTo>
                <a:lnTo>
                  <a:pt x="761522" y="6865"/>
                </a:lnTo>
                <a:lnTo>
                  <a:pt x="761523" y="6787"/>
                </a:lnTo>
                <a:lnTo>
                  <a:pt x="761524" y="6710"/>
                </a:lnTo>
                <a:lnTo>
                  <a:pt x="761526" y="6634"/>
                </a:lnTo>
                <a:lnTo>
                  <a:pt x="761528" y="6559"/>
                </a:lnTo>
                <a:lnTo>
                  <a:pt x="761531" y="6486"/>
                </a:lnTo>
                <a:lnTo>
                  <a:pt x="761534" y="6413"/>
                </a:lnTo>
                <a:lnTo>
                  <a:pt x="761537" y="6341"/>
                </a:lnTo>
                <a:lnTo>
                  <a:pt x="761541" y="6270"/>
                </a:lnTo>
                <a:lnTo>
                  <a:pt x="761545" y="6200"/>
                </a:lnTo>
                <a:lnTo>
                  <a:pt x="761550" y="6131"/>
                </a:lnTo>
                <a:lnTo>
                  <a:pt x="761555" y="6063"/>
                </a:lnTo>
                <a:lnTo>
                  <a:pt x="761561" y="5996"/>
                </a:lnTo>
                <a:lnTo>
                  <a:pt x="761567" y="5930"/>
                </a:lnTo>
                <a:lnTo>
                  <a:pt x="761573" y="5866"/>
                </a:lnTo>
                <a:lnTo>
                  <a:pt x="761580" y="5802"/>
                </a:lnTo>
                <a:lnTo>
                  <a:pt x="761587" y="5739"/>
                </a:lnTo>
                <a:lnTo>
                  <a:pt x="761594" y="5677"/>
                </a:lnTo>
                <a:lnTo>
                  <a:pt x="761602" y="5616"/>
                </a:lnTo>
                <a:lnTo>
                  <a:pt x="761610" y="5557"/>
                </a:lnTo>
                <a:lnTo>
                  <a:pt x="761619" y="5498"/>
                </a:lnTo>
                <a:lnTo>
                  <a:pt x="761628" y="5440"/>
                </a:lnTo>
                <a:lnTo>
                  <a:pt x="761638" y="5383"/>
                </a:lnTo>
                <a:lnTo>
                  <a:pt x="761648" y="5328"/>
                </a:lnTo>
                <a:lnTo>
                  <a:pt x="761658" y="5273"/>
                </a:lnTo>
                <a:lnTo>
                  <a:pt x="761669" y="5219"/>
                </a:lnTo>
                <a:lnTo>
                  <a:pt x="761681" y="5165"/>
                </a:lnTo>
                <a:lnTo>
                  <a:pt x="761693" y="5113"/>
                </a:lnTo>
                <a:lnTo>
                  <a:pt x="761706" y="5062"/>
                </a:lnTo>
                <a:lnTo>
                  <a:pt x="761719" y="5011"/>
                </a:lnTo>
                <a:lnTo>
                  <a:pt x="761733" y="4961"/>
                </a:lnTo>
                <a:lnTo>
                  <a:pt x="761747" y="4913"/>
                </a:lnTo>
                <a:lnTo>
                  <a:pt x="761761" y="4865"/>
                </a:lnTo>
                <a:lnTo>
                  <a:pt x="761777" y="4817"/>
                </a:lnTo>
                <a:lnTo>
                  <a:pt x="761792" y="4771"/>
                </a:lnTo>
                <a:lnTo>
                  <a:pt x="761809" y="4726"/>
                </a:lnTo>
                <a:lnTo>
                  <a:pt x="761826" y="4681"/>
                </a:lnTo>
                <a:lnTo>
                  <a:pt x="761843" y="4638"/>
                </a:lnTo>
                <a:lnTo>
                  <a:pt x="761861" y="4595"/>
                </a:lnTo>
                <a:lnTo>
                  <a:pt x="761879" y="4553"/>
                </a:lnTo>
                <a:lnTo>
                  <a:pt x="761898" y="4512"/>
                </a:lnTo>
                <a:lnTo>
                  <a:pt x="761917" y="4472"/>
                </a:lnTo>
                <a:lnTo>
                  <a:pt x="761937" y="4433"/>
                </a:lnTo>
                <a:lnTo>
                  <a:pt x="761958" y="4394"/>
                </a:lnTo>
                <a:lnTo>
                  <a:pt x="761979" y="4357"/>
                </a:lnTo>
                <a:lnTo>
                  <a:pt x="762000" y="4320"/>
                </a:lnTo>
                <a:lnTo>
                  <a:pt x="762022" y="4284"/>
                </a:lnTo>
                <a:lnTo>
                  <a:pt x="762045" y="4249"/>
                </a:lnTo>
                <a:lnTo>
                  <a:pt x="762068" y="4215"/>
                </a:lnTo>
                <a:lnTo>
                  <a:pt x="762092" y="4181"/>
                </a:lnTo>
                <a:lnTo>
                  <a:pt x="762116" y="4149"/>
                </a:lnTo>
                <a:lnTo>
                  <a:pt x="762141" y="4117"/>
                </a:lnTo>
                <a:lnTo>
                  <a:pt x="762166" y="4086"/>
                </a:lnTo>
                <a:lnTo>
                  <a:pt x="762192" y="4055"/>
                </a:lnTo>
                <a:lnTo>
                  <a:pt x="762219" y="4026"/>
                </a:lnTo>
                <a:lnTo>
                  <a:pt x="762246" y="3997"/>
                </a:lnTo>
                <a:lnTo>
                  <a:pt x="762274" y="3969"/>
                </a:lnTo>
                <a:lnTo>
                  <a:pt x="762302" y="3942"/>
                </a:lnTo>
                <a:lnTo>
                  <a:pt x="762331" y="3916"/>
                </a:lnTo>
                <a:lnTo>
                  <a:pt x="762361" y="3890"/>
                </a:lnTo>
                <a:lnTo>
                  <a:pt x="762391" y="3865"/>
                </a:lnTo>
                <a:lnTo>
                  <a:pt x="762422" y="3841"/>
                </a:lnTo>
                <a:lnTo>
                  <a:pt x="762453" y="3818"/>
                </a:lnTo>
                <a:lnTo>
                  <a:pt x="762485" y="3795"/>
                </a:lnTo>
                <a:lnTo>
                  <a:pt x="762517" y="3773"/>
                </a:lnTo>
                <a:lnTo>
                  <a:pt x="762550" y="3753"/>
                </a:lnTo>
                <a:lnTo>
                  <a:pt x="762584" y="3732"/>
                </a:lnTo>
                <a:lnTo>
                  <a:pt x="762618" y="3713"/>
                </a:lnTo>
                <a:lnTo>
                  <a:pt x="762653" y="3694"/>
                </a:lnTo>
                <a:lnTo>
                  <a:pt x="762688" y="3677"/>
                </a:lnTo>
                <a:lnTo>
                  <a:pt x="762724" y="3659"/>
                </a:lnTo>
                <a:lnTo>
                  <a:pt x="762761" y="3643"/>
                </a:lnTo>
                <a:lnTo>
                  <a:pt x="762798" y="3628"/>
                </a:lnTo>
                <a:lnTo>
                  <a:pt x="762836" y="3613"/>
                </a:lnTo>
                <a:lnTo>
                  <a:pt x="762874" y="3598"/>
                </a:lnTo>
                <a:lnTo>
                  <a:pt x="762913" y="3585"/>
                </a:lnTo>
                <a:lnTo>
                  <a:pt x="762953" y="3572"/>
                </a:lnTo>
                <a:lnTo>
                  <a:pt x="762993" y="3560"/>
                </a:lnTo>
                <a:lnTo>
                  <a:pt x="763034" y="3548"/>
                </a:lnTo>
                <a:lnTo>
                  <a:pt x="763076" y="3538"/>
                </a:lnTo>
                <a:lnTo>
                  <a:pt x="763118" y="3527"/>
                </a:lnTo>
                <a:lnTo>
                  <a:pt x="763161" y="3518"/>
                </a:lnTo>
                <a:lnTo>
                  <a:pt x="763205" y="3509"/>
                </a:lnTo>
                <a:lnTo>
                  <a:pt x="763249" y="3501"/>
                </a:lnTo>
                <a:lnTo>
                  <a:pt x="763294" y="3494"/>
                </a:lnTo>
                <a:lnTo>
                  <a:pt x="763339" y="3488"/>
                </a:lnTo>
                <a:lnTo>
                  <a:pt x="763385" y="3482"/>
                </a:lnTo>
                <a:lnTo>
                  <a:pt x="763432" y="3476"/>
                </a:lnTo>
                <a:lnTo>
                  <a:pt x="763479" y="3472"/>
                </a:lnTo>
                <a:lnTo>
                  <a:pt x="763527" y="3468"/>
                </a:lnTo>
                <a:lnTo>
                  <a:pt x="763576" y="3465"/>
                </a:lnTo>
                <a:lnTo>
                  <a:pt x="763625" y="3463"/>
                </a:lnTo>
                <a:lnTo>
                  <a:pt x="763675" y="3461"/>
                </a:lnTo>
                <a:lnTo>
                  <a:pt x="763726" y="3460"/>
                </a:lnTo>
                <a:lnTo>
                  <a:pt x="763777" y="3459"/>
                </a:lnTo>
                <a:lnTo>
                  <a:pt x="763814" y="3460"/>
                </a:lnTo>
                <a:lnTo>
                  <a:pt x="763851" y="3460"/>
                </a:lnTo>
                <a:lnTo>
                  <a:pt x="763888" y="3461"/>
                </a:lnTo>
                <a:lnTo>
                  <a:pt x="763924" y="3462"/>
                </a:lnTo>
                <a:lnTo>
                  <a:pt x="763960" y="3463"/>
                </a:lnTo>
                <a:lnTo>
                  <a:pt x="763996" y="3464"/>
                </a:lnTo>
                <a:lnTo>
                  <a:pt x="764031" y="3466"/>
                </a:lnTo>
                <a:lnTo>
                  <a:pt x="764066" y="3468"/>
                </a:lnTo>
                <a:lnTo>
                  <a:pt x="764100" y="3470"/>
                </a:lnTo>
                <a:lnTo>
                  <a:pt x="764134" y="3472"/>
                </a:lnTo>
                <a:lnTo>
                  <a:pt x="764168" y="3475"/>
                </a:lnTo>
                <a:lnTo>
                  <a:pt x="764201" y="3478"/>
                </a:lnTo>
                <a:lnTo>
                  <a:pt x="764234" y="3481"/>
                </a:lnTo>
                <a:lnTo>
                  <a:pt x="764266" y="3485"/>
                </a:lnTo>
                <a:lnTo>
                  <a:pt x="764299" y="3489"/>
                </a:lnTo>
                <a:lnTo>
                  <a:pt x="764330" y="3493"/>
                </a:lnTo>
                <a:lnTo>
                  <a:pt x="764362" y="3497"/>
                </a:lnTo>
                <a:lnTo>
                  <a:pt x="764393" y="3502"/>
                </a:lnTo>
                <a:lnTo>
                  <a:pt x="764423" y="3507"/>
                </a:lnTo>
                <a:lnTo>
                  <a:pt x="764454" y="3512"/>
                </a:lnTo>
                <a:lnTo>
                  <a:pt x="764484" y="3517"/>
                </a:lnTo>
                <a:lnTo>
                  <a:pt x="764513" y="3523"/>
                </a:lnTo>
                <a:lnTo>
                  <a:pt x="764542" y="3528"/>
                </a:lnTo>
                <a:lnTo>
                  <a:pt x="764571" y="3535"/>
                </a:lnTo>
                <a:lnTo>
                  <a:pt x="764599" y="3541"/>
                </a:lnTo>
                <a:lnTo>
                  <a:pt x="764627" y="3547"/>
                </a:lnTo>
                <a:lnTo>
                  <a:pt x="764655" y="3554"/>
                </a:lnTo>
                <a:lnTo>
                  <a:pt x="764683" y="3560"/>
                </a:lnTo>
                <a:lnTo>
                  <a:pt x="764710" y="3567"/>
                </a:lnTo>
                <a:lnTo>
                  <a:pt x="764736" y="3573"/>
                </a:lnTo>
                <a:lnTo>
                  <a:pt x="764763" y="3580"/>
                </a:lnTo>
                <a:lnTo>
                  <a:pt x="764789" y="3587"/>
                </a:lnTo>
                <a:lnTo>
                  <a:pt x="764815" y="3593"/>
                </a:lnTo>
                <a:lnTo>
                  <a:pt x="764840" y="3600"/>
                </a:lnTo>
                <a:lnTo>
                  <a:pt x="764866" y="3607"/>
                </a:lnTo>
                <a:lnTo>
                  <a:pt x="764890" y="3614"/>
                </a:lnTo>
                <a:lnTo>
                  <a:pt x="764915" y="3621"/>
                </a:lnTo>
                <a:lnTo>
                  <a:pt x="764939" y="3628"/>
                </a:lnTo>
                <a:lnTo>
                  <a:pt x="764963" y="3635"/>
                </a:lnTo>
                <a:lnTo>
                  <a:pt x="764987" y="3642"/>
                </a:lnTo>
                <a:lnTo>
                  <a:pt x="765010" y="3650"/>
                </a:lnTo>
                <a:lnTo>
                  <a:pt x="765033" y="3657"/>
                </a:lnTo>
                <a:lnTo>
                  <a:pt x="765056" y="3664"/>
                </a:lnTo>
                <a:lnTo>
                  <a:pt x="765078" y="3672"/>
                </a:lnTo>
                <a:lnTo>
                  <a:pt x="765100" y="3679"/>
                </a:lnTo>
                <a:lnTo>
                  <a:pt x="765122" y="3687"/>
                </a:lnTo>
                <a:lnTo>
                  <a:pt x="765143" y="3694"/>
                </a:lnTo>
                <a:lnTo>
                  <a:pt x="765164" y="3702"/>
                </a:lnTo>
                <a:lnTo>
                  <a:pt x="765185" y="3709"/>
                </a:lnTo>
                <a:lnTo>
                  <a:pt x="765205" y="3717"/>
                </a:lnTo>
                <a:lnTo>
                  <a:pt x="765226" y="3724"/>
                </a:lnTo>
                <a:lnTo>
                  <a:pt x="765246" y="3732"/>
                </a:lnTo>
                <a:lnTo>
                  <a:pt x="765265" y="3739"/>
                </a:lnTo>
                <a:lnTo>
                  <a:pt x="765285" y="3747"/>
                </a:lnTo>
                <a:lnTo>
                  <a:pt x="765304" y="3754"/>
                </a:lnTo>
                <a:lnTo>
                  <a:pt x="765323" y="3761"/>
                </a:lnTo>
                <a:lnTo>
                  <a:pt x="765342" y="3768"/>
                </a:lnTo>
                <a:lnTo>
                  <a:pt x="765360" y="3775"/>
                </a:lnTo>
                <a:lnTo>
                  <a:pt x="765378" y="3783"/>
                </a:lnTo>
                <a:lnTo>
                  <a:pt x="765396" y="3789"/>
                </a:lnTo>
                <a:lnTo>
                  <a:pt x="765414" y="3796"/>
                </a:lnTo>
                <a:lnTo>
                  <a:pt x="765431" y="3803"/>
                </a:lnTo>
                <a:lnTo>
                  <a:pt x="765448" y="3810"/>
                </a:lnTo>
                <a:lnTo>
                  <a:pt x="765465" y="3817"/>
                </a:lnTo>
                <a:lnTo>
                  <a:pt x="765482" y="3824"/>
                </a:lnTo>
                <a:lnTo>
                  <a:pt x="765498" y="3830"/>
                </a:lnTo>
                <a:lnTo>
                  <a:pt x="765514" y="3837"/>
                </a:lnTo>
                <a:lnTo>
                  <a:pt x="765530" y="3843"/>
                </a:lnTo>
                <a:lnTo>
                  <a:pt x="765545" y="3850"/>
                </a:lnTo>
                <a:lnTo>
                  <a:pt x="765561" y="3856"/>
                </a:lnTo>
                <a:lnTo>
                  <a:pt x="765576" y="3863"/>
                </a:lnTo>
                <a:lnTo>
                  <a:pt x="765590" y="3869"/>
                </a:lnTo>
                <a:lnTo>
                  <a:pt x="765605" y="3875"/>
                </a:lnTo>
                <a:lnTo>
                  <a:pt x="765619" y="3881"/>
                </a:lnTo>
                <a:lnTo>
                  <a:pt x="765633" y="3887"/>
                </a:lnTo>
                <a:lnTo>
                  <a:pt x="765647" y="3892"/>
                </a:lnTo>
                <a:lnTo>
                  <a:pt x="765661" y="3897"/>
                </a:lnTo>
                <a:lnTo>
                  <a:pt x="765674" y="3902"/>
                </a:lnTo>
                <a:lnTo>
                  <a:pt x="765688" y="3906"/>
                </a:lnTo>
                <a:lnTo>
                  <a:pt x="765701" y="3911"/>
                </a:lnTo>
                <a:lnTo>
                  <a:pt x="765714" y="3915"/>
                </a:lnTo>
                <a:lnTo>
                  <a:pt x="765726" y="3918"/>
                </a:lnTo>
                <a:lnTo>
                  <a:pt x="765739" y="3922"/>
                </a:lnTo>
                <a:lnTo>
                  <a:pt x="765751" y="3925"/>
                </a:lnTo>
                <a:lnTo>
                  <a:pt x="765763" y="3928"/>
                </a:lnTo>
                <a:lnTo>
                  <a:pt x="765775" y="3931"/>
                </a:lnTo>
                <a:lnTo>
                  <a:pt x="765787" y="3934"/>
                </a:lnTo>
                <a:lnTo>
                  <a:pt x="765798" y="3936"/>
                </a:lnTo>
                <a:lnTo>
                  <a:pt x="765810" y="3938"/>
                </a:lnTo>
                <a:lnTo>
                  <a:pt x="765821" y="3939"/>
                </a:lnTo>
                <a:lnTo>
                  <a:pt x="765831" y="3941"/>
                </a:lnTo>
                <a:lnTo>
                  <a:pt x="765842" y="3942"/>
                </a:lnTo>
                <a:lnTo>
                  <a:pt x="765853" y="3943"/>
                </a:lnTo>
                <a:lnTo>
                  <a:pt x="765863" y="3944"/>
                </a:lnTo>
                <a:lnTo>
                  <a:pt x="765873" y="3944"/>
                </a:lnTo>
                <a:lnTo>
                  <a:pt x="765883" y="3944"/>
                </a:lnTo>
                <a:lnTo>
                  <a:pt x="765891" y="3944"/>
                </a:lnTo>
                <a:lnTo>
                  <a:pt x="765899" y="3944"/>
                </a:lnTo>
                <a:lnTo>
                  <a:pt x="765907" y="3943"/>
                </a:lnTo>
                <a:lnTo>
                  <a:pt x="765915" y="3943"/>
                </a:lnTo>
                <a:lnTo>
                  <a:pt x="765923" y="3942"/>
                </a:lnTo>
                <a:lnTo>
                  <a:pt x="765931" y="3941"/>
                </a:lnTo>
                <a:lnTo>
                  <a:pt x="765938" y="3941"/>
                </a:lnTo>
                <a:lnTo>
                  <a:pt x="765946" y="3939"/>
                </a:lnTo>
                <a:lnTo>
                  <a:pt x="765953" y="3938"/>
                </a:lnTo>
                <a:lnTo>
                  <a:pt x="765961" y="3937"/>
                </a:lnTo>
                <a:lnTo>
                  <a:pt x="765968" y="3935"/>
                </a:lnTo>
                <a:lnTo>
                  <a:pt x="765975" y="3934"/>
                </a:lnTo>
                <a:lnTo>
                  <a:pt x="765982" y="3932"/>
                </a:lnTo>
                <a:lnTo>
                  <a:pt x="765988" y="3930"/>
                </a:lnTo>
                <a:lnTo>
                  <a:pt x="765995" y="3928"/>
                </a:lnTo>
                <a:lnTo>
                  <a:pt x="766002" y="3926"/>
                </a:lnTo>
                <a:lnTo>
                  <a:pt x="766008" y="3923"/>
                </a:lnTo>
                <a:lnTo>
                  <a:pt x="766014" y="3921"/>
                </a:lnTo>
                <a:lnTo>
                  <a:pt x="766021" y="3918"/>
                </a:lnTo>
                <a:lnTo>
                  <a:pt x="766027" y="3915"/>
                </a:lnTo>
                <a:lnTo>
                  <a:pt x="766033" y="3912"/>
                </a:lnTo>
                <a:lnTo>
                  <a:pt x="766039" y="3909"/>
                </a:lnTo>
                <a:lnTo>
                  <a:pt x="766044" y="3906"/>
                </a:lnTo>
                <a:lnTo>
                  <a:pt x="766050" y="3902"/>
                </a:lnTo>
                <a:lnTo>
                  <a:pt x="766055" y="3899"/>
                </a:lnTo>
                <a:lnTo>
                  <a:pt x="766061" y="3895"/>
                </a:lnTo>
                <a:lnTo>
                  <a:pt x="766066" y="3891"/>
                </a:lnTo>
                <a:lnTo>
                  <a:pt x="766071" y="3886"/>
                </a:lnTo>
                <a:lnTo>
                  <a:pt x="766077" y="3882"/>
                </a:lnTo>
                <a:lnTo>
                  <a:pt x="766082" y="3877"/>
                </a:lnTo>
                <a:lnTo>
                  <a:pt x="766087" y="3872"/>
                </a:lnTo>
                <a:lnTo>
                  <a:pt x="766092" y="3866"/>
                </a:lnTo>
                <a:lnTo>
                  <a:pt x="766097" y="3860"/>
                </a:lnTo>
                <a:lnTo>
                  <a:pt x="766101" y="3854"/>
                </a:lnTo>
                <a:lnTo>
                  <a:pt x="766106" y="3848"/>
                </a:lnTo>
                <a:lnTo>
                  <a:pt x="766110" y="3842"/>
                </a:lnTo>
                <a:lnTo>
                  <a:pt x="766115" y="3835"/>
                </a:lnTo>
                <a:lnTo>
                  <a:pt x="766119" y="3828"/>
                </a:lnTo>
                <a:lnTo>
                  <a:pt x="766124" y="3821"/>
                </a:lnTo>
                <a:lnTo>
                  <a:pt x="766128" y="3813"/>
                </a:lnTo>
                <a:lnTo>
                  <a:pt x="766132" y="3805"/>
                </a:lnTo>
                <a:lnTo>
                  <a:pt x="766136" y="3797"/>
                </a:lnTo>
                <a:lnTo>
                  <a:pt x="766140" y="3789"/>
                </a:lnTo>
                <a:lnTo>
                  <a:pt x="766144" y="3780"/>
                </a:lnTo>
                <a:lnTo>
                  <a:pt x="766148" y="3772"/>
                </a:lnTo>
                <a:lnTo>
                  <a:pt x="766151" y="3763"/>
                </a:lnTo>
                <a:lnTo>
                  <a:pt x="766155" y="3753"/>
                </a:lnTo>
                <a:lnTo>
                  <a:pt x="766159" y="3744"/>
                </a:lnTo>
                <a:lnTo>
                  <a:pt x="766162" y="3734"/>
                </a:lnTo>
                <a:lnTo>
                  <a:pt x="766165" y="3724"/>
                </a:lnTo>
                <a:lnTo>
                  <a:pt x="766169" y="3713"/>
                </a:lnTo>
                <a:lnTo>
                  <a:pt x="766172" y="3702"/>
                </a:lnTo>
                <a:lnTo>
                  <a:pt x="766176" y="3692"/>
                </a:lnTo>
                <a:lnTo>
                  <a:pt x="766179" y="3680"/>
                </a:lnTo>
                <a:lnTo>
                  <a:pt x="766182" y="3669"/>
                </a:lnTo>
                <a:lnTo>
                  <a:pt x="766185" y="3657"/>
                </a:lnTo>
                <a:lnTo>
                  <a:pt x="766189" y="3645"/>
                </a:lnTo>
                <a:lnTo>
                  <a:pt x="766192" y="3633"/>
                </a:lnTo>
                <a:lnTo>
                  <a:pt x="766195" y="3620"/>
                </a:lnTo>
                <a:lnTo>
                  <a:pt x="766198" y="3608"/>
                </a:lnTo>
                <a:lnTo>
                  <a:pt x="766201" y="3595"/>
                </a:lnTo>
                <a:lnTo>
                  <a:pt x="766204" y="3581"/>
                </a:lnTo>
                <a:lnTo>
                  <a:pt x="766207" y="3568"/>
                </a:lnTo>
                <a:lnTo>
                  <a:pt x="766211" y="3554"/>
                </a:lnTo>
                <a:lnTo>
                  <a:pt x="766214" y="3540"/>
                </a:lnTo>
                <a:lnTo>
                  <a:pt x="766216" y="3526"/>
                </a:lnTo>
                <a:lnTo>
                  <a:pt x="766219" y="3511"/>
                </a:lnTo>
                <a:lnTo>
                  <a:pt x="766222" y="3496"/>
                </a:lnTo>
                <a:lnTo>
                  <a:pt x="766225" y="3481"/>
                </a:lnTo>
                <a:lnTo>
                  <a:pt x="766228" y="3466"/>
                </a:lnTo>
                <a:lnTo>
                  <a:pt x="766231" y="3450"/>
                </a:lnTo>
                <a:lnTo>
                  <a:pt x="766234" y="3434"/>
                </a:lnTo>
                <a:lnTo>
                  <a:pt x="766236" y="3418"/>
                </a:lnTo>
                <a:lnTo>
                  <a:pt x="766239" y="3401"/>
                </a:lnTo>
                <a:lnTo>
                  <a:pt x="766242" y="3384"/>
                </a:lnTo>
                <a:lnTo>
                  <a:pt x="766244" y="3367"/>
                </a:lnTo>
                <a:lnTo>
                  <a:pt x="766246" y="3349"/>
                </a:lnTo>
                <a:lnTo>
                  <a:pt x="766248" y="3330"/>
                </a:lnTo>
                <a:lnTo>
                  <a:pt x="766250" y="3312"/>
                </a:lnTo>
                <a:lnTo>
                  <a:pt x="766252" y="3292"/>
                </a:lnTo>
                <a:lnTo>
                  <a:pt x="766254" y="3273"/>
                </a:lnTo>
                <a:lnTo>
                  <a:pt x="766256" y="3252"/>
                </a:lnTo>
                <a:lnTo>
                  <a:pt x="766257" y="3232"/>
                </a:lnTo>
                <a:lnTo>
                  <a:pt x="766259" y="3211"/>
                </a:lnTo>
                <a:lnTo>
                  <a:pt x="766260" y="3189"/>
                </a:lnTo>
                <a:lnTo>
                  <a:pt x="766261" y="3167"/>
                </a:lnTo>
                <a:lnTo>
                  <a:pt x="766262" y="3145"/>
                </a:lnTo>
                <a:lnTo>
                  <a:pt x="766263" y="3122"/>
                </a:lnTo>
                <a:lnTo>
                  <a:pt x="766264" y="3099"/>
                </a:lnTo>
                <a:lnTo>
                  <a:pt x="766265" y="3076"/>
                </a:lnTo>
                <a:lnTo>
                  <a:pt x="766266" y="3052"/>
                </a:lnTo>
                <a:lnTo>
                  <a:pt x="766266" y="3027"/>
                </a:lnTo>
                <a:lnTo>
                  <a:pt x="766267" y="3002"/>
                </a:lnTo>
                <a:lnTo>
                  <a:pt x="766267" y="2977"/>
                </a:lnTo>
                <a:lnTo>
                  <a:pt x="766267" y="2951"/>
                </a:lnTo>
                <a:lnTo>
                  <a:pt x="766267" y="2925"/>
                </a:lnTo>
                <a:lnTo>
                  <a:pt x="766267" y="2898"/>
                </a:lnTo>
                <a:lnTo>
                  <a:pt x="766267" y="2872"/>
                </a:lnTo>
                <a:lnTo>
                  <a:pt x="766267" y="2847"/>
                </a:lnTo>
                <a:lnTo>
                  <a:pt x="766266" y="2821"/>
                </a:lnTo>
                <a:lnTo>
                  <a:pt x="766266" y="2796"/>
                </a:lnTo>
                <a:lnTo>
                  <a:pt x="766266" y="2772"/>
                </a:lnTo>
                <a:close/>
                <a:moveTo>
                  <a:pt x="625847" y="14336"/>
                </a:moveTo>
                <a:lnTo>
                  <a:pt x="625842" y="14210"/>
                </a:lnTo>
                <a:lnTo>
                  <a:pt x="625835" y="14086"/>
                </a:lnTo>
                <a:lnTo>
                  <a:pt x="625828" y="13963"/>
                </a:lnTo>
                <a:lnTo>
                  <a:pt x="625820" y="13842"/>
                </a:lnTo>
                <a:lnTo>
                  <a:pt x="625811" y="13723"/>
                </a:lnTo>
                <a:lnTo>
                  <a:pt x="625801" y="13605"/>
                </a:lnTo>
                <a:lnTo>
                  <a:pt x="625790" y="13489"/>
                </a:lnTo>
                <a:lnTo>
                  <a:pt x="625778" y="13374"/>
                </a:lnTo>
                <a:lnTo>
                  <a:pt x="625765" y="13262"/>
                </a:lnTo>
                <a:lnTo>
                  <a:pt x="625751" y="13151"/>
                </a:lnTo>
                <a:lnTo>
                  <a:pt x="625736" y="13041"/>
                </a:lnTo>
                <a:lnTo>
                  <a:pt x="625720" y="12933"/>
                </a:lnTo>
                <a:lnTo>
                  <a:pt x="625704" y="12827"/>
                </a:lnTo>
                <a:lnTo>
                  <a:pt x="625686" y="12723"/>
                </a:lnTo>
                <a:lnTo>
                  <a:pt x="625667" y="12620"/>
                </a:lnTo>
                <a:lnTo>
                  <a:pt x="625648" y="12519"/>
                </a:lnTo>
                <a:lnTo>
                  <a:pt x="625627" y="12419"/>
                </a:lnTo>
                <a:lnTo>
                  <a:pt x="625606" y="12321"/>
                </a:lnTo>
                <a:lnTo>
                  <a:pt x="625583" y="12225"/>
                </a:lnTo>
                <a:lnTo>
                  <a:pt x="625559" y="12130"/>
                </a:lnTo>
                <a:lnTo>
                  <a:pt x="625535" y="12036"/>
                </a:lnTo>
                <a:lnTo>
                  <a:pt x="625508" y="11943"/>
                </a:lnTo>
                <a:lnTo>
                  <a:pt x="625481" y="11852"/>
                </a:lnTo>
                <a:lnTo>
                  <a:pt x="625453" y="11761"/>
                </a:lnTo>
                <a:lnTo>
                  <a:pt x="625423" y="11671"/>
                </a:lnTo>
                <a:lnTo>
                  <a:pt x="625392" y="11582"/>
                </a:lnTo>
                <a:lnTo>
                  <a:pt x="625359" y="11494"/>
                </a:lnTo>
                <a:lnTo>
                  <a:pt x="625326" y="11408"/>
                </a:lnTo>
                <a:lnTo>
                  <a:pt x="625291" y="11322"/>
                </a:lnTo>
                <a:lnTo>
                  <a:pt x="625255" y="11237"/>
                </a:lnTo>
                <a:lnTo>
                  <a:pt x="625217" y="11153"/>
                </a:lnTo>
                <a:lnTo>
                  <a:pt x="625179" y="11071"/>
                </a:lnTo>
                <a:lnTo>
                  <a:pt x="625139" y="10989"/>
                </a:lnTo>
                <a:lnTo>
                  <a:pt x="625098" y="10908"/>
                </a:lnTo>
                <a:lnTo>
                  <a:pt x="625056" y="10829"/>
                </a:lnTo>
                <a:lnTo>
                  <a:pt x="625012" y="10750"/>
                </a:lnTo>
                <a:lnTo>
                  <a:pt x="624967" y="10672"/>
                </a:lnTo>
                <a:lnTo>
                  <a:pt x="624921" y="10596"/>
                </a:lnTo>
                <a:lnTo>
                  <a:pt x="624874" y="10520"/>
                </a:lnTo>
                <a:lnTo>
                  <a:pt x="624825" y="10446"/>
                </a:lnTo>
                <a:lnTo>
                  <a:pt x="624776" y="10372"/>
                </a:lnTo>
                <a:lnTo>
                  <a:pt x="624724" y="10299"/>
                </a:lnTo>
                <a:lnTo>
                  <a:pt x="624672" y="10228"/>
                </a:lnTo>
                <a:lnTo>
                  <a:pt x="624619" y="10157"/>
                </a:lnTo>
                <a:lnTo>
                  <a:pt x="624564" y="10088"/>
                </a:lnTo>
                <a:lnTo>
                  <a:pt x="624507" y="10020"/>
                </a:lnTo>
                <a:lnTo>
                  <a:pt x="624450" y="9953"/>
                </a:lnTo>
                <a:lnTo>
                  <a:pt x="624391" y="9888"/>
                </a:lnTo>
                <a:lnTo>
                  <a:pt x="624330" y="9823"/>
                </a:lnTo>
                <a:lnTo>
                  <a:pt x="624268" y="9760"/>
                </a:lnTo>
                <a:lnTo>
                  <a:pt x="624205" y="9698"/>
                </a:lnTo>
                <a:lnTo>
                  <a:pt x="624141" y="9637"/>
                </a:lnTo>
                <a:lnTo>
                  <a:pt x="624075" y="9577"/>
                </a:lnTo>
                <a:lnTo>
                  <a:pt x="624008" y="9519"/>
                </a:lnTo>
                <a:lnTo>
                  <a:pt x="623939" y="9461"/>
                </a:lnTo>
                <a:lnTo>
                  <a:pt x="623869" y="9405"/>
                </a:lnTo>
                <a:lnTo>
                  <a:pt x="623798" y="9350"/>
                </a:lnTo>
                <a:lnTo>
                  <a:pt x="623725" y="9296"/>
                </a:lnTo>
                <a:lnTo>
                  <a:pt x="623651" y="9244"/>
                </a:lnTo>
                <a:lnTo>
                  <a:pt x="623575" y="9192"/>
                </a:lnTo>
                <a:lnTo>
                  <a:pt x="623499" y="9142"/>
                </a:lnTo>
                <a:lnTo>
                  <a:pt x="623421" y="9093"/>
                </a:lnTo>
                <a:lnTo>
                  <a:pt x="623341" y="9045"/>
                </a:lnTo>
                <a:lnTo>
                  <a:pt x="623260" y="8999"/>
                </a:lnTo>
                <a:lnTo>
                  <a:pt x="623178" y="8953"/>
                </a:lnTo>
                <a:lnTo>
                  <a:pt x="623094" y="8909"/>
                </a:lnTo>
                <a:lnTo>
                  <a:pt x="623009" y="8866"/>
                </a:lnTo>
                <a:lnTo>
                  <a:pt x="622923" y="8824"/>
                </a:lnTo>
                <a:lnTo>
                  <a:pt x="622835" y="8784"/>
                </a:lnTo>
                <a:lnTo>
                  <a:pt x="622745" y="8746"/>
                </a:lnTo>
                <a:lnTo>
                  <a:pt x="622654" y="8710"/>
                </a:lnTo>
                <a:lnTo>
                  <a:pt x="622560" y="8676"/>
                </a:lnTo>
                <a:lnTo>
                  <a:pt x="622466" y="8643"/>
                </a:lnTo>
                <a:lnTo>
                  <a:pt x="622369" y="8612"/>
                </a:lnTo>
                <a:lnTo>
                  <a:pt x="622271" y="8583"/>
                </a:lnTo>
                <a:lnTo>
                  <a:pt x="622172" y="8555"/>
                </a:lnTo>
                <a:lnTo>
                  <a:pt x="622070" y="8530"/>
                </a:lnTo>
                <a:lnTo>
                  <a:pt x="621967" y="8506"/>
                </a:lnTo>
                <a:lnTo>
                  <a:pt x="621862" y="8484"/>
                </a:lnTo>
                <a:lnTo>
                  <a:pt x="621756" y="8463"/>
                </a:lnTo>
                <a:lnTo>
                  <a:pt x="621648" y="8445"/>
                </a:lnTo>
                <a:lnTo>
                  <a:pt x="621539" y="8428"/>
                </a:lnTo>
                <a:lnTo>
                  <a:pt x="621427" y="8413"/>
                </a:lnTo>
                <a:lnTo>
                  <a:pt x="621314" y="8399"/>
                </a:lnTo>
                <a:lnTo>
                  <a:pt x="621200" y="8388"/>
                </a:lnTo>
                <a:lnTo>
                  <a:pt x="621083" y="8378"/>
                </a:lnTo>
                <a:lnTo>
                  <a:pt x="620966" y="8370"/>
                </a:lnTo>
                <a:lnTo>
                  <a:pt x="620846" y="8364"/>
                </a:lnTo>
                <a:lnTo>
                  <a:pt x="620725" y="8360"/>
                </a:lnTo>
                <a:lnTo>
                  <a:pt x="620602" y="8357"/>
                </a:lnTo>
                <a:lnTo>
                  <a:pt x="620477" y="8356"/>
                </a:lnTo>
                <a:lnTo>
                  <a:pt x="620376" y="8357"/>
                </a:lnTo>
                <a:lnTo>
                  <a:pt x="620274" y="8360"/>
                </a:lnTo>
                <a:lnTo>
                  <a:pt x="620173" y="8366"/>
                </a:lnTo>
                <a:lnTo>
                  <a:pt x="620071" y="8373"/>
                </a:lnTo>
                <a:lnTo>
                  <a:pt x="619970" y="8383"/>
                </a:lnTo>
                <a:lnTo>
                  <a:pt x="619868" y="8394"/>
                </a:lnTo>
                <a:lnTo>
                  <a:pt x="619767" y="8408"/>
                </a:lnTo>
                <a:lnTo>
                  <a:pt x="619666" y="8424"/>
                </a:lnTo>
                <a:lnTo>
                  <a:pt x="619565" y="8442"/>
                </a:lnTo>
                <a:lnTo>
                  <a:pt x="619464" y="8462"/>
                </a:lnTo>
                <a:lnTo>
                  <a:pt x="619363" y="8484"/>
                </a:lnTo>
                <a:lnTo>
                  <a:pt x="619262" y="8509"/>
                </a:lnTo>
                <a:lnTo>
                  <a:pt x="619161" y="8535"/>
                </a:lnTo>
                <a:lnTo>
                  <a:pt x="619060" y="8564"/>
                </a:lnTo>
                <a:lnTo>
                  <a:pt x="618959" y="8594"/>
                </a:lnTo>
                <a:lnTo>
                  <a:pt x="618858" y="8627"/>
                </a:lnTo>
                <a:lnTo>
                  <a:pt x="618758" y="8662"/>
                </a:lnTo>
                <a:lnTo>
                  <a:pt x="618657" y="8699"/>
                </a:lnTo>
                <a:lnTo>
                  <a:pt x="618556" y="8738"/>
                </a:lnTo>
                <a:lnTo>
                  <a:pt x="618456" y="8780"/>
                </a:lnTo>
                <a:lnTo>
                  <a:pt x="618355" y="8823"/>
                </a:lnTo>
                <a:lnTo>
                  <a:pt x="618255" y="8869"/>
                </a:lnTo>
                <a:lnTo>
                  <a:pt x="618154" y="8916"/>
                </a:lnTo>
                <a:lnTo>
                  <a:pt x="618054" y="8966"/>
                </a:lnTo>
                <a:lnTo>
                  <a:pt x="617954" y="9018"/>
                </a:lnTo>
                <a:lnTo>
                  <a:pt x="617854" y="9072"/>
                </a:lnTo>
                <a:lnTo>
                  <a:pt x="617754" y="9129"/>
                </a:lnTo>
                <a:lnTo>
                  <a:pt x="617654" y="9187"/>
                </a:lnTo>
                <a:lnTo>
                  <a:pt x="617554" y="9248"/>
                </a:lnTo>
                <a:lnTo>
                  <a:pt x="617454" y="9311"/>
                </a:lnTo>
                <a:lnTo>
                  <a:pt x="617354" y="9377"/>
                </a:lnTo>
                <a:lnTo>
                  <a:pt x="617254" y="9444"/>
                </a:lnTo>
                <a:lnTo>
                  <a:pt x="617154" y="9514"/>
                </a:lnTo>
                <a:lnTo>
                  <a:pt x="617054" y="9586"/>
                </a:lnTo>
                <a:lnTo>
                  <a:pt x="616955" y="9660"/>
                </a:lnTo>
                <a:lnTo>
                  <a:pt x="616855" y="9737"/>
                </a:lnTo>
                <a:lnTo>
                  <a:pt x="616756" y="9816"/>
                </a:lnTo>
                <a:lnTo>
                  <a:pt x="616656" y="9897"/>
                </a:lnTo>
                <a:lnTo>
                  <a:pt x="616557" y="9980"/>
                </a:lnTo>
                <a:lnTo>
                  <a:pt x="616457" y="10065"/>
                </a:lnTo>
                <a:lnTo>
                  <a:pt x="616358" y="10153"/>
                </a:lnTo>
                <a:lnTo>
                  <a:pt x="616259" y="10243"/>
                </a:lnTo>
                <a:lnTo>
                  <a:pt x="616159" y="10335"/>
                </a:lnTo>
                <a:lnTo>
                  <a:pt x="616060" y="10430"/>
                </a:lnTo>
                <a:lnTo>
                  <a:pt x="615961" y="10526"/>
                </a:lnTo>
                <a:lnTo>
                  <a:pt x="615862" y="10625"/>
                </a:lnTo>
                <a:lnTo>
                  <a:pt x="615763" y="10726"/>
                </a:lnTo>
                <a:lnTo>
                  <a:pt x="615664" y="10830"/>
                </a:lnTo>
                <a:lnTo>
                  <a:pt x="615664" y="1806"/>
                </a:lnTo>
                <a:lnTo>
                  <a:pt x="615664" y="1795"/>
                </a:lnTo>
                <a:lnTo>
                  <a:pt x="615664" y="1784"/>
                </a:lnTo>
                <a:lnTo>
                  <a:pt x="615663" y="1773"/>
                </a:lnTo>
                <a:lnTo>
                  <a:pt x="615662" y="1762"/>
                </a:lnTo>
                <a:lnTo>
                  <a:pt x="615661" y="1752"/>
                </a:lnTo>
                <a:lnTo>
                  <a:pt x="615660" y="1741"/>
                </a:lnTo>
                <a:lnTo>
                  <a:pt x="615659" y="1731"/>
                </a:lnTo>
                <a:lnTo>
                  <a:pt x="615657" y="1720"/>
                </a:lnTo>
                <a:lnTo>
                  <a:pt x="615655" y="1710"/>
                </a:lnTo>
                <a:lnTo>
                  <a:pt x="615653" y="1700"/>
                </a:lnTo>
                <a:lnTo>
                  <a:pt x="615650" y="1690"/>
                </a:lnTo>
                <a:lnTo>
                  <a:pt x="615648" y="1680"/>
                </a:lnTo>
                <a:lnTo>
                  <a:pt x="615645" y="1671"/>
                </a:lnTo>
                <a:lnTo>
                  <a:pt x="615642" y="1661"/>
                </a:lnTo>
                <a:lnTo>
                  <a:pt x="615638" y="1651"/>
                </a:lnTo>
                <a:lnTo>
                  <a:pt x="615635" y="1642"/>
                </a:lnTo>
                <a:lnTo>
                  <a:pt x="615631" y="1633"/>
                </a:lnTo>
                <a:lnTo>
                  <a:pt x="615627" y="1624"/>
                </a:lnTo>
                <a:lnTo>
                  <a:pt x="615622" y="1615"/>
                </a:lnTo>
                <a:lnTo>
                  <a:pt x="615618" y="1606"/>
                </a:lnTo>
                <a:lnTo>
                  <a:pt x="615613" y="1597"/>
                </a:lnTo>
                <a:lnTo>
                  <a:pt x="615608" y="1588"/>
                </a:lnTo>
                <a:lnTo>
                  <a:pt x="615603" y="1580"/>
                </a:lnTo>
                <a:lnTo>
                  <a:pt x="615597" y="1571"/>
                </a:lnTo>
                <a:lnTo>
                  <a:pt x="615592" y="1563"/>
                </a:lnTo>
                <a:lnTo>
                  <a:pt x="615586" y="1555"/>
                </a:lnTo>
                <a:lnTo>
                  <a:pt x="615579" y="1547"/>
                </a:lnTo>
                <a:lnTo>
                  <a:pt x="615573" y="1539"/>
                </a:lnTo>
                <a:lnTo>
                  <a:pt x="615566" y="1531"/>
                </a:lnTo>
                <a:lnTo>
                  <a:pt x="615559" y="1523"/>
                </a:lnTo>
                <a:lnTo>
                  <a:pt x="615551" y="1516"/>
                </a:lnTo>
                <a:lnTo>
                  <a:pt x="615544" y="1508"/>
                </a:lnTo>
                <a:lnTo>
                  <a:pt x="615536" y="1501"/>
                </a:lnTo>
                <a:lnTo>
                  <a:pt x="615527" y="1494"/>
                </a:lnTo>
                <a:lnTo>
                  <a:pt x="615519" y="1487"/>
                </a:lnTo>
                <a:lnTo>
                  <a:pt x="615510" y="1480"/>
                </a:lnTo>
                <a:lnTo>
                  <a:pt x="615501" y="1473"/>
                </a:lnTo>
                <a:lnTo>
                  <a:pt x="615491" y="1466"/>
                </a:lnTo>
                <a:lnTo>
                  <a:pt x="615481" y="1459"/>
                </a:lnTo>
                <a:lnTo>
                  <a:pt x="615471" y="1453"/>
                </a:lnTo>
                <a:lnTo>
                  <a:pt x="615461" y="1446"/>
                </a:lnTo>
                <a:lnTo>
                  <a:pt x="615450" y="1440"/>
                </a:lnTo>
                <a:lnTo>
                  <a:pt x="615439" y="1434"/>
                </a:lnTo>
                <a:lnTo>
                  <a:pt x="615428" y="1428"/>
                </a:lnTo>
                <a:lnTo>
                  <a:pt x="615417" y="1422"/>
                </a:lnTo>
                <a:lnTo>
                  <a:pt x="615405" y="1416"/>
                </a:lnTo>
                <a:lnTo>
                  <a:pt x="615393" y="1410"/>
                </a:lnTo>
                <a:lnTo>
                  <a:pt x="615380" y="1404"/>
                </a:lnTo>
                <a:lnTo>
                  <a:pt x="615367" y="1399"/>
                </a:lnTo>
                <a:lnTo>
                  <a:pt x="615354" y="1393"/>
                </a:lnTo>
                <a:lnTo>
                  <a:pt x="615341" y="1388"/>
                </a:lnTo>
                <a:lnTo>
                  <a:pt x="615327" y="1383"/>
                </a:lnTo>
                <a:lnTo>
                  <a:pt x="615312" y="1378"/>
                </a:lnTo>
                <a:lnTo>
                  <a:pt x="615298" y="1373"/>
                </a:lnTo>
                <a:lnTo>
                  <a:pt x="615283" y="1368"/>
                </a:lnTo>
                <a:lnTo>
                  <a:pt x="615267" y="1363"/>
                </a:lnTo>
                <a:lnTo>
                  <a:pt x="615251" y="1359"/>
                </a:lnTo>
                <a:lnTo>
                  <a:pt x="615235" y="1354"/>
                </a:lnTo>
                <a:lnTo>
                  <a:pt x="615218" y="1350"/>
                </a:lnTo>
                <a:lnTo>
                  <a:pt x="615201" y="1345"/>
                </a:lnTo>
                <a:lnTo>
                  <a:pt x="615183" y="1341"/>
                </a:lnTo>
                <a:lnTo>
                  <a:pt x="615165" y="1337"/>
                </a:lnTo>
                <a:lnTo>
                  <a:pt x="615147" y="1333"/>
                </a:lnTo>
                <a:lnTo>
                  <a:pt x="615128" y="1330"/>
                </a:lnTo>
                <a:lnTo>
                  <a:pt x="615108" y="1326"/>
                </a:lnTo>
                <a:lnTo>
                  <a:pt x="615089" y="1322"/>
                </a:lnTo>
                <a:lnTo>
                  <a:pt x="615069" y="1319"/>
                </a:lnTo>
                <a:lnTo>
                  <a:pt x="615048" y="1316"/>
                </a:lnTo>
                <a:lnTo>
                  <a:pt x="615027" y="1312"/>
                </a:lnTo>
                <a:lnTo>
                  <a:pt x="615006" y="1309"/>
                </a:lnTo>
                <a:lnTo>
                  <a:pt x="614984" y="1306"/>
                </a:lnTo>
                <a:lnTo>
                  <a:pt x="614962" y="1304"/>
                </a:lnTo>
                <a:lnTo>
                  <a:pt x="614940" y="1301"/>
                </a:lnTo>
                <a:lnTo>
                  <a:pt x="614917" y="1298"/>
                </a:lnTo>
                <a:lnTo>
                  <a:pt x="614893" y="1296"/>
                </a:lnTo>
                <a:lnTo>
                  <a:pt x="614869" y="1293"/>
                </a:lnTo>
                <a:lnTo>
                  <a:pt x="614844" y="1291"/>
                </a:lnTo>
                <a:lnTo>
                  <a:pt x="614819" y="1289"/>
                </a:lnTo>
                <a:lnTo>
                  <a:pt x="614794" y="1287"/>
                </a:lnTo>
                <a:lnTo>
                  <a:pt x="614767" y="1285"/>
                </a:lnTo>
                <a:lnTo>
                  <a:pt x="614741" y="1283"/>
                </a:lnTo>
                <a:lnTo>
                  <a:pt x="614713" y="1282"/>
                </a:lnTo>
                <a:lnTo>
                  <a:pt x="614686" y="1280"/>
                </a:lnTo>
                <a:lnTo>
                  <a:pt x="614657" y="1278"/>
                </a:lnTo>
                <a:lnTo>
                  <a:pt x="614629" y="1277"/>
                </a:lnTo>
                <a:lnTo>
                  <a:pt x="614599" y="1276"/>
                </a:lnTo>
                <a:lnTo>
                  <a:pt x="614569" y="1275"/>
                </a:lnTo>
                <a:lnTo>
                  <a:pt x="614539" y="1274"/>
                </a:lnTo>
                <a:lnTo>
                  <a:pt x="614508" y="1273"/>
                </a:lnTo>
                <a:lnTo>
                  <a:pt x="614477" y="1272"/>
                </a:lnTo>
                <a:lnTo>
                  <a:pt x="614445" y="1272"/>
                </a:lnTo>
                <a:lnTo>
                  <a:pt x="614412" y="1271"/>
                </a:lnTo>
                <a:lnTo>
                  <a:pt x="614379" y="1271"/>
                </a:lnTo>
                <a:lnTo>
                  <a:pt x="614346" y="1270"/>
                </a:lnTo>
                <a:lnTo>
                  <a:pt x="614312" y="1270"/>
                </a:lnTo>
                <a:lnTo>
                  <a:pt x="614277" y="1270"/>
                </a:lnTo>
                <a:lnTo>
                  <a:pt x="614244" y="1270"/>
                </a:lnTo>
                <a:lnTo>
                  <a:pt x="614211" y="1270"/>
                </a:lnTo>
                <a:lnTo>
                  <a:pt x="614179" y="1271"/>
                </a:lnTo>
                <a:lnTo>
                  <a:pt x="614147" y="1271"/>
                </a:lnTo>
                <a:lnTo>
                  <a:pt x="614116" y="1272"/>
                </a:lnTo>
                <a:lnTo>
                  <a:pt x="614085" y="1272"/>
                </a:lnTo>
                <a:lnTo>
                  <a:pt x="614055" y="1273"/>
                </a:lnTo>
                <a:lnTo>
                  <a:pt x="614025" y="1274"/>
                </a:lnTo>
                <a:lnTo>
                  <a:pt x="613995" y="1275"/>
                </a:lnTo>
                <a:lnTo>
                  <a:pt x="613966" y="1276"/>
                </a:lnTo>
                <a:lnTo>
                  <a:pt x="613938" y="1277"/>
                </a:lnTo>
                <a:lnTo>
                  <a:pt x="613910" y="1278"/>
                </a:lnTo>
                <a:lnTo>
                  <a:pt x="613882" y="1280"/>
                </a:lnTo>
                <a:lnTo>
                  <a:pt x="613855" y="1282"/>
                </a:lnTo>
                <a:lnTo>
                  <a:pt x="613828" y="1283"/>
                </a:lnTo>
                <a:lnTo>
                  <a:pt x="613802" y="1285"/>
                </a:lnTo>
                <a:lnTo>
                  <a:pt x="613776" y="1287"/>
                </a:lnTo>
                <a:lnTo>
                  <a:pt x="613751" y="1289"/>
                </a:lnTo>
                <a:lnTo>
                  <a:pt x="613726" y="1291"/>
                </a:lnTo>
                <a:lnTo>
                  <a:pt x="613702" y="1293"/>
                </a:lnTo>
                <a:lnTo>
                  <a:pt x="613678" y="1296"/>
                </a:lnTo>
                <a:lnTo>
                  <a:pt x="613654" y="1298"/>
                </a:lnTo>
                <a:lnTo>
                  <a:pt x="613631" y="1301"/>
                </a:lnTo>
                <a:lnTo>
                  <a:pt x="613609" y="1304"/>
                </a:lnTo>
                <a:lnTo>
                  <a:pt x="613587" y="1306"/>
                </a:lnTo>
                <a:lnTo>
                  <a:pt x="613565" y="1309"/>
                </a:lnTo>
                <a:lnTo>
                  <a:pt x="613544" y="1312"/>
                </a:lnTo>
                <a:lnTo>
                  <a:pt x="613523" y="1316"/>
                </a:lnTo>
                <a:lnTo>
                  <a:pt x="613502" y="1319"/>
                </a:lnTo>
                <a:lnTo>
                  <a:pt x="613482" y="1322"/>
                </a:lnTo>
                <a:lnTo>
                  <a:pt x="613462" y="1326"/>
                </a:lnTo>
                <a:lnTo>
                  <a:pt x="613443" y="1330"/>
                </a:lnTo>
                <a:lnTo>
                  <a:pt x="613423" y="1333"/>
                </a:lnTo>
                <a:lnTo>
                  <a:pt x="613405" y="1337"/>
                </a:lnTo>
                <a:lnTo>
                  <a:pt x="613386" y="1341"/>
                </a:lnTo>
                <a:lnTo>
                  <a:pt x="613368" y="1345"/>
                </a:lnTo>
                <a:lnTo>
                  <a:pt x="613351" y="1350"/>
                </a:lnTo>
                <a:lnTo>
                  <a:pt x="613334" y="1354"/>
                </a:lnTo>
                <a:lnTo>
                  <a:pt x="613317" y="1358"/>
                </a:lnTo>
                <a:lnTo>
                  <a:pt x="613300" y="1363"/>
                </a:lnTo>
                <a:lnTo>
                  <a:pt x="613284" y="1368"/>
                </a:lnTo>
                <a:lnTo>
                  <a:pt x="613269" y="1372"/>
                </a:lnTo>
                <a:lnTo>
                  <a:pt x="613253" y="1377"/>
                </a:lnTo>
                <a:lnTo>
                  <a:pt x="613238" y="1382"/>
                </a:lnTo>
                <a:lnTo>
                  <a:pt x="613224" y="1388"/>
                </a:lnTo>
                <a:lnTo>
                  <a:pt x="613210" y="1393"/>
                </a:lnTo>
                <a:lnTo>
                  <a:pt x="613196" y="1398"/>
                </a:lnTo>
                <a:lnTo>
                  <a:pt x="613183" y="1404"/>
                </a:lnTo>
                <a:lnTo>
                  <a:pt x="613170" y="1409"/>
                </a:lnTo>
                <a:lnTo>
                  <a:pt x="613157" y="1415"/>
                </a:lnTo>
                <a:lnTo>
                  <a:pt x="613144" y="1421"/>
                </a:lnTo>
                <a:lnTo>
                  <a:pt x="613132" y="1427"/>
                </a:lnTo>
                <a:lnTo>
                  <a:pt x="613121" y="1433"/>
                </a:lnTo>
                <a:lnTo>
                  <a:pt x="613109" y="1439"/>
                </a:lnTo>
                <a:lnTo>
                  <a:pt x="613098" y="1446"/>
                </a:lnTo>
                <a:lnTo>
                  <a:pt x="613088" y="1452"/>
                </a:lnTo>
                <a:lnTo>
                  <a:pt x="613078" y="1459"/>
                </a:lnTo>
                <a:lnTo>
                  <a:pt x="613068" y="1465"/>
                </a:lnTo>
                <a:lnTo>
                  <a:pt x="613058" y="1472"/>
                </a:lnTo>
                <a:lnTo>
                  <a:pt x="613049" y="1479"/>
                </a:lnTo>
                <a:lnTo>
                  <a:pt x="613040" y="1486"/>
                </a:lnTo>
                <a:lnTo>
                  <a:pt x="613031" y="1493"/>
                </a:lnTo>
                <a:lnTo>
                  <a:pt x="613023" y="1501"/>
                </a:lnTo>
                <a:lnTo>
                  <a:pt x="613015" y="1508"/>
                </a:lnTo>
                <a:lnTo>
                  <a:pt x="613008" y="1516"/>
                </a:lnTo>
                <a:lnTo>
                  <a:pt x="613001" y="1523"/>
                </a:lnTo>
                <a:lnTo>
                  <a:pt x="612994" y="1531"/>
                </a:lnTo>
                <a:lnTo>
                  <a:pt x="612988" y="1539"/>
                </a:lnTo>
                <a:lnTo>
                  <a:pt x="612981" y="1547"/>
                </a:lnTo>
                <a:lnTo>
                  <a:pt x="612976" y="1555"/>
                </a:lnTo>
                <a:lnTo>
                  <a:pt x="612970" y="1563"/>
                </a:lnTo>
                <a:lnTo>
                  <a:pt x="612965" y="1571"/>
                </a:lnTo>
                <a:lnTo>
                  <a:pt x="612961" y="1580"/>
                </a:lnTo>
                <a:lnTo>
                  <a:pt x="612956" y="1588"/>
                </a:lnTo>
                <a:lnTo>
                  <a:pt x="612952" y="1597"/>
                </a:lnTo>
                <a:lnTo>
                  <a:pt x="612947" y="1606"/>
                </a:lnTo>
                <a:lnTo>
                  <a:pt x="612943" y="1615"/>
                </a:lnTo>
                <a:lnTo>
                  <a:pt x="612940" y="1624"/>
                </a:lnTo>
                <a:lnTo>
                  <a:pt x="612936" y="1633"/>
                </a:lnTo>
                <a:lnTo>
                  <a:pt x="612933" y="1642"/>
                </a:lnTo>
                <a:lnTo>
                  <a:pt x="612930" y="1651"/>
                </a:lnTo>
                <a:lnTo>
                  <a:pt x="612927" y="1661"/>
                </a:lnTo>
                <a:lnTo>
                  <a:pt x="612924" y="1670"/>
                </a:lnTo>
                <a:lnTo>
                  <a:pt x="612921" y="1680"/>
                </a:lnTo>
                <a:lnTo>
                  <a:pt x="612919" y="1690"/>
                </a:lnTo>
                <a:lnTo>
                  <a:pt x="612917" y="1700"/>
                </a:lnTo>
                <a:lnTo>
                  <a:pt x="612915" y="1710"/>
                </a:lnTo>
                <a:lnTo>
                  <a:pt x="612913" y="1720"/>
                </a:lnTo>
                <a:lnTo>
                  <a:pt x="612912" y="1730"/>
                </a:lnTo>
                <a:lnTo>
                  <a:pt x="612910" y="1741"/>
                </a:lnTo>
                <a:lnTo>
                  <a:pt x="612909" y="1751"/>
                </a:lnTo>
                <a:lnTo>
                  <a:pt x="612908" y="1762"/>
                </a:lnTo>
                <a:lnTo>
                  <a:pt x="612908" y="1773"/>
                </a:lnTo>
                <a:lnTo>
                  <a:pt x="612907" y="1783"/>
                </a:lnTo>
                <a:lnTo>
                  <a:pt x="612907" y="1794"/>
                </a:lnTo>
                <a:lnTo>
                  <a:pt x="612907" y="1805"/>
                </a:lnTo>
                <a:lnTo>
                  <a:pt x="612907" y="24149"/>
                </a:lnTo>
                <a:lnTo>
                  <a:pt x="612907" y="24160"/>
                </a:lnTo>
                <a:lnTo>
                  <a:pt x="612907" y="24171"/>
                </a:lnTo>
                <a:lnTo>
                  <a:pt x="612908" y="24181"/>
                </a:lnTo>
                <a:lnTo>
                  <a:pt x="612908" y="24192"/>
                </a:lnTo>
                <a:lnTo>
                  <a:pt x="612909" y="24203"/>
                </a:lnTo>
                <a:lnTo>
                  <a:pt x="612910" y="24213"/>
                </a:lnTo>
                <a:lnTo>
                  <a:pt x="612912" y="24223"/>
                </a:lnTo>
                <a:lnTo>
                  <a:pt x="612913" y="24233"/>
                </a:lnTo>
                <a:lnTo>
                  <a:pt x="612915" y="24243"/>
                </a:lnTo>
                <a:lnTo>
                  <a:pt x="612917" y="24253"/>
                </a:lnTo>
                <a:lnTo>
                  <a:pt x="612919" y="24263"/>
                </a:lnTo>
                <a:lnTo>
                  <a:pt x="612921" y="24272"/>
                </a:lnTo>
                <a:lnTo>
                  <a:pt x="612924" y="24281"/>
                </a:lnTo>
                <a:lnTo>
                  <a:pt x="612927" y="24291"/>
                </a:lnTo>
                <a:lnTo>
                  <a:pt x="612930" y="24300"/>
                </a:lnTo>
                <a:lnTo>
                  <a:pt x="612933" y="24309"/>
                </a:lnTo>
                <a:lnTo>
                  <a:pt x="612936" y="24317"/>
                </a:lnTo>
                <a:lnTo>
                  <a:pt x="612940" y="24326"/>
                </a:lnTo>
                <a:lnTo>
                  <a:pt x="612943" y="24334"/>
                </a:lnTo>
                <a:lnTo>
                  <a:pt x="612947" y="24343"/>
                </a:lnTo>
                <a:lnTo>
                  <a:pt x="612952" y="24351"/>
                </a:lnTo>
                <a:lnTo>
                  <a:pt x="612956" y="24359"/>
                </a:lnTo>
                <a:lnTo>
                  <a:pt x="612961" y="24367"/>
                </a:lnTo>
                <a:lnTo>
                  <a:pt x="612965" y="24375"/>
                </a:lnTo>
                <a:lnTo>
                  <a:pt x="612970" y="24382"/>
                </a:lnTo>
                <a:lnTo>
                  <a:pt x="612976" y="24390"/>
                </a:lnTo>
                <a:lnTo>
                  <a:pt x="612981" y="24397"/>
                </a:lnTo>
                <a:lnTo>
                  <a:pt x="612988" y="24405"/>
                </a:lnTo>
                <a:lnTo>
                  <a:pt x="612994" y="24412"/>
                </a:lnTo>
                <a:lnTo>
                  <a:pt x="613001" y="24419"/>
                </a:lnTo>
                <a:lnTo>
                  <a:pt x="613008" y="24426"/>
                </a:lnTo>
                <a:lnTo>
                  <a:pt x="613015" y="24433"/>
                </a:lnTo>
                <a:lnTo>
                  <a:pt x="613023" y="24440"/>
                </a:lnTo>
                <a:lnTo>
                  <a:pt x="613031" y="24447"/>
                </a:lnTo>
                <a:lnTo>
                  <a:pt x="613040" y="24454"/>
                </a:lnTo>
                <a:lnTo>
                  <a:pt x="613049" y="24460"/>
                </a:lnTo>
                <a:lnTo>
                  <a:pt x="613058" y="24467"/>
                </a:lnTo>
                <a:lnTo>
                  <a:pt x="613068" y="24473"/>
                </a:lnTo>
                <a:lnTo>
                  <a:pt x="613078" y="24480"/>
                </a:lnTo>
                <a:lnTo>
                  <a:pt x="613088" y="24486"/>
                </a:lnTo>
                <a:lnTo>
                  <a:pt x="613098" y="24492"/>
                </a:lnTo>
                <a:lnTo>
                  <a:pt x="613109" y="24499"/>
                </a:lnTo>
                <a:lnTo>
                  <a:pt x="613121" y="24505"/>
                </a:lnTo>
                <a:lnTo>
                  <a:pt x="613132" y="24511"/>
                </a:lnTo>
                <a:lnTo>
                  <a:pt x="613144" y="24516"/>
                </a:lnTo>
                <a:lnTo>
                  <a:pt x="613157" y="24522"/>
                </a:lnTo>
                <a:lnTo>
                  <a:pt x="613170" y="24528"/>
                </a:lnTo>
                <a:lnTo>
                  <a:pt x="613183" y="24534"/>
                </a:lnTo>
                <a:lnTo>
                  <a:pt x="613196" y="24539"/>
                </a:lnTo>
                <a:lnTo>
                  <a:pt x="613210" y="24544"/>
                </a:lnTo>
                <a:lnTo>
                  <a:pt x="613224" y="24550"/>
                </a:lnTo>
                <a:lnTo>
                  <a:pt x="613238" y="24555"/>
                </a:lnTo>
                <a:lnTo>
                  <a:pt x="613253" y="24560"/>
                </a:lnTo>
                <a:lnTo>
                  <a:pt x="613269" y="24565"/>
                </a:lnTo>
                <a:lnTo>
                  <a:pt x="613284" y="24570"/>
                </a:lnTo>
                <a:lnTo>
                  <a:pt x="613300" y="24574"/>
                </a:lnTo>
                <a:lnTo>
                  <a:pt x="613317" y="24579"/>
                </a:lnTo>
                <a:lnTo>
                  <a:pt x="613334" y="24583"/>
                </a:lnTo>
                <a:lnTo>
                  <a:pt x="613351" y="24588"/>
                </a:lnTo>
                <a:lnTo>
                  <a:pt x="613368" y="24592"/>
                </a:lnTo>
                <a:lnTo>
                  <a:pt x="613386" y="24596"/>
                </a:lnTo>
                <a:lnTo>
                  <a:pt x="613405" y="24600"/>
                </a:lnTo>
                <a:lnTo>
                  <a:pt x="613423" y="24604"/>
                </a:lnTo>
                <a:lnTo>
                  <a:pt x="613443" y="24608"/>
                </a:lnTo>
                <a:lnTo>
                  <a:pt x="613462" y="24611"/>
                </a:lnTo>
                <a:lnTo>
                  <a:pt x="613482" y="24615"/>
                </a:lnTo>
                <a:lnTo>
                  <a:pt x="613502" y="24618"/>
                </a:lnTo>
                <a:lnTo>
                  <a:pt x="613523" y="24622"/>
                </a:lnTo>
                <a:lnTo>
                  <a:pt x="613544" y="24625"/>
                </a:lnTo>
                <a:lnTo>
                  <a:pt x="613565" y="24628"/>
                </a:lnTo>
                <a:lnTo>
                  <a:pt x="613587" y="24631"/>
                </a:lnTo>
                <a:lnTo>
                  <a:pt x="613609" y="24634"/>
                </a:lnTo>
                <a:lnTo>
                  <a:pt x="613631" y="24637"/>
                </a:lnTo>
                <a:lnTo>
                  <a:pt x="613654" y="24639"/>
                </a:lnTo>
                <a:lnTo>
                  <a:pt x="613678" y="24642"/>
                </a:lnTo>
                <a:lnTo>
                  <a:pt x="613702" y="24644"/>
                </a:lnTo>
                <a:lnTo>
                  <a:pt x="613726" y="24646"/>
                </a:lnTo>
                <a:lnTo>
                  <a:pt x="613751" y="24648"/>
                </a:lnTo>
                <a:lnTo>
                  <a:pt x="613776" y="24650"/>
                </a:lnTo>
                <a:lnTo>
                  <a:pt x="613802" y="24652"/>
                </a:lnTo>
                <a:lnTo>
                  <a:pt x="613828" y="24654"/>
                </a:lnTo>
                <a:lnTo>
                  <a:pt x="613855" y="24656"/>
                </a:lnTo>
                <a:lnTo>
                  <a:pt x="613882" y="24657"/>
                </a:lnTo>
                <a:lnTo>
                  <a:pt x="613910" y="24659"/>
                </a:lnTo>
                <a:lnTo>
                  <a:pt x="613938" y="24660"/>
                </a:lnTo>
                <a:lnTo>
                  <a:pt x="613966" y="24661"/>
                </a:lnTo>
                <a:lnTo>
                  <a:pt x="613995" y="24663"/>
                </a:lnTo>
                <a:lnTo>
                  <a:pt x="614025" y="24664"/>
                </a:lnTo>
                <a:lnTo>
                  <a:pt x="614055" y="24664"/>
                </a:lnTo>
                <a:lnTo>
                  <a:pt x="614085" y="24665"/>
                </a:lnTo>
                <a:lnTo>
                  <a:pt x="614116" y="24666"/>
                </a:lnTo>
                <a:lnTo>
                  <a:pt x="614147" y="24666"/>
                </a:lnTo>
                <a:lnTo>
                  <a:pt x="614179" y="24667"/>
                </a:lnTo>
                <a:lnTo>
                  <a:pt x="614211" y="24667"/>
                </a:lnTo>
                <a:lnTo>
                  <a:pt x="614244" y="24667"/>
                </a:lnTo>
                <a:lnTo>
                  <a:pt x="614277" y="24667"/>
                </a:lnTo>
                <a:lnTo>
                  <a:pt x="614312" y="24667"/>
                </a:lnTo>
                <a:lnTo>
                  <a:pt x="614346" y="24667"/>
                </a:lnTo>
                <a:lnTo>
                  <a:pt x="614379" y="24667"/>
                </a:lnTo>
                <a:lnTo>
                  <a:pt x="614412" y="24666"/>
                </a:lnTo>
                <a:lnTo>
                  <a:pt x="614445" y="24666"/>
                </a:lnTo>
                <a:lnTo>
                  <a:pt x="614477" y="24665"/>
                </a:lnTo>
                <a:lnTo>
                  <a:pt x="614508" y="24664"/>
                </a:lnTo>
                <a:lnTo>
                  <a:pt x="614539" y="24664"/>
                </a:lnTo>
                <a:lnTo>
                  <a:pt x="614569" y="24663"/>
                </a:lnTo>
                <a:lnTo>
                  <a:pt x="614599" y="24661"/>
                </a:lnTo>
                <a:lnTo>
                  <a:pt x="614629" y="24660"/>
                </a:lnTo>
                <a:lnTo>
                  <a:pt x="614657" y="24659"/>
                </a:lnTo>
                <a:lnTo>
                  <a:pt x="614686" y="24657"/>
                </a:lnTo>
                <a:lnTo>
                  <a:pt x="614713" y="24656"/>
                </a:lnTo>
                <a:lnTo>
                  <a:pt x="614741" y="24654"/>
                </a:lnTo>
                <a:lnTo>
                  <a:pt x="614767" y="24652"/>
                </a:lnTo>
                <a:lnTo>
                  <a:pt x="614794" y="24650"/>
                </a:lnTo>
                <a:lnTo>
                  <a:pt x="614819" y="24648"/>
                </a:lnTo>
                <a:lnTo>
                  <a:pt x="614844" y="24646"/>
                </a:lnTo>
                <a:lnTo>
                  <a:pt x="614869" y="24644"/>
                </a:lnTo>
                <a:lnTo>
                  <a:pt x="614893" y="24642"/>
                </a:lnTo>
                <a:lnTo>
                  <a:pt x="614917" y="24639"/>
                </a:lnTo>
                <a:lnTo>
                  <a:pt x="614940" y="24637"/>
                </a:lnTo>
                <a:lnTo>
                  <a:pt x="614962" y="24634"/>
                </a:lnTo>
                <a:lnTo>
                  <a:pt x="614984" y="24631"/>
                </a:lnTo>
                <a:lnTo>
                  <a:pt x="615006" y="24628"/>
                </a:lnTo>
                <a:lnTo>
                  <a:pt x="615027" y="24625"/>
                </a:lnTo>
                <a:lnTo>
                  <a:pt x="615048" y="24622"/>
                </a:lnTo>
                <a:lnTo>
                  <a:pt x="615069" y="24618"/>
                </a:lnTo>
                <a:lnTo>
                  <a:pt x="615089" y="24615"/>
                </a:lnTo>
                <a:lnTo>
                  <a:pt x="615108" y="24611"/>
                </a:lnTo>
                <a:lnTo>
                  <a:pt x="615128" y="24608"/>
                </a:lnTo>
                <a:lnTo>
                  <a:pt x="615147" y="24604"/>
                </a:lnTo>
                <a:lnTo>
                  <a:pt x="615165" y="24600"/>
                </a:lnTo>
                <a:lnTo>
                  <a:pt x="615183" y="24596"/>
                </a:lnTo>
                <a:lnTo>
                  <a:pt x="615201" y="24592"/>
                </a:lnTo>
                <a:lnTo>
                  <a:pt x="615218" y="24588"/>
                </a:lnTo>
                <a:lnTo>
                  <a:pt x="615235" y="24583"/>
                </a:lnTo>
                <a:lnTo>
                  <a:pt x="615251" y="24579"/>
                </a:lnTo>
                <a:lnTo>
                  <a:pt x="615267" y="24574"/>
                </a:lnTo>
                <a:lnTo>
                  <a:pt x="615283" y="24570"/>
                </a:lnTo>
                <a:lnTo>
                  <a:pt x="615298" y="24565"/>
                </a:lnTo>
                <a:lnTo>
                  <a:pt x="615312" y="24560"/>
                </a:lnTo>
                <a:lnTo>
                  <a:pt x="615327" y="24555"/>
                </a:lnTo>
                <a:lnTo>
                  <a:pt x="615341" y="24550"/>
                </a:lnTo>
                <a:lnTo>
                  <a:pt x="615354" y="24544"/>
                </a:lnTo>
                <a:lnTo>
                  <a:pt x="615367" y="24539"/>
                </a:lnTo>
                <a:lnTo>
                  <a:pt x="615380" y="24534"/>
                </a:lnTo>
                <a:lnTo>
                  <a:pt x="615393" y="24528"/>
                </a:lnTo>
                <a:lnTo>
                  <a:pt x="615405" y="24522"/>
                </a:lnTo>
                <a:lnTo>
                  <a:pt x="615417" y="24516"/>
                </a:lnTo>
                <a:lnTo>
                  <a:pt x="615428" y="24511"/>
                </a:lnTo>
                <a:lnTo>
                  <a:pt x="615439" y="24505"/>
                </a:lnTo>
                <a:lnTo>
                  <a:pt x="615450" y="24499"/>
                </a:lnTo>
                <a:lnTo>
                  <a:pt x="615461" y="24492"/>
                </a:lnTo>
                <a:lnTo>
                  <a:pt x="615471" y="24486"/>
                </a:lnTo>
                <a:lnTo>
                  <a:pt x="615481" y="24480"/>
                </a:lnTo>
                <a:lnTo>
                  <a:pt x="615491" y="24473"/>
                </a:lnTo>
                <a:lnTo>
                  <a:pt x="615501" y="24467"/>
                </a:lnTo>
                <a:lnTo>
                  <a:pt x="615510" y="24460"/>
                </a:lnTo>
                <a:lnTo>
                  <a:pt x="615519" y="24454"/>
                </a:lnTo>
                <a:lnTo>
                  <a:pt x="615527" y="24447"/>
                </a:lnTo>
                <a:lnTo>
                  <a:pt x="615536" y="24440"/>
                </a:lnTo>
                <a:lnTo>
                  <a:pt x="615544" y="24433"/>
                </a:lnTo>
                <a:lnTo>
                  <a:pt x="615551" y="24426"/>
                </a:lnTo>
                <a:lnTo>
                  <a:pt x="615559" y="24419"/>
                </a:lnTo>
                <a:lnTo>
                  <a:pt x="615566" y="24412"/>
                </a:lnTo>
                <a:lnTo>
                  <a:pt x="615573" y="24405"/>
                </a:lnTo>
                <a:lnTo>
                  <a:pt x="615579" y="24397"/>
                </a:lnTo>
                <a:lnTo>
                  <a:pt x="615586" y="24390"/>
                </a:lnTo>
                <a:lnTo>
                  <a:pt x="615592" y="24382"/>
                </a:lnTo>
                <a:lnTo>
                  <a:pt x="615597" y="24375"/>
                </a:lnTo>
                <a:lnTo>
                  <a:pt x="615603" y="24367"/>
                </a:lnTo>
                <a:lnTo>
                  <a:pt x="615608" y="24359"/>
                </a:lnTo>
                <a:lnTo>
                  <a:pt x="615613" y="24351"/>
                </a:lnTo>
                <a:lnTo>
                  <a:pt x="615618" y="24343"/>
                </a:lnTo>
                <a:lnTo>
                  <a:pt x="615622" y="24335"/>
                </a:lnTo>
                <a:lnTo>
                  <a:pt x="615627" y="24326"/>
                </a:lnTo>
                <a:lnTo>
                  <a:pt x="615631" y="24318"/>
                </a:lnTo>
                <a:lnTo>
                  <a:pt x="615635" y="24309"/>
                </a:lnTo>
                <a:lnTo>
                  <a:pt x="615638" y="24300"/>
                </a:lnTo>
                <a:lnTo>
                  <a:pt x="615642" y="24291"/>
                </a:lnTo>
                <a:lnTo>
                  <a:pt x="615645" y="24282"/>
                </a:lnTo>
                <a:lnTo>
                  <a:pt x="615648" y="24272"/>
                </a:lnTo>
                <a:lnTo>
                  <a:pt x="615650" y="24263"/>
                </a:lnTo>
                <a:lnTo>
                  <a:pt x="615653" y="24253"/>
                </a:lnTo>
                <a:lnTo>
                  <a:pt x="615655" y="24244"/>
                </a:lnTo>
                <a:lnTo>
                  <a:pt x="615657" y="24234"/>
                </a:lnTo>
                <a:lnTo>
                  <a:pt x="615659" y="24224"/>
                </a:lnTo>
                <a:lnTo>
                  <a:pt x="615660" y="24213"/>
                </a:lnTo>
                <a:lnTo>
                  <a:pt x="615661" y="24203"/>
                </a:lnTo>
                <a:lnTo>
                  <a:pt x="615662" y="24193"/>
                </a:lnTo>
                <a:lnTo>
                  <a:pt x="615663" y="24182"/>
                </a:lnTo>
                <a:lnTo>
                  <a:pt x="615664" y="24171"/>
                </a:lnTo>
                <a:lnTo>
                  <a:pt x="615664" y="24160"/>
                </a:lnTo>
                <a:lnTo>
                  <a:pt x="615664" y="24149"/>
                </a:lnTo>
                <a:lnTo>
                  <a:pt x="615664" y="13637"/>
                </a:lnTo>
                <a:lnTo>
                  <a:pt x="615759" y="13520"/>
                </a:lnTo>
                <a:lnTo>
                  <a:pt x="615853" y="13405"/>
                </a:lnTo>
                <a:lnTo>
                  <a:pt x="615947" y="13293"/>
                </a:lnTo>
                <a:lnTo>
                  <a:pt x="616040" y="13183"/>
                </a:lnTo>
                <a:lnTo>
                  <a:pt x="616133" y="13075"/>
                </a:lnTo>
                <a:lnTo>
                  <a:pt x="616226" y="12970"/>
                </a:lnTo>
                <a:lnTo>
                  <a:pt x="616319" y="12867"/>
                </a:lnTo>
                <a:lnTo>
                  <a:pt x="616411" y="12766"/>
                </a:lnTo>
                <a:lnTo>
                  <a:pt x="616503" y="12668"/>
                </a:lnTo>
                <a:lnTo>
                  <a:pt x="616594" y="12572"/>
                </a:lnTo>
                <a:lnTo>
                  <a:pt x="616685" y="12479"/>
                </a:lnTo>
                <a:lnTo>
                  <a:pt x="616776" y="12388"/>
                </a:lnTo>
                <a:lnTo>
                  <a:pt x="616866" y="12299"/>
                </a:lnTo>
                <a:lnTo>
                  <a:pt x="616956" y="12213"/>
                </a:lnTo>
                <a:lnTo>
                  <a:pt x="617046" y="12129"/>
                </a:lnTo>
                <a:lnTo>
                  <a:pt x="617135" y="12048"/>
                </a:lnTo>
                <a:lnTo>
                  <a:pt x="617224" y="11969"/>
                </a:lnTo>
                <a:lnTo>
                  <a:pt x="617313" y="11892"/>
                </a:lnTo>
                <a:lnTo>
                  <a:pt x="617401" y="11817"/>
                </a:lnTo>
                <a:lnTo>
                  <a:pt x="617489" y="11745"/>
                </a:lnTo>
                <a:lnTo>
                  <a:pt x="617576" y="11676"/>
                </a:lnTo>
                <a:lnTo>
                  <a:pt x="617664" y="11609"/>
                </a:lnTo>
                <a:lnTo>
                  <a:pt x="617750" y="11544"/>
                </a:lnTo>
                <a:lnTo>
                  <a:pt x="617837" y="11481"/>
                </a:lnTo>
                <a:lnTo>
                  <a:pt x="617923" y="11421"/>
                </a:lnTo>
                <a:lnTo>
                  <a:pt x="618010" y="11364"/>
                </a:lnTo>
                <a:lnTo>
                  <a:pt x="618096" y="11309"/>
                </a:lnTo>
                <a:lnTo>
                  <a:pt x="618182" y="11257"/>
                </a:lnTo>
                <a:lnTo>
                  <a:pt x="618269" y="11207"/>
                </a:lnTo>
                <a:lnTo>
                  <a:pt x="618355" y="11160"/>
                </a:lnTo>
                <a:lnTo>
                  <a:pt x="618441" y="11115"/>
                </a:lnTo>
                <a:lnTo>
                  <a:pt x="618528" y="11073"/>
                </a:lnTo>
                <a:lnTo>
                  <a:pt x="618614" y="11033"/>
                </a:lnTo>
                <a:lnTo>
                  <a:pt x="618700" y="10996"/>
                </a:lnTo>
                <a:lnTo>
                  <a:pt x="618787" y="10962"/>
                </a:lnTo>
                <a:lnTo>
                  <a:pt x="618873" y="10930"/>
                </a:lnTo>
                <a:lnTo>
                  <a:pt x="618959" y="10900"/>
                </a:lnTo>
                <a:lnTo>
                  <a:pt x="619046" y="10874"/>
                </a:lnTo>
                <a:lnTo>
                  <a:pt x="619132" y="10849"/>
                </a:lnTo>
                <a:lnTo>
                  <a:pt x="619218" y="10828"/>
                </a:lnTo>
                <a:lnTo>
                  <a:pt x="619305" y="10809"/>
                </a:lnTo>
                <a:lnTo>
                  <a:pt x="619391" y="10792"/>
                </a:lnTo>
                <a:lnTo>
                  <a:pt x="619477" y="10778"/>
                </a:lnTo>
                <a:lnTo>
                  <a:pt x="619564" y="10766"/>
                </a:lnTo>
                <a:lnTo>
                  <a:pt x="619650" y="10757"/>
                </a:lnTo>
                <a:lnTo>
                  <a:pt x="619737" y="10751"/>
                </a:lnTo>
                <a:lnTo>
                  <a:pt x="619823" y="10747"/>
                </a:lnTo>
                <a:lnTo>
                  <a:pt x="619909" y="10746"/>
                </a:lnTo>
                <a:lnTo>
                  <a:pt x="619976" y="10746"/>
                </a:lnTo>
                <a:lnTo>
                  <a:pt x="620042" y="10748"/>
                </a:lnTo>
                <a:lnTo>
                  <a:pt x="620107" y="10751"/>
                </a:lnTo>
                <a:lnTo>
                  <a:pt x="620171" y="10754"/>
                </a:lnTo>
                <a:lnTo>
                  <a:pt x="620235" y="10759"/>
                </a:lnTo>
                <a:lnTo>
                  <a:pt x="620298" y="10765"/>
                </a:lnTo>
                <a:lnTo>
                  <a:pt x="620361" y="10772"/>
                </a:lnTo>
                <a:lnTo>
                  <a:pt x="620423" y="10779"/>
                </a:lnTo>
                <a:lnTo>
                  <a:pt x="620484" y="10788"/>
                </a:lnTo>
                <a:lnTo>
                  <a:pt x="620544" y="10798"/>
                </a:lnTo>
                <a:lnTo>
                  <a:pt x="620604" y="10809"/>
                </a:lnTo>
                <a:lnTo>
                  <a:pt x="620663" y="10821"/>
                </a:lnTo>
                <a:lnTo>
                  <a:pt x="620722" y="10834"/>
                </a:lnTo>
                <a:lnTo>
                  <a:pt x="620780" y="10848"/>
                </a:lnTo>
                <a:lnTo>
                  <a:pt x="620837" y="10863"/>
                </a:lnTo>
                <a:lnTo>
                  <a:pt x="620893" y="10880"/>
                </a:lnTo>
                <a:lnTo>
                  <a:pt x="620949" y="10897"/>
                </a:lnTo>
                <a:lnTo>
                  <a:pt x="621004" y="10915"/>
                </a:lnTo>
                <a:lnTo>
                  <a:pt x="621059" y="10934"/>
                </a:lnTo>
                <a:lnTo>
                  <a:pt x="621113" y="10955"/>
                </a:lnTo>
                <a:lnTo>
                  <a:pt x="621166" y="10976"/>
                </a:lnTo>
                <a:lnTo>
                  <a:pt x="621218" y="10999"/>
                </a:lnTo>
                <a:lnTo>
                  <a:pt x="621270" y="11022"/>
                </a:lnTo>
                <a:lnTo>
                  <a:pt x="621321" y="11047"/>
                </a:lnTo>
                <a:lnTo>
                  <a:pt x="621372" y="11072"/>
                </a:lnTo>
                <a:lnTo>
                  <a:pt x="621422" y="11099"/>
                </a:lnTo>
                <a:lnTo>
                  <a:pt x="621470" y="11126"/>
                </a:lnTo>
                <a:lnTo>
                  <a:pt x="621518" y="11154"/>
                </a:lnTo>
                <a:lnTo>
                  <a:pt x="621566" y="11184"/>
                </a:lnTo>
                <a:lnTo>
                  <a:pt x="621612" y="11214"/>
                </a:lnTo>
                <a:lnTo>
                  <a:pt x="621658" y="11245"/>
                </a:lnTo>
                <a:lnTo>
                  <a:pt x="621703" y="11277"/>
                </a:lnTo>
                <a:lnTo>
                  <a:pt x="621747" y="11310"/>
                </a:lnTo>
                <a:lnTo>
                  <a:pt x="621791" y="11344"/>
                </a:lnTo>
                <a:lnTo>
                  <a:pt x="621833" y="11379"/>
                </a:lnTo>
                <a:lnTo>
                  <a:pt x="621875" y="11414"/>
                </a:lnTo>
                <a:lnTo>
                  <a:pt x="621916" y="11451"/>
                </a:lnTo>
                <a:lnTo>
                  <a:pt x="621956" y="11489"/>
                </a:lnTo>
                <a:lnTo>
                  <a:pt x="621996" y="11527"/>
                </a:lnTo>
                <a:lnTo>
                  <a:pt x="622034" y="11567"/>
                </a:lnTo>
                <a:lnTo>
                  <a:pt x="622072" y="11607"/>
                </a:lnTo>
                <a:lnTo>
                  <a:pt x="622109" y="11648"/>
                </a:lnTo>
                <a:lnTo>
                  <a:pt x="622146" y="11691"/>
                </a:lnTo>
                <a:lnTo>
                  <a:pt x="622181" y="11734"/>
                </a:lnTo>
                <a:lnTo>
                  <a:pt x="622216" y="11778"/>
                </a:lnTo>
                <a:lnTo>
                  <a:pt x="622250" y="11823"/>
                </a:lnTo>
                <a:lnTo>
                  <a:pt x="622283" y="11869"/>
                </a:lnTo>
                <a:lnTo>
                  <a:pt x="622316" y="11916"/>
                </a:lnTo>
                <a:lnTo>
                  <a:pt x="622347" y="11964"/>
                </a:lnTo>
                <a:lnTo>
                  <a:pt x="622379" y="12012"/>
                </a:lnTo>
                <a:lnTo>
                  <a:pt x="622409" y="12061"/>
                </a:lnTo>
                <a:lnTo>
                  <a:pt x="622439" y="12111"/>
                </a:lnTo>
                <a:lnTo>
                  <a:pt x="622468" y="12162"/>
                </a:lnTo>
                <a:lnTo>
                  <a:pt x="622496" y="12213"/>
                </a:lnTo>
                <a:lnTo>
                  <a:pt x="622524" y="12266"/>
                </a:lnTo>
                <a:lnTo>
                  <a:pt x="622552" y="12319"/>
                </a:lnTo>
                <a:lnTo>
                  <a:pt x="622578" y="12373"/>
                </a:lnTo>
                <a:lnTo>
                  <a:pt x="622604" y="12427"/>
                </a:lnTo>
                <a:lnTo>
                  <a:pt x="622630" y="12482"/>
                </a:lnTo>
                <a:lnTo>
                  <a:pt x="622654" y="12538"/>
                </a:lnTo>
                <a:lnTo>
                  <a:pt x="622678" y="12595"/>
                </a:lnTo>
                <a:lnTo>
                  <a:pt x="622702" y="12653"/>
                </a:lnTo>
                <a:lnTo>
                  <a:pt x="622724" y="12711"/>
                </a:lnTo>
                <a:lnTo>
                  <a:pt x="622747" y="12770"/>
                </a:lnTo>
                <a:lnTo>
                  <a:pt x="622768" y="12830"/>
                </a:lnTo>
                <a:lnTo>
                  <a:pt x="622789" y="12890"/>
                </a:lnTo>
                <a:lnTo>
                  <a:pt x="622809" y="12952"/>
                </a:lnTo>
                <a:lnTo>
                  <a:pt x="622829" y="13014"/>
                </a:lnTo>
                <a:lnTo>
                  <a:pt x="622848" y="13077"/>
                </a:lnTo>
                <a:lnTo>
                  <a:pt x="622866" y="13140"/>
                </a:lnTo>
                <a:lnTo>
                  <a:pt x="622884" y="13204"/>
                </a:lnTo>
                <a:lnTo>
                  <a:pt x="622901" y="13269"/>
                </a:lnTo>
                <a:lnTo>
                  <a:pt x="622917" y="13336"/>
                </a:lnTo>
                <a:lnTo>
                  <a:pt x="622933" y="13404"/>
                </a:lnTo>
                <a:lnTo>
                  <a:pt x="622948" y="13474"/>
                </a:lnTo>
                <a:lnTo>
                  <a:pt x="622962" y="13545"/>
                </a:lnTo>
                <a:lnTo>
                  <a:pt x="622976" y="13619"/>
                </a:lnTo>
                <a:lnTo>
                  <a:pt x="622988" y="13694"/>
                </a:lnTo>
                <a:lnTo>
                  <a:pt x="623001" y="13770"/>
                </a:lnTo>
                <a:lnTo>
                  <a:pt x="623012" y="13849"/>
                </a:lnTo>
                <a:lnTo>
                  <a:pt x="623023" y="13929"/>
                </a:lnTo>
                <a:lnTo>
                  <a:pt x="623033" y="14011"/>
                </a:lnTo>
                <a:lnTo>
                  <a:pt x="623042" y="14095"/>
                </a:lnTo>
                <a:lnTo>
                  <a:pt x="623051" y="14180"/>
                </a:lnTo>
                <a:lnTo>
                  <a:pt x="623059" y="14268"/>
                </a:lnTo>
                <a:lnTo>
                  <a:pt x="623066" y="14356"/>
                </a:lnTo>
                <a:lnTo>
                  <a:pt x="623073" y="14447"/>
                </a:lnTo>
                <a:lnTo>
                  <a:pt x="623079" y="14540"/>
                </a:lnTo>
                <a:lnTo>
                  <a:pt x="623084" y="14634"/>
                </a:lnTo>
                <a:lnTo>
                  <a:pt x="623089" y="14730"/>
                </a:lnTo>
                <a:lnTo>
                  <a:pt x="623093" y="14827"/>
                </a:lnTo>
                <a:lnTo>
                  <a:pt x="623096" y="14927"/>
                </a:lnTo>
                <a:lnTo>
                  <a:pt x="623098" y="15028"/>
                </a:lnTo>
                <a:lnTo>
                  <a:pt x="623100" y="15131"/>
                </a:lnTo>
                <a:lnTo>
                  <a:pt x="623101" y="15235"/>
                </a:lnTo>
                <a:lnTo>
                  <a:pt x="623101" y="15342"/>
                </a:lnTo>
                <a:lnTo>
                  <a:pt x="623101" y="24149"/>
                </a:lnTo>
                <a:lnTo>
                  <a:pt x="623101" y="24160"/>
                </a:lnTo>
                <a:lnTo>
                  <a:pt x="623102" y="24171"/>
                </a:lnTo>
                <a:lnTo>
                  <a:pt x="623102" y="24182"/>
                </a:lnTo>
                <a:lnTo>
                  <a:pt x="623103" y="24193"/>
                </a:lnTo>
                <a:lnTo>
                  <a:pt x="623104" y="24203"/>
                </a:lnTo>
                <a:lnTo>
                  <a:pt x="623105" y="24213"/>
                </a:lnTo>
                <a:lnTo>
                  <a:pt x="623107" y="24224"/>
                </a:lnTo>
                <a:lnTo>
                  <a:pt x="623109" y="24234"/>
                </a:lnTo>
                <a:lnTo>
                  <a:pt x="623111" y="24244"/>
                </a:lnTo>
                <a:lnTo>
                  <a:pt x="623113" y="24253"/>
                </a:lnTo>
                <a:lnTo>
                  <a:pt x="623115" y="24263"/>
                </a:lnTo>
                <a:lnTo>
                  <a:pt x="623118" y="24272"/>
                </a:lnTo>
                <a:lnTo>
                  <a:pt x="623121" y="24282"/>
                </a:lnTo>
                <a:lnTo>
                  <a:pt x="623124" y="24291"/>
                </a:lnTo>
                <a:lnTo>
                  <a:pt x="623127" y="24300"/>
                </a:lnTo>
                <a:lnTo>
                  <a:pt x="623131" y="24309"/>
                </a:lnTo>
                <a:lnTo>
                  <a:pt x="623135" y="24318"/>
                </a:lnTo>
                <a:lnTo>
                  <a:pt x="623139" y="24326"/>
                </a:lnTo>
                <a:lnTo>
                  <a:pt x="623143" y="24335"/>
                </a:lnTo>
                <a:lnTo>
                  <a:pt x="623148" y="24343"/>
                </a:lnTo>
                <a:lnTo>
                  <a:pt x="623152" y="24351"/>
                </a:lnTo>
                <a:lnTo>
                  <a:pt x="623157" y="24359"/>
                </a:lnTo>
                <a:lnTo>
                  <a:pt x="623163" y="24367"/>
                </a:lnTo>
                <a:lnTo>
                  <a:pt x="623168" y="24375"/>
                </a:lnTo>
                <a:lnTo>
                  <a:pt x="623174" y="24382"/>
                </a:lnTo>
                <a:lnTo>
                  <a:pt x="623180" y="24390"/>
                </a:lnTo>
                <a:lnTo>
                  <a:pt x="623186" y="24397"/>
                </a:lnTo>
                <a:lnTo>
                  <a:pt x="623193" y="24405"/>
                </a:lnTo>
                <a:lnTo>
                  <a:pt x="623200" y="24412"/>
                </a:lnTo>
                <a:lnTo>
                  <a:pt x="623207" y="24419"/>
                </a:lnTo>
                <a:lnTo>
                  <a:pt x="623214" y="24426"/>
                </a:lnTo>
                <a:lnTo>
                  <a:pt x="623222" y="24433"/>
                </a:lnTo>
                <a:lnTo>
                  <a:pt x="623230" y="24440"/>
                </a:lnTo>
                <a:lnTo>
                  <a:pt x="623238" y="24447"/>
                </a:lnTo>
                <a:lnTo>
                  <a:pt x="623247" y="24454"/>
                </a:lnTo>
                <a:lnTo>
                  <a:pt x="623256" y="24460"/>
                </a:lnTo>
                <a:lnTo>
                  <a:pt x="623265" y="24467"/>
                </a:lnTo>
                <a:lnTo>
                  <a:pt x="623275" y="24473"/>
                </a:lnTo>
                <a:lnTo>
                  <a:pt x="623284" y="24480"/>
                </a:lnTo>
                <a:lnTo>
                  <a:pt x="623294" y="24486"/>
                </a:lnTo>
                <a:lnTo>
                  <a:pt x="623305" y="24492"/>
                </a:lnTo>
                <a:lnTo>
                  <a:pt x="623315" y="24499"/>
                </a:lnTo>
                <a:lnTo>
                  <a:pt x="623326" y="24505"/>
                </a:lnTo>
                <a:lnTo>
                  <a:pt x="623338" y="24511"/>
                </a:lnTo>
                <a:lnTo>
                  <a:pt x="623349" y="24516"/>
                </a:lnTo>
                <a:lnTo>
                  <a:pt x="623361" y="24522"/>
                </a:lnTo>
                <a:lnTo>
                  <a:pt x="623373" y="24528"/>
                </a:lnTo>
                <a:lnTo>
                  <a:pt x="623385" y="24534"/>
                </a:lnTo>
                <a:lnTo>
                  <a:pt x="623398" y="24539"/>
                </a:lnTo>
                <a:lnTo>
                  <a:pt x="623411" y="24544"/>
                </a:lnTo>
                <a:lnTo>
                  <a:pt x="623425" y="24550"/>
                </a:lnTo>
                <a:lnTo>
                  <a:pt x="623439" y="24555"/>
                </a:lnTo>
                <a:lnTo>
                  <a:pt x="623453" y="24560"/>
                </a:lnTo>
                <a:lnTo>
                  <a:pt x="623468" y="24565"/>
                </a:lnTo>
                <a:lnTo>
                  <a:pt x="623483" y="24570"/>
                </a:lnTo>
                <a:lnTo>
                  <a:pt x="623499" y="24574"/>
                </a:lnTo>
                <a:lnTo>
                  <a:pt x="623515" y="24579"/>
                </a:lnTo>
                <a:lnTo>
                  <a:pt x="623531" y="24583"/>
                </a:lnTo>
                <a:lnTo>
                  <a:pt x="623548" y="24588"/>
                </a:lnTo>
                <a:lnTo>
                  <a:pt x="623565" y="24592"/>
                </a:lnTo>
                <a:lnTo>
                  <a:pt x="623583" y="24596"/>
                </a:lnTo>
                <a:lnTo>
                  <a:pt x="623601" y="24600"/>
                </a:lnTo>
                <a:lnTo>
                  <a:pt x="623619" y="24604"/>
                </a:lnTo>
                <a:lnTo>
                  <a:pt x="623638" y="24608"/>
                </a:lnTo>
                <a:lnTo>
                  <a:pt x="623657" y="24611"/>
                </a:lnTo>
                <a:lnTo>
                  <a:pt x="623677" y="24615"/>
                </a:lnTo>
                <a:lnTo>
                  <a:pt x="623697" y="24618"/>
                </a:lnTo>
                <a:lnTo>
                  <a:pt x="623717" y="24622"/>
                </a:lnTo>
                <a:lnTo>
                  <a:pt x="623738" y="24625"/>
                </a:lnTo>
                <a:lnTo>
                  <a:pt x="623759" y="24628"/>
                </a:lnTo>
                <a:lnTo>
                  <a:pt x="623781" y="24631"/>
                </a:lnTo>
                <a:lnTo>
                  <a:pt x="623803" y="24634"/>
                </a:lnTo>
                <a:lnTo>
                  <a:pt x="623826" y="24637"/>
                </a:lnTo>
                <a:lnTo>
                  <a:pt x="623849" y="24639"/>
                </a:lnTo>
                <a:lnTo>
                  <a:pt x="623872" y="24642"/>
                </a:lnTo>
                <a:lnTo>
                  <a:pt x="623896" y="24644"/>
                </a:lnTo>
                <a:lnTo>
                  <a:pt x="623921" y="24646"/>
                </a:lnTo>
                <a:lnTo>
                  <a:pt x="623946" y="24648"/>
                </a:lnTo>
                <a:lnTo>
                  <a:pt x="623972" y="24650"/>
                </a:lnTo>
                <a:lnTo>
                  <a:pt x="623998" y="24652"/>
                </a:lnTo>
                <a:lnTo>
                  <a:pt x="624025" y="24654"/>
                </a:lnTo>
                <a:lnTo>
                  <a:pt x="624052" y="24656"/>
                </a:lnTo>
                <a:lnTo>
                  <a:pt x="624080" y="24657"/>
                </a:lnTo>
                <a:lnTo>
                  <a:pt x="624108" y="24659"/>
                </a:lnTo>
                <a:lnTo>
                  <a:pt x="624137" y="24660"/>
                </a:lnTo>
                <a:lnTo>
                  <a:pt x="624166" y="24661"/>
                </a:lnTo>
                <a:lnTo>
                  <a:pt x="624196" y="24663"/>
                </a:lnTo>
                <a:lnTo>
                  <a:pt x="624227" y="24664"/>
                </a:lnTo>
                <a:lnTo>
                  <a:pt x="624257" y="24664"/>
                </a:lnTo>
                <a:lnTo>
                  <a:pt x="624289" y="24665"/>
                </a:lnTo>
                <a:lnTo>
                  <a:pt x="624321" y="24666"/>
                </a:lnTo>
                <a:lnTo>
                  <a:pt x="624353" y="24666"/>
                </a:lnTo>
                <a:lnTo>
                  <a:pt x="624386" y="24667"/>
                </a:lnTo>
                <a:lnTo>
                  <a:pt x="624420" y="24667"/>
                </a:lnTo>
                <a:lnTo>
                  <a:pt x="624454" y="24667"/>
                </a:lnTo>
                <a:lnTo>
                  <a:pt x="624488" y="24667"/>
                </a:lnTo>
                <a:lnTo>
                  <a:pt x="624522" y="24667"/>
                </a:lnTo>
                <a:lnTo>
                  <a:pt x="624554" y="24667"/>
                </a:lnTo>
                <a:lnTo>
                  <a:pt x="624587" y="24667"/>
                </a:lnTo>
                <a:lnTo>
                  <a:pt x="624618" y="24666"/>
                </a:lnTo>
                <a:lnTo>
                  <a:pt x="624650" y="24666"/>
                </a:lnTo>
                <a:lnTo>
                  <a:pt x="624681" y="24665"/>
                </a:lnTo>
                <a:lnTo>
                  <a:pt x="624711" y="24664"/>
                </a:lnTo>
                <a:lnTo>
                  <a:pt x="624741" y="24664"/>
                </a:lnTo>
                <a:lnTo>
                  <a:pt x="624770" y="24663"/>
                </a:lnTo>
                <a:lnTo>
                  <a:pt x="624799" y="24661"/>
                </a:lnTo>
                <a:lnTo>
                  <a:pt x="624828" y="24660"/>
                </a:lnTo>
                <a:lnTo>
                  <a:pt x="624856" y="24659"/>
                </a:lnTo>
                <a:lnTo>
                  <a:pt x="624884" y="24657"/>
                </a:lnTo>
                <a:lnTo>
                  <a:pt x="624911" y="24656"/>
                </a:lnTo>
                <a:lnTo>
                  <a:pt x="624938" y="24654"/>
                </a:lnTo>
                <a:lnTo>
                  <a:pt x="624964" y="24652"/>
                </a:lnTo>
                <a:lnTo>
                  <a:pt x="624989" y="24650"/>
                </a:lnTo>
                <a:lnTo>
                  <a:pt x="625015" y="24648"/>
                </a:lnTo>
                <a:lnTo>
                  <a:pt x="625040" y="24646"/>
                </a:lnTo>
                <a:lnTo>
                  <a:pt x="625064" y="24644"/>
                </a:lnTo>
                <a:lnTo>
                  <a:pt x="625088" y="24642"/>
                </a:lnTo>
                <a:lnTo>
                  <a:pt x="625111" y="24639"/>
                </a:lnTo>
                <a:lnTo>
                  <a:pt x="625134" y="24637"/>
                </a:lnTo>
                <a:lnTo>
                  <a:pt x="625157" y="24634"/>
                </a:lnTo>
                <a:lnTo>
                  <a:pt x="625179" y="24631"/>
                </a:lnTo>
                <a:lnTo>
                  <a:pt x="625201" y="24628"/>
                </a:lnTo>
                <a:lnTo>
                  <a:pt x="625222" y="24625"/>
                </a:lnTo>
                <a:lnTo>
                  <a:pt x="625243" y="24622"/>
                </a:lnTo>
                <a:lnTo>
                  <a:pt x="625263" y="24618"/>
                </a:lnTo>
                <a:lnTo>
                  <a:pt x="625283" y="24615"/>
                </a:lnTo>
                <a:lnTo>
                  <a:pt x="625303" y="24611"/>
                </a:lnTo>
                <a:lnTo>
                  <a:pt x="625322" y="24608"/>
                </a:lnTo>
                <a:lnTo>
                  <a:pt x="625341" y="24604"/>
                </a:lnTo>
                <a:lnTo>
                  <a:pt x="625359" y="24600"/>
                </a:lnTo>
                <a:lnTo>
                  <a:pt x="625377" y="24596"/>
                </a:lnTo>
                <a:lnTo>
                  <a:pt x="625395" y="24592"/>
                </a:lnTo>
                <a:lnTo>
                  <a:pt x="625412" y="24588"/>
                </a:lnTo>
                <a:lnTo>
                  <a:pt x="625429" y="24583"/>
                </a:lnTo>
                <a:lnTo>
                  <a:pt x="625445" y="24579"/>
                </a:lnTo>
                <a:lnTo>
                  <a:pt x="625461" y="24574"/>
                </a:lnTo>
                <a:lnTo>
                  <a:pt x="625477" y="24570"/>
                </a:lnTo>
                <a:lnTo>
                  <a:pt x="625492" y="24565"/>
                </a:lnTo>
                <a:lnTo>
                  <a:pt x="625507" y="24560"/>
                </a:lnTo>
                <a:lnTo>
                  <a:pt x="625521" y="24555"/>
                </a:lnTo>
                <a:lnTo>
                  <a:pt x="625535" y="24550"/>
                </a:lnTo>
                <a:lnTo>
                  <a:pt x="625549" y="24544"/>
                </a:lnTo>
                <a:lnTo>
                  <a:pt x="625562" y="24539"/>
                </a:lnTo>
                <a:lnTo>
                  <a:pt x="625575" y="24534"/>
                </a:lnTo>
                <a:lnTo>
                  <a:pt x="625587" y="24528"/>
                </a:lnTo>
                <a:lnTo>
                  <a:pt x="625599" y="24522"/>
                </a:lnTo>
                <a:lnTo>
                  <a:pt x="625611" y="24516"/>
                </a:lnTo>
                <a:lnTo>
                  <a:pt x="625622" y="24511"/>
                </a:lnTo>
                <a:lnTo>
                  <a:pt x="625634" y="24505"/>
                </a:lnTo>
                <a:lnTo>
                  <a:pt x="625645" y="24499"/>
                </a:lnTo>
                <a:lnTo>
                  <a:pt x="625655" y="24492"/>
                </a:lnTo>
                <a:lnTo>
                  <a:pt x="625666" y="24486"/>
                </a:lnTo>
                <a:lnTo>
                  <a:pt x="625676" y="24480"/>
                </a:lnTo>
                <a:lnTo>
                  <a:pt x="625685" y="24473"/>
                </a:lnTo>
                <a:lnTo>
                  <a:pt x="625695" y="24467"/>
                </a:lnTo>
                <a:lnTo>
                  <a:pt x="625704" y="24460"/>
                </a:lnTo>
                <a:lnTo>
                  <a:pt x="625713" y="24454"/>
                </a:lnTo>
                <a:lnTo>
                  <a:pt x="625722" y="24447"/>
                </a:lnTo>
                <a:lnTo>
                  <a:pt x="625730" y="24440"/>
                </a:lnTo>
                <a:lnTo>
                  <a:pt x="625738" y="24433"/>
                </a:lnTo>
                <a:lnTo>
                  <a:pt x="625746" y="24426"/>
                </a:lnTo>
                <a:lnTo>
                  <a:pt x="625753" y="24419"/>
                </a:lnTo>
                <a:lnTo>
                  <a:pt x="625760" y="24412"/>
                </a:lnTo>
                <a:lnTo>
                  <a:pt x="625767" y="24405"/>
                </a:lnTo>
                <a:lnTo>
                  <a:pt x="625774" y="24397"/>
                </a:lnTo>
                <a:lnTo>
                  <a:pt x="625780" y="24390"/>
                </a:lnTo>
                <a:lnTo>
                  <a:pt x="625786" y="24382"/>
                </a:lnTo>
                <a:lnTo>
                  <a:pt x="625792" y="24375"/>
                </a:lnTo>
                <a:lnTo>
                  <a:pt x="625797" y="24367"/>
                </a:lnTo>
                <a:lnTo>
                  <a:pt x="625803" y="24359"/>
                </a:lnTo>
                <a:lnTo>
                  <a:pt x="625808" y="24351"/>
                </a:lnTo>
                <a:lnTo>
                  <a:pt x="625812" y="24343"/>
                </a:lnTo>
                <a:lnTo>
                  <a:pt x="625817" y="24335"/>
                </a:lnTo>
                <a:lnTo>
                  <a:pt x="625821" y="24326"/>
                </a:lnTo>
                <a:lnTo>
                  <a:pt x="625825" y="24318"/>
                </a:lnTo>
                <a:lnTo>
                  <a:pt x="625829" y="24309"/>
                </a:lnTo>
                <a:lnTo>
                  <a:pt x="625833" y="24300"/>
                </a:lnTo>
                <a:lnTo>
                  <a:pt x="625836" y="24291"/>
                </a:lnTo>
                <a:lnTo>
                  <a:pt x="625839" y="24282"/>
                </a:lnTo>
                <a:lnTo>
                  <a:pt x="625842" y="24272"/>
                </a:lnTo>
                <a:lnTo>
                  <a:pt x="625845" y="24263"/>
                </a:lnTo>
                <a:lnTo>
                  <a:pt x="625847" y="24253"/>
                </a:lnTo>
                <a:lnTo>
                  <a:pt x="625849" y="24244"/>
                </a:lnTo>
                <a:lnTo>
                  <a:pt x="625851" y="24234"/>
                </a:lnTo>
                <a:lnTo>
                  <a:pt x="625853" y="24224"/>
                </a:lnTo>
                <a:lnTo>
                  <a:pt x="625855" y="24213"/>
                </a:lnTo>
                <a:lnTo>
                  <a:pt x="625856" y="24203"/>
                </a:lnTo>
                <a:lnTo>
                  <a:pt x="625857" y="24193"/>
                </a:lnTo>
                <a:lnTo>
                  <a:pt x="625858" y="24182"/>
                </a:lnTo>
                <a:lnTo>
                  <a:pt x="625858" y="24171"/>
                </a:lnTo>
                <a:lnTo>
                  <a:pt x="625859" y="24160"/>
                </a:lnTo>
                <a:lnTo>
                  <a:pt x="625859" y="24149"/>
                </a:lnTo>
                <a:lnTo>
                  <a:pt x="625859" y="14991"/>
                </a:lnTo>
                <a:lnTo>
                  <a:pt x="625858" y="14857"/>
                </a:lnTo>
                <a:lnTo>
                  <a:pt x="625857" y="14724"/>
                </a:lnTo>
                <a:lnTo>
                  <a:pt x="625854" y="14593"/>
                </a:lnTo>
                <a:lnTo>
                  <a:pt x="625851" y="14464"/>
                </a:lnTo>
                <a:lnTo>
                  <a:pt x="625847" y="14336"/>
                </a:lnTo>
                <a:close/>
                <a:moveTo>
                  <a:pt x="734597" y="1834"/>
                </a:moveTo>
                <a:lnTo>
                  <a:pt x="734595" y="1824"/>
                </a:lnTo>
                <a:lnTo>
                  <a:pt x="734594" y="1814"/>
                </a:lnTo>
                <a:lnTo>
                  <a:pt x="734592" y="1805"/>
                </a:lnTo>
                <a:lnTo>
                  <a:pt x="734590" y="1795"/>
                </a:lnTo>
                <a:lnTo>
                  <a:pt x="734588" y="1786"/>
                </a:lnTo>
                <a:lnTo>
                  <a:pt x="734586" y="1776"/>
                </a:lnTo>
                <a:lnTo>
                  <a:pt x="734583" y="1767"/>
                </a:lnTo>
                <a:lnTo>
                  <a:pt x="734580" y="1757"/>
                </a:lnTo>
                <a:lnTo>
                  <a:pt x="734577" y="1748"/>
                </a:lnTo>
                <a:lnTo>
                  <a:pt x="734573" y="1739"/>
                </a:lnTo>
                <a:lnTo>
                  <a:pt x="734569" y="1729"/>
                </a:lnTo>
                <a:lnTo>
                  <a:pt x="734565" y="1720"/>
                </a:lnTo>
                <a:lnTo>
                  <a:pt x="734561" y="1711"/>
                </a:lnTo>
                <a:lnTo>
                  <a:pt x="734556" y="1702"/>
                </a:lnTo>
                <a:lnTo>
                  <a:pt x="734552" y="1692"/>
                </a:lnTo>
                <a:lnTo>
                  <a:pt x="734546" y="1683"/>
                </a:lnTo>
                <a:lnTo>
                  <a:pt x="734541" y="1674"/>
                </a:lnTo>
                <a:lnTo>
                  <a:pt x="734535" y="1665"/>
                </a:lnTo>
                <a:lnTo>
                  <a:pt x="734530" y="1656"/>
                </a:lnTo>
                <a:lnTo>
                  <a:pt x="734523" y="1647"/>
                </a:lnTo>
                <a:lnTo>
                  <a:pt x="734517" y="1638"/>
                </a:lnTo>
                <a:lnTo>
                  <a:pt x="734510" y="1629"/>
                </a:lnTo>
                <a:lnTo>
                  <a:pt x="734503" y="1620"/>
                </a:lnTo>
                <a:lnTo>
                  <a:pt x="734496" y="1612"/>
                </a:lnTo>
                <a:lnTo>
                  <a:pt x="734489" y="1603"/>
                </a:lnTo>
                <a:lnTo>
                  <a:pt x="734481" y="1595"/>
                </a:lnTo>
                <a:lnTo>
                  <a:pt x="734473" y="1587"/>
                </a:lnTo>
                <a:lnTo>
                  <a:pt x="734465" y="1580"/>
                </a:lnTo>
                <a:lnTo>
                  <a:pt x="734456" y="1572"/>
                </a:lnTo>
                <a:lnTo>
                  <a:pt x="734448" y="1565"/>
                </a:lnTo>
                <a:lnTo>
                  <a:pt x="734439" y="1557"/>
                </a:lnTo>
                <a:lnTo>
                  <a:pt x="734429" y="1550"/>
                </a:lnTo>
                <a:lnTo>
                  <a:pt x="734420" y="1543"/>
                </a:lnTo>
                <a:lnTo>
                  <a:pt x="734410" y="1537"/>
                </a:lnTo>
                <a:lnTo>
                  <a:pt x="734400" y="1530"/>
                </a:lnTo>
                <a:lnTo>
                  <a:pt x="734390" y="1524"/>
                </a:lnTo>
                <a:lnTo>
                  <a:pt x="734379" y="1517"/>
                </a:lnTo>
                <a:lnTo>
                  <a:pt x="734368" y="1511"/>
                </a:lnTo>
                <a:lnTo>
                  <a:pt x="734357" y="1506"/>
                </a:lnTo>
                <a:lnTo>
                  <a:pt x="734346" y="1500"/>
                </a:lnTo>
                <a:lnTo>
                  <a:pt x="734334" y="1494"/>
                </a:lnTo>
                <a:lnTo>
                  <a:pt x="734322" y="1489"/>
                </a:lnTo>
                <a:lnTo>
                  <a:pt x="734310" y="1484"/>
                </a:lnTo>
                <a:lnTo>
                  <a:pt x="734298" y="1479"/>
                </a:lnTo>
                <a:lnTo>
                  <a:pt x="734285" y="1474"/>
                </a:lnTo>
                <a:lnTo>
                  <a:pt x="734272" y="1469"/>
                </a:lnTo>
                <a:lnTo>
                  <a:pt x="734258" y="1465"/>
                </a:lnTo>
                <a:lnTo>
                  <a:pt x="734244" y="1460"/>
                </a:lnTo>
                <a:lnTo>
                  <a:pt x="734230" y="1455"/>
                </a:lnTo>
                <a:lnTo>
                  <a:pt x="734215" y="1451"/>
                </a:lnTo>
                <a:lnTo>
                  <a:pt x="734200" y="1446"/>
                </a:lnTo>
                <a:lnTo>
                  <a:pt x="734185" y="1442"/>
                </a:lnTo>
                <a:lnTo>
                  <a:pt x="734169" y="1438"/>
                </a:lnTo>
                <a:lnTo>
                  <a:pt x="734152" y="1433"/>
                </a:lnTo>
                <a:lnTo>
                  <a:pt x="734135" y="1429"/>
                </a:lnTo>
                <a:lnTo>
                  <a:pt x="734118" y="1425"/>
                </a:lnTo>
                <a:lnTo>
                  <a:pt x="734101" y="1421"/>
                </a:lnTo>
                <a:lnTo>
                  <a:pt x="734083" y="1416"/>
                </a:lnTo>
                <a:lnTo>
                  <a:pt x="734064" y="1412"/>
                </a:lnTo>
                <a:lnTo>
                  <a:pt x="734045" y="1408"/>
                </a:lnTo>
                <a:lnTo>
                  <a:pt x="734026" y="1405"/>
                </a:lnTo>
                <a:lnTo>
                  <a:pt x="734006" y="1401"/>
                </a:lnTo>
                <a:lnTo>
                  <a:pt x="733986" y="1397"/>
                </a:lnTo>
                <a:lnTo>
                  <a:pt x="733966" y="1393"/>
                </a:lnTo>
                <a:lnTo>
                  <a:pt x="733945" y="1389"/>
                </a:lnTo>
                <a:lnTo>
                  <a:pt x="733924" y="1386"/>
                </a:lnTo>
                <a:lnTo>
                  <a:pt x="733902" y="1382"/>
                </a:lnTo>
                <a:lnTo>
                  <a:pt x="733880" y="1379"/>
                </a:lnTo>
                <a:lnTo>
                  <a:pt x="733857" y="1375"/>
                </a:lnTo>
                <a:lnTo>
                  <a:pt x="733834" y="1372"/>
                </a:lnTo>
                <a:lnTo>
                  <a:pt x="733811" y="1369"/>
                </a:lnTo>
                <a:lnTo>
                  <a:pt x="733787" y="1366"/>
                </a:lnTo>
                <a:lnTo>
                  <a:pt x="733762" y="1363"/>
                </a:lnTo>
                <a:lnTo>
                  <a:pt x="733737" y="1360"/>
                </a:lnTo>
                <a:lnTo>
                  <a:pt x="733711" y="1358"/>
                </a:lnTo>
                <a:lnTo>
                  <a:pt x="733685" y="1356"/>
                </a:lnTo>
                <a:lnTo>
                  <a:pt x="733658" y="1353"/>
                </a:lnTo>
                <a:lnTo>
                  <a:pt x="733631" y="1351"/>
                </a:lnTo>
                <a:lnTo>
                  <a:pt x="733603" y="1349"/>
                </a:lnTo>
                <a:lnTo>
                  <a:pt x="733575" y="1347"/>
                </a:lnTo>
                <a:lnTo>
                  <a:pt x="733546" y="1346"/>
                </a:lnTo>
                <a:lnTo>
                  <a:pt x="733517" y="1344"/>
                </a:lnTo>
                <a:lnTo>
                  <a:pt x="733487" y="1343"/>
                </a:lnTo>
                <a:lnTo>
                  <a:pt x="733457" y="1342"/>
                </a:lnTo>
                <a:lnTo>
                  <a:pt x="733426" y="1341"/>
                </a:lnTo>
                <a:lnTo>
                  <a:pt x="733394" y="1340"/>
                </a:lnTo>
                <a:lnTo>
                  <a:pt x="733362" y="1339"/>
                </a:lnTo>
                <a:lnTo>
                  <a:pt x="733330" y="1338"/>
                </a:lnTo>
                <a:lnTo>
                  <a:pt x="733297" y="1338"/>
                </a:lnTo>
                <a:lnTo>
                  <a:pt x="733263" y="1337"/>
                </a:lnTo>
                <a:lnTo>
                  <a:pt x="733229" y="1337"/>
                </a:lnTo>
                <a:lnTo>
                  <a:pt x="733195" y="1337"/>
                </a:lnTo>
                <a:lnTo>
                  <a:pt x="733162" y="1337"/>
                </a:lnTo>
                <a:lnTo>
                  <a:pt x="733129" y="1337"/>
                </a:lnTo>
                <a:lnTo>
                  <a:pt x="733097" y="1338"/>
                </a:lnTo>
                <a:lnTo>
                  <a:pt x="733065" y="1338"/>
                </a:lnTo>
                <a:lnTo>
                  <a:pt x="733034" y="1339"/>
                </a:lnTo>
                <a:lnTo>
                  <a:pt x="733003" y="1340"/>
                </a:lnTo>
                <a:lnTo>
                  <a:pt x="732973" y="1341"/>
                </a:lnTo>
                <a:lnTo>
                  <a:pt x="732943" y="1342"/>
                </a:lnTo>
                <a:lnTo>
                  <a:pt x="732914" y="1343"/>
                </a:lnTo>
                <a:lnTo>
                  <a:pt x="732885" y="1344"/>
                </a:lnTo>
                <a:lnTo>
                  <a:pt x="732857" y="1346"/>
                </a:lnTo>
                <a:lnTo>
                  <a:pt x="732829" y="1347"/>
                </a:lnTo>
                <a:lnTo>
                  <a:pt x="732802" y="1349"/>
                </a:lnTo>
                <a:lnTo>
                  <a:pt x="732775" y="1351"/>
                </a:lnTo>
                <a:lnTo>
                  <a:pt x="732749" y="1353"/>
                </a:lnTo>
                <a:lnTo>
                  <a:pt x="732723" y="1356"/>
                </a:lnTo>
                <a:lnTo>
                  <a:pt x="732698" y="1358"/>
                </a:lnTo>
                <a:lnTo>
                  <a:pt x="732673" y="1360"/>
                </a:lnTo>
                <a:lnTo>
                  <a:pt x="732649" y="1363"/>
                </a:lnTo>
                <a:lnTo>
                  <a:pt x="732625" y="1366"/>
                </a:lnTo>
                <a:lnTo>
                  <a:pt x="732602" y="1369"/>
                </a:lnTo>
                <a:lnTo>
                  <a:pt x="732579" y="1372"/>
                </a:lnTo>
                <a:lnTo>
                  <a:pt x="732557" y="1375"/>
                </a:lnTo>
                <a:lnTo>
                  <a:pt x="732535" y="1379"/>
                </a:lnTo>
                <a:lnTo>
                  <a:pt x="732513" y="1382"/>
                </a:lnTo>
                <a:lnTo>
                  <a:pt x="732492" y="1386"/>
                </a:lnTo>
                <a:lnTo>
                  <a:pt x="732471" y="1389"/>
                </a:lnTo>
                <a:lnTo>
                  <a:pt x="732451" y="1393"/>
                </a:lnTo>
                <a:lnTo>
                  <a:pt x="732431" y="1397"/>
                </a:lnTo>
                <a:lnTo>
                  <a:pt x="732411" y="1401"/>
                </a:lnTo>
                <a:lnTo>
                  <a:pt x="732391" y="1405"/>
                </a:lnTo>
                <a:lnTo>
                  <a:pt x="732372" y="1409"/>
                </a:lnTo>
                <a:lnTo>
                  <a:pt x="732353" y="1413"/>
                </a:lnTo>
                <a:lnTo>
                  <a:pt x="732335" y="1417"/>
                </a:lnTo>
                <a:lnTo>
                  <a:pt x="732317" y="1421"/>
                </a:lnTo>
                <a:lnTo>
                  <a:pt x="732299" y="1425"/>
                </a:lnTo>
                <a:lnTo>
                  <a:pt x="732281" y="1429"/>
                </a:lnTo>
                <a:lnTo>
                  <a:pt x="732264" y="1433"/>
                </a:lnTo>
                <a:lnTo>
                  <a:pt x="732247" y="1438"/>
                </a:lnTo>
                <a:lnTo>
                  <a:pt x="732230" y="1442"/>
                </a:lnTo>
                <a:lnTo>
                  <a:pt x="732214" y="1447"/>
                </a:lnTo>
                <a:lnTo>
                  <a:pt x="732198" y="1451"/>
                </a:lnTo>
                <a:lnTo>
                  <a:pt x="732182" y="1456"/>
                </a:lnTo>
                <a:lnTo>
                  <a:pt x="732167" y="1460"/>
                </a:lnTo>
                <a:lnTo>
                  <a:pt x="732152" y="1465"/>
                </a:lnTo>
                <a:lnTo>
                  <a:pt x="732137" y="1470"/>
                </a:lnTo>
                <a:lnTo>
                  <a:pt x="732123" y="1475"/>
                </a:lnTo>
                <a:lnTo>
                  <a:pt x="732109" y="1480"/>
                </a:lnTo>
                <a:lnTo>
                  <a:pt x="732095" y="1485"/>
                </a:lnTo>
                <a:lnTo>
                  <a:pt x="732081" y="1490"/>
                </a:lnTo>
                <a:lnTo>
                  <a:pt x="732068" y="1495"/>
                </a:lnTo>
                <a:lnTo>
                  <a:pt x="732056" y="1500"/>
                </a:lnTo>
                <a:lnTo>
                  <a:pt x="732044" y="1506"/>
                </a:lnTo>
                <a:lnTo>
                  <a:pt x="732032" y="1512"/>
                </a:lnTo>
                <a:lnTo>
                  <a:pt x="732020" y="1518"/>
                </a:lnTo>
                <a:lnTo>
                  <a:pt x="732009" y="1524"/>
                </a:lnTo>
                <a:lnTo>
                  <a:pt x="731998" y="1531"/>
                </a:lnTo>
                <a:lnTo>
                  <a:pt x="731988" y="1537"/>
                </a:lnTo>
                <a:lnTo>
                  <a:pt x="731978" y="1544"/>
                </a:lnTo>
                <a:lnTo>
                  <a:pt x="731969" y="1551"/>
                </a:lnTo>
                <a:lnTo>
                  <a:pt x="731959" y="1558"/>
                </a:lnTo>
                <a:lnTo>
                  <a:pt x="731951" y="1565"/>
                </a:lnTo>
                <a:lnTo>
                  <a:pt x="731942" y="1572"/>
                </a:lnTo>
                <a:lnTo>
                  <a:pt x="731934" y="1580"/>
                </a:lnTo>
                <a:lnTo>
                  <a:pt x="731926" y="1588"/>
                </a:lnTo>
                <a:lnTo>
                  <a:pt x="731919" y="1596"/>
                </a:lnTo>
                <a:lnTo>
                  <a:pt x="731912" y="1604"/>
                </a:lnTo>
                <a:lnTo>
                  <a:pt x="731905" y="1612"/>
                </a:lnTo>
                <a:lnTo>
                  <a:pt x="731899" y="1621"/>
                </a:lnTo>
                <a:lnTo>
                  <a:pt x="731893" y="1629"/>
                </a:lnTo>
                <a:lnTo>
                  <a:pt x="731888" y="1638"/>
                </a:lnTo>
                <a:lnTo>
                  <a:pt x="731883" y="1647"/>
                </a:lnTo>
                <a:lnTo>
                  <a:pt x="731878" y="1656"/>
                </a:lnTo>
                <a:lnTo>
                  <a:pt x="731874" y="1665"/>
                </a:lnTo>
                <a:lnTo>
                  <a:pt x="731869" y="1674"/>
                </a:lnTo>
                <a:lnTo>
                  <a:pt x="731865" y="1684"/>
                </a:lnTo>
                <a:lnTo>
                  <a:pt x="731861" y="1693"/>
                </a:lnTo>
                <a:lnTo>
                  <a:pt x="731857" y="1702"/>
                </a:lnTo>
                <a:lnTo>
                  <a:pt x="731854" y="1711"/>
                </a:lnTo>
                <a:lnTo>
                  <a:pt x="731850" y="1721"/>
                </a:lnTo>
                <a:lnTo>
                  <a:pt x="731847" y="1730"/>
                </a:lnTo>
                <a:lnTo>
                  <a:pt x="731844" y="1739"/>
                </a:lnTo>
                <a:lnTo>
                  <a:pt x="731842" y="1749"/>
                </a:lnTo>
                <a:lnTo>
                  <a:pt x="731839" y="1758"/>
                </a:lnTo>
                <a:lnTo>
                  <a:pt x="731837" y="1767"/>
                </a:lnTo>
                <a:lnTo>
                  <a:pt x="731835" y="1777"/>
                </a:lnTo>
                <a:lnTo>
                  <a:pt x="731833" y="1786"/>
                </a:lnTo>
                <a:lnTo>
                  <a:pt x="731831" y="1796"/>
                </a:lnTo>
                <a:lnTo>
                  <a:pt x="731829" y="1805"/>
                </a:lnTo>
                <a:lnTo>
                  <a:pt x="731828" y="1815"/>
                </a:lnTo>
                <a:lnTo>
                  <a:pt x="731827" y="1824"/>
                </a:lnTo>
                <a:lnTo>
                  <a:pt x="731826" y="1834"/>
                </a:lnTo>
                <a:lnTo>
                  <a:pt x="731825" y="1844"/>
                </a:lnTo>
                <a:lnTo>
                  <a:pt x="731825" y="1853"/>
                </a:lnTo>
                <a:lnTo>
                  <a:pt x="731825" y="1863"/>
                </a:lnTo>
                <a:lnTo>
                  <a:pt x="731824" y="1873"/>
                </a:lnTo>
                <a:lnTo>
                  <a:pt x="731824" y="10631"/>
                </a:lnTo>
                <a:lnTo>
                  <a:pt x="731735" y="10539"/>
                </a:lnTo>
                <a:lnTo>
                  <a:pt x="731646" y="10448"/>
                </a:lnTo>
                <a:lnTo>
                  <a:pt x="731557" y="10359"/>
                </a:lnTo>
                <a:lnTo>
                  <a:pt x="731467" y="10273"/>
                </a:lnTo>
                <a:lnTo>
                  <a:pt x="731378" y="10188"/>
                </a:lnTo>
                <a:lnTo>
                  <a:pt x="731288" y="10105"/>
                </a:lnTo>
                <a:lnTo>
                  <a:pt x="731198" y="10024"/>
                </a:lnTo>
                <a:lnTo>
                  <a:pt x="731109" y="9944"/>
                </a:lnTo>
                <a:lnTo>
                  <a:pt x="731019" y="9867"/>
                </a:lnTo>
                <a:lnTo>
                  <a:pt x="730929" y="9791"/>
                </a:lnTo>
                <a:lnTo>
                  <a:pt x="730839" y="9718"/>
                </a:lnTo>
                <a:lnTo>
                  <a:pt x="730749" y="9646"/>
                </a:lnTo>
                <a:lnTo>
                  <a:pt x="730658" y="9576"/>
                </a:lnTo>
                <a:lnTo>
                  <a:pt x="730568" y="9508"/>
                </a:lnTo>
                <a:lnTo>
                  <a:pt x="730478" y="9442"/>
                </a:lnTo>
                <a:lnTo>
                  <a:pt x="730387" y="9378"/>
                </a:lnTo>
                <a:lnTo>
                  <a:pt x="730297" y="9316"/>
                </a:lnTo>
                <a:lnTo>
                  <a:pt x="730206" y="9256"/>
                </a:lnTo>
                <a:lnTo>
                  <a:pt x="730115" y="9197"/>
                </a:lnTo>
                <a:lnTo>
                  <a:pt x="730024" y="9141"/>
                </a:lnTo>
                <a:lnTo>
                  <a:pt x="729933" y="9086"/>
                </a:lnTo>
                <a:lnTo>
                  <a:pt x="729842" y="9033"/>
                </a:lnTo>
                <a:lnTo>
                  <a:pt x="729751" y="8982"/>
                </a:lnTo>
                <a:lnTo>
                  <a:pt x="729660" y="8933"/>
                </a:lnTo>
                <a:lnTo>
                  <a:pt x="729569" y="8886"/>
                </a:lnTo>
                <a:lnTo>
                  <a:pt x="729476" y="8841"/>
                </a:lnTo>
                <a:lnTo>
                  <a:pt x="729383" y="8798"/>
                </a:lnTo>
                <a:lnTo>
                  <a:pt x="729289" y="8757"/>
                </a:lnTo>
                <a:lnTo>
                  <a:pt x="729194" y="8718"/>
                </a:lnTo>
                <a:lnTo>
                  <a:pt x="729099" y="8681"/>
                </a:lnTo>
                <a:lnTo>
                  <a:pt x="729002" y="8646"/>
                </a:lnTo>
                <a:lnTo>
                  <a:pt x="728905" y="8613"/>
                </a:lnTo>
                <a:lnTo>
                  <a:pt x="728807" y="8582"/>
                </a:lnTo>
                <a:lnTo>
                  <a:pt x="728709" y="8552"/>
                </a:lnTo>
                <a:lnTo>
                  <a:pt x="728609" y="8525"/>
                </a:lnTo>
                <a:lnTo>
                  <a:pt x="728509" y="8500"/>
                </a:lnTo>
                <a:lnTo>
                  <a:pt x="728408" y="8477"/>
                </a:lnTo>
                <a:lnTo>
                  <a:pt x="728306" y="8456"/>
                </a:lnTo>
                <a:lnTo>
                  <a:pt x="728204" y="8437"/>
                </a:lnTo>
                <a:lnTo>
                  <a:pt x="728100" y="8420"/>
                </a:lnTo>
                <a:lnTo>
                  <a:pt x="727996" y="8405"/>
                </a:lnTo>
                <a:lnTo>
                  <a:pt x="727891" y="8392"/>
                </a:lnTo>
                <a:lnTo>
                  <a:pt x="727786" y="8381"/>
                </a:lnTo>
                <a:lnTo>
                  <a:pt x="727679" y="8372"/>
                </a:lnTo>
                <a:lnTo>
                  <a:pt x="727572" y="8365"/>
                </a:lnTo>
                <a:lnTo>
                  <a:pt x="727464" y="8360"/>
                </a:lnTo>
                <a:lnTo>
                  <a:pt x="727355" y="8357"/>
                </a:lnTo>
                <a:lnTo>
                  <a:pt x="727245" y="8356"/>
                </a:lnTo>
                <a:lnTo>
                  <a:pt x="727114" y="8357"/>
                </a:lnTo>
                <a:lnTo>
                  <a:pt x="726983" y="8360"/>
                </a:lnTo>
                <a:lnTo>
                  <a:pt x="726854" y="8365"/>
                </a:lnTo>
                <a:lnTo>
                  <a:pt x="726727" y="8373"/>
                </a:lnTo>
                <a:lnTo>
                  <a:pt x="726600" y="8382"/>
                </a:lnTo>
                <a:lnTo>
                  <a:pt x="726475" y="8393"/>
                </a:lnTo>
                <a:lnTo>
                  <a:pt x="726351" y="8407"/>
                </a:lnTo>
                <a:lnTo>
                  <a:pt x="726229" y="8422"/>
                </a:lnTo>
                <a:lnTo>
                  <a:pt x="726107" y="8440"/>
                </a:lnTo>
                <a:lnTo>
                  <a:pt x="725988" y="8459"/>
                </a:lnTo>
                <a:lnTo>
                  <a:pt x="725869" y="8481"/>
                </a:lnTo>
                <a:lnTo>
                  <a:pt x="725752" y="8505"/>
                </a:lnTo>
                <a:lnTo>
                  <a:pt x="725636" y="8530"/>
                </a:lnTo>
                <a:lnTo>
                  <a:pt x="725521" y="8558"/>
                </a:lnTo>
                <a:lnTo>
                  <a:pt x="725408" y="8588"/>
                </a:lnTo>
                <a:lnTo>
                  <a:pt x="725296" y="8620"/>
                </a:lnTo>
                <a:lnTo>
                  <a:pt x="725185" y="8654"/>
                </a:lnTo>
                <a:lnTo>
                  <a:pt x="725075" y="8690"/>
                </a:lnTo>
                <a:lnTo>
                  <a:pt x="724967" y="8728"/>
                </a:lnTo>
                <a:lnTo>
                  <a:pt x="724860" y="8768"/>
                </a:lnTo>
                <a:lnTo>
                  <a:pt x="724755" y="8811"/>
                </a:lnTo>
                <a:lnTo>
                  <a:pt x="724651" y="8855"/>
                </a:lnTo>
                <a:lnTo>
                  <a:pt x="724548" y="8901"/>
                </a:lnTo>
                <a:lnTo>
                  <a:pt x="724446" y="8950"/>
                </a:lnTo>
                <a:lnTo>
                  <a:pt x="724346" y="9000"/>
                </a:lnTo>
                <a:lnTo>
                  <a:pt x="724247" y="9052"/>
                </a:lnTo>
                <a:lnTo>
                  <a:pt x="724149" y="9106"/>
                </a:lnTo>
                <a:lnTo>
                  <a:pt x="724053" y="9162"/>
                </a:lnTo>
                <a:lnTo>
                  <a:pt x="723958" y="9219"/>
                </a:lnTo>
                <a:lnTo>
                  <a:pt x="723865" y="9279"/>
                </a:lnTo>
                <a:lnTo>
                  <a:pt x="723773" y="9340"/>
                </a:lnTo>
                <a:lnTo>
                  <a:pt x="723682" y="9403"/>
                </a:lnTo>
                <a:lnTo>
                  <a:pt x="723592" y="9467"/>
                </a:lnTo>
                <a:lnTo>
                  <a:pt x="723504" y="9533"/>
                </a:lnTo>
                <a:lnTo>
                  <a:pt x="723418" y="9602"/>
                </a:lnTo>
                <a:lnTo>
                  <a:pt x="723333" y="9671"/>
                </a:lnTo>
                <a:lnTo>
                  <a:pt x="723249" y="9743"/>
                </a:lnTo>
                <a:lnTo>
                  <a:pt x="723166" y="9816"/>
                </a:lnTo>
                <a:lnTo>
                  <a:pt x="723085" y="9892"/>
                </a:lnTo>
                <a:lnTo>
                  <a:pt x="723005" y="9969"/>
                </a:lnTo>
                <a:lnTo>
                  <a:pt x="722927" y="10047"/>
                </a:lnTo>
                <a:lnTo>
                  <a:pt x="722849" y="10128"/>
                </a:lnTo>
                <a:lnTo>
                  <a:pt x="722774" y="10210"/>
                </a:lnTo>
                <a:lnTo>
                  <a:pt x="722699" y="10294"/>
                </a:lnTo>
                <a:lnTo>
                  <a:pt x="722626" y="10380"/>
                </a:lnTo>
                <a:lnTo>
                  <a:pt x="722555" y="10468"/>
                </a:lnTo>
                <a:lnTo>
                  <a:pt x="722484" y="10557"/>
                </a:lnTo>
                <a:lnTo>
                  <a:pt x="722415" y="10648"/>
                </a:lnTo>
                <a:lnTo>
                  <a:pt x="722348" y="10741"/>
                </a:lnTo>
                <a:lnTo>
                  <a:pt x="722282" y="10835"/>
                </a:lnTo>
                <a:lnTo>
                  <a:pt x="722217" y="10931"/>
                </a:lnTo>
                <a:lnTo>
                  <a:pt x="722154" y="11029"/>
                </a:lnTo>
                <a:lnTo>
                  <a:pt x="722092" y="11128"/>
                </a:lnTo>
                <a:lnTo>
                  <a:pt x="722031" y="11229"/>
                </a:lnTo>
                <a:lnTo>
                  <a:pt x="721972" y="11331"/>
                </a:lnTo>
                <a:lnTo>
                  <a:pt x="721914" y="11435"/>
                </a:lnTo>
                <a:lnTo>
                  <a:pt x="721858" y="11541"/>
                </a:lnTo>
                <a:lnTo>
                  <a:pt x="721803" y="11648"/>
                </a:lnTo>
                <a:lnTo>
                  <a:pt x="721749" y="11757"/>
                </a:lnTo>
                <a:lnTo>
                  <a:pt x="721697" y="11867"/>
                </a:lnTo>
                <a:lnTo>
                  <a:pt x="721646" y="11979"/>
                </a:lnTo>
                <a:lnTo>
                  <a:pt x="721597" y="12093"/>
                </a:lnTo>
                <a:lnTo>
                  <a:pt x="721549" y="12208"/>
                </a:lnTo>
                <a:lnTo>
                  <a:pt x="721502" y="12325"/>
                </a:lnTo>
                <a:lnTo>
                  <a:pt x="721457" y="12443"/>
                </a:lnTo>
                <a:lnTo>
                  <a:pt x="721413" y="12563"/>
                </a:lnTo>
                <a:lnTo>
                  <a:pt x="721370" y="12685"/>
                </a:lnTo>
                <a:lnTo>
                  <a:pt x="721329" y="12808"/>
                </a:lnTo>
                <a:lnTo>
                  <a:pt x="721289" y="12933"/>
                </a:lnTo>
                <a:lnTo>
                  <a:pt x="721251" y="13059"/>
                </a:lnTo>
                <a:lnTo>
                  <a:pt x="721214" y="13187"/>
                </a:lnTo>
                <a:lnTo>
                  <a:pt x="721179" y="13316"/>
                </a:lnTo>
                <a:lnTo>
                  <a:pt x="721145" y="13447"/>
                </a:lnTo>
                <a:lnTo>
                  <a:pt x="721112" y="13580"/>
                </a:lnTo>
                <a:lnTo>
                  <a:pt x="721081" y="13713"/>
                </a:lnTo>
                <a:lnTo>
                  <a:pt x="721051" y="13848"/>
                </a:lnTo>
                <a:lnTo>
                  <a:pt x="721023" y="13985"/>
                </a:lnTo>
                <a:lnTo>
                  <a:pt x="720996" y="14122"/>
                </a:lnTo>
                <a:lnTo>
                  <a:pt x="720971" y="14261"/>
                </a:lnTo>
                <a:lnTo>
                  <a:pt x="720947" y="14401"/>
                </a:lnTo>
                <a:lnTo>
                  <a:pt x="720924" y="14542"/>
                </a:lnTo>
                <a:lnTo>
                  <a:pt x="720903" y="14685"/>
                </a:lnTo>
                <a:lnTo>
                  <a:pt x="720884" y="14829"/>
                </a:lnTo>
                <a:lnTo>
                  <a:pt x="720865" y="14975"/>
                </a:lnTo>
                <a:lnTo>
                  <a:pt x="720849" y="15121"/>
                </a:lnTo>
                <a:lnTo>
                  <a:pt x="720833" y="15269"/>
                </a:lnTo>
                <a:lnTo>
                  <a:pt x="720820" y="15419"/>
                </a:lnTo>
                <a:lnTo>
                  <a:pt x="720807" y="15569"/>
                </a:lnTo>
                <a:lnTo>
                  <a:pt x="720796" y="15721"/>
                </a:lnTo>
                <a:lnTo>
                  <a:pt x="720787" y="15874"/>
                </a:lnTo>
                <a:lnTo>
                  <a:pt x="720779" y="16029"/>
                </a:lnTo>
                <a:lnTo>
                  <a:pt x="720773" y="16185"/>
                </a:lnTo>
                <a:lnTo>
                  <a:pt x="720767" y="16342"/>
                </a:lnTo>
                <a:lnTo>
                  <a:pt x="720764" y="16500"/>
                </a:lnTo>
                <a:lnTo>
                  <a:pt x="720762" y="16660"/>
                </a:lnTo>
                <a:lnTo>
                  <a:pt x="720761" y="16821"/>
                </a:lnTo>
                <a:lnTo>
                  <a:pt x="720762" y="16957"/>
                </a:lnTo>
                <a:lnTo>
                  <a:pt x="720763" y="17093"/>
                </a:lnTo>
                <a:lnTo>
                  <a:pt x="720766" y="17228"/>
                </a:lnTo>
                <a:lnTo>
                  <a:pt x="720770" y="17363"/>
                </a:lnTo>
                <a:lnTo>
                  <a:pt x="720775" y="17497"/>
                </a:lnTo>
                <a:lnTo>
                  <a:pt x="720782" y="17631"/>
                </a:lnTo>
                <a:lnTo>
                  <a:pt x="720789" y="17764"/>
                </a:lnTo>
                <a:lnTo>
                  <a:pt x="720798" y="17896"/>
                </a:lnTo>
                <a:lnTo>
                  <a:pt x="720808" y="18028"/>
                </a:lnTo>
                <a:lnTo>
                  <a:pt x="720819" y="18160"/>
                </a:lnTo>
                <a:lnTo>
                  <a:pt x="720831" y="18291"/>
                </a:lnTo>
                <a:lnTo>
                  <a:pt x="720845" y="18421"/>
                </a:lnTo>
                <a:lnTo>
                  <a:pt x="720859" y="18551"/>
                </a:lnTo>
                <a:lnTo>
                  <a:pt x="720875" y="18680"/>
                </a:lnTo>
                <a:lnTo>
                  <a:pt x="720892" y="18808"/>
                </a:lnTo>
                <a:lnTo>
                  <a:pt x="720910" y="18937"/>
                </a:lnTo>
                <a:lnTo>
                  <a:pt x="720929" y="19064"/>
                </a:lnTo>
                <a:lnTo>
                  <a:pt x="720949" y="19191"/>
                </a:lnTo>
                <a:lnTo>
                  <a:pt x="720970" y="19317"/>
                </a:lnTo>
                <a:lnTo>
                  <a:pt x="720993" y="19443"/>
                </a:lnTo>
                <a:lnTo>
                  <a:pt x="721017" y="19569"/>
                </a:lnTo>
                <a:lnTo>
                  <a:pt x="721042" y="19693"/>
                </a:lnTo>
                <a:lnTo>
                  <a:pt x="721068" y="19818"/>
                </a:lnTo>
                <a:lnTo>
                  <a:pt x="721095" y="19941"/>
                </a:lnTo>
                <a:lnTo>
                  <a:pt x="721124" y="20064"/>
                </a:lnTo>
                <a:lnTo>
                  <a:pt x="721154" y="20185"/>
                </a:lnTo>
                <a:lnTo>
                  <a:pt x="721185" y="20305"/>
                </a:lnTo>
                <a:lnTo>
                  <a:pt x="721218" y="20424"/>
                </a:lnTo>
                <a:lnTo>
                  <a:pt x="721252" y="20541"/>
                </a:lnTo>
                <a:lnTo>
                  <a:pt x="721287" y="20657"/>
                </a:lnTo>
                <a:lnTo>
                  <a:pt x="721324" y="20772"/>
                </a:lnTo>
                <a:lnTo>
                  <a:pt x="721362" y="20885"/>
                </a:lnTo>
                <a:lnTo>
                  <a:pt x="721401" y="20997"/>
                </a:lnTo>
                <a:lnTo>
                  <a:pt x="721442" y="21108"/>
                </a:lnTo>
                <a:lnTo>
                  <a:pt x="721484" y="21217"/>
                </a:lnTo>
                <a:lnTo>
                  <a:pt x="721528" y="21325"/>
                </a:lnTo>
                <a:lnTo>
                  <a:pt x="721573" y="21432"/>
                </a:lnTo>
                <a:lnTo>
                  <a:pt x="721619" y="21537"/>
                </a:lnTo>
                <a:lnTo>
                  <a:pt x="721666" y="21641"/>
                </a:lnTo>
                <a:lnTo>
                  <a:pt x="721715" y="21744"/>
                </a:lnTo>
                <a:lnTo>
                  <a:pt x="721766" y="21845"/>
                </a:lnTo>
                <a:lnTo>
                  <a:pt x="721817" y="21946"/>
                </a:lnTo>
                <a:lnTo>
                  <a:pt x="721871" y="22044"/>
                </a:lnTo>
                <a:lnTo>
                  <a:pt x="721925" y="22142"/>
                </a:lnTo>
                <a:lnTo>
                  <a:pt x="721981" y="22238"/>
                </a:lnTo>
                <a:lnTo>
                  <a:pt x="722038" y="22332"/>
                </a:lnTo>
                <a:lnTo>
                  <a:pt x="722097" y="22426"/>
                </a:lnTo>
                <a:lnTo>
                  <a:pt x="722156" y="22518"/>
                </a:lnTo>
                <a:lnTo>
                  <a:pt x="722218" y="22608"/>
                </a:lnTo>
                <a:lnTo>
                  <a:pt x="722281" y="22697"/>
                </a:lnTo>
                <a:lnTo>
                  <a:pt x="722345" y="22784"/>
                </a:lnTo>
                <a:lnTo>
                  <a:pt x="722411" y="22870"/>
                </a:lnTo>
                <a:lnTo>
                  <a:pt x="722479" y="22955"/>
                </a:lnTo>
                <a:lnTo>
                  <a:pt x="722548" y="23037"/>
                </a:lnTo>
                <a:lnTo>
                  <a:pt x="722618" y="23118"/>
                </a:lnTo>
                <a:lnTo>
                  <a:pt x="722690" y="23198"/>
                </a:lnTo>
                <a:lnTo>
                  <a:pt x="722764" y="23276"/>
                </a:lnTo>
                <a:lnTo>
                  <a:pt x="722839" y="23352"/>
                </a:lnTo>
                <a:lnTo>
                  <a:pt x="722916" y="23427"/>
                </a:lnTo>
                <a:lnTo>
                  <a:pt x="722994" y="23500"/>
                </a:lnTo>
                <a:lnTo>
                  <a:pt x="723074" y="23572"/>
                </a:lnTo>
                <a:lnTo>
                  <a:pt x="723155" y="23642"/>
                </a:lnTo>
                <a:lnTo>
                  <a:pt x="723238" y="23711"/>
                </a:lnTo>
                <a:lnTo>
                  <a:pt x="723323" y="23778"/>
                </a:lnTo>
                <a:lnTo>
                  <a:pt x="723409" y="23843"/>
                </a:lnTo>
                <a:lnTo>
                  <a:pt x="723496" y="23907"/>
                </a:lnTo>
                <a:lnTo>
                  <a:pt x="723585" y="23969"/>
                </a:lnTo>
                <a:lnTo>
                  <a:pt x="723676" y="24030"/>
                </a:lnTo>
                <a:lnTo>
                  <a:pt x="723768" y="24089"/>
                </a:lnTo>
                <a:lnTo>
                  <a:pt x="723861" y="24147"/>
                </a:lnTo>
                <a:lnTo>
                  <a:pt x="723957" y="24203"/>
                </a:lnTo>
                <a:lnTo>
                  <a:pt x="724053" y="24257"/>
                </a:lnTo>
                <a:lnTo>
                  <a:pt x="724152" y="24310"/>
                </a:lnTo>
                <a:lnTo>
                  <a:pt x="724252" y="24360"/>
                </a:lnTo>
                <a:lnTo>
                  <a:pt x="724353" y="24408"/>
                </a:lnTo>
                <a:lnTo>
                  <a:pt x="724457" y="24454"/>
                </a:lnTo>
                <a:lnTo>
                  <a:pt x="724562" y="24498"/>
                </a:lnTo>
                <a:lnTo>
                  <a:pt x="724668" y="24539"/>
                </a:lnTo>
                <a:lnTo>
                  <a:pt x="724777" y="24578"/>
                </a:lnTo>
                <a:lnTo>
                  <a:pt x="724887" y="24615"/>
                </a:lnTo>
                <a:lnTo>
                  <a:pt x="724999" y="24650"/>
                </a:lnTo>
                <a:lnTo>
                  <a:pt x="725112" y="24682"/>
                </a:lnTo>
                <a:lnTo>
                  <a:pt x="725227" y="24712"/>
                </a:lnTo>
                <a:lnTo>
                  <a:pt x="725344" y="24740"/>
                </a:lnTo>
                <a:lnTo>
                  <a:pt x="725463" y="24766"/>
                </a:lnTo>
                <a:lnTo>
                  <a:pt x="725583" y="24789"/>
                </a:lnTo>
                <a:lnTo>
                  <a:pt x="725705" y="24811"/>
                </a:lnTo>
                <a:lnTo>
                  <a:pt x="725828" y="24830"/>
                </a:lnTo>
                <a:lnTo>
                  <a:pt x="725954" y="24846"/>
                </a:lnTo>
                <a:lnTo>
                  <a:pt x="726081" y="24861"/>
                </a:lnTo>
                <a:lnTo>
                  <a:pt x="726209" y="24873"/>
                </a:lnTo>
                <a:lnTo>
                  <a:pt x="726340" y="24883"/>
                </a:lnTo>
                <a:lnTo>
                  <a:pt x="726472" y="24891"/>
                </a:lnTo>
                <a:lnTo>
                  <a:pt x="726605" y="24897"/>
                </a:lnTo>
                <a:lnTo>
                  <a:pt x="726741" y="24900"/>
                </a:lnTo>
                <a:lnTo>
                  <a:pt x="726878" y="24901"/>
                </a:lnTo>
                <a:lnTo>
                  <a:pt x="727004" y="24900"/>
                </a:lnTo>
                <a:lnTo>
                  <a:pt x="727129" y="24896"/>
                </a:lnTo>
                <a:lnTo>
                  <a:pt x="727254" y="24890"/>
                </a:lnTo>
                <a:lnTo>
                  <a:pt x="727378" y="24881"/>
                </a:lnTo>
                <a:lnTo>
                  <a:pt x="727501" y="24870"/>
                </a:lnTo>
                <a:lnTo>
                  <a:pt x="727623" y="24856"/>
                </a:lnTo>
                <a:lnTo>
                  <a:pt x="727744" y="24840"/>
                </a:lnTo>
                <a:lnTo>
                  <a:pt x="727865" y="24821"/>
                </a:lnTo>
                <a:lnTo>
                  <a:pt x="727984" y="24800"/>
                </a:lnTo>
                <a:lnTo>
                  <a:pt x="728103" y="24776"/>
                </a:lnTo>
                <a:lnTo>
                  <a:pt x="728221" y="24750"/>
                </a:lnTo>
                <a:lnTo>
                  <a:pt x="728338" y="24721"/>
                </a:lnTo>
                <a:lnTo>
                  <a:pt x="728454" y="24690"/>
                </a:lnTo>
                <a:lnTo>
                  <a:pt x="728569" y="24656"/>
                </a:lnTo>
                <a:lnTo>
                  <a:pt x="728684" y="24620"/>
                </a:lnTo>
                <a:lnTo>
                  <a:pt x="728798" y="24582"/>
                </a:lnTo>
                <a:lnTo>
                  <a:pt x="728911" y="24540"/>
                </a:lnTo>
                <a:lnTo>
                  <a:pt x="729023" y="24497"/>
                </a:lnTo>
                <a:lnTo>
                  <a:pt x="729134" y="24450"/>
                </a:lnTo>
                <a:lnTo>
                  <a:pt x="729244" y="24402"/>
                </a:lnTo>
                <a:lnTo>
                  <a:pt x="729354" y="24351"/>
                </a:lnTo>
                <a:lnTo>
                  <a:pt x="729462" y="24297"/>
                </a:lnTo>
                <a:lnTo>
                  <a:pt x="729570" y="24241"/>
                </a:lnTo>
                <a:lnTo>
                  <a:pt x="729677" y="24182"/>
                </a:lnTo>
                <a:lnTo>
                  <a:pt x="729783" y="24121"/>
                </a:lnTo>
                <a:lnTo>
                  <a:pt x="729889" y="24058"/>
                </a:lnTo>
                <a:lnTo>
                  <a:pt x="729995" y="23993"/>
                </a:lnTo>
                <a:lnTo>
                  <a:pt x="730101" y="23926"/>
                </a:lnTo>
                <a:lnTo>
                  <a:pt x="730206" y="23858"/>
                </a:lnTo>
                <a:lnTo>
                  <a:pt x="730310" y="23787"/>
                </a:lnTo>
                <a:lnTo>
                  <a:pt x="730415" y="23714"/>
                </a:lnTo>
                <a:lnTo>
                  <a:pt x="730519" y="23639"/>
                </a:lnTo>
                <a:lnTo>
                  <a:pt x="730623" y="23562"/>
                </a:lnTo>
                <a:lnTo>
                  <a:pt x="730726" y="23484"/>
                </a:lnTo>
                <a:lnTo>
                  <a:pt x="730830" y="23403"/>
                </a:lnTo>
                <a:lnTo>
                  <a:pt x="730932" y="23320"/>
                </a:lnTo>
                <a:lnTo>
                  <a:pt x="731035" y="23236"/>
                </a:lnTo>
                <a:lnTo>
                  <a:pt x="731137" y="23149"/>
                </a:lnTo>
                <a:lnTo>
                  <a:pt x="731239" y="23060"/>
                </a:lnTo>
                <a:lnTo>
                  <a:pt x="731341" y="22970"/>
                </a:lnTo>
                <a:lnTo>
                  <a:pt x="731442" y="22877"/>
                </a:lnTo>
                <a:lnTo>
                  <a:pt x="731543" y="22783"/>
                </a:lnTo>
                <a:lnTo>
                  <a:pt x="731644" y="22686"/>
                </a:lnTo>
                <a:lnTo>
                  <a:pt x="731744" y="22588"/>
                </a:lnTo>
                <a:lnTo>
                  <a:pt x="731844" y="22488"/>
                </a:lnTo>
                <a:lnTo>
                  <a:pt x="731944" y="22385"/>
                </a:lnTo>
                <a:lnTo>
                  <a:pt x="732043" y="22281"/>
                </a:lnTo>
                <a:lnTo>
                  <a:pt x="732142" y="22174"/>
                </a:lnTo>
                <a:lnTo>
                  <a:pt x="732142" y="24152"/>
                </a:lnTo>
                <a:lnTo>
                  <a:pt x="732142" y="24163"/>
                </a:lnTo>
                <a:lnTo>
                  <a:pt x="732142" y="24174"/>
                </a:lnTo>
                <a:lnTo>
                  <a:pt x="732143" y="24185"/>
                </a:lnTo>
                <a:lnTo>
                  <a:pt x="732144" y="24196"/>
                </a:lnTo>
                <a:lnTo>
                  <a:pt x="732145" y="24206"/>
                </a:lnTo>
                <a:lnTo>
                  <a:pt x="732146" y="24217"/>
                </a:lnTo>
                <a:lnTo>
                  <a:pt x="732148" y="24227"/>
                </a:lnTo>
                <a:lnTo>
                  <a:pt x="732149" y="24237"/>
                </a:lnTo>
                <a:lnTo>
                  <a:pt x="732151" y="24247"/>
                </a:lnTo>
                <a:lnTo>
                  <a:pt x="732154" y="24257"/>
                </a:lnTo>
                <a:lnTo>
                  <a:pt x="732156" y="24267"/>
                </a:lnTo>
                <a:lnTo>
                  <a:pt x="732159" y="24277"/>
                </a:lnTo>
                <a:lnTo>
                  <a:pt x="732162" y="24286"/>
                </a:lnTo>
                <a:lnTo>
                  <a:pt x="732165" y="24296"/>
                </a:lnTo>
                <a:lnTo>
                  <a:pt x="732168" y="24305"/>
                </a:lnTo>
                <a:lnTo>
                  <a:pt x="732172" y="24315"/>
                </a:lnTo>
                <a:lnTo>
                  <a:pt x="732176" y="24324"/>
                </a:lnTo>
                <a:lnTo>
                  <a:pt x="732180" y="24333"/>
                </a:lnTo>
                <a:lnTo>
                  <a:pt x="732184" y="24342"/>
                </a:lnTo>
                <a:lnTo>
                  <a:pt x="732188" y="24351"/>
                </a:lnTo>
                <a:lnTo>
                  <a:pt x="732193" y="24359"/>
                </a:lnTo>
                <a:lnTo>
                  <a:pt x="732198" y="24368"/>
                </a:lnTo>
                <a:lnTo>
                  <a:pt x="732203" y="24376"/>
                </a:lnTo>
                <a:lnTo>
                  <a:pt x="732209" y="24385"/>
                </a:lnTo>
                <a:lnTo>
                  <a:pt x="732215" y="24393"/>
                </a:lnTo>
                <a:lnTo>
                  <a:pt x="732221" y="24401"/>
                </a:lnTo>
                <a:lnTo>
                  <a:pt x="732227" y="24409"/>
                </a:lnTo>
                <a:lnTo>
                  <a:pt x="732233" y="24417"/>
                </a:lnTo>
                <a:lnTo>
                  <a:pt x="732240" y="24424"/>
                </a:lnTo>
                <a:lnTo>
                  <a:pt x="732247" y="24432"/>
                </a:lnTo>
                <a:lnTo>
                  <a:pt x="732255" y="24439"/>
                </a:lnTo>
                <a:lnTo>
                  <a:pt x="732263" y="24447"/>
                </a:lnTo>
                <a:lnTo>
                  <a:pt x="732271" y="24454"/>
                </a:lnTo>
                <a:lnTo>
                  <a:pt x="732279" y="24461"/>
                </a:lnTo>
                <a:lnTo>
                  <a:pt x="732288" y="24467"/>
                </a:lnTo>
                <a:lnTo>
                  <a:pt x="732297" y="24474"/>
                </a:lnTo>
                <a:lnTo>
                  <a:pt x="732306" y="24481"/>
                </a:lnTo>
                <a:lnTo>
                  <a:pt x="732315" y="24487"/>
                </a:lnTo>
                <a:lnTo>
                  <a:pt x="732325" y="24493"/>
                </a:lnTo>
                <a:lnTo>
                  <a:pt x="732335" y="24499"/>
                </a:lnTo>
                <a:lnTo>
                  <a:pt x="732345" y="24505"/>
                </a:lnTo>
                <a:lnTo>
                  <a:pt x="732356" y="24511"/>
                </a:lnTo>
                <a:lnTo>
                  <a:pt x="732367" y="24517"/>
                </a:lnTo>
                <a:lnTo>
                  <a:pt x="732378" y="24522"/>
                </a:lnTo>
                <a:lnTo>
                  <a:pt x="732390" y="24528"/>
                </a:lnTo>
                <a:lnTo>
                  <a:pt x="732402" y="24533"/>
                </a:lnTo>
                <a:lnTo>
                  <a:pt x="732414" y="24538"/>
                </a:lnTo>
                <a:lnTo>
                  <a:pt x="732426" y="24543"/>
                </a:lnTo>
                <a:lnTo>
                  <a:pt x="732439" y="24548"/>
                </a:lnTo>
                <a:lnTo>
                  <a:pt x="732452" y="24552"/>
                </a:lnTo>
                <a:lnTo>
                  <a:pt x="732465" y="24557"/>
                </a:lnTo>
                <a:lnTo>
                  <a:pt x="732479" y="24562"/>
                </a:lnTo>
                <a:lnTo>
                  <a:pt x="732492" y="24566"/>
                </a:lnTo>
                <a:lnTo>
                  <a:pt x="732506" y="24570"/>
                </a:lnTo>
                <a:lnTo>
                  <a:pt x="732521" y="24575"/>
                </a:lnTo>
                <a:lnTo>
                  <a:pt x="732536" y="24579"/>
                </a:lnTo>
                <a:lnTo>
                  <a:pt x="732551" y="24583"/>
                </a:lnTo>
                <a:lnTo>
                  <a:pt x="732566" y="24587"/>
                </a:lnTo>
                <a:lnTo>
                  <a:pt x="732582" y="24591"/>
                </a:lnTo>
                <a:lnTo>
                  <a:pt x="732597" y="24595"/>
                </a:lnTo>
                <a:lnTo>
                  <a:pt x="732614" y="24598"/>
                </a:lnTo>
                <a:lnTo>
                  <a:pt x="732630" y="24602"/>
                </a:lnTo>
                <a:lnTo>
                  <a:pt x="732647" y="24606"/>
                </a:lnTo>
                <a:lnTo>
                  <a:pt x="732664" y="24609"/>
                </a:lnTo>
                <a:lnTo>
                  <a:pt x="732681" y="24612"/>
                </a:lnTo>
                <a:lnTo>
                  <a:pt x="732699" y="24616"/>
                </a:lnTo>
                <a:lnTo>
                  <a:pt x="732717" y="24619"/>
                </a:lnTo>
                <a:lnTo>
                  <a:pt x="732735" y="24622"/>
                </a:lnTo>
                <a:lnTo>
                  <a:pt x="732753" y="24625"/>
                </a:lnTo>
                <a:lnTo>
                  <a:pt x="732772" y="24628"/>
                </a:lnTo>
                <a:lnTo>
                  <a:pt x="732791" y="24631"/>
                </a:lnTo>
                <a:lnTo>
                  <a:pt x="732810" y="24634"/>
                </a:lnTo>
                <a:lnTo>
                  <a:pt x="732830" y="24637"/>
                </a:lnTo>
                <a:lnTo>
                  <a:pt x="732850" y="24639"/>
                </a:lnTo>
                <a:lnTo>
                  <a:pt x="732871" y="24642"/>
                </a:lnTo>
                <a:lnTo>
                  <a:pt x="732892" y="24644"/>
                </a:lnTo>
                <a:lnTo>
                  <a:pt x="732913" y="24646"/>
                </a:lnTo>
                <a:lnTo>
                  <a:pt x="732935" y="24648"/>
                </a:lnTo>
                <a:lnTo>
                  <a:pt x="732957" y="24650"/>
                </a:lnTo>
                <a:lnTo>
                  <a:pt x="732979" y="24652"/>
                </a:lnTo>
                <a:lnTo>
                  <a:pt x="733002" y="24654"/>
                </a:lnTo>
                <a:lnTo>
                  <a:pt x="733026" y="24656"/>
                </a:lnTo>
                <a:lnTo>
                  <a:pt x="733050" y="24657"/>
                </a:lnTo>
                <a:lnTo>
                  <a:pt x="733074" y="24659"/>
                </a:lnTo>
                <a:lnTo>
                  <a:pt x="733098" y="24660"/>
                </a:lnTo>
                <a:lnTo>
                  <a:pt x="733123" y="24661"/>
                </a:lnTo>
                <a:lnTo>
                  <a:pt x="733149" y="24663"/>
                </a:lnTo>
                <a:lnTo>
                  <a:pt x="733174" y="24664"/>
                </a:lnTo>
                <a:lnTo>
                  <a:pt x="733201" y="24664"/>
                </a:lnTo>
                <a:lnTo>
                  <a:pt x="733227" y="24665"/>
                </a:lnTo>
                <a:lnTo>
                  <a:pt x="733254" y="24666"/>
                </a:lnTo>
                <a:lnTo>
                  <a:pt x="733282" y="24666"/>
                </a:lnTo>
                <a:lnTo>
                  <a:pt x="733309" y="24667"/>
                </a:lnTo>
                <a:lnTo>
                  <a:pt x="733338" y="24667"/>
                </a:lnTo>
                <a:lnTo>
                  <a:pt x="733366" y="24667"/>
                </a:lnTo>
                <a:lnTo>
                  <a:pt x="733395" y="24667"/>
                </a:lnTo>
                <a:lnTo>
                  <a:pt x="733423" y="24667"/>
                </a:lnTo>
                <a:lnTo>
                  <a:pt x="733450" y="24667"/>
                </a:lnTo>
                <a:lnTo>
                  <a:pt x="733477" y="24667"/>
                </a:lnTo>
                <a:lnTo>
                  <a:pt x="733504" y="24666"/>
                </a:lnTo>
                <a:lnTo>
                  <a:pt x="733530" y="24666"/>
                </a:lnTo>
                <a:lnTo>
                  <a:pt x="733556" y="24665"/>
                </a:lnTo>
                <a:lnTo>
                  <a:pt x="733582" y="24664"/>
                </a:lnTo>
                <a:lnTo>
                  <a:pt x="733607" y="24664"/>
                </a:lnTo>
                <a:lnTo>
                  <a:pt x="733632" y="24663"/>
                </a:lnTo>
                <a:lnTo>
                  <a:pt x="733657" y="24661"/>
                </a:lnTo>
                <a:lnTo>
                  <a:pt x="733681" y="24660"/>
                </a:lnTo>
                <a:lnTo>
                  <a:pt x="733705" y="24659"/>
                </a:lnTo>
                <a:lnTo>
                  <a:pt x="733728" y="24657"/>
                </a:lnTo>
                <a:lnTo>
                  <a:pt x="733751" y="24656"/>
                </a:lnTo>
                <a:lnTo>
                  <a:pt x="733774" y="24654"/>
                </a:lnTo>
                <a:lnTo>
                  <a:pt x="733796" y="24652"/>
                </a:lnTo>
                <a:lnTo>
                  <a:pt x="733819" y="24650"/>
                </a:lnTo>
                <a:lnTo>
                  <a:pt x="733840" y="24648"/>
                </a:lnTo>
                <a:lnTo>
                  <a:pt x="733862" y="24646"/>
                </a:lnTo>
                <a:lnTo>
                  <a:pt x="733883" y="24644"/>
                </a:lnTo>
                <a:lnTo>
                  <a:pt x="733904" y="24642"/>
                </a:lnTo>
                <a:lnTo>
                  <a:pt x="733924" y="24639"/>
                </a:lnTo>
                <a:lnTo>
                  <a:pt x="733944" y="24637"/>
                </a:lnTo>
                <a:lnTo>
                  <a:pt x="733964" y="24634"/>
                </a:lnTo>
                <a:lnTo>
                  <a:pt x="733983" y="24631"/>
                </a:lnTo>
                <a:lnTo>
                  <a:pt x="734002" y="24628"/>
                </a:lnTo>
                <a:lnTo>
                  <a:pt x="734021" y="24625"/>
                </a:lnTo>
                <a:lnTo>
                  <a:pt x="734039" y="24622"/>
                </a:lnTo>
                <a:lnTo>
                  <a:pt x="734057" y="24619"/>
                </a:lnTo>
                <a:lnTo>
                  <a:pt x="734075" y="24616"/>
                </a:lnTo>
                <a:lnTo>
                  <a:pt x="734092" y="24612"/>
                </a:lnTo>
                <a:lnTo>
                  <a:pt x="734109" y="24609"/>
                </a:lnTo>
                <a:lnTo>
                  <a:pt x="734126" y="24605"/>
                </a:lnTo>
                <a:lnTo>
                  <a:pt x="734143" y="24602"/>
                </a:lnTo>
                <a:lnTo>
                  <a:pt x="734159" y="24598"/>
                </a:lnTo>
                <a:lnTo>
                  <a:pt x="734175" y="24594"/>
                </a:lnTo>
                <a:lnTo>
                  <a:pt x="734190" y="24590"/>
                </a:lnTo>
                <a:lnTo>
                  <a:pt x="734205" y="24586"/>
                </a:lnTo>
                <a:lnTo>
                  <a:pt x="734220" y="24582"/>
                </a:lnTo>
                <a:lnTo>
                  <a:pt x="734235" y="24578"/>
                </a:lnTo>
                <a:lnTo>
                  <a:pt x="734249" y="24574"/>
                </a:lnTo>
                <a:lnTo>
                  <a:pt x="734263" y="24570"/>
                </a:lnTo>
                <a:lnTo>
                  <a:pt x="734276" y="24565"/>
                </a:lnTo>
                <a:lnTo>
                  <a:pt x="734290" y="24561"/>
                </a:lnTo>
                <a:lnTo>
                  <a:pt x="734303" y="24556"/>
                </a:lnTo>
                <a:lnTo>
                  <a:pt x="734315" y="24551"/>
                </a:lnTo>
                <a:lnTo>
                  <a:pt x="734328" y="24547"/>
                </a:lnTo>
                <a:lnTo>
                  <a:pt x="734340" y="24542"/>
                </a:lnTo>
                <a:lnTo>
                  <a:pt x="734351" y="24537"/>
                </a:lnTo>
                <a:lnTo>
                  <a:pt x="734363" y="24532"/>
                </a:lnTo>
                <a:lnTo>
                  <a:pt x="734374" y="24527"/>
                </a:lnTo>
                <a:lnTo>
                  <a:pt x="734385" y="24521"/>
                </a:lnTo>
                <a:lnTo>
                  <a:pt x="734395" y="24516"/>
                </a:lnTo>
                <a:lnTo>
                  <a:pt x="734405" y="24510"/>
                </a:lnTo>
                <a:lnTo>
                  <a:pt x="734415" y="24504"/>
                </a:lnTo>
                <a:lnTo>
                  <a:pt x="734425" y="24498"/>
                </a:lnTo>
                <a:lnTo>
                  <a:pt x="734434" y="24492"/>
                </a:lnTo>
                <a:lnTo>
                  <a:pt x="734443" y="24486"/>
                </a:lnTo>
                <a:lnTo>
                  <a:pt x="734452" y="24479"/>
                </a:lnTo>
                <a:lnTo>
                  <a:pt x="734461" y="24473"/>
                </a:lnTo>
                <a:lnTo>
                  <a:pt x="734469" y="24466"/>
                </a:lnTo>
                <a:lnTo>
                  <a:pt x="734477" y="24459"/>
                </a:lnTo>
                <a:lnTo>
                  <a:pt x="734485" y="24452"/>
                </a:lnTo>
                <a:lnTo>
                  <a:pt x="734492" y="24445"/>
                </a:lnTo>
                <a:lnTo>
                  <a:pt x="734499" y="24438"/>
                </a:lnTo>
                <a:lnTo>
                  <a:pt x="734506" y="24431"/>
                </a:lnTo>
                <a:lnTo>
                  <a:pt x="734512" y="24423"/>
                </a:lnTo>
                <a:lnTo>
                  <a:pt x="734518" y="24415"/>
                </a:lnTo>
                <a:lnTo>
                  <a:pt x="734524" y="24408"/>
                </a:lnTo>
                <a:lnTo>
                  <a:pt x="734530" y="24400"/>
                </a:lnTo>
                <a:lnTo>
                  <a:pt x="734535" y="24391"/>
                </a:lnTo>
                <a:lnTo>
                  <a:pt x="734540" y="24383"/>
                </a:lnTo>
                <a:lnTo>
                  <a:pt x="734545" y="24375"/>
                </a:lnTo>
                <a:lnTo>
                  <a:pt x="734550" y="24366"/>
                </a:lnTo>
                <a:lnTo>
                  <a:pt x="734554" y="24357"/>
                </a:lnTo>
                <a:lnTo>
                  <a:pt x="734558" y="24349"/>
                </a:lnTo>
                <a:lnTo>
                  <a:pt x="734562" y="24340"/>
                </a:lnTo>
                <a:lnTo>
                  <a:pt x="734566" y="24331"/>
                </a:lnTo>
                <a:lnTo>
                  <a:pt x="734569" y="24322"/>
                </a:lnTo>
                <a:lnTo>
                  <a:pt x="734573" y="24312"/>
                </a:lnTo>
                <a:lnTo>
                  <a:pt x="734576" y="24303"/>
                </a:lnTo>
                <a:lnTo>
                  <a:pt x="734579" y="24293"/>
                </a:lnTo>
                <a:lnTo>
                  <a:pt x="734581" y="24284"/>
                </a:lnTo>
                <a:lnTo>
                  <a:pt x="734584" y="24274"/>
                </a:lnTo>
                <a:lnTo>
                  <a:pt x="734586" y="24264"/>
                </a:lnTo>
                <a:lnTo>
                  <a:pt x="734589" y="24254"/>
                </a:lnTo>
                <a:lnTo>
                  <a:pt x="734590" y="24244"/>
                </a:lnTo>
                <a:lnTo>
                  <a:pt x="734592" y="24234"/>
                </a:lnTo>
                <a:lnTo>
                  <a:pt x="734594" y="24224"/>
                </a:lnTo>
                <a:lnTo>
                  <a:pt x="734595" y="24213"/>
                </a:lnTo>
                <a:lnTo>
                  <a:pt x="734596" y="24203"/>
                </a:lnTo>
                <a:lnTo>
                  <a:pt x="734597" y="24192"/>
                </a:lnTo>
                <a:lnTo>
                  <a:pt x="734598" y="24182"/>
                </a:lnTo>
                <a:lnTo>
                  <a:pt x="734598" y="24171"/>
                </a:lnTo>
                <a:lnTo>
                  <a:pt x="734599" y="24160"/>
                </a:lnTo>
                <a:lnTo>
                  <a:pt x="734599" y="24149"/>
                </a:lnTo>
                <a:lnTo>
                  <a:pt x="734599" y="1872"/>
                </a:lnTo>
                <a:lnTo>
                  <a:pt x="734599" y="1863"/>
                </a:lnTo>
                <a:lnTo>
                  <a:pt x="734598" y="1853"/>
                </a:lnTo>
                <a:lnTo>
                  <a:pt x="734597" y="1843"/>
                </a:lnTo>
                <a:lnTo>
                  <a:pt x="734597" y="1834"/>
                </a:lnTo>
                <a:close/>
                <a:moveTo>
                  <a:pt x="731609" y="19864"/>
                </a:moveTo>
                <a:lnTo>
                  <a:pt x="731556" y="19929"/>
                </a:lnTo>
                <a:lnTo>
                  <a:pt x="731503" y="19992"/>
                </a:lnTo>
                <a:lnTo>
                  <a:pt x="731450" y="20055"/>
                </a:lnTo>
                <a:lnTo>
                  <a:pt x="731397" y="20116"/>
                </a:lnTo>
                <a:lnTo>
                  <a:pt x="731345" y="20177"/>
                </a:lnTo>
                <a:lnTo>
                  <a:pt x="731293" y="20237"/>
                </a:lnTo>
                <a:lnTo>
                  <a:pt x="731241" y="20296"/>
                </a:lnTo>
                <a:lnTo>
                  <a:pt x="731189" y="20354"/>
                </a:lnTo>
                <a:lnTo>
                  <a:pt x="731138" y="20411"/>
                </a:lnTo>
                <a:lnTo>
                  <a:pt x="731087" y="20467"/>
                </a:lnTo>
                <a:lnTo>
                  <a:pt x="731036" y="20522"/>
                </a:lnTo>
                <a:lnTo>
                  <a:pt x="730985" y="20577"/>
                </a:lnTo>
                <a:lnTo>
                  <a:pt x="730935" y="20630"/>
                </a:lnTo>
                <a:lnTo>
                  <a:pt x="730884" y="20683"/>
                </a:lnTo>
                <a:lnTo>
                  <a:pt x="730834" y="20735"/>
                </a:lnTo>
                <a:lnTo>
                  <a:pt x="730785" y="20785"/>
                </a:lnTo>
                <a:lnTo>
                  <a:pt x="730735" y="20835"/>
                </a:lnTo>
                <a:lnTo>
                  <a:pt x="730686" y="20884"/>
                </a:lnTo>
                <a:lnTo>
                  <a:pt x="730637" y="20932"/>
                </a:lnTo>
                <a:lnTo>
                  <a:pt x="730588" y="20980"/>
                </a:lnTo>
                <a:lnTo>
                  <a:pt x="730539" y="21026"/>
                </a:lnTo>
                <a:lnTo>
                  <a:pt x="730491" y="21072"/>
                </a:lnTo>
                <a:lnTo>
                  <a:pt x="730442" y="21117"/>
                </a:lnTo>
                <a:lnTo>
                  <a:pt x="730394" y="21161"/>
                </a:lnTo>
                <a:lnTo>
                  <a:pt x="730346" y="21204"/>
                </a:lnTo>
                <a:lnTo>
                  <a:pt x="730298" y="21247"/>
                </a:lnTo>
                <a:lnTo>
                  <a:pt x="730251" y="21289"/>
                </a:lnTo>
                <a:lnTo>
                  <a:pt x="730203" y="21330"/>
                </a:lnTo>
                <a:lnTo>
                  <a:pt x="730156" y="21371"/>
                </a:lnTo>
                <a:lnTo>
                  <a:pt x="730109" y="21411"/>
                </a:lnTo>
                <a:lnTo>
                  <a:pt x="730062" y="21450"/>
                </a:lnTo>
                <a:lnTo>
                  <a:pt x="730015" y="21488"/>
                </a:lnTo>
                <a:lnTo>
                  <a:pt x="729969" y="21526"/>
                </a:lnTo>
                <a:lnTo>
                  <a:pt x="729922" y="21563"/>
                </a:lnTo>
                <a:lnTo>
                  <a:pt x="729876" y="21599"/>
                </a:lnTo>
                <a:lnTo>
                  <a:pt x="729830" y="21634"/>
                </a:lnTo>
                <a:lnTo>
                  <a:pt x="729784" y="21669"/>
                </a:lnTo>
                <a:lnTo>
                  <a:pt x="729739" y="21703"/>
                </a:lnTo>
                <a:lnTo>
                  <a:pt x="729693" y="21736"/>
                </a:lnTo>
                <a:lnTo>
                  <a:pt x="729648" y="21769"/>
                </a:lnTo>
                <a:lnTo>
                  <a:pt x="729602" y="21801"/>
                </a:lnTo>
                <a:lnTo>
                  <a:pt x="729557" y="21832"/>
                </a:lnTo>
                <a:lnTo>
                  <a:pt x="729513" y="21862"/>
                </a:lnTo>
                <a:lnTo>
                  <a:pt x="729468" y="21892"/>
                </a:lnTo>
                <a:lnTo>
                  <a:pt x="729423" y="21921"/>
                </a:lnTo>
                <a:lnTo>
                  <a:pt x="729379" y="21949"/>
                </a:lnTo>
                <a:lnTo>
                  <a:pt x="729335" y="21977"/>
                </a:lnTo>
                <a:lnTo>
                  <a:pt x="729290" y="22004"/>
                </a:lnTo>
                <a:lnTo>
                  <a:pt x="729246" y="22030"/>
                </a:lnTo>
                <a:lnTo>
                  <a:pt x="729202" y="22055"/>
                </a:lnTo>
                <a:lnTo>
                  <a:pt x="729158" y="22080"/>
                </a:lnTo>
                <a:lnTo>
                  <a:pt x="729114" y="22104"/>
                </a:lnTo>
                <a:lnTo>
                  <a:pt x="729070" y="22127"/>
                </a:lnTo>
                <a:lnTo>
                  <a:pt x="729027" y="22150"/>
                </a:lnTo>
                <a:lnTo>
                  <a:pt x="728983" y="22172"/>
                </a:lnTo>
                <a:lnTo>
                  <a:pt x="728939" y="22193"/>
                </a:lnTo>
                <a:lnTo>
                  <a:pt x="728896" y="22214"/>
                </a:lnTo>
                <a:lnTo>
                  <a:pt x="728853" y="22234"/>
                </a:lnTo>
                <a:lnTo>
                  <a:pt x="728809" y="22253"/>
                </a:lnTo>
                <a:lnTo>
                  <a:pt x="728766" y="22271"/>
                </a:lnTo>
                <a:lnTo>
                  <a:pt x="728723" y="22289"/>
                </a:lnTo>
                <a:lnTo>
                  <a:pt x="728680" y="22306"/>
                </a:lnTo>
                <a:lnTo>
                  <a:pt x="728637" y="22323"/>
                </a:lnTo>
                <a:lnTo>
                  <a:pt x="728594" y="22338"/>
                </a:lnTo>
                <a:lnTo>
                  <a:pt x="728551" y="22353"/>
                </a:lnTo>
                <a:lnTo>
                  <a:pt x="728509" y="22368"/>
                </a:lnTo>
                <a:lnTo>
                  <a:pt x="728466" y="22381"/>
                </a:lnTo>
                <a:lnTo>
                  <a:pt x="728423" y="22394"/>
                </a:lnTo>
                <a:lnTo>
                  <a:pt x="728381" y="22407"/>
                </a:lnTo>
                <a:lnTo>
                  <a:pt x="728338" y="22418"/>
                </a:lnTo>
                <a:lnTo>
                  <a:pt x="728295" y="22430"/>
                </a:lnTo>
                <a:lnTo>
                  <a:pt x="728252" y="22440"/>
                </a:lnTo>
                <a:lnTo>
                  <a:pt x="728209" y="22450"/>
                </a:lnTo>
                <a:lnTo>
                  <a:pt x="728166" y="22460"/>
                </a:lnTo>
                <a:lnTo>
                  <a:pt x="728123" y="22469"/>
                </a:lnTo>
                <a:lnTo>
                  <a:pt x="728079" y="22478"/>
                </a:lnTo>
                <a:lnTo>
                  <a:pt x="728035" y="22486"/>
                </a:lnTo>
                <a:lnTo>
                  <a:pt x="727991" y="22494"/>
                </a:lnTo>
                <a:lnTo>
                  <a:pt x="727947" y="22501"/>
                </a:lnTo>
                <a:lnTo>
                  <a:pt x="727903" y="22507"/>
                </a:lnTo>
                <a:lnTo>
                  <a:pt x="727859" y="22513"/>
                </a:lnTo>
                <a:lnTo>
                  <a:pt x="727815" y="22519"/>
                </a:lnTo>
                <a:lnTo>
                  <a:pt x="727770" y="22524"/>
                </a:lnTo>
                <a:lnTo>
                  <a:pt x="727725" y="22528"/>
                </a:lnTo>
                <a:lnTo>
                  <a:pt x="727680" y="22532"/>
                </a:lnTo>
                <a:lnTo>
                  <a:pt x="727635" y="22535"/>
                </a:lnTo>
                <a:lnTo>
                  <a:pt x="727590" y="22538"/>
                </a:lnTo>
                <a:lnTo>
                  <a:pt x="727545" y="22541"/>
                </a:lnTo>
                <a:lnTo>
                  <a:pt x="727499" y="22542"/>
                </a:lnTo>
                <a:lnTo>
                  <a:pt x="727454" y="22544"/>
                </a:lnTo>
                <a:lnTo>
                  <a:pt x="727408" y="22545"/>
                </a:lnTo>
                <a:lnTo>
                  <a:pt x="727362" y="22545"/>
                </a:lnTo>
                <a:lnTo>
                  <a:pt x="727272" y="22544"/>
                </a:lnTo>
                <a:lnTo>
                  <a:pt x="727184" y="22541"/>
                </a:lnTo>
                <a:lnTo>
                  <a:pt x="727096" y="22537"/>
                </a:lnTo>
                <a:lnTo>
                  <a:pt x="727010" y="22531"/>
                </a:lnTo>
                <a:lnTo>
                  <a:pt x="726926" y="22523"/>
                </a:lnTo>
                <a:lnTo>
                  <a:pt x="726842" y="22513"/>
                </a:lnTo>
                <a:lnTo>
                  <a:pt x="726760" y="22501"/>
                </a:lnTo>
                <a:lnTo>
                  <a:pt x="726679" y="22488"/>
                </a:lnTo>
                <a:lnTo>
                  <a:pt x="726599" y="22473"/>
                </a:lnTo>
                <a:lnTo>
                  <a:pt x="726521" y="22456"/>
                </a:lnTo>
                <a:lnTo>
                  <a:pt x="726444" y="22438"/>
                </a:lnTo>
                <a:lnTo>
                  <a:pt x="726368" y="22417"/>
                </a:lnTo>
                <a:lnTo>
                  <a:pt x="726293" y="22395"/>
                </a:lnTo>
                <a:lnTo>
                  <a:pt x="726220" y="22371"/>
                </a:lnTo>
                <a:lnTo>
                  <a:pt x="726148" y="22345"/>
                </a:lnTo>
                <a:lnTo>
                  <a:pt x="726077" y="22318"/>
                </a:lnTo>
                <a:lnTo>
                  <a:pt x="726008" y="22289"/>
                </a:lnTo>
                <a:lnTo>
                  <a:pt x="725940" y="22258"/>
                </a:lnTo>
                <a:lnTo>
                  <a:pt x="725873" y="22225"/>
                </a:lnTo>
                <a:lnTo>
                  <a:pt x="725807" y="22190"/>
                </a:lnTo>
                <a:lnTo>
                  <a:pt x="725743" y="22154"/>
                </a:lnTo>
                <a:lnTo>
                  <a:pt x="725680" y="22116"/>
                </a:lnTo>
                <a:lnTo>
                  <a:pt x="725618" y="22076"/>
                </a:lnTo>
                <a:lnTo>
                  <a:pt x="725557" y="22035"/>
                </a:lnTo>
                <a:lnTo>
                  <a:pt x="725498" y="21991"/>
                </a:lnTo>
                <a:lnTo>
                  <a:pt x="725440" y="21947"/>
                </a:lnTo>
                <a:lnTo>
                  <a:pt x="725382" y="21902"/>
                </a:lnTo>
                <a:lnTo>
                  <a:pt x="725326" y="21855"/>
                </a:lnTo>
                <a:lnTo>
                  <a:pt x="725270" y="21807"/>
                </a:lnTo>
                <a:lnTo>
                  <a:pt x="725216" y="21758"/>
                </a:lnTo>
                <a:lnTo>
                  <a:pt x="725162" y="21708"/>
                </a:lnTo>
                <a:lnTo>
                  <a:pt x="725110" y="21657"/>
                </a:lnTo>
                <a:lnTo>
                  <a:pt x="725058" y="21604"/>
                </a:lnTo>
                <a:lnTo>
                  <a:pt x="725008" y="21551"/>
                </a:lnTo>
                <a:lnTo>
                  <a:pt x="724958" y="21496"/>
                </a:lnTo>
                <a:lnTo>
                  <a:pt x="724910" y="21440"/>
                </a:lnTo>
                <a:lnTo>
                  <a:pt x="724862" y="21383"/>
                </a:lnTo>
                <a:lnTo>
                  <a:pt x="724816" y="21325"/>
                </a:lnTo>
                <a:lnTo>
                  <a:pt x="724770" y="21265"/>
                </a:lnTo>
                <a:lnTo>
                  <a:pt x="724725" y="21205"/>
                </a:lnTo>
                <a:lnTo>
                  <a:pt x="724682" y="21143"/>
                </a:lnTo>
                <a:lnTo>
                  <a:pt x="724639" y="21080"/>
                </a:lnTo>
                <a:lnTo>
                  <a:pt x="724598" y="21016"/>
                </a:lnTo>
                <a:lnTo>
                  <a:pt x="724557" y="20951"/>
                </a:lnTo>
                <a:lnTo>
                  <a:pt x="724517" y="20885"/>
                </a:lnTo>
                <a:lnTo>
                  <a:pt x="724479" y="20817"/>
                </a:lnTo>
                <a:lnTo>
                  <a:pt x="724441" y="20749"/>
                </a:lnTo>
                <a:lnTo>
                  <a:pt x="724404" y="20679"/>
                </a:lnTo>
                <a:lnTo>
                  <a:pt x="724368" y="20608"/>
                </a:lnTo>
                <a:lnTo>
                  <a:pt x="724334" y="20536"/>
                </a:lnTo>
                <a:lnTo>
                  <a:pt x="724300" y="20464"/>
                </a:lnTo>
                <a:lnTo>
                  <a:pt x="724267" y="20390"/>
                </a:lnTo>
                <a:lnTo>
                  <a:pt x="724234" y="20316"/>
                </a:lnTo>
                <a:lnTo>
                  <a:pt x="724203" y="20241"/>
                </a:lnTo>
                <a:lnTo>
                  <a:pt x="724173" y="20165"/>
                </a:lnTo>
                <a:lnTo>
                  <a:pt x="724143" y="20088"/>
                </a:lnTo>
                <a:lnTo>
                  <a:pt x="724115" y="20011"/>
                </a:lnTo>
                <a:lnTo>
                  <a:pt x="724087" y="19932"/>
                </a:lnTo>
                <a:lnTo>
                  <a:pt x="724060" y="19853"/>
                </a:lnTo>
                <a:lnTo>
                  <a:pt x="724034" y="19773"/>
                </a:lnTo>
                <a:lnTo>
                  <a:pt x="724009" y="19692"/>
                </a:lnTo>
                <a:lnTo>
                  <a:pt x="723985" y="19610"/>
                </a:lnTo>
                <a:lnTo>
                  <a:pt x="723962" y="19528"/>
                </a:lnTo>
                <a:lnTo>
                  <a:pt x="723940" y="19444"/>
                </a:lnTo>
                <a:lnTo>
                  <a:pt x="723919" y="19360"/>
                </a:lnTo>
                <a:lnTo>
                  <a:pt x="723898" y="19275"/>
                </a:lnTo>
                <a:lnTo>
                  <a:pt x="723879" y="19189"/>
                </a:lnTo>
                <a:lnTo>
                  <a:pt x="723860" y="19102"/>
                </a:lnTo>
                <a:lnTo>
                  <a:pt x="723842" y="19014"/>
                </a:lnTo>
                <a:lnTo>
                  <a:pt x="723825" y="18925"/>
                </a:lnTo>
                <a:lnTo>
                  <a:pt x="723809" y="18836"/>
                </a:lnTo>
                <a:lnTo>
                  <a:pt x="723794" y="18746"/>
                </a:lnTo>
                <a:lnTo>
                  <a:pt x="723780" y="18655"/>
                </a:lnTo>
                <a:lnTo>
                  <a:pt x="723766" y="18564"/>
                </a:lnTo>
                <a:lnTo>
                  <a:pt x="723753" y="18473"/>
                </a:lnTo>
                <a:lnTo>
                  <a:pt x="723741" y="18382"/>
                </a:lnTo>
                <a:lnTo>
                  <a:pt x="723729" y="18290"/>
                </a:lnTo>
                <a:lnTo>
                  <a:pt x="723717" y="18199"/>
                </a:lnTo>
                <a:lnTo>
                  <a:pt x="723707" y="18107"/>
                </a:lnTo>
                <a:lnTo>
                  <a:pt x="723697" y="18015"/>
                </a:lnTo>
                <a:lnTo>
                  <a:pt x="723687" y="17923"/>
                </a:lnTo>
                <a:lnTo>
                  <a:pt x="723678" y="17831"/>
                </a:lnTo>
                <a:lnTo>
                  <a:pt x="723670" y="17738"/>
                </a:lnTo>
                <a:lnTo>
                  <a:pt x="723663" y="17645"/>
                </a:lnTo>
                <a:lnTo>
                  <a:pt x="723656" y="17553"/>
                </a:lnTo>
                <a:lnTo>
                  <a:pt x="723649" y="17460"/>
                </a:lnTo>
                <a:lnTo>
                  <a:pt x="723643" y="17366"/>
                </a:lnTo>
                <a:lnTo>
                  <a:pt x="723638" y="17273"/>
                </a:lnTo>
                <a:lnTo>
                  <a:pt x="723634" y="17180"/>
                </a:lnTo>
                <a:lnTo>
                  <a:pt x="723630" y="17086"/>
                </a:lnTo>
                <a:lnTo>
                  <a:pt x="723626" y="16992"/>
                </a:lnTo>
                <a:lnTo>
                  <a:pt x="723624" y="16898"/>
                </a:lnTo>
                <a:lnTo>
                  <a:pt x="723621" y="16804"/>
                </a:lnTo>
                <a:lnTo>
                  <a:pt x="723620" y="16709"/>
                </a:lnTo>
                <a:lnTo>
                  <a:pt x="723619" y="16615"/>
                </a:lnTo>
                <a:lnTo>
                  <a:pt x="723619" y="16520"/>
                </a:lnTo>
                <a:lnTo>
                  <a:pt x="723619" y="16431"/>
                </a:lnTo>
                <a:lnTo>
                  <a:pt x="723620" y="16342"/>
                </a:lnTo>
                <a:lnTo>
                  <a:pt x="723622" y="16253"/>
                </a:lnTo>
                <a:lnTo>
                  <a:pt x="723625" y="16164"/>
                </a:lnTo>
                <a:lnTo>
                  <a:pt x="723628" y="16075"/>
                </a:lnTo>
                <a:lnTo>
                  <a:pt x="723632" y="15987"/>
                </a:lnTo>
                <a:lnTo>
                  <a:pt x="723637" y="15898"/>
                </a:lnTo>
                <a:lnTo>
                  <a:pt x="723642" y="15810"/>
                </a:lnTo>
                <a:lnTo>
                  <a:pt x="723648" y="15721"/>
                </a:lnTo>
                <a:lnTo>
                  <a:pt x="723655" y="15633"/>
                </a:lnTo>
                <a:lnTo>
                  <a:pt x="723663" y="15545"/>
                </a:lnTo>
                <a:lnTo>
                  <a:pt x="723671" y="15457"/>
                </a:lnTo>
                <a:lnTo>
                  <a:pt x="723680" y="15369"/>
                </a:lnTo>
                <a:lnTo>
                  <a:pt x="723690" y="15282"/>
                </a:lnTo>
                <a:lnTo>
                  <a:pt x="723700" y="15194"/>
                </a:lnTo>
                <a:lnTo>
                  <a:pt x="723712" y="15107"/>
                </a:lnTo>
                <a:lnTo>
                  <a:pt x="723724" y="15019"/>
                </a:lnTo>
                <a:lnTo>
                  <a:pt x="723736" y="14932"/>
                </a:lnTo>
                <a:lnTo>
                  <a:pt x="723750" y="14845"/>
                </a:lnTo>
                <a:lnTo>
                  <a:pt x="723764" y="14758"/>
                </a:lnTo>
                <a:lnTo>
                  <a:pt x="723779" y="14671"/>
                </a:lnTo>
                <a:lnTo>
                  <a:pt x="723794" y="14584"/>
                </a:lnTo>
                <a:lnTo>
                  <a:pt x="723811" y="14498"/>
                </a:lnTo>
                <a:lnTo>
                  <a:pt x="723828" y="14411"/>
                </a:lnTo>
                <a:lnTo>
                  <a:pt x="723845" y="14325"/>
                </a:lnTo>
                <a:lnTo>
                  <a:pt x="723864" y="14240"/>
                </a:lnTo>
                <a:lnTo>
                  <a:pt x="723884" y="14155"/>
                </a:lnTo>
                <a:lnTo>
                  <a:pt x="723904" y="14071"/>
                </a:lnTo>
                <a:lnTo>
                  <a:pt x="723926" y="13988"/>
                </a:lnTo>
                <a:lnTo>
                  <a:pt x="723948" y="13906"/>
                </a:lnTo>
                <a:lnTo>
                  <a:pt x="723971" y="13824"/>
                </a:lnTo>
                <a:lnTo>
                  <a:pt x="723995" y="13744"/>
                </a:lnTo>
                <a:lnTo>
                  <a:pt x="724020" y="13663"/>
                </a:lnTo>
                <a:lnTo>
                  <a:pt x="724045" y="13584"/>
                </a:lnTo>
                <a:lnTo>
                  <a:pt x="724072" y="13506"/>
                </a:lnTo>
                <a:lnTo>
                  <a:pt x="724099" y="13428"/>
                </a:lnTo>
                <a:lnTo>
                  <a:pt x="724128" y="13351"/>
                </a:lnTo>
                <a:lnTo>
                  <a:pt x="724157" y="13275"/>
                </a:lnTo>
                <a:lnTo>
                  <a:pt x="724187" y="13199"/>
                </a:lnTo>
                <a:lnTo>
                  <a:pt x="724218" y="13124"/>
                </a:lnTo>
                <a:lnTo>
                  <a:pt x="724249" y="13050"/>
                </a:lnTo>
                <a:lnTo>
                  <a:pt x="724282" y="12977"/>
                </a:lnTo>
                <a:lnTo>
                  <a:pt x="724316" y="12905"/>
                </a:lnTo>
                <a:lnTo>
                  <a:pt x="724350" y="12833"/>
                </a:lnTo>
                <a:lnTo>
                  <a:pt x="724385" y="12762"/>
                </a:lnTo>
                <a:lnTo>
                  <a:pt x="724421" y="12692"/>
                </a:lnTo>
                <a:lnTo>
                  <a:pt x="724458" y="12622"/>
                </a:lnTo>
                <a:lnTo>
                  <a:pt x="724496" y="12553"/>
                </a:lnTo>
                <a:lnTo>
                  <a:pt x="724535" y="12486"/>
                </a:lnTo>
                <a:lnTo>
                  <a:pt x="724575" y="12419"/>
                </a:lnTo>
                <a:lnTo>
                  <a:pt x="724615" y="12353"/>
                </a:lnTo>
                <a:lnTo>
                  <a:pt x="724657" y="12289"/>
                </a:lnTo>
                <a:lnTo>
                  <a:pt x="724700" y="12226"/>
                </a:lnTo>
                <a:lnTo>
                  <a:pt x="724743" y="12163"/>
                </a:lnTo>
                <a:lnTo>
                  <a:pt x="724788" y="12102"/>
                </a:lnTo>
                <a:lnTo>
                  <a:pt x="724833" y="12042"/>
                </a:lnTo>
                <a:lnTo>
                  <a:pt x="724880" y="11983"/>
                </a:lnTo>
                <a:lnTo>
                  <a:pt x="724927" y="11925"/>
                </a:lnTo>
                <a:lnTo>
                  <a:pt x="724975" y="11869"/>
                </a:lnTo>
                <a:lnTo>
                  <a:pt x="725025" y="11813"/>
                </a:lnTo>
                <a:lnTo>
                  <a:pt x="725075" y="11759"/>
                </a:lnTo>
                <a:lnTo>
                  <a:pt x="725126" y="11705"/>
                </a:lnTo>
                <a:lnTo>
                  <a:pt x="725178" y="11653"/>
                </a:lnTo>
                <a:lnTo>
                  <a:pt x="725231" y="11602"/>
                </a:lnTo>
                <a:lnTo>
                  <a:pt x="725286" y="11551"/>
                </a:lnTo>
                <a:lnTo>
                  <a:pt x="725341" y="11502"/>
                </a:lnTo>
                <a:lnTo>
                  <a:pt x="725397" y="11455"/>
                </a:lnTo>
                <a:lnTo>
                  <a:pt x="725454" y="11408"/>
                </a:lnTo>
                <a:lnTo>
                  <a:pt x="725512" y="11362"/>
                </a:lnTo>
                <a:lnTo>
                  <a:pt x="725570" y="11318"/>
                </a:lnTo>
                <a:lnTo>
                  <a:pt x="725630" y="11274"/>
                </a:lnTo>
                <a:lnTo>
                  <a:pt x="725691" y="11232"/>
                </a:lnTo>
                <a:lnTo>
                  <a:pt x="725753" y="11191"/>
                </a:lnTo>
                <a:lnTo>
                  <a:pt x="725816" y="11151"/>
                </a:lnTo>
                <a:lnTo>
                  <a:pt x="725880" y="11114"/>
                </a:lnTo>
                <a:lnTo>
                  <a:pt x="725945" y="11078"/>
                </a:lnTo>
                <a:lnTo>
                  <a:pt x="726011" y="11044"/>
                </a:lnTo>
                <a:lnTo>
                  <a:pt x="726079" y="11012"/>
                </a:lnTo>
                <a:lnTo>
                  <a:pt x="726147" y="10981"/>
                </a:lnTo>
                <a:lnTo>
                  <a:pt x="726217" y="10953"/>
                </a:lnTo>
                <a:lnTo>
                  <a:pt x="726287" y="10925"/>
                </a:lnTo>
                <a:lnTo>
                  <a:pt x="726359" y="10900"/>
                </a:lnTo>
                <a:lnTo>
                  <a:pt x="726432" y="10877"/>
                </a:lnTo>
                <a:lnTo>
                  <a:pt x="726506" y="10855"/>
                </a:lnTo>
                <a:lnTo>
                  <a:pt x="726581" y="10835"/>
                </a:lnTo>
                <a:lnTo>
                  <a:pt x="726657" y="10816"/>
                </a:lnTo>
                <a:lnTo>
                  <a:pt x="726734" y="10800"/>
                </a:lnTo>
                <a:lnTo>
                  <a:pt x="726813" y="10785"/>
                </a:lnTo>
                <a:lnTo>
                  <a:pt x="726892" y="10772"/>
                </a:lnTo>
                <a:lnTo>
                  <a:pt x="726973" y="10761"/>
                </a:lnTo>
                <a:lnTo>
                  <a:pt x="727054" y="10751"/>
                </a:lnTo>
                <a:lnTo>
                  <a:pt x="727137" y="10743"/>
                </a:lnTo>
                <a:lnTo>
                  <a:pt x="727221" y="10737"/>
                </a:lnTo>
                <a:lnTo>
                  <a:pt x="727306" y="10733"/>
                </a:lnTo>
                <a:lnTo>
                  <a:pt x="727392" y="10730"/>
                </a:lnTo>
                <a:lnTo>
                  <a:pt x="727479" y="10729"/>
                </a:lnTo>
                <a:lnTo>
                  <a:pt x="727574" y="10731"/>
                </a:lnTo>
                <a:lnTo>
                  <a:pt x="727668" y="10734"/>
                </a:lnTo>
                <a:lnTo>
                  <a:pt x="727762" y="10741"/>
                </a:lnTo>
                <a:lnTo>
                  <a:pt x="727856" y="10749"/>
                </a:lnTo>
                <a:lnTo>
                  <a:pt x="727949" y="10761"/>
                </a:lnTo>
                <a:lnTo>
                  <a:pt x="728042" y="10775"/>
                </a:lnTo>
                <a:lnTo>
                  <a:pt x="728134" y="10791"/>
                </a:lnTo>
                <a:lnTo>
                  <a:pt x="728227" y="10810"/>
                </a:lnTo>
                <a:lnTo>
                  <a:pt x="728319" y="10832"/>
                </a:lnTo>
                <a:lnTo>
                  <a:pt x="728410" y="10856"/>
                </a:lnTo>
                <a:lnTo>
                  <a:pt x="728502" y="10882"/>
                </a:lnTo>
                <a:lnTo>
                  <a:pt x="728593" y="10911"/>
                </a:lnTo>
                <a:lnTo>
                  <a:pt x="728683" y="10943"/>
                </a:lnTo>
                <a:lnTo>
                  <a:pt x="728774" y="10977"/>
                </a:lnTo>
                <a:lnTo>
                  <a:pt x="728864" y="11014"/>
                </a:lnTo>
                <a:lnTo>
                  <a:pt x="728954" y="11053"/>
                </a:lnTo>
                <a:lnTo>
                  <a:pt x="729043" y="11095"/>
                </a:lnTo>
                <a:lnTo>
                  <a:pt x="729132" y="11139"/>
                </a:lnTo>
                <a:lnTo>
                  <a:pt x="729221" y="11186"/>
                </a:lnTo>
                <a:lnTo>
                  <a:pt x="729309" y="11235"/>
                </a:lnTo>
                <a:lnTo>
                  <a:pt x="729398" y="11287"/>
                </a:lnTo>
                <a:lnTo>
                  <a:pt x="729485" y="11341"/>
                </a:lnTo>
                <a:lnTo>
                  <a:pt x="729573" y="11398"/>
                </a:lnTo>
                <a:lnTo>
                  <a:pt x="729660" y="11458"/>
                </a:lnTo>
                <a:lnTo>
                  <a:pt x="729747" y="11520"/>
                </a:lnTo>
                <a:lnTo>
                  <a:pt x="729835" y="11584"/>
                </a:lnTo>
                <a:lnTo>
                  <a:pt x="729923" y="11650"/>
                </a:lnTo>
                <a:lnTo>
                  <a:pt x="730010" y="11719"/>
                </a:lnTo>
                <a:lnTo>
                  <a:pt x="730099" y="11790"/>
                </a:lnTo>
                <a:lnTo>
                  <a:pt x="730187" y="11863"/>
                </a:lnTo>
                <a:lnTo>
                  <a:pt x="730276" y="11939"/>
                </a:lnTo>
                <a:lnTo>
                  <a:pt x="730365" y="12017"/>
                </a:lnTo>
                <a:lnTo>
                  <a:pt x="730454" y="12097"/>
                </a:lnTo>
                <a:lnTo>
                  <a:pt x="730544" y="12179"/>
                </a:lnTo>
                <a:lnTo>
                  <a:pt x="730633" y="12264"/>
                </a:lnTo>
                <a:lnTo>
                  <a:pt x="730724" y="12351"/>
                </a:lnTo>
                <a:lnTo>
                  <a:pt x="730814" y="12441"/>
                </a:lnTo>
                <a:lnTo>
                  <a:pt x="730904" y="12532"/>
                </a:lnTo>
                <a:lnTo>
                  <a:pt x="730995" y="12626"/>
                </a:lnTo>
                <a:lnTo>
                  <a:pt x="731086" y="12723"/>
                </a:lnTo>
                <a:lnTo>
                  <a:pt x="731178" y="12821"/>
                </a:lnTo>
                <a:lnTo>
                  <a:pt x="731269" y="12922"/>
                </a:lnTo>
                <a:lnTo>
                  <a:pt x="731361" y="13025"/>
                </a:lnTo>
                <a:lnTo>
                  <a:pt x="731453" y="13131"/>
                </a:lnTo>
                <a:lnTo>
                  <a:pt x="731546" y="13238"/>
                </a:lnTo>
                <a:lnTo>
                  <a:pt x="731638" y="13349"/>
                </a:lnTo>
                <a:lnTo>
                  <a:pt x="731731" y="13461"/>
                </a:lnTo>
                <a:lnTo>
                  <a:pt x="731824" y="13576"/>
                </a:lnTo>
                <a:lnTo>
                  <a:pt x="731824" y="19598"/>
                </a:lnTo>
                <a:lnTo>
                  <a:pt x="731770" y="19666"/>
                </a:lnTo>
                <a:lnTo>
                  <a:pt x="731716" y="19733"/>
                </a:lnTo>
                <a:lnTo>
                  <a:pt x="731663" y="19799"/>
                </a:lnTo>
                <a:lnTo>
                  <a:pt x="731609" y="19864"/>
                </a:lnTo>
                <a:close/>
                <a:moveTo>
                  <a:pt x="580197" y="23185"/>
                </a:moveTo>
                <a:lnTo>
                  <a:pt x="580196" y="23161"/>
                </a:lnTo>
                <a:lnTo>
                  <a:pt x="580195" y="23138"/>
                </a:lnTo>
                <a:lnTo>
                  <a:pt x="580193" y="23115"/>
                </a:lnTo>
                <a:lnTo>
                  <a:pt x="580192" y="23093"/>
                </a:lnTo>
                <a:lnTo>
                  <a:pt x="580191" y="23070"/>
                </a:lnTo>
                <a:lnTo>
                  <a:pt x="580189" y="23048"/>
                </a:lnTo>
                <a:lnTo>
                  <a:pt x="580187" y="23026"/>
                </a:lnTo>
                <a:lnTo>
                  <a:pt x="580185" y="23005"/>
                </a:lnTo>
                <a:lnTo>
                  <a:pt x="580183" y="22984"/>
                </a:lnTo>
                <a:lnTo>
                  <a:pt x="580181" y="22963"/>
                </a:lnTo>
                <a:lnTo>
                  <a:pt x="580178" y="22942"/>
                </a:lnTo>
                <a:lnTo>
                  <a:pt x="580176" y="22921"/>
                </a:lnTo>
                <a:lnTo>
                  <a:pt x="580173" y="22901"/>
                </a:lnTo>
                <a:lnTo>
                  <a:pt x="580170" y="22881"/>
                </a:lnTo>
                <a:lnTo>
                  <a:pt x="580167" y="22861"/>
                </a:lnTo>
                <a:lnTo>
                  <a:pt x="580164" y="22842"/>
                </a:lnTo>
                <a:lnTo>
                  <a:pt x="580161" y="22823"/>
                </a:lnTo>
                <a:lnTo>
                  <a:pt x="580158" y="22804"/>
                </a:lnTo>
                <a:lnTo>
                  <a:pt x="580154" y="22785"/>
                </a:lnTo>
                <a:lnTo>
                  <a:pt x="580150" y="22767"/>
                </a:lnTo>
                <a:lnTo>
                  <a:pt x="580146" y="22749"/>
                </a:lnTo>
                <a:lnTo>
                  <a:pt x="580142" y="22731"/>
                </a:lnTo>
                <a:lnTo>
                  <a:pt x="580138" y="22713"/>
                </a:lnTo>
                <a:lnTo>
                  <a:pt x="580134" y="22696"/>
                </a:lnTo>
                <a:lnTo>
                  <a:pt x="580129" y="22679"/>
                </a:lnTo>
                <a:lnTo>
                  <a:pt x="580124" y="22662"/>
                </a:lnTo>
                <a:lnTo>
                  <a:pt x="580119" y="22645"/>
                </a:lnTo>
                <a:lnTo>
                  <a:pt x="580114" y="22629"/>
                </a:lnTo>
                <a:lnTo>
                  <a:pt x="580109" y="22613"/>
                </a:lnTo>
                <a:lnTo>
                  <a:pt x="580103" y="22597"/>
                </a:lnTo>
                <a:lnTo>
                  <a:pt x="580098" y="22581"/>
                </a:lnTo>
                <a:lnTo>
                  <a:pt x="580092" y="22566"/>
                </a:lnTo>
                <a:lnTo>
                  <a:pt x="580086" y="22551"/>
                </a:lnTo>
                <a:lnTo>
                  <a:pt x="580080" y="22536"/>
                </a:lnTo>
                <a:lnTo>
                  <a:pt x="580073" y="22522"/>
                </a:lnTo>
                <a:lnTo>
                  <a:pt x="580067" y="22508"/>
                </a:lnTo>
                <a:lnTo>
                  <a:pt x="580060" y="22494"/>
                </a:lnTo>
                <a:lnTo>
                  <a:pt x="580053" y="22480"/>
                </a:lnTo>
                <a:lnTo>
                  <a:pt x="580046" y="22467"/>
                </a:lnTo>
                <a:lnTo>
                  <a:pt x="580039" y="22453"/>
                </a:lnTo>
                <a:lnTo>
                  <a:pt x="580031" y="22440"/>
                </a:lnTo>
                <a:lnTo>
                  <a:pt x="580024" y="22428"/>
                </a:lnTo>
                <a:lnTo>
                  <a:pt x="580016" y="22415"/>
                </a:lnTo>
                <a:lnTo>
                  <a:pt x="580008" y="22403"/>
                </a:lnTo>
                <a:lnTo>
                  <a:pt x="580000" y="22391"/>
                </a:lnTo>
                <a:lnTo>
                  <a:pt x="579992" y="22380"/>
                </a:lnTo>
                <a:lnTo>
                  <a:pt x="579984" y="22368"/>
                </a:lnTo>
                <a:lnTo>
                  <a:pt x="579976" y="22357"/>
                </a:lnTo>
                <a:lnTo>
                  <a:pt x="579967" y="22346"/>
                </a:lnTo>
                <a:lnTo>
                  <a:pt x="579959" y="22336"/>
                </a:lnTo>
                <a:lnTo>
                  <a:pt x="579950" y="22326"/>
                </a:lnTo>
                <a:lnTo>
                  <a:pt x="579941" y="22315"/>
                </a:lnTo>
                <a:lnTo>
                  <a:pt x="579933" y="22306"/>
                </a:lnTo>
                <a:lnTo>
                  <a:pt x="579924" y="22296"/>
                </a:lnTo>
                <a:lnTo>
                  <a:pt x="579915" y="22287"/>
                </a:lnTo>
                <a:lnTo>
                  <a:pt x="579905" y="22278"/>
                </a:lnTo>
                <a:lnTo>
                  <a:pt x="579896" y="22269"/>
                </a:lnTo>
                <a:lnTo>
                  <a:pt x="579886" y="22261"/>
                </a:lnTo>
                <a:lnTo>
                  <a:pt x="579877" y="22252"/>
                </a:lnTo>
                <a:lnTo>
                  <a:pt x="579867" y="22244"/>
                </a:lnTo>
                <a:lnTo>
                  <a:pt x="579857" y="22237"/>
                </a:lnTo>
                <a:lnTo>
                  <a:pt x="579847" y="22229"/>
                </a:lnTo>
                <a:lnTo>
                  <a:pt x="579837" y="22222"/>
                </a:lnTo>
                <a:lnTo>
                  <a:pt x="579827" y="22215"/>
                </a:lnTo>
                <a:lnTo>
                  <a:pt x="579817" y="22209"/>
                </a:lnTo>
                <a:lnTo>
                  <a:pt x="579807" y="22202"/>
                </a:lnTo>
                <a:lnTo>
                  <a:pt x="579796" y="22196"/>
                </a:lnTo>
                <a:lnTo>
                  <a:pt x="579786" y="22190"/>
                </a:lnTo>
                <a:lnTo>
                  <a:pt x="579775" y="22185"/>
                </a:lnTo>
                <a:lnTo>
                  <a:pt x="579765" y="22179"/>
                </a:lnTo>
                <a:lnTo>
                  <a:pt x="579754" y="22174"/>
                </a:lnTo>
                <a:lnTo>
                  <a:pt x="579743" y="22169"/>
                </a:lnTo>
                <a:lnTo>
                  <a:pt x="579733" y="22165"/>
                </a:lnTo>
                <a:lnTo>
                  <a:pt x="579722" y="22160"/>
                </a:lnTo>
                <a:lnTo>
                  <a:pt x="579711" y="22156"/>
                </a:lnTo>
                <a:lnTo>
                  <a:pt x="579701" y="22153"/>
                </a:lnTo>
                <a:lnTo>
                  <a:pt x="579690" y="22149"/>
                </a:lnTo>
                <a:lnTo>
                  <a:pt x="579679" y="22146"/>
                </a:lnTo>
                <a:lnTo>
                  <a:pt x="579668" y="22143"/>
                </a:lnTo>
                <a:lnTo>
                  <a:pt x="579658" y="22140"/>
                </a:lnTo>
                <a:lnTo>
                  <a:pt x="579647" y="22138"/>
                </a:lnTo>
                <a:lnTo>
                  <a:pt x="579636" y="22135"/>
                </a:lnTo>
                <a:lnTo>
                  <a:pt x="579625" y="22133"/>
                </a:lnTo>
                <a:lnTo>
                  <a:pt x="579614" y="22132"/>
                </a:lnTo>
                <a:lnTo>
                  <a:pt x="579603" y="22130"/>
                </a:lnTo>
                <a:lnTo>
                  <a:pt x="579592" y="22129"/>
                </a:lnTo>
                <a:lnTo>
                  <a:pt x="579581" y="22128"/>
                </a:lnTo>
                <a:lnTo>
                  <a:pt x="579570" y="22127"/>
                </a:lnTo>
                <a:lnTo>
                  <a:pt x="579559" y="22127"/>
                </a:lnTo>
                <a:lnTo>
                  <a:pt x="579548" y="22127"/>
                </a:lnTo>
                <a:lnTo>
                  <a:pt x="570139" y="22127"/>
                </a:lnTo>
                <a:lnTo>
                  <a:pt x="573565" y="18546"/>
                </a:lnTo>
                <a:lnTo>
                  <a:pt x="573718" y="18388"/>
                </a:lnTo>
                <a:lnTo>
                  <a:pt x="573869" y="18232"/>
                </a:lnTo>
                <a:lnTo>
                  <a:pt x="574017" y="18077"/>
                </a:lnTo>
                <a:lnTo>
                  <a:pt x="574163" y="17923"/>
                </a:lnTo>
                <a:lnTo>
                  <a:pt x="574306" y="17771"/>
                </a:lnTo>
                <a:lnTo>
                  <a:pt x="574446" y="17621"/>
                </a:lnTo>
                <a:lnTo>
                  <a:pt x="574584" y="17472"/>
                </a:lnTo>
                <a:lnTo>
                  <a:pt x="574720" y="17324"/>
                </a:lnTo>
                <a:lnTo>
                  <a:pt x="574853" y="17179"/>
                </a:lnTo>
                <a:lnTo>
                  <a:pt x="574983" y="17034"/>
                </a:lnTo>
                <a:lnTo>
                  <a:pt x="575111" y="16892"/>
                </a:lnTo>
                <a:lnTo>
                  <a:pt x="575236" y="16750"/>
                </a:lnTo>
                <a:lnTo>
                  <a:pt x="575359" y="16611"/>
                </a:lnTo>
                <a:lnTo>
                  <a:pt x="575479" y="16473"/>
                </a:lnTo>
                <a:lnTo>
                  <a:pt x="575596" y="16336"/>
                </a:lnTo>
                <a:lnTo>
                  <a:pt x="575711" y="16201"/>
                </a:lnTo>
                <a:lnTo>
                  <a:pt x="575824" y="16068"/>
                </a:lnTo>
                <a:lnTo>
                  <a:pt x="575934" y="15936"/>
                </a:lnTo>
                <a:lnTo>
                  <a:pt x="576041" y="15805"/>
                </a:lnTo>
                <a:lnTo>
                  <a:pt x="576146" y="15676"/>
                </a:lnTo>
                <a:lnTo>
                  <a:pt x="576248" y="15549"/>
                </a:lnTo>
                <a:lnTo>
                  <a:pt x="576348" y="15423"/>
                </a:lnTo>
                <a:lnTo>
                  <a:pt x="576445" y="15299"/>
                </a:lnTo>
                <a:lnTo>
                  <a:pt x="576539" y="15176"/>
                </a:lnTo>
                <a:lnTo>
                  <a:pt x="576632" y="15055"/>
                </a:lnTo>
                <a:lnTo>
                  <a:pt x="576722" y="14934"/>
                </a:lnTo>
                <a:lnTo>
                  <a:pt x="576811" y="14815"/>
                </a:lnTo>
                <a:lnTo>
                  <a:pt x="576898" y="14696"/>
                </a:lnTo>
                <a:lnTo>
                  <a:pt x="576983" y="14578"/>
                </a:lnTo>
                <a:lnTo>
                  <a:pt x="577066" y="14461"/>
                </a:lnTo>
                <a:lnTo>
                  <a:pt x="577148" y="14345"/>
                </a:lnTo>
                <a:lnTo>
                  <a:pt x="577227" y="14230"/>
                </a:lnTo>
                <a:lnTo>
                  <a:pt x="577305" y="14116"/>
                </a:lnTo>
                <a:lnTo>
                  <a:pt x="577381" y="14003"/>
                </a:lnTo>
                <a:lnTo>
                  <a:pt x="577455" y="13891"/>
                </a:lnTo>
                <a:lnTo>
                  <a:pt x="577527" y="13780"/>
                </a:lnTo>
                <a:lnTo>
                  <a:pt x="577598" y="13669"/>
                </a:lnTo>
                <a:lnTo>
                  <a:pt x="577667" y="13560"/>
                </a:lnTo>
                <a:lnTo>
                  <a:pt x="577733" y="13451"/>
                </a:lnTo>
                <a:lnTo>
                  <a:pt x="577798" y="13344"/>
                </a:lnTo>
                <a:lnTo>
                  <a:pt x="577862" y="13237"/>
                </a:lnTo>
                <a:lnTo>
                  <a:pt x="577923" y="13132"/>
                </a:lnTo>
                <a:lnTo>
                  <a:pt x="577982" y="13027"/>
                </a:lnTo>
                <a:lnTo>
                  <a:pt x="578040" y="12923"/>
                </a:lnTo>
                <a:lnTo>
                  <a:pt x="578096" y="12820"/>
                </a:lnTo>
                <a:lnTo>
                  <a:pt x="578150" y="12718"/>
                </a:lnTo>
                <a:lnTo>
                  <a:pt x="578202" y="12617"/>
                </a:lnTo>
                <a:lnTo>
                  <a:pt x="578252" y="12517"/>
                </a:lnTo>
                <a:lnTo>
                  <a:pt x="578301" y="12418"/>
                </a:lnTo>
                <a:lnTo>
                  <a:pt x="578348" y="12319"/>
                </a:lnTo>
                <a:lnTo>
                  <a:pt x="578394" y="12221"/>
                </a:lnTo>
                <a:lnTo>
                  <a:pt x="578439" y="12123"/>
                </a:lnTo>
                <a:lnTo>
                  <a:pt x="578482" y="12026"/>
                </a:lnTo>
                <a:lnTo>
                  <a:pt x="578523" y="11929"/>
                </a:lnTo>
                <a:lnTo>
                  <a:pt x="578564" y="11834"/>
                </a:lnTo>
                <a:lnTo>
                  <a:pt x="578602" y="11738"/>
                </a:lnTo>
                <a:lnTo>
                  <a:pt x="578640" y="11644"/>
                </a:lnTo>
                <a:lnTo>
                  <a:pt x="578676" y="11549"/>
                </a:lnTo>
                <a:lnTo>
                  <a:pt x="578710" y="11456"/>
                </a:lnTo>
                <a:lnTo>
                  <a:pt x="578743" y="11363"/>
                </a:lnTo>
                <a:lnTo>
                  <a:pt x="578775" y="11270"/>
                </a:lnTo>
                <a:lnTo>
                  <a:pt x="578805" y="11179"/>
                </a:lnTo>
                <a:lnTo>
                  <a:pt x="578834" y="11087"/>
                </a:lnTo>
                <a:lnTo>
                  <a:pt x="578861" y="10997"/>
                </a:lnTo>
                <a:lnTo>
                  <a:pt x="578887" y="10907"/>
                </a:lnTo>
                <a:lnTo>
                  <a:pt x="578912" y="10817"/>
                </a:lnTo>
                <a:lnTo>
                  <a:pt x="578935" y="10728"/>
                </a:lnTo>
                <a:lnTo>
                  <a:pt x="578957" y="10640"/>
                </a:lnTo>
                <a:lnTo>
                  <a:pt x="578977" y="10552"/>
                </a:lnTo>
                <a:lnTo>
                  <a:pt x="578996" y="10465"/>
                </a:lnTo>
                <a:lnTo>
                  <a:pt x="579013" y="10379"/>
                </a:lnTo>
                <a:lnTo>
                  <a:pt x="579030" y="10293"/>
                </a:lnTo>
                <a:lnTo>
                  <a:pt x="579045" y="10207"/>
                </a:lnTo>
                <a:lnTo>
                  <a:pt x="579059" y="10121"/>
                </a:lnTo>
                <a:lnTo>
                  <a:pt x="579073" y="10035"/>
                </a:lnTo>
                <a:lnTo>
                  <a:pt x="579086" y="9949"/>
                </a:lnTo>
                <a:lnTo>
                  <a:pt x="579098" y="9864"/>
                </a:lnTo>
                <a:lnTo>
                  <a:pt x="579110" y="9778"/>
                </a:lnTo>
                <a:lnTo>
                  <a:pt x="579121" y="9692"/>
                </a:lnTo>
                <a:lnTo>
                  <a:pt x="579132" y="9606"/>
                </a:lnTo>
                <a:lnTo>
                  <a:pt x="579142" y="9520"/>
                </a:lnTo>
                <a:lnTo>
                  <a:pt x="579151" y="9434"/>
                </a:lnTo>
                <a:lnTo>
                  <a:pt x="579159" y="9348"/>
                </a:lnTo>
                <a:lnTo>
                  <a:pt x="579167" y="9262"/>
                </a:lnTo>
                <a:lnTo>
                  <a:pt x="579175" y="9176"/>
                </a:lnTo>
                <a:lnTo>
                  <a:pt x="579181" y="9089"/>
                </a:lnTo>
                <a:lnTo>
                  <a:pt x="579187" y="9003"/>
                </a:lnTo>
                <a:lnTo>
                  <a:pt x="579193" y="8917"/>
                </a:lnTo>
                <a:lnTo>
                  <a:pt x="579198" y="8831"/>
                </a:lnTo>
                <a:lnTo>
                  <a:pt x="579202" y="8745"/>
                </a:lnTo>
                <a:lnTo>
                  <a:pt x="579205" y="8658"/>
                </a:lnTo>
                <a:lnTo>
                  <a:pt x="579208" y="8572"/>
                </a:lnTo>
                <a:lnTo>
                  <a:pt x="579210" y="8486"/>
                </a:lnTo>
                <a:lnTo>
                  <a:pt x="579212" y="8399"/>
                </a:lnTo>
                <a:lnTo>
                  <a:pt x="579213" y="8313"/>
                </a:lnTo>
                <a:lnTo>
                  <a:pt x="579213" y="8227"/>
                </a:lnTo>
                <a:lnTo>
                  <a:pt x="579213" y="8131"/>
                </a:lnTo>
                <a:lnTo>
                  <a:pt x="579211" y="8035"/>
                </a:lnTo>
                <a:lnTo>
                  <a:pt x="579207" y="7940"/>
                </a:lnTo>
                <a:lnTo>
                  <a:pt x="579203" y="7846"/>
                </a:lnTo>
                <a:lnTo>
                  <a:pt x="579197" y="7751"/>
                </a:lnTo>
                <a:lnTo>
                  <a:pt x="579189" y="7658"/>
                </a:lnTo>
                <a:lnTo>
                  <a:pt x="579181" y="7565"/>
                </a:lnTo>
                <a:lnTo>
                  <a:pt x="579171" y="7472"/>
                </a:lnTo>
                <a:lnTo>
                  <a:pt x="579159" y="7380"/>
                </a:lnTo>
                <a:lnTo>
                  <a:pt x="579147" y="7288"/>
                </a:lnTo>
                <a:lnTo>
                  <a:pt x="579133" y="7197"/>
                </a:lnTo>
                <a:lnTo>
                  <a:pt x="579117" y="7106"/>
                </a:lnTo>
                <a:lnTo>
                  <a:pt x="579101" y="7016"/>
                </a:lnTo>
                <a:lnTo>
                  <a:pt x="579083" y="6926"/>
                </a:lnTo>
                <a:lnTo>
                  <a:pt x="579063" y="6836"/>
                </a:lnTo>
                <a:lnTo>
                  <a:pt x="579043" y="6747"/>
                </a:lnTo>
                <a:lnTo>
                  <a:pt x="579020" y="6659"/>
                </a:lnTo>
                <a:lnTo>
                  <a:pt x="578997" y="6571"/>
                </a:lnTo>
                <a:lnTo>
                  <a:pt x="578972" y="6483"/>
                </a:lnTo>
                <a:lnTo>
                  <a:pt x="578946" y="6396"/>
                </a:lnTo>
                <a:lnTo>
                  <a:pt x="578919" y="6310"/>
                </a:lnTo>
                <a:lnTo>
                  <a:pt x="578890" y="6223"/>
                </a:lnTo>
                <a:lnTo>
                  <a:pt x="578860" y="6138"/>
                </a:lnTo>
                <a:lnTo>
                  <a:pt x="578829" y="6052"/>
                </a:lnTo>
                <a:lnTo>
                  <a:pt x="578796" y="5968"/>
                </a:lnTo>
                <a:lnTo>
                  <a:pt x="578762" y="5884"/>
                </a:lnTo>
                <a:lnTo>
                  <a:pt x="578727" y="5801"/>
                </a:lnTo>
                <a:lnTo>
                  <a:pt x="578690" y="5719"/>
                </a:lnTo>
                <a:lnTo>
                  <a:pt x="578652" y="5638"/>
                </a:lnTo>
                <a:lnTo>
                  <a:pt x="578612" y="5558"/>
                </a:lnTo>
                <a:lnTo>
                  <a:pt x="578571" y="5479"/>
                </a:lnTo>
                <a:lnTo>
                  <a:pt x="578529" y="5400"/>
                </a:lnTo>
                <a:lnTo>
                  <a:pt x="578485" y="5322"/>
                </a:lnTo>
                <a:lnTo>
                  <a:pt x="578440" y="5246"/>
                </a:lnTo>
                <a:lnTo>
                  <a:pt x="578394" y="5170"/>
                </a:lnTo>
                <a:lnTo>
                  <a:pt x="578346" y="5095"/>
                </a:lnTo>
                <a:lnTo>
                  <a:pt x="578297" y="5021"/>
                </a:lnTo>
                <a:lnTo>
                  <a:pt x="578247" y="4947"/>
                </a:lnTo>
                <a:lnTo>
                  <a:pt x="578195" y="4875"/>
                </a:lnTo>
                <a:lnTo>
                  <a:pt x="578142" y="4803"/>
                </a:lnTo>
                <a:lnTo>
                  <a:pt x="578087" y="4733"/>
                </a:lnTo>
                <a:lnTo>
                  <a:pt x="578031" y="4663"/>
                </a:lnTo>
                <a:lnTo>
                  <a:pt x="577974" y="4594"/>
                </a:lnTo>
                <a:lnTo>
                  <a:pt x="577916" y="4526"/>
                </a:lnTo>
                <a:lnTo>
                  <a:pt x="577856" y="4459"/>
                </a:lnTo>
                <a:lnTo>
                  <a:pt x="577794" y="4393"/>
                </a:lnTo>
                <a:lnTo>
                  <a:pt x="577732" y="4327"/>
                </a:lnTo>
                <a:lnTo>
                  <a:pt x="577667" y="4263"/>
                </a:lnTo>
                <a:lnTo>
                  <a:pt x="577602" y="4199"/>
                </a:lnTo>
                <a:lnTo>
                  <a:pt x="577535" y="4137"/>
                </a:lnTo>
                <a:lnTo>
                  <a:pt x="577467" y="4075"/>
                </a:lnTo>
                <a:lnTo>
                  <a:pt x="577397" y="4015"/>
                </a:lnTo>
                <a:lnTo>
                  <a:pt x="577326" y="3956"/>
                </a:lnTo>
                <a:lnTo>
                  <a:pt x="577254" y="3898"/>
                </a:lnTo>
                <a:lnTo>
                  <a:pt x="577180" y="3842"/>
                </a:lnTo>
                <a:lnTo>
                  <a:pt x="577105" y="3786"/>
                </a:lnTo>
                <a:lnTo>
                  <a:pt x="577028" y="3732"/>
                </a:lnTo>
                <a:lnTo>
                  <a:pt x="576950" y="3678"/>
                </a:lnTo>
                <a:lnTo>
                  <a:pt x="576871" y="3626"/>
                </a:lnTo>
                <a:lnTo>
                  <a:pt x="576790" y="3575"/>
                </a:lnTo>
                <a:lnTo>
                  <a:pt x="576708" y="3525"/>
                </a:lnTo>
                <a:lnTo>
                  <a:pt x="576624" y="3476"/>
                </a:lnTo>
                <a:lnTo>
                  <a:pt x="576539" y="3429"/>
                </a:lnTo>
                <a:lnTo>
                  <a:pt x="576453" y="3382"/>
                </a:lnTo>
                <a:lnTo>
                  <a:pt x="576365" y="3337"/>
                </a:lnTo>
                <a:lnTo>
                  <a:pt x="576276" y="3292"/>
                </a:lnTo>
                <a:lnTo>
                  <a:pt x="576186" y="3249"/>
                </a:lnTo>
                <a:lnTo>
                  <a:pt x="576094" y="3207"/>
                </a:lnTo>
                <a:lnTo>
                  <a:pt x="576000" y="3166"/>
                </a:lnTo>
                <a:lnTo>
                  <a:pt x="575906" y="3127"/>
                </a:lnTo>
                <a:lnTo>
                  <a:pt x="575810" y="3088"/>
                </a:lnTo>
                <a:lnTo>
                  <a:pt x="575712" y="3050"/>
                </a:lnTo>
                <a:lnTo>
                  <a:pt x="575613" y="3014"/>
                </a:lnTo>
                <a:lnTo>
                  <a:pt x="575513" y="2980"/>
                </a:lnTo>
                <a:lnTo>
                  <a:pt x="575411" y="2947"/>
                </a:lnTo>
                <a:lnTo>
                  <a:pt x="575308" y="2915"/>
                </a:lnTo>
                <a:lnTo>
                  <a:pt x="575204" y="2885"/>
                </a:lnTo>
                <a:lnTo>
                  <a:pt x="575098" y="2857"/>
                </a:lnTo>
                <a:lnTo>
                  <a:pt x="574991" y="2830"/>
                </a:lnTo>
                <a:lnTo>
                  <a:pt x="574883" y="2804"/>
                </a:lnTo>
                <a:lnTo>
                  <a:pt x="574773" y="2780"/>
                </a:lnTo>
                <a:lnTo>
                  <a:pt x="574662" y="2758"/>
                </a:lnTo>
                <a:lnTo>
                  <a:pt x="574550" y="2737"/>
                </a:lnTo>
                <a:lnTo>
                  <a:pt x="574436" y="2718"/>
                </a:lnTo>
                <a:lnTo>
                  <a:pt x="574321" y="2700"/>
                </a:lnTo>
                <a:lnTo>
                  <a:pt x="574204" y="2684"/>
                </a:lnTo>
                <a:lnTo>
                  <a:pt x="574086" y="2669"/>
                </a:lnTo>
                <a:lnTo>
                  <a:pt x="573967" y="2656"/>
                </a:lnTo>
                <a:lnTo>
                  <a:pt x="573846" y="2645"/>
                </a:lnTo>
                <a:lnTo>
                  <a:pt x="573724" y="2635"/>
                </a:lnTo>
                <a:lnTo>
                  <a:pt x="573600" y="2626"/>
                </a:lnTo>
                <a:lnTo>
                  <a:pt x="573476" y="2619"/>
                </a:lnTo>
                <a:lnTo>
                  <a:pt x="573350" y="2614"/>
                </a:lnTo>
                <a:lnTo>
                  <a:pt x="573222" y="2610"/>
                </a:lnTo>
                <a:lnTo>
                  <a:pt x="573093" y="2608"/>
                </a:lnTo>
                <a:lnTo>
                  <a:pt x="572963" y="2607"/>
                </a:lnTo>
                <a:lnTo>
                  <a:pt x="572881" y="2607"/>
                </a:lnTo>
                <a:lnTo>
                  <a:pt x="572799" y="2608"/>
                </a:lnTo>
                <a:lnTo>
                  <a:pt x="572718" y="2610"/>
                </a:lnTo>
                <a:lnTo>
                  <a:pt x="572637" y="2613"/>
                </a:lnTo>
                <a:lnTo>
                  <a:pt x="572556" y="2616"/>
                </a:lnTo>
                <a:lnTo>
                  <a:pt x="572476" y="2620"/>
                </a:lnTo>
                <a:lnTo>
                  <a:pt x="572396" y="2624"/>
                </a:lnTo>
                <a:lnTo>
                  <a:pt x="572316" y="2629"/>
                </a:lnTo>
                <a:lnTo>
                  <a:pt x="572236" y="2635"/>
                </a:lnTo>
                <a:lnTo>
                  <a:pt x="572157" y="2642"/>
                </a:lnTo>
                <a:lnTo>
                  <a:pt x="572078" y="2649"/>
                </a:lnTo>
                <a:lnTo>
                  <a:pt x="572000" y="2657"/>
                </a:lnTo>
                <a:lnTo>
                  <a:pt x="571922" y="2666"/>
                </a:lnTo>
                <a:lnTo>
                  <a:pt x="571844" y="2675"/>
                </a:lnTo>
                <a:lnTo>
                  <a:pt x="571766" y="2685"/>
                </a:lnTo>
                <a:lnTo>
                  <a:pt x="571689" y="2696"/>
                </a:lnTo>
                <a:lnTo>
                  <a:pt x="571612" y="2708"/>
                </a:lnTo>
                <a:lnTo>
                  <a:pt x="571536" y="2720"/>
                </a:lnTo>
                <a:lnTo>
                  <a:pt x="571459" y="2733"/>
                </a:lnTo>
                <a:lnTo>
                  <a:pt x="571383" y="2746"/>
                </a:lnTo>
                <a:lnTo>
                  <a:pt x="571308" y="2761"/>
                </a:lnTo>
                <a:lnTo>
                  <a:pt x="571233" y="2776"/>
                </a:lnTo>
                <a:lnTo>
                  <a:pt x="571158" y="2791"/>
                </a:lnTo>
                <a:lnTo>
                  <a:pt x="571083" y="2808"/>
                </a:lnTo>
                <a:lnTo>
                  <a:pt x="571009" y="2825"/>
                </a:lnTo>
                <a:lnTo>
                  <a:pt x="570935" y="2842"/>
                </a:lnTo>
                <a:lnTo>
                  <a:pt x="570862" y="2859"/>
                </a:lnTo>
                <a:lnTo>
                  <a:pt x="570789" y="2877"/>
                </a:lnTo>
                <a:lnTo>
                  <a:pt x="570717" y="2895"/>
                </a:lnTo>
                <a:lnTo>
                  <a:pt x="570645" y="2914"/>
                </a:lnTo>
                <a:lnTo>
                  <a:pt x="570574" y="2932"/>
                </a:lnTo>
                <a:lnTo>
                  <a:pt x="570503" y="2952"/>
                </a:lnTo>
                <a:lnTo>
                  <a:pt x="570433" y="2971"/>
                </a:lnTo>
                <a:lnTo>
                  <a:pt x="570364" y="2991"/>
                </a:lnTo>
                <a:lnTo>
                  <a:pt x="570295" y="3011"/>
                </a:lnTo>
                <a:lnTo>
                  <a:pt x="570226" y="3031"/>
                </a:lnTo>
                <a:lnTo>
                  <a:pt x="570158" y="3052"/>
                </a:lnTo>
                <a:lnTo>
                  <a:pt x="570091" y="3073"/>
                </a:lnTo>
                <a:lnTo>
                  <a:pt x="570024" y="3094"/>
                </a:lnTo>
                <a:lnTo>
                  <a:pt x="569958" y="3116"/>
                </a:lnTo>
                <a:lnTo>
                  <a:pt x="569892" y="3138"/>
                </a:lnTo>
                <a:lnTo>
                  <a:pt x="569826" y="3160"/>
                </a:lnTo>
                <a:lnTo>
                  <a:pt x="569761" y="3183"/>
                </a:lnTo>
                <a:lnTo>
                  <a:pt x="569697" y="3206"/>
                </a:lnTo>
                <a:lnTo>
                  <a:pt x="569633" y="3229"/>
                </a:lnTo>
                <a:lnTo>
                  <a:pt x="569570" y="3253"/>
                </a:lnTo>
                <a:lnTo>
                  <a:pt x="569507" y="3276"/>
                </a:lnTo>
                <a:lnTo>
                  <a:pt x="569445" y="3301"/>
                </a:lnTo>
                <a:lnTo>
                  <a:pt x="569384" y="3325"/>
                </a:lnTo>
                <a:lnTo>
                  <a:pt x="569323" y="3349"/>
                </a:lnTo>
                <a:lnTo>
                  <a:pt x="569263" y="3374"/>
                </a:lnTo>
                <a:lnTo>
                  <a:pt x="569204" y="3398"/>
                </a:lnTo>
                <a:lnTo>
                  <a:pt x="569146" y="3423"/>
                </a:lnTo>
                <a:lnTo>
                  <a:pt x="569089" y="3447"/>
                </a:lnTo>
                <a:lnTo>
                  <a:pt x="569033" y="3472"/>
                </a:lnTo>
                <a:lnTo>
                  <a:pt x="568977" y="3497"/>
                </a:lnTo>
                <a:lnTo>
                  <a:pt x="568923" y="3521"/>
                </a:lnTo>
                <a:lnTo>
                  <a:pt x="568869" y="3546"/>
                </a:lnTo>
                <a:lnTo>
                  <a:pt x="568816" y="3571"/>
                </a:lnTo>
                <a:lnTo>
                  <a:pt x="568764" y="3595"/>
                </a:lnTo>
                <a:lnTo>
                  <a:pt x="568713" y="3620"/>
                </a:lnTo>
                <a:lnTo>
                  <a:pt x="568663" y="3645"/>
                </a:lnTo>
                <a:lnTo>
                  <a:pt x="568613" y="3670"/>
                </a:lnTo>
                <a:lnTo>
                  <a:pt x="568565" y="3694"/>
                </a:lnTo>
                <a:lnTo>
                  <a:pt x="568517" y="3719"/>
                </a:lnTo>
                <a:lnTo>
                  <a:pt x="568471" y="3744"/>
                </a:lnTo>
                <a:lnTo>
                  <a:pt x="568425" y="3769"/>
                </a:lnTo>
                <a:lnTo>
                  <a:pt x="568380" y="3794"/>
                </a:lnTo>
                <a:lnTo>
                  <a:pt x="568336" y="3819"/>
                </a:lnTo>
                <a:lnTo>
                  <a:pt x="568292" y="3844"/>
                </a:lnTo>
                <a:lnTo>
                  <a:pt x="568250" y="3869"/>
                </a:lnTo>
                <a:lnTo>
                  <a:pt x="568208" y="3894"/>
                </a:lnTo>
                <a:lnTo>
                  <a:pt x="568168" y="3919"/>
                </a:lnTo>
                <a:lnTo>
                  <a:pt x="568128" y="3943"/>
                </a:lnTo>
                <a:lnTo>
                  <a:pt x="568090" y="3967"/>
                </a:lnTo>
                <a:lnTo>
                  <a:pt x="568052" y="3991"/>
                </a:lnTo>
                <a:lnTo>
                  <a:pt x="568016" y="4014"/>
                </a:lnTo>
                <a:lnTo>
                  <a:pt x="567980" y="4037"/>
                </a:lnTo>
                <a:lnTo>
                  <a:pt x="567946" y="4059"/>
                </a:lnTo>
                <a:lnTo>
                  <a:pt x="567912" y="4081"/>
                </a:lnTo>
                <a:lnTo>
                  <a:pt x="567880" y="4102"/>
                </a:lnTo>
                <a:lnTo>
                  <a:pt x="567848" y="4123"/>
                </a:lnTo>
                <a:lnTo>
                  <a:pt x="567818" y="4143"/>
                </a:lnTo>
                <a:lnTo>
                  <a:pt x="567788" y="4163"/>
                </a:lnTo>
                <a:lnTo>
                  <a:pt x="567760" y="4183"/>
                </a:lnTo>
                <a:lnTo>
                  <a:pt x="567733" y="4202"/>
                </a:lnTo>
                <a:lnTo>
                  <a:pt x="567706" y="4221"/>
                </a:lnTo>
                <a:lnTo>
                  <a:pt x="567681" y="4239"/>
                </a:lnTo>
                <a:lnTo>
                  <a:pt x="567657" y="4257"/>
                </a:lnTo>
                <a:lnTo>
                  <a:pt x="567633" y="4275"/>
                </a:lnTo>
                <a:lnTo>
                  <a:pt x="567611" y="4292"/>
                </a:lnTo>
                <a:lnTo>
                  <a:pt x="567590" y="4308"/>
                </a:lnTo>
                <a:lnTo>
                  <a:pt x="567570" y="4324"/>
                </a:lnTo>
                <a:lnTo>
                  <a:pt x="567550" y="4340"/>
                </a:lnTo>
                <a:lnTo>
                  <a:pt x="567532" y="4355"/>
                </a:lnTo>
                <a:lnTo>
                  <a:pt x="567515" y="4370"/>
                </a:lnTo>
                <a:lnTo>
                  <a:pt x="567498" y="4385"/>
                </a:lnTo>
                <a:lnTo>
                  <a:pt x="567482" y="4399"/>
                </a:lnTo>
                <a:lnTo>
                  <a:pt x="567467" y="4413"/>
                </a:lnTo>
                <a:lnTo>
                  <a:pt x="567452" y="4427"/>
                </a:lnTo>
                <a:lnTo>
                  <a:pt x="567437" y="4441"/>
                </a:lnTo>
                <a:lnTo>
                  <a:pt x="567423" y="4454"/>
                </a:lnTo>
                <a:lnTo>
                  <a:pt x="567409" y="4468"/>
                </a:lnTo>
                <a:lnTo>
                  <a:pt x="567396" y="4481"/>
                </a:lnTo>
                <a:lnTo>
                  <a:pt x="567383" y="4494"/>
                </a:lnTo>
                <a:lnTo>
                  <a:pt x="567371" y="4506"/>
                </a:lnTo>
                <a:lnTo>
                  <a:pt x="567359" y="4519"/>
                </a:lnTo>
                <a:lnTo>
                  <a:pt x="567348" y="4531"/>
                </a:lnTo>
                <a:lnTo>
                  <a:pt x="567337" y="4543"/>
                </a:lnTo>
                <a:lnTo>
                  <a:pt x="567326" y="4555"/>
                </a:lnTo>
                <a:lnTo>
                  <a:pt x="567316" y="4567"/>
                </a:lnTo>
                <a:lnTo>
                  <a:pt x="567307" y="4578"/>
                </a:lnTo>
                <a:lnTo>
                  <a:pt x="567298" y="4589"/>
                </a:lnTo>
                <a:lnTo>
                  <a:pt x="567289" y="4601"/>
                </a:lnTo>
                <a:lnTo>
                  <a:pt x="567281" y="4611"/>
                </a:lnTo>
                <a:lnTo>
                  <a:pt x="567273" y="4622"/>
                </a:lnTo>
                <a:lnTo>
                  <a:pt x="567266" y="4633"/>
                </a:lnTo>
                <a:lnTo>
                  <a:pt x="567259" y="4643"/>
                </a:lnTo>
                <a:lnTo>
                  <a:pt x="567253" y="4653"/>
                </a:lnTo>
                <a:lnTo>
                  <a:pt x="567247" y="4663"/>
                </a:lnTo>
                <a:lnTo>
                  <a:pt x="567242" y="4672"/>
                </a:lnTo>
                <a:lnTo>
                  <a:pt x="567236" y="4682"/>
                </a:lnTo>
                <a:lnTo>
                  <a:pt x="567231" y="4692"/>
                </a:lnTo>
                <a:lnTo>
                  <a:pt x="567226" y="4702"/>
                </a:lnTo>
                <a:lnTo>
                  <a:pt x="567221" y="4712"/>
                </a:lnTo>
                <a:lnTo>
                  <a:pt x="567216" y="4722"/>
                </a:lnTo>
                <a:lnTo>
                  <a:pt x="567211" y="4732"/>
                </a:lnTo>
                <a:lnTo>
                  <a:pt x="567206" y="4743"/>
                </a:lnTo>
                <a:lnTo>
                  <a:pt x="567201" y="4753"/>
                </a:lnTo>
                <a:lnTo>
                  <a:pt x="567196" y="4763"/>
                </a:lnTo>
                <a:lnTo>
                  <a:pt x="567191" y="4773"/>
                </a:lnTo>
                <a:lnTo>
                  <a:pt x="567187" y="4784"/>
                </a:lnTo>
                <a:lnTo>
                  <a:pt x="567182" y="4794"/>
                </a:lnTo>
                <a:lnTo>
                  <a:pt x="567178" y="4805"/>
                </a:lnTo>
                <a:lnTo>
                  <a:pt x="567174" y="4815"/>
                </a:lnTo>
                <a:lnTo>
                  <a:pt x="567169" y="4826"/>
                </a:lnTo>
                <a:lnTo>
                  <a:pt x="567165" y="4837"/>
                </a:lnTo>
                <a:lnTo>
                  <a:pt x="567161" y="4848"/>
                </a:lnTo>
                <a:lnTo>
                  <a:pt x="567157" y="4858"/>
                </a:lnTo>
                <a:lnTo>
                  <a:pt x="567153" y="4869"/>
                </a:lnTo>
                <a:lnTo>
                  <a:pt x="567150" y="4880"/>
                </a:lnTo>
                <a:lnTo>
                  <a:pt x="567146" y="4891"/>
                </a:lnTo>
                <a:lnTo>
                  <a:pt x="567142" y="4902"/>
                </a:lnTo>
                <a:lnTo>
                  <a:pt x="567139" y="4913"/>
                </a:lnTo>
                <a:lnTo>
                  <a:pt x="567135" y="4925"/>
                </a:lnTo>
                <a:lnTo>
                  <a:pt x="567132" y="4936"/>
                </a:lnTo>
                <a:lnTo>
                  <a:pt x="567129" y="4948"/>
                </a:lnTo>
                <a:lnTo>
                  <a:pt x="567126" y="4959"/>
                </a:lnTo>
                <a:lnTo>
                  <a:pt x="567122" y="4971"/>
                </a:lnTo>
                <a:lnTo>
                  <a:pt x="567119" y="4983"/>
                </a:lnTo>
                <a:lnTo>
                  <a:pt x="567117" y="4996"/>
                </a:lnTo>
                <a:lnTo>
                  <a:pt x="567114" y="5008"/>
                </a:lnTo>
                <a:lnTo>
                  <a:pt x="567111" y="5021"/>
                </a:lnTo>
                <a:lnTo>
                  <a:pt x="567108" y="5034"/>
                </a:lnTo>
                <a:lnTo>
                  <a:pt x="567106" y="5046"/>
                </a:lnTo>
                <a:lnTo>
                  <a:pt x="567103" y="5060"/>
                </a:lnTo>
                <a:lnTo>
                  <a:pt x="567101" y="5073"/>
                </a:lnTo>
                <a:lnTo>
                  <a:pt x="567099" y="5086"/>
                </a:lnTo>
                <a:lnTo>
                  <a:pt x="567096" y="5100"/>
                </a:lnTo>
                <a:lnTo>
                  <a:pt x="567094" y="5114"/>
                </a:lnTo>
                <a:lnTo>
                  <a:pt x="567092" y="5128"/>
                </a:lnTo>
                <a:lnTo>
                  <a:pt x="567090" y="5142"/>
                </a:lnTo>
                <a:lnTo>
                  <a:pt x="567088" y="5156"/>
                </a:lnTo>
                <a:lnTo>
                  <a:pt x="567087" y="5171"/>
                </a:lnTo>
                <a:lnTo>
                  <a:pt x="567085" y="5186"/>
                </a:lnTo>
                <a:lnTo>
                  <a:pt x="567083" y="5201"/>
                </a:lnTo>
                <a:lnTo>
                  <a:pt x="567082" y="5216"/>
                </a:lnTo>
                <a:lnTo>
                  <a:pt x="567080" y="5231"/>
                </a:lnTo>
                <a:lnTo>
                  <a:pt x="567079" y="5246"/>
                </a:lnTo>
                <a:lnTo>
                  <a:pt x="567078" y="5262"/>
                </a:lnTo>
                <a:lnTo>
                  <a:pt x="567076" y="5278"/>
                </a:lnTo>
                <a:lnTo>
                  <a:pt x="567075" y="5294"/>
                </a:lnTo>
                <a:lnTo>
                  <a:pt x="567074" y="5310"/>
                </a:lnTo>
                <a:lnTo>
                  <a:pt x="567073" y="5327"/>
                </a:lnTo>
                <a:lnTo>
                  <a:pt x="567072" y="5344"/>
                </a:lnTo>
                <a:lnTo>
                  <a:pt x="567071" y="5361"/>
                </a:lnTo>
                <a:lnTo>
                  <a:pt x="567070" y="5378"/>
                </a:lnTo>
                <a:lnTo>
                  <a:pt x="567069" y="5396"/>
                </a:lnTo>
                <a:lnTo>
                  <a:pt x="567068" y="5413"/>
                </a:lnTo>
                <a:lnTo>
                  <a:pt x="567068" y="5431"/>
                </a:lnTo>
                <a:lnTo>
                  <a:pt x="567067" y="5450"/>
                </a:lnTo>
                <a:lnTo>
                  <a:pt x="567066" y="5468"/>
                </a:lnTo>
                <a:lnTo>
                  <a:pt x="567066" y="5487"/>
                </a:lnTo>
                <a:lnTo>
                  <a:pt x="567065" y="5506"/>
                </a:lnTo>
                <a:lnTo>
                  <a:pt x="567065" y="5525"/>
                </a:lnTo>
                <a:lnTo>
                  <a:pt x="567065" y="5544"/>
                </a:lnTo>
                <a:lnTo>
                  <a:pt x="567064" y="5564"/>
                </a:lnTo>
                <a:lnTo>
                  <a:pt x="567064" y="5584"/>
                </a:lnTo>
                <a:lnTo>
                  <a:pt x="567064" y="5604"/>
                </a:lnTo>
                <a:lnTo>
                  <a:pt x="567064" y="5624"/>
                </a:lnTo>
                <a:lnTo>
                  <a:pt x="567064" y="5645"/>
                </a:lnTo>
                <a:lnTo>
                  <a:pt x="567064" y="5665"/>
                </a:lnTo>
                <a:lnTo>
                  <a:pt x="567064" y="5695"/>
                </a:lnTo>
                <a:lnTo>
                  <a:pt x="567064" y="5723"/>
                </a:lnTo>
                <a:lnTo>
                  <a:pt x="567064" y="5752"/>
                </a:lnTo>
                <a:lnTo>
                  <a:pt x="567064" y="5780"/>
                </a:lnTo>
                <a:lnTo>
                  <a:pt x="567065" y="5807"/>
                </a:lnTo>
                <a:lnTo>
                  <a:pt x="567066" y="5835"/>
                </a:lnTo>
                <a:lnTo>
                  <a:pt x="567066" y="5862"/>
                </a:lnTo>
                <a:lnTo>
                  <a:pt x="567067" y="5888"/>
                </a:lnTo>
                <a:lnTo>
                  <a:pt x="567068" y="5915"/>
                </a:lnTo>
                <a:lnTo>
                  <a:pt x="567069" y="5940"/>
                </a:lnTo>
                <a:lnTo>
                  <a:pt x="567071" y="5966"/>
                </a:lnTo>
                <a:lnTo>
                  <a:pt x="567072" y="5991"/>
                </a:lnTo>
                <a:lnTo>
                  <a:pt x="567073" y="6016"/>
                </a:lnTo>
                <a:lnTo>
                  <a:pt x="567075" y="6041"/>
                </a:lnTo>
                <a:lnTo>
                  <a:pt x="567077" y="6065"/>
                </a:lnTo>
                <a:lnTo>
                  <a:pt x="567078" y="6089"/>
                </a:lnTo>
                <a:lnTo>
                  <a:pt x="567080" y="6112"/>
                </a:lnTo>
                <a:lnTo>
                  <a:pt x="567082" y="6135"/>
                </a:lnTo>
                <a:lnTo>
                  <a:pt x="567085" y="6158"/>
                </a:lnTo>
                <a:lnTo>
                  <a:pt x="567087" y="6181"/>
                </a:lnTo>
                <a:lnTo>
                  <a:pt x="567089" y="6203"/>
                </a:lnTo>
                <a:lnTo>
                  <a:pt x="567092" y="6225"/>
                </a:lnTo>
                <a:lnTo>
                  <a:pt x="567094" y="6246"/>
                </a:lnTo>
                <a:lnTo>
                  <a:pt x="567097" y="6267"/>
                </a:lnTo>
                <a:lnTo>
                  <a:pt x="567100" y="6288"/>
                </a:lnTo>
                <a:lnTo>
                  <a:pt x="567103" y="6308"/>
                </a:lnTo>
                <a:lnTo>
                  <a:pt x="567106" y="6328"/>
                </a:lnTo>
                <a:lnTo>
                  <a:pt x="567109" y="6348"/>
                </a:lnTo>
                <a:lnTo>
                  <a:pt x="567112" y="6367"/>
                </a:lnTo>
                <a:lnTo>
                  <a:pt x="567115" y="6386"/>
                </a:lnTo>
                <a:lnTo>
                  <a:pt x="567119" y="6405"/>
                </a:lnTo>
                <a:lnTo>
                  <a:pt x="567122" y="6423"/>
                </a:lnTo>
                <a:lnTo>
                  <a:pt x="567126" y="6441"/>
                </a:lnTo>
                <a:lnTo>
                  <a:pt x="567129" y="6459"/>
                </a:lnTo>
                <a:lnTo>
                  <a:pt x="567133" y="6476"/>
                </a:lnTo>
                <a:lnTo>
                  <a:pt x="567137" y="6493"/>
                </a:lnTo>
                <a:lnTo>
                  <a:pt x="567141" y="6509"/>
                </a:lnTo>
                <a:lnTo>
                  <a:pt x="567145" y="6525"/>
                </a:lnTo>
                <a:lnTo>
                  <a:pt x="567149" y="6541"/>
                </a:lnTo>
                <a:lnTo>
                  <a:pt x="567153" y="6557"/>
                </a:lnTo>
                <a:lnTo>
                  <a:pt x="567157" y="6572"/>
                </a:lnTo>
                <a:lnTo>
                  <a:pt x="567161" y="6587"/>
                </a:lnTo>
                <a:lnTo>
                  <a:pt x="567166" y="6601"/>
                </a:lnTo>
                <a:lnTo>
                  <a:pt x="567170" y="6615"/>
                </a:lnTo>
                <a:lnTo>
                  <a:pt x="567175" y="6629"/>
                </a:lnTo>
                <a:lnTo>
                  <a:pt x="567179" y="6642"/>
                </a:lnTo>
                <a:lnTo>
                  <a:pt x="567184" y="6655"/>
                </a:lnTo>
                <a:lnTo>
                  <a:pt x="567189" y="6668"/>
                </a:lnTo>
                <a:lnTo>
                  <a:pt x="567194" y="6681"/>
                </a:lnTo>
                <a:lnTo>
                  <a:pt x="567199" y="6693"/>
                </a:lnTo>
                <a:lnTo>
                  <a:pt x="567204" y="6704"/>
                </a:lnTo>
                <a:lnTo>
                  <a:pt x="567209" y="6716"/>
                </a:lnTo>
                <a:lnTo>
                  <a:pt x="567215" y="6727"/>
                </a:lnTo>
                <a:lnTo>
                  <a:pt x="567220" y="6738"/>
                </a:lnTo>
                <a:lnTo>
                  <a:pt x="567226" y="6749"/>
                </a:lnTo>
                <a:lnTo>
                  <a:pt x="567232" y="6759"/>
                </a:lnTo>
                <a:lnTo>
                  <a:pt x="567237" y="6769"/>
                </a:lnTo>
                <a:lnTo>
                  <a:pt x="567243" y="6779"/>
                </a:lnTo>
                <a:lnTo>
                  <a:pt x="567250" y="6788"/>
                </a:lnTo>
                <a:lnTo>
                  <a:pt x="567256" y="6798"/>
                </a:lnTo>
                <a:lnTo>
                  <a:pt x="567262" y="6807"/>
                </a:lnTo>
                <a:lnTo>
                  <a:pt x="567269" y="6815"/>
                </a:lnTo>
                <a:lnTo>
                  <a:pt x="567275" y="6824"/>
                </a:lnTo>
                <a:lnTo>
                  <a:pt x="567282" y="6832"/>
                </a:lnTo>
                <a:lnTo>
                  <a:pt x="567289" y="6839"/>
                </a:lnTo>
                <a:lnTo>
                  <a:pt x="567295" y="6847"/>
                </a:lnTo>
                <a:lnTo>
                  <a:pt x="567302" y="6854"/>
                </a:lnTo>
                <a:lnTo>
                  <a:pt x="567310" y="6861"/>
                </a:lnTo>
                <a:lnTo>
                  <a:pt x="567317" y="6867"/>
                </a:lnTo>
                <a:lnTo>
                  <a:pt x="567324" y="6874"/>
                </a:lnTo>
                <a:lnTo>
                  <a:pt x="567332" y="6880"/>
                </a:lnTo>
                <a:lnTo>
                  <a:pt x="567339" y="6885"/>
                </a:lnTo>
                <a:lnTo>
                  <a:pt x="567347" y="6891"/>
                </a:lnTo>
                <a:lnTo>
                  <a:pt x="567355" y="6896"/>
                </a:lnTo>
                <a:lnTo>
                  <a:pt x="567363" y="6901"/>
                </a:lnTo>
                <a:lnTo>
                  <a:pt x="567371" y="6906"/>
                </a:lnTo>
                <a:lnTo>
                  <a:pt x="567379" y="6910"/>
                </a:lnTo>
                <a:lnTo>
                  <a:pt x="567387" y="6915"/>
                </a:lnTo>
                <a:lnTo>
                  <a:pt x="567395" y="6919"/>
                </a:lnTo>
                <a:lnTo>
                  <a:pt x="567403" y="6923"/>
                </a:lnTo>
                <a:lnTo>
                  <a:pt x="567412" y="6926"/>
                </a:lnTo>
                <a:lnTo>
                  <a:pt x="567420" y="6930"/>
                </a:lnTo>
                <a:lnTo>
                  <a:pt x="567429" y="6933"/>
                </a:lnTo>
                <a:lnTo>
                  <a:pt x="567438" y="6936"/>
                </a:lnTo>
                <a:lnTo>
                  <a:pt x="567446" y="6938"/>
                </a:lnTo>
                <a:lnTo>
                  <a:pt x="567455" y="6941"/>
                </a:lnTo>
                <a:lnTo>
                  <a:pt x="567464" y="6943"/>
                </a:lnTo>
                <a:lnTo>
                  <a:pt x="567473" y="6945"/>
                </a:lnTo>
                <a:lnTo>
                  <a:pt x="567482" y="6947"/>
                </a:lnTo>
                <a:lnTo>
                  <a:pt x="567491" y="6948"/>
                </a:lnTo>
                <a:lnTo>
                  <a:pt x="567501" y="6949"/>
                </a:lnTo>
                <a:lnTo>
                  <a:pt x="567510" y="6950"/>
                </a:lnTo>
                <a:lnTo>
                  <a:pt x="567519" y="6951"/>
                </a:lnTo>
                <a:lnTo>
                  <a:pt x="567529" y="6952"/>
                </a:lnTo>
                <a:lnTo>
                  <a:pt x="567539" y="6952"/>
                </a:lnTo>
                <a:lnTo>
                  <a:pt x="567548" y="6952"/>
                </a:lnTo>
                <a:lnTo>
                  <a:pt x="567565" y="6952"/>
                </a:lnTo>
                <a:lnTo>
                  <a:pt x="567583" y="6950"/>
                </a:lnTo>
                <a:lnTo>
                  <a:pt x="567602" y="6948"/>
                </a:lnTo>
                <a:lnTo>
                  <a:pt x="567621" y="6944"/>
                </a:lnTo>
                <a:lnTo>
                  <a:pt x="567641" y="6940"/>
                </a:lnTo>
                <a:lnTo>
                  <a:pt x="567662" y="6935"/>
                </a:lnTo>
                <a:lnTo>
                  <a:pt x="567683" y="6928"/>
                </a:lnTo>
                <a:lnTo>
                  <a:pt x="567705" y="6921"/>
                </a:lnTo>
                <a:lnTo>
                  <a:pt x="567728" y="6912"/>
                </a:lnTo>
                <a:lnTo>
                  <a:pt x="567752" y="6903"/>
                </a:lnTo>
                <a:lnTo>
                  <a:pt x="567776" y="6893"/>
                </a:lnTo>
                <a:lnTo>
                  <a:pt x="567801" y="6881"/>
                </a:lnTo>
                <a:lnTo>
                  <a:pt x="567827" y="6869"/>
                </a:lnTo>
                <a:lnTo>
                  <a:pt x="567853" y="6856"/>
                </a:lnTo>
                <a:lnTo>
                  <a:pt x="567881" y="6841"/>
                </a:lnTo>
                <a:lnTo>
                  <a:pt x="567908" y="6826"/>
                </a:lnTo>
                <a:lnTo>
                  <a:pt x="567937" y="6810"/>
                </a:lnTo>
                <a:lnTo>
                  <a:pt x="567967" y="6792"/>
                </a:lnTo>
                <a:lnTo>
                  <a:pt x="567997" y="6774"/>
                </a:lnTo>
                <a:lnTo>
                  <a:pt x="568028" y="6755"/>
                </a:lnTo>
                <a:lnTo>
                  <a:pt x="568059" y="6735"/>
                </a:lnTo>
                <a:lnTo>
                  <a:pt x="568091" y="6714"/>
                </a:lnTo>
                <a:lnTo>
                  <a:pt x="568124" y="6691"/>
                </a:lnTo>
                <a:lnTo>
                  <a:pt x="568158" y="6668"/>
                </a:lnTo>
                <a:lnTo>
                  <a:pt x="568193" y="6644"/>
                </a:lnTo>
                <a:lnTo>
                  <a:pt x="568228" y="6620"/>
                </a:lnTo>
                <a:lnTo>
                  <a:pt x="568264" y="6596"/>
                </a:lnTo>
                <a:lnTo>
                  <a:pt x="568300" y="6572"/>
                </a:lnTo>
                <a:lnTo>
                  <a:pt x="568338" y="6548"/>
                </a:lnTo>
                <a:lnTo>
                  <a:pt x="568375" y="6523"/>
                </a:lnTo>
                <a:lnTo>
                  <a:pt x="568414" y="6498"/>
                </a:lnTo>
                <a:lnTo>
                  <a:pt x="568453" y="6473"/>
                </a:lnTo>
                <a:lnTo>
                  <a:pt x="568494" y="6448"/>
                </a:lnTo>
                <a:lnTo>
                  <a:pt x="568534" y="6423"/>
                </a:lnTo>
                <a:lnTo>
                  <a:pt x="568576" y="6397"/>
                </a:lnTo>
                <a:lnTo>
                  <a:pt x="568618" y="6372"/>
                </a:lnTo>
                <a:lnTo>
                  <a:pt x="568661" y="6346"/>
                </a:lnTo>
                <a:lnTo>
                  <a:pt x="568704" y="6320"/>
                </a:lnTo>
                <a:lnTo>
                  <a:pt x="568748" y="6293"/>
                </a:lnTo>
                <a:lnTo>
                  <a:pt x="568793" y="6267"/>
                </a:lnTo>
                <a:lnTo>
                  <a:pt x="568839" y="6241"/>
                </a:lnTo>
                <a:lnTo>
                  <a:pt x="568885" y="6214"/>
                </a:lnTo>
                <a:lnTo>
                  <a:pt x="568932" y="6187"/>
                </a:lnTo>
                <a:lnTo>
                  <a:pt x="568980" y="6160"/>
                </a:lnTo>
                <a:lnTo>
                  <a:pt x="569028" y="6133"/>
                </a:lnTo>
                <a:lnTo>
                  <a:pt x="569077" y="6105"/>
                </a:lnTo>
                <a:lnTo>
                  <a:pt x="569127" y="6078"/>
                </a:lnTo>
                <a:lnTo>
                  <a:pt x="569178" y="6050"/>
                </a:lnTo>
                <a:lnTo>
                  <a:pt x="569229" y="6022"/>
                </a:lnTo>
                <a:lnTo>
                  <a:pt x="569281" y="5994"/>
                </a:lnTo>
                <a:lnTo>
                  <a:pt x="569333" y="5967"/>
                </a:lnTo>
                <a:lnTo>
                  <a:pt x="569387" y="5940"/>
                </a:lnTo>
                <a:lnTo>
                  <a:pt x="569441" y="5913"/>
                </a:lnTo>
                <a:lnTo>
                  <a:pt x="569495" y="5886"/>
                </a:lnTo>
                <a:lnTo>
                  <a:pt x="569551" y="5859"/>
                </a:lnTo>
                <a:lnTo>
                  <a:pt x="569607" y="5833"/>
                </a:lnTo>
                <a:lnTo>
                  <a:pt x="569663" y="5806"/>
                </a:lnTo>
                <a:lnTo>
                  <a:pt x="569721" y="5780"/>
                </a:lnTo>
                <a:lnTo>
                  <a:pt x="569779" y="5754"/>
                </a:lnTo>
                <a:lnTo>
                  <a:pt x="569838" y="5728"/>
                </a:lnTo>
                <a:lnTo>
                  <a:pt x="569897" y="5702"/>
                </a:lnTo>
                <a:lnTo>
                  <a:pt x="569958" y="5677"/>
                </a:lnTo>
                <a:lnTo>
                  <a:pt x="570018" y="5652"/>
                </a:lnTo>
                <a:lnTo>
                  <a:pt x="570080" y="5626"/>
                </a:lnTo>
                <a:lnTo>
                  <a:pt x="570142" y="5601"/>
                </a:lnTo>
                <a:lnTo>
                  <a:pt x="570205" y="5577"/>
                </a:lnTo>
                <a:lnTo>
                  <a:pt x="570269" y="5552"/>
                </a:lnTo>
                <a:lnTo>
                  <a:pt x="570334" y="5528"/>
                </a:lnTo>
                <a:lnTo>
                  <a:pt x="570399" y="5503"/>
                </a:lnTo>
                <a:lnTo>
                  <a:pt x="570465" y="5479"/>
                </a:lnTo>
                <a:lnTo>
                  <a:pt x="570531" y="5455"/>
                </a:lnTo>
                <a:lnTo>
                  <a:pt x="570598" y="5431"/>
                </a:lnTo>
                <a:lnTo>
                  <a:pt x="570666" y="5408"/>
                </a:lnTo>
                <a:lnTo>
                  <a:pt x="570735" y="5386"/>
                </a:lnTo>
                <a:lnTo>
                  <a:pt x="570804" y="5365"/>
                </a:lnTo>
                <a:lnTo>
                  <a:pt x="570874" y="5345"/>
                </a:lnTo>
                <a:lnTo>
                  <a:pt x="570945" y="5325"/>
                </a:lnTo>
                <a:lnTo>
                  <a:pt x="571017" y="5307"/>
                </a:lnTo>
                <a:lnTo>
                  <a:pt x="571089" y="5290"/>
                </a:lnTo>
                <a:lnTo>
                  <a:pt x="571162" y="5274"/>
                </a:lnTo>
                <a:lnTo>
                  <a:pt x="571235" y="5258"/>
                </a:lnTo>
                <a:lnTo>
                  <a:pt x="571310" y="5244"/>
                </a:lnTo>
                <a:lnTo>
                  <a:pt x="571385" y="5231"/>
                </a:lnTo>
                <a:lnTo>
                  <a:pt x="571461" y="5218"/>
                </a:lnTo>
                <a:lnTo>
                  <a:pt x="571538" y="5207"/>
                </a:lnTo>
                <a:lnTo>
                  <a:pt x="571615" y="5197"/>
                </a:lnTo>
                <a:lnTo>
                  <a:pt x="571693" y="5187"/>
                </a:lnTo>
                <a:lnTo>
                  <a:pt x="571772" y="5179"/>
                </a:lnTo>
                <a:lnTo>
                  <a:pt x="571851" y="5172"/>
                </a:lnTo>
                <a:lnTo>
                  <a:pt x="571932" y="5165"/>
                </a:lnTo>
                <a:lnTo>
                  <a:pt x="572012" y="5160"/>
                </a:lnTo>
                <a:lnTo>
                  <a:pt x="572094" y="5155"/>
                </a:lnTo>
                <a:lnTo>
                  <a:pt x="572177" y="5152"/>
                </a:lnTo>
                <a:lnTo>
                  <a:pt x="572260" y="5149"/>
                </a:lnTo>
                <a:lnTo>
                  <a:pt x="572344" y="5148"/>
                </a:lnTo>
                <a:lnTo>
                  <a:pt x="572428" y="5147"/>
                </a:lnTo>
                <a:lnTo>
                  <a:pt x="572500" y="5148"/>
                </a:lnTo>
                <a:lnTo>
                  <a:pt x="572572" y="5149"/>
                </a:lnTo>
                <a:lnTo>
                  <a:pt x="572642" y="5152"/>
                </a:lnTo>
                <a:lnTo>
                  <a:pt x="572712" y="5155"/>
                </a:lnTo>
                <a:lnTo>
                  <a:pt x="572782" y="5160"/>
                </a:lnTo>
                <a:lnTo>
                  <a:pt x="572850" y="5165"/>
                </a:lnTo>
                <a:lnTo>
                  <a:pt x="572918" y="5172"/>
                </a:lnTo>
                <a:lnTo>
                  <a:pt x="572985" y="5179"/>
                </a:lnTo>
                <a:lnTo>
                  <a:pt x="573052" y="5187"/>
                </a:lnTo>
                <a:lnTo>
                  <a:pt x="573118" y="5197"/>
                </a:lnTo>
                <a:lnTo>
                  <a:pt x="573183" y="5207"/>
                </a:lnTo>
                <a:lnTo>
                  <a:pt x="573247" y="5219"/>
                </a:lnTo>
                <a:lnTo>
                  <a:pt x="573311" y="5231"/>
                </a:lnTo>
                <a:lnTo>
                  <a:pt x="573374" y="5244"/>
                </a:lnTo>
                <a:lnTo>
                  <a:pt x="573436" y="5259"/>
                </a:lnTo>
                <a:lnTo>
                  <a:pt x="573498" y="5274"/>
                </a:lnTo>
                <a:lnTo>
                  <a:pt x="573559" y="5290"/>
                </a:lnTo>
                <a:lnTo>
                  <a:pt x="573619" y="5307"/>
                </a:lnTo>
                <a:lnTo>
                  <a:pt x="573678" y="5326"/>
                </a:lnTo>
                <a:lnTo>
                  <a:pt x="573737" y="5345"/>
                </a:lnTo>
                <a:lnTo>
                  <a:pt x="573795" y="5365"/>
                </a:lnTo>
                <a:lnTo>
                  <a:pt x="573853" y="5387"/>
                </a:lnTo>
                <a:lnTo>
                  <a:pt x="573910" y="5409"/>
                </a:lnTo>
                <a:lnTo>
                  <a:pt x="573966" y="5432"/>
                </a:lnTo>
                <a:lnTo>
                  <a:pt x="574021" y="5456"/>
                </a:lnTo>
                <a:lnTo>
                  <a:pt x="574076" y="5481"/>
                </a:lnTo>
                <a:lnTo>
                  <a:pt x="574129" y="5506"/>
                </a:lnTo>
                <a:lnTo>
                  <a:pt x="574182" y="5532"/>
                </a:lnTo>
                <a:lnTo>
                  <a:pt x="574234" y="5559"/>
                </a:lnTo>
                <a:lnTo>
                  <a:pt x="574286" y="5587"/>
                </a:lnTo>
                <a:lnTo>
                  <a:pt x="574336" y="5615"/>
                </a:lnTo>
                <a:lnTo>
                  <a:pt x="574386" y="5644"/>
                </a:lnTo>
                <a:lnTo>
                  <a:pt x="574435" y="5673"/>
                </a:lnTo>
                <a:lnTo>
                  <a:pt x="574484" y="5704"/>
                </a:lnTo>
                <a:lnTo>
                  <a:pt x="574531" y="5735"/>
                </a:lnTo>
                <a:lnTo>
                  <a:pt x="574578" y="5766"/>
                </a:lnTo>
                <a:lnTo>
                  <a:pt x="574624" y="5799"/>
                </a:lnTo>
                <a:lnTo>
                  <a:pt x="574669" y="5832"/>
                </a:lnTo>
                <a:lnTo>
                  <a:pt x="574713" y="5866"/>
                </a:lnTo>
                <a:lnTo>
                  <a:pt x="574757" y="5900"/>
                </a:lnTo>
                <a:lnTo>
                  <a:pt x="574800" y="5936"/>
                </a:lnTo>
                <a:lnTo>
                  <a:pt x="574842" y="5972"/>
                </a:lnTo>
                <a:lnTo>
                  <a:pt x="574883" y="6008"/>
                </a:lnTo>
                <a:lnTo>
                  <a:pt x="574923" y="6045"/>
                </a:lnTo>
                <a:lnTo>
                  <a:pt x="574963" y="6084"/>
                </a:lnTo>
                <a:lnTo>
                  <a:pt x="575002" y="6122"/>
                </a:lnTo>
                <a:lnTo>
                  <a:pt x="575040" y="6162"/>
                </a:lnTo>
                <a:lnTo>
                  <a:pt x="575077" y="6202"/>
                </a:lnTo>
                <a:lnTo>
                  <a:pt x="575114" y="6243"/>
                </a:lnTo>
                <a:lnTo>
                  <a:pt x="575149" y="6284"/>
                </a:lnTo>
                <a:lnTo>
                  <a:pt x="575185" y="6326"/>
                </a:lnTo>
                <a:lnTo>
                  <a:pt x="575219" y="6368"/>
                </a:lnTo>
                <a:lnTo>
                  <a:pt x="575253" y="6411"/>
                </a:lnTo>
                <a:lnTo>
                  <a:pt x="575285" y="6454"/>
                </a:lnTo>
                <a:lnTo>
                  <a:pt x="575318" y="6498"/>
                </a:lnTo>
                <a:lnTo>
                  <a:pt x="575349" y="6543"/>
                </a:lnTo>
                <a:lnTo>
                  <a:pt x="575380" y="6588"/>
                </a:lnTo>
                <a:lnTo>
                  <a:pt x="575410" y="6634"/>
                </a:lnTo>
                <a:lnTo>
                  <a:pt x="575439" y="6680"/>
                </a:lnTo>
                <a:lnTo>
                  <a:pt x="575468" y="6727"/>
                </a:lnTo>
                <a:lnTo>
                  <a:pt x="575496" y="6774"/>
                </a:lnTo>
                <a:lnTo>
                  <a:pt x="575523" y="6822"/>
                </a:lnTo>
                <a:lnTo>
                  <a:pt x="575549" y="6870"/>
                </a:lnTo>
                <a:lnTo>
                  <a:pt x="575575" y="6919"/>
                </a:lnTo>
                <a:lnTo>
                  <a:pt x="575600" y="6969"/>
                </a:lnTo>
                <a:lnTo>
                  <a:pt x="575624" y="7019"/>
                </a:lnTo>
                <a:lnTo>
                  <a:pt x="575647" y="7070"/>
                </a:lnTo>
                <a:lnTo>
                  <a:pt x="575670" y="7121"/>
                </a:lnTo>
                <a:lnTo>
                  <a:pt x="575692" y="7173"/>
                </a:lnTo>
                <a:lnTo>
                  <a:pt x="575713" y="7225"/>
                </a:lnTo>
                <a:lnTo>
                  <a:pt x="575734" y="7278"/>
                </a:lnTo>
                <a:lnTo>
                  <a:pt x="575754" y="7331"/>
                </a:lnTo>
                <a:lnTo>
                  <a:pt x="575773" y="7385"/>
                </a:lnTo>
                <a:lnTo>
                  <a:pt x="575791" y="7439"/>
                </a:lnTo>
                <a:lnTo>
                  <a:pt x="575809" y="7494"/>
                </a:lnTo>
                <a:lnTo>
                  <a:pt x="575825" y="7548"/>
                </a:lnTo>
                <a:lnTo>
                  <a:pt x="575841" y="7603"/>
                </a:lnTo>
                <a:lnTo>
                  <a:pt x="575856" y="7658"/>
                </a:lnTo>
                <a:lnTo>
                  <a:pt x="575870" y="7714"/>
                </a:lnTo>
                <a:lnTo>
                  <a:pt x="575884" y="7769"/>
                </a:lnTo>
                <a:lnTo>
                  <a:pt x="575896" y="7825"/>
                </a:lnTo>
                <a:lnTo>
                  <a:pt x="575908" y="7881"/>
                </a:lnTo>
                <a:lnTo>
                  <a:pt x="575919" y="7938"/>
                </a:lnTo>
                <a:lnTo>
                  <a:pt x="575929" y="7994"/>
                </a:lnTo>
                <a:lnTo>
                  <a:pt x="575939" y="8051"/>
                </a:lnTo>
                <a:lnTo>
                  <a:pt x="575947" y="8108"/>
                </a:lnTo>
                <a:lnTo>
                  <a:pt x="575955" y="8166"/>
                </a:lnTo>
                <a:lnTo>
                  <a:pt x="575962" y="8224"/>
                </a:lnTo>
                <a:lnTo>
                  <a:pt x="575968" y="8282"/>
                </a:lnTo>
                <a:lnTo>
                  <a:pt x="575973" y="8340"/>
                </a:lnTo>
                <a:lnTo>
                  <a:pt x="575978" y="8398"/>
                </a:lnTo>
                <a:lnTo>
                  <a:pt x="575981" y="8457"/>
                </a:lnTo>
                <a:lnTo>
                  <a:pt x="575984" y="8516"/>
                </a:lnTo>
                <a:lnTo>
                  <a:pt x="575986" y="8576"/>
                </a:lnTo>
                <a:lnTo>
                  <a:pt x="575987" y="8635"/>
                </a:lnTo>
                <a:lnTo>
                  <a:pt x="575988" y="8695"/>
                </a:lnTo>
                <a:lnTo>
                  <a:pt x="575988" y="8755"/>
                </a:lnTo>
                <a:lnTo>
                  <a:pt x="575987" y="8816"/>
                </a:lnTo>
                <a:lnTo>
                  <a:pt x="575986" y="8876"/>
                </a:lnTo>
                <a:lnTo>
                  <a:pt x="575984" y="8938"/>
                </a:lnTo>
                <a:lnTo>
                  <a:pt x="575981" y="8999"/>
                </a:lnTo>
                <a:lnTo>
                  <a:pt x="575978" y="9061"/>
                </a:lnTo>
                <a:lnTo>
                  <a:pt x="575975" y="9123"/>
                </a:lnTo>
                <a:lnTo>
                  <a:pt x="575971" y="9186"/>
                </a:lnTo>
                <a:lnTo>
                  <a:pt x="575967" y="9249"/>
                </a:lnTo>
                <a:lnTo>
                  <a:pt x="575962" y="9312"/>
                </a:lnTo>
                <a:lnTo>
                  <a:pt x="575956" y="9375"/>
                </a:lnTo>
                <a:lnTo>
                  <a:pt x="575950" y="9439"/>
                </a:lnTo>
                <a:lnTo>
                  <a:pt x="575944" y="9504"/>
                </a:lnTo>
                <a:lnTo>
                  <a:pt x="575937" y="9568"/>
                </a:lnTo>
                <a:lnTo>
                  <a:pt x="575929" y="9633"/>
                </a:lnTo>
                <a:lnTo>
                  <a:pt x="575921" y="9698"/>
                </a:lnTo>
                <a:lnTo>
                  <a:pt x="575912" y="9764"/>
                </a:lnTo>
                <a:lnTo>
                  <a:pt x="575903" y="9830"/>
                </a:lnTo>
                <a:lnTo>
                  <a:pt x="575894" y="9897"/>
                </a:lnTo>
                <a:lnTo>
                  <a:pt x="575883" y="9963"/>
                </a:lnTo>
                <a:lnTo>
                  <a:pt x="575873" y="10030"/>
                </a:lnTo>
                <a:lnTo>
                  <a:pt x="575862" y="10098"/>
                </a:lnTo>
                <a:lnTo>
                  <a:pt x="575850" y="10166"/>
                </a:lnTo>
                <a:lnTo>
                  <a:pt x="575837" y="10234"/>
                </a:lnTo>
                <a:lnTo>
                  <a:pt x="575824" y="10302"/>
                </a:lnTo>
                <a:lnTo>
                  <a:pt x="575810" y="10371"/>
                </a:lnTo>
                <a:lnTo>
                  <a:pt x="575795" y="10441"/>
                </a:lnTo>
                <a:lnTo>
                  <a:pt x="575778" y="10512"/>
                </a:lnTo>
                <a:lnTo>
                  <a:pt x="575761" y="10583"/>
                </a:lnTo>
                <a:lnTo>
                  <a:pt x="575742" y="10655"/>
                </a:lnTo>
                <a:lnTo>
                  <a:pt x="575722" y="10727"/>
                </a:lnTo>
                <a:lnTo>
                  <a:pt x="575701" y="10800"/>
                </a:lnTo>
                <a:lnTo>
                  <a:pt x="575679" y="10874"/>
                </a:lnTo>
                <a:lnTo>
                  <a:pt x="575656" y="10948"/>
                </a:lnTo>
                <a:lnTo>
                  <a:pt x="575631" y="11023"/>
                </a:lnTo>
                <a:lnTo>
                  <a:pt x="575606" y="11099"/>
                </a:lnTo>
                <a:lnTo>
                  <a:pt x="575579" y="11175"/>
                </a:lnTo>
                <a:lnTo>
                  <a:pt x="575551" y="11252"/>
                </a:lnTo>
                <a:lnTo>
                  <a:pt x="575522" y="11330"/>
                </a:lnTo>
                <a:lnTo>
                  <a:pt x="575492" y="11408"/>
                </a:lnTo>
                <a:lnTo>
                  <a:pt x="575461" y="11487"/>
                </a:lnTo>
                <a:lnTo>
                  <a:pt x="575429" y="11566"/>
                </a:lnTo>
                <a:lnTo>
                  <a:pt x="575395" y="11647"/>
                </a:lnTo>
                <a:lnTo>
                  <a:pt x="575360" y="11727"/>
                </a:lnTo>
                <a:lnTo>
                  <a:pt x="575325" y="11809"/>
                </a:lnTo>
                <a:lnTo>
                  <a:pt x="575288" y="11891"/>
                </a:lnTo>
                <a:lnTo>
                  <a:pt x="575250" y="11973"/>
                </a:lnTo>
                <a:lnTo>
                  <a:pt x="575211" y="12057"/>
                </a:lnTo>
                <a:lnTo>
                  <a:pt x="575170" y="12141"/>
                </a:lnTo>
                <a:lnTo>
                  <a:pt x="575129" y="12226"/>
                </a:lnTo>
                <a:lnTo>
                  <a:pt x="575085" y="12311"/>
                </a:lnTo>
                <a:lnTo>
                  <a:pt x="575041" y="12397"/>
                </a:lnTo>
                <a:lnTo>
                  <a:pt x="574995" y="12484"/>
                </a:lnTo>
                <a:lnTo>
                  <a:pt x="574948" y="12572"/>
                </a:lnTo>
                <a:lnTo>
                  <a:pt x="574899" y="12661"/>
                </a:lnTo>
                <a:lnTo>
                  <a:pt x="574849" y="12750"/>
                </a:lnTo>
                <a:lnTo>
                  <a:pt x="574797" y="12840"/>
                </a:lnTo>
                <a:lnTo>
                  <a:pt x="574744" y="12931"/>
                </a:lnTo>
                <a:lnTo>
                  <a:pt x="574690" y="13022"/>
                </a:lnTo>
                <a:lnTo>
                  <a:pt x="574634" y="13115"/>
                </a:lnTo>
                <a:lnTo>
                  <a:pt x="574577" y="13208"/>
                </a:lnTo>
                <a:lnTo>
                  <a:pt x="574519" y="13301"/>
                </a:lnTo>
                <a:lnTo>
                  <a:pt x="574459" y="13396"/>
                </a:lnTo>
                <a:lnTo>
                  <a:pt x="574397" y="13491"/>
                </a:lnTo>
                <a:lnTo>
                  <a:pt x="574335" y="13587"/>
                </a:lnTo>
                <a:lnTo>
                  <a:pt x="574271" y="13684"/>
                </a:lnTo>
                <a:lnTo>
                  <a:pt x="574205" y="13782"/>
                </a:lnTo>
                <a:lnTo>
                  <a:pt x="574138" y="13880"/>
                </a:lnTo>
                <a:lnTo>
                  <a:pt x="574070" y="13979"/>
                </a:lnTo>
                <a:lnTo>
                  <a:pt x="574001" y="14079"/>
                </a:lnTo>
                <a:lnTo>
                  <a:pt x="573929" y="14180"/>
                </a:lnTo>
                <a:lnTo>
                  <a:pt x="573857" y="14281"/>
                </a:lnTo>
                <a:lnTo>
                  <a:pt x="573783" y="14383"/>
                </a:lnTo>
                <a:lnTo>
                  <a:pt x="573707" y="14487"/>
                </a:lnTo>
                <a:lnTo>
                  <a:pt x="573629" y="14591"/>
                </a:lnTo>
                <a:lnTo>
                  <a:pt x="573549" y="14697"/>
                </a:lnTo>
                <a:lnTo>
                  <a:pt x="573466" y="14804"/>
                </a:lnTo>
                <a:lnTo>
                  <a:pt x="573382" y="14911"/>
                </a:lnTo>
                <a:lnTo>
                  <a:pt x="573296" y="15020"/>
                </a:lnTo>
                <a:lnTo>
                  <a:pt x="573208" y="15130"/>
                </a:lnTo>
                <a:lnTo>
                  <a:pt x="573118" y="15242"/>
                </a:lnTo>
                <a:lnTo>
                  <a:pt x="573026" y="15354"/>
                </a:lnTo>
                <a:lnTo>
                  <a:pt x="572932" y="15467"/>
                </a:lnTo>
                <a:lnTo>
                  <a:pt x="572836" y="15582"/>
                </a:lnTo>
                <a:lnTo>
                  <a:pt x="572737" y="15697"/>
                </a:lnTo>
                <a:lnTo>
                  <a:pt x="572637" y="15814"/>
                </a:lnTo>
                <a:lnTo>
                  <a:pt x="572535" y="15931"/>
                </a:lnTo>
                <a:lnTo>
                  <a:pt x="572431" y="16050"/>
                </a:lnTo>
                <a:lnTo>
                  <a:pt x="572325" y="16170"/>
                </a:lnTo>
                <a:lnTo>
                  <a:pt x="572217" y="16291"/>
                </a:lnTo>
                <a:lnTo>
                  <a:pt x="572107" y="16413"/>
                </a:lnTo>
                <a:lnTo>
                  <a:pt x="571994" y="16537"/>
                </a:lnTo>
                <a:lnTo>
                  <a:pt x="571880" y="16661"/>
                </a:lnTo>
                <a:lnTo>
                  <a:pt x="571764" y="16786"/>
                </a:lnTo>
                <a:lnTo>
                  <a:pt x="571646" y="16913"/>
                </a:lnTo>
                <a:lnTo>
                  <a:pt x="571526" y="17041"/>
                </a:lnTo>
                <a:lnTo>
                  <a:pt x="567331" y="21492"/>
                </a:lnTo>
                <a:lnTo>
                  <a:pt x="567314" y="21510"/>
                </a:lnTo>
                <a:lnTo>
                  <a:pt x="567298" y="21528"/>
                </a:lnTo>
                <a:lnTo>
                  <a:pt x="567282" y="21546"/>
                </a:lnTo>
                <a:lnTo>
                  <a:pt x="567266" y="21564"/>
                </a:lnTo>
                <a:lnTo>
                  <a:pt x="567251" y="21581"/>
                </a:lnTo>
                <a:lnTo>
                  <a:pt x="567235" y="21599"/>
                </a:lnTo>
                <a:lnTo>
                  <a:pt x="567220" y="21616"/>
                </a:lnTo>
                <a:lnTo>
                  <a:pt x="567206" y="21634"/>
                </a:lnTo>
                <a:lnTo>
                  <a:pt x="567191" y="21651"/>
                </a:lnTo>
                <a:lnTo>
                  <a:pt x="567177" y="21669"/>
                </a:lnTo>
                <a:lnTo>
                  <a:pt x="567163" y="21686"/>
                </a:lnTo>
                <a:lnTo>
                  <a:pt x="567149" y="21703"/>
                </a:lnTo>
                <a:lnTo>
                  <a:pt x="567136" y="21720"/>
                </a:lnTo>
                <a:lnTo>
                  <a:pt x="567123" y="21737"/>
                </a:lnTo>
                <a:lnTo>
                  <a:pt x="567110" y="21754"/>
                </a:lnTo>
                <a:lnTo>
                  <a:pt x="567097" y="21770"/>
                </a:lnTo>
                <a:lnTo>
                  <a:pt x="567085" y="21787"/>
                </a:lnTo>
                <a:lnTo>
                  <a:pt x="567072" y="21804"/>
                </a:lnTo>
                <a:lnTo>
                  <a:pt x="567061" y="21820"/>
                </a:lnTo>
                <a:lnTo>
                  <a:pt x="567049" y="21837"/>
                </a:lnTo>
                <a:lnTo>
                  <a:pt x="567038" y="21853"/>
                </a:lnTo>
                <a:lnTo>
                  <a:pt x="567026" y="21869"/>
                </a:lnTo>
                <a:lnTo>
                  <a:pt x="567016" y="21885"/>
                </a:lnTo>
                <a:lnTo>
                  <a:pt x="567005" y="21901"/>
                </a:lnTo>
                <a:lnTo>
                  <a:pt x="566995" y="21917"/>
                </a:lnTo>
                <a:lnTo>
                  <a:pt x="566984" y="21933"/>
                </a:lnTo>
                <a:lnTo>
                  <a:pt x="566974" y="21949"/>
                </a:lnTo>
                <a:lnTo>
                  <a:pt x="566964" y="21965"/>
                </a:lnTo>
                <a:lnTo>
                  <a:pt x="566955" y="21981"/>
                </a:lnTo>
                <a:lnTo>
                  <a:pt x="566945" y="21997"/>
                </a:lnTo>
                <a:lnTo>
                  <a:pt x="566936" y="22013"/>
                </a:lnTo>
                <a:lnTo>
                  <a:pt x="566926" y="22029"/>
                </a:lnTo>
                <a:lnTo>
                  <a:pt x="566917" y="22045"/>
                </a:lnTo>
                <a:lnTo>
                  <a:pt x="566908" y="22062"/>
                </a:lnTo>
                <a:lnTo>
                  <a:pt x="566899" y="22078"/>
                </a:lnTo>
                <a:lnTo>
                  <a:pt x="566890" y="22094"/>
                </a:lnTo>
                <a:lnTo>
                  <a:pt x="566882" y="22110"/>
                </a:lnTo>
                <a:lnTo>
                  <a:pt x="566873" y="22126"/>
                </a:lnTo>
                <a:lnTo>
                  <a:pt x="566865" y="22142"/>
                </a:lnTo>
                <a:lnTo>
                  <a:pt x="566857" y="22158"/>
                </a:lnTo>
                <a:lnTo>
                  <a:pt x="566848" y="22174"/>
                </a:lnTo>
                <a:lnTo>
                  <a:pt x="566841" y="22190"/>
                </a:lnTo>
                <a:lnTo>
                  <a:pt x="566833" y="22206"/>
                </a:lnTo>
                <a:lnTo>
                  <a:pt x="566825" y="22222"/>
                </a:lnTo>
                <a:lnTo>
                  <a:pt x="566818" y="22238"/>
                </a:lnTo>
                <a:lnTo>
                  <a:pt x="566810" y="22254"/>
                </a:lnTo>
                <a:lnTo>
                  <a:pt x="566803" y="22270"/>
                </a:lnTo>
                <a:lnTo>
                  <a:pt x="566796" y="22286"/>
                </a:lnTo>
                <a:lnTo>
                  <a:pt x="566789" y="22302"/>
                </a:lnTo>
                <a:lnTo>
                  <a:pt x="566783" y="22318"/>
                </a:lnTo>
                <a:lnTo>
                  <a:pt x="566776" y="22335"/>
                </a:lnTo>
                <a:lnTo>
                  <a:pt x="566770" y="22351"/>
                </a:lnTo>
                <a:lnTo>
                  <a:pt x="566764" y="22368"/>
                </a:lnTo>
                <a:lnTo>
                  <a:pt x="566758" y="22385"/>
                </a:lnTo>
                <a:lnTo>
                  <a:pt x="566752" y="22403"/>
                </a:lnTo>
                <a:lnTo>
                  <a:pt x="566747" y="22420"/>
                </a:lnTo>
                <a:lnTo>
                  <a:pt x="566742" y="22438"/>
                </a:lnTo>
                <a:lnTo>
                  <a:pt x="566737" y="22456"/>
                </a:lnTo>
                <a:lnTo>
                  <a:pt x="566732" y="22474"/>
                </a:lnTo>
                <a:lnTo>
                  <a:pt x="566727" y="22493"/>
                </a:lnTo>
                <a:lnTo>
                  <a:pt x="566723" y="22511"/>
                </a:lnTo>
                <a:lnTo>
                  <a:pt x="566719" y="22530"/>
                </a:lnTo>
                <a:lnTo>
                  <a:pt x="566715" y="22549"/>
                </a:lnTo>
                <a:lnTo>
                  <a:pt x="566711" y="22568"/>
                </a:lnTo>
                <a:lnTo>
                  <a:pt x="566707" y="22587"/>
                </a:lnTo>
                <a:lnTo>
                  <a:pt x="566704" y="22607"/>
                </a:lnTo>
                <a:lnTo>
                  <a:pt x="566701" y="22627"/>
                </a:lnTo>
                <a:lnTo>
                  <a:pt x="566698" y="22647"/>
                </a:lnTo>
                <a:lnTo>
                  <a:pt x="566695" y="22667"/>
                </a:lnTo>
                <a:lnTo>
                  <a:pt x="566692" y="22687"/>
                </a:lnTo>
                <a:lnTo>
                  <a:pt x="566690" y="22708"/>
                </a:lnTo>
                <a:lnTo>
                  <a:pt x="566688" y="22729"/>
                </a:lnTo>
                <a:lnTo>
                  <a:pt x="566685" y="22750"/>
                </a:lnTo>
                <a:lnTo>
                  <a:pt x="566684" y="22771"/>
                </a:lnTo>
                <a:lnTo>
                  <a:pt x="566682" y="22793"/>
                </a:lnTo>
                <a:lnTo>
                  <a:pt x="566680" y="22814"/>
                </a:lnTo>
                <a:lnTo>
                  <a:pt x="566678" y="22837"/>
                </a:lnTo>
                <a:lnTo>
                  <a:pt x="566677" y="22859"/>
                </a:lnTo>
                <a:lnTo>
                  <a:pt x="566675" y="22882"/>
                </a:lnTo>
                <a:lnTo>
                  <a:pt x="566674" y="22905"/>
                </a:lnTo>
                <a:lnTo>
                  <a:pt x="566672" y="22928"/>
                </a:lnTo>
                <a:lnTo>
                  <a:pt x="566671" y="22952"/>
                </a:lnTo>
                <a:lnTo>
                  <a:pt x="566670" y="22976"/>
                </a:lnTo>
                <a:lnTo>
                  <a:pt x="566669" y="23000"/>
                </a:lnTo>
                <a:lnTo>
                  <a:pt x="566668" y="23025"/>
                </a:lnTo>
                <a:lnTo>
                  <a:pt x="566667" y="23049"/>
                </a:lnTo>
                <a:lnTo>
                  <a:pt x="566666" y="23075"/>
                </a:lnTo>
                <a:lnTo>
                  <a:pt x="566665" y="23100"/>
                </a:lnTo>
                <a:lnTo>
                  <a:pt x="566665" y="23126"/>
                </a:lnTo>
                <a:lnTo>
                  <a:pt x="566664" y="23152"/>
                </a:lnTo>
                <a:lnTo>
                  <a:pt x="566664" y="23178"/>
                </a:lnTo>
                <a:lnTo>
                  <a:pt x="566663" y="23204"/>
                </a:lnTo>
                <a:lnTo>
                  <a:pt x="566663" y="23231"/>
                </a:lnTo>
                <a:lnTo>
                  <a:pt x="566663" y="23258"/>
                </a:lnTo>
                <a:lnTo>
                  <a:pt x="566663" y="23286"/>
                </a:lnTo>
                <a:lnTo>
                  <a:pt x="566662" y="23314"/>
                </a:lnTo>
                <a:lnTo>
                  <a:pt x="566663" y="23344"/>
                </a:lnTo>
                <a:lnTo>
                  <a:pt x="566663" y="23374"/>
                </a:lnTo>
                <a:lnTo>
                  <a:pt x="566663" y="23404"/>
                </a:lnTo>
                <a:lnTo>
                  <a:pt x="566664" y="23433"/>
                </a:lnTo>
                <a:lnTo>
                  <a:pt x="566665" y="23462"/>
                </a:lnTo>
                <a:lnTo>
                  <a:pt x="566666" y="23490"/>
                </a:lnTo>
                <a:lnTo>
                  <a:pt x="566667" y="23518"/>
                </a:lnTo>
                <a:lnTo>
                  <a:pt x="566669" y="23546"/>
                </a:lnTo>
                <a:lnTo>
                  <a:pt x="566671" y="23573"/>
                </a:lnTo>
                <a:lnTo>
                  <a:pt x="566673" y="23600"/>
                </a:lnTo>
                <a:lnTo>
                  <a:pt x="566675" y="23626"/>
                </a:lnTo>
                <a:lnTo>
                  <a:pt x="566677" y="23652"/>
                </a:lnTo>
                <a:lnTo>
                  <a:pt x="566680" y="23678"/>
                </a:lnTo>
                <a:lnTo>
                  <a:pt x="566682" y="23703"/>
                </a:lnTo>
                <a:lnTo>
                  <a:pt x="566685" y="23727"/>
                </a:lnTo>
                <a:lnTo>
                  <a:pt x="566688" y="23752"/>
                </a:lnTo>
                <a:lnTo>
                  <a:pt x="566692" y="23776"/>
                </a:lnTo>
                <a:lnTo>
                  <a:pt x="566695" y="23799"/>
                </a:lnTo>
                <a:lnTo>
                  <a:pt x="566699" y="23822"/>
                </a:lnTo>
                <a:lnTo>
                  <a:pt x="566703" y="23845"/>
                </a:lnTo>
                <a:lnTo>
                  <a:pt x="566707" y="23867"/>
                </a:lnTo>
                <a:lnTo>
                  <a:pt x="566712" y="23889"/>
                </a:lnTo>
                <a:lnTo>
                  <a:pt x="566716" y="23911"/>
                </a:lnTo>
                <a:lnTo>
                  <a:pt x="566721" y="23932"/>
                </a:lnTo>
                <a:lnTo>
                  <a:pt x="566726" y="23953"/>
                </a:lnTo>
                <a:lnTo>
                  <a:pt x="566731" y="23973"/>
                </a:lnTo>
                <a:lnTo>
                  <a:pt x="566737" y="23993"/>
                </a:lnTo>
                <a:lnTo>
                  <a:pt x="566742" y="24012"/>
                </a:lnTo>
                <a:lnTo>
                  <a:pt x="566748" y="24031"/>
                </a:lnTo>
                <a:lnTo>
                  <a:pt x="566754" y="24050"/>
                </a:lnTo>
                <a:lnTo>
                  <a:pt x="566761" y="24068"/>
                </a:lnTo>
                <a:lnTo>
                  <a:pt x="566767" y="24086"/>
                </a:lnTo>
                <a:lnTo>
                  <a:pt x="566774" y="24103"/>
                </a:lnTo>
                <a:lnTo>
                  <a:pt x="566781" y="24120"/>
                </a:lnTo>
                <a:lnTo>
                  <a:pt x="566789" y="24137"/>
                </a:lnTo>
                <a:lnTo>
                  <a:pt x="566796" y="24153"/>
                </a:lnTo>
                <a:lnTo>
                  <a:pt x="566804" y="24169"/>
                </a:lnTo>
                <a:lnTo>
                  <a:pt x="566812" y="24185"/>
                </a:lnTo>
                <a:lnTo>
                  <a:pt x="566820" y="24200"/>
                </a:lnTo>
                <a:lnTo>
                  <a:pt x="566829" y="24214"/>
                </a:lnTo>
                <a:lnTo>
                  <a:pt x="566837" y="24228"/>
                </a:lnTo>
                <a:lnTo>
                  <a:pt x="566846" y="24242"/>
                </a:lnTo>
                <a:lnTo>
                  <a:pt x="566855" y="24255"/>
                </a:lnTo>
                <a:lnTo>
                  <a:pt x="566865" y="24268"/>
                </a:lnTo>
                <a:lnTo>
                  <a:pt x="566875" y="24281"/>
                </a:lnTo>
                <a:lnTo>
                  <a:pt x="566884" y="24293"/>
                </a:lnTo>
                <a:lnTo>
                  <a:pt x="566894" y="24305"/>
                </a:lnTo>
                <a:lnTo>
                  <a:pt x="566905" y="24316"/>
                </a:lnTo>
                <a:lnTo>
                  <a:pt x="566915" y="24327"/>
                </a:lnTo>
                <a:lnTo>
                  <a:pt x="566926" y="24338"/>
                </a:lnTo>
                <a:lnTo>
                  <a:pt x="566937" y="24349"/>
                </a:lnTo>
                <a:lnTo>
                  <a:pt x="566948" y="24359"/>
                </a:lnTo>
                <a:lnTo>
                  <a:pt x="566959" y="24369"/>
                </a:lnTo>
                <a:lnTo>
                  <a:pt x="566971" y="24378"/>
                </a:lnTo>
                <a:lnTo>
                  <a:pt x="566982" y="24388"/>
                </a:lnTo>
                <a:lnTo>
                  <a:pt x="566994" y="24397"/>
                </a:lnTo>
                <a:lnTo>
                  <a:pt x="567006" y="24406"/>
                </a:lnTo>
                <a:lnTo>
                  <a:pt x="567018" y="24415"/>
                </a:lnTo>
                <a:lnTo>
                  <a:pt x="567030" y="24423"/>
                </a:lnTo>
                <a:lnTo>
                  <a:pt x="567043" y="24431"/>
                </a:lnTo>
                <a:lnTo>
                  <a:pt x="567055" y="24439"/>
                </a:lnTo>
                <a:lnTo>
                  <a:pt x="567068" y="24447"/>
                </a:lnTo>
                <a:lnTo>
                  <a:pt x="567081" y="24454"/>
                </a:lnTo>
                <a:lnTo>
                  <a:pt x="567094" y="24461"/>
                </a:lnTo>
                <a:lnTo>
                  <a:pt x="567108" y="24468"/>
                </a:lnTo>
                <a:lnTo>
                  <a:pt x="567121" y="24475"/>
                </a:lnTo>
                <a:lnTo>
                  <a:pt x="567135" y="24481"/>
                </a:lnTo>
                <a:lnTo>
                  <a:pt x="567149" y="24487"/>
                </a:lnTo>
                <a:lnTo>
                  <a:pt x="567163" y="24493"/>
                </a:lnTo>
                <a:lnTo>
                  <a:pt x="567177" y="24498"/>
                </a:lnTo>
                <a:lnTo>
                  <a:pt x="567191" y="24503"/>
                </a:lnTo>
                <a:lnTo>
                  <a:pt x="567206" y="24508"/>
                </a:lnTo>
                <a:lnTo>
                  <a:pt x="567220" y="24513"/>
                </a:lnTo>
                <a:lnTo>
                  <a:pt x="567235" y="24518"/>
                </a:lnTo>
                <a:lnTo>
                  <a:pt x="567250" y="24522"/>
                </a:lnTo>
                <a:lnTo>
                  <a:pt x="567266" y="24526"/>
                </a:lnTo>
                <a:lnTo>
                  <a:pt x="567281" y="24530"/>
                </a:lnTo>
                <a:lnTo>
                  <a:pt x="567297" y="24534"/>
                </a:lnTo>
                <a:lnTo>
                  <a:pt x="567313" y="24538"/>
                </a:lnTo>
                <a:lnTo>
                  <a:pt x="567329" y="24541"/>
                </a:lnTo>
                <a:lnTo>
                  <a:pt x="567345" y="24544"/>
                </a:lnTo>
                <a:lnTo>
                  <a:pt x="567362" y="24547"/>
                </a:lnTo>
                <a:lnTo>
                  <a:pt x="567379" y="24550"/>
                </a:lnTo>
                <a:lnTo>
                  <a:pt x="567396" y="24552"/>
                </a:lnTo>
                <a:lnTo>
                  <a:pt x="567413" y="24555"/>
                </a:lnTo>
                <a:lnTo>
                  <a:pt x="567430" y="24557"/>
                </a:lnTo>
                <a:lnTo>
                  <a:pt x="567448" y="24559"/>
                </a:lnTo>
                <a:lnTo>
                  <a:pt x="567466" y="24560"/>
                </a:lnTo>
                <a:lnTo>
                  <a:pt x="567484" y="24562"/>
                </a:lnTo>
                <a:lnTo>
                  <a:pt x="567502" y="24563"/>
                </a:lnTo>
                <a:lnTo>
                  <a:pt x="567520" y="24564"/>
                </a:lnTo>
                <a:lnTo>
                  <a:pt x="567539" y="24565"/>
                </a:lnTo>
                <a:lnTo>
                  <a:pt x="567557" y="24566"/>
                </a:lnTo>
                <a:lnTo>
                  <a:pt x="567576" y="24567"/>
                </a:lnTo>
                <a:lnTo>
                  <a:pt x="567596" y="24567"/>
                </a:lnTo>
                <a:lnTo>
                  <a:pt x="567615" y="24567"/>
                </a:lnTo>
                <a:lnTo>
                  <a:pt x="579564" y="24567"/>
                </a:lnTo>
                <a:lnTo>
                  <a:pt x="579577" y="24567"/>
                </a:lnTo>
                <a:lnTo>
                  <a:pt x="579589" y="24566"/>
                </a:lnTo>
                <a:lnTo>
                  <a:pt x="579602" y="24566"/>
                </a:lnTo>
                <a:lnTo>
                  <a:pt x="579614" y="24565"/>
                </a:lnTo>
                <a:lnTo>
                  <a:pt x="579626" y="24564"/>
                </a:lnTo>
                <a:lnTo>
                  <a:pt x="579638" y="24562"/>
                </a:lnTo>
                <a:lnTo>
                  <a:pt x="579650" y="24561"/>
                </a:lnTo>
                <a:lnTo>
                  <a:pt x="579662" y="24559"/>
                </a:lnTo>
                <a:lnTo>
                  <a:pt x="579674" y="24556"/>
                </a:lnTo>
                <a:lnTo>
                  <a:pt x="579685" y="24554"/>
                </a:lnTo>
                <a:lnTo>
                  <a:pt x="579697" y="24551"/>
                </a:lnTo>
                <a:lnTo>
                  <a:pt x="579708" y="24548"/>
                </a:lnTo>
                <a:lnTo>
                  <a:pt x="579720" y="24545"/>
                </a:lnTo>
                <a:lnTo>
                  <a:pt x="579731" y="24541"/>
                </a:lnTo>
                <a:lnTo>
                  <a:pt x="579743" y="24538"/>
                </a:lnTo>
                <a:lnTo>
                  <a:pt x="579754" y="24534"/>
                </a:lnTo>
                <a:lnTo>
                  <a:pt x="579765" y="24529"/>
                </a:lnTo>
                <a:lnTo>
                  <a:pt x="579776" y="24525"/>
                </a:lnTo>
                <a:lnTo>
                  <a:pt x="579787" y="24520"/>
                </a:lnTo>
                <a:lnTo>
                  <a:pt x="579798" y="24515"/>
                </a:lnTo>
                <a:lnTo>
                  <a:pt x="579808" y="24509"/>
                </a:lnTo>
                <a:lnTo>
                  <a:pt x="579819" y="24504"/>
                </a:lnTo>
                <a:lnTo>
                  <a:pt x="579830" y="24498"/>
                </a:lnTo>
                <a:lnTo>
                  <a:pt x="579840" y="24492"/>
                </a:lnTo>
                <a:lnTo>
                  <a:pt x="579850" y="24485"/>
                </a:lnTo>
                <a:lnTo>
                  <a:pt x="579861" y="24479"/>
                </a:lnTo>
                <a:lnTo>
                  <a:pt x="579871" y="24472"/>
                </a:lnTo>
                <a:lnTo>
                  <a:pt x="579880" y="24464"/>
                </a:lnTo>
                <a:lnTo>
                  <a:pt x="579890" y="24457"/>
                </a:lnTo>
                <a:lnTo>
                  <a:pt x="579900" y="24449"/>
                </a:lnTo>
                <a:lnTo>
                  <a:pt x="579909" y="24441"/>
                </a:lnTo>
                <a:lnTo>
                  <a:pt x="579918" y="24432"/>
                </a:lnTo>
                <a:lnTo>
                  <a:pt x="579927" y="24424"/>
                </a:lnTo>
                <a:lnTo>
                  <a:pt x="579936" y="24415"/>
                </a:lnTo>
                <a:lnTo>
                  <a:pt x="579944" y="24405"/>
                </a:lnTo>
                <a:lnTo>
                  <a:pt x="579953" y="24396"/>
                </a:lnTo>
                <a:lnTo>
                  <a:pt x="579961" y="24386"/>
                </a:lnTo>
                <a:lnTo>
                  <a:pt x="579969" y="24376"/>
                </a:lnTo>
                <a:lnTo>
                  <a:pt x="579977" y="24365"/>
                </a:lnTo>
                <a:lnTo>
                  <a:pt x="579985" y="24354"/>
                </a:lnTo>
                <a:lnTo>
                  <a:pt x="579992" y="24343"/>
                </a:lnTo>
                <a:lnTo>
                  <a:pt x="580000" y="24332"/>
                </a:lnTo>
                <a:lnTo>
                  <a:pt x="580007" y="24320"/>
                </a:lnTo>
                <a:lnTo>
                  <a:pt x="580014" y="24308"/>
                </a:lnTo>
                <a:lnTo>
                  <a:pt x="580021" y="24296"/>
                </a:lnTo>
                <a:lnTo>
                  <a:pt x="580028" y="24284"/>
                </a:lnTo>
                <a:lnTo>
                  <a:pt x="580034" y="24271"/>
                </a:lnTo>
                <a:lnTo>
                  <a:pt x="580041" y="24258"/>
                </a:lnTo>
                <a:lnTo>
                  <a:pt x="580047" y="24244"/>
                </a:lnTo>
                <a:lnTo>
                  <a:pt x="580053" y="24231"/>
                </a:lnTo>
                <a:lnTo>
                  <a:pt x="580059" y="24217"/>
                </a:lnTo>
                <a:lnTo>
                  <a:pt x="580065" y="24203"/>
                </a:lnTo>
                <a:lnTo>
                  <a:pt x="580070" y="24188"/>
                </a:lnTo>
                <a:lnTo>
                  <a:pt x="580076" y="24174"/>
                </a:lnTo>
                <a:lnTo>
                  <a:pt x="580082" y="24159"/>
                </a:lnTo>
                <a:lnTo>
                  <a:pt x="580087" y="24144"/>
                </a:lnTo>
                <a:lnTo>
                  <a:pt x="580092" y="24128"/>
                </a:lnTo>
                <a:lnTo>
                  <a:pt x="580097" y="24112"/>
                </a:lnTo>
                <a:lnTo>
                  <a:pt x="580103" y="24096"/>
                </a:lnTo>
                <a:lnTo>
                  <a:pt x="580107" y="24080"/>
                </a:lnTo>
                <a:lnTo>
                  <a:pt x="580112" y="24064"/>
                </a:lnTo>
                <a:lnTo>
                  <a:pt x="580117" y="24047"/>
                </a:lnTo>
                <a:lnTo>
                  <a:pt x="580122" y="24030"/>
                </a:lnTo>
                <a:lnTo>
                  <a:pt x="580126" y="24013"/>
                </a:lnTo>
                <a:lnTo>
                  <a:pt x="580130" y="23995"/>
                </a:lnTo>
                <a:lnTo>
                  <a:pt x="580135" y="23977"/>
                </a:lnTo>
                <a:lnTo>
                  <a:pt x="580139" y="23959"/>
                </a:lnTo>
                <a:lnTo>
                  <a:pt x="580143" y="23941"/>
                </a:lnTo>
                <a:lnTo>
                  <a:pt x="580147" y="23922"/>
                </a:lnTo>
                <a:lnTo>
                  <a:pt x="580150" y="23904"/>
                </a:lnTo>
                <a:lnTo>
                  <a:pt x="580154" y="23884"/>
                </a:lnTo>
                <a:lnTo>
                  <a:pt x="580158" y="23865"/>
                </a:lnTo>
                <a:lnTo>
                  <a:pt x="580161" y="23845"/>
                </a:lnTo>
                <a:lnTo>
                  <a:pt x="580164" y="23826"/>
                </a:lnTo>
                <a:lnTo>
                  <a:pt x="580167" y="23805"/>
                </a:lnTo>
                <a:lnTo>
                  <a:pt x="580170" y="23785"/>
                </a:lnTo>
                <a:lnTo>
                  <a:pt x="580173" y="23765"/>
                </a:lnTo>
                <a:lnTo>
                  <a:pt x="580176" y="23744"/>
                </a:lnTo>
                <a:lnTo>
                  <a:pt x="580178" y="23723"/>
                </a:lnTo>
                <a:lnTo>
                  <a:pt x="580181" y="23702"/>
                </a:lnTo>
                <a:lnTo>
                  <a:pt x="580183" y="23680"/>
                </a:lnTo>
                <a:lnTo>
                  <a:pt x="580185" y="23658"/>
                </a:lnTo>
                <a:lnTo>
                  <a:pt x="580187" y="23637"/>
                </a:lnTo>
                <a:lnTo>
                  <a:pt x="580189" y="23614"/>
                </a:lnTo>
                <a:lnTo>
                  <a:pt x="580191" y="23592"/>
                </a:lnTo>
                <a:lnTo>
                  <a:pt x="580192" y="23569"/>
                </a:lnTo>
                <a:lnTo>
                  <a:pt x="580193" y="23546"/>
                </a:lnTo>
                <a:lnTo>
                  <a:pt x="580195" y="23523"/>
                </a:lnTo>
                <a:lnTo>
                  <a:pt x="580196" y="23500"/>
                </a:lnTo>
                <a:lnTo>
                  <a:pt x="580197" y="23476"/>
                </a:lnTo>
                <a:lnTo>
                  <a:pt x="580198" y="23453"/>
                </a:lnTo>
                <a:lnTo>
                  <a:pt x="580198" y="23429"/>
                </a:lnTo>
                <a:lnTo>
                  <a:pt x="580199" y="23404"/>
                </a:lnTo>
                <a:lnTo>
                  <a:pt x="580199" y="23380"/>
                </a:lnTo>
                <a:lnTo>
                  <a:pt x="580199" y="23355"/>
                </a:lnTo>
                <a:lnTo>
                  <a:pt x="580199" y="23330"/>
                </a:lnTo>
                <a:lnTo>
                  <a:pt x="580199" y="23305"/>
                </a:lnTo>
                <a:lnTo>
                  <a:pt x="580199" y="23281"/>
                </a:lnTo>
                <a:lnTo>
                  <a:pt x="580199" y="23256"/>
                </a:lnTo>
                <a:lnTo>
                  <a:pt x="580198" y="23232"/>
                </a:lnTo>
                <a:lnTo>
                  <a:pt x="580198" y="23208"/>
                </a:lnTo>
                <a:lnTo>
                  <a:pt x="580197" y="23185"/>
                </a:lnTo>
                <a:close/>
                <a:moveTo>
                  <a:pt x="544983" y="23285"/>
                </a:moveTo>
                <a:lnTo>
                  <a:pt x="544982" y="23262"/>
                </a:lnTo>
                <a:lnTo>
                  <a:pt x="544981" y="23239"/>
                </a:lnTo>
                <a:lnTo>
                  <a:pt x="544980" y="23217"/>
                </a:lnTo>
                <a:lnTo>
                  <a:pt x="544978" y="23194"/>
                </a:lnTo>
                <a:lnTo>
                  <a:pt x="544977" y="23172"/>
                </a:lnTo>
                <a:lnTo>
                  <a:pt x="544975" y="23151"/>
                </a:lnTo>
                <a:lnTo>
                  <a:pt x="544973" y="23129"/>
                </a:lnTo>
                <a:lnTo>
                  <a:pt x="544971" y="23108"/>
                </a:lnTo>
                <a:lnTo>
                  <a:pt x="544969" y="23087"/>
                </a:lnTo>
                <a:lnTo>
                  <a:pt x="544967" y="23067"/>
                </a:lnTo>
                <a:lnTo>
                  <a:pt x="544964" y="23046"/>
                </a:lnTo>
                <a:lnTo>
                  <a:pt x="544962" y="23026"/>
                </a:lnTo>
                <a:lnTo>
                  <a:pt x="544959" y="23007"/>
                </a:lnTo>
                <a:lnTo>
                  <a:pt x="544956" y="22987"/>
                </a:lnTo>
                <a:lnTo>
                  <a:pt x="544953" y="22968"/>
                </a:lnTo>
                <a:lnTo>
                  <a:pt x="544950" y="22949"/>
                </a:lnTo>
                <a:lnTo>
                  <a:pt x="544947" y="22931"/>
                </a:lnTo>
                <a:lnTo>
                  <a:pt x="544944" y="22912"/>
                </a:lnTo>
                <a:lnTo>
                  <a:pt x="544940" y="22894"/>
                </a:lnTo>
                <a:lnTo>
                  <a:pt x="544936" y="22877"/>
                </a:lnTo>
                <a:lnTo>
                  <a:pt x="544933" y="22859"/>
                </a:lnTo>
                <a:lnTo>
                  <a:pt x="544929" y="22842"/>
                </a:lnTo>
                <a:lnTo>
                  <a:pt x="544925" y="22825"/>
                </a:lnTo>
                <a:lnTo>
                  <a:pt x="544921" y="22809"/>
                </a:lnTo>
                <a:lnTo>
                  <a:pt x="544916" y="22792"/>
                </a:lnTo>
                <a:lnTo>
                  <a:pt x="544912" y="22776"/>
                </a:lnTo>
                <a:lnTo>
                  <a:pt x="544908" y="22760"/>
                </a:lnTo>
                <a:lnTo>
                  <a:pt x="544903" y="22744"/>
                </a:lnTo>
                <a:lnTo>
                  <a:pt x="544898" y="22729"/>
                </a:lnTo>
                <a:lnTo>
                  <a:pt x="544893" y="22714"/>
                </a:lnTo>
                <a:lnTo>
                  <a:pt x="544889" y="22699"/>
                </a:lnTo>
                <a:lnTo>
                  <a:pt x="544883" y="22685"/>
                </a:lnTo>
                <a:lnTo>
                  <a:pt x="544878" y="22670"/>
                </a:lnTo>
                <a:lnTo>
                  <a:pt x="544873" y="22656"/>
                </a:lnTo>
                <a:lnTo>
                  <a:pt x="544868" y="22642"/>
                </a:lnTo>
                <a:lnTo>
                  <a:pt x="544862" y="22629"/>
                </a:lnTo>
                <a:lnTo>
                  <a:pt x="544856" y="22616"/>
                </a:lnTo>
                <a:lnTo>
                  <a:pt x="544851" y="22603"/>
                </a:lnTo>
                <a:lnTo>
                  <a:pt x="544845" y="22590"/>
                </a:lnTo>
                <a:lnTo>
                  <a:pt x="544839" y="22577"/>
                </a:lnTo>
                <a:lnTo>
                  <a:pt x="544833" y="22565"/>
                </a:lnTo>
                <a:lnTo>
                  <a:pt x="544827" y="22553"/>
                </a:lnTo>
                <a:lnTo>
                  <a:pt x="544820" y="22541"/>
                </a:lnTo>
                <a:lnTo>
                  <a:pt x="544814" y="22530"/>
                </a:lnTo>
                <a:lnTo>
                  <a:pt x="544807" y="22519"/>
                </a:lnTo>
                <a:lnTo>
                  <a:pt x="544800" y="22508"/>
                </a:lnTo>
                <a:lnTo>
                  <a:pt x="544793" y="22497"/>
                </a:lnTo>
                <a:lnTo>
                  <a:pt x="544786" y="22486"/>
                </a:lnTo>
                <a:lnTo>
                  <a:pt x="544779" y="22476"/>
                </a:lnTo>
                <a:lnTo>
                  <a:pt x="544772" y="22466"/>
                </a:lnTo>
                <a:lnTo>
                  <a:pt x="544764" y="22456"/>
                </a:lnTo>
                <a:lnTo>
                  <a:pt x="544757" y="22446"/>
                </a:lnTo>
                <a:lnTo>
                  <a:pt x="544749" y="22437"/>
                </a:lnTo>
                <a:lnTo>
                  <a:pt x="544741" y="22428"/>
                </a:lnTo>
                <a:lnTo>
                  <a:pt x="544733" y="22419"/>
                </a:lnTo>
                <a:lnTo>
                  <a:pt x="544725" y="22410"/>
                </a:lnTo>
                <a:lnTo>
                  <a:pt x="544716" y="22402"/>
                </a:lnTo>
                <a:lnTo>
                  <a:pt x="544708" y="22393"/>
                </a:lnTo>
                <a:lnTo>
                  <a:pt x="544699" y="22385"/>
                </a:lnTo>
                <a:lnTo>
                  <a:pt x="544690" y="22378"/>
                </a:lnTo>
                <a:lnTo>
                  <a:pt x="544681" y="22370"/>
                </a:lnTo>
                <a:lnTo>
                  <a:pt x="544672" y="22363"/>
                </a:lnTo>
                <a:lnTo>
                  <a:pt x="544663" y="22356"/>
                </a:lnTo>
                <a:lnTo>
                  <a:pt x="544654" y="22349"/>
                </a:lnTo>
                <a:lnTo>
                  <a:pt x="544644" y="22342"/>
                </a:lnTo>
                <a:lnTo>
                  <a:pt x="544634" y="22336"/>
                </a:lnTo>
                <a:lnTo>
                  <a:pt x="544625" y="22330"/>
                </a:lnTo>
                <a:lnTo>
                  <a:pt x="544615" y="22324"/>
                </a:lnTo>
                <a:lnTo>
                  <a:pt x="544605" y="22318"/>
                </a:lnTo>
                <a:lnTo>
                  <a:pt x="544595" y="22313"/>
                </a:lnTo>
                <a:lnTo>
                  <a:pt x="544585" y="22308"/>
                </a:lnTo>
                <a:lnTo>
                  <a:pt x="544575" y="22303"/>
                </a:lnTo>
                <a:lnTo>
                  <a:pt x="544565" y="22298"/>
                </a:lnTo>
                <a:lnTo>
                  <a:pt x="544555" y="22294"/>
                </a:lnTo>
                <a:lnTo>
                  <a:pt x="544544" y="22290"/>
                </a:lnTo>
                <a:lnTo>
                  <a:pt x="544534" y="22286"/>
                </a:lnTo>
                <a:lnTo>
                  <a:pt x="544524" y="22283"/>
                </a:lnTo>
                <a:lnTo>
                  <a:pt x="544513" y="22279"/>
                </a:lnTo>
                <a:lnTo>
                  <a:pt x="544503" y="22276"/>
                </a:lnTo>
                <a:lnTo>
                  <a:pt x="544492" y="22274"/>
                </a:lnTo>
                <a:lnTo>
                  <a:pt x="544482" y="22271"/>
                </a:lnTo>
                <a:lnTo>
                  <a:pt x="544471" y="22269"/>
                </a:lnTo>
                <a:lnTo>
                  <a:pt x="544460" y="22267"/>
                </a:lnTo>
                <a:lnTo>
                  <a:pt x="544450" y="22265"/>
                </a:lnTo>
                <a:lnTo>
                  <a:pt x="544439" y="22264"/>
                </a:lnTo>
                <a:lnTo>
                  <a:pt x="544428" y="22263"/>
                </a:lnTo>
                <a:lnTo>
                  <a:pt x="544417" y="22262"/>
                </a:lnTo>
                <a:lnTo>
                  <a:pt x="544406" y="22261"/>
                </a:lnTo>
                <a:lnTo>
                  <a:pt x="544395" y="22261"/>
                </a:lnTo>
                <a:lnTo>
                  <a:pt x="544384" y="22261"/>
                </a:lnTo>
                <a:lnTo>
                  <a:pt x="540473" y="22261"/>
                </a:lnTo>
                <a:lnTo>
                  <a:pt x="540473" y="3243"/>
                </a:lnTo>
                <a:lnTo>
                  <a:pt x="540473" y="3234"/>
                </a:lnTo>
                <a:lnTo>
                  <a:pt x="540473" y="3226"/>
                </a:lnTo>
                <a:lnTo>
                  <a:pt x="540472" y="3218"/>
                </a:lnTo>
                <a:lnTo>
                  <a:pt x="540472" y="3209"/>
                </a:lnTo>
                <a:lnTo>
                  <a:pt x="540471" y="3201"/>
                </a:lnTo>
                <a:lnTo>
                  <a:pt x="540470" y="3193"/>
                </a:lnTo>
                <a:lnTo>
                  <a:pt x="540469" y="3185"/>
                </a:lnTo>
                <a:lnTo>
                  <a:pt x="540468" y="3177"/>
                </a:lnTo>
                <a:lnTo>
                  <a:pt x="540466" y="3169"/>
                </a:lnTo>
                <a:lnTo>
                  <a:pt x="540464" y="3161"/>
                </a:lnTo>
                <a:lnTo>
                  <a:pt x="540463" y="3153"/>
                </a:lnTo>
                <a:lnTo>
                  <a:pt x="540461" y="3145"/>
                </a:lnTo>
                <a:lnTo>
                  <a:pt x="540458" y="3137"/>
                </a:lnTo>
                <a:lnTo>
                  <a:pt x="540456" y="3129"/>
                </a:lnTo>
                <a:lnTo>
                  <a:pt x="540453" y="3121"/>
                </a:lnTo>
                <a:lnTo>
                  <a:pt x="540451" y="3113"/>
                </a:lnTo>
                <a:lnTo>
                  <a:pt x="540448" y="3105"/>
                </a:lnTo>
                <a:lnTo>
                  <a:pt x="540445" y="3097"/>
                </a:lnTo>
                <a:lnTo>
                  <a:pt x="540442" y="3089"/>
                </a:lnTo>
                <a:lnTo>
                  <a:pt x="540438" y="3081"/>
                </a:lnTo>
                <a:lnTo>
                  <a:pt x="540435" y="3074"/>
                </a:lnTo>
                <a:lnTo>
                  <a:pt x="540431" y="3066"/>
                </a:lnTo>
                <a:lnTo>
                  <a:pt x="540427" y="3058"/>
                </a:lnTo>
                <a:lnTo>
                  <a:pt x="540423" y="3050"/>
                </a:lnTo>
                <a:lnTo>
                  <a:pt x="540419" y="3043"/>
                </a:lnTo>
                <a:lnTo>
                  <a:pt x="540414" y="3035"/>
                </a:lnTo>
                <a:lnTo>
                  <a:pt x="540409" y="3028"/>
                </a:lnTo>
                <a:lnTo>
                  <a:pt x="540403" y="3021"/>
                </a:lnTo>
                <a:lnTo>
                  <a:pt x="540398" y="3013"/>
                </a:lnTo>
                <a:lnTo>
                  <a:pt x="540392" y="3006"/>
                </a:lnTo>
                <a:lnTo>
                  <a:pt x="540385" y="2999"/>
                </a:lnTo>
                <a:lnTo>
                  <a:pt x="540378" y="2993"/>
                </a:lnTo>
                <a:lnTo>
                  <a:pt x="540371" y="2986"/>
                </a:lnTo>
                <a:lnTo>
                  <a:pt x="540364" y="2979"/>
                </a:lnTo>
                <a:lnTo>
                  <a:pt x="540356" y="2973"/>
                </a:lnTo>
                <a:lnTo>
                  <a:pt x="540348" y="2967"/>
                </a:lnTo>
                <a:lnTo>
                  <a:pt x="540339" y="2960"/>
                </a:lnTo>
                <a:lnTo>
                  <a:pt x="540330" y="2954"/>
                </a:lnTo>
                <a:lnTo>
                  <a:pt x="540321" y="2948"/>
                </a:lnTo>
                <a:lnTo>
                  <a:pt x="540312" y="2942"/>
                </a:lnTo>
                <a:lnTo>
                  <a:pt x="540302" y="2937"/>
                </a:lnTo>
                <a:lnTo>
                  <a:pt x="540291" y="2931"/>
                </a:lnTo>
                <a:lnTo>
                  <a:pt x="540281" y="2925"/>
                </a:lnTo>
                <a:lnTo>
                  <a:pt x="540270" y="2920"/>
                </a:lnTo>
                <a:lnTo>
                  <a:pt x="540258" y="2915"/>
                </a:lnTo>
                <a:lnTo>
                  <a:pt x="540247" y="2910"/>
                </a:lnTo>
                <a:lnTo>
                  <a:pt x="540235" y="2905"/>
                </a:lnTo>
                <a:lnTo>
                  <a:pt x="540222" y="2900"/>
                </a:lnTo>
                <a:lnTo>
                  <a:pt x="540210" y="2895"/>
                </a:lnTo>
                <a:lnTo>
                  <a:pt x="540197" y="2890"/>
                </a:lnTo>
                <a:lnTo>
                  <a:pt x="540183" y="2885"/>
                </a:lnTo>
                <a:lnTo>
                  <a:pt x="540169" y="2881"/>
                </a:lnTo>
                <a:lnTo>
                  <a:pt x="540155" y="2876"/>
                </a:lnTo>
                <a:lnTo>
                  <a:pt x="540140" y="2872"/>
                </a:lnTo>
                <a:lnTo>
                  <a:pt x="540125" y="2868"/>
                </a:lnTo>
                <a:lnTo>
                  <a:pt x="540109" y="2863"/>
                </a:lnTo>
                <a:lnTo>
                  <a:pt x="540093" y="2859"/>
                </a:lnTo>
                <a:lnTo>
                  <a:pt x="540077" y="2855"/>
                </a:lnTo>
                <a:lnTo>
                  <a:pt x="540060" y="2851"/>
                </a:lnTo>
                <a:lnTo>
                  <a:pt x="540043" y="2847"/>
                </a:lnTo>
                <a:lnTo>
                  <a:pt x="540025" y="2844"/>
                </a:lnTo>
                <a:lnTo>
                  <a:pt x="540007" y="2840"/>
                </a:lnTo>
                <a:lnTo>
                  <a:pt x="539989" y="2836"/>
                </a:lnTo>
                <a:lnTo>
                  <a:pt x="539970" y="2833"/>
                </a:lnTo>
                <a:lnTo>
                  <a:pt x="539951" y="2829"/>
                </a:lnTo>
                <a:lnTo>
                  <a:pt x="539931" y="2826"/>
                </a:lnTo>
                <a:lnTo>
                  <a:pt x="539911" y="2823"/>
                </a:lnTo>
                <a:lnTo>
                  <a:pt x="539890" y="2819"/>
                </a:lnTo>
                <a:lnTo>
                  <a:pt x="539870" y="2816"/>
                </a:lnTo>
                <a:lnTo>
                  <a:pt x="539848" y="2813"/>
                </a:lnTo>
                <a:lnTo>
                  <a:pt x="539827" y="2810"/>
                </a:lnTo>
                <a:lnTo>
                  <a:pt x="539805" y="2808"/>
                </a:lnTo>
                <a:lnTo>
                  <a:pt x="539782" y="2805"/>
                </a:lnTo>
                <a:lnTo>
                  <a:pt x="539759" y="2802"/>
                </a:lnTo>
                <a:lnTo>
                  <a:pt x="539736" y="2800"/>
                </a:lnTo>
                <a:lnTo>
                  <a:pt x="539712" y="2797"/>
                </a:lnTo>
                <a:lnTo>
                  <a:pt x="539687" y="2795"/>
                </a:lnTo>
                <a:lnTo>
                  <a:pt x="539663" y="2793"/>
                </a:lnTo>
                <a:lnTo>
                  <a:pt x="539637" y="2791"/>
                </a:lnTo>
                <a:lnTo>
                  <a:pt x="539611" y="2789"/>
                </a:lnTo>
                <a:lnTo>
                  <a:pt x="539585" y="2787"/>
                </a:lnTo>
                <a:lnTo>
                  <a:pt x="539559" y="2786"/>
                </a:lnTo>
                <a:lnTo>
                  <a:pt x="539531" y="2784"/>
                </a:lnTo>
                <a:lnTo>
                  <a:pt x="539504" y="2783"/>
                </a:lnTo>
                <a:lnTo>
                  <a:pt x="539476" y="2781"/>
                </a:lnTo>
                <a:lnTo>
                  <a:pt x="539447" y="2780"/>
                </a:lnTo>
                <a:lnTo>
                  <a:pt x="539418" y="2779"/>
                </a:lnTo>
                <a:lnTo>
                  <a:pt x="539389" y="2778"/>
                </a:lnTo>
                <a:lnTo>
                  <a:pt x="539359" y="2777"/>
                </a:lnTo>
                <a:lnTo>
                  <a:pt x="539328" y="2776"/>
                </a:lnTo>
                <a:lnTo>
                  <a:pt x="539297" y="2776"/>
                </a:lnTo>
                <a:lnTo>
                  <a:pt x="539266" y="2775"/>
                </a:lnTo>
                <a:lnTo>
                  <a:pt x="539234" y="2775"/>
                </a:lnTo>
                <a:lnTo>
                  <a:pt x="539202" y="2774"/>
                </a:lnTo>
                <a:lnTo>
                  <a:pt x="539169" y="2774"/>
                </a:lnTo>
                <a:lnTo>
                  <a:pt x="539136" y="2774"/>
                </a:lnTo>
                <a:lnTo>
                  <a:pt x="539111" y="2774"/>
                </a:lnTo>
                <a:lnTo>
                  <a:pt x="539087" y="2774"/>
                </a:lnTo>
                <a:lnTo>
                  <a:pt x="539062" y="2774"/>
                </a:lnTo>
                <a:lnTo>
                  <a:pt x="539039" y="2774"/>
                </a:lnTo>
                <a:lnTo>
                  <a:pt x="539015" y="2775"/>
                </a:lnTo>
                <a:lnTo>
                  <a:pt x="538992" y="2775"/>
                </a:lnTo>
                <a:lnTo>
                  <a:pt x="538969" y="2775"/>
                </a:lnTo>
                <a:lnTo>
                  <a:pt x="538947" y="2775"/>
                </a:lnTo>
                <a:lnTo>
                  <a:pt x="538925" y="2775"/>
                </a:lnTo>
                <a:lnTo>
                  <a:pt x="538903" y="2776"/>
                </a:lnTo>
                <a:lnTo>
                  <a:pt x="538881" y="2776"/>
                </a:lnTo>
                <a:lnTo>
                  <a:pt x="538860" y="2776"/>
                </a:lnTo>
                <a:lnTo>
                  <a:pt x="538840" y="2777"/>
                </a:lnTo>
                <a:lnTo>
                  <a:pt x="538819" y="2777"/>
                </a:lnTo>
                <a:lnTo>
                  <a:pt x="538799" y="2777"/>
                </a:lnTo>
                <a:lnTo>
                  <a:pt x="538780" y="2778"/>
                </a:lnTo>
                <a:lnTo>
                  <a:pt x="538760" y="2778"/>
                </a:lnTo>
                <a:lnTo>
                  <a:pt x="538741" y="2779"/>
                </a:lnTo>
                <a:lnTo>
                  <a:pt x="538723" y="2779"/>
                </a:lnTo>
                <a:lnTo>
                  <a:pt x="538704" y="2780"/>
                </a:lnTo>
                <a:lnTo>
                  <a:pt x="538686" y="2781"/>
                </a:lnTo>
                <a:lnTo>
                  <a:pt x="538669" y="2781"/>
                </a:lnTo>
                <a:lnTo>
                  <a:pt x="538652" y="2782"/>
                </a:lnTo>
                <a:lnTo>
                  <a:pt x="538635" y="2783"/>
                </a:lnTo>
                <a:lnTo>
                  <a:pt x="538618" y="2783"/>
                </a:lnTo>
                <a:lnTo>
                  <a:pt x="538602" y="2784"/>
                </a:lnTo>
                <a:lnTo>
                  <a:pt x="538585" y="2785"/>
                </a:lnTo>
                <a:lnTo>
                  <a:pt x="538569" y="2786"/>
                </a:lnTo>
                <a:lnTo>
                  <a:pt x="538553" y="2787"/>
                </a:lnTo>
                <a:lnTo>
                  <a:pt x="538538" y="2788"/>
                </a:lnTo>
                <a:lnTo>
                  <a:pt x="538522" y="2790"/>
                </a:lnTo>
                <a:lnTo>
                  <a:pt x="538507" y="2791"/>
                </a:lnTo>
                <a:lnTo>
                  <a:pt x="538491" y="2792"/>
                </a:lnTo>
                <a:lnTo>
                  <a:pt x="538476" y="2794"/>
                </a:lnTo>
                <a:lnTo>
                  <a:pt x="538461" y="2796"/>
                </a:lnTo>
                <a:lnTo>
                  <a:pt x="538447" y="2797"/>
                </a:lnTo>
                <a:lnTo>
                  <a:pt x="538432" y="2799"/>
                </a:lnTo>
                <a:lnTo>
                  <a:pt x="538418" y="2801"/>
                </a:lnTo>
                <a:lnTo>
                  <a:pt x="538404" y="2803"/>
                </a:lnTo>
                <a:lnTo>
                  <a:pt x="538390" y="2805"/>
                </a:lnTo>
                <a:lnTo>
                  <a:pt x="538376" y="2807"/>
                </a:lnTo>
                <a:lnTo>
                  <a:pt x="538362" y="2809"/>
                </a:lnTo>
                <a:lnTo>
                  <a:pt x="538349" y="2812"/>
                </a:lnTo>
                <a:lnTo>
                  <a:pt x="538335" y="2814"/>
                </a:lnTo>
                <a:lnTo>
                  <a:pt x="538322" y="2816"/>
                </a:lnTo>
                <a:lnTo>
                  <a:pt x="538309" y="2819"/>
                </a:lnTo>
                <a:lnTo>
                  <a:pt x="538296" y="2822"/>
                </a:lnTo>
                <a:lnTo>
                  <a:pt x="538284" y="2824"/>
                </a:lnTo>
                <a:lnTo>
                  <a:pt x="538271" y="2827"/>
                </a:lnTo>
                <a:lnTo>
                  <a:pt x="538259" y="2830"/>
                </a:lnTo>
                <a:lnTo>
                  <a:pt x="538247" y="2833"/>
                </a:lnTo>
                <a:lnTo>
                  <a:pt x="538235" y="2836"/>
                </a:lnTo>
                <a:lnTo>
                  <a:pt x="538223" y="2838"/>
                </a:lnTo>
                <a:lnTo>
                  <a:pt x="538212" y="2841"/>
                </a:lnTo>
                <a:lnTo>
                  <a:pt x="538200" y="2844"/>
                </a:lnTo>
                <a:lnTo>
                  <a:pt x="538189" y="2847"/>
                </a:lnTo>
                <a:lnTo>
                  <a:pt x="538178" y="2850"/>
                </a:lnTo>
                <a:lnTo>
                  <a:pt x="538167" y="2852"/>
                </a:lnTo>
                <a:lnTo>
                  <a:pt x="538156" y="2855"/>
                </a:lnTo>
                <a:lnTo>
                  <a:pt x="538146" y="2858"/>
                </a:lnTo>
                <a:lnTo>
                  <a:pt x="538136" y="2861"/>
                </a:lnTo>
                <a:lnTo>
                  <a:pt x="538125" y="2864"/>
                </a:lnTo>
                <a:lnTo>
                  <a:pt x="538115" y="2866"/>
                </a:lnTo>
                <a:lnTo>
                  <a:pt x="538106" y="2869"/>
                </a:lnTo>
                <a:lnTo>
                  <a:pt x="538096" y="2872"/>
                </a:lnTo>
                <a:lnTo>
                  <a:pt x="538086" y="2875"/>
                </a:lnTo>
                <a:lnTo>
                  <a:pt x="538077" y="2878"/>
                </a:lnTo>
                <a:lnTo>
                  <a:pt x="538068" y="2880"/>
                </a:lnTo>
                <a:lnTo>
                  <a:pt x="538059" y="2883"/>
                </a:lnTo>
                <a:lnTo>
                  <a:pt x="538050" y="2886"/>
                </a:lnTo>
                <a:lnTo>
                  <a:pt x="538042" y="2889"/>
                </a:lnTo>
                <a:lnTo>
                  <a:pt x="538033" y="2892"/>
                </a:lnTo>
                <a:lnTo>
                  <a:pt x="538025" y="2895"/>
                </a:lnTo>
                <a:lnTo>
                  <a:pt x="538017" y="2897"/>
                </a:lnTo>
                <a:lnTo>
                  <a:pt x="538009" y="2900"/>
                </a:lnTo>
                <a:lnTo>
                  <a:pt x="538001" y="2903"/>
                </a:lnTo>
                <a:lnTo>
                  <a:pt x="537993" y="2906"/>
                </a:lnTo>
                <a:lnTo>
                  <a:pt x="537985" y="2909"/>
                </a:lnTo>
                <a:lnTo>
                  <a:pt x="537977" y="2913"/>
                </a:lnTo>
                <a:lnTo>
                  <a:pt x="537970" y="2916"/>
                </a:lnTo>
                <a:lnTo>
                  <a:pt x="537963" y="2919"/>
                </a:lnTo>
                <a:lnTo>
                  <a:pt x="537955" y="2922"/>
                </a:lnTo>
                <a:lnTo>
                  <a:pt x="537948" y="2926"/>
                </a:lnTo>
                <a:lnTo>
                  <a:pt x="537941" y="2929"/>
                </a:lnTo>
                <a:lnTo>
                  <a:pt x="537934" y="2933"/>
                </a:lnTo>
                <a:lnTo>
                  <a:pt x="537927" y="2936"/>
                </a:lnTo>
                <a:lnTo>
                  <a:pt x="537921" y="2940"/>
                </a:lnTo>
                <a:lnTo>
                  <a:pt x="537914" y="2944"/>
                </a:lnTo>
                <a:lnTo>
                  <a:pt x="537908" y="2947"/>
                </a:lnTo>
                <a:lnTo>
                  <a:pt x="537901" y="2951"/>
                </a:lnTo>
                <a:lnTo>
                  <a:pt x="537895" y="2955"/>
                </a:lnTo>
                <a:lnTo>
                  <a:pt x="537889" y="2959"/>
                </a:lnTo>
                <a:lnTo>
                  <a:pt x="537883" y="2963"/>
                </a:lnTo>
                <a:lnTo>
                  <a:pt x="537877" y="2967"/>
                </a:lnTo>
                <a:lnTo>
                  <a:pt x="537872" y="2971"/>
                </a:lnTo>
                <a:lnTo>
                  <a:pt x="537866" y="2975"/>
                </a:lnTo>
                <a:lnTo>
                  <a:pt x="532886" y="6177"/>
                </a:lnTo>
                <a:lnTo>
                  <a:pt x="532873" y="6186"/>
                </a:lnTo>
                <a:lnTo>
                  <a:pt x="532861" y="6194"/>
                </a:lnTo>
                <a:lnTo>
                  <a:pt x="532849" y="6202"/>
                </a:lnTo>
                <a:lnTo>
                  <a:pt x="532837" y="6211"/>
                </a:lnTo>
                <a:lnTo>
                  <a:pt x="532826" y="6219"/>
                </a:lnTo>
                <a:lnTo>
                  <a:pt x="532814" y="6227"/>
                </a:lnTo>
                <a:lnTo>
                  <a:pt x="532803" y="6236"/>
                </a:lnTo>
                <a:lnTo>
                  <a:pt x="532792" y="6244"/>
                </a:lnTo>
                <a:lnTo>
                  <a:pt x="532781" y="6253"/>
                </a:lnTo>
                <a:lnTo>
                  <a:pt x="532771" y="6261"/>
                </a:lnTo>
                <a:lnTo>
                  <a:pt x="532760" y="6269"/>
                </a:lnTo>
                <a:lnTo>
                  <a:pt x="532750" y="6278"/>
                </a:lnTo>
                <a:lnTo>
                  <a:pt x="532740" y="6286"/>
                </a:lnTo>
                <a:lnTo>
                  <a:pt x="532730" y="6294"/>
                </a:lnTo>
                <a:lnTo>
                  <a:pt x="532721" y="6303"/>
                </a:lnTo>
                <a:lnTo>
                  <a:pt x="532711" y="6311"/>
                </a:lnTo>
                <a:lnTo>
                  <a:pt x="532702" y="6320"/>
                </a:lnTo>
                <a:lnTo>
                  <a:pt x="532693" y="6328"/>
                </a:lnTo>
                <a:lnTo>
                  <a:pt x="532684" y="6336"/>
                </a:lnTo>
                <a:lnTo>
                  <a:pt x="532676" y="6345"/>
                </a:lnTo>
                <a:lnTo>
                  <a:pt x="532667" y="6353"/>
                </a:lnTo>
                <a:lnTo>
                  <a:pt x="532659" y="6362"/>
                </a:lnTo>
                <a:lnTo>
                  <a:pt x="532651" y="6370"/>
                </a:lnTo>
                <a:lnTo>
                  <a:pt x="532643" y="6378"/>
                </a:lnTo>
                <a:lnTo>
                  <a:pt x="532636" y="6387"/>
                </a:lnTo>
                <a:lnTo>
                  <a:pt x="532628" y="6395"/>
                </a:lnTo>
                <a:lnTo>
                  <a:pt x="532621" y="6404"/>
                </a:lnTo>
                <a:lnTo>
                  <a:pt x="532614" y="6413"/>
                </a:lnTo>
                <a:lnTo>
                  <a:pt x="532607" y="6422"/>
                </a:lnTo>
                <a:lnTo>
                  <a:pt x="532600" y="6431"/>
                </a:lnTo>
                <a:lnTo>
                  <a:pt x="532593" y="6440"/>
                </a:lnTo>
                <a:lnTo>
                  <a:pt x="532587" y="6449"/>
                </a:lnTo>
                <a:lnTo>
                  <a:pt x="532580" y="6458"/>
                </a:lnTo>
                <a:lnTo>
                  <a:pt x="532574" y="6468"/>
                </a:lnTo>
                <a:lnTo>
                  <a:pt x="532568" y="6477"/>
                </a:lnTo>
                <a:lnTo>
                  <a:pt x="532562" y="6487"/>
                </a:lnTo>
                <a:lnTo>
                  <a:pt x="532556" y="6497"/>
                </a:lnTo>
                <a:lnTo>
                  <a:pt x="532550" y="6507"/>
                </a:lnTo>
                <a:lnTo>
                  <a:pt x="532545" y="6517"/>
                </a:lnTo>
                <a:lnTo>
                  <a:pt x="532539" y="6527"/>
                </a:lnTo>
                <a:lnTo>
                  <a:pt x="532534" y="6537"/>
                </a:lnTo>
                <a:lnTo>
                  <a:pt x="532529" y="6548"/>
                </a:lnTo>
                <a:lnTo>
                  <a:pt x="532524" y="6558"/>
                </a:lnTo>
                <a:lnTo>
                  <a:pt x="532519" y="6569"/>
                </a:lnTo>
                <a:lnTo>
                  <a:pt x="532515" y="6580"/>
                </a:lnTo>
                <a:lnTo>
                  <a:pt x="532510" y="6591"/>
                </a:lnTo>
                <a:lnTo>
                  <a:pt x="532506" y="6602"/>
                </a:lnTo>
                <a:lnTo>
                  <a:pt x="532501" y="6613"/>
                </a:lnTo>
                <a:lnTo>
                  <a:pt x="532497" y="6624"/>
                </a:lnTo>
                <a:lnTo>
                  <a:pt x="532493" y="6636"/>
                </a:lnTo>
                <a:lnTo>
                  <a:pt x="532489" y="6647"/>
                </a:lnTo>
                <a:lnTo>
                  <a:pt x="532485" y="6659"/>
                </a:lnTo>
                <a:lnTo>
                  <a:pt x="532482" y="6672"/>
                </a:lnTo>
                <a:lnTo>
                  <a:pt x="532478" y="6684"/>
                </a:lnTo>
                <a:lnTo>
                  <a:pt x="532474" y="6697"/>
                </a:lnTo>
                <a:lnTo>
                  <a:pt x="532471" y="6710"/>
                </a:lnTo>
                <a:lnTo>
                  <a:pt x="532467" y="6723"/>
                </a:lnTo>
                <a:lnTo>
                  <a:pt x="532464" y="6736"/>
                </a:lnTo>
                <a:lnTo>
                  <a:pt x="532461" y="6750"/>
                </a:lnTo>
                <a:lnTo>
                  <a:pt x="532457" y="6764"/>
                </a:lnTo>
                <a:lnTo>
                  <a:pt x="532454" y="6778"/>
                </a:lnTo>
                <a:lnTo>
                  <a:pt x="532451" y="6792"/>
                </a:lnTo>
                <a:lnTo>
                  <a:pt x="532448" y="6807"/>
                </a:lnTo>
                <a:lnTo>
                  <a:pt x="532446" y="6821"/>
                </a:lnTo>
                <a:lnTo>
                  <a:pt x="532443" y="6836"/>
                </a:lnTo>
                <a:lnTo>
                  <a:pt x="532440" y="6852"/>
                </a:lnTo>
                <a:lnTo>
                  <a:pt x="532438" y="6867"/>
                </a:lnTo>
                <a:lnTo>
                  <a:pt x="532435" y="6883"/>
                </a:lnTo>
                <a:lnTo>
                  <a:pt x="532433" y="6899"/>
                </a:lnTo>
                <a:lnTo>
                  <a:pt x="532431" y="6915"/>
                </a:lnTo>
                <a:lnTo>
                  <a:pt x="532428" y="6931"/>
                </a:lnTo>
                <a:lnTo>
                  <a:pt x="532426" y="6948"/>
                </a:lnTo>
                <a:lnTo>
                  <a:pt x="532424" y="6965"/>
                </a:lnTo>
                <a:lnTo>
                  <a:pt x="532422" y="6982"/>
                </a:lnTo>
                <a:lnTo>
                  <a:pt x="532420" y="7000"/>
                </a:lnTo>
                <a:lnTo>
                  <a:pt x="532418" y="7017"/>
                </a:lnTo>
                <a:lnTo>
                  <a:pt x="532417" y="7036"/>
                </a:lnTo>
                <a:lnTo>
                  <a:pt x="532415" y="7054"/>
                </a:lnTo>
                <a:lnTo>
                  <a:pt x="532414" y="7073"/>
                </a:lnTo>
                <a:lnTo>
                  <a:pt x="532412" y="7091"/>
                </a:lnTo>
                <a:lnTo>
                  <a:pt x="532411" y="7111"/>
                </a:lnTo>
                <a:lnTo>
                  <a:pt x="532410" y="7130"/>
                </a:lnTo>
                <a:lnTo>
                  <a:pt x="532408" y="7150"/>
                </a:lnTo>
                <a:lnTo>
                  <a:pt x="532407" y="7170"/>
                </a:lnTo>
                <a:lnTo>
                  <a:pt x="532406" y="7191"/>
                </a:lnTo>
                <a:lnTo>
                  <a:pt x="532405" y="7211"/>
                </a:lnTo>
                <a:lnTo>
                  <a:pt x="532405" y="7232"/>
                </a:lnTo>
                <a:lnTo>
                  <a:pt x="532404" y="7254"/>
                </a:lnTo>
                <a:lnTo>
                  <a:pt x="532403" y="7275"/>
                </a:lnTo>
                <a:lnTo>
                  <a:pt x="532403" y="7297"/>
                </a:lnTo>
                <a:lnTo>
                  <a:pt x="532402" y="7319"/>
                </a:lnTo>
                <a:lnTo>
                  <a:pt x="532402" y="7342"/>
                </a:lnTo>
                <a:lnTo>
                  <a:pt x="532401" y="7364"/>
                </a:lnTo>
                <a:lnTo>
                  <a:pt x="532401" y="7387"/>
                </a:lnTo>
                <a:lnTo>
                  <a:pt x="532401" y="7411"/>
                </a:lnTo>
                <a:lnTo>
                  <a:pt x="532401" y="7434"/>
                </a:lnTo>
                <a:lnTo>
                  <a:pt x="532401" y="7466"/>
                </a:lnTo>
                <a:lnTo>
                  <a:pt x="532401" y="7498"/>
                </a:lnTo>
                <a:lnTo>
                  <a:pt x="532402" y="7529"/>
                </a:lnTo>
                <a:lnTo>
                  <a:pt x="532402" y="7559"/>
                </a:lnTo>
                <a:lnTo>
                  <a:pt x="532403" y="7589"/>
                </a:lnTo>
                <a:lnTo>
                  <a:pt x="532404" y="7619"/>
                </a:lnTo>
                <a:lnTo>
                  <a:pt x="532405" y="7648"/>
                </a:lnTo>
                <a:lnTo>
                  <a:pt x="532406" y="7676"/>
                </a:lnTo>
                <a:lnTo>
                  <a:pt x="532407" y="7705"/>
                </a:lnTo>
                <a:lnTo>
                  <a:pt x="532408" y="7732"/>
                </a:lnTo>
                <a:lnTo>
                  <a:pt x="532410" y="7760"/>
                </a:lnTo>
                <a:lnTo>
                  <a:pt x="532412" y="7786"/>
                </a:lnTo>
                <a:lnTo>
                  <a:pt x="532413" y="7813"/>
                </a:lnTo>
                <a:lnTo>
                  <a:pt x="532415" y="7838"/>
                </a:lnTo>
                <a:lnTo>
                  <a:pt x="532417" y="7864"/>
                </a:lnTo>
                <a:lnTo>
                  <a:pt x="532420" y="7889"/>
                </a:lnTo>
                <a:lnTo>
                  <a:pt x="532422" y="7913"/>
                </a:lnTo>
                <a:lnTo>
                  <a:pt x="532425" y="7937"/>
                </a:lnTo>
                <a:lnTo>
                  <a:pt x="532427" y="7961"/>
                </a:lnTo>
                <a:lnTo>
                  <a:pt x="532430" y="7984"/>
                </a:lnTo>
                <a:lnTo>
                  <a:pt x="532433" y="8006"/>
                </a:lnTo>
                <a:lnTo>
                  <a:pt x="532436" y="8029"/>
                </a:lnTo>
                <a:lnTo>
                  <a:pt x="532439" y="8050"/>
                </a:lnTo>
                <a:lnTo>
                  <a:pt x="532443" y="8071"/>
                </a:lnTo>
                <a:lnTo>
                  <a:pt x="532446" y="8092"/>
                </a:lnTo>
                <a:lnTo>
                  <a:pt x="532450" y="8112"/>
                </a:lnTo>
                <a:lnTo>
                  <a:pt x="532454" y="8132"/>
                </a:lnTo>
                <a:lnTo>
                  <a:pt x="532459" y="8151"/>
                </a:lnTo>
                <a:lnTo>
                  <a:pt x="532464" y="8170"/>
                </a:lnTo>
                <a:lnTo>
                  <a:pt x="532468" y="8188"/>
                </a:lnTo>
                <a:lnTo>
                  <a:pt x="532474" y="8206"/>
                </a:lnTo>
                <a:lnTo>
                  <a:pt x="532479" y="8223"/>
                </a:lnTo>
                <a:lnTo>
                  <a:pt x="532485" y="8240"/>
                </a:lnTo>
                <a:lnTo>
                  <a:pt x="532491" y="8256"/>
                </a:lnTo>
                <a:lnTo>
                  <a:pt x="532497" y="8272"/>
                </a:lnTo>
                <a:lnTo>
                  <a:pt x="532503" y="8287"/>
                </a:lnTo>
                <a:lnTo>
                  <a:pt x="532510" y="8302"/>
                </a:lnTo>
                <a:lnTo>
                  <a:pt x="532517" y="8316"/>
                </a:lnTo>
                <a:lnTo>
                  <a:pt x="532524" y="8330"/>
                </a:lnTo>
                <a:lnTo>
                  <a:pt x="532532" y="8343"/>
                </a:lnTo>
                <a:lnTo>
                  <a:pt x="532540" y="8356"/>
                </a:lnTo>
                <a:lnTo>
                  <a:pt x="532548" y="8368"/>
                </a:lnTo>
                <a:lnTo>
                  <a:pt x="532556" y="8380"/>
                </a:lnTo>
                <a:lnTo>
                  <a:pt x="532565" y="8391"/>
                </a:lnTo>
                <a:lnTo>
                  <a:pt x="532574" y="8402"/>
                </a:lnTo>
                <a:lnTo>
                  <a:pt x="532583" y="8412"/>
                </a:lnTo>
                <a:lnTo>
                  <a:pt x="532592" y="8422"/>
                </a:lnTo>
                <a:lnTo>
                  <a:pt x="532602" y="8431"/>
                </a:lnTo>
                <a:lnTo>
                  <a:pt x="532612" y="8440"/>
                </a:lnTo>
                <a:lnTo>
                  <a:pt x="532622" y="8448"/>
                </a:lnTo>
                <a:lnTo>
                  <a:pt x="532632" y="8456"/>
                </a:lnTo>
                <a:lnTo>
                  <a:pt x="532643" y="8464"/>
                </a:lnTo>
                <a:lnTo>
                  <a:pt x="532654" y="8470"/>
                </a:lnTo>
                <a:lnTo>
                  <a:pt x="532665" y="8477"/>
                </a:lnTo>
                <a:lnTo>
                  <a:pt x="532676" y="8483"/>
                </a:lnTo>
                <a:lnTo>
                  <a:pt x="532688" y="8488"/>
                </a:lnTo>
                <a:lnTo>
                  <a:pt x="532700" y="8493"/>
                </a:lnTo>
                <a:lnTo>
                  <a:pt x="532712" y="8497"/>
                </a:lnTo>
                <a:lnTo>
                  <a:pt x="532725" y="8501"/>
                </a:lnTo>
                <a:lnTo>
                  <a:pt x="532737" y="8504"/>
                </a:lnTo>
                <a:lnTo>
                  <a:pt x="532750" y="8507"/>
                </a:lnTo>
                <a:lnTo>
                  <a:pt x="532764" y="8510"/>
                </a:lnTo>
                <a:lnTo>
                  <a:pt x="532777" y="8512"/>
                </a:lnTo>
                <a:lnTo>
                  <a:pt x="532791" y="8513"/>
                </a:lnTo>
                <a:lnTo>
                  <a:pt x="532805" y="8514"/>
                </a:lnTo>
                <a:lnTo>
                  <a:pt x="532819" y="8514"/>
                </a:lnTo>
                <a:lnTo>
                  <a:pt x="532834" y="8514"/>
                </a:lnTo>
                <a:lnTo>
                  <a:pt x="532849" y="8514"/>
                </a:lnTo>
                <a:lnTo>
                  <a:pt x="532864" y="8513"/>
                </a:lnTo>
                <a:lnTo>
                  <a:pt x="532879" y="8511"/>
                </a:lnTo>
                <a:lnTo>
                  <a:pt x="532895" y="8509"/>
                </a:lnTo>
                <a:lnTo>
                  <a:pt x="532911" y="8507"/>
                </a:lnTo>
                <a:lnTo>
                  <a:pt x="532927" y="8503"/>
                </a:lnTo>
                <a:lnTo>
                  <a:pt x="532944" y="8500"/>
                </a:lnTo>
                <a:lnTo>
                  <a:pt x="532961" y="8496"/>
                </a:lnTo>
                <a:lnTo>
                  <a:pt x="532978" y="8492"/>
                </a:lnTo>
                <a:lnTo>
                  <a:pt x="532996" y="8487"/>
                </a:lnTo>
                <a:lnTo>
                  <a:pt x="533015" y="8481"/>
                </a:lnTo>
                <a:lnTo>
                  <a:pt x="533034" y="8476"/>
                </a:lnTo>
                <a:lnTo>
                  <a:pt x="533053" y="8469"/>
                </a:lnTo>
                <a:lnTo>
                  <a:pt x="533073" y="8463"/>
                </a:lnTo>
                <a:lnTo>
                  <a:pt x="533093" y="8455"/>
                </a:lnTo>
                <a:lnTo>
                  <a:pt x="533113" y="8448"/>
                </a:lnTo>
                <a:lnTo>
                  <a:pt x="533134" y="8440"/>
                </a:lnTo>
                <a:lnTo>
                  <a:pt x="533156" y="8431"/>
                </a:lnTo>
                <a:lnTo>
                  <a:pt x="533178" y="8422"/>
                </a:lnTo>
                <a:lnTo>
                  <a:pt x="533200" y="8413"/>
                </a:lnTo>
                <a:lnTo>
                  <a:pt x="533223" y="8403"/>
                </a:lnTo>
                <a:lnTo>
                  <a:pt x="533246" y="8392"/>
                </a:lnTo>
                <a:lnTo>
                  <a:pt x="533270" y="8381"/>
                </a:lnTo>
                <a:lnTo>
                  <a:pt x="533294" y="8370"/>
                </a:lnTo>
                <a:lnTo>
                  <a:pt x="533318" y="8358"/>
                </a:lnTo>
                <a:lnTo>
                  <a:pt x="533343" y="8346"/>
                </a:lnTo>
                <a:lnTo>
                  <a:pt x="533368" y="8333"/>
                </a:lnTo>
                <a:lnTo>
                  <a:pt x="533394" y="8320"/>
                </a:lnTo>
                <a:lnTo>
                  <a:pt x="533421" y="8306"/>
                </a:lnTo>
                <a:lnTo>
                  <a:pt x="537599" y="5799"/>
                </a:lnTo>
                <a:lnTo>
                  <a:pt x="537599" y="22261"/>
                </a:lnTo>
                <a:lnTo>
                  <a:pt x="533086" y="22261"/>
                </a:lnTo>
                <a:lnTo>
                  <a:pt x="533075" y="22261"/>
                </a:lnTo>
                <a:lnTo>
                  <a:pt x="533064" y="22261"/>
                </a:lnTo>
                <a:lnTo>
                  <a:pt x="533053" y="22262"/>
                </a:lnTo>
                <a:lnTo>
                  <a:pt x="533042" y="22263"/>
                </a:lnTo>
                <a:lnTo>
                  <a:pt x="533032" y="22264"/>
                </a:lnTo>
                <a:lnTo>
                  <a:pt x="533021" y="22265"/>
                </a:lnTo>
                <a:lnTo>
                  <a:pt x="533010" y="22267"/>
                </a:lnTo>
                <a:lnTo>
                  <a:pt x="533000" y="22269"/>
                </a:lnTo>
                <a:lnTo>
                  <a:pt x="532990" y="22271"/>
                </a:lnTo>
                <a:lnTo>
                  <a:pt x="532979" y="22274"/>
                </a:lnTo>
                <a:lnTo>
                  <a:pt x="532969" y="22276"/>
                </a:lnTo>
                <a:lnTo>
                  <a:pt x="532959" y="22279"/>
                </a:lnTo>
                <a:lnTo>
                  <a:pt x="532949" y="22283"/>
                </a:lnTo>
                <a:lnTo>
                  <a:pt x="532939" y="22286"/>
                </a:lnTo>
                <a:lnTo>
                  <a:pt x="532929" y="22290"/>
                </a:lnTo>
                <a:lnTo>
                  <a:pt x="532919" y="22294"/>
                </a:lnTo>
                <a:lnTo>
                  <a:pt x="532909" y="22298"/>
                </a:lnTo>
                <a:lnTo>
                  <a:pt x="532900" y="22303"/>
                </a:lnTo>
                <a:lnTo>
                  <a:pt x="532890" y="22308"/>
                </a:lnTo>
                <a:lnTo>
                  <a:pt x="532881" y="22313"/>
                </a:lnTo>
                <a:lnTo>
                  <a:pt x="532872" y="22318"/>
                </a:lnTo>
                <a:lnTo>
                  <a:pt x="532862" y="22324"/>
                </a:lnTo>
                <a:lnTo>
                  <a:pt x="532853" y="22330"/>
                </a:lnTo>
                <a:lnTo>
                  <a:pt x="532844" y="22336"/>
                </a:lnTo>
                <a:lnTo>
                  <a:pt x="532835" y="22342"/>
                </a:lnTo>
                <a:lnTo>
                  <a:pt x="532826" y="22349"/>
                </a:lnTo>
                <a:lnTo>
                  <a:pt x="532817" y="22356"/>
                </a:lnTo>
                <a:lnTo>
                  <a:pt x="532809" y="22363"/>
                </a:lnTo>
                <a:lnTo>
                  <a:pt x="532800" y="22370"/>
                </a:lnTo>
                <a:lnTo>
                  <a:pt x="532792" y="22378"/>
                </a:lnTo>
                <a:lnTo>
                  <a:pt x="532783" y="22385"/>
                </a:lnTo>
                <a:lnTo>
                  <a:pt x="532775" y="22393"/>
                </a:lnTo>
                <a:lnTo>
                  <a:pt x="532767" y="22402"/>
                </a:lnTo>
                <a:lnTo>
                  <a:pt x="532759" y="22410"/>
                </a:lnTo>
                <a:lnTo>
                  <a:pt x="532751" y="22419"/>
                </a:lnTo>
                <a:lnTo>
                  <a:pt x="532744" y="22428"/>
                </a:lnTo>
                <a:lnTo>
                  <a:pt x="532736" y="22437"/>
                </a:lnTo>
                <a:lnTo>
                  <a:pt x="532729" y="22446"/>
                </a:lnTo>
                <a:lnTo>
                  <a:pt x="532721" y="22456"/>
                </a:lnTo>
                <a:lnTo>
                  <a:pt x="532714" y="22466"/>
                </a:lnTo>
                <a:lnTo>
                  <a:pt x="532707" y="22476"/>
                </a:lnTo>
                <a:lnTo>
                  <a:pt x="532700" y="22486"/>
                </a:lnTo>
                <a:lnTo>
                  <a:pt x="532693" y="22497"/>
                </a:lnTo>
                <a:lnTo>
                  <a:pt x="532686" y="22508"/>
                </a:lnTo>
                <a:lnTo>
                  <a:pt x="532679" y="22519"/>
                </a:lnTo>
                <a:lnTo>
                  <a:pt x="532673" y="22530"/>
                </a:lnTo>
                <a:lnTo>
                  <a:pt x="532666" y="22541"/>
                </a:lnTo>
                <a:lnTo>
                  <a:pt x="532660" y="22553"/>
                </a:lnTo>
                <a:lnTo>
                  <a:pt x="532654" y="22565"/>
                </a:lnTo>
                <a:lnTo>
                  <a:pt x="532648" y="22577"/>
                </a:lnTo>
                <a:lnTo>
                  <a:pt x="532642" y="22590"/>
                </a:lnTo>
                <a:lnTo>
                  <a:pt x="532636" y="22603"/>
                </a:lnTo>
                <a:lnTo>
                  <a:pt x="532630" y="22616"/>
                </a:lnTo>
                <a:lnTo>
                  <a:pt x="532624" y="22629"/>
                </a:lnTo>
                <a:lnTo>
                  <a:pt x="532618" y="22642"/>
                </a:lnTo>
                <a:lnTo>
                  <a:pt x="532613" y="22656"/>
                </a:lnTo>
                <a:lnTo>
                  <a:pt x="532607" y="22670"/>
                </a:lnTo>
                <a:lnTo>
                  <a:pt x="532602" y="22685"/>
                </a:lnTo>
                <a:lnTo>
                  <a:pt x="532596" y="22699"/>
                </a:lnTo>
                <a:lnTo>
                  <a:pt x="532591" y="22714"/>
                </a:lnTo>
                <a:lnTo>
                  <a:pt x="532586" y="22729"/>
                </a:lnTo>
                <a:lnTo>
                  <a:pt x="532581" y="22744"/>
                </a:lnTo>
                <a:lnTo>
                  <a:pt x="532576" y="22760"/>
                </a:lnTo>
                <a:lnTo>
                  <a:pt x="532571" y="22776"/>
                </a:lnTo>
                <a:lnTo>
                  <a:pt x="532566" y="22792"/>
                </a:lnTo>
                <a:lnTo>
                  <a:pt x="532561" y="22809"/>
                </a:lnTo>
                <a:lnTo>
                  <a:pt x="532557" y="22825"/>
                </a:lnTo>
                <a:lnTo>
                  <a:pt x="532552" y="22842"/>
                </a:lnTo>
                <a:lnTo>
                  <a:pt x="532548" y="22859"/>
                </a:lnTo>
                <a:lnTo>
                  <a:pt x="532543" y="22877"/>
                </a:lnTo>
                <a:lnTo>
                  <a:pt x="532539" y="22894"/>
                </a:lnTo>
                <a:lnTo>
                  <a:pt x="532535" y="22912"/>
                </a:lnTo>
                <a:lnTo>
                  <a:pt x="532531" y="22931"/>
                </a:lnTo>
                <a:lnTo>
                  <a:pt x="532527" y="22949"/>
                </a:lnTo>
                <a:lnTo>
                  <a:pt x="532523" y="22968"/>
                </a:lnTo>
                <a:lnTo>
                  <a:pt x="532519" y="22987"/>
                </a:lnTo>
                <a:lnTo>
                  <a:pt x="532516" y="23007"/>
                </a:lnTo>
                <a:lnTo>
                  <a:pt x="532513" y="23026"/>
                </a:lnTo>
                <a:lnTo>
                  <a:pt x="532510" y="23046"/>
                </a:lnTo>
                <a:lnTo>
                  <a:pt x="532507" y="23067"/>
                </a:lnTo>
                <a:lnTo>
                  <a:pt x="532504" y="23087"/>
                </a:lnTo>
                <a:lnTo>
                  <a:pt x="532502" y="23108"/>
                </a:lnTo>
                <a:lnTo>
                  <a:pt x="532499" y="23129"/>
                </a:lnTo>
                <a:lnTo>
                  <a:pt x="532497" y="23151"/>
                </a:lnTo>
                <a:lnTo>
                  <a:pt x="532495" y="23172"/>
                </a:lnTo>
                <a:lnTo>
                  <a:pt x="532493" y="23194"/>
                </a:lnTo>
                <a:lnTo>
                  <a:pt x="532492" y="23217"/>
                </a:lnTo>
                <a:lnTo>
                  <a:pt x="532490" y="23239"/>
                </a:lnTo>
                <a:lnTo>
                  <a:pt x="532489" y="23262"/>
                </a:lnTo>
                <a:lnTo>
                  <a:pt x="532488" y="23285"/>
                </a:lnTo>
                <a:lnTo>
                  <a:pt x="532487" y="23309"/>
                </a:lnTo>
                <a:lnTo>
                  <a:pt x="532486" y="23333"/>
                </a:lnTo>
                <a:lnTo>
                  <a:pt x="532485" y="23357"/>
                </a:lnTo>
                <a:lnTo>
                  <a:pt x="532485" y="23381"/>
                </a:lnTo>
                <a:lnTo>
                  <a:pt x="532485" y="23406"/>
                </a:lnTo>
                <a:lnTo>
                  <a:pt x="532485" y="23431"/>
                </a:lnTo>
                <a:lnTo>
                  <a:pt x="532485" y="23457"/>
                </a:lnTo>
                <a:lnTo>
                  <a:pt x="532485" y="23483"/>
                </a:lnTo>
                <a:lnTo>
                  <a:pt x="532485" y="23508"/>
                </a:lnTo>
                <a:lnTo>
                  <a:pt x="532486" y="23534"/>
                </a:lnTo>
                <a:lnTo>
                  <a:pt x="532487" y="23558"/>
                </a:lnTo>
                <a:lnTo>
                  <a:pt x="532488" y="23583"/>
                </a:lnTo>
                <a:lnTo>
                  <a:pt x="532489" y="23607"/>
                </a:lnTo>
                <a:lnTo>
                  <a:pt x="532490" y="23631"/>
                </a:lnTo>
                <a:lnTo>
                  <a:pt x="532492" y="23655"/>
                </a:lnTo>
                <a:lnTo>
                  <a:pt x="532493" y="23678"/>
                </a:lnTo>
                <a:lnTo>
                  <a:pt x="532495" y="23701"/>
                </a:lnTo>
                <a:lnTo>
                  <a:pt x="532497" y="23723"/>
                </a:lnTo>
                <a:lnTo>
                  <a:pt x="532499" y="23745"/>
                </a:lnTo>
                <a:lnTo>
                  <a:pt x="532502" y="23767"/>
                </a:lnTo>
                <a:lnTo>
                  <a:pt x="532504" y="23788"/>
                </a:lnTo>
                <a:lnTo>
                  <a:pt x="532507" y="23809"/>
                </a:lnTo>
                <a:lnTo>
                  <a:pt x="532510" y="23830"/>
                </a:lnTo>
                <a:lnTo>
                  <a:pt x="532513" y="23850"/>
                </a:lnTo>
                <a:lnTo>
                  <a:pt x="532516" y="23870"/>
                </a:lnTo>
                <a:lnTo>
                  <a:pt x="532519" y="23890"/>
                </a:lnTo>
                <a:lnTo>
                  <a:pt x="532523" y="23909"/>
                </a:lnTo>
                <a:lnTo>
                  <a:pt x="532527" y="23928"/>
                </a:lnTo>
                <a:lnTo>
                  <a:pt x="532531" y="23947"/>
                </a:lnTo>
                <a:lnTo>
                  <a:pt x="532535" y="23965"/>
                </a:lnTo>
                <a:lnTo>
                  <a:pt x="532539" y="23983"/>
                </a:lnTo>
                <a:lnTo>
                  <a:pt x="532543" y="24001"/>
                </a:lnTo>
                <a:lnTo>
                  <a:pt x="532548" y="24018"/>
                </a:lnTo>
                <a:lnTo>
                  <a:pt x="532553" y="24035"/>
                </a:lnTo>
                <a:lnTo>
                  <a:pt x="532557" y="24052"/>
                </a:lnTo>
                <a:lnTo>
                  <a:pt x="532562" y="24069"/>
                </a:lnTo>
                <a:lnTo>
                  <a:pt x="532568" y="24085"/>
                </a:lnTo>
                <a:lnTo>
                  <a:pt x="532573" y="24101"/>
                </a:lnTo>
                <a:lnTo>
                  <a:pt x="532578" y="24116"/>
                </a:lnTo>
                <a:lnTo>
                  <a:pt x="532584" y="24132"/>
                </a:lnTo>
                <a:lnTo>
                  <a:pt x="532590" y="24147"/>
                </a:lnTo>
                <a:lnTo>
                  <a:pt x="532595" y="24162"/>
                </a:lnTo>
                <a:lnTo>
                  <a:pt x="532601" y="24176"/>
                </a:lnTo>
                <a:lnTo>
                  <a:pt x="532607" y="24190"/>
                </a:lnTo>
                <a:lnTo>
                  <a:pt x="532614" y="24204"/>
                </a:lnTo>
                <a:lnTo>
                  <a:pt x="532620" y="24218"/>
                </a:lnTo>
                <a:lnTo>
                  <a:pt x="532627" y="24231"/>
                </a:lnTo>
                <a:lnTo>
                  <a:pt x="532633" y="24244"/>
                </a:lnTo>
                <a:lnTo>
                  <a:pt x="532640" y="24257"/>
                </a:lnTo>
                <a:lnTo>
                  <a:pt x="532647" y="24269"/>
                </a:lnTo>
                <a:lnTo>
                  <a:pt x="532655" y="24282"/>
                </a:lnTo>
                <a:lnTo>
                  <a:pt x="532662" y="24293"/>
                </a:lnTo>
                <a:lnTo>
                  <a:pt x="532669" y="24305"/>
                </a:lnTo>
                <a:lnTo>
                  <a:pt x="532677" y="24316"/>
                </a:lnTo>
                <a:lnTo>
                  <a:pt x="532685" y="24327"/>
                </a:lnTo>
                <a:lnTo>
                  <a:pt x="532692" y="24338"/>
                </a:lnTo>
                <a:lnTo>
                  <a:pt x="532700" y="24349"/>
                </a:lnTo>
                <a:lnTo>
                  <a:pt x="532708" y="24359"/>
                </a:lnTo>
                <a:lnTo>
                  <a:pt x="532715" y="24369"/>
                </a:lnTo>
                <a:lnTo>
                  <a:pt x="532723" y="24378"/>
                </a:lnTo>
                <a:lnTo>
                  <a:pt x="532731" y="24388"/>
                </a:lnTo>
                <a:lnTo>
                  <a:pt x="532739" y="24397"/>
                </a:lnTo>
                <a:lnTo>
                  <a:pt x="532747" y="24406"/>
                </a:lnTo>
                <a:lnTo>
                  <a:pt x="532755" y="24415"/>
                </a:lnTo>
                <a:lnTo>
                  <a:pt x="532763" y="24423"/>
                </a:lnTo>
                <a:lnTo>
                  <a:pt x="532771" y="24431"/>
                </a:lnTo>
                <a:lnTo>
                  <a:pt x="532779" y="24439"/>
                </a:lnTo>
                <a:lnTo>
                  <a:pt x="532787" y="24447"/>
                </a:lnTo>
                <a:lnTo>
                  <a:pt x="532795" y="24454"/>
                </a:lnTo>
                <a:lnTo>
                  <a:pt x="532803" y="24461"/>
                </a:lnTo>
                <a:lnTo>
                  <a:pt x="532811" y="24468"/>
                </a:lnTo>
                <a:lnTo>
                  <a:pt x="532819" y="24475"/>
                </a:lnTo>
                <a:lnTo>
                  <a:pt x="532828" y="24481"/>
                </a:lnTo>
                <a:lnTo>
                  <a:pt x="532836" y="24487"/>
                </a:lnTo>
                <a:lnTo>
                  <a:pt x="532844" y="24493"/>
                </a:lnTo>
                <a:lnTo>
                  <a:pt x="532852" y="24498"/>
                </a:lnTo>
                <a:lnTo>
                  <a:pt x="532861" y="24503"/>
                </a:lnTo>
                <a:lnTo>
                  <a:pt x="532869" y="24508"/>
                </a:lnTo>
                <a:lnTo>
                  <a:pt x="532877" y="24513"/>
                </a:lnTo>
                <a:lnTo>
                  <a:pt x="532886" y="24518"/>
                </a:lnTo>
                <a:lnTo>
                  <a:pt x="532894" y="24522"/>
                </a:lnTo>
                <a:lnTo>
                  <a:pt x="532903" y="24526"/>
                </a:lnTo>
                <a:lnTo>
                  <a:pt x="532912" y="24530"/>
                </a:lnTo>
                <a:lnTo>
                  <a:pt x="532920" y="24534"/>
                </a:lnTo>
                <a:lnTo>
                  <a:pt x="532929" y="24538"/>
                </a:lnTo>
                <a:lnTo>
                  <a:pt x="532938" y="24541"/>
                </a:lnTo>
                <a:lnTo>
                  <a:pt x="532947" y="24544"/>
                </a:lnTo>
                <a:lnTo>
                  <a:pt x="532955" y="24547"/>
                </a:lnTo>
                <a:lnTo>
                  <a:pt x="532964" y="24550"/>
                </a:lnTo>
                <a:lnTo>
                  <a:pt x="532973" y="24552"/>
                </a:lnTo>
                <a:lnTo>
                  <a:pt x="532983" y="24555"/>
                </a:lnTo>
                <a:lnTo>
                  <a:pt x="532992" y="24557"/>
                </a:lnTo>
                <a:lnTo>
                  <a:pt x="533001" y="24559"/>
                </a:lnTo>
                <a:lnTo>
                  <a:pt x="533010" y="24560"/>
                </a:lnTo>
                <a:lnTo>
                  <a:pt x="533019" y="24562"/>
                </a:lnTo>
                <a:lnTo>
                  <a:pt x="533029" y="24563"/>
                </a:lnTo>
                <a:lnTo>
                  <a:pt x="533038" y="24564"/>
                </a:lnTo>
                <a:lnTo>
                  <a:pt x="533048" y="24565"/>
                </a:lnTo>
                <a:lnTo>
                  <a:pt x="533057" y="24566"/>
                </a:lnTo>
                <a:lnTo>
                  <a:pt x="533067" y="24567"/>
                </a:lnTo>
                <a:lnTo>
                  <a:pt x="533077" y="24567"/>
                </a:lnTo>
                <a:lnTo>
                  <a:pt x="533086" y="24567"/>
                </a:lnTo>
                <a:lnTo>
                  <a:pt x="544384" y="24567"/>
                </a:lnTo>
                <a:lnTo>
                  <a:pt x="544393" y="24567"/>
                </a:lnTo>
                <a:lnTo>
                  <a:pt x="544403" y="24567"/>
                </a:lnTo>
                <a:lnTo>
                  <a:pt x="544413" y="24566"/>
                </a:lnTo>
                <a:lnTo>
                  <a:pt x="544423" y="24565"/>
                </a:lnTo>
                <a:lnTo>
                  <a:pt x="544432" y="24564"/>
                </a:lnTo>
                <a:lnTo>
                  <a:pt x="544442" y="24563"/>
                </a:lnTo>
                <a:lnTo>
                  <a:pt x="544451" y="24562"/>
                </a:lnTo>
                <a:lnTo>
                  <a:pt x="544461" y="24560"/>
                </a:lnTo>
                <a:lnTo>
                  <a:pt x="544470" y="24559"/>
                </a:lnTo>
                <a:lnTo>
                  <a:pt x="544480" y="24557"/>
                </a:lnTo>
                <a:lnTo>
                  <a:pt x="544489" y="24555"/>
                </a:lnTo>
                <a:lnTo>
                  <a:pt x="544499" y="24552"/>
                </a:lnTo>
                <a:lnTo>
                  <a:pt x="544508" y="24550"/>
                </a:lnTo>
                <a:lnTo>
                  <a:pt x="544517" y="24547"/>
                </a:lnTo>
                <a:lnTo>
                  <a:pt x="544527" y="24544"/>
                </a:lnTo>
                <a:lnTo>
                  <a:pt x="544536" y="24541"/>
                </a:lnTo>
                <a:lnTo>
                  <a:pt x="544545" y="24538"/>
                </a:lnTo>
                <a:lnTo>
                  <a:pt x="544555" y="24534"/>
                </a:lnTo>
                <a:lnTo>
                  <a:pt x="544564" y="24530"/>
                </a:lnTo>
                <a:lnTo>
                  <a:pt x="544573" y="24526"/>
                </a:lnTo>
                <a:lnTo>
                  <a:pt x="544582" y="24522"/>
                </a:lnTo>
                <a:lnTo>
                  <a:pt x="544591" y="24518"/>
                </a:lnTo>
                <a:lnTo>
                  <a:pt x="544600" y="24513"/>
                </a:lnTo>
                <a:lnTo>
                  <a:pt x="544609" y="24508"/>
                </a:lnTo>
                <a:lnTo>
                  <a:pt x="544618" y="24503"/>
                </a:lnTo>
                <a:lnTo>
                  <a:pt x="544627" y="24498"/>
                </a:lnTo>
                <a:lnTo>
                  <a:pt x="544636" y="24493"/>
                </a:lnTo>
                <a:lnTo>
                  <a:pt x="544645" y="24487"/>
                </a:lnTo>
                <a:lnTo>
                  <a:pt x="544654" y="24481"/>
                </a:lnTo>
                <a:lnTo>
                  <a:pt x="544662" y="24475"/>
                </a:lnTo>
                <a:lnTo>
                  <a:pt x="544671" y="24468"/>
                </a:lnTo>
                <a:lnTo>
                  <a:pt x="544679" y="24461"/>
                </a:lnTo>
                <a:lnTo>
                  <a:pt x="544687" y="24454"/>
                </a:lnTo>
                <a:lnTo>
                  <a:pt x="544696" y="24447"/>
                </a:lnTo>
                <a:lnTo>
                  <a:pt x="544704" y="24439"/>
                </a:lnTo>
                <a:lnTo>
                  <a:pt x="544712" y="24431"/>
                </a:lnTo>
                <a:lnTo>
                  <a:pt x="544720" y="24423"/>
                </a:lnTo>
                <a:lnTo>
                  <a:pt x="544728" y="24415"/>
                </a:lnTo>
                <a:lnTo>
                  <a:pt x="544735" y="24406"/>
                </a:lnTo>
                <a:lnTo>
                  <a:pt x="544743" y="24397"/>
                </a:lnTo>
                <a:lnTo>
                  <a:pt x="544751" y="24388"/>
                </a:lnTo>
                <a:lnTo>
                  <a:pt x="544758" y="24378"/>
                </a:lnTo>
                <a:lnTo>
                  <a:pt x="544766" y="24369"/>
                </a:lnTo>
                <a:lnTo>
                  <a:pt x="544773" y="24359"/>
                </a:lnTo>
                <a:lnTo>
                  <a:pt x="544780" y="24349"/>
                </a:lnTo>
                <a:lnTo>
                  <a:pt x="544787" y="24338"/>
                </a:lnTo>
                <a:lnTo>
                  <a:pt x="544795" y="24327"/>
                </a:lnTo>
                <a:lnTo>
                  <a:pt x="544802" y="24316"/>
                </a:lnTo>
                <a:lnTo>
                  <a:pt x="544808" y="24305"/>
                </a:lnTo>
                <a:lnTo>
                  <a:pt x="544815" y="24293"/>
                </a:lnTo>
                <a:lnTo>
                  <a:pt x="544822" y="24282"/>
                </a:lnTo>
                <a:lnTo>
                  <a:pt x="544828" y="24269"/>
                </a:lnTo>
                <a:lnTo>
                  <a:pt x="544835" y="24257"/>
                </a:lnTo>
                <a:lnTo>
                  <a:pt x="544841" y="24244"/>
                </a:lnTo>
                <a:lnTo>
                  <a:pt x="544847" y="24231"/>
                </a:lnTo>
                <a:lnTo>
                  <a:pt x="544854" y="24218"/>
                </a:lnTo>
                <a:lnTo>
                  <a:pt x="544860" y="24204"/>
                </a:lnTo>
                <a:lnTo>
                  <a:pt x="544865" y="24190"/>
                </a:lnTo>
                <a:lnTo>
                  <a:pt x="544871" y="24176"/>
                </a:lnTo>
                <a:lnTo>
                  <a:pt x="544877" y="24162"/>
                </a:lnTo>
                <a:lnTo>
                  <a:pt x="544882" y="24147"/>
                </a:lnTo>
                <a:lnTo>
                  <a:pt x="544888" y="24132"/>
                </a:lnTo>
                <a:lnTo>
                  <a:pt x="544893" y="24116"/>
                </a:lnTo>
                <a:lnTo>
                  <a:pt x="544898" y="24101"/>
                </a:lnTo>
                <a:lnTo>
                  <a:pt x="544903" y="24085"/>
                </a:lnTo>
                <a:lnTo>
                  <a:pt x="544908" y="24069"/>
                </a:lnTo>
                <a:lnTo>
                  <a:pt x="544913" y="24052"/>
                </a:lnTo>
                <a:lnTo>
                  <a:pt x="544918" y="24035"/>
                </a:lnTo>
                <a:lnTo>
                  <a:pt x="544922" y="24018"/>
                </a:lnTo>
                <a:lnTo>
                  <a:pt x="544927" y="24001"/>
                </a:lnTo>
                <a:lnTo>
                  <a:pt x="544931" y="23983"/>
                </a:lnTo>
                <a:lnTo>
                  <a:pt x="544935" y="23965"/>
                </a:lnTo>
                <a:lnTo>
                  <a:pt x="544939" y="23947"/>
                </a:lnTo>
                <a:lnTo>
                  <a:pt x="544943" y="23928"/>
                </a:lnTo>
                <a:lnTo>
                  <a:pt x="544947" y="23909"/>
                </a:lnTo>
                <a:lnTo>
                  <a:pt x="544951" y="23890"/>
                </a:lnTo>
                <a:lnTo>
                  <a:pt x="544954" y="23870"/>
                </a:lnTo>
                <a:lnTo>
                  <a:pt x="544957" y="23850"/>
                </a:lnTo>
                <a:lnTo>
                  <a:pt x="544960" y="23830"/>
                </a:lnTo>
                <a:lnTo>
                  <a:pt x="544963" y="23809"/>
                </a:lnTo>
                <a:lnTo>
                  <a:pt x="544966" y="23788"/>
                </a:lnTo>
                <a:lnTo>
                  <a:pt x="544968" y="23767"/>
                </a:lnTo>
                <a:lnTo>
                  <a:pt x="544971" y="23745"/>
                </a:lnTo>
                <a:lnTo>
                  <a:pt x="544973" y="23723"/>
                </a:lnTo>
                <a:lnTo>
                  <a:pt x="544975" y="23701"/>
                </a:lnTo>
                <a:lnTo>
                  <a:pt x="544977" y="23678"/>
                </a:lnTo>
                <a:lnTo>
                  <a:pt x="544978" y="23655"/>
                </a:lnTo>
                <a:lnTo>
                  <a:pt x="544980" y="23631"/>
                </a:lnTo>
                <a:lnTo>
                  <a:pt x="544981" y="23607"/>
                </a:lnTo>
                <a:lnTo>
                  <a:pt x="544982" y="23583"/>
                </a:lnTo>
                <a:lnTo>
                  <a:pt x="544983" y="23558"/>
                </a:lnTo>
                <a:lnTo>
                  <a:pt x="544984" y="23534"/>
                </a:lnTo>
                <a:lnTo>
                  <a:pt x="544985" y="23508"/>
                </a:lnTo>
                <a:lnTo>
                  <a:pt x="544985" y="23483"/>
                </a:lnTo>
                <a:lnTo>
                  <a:pt x="544985" y="23457"/>
                </a:lnTo>
                <a:lnTo>
                  <a:pt x="544985" y="23431"/>
                </a:lnTo>
                <a:lnTo>
                  <a:pt x="544985" y="23406"/>
                </a:lnTo>
                <a:lnTo>
                  <a:pt x="544985" y="23381"/>
                </a:lnTo>
                <a:lnTo>
                  <a:pt x="544985" y="23357"/>
                </a:lnTo>
                <a:lnTo>
                  <a:pt x="544984" y="23333"/>
                </a:lnTo>
                <a:lnTo>
                  <a:pt x="544984" y="23309"/>
                </a:lnTo>
                <a:lnTo>
                  <a:pt x="544983" y="23285"/>
                </a:lnTo>
                <a:close/>
                <a:moveTo>
                  <a:pt x="563048" y="18559"/>
                </a:moveTo>
                <a:lnTo>
                  <a:pt x="563041" y="18483"/>
                </a:lnTo>
                <a:lnTo>
                  <a:pt x="563033" y="18408"/>
                </a:lnTo>
                <a:lnTo>
                  <a:pt x="563023" y="18333"/>
                </a:lnTo>
                <a:lnTo>
                  <a:pt x="563012" y="18259"/>
                </a:lnTo>
                <a:lnTo>
                  <a:pt x="563000" y="18185"/>
                </a:lnTo>
                <a:lnTo>
                  <a:pt x="562987" y="18112"/>
                </a:lnTo>
                <a:lnTo>
                  <a:pt x="562973" y="18039"/>
                </a:lnTo>
                <a:lnTo>
                  <a:pt x="562958" y="17967"/>
                </a:lnTo>
                <a:lnTo>
                  <a:pt x="562941" y="17896"/>
                </a:lnTo>
                <a:lnTo>
                  <a:pt x="562924" y="17825"/>
                </a:lnTo>
                <a:lnTo>
                  <a:pt x="562905" y="17755"/>
                </a:lnTo>
                <a:lnTo>
                  <a:pt x="562885" y="17685"/>
                </a:lnTo>
                <a:lnTo>
                  <a:pt x="562864" y="17615"/>
                </a:lnTo>
                <a:lnTo>
                  <a:pt x="562842" y="17547"/>
                </a:lnTo>
                <a:lnTo>
                  <a:pt x="562819" y="17478"/>
                </a:lnTo>
                <a:lnTo>
                  <a:pt x="562795" y="17411"/>
                </a:lnTo>
                <a:lnTo>
                  <a:pt x="562769" y="17344"/>
                </a:lnTo>
                <a:lnTo>
                  <a:pt x="562743" y="17277"/>
                </a:lnTo>
                <a:lnTo>
                  <a:pt x="562715" y="17211"/>
                </a:lnTo>
                <a:lnTo>
                  <a:pt x="562686" y="17145"/>
                </a:lnTo>
                <a:lnTo>
                  <a:pt x="562657" y="17080"/>
                </a:lnTo>
                <a:lnTo>
                  <a:pt x="562626" y="17015"/>
                </a:lnTo>
                <a:lnTo>
                  <a:pt x="562594" y="16950"/>
                </a:lnTo>
                <a:lnTo>
                  <a:pt x="562561" y="16885"/>
                </a:lnTo>
                <a:lnTo>
                  <a:pt x="562527" y="16821"/>
                </a:lnTo>
                <a:lnTo>
                  <a:pt x="562492" y="16757"/>
                </a:lnTo>
                <a:lnTo>
                  <a:pt x="562456" y="16693"/>
                </a:lnTo>
                <a:lnTo>
                  <a:pt x="562419" y="16629"/>
                </a:lnTo>
                <a:lnTo>
                  <a:pt x="562381" y="16566"/>
                </a:lnTo>
                <a:lnTo>
                  <a:pt x="562342" y="16503"/>
                </a:lnTo>
                <a:lnTo>
                  <a:pt x="562302" y="16441"/>
                </a:lnTo>
                <a:lnTo>
                  <a:pt x="562260" y="16378"/>
                </a:lnTo>
                <a:lnTo>
                  <a:pt x="562218" y="16316"/>
                </a:lnTo>
                <a:lnTo>
                  <a:pt x="562175" y="16255"/>
                </a:lnTo>
                <a:lnTo>
                  <a:pt x="562130" y="16193"/>
                </a:lnTo>
                <a:lnTo>
                  <a:pt x="562085" y="16132"/>
                </a:lnTo>
                <a:lnTo>
                  <a:pt x="562038" y="16071"/>
                </a:lnTo>
                <a:lnTo>
                  <a:pt x="561991" y="16011"/>
                </a:lnTo>
                <a:lnTo>
                  <a:pt x="561942" y="15950"/>
                </a:lnTo>
                <a:lnTo>
                  <a:pt x="561893" y="15890"/>
                </a:lnTo>
                <a:lnTo>
                  <a:pt x="561842" y="15831"/>
                </a:lnTo>
                <a:lnTo>
                  <a:pt x="561790" y="15771"/>
                </a:lnTo>
                <a:lnTo>
                  <a:pt x="561737" y="15712"/>
                </a:lnTo>
                <a:lnTo>
                  <a:pt x="561684" y="15653"/>
                </a:lnTo>
                <a:lnTo>
                  <a:pt x="561629" y="15595"/>
                </a:lnTo>
                <a:lnTo>
                  <a:pt x="561573" y="15537"/>
                </a:lnTo>
                <a:lnTo>
                  <a:pt x="561516" y="15479"/>
                </a:lnTo>
                <a:lnTo>
                  <a:pt x="561458" y="15421"/>
                </a:lnTo>
                <a:lnTo>
                  <a:pt x="561399" y="15364"/>
                </a:lnTo>
                <a:lnTo>
                  <a:pt x="561339" y="15307"/>
                </a:lnTo>
                <a:lnTo>
                  <a:pt x="561278" y="15251"/>
                </a:lnTo>
                <a:lnTo>
                  <a:pt x="561216" y="15194"/>
                </a:lnTo>
                <a:lnTo>
                  <a:pt x="561153" y="15138"/>
                </a:lnTo>
                <a:lnTo>
                  <a:pt x="561088" y="15083"/>
                </a:lnTo>
                <a:lnTo>
                  <a:pt x="561023" y="15027"/>
                </a:lnTo>
                <a:lnTo>
                  <a:pt x="560957" y="14973"/>
                </a:lnTo>
                <a:lnTo>
                  <a:pt x="560889" y="14918"/>
                </a:lnTo>
                <a:lnTo>
                  <a:pt x="560821" y="14864"/>
                </a:lnTo>
                <a:lnTo>
                  <a:pt x="560751" y="14810"/>
                </a:lnTo>
                <a:lnTo>
                  <a:pt x="560681" y="14756"/>
                </a:lnTo>
                <a:lnTo>
                  <a:pt x="560609" y="14702"/>
                </a:lnTo>
                <a:lnTo>
                  <a:pt x="560537" y="14649"/>
                </a:lnTo>
                <a:lnTo>
                  <a:pt x="560463" y="14597"/>
                </a:lnTo>
                <a:lnTo>
                  <a:pt x="560389" y="14544"/>
                </a:lnTo>
                <a:lnTo>
                  <a:pt x="560313" y="14492"/>
                </a:lnTo>
                <a:lnTo>
                  <a:pt x="560236" y="14440"/>
                </a:lnTo>
                <a:lnTo>
                  <a:pt x="560158" y="14389"/>
                </a:lnTo>
                <a:lnTo>
                  <a:pt x="560080" y="14337"/>
                </a:lnTo>
                <a:lnTo>
                  <a:pt x="560000" y="14286"/>
                </a:lnTo>
                <a:lnTo>
                  <a:pt x="559920" y="14235"/>
                </a:lnTo>
                <a:lnTo>
                  <a:pt x="559838" y="14184"/>
                </a:lnTo>
                <a:lnTo>
                  <a:pt x="559756" y="14133"/>
                </a:lnTo>
                <a:lnTo>
                  <a:pt x="559673" y="14082"/>
                </a:lnTo>
                <a:lnTo>
                  <a:pt x="559589" y="14031"/>
                </a:lnTo>
                <a:lnTo>
                  <a:pt x="559504" y="13981"/>
                </a:lnTo>
                <a:lnTo>
                  <a:pt x="559418" y="13930"/>
                </a:lnTo>
                <a:lnTo>
                  <a:pt x="559331" y="13880"/>
                </a:lnTo>
                <a:lnTo>
                  <a:pt x="559244" y="13829"/>
                </a:lnTo>
                <a:lnTo>
                  <a:pt x="559155" y="13779"/>
                </a:lnTo>
                <a:lnTo>
                  <a:pt x="559066" y="13729"/>
                </a:lnTo>
                <a:lnTo>
                  <a:pt x="558975" y="13679"/>
                </a:lnTo>
                <a:lnTo>
                  <a:pt x="558884" y="13630"/>
                </a:lnTo>
                <a:lnTo>
                  <a:pt x="558792" y="13580"/>
                </a:lnTo>
                <a:lnTo>
                  <a:pt x="558699" y="13530"/>
                </a:lnTo>
                <a:lnTo>
                  <a:pt x="558605" y="13481"/>
                </a:lnTo>
                <a:lnTo>
                  <a:pt x="558510" y="13432"/>
                </a:lnTo>
                <a:lnTo>
                  <a:pt x="558415" y="13382"/>
                </a:lnTo>
                <a:lnTo>
                  <a:pt x="558318" y="13333"/>
                </a:lnTo>
                <a:lnTo>
                  <a:pt x="558220" y="13284"/>
                </a:lnTo>
                <a:lnTo>
                  <a:pt x="558122" y="13236"/>
                </a:lnTo>
                <a:lnTo>
                  <a:pt x="558205" y="13191"/>
                </a:lnTo>
                <a:lnTo>
                  <a:pt x="558287" y="13146"/>
                </a:lnTo>
                <a:lnTo>
                  <a:pt x="558369" y="13100"/>
                </a:lnTo>
                <a:lnTo>
                  <a:pt x="558450" y="13055"/>
                </a:lnTo>
                <a:lnTo>
                  <a:pt x="558530" y="13009"/>
                </a:lnTo>
                <a:lnTo>
                  <a:pt x="558609" y="12963"/>
                </a:lnTo>
                <a:lnTo>
                  <a:pt x="558688" y="12917"/>
                </a:lnTo>
                <a:lnTo>
                  <a:pt x="558765" y="12870"/>
                </a:lnTo>
                <a:lnTo>
                  <a:pt x="558842" y="12823"/>
                </a:lnTo>
                <a:lnTo>
                  <a:pt x="558918" y="12776"/>
                </a:lnTo>
                <a:lnTo>
                  <a:pt x="558994" y="12729"/>
                </a:lnTo>
                <a:lnTo>
                  <a:pt x="559068" y="12681"/>
                </a:lnTo>
                <a:lnTo>
                  <a:pt x="559142" y="12633"/>
                </a:lnTo>
                <a:lnTo>
                  <a:pt x="559215" y="12585"/>
                </a:lnTo>
                <a:lnTo>
                  <a:pt x="559287" y="12536"/>
                </a:lnTo>
                <a:lnTo>
                  <a:pt x="559359" y="12488"/>
                </a:lnTo>
                <a:lnTo>
                  <a:pt x="559429" y="12439"/>
                </a:lnTo>
                <a:lnTo>
                  <a:pt x="559499" y="12389"/>
                </a:lnTo>
                <a:lnTo>
                  <a:pt x="559568" y="12340"/>
                </a:lnTo>
                <a:lnTo>
                  <a:pt x="559636" y="12290"/>
                </a:lnTo>
                <a:lnTo>
                  <a:pt x="559704" y="12240"/>
                </a:lnTo>
                <a:lnTo>
                  <a:pt x="559771" y="12190"/>
                </a:lnTo>
                <a:lnTo>
                  <a:pt x="559837" y="12139"/>
                </a:lnTo>
                <a:lnTo>
                  <a:pt x="559902" y="12089"/>
                </a:lnTo>
                <a:lnTo>
                  <a:pt x="559966" y="12038"/>
                </a:lnTo>
                <a:lnTo>
                  <a:pt x="560030" y="11986"/>
                </a:lnTo>
                <a:lnTo>
                  <a:pt x="560092" y="11934"/>
                </a:lnTo>
                <a:lnTo>
                  <a:pt x="560154" y="11882"/>
                </a:lnTo>
                <a:lnTo>
                  <a:pt x="560215" y="11830"/>
                </a:lnTo>
                <a:lnTo>
                  <a:pt x="560275" y="11777"/>
                </a:lnTo>
                <a:lnTo>
                  <a:pt x="560334" y="11724"/>
                </a:lnTo>
                <a:lnTo>
                  <a:pt x="560393" y="11671"/>
                </a:lnTo>
                <a:lnTo>
                  <a:pt x="560451" y="11617"/>
                </a:lnTo>
                <a:lnTo>
                  <a:pt x="560507" y="11564"/>
                </a:lnTo>
                <a:lnTo>
                  <a:pt x="560563" y="11509"/>
                </a:lnTo>
                <a:lnTo>
                  <a:pt x="560618" y="11455"/>
                </a:lnTo>
                <a:lnTo>
                  <a:pt x="560673" y="11400"/>
                </a:lnTo>
                <a:lnTo>
                  <a:pt x="560726" y="11345"/>
                </a:lnTo>
                <a:lnTo>
                  <a:pt x="560778" y="11289"/>
                </a:lnTo>
                <a:lnTo>
                  <a:pt x="560830" y="11233"/>
                </a:lnTo>
                <a:lnTo>
                  <a:pt x="560881" y="11177"/>
                </a:lnTo>
                <a:lnTo>
                  <a:pt x="560931" y="11120"/>
                </a:lnTo>
                <a:lnTo>
                  <a:pt x="560980" y="11064"/>
                </a:lnTo>
                <a:lnTo>
                  <a:pt x="561029" y="11006"/>
                </a:lnTo>
                <a:lnTo>
                  <a:pt x="561076" y="10949"/>
                </a:lnTo>
                <a:lnTo>
                  <a:pt x="561123" y="10891"/>
                </a:lnTo>
                <a:lnTo>
                  <a:pt x="561169" y="10833"/>
                </a:lnTo>
                <a:lnTo>
                  <a:pt x="561214" y="10775"/>
                </a:lnTo>
                <a:lnTo>
                  <a:pt x="561258" y="10716"/>
                </a:lnTo>
                <a:lnTo>
                  <a:pt x="561301" y="10657"/>
                </a:lnTo>
                <a:lnTo>
                  <a:pt x="561343" y="10598"/>
                </a:lnTo>
                <a:lnTo>
                  <a:pt x="561385" y="10538"/>
                </a:lnTo>
                <a:lnTo>
                  <a:pt x="561425" y="10478"/>
                </a:lnTo>
                <a:lnTo>
                  <a:pt x="561465" y="10418"/>
                </a:lnTo>
                <a:lnTo>
                  <a:pt x="561504" y="10358"/>
                </a:lnTo>
                <a:lnTo>
                  <a:pt x="561541" y="10297"/>
                </a:lnTo>
                <a:lnTo>
                  <a:pt x="561578" y="10236"/>
                </a:lnTo>
                <a:lnTo>
                  <a:pt x="561614" y="10174"/>
                </a:lnTo>
                <a:lnTo>
                  <a:pt x="561649" y="10113"/>
                </a:lnTo>
                <a:lnTo>
                  <a:pt x="561684" y="10051"/>
                </a:lnTo>
                <a:lnTo>
                  <a:pt x="561717" y="9989"/>
                </a:lnTo>
                <a:lnTo>
                  <a:pt x="561749" y="9926"/>
                </a:lnTo>
                <a:lnTo>
                  <a:pt x="561781" y="9863"/>
                </a:lnTo>
                <a:lnTo>
                  <a:pt x="561812" y="9800"/>
                </a:lnTo>
                <a:lnTo>
                  <a:pt x="561841" y="9737"/>
                </a:lnTo>
                <a:lnTo>
                  <a:pt x="561870" y="9673"/>
                </a:lnTo>
                <a:lnTo>
                  <a:pt x="561898" y="9609"/>
                </a:lnTo>
                <a:lnTo>
                  <a:pt x="561925" y="9545"/>
                </a:lnTo>
                <a:lnTo>
                  <a:pt x="561951" y="9481"/>
                </a:lnTo>
                <a:lnTo>
                  <a:pt x="561976" y="9416"/>
                </a:lnTo>
                <a:lnTo>
                  <a:pt x="562001" y="9351"/>
                </a:lnTo>
                <a:lnTo>
                  <a:pt x="562024" y="9285"/>
                </a:lnTo>
                <a:lnTo>
                  <a:pt x="562047" y="9220"/>
                </a:lnTo>
                <a:lnTo>
                  <a:pt x="562068" y="9154"/>
                </a:lnTo>
                <a:lnTo>
                  <a:pt x="562089" y="9088"/>
                </a:lnTo>
                <a:lnTo>
                  <a:pt x="562108" y="9021"/>
                </a:lnTo>
                <a:lnTo>
                  <a:pt x="562127" y="8955"/>
                </a:lnTo>
                <a:lnTo>
                  <a:pt x="562145" y="8888"/>
                </a:lnTo>
                <a:lnTo>
                  <a:pt x="562162" y="8821"/>
                </a:lnTo>
                <a:lnTo>
                  <a:pt x="562177" y="8753"/>
                </a:lnTo>
                <a:lnTo>
                  <a:pt x="562192" y="8686"/>
                </a:lnTo>
                <a:lnTo>
                  <a:pt x="562206" y="8618"/>
                </a:lnTo>
                <a:lnTo>
                  <a:pt x="562219" y="8550"/>
                </a:lnTo>
                <a:lnTo>
                  <a:pt x="562231" y="8482"/>
                </a:lnTo>
                <a:lnTo>
                  <a:pt x="562242" y="8413"/>
                </a:lnTo>
                <a:lnTo>
                  <a:pt x="562252" y="8345"/>
                </a:lnTo>
                <a:lnTo>
                  <a:pt x="562261" y="8276"/>
                </a:lnTo>
                <a:lnTo>
                  <a:pt x="562269" y="8207"/>
                </a:lnTo>
                <a:lnTo>
                  <a:pt x="562277" y="8137"/>
                </a:lnTo>
                <a:lnTo>
                  <a:pt x="562283" y="8068"/>
                </a:lnTo>
                <a:lnTo>
                  <a:pt x="562288" y="7998"/>
                </a:lnTo>
                <a:lnTo>
                  <a:pt x="562292" y="7928"/>
                </a:lnTo>
                <a:lnTo>
                  <a:pt x="562296" y="7857"/>
                </a:lnTo>
                <a:lnTo>
                  <a:pt x="562298" y="7787"/>
                </a:lnTo>
                <a:lnTo>
                  <a:pt x="562299" y="7716"/>
                </a:lnTo>
                <a:lnTo>
                  <a:pt x="562300" y="7645"/>
                </a:lnTo>
                <a:lnTo>
                  <a:pt x="562299" y="7557"/>
                </a:lnTo>
                <a:lnTo>
                  <a:pt x="562297" y="7470"/>
                </a:lnTo>
                <a:lnTo>
                  <a:pt x="562294" y="7383"/>
                </a:lnTo>
                <a:lnTo>
                  <a:pt x="562290" y="7297"/>
                </a:lnTo>
                <a:lnTo>
                  <a:pt x="562284" y="7211"/>
                </a:lnTo>
                <a:lnTo>
                  <a:pt x="562277" y="7126"/>
                </a:lnTo>
                <a:lnTo>
                  <a:pt x="562269" y="7041"/>
                </a:lnTo>
                <a:lnTo>
                  <a:pt x="562259" y="6957"/>
                </a:lnTo>
                <a:lnTo>
                  <a:pt x="562248" y="6873"/>
                </a:lnTo>
                <a:lnTo>
                  <a:pt x="562236" y="6789"/>
                </a:lnTo>
                <a:lnTo>
                  <a:pt x="562223" y="6706"/>
                </a:lnTo>
                <a:lnTo>
                  <a:pt x="562208" y="6624"/>
                </a:lnTo>
                <a:lnTo>
                  <a:pt x="562192" y="6542"/>
                </a:lnTo>
                <a:lnTo>
                  <a:pt x="562175" y="6460"/>
                </a:lnTo>
                <a:lnTo>
                  <a:pt x="562156" y="6379"/>
                </a:lnTo>
                <a:lnTo>
                  <a:pt x="562137" y="6299"/>
                </a:lnTo>
                <a:lnTo>
                  <a:pt x="562115" y="6218"/>
                </a:lnTo>
                <a:lnTo>
                  <a:pt x="562093" y="6139"/>
                </a:lnTo>
                <a:lnTo>
                  <a:pt x="562070" y="6059"/>
                </a:lnTo>
                <a:lnTo>
                  <a:pt x="562045" y="5981"/>
                </a:lnTo>
                <a:lnTo>
                  <a:pt x="562018" y="5902"/>
                </a:lnTo>
                <a:lnTo>
                  <a:pt x="561991" y="5824"/>
                </a:lnTo>
                <a:lnTo>
                  <a:pt x="561962" y="5747"/>
                </a:lnTo>
                <a:lnTo>
                  <a:pt x="561932" y="5670"/>
                </a:lnTo>
                <a:lnTo>
                  <a:pt x="561901" y="5594"/>
                </a:lnTo>
                <a:lnTo>
                  <a:pt x="561868" y="5518"/>
                </a:lnTo>
                <a:lnTo>
                  <a:pt x="561834" y="5444"/>
                </a:lnTo>
                <a:lnTo>
                  <a:pt x="561798" y="5370"/>
                </a:lnTo>
                <a:lnTo>
                  <a:pt x="561761" y="5297"/>
                </a:lnTo>
                <a:lnTo>
                  <a:pt x="561723" y="5225"/>
                </a:lnTo>
                <a:lnTo>
                  <a:pt x="561683" y="5154"/>
                </a:lnTo>
                <a:lnTo>
                  <a:pt x="561642" y="5083"/>
                </a:lnTo>
                <a:lnTo>
                  <a:pt x="561599" y="5014"/>
                </a:lnTo>
                <a:lnTo>
                  <a:pt x="561555" y="4945"/>
                </a:lnTo>
                <a:lnTo>
                  <a:pt x="561509" y="4877"/>
                </a:lnTo>
                <a:lnTo>
                  <a:pt x="561462" y="4810"/>
                </a:lnTo>
                <a:lnTo>
                  <a:pt x="561414" y="4744"/>
                </a:lnTo>
                <a:lnTo>
                  <a:pt x="561364" y="4679"/>
                </a:lnTo>
                <a:lnTo>
                  <a:pt x="561313" y="4614"/>
                </a:lnTo>
                <a:lnTo>
                  <a:pt x="561260" y="4550"/>
                </a:lnTo>
                <a:lnTo>
                  <a:pt x="561206" y="4488"/>
                </a:lnTo>
                <a:lnTo>
                  <a:pt x="561150" y="4426"/>
                </a:lnTo>
                <a:lnTo>
                  <a:pt x="561094" y="4365"/>
                </a:lnTo>
                <a:lnTo>
                  <a:pt x="561035" y="4304"/>
                </a:lnTo>
                <a:lnTo>
                  <a:pt x="560975" y="4245"/>
                </a:lnTo>
                <a:lnTo>
                  <a:pt x="560914" y="4186"/>
                </a:lnTo>
                <a:lnTo>
                  <a:pt x="560852" y="4128"/>
                </a:lnTo>
                <a:lnTo>
                  <a:pt x="560788" y="4072"/>
                </a:lnTo>
                <a:lnTo>
                  <a:pt x="560722" y="4016"/>
                </a:lnTo>
                <a:lnTo>
                  <a:pt x="560655" y="3961"/>
                </a:lnTo>
                <a:lnTo>
                  <a:pt x="560587" y="3906"/>
                </a:lnTo>
                <a:lnTo>
                  <a:pt x="560517" y="3853"/>
                </a:lnTo>
                <a:lnTo>
                  <a:pt x="560446" y="3801"/>
                </a:lnTo>
                <a:lnTo>
                  <a:pt x="560373" y="3750"/>
                </a:lnTo>
                <a:lnTo>
                  <a:pt x="560299" y="3700"/>
                </a:lnTo>
                <a:lnTo>
                  <a:pt x="560223" y="3651"/>
                </a:lnTo>
                <a:lnTo>
                  <a:pt x="560146" y="3603"/>
                </a:lnTo>
                <a:lnTo>
                  <a:pt x="560067" y="3556"/>
                </a:lnTo>
                <a:lnTo>
                  <a:pt x="559987" y="3510"/>
                </a:lnTo>
                <a:lnTo>
                  <a:pt x="559906" y="3465"/>
                </a:lnTo>
                <a:lnTo>
                  <a:pt x="559823" y="3421"/>
                </a:lnTo>
                <a:lnTo>
                  <a:pt x="559739" y="3377"/>
                </a:lnTo>
                <a:lnTo>
                  <a:pt x="559653" y="3335"/>
                </a:lnTo>
                <a:lnTo>
                  <a:pt x="559566" y="3294"/>
                </a:lnTo>
                <a:lnTo>
                  <a:pt x="559477" y="3254"/>
                </a:lnTo>
                <a:lnTo>
                  <a:pt x="559387" y="3215"/>
                </a:lnTo>
                <a:lnTo>
                  <a:pt x="559295" y="3177"/>
                </a:lnTo>
                <a:lnTo>
                  <a:pt x="559202" y="3139"/>
                </a:lnTo>
                <a:lnTo>
                  <a:pt x="559108" y="3103"/>
                </a:lnTo>
                <a:lnTo>
                  <a:pt x="559012" y="3068"/>
                </a:lnTo>
                <a:lnTo>
                  <a:pt x="558914" y="3034"/>
                </a:lnTo>
                <a:lnTo>
                  <a:pt x="558815" y="3000"/>
                </a:lnTo>
                <a:lnTo>
                  <a:pt x="558715" y="2968"/>
                </a:lnTo>
                <a:lnTo>
                  <a:pt x="558613" y="2938"/>
                </a:lnTo>
                <a:lnTo>
                  <a:pt x="558510" y="2908"/>
                </a:lnTo>
                <a:lnTo>
                  <a:pt x="558405" y="2880"/>
                </a:lnTo>
                <a:lnTo>
                  <a:pt x="558298" y="2854"/>
                </a:lnTo>
                <a:lnTo>
                  <a:pt x="558190" y="2828"/>
                </a:lnTo>
                <a:lnTo>
                  <a:pt x="558081" y="2804"/>
                </a:lnTo>
                <a:lnTo>
                  <a:pt x="557970" y="2782"/>
                </a:lnTo>
                <a:lnTo>
                  <a:pt x="557857" y="2761"/>
                </a:lnTo>
                <a:lnTo>
                  <a:pt x="557743" y="2741"/>
                </a:lnTo>
                <a:lnTo>
                  <a:pt x="557627" y="2722"/>
                </a:lnTo>
                <a:lnTo>
                  <a:pt x="557510" y="2705"/>
                </a:lnTo>
                <a:lnTo>
                  <a:pt x="557391" y="2690"/>
                </a:lnTo>
                <a:lnTo>
                  <a:pt x="557271" y="2675"/>
                </a:lnTo>
                <a:lnTo>
                  <a:pt x="557149" y="2662"/>
                </a:lnTo>
                <a:lnTo>
                  <a:pt x="557025" y="2651"/>
                </a:lnTo>
                <a:lnTo>
                  <a:pt x="556900" y="2641"/>
                </a:lnTo>
                <a:lnTo>
                  <a:pt x="556774" y="2632"/>
                </a:lnTo>
                <a:lnTo>
                  <a:pt x="556646" y="2624"/>
                </a:lnTo>
                <a:lnTo>
                  <a:pt x="556516" y="2618"/>
                </a:lnTo>
                <a:lnTo>
                  <a:pt x="556385" y="2613"/>
                </a:lnTo>
                <a:lnTo>
                  <a:pt x="556253" y="2610"/>
                </a:lnTo>
                <a:lnTo>
                  <a:pt x="556118" y="2608"/>
                </a:lnTo>
                <a:lnTo>
                  <a:pt x="555983" y="2607"/>
                </a:lnTo>
                <a:lnTo>
                  <a:pt x="555841" y="2608"/>
                </a:lnTo>
                <a:lnTo>
                  <a:pt x="555702" y="2610"/>
                </a:lnTo>
                <a:lnTo>
                  <a:pt x="555563" y="2614"/>
                </a:lnTo>
                <a:lnTo>
                  <a:pt x="555426" y="2619"/>
                </a:lnTo>
                <a:lnTo>
                  <a:pt x="555291" y="2626"/>
                </a:lnTo>
                <a:lnTo>
                  <a:pt x="555157" y="2634"/>
                </a:lnTo>
                <a:lnTo>
                  <a:pt x="555025" y="2643"/>
                </a:lnTo>
                <a:lnTo>
                  <a:pt x="554894" y="2655"/>
                </a:lnTo>
                <a:lnTo>
                  <a:pt x="554764" y="2667"/>
                </a:lnTo>
                <a:lnTo>
                  <a:pt x="554636" y="2681"/>
                </a:lnTo>
                <a:lnTo>
                  <a:pt x="554510" y="2697"/>
                </a:lnTo>
                <a:lnTo>
                  <a:pt x="554385" y="2714"/>
                </a:lnTo>
                <a:lnTo>
                  <a:pt x="554261" y="2732"/>
                </a:lnTo>
                <a:lnTo>
                  <a:pt x="554139" y="2752"/>
                </a:lnTo>
                <a:lnTo>
                  <a:pt x="554018" y="2774"/>
                </a:lnTo>
                <a:lnTo>
                  <a:pt x="553899" y="2797"/>
                </a:lnTo>
                <a:lnTo>
                  <a:pt x="553782" y="2821"/>
                </a:lnTo>
                <a:lnTo>
                  <a:pt x="553665" y="2847"/>
                </a:lnTo>
                <a:lnTo>
                  <a:pt x="553551" y="2875"/>
                </a:lnTo>
                <a:lnTo>
                  <a:pt x="553438" y="2903"/>
                </a:lnTo>
                <a:lnTo>
                  <a:pt x="553326" y="2934"/>
                </a:lnTo>
                <a:lnTo>
                  <a:pt x="553216" y="2966"/>
                </a:lnTo>
                <a:lnTo>
                  <a:pt x="553107" y="2999"/>
                </a:lnTo>
                <a:lnTo>
                  <a:pt x="553000" y="3034"/>
                </a:lnTo>
                <a:lnTo>
                  <a:pt x="552894" y="3070"/>
                </a:lnTo>
                <a:lnTo>
                  <a:pt x="552790" y="3107"/>
                </a:lnTo>
                <a:lnTo>
                  <a:pt x="552687" y="3145"/>
                </a:lnTo>
                <a:lnTo>
                  <a:pt x="552586" y="3185"/>
                </a:lnTo>
                <a:lnTo>
                  <a:pt x="552487" y="3225"/>
                </a:lnTo>
                <a:lnTo>
                  <a:pt x="552389" y="3267"/>
                </a:lnTo>
                <a:lnTo>
                  <a:pt x="552292" y="3309"/>
                </a:lnTo>
                <a:lnTo>
                  <a:pt x="552197" y="3353"/>
                </a:lnTo>
                <a:lnTo>
                  <a:pt x="552104" y="3397"/>
                </a:lnTo>
                <a:lnTo>
                  <a:pt x="552013" y="3443"/>
                </a:lnTo>
                <a:lnTo>
                  <a:pt x="551922" y="3490"/>
                </a:lnTo>
                <a:lnTo>
                  <a:pt x="551834" y="3538"/>
                </a:lnTo>
                <a:lnTo>
                  <a:pt x="551747" y="3587"/>
                </a:lnTo>
                <a:lnTo>
                  <a:pt x="551662" y="3637"/>
                </a:lnTo>
                <a:lnTo>
                  <a:pt x="551578" y="3688"/>
                </a:lnTo>
                <a:lnTo>
                  <a:pt x="551496" y="3741"/>
                </a:lnTo>
                <a:lnTo>
                  <a:pt x="551415" y="3794"/>
                </a:lnTo>
                <a:lnTo>
                  <a:pt x="551336" y="3848"/>
                </a:lnTo>
                <a:lnTo>
                  <a:pt x="551258" y="3904"/>
                </a:lnTo>
                <a:lnTo>
                  <a:pt x="551182" y="3960"/>
                </a:lnTo>
                <a:lnTo>
                  <a:pt x="551108" y="4018"/>
                </a:lnTo>
                <a:lnTo>
                  <a:pt x="551035" y="4077"/>
                </a:lnTo>
                <a:lnTo>
                  <a:pt x="550964" y="4137"/>
                </a:lnTo>
                <a:lnTo>
                  <a:pt x="550894" y="4197"/>
                </a:lnTo>
                <a:lnTo>
                  <a:pt x="550826" y="4259"/>
                </a:lnTo>
                <a:lnTo>
                  <a:pt x="550759" y="4322"/>
                </a:lnTo>
                <a:lnTo>
                  <a:pt x="550694" y="4386"/>
                </a:lnTo>
                <a:lnTo>
                  <a:pt x="550630" y="4450"/>
                </a:lnTo>
                <a:lnTo>
                  <a:pt x="550567" y="4515"/>
                </a:lnTo>
                <a:lnTo>
                  <a:pt x="550506" y="4582"/>
                </a:lnTo>
                <a:lnTo>
                  <a:pt x="550447" y="4649"/>
                </a:lnTo>
                <a:lnTo>
                  <a:pt x="550389" y="4717"/>
                </a:lnTo>
                <a:lnTo>
                  <a:pt x="550332" y="4786"/>
                </a:lnTo>
                <a:lnTo>
                  <a:pt x="550277" y="4856"/>
                </a:lnTo>
                <a:lnTo>
                  <a:pt x="550223" y="4927"/>
                </a:lnTo>
                <a:lnTo>
                  <a:pt x="550171" y="4999"/>
                </a:lnTo>
                <a:lnTo>
                  <a:pt x="550120" y="5071"/>
                </a:lnTo>
                <a:lnTo>
                  <a:pt x="550071" y="5145"/>
                </a:lnTo>
                <a:lnTo>
                  <a:pt x="550023" y="5219"/>
                </a:lnTo>
                <a:lnTo>
                  <a:pt x="549977" y="5295"/>
                </a:lnTo>
                <a:lnTo>
                  <a:pt x="549932" y="5371"/>
                </a:lnTo>
                <a:lnTo>
                  <a:pt x="549888" y="5448"/>
                </a:lnTo>
                <a:lnTo>
                  <a:pt x="549846" y="5526"/>
                </a:lnTo>
                <a:lnTo>
                  <a:pt x="549805" y="5605"/>
                </a:lnTo>
                <a:lnTo>
                  <a:pt x="549766" y="5685"/>
                </a:lnTo>
                <a:lnTo>
                  <a:pt x="549728" y="5766"/>
                </a:lnTo>
                <a:lnTo>
                  <a:pt x="549692" y="5847"/>
                </a:lnTo>
                <a:lnTo>
                  <a:pt x="549657" y="5930"/>
                </a:lnTo>
                <a:lnTo>
                  <a:pt x="549624" y="6013"/>
                </a:lnTo>
                <a:lnTo>
                  <a:pt x="549592" y="6097"/>
                </a:lnTo>
                <a:lnTo>
                  <a:pt x="549561" y="6181"/>
                </a:lnTo>
                <a:lnTo>
                  <a:pt x="549532" y="6265"/>
                </a:lnTo>
                <a:lnTo>
                  <a:pt x="549504" y="6351"/>
                </a:lnTo>
                <a:lnTo>
                  <a:pt x="549478" y="6436"/>
                </a:lnTo>
                <a:lnTo>
                  <a:pt x="549453" y="6523"/>
                </a:lnTo>
                <a:lnTo>
                  <a:pt x="549430" y="6609"/>
                </a:lnTo>
                <a:lnTo>
                  <a:pt x="549408" y="6696"/>
                </a:lnTo>
                <a:lnTo>
                  <a:pt x="549387" y="6784"/>
                </a:lnTo>
                <a:lnTo>
                  <a:pt x="549368" y="6872"/>
                </a:lnTo>
                <a:lnTo>
                  <a:pt x="549350" y="6961"/>
                </a:lnTo>
                <a:lnTo>
                  <a:pt x="549334" y="7050"/>
                </a:lnTo>
                <a:lnTo>
                  <a:pt x="549319" y="7140"/>
                </a:lnTo>
                <a:lnTo>
                  <a:pt x="549305" y="7230"/>
                </a:lnTo>
                <a:lnTo>
                  <a:pt x="549293" y="7321"/>
                </a:lnTo>
                <a:lnTo>
                  <a:pt x="549283" y="7412"/>
                </a:lnTo>
                <a:lnTo>
                  <a:pt x="549273" y="7503"/>
                </a:lnTo>
                <a:lnTo>
                  <a:pt x="549266" y="7595"/>
                </a:lnTo>
                <a:lnTo>
                  <a:pt x="549259" y="7688"/>
                </a:lnTo>
                <a:lnTo>
                  <a:pt x="549254" y="7781"/>
                </a:lnTo>
                <a:lnTo>
                  <a:pt x="549251" y="7875"/>
                </a:lnTo>
                <a:lnTo>
                  <a:pt x="549248" y="7969"/>
                </a:lnTo>
                <a:lnTo>
                  <a:pt x="549248" y="8064"/>
                </a:lnTo>
                <a:lnTo>
                  <a:pt x="549248" y="8139"/>
                </a:lnTo>
                <a:lnTo>
                  <a:pt x="549250" y="8213"/>
                </a:lnTo>
                <a:lnTo>
                  <a:pt x="549252" y="8287"/>
                </a:lnTo>
                <a:lnTo>
                  <a:pt x="549255" y="8361"/>
                </a:lnTo>
                <a:lnTo>
                  <a:pt x="549260" y="8434"/>
                </a:lnTo>
                <a:lnTo>
                  <a:pt x="549265" y="8507"/>
                </a:lnTo>
                <a:lnTo>
                  <a:pt x="549271" y="8579"/>
                </a:lnTo>
                <a:lnTo>
                  <a:pt x="549278" y="8651"/>
                </a:lnTo>
                <a:lnTo>
                  <a:pt x="549287" y="8723"/>
                </a:lnTo>
                <a:lnTo>
                  <a:pt x="549296" y="8793"/>
                </a:lnTo>
                <a:lnTo>
                  <a:pt x="549306" y="8864"/>
                </a:lnTo>
                <a:lnTo>
                  <a:pt x="549317" y="8934"/>
                </a:lnTo>
                <a:lnTo>
                  <a:pt x="549329" y="9003"/>
                </a:lnTo>
                <a:lnTo>
                  <a:pt x="549342" y="9072"/>
                </a:lnTo>
                <a:lnTo>
                  <a:pt x="549355" y="9141"/>
                </a:lnTo>
                <a:lnTo>
                  <a:pt x="549370" y="9209"/>
                </a:lnTo>
                <a:lnTo>
                  <a:pt x="549386" y="9277"/>
                </a:lnTo>
                <a:lnTo>
                  <a:pt x="549403" y="9344"/>
                </a:lnTo>
                <a:lnTo>
                  <a:pt x="549421" y="9411"/>
                </a:lnTo>
                <a:lnTo>
                  <a:pt x="549439" y="9477"/>
                </a:lnTo>
                <a:lnTo>
                  <a:pt x="549459" y="9543"/>
                </a:lnTo>
                <a:lnTo>
                  <a:pt x="549479" y="9608"/>
                </a:lnTo>
                <a:lnTo>
                  <a:pt x="549501" y="9673"/>
                </a:lnTo>
                <a:lnTo>
                  <a:pt x="549523" y="9737"/>
                </a:lnTo>
                <a:lnTo>
                  <a:pt x="549547" y="9801"/>
                </a:lnTo>
                <a:lnTo>
                  <a:pt x="549571" y="9865"/>
                </a:lnTo>
                <a:lnTo>
                  <a:pt x="549596" y="9928"/>
                </a:lnTo>
                <a:lnTo>
                  <a:pt x="549623" y="9992"/>
                </a:lnTo>
                <a:lnTo>
                  <a:pt x="549650" y="10054"/>
                </a:lnTo>
                <a:lnTo>
                  <a:pt x="549678" y="10117"/>
                </a:lnTo>
                <a:lnTo>
                  <a:pt x="549706" y="10179"/>
                </a:lnTo>
                <a:lnTo>
                  <a:pt x="549736" y="10240"/>
                </a:lnTo>
                <a:lnTo>
                  <a:pt x="549767" y="10302"/>
                </a:lnTo>
                <a:lnTo>
                  <a:pt x="549798" y="10363"/>
                </a:lnTo>
                <a:lnTo>
                  <a:pt x="549831" y="10424"/>
                </a:lnTo>
                <a:lnTo>
                  <a:pt x="549864" y="10484"/>
                </a:lnTo>
                <a:lnTo>
                  <a:pt x="549898" y="10544"/>
                </a:lnTo>
                <a:lnTo>
                  <a:pt x="549933" y="10604"/>
                </a:lnTo>
                <a:lnTo>
                  <a:pt x="549969" y="10664"/>
                </a:lnTo>
                <a:lnTo>
                  <a:pt x="550006" y="10723"/>
                </a:lnTo>
                <a:lnTo>
                  <a:pt x="550044" y="10782"/>
                </a:lnTo>
                <a:lnTo>
                  <a:pt x="550083" y="10840"/>
                </a:lnTo>
                <a:lnTo>
                  <a:pt x="550122" y="10899"/>
                </a:lnTo>
                <a:lnTo>
                  <a:pt x="550163" y="10957"/>
                </a:lnTo>
                <a:lnTo>
                  <a:pt x="550204" y="11014"/>
                </a:lnTo>
                <a:lnTo>
                  <a:pt x="550247" y="11072"/>
                </a:lnTo>
                <a:lnTo>
                  <a:pt x="550290" y="11129"/>
                </a:lnTo>
                <a:lnTo>
                  <a:pt x="550334" y="11185"/>
                </a:lnTo>
                <a:lnTo>
                  <a:pt x="550379" y="11241"/>
                </a:lnTo>
                <a:lnTo>
                  <a:pt x="550425" y="11297"/>
                </a:lnTo>
                <a:lnTo>
                  <a:pt x="550471" y="11353"/>
                </a:lnTo>
                <a:lnTo>
                  <a:pt x="550519" y="11408"/>
                </a:lnTo>
                <a:lnTo>
                  <a:pt x="550567" y="11463"/>
                </a:lnTo>
                <a:lnTo>
                  <a:pt x="550616" y="11518"/>
                </a:lnTo>
                <a:lnTo>
                  <a:pt x="550666" y="11572"/>
                </a:lnTo>
                <a:lnTo>
                  <a:pt x="550717" y="11626"/>
                </a:lnTo>
                <a:lnTo>
                  <a:pt x="550768" y="11679"/>
                </a:lnTo>
                <a:lnTo>
                  <a:pt x="550820" y="11733"/>
                </a:lnTo>
                <a:lnTo>
                  <a:pt x="550873" y="11786"/>
                </a:lnTo>
                <a:lnTo>
                  <a:pt x="550927" y="11838"/>
                </a:lnTo>
                <a:lnTo>
                  <a:pt x="550982" y="11890"/>
                </a:lnTo>
                <a:lnTo>
                  <a:pt x="551038" y="11942"/>
                </a:lnTo>
                <a:lnTo>
                  <a:pt x="551094" y="11993"/>
                </a:lnTo>
                <a:lnTo>
                  <a:pt x="551151" y="12044"/>
                </a:lnTo>
                <a:lnTo>
                  <a:pt x="551209" y="12095"/>
                </a:lnTo>
                <a:lnTo>
                  <a:pt x="551268" y="12146"/>
                </a:lnTo>
                <a:lnTo>
                  <a:pt x="551327" y="12196"/>
                </a:lnTo>
                <a:lnTo>
                  <a:pt x="551388" y="12245"/>
                </a:lnTo>
                <a:lnTo>
                  <a:pt x="551449" y="12295"/>
                </a:lnTo>
                <a:lnTo>
                  <a:pt x="551511" y="12344"/>
                </a:lnTo>
                <a:lnTo>
                  <a:pt x="551574" y="12392"/>
                </a:lnTo>
                <a:lnTo>
                  <a:pt x="551638" y="12441"/>
                </a:lnTo>
                <a:lnTo>
                  <a:pt x="551702" y="12489"/>
                </a:lnTo>
                <a:lnTo>
                  <a:pt x="551767" y="12536"/>
                </a:lnTo>
                <a:lnTo>
                  <a:pt x="551833" y="12584"/>
                </a:lnTo>
                <a:lnTo>
                  <a:pt x="551900" y="12631"/>
                </a:lnTo>
                <a:lnTo>
                  <a:pt x="551968" y="12679"/>
                </a:lnTo>
                <a:lnTo>
                  <a:pt x="552037" y="12726"/>
                </a:lnTo>
                <a:lnTo>
                  <a:pt x="552106" y="12772"/>
                </a:lnTo>
                <a:lnTo>
                  <a:pt x="552176" y="12819"/>
                </a:lnTo>
                <a:lnTo>
                  <a:pt x="552247" y="12865"/>
                </a:lnTo>
                <a:lnTo>
                  <a:pt x="552319" y="12911"/>
                </a:lnTo>
                <a:lnTo>
                  <a:pt x="552391" y="12957"/>
                </a:lnTo>
                <a:lnTo>
                  <a:pt x="552465" y="13003"/>
                </a:lnTo>
                <a:lnTo>
                  <a:pt x="552539" y="13049"/>
                </a:lnTo>
                <a:lnTo>
                  <a:pt x="552614" y="13094"/>
                </a:lnTo>
                <a:lnTo>
                  <a:pt x="552690" y="13139"/>
                </a:lnTo>
                <a:lnTo>
                  <a:pt x="552767" y="13184"/>
                </a:lnTo>
                <a:lnTo>
                  <a:pt x="552844" y="13229"/>
                </a:lnTo>
                <a:lnTo>
                  <a:pt x="552922" y="13273"/>
                </a:lnTo>
                <a:lnTo>
                  <a:pt x="553001" y="13318"/>
                </a:lnTo>
                <a:lnTo>
                  <a:pt x="553081" y="13362"/>
                </a:lnTo>
                <a:lnTo>
                  <a:pt x="553162" y="13406"/>
                </a:lnTo>
                <a:lnTo>
                  <a:pt x="553244" y="13450"/>
                </a:lnTo>
                <a:lnTo>
                  <a:pt x="553326" y="13493"/>
                </a:lnTo>
                <a:lnTo>
                  <a:pt x="553409" y="13536"/>
                </a:lnTo>
                <a:lnTo>
                  <a:pt x="553313" y="13584"/>
                </a:lnTo>
                <a:lnTo>
                  <a:pt x="553219" y="13632"/>
                </a:lnTo>
                <a:lnTo>
                  <a:pt x="553124" y="13680"/>
                </a:lnTo>
                <a:lnTo>
                  <a:pt x="553031" y="13728"/>
                </a:lnTo>
                <a:lnTo>
                  <a:pt x="552939" y="13776"/>
                </a:lnTo>
                <a:lnTo>
                  <a:pt x="552847" y="13825"/>
                </a:lnTo>
                <a:lnTo>
                  <a:pt x="552756" y="13873"/>
                </a:lnTo>
                <a:lnTo>
                  <a:pt x="552666" y="13922"/>
                </a:lnTo>
                <a:lnTo>
                  <a:pt x="552577" y="13972"/>
                </a:lnTo>
                <a:lnTo>
                  <a:pt x="552489" y="14021"/>
                </a:lnTo>
                <a:lnTo>
                  <a:pt x="552401" y="14070"/>
                </a:lnTo>
                <a:lnTo>
                  <a:pt x="552314" y="14120"/>
                </a:lnTo>
                <a:lnTo>
                  <a:pt x="552228" y="14170"/>
                </a:lnTo>
                <a:lnTo>
                  <a:pt x="552143" y="14220"/>
                </a:lnTo>
                <a:lnTo>
                  <a:pt x="552059" y="14271"/>
                </a:lnTo>
                <a:lnTo>
                  <a:pt x="551976" y="14321"/>
                </a:lnTo>
                <a:lnTo>
                  <a:pt x="551893" y="14372"/>
                </a:lnTo>
                <a:lnTo>
                  <a:pt x="551811" y="14423"/>
                </a:lnTo>
                <a:lnTo>
                  <a:pt x="551730" y="14474"/>
                </a:lnTo>
                <a:lnTo>
                  <a:pt x="551650" y="14526"/>
                </a:lnTo>
                <a:lnTo>
                  <a:pt x="551570" y="14577"/>
                </a:lnTo>
                <a:lnTo>
                  <a:pt x="551492" y="14629"/>
                </a:lnTo>
                <a:lnTo>
                  <a:pt x="551414" y="14681"/>
                </a:lnTo>
                <a:lnTo>
                  <a:pt x="551337" y="14733"/>
                </a:lnTo>
                <a:lnTo>
                  <a:pt x="551261" y="14786"/>
                </a:lnTo>
                <a:lnTo>
                  <a:pt x="551186" y="14839"/>
                </a:lnTo>
                <a:lnTo>
                  <a:pt x="551112" y="14892"/>
                </a:lnTo>
                <a:lnTo>
                  <a:pt x="551038" y="14945"/>
                </a:lnTo>
                <a:lnTo>
                  <a:pt x="550966" y="14999"/>
                </a:lnTo>
                <a:lnTo>
                  <a:pt x="550895" y="15053"/>
                </a:lnTo>
                <a:lnTo>
                  <a:pt x="550825" y="15107"/>
                </a:lnTo>
                <a:lnTo>
                  <a:pt x="550756" y="15162"/>
                </a:lnTo>
                <a:lnTo>
                  <a:pt x="550689" y="15217"/>
                </a:lnTo>
                <a:lnTo>
                  <a:pt x="550622" y="15272"/>
                </a:lnTo>
                <a:lnTo>
                  <a:pt x="550556" y="15328"/>
                </a:lnTo>
                <a:lnTo>
                  <a:pt x="550491" y="15384"/>
                </a:lnTo>
                <a:lnTo>
                  <a:pt x="550427" y="15440"/>
                </a:lnTo>
                <a:lnTo>
                  <a:pt x="550364" y="15497"/>
                </a:lnTo>
                <a:lnTo>
                  <a:pt x="550302" y="15554"/>
                </a:lnTo>
                <a:lnTo>
                  <a:pt x="550241" y="15611"/>
                </a:lnTo>
                <a:lnTo>
                  <a:pt x="550181" y="15669"/>
                </a:lnTo>
                <a:lnTo>
                  <a:pt x="550123" y="15727"/>
                </a:lnTo>
                <a:lnTo>
                  <a:pt x="550065" y="15785"/>
                </a:lnTo>
                <a:lnTo>
                  <a:pt x="550008" y="15843"/>
                </a:lnTo>
                <a:lnTo>
                  <a:pt x="549952" y="15902"/>
                </a:lnTo>
                <a:lnTo>
                  <a:pt x="549897" y="15961"/>
                </a:lnTo>
                <a:lnTo>
                  <a:pt x="549844" y="16021"/>
                </a:lnTo>
                <a:lnTo>
                  <a:pt x="549791" y="16081"/>
                </a:lnTo>
                <a:lnTo>
                  <a:pt x="549739" y="16141"/>
                </a:lnTo>
                <a:lnTo>
                  <a:pt x="549688" y="16202"/>
                </a:lnTo>
                <a:lnTo>
                  <a:pt x="549639" y="16263"/>
                </a:lnTo>
                <a:lnTo>
                  <a:pt x="549590" y="16324"/>
                </a:lnTo>
                <a:lnTo>
                  <a:pt x="549542" y="16386"/>
                </a:lnTo>
                <a:lnTo>
                  <a:pt x="549496" y="16449"/>
                </a:lnTo>
                <a:lnTo>
                  <a:pt x="549450" y="16512"/>
                </a:lnTo>
                <a:lnTo>
                  <a:pt x="549406" y="16575"/>
                </a:lnTo>
                <a:lnTo>
                  <a:pt x="549362" y="16639"/>
                </a:lnTo>
                <a:lnTo>
                  <a:pt x="549319" y="16704"/>
                </a:lnTo>
                <a:lnTo>
                  <a:pt x="549278" y="16769"/>
                </a:lnTo>
                <a:lnTo>
                  <a:pt x="549237" y="16834"/>
                </a:lnTo>
                <a:lnTo>
                  <a:pt x="549198" y="16900"/>
                </a:lnTo>
                <a:lnTo>
                  <a:pt x="549159" y="16966"/>
                </a:lnTo>
                <a:lnTo>
                  <a:pt x="549122" y="17033"/>
                </a:lnTo>
                <a:lnTo>
                  <a:pt x="549085" y="17100"/>
                </a:lnTo>
                <a:lnTo>
                  <a:pt x="549050" y="17168"/>
                </a:lnTo>
                <a:lnTo>
                  <a:pt x="549015" y="17236"/>
                </a:lnTo>
                <a:lnTo>
                  <a:pt x="548982" y="17304"/>
                </a:lnTo>
                <a:lnTo>
                  <a:pt x="548949" y="17373"/>
                </a:lnTo>
                <a:lnTo>
                  <a:pt x="548918" y="17443"/>
                </a:lnTo>
                <a:lnTo>
                  <a:pt x="548888" y="17513"/>
                </a:lnTo>
                <a:lnTo>
                  <a:pt x="548858" y="17583"/>
                </a:lnTo>
                <a:lnTo>
                  <a:pt x="548830" y="17654"/>
                </a:lnTo>
                <a:lnTo>
                  <a:pt x="548803" y="17726"/>
                </a:lnTo>
                <a:lnTo>
                  <a:pt x="548777" y="17798"/>
                </a:lnTo>
                <a:lnTo>
                  <a:pt x="548752" y="17870"/>
                </a:lnTo>
                <a:lnTo>
                  <a:pt x="548728" y="17943"/>
                </a:lnTo>
                <a:lnTo>
                  <a:pt x="548705" y="18017"/>
                </a:lnTo>
                <a:lnTo>
                  <a:pt x="548684" y="18092"/>
                </a:lnTo>
                <a:lnTo>
                  <a:pt x="548663" y="18166"/>
                </a:lnTo>
                <a:lnTo>
                  <a:pt x="548644" y="18242"/>
                </a:lnTo>
                <a:lnTo>
                  <a:pt x="548626" y="18318"/>
                </a:lnTo>
                <a:lnTo>
                  <a:pt x="548609" y="18395"/>
                </a:lnTo>
                <a:lnTo>
                  <a:pt x="548594" y="18472"/>
                </a:lnTo>
                <a:lnTo>
                  <a:pt x="548579" y="18550"/>
                </a:lnTo>
                <a:lnTo>
                  <a:pt x="548566" y="18628"/>
                </a:lnTo>
                <a:lnTo>
                  <a:pt x="548554" y="18707"/>
                </a:lnTo>
                <a:lnTo>
                  <a:pt x="548543" y="18787"/>
                </a:lnTo>
                <a:lnTo>
                  <a:pt x="548533" y="18867"/>
                </a:lnTo>
                <a:lnTo>
                  <a:pt x="548524" y="18947"/>
                </a:lnTo>
                <a:lnTo>
                  <a:pt x="548517" y="19029"/>
                </a:lnTo>
                <a:lnTo>
                  <a:pt x="548510" y="19111"/>
                </a:lnTo>
                <a:lnTo>
                  <a:pt x="548505" y="19193"/>
                </a:lnTo>
                <a:lnTo>
                  <a:pt x="548501" y="19276"/>
                </a:lnTo>
                <a:lnTo>
                  <a:pt x="548498" y="19360"/>
                </a:lnTo>
                <a:lnTo>
                  <a:pt x="548496" y="19444"/>
                </a:lnTo>
                <a:lnTo>
                  <a:pt x="548496" y="19529"/>
                </a:lnTo>
                <a:lnTo>
                  <a:pt x="548497" y="19636"/>
                </a:lnTo>
                <a:lnTo>
                  <a:pt x="548499" y="19741"/>
                </a:lnTo>
                <a:lnTo>
                  <a:pt x="548503" y="19846"/>
                </a:lnTo>
                <a:lnTo>
                  <a:pt x="548509" y="19950"/>
                </a:lnTo>
                <a:lnTo>
                  <a:pt x="548517" y="20053"/>
                </a:lnTo>
                <a:lnTo>
                  <a:pt x="548526" y="20155"/>
                </a:lnTo>
                <a:lnTo>
                  <a:pt x="548537" y="20256"/>
                </a:lnTo>
                <a:lnTo>
                  <a:pt x="548550" y="20356"/>
                </a:lnTo>
                <a:lnTo>
                  <a:pt x="548564" y="20455"/>
                </a:lnTo>
                <a:lnTo>
                  <a:pt x="548580" y="20553"/>
                </a:lnTo>
                <a:lnTo>
                  <a:pt x="548597" y="20650"/>
                </a:lnTo>
                <a:lnTo>
                  <a:pt x="548617" y="20746"/>
                </a:lnTo>
                <a:lnTo>
                  <a:pt x="548638" y="20841"/>
                </a:lnTo>
                <a:lnTo>
                  <a:pt x="548661" y="20935"/>
                </a:lnTo>
                <a:lnTo>
                  <a:pt x="548685" y="21028"/>
                </a:lnTo>
                <a:lnTo>
                  <a:pt x="548711" y="21120"/>
                </a:lnTo>
                <a:lnTo>
                  <a:pt x="548739" y="21211"/>
                </a:lnTo>
                <a:lnTo>
                  <a:pt x="548768" y="21302"/>
                </a:lnTo>
                <a:lnTo>
                  <a:pt x="548799" y="21391"/>
                </a:lnTo>
                <a:lnTo>
                  <a:pt x="548832" y="21479"/>
                </a:lnTo>
                <a:lnTo>
                  <a:pt x="548867" y="21566"/>
                </a:lnTo>
                <a:lnTo>
                  <a:pt x="548903" y="21652"/>
                </a:lnTo>
                <a:lnTo>
                  <a:pt x="548941" y="21737"/>
                </a:lnTo>
                <a:lnTo>
                  <a:pt x="548980" y="21821"/>
                </a:lnTo>
                <a:lnTo>
                  <a:pt x="549021" y="21905"/>
                </a:lnTo>
                <a:lnTo>
                  <a:pt x="549064" y="21987"/>
                </a:lnTo>
                <a:lnTo>
                  <a:pt x="549108" y="22068"/>
                </a:lnTo>
                <a:lnTo>
                  <a:pt x="549154" y="22147"/>
                </a:lnTo>
                <a:lnTo>
                  <a:pt x="549201" y="22226"/>
                </a:lnTo>
                <a:lnTo>
                  <a:pt x="549250" y="22304"/>
                </a:lnTo>
                <a:lnTo>
                  <a:pt x="549300" y="22380"/>
                </a:lnTo>
                <a:lnTo>
                  <a:pt x="549352" y="22456"/>
                </a:lnTo>
                <a:lnTo>
                  <a:pt x="549405" y="22530"/>
                </a:lnTo>
                <a:lnTo>
                  <a:pt x="549460" y="22603"/>
                </a:lnTo>
                <a:lnTo>
                  <a:pt x="549516" y="22675"/>
                </a:lnTo>
                <a:lnTo>
                  <a:pt x="549574" y="22746"/>
                </a:lnTo>
                <a:lnTo>
                  <a:pt x="549633" y="22816"/>
                </a:lnTo>
                <a:lnTo>
                  <a:pt x="549694" y="22885"/>
                </a:lnTo>
                <a:lnTo>
                  <a:pt x="549756" y="22953"/>
                </a:lnTo>
                <a:lnTo>
                  <a:pt x="549820" y="23019"/>
                </a:lnTo>
                <a:lnTo>
                  <a:pt x="549885" y="23085"/>
                </a:lnTo>
                <a:lnTo>
                  <a:pt x="549952" y="23149"/>
                </a:lnTo>
                <a:lnTo>
                  <a:pt x="550020" y="23212"/>
                </a:lnTo>
                <a:lnTo>
                  <a:pt x="550090" y="23274"/>
                </a:lnTo>
                <a:lnTo>
                  <a:pt x="550161" y="23335"/>
                </a:lnTo>
                <a:lnTo>
                  <a:pt x="550234" y="23395"/>
                </a:lnTo>
                <a:lnTo>
                  <a:pt x="550308" y="23454"/>
                </a:lnTo>
                <a:lnTo>
                  <a:pt x="550384" y="23512"/>
                </a:lnTo>
                <a:lnTo>
                  <a:pt x="550461" y="23569"/>
                </a:lnTo>
                <a:lnTo>
                  <a:pt x="550540" y="23624"/>
                </a:lnTo>
                <a:lnTo>
                  <a:pt x="550620" y="23678"/>
                </a:lnTo>
                <a:lnTo>
                  <a:pt x="550702" y="23731"/>
                </a:lnTo>
                <a:lnTo>
                  <a:pt x="550785" y="23783"/>
                </a:lnTo>
                <a:lnTo>
                  <a:pt x="550869" y="23834"/>
                </a:lnTo>
                <a:lnTo>
                  <a:pt x="550954" y="23884"/>
                </a:lnTo>
                <a:lnTo>
                  <a:pt x="551042" y="23932"/>
                </a:lnTo>
                <a:lnTo>
                  <a:pt x="551130" y="23980"/>
                </a:lnTo>
                <a:lnTo>
                  <a:pt x="551220" y="24026"/>
                </a:lnTo>
                <a:lnTo>
                  <a:pt x="551311" y="24071"/>
                </a:lnTo>
                <a:lnTo>
                  <a:pt x="551404" y="24115"/>
                </a:lnTo>
                <a:lnTo>
                  <a:pt x="551498" y="24157"/>
                </a:lnTo>
                <a:lnTo>
                  <a:pt x="551593" y="24199"/>
                </a:lnTo>
                <a:lnTo>
                  <a:pt x="551690" y="24239"/>
                </a:lnTo>
                <a:lnTo>
                  <a:pt x="551788" y="24278"/>
                </a:lnTo>
                <a:lnTo>
                  <a:pt x="551888" y="24316"/>
                </a:lnTo>
                <a:lnTo>
                  <a:pt x="551989" y="24353"/>
                </a:lnTo>
                <a:lnTo>
                  <a:pt x="552091" y="24389"/>
                </a:lnTo>
                <a:lnTo>
                  <a:pt x="552195" y="24423"/>
                </a:lnTo>
                <a:lnTo>
                  <a:pt x="552300" y="24457"/>
                </a:lnTo>
                <a:lnTo>
                  <a:pt x="552406" y="24489"/>
                </a:lnTo>
                <a:lnTo>
                  <a:pt x="552514" y="24520"/>
                </a:lnTo>
                <a:lnTo>
                  <a:pt x="552624" y="24550"/>
                </a:lnTo>
                <a:lnTo>
                  <a:pt x="552734" y="24578"/>
                </a:lnTo>
                <a:lnTo>
                  <a:pt x="552846" y="24606"/>
                </a:lnTo>
                <a:lnTo>
                  <a:pt x="552959" y="24632"/>
                </a:lnTo>
                <a:lnTo>
                  <a:pt x="553073" y="24657"/>
                </a:lnTo>
                <a:lnTo>
                  <a:pt x="553189" y="24681"/>
                </a:lnTo>
                <a:lnTo>
                  <a:pt x="553306" y="24703"/>
                </a:lnTo>
                <a:lnTo>
                  <a:pt x="553424" y="24725"/>
                </a:lnTo>
                <a:lnTo>
                  <a:pt x="553543" y="24745"/>
                </a:lnTo>
                <a:lnTo>
                  <a:pt x="553663" y="24764"/>
                </a:lnTo>
                <a:lnTo>
                  <a:pt x="553785" y="24782"/>
                </a:lnTo>
                <a:lnTo>
                  <a:pt x="553908" y="24798"/>
                </a:lnTo>
                <a:lnTo>
                  <a:pt x="554032" y="24813"/>
                </a:lnTo>
                <a:lnTo>
                  <a:pt x="554157" y="24827"/>
                </a:lnTo>
                <a:lnTo>
                  <a:pt x="554283" y="24840"/>
                </a:lnTo>
                <a:lnTo>
                  <a:pt x="554411" y="24852"/>
                </a:lnTo>
                <a:lnTo>
                  <a:pt x="554540" y="24862"/>
                </a:lnTo>
                <a:lnTo>
                  <a:pt x="554670" y="24871"/>
                </a:lnTo>
                <a:lnTo>
                  <a:pt x="554801" y="24879"/>
                </a:lnTo>
                <a:lnTo>
                  <a:pt x="554934" y="24886"/>
                </a:lnTo>
                <a:lnTo>
                  <a:pt x="555068" y="24891"/>
                </a:lnTo>
                <a:lnTo>
                  <a:pt x="555203" y="24896"/>
                </a:lnTo>
                <a:lnTo>
                  <a:pt x="555339" y="24899"/>
                </a:lnTo>
                <a:lnTo>
                  <a:pt x="555476" y="24901"/>
                </a:lnTo>
                <a:lnTo>
                  <a:pt x="555615" y="24901"/>
                </a:lnTo>
                <a:lnTo>
                  <a:pt x="555763" y="24901"/>
                </a:lnTo>
                <a:lnTo>
                  <a:pt x="555910" y="24899"/>
                </a:lnTo>
                <a:lnTo>
                  <a:pt x="556056" y="24895"/>
                </a:lnTo>
                <a:lnTo>
                  <a:pt x="556200" y="24890"/>
                </a:lnTo>
                <a:lnTo>
                  <a:pt x="556343" y="24884"/>
                </a:lnTo>
                <a:lnTo>
                  <a:pt x="556484" y="24877"/>
                </a:lnTo>
                <a:lnTo>
                  <a:pt x="556624" y="24868"/>
                </a:lnTo>
                <a:lnTo>
                  <a:pt x="556763" y="24858"/>
                </a:lnTo>
                <a:lnTo>
                  <a:pt x="556900" y="24847"/>
                </a:lnTo>
                <a:lnTo>
                  <a:pt x="557036" y="24834"/>
                </a:lnTo>
                <a:lnTo>
                  <a:pt x="557170" y="24820"/>
                </a:lnTo>
                <a:lnTo>
                  <a:pt x="557303" y="24805"/>
                </a:lnTo>
                <a:lnTo>
                  <a:pt x="557435" y="24788"/>
                </a:lnTo>
                <a:lnTo>
                  <a:pt x="557565" y="24770"/>
                </a:lnTo>
                <a:lnTo>
                  <a:pt x="557694" y="24751"/>
                </a:lnTo>
                <a:lnTo>
                  <a:pt x="557821" y="24730"/>
                </a:lnTo>
                <a:lnTo>
                  <a:pt x="557947" y="24708"/>
                </a:lnTo>
                <a:lnTo>
                  <a:pt x="558072" y="24685"/>
                </a:lnTo>
                <a:lnTo>
                  <a:pt x="558195" y="24660"/>
                </a:lnTo>
                <a:lnTo>
                  <a:pt x="558317" y="24634"/>
                </a:lnTo>
                <a:lnTo>
                  <a:pt x="558437" y="24606"/>
                </a:lnTo>
                <a:lnTo>
                  <a:pt x="558556" y="24578"/>
                </a:lnTo>
                <a:lnTo>
                  <a:pt x="558674" y="24548"/>
                </a:lnTo>
                <a:lnTo>
                  <a:pt x="558790" y="24516"/>
                </a:lnTo>
                <a:lnTo>
                  <a:pt x="558905" y="24484"/>
                </a:lnTo>
                <a:lnTo>
                  <a:pt x="559019" y="24450"/>
                </a:lnTo>
                <a:lnTo>
                  <a:pt x="559130" y="24414"/>
                </a:lnTo>
                <a:lnTo>
                  <a:pt x="559240" y="24378"/>
                </a:lnTo>
                <a:lnTo>
                  <a:pt x="559349" y="24340"/>
                </a:lnTo>
                <a:lnTo>
                  <a:pt x="559456" y="24301"/>
                </a:lnTo>
                <a:lnTo>
                  <a:pt x="559562" y="24260"/>
                </a:lnTo>
                <a:lnTo>
                  <a:pt x="559666" y="24219"/>
                </a:lnTo>
                <a:lnTo>
                  <a:pt x="559768" y="24176"/>
                </a:lnTo>
                <a:lnTo>
                  <a:pt x="559869" y="24132"/>
                </a:lnTo>
                <a:lnTo>
                  <a:pt x="559969" y="24086"/>
                </a:lnTo>
                <a:lnTo>
                  <a:pt x="560067" y="24039"/>
                </a:lnTo>
                <a:lnTo>
                  <a:pt x="560163" y="23991"/>
                </a:lnTo>
                <a:lnTo>
                  <a:pt x="560258" y="23942"/>
                </a:lnTo>
                <a:lnTo>
                  <a:pt x="560351" y="23891"/>
                </a:lnTo>
                <a:lnTo>
                  <a:pt x="560443" y="23839"/>
                </a:lnTo>
                <a:lnTo>
                  <a:pt x="560533" y="23786"/>
                </a:lnTo>
                <a:lnTo>
                  <a:pt x="560622" y="23732"/>
                </a:lnTo>
                <a:lnTo>
                  <a:pt x="560709" y="23676"/>
                </a:lnTo>
                <a:lnTo>
                  <a:pt x="560795" y="23619"/>
                </a:lnTo>
                <a:lnTo>
                  <a:pt x="560879" y="23561"/>
                </a:lnTo>
                <a:lnTo>
                  <a:pt x="560961" y="23501"/>
                </a:lnTo>
                <a:lnTo>
                  <a:pt x="561042" y="23440"/>
                </a:lnTo>
                <a:lnTo>
                  <a:pt x="561122" y="23378"/>
                </a:lnTo>
                <a:lnTo>
                  <a:pt x="561200" y="23315"/>
                </a:lnTo>
                <a:lnTo>
                  <a:pt x="561276" y="23250"/>
                </a:lnTo>
                <a:lnTo>
                  <a:pt x="561351" y="23185"/>
                </a:lnTo>
                <a:lnTo>
                  <a:pt x="561424" y="23118"/>
                </a:lnTo>
                <a:lnTo>
                  <a:pt x="561496" y="23049"/>
                </a:lnTo>
                <a:lnTo>
                  <a:pt x="561566" y="22980"/>
                </a:lnTo>
                <a:lnTo>
                  <a:pt x="561635" y="22910"/>
                </a:lnTo>
                <a:lnTo>
                  <a:pt x="561702" y="22838"/>
                </a:lnTo>
                <a:lnTo>
                  <a:pt x="561768" y="22765"/>
                </a:lnTo>
                <a:lnTo>
                  <a:pt x="561832" y="22691"/>
                </a:lnTo>
                <a:lnTo>
                  <a:pt x="561894" y="22616"/>
                </a:lnTo>
                <a:lnTo>
                  <a:pt x="561955" y="22539"/>
                </a:lnTo>
                <a:lnTo>
                  <a:pt x="562015" y="22461"/>
                </a:lnTo>
                <a:lnTo>
                  <a:pt x="562073" y="22382"/>
                </a:lnTo>
                <a:lnTo>
                  <a:pt x="562129" y="22302"/>
                </a:lnTo>
                <a:lnTo>
                  <a:pt x="562184" y="22221"/>
                </a:lnTo>
                <a:lnTo>
                  <a:pt x="562237" y="22139"/>
                </a:lnTo>
                <a:lnTo>
                  <a:pt x="562289" y="22055"/>
                </a:lnTo>
                <a:lnTo>
                  <a:pt x="562339" y="21970"/>
                </a:lnTo>
                <a:lnTo>
                  <a:pt x="562388" y="21884"/>
                </a:lnTo>
                <a:lnTo>
                  <a:pt x="562435" y="21797"/>
                </a:lnTo>
                <a:lnTo>
                  <a:pt x="562481" y="21709"/>
                </a:lnTo>
                <a:lnTo>
                  <a:pt x="562525" y="21619"/>
                </a:lnTo>
                <a:lnTo>
                  <a:pt x="562567" y="21528"/>
                </a:lnTo>
                <a:lnTo>
                  <a:pt x="562608" y="21437"/>
                </a:lnTo>
                <a:lnTo>
                  <a:pt x="562647" y="21344"/>
                </a:lnTo>
                <a:lnTo>
                  <a:pt x="562685" y="21250"/>
                </a:lnTo>
                <a:lnTo>
                  <a:pt x="562721" y="21154"/>
                </a:lnTo>
                <a:lnTo>
                  <a:pt x="562755" y="21058"/>
                </a:lnTo>
                <a:lnTo>
                  <a:pt x="562787" y="20961"/>
                </a:lnTo>
                <a:lnTo>
                  <a:pt x="562817" y="20863"/>
                </a:lnTo>
                <a:lnTo>
                  <a:pt x="562846" y="20763"/>
                </a:lnTo>
                <a:lnTo>
                  <a:pt x="562873" y="20663"/>
                </a:lnTo>
                <a:lnTo>
                  <a:pt x="562898" y="20561"/>
                </a:lnTo>
                <a:lnTo>
                  <a:pt x="562922" y="20459"/>
                </a:lnTo>
                <a:lnTo>
                  <a:pt x="562943" y="20355"/>
                </a:lnTo>
                <a:lnTo>
                  <a:pt x="562963" y="20250"/>
                </a:lnTo>
                <a:lnTo>
                  <a:pt x="562982" y="20144"/>
                </a:lnTo>
                <a:lnTo>
                  <a:pt x="562998" y="20037"/>
                </a:lnTo>
                <a:lnTo>
                  <a:pt x="563013" y="19929"/>
                </a:lnTo>
                <a:lnTo>
                  <a:pt x="563026" y="19820"/>
                </a:lnTo>
                <a:lnTo>
                  <a:pt x="563037" y="19710"/>
                </a:lnTo>
                <a:lnTo>
                  <a:pt x="563047" y="19599"/>
                </a:lnTo>
                <a:lnTo>
                  <a:pt x="563055" y="19486"/>
                </a:lnTo>
                <a:lnTo>
                  <a:pt x="563061" y="19373"/>
                </a:lnTo>
                <a:lnTo>
                  <a:pt x="563065" y="19258"/>
                </a:lnTo>
                <a:lnTo>
                  <a:pt x="563068" y="19143"/>
                </a:lnTo>
                <a:lnTo>
                  <a:pt x="563069" y="19026"/>
                </a:lnTo>
                <a:lnTo>
                  <a:pt x="563068" y="18947"/>
                </a:lnTo>
                <a:lnTo>
                  <a:pt x="563066" y="18868"/>
                </a:lnTo>
                <a:lnTo>
                  <a:pt x="563064" y="18790"/>
                </a:lnTo>
                <a:lnTo>
                  <a:pt x="563060" y="18713"/>
                </a:lnTo>
                <a:lnTo>
                  <a:pt x="563055" y="18636"/>
                </a:lnTo>
                <a:lnTo>
                  <a:pt x="563048" y="18559"/>
                </a:lnTo>
                <a:close/>
                <a:moveTo>
                  <a:pt x="559402" y="8533"/>
                </a:moveTo>
                <a:lnTo>
                  <a:pt x="559382" y="8635"/>
                </a:lnTo>
                <a:lnTo>
                  <a:pt x="559359" y="8735"/>
                </a:lnTo>
                <a:lnTo>
                  <a:pt x="559332" y="8835"/>
                </a:lnTo>
                <a:lnTo>
                  <a:pt x="559302" y="8933"/>
                </a:lnTo>
                <a:lnTo>
                  <a:pt x="559269" y="9032"/>
                </a:lnTo>
                <a:lnTo>
                  <a:pt x="559233" y="9129"/>
                </a:lnTo>
                <a:lnTo>
                  <a:pt x="559194" y="9226"/>
                </a:lnTo>
                <a:lnTo>
                  <a:pt x="559152" y="9321"/>
                </a:lnTo>
                <a:lnTo>
                  <a:pt x="559106" y="9416"/>
                </a:lnTo>
                <a:lnTo>
                  <a:pt x="559058" y="9511"/>
                </a:lnTo>
                <a:lnTo>
                  <a:pt x="559006" y="9604"/>
                </a:lnTo>
                <a:lnTo>
                  <a:pt x="558951" y="9697"/>
                </a:lnTo>
                <a:lnTo>
                  <a:pt x="558893" y="9789"/>
                </a:lnTo>
                <a:lnTo>
                  <a:pt x="558832" y="9881"/>
                </a:lnTo>
                <a:lnTo>
                  <a:pt x="558768" y="9971"/>
                </a:lnTo>
                <a:lnTo>
                  <a:pt x="558701" y="10061"/>
                </a:lnTo>
                <a:lnTo>
                  <a:pt x="558630" y="10150"/>
                </a:lnTo>
                <a:lnTo>
                  <a:pt x="558556" y="10238"/>
                </a:lnTo>
                <a:lnTo>
                  <a:pt x="558480" y="10326"/>
                </a:lnTo>
                <a:lnTo>
                  <a:pt x="558401" y="10413"/>
                </a:lnTo>
                <a:lnTo>
                  <a:pt x="558319" y="10499"/>
                </a:lnTo>
                <a:lnTo>
                  <a:pt x="558234" y="10585"/>
                </a:lnTo>
                <a:lnTo>
                  <a:pt x="558146" y="10670"/>
                </a:lnTo>
                <a:lnTo>
                  <a:pt x="558056" y="10754"/>
                </a:lnTo>
                <a:lnTo>
                  <a:pt x="557963" y="10838"/>
                </a:lnTo>
                <a:lnTo>
                  <a:pt x="557868" y="10921"/>
                </a:lnTo>
                <a:lnTo>
                  <a:pt x="557769" y="11004"/>
                </a:lnTo>
                <a:lnTo>
                  <a:pt x="557668" y="11085"/>
                </a:lnTo>
                <a:lnTo>
                  <a:pt x="557564" y="11167"/>
                </a:lnTo>
                <a:lnTo>
                  <a:pt x="557458" y="11247"/>
                </a:lnTo>
                <a:lnTo>
                  <a:pt x="557348" y="11327"/>
                </a:lnTo>
                <a:lnTo>
                  <a:pt x="557236" y="11406"/>
                </a:lnTo>
                <a:lnTo>
                  <a:pt x="557122" y="11485"/>
                </a:lnTo>
                <a:lnTo>
                  <a:pt x="557004" y="11563"/>
                </a:lnTo>
                <a:lnTo>
                  <a:pt x="556884" y="11640"/>
                </a:lnTo>
                <a:lnTo>
                  <a:pt x="556761" y="11717"/>
                </a:lnTo>
                <a:lnTo>
                  <a:pt x="556635" y="11793"/>
                </a:lnTo>
                <a:lnTo>
                  <a:pt x="556507" y="11869"/>
                </a:lnTo>
                <a:lnTo>
                  <a:pt x="556376" y="11943"/>
                </a:lnTo>
                <a:lnTo>
                  <a:pt x="556242" y="12017"/>
                </a:lnTo>
                <a:lnTo>
                  <a:pt x="556105" y="12091"/>
                </a:lnTo>
                <a:lnTo>
                  <a:pt x="555966" y="12164"/>
                </a:lnTo>
                <a:lnTo>
                  <a:pt x="555883" y="12121"/>
                </a:lnTo>
                <a:lnTo>
                  <a:pt x="555801" y="12078"/>
                </a:lnTo>
                <a:lnTo>
                  <a:pt x="555720" y="12035"/>
                </a:lnTo>
                <a:lnTo>
                  <a:pt x="555639" y="11992"/>
                </a:lnTo>
                <a:lnTo>
                  <a:pt x="555560" y="11949"/>
                </a:lnTo>
                <a:lnTo>
                  <a:pt x="555482" y="11907"/>
                </a:lnTo>
                <a:lnTo>
                  <a:pt x="555405" y="11865"/>
                </a:lnTo>
                <a:lnTo>
                  <a:pt x="555328" y="11822"/>
                </a:lnTo>
                <a:lnTo>
                  <a:pt x="555253" y="11780"/>
                </a:lnTo>
                <a:lnTo>
                  <a:pt x="555178" y="11739"/>
                </a:lnTo>
                <a:lnTo>
                  <a:pt x="555105" y="11697"/>
                </a:lnTo>
                <a:lnTo>
                  <a:pt x="555032" y="11655"/>
                </a:lnTo>
                <a:lnTo>
                  <a:pt x="554961" y="11614"/>
                </a:lnTo>
                <a:lnTo>
                  <a:pt x="554890" y="11573"/>
                </a:lnTo>
                <a:lnTo>
                  <a:pt x="554820" y="11531"/>
                </a:lnTo>
                <a:lnTo>
                  <a:pt x="554752" y="11491"/>
                </a:lnTo>
                <a:lnTo>
                  <a:pt x="554684" y="11450"/>
                </a:lnTo>
                <a:lnTo>
                  <a:pt x="554617" y="11409"/>
                </a:lnTo>
                <a:lnTo>
                  <a:pt x="554551" y="11368"/>
                </a:lnTo>
                <a:lnTo>
                  <a:pt x="554486" y="11328"/>
                </a:lnTo>
                <a:lnTo>
                  <a:pt x="554422" y="11288"/>
                </a:lnTo>
                <a:lnTo>
                  <a:pt x="554359" y="11248"/>
                </a:lnTo>
                <a:lnTo>
                  <a:pt x="554297" y="11208"/>
                </a:lnTo>
                <a:lnTo>
                  <a:pt x="554236" y="11168"/>
                </a:lnTo>
                <a:lnTo>
                  <a:pt x="554176" y="11128"/>
                </a:lnTo>
                <a:lnTo>
                  <a:pt x="554117" y="11088"/>
                </a:lnTo>
                <a:lnTo>
                  <a:pt x="554058" y="11048"/>
                </a:lnTo>
                <a:lnTo>
                  <a:pt x="554001" y="11008"/>
                </a:lnTo>
                <a:lnTo>
                  <a:pt x="553944" y="10968"/>
                </a:lnTo>
                <a:lnTo>
                  <a:pt x="553889" y="10928"/>
                </a:lnTo>
                <a:lnTo>
                  <a:pt x="553834" y="10887"/>
                </a:lnTo>
                <a:lnTo>
                  <a:pt x="553780" y="10847"/>
                </a:lnTo>
                <a:lnTo>
                  <a:pt x="553726" y="10806"/>
                </a:lnTo>
                <a:lnTo>
                  <a:pt x="553674" y="10766"/>
                </a:lnTo>
                <a:lnTo>
                  <a:pt x="553623" y="10725"/>
                </a:lnTo>
                <a:lnTo>
                  <a:pt x="553572" y="10684"/>
                </a:lnTo>
                <a:lnTo>
                  <a:pt x="553522" y="10643"/>
                </a:lnTo>
                <a:lnTo>
                  <a:pt x="553473" y="10603"/>
                </a:lnTo>
                <a:lnTo>
                  <a:pt x="553426" y="10561"/>
                </a:lnTo>
                <a:lnTo>
                  <a:pt x="553378" y="10520"/>
                </a:lnTo>
                <a:lnTo>
                  <a:pt x="553332" y="10479"/>
                </a:lnTo>
                <a:lnTo>
                  <a:pt x="553287" y="10438"/>
                </a:lnTo>
                <a:lnTo>
                  <a:pt x="553242" y="10396"/>
                </a:lnTo>
                <a:lnTo>
                  <a:pt x="553199" y="10355"/>
                </a:lnTo>
                <a:lnTo>
                  <a:pt x="553156" y="10313"/>
                </a:lnTo>
                <a:lnTo>
                  <a:pt x="553114" y="10272"/>
                </a:lnTo>
                <a:lnTo>
                  <a:pt x="553073" y="10230"/>
                </a:lnTo>
                <a:lnTo>
                  <a:pt x="553033" y="10188"/>
                </a:lnTo>
                <a:lnTo>
                  <a:pt x="552994" y="10146"/>
                </a:lnTo>
                <a:lnTo>
                  <a:pt x="552955" y="10104"/>
                </a:lnTo>
                <a:lnTo>
                  <a:pt x="552918" y="10062"/>
                </a:lnTo>
                <a:lnTo>
                  <a:pt x="552881" y="10019"/>
                </a:lnTo>
                <a:lnTo>
                  <a:pt x="552845" y="9976"/>
                </a:lnTo>
                <a:lnTo>
                  <a:pt x="552811" y="9933"/>
                </a:lnTo>
                <a:lnTo>
                  <a:pt x="552777" y="9890"/>
                </a:lnTo>
                <a:lnTo>
                  <a:pt x="552743" y="9847"/>
                </a:lnTo>
                <a:lnTo>
                  <a:pt x="552711" y="9803"/>
                </a:lnTo>
                <a:lnTo>
                  <a:pt x="552680" y="9759"/>
                </a:lnTo>
                <a:lnTo>
                  <a:pt x="552649" y="9715"/>
                </a:lnTo>
                <a:lnTo>
                  <a:pt x="552619" y="9671"/>
                </a:lnTo>
                <a:lnTo>
                  <a:pt x="552591" y="9627"/>
                </a:lnTo>
                <a:lnTo>
                  <a:pt x="552563" y="9582"/>
                </a:lnTo>
                <a:lnTo>
                  <a:pt x="552536" y="9537"/>
                </a:lnTo>
                <a:lnTo>
                  <a:pt x="552509" y="9492"/>
                </a:lnTo>
                <a:lnTo>
                  <a:pt x="552484" y="9447"/>
                </a:lnTo>
                <a:lnTo>
                  <a:pt x="552460" y="9402"/>
                </a:lnTo>
                <a:lnTo>
                  <a:pt x="552436" y="9356"/>
                </a:lnTo>
                <a:lnTo>
                  <a:pt x="552413" y="9310"/>
                </a:lnTo>
                <a:lnTo>
                  <a:pt x="552391" y="9264"/>
                </a:lnTo>
                <a:lnTo>
                  <a:pt x="552370" y="9218"/>
                </a:lnTo>
                <a:lnTo>
                  <a:pt x="552350" y="9172"/>
                </a:lnTo>
                <a:lnTo>
                  <a:pt x="552331" y="9125"/>
                </a:lnTo>
                <a:lnTo>
                  <a:pt x="552313" y="9078"/>
                </a:lnTo>
                <a:lnTo>
                  <a:pt x="552295" y="9031"/>
                </a:lnTo>
                <a:lnTo>
                  <a:pt x="552278" y="8983"/>
                </a:lnTo>
                <a:lnTo>
                  <a:pt x="552262" y="8935"/>
                </a:lnTo>
                <a:lnTo>
                  <a:pt x="552247" y="8887"/>
                </a:lnTo>
                <a:lnTo>
                  <a:pt x="552232" y="8839"/>
                </a:lnTo>
                <a:lnTo>
                  <a:pt x="552219" y="8790"/>
                </a:lnTo>
                <a:lnTo>
                  <a:pt x="552206" y="8741"/>
                </a:lnTo>
                <a:lnTo>
                  <a:pt x="552194" y="8691"/>
                </a:lnTo>
                <a:lnTo>
                  <a:pt x="552182" y="8641"/>
                </a:lnTo>
                <a:lnTo>
                  <a:pt x="552172" y="8591"/>
                </a:lnTo>
                <a:lnTo>
                  <a:pt x="552162" y="8541"/>
                </a:lnTo>
                <a:lnTo>
                  <a:pt x="552153" y="8490"/>
                </a:lnTo>
                <a:lnTo>
                  <a:pt x="552145" y="8439"/>
                </a:lnTo>
                <a:lnTo>
                  <a:pt x="552137" y="8388"/>
                </a:lnTo>
                <a:lnTo>
                  <a:pt x="552131" y="8336"/>
                </a:lnTo>
                <a:lnTo>
                  <a:pt x="552125" y="8284"/>
                </a:lnTo>
                <a:lnTo>
                  <a:pt x="552120" y="8232"/>
                </a:lnTo>
                <a:lnTo>
                  <a:pt x="552115" y="8179"/>
                </a:lnTo>
                <a:lnTo>
                  <a:pt x="552112" y="8126"/>
                </a:lnTo>
                <a:lnTo>
                  <a:pt x="552109" y="8073"/>
                </a:lnTo>
                <a:lnTo>
                  <a:pt x="552107" y="8019"/>
                </a:lnTo>
                <a:lnTo>
                  <a:pt x="552106" y="7965"/>
                </a:lnTo>
                <a:lnTo>
                  <a:pt x="552106" y="7911"/>
                </a:lnTo>
                <a:lnTo>
                  <a:pt x="552107" y="7793"/>
                </a:lnTo>
                <a:lnTo>
                  <a:pt x="552112" y="7678"/>
                </a:lnTo>
                <a:lnTo>
                  <a:pt x="552120" y="7564"/>
                </a:lnTo>
                <a:lnTo>
                  <a:pt x="552131" y="7453"/>
                </a:lnTo>
                <a:lnTo>
                  <a:pt x="552146" y="7344"/>
                </a:lnTo>
                <a:lnTo>
                  <a:pt x="552163" y="7237"/>
                </a:lnTo>
                <a:lnTo>
                  <a:pt x="552184" y="7132"/>
                </a:lnTo>
                <a:lnTo>
                  <a:pt x="552209" y="7029"/>
                </a:lnTo>
                <a:lnTo>
                  <a:pt x="552236" y="6928"/>
                </a:lnTo>
                <a:lnTo>
                  <a:pt x="552267" y="6829"/>
                </a:lnTo>
                <a:lnTo>
                  <a:pt x="552300" y="6733"/>
                </a:lnTo>
                <a:lnTo>
                  <a:pt x="552337" y="6638"/>
                </a:lnTo>
                <a:lnTo>
                  <a:pt x="552378" y="6546"/>
                </a:lnTo>
                <a:lnTo>
                  <a:pt x="552421" y="6455"/>
                </a:lnTo>
                <a:lnTo>
                  <a:pt x="552468" y="6367"/>
                </a:lnTo>
                <a:lnTo>
                  <a:pt x="552518" y="6281"/>
                </a:lnTo>
                <a:lnTo>
                  <a:pt x="552571" y="6197"/>
                </a:lnTo>
                <a:lnTo>
                  <a:pt x="552627" y="6115"/>
                </a:lnTo>
                <a:lnTo>
                  <a:pt x="552687" y="6035"/>
                </a:lnTo>
                <a:lnTo>
                  <a:pt x="552750" y="5957"/>
                </a:lnTo>
                <a:lnTo>
                  <a:pt x="552816" y="5882"/>
                </a:lnTo>
                <a:lnTo>
                  <a:pt x="552885" y="5808"/>
                </a:lnTo>
                <a:lnTo>
                  <a:pt x="552957" y="5736"/>
                </a:lnTo>
                <a:lnTo>
                  <a:pt x="553033" y="5667"/>
                </a:lnTo>
                <a:lnTo>
                  <a:pt x="553112" y="5600"/>
                </a:lnTo>
                <a:lnTo>
                  <a:pt x="553194" y="5536"/>
                </a:lnTo>
                <a:lnTo>
                  <a:pt x="553279" y="5475"/>
                </a:lnTo>
                <a:lnTo>
                  <a:pt x="553367" y="5416"/>
                </a:lnTo>
                <a:lnTo>
                  <a:pt x="553458" y="5361"/>
                </a:lnTo>
                <a:lnTo>
                  <a:pt x="553552" y="5308"/>
                </a:lnTo>
                <a:lnTo>
                  <a:pt x="553649" y="5258"/>
                </a:lnTo>
                <a:lnTo>
                  <a:pt x="553749" y="5211"/>
                </a:lnTo>
                <a:lnTo>
                  <a:pt x="553852" y="5167"/>
                </a:lnTo>
                <a:lnTo>
                  <a:pt x="553958" y="5126"/>
                </a:lnTo>
                <a:lnTo>
                  <a:pt x="554068" y="5087"/>
                </a:lnTo>
                <a:lnTo>
                  <a:pt x="554180" y="5052"/>
                </a:lnTo>
                <a:lnTo>
                  <a:pt x="554295" y="5019"/>
                </a:lnTo>
                <a:lnTo>
                  <a:pt x="554414" y="4989"/>
                </a:lnTo>
                <a:lnTo>
                  <a:pt x="554535" y="4962"/>
                </a:lnTo>
                <a:lnTo>
                  <a:pt x="554660" y="4938"/>
                </a:lnTo>
                <a:lnTo>
                  <a:pt x="554787" y="4916"/>
                </a:lnTo>
                <a:lnTo>
                  <a:pt x="554918" y="4898"/>
                </a:lnTo>
                <a:lnTo>
                  <a:pt x="555052" y="4882"/>
                </a:lnTo>
                <a:lnTo>
                  <a:pt x="555188" y="4869"/>
                </a:lnTo>
                <a:lnTo>
                  <a:pt x="555328" y="4859"/>
                </a:lnTo>
                <a:lnTo>
                  <a:pt x="555471" y="4852"/>
                </a:lnTo>
                <a:lnTo>
                  <a:pt x="555617" y="4848"/>
                </a:lnTo>
                <a:lnTo>
                  <a:pt x="555765" y="4847"/>
                </a:lnTo>
                <a:lnTo>
                  <a:pt x="555839" y="4847"/>
                </a:lnTo>
                <a:lnTo>
                  <a:pt x="555912" y="4848"/>
                </a:lnTo>
                <a:lnTo>
                  <a:pt x="555984" y="4850"/>
                </a:lnTo>
                <a:lnTo>
                  <a:pt x="556055" y="4852"/>
                </a:lnTo>
                <a:lnTo>
                  <a:pt x="556126" y="4856"/>
                </a:lnTo>
                <a:lnTo>
                  <a:pt x="556196" y="4860"/>
                </a:lnTo>
                <a:lnTo>
                  <a:pt x="556266" y="4864"/>
                </a:lnTo>
                <a:lnTo>
                  <a:pt x="556335" y="4870"/>
                </a:lnTo>
                <a:lnTo>
                  <a:pt x="556403" y="4876"/>
                </a:lnTo>
                <a:lnTo>
                  <a:pt x="556470" y="4883"/>
                </a:lnTo>
                <a:lnTo>
                  <a:pt x="556537" y="4891"/>
                </a:lnTo>
                <a:lnTo>
                  <a:pt x="556603" y="4899"/>
                </a:lnTo>
                <a:lnTo>
                  <a:pt x="556669" y="4908"/>
                </a:lnTo>
                <a:lnTo>
                  <a:pt x="556733" y="4918"/>
                </a:lnTo>
                <a:lnTo>
                  <a:pt x="556798" y="4928"/>
                </a:lnTo>
                <a:lnTo>
                  <a:pt x="556861" y="4940"/>
                </a:lnTo>
                <a:lnTo>
                  <a:pt x="556924" y="4952"/>
                </a:lnTo>
                <a:lnTo>
                  <a:pt x="556986" y="4964"/>
                </a:lnTo>
                <a:lnTo>
                  <a:pt x="557047" y="4978"/>
                </a:lnTo>
                <a:lnTo>
                  <a:pt x="557108" y="4992"/>
                </a:lnTo>
                <a:lnTo>
                  <a:pt x="557168" y="5007"/>
                </a:lnTo>
                <a:lnTo>
                  <a:pt x="557228" y="5023"/>
                </a:lnTo>
                <a:lnTo>
                  <a:pt x="557287" y="5039"/>
                </a:lnTo>
                <a:lnTo>
                  <a:pt x="557345" y="5056"/>
                </a:lnTo>
                <a:lnTo>
                  <a:pt x="557402" y="5074"/>
                </a:lnTo>
                <a:lnTo>
                  <a:pt x="557459" y="5092"/>
                </a:lnTo>
                <a:lnTo>
                  <a:pt x="557515" y="5111"/>
                </a:lnTo>
                <a:lnTo>
                  <a:pt x="557570" y="5131"/>
                </a:lnTo>
                <a:lnTo>
                  <a:pt x="557624" y="5152"/>
                </a:lnTo>
                <a:lnTo>
                  <a:pt x="557677" y="5173"/>
                </a:lnTo>
                <a:lnTo>
                  <a:pt x="557730" y="5195"/>
                </a:lnTo>
                <a:lnTo>
                  <a:pt x="557782" y="5217"/>
                </a:lnTo>
                <a:lnTo>
                  <a:pt x="557833" y="5240"/>
                </a:lnTo>
                <a:lnTo>
                  <a:pt x="557884" y="5264"/>
                </a:lnTo>
                <a:lnTo>
                  <a:pt x="557933" y="5288"/>
                </a:lnTo>
                <a:lnTo>
                  <a:pt x="557982" y="5314"/>
                </a:lnTo>
                <a:lnTo>
                  <a:pt x="558030" y="5339"/>
                </a:lnTo>
                <a:lnTo>
                  <a:pt x="558077" y="5366"/>
                </a:lnTo>
                <a:lnTo>
                  <a:pt x="558124" y="5393"/>
                </a:lnTo>
                <a:lnTo>
                  <a:pt x="558169" y="5421"/>
                </a:lnTo>
                <a:lnTo>
                  <a:pt x="558214" y="5449"/>
                </a:lnTo>
                <a:lnTo>
                  <a:pt x="558258" y="5479"/>
                </a:lnTo>
                <a:lnTo>
                  <a:pt x="558302" y="5508"/>
                </a:lnTo>
                <a:lnTo>
                  <a:pt x="558344" y="5539"/>
                </a:lnTo>
                <a:lnTo>
                  <a:pt x="558386" y="5570"/>
                </a:lnTo>
                <a:lnTo>
                  <a:pt x="558427" y="5602"/>
                </a:lnTo>
                <a:lnTo>
                  <a:pt x="558467" y="5634"/>
                </a:lnTo>
                <a:lnTo>
                  <a:pt x="558506" y="5668"/>
                </a:lnTo>
                <a:lnTo>
                  <a:pt x="558545" y="5701"/>
                </a:lnTo>
                <a:lnTo>
                  <a:pt x="558583" y="5736"/>
                </a:lnTo>
                <a:lnTo>
                  <a:pt x="558620" y="5771"/>
                </a:lnTo>
                <a:lnTo>
                  <a:pt x="558656" y="5806"/>
                </a:lnTo>
                <a:lnTo>
                  <a:pt x="558691" y="5842"/>
                </a:lnTo>
                <a:lnTo>
                  <a:pt x="558726" y="5879"/>
                </a:lnTo>
                <a:lnTo>
                  <a:pt x="558760" y="5916"/>
                </a:lnTo>
                <a:lnTo>
                  <a:pt x="558793" y="5954"/>
                </a:lnTo>
                <a:lnTo>
                  <a:pt x="558826" y="5992"/>
                </a:lnTo>
                <a:lnTo>
                  <a:pt x="558857" y="6031"/>
                </a:lnTo>
                <a:lnTo>
                  <a:pt x="558888" y="6071"/>
                </a:lnTo>
                <a:lnTo>
                  <a:pt x="558918" y="6111"/>
                </a:lnTo>
                <a:lnTo>
                  <a:pt x="558947" y="6152"/>
                </a:lnTo>
                <a:lnTo>
                  <a:pt x="558975" y="6193"/>
                </a:lnTo>
                <a:lnTo>
                  <a:pt x="559003" y="6235"/>
                </a:lnTo>
                <a:lnTo>
                  <a:pt x="559030" y="6278"/>
                </a:lnTo>
                <a:lnTo>
                  <a:pt x="559056" y="6321"/>
                </a:lnTo>
                <a:lnTo>
                  <a:pt x="559081" y="6364"/>
                </a:lnTo>
                <a:lnTo>
                  <a:pt x="559106" y="6408"/>
                </a:lnTo>
                <a:lnTo>
                  <a:pt x="559130" y="6453"/>
                </a:lnTo>
                <a:lnTo>
                  <a:pt x="559152" y="6499"/>
                </a:lnTo>
                <a:lnTo>
                  <a:pt x="559175" y="6545"/>
                </a:lnTo>
                <a:lnTo>
                  <a:pt x="559196" y="6591"/>
                </a:lnTo>
                <a:lnTo>
                  <a:pt x="559217" y="6638"/>
                </a:lnTo>
                <a:lnTo>
                  <a:pt x="559236" y="6686"/>
                </a:lnTo>
                <a:lnTo>
                  <a:pt x="559255" y="6734"/>
                </a:lnTo>
                <a:lnTo>
                  <a:pt x="559273" y="6783"/>
                </a:lnTo>
                <a:lnTo>
                  <a:pt x="559291" y="6832"/>
                </a:lnTo>
                <a:lnTo>
                  <a:pt x="559307" y="6881"/>
                </a:lnTo>
                <a:lnTo>
                  <a:pt x="559323" y="6931"/>
                </a:lnTo>
                <a:lnTo>
                  <a:pt x="559337" y="6982"/>
                </a:lnTo>
                <a:lnTo>
                  <a:pt x="559351" y="7033"/>
                </a:lnTo>
                <a:lnTo>
                  <a:pt x="559364" y="7084"/>
                </a:lnTo>
                <a:lnTo>
                  <a:pt x="559376" y="7136"/>
                </a:lnTo>
                <a:lnTo>
                  <a:pt x="559388" y="7188"/>
                </a:lnTo>
                <a:lnTo>
                  <a:pt x="559398" y="7241"/>
                </a:lnTo>
                <a:lnTo>
                  <a:pt x="559408" y="7294"/>
                </a:lnTo>
                <a:lnTo>
                  <a:pt x="559417" y="7348"/>
                </a:lnTo>
                <a:lnTo>
                  <a:pt x="559425" y="7402"/>
                </a:lnTo>
                <a:lnTo>
                  <a:pt x="559432" y="7457"/>
                </a:lnTo>
                <a:lnTo>
                  <a:pt x="559438" y="7512"/>
                </a:lnTo>
                <a:lnTo>
                  <a:pt x="559444" y="7567"/>
                </a:lnTo>
                <a:lnTo>
                  <a:pt x="559448" y="7624"/>
                </a:lnTo>
                <a:lnTo>
                  <a:pt x="559452" y="7680"/>
                </a:lnTo>
                <a:lnTo>
                  <a:pt x="559455" y="7737"/>
                </a:lnTo>
                <a:lnTo>
                  <a:pt x="559457" y="7794"/>
                </a:lnTo>
                <a:lnTo>
                  <a:pt x="559458" y="7852"/>
                </a:lnTo>
                <a:lnTo>
                  <a:pt x="559459" y="7911"/>
                </a:lnTo>
                <a:lnTo>
                  <a:pt x="559457" y="8016"/>
                </a:lnTo>
                <a:lnTo>
                  <a:pt x="559453" y="8121"/>
                </a:lnTo>
                <a:lnTo>
                  <a:pt x="559445" y="8225"/>
                </a:lnTo>
                <a:lnTo>
                  <a:pt x="559434" y="8329"/>
                </a:lnTo>
                <a:lnTo>
                  <a:pt x="559420" y="8431"/>
                </a:lnTo>
                <a:lnTo>
                  <a:pt x="559402" y="8533"/>
                </a:lnTo>
                <a:close/>
                <a:moveTo>
                  <a:pt x="560092" y="20060"/>
                </a:moveTo>
                <a:lnTo>
                  <a:pt x="560068" y="20174"/>
                </a:lnTo>
                <a:lnTo>
                  <a:pt x="560039" y="20285"/>
                </a:lnTo>
                <a:lnTo>
                  <a:pt x="560007" y="20395"/>
                </a:lnTo>
                <a:lnTo>
                  <a:pt x="559971" y="20502"/>
                </a:lnTo>
                <a:lnTo>
                  <a:pt x="559931" y="20607"/>
                </a:lnTo>
                <a:lnTo>
                  <a:pt x="559887" y="20709"/>
                </a:lnTo>
                <a:lnTo>
                  <a:pt x="559840" y="20810"/>
                </a:lnTo>
                <a:lnTo>
                  <a:pt x="559788" y="20908"/>
                </a:lnTo>
                <a:lnTo>
                  <a:pt x="559733" y="21004"/>
                </a:lnTo>
                <a:lnTo>
                  <a:pt x="559674" y="21097"/>
                </a:lnTo>
                <a:lnTo>
                  <a:pt x="559612" y="21189"/>
                </a:lnTo>
                <a:lnTo>
                  <a:pt x="559545" y="21278"/>
                </a:lnTo>
                <a:lnTo>
                  <a:pt x="559475" y="21365"/>
                </a:lnTo>
                <a:lnTo>
                  <a:pt x="559401" y="21450"/>
                </a:lnTo>
                <a:lnTo>
                  <a:pt x="559323" y="21532"/>
                </a:lnTo>
                <a:lnTo>
                  <a:pt x="559241" y="21612"/>
                </a:lnTo>
                <a:lnTo>
                  <a:pt x="559155" y="21690"/>
                </a:lnTo>
                <a:lnTo>
                  <a:pt x="559066" y="21766"/>
                </a:lnTo>
                <a:lnTo>
                  <a:pt x="558973" y="21839"/>
                </a:lnTo>
                <a:lnTo>
                  <a:pt x="558876" y="21909"/>
                </a:lnTo>
                <a:lnTo>
                  <a:pt x="558776" y="21976"/>
                </a:lnTo>
                <a:lnTo>
                  <a:pt x="558672" y="22040"/>
                </a:lnTo>
                <a:lnTo>
                  <a:pt x="558565" y="22100"/>
                </a:lnTo>
                <a:lnTo>
                  <a:pt x="558454" y="22158"/>
                </a:lnTo>
                <a:lnTo>
                  <a:pt x="558339" y="22212"/>
                </a:lnTo>
                <a:lnTo>
                  <a:pt x="558220" y="22264"/>
                </a:lnTo>
                <a:lnTo>
                  <a:pt x="558098" y="22312"/>
                </a:lnTo>
                <a:lnTo>
                  <a:pt x="557973" y="22357"/>
                </a:lnTo>
                <a:lnTo>
                  <a:pt x="557843" y="22399"/>
                </a:lnTo>
                <a:lnTo>
                  <a:pt x="557710" y="22438"/>
                </a:lnTo>
                <a:lnTo>
                  <a:pt x="557574" y="22474"/>
                </a:lnTo>
                <a:lnTo>
                  <a:pt x="557434" y="22506"/>
                </a:lnTo>
                <a:lnTo>
                  <a:pt x="557290" y="22536"/>
                </a:lnTo>
                <a:lnTo>
                  <a:pt x="557142" y="22562"/>
                </a:lnTo>
                <a:lnTo>
                  <a:pt x="556991" y="22586"/>
                </a:lnTo>
                <a:lnTo>
                  <a:pt x="556837" y="22606"/>
                </a:lnTo>
                <a:lnTo>
                  <a:pt x="556678" y="22623"/>
                </a:lnTo>
                <a:lnTo>
                  <a:pt x="556516" y="22637"/>
                </a:lnTo>
                <a:lnTo>
                  <a:pt x="556351" y="22648"/>
                </a:lnTo>
                <a:lnTo>
                  <a:pt x="556182" y="22656"/>
                </a:lnTo>
                <a:lnTo>
                  <a:pt x="556009" y="22660"/>
                </a:lnTo>
                <a:lnTo>
                  <a:pt x="555832" y="22662"/>
                </a:lnTo>
                <a:lnTo>
                  <a:pt x="555650" y="22660"/>
                </a:lnTo>
                <a:lnTo>
                  <a:pt x="555472" y="22656"/>
                </a:lnTo>
                <a:lnTo>
                  <a:pt x="555298" y="22648"/>
                </a:lnTo>
                <a:lnTo>
                  <a:pt x="555127" y="22637"/>
                </a:lnTo>
                <a:lnTo>
                  <a:pt x="554961" y="22623"/>
                </a:lnTo>
                <a:lnTo>
                  <a:pt x="554798" y="22606"/>
                </a:lnTo>
                <a:lnTo>
                  <a:pt x="554639" y="22586"/>
                </a:lnTo>
                <a:lnTo>
                  <a:pt x="554483" y="22563"/>
                </a:lnTo>
                <a:lnTo>
                  <a:pt x="554332" y="22537"/>
                </a:lnTo>
                <a:lnTo>
                  <a:pt x="554184" y="22508"/>
                </a:lnTo>
                <a:lnTo>
                  <a:pt x="554040" y="22475"/>
                </a:lnTo>
                <a:lnTo>
                  <a:pt x="553900" y="22440"/>
                </a:lnTo>
                <a:lnTo>
                  <a:pt x="553764" y="22401"/>
                </a:lnTo>
                <a:lnTo>
                  <a:pt x="553631" y="22360"/>
                </a:lnTo>
                <a:lnTo>
                  <a:pt x="553502" y="22315"/>
                </a:lnTo>
                <a:lnTo>
                  <a:pt x="553378" y="22267"/>
                </a:lnTo>
                <a:lnTo>
                  <a:pt x="553256" y="22217"/>
                </a:lnTo>
                <a:lnTo>
                  <a:pt x="553139" y="22163"/>
                </a:lnTo>
                <a:lnTo>
                  <a:pt x="553026" y="22106"/>
                </a:lnTo>
                <a:lnTo>
                  <a:pt x="552916" y="22046"/>
                </a:lnTo>
                <a:lnTo>
                  <a:pt x="552810" y="21982"/>
                </a:lnTo>
                <a:lnTo>
                  <a:pt x="552708" y="21916"/>
                </a:lnTo>
                <a:lnTo>
                  <a:pt x="552609" y="21847"/>
                </a:lnTo>
                <a:lnTo>
                  <a:pt x="552515" y="21774"/>
                </a:lnTo>
                <a:lnTo>
                  <a:pt x="552424" y="21699"/>
                </a:lnTo>
                <a:lnTo>
                  <a:pt x="552337" y="21621"/>
                </a:lnTo>
                <a:lnTo>
                  <a:pt x="552254" y="21541"/>
                </a:lnTo>
                <a:lnTo>
                  <a:pt x="552175" y="21458"/>
                </a:lnTo>
                <a:lnTo>
                  <a:pt x="552100" y="21373"/>
                </a:lnTo>
                <a:lnTo>
                  <a:pt x="552029" y="21285"/>
                </a:lnTo>
                <a:lnTo>
                  <a:pt x="551961" y="21194"/>
                </a:lnTo>
                <a:lnTo>
                  <a:pt x="551898" y="21101"/>
                </a:lnTo>
                <a:lnTo>
                  <a:pt x="551838" y="21005"/>
                </a:lnTo>
                <a:lnTo>
                  <a:pt x="551782" y="20907"/>
                </a:lnTo>
                <a:lnTo>
                  <a:pt x="551730" y="20806"/>
                </a:lnTo>
                <a:lnTo>
                  <a:pt x="551681" y="20703"/>
                </a:lnTo>
                <a:lnTo>
                  <a:pt x="551637" y="20597"/>
                </a:lnTo>
                <a:lnTo>
                  <a:pt x="551597" y="20488"/>
                </a:lnTo>
                <a:lnTo>
                  <a:pt x="551560" y="20377"/>
                </a:lnTo>
                <a:lnTo>
                  <a:pt x="551527" y="20264"/>
                </a:lnTo>
                <a:lnTo>
                  <a:pt x="551498" y="20148"/>
                </a:lnTo>
                <a:lnTo>
                  <a:pt x="551473" y="20029"/>
                </a:lnTo>
                <a:lnTo>
                  <a:pt x="551452" y="19908"/>
                </a:lnTo>
                <a:lnTo>
                  <a:pt x="551434" y="19784"/>
                </a:lnTo>
                <a:lnTo>
                  <a:pt x="551421" y="19657"/>
                </a:lnTo>
                <a:lnTo>
                  <a:pt x="551411" y="19528"/>
                </a:lnTo>
                <a:lnTo>
                  <a:pt x="551406" y="19397"/>
                </a:lnTo>
                <a:lnTo>
                  <a:pt x="551404" y="19263"/>
                </a:lnTo>
                <a:lnTo>
                  <a:pt x="551404" y="19202"/>
                </a:lnTo>
                <a:lnTo>
                  <a:pt x="551405" y="19141"/>
                </a:lnTo>
                <a:lnTo>
                  <a:pt x="551408" y="19081"/>
                </a:lnTo>
                <a:lnTo>
                  <a:pt x="551411" y="19021"/>
                </a:lnTo>
                <a:lnTo>
                  <a:pt x="551415" y="18961"/>
                </a:lnTo>
                <a:lnTo>
                  <a:pt x="551420" y="18902"/>
                </a:lnTo>
                <a:lnTo>
                  <a:pt x="551426" y="18844"/>
                </a:lnTo>
                <a:lnTo>
                  <a:pt x="551432" y="18786"/>
                </a:lnTo>
                <a:lnTo>
                  <a:pt x="551440" y="18728"/>
                </a:lnTo>
                <a:lnTo>
                  <a:pt x="551449" y="18671"/>
                </a:lnTo>
                <a:lnTo>
                  <a:pt x="551458" y="18614"/>
                </a:lnTo>
                <a:lnTo>
                  <a:pt x="551468" y="18557"/>
                </a:lnTo>
                <a:lnTo>
                  <a:pt x="551480" y="18502"/>
                </a:lnTo>
                <a:lnTo>
                  <a:pt x="551492" y="18446"/>
                </a:lnTo>
                <a:lnTo>
                  <a:pt x="551505" y="18391"/>
                </a:lnTo>
                <a:lnTo>
                  <a:pt x="551519" y="18336"/>
                </a:lnTo>
                <a:lnTo>
                  <a:pt x="551534" y="18282"/>
                </a:lnTo>
                <a:lnTo>
                  <a:pt x="551549" y="18228"/>
                </a:lnTo>
                <a:lnTo>
                  <a:pt x="551566" y="18175"/>
                </a:lnTo>
                <a:lnTo>
                  <a:pt x="551583" y="18122"/>
                </a:lnTo>
                <a:lnTo>
                  <a:pt x="551602" y="18070"/>
                </a:lnTo>
                <a:lnTo>
                  <a:pt x="551621" y="18018"/>
                </a:lnTo>
                <a:lnTo>
                  <a:pt x="551642" y="17966"/>
                </a:lnTo>
                <a:lnTo>
                  <a:pt x="551663" y="17915"/>
                </a:lnTo>
                <a:lnTo>
                  <a:pt x="551685" y="17864"/>
                </a:lnTo>
                <a:lnTo>
                  <a:pt x="551708" y="17814"/>
                </a:lnTo>
                <a:lnTo>
                  <a:pt x="551731" y="17763"/>
                </a:lnTo>
                <a:lnTo>
                  <a:pt x="551756" y="17713"/>
                </a:lnTo>
                <a:lnTo>
                  <a:pt x="551781" y="17663"/>
                </a:lnTo>
                <a:lnTo>
                  <a:pt x="551808" y="17613"/>
                </a:lnTo>
                <a:lnTo>
                  <a:pt x="551835" y="17563"/>
                </a:lnTo>
                <a:lnTo>
                  <a:pt x="551863" y="17514"/>
                </a:lnTo>
                <a:lnTo>
                  <a:pt x="551892" y="17465"/>
                </a:lnTo>
                <a:lnTo>
                  <a:pt x="551922" y="17416"/>
                </a:lnTo>
                <a:lnTo>
                  <a:pt x="551953" y="17367"/>
                </a:lnTo>
                <a:lnTo>
                  <a:pt x="551984" y="17319"/>
                </a:lnTo>
                <a:lnTo>
                  <a:pt x="552017" y="17270"/>
                </a:lnTo>
                <a:lnTo>
                  <a:pt x="552050" y="17222"/>
                </a:lnTo>
                <a:lnTo>
                  <a:pt x="552084" y="17174"/>
                </a:lnTo>
                <a:lnTo>
                  <a:pt x="552119" y="17126"/>
                </a:lnTo>
                <a:lnTo>
                  <a:pt x="552155" y="17079"/>
                </a:lnTo>
                <a:lnTo>
                  <a:pt x="552192" y="17031"/>
                </a:lnTo>
                <a:lnTo>
                  <a:pt x="552230" y="16984"/>
                </a:lnTo>
                <a:lnTo>
                  <a:pt x="552268" y="16937"/>
                </a:lnTo>
                <a:lnTo>
                  <a:pt x="552308" y="16890"/>
                </a:lnTo>
                <a:lnTo>
                  <a:pt x="552348" y="16844"/>
                </a:lnTo>
                <a:lnTo>
                  <a:pt x="552389" y="16798"/>
                </a:lnTo>
                <a:lnTo>
                  <a:pt x="552431" y="16751"/>
                </a:lnTo>
                <a:lnTo>
                  <a:pt x="552474" y="16705"/>
                </a:lnTo>
                <a:lnTo>
                  <a:pt x="552518" y="16660"/>
                </a:lnTo>
                <a:lnTo>
                  <a:pt x="552563" y="16614"/>
                </a:lnTo>
                <a:lnTo>
                  <a:pt x="552609" y="16568"/>
                </a:lnTo>
                <a:lnTo>
                  <a:pt x="552656" y="16523"/>
                </a:lnTo>
                <a:lnTo>
                  <a:pt x="552704" y="16477"/>
                </a:lnTo>
                <a:lnTo>
                  <a:pt x="552753" y="16432"/>
                </a:lnTo>
                <a:lnTo>
                  <a:pt x="552803" y="16387"/>
                </a:lnTo>
                <a:lnTo>
                  <a:pt x="552854" y="16342"/>
                </a:lnTo>
                <a:lnTo>
                  <a:pt x="552905" y="16297"/>
                </a:lnTo>
                <a:lnTo>
                  <a:pt x="552958" y="16252"/>
                </a:lnTo>
                <a:lnTo>
                  <a:pt x="553012" y="16207"/>
                </a:lnTo>
                <a:lnTo>
                  <a:pt x="553067" y="16163"/>
                </a:lnTo>
                <a:lnTo>
                  <a:pt x="553123" y="16118"/>
                </a:lnTo>
                <a:lnTo>
                  <a:pt x="553180" y="16074"/>
                </a:lnTo>
                <a:lnTo>
                  <a:pt x="553237" y="16030"/>
                </a:lnTo>
                <a:lnTo>
                  <a:pt x="553296" y="15985"/>
                </a:lnTo>
                <a:lnTo>
                  <a:pt x="553356" y="15941"/>
                </a:lnTo>
                <a:lnTo>
                  <a:pt x="553417" y="15897"/>
                </a:lnTo>
                <a:lnTo>
                  <a:pt x="553478" y="15854"/>
                </a:lnTo>
                <a:lnTo>
                  <a:pt x="553541" y="15810"/>
                </a:lnTo>
                <a:lnTo>
                  <a:pt x="553605" y="15766"/>
                </a:lnTo>
                <a:lnTo>
                  <a:pt x="553669" y="15723"/>
                </a:lnTo>
                <a:lnTo>
                  <a:pt x="553735" y="15680"/>
                </a:lnTo>
                <a:lnTo>
                  <a:pt x="553802" y="15636"/>
                </a:lnTo>
                <a:lnTo>
                  <a:pt x="553869" y="15593"/>
                </a:lnTo>
                <a:lnTo>
                  <a:pt x="553937" y="15550"/>
                </a:lnTo>
                <a:lnTo>
                  <a:pt x="554007" y="15507"/>
                </a:lnTo>
                <a:lnTo>
                  <a:pt x="554077" y="15463"/>
                </a:lnTo>
                <a:lnTo>
                  <a:pt x="554148" y="15420"/>
                </a:lnTo>
                <a:lnTo>
                  <a:pt x="554220" y="15377"/>
                </a:lnTo>
                <a:lnTo>
                  <a:pt x="554293" y="15334"/>
                </a:lnTo>
                <a:lnTo>
                  <a:pt x="554367" y="15290"/>
                </a:lnTo>
                <a:lnTo>
                  <a:pt x="554441" y="15247"/>
                </a:lnTo>
                <a:lnTo>
                  <a:pt x="554517" y="15204"/>
                </a:lnTo>
                <a:lnTo>
                  <a:pt x="554594" y="15161"/>
                </a:lnTo>
                <a:lnTo>
                  <a:pt x="554671" y="15117"/>
                </a:lnTo>
                <a:lnTo>
                  <a:pt x="554749" y="15074"/>
                </a:lnTo>
                <a:lnTo>
                  <a:pt x="554828" y="15031"/>
                </a:lnTo>
                <a:lnTo>
                  <a:pt x="554909" y="14988"/>
                </a:lnTo>
                <a:lnTo>
                  <a:pt x="554990" y="14944"/>
                </a:lnTo>
                <a:lnTo>
                  <a:pt x="555071" y="14901"/>
                </a:lnTo>
                <a:lnTo>
                  <a:pt x="555154" y="14858"/>
                </a:lnTo>
                <a:lnTo>
                  <a:pt x="555238" y="14815"/>
                </a:lnTo>
                <a:lnTo>
                  <a:pt x="555322" y="14771"/>
                </a:lnTo>
                <a:lnTo>
                  <a:pt x="555408" y="14728"/>
                </a:lnTo>
                <a:lnTo>
                  <a:pt x="555494" y="14685"/>
                </a:lnTo>
                <a:lnTo>
                  <a:pt x="555582" y="14641"/>
                </a:lnTo>
                <a:lnTo>
                  <a:pt x="555676" y="14687"/>
                </a:lnTo>
                <a:lnTo>
                  <a:pt x="555769" y="14733"/>
                </a:lnTo>
                <a:lnTo>
                  <a:pt x="555861" y="14779"/>
                </a:lnTo>
                <a:lnTo>
                  <a:pt x="555953" y="14824"/>
                </a:lnTo>
                <a:lnTo>
                  <a:pt x="556043" y="14870"/>
                </a:lnTo>
                <a:lnTo>
                  <a:pt x="556133" y="14915"/>
                </a:lnTo>
                <a:lnTo>
                  <a:pt x="556221" y="14960"/>
                </a:lnTo>
                <a:lnTo>
                  <a:pt x="556309" y="15005"/>
                </a:lnTo>
                <a:lnTo>
                  <a:pt x="556395" y="15050"/>
                </a:lnTo>
                <a:lnTo>
                  <a:pt x="556481" y="15095"/>
                </a:lnTo>
                <a:lnTo>
                  <a:pt x="556565" y="15139"/>
                </a:lnTo>
                <a:lnTo>
                  <a:pt x="556649" y="15184"/>
                </a:lnTo>
                <a:lnTo>
                  <a:pt x="556732" y="15228"/>
                </a:lnTo>
                <a:lnTo>
                  <a:pt x="556814" y="15272"/>
                </a:lnTo>
                <a:lnTo>
                  <a:pt x="556894" y="15316"/>
                </a:lnTo>
                <a:lnTo>
                  <a:pt x="556974" y="15360"/>
                </a:lnTo>
                <a:lnTo>
                  <a:pt x="557053" y="15403"/>
                </a:lnTo>
                <a:lnTo>
                  <a:pt x="557131" y="15447"/>
                </a:lnTo>
                <a:lnTo>
                  <a:pt x="557208" y="15490"/>
                </a:lnTo>
                <a:lnTo>
                  <a:pt x="557284" y="15533"/>
                </a:lnTo>
                <a:lnTo>
                  <a:pt x="557359" y="15576"/>
                </a:lnTo>
                <a:lnTo>
                  <a:pt x="557433" y="15619"/>
                </a:lnTo>
                <a:lnTo>
                  <a:pt x="557507" y="15662"/>
                </a:lnTo>
                <a:lnTo>
                  <a:pt x="557579" y="15705"/>
                </a:lnTo>
                <a:lnTo>
                  <a:pt x="557650" y="15747"/>
                </a:lnTo>
                <a:lnTo>
                  <a:pt x="557720" y="15790"/>
                </a:lnTo>
                <a:lnTo>
                  <a:pt x="557789" y="15833"/>
                </a:lnTo>
                <a:lnTo>
                  <a:pt x="557858" y="15876"/>
                </a:lnTo>
                <a:lnTo>
                  <a:pt x="557925" y="15919"/>
                </a:lnTo>
                <a:lnTo>
                  <a:pt x="557991" y="15962"/>
                </a:lnTo>
                <a:lnTo>
                  <a:pt x="558057" y="16006"/>
                </a:lnTo>
                <a:lnTo>
                  <a:pt x="558121" y="16049"/>
                </a:lnTo>
                <a:lnTo>
                  <a:pt x="558184" y="16093"/>
                </a:lnTo>
                <a:lnTo>
                  <a:pt x="558247" y="16136"/>
                </a:lnTo>
                <a:lnTo>
                  <a:pt x="558308" y="16180"/>
                </a:lnTo>
                <a:lnTo>
                  <a:pt x="558368" y="16224"/>
                </a:lnTo>
                <a:lnTo>
                  <a:pt x="558428" y="16268"/>
                </a:lnTo>
                <a:lnTo>
                  <a:pt x="558486" y="16312"/>
                </a:lnTo>
                <a:lnTo>
                  <a:pt x="558544" y="16356"/>
                </a:lnTo>
                <a:lnTo>
                  <a:pt x="558600" y="16401"/>
                </a:lnTo>
                <a:lnTo>
                  <a:pt x="558656" y="16445"/>
                </a:lnTo>
                <a:lnTo>
                  <a:pt x="558710" y="16490"/>
                </a:lnTo>
                <a:lnTo>
                  <a:pt x="558763" y="16534"/>
                </a:lnTo>
                <a:lnTo>
                  <a:pt x="558816" y="16579"/>
                </a:lnTo>
                <a:lnTo>
                  <a:pt x="558867" y="16624"/>
                </a:lnTo>
                <a:lnTo>
                  <a:pt x="558918" y="16669"/>
                </a:lnTo>
                <a:lnTo>
                  <a:pt x="558967" y="16714"/>
                </a:lnTo>
                <a:lnTo>
                  <a:pt x="559016" y="16760"/>
                </a:lnTo>
                <a:lnTo>
                  <a:pt x="559064" y="16805"/>
                </a:lnTo>
                <a:lnTo>
                  <a:pt x="559110" y="16851"/>
                </a:lnTo>
                <a:lnTo>
                  <a:pt x="559156" y="16897"/>
                </a:lnTo>
                <a:lnTo>
                  <a:pt x="559200" y="16943"/>
                </a:lnTo>
                <a:lnTo>
                  <a:pt x="559244" y="16990"/>
                </a:lnTo>
                <a:lnTo>
                  <a:pt x="559286" y="17037"/>
                </a:lnTo>
                <a:lnTo>
                  <a:pt x="559327" y="17084"/>
                </a:lnTo>
                <a:lnTo>
                  <a:pt x="559368" y="17132"/>
                </a:lnTo>
                <a:lnTo>
                  <a:pt x="559407" y="17180"/>
                </a:lnTo>
                <a:lnTo>
                  <a:pt x="559446" y="17228"/>
                </a:lnTo>
                <a:lnTo>
                  <a:pt x="559483" y="17276"/>
                </a:lnTo>
                <a:lnTo>
                  <a:pt x="559519" y="17325"/>
                </a:lnTo>
                <a:lnTo>
                  <a:pt x="559555" y="17374"/>
                </a:lnTo>
                <a:lnTo>
                  <a:pt x="559589" y="17423"/>
                </a:lnTo>
                <a:lnTo>
                  <a:pt x="559622" y="17473"/>
                </a:lnTo>
                <a:lnTo>
                  <a:pt x="559655" y="17522"/>
                </a:lnTo>
                <a:lnTo>
                  <a:pt x="559686" y="17573"/>
                </a:lnTo>
                <a:lnTo>
                  <a:pt x="559716" y="17623"/>
                </a:lnTo>
                <a:lnTo>
                  <a:pt x="559746" y="17674"/>
                </a:lnTo>
                <a:lnTo>
                  <a:pt x="559774" y="17725"/>
                </a:lnTo>
                <a:lnTo>
                  <a:pt x="559801" y="17776"/>
                </a:lnTo>
                <a:lnTo>
                  <a:pt x="559827" y="17828"/>
                </a:lnTo>
                <a:lnTo>
                  <a:pt x="559853" y="17880"/>
                </a:lnTo>
                <a:lnTo>
                  <a:pt x="559877" y="17932"/>
                </a:lnTo>
                <a:lnTo>
                  <a:pt x="559900" y="17984"/>
                </a:lnTo>
                <a:lnTo>
                  <a:pt x="559922" y="18037"/>
                </a:lnTo>
                <a:lnTo>
                  <a:pt x="559943" y="18091"/>
                </a:lnTo>
                <a:lnTo>
                  <a:pt x="559964" y="18145"/>
                </a:lnTo>
                <a:lnTo>
                  <a:pt x="559983" y="18199"/>
                </a:lnTo>
                <a:lnTo>
                  <a:pt x="560001" y="18254"/>
                </a:lnTo>
                <a:lnTo>
                  <a:pt x="560018" y="18310"/>
                </a:lnTo>
                <a:lnTo>
                  <a:pt x="560035" y="18366"/>
                </a:lnTo>
                <a:lnTo>
                  <a:pt x="560050" y="18423"/>
                </a:lnTo>
                <a:lnTo>
                  <a:pt x="560064" y="18480"/>
                </a:lnTo>
                <a:lnTo>
                  <a:pt x="560077" y="18537"/>
                </a:lnTo>
                <a:lnTo>
                  <a:pt x="560090" y="18595"/>
                </a:lnTo>
                <a:lnTo>
                  <a:pt x="560101" y="18654"/>
                </a:lnTo>
                <a:lnTo>
                  <a:pt x="560111" y="18713"/>
                </a:lnTo>
                <a:lnTo>
                  <a:pt x="560121" y="18772"/>
                </a:lnTo>
                <a:lnTo>
                  <a:pt x="560129" y="18832"/>
                </a:lnTo>
                <a:lnTo>
                  <a:pt x="560137" y="18893"/>
                </a:lnTo>
                <a:lnTo>
                  <a:pt x="560143" y="18954"/>
                </a:lnTo>
                <a:lnTo>
                  <a:pt x="560148" y="19015"/>
                </a:lnTo>
                <a:lnTo>
                  <a:pt x="560153" y="19077"/>
                </a:lnTo>
                <a:lnTo>
                  <a:pt x="560156" y="19139"/>
                </a:lnTo>
                <a:lnTo>
                  <a:pt x="560159" y="19202"/>
                </a:lnTo>
                <a:lnTo>
                  <a:pt x="560160" y="19266"/>
                </a:lnTo>
                <a:lnTo>
                  <a:pt x="560161" y="19330"/>
                </a:lnTo>
                <a:lnTo>
                  <a:pt x="560159" y="19457"/>
                </a:lnTo>
                <a:lnTo>
                  <a:pt x="560153" y="19582"/>
                </a:lnTo>
                <a:lnTo>
                  <a:pt x="560144" y="19705"/>
                </a:lnTo>
                <a:lnTo>
                  <a:pt x="560130" y="19825"/>
                </a:lnTo>
                <a:lnTo>
                  <a:pt x="560113" y="19944"/>
                </a:lnTo>
                <a:lnTo>
                  <a:pt x="560092" y="20060"/>
                </a:lnTo>
                <a:close/>
                <a:moveTo>
                  <a:pt x="528212" y="18119"/>
                </a:moveTo>
                <a:lnTo>
                  <a:pt x="528208" y="18075"/>
                </a:lnTo>
                <a:lnTo>
                  <a:pt x="528203" y="18033"/>
                </a:lnTo>
                <a:lnTo>
                  <a:pt x="528198" y="17992"/>
                </a:lnTo>
                <a:lnTo>
                  <a:pt x="528192" y="17952"/>
                </a:lnTo>
                <a:lnTo>
                  <a:pt x="528186" y="17914"/>
                </a:lnTo>
                <a:lnTo>
                  <a:pt x="528179" y="17876"/>
                </a:lnTo>
                <a:lnTo>
                  <a:pt x="528171" y="17839"/>
                </a:lnTo>
                <a:lnTo>
                  <a:pt x="528163" y="17803"/>
                </a:lnTo>
                <a:lnTo>
                  <a:pt x="528154" y="17769"/>
                </a:lnTo>
                <a:lnTo>
                  <a:pt x="528145" y="17735"/>
                </a:lnTo>
                <a:lnTo>
                  <a:pt x="528134" y="17703"/>
                </a:lnTo>
                <a:lnTo>
                  <a:pt x="528124" y="17672"/>
                </a:lnTo>
                <a:lnTo>
                  <a:pt x="528113" y="17641"/>
                </a:lnTo>
                <a:lnTo>
                  <a:pt x="528101" y="17612"/>
                </a:lnTo>
                <a:lnTo>
                  <a:pt x="528088" y="17584"/>
                </a:lnTo>
                <a:lnTo>
                  <a:pt x="528075" y="17557"/>
                </a:lnTo>
                <a:lnTo>
                  <a:pt x="528061" y="17531"/>
                </a:lnTo>
                <a:lnTo>
                  <a:pt x="528047" y="17506"/>
                </a:lnTo>
                <a:lnTo>
                  <a:pt x="528032" y="17482"/>
                </a:lnTo>
                <a:lnTo>
                  <a:pt x="528017" y="17459"/>
                </a:lnTo>
                <a:lnTo>
                  <a:pt x="528001" y="17437"/>
                </a:lnTo>
                <a:lnTo>
                  <a:pt x="527986" y="17417"/>
                </a:lnTo>
                <a:lnTo>
                  <a:pt x="527969" y="17397"/>
                </a:lnTo>
                <a:lnTo>
                  <a:pt x="527952" y="17378"/>
                </a:lnTo>
                <a:lnTo>
                  <a:pt x="527935" y="17360"/>
                </a:lnTo>
                <a:lnTo>
                  <a:pt x="527918" y="17344"/>
                </a:lnTo>
                <a:lnTo>
                  <a:pt x="527900" y="17328"/>
                </a:lnTo>
                <a:lnTo>
                  <a:pt x="527882" y="17313"/>
                </a:lnTo>
                <a:lnTo>
                  <a:pt x="527863" y="17299"/>
                </a:lnTo>
                <a:lnTo>
                  <a:pt x="527844" y="17287"/>
                </a:lnTo>
                <a:lnTo>
                  <a:pt x="527825" y="17275"/>
                </a:lnTo>
                <a:lnTo>
                  <a:pt x="527805" y="17264"/>
                </a:lnTo>
                <a:lnTo>
                  <a:pt x="527785" y="17255"/>
                </a:lnTo>
                <a:lnTo>
                  <a:pt x="527765" y="17246"/>
                </a:lnTo>
                <a:lnTo>
                  <a:pt x="527744" y="17238"/>
                </a:lnTo>
                <a:lnTo>
                  <a:pt x="527723" y="17232"/>
                </a:lnTo>
                <a:lnTo>
                  <a:pt x="527701" y="17226"/>
                </a:lnTo>
                <a:lnTo>
                  <a:pt x="527679" y="17222"/>
                </a:lnTo>
                <a:lnTo>
                  <a:pt x="527657" y="17218"/>
                </a:lnTo>
                <a:lnTo>
                  <a:pt x="527634" y="17216"/>
                </a:lnTo>
                <a:lnTo>
                  <a:pt x="527611" y="17214"/>
                </a:lnTo>
                <a:lnTo>
                  <a:pt x="527587" y="17214"/>
                </a:lnTo>
                <a:lnTo>
                  <a:pt x="525147" y="17214"/>
                </a:lnTo>
                <a:lnTo>
                  <a:pt x="525147" y="3425"/>
                </a:lnTo>
                <a:lnTo>
                  <a:pt x="525147" y="3413"/>
                </a:lnTo>
                <a:lnTo>
                  <a:pt x="525147" y="3401"/>
                </a:lnTo>
                <a:lnTo>
                  <a:pt x="525145" y="3389"/>
                </a:lnTo>
                <a:lnTo>
                  <a:pt x="525144" y="3377"/>
                </a:lnTo>
                <a:lnTo>
                  <a:pt x="525142" y="3365"/>
                </a:lnTo>
                <a:lnTo>
                  <a:pt x="525139" y="3353"/>
                </a:lnTo>
                <a:lnTo>
                  <a:pt x="525136" y="3341"/>
                </a:lnTo>
                <a:lnTo>
                  <a:pt x="525133" y="3330"/>
                </a:lnTo>
                <a:lnTo>
                  <a:pt x="525129" y="3319"/>
                </a:lnTo>
                <a:lnTo>
                  <a:pt x="525124" y="3307"/>
                </a:lnTo>
                <a:lnTo>
                  <a:pt x="525119" y="3296"/>
                </a:lnTo>
                <a:lnTo>
                  <a:pt x="525114" y="3286"/>
                </a:lnTo>
                <a:lnTo>
                  <a:pt x="525108" y="3275"/>
                </a:lnTo>
                <a:lnTo>
                  <a:pt x="525102" y="3264"/>
                </a:lnTo>
                <a:lnTo>
                  <a:pt x="525095" y="3254"/>
                </a:lnTo>
                <a:lnTo>
                  <a:pt x="525088" y="3244"/>
                </a:lnTo>
                <a:lnTo>
                  <a:pt x="525080" y="3234"/>
                </a:lnTo>
                <a:lnTo>
                  <a:pt x="525072" y="3224"/>
                </a:lnTo>
                <a:lnTo>
                  <a:pt x="525064" y="3214"/>
                </a:lnTo>
                <a:lnTo>
                  <a:pt x="525055" y="3204"/>
                </a:lnTo>
                <a:lnTo>
                  <a:pt x="525045" y="3195"/>
                </a:lnTo>
                <a:lnTo>
                  <a:pt x="525035" y="3185"/>
                </a:lnTo>
                <a:lnTo>
                  <a:pt x="525025" y="3176"/>
                </a:lnTo>
                <a:lnTo>
                  <a:pt x="525014" y="3167"/>
                </a:lnTo>
                <a:lnTo>
                  <a:pt x="525002" y="3158"/>
                </a:lnTo>
                <a:lnTo>
                  <a:pt x="524991" y="3149"/>
                </a:lnTo>
                <a:lnTo>
                  <a:pt x="524978" y="3140"/>
                </a:lnTo>
                <a:lnTo>
                  <a:pt x="524966" y="3132"/>
                </a:lnTo>
                <a:lnTo>
                  <a:pt x="524953" y="3124"/>
                </a:lnTo>
                <a:lnTo>
                  <a:pt x="524940" y="3115"/>
                </a:lnTo>
                <a:lnTo>
                  <a:pt x="524926" y="3107"/>
                </a:lnTo>
                <a:lnTo>
                  <a:pt x="524912" y="3099"/>
                </a:lnTo>
                <a:lnTo>
                  <a:pt x="524897" y="3091"/>
                </a:lnTo>
                <a:lnTo>
                  <a:pt x="524882" y="3084"/>
                </a:lnTo>
                <a:lnTo>
                  <a:pt x="524867" y="3076"/>
                </a:lnTo>
                <a:lnTo>
                  <a:pt x="524851" y="3069"/>
                </a:lnTo>
                <a:lnTo>
                  <a:pt x="524835" y="3062"/>
                </a:lnTo>
                <a:lnTo>
                  <a:pt x="524818" y="3054"/>
                </a:lnTo>
                <a:lnTo>
                  <a:pt x="524801" y="3047"/>
                </a:lnTo>
                <a:lnTo>
                  <a:pt x="524783" y="3041"/>
                </a:lnTo>
                <a:lnTo>
                  <a:pt x="524766" y="3034"/>
                </a:lnTo>
                <a:lnTo>
                  <a:pt x="524747" y="3028"/>
                </a:lnTo>
                <a:lnTo>
                  <a:pt x="524729" y="3021"/>
                </a:lnTo>
                <a:lnTo>
                  <a:pt x="524710" y="3015"/>
                </a:lnTo>
                <a:lnTo>
                  <a:pt x="524690" y="3009"/>
                </a:lnTo>
                <a:lnTo>
                  <a:pt x="524670" y="3003"/>
                </a:lnTo>
                <a:lnTo>
                  <a:pt x="524650" y="2997"/>
                </a:lnTo>
                <a:lnTo>
                  <a:pt x="524629" y="2991"/>
                </a:lnTo>
                <a:lnTo>
                  <a:pt x="524608" y="2986"/>
                </a:lnTo>
                <a:lnTo>
                  <a:pt x="524586" y="2981"/>
                </a:lnTo>
                <a:lnTo>
                  <a:pt x="524564" y="2975"/>
                </a:lnTo>
                <a:lnTo>
                  <a:pt x="524541" y="2970"/>
                </a:lnTo>
                <a:lnTo>
                  <a:pt x="524518" y="2965"/>
                </a:lnTo>
                <a:lnTo>
                  <a:pt x="524494" y="2960"/>
                </a:lnTo>
                <a:lnTo>
                  <a:pt x="524470" y="2955"/>
                </a:lnTo>
                <a:lnTo>
                  <a:pt x="524445" y="2950"/>
                </a:lnTo>
                <a:lnTo>
                  <a:pt x="524419" y="2945"/>
                </a:lnTo>
                <a:lnTo>
                  <a:pt x="524393" y="2940"/>
                </a:lnTo>
                <a:lnTo>
                  <a:pt x="524366" y="2935"/>
                </a:lnTo>
                <a:lnTo>
                  <a:pt x="524339" y="2931"/>
                </a:lnTo>
                <a:lnTo>
                  <a:pt x="524311" y="2926"/>
                </a:lnTo>
                <a:lnTo>
                  <a:pt x="524283" y="2922"/>
                </a:lnTo>
                <a:lnTo>
                  <a:pt x="524254" y="2918"/>
                </a:lnTo>
                <a:lnTo>
                  <a:pt x="524225" y="2913"/>
                </a:lnTo>
                <a:lnTo>
                  <a:pt x="524195" y="2909"/>
                </a:lnTo>
                <a:lnTo>
                  <a:pt x="524164" y="2905"/>
                </a:lnTo>
                <a:lnTo>
                  <a:pt x="524133" y="2901"/>
                </a:lnTo>
                <a:lnTo>
                  <a:pt x="524101" y="2897"/>
                </a:lnTo>
                <a:lnTo>
                  <a:pt x="524069" y="2894"/>
                </a:lnTo>
                <a:lnTo>
                  <a:pt x="524036" y="2890"/>
                </a:lnTo>
                <a:lnTo>
                  <a:pt x="524003" y="2886"/>
                </a:lnTo>
                <a:lnTo>
                  <a:pt x="523969" y="2883"/>
                </a:lnTo>
                <a:lnTo>
                  <a:pt x="523935" y="2879"/>
                </a:lnTo>
                <a:lnTo>
                  <a:pt x="523900" y="2876"/>
                </a:lnTo>
                <a:lnTo>
                  <a:pt x="523865" y="2873"/>
                </a:lnTo>
                <a:lnTo>
                  <a:pt x="523829" y="2870"/>
                </a:lnTo>
                <a:lnTo>
                  <a:pt x="523792" y="2867"/>
                </a:lnTo>
                <a:lnTo>
                  <a:pt x="523756" y="2865"/>
                </a:lnTo>
                <a:lnTo>
                  <a:pt x="523718" y="2862"/>
                </a:lnTo>
                <a:lnTo>
                  <a:pt x="523680" y="2860"/>
                </a:lnTo>
                <a:lnTo>
                  <a:pt x="523642" y="2857"/>
                </a:lnTo>
                <a:lnTo>
                  <a:pt x="523603" y="2855"/>
                </a:lnTo>
                <a:lnTo>
                  <a:pt x="523564" y="2853"/>
                </a:lnTo>
                <a:lnTo>
                  <a:pt x="523524" y="2852"/>
                </a:lnTo>
                <a:lnTo>
                  <a:pt x="523484" y="2850"/>
                </a:lnTo>
                <a:lnTo>
                  <a:pt x="523443" y="2848"/>
                </a:lnTo>
                <a:lnTo>
                  <a:pt x="523402" y="2847"/>
                </a:lnTo>
                <a:lnTo>
                  <a:pt x="523360" y="2846"/>
                </a:lnTo>
                <a:lnTo>
                  <a:pt x="523318" y="2845"/>
                </a:lnTo>
                <a:lnTo>
                  <a:pt x="523275" y="2844"/>
                </a:lnTo>
                <a:lnTo>
                  <a:pt x="523232" y="2843"/>
                </a:lnTo>
                <a:lnTo>
                  <a:pt x="523188" y="2842"/>
                </a:lnTo>
                <a:lnTo>
                  <a:pt x="523144" y="2842"/>
                </a:lnTo>
                <a:lnTo>
                  <a:pt x="523099" y="2841"/>
                </a:lnTo>
                <a:lnTo>
                  <a:pt x="523054" y="2841"/>
                </a:lnTo>
                <a:lnTo>
                  <a:pt x="523008" y="2841"/>
                </a:lnTo>
                <a:lnTo>
                  <a:pt x="522967" y="2841"/>
                </a:lnTo>
                <a:lnTo>
                  <a:pt x="522926" y="2841"/>
                </a:lnTo>
                <a:lnTo>
                  <a:pt x="522885" y="2841"/>
                </a:lnTo>
                <a:lnTo>
                  <a:pt x="522845" y="2842"/>
                </a:lnTo>
                <a:lnTo>
                  <a:pt x="522805" y="2842"/>
                </a:lnTo>
                <a:lnTo>
                  <a:pt x="522766" y="2843"/>
                </a:lnTo>
                <a:lnTo>
                  <a:pt x="522727" y="2843"/>
                </a:lnTo>
                <a:lnTo>
                  <a:pt x="522689" y="2844"/>
                </a:lnTo>
                <a:lnTo>
                  <a:pt x="522651" y="2845"/>
                </a:lnTo>
                <a:lnTo>
                  <a:pt x="522614" y="2845"/>
                </a:lnTo>
                <a:lnTo>
                  <a:pt x="522577" y="2846"/>
                </a:lnTo>
                <a:lnTo>
                  <a:pt x="522540" y="2847"/>
                </a:lnTo>
                <a:lnTo>
                  <a:pt x="522504" y="2848"/>
                </a:lnTo>
                <a:lnTo>
                  <a:pt x="522469" y="2850"/>
                </a:lnTo>
                <a:lnTo>
                  <a:pt x="522434" y="2851"/>
                </a:lnTo>
                <a:lnTo>
                  <a:pt x="522399" y="2852"/>
                </a:lnTo>
                <a:lnTo>
                  <a:pt x="522365" y="2854"/>
                </a:lnTo>
                <a:lnTo>
                  <a:pt x="522331" y="2855"/>
                </a:lnTo>
                <a:lnTo>
                  <a:pt x="522298" y="2857"/>
                </a:lnTo>
                <a:lnTo>
                  <a:pt x="522266" y="2858"/>
                </a:lnTo>
                <a:lnTo>
                  <a:pt x="522233" y="2860"/>
                </a:lnTo>
                <a:lnTo>
                  <a:pt x="522201" y="2862"/>
                </a:lnTo>
                <a:lnTo>
                  <a:pt x="522170" y="2864"/>
                </a:lnTo>
                <a:lnTo>
                  <a:pt x="522139" y="2866"/>
                </a:lnTo>
                <a:lnTo>
                  <a:pt x="522109" y="2868"/>
                </a:lnTo>
                <a:lnTo>
                  <a:pt x="522079" y="2871"/>
                </a:lnTo>
                <a:lnTo>
                  <a:pt x="522049" y="2873"/>
                </a:lnTo>
                <a:lnTo>
                  <a:pt x="522020" y="2876"/>
                </a:lnTo>
                <a:lnTo>
                  <a:pt x="521991" y="2878"/>
                </a:lnTo>
                <a:lnTo>
                  <a:pt x="521963" y="2881"/>
                </a:lnTo>
                <a:lnTo>
                  <a:pt x="521935" y="2884"/>
                </a:lnTo>
                <a:lnTo>
                  <a:pt x="521907" y="2887"/>
                </a:lnTo>
                <a:lnTo>
                  <a:pt x="521880" y="2891"/>
                </a:lnTo>
                <a:lnTo>
                  <a:pt x="521853" y="2894"/>
                </a:lnTo>
                <a:lnTo>
                  <a:pt x="521827" y="2898"/>
                </a:lnTo>
                <a:lnTo>
                  <a:pt x="521801" y="2902"/>
                </a:lnTo>
                <a:lnTo>
                  <a:pt x="521775" y="2906"/>
                </a:lnTo>
                <a:lnTo>
                  <a:pt x="521750" y="2910"/>
                </a:lnTo>
                <a:lnTo>
                  <a:pt x="521725" y="2914"/>
                </a:lnTo>
                <a:lnTo>
                  <a:pt x="521701" y="2918"/>
                </a:lnTo>
                <a:lnTo>
                  <a:pt x="521677" y="2923"/>
                </a:lnTo>
                <a:lnTo>
                  <a:pt x="521654" y="2927"/>
                </a:lnTo>
                <a:lnTo>
                  <a:pt x="521630" y="2932"/>
                </a:lnTo>
                <a:lnTo>
                  <a:pt x="521608" y="2937"/>
                </a:lnTo>
                <a:lnTo>
                  <a:pt x="521585" y="2942"/>
                </a:lnTo>
                <a:lnTo>
                  <a:pt x="521563" y="2947"/>
                </a:lnTo>
                <a:lnTo>
                  <a:pt x="521542" y="2953"/>
                </a:lnTo>
                <a:lnTo>
                  <a:pt x="521521" y="2958"/>
                </a:lnTo>
                <a:lnTo>
                  <a:pt x="521500" y="2964"/>
                </a:lnTo>
                <a:lnTo>
                  <a:pt x="521480" y="2969"/>
                </a:lnTo>
                <a:lnTo>
                  <a:pt x="521460" y="2975"/>
                </a:lnTo>
                <a:lnTo>
                  <a:pt x="521440" y="2981"/>
                </a:lnTo>
                <a:lnTo>
                  <a:pt x="521420" y="2987"/>
                </a:lnTo>
                <a:lnTo>
                  <a:pt x="521401" y="2994"/>
                </a:lnTo>
                <a:lnTo>
                  <a:pt x="521382" y="3000"/>
                </a:lnTo>
                <a:lnTo>
                  <a:pt x="521364" y="3006"/>
                </a:lnTo>
                <a:lnTo>
                  <a:pt x="521346" y="3013"/>
                </a:lnTo>
                <a:lnTo>
                  <a:pt x="521328" y="3020"/>
                </a:lnTo>
                <a:lnTo>
                  <a:pt x="521310" y="3026"/>
                </a:lnTo>
                <a:lnTo>
                  <a:pt x="521293" y="3033"/>
                </a:lnTo>
                <a:lnTo>
                  <a:pt x="521276" y="3040"/>
                </a:lnTo>
                <a:lnTo>
                  <a:pt x="521260" y="3047"/>
                </a:lnTo>
                <a:lnTo>
                  <a:pt x="521243" y="3055"/>
                </a:lnTo>
                <a:lnTo>
                  <a:pt x="521228" y="3062"/>
                </a:lnTo>
                <a:lnTo>
                  <a:pt x="521212" y="3070"/>
                </a:lnTo>
                <a:lnTo>
                  <a:pt x="521197" y="3077"/>
                </a:lnTo>
                <a:lnTo>
                  <a:pt x="521182" y="3085"/>
                </a:lnTo>
                <a:lnTo>
                  <a:pt x="521167" y="3093"/>
                </a:lnTo>
                <a:lnTo>
                  <a:pt x="521153" y="3101"/>
                </a:lnTo>
                <a:lnTo>
                  <a:pt x="521139" y="3109"/>
                </a:lnTo>
                <a:lnTo>
                  <a:pt x="521125" y="3117"/>
                </a:lnTo>
                <a:lnTo>
                  <a:pt x="521111" y="3125"/>
                </a:lnTo>
                <a:lnTo>
                  <a:pt x="521098" y="3134"/>
                </a:lnTo>
                <a:lnTo>
                  <a:pt x="521086" y="3142"/>
                </a:lnTo>
                <a:lnTo>
                  <a:pt x="521073" y="3151"/>
                </a:lnTo>
                <a:lnTo>
                  <a:pt x="521061" y="3159"/>
                </a:lnTo>
                <a:lnTo>
                  <a:pt x="521049" y="3168"/>
                </a:lnTo>
                <a:lnTo>
                  <a:pt x="521037" y="3177"/>
                </a:lnTo>
                <a:lnTo>
                  <a:pt x="521025" y="3186"/>
                </a:lnTo>
                <a:lnTo>
                  <a:pt x="521014" y="3195"/>
                </a:lnTo>
                <a:lnTo>
                  <a:pt x="521003" y="3205"/>
                </a:lnTo>
                <a:lnTo>
                  <a:pt x="520992" y="3214"/>
                </a:lnTo>
                <a:lnTo>
                  <a:pt x="520982" y="3224"/>
                </a:lnTo>
                <a:lnTo>
                  <a:pt x="520971" y="3233"/>
                </a:lnTo>
                <a:lnTo>
                  <a:pt x="520962" y="3243"/>
                </a:lnTo>
                <a:lnTo>
                  <a:pt x="520952" y="3253"/>
                </a:lnTo>
                <a:lnTo>
                  <a:pt x="520942" y="3263"/>
                </a:lnTo>
                <a:lnTo>
                  <a:pt x="520933" y="3273"/>
                </a:lnTo>
                <a:lnTo>
                  <a:pt x="520924" y="3284"/>
                </a:lnTo>
                <a:lnTo>
                  <a:pt x="520916" y="3294"/>
                </a:lnTo>
                <a:lnTo>
                  <a:pt x="520907" y="3304"/>
                </a:lnTo>
                <a:lnTo>
                  <a:pt x="520899" y="3315"/>
                </a:lnTo>
                <a:lnTo>
                  <a:pt x="520891" y="3326"/>
                </a:lnTo>
                <a:lnTo>
                  <a:pt x="520884" y="3337"/>
                </a:lnTo>
                <a:lnTo>
                  <a:pt x="520876" y="3348"/>
                </a:lnTo>
                <a:lnTo>
                  <a:pt x="520869" y="3359"/>
                </a:lnTo>
                <a:lnTo>
                  <a:pt x="513081" y="16478"/>
                </a:lnTo>
                <a:lnTo>
                  <a:pt x="513072" y="16496"/>
                </a:lnTo>
                <a:lnTo>
                  <a:pt x="513062" y="16514"/>
                </a:lnTo>
                <a:lnTo>
                  <a:pt x="513053" y="16532"/>
                </a:lnTo>
                <a:lnTo>
                  <a:pt x="513043" y="16550"/>
                </a:lnTo>
                <a:lnTo>
                  <a:pt x="513034" y="16568"/>
                </a:lnTo>
                <a:lnTo>
                  <a:pt x="513025" y="16585"/>
                </a:lnTo>
                <a:lnTo>
                  <a:pt x="513016" y="16603"/>
                </a:lnTo>
                <a:lnTo>
                  <a:pt x="513007" y="16620"/>
                </a:lnTo>
                <a:lnTo>
                  <a:pt x="512998" y="16638"/>
                </a:lnTo>
                <a:lnTo>
                  <a:pt x="512990" y="16655"/>
                </a:lnTo>
                <a:lnTo>
                  <a:pt x="512981" y="16672"/>
                </a:lnTo>
                <a:lnTo>
                  <a:pt x="512973" y="16689"/>
                </a:lnTo>
                <a:lnTo>
                  <a:pt x="512964" y="16706"/>
                </a:lnTo>
                <a:lnTo>
                  <a:pt x="512956" y="16723"/>
                </a:lnTo>
                <a:lnTo>
                  <a:pt x="512948" y="16740"/>
                </a:lnTo>
                <a:lnTo>
                  <a:pt x="512940" y="16757"/>
                </a:lnTo>
                <a:lnTo>
                  <a:pt x="512932" y="16773"/>
                </a:lnTo>
                <a:lnTo>
                  <a:pt x="512925" y="16790"/>
                </a:lnTo>
                <a:lnTo>
                  <a:pt x="512917" y="16807"/>
                </a:lnTo>
                <a:lnTo>
                  <a:pt x="512909" y="16823"/>
                </a:lnTo>
                <a:lnTo>
                  <a:pt x="512902" y="16839"/>
                </a:lnTo>
                <a:lnTo>
                  <a:pt x="512895" y="16855"/>
                </a:lnTo>
                <a:lnTo>
                  <a:pt x="512888" y="16872"/>
                </a:lnTo>
                <a:lnTo>
                  <a:pt x="512881" y="16888"/>
                </a:lnTo>
                <a:lnTo>
                  <a:pt x="512874" y="16904"/>
                </a:lnTo>
                <a:lnTo>
                  <a:pt x="512867" y="16920"/>
                </a:lnTo>
                <a:lnTo>
                  <a:pt x="512860" y="16936"/>
                </a:lnTo>
                <a:lnTo>
                  <a:pt x="512854" y="16952"/>
                </a:lnTo>
                <a:lnTo>
                  <a:pt x="512847" y="16968"/>
                </a:lnTo>
                <a:lnTo>
                  <a:pt x="512841" y="16985"/>
                </a:lnTo>
                <a:lnTo>
                  <a:pt x="512835" y="17001"/>
                </a:lnTo>
                <a:lnTo>
                  <a:pt x="512829" y="17018"/>
                </a:lnTo>
                <a:lnTo>
                  <a:pt x="512823" y="17034"/>
                </a:lnTo>
                <a:lnTo>
                  <a:pt x="512817" y="17051"/>
                </a:lnTo>
                <a:lnTo>
                  <a:pt x="512811" y="17067"/>
                </a:lnTo>
                <a:lnTo>
                  <a:pt x="512805" y="17084"/>
                </a:lnTo>
                <a:lnTo>
                  <a:pt x="512800" y="17101"/>
                </a:lnTo>
                <a:lnTo>
                  <a:pt x="512795" y="17118"/>
                </a:lnTo>
                <a:lnTo>
                  <a:pt x="512789" y="17134"/>
                </a:lnTo>
                <a:lnTo>
                  <a:pt x="512784" y="17151"/>
                </a:lnTo>
                <a:lnTo>
                  <a:pt x="512779" y="17168"/>
                </a:lnTo>
                <a:lnTo>
                  <a:pt x="512774" y="17185"/>
                </a:lnTo>
                <a:lnTo>
                  <a:pt x="512769" y="17202"/>
                </a:lnTo>
                <a:lnTo>
                  <a:pt x="512765" y="17220"/>
                </a:lnTo>
                <a:lnTo>
                  <a:pt x="512760" y="17237"/>
                </a:lnTo>
                <a:lnTo>
                  <a:pt x="512756" y="17254"/>
                </a:lnTo>
                <a:lnTo>
                  <a:pt x="512751" y="17271"/>
                </a:lnTo>
                <a:lnTo>
                  <a:pt x="512747" y="17289"/>
                </a:lnTo>
                <a:lnTo>
                  <a:pt x="512743" y="17306"/>
                </a:lnTo>
                <a:lnTo>
                  <a:pt x="512739" y="17324"/>
                </a:lnTo>
                <a:lnTo>
                  <a:pt x="512735" y="17342"/>
                </a:lnTo>
                <a:lnTo>
                  <a:pt x="512731" y="17360"/>
                </a:lnTo>
                <a:lnTo>
                  <a:pt x="512728" y="17378"/>
                </a:lnTo>
                <a:lnTo>
                  <a:pt x="512724" y="17396"/>
                </a:lnTo>
                <a:lnTo>
                  <a:pt x="512721" y="17414"/>
                </a:lnTo>
                <a:lnTo>
                  <a:pt x="512717" y="17433"/>
                </a:lnTo>
                <a:lnTo>
                  <a:pt x="512714" y="17451"/>
                </a:lnTo>
                <a:lnTo>
                  <a:pt x="512711" y="17470"/>
                </a:lnTo>
                <a:lnTo>
                  <a:pt x="512708" y="17489"/>
                </a:lnTo>
                <a:lnTo>
                  <a:pt x="512705" y="17508"/>
                </a:lnTo>
                <a:lnTo>
                  <a:pt x="512702" y="17527"/>
                </a:lnTo>
                <a:lnTo>
                  <a:pt x="512700" y="17547"/>
                </a:lnTo>
                <a:lnTo>
                  <a:pt x="512697" y="17566"/>
                </a:lnTo>
                <a:lnTo>
                  <a:pt x="512695" y="17586"/>
                </a:lnTo>
                <a:lnTo>
                  <a:pt x="512693" y="17606"/>
                </a:lnTo>
                <a:lnTo>
                  <a:pt x="512691" y="17626"/>
                </a:lnTo>
                <a:lnTo>
                  <a:pt x="512689" y="17646"/>
                </a:lnTo>
                <a:lnTo>
                  <a:pt x="512687" y="17666"/>
                </a:lnTo>
                <a:lnTo>
                  <a:pt x="512685" y="17686"/>
                </a:lnTo>
                <a:lnTo>
                  <a:pt x="512683" y="17707"/>
                </a:lnTo>
                <a:lnTo>
                  <a:pt x="512682" y="17728"/>
                </a:lnTo>
                <a:lnTo>
                  <a:pt x="512680" y="17748"/>
                </a:lnTo>
                <a:lnTo>
                  <a:pt x="512679" y="17769"/>
                </a:lnTo>
                <a:lnTo>
                  <a:pt x="512677" y="17791"/>
                </a:lnTo>
                <a:lnTo>
                  <a:pt x="512676" y="17812"/>
                </a:lnTo>
                <a:lnTo>
                  <a:pt x="512675" y="17834"/>
                </a:lnTo>
                <a:lnTo>
                  <a:pt x="512674" y="17856"/>
                </a:lnTo>
                <a:lnTo>
                  <a:pt x="512673" y="17878"/>
                </a:lnTo>
                <a:lnTo>
                  <a:pt x="512672" y="17900"/>
                </a:lnTo>
                <a:lnTo>
                  <a:pt x="512671" y="17923"/>
                </a:lnTo>
                <a:lnTo>
                  <a:pt x="512670" y="17946"/>
                </a:lnTo>
                <a:lnTo>
                  <a:pt x="512669" y="17969"/>
                </a:lnTo>
                <a:lnTo>
                  <a:pt x="512668" y="17992"/>
                </a:lnTo>
                <a:lnTo>
                  <a:pt x="512668" y="18016"/>
                </a:lnTo>
                <a:lnTo>
                  <a:pt x="512667" y="18040"/>
                </a:lnTo>
                <a:lnTo>
                  <a:pt x="512666" y="18064"/>
                </a:lnTo>
                <a:lnTo>
                  <a:pt x="512666" y="18088"/>
                </a:lnTo>
                <a:lnTo>
                  <a:pt x="512665" y="18112"/>
                </a:lnTo>
                <a:lnTo>
                  <a:pt x="512665" y="18137"/>
                </a:lnTo>
                <a:lnTo>
                  <a:pt x="512664" y="18162"/>
                </a:lnTo>
                <a:lnTo>
                  <a:pt x="512664" y="18187"/>
                </a:lnTo>
                <a:lnTo>
                  <a:pt x="512664" y="18213"/>
                </a:lnTo>
                <a:lnTo>
                  <a:pt x="512664" y="18238"/>
                </a:lnTo>
                <a:lnTo>
                  <a:pt x="512664" y="18264"/>
                </a:lnTo>
                <a:lnTo>
                  <a:pt x="512663" y="18290"/>
                </a:lnTo>
                <a:lnTo>
                  <a:pt x="512663" y="18317"/>
                </a:lnTo>
                <a:lnTo>
                  <a:pt x="512664" y="18350"/>
                </a:lnTo>
                <a:lnTo>
                  <a:pt x="512664" y="18382"/>
                </a:lnTo>
                <a:lnTo>
                  <a:pt x="512664" y="18415"/>
                </a:lnTo>
                <a:lnTo>
                  <a:pt x="512665" y="18446"/>
                </a:lnTo>
                <a:lnTo>
                  <a:pt x="512665" y="18477"/>
                </a:lnTo>
                <a:lnTo>
                  <a:pt x="512666" y="18508"/>
                </a:lnTo>
                <a:lnTo>
                  <a:pt x="512667" y="18538"/>
                </a:lnTo>
                <a:lnTo>
                  <a:pt x="512668" y="18567"/>
                </a:lnTo>
                <a:lnTo>
                  <a:pt x="512669" y="18596"/>
                </a:lnTo>
                <a:lnTo>
                  <a:pt x="512671" y="18625"/>
                </a:lnTo>
                <a:lnTo>
                  <a:pt x="512672" y="18653"/>
                </a:lnTo>
                <a:lnTo>
                  <a:pt x="512674" y="18680"/>
                </a:lnTo>
                <a:lnTo>
                  <a:pt x="512676" y="18707"/>
                </a:lnTo>
                <a:lnTo>
                  <a:pt x="512678" y="18733"/>
                </a:lnTo>
                <a:lnTo>
                  <a:pt x="512680" y="18759"/>
                </a:lnTo>
                <a:lnTo>
                  <a:pt x="512682" y="18785"/>
                </a:lnTo>
                <a:lnTo>
                  <a:pt x="512684" y="18809"/>
                </a:lnTo>
                <a:lnTo>
                  <a:pt x="512687" y="18834"/>
                </a:lnTo>
                <a:lnTo>
                  <a:pt x="512690" y="18857"/>
                </a:lnTo>
                <a:lnTo>
                  <a:pt x="512692" y="18881"/>
                </a:lnTo>
                <a:lnTo>
                  <a:pt x="512695" y="18903"/>
                </a:lnTo>
                <a:lnTo>
                  <a:pt x="512699" y="18926"/>
                </a:lnTo>
                <a:lnTo>
                  <a:pt x="512702" y="18947"/>
                </a:lnTo>
                <a:lnTo>
                  <a:pt x="512705" y="18968"/>
                </a:lnTo>
                <a:lnTo>
                  <a:pt x="512709" y="18989"/>
                </a:lnTo>
                <a:lnTo>
                  <a:pt x="512713" y="19009"/>
                </a:lnTo>
                <a:lnTo>
                  <a:pt x="512717" y="19029"/>
                </a:lnTo>
                <a:lnTo>
                  <a:pt x="512721" y="19049"/>
                </a:lnTo>
                <a:lnTo>
                  <a:pt x="512726" y="19068"/>
                </a:lnTo>
                <a:lnTo>
                  <a:pt x="512730" y="19086"/>
                </a:lnTo>
                <a:lnTo>
                  <a:pt x="512735" y="19105"/>
                </a:lnTo>
                <a:lnTo>
                  <a:pt x="512740" y="19122"/>
                </a:lnTo>
                <a:lnTo>
                  <a:pt x="512746" y="19140"/>
                </a:lnTo>
                <a:lnTo>
                  <a:pt x="512752" y="19157"/>
                </a:lnTo>
                <a:lnTo>
                  <a:pt x="512758" y="19174"/>
                </a:lnTo>
                <a:lnTo>
                  <a:pt x="512764" y="19190"/>
                </a:lnTo>
                <a:lnTo>
                  <a:pt x="512770" y="19206"/>
                </a:lnTo>
                <a:lnTo>
                  <a:pt x="512777" y="19221"/>
                </a:lnTo>
                <a:lnTo>
                  <a:pt x="512784" y="19236"/>
                </a:lnTo>
                <a:lnTo>
                  <a:pt x="512791" y="19251"/>
                </a:lnTo>
                <a:lnTo>
                  <a:pt x="512798" y="19265"/>
                </a:lnTo>
                <a:lnTo>
                  <a:pt x="512805" y="19279"/>
                </a:lnTo>
                <a:lnTo>
                  <a:pt x="512813" y="19292"/>
                </a:lnTo>
                <a:lnTo>
                  <a:pt x="512821" y="19305"/>
                </a:lnTo>
                <a:lnTo>
                  <a:pt x="512830" y="19317"/>
                </a:lnTo>
                <a:lnTo>
                  <a:pt x="512838" y="19330"/>
                </a:lnTo>
                <a:lnTo>
                  <a:pt x="512847" y="19341"/>
                </a:lnTo>
                <a:lnTo>
                  <a:pt x="512856" y="19353"/>
                </a:lnTo>
                <a:lnTo>
                  <a:pt x="512865" y="19364"/>
                </a:lnTo>
                <a:lnTo>
                  <a:pt x="512874" y="19374"/>
                </a:lnTo>
                <a:lnTo>
                  <a:pt x="512883" y="19385"/>
                </a:lnTo>
                <a:lnTo>
                  <a:pt x="512893" y="19395"/>
                </a:lnTo>
                <a:lnTo>
                  <a:pt x="512902" y="19405"/>
                </a:lnTo>
                <a:lnTo>
                  <a:pt x="512912" y="19414"/>
                </a:lnTo>
                <a:lnTo>
                  <a:pt x="512921" y="19424"/>
                </a:lnTo>
                <a:lnTo>
                  <a:pt x="512931" y="19433"/>
                </a:lnTo>
                <a:lnTo>
                  <a:pt x="512941" y="19441"/>
                </a:lnTo>
                <a:lnTo>
                  <a:pt x="512950" y="19450"/>
                </a:lnTo>
                <a:lnTo>
                  <a:pt x="512960" y="19458"/>
                </a:lnTo>
                <a:lnTo>
                  <a:pt x="512971" y="19466"/>
                </a:lnTo>
                <a:lnTo>
                  <a:pt x="512981" y="19473"/>
                </a:lnTo>
                <a:lnTo>
                  <a:pt x="512991" y="19480"/>
                </a:lnTo>
                <a:lnTo>
                  <a:pt x="513001" y="19487"/>
                </a:lnTo>
                <a:lnTo>
                  <a:pt x="513012" y="19494"/>
                </a:lnTo>
                <a:lnTo>
                  <a:pt x="513022" y="19500"/>
                </a:lnTo>
                <a:lnTo>
                  <a:pt x="513033" y="19506"/>
                </a:lnTo>
                <a:lnTo>
                  <a:pt x="513043" y="19512"/>
                </a:lnTo>
                <a:lnTo>
                  <a:pt x="513054" y="19518"/>
                </a:lnTo>
                <a:lnTo>
                  <a:pt x="513065" y="19523"/>
                </a:lnTo>
                <a:lnTo>
                  <a:pt x="513076" y="19528"/>
                </a:lnTo>
                <a:lnTo>
                  <a:pt x="513087" y="19532"/>
                </a:lnTo>
                <a:lnTo>
                  <a:pt x="513098" y="19537"/>
                </a:lnTo>
                <a:lnTo>
                  <a:pt x="513109" y="19541"/>
                </a:lnTo>
                <a:lnTo>
                  <a:pt x="513121" y="19545"/>
                </a:lnTo>
                <a:lnTo>
                  <a:pt x="513132" y="19548"/>
                </a:lnTo>
                <a:lnTo>
                  <a:pt x="513144" y="19552"/>
                </a:lnTo>
                <a:lnTo>
                  <a:pt x="513157" y="19555"/>
                </a:lnTo>
                <a:lnTo>
                  <a:pt x="513169" y="19559"/>
                </a:lnTo>
                <a:lnTo>
                  <a:pt x="513182" y="19562"/>
                </a:lnTo>
                <a:lnTo>
                  <a:pt x="513195" y="19564"/>
                </a:lnTo>
                <a:lnTo>
                  <a:pt x="513208" y="19567"/>
                </a:lnTo>
                <a:lnTo>
                  <a:pt x="513221" y="19570"/>
                </a:lnTo>
                <a:lnTo>
                  <a:pt x="513235" y="19572"/>
                </a:lnTo>
                <a:lnTo>
                  <a:pt x="513248" y="19574"/>
                </a:lnTo>
                <a:lnTo>
                  <a:pt x="513262" y="19576"/>
                </a:lnTo>
                <a:lnTo>
                  <a:pt x="513277" y="19578"/>
                </a:lnTo>
                <a:lnTo>
                  <a:pt x="513291" y="19580"/>
                </a:lnTo>
                <a:lnTo>
                  <a:pt x="513306" y="19581"/>
                </a:lnTo>
                <a:lnTo>
                  <a:pt x="513321" y="19582"/>
                </a:lnTo>
                <a:lnTo>
                  <a:pt x="513336" y="19584"/>
                </a:lnTo>
                <a:lnTo>
                  <a:pt x="513352" y="19585"/>
                </a:lnTo>
                <a:lnTo>
                  <a:pt x="513367" y="19585"/>
                </a:lnTo>
                <a:lnTo>
                  <a:pt x="513383" y="19586"/>
                </a:lnTo>
                <a:lnTo>
                  <a:pt x="513399" y="19586"/>
                </a:lnTo>
                <a:lnTo>
                  <a:pt x="513416" y="19587"/>
                </a:lnTo>
                <a:lnTo>
                  <a:pt x="513432" y="19587"/>
                </a:lnTo>
                <a:lnTo>
                  <a:pt x="522357" y="19587"/>
                </a:lnTo>
                <a:lnTo>
                  <a:pt x="522357" y="24148"/>
                </a:lnTo>
                <a:lnTo>
                  <a:pt x="522357" y="24159"/>
                </a:lnTo>
                <a:lnTo>
                  <a:pt x="522357" y="24170"/>
                </a:lnTo>
                <a:lnTo>
                  <a:pt x="522357" y="24180"/>
                </a:lnTo>
                <a:lnTo>
                  <a:pt x="522358" y="24191"/>
                </a:lnTo>
                <a:lnTo>
                  <a:pt x="522359" y="24202"/>
                </a:lnTo>
                <a:lnTo>
                  <a:pt x="522360" y="24212"/>
                </a:lnTo>
                <a:lnTo>
                  <a:pt x="522361" y="24222"/>
                </a:lnTo>
                <a:lnTo>
                  <a:pt x="522363" y="24232"/>
                </a:lnTo>
                <a:lnTo>
                  <a:pt x="522365" y="24242"/>
                </a:lnTo>
                <a:lnTo>
                  <a:pt x="522367" y="24252"/>
                </a:lnTo>
                <a:lnTo>
                  <a:pt x="522369" y="24262"/>
                </a:lnTo>
                <a:lnTo>
                  <a:pt x="522371" y="24271"/>
                </a:lnTo>
                <a:lnTo>
                  <a:pt x="522374" y="24281"/>
                </a:lnTo>
                <a:lnTo>
                  <a:pt x="522376" y="24290"/>
                </a:lnTo>
                <a:lnTo>
                  <a:pt x="522379" y="24299"/>
                </a:lnTo>
                <a:lnTo>
                  <a:pt x="522383" y="24308"/>
                </a:lnTo>
                <a:lnTo>
                  <a:pt x="522386" y="24317"/>
                </a:lnTo>
                <a:lnTo>
                  <a:pt x="522389" y="24325"/>
                </a:lnTo>
                <a:lnTo>
                  <a:pt x="522393" y="24334"/>
                </a:lnTo>
                <a:lnTo>
                  <a:pt x="522397" y="24342"/>
                </a:lnTo>
                <a:lnTo>
                  <a:pt x="522401" y="24350"/>
                </a:lnTo>
                <a:lnTo>
                  <a:pt x="522406" y="24359"/>
                </a:lnTo>
                <a:lnTo>
                  <a:pt x="522410" y="24366"/>
                </a:lnTo>
                <a:lnTo>
                  <a:pt x="522415" y="24374"/>
                </a:lnTo>
                <a:lnTo>
                  <a:pt x="522420" y="24382"/>
                </a:lnTo>
                <a:lnTo>
                  <a:pt x="522425" y="24389"/>
                </a:lnTo>
                <a:lnTo>
                  <a:pt x="522431" y="24397"/>
                </a:lnTo>
                <a:lnTo>
                  <a:pt x="522437" y="24404"/>
                </a:lnTo>
                <a:lnTo>
                  <a:pt x="522444" y="24411"/>
                </a:lnTo>
                <a:lnTo>
                  <a:pt x="522451" y="24419"/>
                </a:lnTo>
                <a:lnTo>
                  <a:pt x="522458" y="24426"/>
                </a:lnTo>
                <a:lnTo>
                  <a:pt x="522465" y="24433"/>
                </a:lnTo>
                <a:lnTo>
                  <a:pt x="522473" y="24440"/>
                </a:lnTo>
                <a:lnTo>
                  <a:pt x="522481" y="24447"/>
                </a:lnTo>
                <a:lnTo>
                  <a:pt x="522490" y="24453"/>
                </a:lnTo>
                <a:lnTo>
                  <a:pt x="522499" y="24460"/>
                </a:lnTo>
                <a:lnTo>
                  <a:pt x="522508" y="24467"/>
                </a:lnTo>
                <a:lnTo>
                  <a:pt x="522517" y="24473"/>
                </a:lnTo>
                <a:lnTo>
                  <a:pt x="522527" y="24480"/>
                </a:lnTo>
                <a:lnTo>
                  <a:pt x="522538" y="24486"/>
                </a:lnTo>
                <a:lnTo>
                  <a:pt x="522548" y="24492"/>
                </a:lnTo>
                <a:lnTo>
                  <a:pt x="522559" y="24498"/>
                </a:lnTo>
                <a:lnTo>
                  <a:pt x="522570" y="24504"/>
                </a:lnTo>
                <a:lnTo>
                  <a:pt x="522582" y="24510"/>
                </a:lnTo>
                <a:lnTo>
                  <a:pt x="522594" y="24516"/>
                </a:lnTo>
                <a:lnTo>
                  <a:pt x="522606" y="24522"/>
                </a:lnTo>
                <a:lnTo>
                  <a:pt x="522619" y="24528"/>
                </a:lnTo>
                <a:lnTo>
                  <a:pt x="522632" y="24534"/>
                </a:lnTo>
                <a:lnTo>
                  <a:pt x="522646" y="24539"/>
                </a:lnTo>
                <a:lnTo>
                  <a:pt x="522659" y="24544"/>
                </a:lnTo>
                <a:lnTo>
                  <a:pt x="522674" y="24550"/>
                </a:lnTo>
                <a:lnTo>
                  <a:pt x="522688" y="24555"/>
                </a:lnTo>
                <a:lnTo>
                  <a:pt x="522703" y="24560"/>
                </a:lnTo>
                <a:lnTo>
                  <a:pt x="522718" y="24565"/>
                </a:lnTo>
                <a:lnTo>
                  <a:pt x="522734" y="24570"/>
                </a:lnTo>
                <a:lnTo>
                  <a:pt x="522750" y="24574"/>
                </a:lnTo>
                <a:lnTo>
                  <a:pt x="522767" y="24579"/>
                </a:lnTo>
                <a:lnTo>
                  <a:pt x="522783" y="24583"/>
                </a:lnTo>
                <a:lnTo>
                  <a:pt x="522801" y="24588"/>
                </a:lnTo>
                <a:lnTo>
                  <a:pt x="522818" y="24592"/>
                </a:lnTo>
                <a:lnTo>
                  <a:pt x="522836" y="24596"/>
                </a:lnTo>
                <a:lnTo>
                  <a:pt x="522854" y="24600"/>
                </a:lnTo>
                <a:lnTo>
                  <a:pt x="522873" y="24604"/>
                </a:lnTo>
                <a:lnTo>
                  <a:pt x="522892" y="24608"/>
                </a:lnTo>
                <a:lnTo>
                  <a:pt x="522912" y="24611"/>
                </a:lnTo>
                <a:lnTo>
                  <a:pt x="522932" y="24615"/>
                </a:lnTo>
                <a:lnTo>
                  <a:pt x="522952" y="24618"/>
                </a:lnTo>
                <a:lnTo>
                  <a:pt x="522972" y="24622"/>
                </a:lnTo>
                <a:lnTo>
                  <a:pt x="522993" y="24625"/>
                </a:lnTo>
                <a:lnTo>
                  <a:pt x="523015" y="24628"/>
                </a:lnTo>
                <a:lnTo>
                  <a:pt x="523036" y="24631"/>
                </a:lnTo>
                <a:lnTo>
                  <a:pt x="523058" y="24634"/>
                </a:lnTo>
                <a:lnTo>
                  <a:pt x="523081" y="24637"/>
                </a:lnTo>
                <a:lnTo>
                  <a:pt x="523104" y="24639"/>
                </a:lnTo>
                <a:lnTo>
                  <a:pt x="523127" y="24642"/>
                </a:lnTo>
                <a:lnTo>
                  <a:pt x="523151" y="24644"/>
                </a:lnTo>
                <a:lnTo>
                  <a:pt x="523176" y="24646"/>
                </a:lnTo>
                <a:lnTo>
                  <a:pt x="523200" y="24648"/>
                </a:lnTo>
                <a:lnTo>
                  <a:pt x="523226" y="24650"/>
                </a:lnTo>
                <a:lnTo>
                  <a:pt x="523252" y="24652"/>
                </a:lnTo>
                <a:lnTo>
                  <a:pt x="523278" y="24654"/>
                </a:lnTo>
                <a:lnTo>
                  <a:pt x="523304" y="24656"/>
                </a:lnTo>
                <a:lnTo>
                  <a:pt x="523332" y="24657"/>
                </a:lnTo>
                <a:lnTo>
                  <a:pt x="523359" y="24659"/>
                </a:lnTo>
                <a:lnTo>
                  <a:pt x="523387" y="24660"/>
                </a:lnTo>
                <a:lnTo>
                  <a:pt x="523416" y="24661"/>
                </a:lnTo>
                <a:lnTo>
                  <a:pt x="523445" y="24663"/>
                </a:lnTo>
                <a:lnTo>
                  <a:pt x="523474" y="24664"/>
                </a:lnTo>
                <a:lnTo>
                  <a:pt x="523504" y="24664"/>
                </a:lnTo>
                <a:lnTo>
                  <a:pt x="523535" y="24665"/>
                </a:lnTo>
                <a:lnTo>
                  <a:pt x="523566" y="24666"/>
                </a:lnTo>
                <a:lnTo>
                  <a:pt x="523597" y="24666"/>
                </a:lnTo>
                <a:lnTo>
                  <a:pt x="523629" y="24667"/>
                </a:lnTo>
                <a:lnTo>
                  <a:pt x="523661" y="24667"/>
                </a:lnTo>
                <a:lnTo>
                  <a:pt x="523694" y="24667"/>
                </a:lnTo>
                <a:lnTo>
                  <a:pt x="523727" y="24667"/>
                </a:lnTo>
                <a:lnTo>
                  <a:pt x="523761" y="24667"/>
                </a:lnTo>
                <a:lnTo>
                  <a:pt x="523796" y="24667"/>
                </a:lnTo>
                <a:lnTo>
                  <a:pt x="523829" y="24667"/>
                </a:lnTo>
                <a:lnTo>
                  <a:pt x="523862" y="24666"/>
                </a:lnTo>
                <a:lnTo>
                  <a:pt x="523894" y="24666"/>
                </a:lnTo>
                <a:lnTo>
                  <a:pt x="523926" y="24665"/>
                </a:lnTo>
                <a:lnTo>
                  <a:pt x="523958" y="24664"/>
                </a:lnTo>
                <a:lnTo>
                  <a:pt x="523989" y="24664"/>
                </a:lnTo>
                <a:lnTo>
                  <a:pt x="524019" y="24663"/>
                </a:lnTo>
                <a:lnTo>
                  <a:pt x="524049" y="24661"/>
                </a:lnTo>
                <a:lnTo>
                  <a:pt x="524078" y="24660"/>
                </a:lnTo>
                <a:lnTo>
                  <a:pt x="524107" y="24659"/>
                </a:lnTo>
                <a:lnTo>
                  <a:pt x="524135" y="24657"/>
                </a:lnTo>
                <a:lnTo>
                  <a:pt x="524163" y="24656"/>
                </a:lnTo>
                <a:lnTo>
                  <a:pt x="524190" y="24654"/>
                </a:lnTo>
                <a:lnTo>
                  <a:pt x="524217" y="24652"/>
                </a:lnTo>
                <a:lnTo>
                  <a:pt x="524243" y="24650"/>
                </a:lnTo>
                <a:lnTo>
                  <a:pt x="524269" y="24648"/>
                </a:lnTo>
                <a:lnTo>
                  <a:pt x="524294" y="24646"/>
                </a:lnTo>
                <a:lnTo>
                  <a:pt x="524319" y="24644"/>
                </a:lnTo>
                <a:lnTo>
                  <a:pt x="524343" y="24642"/>
                </a:lnTo>
                <a:lnTo>
                  <a:pt x="524367" y="24639"/>
                </a:lnTo>
                <a:lnTo>
                  <a:pt x="524390" y="24637"/>
                </a:lnTo>
                <a:lnTo>
                  <a:pt x="524412" y="24634"/>
                </a:lnTo>
                <a:lnTo>
                  <a:pt x="524434" y="24631"/>
                </a:lnTo>
                <a:lnTo>
                  <a:pt x="524456" y="24628"/>
                </a:lnTo>
                <a:lnTo>
                  <a:pt x="524477" y="24625"/>
                </a:lnTo>
                <a:lnTo>
                  <a:pt x="524498" y="24622"/>
                </a:lnTo>
                <a:lnTo>
                  <a:pt x="524519" y="24618"/>
                </a:lnTo>
                <a:lnTo>
                  <a:pt x="524540" y="24615"/>
                </a:lnTo>
                <a:lnTo>
                  <a:pt x="524560" y="24611"/>
                </a:lnTo>
                <a:lnTo>
                  <a:pt x="524579" y="24608"/>
                </a:lnTo>
                <a:lnTo>
                  <a:pt x="524599" y="24604"/>
                </a:lnTo>
                <a:lnTo>
                  <a:pt x="524618" y="24600"/>
                </a:lnTo>
                <a:lnTo>
                  <a:pt x="524636" y="24596"/>
                </a:lnTo>
                <a:lnTo>
                  <a:pt x="524654" y="24592"/>
                </a:lnTo>
                <a:lnTo>
                  <a:pt x="524672" y="24588"/>
                </a:lnTo>
                <a:lnTo>
                  <a:pt x="524690" y="24583"/>
                </a:lnTo>
                <a:lnTo>
                  <a:pt x="524707" y="24579"/>
                </a:lnTo>
                <a:lnTo>
                  <a:pt x="524724" y="24574"/>
                </a:lnTo>
                <a:lnTo>
                  <a:pt x="524741" y="24570"/>
                </a:lnTo>
                <a:lnTo>
                  <a:pt x="524757" y="24565"/>
                </a:lnTo>
                <a:lnTo>
                  <a:pt x="524773" y="24560"/>
                </a:lnTo>
                <a:lnTo>
                  <a:pt x="524788" y="24555"/>
                </a:lnTo>
                <a:lnTo>
                  <a:pt x="524803" y="24550"/>
                </a:lnTo>
                <a:lnTo>
                  <a:pt x="524818" y="24544"/>
                </a:lnTo>
                <a:lnTo>
                  <a:pt x="524833" y="24539"/>
                </a:lnTo>
                <a:lnTo>
                  <a:pt x="524847" y="24534"/>
                </a:lnTo>
                <a:lnTo>
                  <a:pt x="524860" y="24528"/>
                </a:lnTo>
                <a:lnTo>
                  <a:pt x="524874" y="24522"/>
                </a:lnTo>
                <a:lnTo>
                  <a:pt x="524887" y="24516"/>
                </a:lnTo>
                <a:lnTo>
                  <a:pt x="524900" y="24510"/>
                </a:lnTo>
                <a:lnTo>
                  <a:pt x="524912" y="24504"/>
                </a:lnTo>
                <a:lnTo>
                  <a:pt x="524924" y="24498"/>
                </a:lnTo>
                <a:lnTo>
                  <a:pt x="524936" y="24492"/>
                </a:lnTo>
                <a:lnTo>
                  <a:pt x="524947" y="24486"/>
                </a:lnTo>
                <a:lnTo>
                  <a:pt x="524958" y="24480"/>
                </a:lnTo>
                <a:lnTo>
                  <a:pt x="524968" y="24473"/>
                </a:lnTo>
                <a:lnTo>
                  <a:pt x="524979" y="24467"/>
                </a:lnTo>
                <a:lnTo>
                  <a:pt x="524989" y="24460"/>
                </a:lnTo>
                <a:lnTo>
                  <a:pt x="524998" y="24453"/>
                </a:lnTo>
                <a:lnTo>
                  <a:pt x="525007" y="24447"/>
                </a:lnTo>
                <a:lnTo>
                  <a:pt x="525016" y="24440"/>
                </a:lnTo>
                <a:lnTo>
                  <a:pt x="525025" y="24433"/>
                </a:lnTo>
                <a:lnTo>
                  <a:pt x="525033" y="24426"/>
                </a:lnTo>
                <a:lnTo>
                  <a:pt x="525041" y="24419"/>
                </a:lnTo>
                <a:lnTo>
                  <a:pt x="525048" y="24411"/>
                </a:lnTo>
                <a:lnTo>
                  <a:pt x="525056" y="24404"/>
                </a:lnTo>
                <a:lnTo>
                  <a:pt x="525062" y="24397"/>
                </a:lnTo>
                <a:lnTo>
                  <a:pt x="525069" y="24389"/>
                </a:lnTo>
                <a:lnTo>
                  <a:pt x="525075" y="24382"/>
                </a:lnTo>
                <a:lnTo>
                  <a:pt x="525081" y="24374"/>
                </a:lnTo>
                <a:lnTo>
                  <a:pt x="525086" y="24366"/>
                </a:lnTo>
                <a:lnTo>
                  <a:pt x="525091" y="24359"/>
                </a:lnTo>
                <a:lnTo>
                  <a:pt x="525096" y="24350"/>
                </a:lnTo>
                <a:lnTo>
                  <a:pt x="525101" y="24342"/>
                </a:lnTo>
                <a:lnTo>
                  <a:pt x="525106" y="24334"/>
                </a:lnTo>
                <a:lnTo>
                  <a:pt x="525110" y="24325"/>
                </a:lnTo>
                <a:lnTo>
                  <a:pt x="525114" y="24317"/>
                </a:lnTo>
                <a:lnTo>
                  <a:pt x="525118" y="24308"/>
                </a:lnTo>
                <a:lnTo>
                  <a:pt x="525121" y="24299"/>
                </a:lnTo>
                <a:lnTo>
                  <a:pt x="525125" y="24290"/>
                </a:lnTo>
                <a:lnTo>
                  <a:pt x="525128" y="24281"/>
                </a:lnTo>
                <a:lnTo>
                  <a:pt x="525131" y="24271"/>
                </a:lnTo>
                <a:lnTo>
                  <a:pt x="525133" y="24262"/>
                </a:lnTo>
                <a:lnTo>
                  <a:pt x="525136" y="24252"/>
                </a:lnTo>
                <a:lnTo>
                  <a:pt x="525138" y="24242"/>
                </a:lnTo>
                <a:lnTo>
                  <a:pt x="525140" y="24232"/>
                </a:lnTo>
                <a:lnTo>
                  <a:pt x="525142" y="24222"/>
                </a:lnTo>
                <a:lnTo>
                  <a:pt x="525143" y="24212"/>
                </a:lnTo>
                <a:lnTo>
                  <a:pt x="525145" y="24202"/>
                </a:lnTo>
                <a:lnTo>
                  <a:pt x="525146" y="24191"/>
                </a:lnTo>
                <a:lnTo>
                  <a:pt x="525146" y="24180"/>
                </a:lnTo>
                <a:lnTo>
                  <a:pt x="525147" y="24170"/>
                </a:lnTo>
                <a:lnTo>
                  <a:pt x="525147" y="24159"/>
                </a:lnTo>
                <a:lnTo>
                  <a:pt x="525147" y="24148"/>
                </a:lnTo>
                <a:lnTo>
                  <a:pt x="525147" y="19587"/>
                </a:lnTo>
                <a:lnTo>
                  <a:pt x="527587" y="19587"/>
                </a:lnTo>
                <a:lnTo>
                  <a:pt x="527612" y="19586"/>
                </a:lnTo>
                <a:lnTo>
                  <a:pt x="527637" y="19585"/>
                </a:lnTo>
                <a:lnTo>
                  <a:pt x="527661" y="19582"/>
                </a:lnTo>
                <a:lnTo>
                  <a:pt x="527684" y="19578"/>
                </a:lnTo>
                <a:lnTo>
                  <a:pt x="527707" y="19573"/>
                </a:lnTo>
                <a:lnTo>
                  <a:pt x="527729" y="19567"/>
                </a:lnTo>
                <a:lnTo>
                  <a:pt x="527752" y="19560"/>
                </a:lnTo>
                <a:lnTo>
                  <a:pt x="527773" y="19551"/>
                </a:lnTo>
                <a:lnTo>
                  <a:pt x="527794" y="19542"/>
                </a:lnTo>
                <a:lnTo>
                  <a:pt x="527815" y="19532"/>
                </a:lnTo>
                <a:lnTo>
                  <a:pt x="527835" y="19520"/>
                </a:lnTo>
                <a:lnTo>
                  <a:pt x="527855" y="19507"/>
                </a:lnTo>
                <a:lnTo>
                  <a:pt x="527874" y="19494"/>
                </a:lnTo>
                <a:lnTo>
                  <a:pt x="527893" y="19479"/>
                </a:lnTo>
                <a:lnTo>
                  <a:pt x="527911" y="19463"/>
                </a:lnTo>
                <a:lnTo>
                  <a:pt x="527929" y="19446"/>
                </a:lnTo>
                <a:lnTo>
                  <a:pt x="527947" y="19427"/>
                </a:lnTo>
                <a:lnTo>
                  <a:pt x="527963" y="19408"/>
                </a:lnTo>
                <a:lnTo>
                  <a:pt x="527980" y="19388"/>
                </a:lnTo>
                <a:lnTo>
                  <a:pt x="527996" y="19366"/>
                </a:lnTo>
                <a:lnTo>
                  <a:pt x="528012" y="19344"/>
                </a:lnTo>
                <a:lnTo>
                  <a:pt x="528027" y="19320"/>
                </a:lnTo>
                <a:lnTo>
                  <a:pt x="528041" y="19295"/>
                </a:lnTo>
                <a:lnTo>
                  <a:pt x="528055" y="19269"/>
                </a:lnTo>
                <a:lnTo>
                  <a:pt x="528069" y="19242"/>
                </a:lnTo>
                <a:lnTo>
                  <a:pt x="528082" y="19215"/>
                </a:lnTo>
                <a:lnTo>
                  <a:pt x="528095" y="19186"/>
                </a:lnTo>
                <a:lnTo>
                  <a:pt x="528106" y="19157"/>
                </a:lnTo>
                <a:lnTo>
                  <a:pt x="528118" y="19127"/>
                </a:lnTo>
                <a:lnTo>
                  <a:pt x="528128" y="19096"/>
                </a:lnTo>
                <a:lnTo>
                  <a:pt x="528139" y="19064"/>
                </a:lnTo>
                <a:lnTo>
                  <a:pt x="528148" y="19031"/>
                </a:lnTo>
                <a:lnTo>
                  <a:pt x="528157" y="18998"/>
                </a:lnTo>
                <a:lnTo>
                  <a:pt x="528166" y="18964"/>
                </a:lnTo>
                <a:lnTo>
                  <a:pt x="528173" y="18929"/>
                </a:lnTo>
                <a:lnTo>
                  <a:pt x="528181" y="18893"/>
                </a:lnTo>
                <a:lnTo>
                  <a:pt x="528187" y="18857"/>
                </a:lnTo>
                <a:lnTo>
                  <a:pt x="528193" y="18819"/>
                </a:lnTo>
                <a:lnTo>
                  <a:pt x="528199" y="18781"/>
                </a:lnTo>
                <a:lnTo>
                  <a:pt x="528204" y="18742"/>
                </a:lnTo>
                <a:lnTo>
                  <a:pt x="528208" y="18702"/>
                </a:lnTo>
                <a:lnTo>
                  <a:pt x="528212" y="18661"/>
                </a:lnTo>
                <a:lnTo>
                  <a:pt x="528215" y="18620"/>
                </a:lnTo>
                <a:lnTo>
                  <a:pt x="528218" y="18577"/>
                </a:lnTo>
                <a:lnTo>
                  <a:pt x="528220" y="18534"/>
                </a:lnTo>
                <a:lnTo>
                  <a:pt x="528221" y="18490"/>
                </a:lnTo>
                <a:lnTo>
                  <a:pt x="528222" y="18446"/>
                </a:lnTo>
                <a:lnTo>
                  <a:pt x="528222" y="18400"/>
                </a:lnTo>
                <a:lnTo>
                  <a:pt x="528222" y="18351"/>
                </a:lnTo>
                <a:lnTo>
                  <a:pt x="528221" y="18302"/>
                </a:lnTo>
                <a:lnTo>
                  <a:pt x="528220" y="18255"/>
                </a:lnTo>
                <a:lnTo>
                  <a:pt x="528218" y="18208"/>
                </a:lnTo>
                <a:lnTo>
                  <a:pt x="528215" y="18163"/>
                </a:lnTo>
                <a:lnTo>
                  <a:pt x="528212" y="18119"/>
                </a:lnTo>
                <a:close/>
                <a:moveTo>
                  <a:pt x="515287" y="17214"/>
                </a:moveTo>
                <a:lnTo>
                  <a:pt x="522323" y="5362"/>
                </a:lnTo>
                <a:lnTo>
                  <a:pt x="522357" y="5362"/>
                </a:lnTo>
                <a:lnTo>
                  <a:pt x="522357" y="17214"/>
                </a:lnTo>
                <a:lnTo>
                  <a:pt x="515287" y="17214"/>
                </a:lnTo>
                <a:close/>
                <a:moveTo>
                  <a:pt x="595337" y="781"/>
                </a:moveTo>
                <a:lnTo>
                  <a:pt x="595342" y="764"/>
                </a:lnTo>
                <a:lnTo>
                  <a:pt x="595346" y="747"/>
                </a:lnTo>
                <a:lnTo>
                  <a:pt x="595350" y="730"/>
                </a:lnTo>
                <a:lnTo>
                  <a:pt x="595354" y="714"/>
                </a:lnTo>
                <a:lnTo>
                  <a:pt x="595357" y="697"/>
                </a:lnTo>
                <a:lnTo>
                  <a:pt x="595359" y="681"/>
                </a:lnTo>
                <a:lnTo>
                  <a:pt x="595362" y="665"/>
                </a:lnTo>
                <a:lnTo>
                  <a:pt x="595364" y="649"/>
                </a:lnTo>
                <a:lnTo>
                  <a:pt x="595365" y="633"/>
                </a:lnTo>
                <a:lnTo>
                  <a:pt x="595366" y="618"/>
                </a:lnTo>
                <a:lnTo>
                  <a:pt x="595367" y="602"/>
                </a:lnTo>
                <a:lnTo>
                  <a:pt x="595367" y="587"/>
                </a:lnTo>
                <a:lnTo>
                  <a:pt x="595367" y="572"/>
                </a:lnTo>
                <a:lnTo>
                  <a:pt x="595366" y="557"/>
                </a:lnTo>
                <a:lnTo>
                  <a:pt x="595365" y="542"/>
                </a:lnTo>
                <a:lnTo>
                  <a:pt x="595364" y="528"/>
                </a:lnTo>
                <a:lnTo>
                  <a:pt x="595362" y="513"/>
                </a:lnTo>
                <a:lnTo>
                  <a:pt x="595360" y="499"/>
                </a:lnTo>
                <a:lnTo>
                  <a:pt x="595358" y="485"/>
                </a:lnTo>
                <a:lnTo>
                  <a:pt x="595355" y="471"/>
                </a:lnTo>
                <a:lnTo>
                  <a:pt x="595351" y="458"/>
                </a:lnTo>
                <a:lnTo>
                  <a:pt x="595347" y="444"/>
                </a:lnTo>
                <a:lnTo>
                  <a:pt x="595343" y="431"/>
                </a:lnTo>
                <a:lnTo>
                  <a:pt x="595339" y="418"/>
                </a:lnTo>
                <a:lnTo>
                  <a:pt x="595334" y="406"/>
                </a:lnTo>
                <a:lnTo>
                  <a:pt x="595328" y="393"/>
                </a:lnTo>
                <a:lnTo>
                  <a:pt x="595322" y="381"/>
                </a:lnTo>
                <a:lnTo>
                  <a:pt x="595316" y="369"/>
                </a:lnTo>
                <a:lnTo>
                  <a:pt x="595309" y="357"/>
                </a:lnTo>
                <a:lnTo>
                  <a:pt x="595302" y="346"/>
                </a:lnTo>
                <a:lnTo>
                  <a:pt x="595295" y="334"/>
                </a:lnTo>
                <a:lnTo>
                  <a:pt x="595287" y="323"/>
                </a:lnTo>
                <a:lnTo>
                  <a:pt x="595279" y="313"/>
                </a:lnTo>
                <a:lnTo>
                  <a:pt x="595270" y="302"/>
                </a:lnTo>
                <a:lnTo>
                  <a:pt x="595261" y="292"/>
                </a:lnTo>
                <a:lnTo>
                  <a:pt x="595252" y="281"/>
                </a:lnTo>
                <a:lnTo>
                  <a:pt x="595242" y="272"/>
                </a:lnTo>
                <a:lnTo>
                  <a:pt x="595231" y="262"/>
                </a:lnTo>
                <a:lnTo>
                  <a:pt x="595221" y="253"/>
                </a:lnTo>
                <a:lnTo>
                  <a:pt x="595210" y="243"/>
                </a:lnTo>
                <a:lnTo>
                  <a:pt x="595198" y="234"/>
                </a:lnTo>
                <a:lnTo>
                  <a:pt x="595186" y="226"/>
                </a:lnTo>
                <a:lnTo>
                  <a:pt x="595174" y="217"/>
                </a:lnTo>
                <a:lnTo>
                  <a:pt x="595161" y="209"/>
                </a:lnTo>
                <a:lnTo>
                  <a:pt x="595148" y="201"/>
                </a:lnTo>
                <a:lnTo>
                  <a:pt x="595134" y="193"/>
                </a:lnTo>
                <a:lnTo>
                  <a:pt x="595120" y="185"/>
                </a:lnTo>
                <a:lnTo>
                  <a:pt x="595106" y="177"/>
                </a:lnTo>
                <a:lnTo>
                  <a:pt x="595091" y="170"/>
                </a:lnTo>
                <a:lnTo>
                  <a:pt x="595076" y="162"/>
                </a:lnTo>
                <a:lnTo>
                  <a:pt x="595060" y="155"/>
                </a:lnTo>
                <a:lnTo>
                  <a:pt x="595044" y="148"/>
                </a:lnTo>
                <a:lnTo>
                  <a:pt x="595028" y="141"/>
                </a:lnTo>
                <a:lnTo>
                  <a:pt x="595011" y="134"/>
                </a:lnTo>
                <a:lnTo>
                  <a:pt x="594994" y="127"/>
                </a:lnTo>
                <a:lnTo>
                  <a:pt x="594976" y="121"/>
                </a:lnTo>
                <a:lnTo>
                  <a:pt x="594958" y="114"/>
                </a:lnTo>
                <a:lnTo>
                  <a:pt x="594940" y="108"/>
                </a:lnTo>
                <a:lnTo>
                  <a:pt x="594921" y="102"/>
                </a:lnTo>
                <a:lnTo>
                  <a:pt x="594902" y="96"/>
                </a:lnTo>
                <a:lnTo>
                  <a:pt x="594882" y="90"/>
                </a:lnTo>
                <a:lnTo>
                  <a:pt x="594862" y="85"/>
                </a:lnTo>
                <a:lnTo>
                  <a:pt x="594842" y="79"/>
                </a:lnTo>
                <a:lnTo>
                  <a:pt x="594821" y="74"/>
                </a:lnTo>
                <a:lnTo>
                  <a:pt x="594800" y="69"/>
                </a:lnTo>
                <a:lnTo>
                  <a:pt x="594778" y="63"/>
                </a:lnTo>
                <a:lnTo>
                  <a:pt x="594756" y="58"/>
                </a:lnTo>
                <a:lnTo>
                  <a:pt x="594733" y="54"/>
                </a:lnTo>
                <a:lnTo>
                  <a:pt x="594710" y="49"/>
                </a:lnTo>
                <a:lnTo>
                  <a:pt x="594687" y="45"/>
                </a:lnTo>
                <a:lnTo>
                  <a:pt x="594663" y="41"/>
                </a:lnTo>
                <a:lnTo>
                  <a:pt x="594638" y="37"/>
                </a:lnTo>
                <a:lnTo>
                  <a:pt x="594613" y="33"/>
                </a:lnTo>
                <a:lnTo>
                  <a:pt x="594587" y="29"/>
                </a:lnTo>
                <a:lnTo>
                  <a:pt x="594561" y="26"/>
                </a:lnTo>
                <a:lnTo>
                  <a:pt x="594534" y="23"/>
                </a:lnTo>
                <a:lnTo>
                  <a:pt x="594507" y="20"/>
                </a:lnTo>
                <a:lnTo>
                  <a:pt x="594479" y="17"/>
                </a:lnTo>
                <a:lnTo>
                  <a:pt x="594451" y="15"/>
                </a:lnTo>
                <a:lnTo>
                  <a:pt x="594422" y="12"/>
                </a:lnTo>
                <a:lnTo>
                  <a:pt x="594393" y="10"/>
                </a:lnTo>
                <a:lnTo>
                  <a:pt x="594363" y="8"/>
                </a:lnTo>
                <a:lnTo>
                  <a:pt x="594333" y="6"/>
                </a:lnTo>
                <a:lnTo>
                  <a:pt x="594302" y="5"/>
                </a:lnTo>
                <a:lnTo>
                  <a:pt x="594270" y="4"/>
                </a:lnTo>
                <a:lnTo>
                  <a:pt x="594238" y="3"/>
                </a:lnTo>
                <a:lnTo>
                  <a:pt x="594206" y="2"/>
                </a:lnTo>
                <a:lnTo>
                  <a:pt x="594173" y="1"/>
                </a:lnTo>
                <a:lnTo>
                  <a:pt x="594139" y="0"/>
                </a:lnTo>
                <a:lnTo>
                  <a:pt x="594105" y="0"/>
                </a:lnTo>
                <a:lnTo>
                  <a:pt x="594071" y="0"/>
                </a:lnTo>
                <a:lnTo>
                  <a:pt x="594042" y="0"/>
                </a:lnTo>
                <a:lnTo>
                  <a:pt x="594013" y="0"/>
                </a:lnTo>
                <a:lnTo>
                  <a:pt x="593985" y="0"/>
                </a:lnTo>
                <a:lnTo>
                  <a:pt x="593957" y="1"/>
                </a:lnTo>
                <a:lnTo>
                  <a:pt x="593929" y="1"/>
                </a:lnTo>
                <a:lnTo>
                  <a:pt x="593902" y="2"/>
                </a:lnTo>
                <a:lnTo>
                  <a:pt x="593875" y="2"/>
                </a:lnTo>
                <a:lnTo>
                  <a:pt x="593848" y="3"/>
                </a:lnTo>
                <a:lnTo>
                  <a:pt x="593822" y="4"/>
                </a:lnTo>
                <a:lnTo>
                  <a:pt x="593796" y="4"/>
                </a:lnTo>
                <a:lnTo>
                  <a:pt x="593770" y="5"/>
                </a:lnTo>
                <a:lnTo>
                  <a:pt x="593745" y="6"/>
                </a:lnTo>
                <a:lnTo>
                  <a:pt x="593720" y="7"/>
                </a:lnTo>
                <a:lnTo>
                  <a:pt x="593695" y="9"/>
                </a:lnTo>
                <a:lnTo>
                  <a:pt x="593671" y="10"/>
                </a:lnTo>
                <a:lnTo>
                  <a:pt x="593647" y="11"/>
                </a:lnTo>
                <a:lnTo>
                  <a:pt x="593624" y="13"/>
                </a:lnTo>
                <a:lnTo>
                  <a:pt x="593601" y="14"/>
                </a:lnTo>
                <a:lnTo>
                  <a:pt x="593578" y="16"/>
                </a:lnTo>
                <a:lnTo>
                  <a:pt x="593555" y="17"/>
                </a:lnTo>
                <a:lnTo>
                  <a:pt x="593533" y="19"/>
                </a:lnTo>
                <a:lnTo>
                  <a:pt x="593512" y="21"/>
                </a:lnTo>
                <a:lnTo>
                  <a:pt x="593490" y="23"/>
                </a:lnTo>
                <a:lnTo>
                  <a:pt x="593469" y="25"/>
                </a:lnTo>
                <a:lnTo>
                  <a:pt x="593448" y="27"/>
                </a:lnTo>
                <a:lnTo>
                  <a:pt x="593428" y="30"/>
                </a:lnTo>
                <a:lnTo>
                  <a:pt x="593408" y="32"/>
                </a:lnTo>
                <a:lnTo>
                  <a:pt x="593388" y="35"/>
                </a:lnTo>
                <a:lnTo>
                  <a:pt x="593369" y="38"/>
                </a:lnTo>
                <a:lnTo>
                  <a:pt x="593350" y="41"/>
                </a:lnTo>
                <a:lnTo>
                  <a:pt x="593331" y="44"/>
                </a:lnTo>
                <a:lnTo>
                  <a:pt x="593312" y="47"/>
                </a:lnTo>
                <a:lnTo>
                  <a:pt x="593294" y="51"/>
                </a:lnTo>
                <a:lnTo>
                  <a:pt x="593276" y="55"/>
                </a:lnTo>
                <a:lnTo>
                  <a:pt x="593259" y="59"/>
                </a:lnTo>
                <a:lnTo>
                  <a:pt x="593241" y="63"/>
                </a:lnTo>
                <a:lnTo>
                  <a:pt x="593225" y="67"/>
                </a:lnTo>
                <a:lnTo>
                  <a:pt x="593208" y="71"/>
                </a:lnTo>
                <a:lnTo>
                  <a:pt x="593192" y="76"/>
                </a:lnTo>
                <a:lnTo>
                  <a:pt x="593176" y="81"/>
                </a:lnTo>
                <a:lnTo>
                  <a:pt x="593160" y="86"/>
                </a:lnTo>
                <a:lnTo>
                  <a:pt x="593145" y="91"/>
                </a:lnTo>
                <a:lnTo>
                  <a:pt x="593130" y="96"/>
                </a:lnTo>
                <a:lnTo>
                  <a:pt x="593115" y="102"/>
                </a:lnTo>
                <a:lnTo>
                  <a:pt x="593101" y="107"/>
                </a:lnTo>
                <a:lnTo>
                  <a:pt x="593087" y="113"/>
                </a:lnTo>
                <a:lnTo>
                  <a:pt x="593073" y="119"/>
                </a:lnTo>
                <a:lnTo>
                  <a:pt x="593060" y="125"/>
                </a:lnTo>
                <a:lnTo>
                  <a:pt x="593047" y="132"/>
                </a:lnTo>
                <a:lnTo>
                  <a:pt x="593034" y="138"/>
                </a:lnTo>
                <a:lnTo>
                  <a:pt x="593021" y="145"/>
                </a:lnTo>
                <a:lnTo>
                  <a:pt x="593008" y="152"/>
                </a:lnTo>
                <a:lnTo>
                  <a:pt x="592996" y="159"/>
                </a:lnTo>
                <a:lnTo>
                  <a:pt x="592983" y="166"/>
                </a:lnTo>
                <a:lnTo>
                  <a:pt x="592971" y="173"/>
                </a:lnTo>
                <a:lnTo>
                  <a:pt x="592959" y="181"/>
                </a:lnTo>
                <a:lnTo>
                  <a:pt x="592948" y="189"/>
                </a:lnTo>
                <a:lnTo>
                  <a:pt x="592936" y="197"/>
                </a:lnTo>
                <a:lnTo>
                  <a:pt x="592925" y="205"/>
                </a:lnTo>
                <a:lnTo>
                  <a:pt x="592913" y="213"/>
                </a:lnTo>
                <a:lnTo>
                  <a:pt x="592902" y="222"/>
                </a:lnTo>
                <a:lnTo>
                  <a:pt x="592891" y="230"/>
                </a:lnTo>
                <a:lnTo>
                  <a:pt x="592881" y="239"/>
                </a:lnTo>
                <a:lnTo>
                  <a:pt x="592870" y="248"/>
                </a:lnTo>
                <a:lnTo>
                  <a:pt x="592860" y="257"/>
                </a:lnTo>
                <a:lnTo>
                  <a:pt x="592850" y="266"/>
                </a:lnTo>
                <a:lnTo>
                  <a:pt x="592840" y="276"/>
                </a:lnTo>
                <a:lnTo>
                  <a:pt x="592830" y="286"/>
                </a:lnTo>
                <a:lnTo>
                  <a:pt x="592820" y="295"/>
                </a:lnTo>
                <a:lnTo>
                  <a:pt x="592811" y="305"/>
                </a:lnTo>
                <a:lnTo>
                  <a:pt x="592801" y="316"/>
                </a:lnTo>
                <a:lnTo>
                  <a:pt x="592792" y="326"/>
                </a:lnTo>
                <a:lnTo>
                  <a:pt x="592783" y="336"/>
                </a:lnTo>
                <a:lnTo>
                  <a:pt x="592774" y="347"/>
                </a:lnTo>
                <a:lnTo>
                  <a:pt x="592766" y="359"/>
                </a:lnTo>
                <a:lnTo>
                  <a:pt x="592757" y="370"/>
                </a:lnTo>
                <a:lnTo>
                  <a:pt x="592749" y="382"/>
                </a:lnTo>
                <a:lnTo>
                  <a:pt x="592741" y="394"/>
                </a:lnTo>
                <a:lnTo>
                  <a:pt x="592732" y="407"/>
                </a:lnTo>
                <a:lnTo>
                  <a:pt x="592724" y="420"/>
                </a:lnTo>
                <a:lnTo>
                  <a:pt x="592717" y="433"/>
                </a:lnTo>
                <a:lnTo>
                  <a:pt x="592709" y="446"/>
                </a:lnTo>
                <a:lnTo>
                  <a:pt x="592701" y="460"/>
                </a:lnTo>
                <a:lnTo>
                  <a:pt x="592694" y="474"/>
                </a:lnTo>
                <a:lnTo>
                  <a:pt x="592687" y="489"/>
                </a:lnTo>
                <a:lnTo>
                  <a:pt x="592680" y="504"/>
                </a:lnTo>
                <a:lnTo>
                  <a:pt x="592673" y="519"/>
                </a:lnTo>
                <a:lnTo>
                  <a:pt x="592666" y="534"/>
                </a:lnTo>
                <a:lnTo>
                  <a:pt x="592659" y="550"/>
                </a:lnTo>
                <a:lnTo>
                  <a:pt x="592653" y="566"/>
                </a:lnTo>
                <a:lnTo>
                  <a:pt x="592646" y="582"/>
                </a:lnTo>
                <a:lnTo>
                  <a:pt x="592640" y="599"/>
                </a:lnTo>
                <a:lnTo>
                  <a:pt x="592634" y="616"/>
                </a:lnTo>
                <a:lnTo>
                  <a:pt x="592628" y="633"/>
                </a:lnTo>
                <a:lnTo>
                  <a:pt x="592622" y="651"/>
                </a:lnTo>
                <a:lnTo>
                  <a:pt x="592617" y="669"/>
                </a:lnTo>
                <a:lnTo>
                  <a:pt x="582506" y="28410"/>
                </a:lnTo>
                <a:lnTo>
                  <a:pt x="582498" y="28428"/>
                </a:lnTo>
                <a:lnTo>
                  <a:pt x="582490" y="28446"/>
                </a:lnTo>
                <a:lnTo>
                  <a:pt x="582483" y="28464"/>
                </a:lnTo>
                <a:lnTo>
                  <a:pt x="582476" y="28481"/>
                </a:lnTo>
                <a:lnTo>
                  <a:pt x="582470" y="28498"/>
                </a:lnTo>
                <a:lnTo>
                  <a:pt x="582464" y="28515"/>
                </a:lnTo>
                <a:lnTo>
                  <a:pt x="582459" y="28532"/>
                </a:lnTo>
                <a:lnTo>
                  <a:pt x="582454" y="28549"/>
                </a:lnTo>
                <a:lnTo>
                  <a:pt x="582449" y="28565"/>
                </a:lnTo>
                <a:lnTo>
                  <a:pt x="582446" y="28581"/>
                </a:lnTo>
                <a:lnTo>
                  <a:pt x="582442" y="28597"/>
                </a:lnTo>
                <a:lnTo>
                  <a:pt x="582439" y="28613"/>
                </a:lnTo>
                <a:lnTo>
                  <a:pt x="582436" y="28628"/>
                </a:lnTo>
                <a:lnTo>
                  <a:pt x="582434" y="28644"/>
                </a:lnTo>
                <a:lnTo>
                  <a:pt x="582433" y="28659"/>
                </a:lnTo>
                <a:lnTo>
                  <a:pt x="582432" y="28674"/>
                </a:lnTo>
                <a:lnTo>
                  <a:pt x="582431" y="28689"/>
                </a:lnTo>
                <a:lnTo>
                  <a:pt x="582431" y="28703"/>
                </a:lnTo>
                <a:lnTo>
                  <a:pt x="582431" y="28718"/>
                </a:lnTo>
                <a:lnTo>
                  <a:pt x="582432" y="28732"/>
                </a:lnTo>
                <a:lnTo>
                  <a:pt x="582433" y="28746"/>
                </a:lnTo>
                <a:lnTo>
                  <a:pt x="582434" y="28759"/>
                </a:lnTo>
                <a:lnTo>
                  <a:pt x="582436" y="28773"/>
                </a:lnTo>
                <a:lnTo>
                  <a:pt x="582439" y="28786"/>
                </a:lnTo>
                <a:lnTo>
                  <a:pt x="582442" y="28799"/>
                </a:lnTo>
                <a:lnTo>
                  <a:pt x="582445" y="28812"/>
                </a:lnTo>
                <a:lnTo>
                  <a:pt x="582449" y="28825"/>
                </a:lnTo>
                <a:lnTo>
                  <a:pt x="582453" y="28838"/>
                </a:lnTo>
                <a:lnTo>
                  <a:pt x="582458" y="28850"/>
                </a:lnTo>
                <a:lnTo>
                  <a:pt x="582463" y="28863"/>
                </a:lnTo>
                <a:lnTo>
                  <a:pt x="582469" y="28875"/>
                </a:lnTo>
                <a:lnTo>
                  <a:pt x="582474" y="28887"/>
                </a:lnTo>
                <a:lnTo>
                  <a:pt x="582481" y="28899"/>
                </a:lnTo>
                <a:lnTo>
                  <a:pt x="582487" y="28910"/>
                </a:lnTo>
                <a:lnTo>
                  <a:pt x="582494" y="28922"/>
                </a:lnTo>
                <a:lnTo>
                  <a:pt x="582502" y="28933"/>
                </a:lnTo>
                <a:lnTo>
                  <a:pt x="582510" y="28944"/>
                </a:lnTo>
                <a:lnTo>
                  <a:pt x="582518" y="28955"/>
                </a:lnTo>
                <a:lnTo>
                  <a:pt x="582527" y="28966"/>
                </a:lnTo>
                <a:lnTo>
                  <a:pt x="582536" y="28976"/>
                </a:lnTo>
                <a:lnTo>
                  <a:pt x="582545" y="28986"/>
                </a:lnTo>
                <a:lnTo>
                  <a:pt x="582555" y="28997"/>
                </a:lnTo>
                <a:lnTo>
                  <a:pt x="582565" y="29007"/>
                </a:lnTo>
                <a:lnTo>
                  <a:pt x="582576" y="29017"/>
                </a:lnTo>
                <a:lnTo>
                  <a:pt x="582587" y="29026"/>
                </a:lnTo>
                <a:lnTo>
                  <a:pt x="582599" y="29036"/>
                </a:lnTo>
                <a:lnTo>
                  <a:pt x="582611" y="29045"/>
                </a:lnTo>
                <a:lnTo>
                  <a:pt x="582623" y="29054"/>
                </a:lnTo>
                <a:lnTo>
                  <a:pt x="582636" y="29063"/>
                </a:lnTo>
                <a:lnTo>
                  <a:pt x="582649" y="29072"/>
                </a:lnTo>
                <a:lnTo>
                  <a:pt x="582662" y="29081"/>
                </a:lnTo>
                <a:lnTo>
                  <a:pt x="582677" y="29089"/>
                </a:lnTo>
                <a:lnTo>
                  <a:pt x="582691" y="29097"/>
                </a:lnTo>
                <a:lnTo>
                  <a:pt x="582706" y="29105"/>
                </a:lnTo>
                <a:lnTo>
                  <a:pt x="582721" y="29113"/>
                </a:lnTo>
                <a:lnTo>
                  <a:pt x="582737" y="29121"/>
                </a:lnTo>
                <a:lnTo>
                  <a:pt x="582753" y="29129"/>
                </a:lnTo>
                <a:lnTo>
                  <a:pt x="582770" y="29136"/>
                </a:lnTo>
                <a:lnTo>
                  <a:pt x="582787" y="29143"/>
                </a:lnTo>
                <a:lnTo>
                  <a:pt x="582805" y="29150"/>
                </a:lnTo>
                <a:lnTo>
                  <a:pt x="582823" y="29157"/>
                </a:lnTo>
                <a:lnTo>
                  <a:pt x="582841" y="29164"/>
                </a:lnTo>
                <a:lnTo>
                  <a:pt x="582860" y="29170"/>
                </a:lnTo>
                <a:lnTo>
                  <a:pt x="582879" y="29177"/>
                </a:lnTo>
                <a:lnTo>
                  <a:pt x="582899" y="29183"/>
                </a:lnTo>
                <a:lnTo>
                  <a:pt x="582919" y="29189"/>
                </a:lnTo>
                <a:lnTo>
                  <a:pt x="582940" y="29195"/>
                </a:lnTo>
                <a:lnTo>
                  <a:pt x="582961" y="29200"/>
                </a:lnTo>
                <a:lnTo>
                  <a:pt x="582982" y="29206"/>
                </a:lnTo>
                <a:lnTo>
                  <a:pt x="583004" y="29211"/>
                </a:lnTo>
                <a:lnTo>
                  <a:pt x="583026" y="29216"/>
                </a:lnTo>
                <a:lnTo>
                  <a:pt x="583049" y="29221"/>
                </a:lnTo>
                <a:lnTo>
                  <a:pt x="583072" y="29226"/>
                </a:lnTo>
                <a:lnTo>
                  <a:pt x="583096" y="29231"/>
                </a:lnTo>
                <a:lnTo>
                  <a:pt x="583120" y="29235"/>
                </a:lnTo>
                <a:lnTo>
                  <a:pt x="583145" y="29239"/>
                </a:lnTo>
                <a:lnTo>
                  <a:pt x="583170" y="29243"/>
                </a:lnTo>
                <a:lnTo>
                  <a:pt x="583196" y="29247"/>
                </a:lnTo>
                <a:lnTo>
                  <a:pt x="583222" y="29250"/>
                </a:lnTo>
                <a:lnTo>
                  <a:pt x="583249" y="29254"/>
                </a:lnTo>
                <a:lnTo>
                  <a:pt x="583276" y="29257"/>
                </a:lnTo>
                <a:lnTo>
                  <a:pt x="583304" y="29260"/>
                </a:lnTo>
                <a:lnTo>
                  <a:pt x="583332" y="29263"/>
                </a:lnTo>
                <a:lnTo>
                  <a:pt x="583360" y="29265"/>
                </a:lnTo>
                <a:lnTo>
                  <a:pt x="583389" y="29267"/>
                </a:lnTo>
                <a:lnTo>
                  <a:pt x="583419" y="29270"/>
                </a:lnTo>
                <a:lnTo>
                  <a:pt x="583449" y="29272"/>
                </a:lnTo>
                <a:lnTo>
                  <a:pt x="583480" y="29273"/>
                </a:lnTo>
                <a:lnTo>
                  <a:pt x="583511" y="29275"/>
                </a:lnTo>
                <a:lnTo>
                  <a:pt x="583543" y="29276"/>
                </a:lnTo>
                <a:lnTo>
                  <a:pt x="583575" y="29277"/>
                </a:lnTo>
                <a:lnTo>
                  <a:pt x="583607" y="29278"/>
                </a:lnTo>
                <a:lnTo>
                  <a:pt x="583640" y="29279"/>
                </a:lnTo>
                <a:lnTo>
                  <a:pt x="583674" y="29279"/>
                </a:lnTo>
                <a:lnTo>
                  <a:pt x="583708" y="29280"/>
                </a:lnTo>
                <a:lnTo>
                  <a:pt x="583743" y="29280"/>
                </a:lnTo>
                <a:lnTo>
                  <a:pt x="583772" y="29280"/>
                </a:lnTo>
                <a:lnTo>
                  <a:pt x="583800" y="29280"/>
                </a:lnTo>
                <a:lnTo>
                  <a:pt x="583829" y="29279"/>
                </a:lnTo>
                <a:lnTo>
                  <a:pt x="583857" y="29279"/>
                </a:lnTo>
                <a:lnTo>
                  <a:pt x="583884" y="29278"/>
                </a:lnTo>
                <a:lnTo>
                  <a:pt x="583911" y="29278"/>
                </a:lnTo>
                <a:lnTo>
                  <a:pt x="583938" y="29277"/>
                </a:lnTo>
                <a:lnTo>
                  <a:pt x="583965" y="29276"/>
                </a:lnTo>
                <a:lnTo>
                  <a:pt x="583991" y="29275"/>
                </a:lnTo>
                <a:lnTo>
                  <a:pt x="584016" y="29274"/>
                </a:lnTo>
                <a:lnTo>
                  <a:pt x="584041" y="29273"/>
                </a:lnTo>
                <a:lnTo>
                  <a:pt x="584066" y="29271"/>
                </a:lnTo>
                <a:lnTo>
                  <a:pt x="584091" y="29270"/>
                </a:lnTo>
                <a:lnTo>
                  <a:pt x="584115" y="29268"/>
                </a:lnTo>
                <a:lnTo>
                  <a:pt x="584139" y="29267"/>
                </a:lnTo>
                <a:lnTo>
                  <a:pt x="584162" y="29265"/>
                </a:lnTo>
                <a:lnTo>
                  <a:pt x="584185" y="29263"/>
                </a:lnTo>
                <a:lnTo>
                  <a:pt x="584208" y="29261"/>
                </a:lnTo>
                <a:lnTo>
                  <a:pt x="584230" y="29259"/>
                </a:lnTo>
                <a:lnTo>
                  <a:pt x="584252" y="29257"/>
                </a:lnTo>
                <a:lnTo>
                  <a:pt x="584274" y="29254"/>
                </a:lnTo>
                <a:lnTo>
                  <a:pt x="584295" y="29252"/>
                </a:lnTo>
                <a:lnTo>
                  <a:pt x="584316" y="29249"/>
                </a:lnTo>
                <a:lnTo>
                  <a:pt x="584336" y="29246"/>
                </a:lnTo>
                <a:lnTo>
                  <a:pt x="584356" y="29244"/>
                </a:lnTo>
                <a:lnTo>
                  <a:pt x="584376" y="29241"/>
                </a:lnTo>
                <a:lnTo>
                  <a:pt x="584395" y="29237"/>
                </a:lnTo>
                <a:lnTo>
                  <a:pt x="584415" y="29234"/>
                </a:lnTo>
                <a:lnTo>
                  <a:pt x="584434" y="29231"/>
                </a:lnTo>
                <a:lnTo>
                  <a:pt x="584452" y="29228"/>
                </a:lnTo>
                <a:lnTo>
                  <a:pt x="584471" y="29224"/>
                </a:lnTo>
                <a:lnTo>
                  <a:pt x="584489" y="29220"/>
                </a:lnTo>
                <a:lnTo>
                  <a:pt x="584507" y="29217"/>
                </a:lnTo>
                <a:lnTo>
                  <a:pt x="584525" y="29213"/>
                </a:lnTo>
                <a:lnTo>
                  <a:pt x="584542" y="29209"/>
                </a:lnTo>
                <a:lnTo>
                  <a:pt x="584559" y="29205"/>
                </a:lnTo>
                <a:lnTo>
                  <a:pt x="584576" y="29200"/>
                </a:lnTo>
                <a:lnTo>
                  <a:pt x="584593" y="29196"/>
                </a:lnTo>
                <a:lnTo>
                  <a:pt x="584609" y="29192"/>
                </a:lnTo>
                <a:lnTo>
                  <a:pt x="584626" y="29187"/>
                </a:lnTo>
                <a:lnTo>
                  <a:pt x="584641" y="29182"/>
                </a:lnTo>
                <a:lnTo>
                  <a:pt x="584657" y="29177"/>
                </a:lnTo>
                <a:lnTo>
                  <a:pt x="584672" y="29172"/>
                </a:lnTo>
                <a:lnTo>
                  <a:pt x="584688" y="29167"/>
                </a:lnTo>
                <a:lnTo>
                  <a:pt x="584702" y="29162"/>
                </a:lnTo>
                <a:lnTo>
                  <a:pt x="584717" y="29157"/>
                </a:lnTo>
                <a:lnTo>
                  <a:pt x="584731" y="29152"/>
                </a:lnTo>
                <a:lnTo>
                  <a:pt x="584745" y="29146"/>
                </a:lnTo>
                <a:lnTo>
                  <a:pt x="584759" y="29140"/>
                </a:lnTo>
                <a:lnTo>
                  <a:pt x="584773" y="29135"/>
                </a:lnTo>
                <a:lnTo>
                  <a:pt x="584786" y="29128"/>
                </a:lnTo>
                <a:lnTo>
                  <a:pt x="584799" y="29122"/>
                </a:lnTo>
                <a:lnTo>
                  <a:pt x="584812" y="29116"/>
                </a:lnTo>
                <a:lnTo>
                  <a:pt x="584825" y="29109"/>
                </a:lnTo>
                <a:lnTo>
                  <a:pt x="584838" y="29102"/>
                </a:lnTo>
                <a:lnTo>
                  <a:pt x="584850" y="29095"/>
                </a:lnTo>
                <a:lnTo>
                  <a:pt x="584862" y="29088"/>
                </a:lnTo>
                <a:lnTo>
                  <a:pt x="584874" y="29080"/>
                </a:lnTo>
                <a:lnTo>
                  <a:pt x="584886" y="29073"/>
                </a:lnTo>
                <a:lnTo>
                  <a:pt x="584898" y="29065"/>
                </a:lnTo>
                <a:lnTo>
                  <a:pt x="584909" y="29057"/>
                </a:lnTo>
                <a:lnTo>
                  <a:pt x="584920" y="29048"/>
                </a:lnTo>
                <a:lnTo>
                  <a:pt x="584931" y="29040"/>
                </a:lnTo>
                <a:lnTo>
                  <a:pt x="584942" y="29031"/>
                </a:lnTo>
                <a:lnTo>
                  <a:pt x="584953" y="29022"/>
                </a:lnTo>
                <a:lnTo>
                  <a:pt x="584963" y="29013"/>
                </a:lnTo>
                <a:lnTo>
                  <a:pt x="584973" y="29004"/>
                </a:lnTo>
                <a:lnTo>
                  <a:pt x="584983" y="28994"/>
                </a:lnTo>
                <a:lnTo>
                  <a:pt x="584993" y="28984"/>
                </a:lnTo>
                <a:lnTo>
                  <a:pt x="585003" y="28974"/>
                </a:lnTo>
                <a:lnTo>
                  <a:pt x="585012" y="28964"/>
                </a:lnTo>
                <a:lnTo>
                  <a:pt x="585021" y="28954"/>
                </a:lnTo>
                <a:lnTo>
                  <a:pt x="585030" y="28943"/>
                </a:lnTo>
                <a:lnTo>
                  <a:pt x="585039" y="28932"/>
                </a:lnTo>
                <a:lnTo>
                  <a:pt x="585048" y="28921"/>
                </a:lnTo>
                <a:lnTo>
                  <a:pt x="585056" y="28910"/>
                </a:lnTo>
                <a:lnTo>
                  <a:pt x="585065" y="28898"/>
                </a:lnTo>
                <a:lnTo>
                  <a:pt x="585073" y="28885"/>
                </a:lnTo>
                <a:lnTo>
                  <a:pt x="585081" y="28873"/>
                </a:lnTo>
                <a:lnTo>
                  <a:pt x="585089" y="28860"/>
                </a:lnTo>
                <a:lnTo>
                  <a:pt x="585097" y="28847"/>
                </a:lnTo>
                <a:lnTo>
                  <a:pt x="585104" y="28833"/>
                </a:lnTo>
                <a:lnTo>
                  <a:pt x="585112" y="28820"/>
                </a:lnTo>
                <a:lnTo>
                  <a:pt x="585119" y="28805"/>
                </a:lnTo>
                <a:lnTo>
                  <a:pt x="585127" y="28791"/>
                </a:lnTo>
                <a:lnTo>
                  <a:pt x="585134" y="28776"/>
                </a:lnTo>
                <a:lnTo>
                  <a:pt x="585141" y="28761"/>
                </a:lnTo>
                <a:lnTo>
                  <a:pt x="585147" y="28746"/>
                </a:lnTo>
                <a:lnTo>
                  <a:pt x="585154" y="28730"/>
                </a:lnTo>
                <a:lnTo>
                  <a:pt x="585161" y="28714"/>
                </a:lnTo>
                <a:lnTo>
                  <a:pt x="585167" y="28698"/>
                </a:lnTo>
                <a:lnTo>
                  <a:pt x="585173" y="28681"/>
                </a:lnTo>
                <a:lnTo>
                  <a:pt x="585179" y="28664"/>
                </a:lnTo>
                <a:lnTo>
                  <a:pt x="585185" y="28646"/>
                </a:lnTo>
                <a:lnTo>
                  <a:pt x="585191" y="28629"/>
                </a:lnTo>
                <a:lnTo>
                  <a:pt x="585197" y="28611"/>
                </a:lnTo>
                <a:lnTo>
                  <a:pt x="595307" y="870"/>
                </a:lnTo>
                <a:lnTo>
                  <a:pt x="595314" y="852"/>
                </a:lnTo>
                <a:lnTo>
                  <a:pt x="595321" y="834"/>
                </a:lnTo>
                <a:lnTo>
                  <a:pt x="595327" y="816"/>
                </a:lnTo>
                <a:lnTo>
                  <a:pt x="595332" y="799"/>
                </a:lnTo>
                <a:lnTo>
                  <a:pt x="595337" y="781"/>
                </a:lnTo>
                <a:close/>
                <a:moveTo>
                  <a:pt x="510812" y="15975"/>
                </a:moveTo>
                <a:lnTo>
                  <a:pt x="510812" y="15951"/>
                </a:lnTo>
                <a:lnTo>
                  <a:pt x="510810" y="15927"/>
                </a:lnTo>
                <a:lnTo>
                  <a:pt x="510809" y="15903"/>
                </a:lnTo>
                <a:lnTo>
                  <a:pt x="510808" y="15880"/>
                </a:lnTo>
                <a:lnTo>
                  <a:pt x="510806" y="15857"/>
                </a:lnTo>
                <a:lnTo>
                  <a:pt x="510805" y="15835"/>
                </a:lnTo>
                <a:lnTo>
                  <a:pt x="510803" y="15813"/>
                </a:lnTo>
                <a:lnTo>
                  <a:pt x="510801" y="15791"/>
                </a:lnTo>
                <a:lnTo>
                  <a:pt x="510799" y="15770"/>
                </a:lnTo>
                <a:lnTo>
                  <a:pt x="510797" y="15748"/>
                </a:lnTo>
                <a:lnTo>
                  <a:pt x="510794" y="15728"/>
                </a:lnTo>
                <a:lnTo>
                  <a:pt x="510792" y="15707"/>
                </a:lnTo>
                <a:lnTo>
                  <a:pt x="510789" y="15687"/>
                </a:lnTo>
                <a:lnTo>
                  <a:pt x="510786" y="15668"/>
                </a:lnTo>
                <a:lnTo>
                  <a:pt x="510783" y="15648"/>
                </a:lnTo>
                <a:lnTo>
                  <a:pt x="510780" y="15629"/>
                </a:lnTo>
                <a:lnTo>
                  <a:pt x="510777" y="15611"/>
                </a:lnTo>
                <a:lnTo>
                  <a:pt x="510773" y="15592"/>
                </a:lnTo>
                <a:lnTo>
                  <a:pt x="510770" y="15575"/>
                </a:lnTo>
                <a:lnTo>
                  <a:pt x="510766" y="15557"/>
                </a:lnTo>
                <a:lnTo>
                  <a:pt x="510762" y="15539"/>
                </a:lnTo>
                <a:lnTo>
                  <a:pt x="510758" y="15522"/>
                </a:lnTo>
                <a:lnTo>
                  <a:pt x="510754" y="15505"/>
                </a:lnTo>
                <a:lnTo>
                  <a:pt x="510750" y="15489"/>
                </a:lnTo>
                <a:lnTo>
                  <a:pt x="510746" y="15472"/>
                </a:lnTo>
                <a:lnTo>
                  <a:pt x="510742" y="15456"/>
                </a:lnTo>
                <a:lnTo>
                  <a:pt x="510737" y="15440"/>
                </a:lnTo>
                <a:lnTo>
                  <a:pt x="510733" y="15424"/>
                </a:lnTo>
                <a:lnTo>
                  <a:pt x="510728" y="15409"/>
                </a:lnTo>
                <a:lnTo>
                  <a:pt x="510723" y="15394"/>
                </a:lnTo>
                <a:lnTo>
                  <a:pt x="510718" y="15379"/>
                </a:lnTo>
                <a:lnTo>
                  <a:pt x="510713" y="15365"/>
                </a:lnTo>
                <a:lnTo>
                  <a:pt x="510708" y="15350"/>
                </a:lnTo>
                <a:lnTo>
                  <a:pt x="510703" y="15336"/>
                </a:lnTo>
                <a:lnTo>
                  <a:pt x="510697" y="15322"/>
                </a:lnTo>
                <a:lnTo>
                  <a:pt x="510692" y="15309"/>
                </a:lnTo>
                <a:lnTo>
                  <a:pt x="510686" y="15296"/>
                </a:lnTo>
                <a:lnTo>
                  <a:pt x="510680" y="15283"/>
                </a:lnTo>
                <a:lnTo>
                  <a:pt x="510675" y="15270"/>
                </a:lnTo>
                <a:lnTo>
                  <a:pt x="510669" y="15257"/>
                </a:lnTo>
                <a:lnTo>
                  <a:pt x="510663" y="15245"/>
                </a:lnTo>
                <a:lnTo>
                  <a:pt x="510656" y="15233"/>
                </a:lnTo>
                <a:lnTo>
                  <a:pt x="510650" y="15221"/>
                </a:lnTo>
                <a:lnTo>
                  <a:pt x="510644" y="15210"/>
                </a:lnTo>
                <a:lnTo>
                  <a:pt x="510637" y="15199"/>
                </a:lnTo>
                <a:lnTo>
                  <a:pt x="510630" y="15188"/>
                </a:lnTo>
                <a:lnTo>
                  <a:pt x="510624" y="15178"/>
                </a:lnTo>
                <a:lnTo>
                  <a:pt x="510617" y="15168"/>
                </a:lnTo>
                <a:lnTo>
                  <a:pt x="510610" y="15158"/>
                </a:lnTo>
                <a:lnTo>
                  <a:pt x="510602" y="15149"/>
                </a:lnTo>
                <a:lnTo>
                  <a:pt x="510595" y="15140"/>
                </a:lnTo>
                <a:lnTo>
                  <a:pt x="510588" y="15131"/>
                </a:lnTo>
                <a:lnTo>
                  <a:pt x="510580" y="15122"/>
                </a:lnTo>
                <a:lnTo>
                  <a:pt x="510573" y="15114"/>
                </a:lnTo>
                <a:lnTo>
                  <a:pt x="510565" y="15106"/>
                </a:lnTo>
                <a:lnTo>
                  <a:pt x="510557" y="15099"/>
                </a:lnTo>
                <a:lnTo>
                  <a:pt x="510549" y="15092"/>
                </a:lnTo>
                <a:lnTo>
                  <a:pt x="510541" y="15085"/>
                </a:lnTo>
                <a:lnTo>
                  <a:pt x="510533" y="15078"/>
                </a:lnTo>
                <a:lnTo>
                  <a:pt x="510525" y="15072"/>
                </a:lnTo>
                <a:lnTo>
                  <a:pt x="510516" y="15066"/>
                </a:lnTo>
                <a:lnTo>
                  <a:pt x="510508" y="15060"/>
                </a:lnTo>
                <a:lnTo>
                  <a:pt x="510499" y="15055"/>
                </a:lnTo>
                <a:lnTo>
                  <a:pt x="510490" y="15050"/>
                </a:lnTo>
                <a:lnTo>
                  <a:pt x="510481" y="15045"/>
                </a:lnTo>
                <a:lnTo>
                  <a:pt x="510472" y="15041"/>
                </a:lnTo>
                <a:lnTo>
                  <a:pt x="510463" y="15037"/>
                </a:lnTo>
                <a:lnTo>
                  <a:pt x="510454" y="15033"/>
                </a:lnTo>
                <a:lnTo>
                  <a:pt x="510445" y="15029"/>
                </a:lnTo>
                <a:lnTo>
                  <a:pt x="510436" y="15026"/>
                </a:lnTo>
                <a:lnTo>
                  <a:pt x="510426" y="15022"/>
                </a:lnTo>
                <a:lnTo>
                  <a:pt x="510417" y="15019"/>
                </a:lnTo>
                <a:lnTo>
                  <a:pt x="510407" y="15016"/>
                </a:lnTo>
                <a:lnTo>
                  <a:pt x="510397" y="15013"/>
                </a:lnTo>
                <a:lnTo>
                  <a:pt x="510387" y="15010"/>
                </a:lnTo>
                <a:lnTo>
                  <a:pt x="510378" y="15008"/>
                </a:lnTo>
                <a:lnTo>
                  <a:pt x="510368" y="15006"/>
                </a:lnTo>
                <a:lnTo>
                  <a:pt x="510358" y="15003"/>
                </a:lnTo>
                <a:lnTo>
                  <a:pt x="510347" y="15001"/>
                </a:lnTo>
                <a:lnTo>
                  <a:pt x="510337" y="15000"/>
                </a:lnTo>
                <a:lnTo>
                  <a:pt x="510327" y="14998"/>
                </a:lnTo>
                <a:lnTo>
                  <a:pt x="510316" y="14996"/>
                </a:lnTo>
                <a:lnTo>
                  <a:pt x="510306" y="14995"/>
                </a:lnTo>
                <a:lnTo>
                  <a:pt x="510295" y="14994"/>
                </a:lnTo>
                <a:lnTo>
                  <a:pt x="510285" y="14993"/>
                </a:lnTo>
                <a:lnTo>
                  <a:pt x="510274" y="14992"/>
                </a:lnTo>
                <a:lnTo>
                  <a:pt x="510263" y="14992"/>
                </a:lnTo>
                <a:lnTo>
                  <a:pt x="510252" y="14991"/>
                </a:lnTo>
                <a:lnTo>
                  <a:pt x="510241" y="14991"/>
                </a:lnTo>
                <a:lnTo>
                  <a:pt x="510230" y="14991"/>
                </a:lnTo>
                <a:lnTo>
                  <a:pt x="503244" y="14991"/>
                </a:lnTo>
                <a:lnTo>
                  <a:pt x="503220" y="14991"/>
                </a:lnTo>
                <a:lnTo>
                  <a:pt x="503195" y="14993"/>
                </a:lnTo>
                <a:lnTo>
                  <a:pt x="503172" y="14995"/>
                </a:lnTo>
                <a:lnTo>
                  <a:pt x="503148" y="14998"/>
                </a:lnTo>
                <a:lnTo>
                  <a:pt x="503126" y="15002"/>
                </a:lnTo>
                <a:lnTo>
                  <a:pt x="503103" y="15007"/>
                </a:lnTo>
                <a:lnTo>
                  <a:pt x="503082" y="15012"/>
                </a:lnTo>
                <a:lnTo>
                  <a:pt x="503061" y="15019"/>
                </a:lnTo>
                <a:lnTo>
                  <a:pt x="503040" y="15026"/>
                </a:lnTo>
                <a:lnTo>
                  <a:pt x="503020" y="15034"/>
                </a:lnTo>
                <a:lnTo>
                  <a:pt x="503000" y="15044"/>
                </a:lnTo>
                <a:lnTo>
                  <a:pt x="502981" y="15054"/>
                </a:lnTo>
                <a:lnTo>
                  <a:pt x="502963" y="15064"/>
                </a:lnTo>
                <a:lnTo>
                  <a:pt x="502945" y="15076"/>
                </a:lnTo>
                <a:lnTo>
                  <a:pt x="502927" y="15089"/>
                </a:lnTo>
                <a:lnTo>
                  <a:pt x="502910" y="15102"/>
                </a:lnTo>
                <a:lnTo>
                  <a:pt x="502894" y="15117"/>
                </a:lnTo>
                <a:lnTo>
                  <a:pt x="502878" y="15132"/>
                </a:lnTo>
                <a:lnTo>
                  <a:pt x="502862" y="15148"/>
                </a:lnTo>
                <a:lnTo>
                  <a:pt x="502848" y="15165"/>
                </a:lnTo>
                <a:lnTo>
                  <a:pt x="502833" y="15183"/>
                </a:lnTo>
                <a:lnTo>
                  <a:pt x="502819" y="15201"/>
                </a:lnTo>
                <a:lnTo>
                  <a:pt x="502806" y="15221"/>
                </a:lnTo>
                <a:lnTo>
                  <a:pt x="502793" y="15242"/>
                </a:lnTo>
                <a:lnTo>
                  <a:pt x="502781" y="15263"/>
                </a:lnTo>
                <a:lnTo>
                  <a:pt x="502769" y="15286"/>
                </a:lnTo>
                <a:lnTo>
                  <a:pt x="502758" y="15310"/>
                </a:lnTo>
                <a:lnTo>
                  <a:pt x="502747" y="15336"/>
                </a:lnTo>
                <a:lnTo>
                  <a:pt x="502737" y="15363"/>
                </a:lnTo>
                <a:lnTo>
                  <a:pt x="502727" y="15391"/>
                </a:lnTo>
                <a:lnTo>
                  <a:pt x="502718" y="15420"/>
                </a:lnTo>
                <a:lnTo>
                  <a:pt x="502710" y="15451"/>
                </a:lnTo>
                <a:lnTo>
                  <a:pt x="502702" y="15484"/>
                </a:lnTo>
                <a:lnTo>
                  <a:pt x="502694" y="15517"/>
                </a:lnTo>
                <a:lnTo>
                  <a:pt x="502687" y="15552"/>
                </a:lnTo>
                <a:lnTo>
                  <a:pt x="502680" y="15588"/>
                </a:lnTo>
                <a:lnTo>
                  <a:pt x="502674" y="15626"/>
                </a:lnTo>
                <a:lnTo>
                  <a:pt x="502669" y="15665"/>
                </a:lnTo>
                <a:lnTo>
                  <a:pt x="502664" y="15705"/>
                </a:lnTo>
                <a:lnTo>
                  <a:pt x="502660" y="15747"/>
                </a:lnTo>
                <a:lnTo>
                  <a:pt x="502656" y="15790"/>
                </a:lnTo>
                <a:lnTo>
                  <a:pt x="502652" y="15834"/>
                </a:lnTo>
                <a:lnTo>
                  <a:pt x="502649" y="15879"/>
                </a:lnTo>
                <a:lnTo>
                  <a:pt x="502647" y="15926"/>
                </a:lnTo>
                <a:lnTo>
                  <a:pt x="502645" y="15975"/>
                </a:lnTo>
                <a:lnTo>
                  <a:pt x="502644" y="16024"/>
                </a:lnTo>
                <a:lnTo>
                  <a:pt x="502643" y="16075"/>
                </a:lnTo>
                <a:lnTo>
                  <a:pt x="502643" y="16127"/>
                </a:lnTo>
                <a:lnTo>
                  <a:pt x="502643" y="16180"/>
                </a:lnTo>
                <a:lnTo>
                  <a:pt x="502644" y="16231"/>
                </a:lnTo>
                <a:lnTo>
                  <a:pt x="502645" y="16280"/>
                </a:lnTo>
                <a:lnTo>
                  <a:pt x="502647" y="16329"/>
                </a:lnTo>
                <a:lnTo>
                  <a:pt x="502649" y="16376"/>
                </a:lnTo>
                <a:lnTo>
                  <a:pt x="502652" y="16421"/>
                </a:lnTo>
                <a:lnTo>
                  <a:pt x="502656" y="16466"/>
                </a:lnTo>
                <a:lnTo>
                  <a:pt x="502660" y="16509"/>
                </a:lnTo>
                <a:lnTo>
                  <a:pt x="502664" y="16551"/>
                </a:lnTo>
                <a:lnTo>
                  <a:pt x="502669" y="16591"/>
                </a:lnTo>
                <a:lnTo>
                  <a:pt x="502674" y="16630"/>
                </a:lnTo>
                <a:lnTo>
                  <a:pt x="502680" y="16668"/>
                </a:lnTo>
                <a:lnTo>
                  <a:pt x="502687" y="16705"/>
                </a:lnTo>
                <a:lnTo>
                  <a:pt x="502694" y="16740"/>
                </a:lnTo>
                <a:lnTo>
                  <a:pt x="502702" y="16774"/>
                </a:lnTo>
                <a:lnTo>
                  <a:pt x="502710" y="16807"/>
                </a:lnTo>
                <a:lnTo>
                  <a:pt x="502718" y="16838"/>
                </a:lnTo>
                <a:lnTo>
                  <a:pt x="502727" y="16868"/>
                </a:lnTo>
                <a:lnTo>
                  <a:pt x="502737" y="16897"/>
                </a:lnTo>
                <a:lnTo>
                  <a:pt x="502747" y="16925"/>
                </a:lnTo>
                <a:lnTo>
                  <a:pt x="502758" y="16951"/>
                </a:lnTo>
                <a:lnTo>
                  <a:pt x="502769" y="16976"/>
                </a:lnTo>
                <a:lnTo>
                  <a:pt x="502781" y="16999"/>
                </a:lnTo>
                <a:lnTo>
                  <a:pt x="502793" y="17021"/>
                </a:lnTo>
                <a:lnTo>
                  <a:pt x="502806" y="17043"/>
                </a:lnTo>
                <a:lnTo>
                  <a:pt x="502819" y="17063"/>
                </a:lnTo>
                <a:lnTo>
                  <a:pt x="502833" y="17082"/>
                </a:lnTo>
                <a:lnTo>
                  <a:pt x="502848" y="17101"/>
                </a:lnTo>
                <a:lnTo>
                  <a:pt x="502862" y="17118"/>
                </a:lnTo>
                <a:lnTo>
                  <a:pt x="502878" y="17135"/>
                </a:lnTo>
                <a:lnTo>
                  <a:pt x="502894" y="17150"/>
                </a:lnTo>
                <a:lnTo>
                  <a:pt x="502910" y="17165"/>
                </a:lnTo>
                <a:lnTo>
                  <a:pt x="502927" y="17179"/>
                </a:lnTo>
                <a:lnTo>
                  <a:pt x="502945" y="17192"/>
                </a:lnTo>
                <a:lnTo>
                  <a:pt x="502963" y="17204"/>
                </a:lnTo>
                <a:lnTo>
                  <a:pt x="502981" y="17216"/>
                </a:lnTo>
                <a:lnTo>
                  <a:pt x="503000" y="17226"/>
                </a:lnTo>
                <a:lnTo>
                  <a:pt x="503020" y="17235"/>
                </a:lnTo>
                <a:lnTo>
                  <a:pt x="503040" y="17244"/>
                </a:lnTo>
                <a:lnTo>
                  <a:pt x="503061" y="17252"/>
                </a:lnTo>
                <a:lnTo>
                  <a:pt x="503082" y="17258"/>
                </a:lnTo>
                <a:lnTo>
                  <a:pt x="503103" y="17264"/>
                </a:lnTo>
                <a:lnTo>
                  <a:pt x="503126" y="17269"/>
                </a:lnTo>
                <a:lnTo>
                  <a:pt x="503148" y="17273"/>
                </a:lnTo>
                <a:lnTo>
                  <a:pt x="503172" y="17276"/>
                </a:lnTo>
                <a:lnTo>
                  <a:pt x="503195" y="17279"/>
                </a:lnTo>
                <a:lnTo>
                  <a:pt x="503220" y="17280"/>
                </a:lnTo>
                <a:lnTo>
                  <a:pt x="503244" y="17280"/>
                </a:lnTo>
                <a:lnTo>
                  <a:pt x="510230" y="17280"/>
                </a:lnTo>
                <a:lnTo>
                  <a:pt x="510254" y="17280"/>
                </a:lnTo>
                <a:lnTo>
                  <a:pt x="510277" y="17279"/>
                </a:lnTo>
                <a:lnTo>
                  <a:pt x="510299" y="17277"/>
                </a:lnTo>
                <a:lnTo>
                  <a:pt x="510321" y="17273"/>
                </a:lnTo>
                <a:lnTo>
                  <a:pt x="510343" y="17270"/>
                </a:lnTo>
                <a:lnTo>
                  <a:pt x="510364" y="17265"/>
                </a:lnTo>
                <a:lnTo>
                  <a:pt x="510385" y="17259"/>
                </a:lnTo>
                <a:lnTo>
                  <a:pt x="510405" y="17253"/>
                </a:lnTo>
                <a:lnTo>
                  <a:pt x="510424" y="17245"/>
                </a:lnTo>
                <a:lnTo>
                  <a:pt x="510444" y="17237"/>
                </a:lnTo>
                <a:lnTo>
                  <a:pt x="510462" y="17228"/>
                </a:lnTo>
                <a:lnTo>
                  <a:pt x="510481" y="17218"/>
                </a:lnTo>
                <a:lnTo>
                  <a:pt x="510499" y="17207"/>
                </a:lnTo>
                <a:lnTo>
                  <a:pt x="510516" y="17195"/>
                </a:lnTo>
                <a:lnTo>
                  <a:pt x="510533" y="17182"/>
                </a:lnTo>
                <a:lnTo>
                  <a:pt x="510550" y="17169"/>
                </a:lnTo>
                <a:lnTo>
                  <a:pt x="510566" y="17155"/>
                </a:lnTo>
                <a:lnTo>
                  <a:pt x="510581" y="17139"/>
                </a:lnTo>
                <a:lnTo>
                  <a:pt x="510596" y="17123"/>
                </a:lnTo>
                <a:lnTo>
                  <a:pt x="510611" y="17106"/>
                </a:lnTo>
                <a:lnTo>
                  <a:pt x="510625" y="17088"/>
                </a:lnTo>
                <a:lnTo>
                  <a:pt x="510639" y="17070"/>
                </a:lnTo>
                <a:lnTo>
                  <a:pt x="510652" y="17050"/>
                </a:lnTo>
                <a:lnTo>
                  <a:pt x="510665" y="17030"/>
                </a:lnTo>
                <a:lnTo>
                  <a:pt x="510677" y="17008"/>
                </a:lnTo>
                <a:lnTo>
                  <a:pt x="510689" y="16985"/>
                </a:lnTo>
                <a:lnTo>
                  <a:pt x="510700" y="16961"/>
                </a:lnTo>
                <a:lnTo>
                  <a:pt x="510711" y="16935"/>
                </a:lnTo>
                <a:lnTo>
                  <a:pt x="510721" y="16908"/>
                </a:lnTo>
                <a:lnTo>
                  <a:pt x="510730" y="16879"/>
                </a:lnTo>
                <a:lnTo>
                  <a:pt x="510740" y="16849"/>
                </a:lnTo>
                <a:lnTo>
                  <a:pt x="510748" y="16818"/>
                </a:lnTo>
                <a:lnTo>
                  <a:pt x="510756" y="16785"/>
                </a:lnTo>
                <a:lnTo>
                  <a:pt x="510764" y="16751"/>
                </a:lnTo>
                <a:lnTo>
                  <a:pt x="510771" y="16716"/>
                </a:lnTo>
                <a:lnTo>
                  <a:pt x="510777" y="16679"/>
                </a:lnTo>
                <a:lnTo>
                  <a:pt x="510783" y="16640"/>
                </a:lnTo>
                <a:lnTo>
                  <a:pt x="510789" y="16601"/>
                </a:lnTo>
                <a:lnTo>
                  <a:pt x="510794" y="16560"/>
                </a:lnTo>
                <a:lnTo>
                  <a:pt x="510798" y="16517"/>
                </a:lnTo>
                <a:lnTo>
                  <a:pt x="510802" y="16473"/>
                </a:lnTo>
                <a:lnTo>
                  <a:pt x="510806" y="16428"/>
                </a:lnTo>
                <a:lnTo>
                  <a:pt x="510809" y="16381"/>
                </a:lnTo>
                <a:lnTo>
                  <a:pt x="510811" y="16333"/>
                </a:lnTo>
                <a:lnTo>
                  <a:pt x="510813" y="16284"/>
                </a:lnTo>
                <a:lnTo>
                  <a:pt x="510814" y="16233"/>
                </a:lnTo>
                <a:lnTo>
                  <a:pt x="510815" y="16181"/>
                </a:lnTo>
                <a:lnTo>
                  <a:pt x="510815" y="16127"/>
                </a:lnTo>
                <a:lnTo>
                  <a:pt x="510815" y="16101"/>
                </a:lnTo>
                <a:lnTo>
                  <a:pt x="510815" y="16075"/>
                </a:lnTo>
                <a:lnTo>
                  <a:pt x="510814" y="16049"/>
                </a:lnTo>
                <a:lnTo>
                  <a:pt x="510814" y="16024"/>
                </a:lnTo>
                <a:lnTo>
                  <a:pt x="510813" y="15999"/>
                </a:lnTo>
                <a:lnTo>
                  <a:pt x="510812" y="15975"/>
                </a:lnTo>
                <a:close/>
                <a:moveTo>
                  <a:pt x="660074" y="14326"/>
                </a:moveTo>
                <a:lnTo>
                  <a:pt x="660068" y="14201"/>
                </a:lnTo>
                <a:lnTo>
                  <a:pt x="660062" y="14077"/>
                </a:lnTo>
                <a:lnTo>
                  <a:pt x="660055" y="13956"/>
                </a:lnTo>
                <a:lnTo>
                  <a:pt x="660047" y="13835"/>
                </a:lnTo>
                <a:lnTo>
                  <a:pt x="660038" y="13717"/>
                </a:lnTo>
                <a:lnTo>
                  <a:pt x="660028" y="13600"/>
                </a:lnTo>
                <a:lnTo>
                  <a:pt x="660017" y="13485"/>
                </a:lnTo>
                <a:lnTo>
                  <a:pt x="660005" y="13371"/>
                </a:lnTo>
                <a:lnTo>
                  <a:pt x="659992" y="13259"/>
                </a:lnTo>
                <a:lnTo>
                  <a:pt x="659978" y="13148"/>
                </a:lnTo>
                <a:lnTo>
                  <a:pt x="659963" y="13039"/>
                </a:lnTo>
                <a:lnTo>
                  <a:pt x="659947" y="12932"/>
                </a:lnTo>
                <a:lnTo>
                  <a:pt x="659930" y="12826"/>
                </a:lnTo>
                <a:lnTo>
                  <a:pt x="659913" y="12722"/>
                </a:lnTo>
                <a:lnTo>
                  <a:pt x="659894" y="12619"/>
                </a:lnTo>
                <a:lnTo>
                  <a:pt x="659874" y="12518"/>
                </a:lnTo>
                <a:lnTo>
                  <a:pt x="659854" y="12419"/>
                </a:lnTo>
                <a:lnTo>
                  <a:pt x="659832" y="12321"/>
                </a:lnTo>
                <a:lnTo>
                  <a:pt x="659810" y="12225"/>
                </a:lnTo>
                <a:lnTo>
                  <a:pt x="659786" y="12130"/>
                </a:lnTo>
                <a:lnTo>
                  <a:pt x="659761" y="12036"/>
                </a:lnTo>
                <a:lnTo>
                  <a:pt x="659735" y="11943"/>
                </a:lnTo>
                <a:lnTo>
                  <a:pt x="659708" y="11852"/>
                </a:lnTo>
                <a:lnTo>
                  <a:pt x="659679" y="11761"/>
                </a:lnTo>
                <a:lnTo>
                  <a:pt x="659649" y="11671"/>
                </a:lnTo>
                <a:lnTo>
                  <a:pt x="659618" y="11582"/>
                </a:lnTo>
                <a:lnTo>
                  <a:pt x="659586" y="11494"/>
                </a:lnTo>
                <a:lnTo>
                  <a:pt x="659552" y="11408"/>
                </a:lnTo>
                <a:lnTo>
                  <a:pt x="659518" y="11322"/>
                </a:lnTo>
                <a:lnTo>
                  <a:pt x="659482" y="11237"/>
                </a:lnTo>
                <a:lnTo>
                  <a:pt x="659444" y="11153"/>
                </a:lnTo>
                <a:lnTo>
                  <a:pt x="659406" y="11071"/>
                </a:lnTo>
                <a:lnTo>
                  <a:pt x="659366" y="10989"/>
                </a:lnTo>
                <a:lnTo>
                  <a:pt x="659325" y="10908"/>
                </a:lnTo>
                <a:lnTo>
                  <a:pt x="659282" y="10829"/>
                </a:lnTo>
                <a:lnTo>
                  <a:pt x="659239" y="10750"/>
                </a:lnTo>
                <a:lnTo>
                  <a:pt x="659194" y="10672"/>
                </a:lnTo>
                <a:lnTo>
                  <a:pt x="659148" y="10596"/>
                </a:lnTo>
                <a:lnTo>
                  <a:pt x="659101" y="10520"/>
                </a:lnTo>
                <a:lnTo>
                  <a:pt x="659052" y="10446"/>
                </a:lnTo>
                <a:lnTo>
                  <a:pt x="659002" y="10372"/>
                </a:lnTo>
                <a:lnTo>
                  <a:pt x="658951" y="10299"/>
                </a:lnTo>
                <a:lnTo>
                  <a:pt x="658899" y="10228"/>
                </a:lnTo>
                <a:lnTo>
                  <a:pt x="658845" y="10157"/>
                </a:lnTo>
                <a:lnTo>
                  <a:pt x="658790" y="10088"/>
                </a:lnTo>
                <a:lnTo>
                  <a:pt x="658734" y="10020"/>
                </a:lnTo>
                <a:lnTo>
                  <a:pt x="658676" y="9953"/>
                </a:lnTo>
                <a:lnTo>
                  <a:pt x="658617" y="9888"/>
                </a:lnTo>
                <a:lnTo>
                  <a:pt x="658557" y="9823"/>
                </a:lnTo>
                <a:lnTo>
                  <a:pt x="658495" y="9760"/>
                </a:lnTo>
                <a:lnTo>
                  <a:pt x="658432" y="9698"/>
                </a:lnTo>
                <a:lnTo>
                  <a:pt x="658367" y="9637"/>
                </a:lnTo>
                <a:lnTo>
                  <a:pt x="658302" y="9577"/>
                </a:lnTo>
                <a:lnTo>
                  <a:pt x="658234" y="9519"/>
                </a:lnTo>
                <a:lnTo>
                  <a:pt x="658166" y="9461"/>
                </a:lnTo>
                <a:lnTo>
                  <a:pt x="658096" y="9405"/>
                </a:lnTo>
                <a:lnTo>
                  <a:pt x="658024" y="9350"/>
                </a:lnTo>
                <a:lnTo>
                  <a:pt x="657952" y="9296"/>
                </a:lnTo>
                <a:lnTo>
                  <a:pt x="657878" y="9244"/>
                </a:lnTo>
                <a:lnTo>
                  <a:pt x="657802" y="9192"/>
                </a:lnTo>
                <a:lnTo>
                  <a:pt x="657725" y="9142"/>
                </a:lnTo>
                <a:lnTo>
                  <a:pt x="657647" y="9093"/>
                </a:lnTo>
                <a:lnTo>
                  <a:pt x="657568" y="9045"/>
                </a:lnTo>
                <a:lnTo>
                  <a:pt x="657487" y="8999"/>
                </a:lnTo>
                <a:lnTo>
                  <a:pt x="657405" y="8953"/>
                </a:lnTo>
                <a:lnTo>
                  <a:pt x="657321" y="8909"/>
                </a:lnTo>
                <a:lnTo>
                  <a:pt x="657236" y="8866"/>
                </a:lnTo>
                <a:lnTo>
                  <a:pt x="657150" y="8824"/>
                </a:lnTo>
                <a:lnTo>
                  <a:pt x="657061" y="8784"/>
                </a:lnTo>
                <a:lnTo>
                  <a:pt x="656972" y="8746"/>
                </a:lnTo>
                <a:lnTo>
                  <a:pt x="656880" y="8710"/>
                </a:lnTo>
                <a:lnTo>
                  <a:pt x="656787" y="8676"/>
                </a:lnTo>
                <a:lnTo>
                  <a:pt x="656692" y="8643"/>
                </a:lnTo>
                <a:lnTo>
                  <a:pt x="656596" y="8612"/>
                </a:lnTo>
                <a:lnTo>
                  <a:pt x="656498" y="8583"/>
                </a:lnTo>
                <a:lnTo>
                  <a:pt x="656398" y="8555"/>
                </a:lnTo>
                <a:lnTo>
                  <a:pt x="656297" y="8530"/>
                </a:lnTo>
                <a:lnTo>
                  <a:pt x="656194" y="8506"/>
                </a:lnTo>
                <a:lnTo>
                  <a:pt x="656089" y="8484"/>
                </a:lnTo>
                <a:lnTo>
                  <a:pt x="655983" y="8463"/>
                </a:lnTo>
                <a:lnTo>
                  <a:pt x="655875" y="8445"/>
                </a:lnTo>
                <a:lnTo>
                  <a:pt x="655765" y="8428"/>
                </a:lnTo>
                <a:lnTo>
                  <a:pt x="655654" y="8413"/>
                </a:lnTo>
                <a:lnTo>
                  <a:pt x="655541" y="8399"/>
                </a:lnTo>
                <a:lnTo>
                  <a:pt x="655426" y="8388"/>
                </a:lnTo>
                <a:lnTo>
                  <a:pt x="655310" y="8378"/>
                </a:lnTo>
                <a:lnTo>
                  <a:pt x="655192" y="8370"/>
                </a:lnTo>
                <a:lnTo>
                  <a:pt x="655073" y="8364"/>
                </a:lnTo>
                <a:lnTo>
                  <a:pt x="654952" y="8360"/>
                </a:lnTo>
                <a:lnTo>
                  <a:pt x="654829" y="8357"/>
                </a:lnTo>
                <a:lnTo>
                  <a:pt x="654704" y="8356"/>
                </a:lnTo>
                <a:lnTo>
                  <a:pt x="654597" y="8357"/>
                </a:lnTo>
                <a:lnTo>
                  <a:pt x="654490" y="8361"/>
                </a:lnTo>
                <a:lnTo>
                  <a:pt x="654383" y="8366"/>
                </a:lnTo>
                <a:lnTo>
                  <a:pt x="654276" y="8374"/>
                </a:lnTo>
                <a:lnTo>
                  <a:pt x="654169" y="8385"/>
                </a:lnTo>
                <a:lnTo>
                  <a:pt x="654062" y="8397"/>
                </a:lnTo>
                <a:lnTo>
                  <a:pt x="653956" y="8412"/>
                </a:lnTo>
                <a:lnTo>
                  <a:pt x="653849" y="8429"/>
                </a:lnTo>
                <a:lnTo>
                  <a:pt x="653743" y="8449"/>
                </a:lnTo>
                <a:lnTo>
                  <a:pt x="653636" y="8471"/>
                </a:lnTo>
                <a:lnTo>
                  <a:pt x="653530" y="8495"/>
                </a:lnTo>
                <a:lnTo>
                  <a:pt x="653424" y="8521"/>
                </a:lnTo>
                <a:lnTo>
                  <a:pt x="653317" y="8550"/>
                </a:lnTo>
                <a:lnTo>
                  <a:pt x="653211" y="8581"/>
                </a:lnTo>
                <a:lnTo>
                  <a:pt x="653105" y="8614"/>
                </a:lnTo>
                <a:lnTo>
                  <a:pt x="653000" y="8649"/>
                </a:lnTo>
                <a:lnTo>
                  <a:pt x="652894" y="8687"/>
                </a:lnTo>
                <a:lnTo>
                  <a:pt x="652788" y="8727"/>
                </a:lnTo>
                <a:lnTo>
                  <a:pt x="652682" y="8770"/>
                </a:lnTo>
                <a:lnTo>
                  <a:pt x="652577" y="8815"/>
                </a:lnTo>
                <a:lnTo>
                  <a:pt x="652471" y="8862"/>
                </a:lnTo>
                <a:lnTo>
                  <a:pt x="652366" y="8911"/>
                </a:lnTo>
                <a:lnTo>
                  <a:pt x="652261" y="8962"/>
                </a:lnTo>
                <a:lnTo>
                  <a:pt x="652156" y="9016"/>
                </a:lnTo>
                <a:lnTo>
                  <a:pt x="652050" y="9073"/>
                </a:lnTo>
                <a:lnTo>
                  <a:pt x="651945" y="9132"/>
                </a:lnTo>
                <a:lnTo>
                  <a:pt x="651840" y="9193"/>
                </a:lnTo>
                <a:lnTo>
                  <a:pt x="651735" y="9257"/>
                </a:lnTo>
                <a:lnTo>
                  <a:pt x="651629" y="9324"/>
                </a:lnTo>
                <a:lnTo>
                  <a:pt x="651524" y="9394"/>
                </a:lnTo>
                <a:lnTo>
                  <a:pt x="651419" y="9466"/>
                </a:lnTo>
                <a:lnTo>
                  <a:pt x="651313" y="9541"/>
                </a:lnTo>
                <a:lnTo>
                  <a:pt x="651208" y="9618"/>
                </a:lnTo>
                <a:lnTo>
                  <a:pt x="651103" y="9698"/>
                </a:lnTo>
                <a:lnTo>
                  <a:pt x="650997" y="9781"/>
                </a:lnTo>
                <a:lnTo>
                  <a:pt x="650892" y="9866"/>
                </a:lnTo>
                <a:lnTo>
                  <a:pt x="650786" y="9954"/>
                </a:lnTo>
                <a:lnTo>
                  <a:pt x="650681" y="10045"/>
                </a:lnTo>
                <a:lnTo>
                  <a:pt x="650575" y="10138"/>
                </a:lnTo>
                <a:lnTo>
                  <a:pt x="650470" y="10234"/>
                </a:lnTo>
                <a:lnTo>
                  <a:pt x="650364" y="10333"/>
                </a:lnTo>
                <a:lnTo>
                  <a:pt x="650258" y="10434"/>
                </a:lnTo>
                <a:lnTo>
                  <a:pt x="650153" y="10538"/>
                </a:lnTo>
                <a:lnTo>
                  <a:pt x="650047" y="10645"/>
                </a:lnTo>
                <a:lnTo>
                  <a:pt x="649941" y="10754"/>
                </a:lnTo>
                <a:lnTo>
                  <a:pt x="649835" y="10865"/>
                </a:lnTo>
                <a:lnTo>
                  <a:pt x="649730" y="10980"/>
                </a:lnTo>
                <a:lnTo>
                  <a:pt x="649624" y="11097"/>
                </a:lnTo>
                <a:lnTo>
                  <a:pt x="649624" y="9108"/>
                </a:lnTo>
                <a:lnTo>
                  <a:pt x="649624" y="9097"/>
                </a:lnTo>
                <a:lnTo>
                  <a:pt x="649623" y="9086"/>
                </a:lnTo>
                <a:lnTo>
                  <a:pt x="649623" y="9075"/>
                </a:lnTo>
                <a:lnTo>
                  <a:pt x="649622" y="9065"/>
                </a:lnTo>
                <a:lnTo>
                  <a:pt x="649621" y="9054"/>
                </a:lnTo>
                <a:lnTo>
                  <a:pt x="649620" y="9044"/>
                </a:lnTo>
                <a:lnTo>
                  <a:pt x="649619" y="9034"/>
                </a:lnTo>
                <a:lnTo>
                  <a:pt x="649617" y="9024"/>
                </a:lnTo>
                <a:lnTo>
                  <a:pt x="649615" y="9014"/>
                </a:lnTo>
                <a:lnTo>
                  <a:pt x="649614" y="9004"/>
                </a:lnTo>
                <a:lnTo>
                  <a:pt x="649611" y="8994"/>
                </a:lnTo>
                <a:lnTo>
                  <a:pt x="649609" y="8985"/>
                </a:lnTo>
                <a:lnTo>
                  <a:pt x="649607" y="8976"/>
                </a:lnTo>
                <a:lnTo>
                  <a:pt x="649604" y="8966"/>
                </a:lnTo>
                <a:lnTo>
                  <a:pt x="649601" y="8957"/>
                </a:lnTo>
                <a:lnTo>
                  <a:pt x="649598" y="8948"/>
                </a:lnTo>
                <a:lnTo>
                  <a:pt x="649594" y="8940"/>
                </a:lnTo>
                <a:lnTo>
                  <a:pt x="649591" y="8931"/>
                </a:lnTo>
                <a:lnTo>
                  <a:pt x="649587" y="8923"/>
                </a:lnTo>
                <a:lnTo>
                  <a:pt x="649583" y="8914"/>
                </a:lnTo>
                <a:lnTo>
                  <a:pt x="649579" y="8906"/>
                </a:lnTo>
                <a:lnTo>
                  <a:pt x="649575" y="8898"/>
                </a:lnTo>
                <a:lnTo>
                  <a:pt x="649570" y="8890"/>
                </a:lnTo>
                <a:lnTo>
                  <a:pt x="649565" y="8883"/>
                </a:lnTo>
                <a:lnTo>
                  <a:pt x="649560" y="8875"/>
                </a:lnTo>
                <a:lnTo>
                  <a:pt x="649555" y="8867"/>
                </a:lnTo>
                <a:lnTo>
                  <a:pt x="649549" y="8860"/>
                </a:lnTo>
                <a:lnTo>
                  <a:pt x="649544" y="8852"/>
                </a:lnTo>
                <a:lnTo>
                  <a:pt x="649538" y="8845"/>
                </a:lnTo>
                <a:lnTo>
                  <a:pt x="649531" y="8838"/>
                </a:lnTo>
                <a:lnTo>
                  <a:pt x="649525" y="8830"/>
                </a:lnTo>
                <a:lnTo>
                  <a:pt x="649518" y="8823"/>
                </a:lnTo>
                <a:lnTo>
                  <a:pt x="649511" y="8816"/>
                </a:lnTo>
                <a:lnTo>
                  <a:pt x="649503" y="8809"/>
                </a:lnTo>
                <a:lnTo>
                  <a:pt x="649496" y="8802"/>
                </a:lnTo>
                <a:lnTo>
                  <a:pt x="649488" y="8795"/>
                </a:lnTo>
                <a:lnTo>
                  <a:pt x="649480" y="8788"/>
                </a:lnTo>
                <a:lnTo>
                  <a:pt x="649471" y="8781"/>
                </a:lnTo>
                <a:lnTo>
                  <a:pt x="649463" y="8774"/>
                </a:lnTo>
                <a:lnTo>
                  <a:pt x="649454" y="8767"/>
                </a:lnTo>
                <a:lnTo>
                  <a:pt x="649445" y="8761"/>
                </a:lnTo>
                <a:lnTo>
                  <a:pt x="649435" y="8754"/>
                </a:lnTo>
                <a:lnTo>
                  <a:pt x="649425" y="8747"/>
                </a:lnTo>
                <a:lnTo>
                  <a:pt x="649415" y="8741"/>
                </a:lnTo>
                <a:lnTo>
                  <a:pt x="649405" y="8734"/>
                </a:lnTo>
                <a:lnTo>
                  <a:pt x="649395" y="8728"/>
                </a:lnTo>
                <a:lnTo>
                  <a:pt x="649384" y="8722"/>
                </a:lnTo>
                <a:lnTo>
                  <a:pt x="649373" y="8715"/>
                </a:lnTo>
                <a:lnTo>
                  <a:pt x="649362" y="8709"/>
                </a:lnTo>
                <a:lnTo>
                  <a:pt x="649350" y="8703"/>
                </a:lnTo>
                <a:lnTo>
                  <a:pt x="649338" y="8697"/>
                </a:lnTo>
                <a:lnTo>
                  <a:pt x="649325" y="8692"/>
                </a:lnTo>
                <a:lnTo>
                  <a:pt x="649313" y="8686"/>
                </a:lnTo>
                <a:lnTo>
                  <a:pt x="649299" y="8681"/>
                </a:lnTo>
                <a:lnTo>
                  <a:pt x="649286" y="8676"/>
                </a:lnTo>
                <a:lnTo>
                  <a:pt x="649272" y="8671"/>
                </a:lnTo>
                <a:lnTo>
                  <a:pt x="649257" y="8666"/>
                </a:lnTo>
                <a:lnTo>
                  <a:pt x="649243" y="8661"/>
                </a:lnTo>
                <a:lnTo>
                  <a:pt x="649228" y="8657"/>
                </a:lnTo>
                <a:lnTo>
                  <a:pt x="649212" y="8653"/>
                </a:lnTo>
                <a:lnTo>
                  <a:pt x="649196" y="8649"/>
                </a:lnTo>
                <a:lnTo>
                  <a:pt x="649180" y="8645"/>
                </a:lnTo>
                <a:lnTo>
                  <a:pt x="649163" y="8641"/>
                </a:lnTo>
                <a:lnTo>
                  <a:pt x="649146" y="8637"/>
                </a:lnTo>
                <a:lnTo>
                  <a:pt x="649129" y="8634"/>
                </a:lnTo>
                <a:lnTo>
                  <a:pt x="649111" y="8631"/>
                </a:lnTo>
                <a:lnTo>
                  <a:pt x="649093" y="8628"/>
                </a:lnTo>
                <a:lnTo>
                  <a:pt x="649075" y="8625"/>
                </a:lnTo>
                <a:lnTo>
                  <a:pt x="649056" y="8622"/>
                </a:lnTo>
                <a:lnTo>
                  <a:pt x="649037" y="8620"/>
                </a:lnTo>
                <a:lnTo>
                  <a:pt x="649017" y="8617"/>
                </a:lnTo>
                <a:lnTo>
                  <a:pt x="648997" y="8615"/>
                </a:lnTo>
                <a:lnTo>
                  <a:pt x="648977" y="8613"/>
                </a:lnTo>
                <a:lnTo>
                  <a:pt x="648956" y="8611"/>
                </a:lnTo>
                <a:lnTo>
                  <a:pt x="648934" y="8609"/>
                </a:lnTo>
                <a:lnTo>
                  <a:pt x="648913" y="8607"/>
                </a:lnTo>
                <a:lnTo>
                  <a:pt x="648891" y="8606"/>
                </a:lnTo>
                <a:lnTo>
                  <a:pt x="648868" y="8604"/>
                </a:lnTo>
                <a:lnTo>
                  <a:pt x="648845" y="8603"/>
                </a:lnTo>
                <a:lnTo>
                  <a:pt x="648822" y="8601"/>
                </a:lnTo>
                <a:lnTo>
                  <a:pt x="648798" y="8600"/>
                </a:lnTo>
                <a:lnTo>
                  <a:pt x="648773" y="8599"/>
                </a:lnTo>
                <a:lnTo>
                  <a:pt x="648749" y="8597"/>
                </a:lnTo>
                <a:lnTo>
                  <a:pt x="648723" y="8596"/>
                </a:lnTo>
                <a:lnTo>
                  <a:pt x="648698" y="8595"/>
                </a:lnTo>
                <a:lnTo>
                  <a:pt x="648672" y="8594"/>
                </a:lnTo>
                <a:lnTo>
                  <a:pt x="648645" y="8594"/>
                </a:lnTo>
                <a:lnTo>
                  <a:pt x="648618" y="8593"/>
                </a:lnTo>
                <a:lnTo>
                  <a:pt x="648591" y="8592"/>
                </a:lnTo>
                <a:lnTo>
                  <a:pt x="648563" y="8592"/>
                </a:lnTo>
                <a:lnTo>
                  <a:pt x="648535" y="8591"/>
                </a:lnTo>
                <a:lnTo>
                  <a:pt x="648506" y="8591"/>
                </a:lnTo>
                <a:lnTo>
                  <a:pt x="648477" y="8590"/>
                </a:lnTo>
                <a:lnTo>
                  <a:pt x="648447" y="8590"/>
                </a:lnTo>
                <a:lnTo>
                  <a:pt x="648417" y="8590"/>
                </a:lnTo>
                <a:lnTo>
                  <a:pt x="648387" y="8590"/>
                </a:lnTo>
                <a:lnTo>
                  <a:pt x="648355" y="8590"/>
                </a:lnTo>
                <a:lnTo>
                  <a:pt x="648324" y="8590"/>
                </a:lnTo>
                <a:lnTo>
                  <a:pt x="648293" y="8590"/>
                </a:lnTo>
                <a:lnTo>
                  <a:pt x="648263" y="8591"/>
                </a:lnTo>
                <a:lnTo>
                  <a:pt x="648233" y="8591"/>
                </a:lnTo>
                <a:lnTo>
                  <a:pt x="648204" y="8592"/>
                </a:lnTo>
                <a:lnTo>
                  <a:pt x="648176" y="8592"/>
                </a:lnTo>
                <a:lnTo>
                  <a:pt x="648147" y="8593"/>
                </a:lnTo>
                <a:lnTo>
                  <a:pt x="648120" y="8594"/>
                </a:lnTo>
                <a:lnTo>
                  <a:pt x="648093" y="8594"/>
                </a:lnTo>
                <a:lnTo>
                  <a:pt x="648066" y="8595"/>
                </a:lnTo>
                <a:lnTo>
                  <a:pt x="648040" y="8596"/>
                </a:lnTo>
                <a:lnTo>
                  <a:pt x="648015" y="8597"/>
                </a:lnTo>
                <a:lnTo>
                  <a:pt x="647990" y="8599"/>
                </a:lnTo>
                <a:lnTo>
                  <a:pt x="647965" y="8600"/>
                </a:lnTo>
                <a:lnTo>
                  <a:pt x="647941" y="8601"/>
                </a:lnTo>
                <a:lnTo>
                  <a:pt x="647918" y="8603"/>
                </a:lnTo>
                <a:lnTo>
                  <a:pt x="647895" y="8604"/>
                </a:lnTo>
                <a:lnTo>
                  <a:pt x="647873" y="8606"/>
                </a:lnTo>
                <a:lnTo>
                  <a:pt x="647851" y="8607"/>
                </a:lnTo>
                <a:lnTo>
                  <a:pt x="647829" y="8609"/>
                </a:lnTo>
                <a:lnTo>
                  <a:pt x="647809" y="8611"/>
                </a:lnTo>
                <a:lnTo>
                  <a:pt x="647788" y="8613"/>
                </a:lnTo>
                <a:lnTo>
                  <a:pt x="647769" y="8615"/>
                </a:lnTo>
                <a:lnTo>
                  <a:pt x="647749" y="8617"/>
                </a:lnTo>
                <a:lnTo>
                  <a:pt x="647730" y="8620"/>
                </a:lnTo>
                <a:lnTo>
                  <a:pt x="647711" y="8622"/>
                </a:lnTo>
                <a:lnTo>
                  <a:pt x="647693" y="8625"/>
                </a:lnTo>
                <a:lnTo>
                  <a:pt x="647675" y="8628"/>
                </a:lnTo>
                <a:lnTo>
                  <a:pt x="647657" y="8631"/>
                </a:lnTo>
                <a:lnTo>
                  <a:pt x="647639" y="8634"/>
                </a:lnTo>
                <a:lnTo>
                  <a:pt x="647622" y="8637"/>
                </a:lnTo>
                <a:lnTo>
                  <a:pt x="647605" y="8641"/>
                </a:lnTo>
                <a:lnTo>
                  <a:pt x="647588" y="8645"/>
                </a:lnTo>
                <a:lnTo>
                  <a:pt x="647572" y="8649"/>
                </a:lnTo>
                <a:lnTo>
                  <a:pt x="647556" y="8653"/>
                </a:lnTo>
                <a:lnTo>
                  <a:pt x="647540" y="8657"/>
                </a:lnTo>
                <a:lnTo>
                  <a:pt x="647524" y="8661"/>
                </a:lnTo>
                <a:lnTo>
                  <a:pt x="647509" y="8666"/>
                </a:lnTo>
                <a:lnTo>
                  <a:pt x="647494" y="8671"/>
                </a:lnTo>
                <a:lnTo>
                  <a:pt x="647479" y="8676"/>
                </a:lnTo>
                <a:lnTo>
                  <a:pt x="647465" y="8681"/>
                </a:lnTo>
                <a:lnTo>
                  <a:pt x="647451" y="8686"/>
                </a:lnTo>
                <a:lnTo>
                  <a:pt x="647437" y="8692"/>
                </a:lnTo>
                <a:lnTo>
                  <a:pt x="647423" y="8697"/>
                </a:lnTo>
                <a:lnTo>
                  <a:pt x="647410" y="8703"/>
                </a:lnTo>
                <a:lnTo>
                  <a:pt x="647397" y="8709"/>
                </a:lnTo>
                <a:lnTo>
                  <a:pt x="647384" y="8715"/>
                </a:lnTo>
                <a:lnTo>
                  <a:pt x="647372" y="8722"/>
                </a:lnTo>
                <a:lnTo>
                  <a:pt x="647360" y="8728"/>
                </a:lnTo>
                <a:lnTo>
                  <a:pt x="647348" y="8734"/>
                </a:lnTo>
                <a:lnTo>
                  <a:pt x="647337" y="8741"/>
                </a:lnTo>
                <a:lnTo>
                  <a:pt x="647326" y="8747"/>
                </a:lnTo>
                <a:lnTo>
                  <a:pt x="647315" y="8754"/>
                </a:lnTo>
                <a:lnTo>
                  <a:pt x="647305" y="8761"/>
                </a:lnTo>
                <a:lnTo>
                  <a:pt x="647295" y="8767"/>
                </a:lnTo>
                <a:lnTo>
                  <a:pt x="647286" y="8774"/>
                </a:lnTo>
                <a:lnTo>
                  <a:pt x="647276" y="8781"/>
                </a:lnTo>
                <a:lnTo>
                  <a:pt x="647267" y="8788"/>
                </a:lnTo>
                <a:lnTo>
                  <a:pt x="647259" y="8795"/>
                </a:lnTo>
                <a:lnTo>
                  <a:pt x="647251" y="8802"/>
                </a:lnTo>
                <a:lnTo>
                  <a:pt x="647243" y="8809"/>
                </a:lnTo>
                <a:lnTo>
                  <a:pt x="647235" y="8816"/>
                </a:lnTo>
                <a:lnTo>
                  <a:pt x="647228" y="8823"/>
                </a:lnTo>
                <a:lnTo>
                  <a:pt x="647221" y="8830"/>
                </a:lnTo>
                <a:lnTo>
                  <a:pt x="647215" y="8838"/>
                </a:lnTo>
                <a:lnTo>
                  <a:pt x="647209" y="8845"/>
                </a:lnTo>
                <a:lnTo>
                  <a:pt x="647203" y="8852"/>
                </a:lnTo>
                <a:lnTo>
                  <a:pt x="647198" y="8860"/>
                </a:lnTo>
                <a:lnTo>
                  <a:pt x="647193" y="8867"/>
                </a:lnTo>
                <a:lnTo>
                  <a:pt x="647188" y="8875"/>
                </a:lnTo>
                <a:lnTo>
                  <a:pt x="647184" y="8883"/>
                </a:lnTo>
                <a:lnTo>
                  <a:pt x="647180" y="8890"/>
                </a:lnTo>
                <a:lnTo>
                  <a:pt x="647176" y="8898"/>
                </a:lnTo>
                <a:lnTo>
                  <a:pt x="647172" y="8906"/>
                </a:lnTo>
                <a:lnTo>
                  <a:pt x="647168" y="8914"/>
                </a:lnTo>
                <a:lnTo>
                  <a:pt x="647165" y="8923"/>
                </a:lnTo>
                <a:lnTo>
                  <a:pt x="647162" y="8931"/>
                </a:lnTo>
                <a:lnTo>
                  <a:pt x="647159" y="8940"/>
                </a:lnTo>
                <a:lnTo>
                  <a:pt x="647156" y="8948"/>
                </a:lnTo>
                <a:lnTo>
                  <a:pt x="647153" y="8957"/>
                </a:lnTo>
                <a:lnTo>
                  <a:pt x="647151" y="8966"/>
                </a:lnTo>
                <a:lnTo>
                  <a:pt x="647148" y="8976"/>
                </a:lnTo>
                <a:lnTo>
                  <a:pt x="647146" y="8985"/>
                </a:lnTo>
                <a:lnTo>
                  <a:pt x="647144" y="8994"/>
                </a:lnTo>
                <a:lnTo>
                  <a:pt x="647142" y="9004"/>
                </a:lnTo>
                <a:lnTo>
                  <a:pt x="647141" y="9014"/>
                </a:lnTo>
                <a:lnTo>
                  <a:pt x="647139" y="9024"/>
                </a:lnTo>
                <a:lnTo>
                  <a:pt x="647138" y="9034"/>
                </a:lnTo>
                <a:lnTo>
                  <a:pt x="647137" y="9044"/>
                </a:lnTo>
                <a:lnTo>
                  <a:pt x="647136" y="9054"/>
                </a:lnTo>
                <a:lnTo>
                  <a:pt x="647135" y="9065"/>
                </a:lnTo>
                <a:lnTo>
                  <a:pt x="647134" y="9075"/>
                </a:lnTo>
                <a:lnTo>
                  <a:pt x="647134" y="9086"/>
                </a:lnTo>
                <a:lnTo>
                  <a:pt x="647134" y="9097"/>
                </a:lnTo>
                <a:lnTo>
                  <a:pt x="647134" y="9108"/>
                </a:lnTo>
                <a:lnTo>
                  <a:pt x="647134" y="24149"/>
                </a:lnTo>
                <a:lnTo>
                  <a:pt x="647134" y="24160"/>
                </a:lnTo>
                <a:lnTo>
                  <a:pt x="647134" y="24171"/>
                </a:lnTo>
                <a:lnTo>
                  <a:pt x="647134" y="24182"/>
                </a:lnTo>
                <a:lnTo>
                  <a:pt x="647135" y="24193"/>
                </a:lnTo>
                <a:lnTo>
                  <a:pt x="647136" y="24203"/>
                </a:lnTo>
                <a:lnTo>
                  <a:pt x="647137" y="24213"/>
                </a:lnTo>
                <a:lnTo>
                  <a:pt x="647139" y="24224"/>
                </a:lnTo>
                <a:lnTo>
                  <a:pt x="647140" y="24234"/>
                </a:lnTo>
                <a:lnTo>
                  <a:pt x="647142" y="24244"/>
                </a:lnTo>
                <a:lnTo>
                  <a:pt x="647144" y="24253"/>
                </a:lnTo>
                <a:lnTo>
                  <a:pt x="647146" y="24263"/>
                </a:lnTo>
                <a:lnTo>
                  <a:pt x="647148" y="24272"/>
                </a:lnTo>
                <a:lnTo>
                  <a:pt x="647151" y="24282"/>
                </a:lnTo>
                <a:lnTo>
                  <a:pt x="647153" y="24291"/>
                </a:lnTo>
                <a:lnTo>
                  <a:pt x="647156" y="24300"/>
                </a:lnTo>
                <a:lnTo>
                  <a:pt x="647160" y="24309"/>
                </a:lnTo>
                <a:lnTo>
                  <a:pt x="647163" y="24318"/>
                </a:lnTo>
                <a:lnTo>
                  <a:pt x="647166" y="24326"/>
                </a:lnTo>
                <a:lnTo>
                  <a:pt x="647170" y="24335"/>
                </a:lnTo>
                <a:lnTo>
                  <a:pt x="647174" y="24343"/>
                </a:lnTo>
                <a:lnTo>
                  <a:pt x="647178" y="24351"/>
                </a:lnTo>
                <a:lnTo>
                  <a:pt x="647183" y="24359"/>
                </a:lnTo>
                <a:lnTo>
                  <a:pt x="647187" y="24367"/>
                </a:lnTo>
                <a:lnTo>
                  <a:pt x="647192" y="24375"/>
                </a:lnTo>
                <a:lnTo>
                  <a:pt x="647197" y="24382"/>
                </a:lnTo>
                <a:lnTo>
                  <a:pt x="647203" y="24390"/>
                </a:lnTo>
                <a:lnTo>
                  <a:pt x="647208" y="24397"/>
                </a:lnTo>
                <a:lnTo>
                  <a:pt x="647214" y="24405"/>
                </a:lnTo>
                <a:lnTo>
                  <a:pt x="647221" y="24412"/>
                </a:lnTo>
                <a:lnTo>
                  <a:pt x="647228" y="24419"/>
                </a:lnTo>
                <a:lnTo>
                  <a:pt x="647235" y="24426"/>
                </a:lnTo>
                <a:lnTo>
                  <a:pt x="647242" y="24433"/>
                </a:lnTo>
                <a:lnTo>
                  <a:pt x="647250" y="24440"/>
                </a:lnTo>
                <a:lnTo>
                  <a:pt x="647258" y="24447"/>
                </a:lnTo>
                <a:lnTo>
                  <a:pt x="647267" y="24454"/>
                </a:lnTo>
                <a:lnTo>
                  <a:pt x="647276" y="24460"/>
                </a:lnTo>
                <a:lnTo>
                  <a:pt x="647285" y="24467"/>
                </a:lnTo>
                <a:lnTo>
                  <a:pt x="647294" y="24473"/>
                </a:lnTo>
                <a:lnTo>
                  <a:pt x="647304" y="24480"/>
                </a:lnTo>
                <a:lnTo>
                  <a:pt x="647315" y="24486"/>
                </a:lnTo>
                <a:lnTo>
                  <a:pt x="647325" y="24492"/>
                </a:lnTo>
                <a:lnTo>
                  <a:pt x="647336" y="24499"/>
                </a:lnTo>
                <a:lnTo>
                  <a:pt x="647348" y="24505"/>
                </a:lnTo>
                <a:lnTo>
                  <a:pt x="647359" y="24511"/>
                </a:lnTo>
                <a:lnTo>
                  <a:pt x="647371" y="24516"/>
                </a:lnTo>
                <a:lnTo>
                  <a:pt x="647384" y="24522"/>
                </a:lnTo>
                <a:lnTo>
                  <a:pt x="647396" y="24528"/>
                </a:lnTo>
                <a:lnTo>
                  <a:pt x="647409" y="24534"/>
                </a:lnTo>
                <a:lnTo>
                  <a:pt x="647423" y="24539"/>
                </a:lnTo>
                <a:lnTo>
                  <a:pt x="647437" y="24544"/>
                </a:lnTo>
                <a:lnTo>
                  <a:pt x="647451" y="24550"/>
                </a:lnTo>
                <a:lnTo>
                  <a:pt x="647465" y="24555"/>
                </a:lnTo>
                <a:lnTo>
                  <a:pt x="647480" y="24560"/>
                </a:lnTo>
                <a:lnTo>
                  <a:pt x="647495" y="24565"/>
                </a:lnTo>
                <a:lnTo>
                  <a:pt x="647511" y="24570"/>
                </a:lnTo>
                <a:lnTo>
                  <a:pt x="647527" y="24574"/>
                </a:lnTo>
                <a:lnTo>
                  <a:pt x="647544" y="24579"/>
                </a:lnTo>
                <a:lnTo>
                  <a:pt x="647560" y="24583"/>
                </a:lnTo>
                <a:lnTo>
                  <a:pt x="647578" y="24588"/>
                </a:lnTo>
                <a:lnTo>
                  <a:pt x="647595" y="24592"/>
                </a:lnTo>
                <a:lnTo>
                  <a:pt x="647613" y="24596"/>
                </a:lnTo>
                <a:lnTo>
                  <a:pt x="647632" y="24600"/>
                </a:lnTo>
                <a:lnTo>
                  <a:pt x="647650" y="24604"/>
                </a:lnTo>
                <a:lnTo>
                  <a:pt x="647669" y="24608"/>
                </a:lnTo>
                <a:lnTo>
                  <a:pt x="647689" y="24611"/>
                </a:lnTo>
                <a:lnTo>
                  <a:pt x="647709" y="24615"/>
                </a:lnTo>
                <a:lnTo>
                  <a:pt x="647729" y="24618"/>
                </a:lnTo>
                <a:lnTo>
                  <a:pt x="647749" y="24622"/>
                </a:lnTo>
                <a:lnTo>
                  <a:pt x="647770" y="24625"/>
                </a:lnTo>
                <a:lnTo>
                  <a:pt x="647792" y="24628"/>
                </a:lnTo>
                <a:lnTo>
                  <a:pt x="647813" y="24631"/>
                </a:lnTo>
                <a:lnTo>
                  <a:pt x="647835" y="24634"/>
                </a:lnTo>
                <a:lnTo>
                  <a:pt x="647858" y="24637"/>
                </a:lnTo>
                <a:lnTo>
                  <a:pt x="647881" y="24639"/>
                </a:lnTo>
                <a:lnTo>
                  <a:pt x="647904" y="24642"/>
                </a:lnTo>
                <a:lnTo>
                  <a:pt x="647928" y="24644"/>
                </a:lnTo>
                <a:lnTo>
                  <a:pt x="647953" y="24646"/>
                </a:lnTo>
                <a:lnTo>
                  <a:pt x="647978" y="24648"/>
                </a:lnTo>
                <a:lnTo>
                  <a:pt x="648003" y="24650"/>
                </a:lnTo>
                <a:lnTo>
                  <a:pt x="648029" y="24652"/>
                </a:lnTo>
                <a:lnTo>
                  <a:pt x="648055" y="24654"/>
                </a:lnTo>
                <a:lnTo>
                  <a:pt x="648082" y="24656"/>
                </a:lnTo>
                <a:lnTo>
                  <a:pt x="648109" y="24657"/>
                </a:lnTo>
                <a:lnTo>
                  <a:pt x="648136" y="24659"/>
                </a:lnTo>
                <a:lnTo>
                  <a:pt x="648164" y="24660"/>
                </a:lnTo>
                <a:lnTo>
                  <a:pt x="648193" y="24661"/>
                </a:lnTo>
                <a:lnTo>
                  <a:pt x="648222" y="24663"/>
                </a:lnTo>
                <a:lnTo>
                  <a:pt x="648251" y="24664"/>
                </a:lnTo>
                <a:lnTo>
                  <a:pt x="648281" y="24664"/>
                </a:lnTo>
                <a:lnTo>
                  <a:pt x="648312" y="24665"/>
                </a:lnTo>
                <a:lnTo>
                  <a:pt x="648343" y="24666"/>
                </a:lnTo>
                <a:lnTo>
                  <a:pt x="648374" y="24666"/>
                </a:lnTo>
                <a:lnTo>
                  <a:pt x="648406" y="24667"/>
                </a:lnTo>
                <a:lnTo>
                  <a:pt x="648438" y="24667"/>
                </a:lnTo>
                <a:lnTo>
                  <a:pt x="648471" y="24667"/>
                </a:lnTo>
                <a:lnTo>
                  <a:pt x="648504" y="24667"/>
                </a:lnTo>
                <a:lnTo>
                  <a:pt x="648539" y="24667"/>
                </a:lnTo>
                <a:lnTo>
                  <a:pt x="648573" y="24667"/>
                </a:lnTo>
                <a:lnTo>
                  <a:pt x="648606" y="24667"/>
                </a:lnTo>
                <a:lnTo>
                  <a:pt x="648639" y="24666"/>
                </a:lnTo>
                <a:lnTo>
                  <a:pt x="648672" y="24666"/>
                </a:lnTo>
                <a:lnTo>
                  <a:pt x="648703" y="24665"/>
                </a:lnTo>
                <a:lnTo>
                  <a:pt x="648735" y="24664"/>
                </a:lnTo>
                <a:lnTo>
                  <a:pt x="648766" y="24664"/>
                </a:lnTo>
                <a:lnTo>
                  <a:pt x="648796" y="24663"/>
                </a:lnTo>
                <a:lnTo>
                  <a:pt x="648826" y="24661"/>
                </a:lnTo>
                <a:lnTo>
                  <a:pt x="648855" y="24660"/>
                </a:lnTo>
                <a:lnTo>
                  <a:pt x="648884" y="24659"/>
                </a:lnTo>
                <a:lnTo>
                  <a:pt x="648912" y="24657"/>
                </a:lnTo>
                <a:lnTo>
                  <a:pt x="648940" y="24656"/>
                </a:lnTo>
                <a:lnTo>
                  <a:pt x="648967" y="24654"/>
                </a:lnTo>
                <a:lnTo>
                  <a:pt x="648994" y="24652"/>
                </a:lnTo>
                <a:lnTo>
                  <a:pt x="649020" y="24650"/>
                </a:lnTo>
                <a:lnTo>
                  <a:pt x="649046" y="24648"/>
                </a:lnTo>
                <a:lnTo>
                  <a:pt x="649071" y="24646"/>
                </a:lnTo>
                <a:lnTo>
                  <a:pt x="649096" y="24644"/>
                </a:lnTo>
                <a:lnTo>
                  <a:pt x="649120" y="24642"/>
                </a:lnTo>
                <a:lnTo>
                  <a:pt x="649144" y="24639"/>
                </a:lnTo>
                <a:lnTo>
                  <a:pt x="649167" y="24637"/>
                </a:lnTo>
                <a:lnTo>
                  <a:pt x="649189" y="24634"/>
                </a:lnTo>
                <a:lnTo>
                  <a:pt x="649211" y="24631"/>
                </a:lnTo>
                <a:lnTo>
                  <a:pt x="649233" y="24628"/>
                </a:lnTo>
                <a:lnTo>
                  <a:pt x="649254" y="24625"/>
                </a:lnTo>
                <a:lnTo>
                  <a:pt x="649275" y="24622"/>
                </a:lnTo>
                <a:lnTo>
                  <a:pt x="649296" y="24618"/>
                </a:lnTo>
                <a:lnTo>
                  <a:pt x="649316" y="24615"/>
                </a:lnTo>
                <a:lnTo>
                  <a:pt x="649335" y="24611"/>
                </a:lnTo>
                <a:lnTo>
                  <a:pt x="649354" y="24608"/>
                </a:lnTo>
                <a:lnTo>
                  <a:pt x="649373" y="24604"/>
                </a:lnTo>
                <a:lnTo>
                  <a:pt x="649392" y="24600"/>
                </a:lnTo>
                <a:lnTo>
                  <a:pt x="649410" y="24596"/>
                </a:lnTo>
                <a:lnTo>
                  <a:pt x="649427" y="24592"/>
                </a:lnTo>
                <a:lnTo>
                  <a:pt x="649445" y="24588"/>
                </a:lnTo>
                <a:lnTo>
                  <a:pt x="649461" y="24583"/>
                </a:lnTo>
                <a:lnTo>
                  <a:pt x="649478" y="24579"/>
                </a:lnTo>
                <a:lnTo>
                  <a:pt x="649494" y="24574"/>
                </a:lnTo>
                <a:lnTo>
                  <a:pt x="649509" y="24570"/>
                </a:lnTo>
                <a:lnTo>
                  <a:pt x="649524" y="24565"/>
                </a:lnTo>
                <a:lnTo>
                  <a:pt x="649539" y="24560"/>
                </a:lnTo>
                <a:lnTo>
                  <a:pt x="649554" y="24555"/>
                </a:lnTo>
                <a:lnTo>
                  <a:pt x="649568" y="24550"/>
                </a:lnTo>
                <a:lnTo>
                  <a:pt x="649581" y="24544"/>
                </a:lnTo>
                <a:lnTo>
                  <a:pt x="649594" y="24539"/>
                </a:lnTo>
                <a:lnTo>
                  <a:pt x="649607" y="24534"/>
                </a:lnTo>
                <a:lnTo>
                  <a:pt x="649619" y="24528"/>
                </a:lnTo>
                <a:lnTo>
                  <a:pt x="649631" y="24522"/>
                </a:lnTo>
                <a:lnTo>
                  <a:pt x="649643" y="24516"/>
                </a:lnTo>
                <a:lnTo>
                  <a:pt x="649655" y="24511"/>
                </a:lnTo>
                <a:lnTo>
                  <a:pt x="649666" y="24505"/>
                </a:lnTo>
                <a:lnTo>
                  <a:pt x="649677" y="24499"/>
                </a:lnTo>
                <a:lnTo>
                  <a:pt x="649688" y="24492"/>
                </a:lnTo>
                <a:lnTo>
                  <a:pt x="649698" y="24486"/>
                </a:lnTo>
                <a:lnTo>
                  <a:pt x="649708" y="24480"/>
                </a:lnTo>
                <a:lnTo>
                  <a:pt x="649718" y="24473"/>
                </a:lnTo>
                <a:lnTo>
                  <a:pt x="649727" y="24467"/>
                </a:lnTo>
                <a:lnTo>
                  <a:pt x="649736" y="24460"/>
                </a:lnTo>
                <a:lnTo>
                  <a:pt x="649745" y="24454"/>
                </a:lnTo>
                <a:lnTo>
                  <a:pt x="649754" y="24447"/>
                </a:lnTo>
                <a:lnTo>
                  <a:pt x="649762" y="24440"/>
                </a:lnTo>
                <a:lnTo>
                  <a:pt x="649770" y="24433"/>
                </a:lnTo>
                <a:lnTo>
                  <a:pt x="649778" y="24426"/>
                </a:lnTo>
                <a:lnTo>
                  <a:pt x="649786" y="24419"/>
                </a:lnTo>
                <a:lnTo>
                  <a:pt x="649793" y="24412"/>
                </a:lnTo>
                <a:lnTo>
                  <a:pt x="649800" y="24405"/>
                </a:lnTo>
                <a:lnTo>
                  <a:pt x="649806" y="24397"/>
                </a:lnTo>
                <a:lnTo>
                  <a:pt x="649813" y="24390"/>
                </a:lnTo>
                <a:lnTo>
                  <a:pt x="649819" y="24382"/>
                </a:lnTo>
                <a:lnTo>
                  <a:pt x="649824" y="24375"/>
                </a:lnTo>
                <a:lnTo>
                  <a:pt x="649830" y="24367"/>
                </a:lnTo>
                <a:lnTo>
                  <a:pt x="649835" y="24359"/>
                </a:lnTo>
                <a:lnTo>
                  <a:pt x="649840" y="24351"/>
                </a:lnTo>
                <a:lnTo>
                  <a:pt x="649845" y="24343"/>
                </a:lnTo>
                <a:lnTo>
                  <a:pt x="649849" y="24335"/>
                </a:lnTo>
                <a:lnTo>
                  <a:pt x="649853" y="24326"/>
                </a:lnTo>
                <a:lnTo>
                  <a:pt x="649858" y="24318"/>
                </a:lnTo>
                <a:lnTo>
                  <a:pt x="649861" y="24309"/>
                </a:lnTo>
                <a:lnTo>
                  <a:pt x="649865" y="24300"/>
                </a:lnTo>
                <a:lnTo>
                  <a:pt x="649868" y="24291"/>
                </a:lnTo>
                <a:lnTo>
                  <a:pt x="649871" y="24282"/>
                </a:lnTo>
                <a:lnTo>
                  <a:pt x="649874" y="24272"/>
                </a:lnTo>
                <a:lnTo>
                  <a:pt x="649877" y="24263"/>
                </a:lnTo>
                <a:lnTo>
                  <a:pt x="649879" y="24253"/>
                </a:lnTo>
                <a:lnTo>
                  <a:pt x="649882" y="24244"/>
                </a:lnTo>
                <a:lnTo>
                  <a:pt x="649884" y="24234"/>
                </a:lnTo>
                <a:lnTo>
                  <a:pt x="649885" y="24224"/>
                </a:lnTo>
                <a:lnTo>
                  <a:pt x="649887" y="24213"/>
                </a:lnTo>
                <a:lnTo>
                  <a:pt x="649888" y="24203"/>
                </a:lnTo>
                <a:lnTo>
                  <a:pt x="649889" y="24193"/>
                </a:lnTo>
                <a:lnTo>
                  <a:pt x="649890" y="24182"/>
                </a:lnTo>
                <a:lnTo>
                  <a:pt x="649891" y="24171"/>
                </a:lnTo>
                <a:lnTo>
                  <a:pt x="649891" y="24160"/>
                </a:lnTo>
                <a:lnTo>
                  <a:pt x="649891" y="24149"/>
                </a:lnTo>
                <a:lnTo>
                  <a:pt x="649891" y="13637"/>
                </a:lnTo>
                <a:lnTo>
                  <a:pt x="649986" y="13520"/>
                </a:lnTo>
                <a:lnTo>
                  <a:pt x="650080" y="13405"/>
                </a:lnTo>
                <a:lnTo>
                  <a:pt x="650174" y="13293"/>
                </a:lnTo>
                <a:lnTo>
                  <a:pt x="650267" y="13183"/>
                </a:lnTo>
                <a:lnTo>
                  <a:pt x="650360" y="13075"/>
                </a:lnTo>
                <a:lnTo>
                  <a:pt x="650453" y="12970"/>
                </a:lnTo>
                <a:lnTo>
                  <a:pt x="650545" y="12867"/>
                </a:lnTo>
                <a:lnTo>
                  <a:pt x="650638" y="12766"/>
                </a:lnTo>
                <a:lnTo>
                  <a:pt x="650729" y="12668"/>
                </a:lnTo>
                <a:lnTo>
                  <a:pt x="650821" y="12572"/>
                </a:lnTo>
                <a:lnTo>
                  <a:pt x="650912" y="12479"/>
                </a:lnTo>
                <a:lnTo>
                  <a:pt x="651002" y="12388"/>
                </a:lnTo>
                <a:lnTo>
                  <a:pt x="651093" y="12299"/>
                </a:lnTo>
                <a:lnTo>
                  <a:pt x="651183" y="12213"/>
                </a:lnTo>
                <a:lnTo>
                  <a:pt x="651272" y="12129"/>
                </a:lnTo>
                <a:lnTo>
                  <a:pt x="651362" y="12048"/>
                </a:lnTo>
                <a:lnTo>
                  <a:pt x="651451" y="11969"/>
                </a:lnTo>
                <a:lnTo>
                  <a:pt x="651539" y="11892"/>
                </a:lnTo>
                <a:lnTo>
                  <a:pt x="651628" y="11817"/>
                </a:lnTo>
                <a:lnTo>
                  <a:pt x="651715" y="11745"/>
                </a:lnTo>
                <a:lnTo>
                  <a:pt x="651803" y="11676"/>
                </a:lnTo>
                <a:lnTo>
                  <a:pt x="651890" y="11609"/>
                </a:lnTo>
                <a:lnTo>
                  <a:pt x="651977" y="11544"/>
                </a:lnTo>
                <a:lnTo>
                  <a:pt x="652064" y="11481"/>
                </a:lnTo>
                <a:lnTo>
                  <a:pt x="652150" y="11421"/>
                </a:lnTo>
                <a:lnTo>
                  <a:pt x="652236" y="11364"/>
                </a:lnTo>
                <a:lnTo>
                  <a:pt x="652323" y="11309"/>
                </a:lnTo>
                <a:lnTo>
                  <a:pt x="652409" y="11257"/>
                </a:lnTo>
                <a:lnTo>
                  <a:pt x="652495" y="11207"/>
                </a:lnTo>
                <a:lnTo>
                  <a:pt x="652582" y="11160"/>
                </a:lnTo>
                <a:lnTo>
                  <a:pt x="652668" y="11115"/>
                </a:lnTo>
                <a:lnTo>
                  <a:pt x="652754" y="11073"/>
                </a:lnTo>
                <a:lnTo>
                  <a:pt x="652841" y="11033"/>
                </a:lnTo>
                <a:lnTo>
                  <a:pt x="652927" y="10996"/>
                </a:lnTo>
                <a:lnTo>
                  <a:pt x="653013" y="10962"/>
                </a:lnTo>
                <a:lnTo>
                  <a:pt x="653100" y="10930"/>
                </a:lnTo>
                <a:lnTo>
                  <a:pt x="653186" y="10900"/>
                </a:lnTo>
                <a:lnTo>
                  <a:pt x="653273" y="10874"/>
                </a:lnTo>
                <a:lnTo>
                  <a:pt x="653359" y="10849"/>
                </a:lnTo>
                <a:lnTo>
                  <a:pt x="653445" y="10828"/>
                </a:lnTo>
                <a:lnTo>
                  <a:pt x="653532" y="10809"/>
                </a:lnTo>
                <a:lnTo>
                  <a:pt x="653618" y="10792"/>
                </a:lnTo>
                <a:lnTo>
                  <a:pt x="653704" y="10778"/>
                </a:lnTo>
                <a:lnTo>
                  <a:pt x="653791" y="10766"/>
                </a:lnTo>
                <a:lnTo>
                  <a:pt x="653877" y="10757"/>
                </a:lnTo>
                <a:lnTo>
                  <a:pt x="653963" y="10751"/>
                </a:lnTo>
                <a:lnTo>
                  <a:pt x="654050" y="10747"/>
                </a:lnTo>
                <a:lnTo>
                  <a:pt x="654136" y="10746"/>
                </a:lnTo>
                <a:lnTo>
                  <a:pt x="654202" y="10746"/>
                </a:lnTo>
                <a:lnTo>
                  <a:pt x="654268" y="10748"/>
                </a:lnTo>
                <a:lnTo>
                  <a:pt x="654334" y="10751"/>
                </a:lnTo>
                <a:lnTo>
                  <a:pt x="654398" y="10754"/>
                </a:lnTo>
                <a:lnTo>
                  <a:pt x="654462" y="10759"/>
                </a:lnTo>
                <a:lnTo>
                  <a:pt x="654525" y="10765"/>
                </a:lnTo>
                <a:lnTo>
                  <a:pt x="654588" y="10772"/>
                </a:lnTo>
                <a:lnTo>
                  <a:pt x="654649" y="10779"/>
                </a:lnTo>
                <a:lnTo>
                  <a:pt x="654711" y="10788"/>
                </a:lnTo>
                <a:lnTo>
                  <a:pt x="654771" y="10798"/>
                </a:lnTo>
                <a:lnTo>
                  <a:pt x="654831" y="10809"/>
                </a:lnTo>
                <a:lnTo>
                  <a:pt x="654890" y="10821"/>
                </a:lnTo>
                <a:lnTo>
                  <a:pt x="654949" y="10834"/>
                </a:lnTo>
                <a:lnTo>
                  <a:pt x="655006" y="10848"/>
                </a:lnTo>
                <a:lnTo>
                  <a:pt x="655064" y="10863"/>
                </a:lnTo>
                <a:lnTo>
                  <a:pt x="655120" y="10880"/>
                </a:lnTo>
                <a:lnTo>
                  <a:pt x="655176" y="10897"/>
                </a:lnTo>
                <a:lnTo>
                  <a:pt x="655231" y="10915"/>
                </a:lnTo>
                <a:lnTo>
                  <a:pt x="655286" y="10934"/>
                </a:lnTo>
                <a:lnTo>
                  <a:pt x="655339" y="10955"/>
                </a:lnTo>
                <a:lnTo>
                  <a:pt x="655393" y="10976"/>
                </a:lnTo>
                <a:lnTo>
                  <a:pt x="655445" y="10999"/>
                </a:lnTo>
                <a:lnTo>
                  <a:pt x="655497" y="11022"/>
                </a:lnTo>
                <a:lnTo>
                  <a:pt x="655548" y="11047"/>
                </a:lnTo>
                <a:lnTo>
                  <a:pt x="655599" y="11072"/>
                </a:lnTo>
                <a:lnTo>
                  <a:pt x="655648" y="11099"/>
                </a:lnTo>
                <a:lnTo>
                  <a:pt x="655697" y="11126"/>
                </a:lnTo>
                <a:lnTo>
                  <a:pt x="655745" y="11154"/>
                </a:lnTo>
                <a:lnTo>
                  <a:pt x="655793" y="11184"/>
                </a:lnTo>
                <a:lnTo>
                  <a:pt x="655839" y="11214"/>
                </a:lnTo>
                <a:lnTo>
                  <a:pt x="655885" y="11245"/>
                </a:lnTo>
                <a:lnTo>
                  <a:pt x="655930" y="11277"/>
                </a:lnTo>
                <a:lnTo>
                  <a:pt x="655974" y="11310"/>
                </a:lnTo>
                <a:lnTo>
                  <a:pt x="656017" y="11344"/>
                </a:lnTo>
                <a:lnTo>
                  <a:pt x="656060" y="11379"/>
                </a:lnTo>
                <a:lnTo>
                  <a:pt x="656102" y="11414"/>
                </a:lnTo>
                <a:lnTo>
                  <a:pt x="656143" y="11451"/>
                </a:lnTo>
                <a:lnTo>
                  <a:pt x="656183" y="11489"/>
                </a:lnTo>
                <a:lnTo>
                  <a:pt x="656223" y="11527"/>
                </a:lnTo>
                <a:lnTo>
                  <a:pt x="656261" y="11567"/>
                </a:lnTo>
                <a:lnTo>
                  <a:pt x="656299" y="11607"/>
                </a:lnTo>
                <a:lnTo>
                  <a:pt x="656336" y="11648"/>
                </a:lnTo>
                <a:lnTo>
                  <a:pt x="656373" y="11691"/>
                </a:lnTo>
                <a:lnTo>
                  <a:pt x="656408" y="11734"/>
                </a:lnTo>
                <a:lnTo>
                  <a:pt x="656443" y="11778"/>
                </a:lnTo>
                <a:lnTo>
                  <a:pt x="656477" y="11823"/>
                </a:lnTo>
                <a:lnTo>
                  <a:pt x="656510" y="11869"/>
                </a:lnTo>
                <a:lnTo>
                  <a:pt x="656543" y="11916"/>
                </a:lnTo>
                <a:lnTo>
                  <a:pt x="656574" y="11964"/>
                </a:lnTo>
                <a:lnTo>
                  <a:pt x="656605" y="12012"/>
                </a:lnTo>
                <a:lnTo>
                  <a:pt x="656636" y="12061"/>
                </a:lnTo>
                <a:lnTo>
                  <a:pt x="656666" y="12111"/>
                </a:lnTo>
                <a:lnTo>
                  <a:pt x="656695" y="12162"/>
                </a:lnTo>
                <a:lnTo>
                  <a:pt x="656723" y="12213"/>
                </a:lnTo>
                <a:lnTo>
                  <a:pt x="656751" y="12266"/>
                </a:lnTo>
                <a:lnTo>
                  <a:pt x="656778" y="12319"/>
                </a:lnTo>
                <a:lnTo>
                  <a:pt x="656805" y="12373"/>
                </a:lnTo>
                <a:lnTo>
                  <a:pt x="656831" y="12427"/>
                </a:lnTo>
                <a:lnTo>
                  <a:pt x="656856" y="12482"/>
                </a:lnTo>
                <a:lnTo>
                  <a:pt x="656881" y="12538"/>
                </a:lnTo>
                <a:lnTo>
                  <a:pt x="656905" y="12595"/>
                </a:lnTo>
                <a:lnTo>
                  <a:pt x="656928" y="12653"/>
                </a:lnTo>
                <a:lnTo>
                  <a:pt x="656951" y="12711"/>
                </a:lnTo>
                <a:lnTo>
                  <a:pt x="656973" y="12770"/>
                </a:lnTo>
                <a:lnTo>
                  <a:pt x="656995" y="12830"/>
                </a:lnTo>
                <a:lnTo>
                  <a:pt x="657016" y="12890"/>
                </a:lnTo>
                <a:lnTo>
                  <a:pt x="657036" y="12952"/>
                </a:lnTo>
                <a:lnTo>
                  <a:pt x="657056" y="13014"/>
                </a:lnTo>
                <a:lnTo>
                  <a:pt x="657074" y="13077"/>
                </a:lnTo>
                <a:lnTo>
                  <a:pt x="657093" y="13140"/>
                </a:lnTo>
                <a:lnTo>
                  <a:pt x="657110" y="13204"/>
                </a:lnTo>
                <a:lnTo>
                  <a:pt x="657127" y="13269"/>
                </a:lnTo>
                <a:lnTo>
                  <a:pt x="657144" y="13336"/>
                </a:lnTo>
                <a:lnTo>
                  <a:pt x="657160" y="13404"/>
                </a:lnTo>
                <a:lnTo>
                  <a:pt x="657174" y="13474"/>
                </a:lnTo>
                <a:lnTo>
                  <a:pt x="657189" y="13545"/>
                </a:lnTo>
                <a:lnTo>
                  <a:pt x="657202" y="13619"/>
                </a:lnTo>
                <a:lnTo>
                  <a:pt x="657215" y="13694"/>
                </a:lnTo>
                <a:lnTo>
                  <a:pt x="657227" y="13770"/>
                </a:lnTo>
                <a:lnTo>
                  <a:pt x="657239" y="13849"/>
                </a:lnTo>
                <a:lnTo>
                  <a:pt x="657250" y="13929"/>
                </a:lnTo>
                <a:lnTo>
                  <a:pt x="657260" y="14011"/>
                </a:lnTo>
                <a:lnTo>
                  <a:pt x="657269" y="14095"/>
                </a:lnTo>
                <a:lnTo>
                  <a:pt x="657278" y="14180"/>
                </a:lnTo>
                <a:lnTo>
                  <a:pt x="657286" y="14268"/>
                </a:lnTo>
                <a:lnTo>
                  <a:pt x="657293" y="14356"/>
                </a:lnTo>
                <a:lnTo>
                  <a:pt x="657300" y="14447"/>
                </a:lnTo>
                <a:lnTo>
                  <a:pt x="657306" y="14540"/>
                </a:lnTo>
                <a:lnTo>
                  <a:pt x="657311" y="14634"/>
                </a:lnTo>
                <a:lnTo>
                  <a:pt x="657315" y="14730"/>
                </a:lnTo>
                <a:lnTo>
                  <a:pt x="657319" y="14827"/>
                </a:lnTo>
                <a:lnTo>
                  <a:pt x="657322" y="14927"/>
                </a:lnTo>
                <a:lnTo>
                  <a:pt x="657325" y="15028"/>
                </a:lnTo>
                <a:lnTo>
                  <a:pt x="657327" y="15131"/>
                </a:lnTo>
                <a:lnTo>
                  <a:pt x="657328" y="15235"/>
                </a:lnTo>
                <a:lnTo>
                  <a:pt x="657328" y="15342"/>
                </a:lnTo>
                <a:lnTo>
                  <a:pt x="657328" y="24149"/>
                </a:lnTo>
                <a:lnTo>
                  <a:pt x="657328" y="24160"/>
                </a:lnTo>
                <a:lnTo>
                  <a:pt x="657328" y="24171"/>
                </a:lnTo>
                <a:lnTo>
                  <a:pt x="657329" y="24182"/>
                </a:lnTo>
                <a:lnTo>
                  <a:pt x="657330" y="24193"/>
                </a:lnTo>
                <a:lnTo>
                  <a:pt x="657331" y="24203"/>
                </a:lnTo>
                <a:lnTo>
                  <a:pt x="657332" y="24213"/>
                </a:lnTo>
                <a:lnTo>
                  <a:pt x="657334" y="24224"/>
                </a:lnTo>
                <a:lnTo>
                  <a:pt x="657335" y="24234"/>
                </a:lnTo>
                <a:lnTo>
                  <a:pt x="657337" y="24244"/>
                </a:lnTo>
                <a:lnTo>
                  <a:pt x="657340" y="24253"/>
                </a:lnTo>
                <a:lnTo>
                  <a:pt x="657342" y="24263"/>
                </a:lnTo>
                <a:lnTo>
                  <a:pt x="657345" y="24272"/>
                </a:lnTo>
                <a:lnTo>
                  <a:pt x="657348" y="24282"/>
                </a:lnTo>
                <a:lnTo>
                  <a:pt x="657351" y="24291"/>
                </a:lnTo>
                <a:lnTo>
                  <a:pt x="657354" y="24300"/>
                </a:lnTo>
                <a:lnTo>
                  <a:pt x="657358" y="24309"/>
                </a:lnTo>
                <a:lnTo>
                  <a:pt x="657362" y="24318"/>
                </a:lnTo>
                <a:lnTo>
                  <a:pt x="657366" y="24326"/>
                </a:lnTo>
                <a:lnTo>
                  <a:pt x="657370" y="24335"/>
                </a:lnTo>
                <a:lnTo>
                  <a:pt x="657374" y="24343"/>
                </a:lnTo>
                <a:lnTo>
                  <a:pt x="657379" y="24351"/>
                </a:lnTo>
                <a:lnTo>
                  <a:pt x="657384" y="24359"/>
                </a:lnTo>
                <a:lnTo>
                  <a:pt x="657389" y="24367"/>
                </a:lnTo>
                <a:lnTo>
                  <a:pt x="657395" y="24375"/>
                </a:lnTo>
                <a:lnTo>
                  <a:pt x="657401" y="24382"/>
                </a:lnTo>
                <a:lnTo>
                  <a:pt x="657407" y="24390"/>
                </a:lnTo>
                <a:lnTo>
                  <a:pt x="657413" y="24397"/>
                </a:lnTo>
                <a:lnTo>
                  <a:pt x="657419" y="24405"/>
                </a:lnTo>
                <a:lnTo>
                  <a:pt x="657426" y="24412"/>
                </a:lnTo>
                <a:lnTo>
                  <a:pt x="657434" y="24419"/>
                </a:lnTo>
                <a:lnTo>
                  <a:pt x="657441" y="24426"/>
                </a:lnTo>
                <a:lnTo>
                  <a:pt x="657449" y="24433"/>
                </a:lnTo>
                <a:lnTo>
                  <a:pt x="657457" y="24440"/>
                </a:lnTo>
                <a:lnTo>
                  <a:pt x="657465" y="24447"/>
                </a:lnTo>
                <a:lnTo>
                  <a:pt x="657474" y="24454"/>
                </a:lnTo>
                <a:lnTo>
                  <a:pt x="657483" y="24460"/>
                </a:lnTo>
                <a:lnTo>
                  <a:pt x="657492" y="24467"/>
                </a:lnTo>
                <a:lnTo>
                  <a:pt x="657501" y="24473"/>
                </a:lnTo>
                <a:lnTo>
                  <a:pt x="657511" y="24480"/>
                </a:lnTo>
                <a:lnTo>
                  <a:pt x="657521" y="24486"/>
                </a:lnTo>
                <a:lnTo>
                  <a:pt x="657531" y="24492"/>
                </a:lnTo>
                <a:lnTo>
                  <a:pt x="657542" y="24499"/>
                </a:lnTo>
                <a:lnTo>
                  <a:pt x="657553" y="24505"/>
                </a:lnTo>
                <a:lnTo>
                  <a:pt x="657564" y="24511"/>
                </a:lnTo>
                <a:lnTo>
                  <a:pt x="657576" y="24516"/>
                </a:lnTo>
                <a:lnTo>
                  <a:pt x="657588" y="24522"/>
                </a:lnTo>
                <a:lnTo>
                  <a:pt x="657600" y="24528"/>
                </a:lnTo>
                <a:lnTo>
                  <a:pt x="657612" y="24534"/>
                </a:lnTo>
                <a:lnTo>
                  <a:pt x="657625" y="24539"/>
                </a:lnTo>
                <a:lnTo>
                  <a:pt x="657638" y="24544"/>
                </a:lnTo>
                <a:lnTo>
                  <a:pt x="657652" y="24550"/>
                </a:lnTo>
                <a:lnTo>
                  <a:pt x="657666" y="24555"/>
                </a:lnTo>
                <a:lnTo>
                  <a:pt x="657680" y="24560"/>
                </a:lnTo>
                <a:lnTo>
                  <a:pt x="657695" y="24565"/>
                </a:lnTo>
                <a:lnTo>
                  <a:pt x="657710" y="24570"/>
                </a:lnTo>
                <a:lnTo>
                  <a:pt x="657725" y="24574"/>
                </a:lnTo>
                <a:lnTo>
                  <a:pt x="657741" y="24579"/>
                </a:lnTo>
                <a:lnTo>
                  <a:pt x="657758" y="24583"/>
                </a:lnTo>
                <a:lnTo>
                  <a:pt x="657775" y="24588"/>
                </a:lnTo>
                <a:lnTo>
                  <a:pt x="657792" y="24592"/>
                </a:lnTo>
                <a:lnTo>
                  <a:pt x="657809" y="24596"/>
                </a:lnTo>
                <a:lnTo>
                  <a:pt x="657827" y="24600"/>
                </a:lnTo>
                <a:lnTo>
                  <a:pt x="657846" y="24604"/>
                </a:lnTo>
                <a:lnTo>
                  <a:pt x="657865" y="24608"/>
                </a:lnTo>
                <a:lnTo>
                  <a:pt x="657884" y="24611"/>
                </a:lnTo>
                <a:lnTo>
                  <a:pt x="657904" y="24615"/>
                </a:lnTo>
                <a:lnTo>
                  <a:pt x="657924" y="24618"/>
                </a:lnTo>
                <a:lnTo>
                  <a:pt x="657944" y="24622"/>
                </a:lnTo>
                <a:lnTo>
                  <a:pt x="657965" y="24625"/>
                </a:lnTo>
                <a:lnTo>
                  <a:pt x="657986" y="24628"/>
                </a:lnTo>
                <a:lnTo>
                  <a:pt x="658008" y="24631"/>
                </a:lnTo>
                <a:lnTo>
                  <a:pt x="658030" y="24634"/>
                </a:lnTo>
                <a:lnTo>
                  <a:pt x="658052" y="24637"/>
                </a:lnTo>
                <a:lnTo>
                  <a:pt x="658076" y="24639"/>
                </a:lnTo>
                <a:lnTo>
                  <a:pt x="658099" y="24642"/>
                </a:lnTo>
                <a:lnTo>
                  <a:pt x="658123" y="24644"/>
                </a:lnTo>
                <a:lnTo>
                  <a:pt x="658148" y="24646"/>
                </a:lnTo>
                <a:lnTo>
                  <a:pt x="658173" y="24648"/>
                </a:lnTo>
                <a:lnTo>
                  <a:pt x="658199" y="24650"/>
                </a:lnTo>
                <a:lnTo>
                  <a:pt x="658225" y="24652"/>
                </a:lnTo>
                <a:lnTo>
                  <a:pt x="658252" y="24654"/>
                </a:lnTo>
                <a:lnTo>
                  <a:pt x="658279" y="24656"/>
                </a:lnTo>
                <a:lnTo>
                  <a:pt x="658307" y="24657"/>
                </a:lnTo>
                <a:lnTo>
                  <a:pt x="658335" y="24659"/>
                </a:lnTo>
                <a:lnTo>
                  <a:pt x="658364" y="24660"/>
                </a:lnTo>
                <a:lnTo>
                  <a:pt x="658393" y="24661"/>
                </a:lnTo>
                <a:lnTo>
                  <a:pt x="658423" y="24663"/>
                </a:lnTo>
                <a:lnTo>
                  <a:pt x="658453" y="24664"/>
                </a:lnTo>
                <a:lnTo>
                  <a:pt x="658484" y="24664"/>
                </a:lnTo>
                <a:lnTo>
                  <a:pt x="658516" y="24665"/>
                </a:lnTo>
                <a:lnTo>
                  <a:pt x="658548" y="24666"/>
                </a:lnTo>
                <a:lnTo>
                  <a:pt x="658580" y="24666"/>
                </a:lnTo>
                <a:lnTo>
                  <a:pt x="658613" y="24667"/>
                </a:lnTo>
                <a:lnTo>
                  <a:pt x="658647" y="24667"/>
                </a:lnTo>
                <a:lnTo>
                  <a:pt x="658681" y="24667"/>
                </a:lnTo>
                <a:lnTo>
                  <a:pt x="658715" y="24667"/>
                </a:lnTo>
                <a:lnTo>
                  <a:pt x="658748" y="24667"/>
                </a:lnTo>
                <a:lnTo>
                  <a:pt x="658781" y="24667"/>
                </a:lnTo>
                <a:lnTo>
                  <a:pt x="658813" y="24667"/>
                </a:lnTo>
                <a:lnTo>
                  <a:pt x="658845" y="24666"/>
                </a:lnTo>
                <a:lnTo>
                  <a:pt x="658876" y="24666"/>
                </a:lnTo>
                <a:lnTo>
                  <a:pt x="658907" y="24665"/>
                </a:lnTo>
                <a:lnTo>
                  <a:pt x="658938" y="24664"/>
                </a:lnTo>
                <a:lnTo>
                  <a:pt x="658968" y="24664"/>
                </a:lnTo>
                <a:lnTo>
                  <a:pt x="658997" y="24663"/>
                </a:lnTo>
                <a:lnTo>
                  <a:pt x="659026" y="24661"/>
                </a:lnTo>
                <a:lnTo>
                  <a:pt x="659055" y="24660"/>
                </a:lnTo>
                <a:lnTo>
                  <a:pt x="659083" y="24659"/>
                </a:lnTo>
                <a:lnTo>
                  <a:pt x="659110" y="24657"/>
                </a:lnTo>
                <a:lnTo>
                  <a:pt x="659138" y="24656"/>
                </a:lnTo>
                <a:lnTo>
                  <a:pt x="659164" y="24654"/>
                </a:lnTo>
                <a:lnTo>
                  <a:pt x="659190" y="24652"/>
                </a:lnTo>
                <a:lnTo>
                  <a:pt x="659216" y="24650"/>
                </a:lnTo>
                <a:lnTo>
                  <a:pt x="659242" y="24648"/>
                </a:lnTo>
                <a:lnTo>
                  <a:pt x="659266" y="24646"/>
                </a:lnTo>
                <a:lnTo>
                  <a:pt x="659291" y="24644"/>
                </a:lnTo>
                <a:lnTo>
                  <a:pt x="659315" y="24642"/>
                </a:lnTo>
                <a:lnTo>
                  <a:pt x="659338" y="24639"/>
                </a:lnTo>
                <a:lnTo>
                  <a:pt x="659361" y="24637"/>
                </a:lnTo>
                <a:lnTo>
                  <a:pt x="659384" y="24634"/>
                </a:lnTo>
                <a:lnTo>
                  <a:pt x="659406" y="24631"/>
                </a:lnTo>
                <a:lnTo>
                  <a:pt x="659427" y="24628"/>
                </a:lnTo>
                <a:lnTo>
                  <a:pt x="659449" y="24625"/>
                </a:lnTo>
                <a:lnTo>
                  <a:pt x="659469" y="24622"/>
                </a:lnTo>
                <a:lnTo>
                  <a:pt x="659490" y="24618"/>
                </a:lnTo>
                <a:lnTo>
                  <a:pt x="659510" y="24615"/>
                </a:lnTo>
                <a:lnTo>
                  <a:pt x="659530" y="24611"/>
                </a:lnTo>
                <a:lnTo>
                  <a:pt x="659549" y="24608"/>
                </a:lnTo>
                <a:lnTo>
                  <a:pt x="659568" y="24604"/>
                </a:lnTo>
                <a:lnTo>
                  <a:pt x="659586" y="24600"/>
                </a:lnTo>
                <a:lnTo>
                  <a:pt x="659604" y="24596"/>
                </a:lnTo>
                <a:lnTo>
                  <a:pt x="659622" y="24592"/>
                </a:lnTo>
                <a:lnTo>
                  <a:pt x="659639" y="24588"/>
                </a:lnTo>
                <a:lnTo>
                  <a:pt x="659656" y="24583"/>
                </a:lnTo>
                <a:lnTo>
                  <a:pt x="659672" y="24579"/>
                </a:lnTo>
                <a:lnTo>
                  <a:pt x="659688" y="24574"/>
                </a:lnTo>
                <a:lnTo>
                  <a:pt x="659704" y="24570"/>
                </a:lnTo>
                <a:lnTo>
                  <a:pt x="659719" y="24565"/>
                </a:lnTo>
                <a:lnTo>
                  <a:pt x="659734" y="24560"/>
                </a:lnTo>
                <a:lnTo>
                  <a:pt x="659748" y="24555"/>
                </a:lnTo>
                <a:lnTo>
                  <a:pt x="659762" y="24550"/>
                </a:lnTo>
                <a:lnTo>
                  <a:pt x="659776" y="24544"/>
                </a:lnTo>
                <a:lnTo>
                  <a:pt x="659789" y="24539"/>
                </a:lnTo>
                <a:lnTo>
                  <a:pt x="659801" y="24534"/>
                </a:lnTo>
                <a:lnTo>
                  <a:pt x="659814" y="24528"/>
                </a:lnTo>
                <a:lnTo>
                  <a:pt x="659826" y="24522"/>
                </a:lnTo>
                <a:lnTo>
                  <a:pt x="659838" y="24516"/>
                </a:lnTo>
                <a:lnTo>
                  <a:pt x="659849" y="24511"/>
                </a:lnTo>
                <a:lnTo>
                  <a:pt x="659860" y="24505"/>
                </a:lnTo>
                <a:lnTo>
                  <a:pt x="659871" y="24499"/>
                </a:lnTo>
                <a:lnTo>
                  <a:pt x="659882" y="24492"/>
                </a:lnTo>
                <a:lnTo>
                  <a:pt x="659892" y="24486"/>
                </a:lnTo>
                <a:lnTo>
                  <a:pt x="659902" y="24480"/>
                </a:lnTo>
                <a:lnTo>
                  <a:pt x="659912" y="24473"/>
                </a:lnTo>
                <a:lnTo>
                  <a:pt x="659922" y="24467"/>
                </a:lnTo>
                <a:lnTo>
                  <a:pt x="659931" y="24460"/>
                </a:lnTo>
                <a:lnTo>
                  <a:pt x="659940" y="24454"/>
                </a:lnTo>
                <a:lnTo>
                  <a:pt x="659948" y="24447"/>
                </a:lnTo>
                <a:lnTo>
                  <a:pt x="659957" y="24440"/>
                </a:lnTo>
                <a:lnTo>
                  <a:pt x="659965" y="24433"/>
                </a:lnTo>
                <a:lnTo>
                  <a:pt x="659973" y="24426"/>
                </a:lnTo>
                <a:lnTo>
                  <a:pt x="659980" y="24419"/>
                </a:lnTo>
                <a:lnTo>
                  <a:pt x="659987" y="24412"/>
                </a:lnTo>
                <a:lnTo>
                  <a:pt x="659994" y="24405"/>
                </a:lnTo>
                <a:lnTo>
                  <a:pt x="660001" y="24397"/>
                </a:lnTo>
                <a:lnTo>
                  <a:pt x="660007" y="24390"/>
                </a:lnTo>
                <a:lnTo>
                  <a:pt x="660013" y="24382"/>
                </a:lnTo>
                <a:lnTo>
                  <a:pt x="660019" y="24375"/>
                </a:lnTo>
                <a:lnTo>
                  <a:pt x="660024" y="24367"/>
                </a:lnTo>
                <a:lnTo>
                  <a:pt x="660029" y="24359"/>
                </a:lnTo>
                <a:lnTo>
                  <a:pt x="660034" y="24351"/>
                </a:lnTo>
                <a:lnTo>
                  <a:pt x="660039" y="24343"/>
                </a:lnTo>
                <a:lnTo>
                  <a:pt x="660044" y="24335"/>
                </a:lnTo>
                <a:lnTo>
                  <a:pt x="660048" y="24326"/>
                </a:lnTo>
                <a:lnTo>
                  <a:pt x="660052" y="24318"/>
                </a:lnTo>
                <a:lnTo>
                  <a:pt x="660056" y="24309"/>
                </a:lnTo>
                <a:lnTo>
                  <a:pt x="660059" y="24300"/>
                </a:lnTo>
                <a:lnTo>
                  <a:pt x="660063" y="24291"/>
                </a:lnTo>
                <a:lnTo>
                  <a:pt x="660066" y="24282"/>
                </a:lnTo>
                <a:lnTo>
                  <a:pt x="660069" y="24272"/>
                </a:lnTo>
                <a:lnTo>
                  <a:pt x="660071" y="24263"/>
                </a:lnTo>
                <a:lnTo>
                  <a:pt x="660074" y="24253"/>
                </a:lnTo>
                <a:lnTo>
                  <a:pt x="660076" y="24244"/>
                </a:lnTo>
                <a:lnTo>
                  <a:pt x="660078" y="24234"/>
                </a:lnTo>
                <a:lnTo>
                  <a:pt x="660080" y="24224"/>
                </a:lnTo>
                <a:lnTo>
                  <a:pt x="660081" y="24213"/>
                </a:lnTo>
                <a:lnTo>
                  <a:pt x="660083" y="24203"/>
                </a:lnTo>
                <a:lnTo>
                  <a:pt x="660084" y="24193"/>
                </a:lnTo>
                <a:lnTo>
                  <a:pt x="660084" y="24182"/>
                </a:lnTo>
                <a:lnTo>
                  <a:pt x="660085" y="24171"/>
                </a:lnTo>
                <a:lnTo>
                  <a:pt x="660085" y="24160"/>
                </a:lnTo>
                <a:lnTo>
                  <a:pt x="660086" y="24149"/>
                </a:lnTo>
                <a:lnTo>
                  <a:pt x="660086" y="14974"/>
                </a:lnTo>
                <a:lnTo>
                  <a:pt x="660085" y="14841"/>
                </a:lnTo>
                <a:lnTo>
                  <a:pt x="660084" y="14710"/>
                </a:lnTo>
                <a:lnTo>
                  <a:pt x="660081" y="14580"/>
                </a:lnTo>
                <a:lnTo>
                  <a:pt x="660078" y="14452"/>
                </a:lnTo>
                <a:lnTo>
                  <a:pt x="660074" y="14326"/>
                </a:lnTo>
                <a:close/>
                <a:moveTo>
                  <a:pt x="742095" y="9060"/>
                </a:moveTo>
                <a:lnTo>
                  <a:pt x="742094" y="9051"/>
                </a:lnTo>
                <a:lnTo>
                  <a:pt x="742092" y="9041"/>
                </a:lnTo>
                <a:lnTo>
                  <a:pt x="742090" y="9032"/>
                </a:lnTo>
                <a:lnTo>
                  <a:pt x="742088" y="9023"/>
                </a:lnTo>
                <a:lnTo>
                  <a:pt x="742086" y="9014"/>
                </a:lnTo>
                <a:lnTo>
                  <a:pt x="742084" y="9004"/>
                </a:lnTo>
                <a:lnTo>
                  <a:pt x="742081" y="8995"/>
                </a:lnTo>
                <a:lnTo>
                  <a:pt x="742078" y="8986"/>
                </a:lnTo>
                <a:lnTo>
                  <a:pt x="742075" y="8977"/>
                </a:lnTo>
                <a:lnTo>
                  <a:pt x="742072" y="8968"/>
                </a:lnTo>
                <a:lnTo>
                  <a:pt x="742068" y="8960"/>
                </a:lnTo>
                <a:lnTo>
                  <a:pt x="742064" y="8951"/>
                </a:lnTo>
                <a:lnTo>
                  <a:pt x="742060" y="8942"/>
                </a:lnTo>
                <a:lnTo>
                  <a:pt x="742056" y="8933"/>
                </a:lnTo>
                <a:lnTo>
                  <a:pt x="742051" y="8925"/>
                </a:lnTo>
                <a:lnTo>
                  <a:pt x="742047" y="8916"/>
                </a:lnTo>
                <a:lnTo>
                  <a:pt x="742042" y="8908"/>
                </a:lnTo>
                <a:lnTo>
                  <a:pt x="742036" y="8899"/>
                </a:lnTo>
                <a:lnTo>
                  <a:pt x="742031" y="8891"/>
                </a:lnTo>
                <a:lnTo>
                  <a:pt x="742025" y="8883"/>
                </a:lnTo>
                <a:lnTo>
                  <a:pt x="742019" y="8874"/>
                </a:lnTo>
                <a:lnTo>
                  <a:pt x="742013" y="8866"/>
                </a:lnTo>
                <a:lnTo>
                  <a:pt x="742006" y="8858"/>
                </a:lnTo>
                <a:lnTo>
                  <a:pt x="742000" y="8851"/>
                </a:lnTo>
                <a:lnTo>
                  <a:pt x="741992" y="8843"/>
                </a:lnTo>
                <a:lnTo>
                  <a:pt x="741985" y="8835"/>
                </a:lnTo>
                <a:lnTo>
                  <a:pt x="741977" y="8828"/>
                </a:lnTo>
                <a:lnTo>
                  <a:pt x="741969" y="8820"/>
                </a:lnTo>
                <a:lnTo>
                  <a:pt x="741961" y="8813"/>
                </a:lnTo>
                <a:lnTo>
                  <a:pt x="741952" y="8806"/>
                </a:lnTo>
                <a:lnTo>
                  <a:pt x="741943" y="8799"/>
                </a:lnTo>
                <a:lnTo>
                  <a:pt x="741934" y="8792"/>
                </a:lnTo>
                <a:lnTo>
                  <a:pt x="741925" y="8785"/>
                </a:lnTo>
                <a:lnTo>
                  <a:pt x="741915" y="8779"/>
                </a:lnTo>
                <a:lnTo>
                  <a:pt x="741905" y="8772"/>
                </a:lnTo>
                <a:lnTo>
                  <a:pt x="741894" y="8766"/>
                </a:lnTo>
                <a:lnTo>
                  <a:pt x="741884" y="8759"/>
                </a:lnTo>
                <a:lnTo>
                  <a:pt x="741873" y="8753"/>
                </a:lnTo>
                <a:lnTo>
                  <a:pt x="741862" y="8747"/>
                </a:lnTo>
                <a:lnTo>
                  <a:pt x="741850" y="8741"/>
                </a:lnTo>
                <a:lnTo>
                  <a:pt x="741838" y="8735"/>
                </a:lnTo>
                <a:lnTo>
                  <a:pt x="741826" y="8729"/>
                </a:lnTo>
                <a:lnTo>
                  <a:pt x="741814" y="8724"/>
                </a:lnTo>
                <a:lnTo>
                  <a:pt x="741801" y="8718"/>
                </a:lnTo>
                <a:lnTo>
                  <a:pt x="741788" y="8713"/>
                </a:lnTo>
                <a:lnTo>
                  <a:pt x="741774" y="8708"/>
                </a:lnTo>
                <a:lnTo>
                  <a:pt x="741760" y="8702"/>
                </a:lnTo>
                <a:lnTo>
                  <a:pt x="741746" y="8697"/>
                </a:lnTo>
                <a:lnTo>
                  <a:pt x="741731" y="8692"/>
                </a:lnTo>
                <a:lnTo>
                  <a:pt x="741716" y="8688"/>
                </a:lnTo>
                <a:lnTo>
                  <a:pt x="741700" y="8683"/>
                </a:lnTo>
                <a:lnTo>
                  <a:pt x="741684" y="8678"/>
                </a:lnTo>
                <a:lnTo>
                  <a:pt x="741668" y="8674"/>
                </a:lnTo>
                <a:lnTo>
                  <a:pt x="741651" y="8670"/>
                </a:lnTo>
                <a:lnTo>
                  <a:pt x="741634" y="8665"/>
                </a:lnTo>
                <a:lnTo>
                  <a:pt x="741616" y="8661"/>
                </a:lnTo>
                <a:lnTo>
                  <a:pt x="741598" y="8657"/>
                </a:lnTo>
                <a:lnTo>
                  <a:pt x="741580" y="8653"/>
                </a:lnTo>
                <a:lnTo>
                  <a:pt x="741561" y="8649"/>
                </a:lnTo>
                <a:lnTo>
                  <a:pt x="741542" y="8646"/>
                </a:lnTo>
                <a:lnTo>
                  <a:pt x="741522" y="8642"/>
                </a:lnTo>
                <a:lnTo>
                  <a:pt x="741502" y="8639"/>
                </a:lnTo>
                <a:lnTo>
                  <a:pt x="741482" y="8636"/>
                </a:lnTo>
                <a:lnTo>
                  <a:pt x="741461" y="8632"/>
                </a:lnTo>
                <a:lnTo>
                  <a:pt x="741440" y="8629"/>
                </a:lnTo>
                <a:lnTo>
                  <a:pt x="741418" y="8626"/>
                </a:lnTo>
                <a:lnTo>
                  <a:pt x="741396" y="8623"/>
                </a:lnTo>
                <a:lnTo>
                  <a:pt x="741373" y="8621"/>
                </a:lnTo>
                <a:lnTo>
                  <a:pt x="741350" y="8618"/>
                </a:lnTo>
                <a:lnTo>
                  <a:pt x="741327" y="8616"/>
                </a:lnTo>
                <a:lnTo>
                  <a:pt x="741303" y="8613"/>
                </a:lnTo>
                <a:lnTo>
                  <a:pt x="741278" y="8611"/>
                </a:lnTo>
                <a:lnTo>
                  <a:pt x="741253" y="8609"/>
                </a:lnTo>
                <a:lnTo>
                  <a:pt x="741227" y="8607"/>
                </a:lnTo>
                <a:lnTo>
                  <a:pt x="741201" y="8605"/>
                </a:lnTo>
                <a:lnTo>
                  <a:pt x="741174" y="8603"/>
                </a:lnTo>
                <a:lnTo>
                  <a:pt x="741147" y="8601"/>
                </a:lnTo>
                <a:lnTo>
                  <a:pt x="741119" y="8600"/>
                </a:lnTo>
                <a:lnTo>
                  <a:pt x="741091" y="8598"/>
                </a:lnTo>
                <a:lnTo>
                  <a:pt x="741062" y="8597"/>
                </a:lnTo>
                <a:lnTo>
                  <a:pt x="741033" y="8596"/>
                </a:lnTo>
                <a:lnTo>
                  <a:pt x="741003" y="8595"/>
                </a:lnTo>
                <a:lnTo>
                  <a:pt x="740973" y="8594"/>
                </a:lnTo>
                <a:lnTo>
                  <a:pt x="740942" y="8593"/>
                </a:lnTo>
                <a:lnTo>
                  <a:pt x="740910" y="8592"/>
                </a:lnTo>
                <a:lnTo>
                  <a:pt x="740878" y="8592"/>
                </a:lnTo>
                <a:lnTo>
                  <a:pt x="740846" y="8591"/>
                </a:lnTo>
                <a:lnTo>
                  <a:pt x="740813" y="8591"/>
                </a:lnTo>
                <a:lnTo>
                  <a:pt x="740779" y="8590"/>
                </a:lnTo>
                <a:lnTo>
                  <a:pt x="740745" y="8590"/>
                </a:lnTo>
                <a:lnTo>
                  <a:pt x="740711" y="8590"/>
                </a:lnTo>
                <a:lnTo>
                  <a:pt x="740678" y="8590"/>
                </a:lnTo>
                <a:lnTo>
                  <a:pt x="740645" y="8590"/>
                </a:lnTo>
                <a:lnTo>
                  <a:pt x="740613" y="8591"/>
                </a:lnTo>
                <a:lnTo>
                  <a:pt x="740581" y="8591"/>
                </a:lnTo>
                <a:lnTo>
                  <a:pt x="740549" y="8592"/>
                </a:lnTo>
                <a:lnTo>
                  <a:pt x="740519" y="8592"/>
                </a:lnTo>
                <a:lnTo>
                  <a:pt x="740488" y="8593"/>
                </a:lnTo>
                <a:lnTo>
                  <a:pt x="740458" y="8594"/>
                </a:lnTo>
                <a:lnTo>
                  <a:pt x="740429" y="8595"/>
                </a:lnTo>
                <a:lnTo>
                  <a:pt x="740400" y="8596"/>
                </a:lnTo>
                <a:lnTo>
                  <a:pt x="740371" y="8597"/>
                </a:lnTo>
                <a:lnTo>
                  <a:pt x="740343" y="8598"/>
                </a:lnTo>
                <a:lnTo>
                  <a:pt x="740315" y="8600"/>
                </a:lnTo>
                <a:lnTo>
                  <a:pt x="740288" y="8601"/>
                </a:lnTo>
                <a:lnTo>
                  <a:pt x="740262" y="8603"/>
                </a:lnTo>
                <a:lnTo>
                  <a:pt x="740235" y="8605"/>
                </a:lnTo>
                <a:lnTo>
                  <a:pt x="740210" y="8607"/>
                </a:lnTo>
                <a:lnTo>
                  <a:pt x="740184" y="8609"/>
                </a:lnTo>
                <a:lnTo>
                  <a:pt x="740159" y="8611"/>
                </a:lnTo>
                <a:lnTo>
                  <a:pt x="740135" y="8613"/>
                </a:lnTo>
                <a:lnTo>
                  <a:pt x="740111" y="8616"/>
                </a:lnTo>
                <a:lnTo>
                  <a:pt x="740088" y="8618"/>
                </a:lnTo>
                <a:lnTo>
                  <a:pt x="740065" y="8621"/>
                </a:lnTo>
                <a:lnTo>
                  <a:pt x="740042" y="8623"/>
                </a:lnTo>
                <a:lnTo>
                  <a:pt x="740020" y="8626"/>
                </a:lnTo>
                <a:lnTo>
                  <a:pt x="739998" y="8629"/>
                </a:lnTo>
                <a:lnTo>
                  <a:pt x="739977" y="8632"/>
                </a:lnTo>
                <a:lnTo>
                  <a:pt x="739956" y="8636"/>
                </a:lnTo>
                <a:lnTo>
                  <a:pt x="739936" y="8639"/>
                </a:lnTo>
                <a:lnTo>
                  <a:pt x="739915" y="8642"/>
                </a:lnTo>
                <a:lnTo>
                  <a:pt x="739895" y="8646"/>
                </a:lnTo>
                <a:lnTo>
                  <a:pt x="739876" y="8649"/>
                </a:lnTo>
                <a:lnTo>
                  <a:pt x="739857" y="8653"/>
                </a:lnTo>
                <a:lnTo>
                  <a:pt x="739838" y="8657"/>
                </a:lnTo>
                <a:lnTo>
                  <a:pt x="739820" y="8661"/>
                </a:lnTo>
                <a:lnTo>
                  <a:pt x="739802" y="8665"/>
                </a:lnTo>
                <a:lnTo>
                  <a:pt x="739784" y="8670"/>
                </a:lnTo>
                <a:lnTo>
                  <a:pt x="739767" y="8674"/>
                </a:lnTo>
                <a:lnTo>
                  <a:pt x="739750" y="8678"/>
                </a:lnTo>
                <a:lnTo>
                  <a:pt x="739734" y="8683"/>
                </a:lnTo>
                <a:lnTo>
                  <a:pt x="739718" y="8688"/>
                </a:lnTo>
                <a:lnTo>
                  <a:pt x="739702" y="8692"/>
                </a:lnTo>
                <a:lnTo>
                  <a:pt x="739687" y="8697"/>
                </a:lnTo>
                <a:lnTo>
                  <a:pt x="739672" y="8702"/>
                </a:lnTo>
                <a:lnTo>
                  <a:pt x="739657" y="8708"/>
                </a:lnTo>
                <a:lnTo>
                  <a:pt x="739643" y="8713"/>
                </a:lnTo>
                <a:lnTo>
                  <a:pt x="739629" y="8718"/>
                </a:lnTo>
                <a:lnTo>
                  <a:pt x="739616" y="8724"/>
                </a:lnTo>
                <a:lnTo>
                  <a:pt x="739603" y="8729"/>
                </a:lnTo>
                <a:lnTo>
                  <a:pt x="739590" y="8735"/>
                </a:lnTo>
                <a:lnTo>
                  <a:pt x="739578" y="8741"/>
                </a:lnTo>
                <a:lnTo>
                  <a:pt x="739566" y="8747"/>
                </a:lnTo>
                <a:lnTo>
                  <a:pt x="739554" y="8753"/>
                </a:lnTo>
                <a:lnTo>
                  <a:pt x="739543" y="8759"/>
                </a:lnTo>
                <a:lnTo>
                  <a:pt x="739532" y="8766"/>
                </a:lnTo>
                <a:lnTo>
                  <a:pt x="739521" y="8772"/>
                </a:lnTo>
                <a:lnTo>
                  <a:pt x="739511" y="8779"/>
                </a:lnTo>
                <a:lnTo>
                  <a:pt x="739501" y="8785"/>
                </a:lnTo>
                <a:lnTo>
                  <a:pt x="739492" y="8792"/>
                </a:lnTo>
                <a:lnTo>
                  <a:pt x="739482" y="8799"/>
                </a:lnTo>
                <a:lnTo>
                  <a:pt x="739473" y="8806"/>
                </a:lnTo>
                <a:lnTo>
                  <a:pt x="739465" y="8813"/>
                </a:lnTo>
                <a:lnTo>
                  <a:pt x="739457" y="8820"/>
                </a:lnTo>
                <a:lnTo>
                  <a:pt x="739449" y="8828"/>
                </a:lnTo>
                <a:lnTo>
                  <a:pt x="739441" y="8835"/>
                </a:lnTo>
                <a:lnTo>
                  <a:pt x="739434" y="8843"/>
                </a:lnTo>
                <a:lnTo>
                  <a:pt x="739428" y="8851"/>
                </a:lnTo>
                <a:lnTo>
                  <a:pt x="739421" y="8858"/>
                </a:lnTo>
                <a:lnTo>
                  <a:pt x="739415" y="8866"/>
                </a:lnTo>
                <a:lnTo>
                  <a:pt x="739409" y="8874"/>
                </a:lnTo>
                <a:lnTo>
                  <a:pt x="739404" y="8883"/>
                </a:lnTo>
                <a:lnTo>
                  <a:pt x="739399" y="8891"/>
                </a:lnTo>
                <a:lnTo>
                  <a:pt x="739394" y="8899"/>
                </a:lnTo>
                <a:lnTo>
                  <a:pt x="739389" y="8908"/>
                </a:lnTo>
                <a:lnTo>
                  <a:pt x="739385" y="8916"/>
                </a:lnTo>
                <a:lnTo>
                  <a:pt x="739381" y="8925"/>
                </a:lnTo>
                <a:lnTo>
                  <a:pt x="739377" y="8933"/>
                </a:lnTo>
                <a:lnTo>
                  <a:pt x="739373" y="8942"/>
                </a:lnTo>
                <a:lnTo>
                  <a:pt x="739370" y="8951"/>
                </a:lnTo>
                <a:lnTo>
                  <a:pt x="739366" y="8960"/>
                </a:lnTo>
                <a:lnTo>
                  <a:pt x="739363" y="8968"/>
                </a:lnTo>
                <a:lnTo>
                  <a:pt x="739360" y="8977"/>
                </a:lnTo>
                <a:lnTo>
                  <a:pt x="739357" y="8986"/>
                </a:lnTo>
                <a:lnTo>
                  <a:pt x="739355" y="8995"/>
                </a:lnTo>
                <a:lnTo>
                  <a:pt x="739353" y="9004"/>
                </a:lnTo>
                <a:lnTo>
                  <a:pt x="739350" y="9014"/>
                </a:lnTo>
                <a:lnTo>
                  <a:pt x="739349" y="9023"/>
                </a:lnTo>
                <a:lnTo>
                  <a:pt x="739347" y="9032"/>
                </a:lnTo>
                <a:lnTo>
                  <a:pt x="739345" y="9041"/>
                </a:lnTo>
                <a:lnTo>
                  <a:pt x="739344" y="9051"/>
                </a:lnTo>
                <a:lnTo>
                  <a:pt x="739343" y="9060"/>
                </a:lnTo>
                <a:lnTo>
                  <a:pt x="739342" y="9070"/>
                </a:lnTo>
                <a:lnTo>
                  <a:pt x="739341" y="9079"/>
                </a:lnTo>
                <a:lnTo>
                  <a:pt x="739341" y="9089"/>
                </a:lnTo>
                <a:lnTo>
                  <a:pt x="739340" y="9098"/>
                </a:lnTo>
                <a:lnTo>
                  <a:pt x="739340" y="9108"/>
                </a:lnTo>
                <a:lnTo>
                  <a:pt x="739340" y="24149"/>
                </a:lnTo>
                <a:lnTo>
                  <a:pt x="739340" y="24160"/>
                </a:lnTo>
                <a:lnTo>
                  <a:pt x="739341" y="24171"/>
                </a:lnTo>
                <a:lnTo>
                  <a:pt x="739341" y="24182"/>
                </a:lnTo>
                <a:lnTo>
                  <a:pt x="739342" y="24193"/>
                </a:lnTo>
                <a:lnTo>
                  <a:pt x="739343" y="24203"/>
                </a:lnTo>
                <a:lnTo>
                  <a:pt x="739344" y="24213"/>
                </a:lnTo>
                <a:lnTo>
                  <a:pt x="739345" y="24224"/>
                </a:lnTo>
                <a:lnTo>
                  <a:pt x="739347" y="24234"/>
                </a:lnTo>
                <a:lnTo>
                  <a:pt x="739349" y="24244"/>
                </a:lnTo>
                <a:lnTo>
                  <a:pt x="739350" y="24253"/>
                </a:lnTo>
                <a:lnTo>
                  <a:pt x="739353" y="24263"/>
                </a:lnTo>
                <a:lnTo>
                  <a:pt x="739355" y="24272"/>
                </a:lnTo>
                <a:lnTo>
                  <a:pt x="739357" y="24282"/>
                </a:lnTo>
                <a:lnTo>
                  <a:pt x="739360" y="24291"/>
                </a:lnTo>
                <a:lnTo>
                  <a:pt x="739363" y="24300"/>
                </a:lnTo>
                <a:lnTo>
                  <a:pt x="739366" y="24309"/>
                </a:lnTo>
                <a:lnTo>
                  <a:pt x="739370" y="24318"/>
                </a:lnTo>
                <a:lnTo>
                  <a:pt x="739373" y="24326"/>
                </a:lnTo>
                <a:lnTo>
                  <a:pt x="739377" y="24335"/>
                </a:lnTo>
                <a:lnTo>
                  <a:pt x="739381" y="24343"/>
                </a:lnTo>
                <a:lnTo>
                  <a:pt x="739385" y="24351"/>
                </a:lnTo>
                <a:lnTo>
                  <a:pt x="739389" y="24359"/>
                </a:lnTo>
                <a:lnTo>
                  <a:pt x="739394" y="24367"/>
                </a:lnTo>
                <a:lnTo>
                  <a:pt x="739399" y="24375"/>
                </a:lnTo>
                <a:lnTo>
                  <a:pt x="739404" y="24382"/>
                </a:lnTo>
                <a:lnTo>
                  <a:pt x="739409" y="24390"/>
                </a:lnTo>
                <a:lnTo>
                  <a:pt x="739415" y="24397"/>
                </a:lnTo>
                <a:lnTo>
                  <a:pt x="739421" y="24405"/>
                </a:lnTo>
                <a:lnTo>
                  <a:pt x="739428" y="24412"/>
                </a:lnTo>
                <a:lnTo>
                  <a:pt x="739434" y="24419"/>
                </a:lnTo>
                <a:lnTo>
                  <a:pt x="739441" y="24426"/>
                </a:lnTo>
                <a:lnTo>
                  <a:pt x="739449" y="24433"/>
                </a:lnTo>
                <a:lnTo>
                  <a:pt x="739457" y="24440"/>
                </a:lnTo>
                <a:lnTo>
                  <a:pt x="739465" y="24447"/>
                </a:lnTo>
                <a:lnTo>
                  <a:pt x="739473" y="24454"/>
                </a:lnTo>
                <a:lnTo>
                  <a:pt x="739482" y="24460"/>
                </a:lnTo>
                <a:lnTo>
                  <a:pt x="739492" y="24467"/>
                </a:lnTo>
                <a:lnTo>
                  <a:pt x="739501" y="24473"/>
                </a:lnTo>
                <a:lnTo>
                  <a:pt x="739511" y="24480"/>
                </a:lnTo>
                <a:lnTo>
                  <a:pt x="739521" y="24486"/>
                </a:lnTo>
                <a:lnTo>
                  <a:pt x="739532" y="24492"/>
                </a:lnTo>
                <a:lnTo>
                  <a:pt x="739543" y="24499"/>
                </a:lnTo>
                <a:lnTo>
                  <a:pt x="739554" y="24505"/>
                </a:lnTo>
                <a:lnTo>
                  <a:pt x="739566" y="24511"/>
                </a:lnTo>
                <a:lnTo>
                  <a:pt x="739578" y="24516"/>
                </a:lnTo>
                <a:lnTo>
                  <a:pt x="739590" y="24522"/>
                </a:lnTo>
                <a:lnTo>
                  <a:pt x="739603" y="24528"/>
                </a:lnTo>
                <a:lnTo>
                  <a:pt x="739616" y="24534"/>
                </a:lnTo>
                <a:lnTo>
                  <a:pt x="739629" y="24539"/>
                </a:lnTo>
                <a:lnTo>
                  <a:pt x="739643" y="24544"/>
                </a:lnTo>
                <a:lnTo>
                  <a:pt x="739657" y="24550"/>
                </a:lnTo>
                <a:lnTo>
                  <a:pt x="739672" y="24555"/>
                </a:lnTo>
                <a:lnTo>
                  <a:pt x="739687" y="24560"/>
                </a:lnTo>
                <a:lnTo>
                  <a:pt x="739702" y="24565"/>
                </a:lnTo>
                <a:lnTo>
                  <a:pt x="739718" y="24570"/>
                </a:lnTo>
                <a:lnTo>
                  <a:pt x="739734" y="24574"/>
                </a:lnTo>
                <a:lnTo>
                  <a:pt x="739750" y="24579"/>
                </a:lnTo>
                <a:lnTo>
                  <a:pt x="739767" y="24583"/>
                </a:lnTo>
                <a:lnTo>
                  <a:pt x="739784" y="24588"/>
                </a:lnTo>
                <a:lnTo>
                  <a:pt x="739802" y="24592"/>
                </a:lnTo>
                <a:lnTo>
                  <a:pt x="739820" y="24596"/>
                </a:lnTo>
                <a:lnTo>
                  <a:pt x="739838" y="24600"/>
                </a:lnTo>
                <a:lnTo>
                  <a:pt x="739857" y="24604"/>
                </a:lnTo>
                <a:lnTo>
                  <a:pt x="739876" y="24608"/>
                </a:lnTo>
                <a:lnTo>
                  <a:pt x="739895" y="24611"/>
                </a:lnTo>
                <a:lnTo>
                  <a:pt x="739915" y="24615"/>
                </a:lnTo>
                <a:lnTo>
                  <a:pt x="739936" y="24618"/>
                </a:lnTo>
                <a:lnTo>
                  <a:pt x="739956" y="24622"/>
                </a:lnTo>
                <a:lnTo>
                  <a:pt x="739977" y="24625"/>
                </a:lnTo>
                <a:lnTo>
                  <a:pt x="739998" y="24628"/>
                </a:lnTo>
                <a:lnTo>
                  <a:pt x="740020" y="24631"/>
                </a:lnTo>
                <a:lnTo>
                  <a:pt x="740042" y="24634"/>
                </a:lnTo>
                <a:lnTo>
                  <a:pt x="740065" y="24637"/>
                </a:lnTo>
                <a:lnTo>
                  <a:pt x="740088" y="24639"/>
                </a:lnTo>
                <a:lnTo>
                  <a:pt x="740111" y="24642"/>
                </a:lnTo>
                <a:lnTo>
                  <a:pt x="740135" y="24644"/>
                </a:lnTo>
                <a:lnTo>
                  <a:pt x="740159" y="24646"/>
                </a:lnTo>
                <a:lnTo>
                  <a:pt x="740184" y="24648"/>
                </a:lnTo>
                <a:lnTo>
                  <a:pt x="740210" y="24650"/>
                </a:lnTo>
                <a:lnTo>
                  <a:pt x="740235" y="24652"/>
                </a:lnTo>
                <a:lnTo>
                  <a:pt x="740262" y="24654"/>
                </a:lnTo>
                <a:lnTo>
                  <a:pt x="740288" y="24656"/>
                </a:lnTo>
                <a:lnTo>
                  <a:pt x="740315" y="24657"/>
                </a:lnTo>
                <a:lnTo>
                  <a:pt x="740343" y="24659"/>
                </a:lnTo>
                <a:lnTo>
                  <a:pt x="740371" y="24660"/>
                </a:lnTo>
                <a:lnTo>
                  <a:pt x="740400" y="24661"/>
                </a:lnTo>
                <a:lnTo>
                  <a:pt x="740429" y="24663"/>
                </a:lnTo>
                <a:lnTo>
                  <a:pt x="740458" y="24664"/>
                </a:lnTo>
                <a:lnTo>
                  <a:pt x="740488" y="24664"/>
                </a:lnTo>
                <a:lnTo>
                  <a:pt x="740519" y="24665"/>
                </a:lnTo>
                <a:lnTo>
                  <a:pt x="740549" y="24666"/>
                </a:lnTo>
                <a:lnTo>
                  <a:pt x="740581" y="24666"/>
                </a:lnTo>
                <a:lnTo>
                  <a:pt x="740613" y="24667"/>
                </a:lnTo>
                <a:lnTo>
                  <a:pt x="740645" y="24667"/>
                </a:lnTo>
                <a:lnTo>
                  <a:pt x="740678" y="24667"/>
                </a:lnTo>
                <a:lnTo>
                  <a:pt x="740711" y="24667"/>
                </a:lnTo>
                <a:lnTo>
                  <a:pt x="740745" y="24667"/>
                </a:lnTo>
                <a:lnTo>
                  <a:pt x="740779" y="24667"/>
                </a:lnTo>
                <a:lnTo>
                  <a:pt x="740813" y="24667"/>
                </a:lnTo>
                <a:lnTo>
                  <a:pt x="740846" y="24666"/>
                </a:lnTo>
                <a:lnTo>
                  <a:pt x="740878" y="24666"/>
                </a:lnTo>
                <a:lnTo>
                  <a:pt x="740910" y="24665"/>
                </a:lnTo>
                <a:lnTo>
                  <a:pt x="740942" y="24664"/>
                </a:lnTo>
                <a:lnTo>
                  <a:pt x="740973" y="24664"/>
                </a:lnTo>
                <a:lnTo>
                  <a:pt x="741003" y="24663"/>
                </a:lnTo>
                <a:lnTo>
                  <a:pt x="741033" y="24661"/>
                </a:lnTo>
                <a:lnTo>
                  <a:pt x="741062" y="24660"/>
                </a:lnTo>
                <a:lnTo>
                  <a:pt x="741091" y="24659"/>
                </a:lnTo>
                <a:lnTo>
                  <a:pt x="741119" y="24657"/>
                </a:lnTo>
                <a:lnTo>
                  <a:pt x="741147" y="24656"/>
                </a:lnTo>
                <a:lnTo>
                  <a:pt x="741174" y="24654"/>
                </a:lnTo>
                <a:lnTo>
                  <a:pt x="741201" y="24652"/>
                </a:lnTo>
                <a:lnTo>
                  <a:pt x="741227" y="24650"/>
                </a:lnTo>
                <a:lnTo>
                  <a:pt x="741253" y="24648"/>
                </a:lnTo>
                <a:lnTo>
                  <a:pt x="741278" y="24646"/>
                </a:lnTo>
                <a:lnTo>
                  <a:pt x="741303" y="24644"/>
                </a:lnTo>
                <a:lnTo>
                  <a:pt x="741327" y="24642"/>
                </a:lnTo>
                <a:lnTo>
                  <a:pt x="741350" y="24639"/>
                </a:lnTo>
                <a:lnTo>
                  <a:pt x="741373" y="24637"/>
                </a:lnTo>
                <a:lnTo>
                  <a:pt x="741396" y="24634"/>
                </a:lnTo>
                <a:lnTo>
                  <a:pt x="741418" y="24631"/>
                </a:lnTo>
                <a:lnTo>
                  <a:pt x="741440" y="24628"/>
                </a:lnTo>
                <a:lnTo>
                  <a:pt x="741461" y="24625"/>
                </a:lnTo>
                <a:lnTo>
                  <a:pt x="741482" y="24622"/>
                </a:lnTo>
                <a:lnTo>
                  <a:pt x="741502" y="24618"/>
                </a:lnTo>
                <a:lnTo>
                  <a:pt x="741522" y="24615"/>
                </a:lnTo>
                <a:lnTo>
                  <a:pt x="741542" y="24611"/>
                </a:lnTo>
                <a:lnTo>
                  <a:pt x="741561" y="24608"/>
                </a:lnTo>
                <a:lnTo>
                  <a:pt x="741580" y="24604"/>
                </a:lnTo>
                <a:lnTo>
                  <a:pt x="741598" y="24600"/>
                </a:lnTo>
                <a:lnTo>
                  <a:pt x="741616" y="24596"/>
                </a:lnTo>
                <a:lnTo>
                  <a:pt x="741634" y="24592"/>
                </a:lnTo>
                <a:lnTo>
                  <a:pt x="741651" y="24588"/>
                </a:lnTo>
                <a:lnTo>
                  <a:pt x="741668" y="24583"/>
                </a:lnTo>
                <a:lnTo>
                  <a:pt x="741684" y="24579"/>
                </a:lnTo>
                <a:lnTo>
                  <a:pt x="741700" y="24574"/>
                </a:lnTo>
                <a:lnTo>
                  <a:pt x="741716" y="24570"/>
                </a:lnTo>
                <a:lnTo>
                  <a:pt x="741731" y="24565"/>
                </a:lnTo>
                <a:lnTo>
                  <a:pt x="741746" y="24560"/>
                </a:lnTo>
                <a:lnTo>
                  <a:pt x="741760" y="24555"/>
                </a:lnTo>
                <a:lnTo>
                  <a:pt x="741774" y="24550"/>
                </a:lnTo>
                <a:lnTo>
                  <a:pt x="741788" y="24544"/>
                </a:lnTo>
                <a:lnTo>
                  <a:pt x="741801" y="24539"/>
                </a:lnTo>
                <a:lnTo>
                  <a:pt x="741814" y="24534"/>
                </a:lnTo>
                <a:lnTo>
                  <a:pt x="741826" y="24528"/>
                </a:lnTo>
                <a:lnTo>
                  <a:pt x="741838" y="24522"/>
                </a:lnTo>
                <a:lnTo>
                  <a:pt x="741850" y="24516"/>
                </a:lnTo>
                <a:lnTo>
                  <a:pt x="741862" y="24511"/>
                </a:lnTo>
                <a:lnTo>
                  <a:pt x="741873" y="24505"/>
                </a:lnTo>
                <a:lnTo>
                  <a:pt x="741884" y="24499"/>
                </a:lnTo>
                <a:lnTo>
                  <a:pt x="741894" y="24492"/>
                </a:lnTo>
                <a:lnTo>
                  <a:pt x="741905" y="24486"/>
                </a:lnTo>
                <a:lnTo>
                  <a:pt x="741915" y="24480"/>
                </a:lnTo>
                <a:lnTo>
                  <a:pt x="741925" y="24473"/>
                </a:lnTo>
                <a:lnTo>
                  <a:pt x="741934" y="24467"/>
                </a:lnTo>
                <a:lnTo>
                  <a:pt x="741943" y="24460"/>
                </a:lnTo>
                <a:lnTo>
                  <a:pt x="741952" y="24454"/>
                </a:lnTo>
                <a:lnTo>
                  <a:pt x="741961" y="24447"/>
                </a:lnTo>
                <a:lnTo>
                  <a:pt x="741969" y="24440"/>
                </a:lnTo>
                <a:lnTo>
                  <a:pt x="741977" y="24433"/>
                </a:lnTo>
                <a:lnTo>
                  <a:pt x="741985" y="24426"/>
                </a:lnTo>
                <a:lnTo>
                  <a:pt x="741992" y="24419"/>
                </a:lnTo>
                <a:lnTo>
                  <a:pt x="742000" y="24412"/>
                </a:lnTo>
                <a:lnTo>
                  <a:pt x="742006" y="24405"/>
                </a:lnTo>
                <a:lnTo>
                  <a:pt x="742013" y="24397"/>
                </a:lnTo>
                <a:lnTo>
                  <a:pt x="742019" y="24390"/>
                </a:lnTo>
                <a:lnTo>
                  <a:pt x="742025" y="24382"/>
                </a:lnTo>
                <a:lnTo>
                  <a:pt x="742031" y="24375"/>
                </a:lnTo>
                <a:lnTo>
                  <a:pt x="742036" y="24367"/>
                </a:lnTo>
                <a:lnTo>
                  <a:pt x="742042" y="24359"/>
                </a:lnTo>
                <a:lnTo>
                  <a:pt x="742047" y="24351"/>
                </a:lnTo>
                <a:lnTo>
                  <a:pt x="742051" y="24343"/>
                </a:lnTo>
                <a:lnTo>
                  <a:pt x="742056" y="24335"/>
                </a:lnTo>
                <a:lnTo>
                  <a:pt x="742060" y="24326"/>
                </a:lnTo>
                <a:lnTo>
                  <a:pt x="742064" y="24318"/>
                </a:lnTo>
                <a:lnTo>
                  <a:pt x="742068" y="24309"/>
                </a:lnTo>
                <a:lnTo>
                  <a:pt x="742072" y="24300"/>
                </a:lnTo>
                <a:lnTo>
                  <a:pt x="742075" y="24291"/>
                </a:lnTo>
                <a:lnTo>
                  <a:pt x="742078" y="24282"/>
                </a:lnTo>
                <a:lnTo>
                  <a:pt x="742081" y="24272"/>
                </a:lnTo>
                <a:lnTo>
                  <a:pt x="742084" y="24263"/>
                </a:lnTo>
                <a:lnTo>
                  <a:pt x="742086" y="24253"/>
                </a:lnTo>
                <a:lnTo>
                  <a:pt x="742088" y="24244"/>
                </a:lnTo>
                <a:lnTo>
                  <a:pt x="742090" y="24234"/>
                </a:lnTo>
                <a:lnTo>
                  <a:pt x="742092" y="24224"/>
                </a:lnTo>
                <a:lnTo>
                  <a:pt x="742094" y="24213"/>
                </a:lnTo>
                <a:lnTo>
                  <a:pt x="742095" y="24203"/>
                </a:lnTo>
                <a:lnTo>
                  <a:pt x="742096" y="24193"/>
                </a:lnTo>
                <a:lnTo>
                  <a:pt x="742097" y="24182"/>
                </a:lnTo>
                <a:lnTo>
                  <a:pt x="742097" y="24171"/>
                </a:lnTo>
                <a:lnTo>
                  <a:pt x="742098" y="24160"/>
                </a:lnTo>
                <a:lnTo>
                  <a:pt x="742098" y="24149"/>
                </a:lnTo>
                <a:lnTo>
                  <a:pt x="742098" y="9108"/>
                </a:lnTo>
                <a:lnTo>
                  <a:pt x="742098" y="9098"/>
                </a:lnTo>
                <a:lnTo>
                  <a:pt x="742097" y="9089"/>
                </a:lnTo>
                <a:lnTo>
                  <a:pt x="742097" y="9079"/>
                </a:lnTo>
                <a:lnTo>
                  <a:pt x="742096" y="9070"/>
                </a:lnTo>
                <a:lnTo>
                  <a:pt x="742095" y="9060"/>
                </a:lnTo>
                <a:close/>
                <a:moveTo>
                  <a:pt x="609240" y="21715"/>
                </a:moveTo>
                <a:lnTo>
                  <a:pt x="609240" y="21689"/>
                </a:lnTo>
                <a:lnTo>
                  <a:pt x="609239" y="21664"/>
                </a:lnTo>
                <a:lnTo>
                  <a:pt x="609238" y="21639"/>
                </a:lnTo>
                <a:lnTo>
                  <a:pt x="609237" y="21614"/>
                </a:lnTo>
                <a:lnTo>
                  <a:pt x="609237" y="21589"/>
                </a:lnTo>
                <a:lnTo>
                  <a:pt x="609236" y="21565"/>
                </a:lnTo>
                <a:lnTo>
                  <a:pt x="609234" y="21541"/>
                </a:lnTo>
                <a:lnTo>
                  <a:pt x="609233" y="21518"/>
                </a:lnTo>
                <a:lnTo>
                  <a:pt x="609232" y="21494"/>
                </a:lnTo>
                <a:lnTo>
                  <a:pt x="609231" y="21471"/>
                </a:lnTo>
                <a:lnTo>
                  <a:pt x="609229" y="21449"/>
                </a:lnTo>
                <a:lnTo>
                  <a:pt x="609228" y="21427"/>
                </a:lnTo>
                <a:lnTo>
                  <a:pt x="609226" y="21405"/>
                </a:lnTo>
                <a:lnTo>
                  <a:pt x="609224" y="21383"/>
                </a:lnTo>
                <a:lnTo>
                  <a:pt x="609223" y="21362"/>
                </a:lnTo>
                <a:lnTo>
                  <a:pt x="609221" y="21341"/>
                </a:lnTo>
                <a:lnTo>
                  <a:pt x="609219" y="21320"/>
                </a:lnTo>
                <a:lnTo>
                  <a:pt x="609217" y="21300"/>
                </a:lnTo>
                <a:lnTo>
                  <a:pt x="609215" y="21280"/>
                </a:lnTo>
                <a:lnTo>
                  <a:pt x="609212" y="21260"/>
                </a:lnTo>
                <a:lnTo>
                  <a:pt x="609210" y="21240"/>
                </a:lnTo>
                <a:lnTo>
                  <a:pt x="609207" y="21221"/>
                </a:lnTo>
                <a:lnTo>
                  <a:pt x="609205" y="21202"/>
                </a:lnTo>
                <a:lnTo>
                  <a:pt x="609202" y="21184"/>
                </a:lnTo>
                <a:lnTo>
                  <a:pt x="609199" y="21165"/>
                </a:lnTo>
                <a:lnTo>
                  <a:pt x="609196" y="21147"/>
                </a:lnTo>
                <a:lnTo>
                  <a:pt x="609193" y="21130"/>
                </a:lnTo>
                <a:lnTo>
                  <a:pt x="609190" y="21112"/>
                </a:lnTo>
                <a:lnTo>
                  <a:pt x="609187" y="21095"/>
                </a:lnTo>
                <a:lnTo>
                  <a:pt x="609183" y="21078"/>
                </a:lnTo>
                <a:lnTo>
                  <a:pt x="609180" y="21062"/>
                </a:lnTo>
                <a:lnTo>
                  <a:pt x="609176" y="21045"/>
                </a:lnTo>
                <a:lnTo>
                  <a:pt x="609172" y="21029"/>
                </a:lnTo>
                <a:lnTo>
                  <a:pt x="609168" y="21014"/>
                </a:lnTo>
                <a:lnTo>
                  <a:pt x="609164" y="20998"/>
                </a:lnTo>
                <a:lnTo>
                  <a:pt x="609160" y="20983"/>
                </a:lnTo>
                <a:lnTo>
                  <a:pt x="609156" y="20968"/>
                </a:lnTo>
                <a:lnTo>
                  <a:pt x="609152" y="20954"/>
                </a:lnTo>
                <a:lnTo>
                  <a:pt x="609147" y="20940"/>
                </a:lnTo>
                <a:lnTo>
                  <a:pt x="609143" y="20926"/>
                </a:lnTo>
                <a:lnTo>
                  <a:pt x="609138" y="20912"/>
                </a:lnTo>
                <a:lnTo>
                  <a:pt x="609133" y="20899"/>
                </a:lnTo>
                <a:lnTo>
                  <a:pt x="609128" y="20886"/>
                </a:lnTo>
                <a:lnTo>
                  <a:pt x="609123" y="20873"/>
                </a:lnTo>
                <a:lnTo>
                  <a:pt x="609118" y="20860"/>
                </a:lnTo>
                <a:lnTo>
                  <a:pt x="609113" y="20848"/>
                </a:lnTo>
                <a:lnTo>
                  <a:pt x="609108" y="20836"/>
                </a:lnTo>
                <a:lnTo>
                  <a:pt x="609102" y="20825"/>
                </a:lnTo>
                <a:lnTo>
                  <a:pt x="609097" y="20814"/>
                </a:lnTo>
                <a:lnTo>
                  <a:pt x="609091" y="20803"/>
                </a:lnTo>
                <a:lnTo>
                  <a:pt x="609086" y="20792"/>
                </a:lnTo>
                <a:lnTo>
                  <a:pt x="609080" y="20782"/>
                </a:lnTo>
                <a:lnTo>
                  <a:pt x="609074" y="20772"/>
                </a:lnTo>
                <a:lnTo>
                  <a:pt x="609068" y="20763"/>
                </a:lnTo>
                <a:lnTo>
                  <a:pt x="609062" y="20754"/>
                </a:lnTo>
                <a:lnTo>
                  <a:pt x="609056" y="20745"/>
                </a:lnTo>
                <a:lnTo>
                  <a:pt x="609050" y="20736"/>
                </a:lnTo>
                <a:lnTo>
                  <a:pt x="609044" y="20728"/>
                </a:lnTo>
                <a:lnTo>
                  <a:pt x="609038" y="20720"/>
                </a:lnTo>
                <a:lnTo>
                  <a:pt x="609031" y="20712"/>
                </a:lnTo>
                <a:lnTo>
                  <a:pt x="609025" y="20705"/>
                </a:lnTo>
                <a:lnTo>
                  <a:pt x="609018" y="20698"/>
                </a:lnTo>
                <a:lnTo>
                  <a:pt x="609012" y="20691"/>
                </a:lnTo>
                <a:lnTo>
                  <a:pt x="609005" y="20685"/>
                </a:lnTo>
                <a:lnTo>
                  <a:pt x="608998" y="20679"/>
                </a:lnTo>
                <a:lnTo>
                  <a:pt x="608991" y="20673"/>
                </a:lnTo>
                <a:lnTo>
                  <a:pt x="608984" y="20668"/>
                </a:lnTo>
                <a:lnTo>
                  <a:pt x="608977" y="20662"/>
                </a:lnTo>
                <a:lnTo>
                  <a:pt x="608970" y="20657"/>
                </a:lnTo>
                <a:lnTo>
                  <a:pt x="608962" y="20653"/>
                </a:lnTo>
                <a:lnTo>
                  <a:pt x="608955" y="20648"/>
                </a:lnTo>
                <a:lnTo>
                  <a:pt x="608947" y="20644"/>
                </a:lnTo>
                <a:lnTo>
                  <a:pt x="608940" y="20640"/>
                </a:lnTo>
                <a:lnTo>
                  <a:pt x="608932" y="20636"/>
                </a:lnTo>
                <a:lnTo>
                  <a:pt x="608924" y="20632"/>
                </a:lnTo>
                <a:lnTo>
                  <a:pt x="608916" y="20629"/>
                </a:lnTo>
                <a:lnTo>
                  <a:pt x="608907" y="20626"/>
                </a:lnTo>
                <a:lnTo>
                  <a:pt x="608899" y="20623"/>
                </a:lnTo>
                <a:lnTo>
                  <a:pt x="608891" y="20620"/>
                </a:lnTo>
                <a:lnTo>
                  <a:pt x="608882" y="20618"/>
                </a:lnTo>
                <a:lnTo>
                  <a:pt x="608874" y="20616"/>
                </a:lnTo>
                <a:lnTo>
                  <a:pt x="608865" y="20614"/>
                </a:lnTo>
                <a:lnTo>
                  <a:pt x="608856" y="20612"/>
                </a:lnTo>
                <a:lnTo>
                  <a:pt x="608847" y="20610"/>
                </a:lnTo>
                <a:lnTo>
                  <a:pt x="608838" y="20609"/>
                </a:lnTo>
                <a:lnTo>
                  <a:pt x="608829" y="20608"/>
                </a:lnTo>
                <a:lnTo>
                  <a:pt x="608819" y="20607"/>
                </a:lnTo>
                <a:lnTo>
                  <a:pt x="608810" y="20607"/>
                </a:lnTo>
                <a:lnTo>
                  <a:pt x="608800" y="20606"/>
                </a:lnTo>
                <a:lnTo>
                  <a:pt x="608791" y="20606"/>
                </a:lnTo>
                <a:lnTo>
                  <a:pt x="608774" y="20607"/>
                </a:lnTo>
                <a:lnTo>
                  <a:pt x="608756" y="20608"/>
                </a:lnTo>
                <a:lnTo>
                  <a:pt x="608738" y="20611"/>
                </a:lnTo>
                <a:lnTo>
                  <a:pt x="608719" y="20614"/>
                </a:lnTo>
                <a:lnTo>
                  <a:pt x="608700" y="20619"/>
                </a:lnTo>
                <a:lnTo>
                  <a:pt x="608680" y="20624"/>
                </a:lnTo>
                <a:lnTo>
                  <a:pt x="608660" y="20631"/>
                </a:lnTo>
                <a:lnTo>
                  <a:pt x="608639" y="20639"/>
                </a:lnTo>
                <a:lnTo>
                  <a:pt x="608618" y="20647"/>
                </a:lnTo>
                <a:lnTo>
                  <a:pt x="608596" y="20657"/>
                </a:lnTo>
                <a:lnTo>
                  <a:pt x="608573" y="20668"/>
                </a:lnTo>
                <a:lnTo>
                  <a:pt x="608550" y="20679"/>
                </a:lnTo>
                <a:lnTo>
                  <a:pt x="608527" y="20692"/>
                </a:lnTo>
                <a:lnTo>
                  <a:pt x="608503" y="20706"/>
                </a:lnTo>
                <a:lnTo>
                  <a:pt x="608478" y="20720"/>
                </a:lnTo>
                <a:lnTo>
                  <a:pt x="608453" y="20736"/>
                </a:lnTo>
                <a:lnTo>
                  <a:pt x="608427" y="20753"/>
                </a:lnTo>
                <a:lnTo>
                  <a:pt x="608400" y="20771"/>
                </a:lnTo>
                <a:lnTo>
                  <a:pt x="608374" y="20789"/>
                </a:lnTo>
                <a:lnTo>
                  <a:pt x="608346" y="20809"/>
                </a:lnTo>
                <a:lnTo>
                  <a:pt x="608318" y="20830"/>
                </a:lnTo>
                <a:lnTo>
                  <a:pt x="608289" y="20852"/>
                </a:lnTo>
                <a:lnTo>
                  <a:pt x="608260" y="20875"/>
                </a:lnTo>
                <a:lnTo>
                  <a:pt x="608231" y="20899"/>
                </a:lnTo>
                <a:lnTo>
                  <a:pt x="608200" y="20923"/>
                </a:lnTo>
                <a:lnTo>
                  <a:pt x="608170" y="20948"/>
                </a:lnTo>
                <a:lnTo>
                  <a:pt x="608138" y="20973"/>
                </a:lnTo>
                <a:lnTo>
                  <a:pt x="608106" y="20998"/>
                </a:lnTo>
                <a:lnTo>
                  <a:pt x="608074" y="21023"/>
                </a:lnTo>
                <a:lnTo>
                  <a:pt x="608041" y="21049"/>
                </a:lnTo>
                <a:lnTo>
                  <a:pt x="608007" y="21075"/>
                </a:lnTo>
                <a:lnTo>
                  <a:pt x="607973" y="21101"/>
                </a:lnTo>
                <a:lnTo>
                  <a:pt x="607938" y="21127"/>
                </a:lnTo>
                <a:lnTo>
                  <a:pt x="607902" y="21154"/>
                </a:lnTo>
                <a:lnTo>
                  <a:pt x="607866" y="21181"/>
                </a:lnTo>
                <a:lnTo>
                  <a:pt x="607830" y="21208"/>
                </a:lnTo>
                <a:lnTo>
                  <a:pt x="607792" y="21235"/>
                </a:lnTo>
                <a:lnTo>
                  <a:pt x="607755" y="21263"/>
                </a:lnTo>
                <a:lnTo>
                  <a:pt x="607716" y="21290"/>
                </a:lnTo>
                <a:lnTo>
                  <a:pt x="607677" y="21318"/>
                </a:lnTo>
                <a:lnTo>
                  <a:pt x="607638" y="21346"/>
                </a:lnTo>
                <a:lnTo>
                  <a:pt x="607598" y="21375"/>
                </a:lnTo>
                <a:lnTo>
                  <a:pt x="607557" y="21404"/>
                </a:lnTo>
                <a:lnTo>
                  <a:pt x="607516" y="21432"/>
                </a:lnTo>
                <a:lnTo>
                  <a:pt x="607474" y="21462"/>
                </a:lnTo>
                <a:lnTo>
                  <a:pt x="607432" y="21491"/>
                </a:lnTo>
                <a:lnTo>
                  <a:pt x="607389" y="21521"/>
                </a:lnTo>
                <a:lnTo>
                  <a:pt x="607345" y="21550"/>
                </a:lnTo>
                <a:lnTo>
                  <a:pt x="607301" y="21580"/>
                </a:lnTo>
                <a:lnTo>
                  <a:pt x="607256" y="21610"/>
                </a:lnTo>
                <a:lnTo>
                  <a:pt x="607210" y="21639"/>
                </a:lnTo>
                <a:lnTo>
                  <a:pt x="607164" y="21669"/>
                </a:lnTo>
                <a:lnTo>
                  <a:pt x="607117" y="21698"/>
                </a:lnTo>
                <a:lnTo>
                  <a:pt x="607070" y="21726"/>
                </a:lnTo>
                <a:lnTo>
                  <a:pt x="607022" y="21755"/>
                </a:lnTo>
                <a:lnTo>
                  <a:pt x="606973" y="21783"/>
                </a:lnTo>
                <a:lnTo>
                  <a:pt x="606923" y="21812"/>
                </a:lnTo>
                <a:lnTo>
                  <a:pt x="606873" y="21840"/>
                </a:lnTo>
                <a:lnTo>
                  <a:pt x="606822" y="21867"/>
                </a:lnTo>
                <a:lnTo>
                  <a:pt x="606770" y="21895"/>
                </a:lnTo>
                <a:lnTo>
                  <a:pt x="606718" y="21922"/>
                </a:lnTo>
                <a:lnTo>
                  <a:pt x="606665" y="21950"/>
                </a:lnTo>
                <a:lnTo>
                  <a:pt x="606612" y="21977"/>
                </a:lnTo>
                <a:lnTo>
                  <a:pt x="606558" y="22003"/>
                </a:lnTo>
                <a:lnTo>
                  <a:pt x="606503" y="22030"/>
                </a:lnTo>
                <a:lnTo>
                  <a:pt x="606447" y="22056"/>
                </a:lnTo>
                <a:lnTo>
                  <a:pt x="606391" y="22083"/>
                </a:lnTo>
                <a:lnTo>
                  <a:pt x="606334" y="22109"/>
                </a:lnTo>
                <a:lnTo>
                  <a:pt x="606277" y="22134"/>
                </a:lnTo>
                <a:lnTo>
                  <a:pt x="606218" y="22160"/>
                </a:lnTo>
                <a:lnTo>
                  <a:pt x="606159" y="22185"/>
                </a:lnTo>
                <a:lnTo>
                  <a:pt x="606100" y="22211"/>
                </a:lnTo>
                <a:lnTo>
                  <a:pt x="606040" y="22235"/>
                </a:lnTo>
                <a:lnTo>
                  <a:pt x="605979" y="22259"/>
                </a:lnTo>
                <a:lnTo>
                  <a:pt x="605917" y="22281"/>
                </a:lnTo>
                <a:lnTo>
                  <a:pt x="605854" y="22302"/>
                </a:lnTo>
                <a:lnTo>
                  <a:pt x="605790" y="22323"/>
                </a:lnTo>
                <a:lnTo>
                  <a:pt x="605726" y="22342"/>
                </a:lnTo>
                <a:lnTo>
                  <a:pt x="605661" y="22360"/>
                </a:lnTo>
                <a:lnTo>
                  <a:pt x="605595" y="22378"/>
                </a:lnTo>
                <a:lnTo>
                  <a:pt x="605528" y="22394"/>
                </a:lnTo>
                <a:lnTo>
                  <a:pt x="605460" y="22409"/>
                </a:lnTo>
                <a:lnTo>
                  <a:pt x="605392" y="22423"/>
                </a:lnTo>
                <a:lnTo>
                  <a:pt x="605323" y="22436"/>
                </a:lnTo>
                <a:lnTo>
                  <a:pt x="605253" y="22448"/>
                </a:lnTo>
                <a:lnTo>
                  <a:pt x="605182" y="22459"/>
                </a:lnTo>
                <a:lnTo>
                  <a:pt x="605110" y="22469"/>
                </a:lnTo>
                <a:lnTo>
                  <a:pt x="605038" y="22478"/>
                </a:lnTo>
                <a:lnTo>
                  <a:pt x="604964" y="22486"/>
                </a:lnTo>
                <a:lnTo>
                  <a:pt x="604890" y="22493"/>
                </a:lnTo>
                <a:lnTo>
                  <a:pt x="604815" y="22498"/>
                </a:lnTo>
                <a:lnTo>
                  <a:pt x="604740" y="22503"/>
                </a:lnTo>
                <a:lnTo>
                  <a:pt x="604663" y="22507"/>
                </a:lnTo>
                <a:lnTo>
                  <a:pt x="604586" y="22509"/>
                </a:lnTo>
                <a:lnTo>
                  <a:pt x="604508" y="22511"/>
                </a:lnTo>
                <a:lnTo>
                  <a:pt x="604429" y="22511"/>
                </a:lnTo>
                <a:lnTo>
                  <a:pt x="604346" y="22511"/>
                </a:lnTo>
                <a:lnTo>
                  <a:pt x="604263" y="22509"/>
                </a:lnTo>
                <a:lnTo>
                  <a:pt x="604182" y="22506"/>
                </a:lnTo>
                <a:lnTo>
                  <a:pt x="604101" y="22501"/>
                </a:lnTo>
                <a:lnTo>
                  <a:pt x="604021" y="22496"/>
                </a:lnTo>
                <a:lnTo>
                  <a:pt x="603941" y="22489"/>
                </a:lnTo>
                <a:lnTo>
                  <a:pt x="603863" y="22481"/>
                </a:lnTo>
                <a:lnTo>
                  <a:pt x="603785" y="22471"/>
                </a:lnTo>
                <a:lnTo>
                  <a:pt x="603708" y="22461"/>
                </a:lnTo>
                <a:lnTo>
                  <a:pt x="603632" y="22449"/>
                </a:lnTo>
                <a:lnTo>
                  <a:pt x="603557" y="22436"/>
                </a:lnTo>
                <a:lnTo>
                  <a:pt x="603482" y="22421"/>
                </a:lnTo>
                <a:lnTo>
                  <a:pt x="603409" y="22406"/>
                </a:lnTo>
                <a:lnTo>
                  <a:pt x="603336" y="22389"/>
                </a:lnTo>
                <a:lnTo>
                  <a:pt x="603263" y="22371"/>
                </a:lnTo>
                <a:lnTo>
                  <a:pt x="603192" y="22351"/>
                </a:lnTo>
                <a:lnTo>
                  <a:pt x="603121" y="22331"/>
                </a:lnTo>
                <a:lnTo>
                  <a:pt x="603051" y="22309"/>
                </a:lnTo>
                <a:lnTo>
                  <a:pt x="602982" y="22285"/>
                </a:lnTo>
                <a:lnTo>
                  <a:pt x="602914" y="22261"/>
                </a:lnTo>
                <a:lnTo>
                  <a:pt x="602847" y="22235"/>
                </a:lnTo>
                <a:lnTo>
                  <a:pt x="602780" y="22209"/>
                </a:lnTo>
                <a:lnTo>
                  <a:pt x="602714" y="22180"/>
                </a:lnTo>
                <a:lnTo>
                  <a:pt x="602649" y="22151"/>
                </a:lnTo>
                <a:lnTo>
                  <a:pt x="602584" y="22120"/>
                </a:lnTo>
                <a:lnTo>
                  <a:pt x="602521" y="22088"/>
                </a:lnTo>
                <a:lnTo>
                  <a:pt x="602458" y="22055"/>
                </a:lnTo>
                <a:lnTo>
                  <a:pt x="602397" y="22020"/>
                </a:lnTo>
                <a:lnTo>
                  <a:pt x="602336" y="21984"/>
                </a:lnTo>
                <a:lnTo>
                  <a:pt x="602275" y="21947"/>
                </a:lnTo>
                <a:lnTo>
                  <a:pt x="602216" y="21909"/>
                </a:lnTo>
                <a:lnTo>
                  <a:pt x="602158" y="21869"/>
                </a:lnTo>
                <a:lnTo>
                  <a:pt x="602100" y="21828"/>
                </a:lnTo>
                <a:lnTo>
                  <a:pt x="602043" y="21785"/>
                </a:lnTo>
                <a:lnTo>
                  <a:pt x="601987" y="21741"/>
                </a:lnTo>
                <a:lnTo>
                  <a:pt x="601932" y="21696"/>
                </a:lnTo>
                <a:lnTo>
                  <a:pt x="601878" y="21650"/>
                </a:lnTo>
                <a:lnTo>
                  <a:pt x="601825" y="21602"/>
                </a:lnTo>
                <a:lnTo>
                  <a:pt x="601772" y="21553"/>
                </a:lnTo>
                <a:lnTo>
                  <a:pt x="601720" y="21503"/>
                </a:lnTo>
                <a:lnTo>
                  <a:pt x="601669" y="21451"/>
                </a:lnTo>
                <a:lnTo>
                  <a:pt x="601619" y="21398"/>
                </a:lnTo>
                <a:lnTo>
                  <a:pt x="601570" y="21344"/>
                </a:lnTo>
                <a:lnTo>
                  <a:pt x="601522" y="21289"/>
                </a:lnTo>
                <a:lnTo>
                  <a:pt x="601474" y="21232"/>
                </a:lnTo>
                <a:lnTo>
                  <a:pt x="601428" y="21173"/>
                </a:lnTo>
                <a:lnTo>
                  <a:pt x="601382" y="21114"/>
                </a:lnTo>
                <a:lnTo>
                  <a:pt x="601337" y="21053"/>
                </a:lnTo>
                <a:lnTo>
                  <a:pt x="601293" y="20991"/>
                </a:lnTo>
                <a:lnTo>
                  <a:pt x="601250" y="20928"/>
                </a:lnTo>
                <a:lnTo>
                  <a:pt x="601207" y="20863"/>
                </a:lnTo>
                <a:lnTo>
                  <a:pt x="601166" y="20797"/>
                </a:lnTo>
                <a:lnTo>
                  <a:pt x="601125" y="20730"/>
                </a:lnTo>
                <a:lnTo>
                  <a:pt x="601086" y="20662"/>
                </a:lnTo>
                <a:lnTo>
                  <a:pt x="601047" y="20592"/>
                </a:lnTo>
                <a:lnTo>
                  <a:pt x="601009" y="20522"/>
                </a:lnTo>
                <a:lnTo>
                  <a:pt x="600972" y="20449"/>
                </a:lnTo>
                <a:lnTo>
                  <a:pt x="600936" y="20376"/>
                </a:lnTo>
                <a:lnTo>
                  <a:pt x="600901" y="20302"/>
                </a:lnTo>
                <a:lnTo>
                  <a:pt x="600867" y="20226"/>
                </a:lnTo>
                <a:lnTo>
                  <a:pt x="600834" y="20149"/>
                </a:lnTo>
                <a:lnTo>
                  <a:pt x="600801" y="20070"/>
                </a:lnTo>
                <a:lnTo>
                  <a:pt x="600770" y="19991"/>
                </a:lnTo>
                <a:lnTo>
                  <a:pt x="600739" y="19910"/>
                </a:lnTo>
                <a:lnTo>
                  <a:pt x="600709" y="19828"/>
                </a:lnTo>
                <a:lnTo>
                  <a:pt x="600680" y="19744"/>
                </a:lnTo>
                <a:lnTo>
                  <a:pt x="600653" y="19660"/>
                </a:lnTo>
                <a:lnTo>
                  <a:pt x="600625" y="19574"/>
                </a:lnTo>
                <a:lnTo>
                  <a:pt x="600599" y="19487"/>
                </a:lnTo>
                <a:lnTo>
                  <a:pt x="600574" y="19398"/>
                </a:lnTo>
                <a:lnTo>
                  <a:pt x="600550" y="19309"/>
                </a:lnTo>
                <a:lnTo>
                  <a:pt x="600526" y="19218"/>
                </a:lnTo>
                <a:lnTo>
                  <a:pt x="600504" y="19126"/>
                </a:lnTo>
                <a:lnTo>
                  <a:pt x="600482" y="19033"/>
                </a:lnTo>
                <a:lnTo>
                  <a:pt x="600462" y="18938"/>
                </a:lnTo>
                <a:lnTo>
                  <a:pt x="600442" y="18842"/>
                </a:lnTo>
                <a:lnTo>
                  <a:pt x="600423" y="18745"/>
                </a:lnTo>
                <a:lnTo>
                  <a:pt x="600406" y="18647"/>
                </a:lnTo>
                <a:lnTo>
                  <a:pt x="600389" y="18547"/>
                </a:lnTo>
                <a:lnTo>
                  <a:pt x="600373" y="18446"/>
                </a:lnTo>
                <a:lnTo>
                  <a:pt x="600358" y="18344"/>
                </a:lnTo>
                <a:lnTo>
                  <a:pt x="600344" y="18241"/>
                </a:lnTo>
                <a:lnTo>
                  <a:pt x="600332" y="18136"/>
                </a:lnTo>
                <a:lnTo>
                  <a:pt x="600320" y="18030"/>
                </a:lnTo>
                <a:lnTo>
                  <a:pt x="600309" y="17923"/>
                </a:lnTo>
                <a:lnTo>
                  <a:pt x="600299" y="17815"/>
                </a:lnTo>
                <a:lnTo>
                  <a:pt x="600289" y="17705"/>
                </a:lnTo>
                <a:lnTo>
                  <a:pt x="600281" y="17594"/>
                </a:lnTo>
                <a:lnTo>
                  <a:pt x="600274" y="17482"/>
                </a:lnTo>
                <a:lnTo>
                  <a:pt x="600268" y="17369"/>
                </a:lnTo>
                <a:lnTo>
                  <a:pt x="600263" y="17254"/>
                </a:lnTo>
                <a:lnTo>
                  <a:pt x="600258" y="17138"/>
                </a:lnTo>
                <a:lnTo>
                  <a:pt x="600255" y="17021"/>
                </a:lnTo>
                <a:lnTo>
                  <a:pt x="600253" y="16903"/>
                </a:lnTo>
                <a:lnTo>
                  <a:pt x="600251" y="16783"/>
                </a:lnTo>
                <a:lnTo>
                  <a:pt x="600251" y="16662"/>
                </a:lnTo>
                <a:lnTo>
                  <a:pt x="600252" y="16421"/>
                </a:lnTo>
                <a:lnTo>
                  <a:pt x="600258" y="16186"/>
                </a:lnTo>
                <a:lnTo>
                  <a:pt x="600267" y="15955"/>
                </a:lnTo>
                <a:lnTo>
                  <a:pt x="600280" y="15729"/>
                </a:lnTo>
                <a:lnTo>
                  <a:pt x="600297" y="15507"/>
                </a:lnTo>
                <a:lnTo>
                  <a:pt x="600317" y="15291"/>
                </a:lnTo>
                <a:lnTo>
                  <a:pt x="600341" y="15079"/>
                </a:lnTo>
                <a:lnTo>
                  <a:pt x="600369" y="14872"/>
                </a:lnTo>
                <a:lnTo>
                  <a:pt x="600400" y="14670"/>
                </a:lnTo>
                <a:lnTo>
                  <a:pt x="600435" y="14472"/>
                </a:lnTo>
                <a:lnTo>
                  <a:pt x="600474" y="14280"/>
                </a:lnTo>
                <a:lnTo>
                  <a:pt x="600516" y="14092"/>
                </a:lnTo>
                <a:lnTo>
                  <a:pt x="600562" y="13909"/>
                </a:lnTo>
                <a:lnTo>
                  <a:pt x="600612" y="13731"/>
                </a:lnTo>
                <a:lnTo>
                  <a:pt x="600665" y="13557"/>
                </a:lnTo>
                <a:lnTo>
                  <a:pt x="600722" y="13389"/>
                </a:lnTo>
                <a:lnTo>
                  <a:pt x="600783" y="13225"/>
                </a:lnTo>
                <a:lnTo>
                  <a:pt x="600848" y="13066"/>
                </a:lnTo>
                <a:lnTo>
                  <a:pt x="600916" y="12912"/>
                </a:lnTo>
                <a:lnTo>
                  <a:pt x="600988" y="12762"/>
                </a:lnTo>
                <a:lnTo>
                  <a:pt x="601063" y="12618"/>
                </a:lnTo>
                <a:lnTo>
                  <a:pt x="601142" y="12478"/>
                </a:lnTo>
                <a:lnTo>
                  <a:pt x="601225" y="12343"/>
                </a:lnTo>
                <a:lnTo>
                  <a:pt x="601312" y="12213"/>
                </a:lnTo>
                <a:lnTo>
                  <a:pt x="601402" y="12088"/>
                </a:lnTo>
                <a:lnTo>
                  <a:pt x="601495" y="11968"/>
                </a:lnTo>
                <a:lnTo>
                  <a:pt x="601592" y="11853"/>
                </a:lnTo>
                <a:lnTo>
                  <a:pt x="601691" y="11744"/>
                </a:lnTo>
                <a:lnTo>
                  <a:pt x="601794" y="11640"/>
                </a:lnTo>
                <a:lnTo>
                  <a:pt x="601900" y="11542"/>
                </a:lnTo>
                <a:lnTo>
                  <a:pt x="602010" y="11449"/>
                </a:lnTo>
                <a:lnTo>
                  <a:pt x="602122" y="11361"/>
                </a:lnTo>
                <a:lnTo>
                  <a:pt x="602238" y="11278"/>
                </a:lnTo>
                <a:lnTo>
                  <a:pt x="602357" y="11201"/>
                </a:lnTo>
                <a:lnTo>
                  <a:pt x="602479" y="11129"/>
                </a:lnTo>
                <a:lnTo>
                  <a:pt x="602605" y="11063"/>
                </a:lnTo>
                <a:lnTo>
                  <a:pt x="602734" y="11001"/>
                </a:lnTo>
                <a:lnTo>
                  <a:pt x="602866" y="10945"/>
                </a:lnTo>
                <a:lnTo>
                  <a:pt x="603001" y="10895"/>
                </a:lnTo>
                <a:lnTo>
                  <a:pt x="603139" y="10850"/>
                </a:lnTo>
                <a:lnTo>
                  <a:pt x="603281" y="10810"/>
                </a:lnTo>
                <a:lnTo>
                  <a:pt x="603425" y="10775"/>
                </a:lnTo>
                <a:lnTo>
                  <a:pt x="603573" y="10746"/>
                </a:lnTo>
                <a:lnTo>
                  <a:pt x="603725" y="10722"/>
                </a:lnTo>
                <a:lnTo>
                  <a:pt x="603879" y="10703"/>
                </a:lnTo>
                <a:lnTo>
                  <a:pt x="604037" y="10690"/>
                </a:lnTo>
                <a:lnTo>
                  <a:pt x="604198" y="10682"/>
                </a:lnTo>
                <a:lnTo>
                  <a:pt x="604362" y="10679"/>
                </a:lnTo>
                <a:lnTo>
                  <a:pt x="604442" y="10680"/>
                </a:lnTo>
                <a:lnTo>
                  <a:pt x="604522" y="10681"/>
                </a:lnTo>
                <a:lnTo>
                  <a:pt x="604600" y="10683"/>
                </a:lnTo>
                <a:lnTo>
                  <a:pt x="604678" y="10687"/>
                </a:lnTo>
                <a:lnTo>
                  <a:pt x="604754" y="10691"/>
                </a:lnTo>
                <a:lnTo>
                  <a:pt x="604830" y="10696"/>
                </a:lnTo>
                <a:lnTo>
                  <a:pt x="604905" y="10703"/>
                </a:lnTo>
                <a:lnTo>
                  <a:pt x="604979" y="10710"/>
                </a:lnTo>
                <a:lnTo>
                  <a:pt x="605052" y="10718"/>
                </a:lnTo>
                <a:lnTo>
                  <a:pt x="605125" y="10727"/>
                </a:lnTo>
                <a:lnTo>
                  <a:pt x="605196" y="10737"/>
                </a:lnTo>
                <a:lnTo>
                  <a:pt x="605266" y="10748"/>
                </a:lnTo>
                <a:lnTo>
                  <a:pt x="605336" y="10760"/>
                </a:lnTo>
                <a:lnTo>
                  <a:pt x="605405" y="10773"/>
                </a:lnTo>
                <a:lnTo>
                  <a:pt x="605472" y="10787"/>
                </a:lnTo>
                <a:lnTo>
                  <a:pt x="605539" y="10802"/>
                </a:lnTo>
                <a:lnTo>
                  <a:pt x="605605" y="10817"/>
                </a:lnTo>
                <a:lnTo>
                  <a:pt x="605670" y="10834"/>
                </a:lnTo>
                <a:lnTo>
                  <a:pt x="605734" y="10852"/>
                </a:lnTo>
                <a:lnTo>
                  <a:pt x="605797" y="10871"/>
                </a:lnTo>
                <a:lnTo>
                  <a:pt x="605860" y="10890"/>
                </a:lnTo>
                <a:lnTo>
                  <a:pt x="605921" y="10911"/>
                </a:lnTo>
                <a:lnTo>
                  <a:pt x="605982" y="10932"/>
                </a:lnTo>
                <a:lnTo>
                  <a:pt x="606041" y="10955"/>
                </a:lnTo>
                <a:lnTo>
                  <a:pt x="606100" y="10978"/>
                </a:lnTo>
                <a:lnTo>
                  <a:pt x="606158" y="11001"/>
                </a:lnTo>
                <a:lnTo>
                  <a:pt x="606216" y="11025"/>
                </a:lnTo>
                <a:lnTo>
                  <a:pt x="606272" y="11048"/>
                </a:lnTo>
                <a:lnTo>
                  <a:pt x="606328" y="11072"/>
                </a:lnTo>
                <a:lnTo>
                  <a:pt x="606383" y="11096"/>
                </a:lnTo>
                <a:lnTo>
                  <a:pt x="606438" y="11121"/>
                </a:lnTo>
                <a:lnTo>
                  <a:pt x="606492" y="11145"/>
                </a:lnTo>
                <a:lnTo>
                  <a:pt x="606545" y="11170"/>
                </a:lnTo>
                <a:lnTo>
                  <a:pt x="606597" y="11195"/>
                </a:lnTo>
                <a:lnTo>
                  <a:pt x="606649" y="11220"/>
                </a:lnTo>
                <a:lnTo>
                  <a:pt x="606699" y="11245"/>
                </a:lnTo>
                <a:lnTo>
                  <a:pt x="606750" y="11271"/>
                </a:lnTo>
                <a:lnTo>
                  <a:pt x="606799" y="11296"/>
                </a:lnTo>
                <a:lnTo>
                  <a:pt x="606848" y="11322"/>
                </a:lnTo>
                <a:lnTo>
                  <a:pt x="606896" y="11349"/>
                </a:lnTo>
                <a:lnTo>
                  <a:pt x="606943" y="11375"/>
                </a:lnTo>
                <a:lnTo>
                  <a:pt x="606989" y="11401"/>
                </a:lnTo>
                <a:lnTo>
                  <a:pt x="607035" y="11428"/>
                </a:lnTo>
                <a:lnTo>
                  <a:pt x="607080" y="11455"/>
                </a:lnTo>
                <a:lnTo>
                  <a:pt x="607124" y="11482"/>
                </a:lnTo>
                <a:lnTo>
                  <a:pt x="607168" y="11510"/>
                </a:lnTo>
                <a:lnTo>
                  <a:pt x="607211" y="11537"/>
                </a:lnTo>
                <a:lnTo>
                  <a:pt x="607253" y="11565"/>
                </a:lnTo>
                <a:lnTo>
                  <a:pt x="607295" y="11593"/>
                </a:lnTo>
                <a:lnTo>
                  <a:pt x="607335" y="11620"/>
                </a:lnTo>
                <a:lnTo>
                  <a:pt x="607376" y="11647"/>
                </a:lnTo>
                <a:lnTo>
                  <a:pt x="607415" y="11675"/>
                </a:lnTo>
                <a:lnTo>
                  <a:pt x="607454" y="11702"/>
                </a:lnTo>
                <a:lnTo>
                  <a:pt x="607493" y="11728"/>
                </a:lnTo>
                <a:lnTo>
                  <a:pt x="607531" y="11755"/>
                </a:lnTo>
                <a:lnTo>
                  <a:pt x="607568" y="11781"/>
                </a:lnTo>
                <a:lnTo>
                  <a:pt x="607604" y="11807"/>
                </a:lnTo>
                <a:lnTo>
                  <a:pt x="607640" y="11833"/>
                </a:lnTo>
                <a:lnTo>
                  <a:pt x="607676" y="11859"/>
                </a:lnTo>
                <a:lnTo>
                  <a:pt x="607711" y="11884"/>
                </a:lnTo>
                <a:lnTo>
                  <a:pt x="607745" y="11910"/>
                </a:lnTo>
                <a:lnTo>
                  <a:pt x="607778" y="11935"/>
                </a:lnTo>
                <a:lnTo>
                  <a:pt x="607811" y="11960"/>
                </a:lnTo>
                <a:lnTo>
                  <a:pt x="607844" y="11985"/>
                </a:lnTo>
                <a:lnTo>
                  <a:pt x="607875" y="12009"/>
                </a:lnTo>
                <a:lnTo>
                  <a:pt x="607906" y="12033"/>
                </a:lnTo>
                <a:lnTo>
                  <a:pt x="607937" y="12057"/>
                </a:lnTo>
                <a:lnTo>
                  <a:pt x="607967" y="12081"/>
                </a:lnTo>
                <a:lnTo>
                  <a:pt x="607996" y="12105"/>
                </a:lnTo>
                <a:lnTo>
                  <a:pt x="608025" y="12128"/>
                </a:lnTo>
                <a:lnTo>
                  <a:pt x="608053" y="12152"/>
                </a:lnTo>
                <a:lnTo>
                  <a:pt x="608080" y="12175"/>
                </a:lnTo>
                <a:lnTo>
                  <a:pt x="608107" y="12197"/>
                </a:lnTo>
                <a:lnTo>
                  <a:pt x="608134" y="12219"/>
                </a:lnTo>
                <a:lnTo>
                  <a:pt x="608161" y="12239"/>
                </a:lnTo>
                <a:lnTo>
                  <a:pt x="608187" y="12259"/>
                </a:lnTo>
                <a:lnTo>
                  <a:pt x="608213" y="12278"/>
                </a:lnTo>
                <a:lnTo>
                  <a:pt x="608239" y="12295"/>
                </a:lnTo>
                <a:lnTo>
                  <a:pt x="608264" y="12312"/>
                </a:lnTo>
                <a:lnTo>
                  <a:pt x="608289" y="12328"/>
                </a:lnTo>
                <a:lnTo>
                  <a:pt x="608314" y="12343"/>
                </a:lnTo>
                <a:lnTo>
                  <a:pt x="608339" y="12357"/>
                </a:lnTo>
                <a:lnTo>
                  <a:pt x="608363" y="12370"/>
                </a:lnTo>
                <a:lnTo>
                  <a:pt x="608387" y="12382"/>
                </a:lnTo>
                <a:lnTo>
                  <a:pt x="608411" y="12393"/>
                </a:lnTo>
                <a:lnTo>
                  <a:pt x="608435" y="12403"/>
                </a:lnTo>
                <a:lnTo>
                  <a:pt x="608458" y="12412"/>
                </a:lnTo>
                <a:lnTo>
                  <a:pt x="608481" y="12420"/>
                </a:lnTo>
                <a:lnTo>
                  <a:pt x="608504" y="12427"/>
                </a:lnTo>
                <a:lnTo>
                  <a:pt x="608527" y="12433"/>
                </a:lnTo>
                <a:lnTo>
                  <a:pt x="608549" y="12439"/>
                </a:lnTo>
                <a:lnTo>
                  <a:pt x="608571" y="12443"/>
                </a:lnTo>
                <a:lnTo>
                  <a:pt x="608593" y="12446"/>
                </a:lnTo>
                <a:lnTo>
                  <a:pt x="608615" y="12449"/>
                </a:lnTo>
                <a:lnTo>
                  <a:pt x="608636" y="12450"/>
                </a:lnTo>
                <a:lnTo>
                  <a:pt x="608657" y="12451"/>
                </a:lnTo>
                <a:lnTo>
                  <a:pt x="608675" y="12450"/>
                </a:lnTo>
                <a:lnTo>
                  <a:pt x="608693" y="12449"/>
                </a:lnTo>
                <a:lnTo>
                  <a:pt x="608710" y="12447"/>
                </a:lnTo>
                <a:lnTo>
                  <a:pt x="608727" y="12443"/>
                </a:lnTo>
                <a:lnTo>
                  <a:pt x="608744" y="12439"/>
                </a:lnTo>
                <a:lnTo>
                  <a:pt x="608761" y="12434"/>
                </a:lnTo>
                <a:lnTo>
                  <a:pt x="608778" y="12429"/>
                </a:lnTo>
                <a:lnTo>
                  <a:pt x="608794" y="12422"/>
                </a:lnTo>
                <a:lnTo>
                  <a:pt x="608810" y="12414"/>
                </a:lnTo>
                <a:lnTo>
                  <a:pt x="608826" y="12406"/>
                </a:lnTo>
                <a:lnTo>
                  <a:pt x="608842" y="12396"/>
                </a:lnTo>
                <a:lnTo>
                  <a:pt x="608857" y="12386"/>
                </a:lnTo>
                <a:lnTo>
                  <a:pt x="608873" y="12375"/>
                </a:lnTo>
                <a:lnTo>
                  <a:pt x="608888" y="12362"/>
                </a:lnTo>
                <a:lnTo>
                  <a:pt x="608902" y="12349"/>
                </a:lnTo>
                <a:lnTo>
                  <a:pt x="608917" y="12335"/>
                </a:lnTo>
                <a:lnTo>
                  <a:pt x="608931" y="12321"/>
                </a:lnTo>
                <a:lnTo>
                  <a:pt x="608945" y="12305"/>
                </a:lnTo>
                <a:lnTo>
                  <a:pt x="608959" y="12288"/>
                </a:lnTo>
                <a:lnTo>
                  <a:pt x="608973" y="12271"/>
                </a:lnTo>
                <a:lnTo>
                  <a:pt x="608986" y="12252"/>
                </a:lnTo>
                <a:lnTo>
                  <a:pt x="608999" y="12233"/>
                </a:lnTo>
                <a:lnTo>
                  <a:pt x="609012" y="12213"/>
                </a:lnTo>
                <a:lnTo>
                  <a:pt x="609025" y="12192"/>
                </a:lnTo>
                <a:lnTo>
                  <a:pt x="609037" y="12169"/>
                </a:lnTo>
                <a:lnTo>
                  <a:pt x="609049" y="12146"/>
                </a:lnTo>
                <a:lnTo>
                  <a:pt x="609060" y="12121"/>
                </a:lnTo>
                <a:lnTo>
                  <a:pt x="609070" y="12094"/>
                </a:lnTo>
                <a:lnTo>
                  <a:pt x="609081" y="12067"/>
                </a:lnTo>
                <a:lnTo>
                  <a:pt x="609090" y="12037"/>
                </a:lnTo>
                <a:lnTo>
                  <a:pt x="609099" y="12007"/>
                </a:lnTo>
                <a:lnTo>
                  <a:pt x="609108" y="11975"/>
                </a:lnTo>
                <a:lnTo>
                  <a:pt x="609116" y="11942"/>
                </a:lnTo>
                <a:lnTo>
                  <a:pt x="609124" y="11908"/>
                </a:lnTo>
                <a:lnTo>
                  <a:pt x="609131" y="11872"/>
                </a:lnTo>
                <a:lnTo>
                  <a:pt x="609137" y="11834"/>
                </a:lnTo>
                <a:lnTo>
                  <a:pt x="609143" y="11796"/>
                </a:lnTo>
                <a:lnTo>
                  <a:pt x="609149" y="11756"/>
                </a:lnTo>
                <a:lnTo>
                  <a:pt x="609154" y="11714"/>
                </a:lnTo>
                <a:lnTo>
                  <a:pt x="609158" y="11672"/>
                </a:lnTo>
                <a:lnTo>
                  <a:pt x="609162" y="11628"/>
                </a:lnTo>
                <a:lnTo>
                  <a:pt x="609166" y="11582"/>
                </a:lnTo>
                <a:lnTo>
                  <a:pt x="609168" y="11535"/>
                </a:lnTo>
                <a:lnTo>
                  <a:pt x="609171" y="11487"/>
                </a:lnTo>
                <a:lnTo>
                  <a:pt x="609173" y="11438"/>
                </a:lnTo>
                <a:lnTo>
                  <a:pt x="609174" y="11387"/>
                </a:lnTo>
                <a:lnTo>
                  <a:pt x="609175" y="11334"/>
                </a:lnTo>
                <a:lnTo>
                  <a:pt x="609175" y="11281"/>
                </a:lnTo>
                <a:lnTo>
                  <a:pt x="609175" y="11256"/>
                </a:lnTo>
                <a:lnTo>
                  <a:pt x="609175" y="11231"/>
                </a:lnTo>
                <a:lnTo>
                  <a:pt x="609175" y="11207"/>
                </a:lnTo>
                <a:lnTo>
                  <a:pt x="609174" y="11183"/>
                </a:lnTo>
                <a:lnTo>
                  <a:pt x="609174" y="11160"/>
                </a:lnTo>
                <a:lnTo>
                  <a:pt x="609174" y="11137"/>
                </a:lnTo>
                <a:lnTo>
                  <a:pt x="609174" y="11114"/>
                </a:lnTo>
                <a:lnTo>
                  <a:pt x="609173" y="11091"/>
                </a:lnTo>
                <a:lnTo>
                  <a:pt x="609173" y="11069"/>
                </a:lnTo>
                <a:lnTo>
                  <a:pt x="609172" y="11047"/>
                </a:lnTo>
                <a:lnTo>
                  <a:pt x="609171" y="11026"/>
                </a:lnTo>
                <a:lnTo>
                  <a:pt x="609171" y="11005"/>
                </a:lnTo>
                <a:lnTo>
                  <a:pt x="609170" y="10984"/>
                </a:lnTo>
                <a:lnTo>
                  <a:pt x="609169" y="10964"/>
                </a:lnTo>
                <a:lnTo>
                  <a:pt x="609168" y="10944"/>
                </a:lnTo>
                <a:lnTo>
                  <a:pt x="609168" y="10924"/>
                </a:lnTo>
                <a:lnTo>
                  <a:pt x="609167" y="10905"/>
                </a:lnTo>
                <a:lnTo>
                  <a:pt x="609166" y="10886"/>
                </a:lnTo>
                <a:lnTo>
                  <a:pt x="609164" y="10867"/>
                </a:lnTo>
                <a:lnTo>
                  <a:pt x="609163" y="10849"/>
                </a:lnTo>
                <a:lnTo>
                  <a:pt x="609162" y="10831"/>
                </a:lnTo>
                <a:lnTo>
                  <a:pt x="609161" y="10813"/>
                </a:lnTo>
                <a:lnTo>
                  <a:pt x="609160" y="10796"/>
                </a:lnTo>
                <a:lnTo>
                  <a:pt x="609158" y="10779"/>
                </a:lnTo>
                <a:lnTo>
                  <a:pt x="609157" y="10763"/>
                </a:lnTo>
                <a:lnTo>
                  <a:pt x="609155" y="10746"/>
                </a:lnTo>
                <a:lnTo>
                  <a:pt x="609154" y="10730"/>
                </a:lnTo>
                <a:lnTo>
                  <a:pt x="609152" y="10714"/>
                </a:lnTo>
                <a:lnTo>
                  <a:pt x="609150" y="10698"/>
                </a:lnTo>
                <a:lnTo>
                  <a:pt x="609148" y="10682"/>
                </a:lnTo>
                <a:lnTo>
                  <a:pt x="609146" y="10666"/>
                </a:lnTo>
                <a:lnTo>
                  <a:pt x="609143" y="10650"/>
                </a:lnTo>
                <a:lnTo>
                  <a:pt x="609141" y="10635"/>
                </a:lnTo>
                <a:lnTo>
                  <a:pt x="609139" y="10620"/>
                </a:lnTo>
                <a:lnTo>
                  <a:pt x="609136" y="10604"/>
                </a:lnTo>
                <a:lnTo>
                  <a:pt x="609133" y="10589"/>
                </a:lnTo>
                <a:lnTo>
                  <a:pt x="609130" y="10574"/>
                </a:lnTo>
                <a:lnTo>
                  <a:pt x="609127" y="10560"/>
                </a:lnTo>
                <a:lnTo>
                  <a:pt x="609124" y="10545"/>
                </a:lnTo>
                <a:lnTo>
                  <a:pt x="609121" y="10531"/>
                </a:lnTo>
                <a:lnTo>
                  <a:pt x="609118" y="10516"/>
                </a:lnTo>
                <a:lnTo>
                  <a:pt x="609114" y="10502"/>
                </a:lnTo>
                <a:lnTo>
                  <a:pt x="609111" y="10488"/>
                </a:lnTo>
                <a:lnTo>
                  <a:pt x="609107" y="10474"/>
                </a:lnTo>
                <a:lnTo>
                  <a:pt x="609103" y="10460"/>
                </a:lnTo>
                <a:lnTo>
                  <a:pt x="609100" y="10447"/>
                </a:lnTo>
                <a:lnTo>
                  <a:pt x="609096" y="10433"/>
                </a:lnTo>
                <a:lnTo>
                  <a:pt x="609091" y="10420"/>
                </a:lnTo>
                <a:lnTo>
                  <a:pt x="609087" y="10407"/>
                </a:lnTo>
                <a:lnTo>
                  <a:pt x="609083" y="10394"/>
                </a:lnTo>
                <a:lnTo>
                  <a:pt x="609078" y="10381"/>
                </a:lnTo>
                <a:lnTo>
                  <a:pt x="609074" y="10368"/>
                </a:lnTo>
                <a:lnTo>
                  <a:pt x="609069" y="10356"/>
                </a:lnTo>
                <a:lnTo>
                  <a:pt x="609065" y="10343"/>
                </a:lnTo>
                <a:lnTo>
                  <a:pt x="609060" y="10331"/>
                </a:lnTo>
                <a:lnTo>
                  <a:pt x="609055" y="10319"/>
                </a:lnTo>
                <a:lnTo>
                  <a:pt x="609050" y="10307"/>
                </a:lnTo>
                <a:lnTo>
                  <a:pt x="609045" y="10295"/>
                </a:lnTo>
                <a:lnTo>
                  <a:pt x="609040" y="10283"/>
                </a:lnTo>
                <a:lnTo>
                  <a:pt x="609035" y="10272"/>
                </a:lnTo>
                <a:lnTo>
                  <a:pt x="609030" y="10260"/>
                </a:lnTo>
                <a:lnTo>
                  <a:pt x="609024" y="10249"/>
                </a:lnTo>
                <a:lnTo>
                  <a:pt x="609019" y="10238"/>
                </a:lnTo>
                <a:lnTo>
                  <a:pt x="609013" y="10227"/>
                </a:lnTo>
                <a:lnTo>
                  <a:pt x="609008" y="10216"/>
                </a:lnTo>
                <a:lnTo>
                  <a:pt x="609002" y="10205"/>
                </a:lnTo>
                <a:lnTo>
                  <a:pt x="608996" y="10195"/>
                </a:lnTo>
                <a:lnTo>
                  <a:pt x="608990" y="10184"/>
                </a:lnTo>
                <a:lnTo>
                  <a:pt x="608984" y="10174"/>
                </a:lnTo>
                <a:lnTo>
                  <a:pt x="608978" y="10164"/>
                </a:lnTo>
                <a:lnTo>
                  <a:pt x="608972" y="10154"/>
                </a:lnTo>
                <a:lnTo>
                  <a:pt x="608966" y="10144"/>
                </a:lnTo>
                <a:lnTo>
                  <a:pt x="608960" y="10134"/>
                </a:lnTo>
                <a:lnTo>
                  <a:pt x="608953" y="10124"/>
                </a:lnTo>
                <a:lnTo>
                  <a:pt x="608945" y="10114"/>
                </a:lnTo>
                <a:lnTo>
                  <a:pt x="608937" y="10103"/>
                </a:lnTo>
                <a:lnTo>
                  <a:pt x="608929" y="10092"/>
                </a:lnTo>
                <a:lnTo>
                  <a:pt x="608921" y="10081"/>
                </a:lnTo>
                <a:lnTo>
                  <a:pt x="608912" y="10069"/>
                </a:lnTo>
                <a:lnTo>
                  <a:pt x="608902" y="10057"/>
                </a:lnTo>
                <a:lnTo>
                  <a:pt x="608892" y="10045"/>
                </a:lnTo>
                <a:lnTo>
                  <a:pt x="608882" y="10032"/>
                </a:lnTo>
                <a:lnTo>
                  <a:pt x="608871" y="10020"/>
                </a:lnTo>
                <a:lnTo>
                  <a:pt x="608860" y="10006"/>
                </a:lnTo>
                <a:lnTo>
                  <a:pt x="608848" y="9993"/>
                </a:lnTo>
                <a:lnTo>
                  <a:pt x="608836" y="9979"/>
                </a:lnTo>
                <a:lnTo>
                  <a:pt x="608823" y="9965"/>
                </a:lnTo>
                <a:lnTo>
                  <a:pt x="608810" y="9951"/>
                </a:lnTo>
                <a:lnTo>
                  <a:pt x="608797" y="9937"/>
                </a:lnTo>
                <a:lnTo>
                  <a:pt x="608783" y="9922"/>
                </a:lnTo>
                <a:lnTo>
                  <a:pt x="608768" y="9907"/>
                </a:lnTo>
                <a:lnTo>
                  <a:pt x="608754" y="9891"/>
                </a:lnTo>
                <a:lnTo>
                  <a:pt x="608738" y="9876"/>
                </a:lnTo>
                <a:lnTo>
                  <a:pt x="608723" y="9860"/>
                </a:lnTo>
                <a:lnTo>
                  <a:pt x="608707" y="9843"/>
                </a:lnTo>
                <a:lnTo>
                  <a:pt x="608690" y="9827"/>
                </a:lnTo>
                <a:lnTo>
                  <a:pt x="608673" y="9810"/>
                </a:lnTo>
                <a:lnTo>
                  <a:pt x="608655" y="9793"/>
                </a:lnTo>
                <a:lnTo>
                  <a:pt x="608636" y="9775"/>
                </a:lnTo>
                <a:lnTo>
                  <a:pt x="608617" y="9758"/>
                </a:lnTo>
                <a:lnTo>
                  <a:pt x="608596" y="9740"/>
                </a:lnTo>
                <a:lnTo>
                  <a:pt x="608575" y="9721"/>
                </a:lnTo>
                <a:lnTo>
                  <a:pt x="608553" y="9703"/>
                </a:lnTo>
                <a:lnTo>
                  <a:pt x="608530" y="9684"/>
                </a:lnTo>
                <a:lnTo>
                  <a:pt x="608506" y="9665"/>
                </a:lnTo>
                <a:lnTo>
                  <a:pt x="608481" y="9645"/>
                </a:lnTo>
                <a:lnTo>
                  <a:pt x="608456" y="9625"/>
                </a:lnTo>
                <a:lnTo>
                  <a:pt x="608429" y="9605"/>
                </a:lnTo>
                <a:lnTo>
                  <a:pt x="608402" y="9585"/>
                </a:lnTo>
                <a:lnTo>
                  <a:pt x="608374" y="9564"/>
                </a:lnTo>
                <a:lnTo>
                  <a:pt x="608345" y="9543"/>
                </a:lnTo>
                <a:lnTo>
                  <a:pt x="608315" y="9522"/>
                </a:lnTo>
                <a:lnTo>
                  <a:pt x="608285" y="9501"/>
                </a:lnTo>
                <a:lnTo>
                  <a:pt x="608253" y="9479"/>
                </a:lnTo>
                <a:lnTo>
                  <a:pt x="608221" y="9457"/>
                </a:lnTo>
                <a:lnTo>
                  <a:pt x="608188" y="9435"/>
                </a:lnTo>
                <a:lnTo>
                  <a:pt x="608154" y="9412"/>
                </a:lnTo>
                <a:lnTo>
                  <a:pt x="608119" y="9389"/>
                </a:lnTo>
                <a:lnTo>
                  <a:pt x="608083" y="9366"/>
                </a:lnTo>
                <a:lnTo>
                  <a:pt x="608047" y="9342"/>
                </a:lnTo>
                <a:lnTo>
                  <a:pt x="608010" y="9319"/>
                </a:lnTo>
                <a:lnTo>
                  <a:pt x="607972" y="9295"/>
                </a:lnTo>
                <a:lnTo>
                  <a:pt x="607934" y="9272"/>
                </a:lnTo>
                <a:lnTo>
                  <a:pt x="607896" y="9249"/>
                </a:lnTo>
                <a:lnTo>
                  <a:pt x="607857" y="9227"/>
                </a:lnTo>
                <a:lnTo>
                  <a:pt x="607818" y="9204"/>
                </a:lnTo>
                <a:lnTo>
                  <a:pt x="607778" y="9182"/>
                </a:lnTo>
                <a:lnTo>
                  <a:pt x="607738" y="9160"/>
                </a:lnTo>
                <a:lnTo>
                  <a:pt x="607697" y="9138"/>
                </a:lnTo>
                <a:lnTo>
                  <a:pt x="607656" y="9117"/>
                </a:lnTo>
                <a:lnTo>
                  <a:pt x="607615" y="9096"/>
                </a:lnTo>
                <a:lnTo>
                  <a:pt x="607573" y="9075"/>
                </a:lnTo>
                <a:lnTo>
                  <a:pt x="607530" y="9054"/>
                </a:lnTo>
                <a:lnTo>
                  <a:pt x="607488" y="9033"/>
                </a:lnTo>
                <a:lnTo>
                  <a:pt x="607444" y="9013"/>
                </a:lnTo>
                <a:lnTo>
                  <a:pt x="607401" y="8993"/>
                </a:lnTo>
                <a:lnTo>
                  <a:pt x="607357" y="8973"/>
                </a:lnTo>
                <a:lnTo>
                  <a:pt x="607312" y="8954"/>
                </a:lnTo>
                <a:lnTo>
                  <a:pt x="607267" y="8934"/>
                </a:lnTo>
                <a:lnTo>
                  <a:pt x="607222" y="8915"/>
                </a:lnTo>
                <a:lnTo>
                  <a:pt x="607176" y="8896"/>
                </a:lnTo>
                <a:lnTo>
                  <a:pt x="607130" y="8877"/>
                </a:lnTo>
                <a:lnTo>
                  <a:pt x="607083" y="8859"/>
                </a:lnTo>
                <a:lnTo>
                  <a:pt x="607036" y="8841"/>
                </a:lnTo>
                <a:lnTo>
                  <a:pt x="606988" y="8823"/>
                </a:lnTo>
                <a:lnTo>
                  <a:pt x="606940" y="8805"/>
                </a:lnTo>
                <a:lnTo>
                  <a:pt x="606892" y="8788"/>
                </a:lnTo>
                <a:lnTo>
                  <a:pt x="606843" y="8771"/>
                </a:lnTo>
                <a:lnTo>
                  <a:pt x="606794" y="8754"/>
                </a:lnTo>
                <a:lnTo>
                  <a:pt x="606745" y="8737"/>
                </a:lnTo>
                <a:lnTo>
                  <a:pt x="606695" y="8721"/>
                </a:lnTo>
                <a:lnTo>
                  <a:pt x="606645" y="8705"/>
                </a:lnTo>
                <a:lnTo>
                  <a:pt x="606594" y="8690"/>
                </a:lnTo>
                <a:lnTo>
                  <a:pt x="606543" y="8674"/>
                </a:lnTo>
                <a:lnTo>
                  <a:pt x="606492" y="8659"/>
                </a:lnTo>
                <a:lnTo>
                  <a:pt x="606440" y="8644"/>
                </a:lnTo>
                <a:lnTo>
                  <a:pt x="606388" y="8630"/>
                </a:lnTo>
                <a:lnTo>
                  <a:pt x="606336" y="8616"/>
                </a:lnTo>
                <a:lnTo>
                  <a:pt x="606283" y="8602"/>
                </a:lnTo>
                <a:lnTo>
                  <a:pt x="606230" y="8588"/>
                </a:lnTo>
                <a:lnTo>
                  <a:pt x="606176" y="8575"/>
                </a:lnTo>
                <a:lnTo>
                  <a:pt x="606122" y="8562"/>
                </a:lnTo>
                <a:lnTo>
                  <a:pt x="606068" y="8549"/>
                </a:lnTo>
                <a:lnTo>
                  <a:pt x="606013" y="8537"/>
                </a:lnTo>
                <a:lnTo>
                  <a:pt x="605958" y="8525"/>
                </a:lnTo>
                <a:lnTo>
                  <a:pt x="605903" y="8513"/>
                </a:lnTo>
                <a:lnTo>
                  <a:pt x="605847" y="8501"/>
                </a:lnTo>
                <a:lnTo>
                  <a:pt x="605791" y="8490"/>
                </a:lnTo>
                <a:lnTo>
                  <a:pt x="605734" y="8479"/>
                </a:lnTo>
                <a:lnTo>
                  <a:pt x="605678" y="8468"/>
                </a:lnTo>
                <a:lnTo>
                  <a:pt x="605621" y="8458"/>
                </a:lnTo>
                <a:lnTo>
                  <a:pt x="605564" y="8449"/>
                </a:lnTo>
                <a:lnTo>
                  <a:pt x="605507" y="8440"/>
                </a:lnTo>
                <a:lnTo>
                  <a:pt x="605450" y="8431"/>
                </a:lnTo>
                <a:lnTo>
                  <a:pt x="605392" y="8423"/>
                </a:lnTo>
                <a:lnTo>
                  <a:pt x="605335" y="8416"/>
                </a:lnTo>
                <a:lnTo>
                  <a:pt x="605277" y="8408"/>
                </a:lnTo>
                <a:lnTo>
                  <a:pt x="605219" y="8402"/>
                </a:lnTo>
                <a:lnTo>
                  <a:pt x="605162" y="8395"/>
                </a:lnTo>
                <a:lnTo>
                  <a:pt x="605103" y="8390"/>
                </a:lnTo>
                <a:lnTo>
                  <a:pt x="605045" y="8384"/>
                </a:lnTo>
                <a:lnTo>
                  <a:pt x="604987" y="8379"/>
                </a:lnTo>
                <a:lnTo>
                  <a:pt x="604928" y="8375"/>
                </a:lnTo>
                <a:lnTo>
                  <a:pt x="604870" y="8371"/>
                </a:lnTo>
                <a:lnTo>
                  <a:pt x="604811" y="8367"/>
                </a:lnTo>
                <a:lnTo>
                  <a:pt x="604752" y="8364"/>
                </a:lnTo>
                <a:lnTo>
                  <a:pt x="604693" y="8362"/>
                </a:lnTo>
                <a:lnTo>
                  <a:pt x="604634" y="8360"/>
                </a:lnTo>
                <a:lnTo>
                  <a:pt x="604574" y="8358"/>
                </a:lnTo>
                <a:lnTo>
                  <a:pt x="604515" y="8357"/>
                </a:lnTo>
                <a:lnTo>
                  <a:pt x="604455" y="8356"/>
                </a:lnTo>
                <a:lnTo>
                  <a:pt x="604395" y="8356"/>
                </a:lnTo>
                <a:lnTo>
                  <a:pt x="604272" y="8357"/>
                </a:lnTo>
                <a:lnTo>
                  <a:pt x="604149" y="8360"/>
                </a:lnTo>
                <a:lnTo>
                  <a:pt x="604027" y="8364"/>
                </a:lnTo>
                <a:lnTo>
                  <a:pt x="603905" y="8370"/>
                </a:lnTo>
                <a:lnTo>
                  <a:pt x="603785" y="8378"/>
                </a:lnTo>
                <a:lnTo>
                  <a:pt x="603665" y="8387"/>
                </a:lnTo>
                <a:lnTo>
                  <a:pt x="603545" y="8398"/>
                </a:lnTo>
                <a:lnTo>
                  <a:pt x="603427" y="8411"/>
                </a:lnTo>
                <a:lnTo>
                  <a:pt x="603309" y="8426"/>
                </a:lnTo>
                <a:lnTo>
                  <a:pt x="603192" y="8442"/>
                </a:lnTo>
                <a:lnTo>
                  <a:pt x="603076" y="8460"/>
                </a:lnTo>
                <a:lnTo>
                  <a:pt x="602960" y="8480"/>
                </a:lnTo>
                <a:lnTo>
                  <a:pt x="602845" y="8501"/>
                </a:lnTo>
                <a:lnTo>
                  <a:pt x="602731" y="8524"/>
                </a:lnTo>
                <a:lnTo>
                  <a:pt x="602618" y="8549"/>
                </a:lnTo>
                <a:lnTo>
                  <a:pt x="602505" y="8576"/>
                </a:lnTo>
                <a:lnTo>
                  <a:pt x="602393" y="8604"/>
                </a:lnTo>
                <a:lnTo>
                  <a:pt x="602282" y="8634"/>
                </a:lnTo>
                <a:lnTo>
                  <a:pt x="602171" y="8666"/>
                </a:lnTo>
                <a:lnTo>
                  <a:pt x="602061" y="8699"/>
                </a:lnTo>
                <a:lnTo>
                  <a:pt x="601952" y="8734"/>
                </a:lnTo>
                <a:lnTo>
                  <a:pt x="601844" y="8771"/>
                </a:lnTo>
                <a:lnTo>
                  <a:pt x="601736" y="8810"/>
                </a:lnTo>
                <a:lnTo>
                  <a:pt x="601629" y="8850"/>
                </a:lnTo>
                <a:lnTo>
                  <a:pt x="601523" y="8892"/>
                </a:lnTo>
                <a:lnTo>
                  <a:pt x="601419" y="8936"/>
                </a:lnTo>
                <a:lnTo>
                  <a:pt x="601315" y="8982"/>
                </a:lnTo>
                <a:lnTo>
                  <a:pt x="601213" y="9029"/>
                </a:lnTo>
                <a:lnTo>
                  <a:pt x="601111" y="9079"/>
                </a:lnTo>
                <a:lnTo>
                  <a:pt x="601011" y="9130"/>
                </a:lnTo>
                <a:lnTo>
                  <a:pt x="600912" y="9183"/>
                </a:lnTo>
                <a:lnTo>
                  <a:pt x="600814" y="9238"/>
                </a:lnTo>
                <a:lnTo>
                  <a:pt x="600718" y="9295"/>
                </a:lnTo>
                <a:lnTo>
                  <a:pt x="600622" y="9353"/>
                </a:lnTo>
                <a:lnTo>
                  <a:pt x="600528" y="9414"/>
                </a:lnTo>
                <a:lnTo>
                  <a:pt x="600434" y="9476"/>
                </a:lnTo>
                <a:lnTo>
                  <a:pt x="600342" y="9540"/>
                </a:lnTo>
                <a:lnTo>
                  <a:pt x="600252" y="9606"/>
                </a:lnTo>
                <a:lnTo>
                  <a:pt x="600162" y="9674"/>
                </a:lnTo>
                <a:lnTo>
                  <a:pt x="600073" y="9743"/>
                </a:lnTo>
                <a:lnTo>
                  <a:pt x="599986" y="9815"/>
                </a:lnTo>
                <a:lnTo>
                  <a:pt x="599900" y="9888"/>
                </a:lnTo>
                <a:lnTo>
                  <a:pt x="599815" y="9963"/>
                </a:lnTo>
                <a:lnTo>
                  <a:pt x="599731" y="10040"/>
                </a:lnTo>
                <a:lnTo>
                  <a:pt x="599648" y="10119"/>
                </a:lnTo>
                <a:lnTo>
                  <a:pt x="599566" y="10199"/>
                </a:lnTo>
                <a:lnTo>
                  <a:pt x="599486" y="10282"/>
                </a:lnTo>
                <a:lnTo>
                  <a:pt x="599407" y="10366"/>
                </a:lnTo>
                <a:lnTo>
                  <a:pt x="599329" y="10452"/>
                </a:lnTo>
                <a:lnTo>
                  <a:pt x="599252" y="10540"/>
                </a:lnTo>
                <a:lnTo>
                  <a:pt x="599177" y="10630"/>
                </a:lnTo>
                <a:lnTo>
                  <a:pt x="599103" y="10722"/>
                </a:lnTo>
                <a:lnTo>
                  <a:pt x="599031" y="10816"/>
                </a:lnTo>
                <a:lnTo>
                  <a:pt x="598960" y="10913"/>
                </a:lnTo>
                <a:lnTo>
                  <a:pt x="598890" y="11011"/>
                </a:lnTo>
                <a:lnTo>
                  <a:pt x="598822" y="11111"/>
                </a:lnTo>
                <a:lnTo>
                  <a:pt x="598755" y="11213"/>
                </a:lnTo>
                <a:lnTo>
                  <a:pt x="598689" y="11317"/>
                </a:lnTo>
                <a:lnTo>
                  <a:pt x="598625" y="11423"/>
                </a:lnTo>
                <a:lnTo>
                  <a:pt x="598563" y="11532"/>
                </a:lnTo>
                <a:lnTo>
                  <a:pt x="598501" y="11642"/>
                </a:lnTo>
                <a:lnTo>
                  <a:pt x="598442" y="11754"/>
                </a:lnTo>
                <a:lnTo>
                  <a:pt x="598383" y="11868"/>
                </a:lnTo>
                <a:lnTo>
                  <a:pt x="598326" y="11985"/>
                </a:lnTo>
                <a:lnTo>
                  <a:pt x="598270" y="12103"/>
                </a:lnTo>
                <a:lnTo>
                  <a:pt x="598216" y="12223"/>
                </a:lnTo>
                <a:lnTo>
                  <a:pt x="598163" y="12345"/>
                </a:lnTo>
                <a:lnTo>
                  <a:pt x="598111" y="12469"/>
                </a:lnTo>
                <a:lnTo>
                  <a:pt x="598061" y="12596"/>
                </a:lnTo>
                <a:lnTo>
                  <a:pt x="598013" y="12724"/>
                </a:lnTo>
                <a:lnTo>
                  <a:pt x="597965" y="12854"/>
                </a:lnTo>
                <a:lnTo>
                  <a:pt x="597919" y="12986"/>
                </a:lnTo>
                <a:lnTo>
                  <a:pt x="597875" y="13121"/>
                </a:lnTo>
                <a:lnTo>
                  <a:pt x="597833" y="13257"/>
                </a:lnTo>
                <a:lnTo>
                  <a:pt x="597792" y="13396"/>
                </a:lnTo>
                <a:lnTo>
                  <a:pt x="597753" y="13537"/>
                </a:lnTo>
                <a:lnTo>
                  <a:pt x="597717" y="13680"/>
                </a:lnTo>
                <a:lnTo>
                  <a:pt x="597682" y="13825"/>
                </a:lnTo>
                <a:lnTo>
                  <a:pt x="597649" y="13973"/>
                </a:lnTo>
                <a:lnTo>
                  <a:pt x="597618" y="14122"/>
                </a:lnTo>
                <a:lnTo>
                  <a:pt x="597588" y="14274"/>
                </a:lnTo>
                <a:lnTo>
                  <a:pt x="597561" y="14428"/>
                </a:lnTo>
                <a:lnTo>
                  <a:pt x="597535" y="14584"/>
                </a:lnTo>
                <a:lnTo>
                  <a:pt x="597512" y="14743"/>
                </a:lnTo>
                <a:lnTo>
                  <a:pt x="597490" y="14903"/>
                </a:lnTo>
                <a:lnTo>
                  <a:pt x="597470" y="15066"/>
                </a:lnTo>
                <a:lnTo>
                  <a:pt x="597453" y="15231"/>
                </a:lnTo>
                <a:lnTo>
                  <a:pt x="597436" y="15398"/>
                </a:lnTo>
                <a:lnTo>
                  <a:pt x="597422" y="15567"/>
                </a:lnTo>
                <a:lnTo>
                  <a:pt x="597410" y="15739"/>
                </a:lnTo>
                <a:lnTo>
                  <a:pt x="597400" y="15912"/>
                </a:lnTo>
                <a:lnTo>
                  <a:pt x="597391" y="16088"/>
                </a:lnTo>
                <a:lnTo>
                  <a:pt x="597385" y="16266"/>
                </a:lnTo>
                <a:lnTo>
                  <a:pt x="597380" y="16446"/>
                </a:lnTo>
                <a:lnTo>
                  <a:pt x="597377" y="16628"/>
                </a:lnTo>
                <a:lnTo>
                  <a:pt x="597376" y="16813"/>
                </a:lnTo>
                <a:lnTo>
                  <a:pt x="597377" y="16975"/>
                </a:lnTo>
                <a:lnTo>
                  <a:pt x="597379" y="17136"/>
                </a:lnTo>
                <a:lnTo>
                  <a:pt x="597383" y="17296"/>
                </a:lnTo>
                <a:lnTo>
                  <a:pt x="597388" y="17453"/>
                </a:lnTo>
                <a:lnTo>
                  <a:pt x="597395" y="17609"/>
                </a:lnTo>
                <a:lnTo>
                  <a:pt x="597404" y="17764"/>
                </a:lnTo>
                <a:lnTo>
                  <a:pt x="597414" y="17917"/>
                </a:lnTo>
                <a:lnTo>
                  <a:pt x="597425" y="18068"/>
                </a:lnTo>
                <a:lnTo>
                  <a:pt x="597438" y="18218"/>
                </a:lnTo>
                <a:lnTo>
                  <a:pt x="597453" y="18366"/>
                </a:lnTo>
                <a:lnTo>
                  <a:pt x="597469" y="18512"/>
                </a:lnTo>
                <a:lnTo>
                  <a:pt x="597487" y="18657"/>
                </a:lnTo>
                <a:lnTo>
                  <a:pt x="597506" y="18800"/>
                </a:lnTo>
                <a:lnTo>
                  <a:pt x="597527" y="18942"/>
                </a:lnTo>
                <a:lnTo>
                  <a:pt x="597549" y="19082"/>
                </a:lnTo>
                <a:lnTo>
                  <a:pt x="597573" y="19220"/>
                </a:lnTo>
                <a:lnTo>
                  <a:pt x="597598" y="19357"/>
                </a:lnTo>
                <a:lnTo>
                  <a:pt x="597625" y="19493"/>
                </a:lnTo>
                <a:lnTo>
                  <a:pt x="597654" y="19626"/>
                </a:lnTo>
                <a:lnTo>
                  <a:pt x="597684" y="19758"/>
                </a:lnTo>
                <a:lnTo>
                  <a:pt x="597715" y="19889"/>
                </a:lnTo>
                <a:lnTo>
                  <a:pt x="597748" y="20018"/>
                </a:lnTo>
                <a:lnTo>
                  <a:pt x="597783" y="20145"/>
                </a:lnTo>
                <a:lnTo>
                  <a:pt x="597819" y="20271"/>
                </a:lnTo>
                <a:lnTo>
                  <a:pt x="597857" y="20395"/>
                </a:lnTo>
                <a:lnTo>
                  <a:pt x="597896" y="20517"/>
                </a:lnTo>
                <a:lnTo>
                  <a:pt x="597936" y="20638"/>
                </a:lnTo>
                <a:lnTo>
                  <a:pt x="597978" y="20757"/>
                </a:lnTo>
                <a:lnTo>
                  <a:pt x="598021" y="20875"/>
                </a:lnTo>
                <a:lnTo>
                  <a:pt x="598066" y="20991"/>
                </a:lnTo>
                <a:lnTo>
                  <a:pt x="598111" y="21105"/>
                </a:lnTo>
                <a:lnTo>
                  <a:pt x="598159" y="21218"/>
                </a:lnTo>
                <a:lnTo>
                  <a:pt x="598208" y="21329"/>
                </a:lnTo>
                <a:lnTo>
                  <a:pt x="598258" y="21439"/>
                </a:lnTo>
                <a:lnTo>
                  <a:pt x="598309" y="21546"/>
                </a:lnTo>
                <a:lnTo>
                  <a:pt x="598362" y="21652"/>
                </a:lnTo>
                <a:lnTo>
                  <a:pt x="598416" y="21757"/>
                </a:lnTo>
                <a:lnTo>
                  <a:pt x="598472" y="21860"/>
                </a:lnTo>
                <a:lnTo>
                  <a:pt x="598529" y="21961"/>
                </a:lnTo>
                <a:lnTo>
                  <a:pt x="598588" y="22061"/>
                </a:lnTo>
                <a:lnTo>
                  <a:pt x="598648" y="22159"/>
                </a:lnTo>
                <a:lnTo>
                  <a:pt x="598709" y="22255"/>
                </a:lnTo>
                <a:lnTo>
                  <a:pt x="598772" y="22350"/>
                </a:lnTo>
                <a:lnTo>
                  <a:pt x="598836" y="22443"/>
                </a:lnTo>
                <a:lnTo>
                  <a:pt x="598901" y="22535"/>
                </a:lnTo>
                <a:lnTo>
                  <a:pt x="598968" y="22625"/>
                </a:lnTo>
                <a:lnTo>
                  <a:pt x="599036" y="22713"/>
                </a:lnTo>
                <a:lnTo>
                  <a:pt x="599106" y="22800"/>
                </a:lnTo>
                <a:lnTo>
                  <a:pt x="599177" y="22885"/>
                </a:lnTo>
                <a:lnTo>
                  <a:pt x="599249" y="22968"/>
                </a:lnTo>
                <a:lnTo>
                  <a:pt x="599323" y="23049"/>
                </a:lnTo>
                <a:lnTo>
                  <a:pt x="599399" y="23129"/>
                </a:lnTo>
                <a:lnTo>
                  <a:pt x="599475" y="23207"/>
                </a:lnTo>
                <a:lnTo>
                  <a:pt x="599553" y="23284"/>
                </a:lnTo>
                <a:lnTo>
                  <a:pt x="599633" y="23358"/>
                </a:lnTo>
                <a:lnTo>
                  <a:pt x="599714" y="23431"/>
                </a:lnTo>
                <a:lnTo>
                  <a:pt x="599796" y="23503"/>
                </a:lnTo>
                <a:lnTo>
                  <a:pt x="599880" y="23572"/>
                </a:lnTo>
                <a:lnTo>
                  <a:pt x="599965" y="23640"/>
                </a:lnTo>
                <a:lnTo>
                  <a:pt x="600052" y="23706"/>
                </a:lnTo>
                <a:lnTo>
                  <a:pt x="600140" y="23770"/>
                </a:lnTo>
                <a:lnTo>
                  <a:pt x="600230" y="23833"/>
                </a:lnTo>
                <a:lnTo>
                  <a:pt x="600321" y="23894"/>
                </a:lnTo>
                <a:lnTo>
                  <a:pt x="600413" y="23953"/>
                </a:lnTo>
                <a:lnTo>
                  <a:pt x="600507" y="24011"/>
                </a:lnTo>
                <a:lnTo>
                  <a:pt x="600602" y="24067"/>
                </a:lnTo>
                <a:lnTo>
                  <a:pt x="600699" y="24121"/>
                </a:lnTo>
                <a:lnTo>
                  <a:pt x="600797" y="24173"/>
                </a:lnTo>
                <a:lnTo>
                  <a:pt x="600896" y="24224"/>
                </a:lnTo>
                <a:lnTo>
                  <a:pt x="600997" y="24273"/>
                </a:lnTo>
                <a:lnTo>
                  <a:pt x="601099" y="24320"/>
                </a:lnTo>
                <a:lnTo>
                  <a:pt x="601203" y="24365"/>
                </a:lnTo>
                <a:lnTo>
                  <a:pt x="601308" y="24409"/>
                </a:lnTo>
                <a:lnTo>
                  <a:pt x="601415" y="24451"/>
                </a:lnTo>
                <a:lnTo>
                  <a:pt x="601522" y="24491"/>
                </a:lnTo>
                <a:lnTo>
                  <a:pt x="601631" y="24529"/>
                </a:lnTo>
                <a:lnTo>
                  <a:pt x="601741" y="24565"/>
                </a:lnTo>
                <a:lnTo>
                  <a:pt x="601853" y="24600"/>
                </a:lnTo>
                <a:lnTo>
                  <a:pt x="601966" y="24632"/>
                </a:lnTo>
                <a:lnTo>
                  <a:pt x="602080" y="24663"/>
                </a:lnTo>
                <a:lnTo>
                  <a:pt x="602195" y="24692"/>
                </a:lnTo>
                <a:lnTo>
                  <a:pt x="602312" y="24719"/>
                </a:lnTo>
                <a:lnTo>
                  <a:pt x="602429" y="24744"/>
                </a:lnTo>
                <a:lnTo>
                  <a:pt x="602549" y="24767"/>
                </a:lnTo>
                <a:lnTo>
                  <a:pt x="602669" y="24789"/>
                </a:lnTo>
                <a:lnTo>
                  <a:pt x="602791" y="24808"/>
                </a:lnTo>
                <a:lnTo>
                  <a:pt x="602914" y="24826"/>
                </a:lnTo>
                <a:lnTo>
                  <a:pt x="603038" y="24842"/>
                </a:lnTo>
                <a:lnTo>
                  <a:pt x="603163" y="24856"/>
                </a:lnTo>
                <a:lnTo>
                  <a:pt x="603290" y="24868"/>
                </a:lnTo>
                <a:lnTo>
                  <a:pt x="603418" y="24878"/>
                </a:lnTo>
                <a:lnTo>
                  <a:pt x="603548" y="24886"/>
                </a:lnTo>
                <a:lnTo>
                  <a:pt x="603678" y="24893"/>
                </a:lnTo>
                <a:lnTo>
                  <a:pt x="603810" y="24897"/>
                </a:lnTo>
                <a:lnTo>
                  <a:pt x="603943" y="24900"/>
                </a:lnTo>
                <a:lnTo>
                  <a:pt x="604078" y="24901"/>
                </a:lnTo>
                <a:lnTo>
                  <a:pt x="604143" y="24901"/>
                </a:lnTo>
                <a:lnTo>
                  <a:pt x="604208" y="24900"/>
                </a:lnTo>
                <a:lnTo>
                  <a:pt x="604273" y="24899"/>
                </a:lnTo>
                <a:lnTo>
                  <a:pt x="604338" y="24897"/>
                </a:lnTo>
                <a:lnTo>
                  <a:pt x="604403" y="24895"/>
                </a:lnTo>
                <a:lnTo>
                  <a:pt x="604467" y="24892"/>
                </a:lnTo>
                <a:lnTo>
                  <a:pt x="604532" y="24888"/>
                </a:lnTo>
                <a:lnTo>
                  <a:pt x="604596" y="24884"/>
                </a:lnTo>
                <a:lnTo>
                  <a:pt x="604660" y="24880"/>
                </a:lnTo>
                <a:lnTo>
                  <a:pt x="604724" y="24875"/>
                </a:lnTo>
                <a:lnTo>
                  <a:pt x="604787" y="24870"/>
                </a:lnTo>
                <a:lnTo>
                  <a:pt x="604851" y="24864"/>
                </a:lnTo>
                <a:lnTo>
                  <a:pt x="604914" y="24857"/>
                </a:lnTo>
                <a:lnTo>
                  <a:pt x="604977" y="24850"/>
                </a:lnTo>
                <a:lnTo>
                  <a:pt x="605040" y="24842"/>
                </a:lnTo>
                <a:lnTo>
                  <a:pt x="605103" y="24834"/>
                </a:lnTo>
                <a:lnTo>
                  <a:pt x="605165" y="24826"/>
                </a:lnTo>
                <a:lnTo>
                  <a:pt x="605228" y="24817"/>
                </a:lnTo>
                <a:lnTo>
                  <a:pt x="605290" y="24807"/>
                </a:lnTo>
                <a:lnTo>
                  <a:pt x="605352" y="24797"/>
                </a:lnTo>
                <a:lnTo>
                  <a:pt x="605414" y="24786"/>
                </a:lnTo>
                <a:lnTo>
                  <a:pt x="605476" y="24775"/>
                </a:lnTo>
                <a:lnTo>
                  <a:pt x="605537" y="24763"/>
                </a:lnTo>
                <a:lnTo>
                  <a:pt x="605599" y="24751"/>
                </a:lnTo>
                <a:lnTo>
                  <a:pt x="605660" y="24738"/>
                </a:lnTo>
                <a:lnTo>
                  <a:pt x="605720" y="24725"/>
                </a:lnTo>
                <a:lnTo>
                  <a:pt x="605781" y="24712"/>
                </a:lnTo>
                <a:lnTo>
                  <a:pt x="605841" y="24698"/>
                </a:lnTo>
                <a:lnTo>
                  <a:pt x="605900" y="24684"/>
                </a:lnTo>
                <a:lnTo>
                  <a:pt x="605959" y="24670"/>
                </a:lnTo>
                <a:lnTo>
                  <a:pt x="606018" y="24655"/>
                </a:lnTo>
                <a:lnTo>
                  <a:pt x="606077" y="24640"/>
                </a:lnTo>
                <a:lnTo>
                  <a:pt x="606135" y="24625"/>
                </a:lnTo>
                <a:lnTo>
                  <a:pt x="606192" y="24609"/>
                </a:lnTo>
                <a:lnTo>
                  <a:pt x="606250" y="24594"/>
                </a:lnTo>
                <a:lnTo>
                  <a:pt x="606307" y="24577"/>
                </a:lnTo>
                <a:lnTo>
                  <a:pt x="606363" y="24561"/>
                </a:lnTo>
                <a:lnTo>
                  <a:pt x="606419" y="24544"/>
                </a:lnTo>
                <a:lnTo>
                  <a:pt x="606475" y="24527"/>
                </a:lnTo>
                <a:lnTo>
                  <a:pt x="606531" y="24509"/>
                </a:lnTo>
                <a:lnTo>
                  <a:pt x="606586" y="24492"/>
                </a:lnTo>
                <a:lnTo>
                  <a:pt x="606640" y="24473"/>
                </a:lnTo>
                <a:lnTo>
                  <a:pt x="606695" y="24455"/>
                </a:lnTo>
                <a:lnTo>
                  <a:pt x="606749" y="24436"/>
                </a:lnTo>
                <a:lnTo>
                  <a:pt x="606802" y="24417"/>
                </a:lnTo>
                <a:lnTo>
                  <a:pt x="606855" y="24398"/>
                </a:lnTo>
                <a:lnTo>
                  <a:pt x="606908" y="24378"/>
                </a:lnTo>
                <a:lnTo>
                  <a:pt x="606961" y="24358"/>
                </a:lnTo>
                <a:lnTo>
                  <a:pt x="607013" y="24338"/>
                </a:lnTo>
                <a:lnTo>
                  <a:pt x="607064" y="24317"/>
                </a:lnTo>
                <a:lnTo>
                  <a:pt x="607115" y="24296"/>
                </a:lnTo>
                <a:lnTo>
                  <a:pt x="607166" y="24275"/>
                </a:lnTo>
                <a:lnTo>
                  <a:pt x="607216" y="24254"/>
                </a:lnTo>
                <a:lnTo>
                  <a:pt x="607266" y="24233"/>
                </a:lnTo>
                <a:lnTo>
                  <a:pt x="607315" y="24211"/>
                </a:lnTo>
                <a:lnTo>
                  <a:pt x="607364" y="24189"/>
                </a:lnTo>
                <a:lnTo>
                  <a:pt x="607413" y="24167"/>
                </a:lnTo>
                <a:lnTo>
                  <a:pt x="607461" y="24144"/>
                </a:lnTo>
                <a:lnTo>
                  <a:pt x="607509" y="24122"/>
                </a:lnTo>
                <a:lnTo>
                  <a:pt x="607556" y="24099"/>
                </a:lnTo>
                <a:lnTo>
                  <a:pt x="607603" y="24076"/>
                </a:lnTo>
                <a:lnTo>
                  <a:pt x="607649" y="24053"/>
                </a:lnTo>
                <a:lnTo>
                  <a:pt x="607695" y="24029"/>
                </a:lnTo>
                <a:lnTo>
                  <a:pt x="607740" y="24005"/>
                </a:lnTo>
                <a:lnTo>
                  <a:pt x="607786" y="23981"/>
                </a:lnTo>
                <a:lnTo>
                  <a:pt x="607830" y="23957"/>
                </a:lnTo>
                <a:lnTo>
                  <a:pt x="607874" y="23932"/>
                </a:lnTo>
                <a:lnTo>
                  <a:pt x="607918" y="23908"/>
                </a:lnTo>
                <a:lnTo>
                  <a:pt x="607961" y="23883"/>
                </a:lnTo>
                <a:lnTo>
                  <a:pt x="608004" y="23858"/>
                </a:lnTo>
                <a:lnTo>
                  <a:pt x="608047" y="23832"/>
                </a:lnTo>
                <a:lnTo>
                  <a:pt x="608089" y="23807"/>
                </a:lnTo>
                <a:lnTo>
                  <a:pt x="608130" y="23781"/>
                </a:lnTo>
                <a:lnTo>
                  <a:pt x="608170" y="23756"/>
                </a:lnTo>
                <a:lnTo>
                  <a:pt x="608209" y="23731"/>
                </a:lnTo>
                <a:lnTo>
                  <a:pt x="608248" y="23706"/>
                </a:lnTo>
                <a:lnTo>
                  <a:pt x="608285" y="23682"/>
                </a:lnTo>
                <a:lnTo>
                  <a:pt x="608321" y="23658"/>
                </a:lnTo>
                <a:lnTo>
                  <a:pt x="608356" y="23635"/>
                </a:lnTo>
                <a:lnTo>
                  <a:pt x="608390" y="23612"/>
                </a:lnTo>
                <a:lnTo>
                  <a:pt x="608424" y="23589"/>
                </a:lnTo>
                <a:lnTo>
                  <a:pt x="608456" y="23566"/>
                </a:lnTo>
                <a:lnTo>
                  <a:pt x="608487" y="23544"/>
                </a:lnTo>
                <a:lnTo>
                  <a:pt x="608517" y="23522"/>
                </a:lnTo>
                <a:lnTo>
                  <a:pt x="608546" y="23501"/>
                </a:lnTo>
                <a:lnTo>
                  <a:pt x="608574" y="23480"/>
                </a:lnTo>
                <a:lnTo>
                  <a:pt x="608601" y="23459"/>
                </a:lnTo>
                <a:lnTo>
                  <a:pt x="608627" y="23439"/>
                </a:lnTo>
                <a:lnTo>
                  <a:pt x="608652" y="23419"/>
                </a:lnTo>
                <a:lnTo>
                  <a:pt x="608676" y="23399"/>
                </a:lnTo>
                <a:lnTo>
                  <a:pt x="608699" y="23380"/>
                </a:lnTo>
                <a:lnTo>
                  <a:pt x="608721" y="23361"/>
                </a:lnTo>
                <a:lnTo>
                  <a:pt x="608742" y="23342"/>
                </a:lnTo>
                <a:lnTo>
                  <a:pt x="608762" y="23324"/>
                </a:lnTo>
                <a:lnTo>
                  <a:pt x="608781" y="23306"/>
                </a:lnTo>
                <a:lnTo>
                  <a:pt x="608799" y="23288"/>
                </a:lnTo>
                <a:lnTo>
                  <a:pt x="608816" y="23271"/>
                </a:lnTo>
                <a:lnTo>
                  <a:pt x="608833" y="23254"/>
                </a:lnTo>
                <a:lnTo>
                  <a:pt x="608849" y="23238"/>
                </a:lnTo>
                <a:lnTo>
                  <a:pt x="608864" y="23222"/>
                </a:lnTo>
                <a:lnTo>
                  <a:pt x="608879" y="23206"/>
                </a:lnTo>
                <a:lnTo>
                  <a:pt x="608894" y="23190"/>
                </a:lnTo>
                <a:lnTo>
                  <a:pt x="608908" y="23175"/>
                </a:lnTo>
                <a:lnTo>
                  <a:pt x="608921" y="23160"/>
                </a:lnTo>
                <a:lnTo>
                  <a:pt x="608934" y="23146"/>
                </a:lnTo>
                <a:lnTo>
                  <a:pt x="608947" y="23132"/>
                </a:lnTo>
                <a:lnTo>
                  <a:pt x="608959" y="23118"/>
                </a:lnTo>
                <a:lnTo>
                  <a:pt x="608970" y="23105"/>
                </a:lnTo>
                <a:lnTo>
                  <a:pt x="608981" y="23092"/>
                </a:lnTo>
                <a:lnTo>
                  <a:pt x="608991" y="23079"/>
                </a:lnTo>
                <a:lnTo>
                  <a:pt x="609001" y="23067"/>
                </a:lnTo>
                <a:lnTo>
                  <a:pt x="609011" y="23054"/>
                </a:lnTo>
                <a:lnTo>
                  <a:pt x="609019" y="23043"/>
                </a:lnTo>
                <a:lnTo>
                  <a:pt x="609028" y="23032"/>
                </a:lnTo>
                <a:lnTo>
                  <a:pt x="609035" y="23021"/>
                </a:lnTo>
                <a:lnTo>
                  <a:pt x="609043" y="23010"/>
                </a:lnTo>
                <a:lnTo>
                  <a:pt x="609049" y="23000"/>
                </a:lnTo>
                <a:lnTo>
                  <a:pt x="609056" y="22990"/>
                </a:lnTo>
                <a:lnTo>
                  <a:pt x="609061" y="22980"/>
                </a:lnTo>
                <a:lnTo>
                  <a:pt x="609066" y="22971"/>
                </a:lnTo>
                <a:lnTo>
                  <a:pt x="609071" y="22962"/>
                </a:lnTo>
                <a:lnTo>
                  <a:pt x="609076" y="22953"/>
                </a:lnTo>
                <a:lnTo>
                  <a:pt x="609081" y="22943"/>
                </a:lnTo>
                <a:lnTo>
                  <a:pt x="609085" y="22934"/>
                </a:lnTo>
                <a:lnTo>
                  <a:pt x="609090" y="22924"/>
                </a:lnTo>
                <a:lnTo>
                  <a:pt x="609095" y="22915"/>
                </a:lnTo>
                <a:lnTo>
                  <a:pt x="609099" y="22905"/>
                </a:lnTo>
                <a:lnTo>
                  <a:pt x="609103" y="22895"/>
                </a:lnTo>
                <a:lnTo>
                  <a:pt x="609108" y="22885"/>
                </a:lnTo>
                <a:lnTo>
                  <a:pt x="609112" y="22875"/>
                </a:lnTo>
                <a:lnTo>
                  <a:pt x="609116" y="22864"/>
                </a:lnTo>
                <a:lnTo>
                  <a:pt x="609121" y="22854"/>
                </a:lnTo>
                <a:lnTo>
                  <a:pt x="609125" y="22843"/>
                </a:lnTo>
                <a:lnTo>
                  <a:pt x="609129" y="22833"/>
                </a:lnTo>
                <a:lnTo>
                  <a:pt x="609133" y="22822"/>
                </a:lnTo>
                <a:lnTo>
                  <a:pt x="609137" y="22811"/>
                </a:lnTo>
                <a:lnTo>
                  <a:pt x="609141" y="22800"/>
                </a:lnTo>
                <a:lnTo>
                  <a:pt x="609145" y="22789"/>
                </a:lnTo>
                <a:lnTo>
                  <a:pt x="609148" y="22778"/>
                </a:lnTo>
                <a:lnTo>
                  <a:pt x="609152" y="22767"/>
                </a:lnTo>
                <a:lnTo>
                  <a:pt x="609156" y="22755"/>
                </a:lnTo>
                <a:lnTo>
                  <a:pt x="609160" y="22744"/>
                </a:lnTo>
                <a:lnTo>
                  <a:pt x="609163" y="22732"/>
                </a:lnTo>
                <a:lnTo>
                  <a:pt x="609167" y="22720"/>
                </a:lnTo>
                <a:lnTo>
                  <a:pt x="609170" y="22708"/>
                </a:lnTo>
                <a:lnTo>
                  <a:pt x="609173" y="22696"/>
                </a:lnTo>
                <a:lnTo>
                  <a:pt x="609177" y="22684"/>
                </a:lnTo>
                <a:lnTo>
                  <a:pt x="609180" y="22671"/>
                </a:lnTo>
                <a:lnTo>
                  <a:pt x="609183" y="22658"/>
                </a:lnTo>
                <a:lnTo>
                  <a:pt x="609186" y="22645"/>
                </a:lnTo>
                <a:lnTo>
                  <a:pt x="609189" y="22632"/>
                </a:lnTo>
                <a:lnTo>
                  <a:pt x="609192" y="22618"/>
                </a:lnTo>
                <a:lnTo>
                  <a:pt x="609194" y="22604"/>
                </a:lnTo>
                <a:lnTo>
                  <a:pt x="609197" y="22590"/>
                </a:lnTo>
                <a:lnTo>
                  <a:pt x="609200" y="22576"/>
                </a:lnTo>
                <a:lnTo>
                  <a:pt x="609202" y="22561"/>
                </a:lnTo>
                <a:lnTo>
                  <a:pt x="609204" y="22547"/>
                </a:lnTo>
                <a:lnTo>
                  <a:pt x="609207" y="22532"/>
                </a:lnTo>
                <a:lnTo>
                  <a:pt x="609209" y="22517"/>
                </a:lnTo>
                <a:lnTo>
                  <a:pt x="609211" y="22501"/>
                </a:lnTo>
                <a:lnTo>
                  <a:pt x="609213" y="22485"/>
                </a:lnTo>
                <a:lnTo>
                  <a:pt x="609215" y="22470"/>
                </a:lnTo>
                <a:lnTo>
                  <a:pt x="609217" y="22453"/>
                </a:lnTo>
                <a:lnTo>
                  <a:pt x="609219" y="22437"/>
                </a:lnTo>
                <a:lnTo>
                  <a:pt x="609221" y="22420"/>
                </a:lnTo>
                <a:lnTo>
                  <a:pt x="609222" y="22404"/>
                </a:lnTo>
                <a:lnTo>
                  <a:pt x="609224" y="22387"/>
                </a:lnTo>
                <a:lnTo>
                  <a:pt x="609225" y="22369"/>
                </a:lnTo>
                <a:lnTo>
                  <a:pt x="609226" y="22352"/>
                </a:lnTo>
                <a:lnTo>
                  <a:pt x="609228" y="22334"/>
                </a:lnTo>
                <a:lnTo>
                  <a:pt x="609229" y="22316"/>
                </a:lnTo>
                <a:lnTo>
                  <a:pt x="609230" y="22298"/>
                </a:lnTo>
                <a:lnTo>
                  <a:pt x="609231" y="22279"/>
                </a:lnTo>
                <a:lnTo>
                  <a:pt x="609232" y="22260"/>
                </a:lnTo>
                <a:lnTo>
                  <a:pt x="609233" y="22241"/>
                </a:lnTo>
                <a:lnTo>
                  <a:pt x="609234" y="22222"/>
                </a:lnTo>
                <a:lnTo>
                  <a:pt x="609235" y="22202"/>
                </a:lnTo>
                <a:lnTo>
                  <a:pt x="609236" y="22182"/>
                </a:lnTo>
                <a:lnTo>
                  <a:pt x="609237" y="22162"/>
                </a:lnTo>
                <a:lnTo>
                  <a:pt x="609238" y="22142"/>
                </a:lnTo>
                <a:lnTo>
                  <a:pt x="609238" y="22121"/>
                </a:lnTo>
                <a:lnTo>
                  <a:pt x="609239" y="22100"/>
                </a:lnTo>
                <a:lnTo>
                  <a:pt x="609239" y="22079"/>
                </a:lnTo>
                <a:lnTo>
                  <a:pt x="609240" y="22057"/>
                </a:lnTo>
                <a:lnTo>
                  <a:pt x="609240" y="22036"/>
                </a:lnTo>
                <a:lnTo>
                  <a:pt x="609241" y="22014"/>
                </a:lnTo>
                <a:lnTo>
                  <a:pt x="609241" y="21991"/>
                </a:lnTo>
                <a:lnTo>
                  <a:pt x="609241" y="21969"/>
                </a:lnTo>
                <a:lnTo>
                  <a:pt x="609242" y="21946"/>
                </a:lnTo>
                <a:lnTo>
                  <a:pt x="609242" y="21923"/>
                </a:lnTo>
                <a:lnTo>
                  <a:pt x="609242" y="21900"/>
                </a:lnTo>
                <a:lnTo>
                  <a:pt x="609242" y="21876"/>
                </a:lnTo>
                <a:lnTo>
                  <a:pt x="609242" y="21849"/>
                </a:lnTo>
                <a:lnTo>
                  <a:pt x="609242" y="21821"/>
                </a:lnTo>
                <a:lnTo>
                  <a:pt x="609241" y="21794"/>
                </a:lnTo>
                <a:lnTo>
                  <a:pt x="609241" y="21767"/>
                </a:lnTo>
                <a:lnTo>
                  <a:pt x="609241" y="21741"/>
                </a:lnTo>
                <a:lnTo>
                  <a:pt x="609240" y="21715"/>
                </a:lnTo>
                <a:close/>
                <a:moveTo>
                  <a:pt x="641885" y="13452"/>
                </a:moveTo>
                <a:lnTo>
                  <a:pt x="641879" y="13342"/>
                </a:lnTo>
                <a:lnTo>
                  <a:pt x="641872" y="13232"/>
                </a:lnTo>
                <a:lnTo>
                  <a:pt x="641863" y="13125"/>
                </a:lnTo>
                <a:lnTo>
                  <a:pt x="641854" y="13018"/>
                </a:lnTo>
                <a:lnTo>
                  <a:pt x="641844" y="12913"/>
                </a:lnTo>
                <a:lnTo>
                  <a:pt x="641832" y="12808"/>
                </a:lnTo>
                <a:lnTo>
                  <a:pt x="641819" y="12705"/>
                </a:lnTo>
                <a:lnTo>
                  <a:pt x="641806" y="12604"/>
                </a:lnTo>
                <a:lnTo>
                  <a:pt x="641791" y="12503"/>
                </a:lnTo>
                <a:lnTo>
                  <a:pt x="641775" y="12404"/>
                </a:lnTo>
                <a:lnTo>
                  <a:pt x="641758" y="12306"/>
                </a:lnTo>
                <a:lnTo>
                  <a:pt x="641739" y="12209"/>
                </a:lnTo>
                <a:lnTo>
                  <a:pt x="641720" y="12113"/>
                </a:lnTo>
                <a:lnTo>
                  <a:pt x="641700" y="12019"/>
                </a:lnTo>
                <a:lnTo>
                  <a:pt x="641678" y="11926"/>
                </a:lnTo>
                <a:lnTo>
                  <a:pt x="641656" y="11834"/>
                </a:lnTo>
                <a:lnTo>
                  <a:pt x="641632" y="11743"/>
                </a:lnTo>
                <a:lnTo>
                  <a:pt x="641607" y="11653"/>
                </a:lnTo>
                <a:lnTo>
                  <a:pt x="641581" y="11565"/>
                </a:lnTo>
                <a:lnTo>
                  <a:pt x="641554" y="11478"/>
                </a:lnTo>
                <a:lnTo>
                  <a:pt x="641526" y="11392"/>
                </a:lnTo>
                <a:lnTo>
                  <a:pt x="641496" y="11307"/>
                </a:lnTo>
                <a:lnTo>
                  <a:pt x="641465" y="11223"/>
                </a:lnTo>
                <a:lnTo>
                  <a:pt x="641432" y="11141"/>
                </a:lnTo>
                <a:lnTo>
                  <a:pt x="641398" y="11060"/>
                </a:lnTo>
                <a:lnTo>
                  <a:pt x="641363" y="10980"/>
                </a:lnTo>
                <a:lnTo>
                  <a:pt x="641327" y="10901"/>
                </a:lnTo>
                <a:lnTo>
                  <a:pt x="641289" y="10823"/>
                </a:lnTo>
                <a:lnTo>
                  <a:pt x="641250" y="10747"/>
                </a:lnTo>
                <a:lnTo>
                  <a:pt x="641209" y="10672"/>
                </a:lnTo>
                <a:lnTo>
                  <a:pt x="641168" y="10598"/>
                </a:lnTo>
                <a:lnTo>
                  <a:pt x="641124" y="10525"/>
                </a:lnTo>
                <a:lnTo>
                  <a:pt x="641080" y="10453"/>
                </a:lnTo>
                <a:lnTo>
                  <a:pt x="641034" y="10383"/>
                </a:lnTo>
                <a:lnTo>
                  <a:pt x="640987" y="10313"/>
                </a:lnTo>
                <a:lnTo>
                  <a:pt x="640939" y="10245"/>
                </a:lnTo>
                <a:lnTo>
                  <a:pt x="640889" y="10178"/>
                </a:lnTo>
                <a:lnTo>
                  <a:pt x="640838" y="10113"/>
                </a:lnTo>
                <a:lnTo>
                  <a:pt x="640785" y="10048"/>
                </a:lnTo>
                <a:lnTo>
                  <a:pt x="640731" y="9985"/>
                </a:lnTo>
                <a:lnTo>
                  <a:pt x="640676" y="9922"/>
                </a:lnTo>
                <a:lnTo>
                  <a:pt x="640620" y="9861"/>
                </a:lnTo>
                <a:lnTo>
                  <a:pt x="640562" y="9802"/>
                </a:lnTo>
                <a:lnTo>
                  <a:pt x="640503" y="9743"/>
                </a:lnTo>
                <a:lnTo>
                  <a:pt x="640442" y="9686"/>
                </a:lnTo>
                <a:lnTo>
                  <a:pt x="640380" y="9629"/>
                </a:lnTo>
                <a:lnTo>
                  <a:pt x="640316" y="9574"/>
                </a:lnTo>
                <a:lnTo>
                  <a:pt x="640250" y="9521"/>
                </a:lnTo>
                <a:lnTo>
                  <a:pt x="640184" y="9468"/>
                </a:lnTo>
                <a:lnTo>
                  <a:pt x="640115" y="9417"/>
                </a:lnTo>
                <a:lnTo>
                  <a:pt x="640046" y="9366"/>
                </a:lnTo>
                <a:lnTo>
                  <a:pt x="639974" y="9317"/>
                </a:lnTo>
                <a:lnTo>
                  <a:pt x="639901" y="9269"/>
                </a:lnTo>
                <a:lnTo>
                  <a:pt x="639827" y="9223"/>
                </a:lnTo>
                <a:lnTo>
                  <a:pt x="639751" y="9177"/>
                </a:lnTo>
                <a:lnTo>
                  <a:pt x="639674" y="9133"/>
                </a:lnTo>
                <a:lnTo>
                  <a:pt x="639595" y="9090"/>
                </a:lnTo>
                <a:lnTo>
                  <a:pt x="639515" y="9048"/>
                </a:lnTo>
                <a:lnTo>
                  <a:pt x="639433" y="9007"/>
                </a:lnTo>
                <a:lnTo>
                  <a:pt x="639349" y="8967"/>
                </a:lnTo>
                <a:lnTo>
                  <a:pt x="639264" y="8929"/>
                </a:lnTo>
                <a:lnTo>
                  <a:pt x="639178" y="8892"/>
                </a:lnTo>
                <a:lnTo>
                  <a:pt x="639090" y="8856"/>
                </a:lnTo>
                <a:lnTo>
                  <a:pt x="639001" y="8821"/>
                </a:lnTo>
                <a:lnTo>
                  <a:pt x="638910" y="8787"/>
                </a:lnTo>
                <a:lnTo>
                  <a:pt x="638817" y="8755"/>
                </a:lnTo>
                <a:lnTo>
                  <a:pt x="638723" y="8724"/>
                </a:lnTo>
                <a:lnTo>
                  <a:pt x="638628" y="8694"/>
                </a:lnTo>
                <a:lnTo>
                  <a:pt x="638531" y="8665"/>
                </a:lnTo>
                <a:lnTo>
                  <a:pt x="638432" y="8638"/>
                </a:lnTo>
                <a:lnTo>
                  <a:pt x="638331" y="8611"/>
                </a:lnTo>
                <a:lnTo>
                  <a:pt x="638229" y="8587"/>
                </a:lnTo>
                <a:lnTo>
                  <a:pt x="638125" y="8563"/>
                </a:lnTo>
                <a:lnTo>
                  <a:pt x="638019" y="8541"/>
                </a:lnTo>
                <a:lnTo>
                  <a:pt x="637912" y="8520"/>
                </a:lnTo>
                <a:lnTo>
                  <a:pt x="637803" y="8500"/>
                </a:lnTo>
                <a:lnTo>
                  <a:pt x="637692" y="8481"/>
                </a:lnTo>
                <a:lnTo>
                  <a:pt x="637580" y="8464"/>
                </a:lnTo>
                <a:lnTo>
                  <a:pt x="637466" y="8448"/>
                </a:lnTo>
                <a:lnTo>
                  <a:pt x="637350" y="8433"/>
                </a:lnTo>
                <a:lnTo>
                  <a:pt x="637233" y="8420"/>
                </a:lnTo>
                <a:lnTo>
                  <a:pt x="637114" y="8408"/>
                </a:lnTo>
                <a:lnTo>
                  <a:pt x="636993" y="8397"/>
                </a:lnTo>
                <a:lnTo>
                  <a:pt x="636870" y="8387"/>
                </a:lnTo>
                <a:lnTo>
                  <a:pt x="636746" y="8379"/>
                </a:lnTo>
                <a:lnTo>
                  <a:pt x="636620" y="8372"/>
                </a:lnTo>
                <a:lnTo>
                  <a:pt x="636493" y="8366"/>
                </a:lnTo>
                <a:lnTo>
                  <a:pt x="636364" y="8362"/>
                </a:lnTo>
                <a:lnTo>
                  <a:pt x="636233" y="8359"/>
                </a:lnTo>
                <a:lnTo>
                  <a:pt x="636100" y="8357"/>
                </a:lnTo>
                <a:lnTo>
                  <a:pt x="635966" y="8356"/>
                </a:lnTo>
                <a:lnTo>
                  <a:pt x="635894" y="8356"/>
                </a:lnTo>
                <a:lnTo>
                  <a:pt x="635821" y="8357"/>
                </a:lnTo>
                <a:lnTo>
                  <a:pt x="635749" y="8359"/>
                </a:lnTo>
                <a:lnTo>
                  <a:pt x="635677" y="8360"/>
                </a:lnTo>
                <a:lnTo>
                  <a:pt x="635605" y="8363"/>
                </a:lnTo>
                <a:lnTo>
                  <a:pt x="635532" y="8366"/>
                </a:lnTo>
                <a:lnTo>
                  <a:pt x="635460" y="8369"/>
                </a:lnTo>
                <a:lnTo>
                  <a:pt x="635388" y="8374"/>
                </a:lnTo>
                <a:lnTo>
                  <a:pt x="635316" y="8378"/>
                </a:lnTo>
                <a:lnTo>
                  <a:pt x="635245" y="8383"/>
                </a:lnTo>
                <a:lnTo>
                  <a:pt x="635173" y="8389"/>
                </a:lnTo>
                <a:lnTo>
                  <a:pt x="635101" y="8395"/>
                </a:lnTo>
                <a:lnTo>
                  <a:pt x="635029" y="8402"/>
                </a:lnTo>
                <a:lnTo>
                  <a:pt x="634958" y="8410"/>
                </a:lnTo>
                <a:lnTo>
                  <a:pt x="634886" y="8418"/>
                </a:lnTo>
                <a:lnTo>
                  <a:pt x="634815" y="8426"/>
                </a:lnTo>
                <a:lnTo>
                  <a:pt x="634743" y="8435"/>
                </a:lnTo>
                <a:lnTo>
                  <a:pt x="634672" y="8445"/>
                </a:lnTo>
                <a:lnTo>
                  <a:pt x="634600" y="8455"/>
                </a:lnTo>
                <a:lnTo>
                  <a:pt x="634529" y="8465"/>
                </a:lnTo>
                <a:lnTo>
                  <a:pt x="634458" y="8476"/>
                </a:lnTo>
                <a:lnTo>
                  <a:pt x="634387" y="8488"/>
                </a:lnTo>
                <a:lnTo>
                  <a:pt x="634316" y="8500"/>
                </a:lnTo>
                <a:lnTo>
                  <a:pt x="634245" y="8513"/>
                </a:lnTo>
                <a:lnTo>
                  <a:pt x="634174" y="8527"/>
                </a:lnTo>
                <a:lnTo>
                  <a:pt x="634103" y="8540"/>
                </a:lnTo>
                <a:lnTo>
                  <a:pt x="634034" y="8554"/>
                </a:lnTo>
                <a:lnTo>
                  <a:pt x="633964" y="8568"/>
                </a:lnTo>
                <a:lnTo>
                  <a:pt x="633895" y="8582"/>
                </a:lnTo>
                <a:lnTo>
                  <a:pt x="633827" y="8597"/>
                </a:lnTo>
                <a:lnTo>
                  <a:pt x="633759" y="8612"/>
                </a:lnTo>
                <a:lnTo>
                  <a:pt x="633691" y="8627"/>
                </a:lnTo>
                <a:lnTo>
                  <a:pt x="633624" y="8642"/>
                </a:lnTo>
                <a:lnTo>
                  <a:pt x="633557" y="8658"/>
                </a:lnTo>
                <a:lnTo>
                  <a:pt x="633491" y="8674"/>
                </a:lnTo>
                <a:lnTo>
                  <a:pt x="633426" y="8691"/>
                </a:lnTo>
                <a:lnTo>
                  <a:pt x="633360" y="8707"/>
                </a:lnTo>
                <a:lnTo>
                  <a:pt x="633296" y="8724"/>
                </a:lnTo>
                <a:lnTo>
                  <a:pt x="633231" y="8741"/>
                </a:lnTo>
                <a:lnTo>
                  <a:pt x="633168" y="8759"/>
                </a:lnTo>
                <a:lnTo>
                  <a:pt x="633104" y="8777"/>
                </a:lnTo>
                <a:lnTo>
                  <a:pt x="633041" y="8795"/>
                </a:lnTo>
                <a:lnTo>
                  <a:pt x="632979" y="8813"/>
                </a:lnTo>
                <a:lnTo>
                  <a:pt x="632917" y="8832"/>
                </a:lnTo>
                <a:lnTo>
                  <a:pt x="632855" y="8851"/>
                </a:lnTo>
                <a:lnTo>
                  <a:pt x="632794" y="8870"/>
                </a:lnTo>
                <a:lnTo>
                  <a:pt x="632734" y="8889"/>
                </a:lnTo>
                <a:lnTo>
                  <a:pt x="632674" y="8909"/>
                </a:lnTo>
                <a:lnTo>
                  <a:pt x="632614" y="8929"/>
                </a:lnTo>
                <a:lnTo>
                  <a:pt x="632555" y="8949"/>
                </a:lnTo>
                <a:lnTo>
                  <a:pt x="632497" y="8970"/>
                </a:lnTo>
                <a:lnTo>
                  <a:pt x="632439" y="8990"/>
                </a:lnTo>
                <a:lnTo>
                  <a:pt x="632381" y="9011"/>
                </a:lnTo>
                <a:lnTo>
                  <a:pt x="632325" y="9032"/>
                </a:lnTo>
                <a:lnTo>
                  <a:pt x="632269" y="9053"/>
                </a:lnTo>
                <a:lnTo>
                  <a:pt x="632213" y="9074"/>
                </a:lnTo>
                <a:lnTo>
                  <a:pt x="632158" y="9096"/>
                </a:lnTo>
                <a:lnTo>
                  <a:pt x="632104" y="9117"/>
                </a:lnTo>
                <a:lnTo>
                  <a:pt x="632050" y="9139"/>
                </a:lnTo>
                <a:lnTo>
                  <a:pt x="631997" y="9161"/>
                </a:lnTo>
                <a:lnTo>
                  <a:pt x="631944" y="9183"/>
                </a:lnTo>
                <a:lnTo>
                  <a:pt x="631892" y="9205"/>
                </a:lnTo>
                <a:lnTo>
                  <a:pt x="631841" y="9228"/>
                </a:lnTo>
                <a:lnTo>
                  <a:pt x="631790" y="9250"/>
                </a:lnTo>
                <a:lnTo>
                  <a:pt x="631739" y="9273"/>
                </a:lnTo>
                <a:lnTo>
                  <a:pt x="631690" y="9296"/>
                </a:lnTo>
                <a:lnTo>
                  <a:pt x="631641" y="9319"/>
                </a:lnTo>
                <a:lnTo>
                  <a:pt x="631592" y="9343"/>
                </a:lnTo>
                <a:lnTo>
                  <a:pt x="631544" y="9366"/>
                </a:lnTo>
                <a:lnTo>
                  <a:pt x="631497" y="9390"/>
                </a:lnTo>
                <a:lnTo>
                  <a:pt x="631450" y="9414"/>
                </a:lnTo>
                <a:lnTo>
                  <a:pt x="631403" y="9438"/>
                </a:lnTo>
                <a:lnTo>
                  <a:pt x="631358" y="9462"/>
                </a:lnTo>
                <a:lnTo>
                  <a:pt x="631314" y="9485"/>
                </a:lnTo>
                <a:lnTo>
                  <a:pt x="631271" y="9509"/>
                </a:lnTo>
                <a:lnTo>
                  <a:pt x="631229" y="9532"/>
                </a:lnTo>
                <a:lnTo>
                  <a:pt x="631188" y="9555"/>
                </a:lnTo>
                <a:lnTo>
                  <a:pt x="631148" y="9578"/>
                </a:lnTo>
                <a:lnTo>
                  <a:pt x="631109" y="9600"/>
                </a:lnTo>
                <a:lnTo>
                  <a:pt x="631072" y="9622"/>
                </a:lnTo>
                <a:lnTo>
                  <a:pt x="631036" y="9644"/>
                </a:lnTo>
                <a:lnTo>
                  <a:pt x="631000" y="9666"/>
                </a:lnTo>
                <a:lnTo>
                  <a:pt x="630966" y="9687"/>
                </a:lnTo>
                <a:lnTo>
                  <a:pt x="630933" y="9709"/>
                </a:lnTo>
                <a:lnTo>
                  <a:pt x="630902" y="9730"/>
                </a:lnTo>
                <a:lnTo>
                  <a:pt x="630871" y="9750"/>
                </a:lnTo>
                <a:lnTo>
                  <a:pt x="630841" y="9771"/>
                </a:lnTo>
                <a:lnTo>
                  <a:pt x="630813" y="9791"/>
                </a:lnTo>
                <a:lnTo>
                  <a:pt x="630786" y="9811"/>
                </a:lnTo>
                <a:lnTo>
                  <a:pt x="630760" y="9831"/>
                </a:lnTo>
                <a:lnTo>
                  <a:pt x="630735" y="9850"/>
                </a:lnTo>
                <a:lnTo>
                  <a:pt x="630711" y="9869"/>
                </a:lnTo>
                <a:lnTo>
                  <a:pt x="630688" y="9888"/>
                </a:lnTo>
                <a:lnTo>
                  <a:pt x="630666" y="9907"/>
                </a:lnTo>
                <a:lnTo>
                  <a:pt x="630646" y="9926"/>
                </a:lnTo>
                <a:lnTo>
                  <a:pt x="630626" y="9944"/>
                </a:lnTo>
                <a:lnTo>
                  <a:pt x="630608" y="9962"/>
                </a:lnTo>
                <a:lnTo>
                  <a:pt x="630590" y="9980"/>
                </a:lnTo>
                <a:lnTo>
                  <a:pt x="630573" y="9998"/>
                </a:lnTo>
                <a:lnTo>
                  <a:pt x="630556" y="10017"/>
                </a:lnTo>
                <a:lnTo>
                  <a:pt x="630540" y="10035"/>
                </a:lnTo>
                <a:lnTo>
                  <a:pt x="630524" y="10054"/>
                </a:lnTo>
                <a:lnTo>
                  <a:pt x="630509" y="10073"/>
                </a:lnTo>
                <a:lnTo>
                  <a:pt x="630495" y="10091"/>
                </a:lnTo>
                <a:lnTo>
                  <a:pt x="630481" y="10110"/>
                </a:lnTo>
                <a:lnTo>
                  <a:pt x="630467" y="10129"/>
                </a:lnTo>
                <a:lnTo>
                  <a:pt x="630455" y="10148"/>
                </a:lnTo>
                <a:lnTo>
                  <a:pt x="630443" y="10167"/>
                </a:lnTo>
                <a:lnTo>
                  <a:pt x="630431" y="10186"/>
                </a:lnTo>
                <a:lnTo>
                  <a:pt x="630420" y="10206"/>
                </a:lnTo>
                <a:lnTo>
                  <a:pt x="630410" y="10225"/>
                </a:lnTo>
                <a:lnTo>
                  <a:pt x="630400" y="10245"/>
                </a:lnTo>
                <a:lnTo>
                  <a:pt x="630391" y="10264"/>
                </a:lnTo>
                <a:lnTo>
                  <a:pt x="630382" y="10284"/>
                </a:lnTo>
                <a:lnTo>
                  <a:pt x="630374" y="10303"/>
                </a:lnTo>
                <a:lnTo>
                  <a:pt x="630366" y="10323"/>
                </a:lnTo>
                <a:lnTo>
                  <a:pt x="630359" y="10343"/>
                </a:lnTo>
                <a:lnTo>
                  <a:pt x="630353" y="10363"/>
                </a:lnTo>
                <a:lnTo>
                  <a:pt x="630347" y="10383"/>
                </a:lnTo>
                <a:lnTo>
                  <a:pt x="630342" y="10403"/>
                </a:lnTo>
                <a:lnTo>
                  <a:pt x="630337" y="10424"/>
                </a:lnTo>
                <a:lnTo>
                  <a:pt x="630333" y="10445"/>
                </a:lnTo>
                <a:lnTo>
                  <a:pt x="630329" y="10467"/>
                </a:lnTo>
                <a:lnTo>
                  <a:pt x="630324" y="10489"/>
                </a:lnTo>
                <a:lnTo>
                  <a:pt x="630320" y="10512"/>
                </a:lnTo>
                <a:lnTo>
                  <a:pt x="630317" y="10535"/>
                </a:lnTo>
                <a:lnTo>
                  <a:pt x="630313" y="10560"/>
                </a:lnTo>
                <a:lnTo>
                  <a:pt x="630310" y="10584"/>
                </a:lnTo>
                <a:lnTo>
                  <a:pt x="630307" y="10610"/>
                </a:lnTo>
                <a:lnTo>
                  <a:pt x="630304" y="10636"/>
                </a:lnTo>
                <a:lnTo>
                  <a:pt x="630301" y="10662"/>
                </a:lnTo>
                <a:lnTo>
                  <a:pt x="630298" y="10690"/>
                </a:lnTo>
                <a:lnTo>
                  <a:pt x="630296" y="10717"/>
                </a:lnTo>
                <a:lnTo>
                  <a:pt x="630294" y="10746"/>
                </a:lnTo>
                <a:lnTo>
                  <a:pt x="630292" y="10775"/>
                </a:lnTo>
                <a:lnTo>
                  <a:pt x="630290" y="10804"/>
                </a:lnTo>
                <a:lnTo>
                  <a:pt x="630289" y="10835"/>
                </a:lnTo>
                <a:lnTo>
                  <a:pt x="630287" y="10866"/>
                </a:lnTo>
                <a:lnTo>
                  <a:pt x="630286" y="10897"/>
                </a:lnTo>
                <a:lnTo>
                  <a:pt x="630285" y="10929"/>
                </a:lnTo>
                <a:lnTo>
                  <a:pt x="630285" y="10962"/>
                </a:lnTo>
                <a:lnTo>
                  <a:pt x="630284" y="10995"/>
                </a:lnTo>
                <a:lnTo>
                  <a:pt x="630284" y="11029"/>
                </a:lnTo>
                <a:lnTo>
                  <a:pt x="630284" y="11063"/>
                </a:lnTo>
                <a:lnTo>
                  <a:pt x="630284" y="11084"/>
                </a:lnTo>
                <a:lnTo>
                  <a:pt x="630284" y="11105"/>
                </a:lnTo>
                <a:lnTo>
                  <a:pt x="630284" y="11125"/>
                </a:lnTo>
                <a:lnTo>
                  <a:pt x="630285" y="11146"/>
                </a:lnTo>
                <a:lnTo>
                  <a:pt x="630285" y="11166"/>
                </a:lnTo>
                <a:lnTo>
                  <a:pt x="630286" y="11186"/>
                </a:lnTo>
                <a:lnTo>
                  <a:pt x="630287" y="11206"/>
                </a:lnTo>
                <a:lnTo>
                  <a:pt x="630287" y="11226"/>
                </a:lnTo>
                <a:lnTo>
                  <a:pt x="630288" y="11246"/>
                </a:lnTo>
                <a:lnTo>
                  <a:pt x="630290" y="11265"/>
                </a:lnTo>
                <a:lnTo>
                  <a:pt x="630291" y="11284"/>
                </a:lnTo>
                <a:lnTo>
                  <a:pt x="630292" y="11304"/>
                </a:lnTo>
                <a:lnTo>
                  <a:pt x="630294" y="11323"/>
                </a:lnTo>
                <a:lnTo>
                  <a:pt x="630295" y="11342"/>
                </a:lnTo>
                <a:lnTo>
                  <a:pt x="630297" y="11361"/>
                </a:lnTo>
                <a:lnTo>
                  <a:pt x="630299" y="11379"/>
                </a:lnTo>
                <a:lnTo>
                  <a:pt x="630301" y="11398"/>
                </a:lnTo>
                <a:lnTo>
                  <a:pt x="630303" y="11416"/>
                </a:lnTo>
                <a:lnTo>
                  <a:pt x="630305" y="11434"/>
                </a:lnTo>
                <a:lnTo>
                  <a:pt x="630307" y="11452"/>
                </a:lnTo>
                <a:lnTo>
                  <a:pt x="630309" y="11470"/>
                </a:lnTo>
                <a:lnTo>
                  <a:pt x="630312" y="11488"/>
                </a:lnTo>
                <a:lnTo>
                  <a:pt x="630314" y="11506"/>
                </a:lnTo>
                <a:lnTo>
                  <a:pt x="630317" y="11523"/>
                </a:lnTo>
                <a:lnTo>
                  <a:pt x="630320" y="11540"/>
                </a:lnTo>
                <a:lnTo>
                  <a:pt x="630323" y="11557"/>
                </a:lnTo>
                <a:lnTo>
                  <a:pt x="630326" y="11574"/>
                </a:lnTo>
                <a:lnTo>
                  <a:pt x="630329" y="11591"/>
                </a:lnTo>
                <a:lnTo>
                  <a:pt x="630333" y="11607"/>
                </a:lnTo>
                <a:lnTo>
                  <a:pt x="630337" y="11623"/>
                </a:lnTo>
                <a:lnTo>
                  <a:pt x="630340" y="11639"/>
                </a:lnTo>
                <a:lnTo>
                  <a:pt x="630344" y="11654"/>
                </a:lnTo>
                <a:lnTo>
                  <a:pt x="630348" y="11669"/>
                </a:lnTo>
                <a:lnTo>
                  <a:pt x="630352" y="11684"/>
                </a:lnTo>
                <a:lnTo>
                  <a:pt x="630357" y="11699"/>
                </a:lnTo>
                <a:lnTo>
                  <a:pt x="630361" y="11713"/>
                </a:lnTo>
                <a:lnTo>
                  <a:pt x="630366" y="11727"/>
                </a:lnTo>
                <a:lnTo>
                  <a:pt x="630370" y="11741"/>
                </a:lnTo>
                <a:lnTo>
                  <a:pt x="630375" y="11755"/>
                </a:lnTo>
                <a:lnTo>
                  <a:pt x="630380" y="11768"/>
                </a:lnTo>
                <a:lnTo>
                  <a:pt x="630386" y="11781"/>
                </a:lnTo>
                <a:lnTo>
                  <a:pt x="630391" y="11794"/>
                </a:lnTo>
                <a:lnTo>
                  <a:pt x="630396" y="11807"/>
                </a:lnTo>
                <a:lnTo>
                  <a:pt x="630402" y="11819"/>
                </a:lnTo>
                <a:lnTo>
                  <a:pt x="630408" y="11831"/>
                </a:lnTo>
                <a:lnTo>
                  <a:pt x="630414" y="11843"/>
                </a:lnTo>
                <a:lnTo>
                  <a:pt x="630420" y="11854"/>
                </a:lnTo>
                <a:lnTo>
                  <a:pt x="630426" y="11866"/>
                </a:lnTo>
                <a:lnTo>
                  <a:pt x="630432" y="11877"/>
                </a:lnTo>
                <a:lnTo>
                  <a:pt x="630439" y="11887"/>
                </a:lnTo>
                <a:lnTo>
                  <a:pt x="630445" y="11898"/>
                </a:lnTo>
                <a:lnTo>
                  <a:pt x="630452" y="11908"/>
                </a:lnTo>
                <a:lnTo>
                  <a:pt x="630458" y="11918"/>
                </a:lnTo>
                <a:lnTo>
                  <a:pt x="630465" y="11928"/>
                </a:lnTo>
                <a:lnTo>
                  <a:pt x="630472" y="11938"/>
                </a:lnTo>
                <a:lnTo>
                  <a:pt x="630479" y="11947"/>
                </a:lnTo>
                <a:lnTo>
                  <a:pt x="630486" y="11957"/>
                </a:lnTo>
                <a:lnTo>
                  <a:pt x="630493" y="11965"/>
                </a:lnTo>
                <a:lnTo>
                  <a:pt x="630500" y="11974"/>
                </a:lnTo>
                <a:lnTo>
                  <a:pt x="630507" y="11983"/>
                </a:lnTo>
                <a:lnTo>
                  <a:pt x="630515" y="11991"/>
                </a:lnTo>
                <a:lnTo>
                  <a:pt x="630522" y="11999"/>
                </a:lnTo>
                <a:lnTo>
                  <a:pt x="630530" y="12007"/>
                </a:lnTo>
                <a:lnTo>
                  <a:pt x="630537" y="12014"/>
                </a:lnTo>
                <a:lnTo>
                  <a:pt x="630545" y="12022"/>
                </a:lnTo>
                <a:lnTo>
                  <a:pt x="630553" y="12029"/>
                </a:lnTo>
                <a:lnTo>
                  <a:pt x="630561" y="12035"/>
                </a:lnTo>
                <a:lnTo>
                  <a:pt x="630569" y="12042"/>
                </a:lnTo>
                <a:lnTo>
                  <a:pt x="630577" y="12048"/>
                </a:lnTo>
                <a:lnTo>
                  <a:pt x="630585" y="12055"/>
                </a:lnTo>
                <a:lnTo>
                  <a:pt x="630593" y="12061"/>
                </a:lnTo>
                <a:lnTo>
                  <a:pt x="630601" y="12066"/>
                </a:lnTo>
                <a:lnTo>
                  <a:pt x="630610" y="12072"/>
                </a:lnTo>
                <a:lnTo>
                  <a:pt x="630618" y="12077"/>
                </a:lnTo>
                <a:lnTo>
                  <a:pt x="630627" y="12082"/>
                </a:lnTo>
                <a:lnTo>
                  <a:pt x="630636" y="12087"/>
                </a:lnTo>
                <a:lnTo>
                  <a:pt x="630645" y="12091"/>
                </a:lnTo>
                <a:lnTo>
                  <a:pt x="630654" y="12095"/>
                </a:lnTo>
                <a:lnTo>
                  <a:pt x="630663" y="12100"/>
                </a:lnTo>
                <a:lnTo>
                  <a:pt x="630672" y="12103"/>
                </a:lnTo>
                <a:lnTo>
                  <a:pt x="630681" y="12107"/>
                </a:lnTo>
                <a:lnTo>
                  <a:pt x="630691" y="12110"/>
                </a:lnTo>
                <a:lnTo>
                  <a:pt x="630700" y="12113"/>
                </a:lnTo>
                <a:lnTo>
                  <a:pt x="630710" y="12116"/>
                </a:lnTo>
                <a:lnTo>
                  <a:pt x="630720" y="12119"/>
                </a:lnTo>
                <a:lnTo>
                  <a:pt x="630730" y="12121"/>
                </a:lnTo>
                <a:lnTo>
                  <a:pt x="630740" y="12124"/>
                </a:lnTo>
                <a:lnTo>
                  <a:pt x="630750" y="12126"/>
                </a:lnTo>
                <a:lnTo>
                  <a:pt x="630760" y="12127"/>
                </a:lnTo>
                <a:lnTo>
                  <a:pt x="630771" y="12129"/>
                </a:lnTo>
                <a:lnTo>
                  <a:pt x="630781" y="12130"/>
                </a:lnTo>
                <a:lnTo>
                  <a:pt x="630792" y="12131"/>
                </a:lnTo>
                <a:lnTo>
                  <a:pt x="630802" y="12132"/>
                </a:lnTo>
                <a:lnTo>
                  <a:pt x="630813" y="12133"/>
                </a:lnTo>
                <a:lnTo>
                  <a:pt x="630824" y="12133"/>
                </a:lnTo>
                <a:lnTo>
                  <a:pt x="630835" y="12133"/>
                </a:lnTo>
                <a:lnTo>
                  <a:pt x="630852" y="12133"/>
                </a:lnTo>
                <a:lnTo>
                  <a:pt x="630870" y="12131"/>
                </a:lnTo>
                <a:lnTo>
                  <a:pt x="630889" y="12129"/>
                </a:lnTo>
                <a:lnTo>
                  <a:pt x="630908" y="12126"/>
                </a:lnTo>
                <a:lnTo>
                  <a:pt x="630928" y="12123"/>
                </a:lnTo>
                <a:lnTo>
                  <a:pt x="630949" y="12118"/>
                </a:lnTo>
                <a:lnTo>
                  <a:pt x="630970" y="12113"/>
                </a:lnTo>
                <a:lnTo>
                  <a:pt x="630992" y="12106"/>
                </a:lnTo>
                <a:lnTo>
                  <a:pt x="631015" y="12099"/>
                </a:lnTo>
                <a:lnTo>
                  <a:pt x="631039" y="12091"/>
                </a:lnTo>
                <a:lnTo>
                  <a:pt x="631063" y="12083"/>
                </a:lnTo>
                <a:lnTo>
                  <a:pt x="631088" y="12073"/>
                </a:lnTo>
                <a:lnTo>
                  <a:pt x="631114" y="12063"/>
                </a:lnTo>
                <a:lnTo>
                  <a:pt x="631140" y="12051"/>
                </a:lnTo>
                <a:lnTo>
                  <a:pt x="631168" y="12039"/>
                </a:lnTo>
                <a:lnTo>
                  <a:pt x="631196" y="12027"/>
                </a:lnTo>
                <a:lnTo>
                  <a:pt x="631224" y="12013"/>
                </a:lnTo>
                <a:lnTo>
                  <a:pt x="631254" y="11998"/>
                </a:lnTo>
                <a:lnTo>
                  <a:pt x="631284" y="11983"/>
                </a:lnTo>
                <a:lnTo>
                  <a:pt x="631315" y="11967"/>
                </a:lnTo>
                <a:lnTo>
                  <a:pt x="631346" y="11950"/>
                </a:lnTo>
                <a:lnTo>
                  <a:pt x="631378" y="11932"/>
                </a:lnTo>
                <a:lnTo>
                  <a:pt x="631412" y="11913"/>
                </a:lnTo>
                <a:lnTo>
                  <a:pt x="631445" y="11893"/>
                </a:lnTo>
                <a:lnTo>
                  <a:pt x="631480" y="11873"/>
                </a:lnTo>
                <a:lnTo>
                  <a:pt x="631515" y="11853"/>
                </a:lnTo>
                <a:lnTo>
                  <a:pt x="631551" y="11833"/>
                </a:lnTo>
                <a:lnTo>
                  <a:pt x="631587" y="11812"/>
                </a:lnTo>
                <a:lnTo>
                  <a:pt x="631625" y="11791"/>
                </a:lnTo>
                <a:lnTo>
                  <a:pt x="631663" y="11770"/>
                </a:lnTo>
                <a:lnTo>
                  <a:pt x="631701" y="11749"/>
                </a:lnTo>
                <a:lnTo>
                  <a:pt x="631741" y="11728"/>
                </a:lnTo>
                <a:lnTo>
                  <a:pt x="631781" y="11707"/>
                </a:lnTo>
                <a:lnTo>
                  <a:pt x="631821" y="11685"/>
                </a:lnTo>
                <a:lnTo>
                  <a:pt x="631863" y="11663"/>
                </a:lnTo>
                <a:lnTo>
                  <a:pt x="631905" y="11641"/>
                </a:lnTo>
                <a:lnTo>
                  <a:pt x="631948" y="11619"/>
                </a:lnTo>
                <a:lnTo>
                  <a:pt x="631991" y="11597"/>
                </a:lnTo>
                <a:lnTo>
                  <a:pt x="632035" y="11574"/>
                </a:lnTo>
                <a:lnTo>
                  <a:pt x="632080" y="11552"/>
                </a:lnTo>
                <a:lnTo>
                  <a:pt x="632126" y="11529"/>
                </a:lnTo>
                <a:lnTo>
                  <a:pt x="632172" y="11506"/>
                </a:lnTo>
                <a:lnTo>
                  <a:pt x="632219" y="11483"/>
                </a:lnTo>
                <a:lnTo>
                  <a:pt x="632267" y="11459"/>
                </a:lnTo>
                <a:lnTo>
                  <a:pt x="632315" y="11436"/>
                </a:lnTo>
                <a:lnTo>
                  <a:pt x="632364" y="11412"/>
                </a:lnTo>
                <a:lnTo>
                  <a:pt x="632414" y="11388"/>
                </a:lnTo>
                <a:lnTo>
                  <a:pt x="632465" y="11364"/>
                </a:lnTo>
                <a:lnTo>
                  <a:pt x="632516" y="11340"/>
                </a:lnTo>
                <a:lnTo>
                  <a:pt x="632568" y="11316"/>
                </a:lnTo>
                <a:lnTo>
                  <a:pt x="632620" y="11293"/>
                </a:lnTo>
                <a:lnTo>
                  <a:pt x="632674" y="11269"/>
                </a:lnTo>
                <a:lnTo>
                  <a:pt x="632728" y="11246"/>
                </a:lnTo>
                <a:lnTo>
                  <a:pt x="632782" y="11223"/>
                </a:lnTo>
                <a:lnTo>
                  <a:pt x="632838" y="11200"/>
                </a:lnTo>
                <a:lnTo>
                  <a:pt x="632894" y="11177"/>
                </a:lnTo>
                <a:lnTo>
                  <a:pt x="632950" y="11154"/>
                </a:lnTo>
                <a:lnTo>
                  <a:pt x="633008" y="11132"/>
                </a:lnTo>
                <a:lnTo>
                  <a:pt x="633066" y="11110"/>
                </a:lnTo>
                <a:lnTo>
                  <a:pt x="633125" y="11087"/>
                </a:lnTo>
                <a:lnTo>
                  <a:pt x="633184" y="11065"/>
                </a:lnTo>
                <a:lnTo>
                  <a:pt x="633245" y="11044"/>
                </a:lnTo>
                <a:lnTo>
                  <a:pt x="633306" y="11022"/>
                </a:lnTo>
                <a:lnTo>
                  <a:pt x="633367" y="11001"/>
                </a:lnTo>
                <a:lnTo>
                  <a:pt x="633429" y="10979"/>
                </a:lnTo>
                <a:lnTo>
                  <a:pt x="633493" y="10958"/>
                </a:lnTo>
                <a:lnTo>
                  <a:pt x="633556" y="10937"/>
                </a:lnTo>
                <a:lnTo>
                  <a:pt x="633621" y="10917"/>
                </a:lnTo>
                <a:lnTo>
                  <a:pt x="633686" y="10896"/>
                </a:lnTo>
                <a:lnTo>
                  <a:pt x="633752" y="10876"/>
                </a:lnTo>
                <a:lnTo>
                  <a:pt x="633818" y="10855"/>
                </a:lnTo>
                <a:lnTo>
                  <a:pt x="633885" y="10835"/>
                </a:lnTo>
                <a:lnTo>
                  <a:pt x="633953" y="10816"/>
                </a:lnTo>
                <a:lnTo>
                  <a:pt x="634022" y="10797"/>
                </a:lnTo>
                <a:lnTo>
                  <a:pt x="634091" y="10779"/>
                </a:lnTo>
                <a:lnTo>
                  <a:pt x="634161" y="10762"/>
                </a:lnTo>
                <a:lnTo>
                  <a:pt x="634232" y="10746"/>
                </a:lnTo>
                <a:lnTo>
                  <a:pt x="634304" y="10730"/>
                </a:lnTo>
                <a:lnTo>
                  <a:pt x="634376" y="10716"/>
                </a:lnTo>
                <a:lnTo>
                  <a:pt x="634449" y="10702"/>
                </a:lnTo>
                <a:lnTo>
                  <a:pt x="634523" y="10689"/>
                </a:lnTo>
                <a:lnTo>
                  <a:pt x="634597" y="10677"/>
                </a:lnTo>
                <a:lnTo>
                  <a:pt x="634672" y="10666"/>
                </a:lnTo>
                <a:lnTo>
                  <a:pt x="634748" y="10655"/>
                </a:lnTo>
                <a:lnTo>
                  <a:pt x="634825" y="10646"/>
                </a:lnTo>
                <a:lnTo>
                  <a:pt x="634902" y="10637"/>
                </a:lnTo>
                <a:lnTo>
                  <a:pt x="634980" y="10629"/>
                </a:lnTo>
                <a:lnTo>
                  <a:pt x="635059" y="10622"/>
                </a:lnTo>
                <a:lnTo>
                  <a:pt x="635138" y="10616"/>
                </a:lnTo>
                <a:lnTo>
                  <a:pt x="635219" y="10611"/>
                </a:lnTo>
                <a:lnTo>
                  <a:pt x="635300" y="10606"/>
                </a:lnTo>
                <a:lnTo>
                  <a:pt x="635381" y="10602"/>
                </a:lnTo>
                <a:lnTo>
                  <a:pt x="635464" y="10599"/>
                </a:lnTo>
                <a:lnTo>
                  <a:pt x="635547" y="10597"/>
                </a:lnTo>
                <a:lnTo>
                  <a:pt x="635631" y="10596"/>
                </a:lnTo>
                <a:lnTo>
                  <a:pt x="635715" y="10596"/>
                </a:lnTo>
                <a:lnTo>
                  <a:pt x="635794" y="10596"/>
                </a:lnTo>
                <a:lnTo>
                  <a:pt x="635872" y="10597"/>
                </a:lnTo>
                <a:lnTo>
                  <a:pt x="635949" y="10599"/>
                </a:lnTo>
                <a:lnTo>
                  <a:pt x="636024" y="10602"/>
                </a:lnTo>
                <a:lnTo>
                  <a:pt x="636099" y="10605"/>
                </a:lnTo>
                <a:lnTo>
                  <a:pt x="636173" y="10610"/>
                </a:lnTo>
                <a:lnTo>
                  <a:pt x="636245" y="10615"/>
                </a:lnTo>
                <a:lnTo>
                  <a:pt x="636317" y="10621"/>
                </a:lnTo>
                <a:lnTo>
                  <a:pt x="636387" y="10627"/>
                </a:lnTo>
                <a:lnTo>
                  <a:pt x="636457" y="10635"/>
                </a:lnTo>
                <a:lnTo>
                  <a:pt x="636525" y="10643"/>
                </a:lnTo>
                <a:lnTo>
                  <a:pt x="636593" y="10652"/>
                </a:lnTo>
                <a:lnTo>
                  <a:pt x="636659" y="10662"/>
                </a:lnTo>
                <a:lnTo>
                  <a:pt x="636724" y="10672"/>
                </a:lnTo>
                <a:lnTo>
                  <a:pt x="636788" y="10683"/>
                </a:lnTo>
                <a:lnTo>
                  <a:pt x="636852" y="10696"/>
                </a:lnTo>
                <a:lnTo>
                  <a:pt x="636914" y="10708"/>
                </a:lnTo>
                <a:lnTo>
                  <a:pt x="636975" y="10722"/>
                </a:lnTo>
                <a:lnTo>
                  <a:pt x="637035" y="10737"/>
                </a:lnTo>
                <a:lnTo>
                  <a:pt x="637094" y="10752"/>
                </a:lnTo>
                <a:lnTo>
                  <a:pt x="637152" y="10768"/>
                </a:lnTo>
                <a:lnTo>
                  <a:pt x="637209" y="10785"/>
                </a:lnTo>
                <a:lnTo>
                  <a:pt x="637265" y="10802"/>
                </a:lnTo>
                <a:lnTo>
                  <a:pt x="637320" y="10821"/>
                </a:lnTo>
                <a:lnTo>
                  <a:pt x="637373" y="10840"/>
                </a:lnTo>
                <a:lnTo>
                  <a:pt x="637427" y="10860"/>
                </a:lnTo>
                <a:lnTo>
                  <a:pt x="637479" y="10880"/>
                </a:lnTo>
                <a:lnTo>
                  <a:pt x="637530" y="10902"/>
                </a:lnTo>
                <a:lnTo>
                  <a:pt x="637581" y="10924"/>
                </a:lnTo>
                <a:lnTo>
                  <a:pt x="637630" y="10946"/>
                </a:lnTo>
                <a:lnTo>
                  <a:pt x="637679" y="10970"/>
                </a:lnTo>
                <a:lnTo>
                  <a:pt x="637727" y="10994"/>
                </a:lnTo>
                <a:lnTo>
                  <a:pt x="637774" y="11020"/>
                </a:lnTo>
                <a:lnTo>
                  <a:pt x="637821" y="11045"/>
                </a:lnTo>
                <a:lnTo>
                  <a:pt x="637866" y="11072"/>
                </a:lnTo>
                <a:lnTo>
                  <a:pt x="637911" y="11099"/>
                </a:lnTo>
                <a:lnTo>
                  <a:pt x="637955" y="11128"/>
                </a:lnTo>
                <a:lnTo>
                  <a:pt x="637998" y="11156"/>
                </a:lnTo>
                <a:lnTo>
                  <a:pt x="638040" y="11186"/>
                </a:lnTo>
                <a:lnTo>
                  <a:pt x="638081" y="11216"/>
                </a:lnTo>
                <a:lnTo>
                  <a:pt x="638121" y="11248"/>
                </a:lnTo>
                <a:lnTo>
                  <a:pt x="638161" y="11279"/>
                </a:lnTo>
                <a:lnTo>
                  <a:pt x="638200" y="11312"/>
                </a:lnTo>
                <a:lnTo>
                  <a:pt x="638238" y="11345"/>
                </a:lnTo>
                <a:lnTo>
                  <a:pt x="638275" y="11380"/>
                </a:lnTo>
                <a:lnTo>
                  <a:pt x="638311" y="11414"/>
                </a:lnTo>
                <a:lnTo>
                  <a:pt x="638346" y="11450"/>
                </a:lnTo>
                <a:lnTo>
                  <a:pt x="638381" y="11487"/>
                </a:lnTo>
                <a:lnTo>
                  <a:pt x="638415" y="11524"/>
                </a:lnTo>
                <a:lnTo>
                  <a:pt x="638448" y="11562"/>
                </a:lnTo>
                <a:lnTo>
                  <a:pt x="638480" y="11600"/>
                </a:lnTo>
                <a:lnTo>
                  <a:pt x="638511" y="11640"/>
                </a:lnTo>
                <a:lnTo>
                  <a:pt x="638542" y="11680"/>
                </a:lnTo>
                <a:lnTo>
                  <a:pt x="638571" y="11721"/>
                </a:lnTo>
                <a:lnTo>
                  <a:pt x="638600" y="11763"/>
                </a:lnTo>
                <a:lnTo>
                  <a:pt x="638629" y="11806"/>
                </a:lnTo>
                <a:lnTo>
                  <a:pt x="638656" y="11849"/>
                </a:lnTo>
                <a:lnTo>
                  <a:pt x="638683" y="11893"/>
                </a:lnTo>
                <a:lnTo>
                  <a:pt x="638709" y="11938"/>
                </a:lnTo>
                <a:lnTo>
                  <a:pt x="638734" y="11984"/>
                </a:lnTo>
                <a:lnTo>
                  <a:pt x="638758" y="12031"/>
                </a:lnTo>
                <a:lnTo>
                  <a:pt x="638782" y="12078"/>
                </a:lnTo>
                <a:lnTo>
                  <a:pt x="638805" y="12126"/>
                </a:lnTo>
                <a:lnTo>
                  <a:pt x="638826" y="12175"/>
                </a:lnTo>
                <a:lnTo>
                  <a:pt x="638848" y="12225"/>
                </a:lnTo>
                <a:lnTo>
                  <a:pt x="638868" y="12275"/>
                </a:lnTo>
                <a:lnTo>
                  <a:pt x="638888" y="12326"/>
                </a:lnTo>
                <a:lnTo>
                  <a:pt x="638907" y="12378"/>
                </a:lnTo>
                <a:lnTo>
                  <a:pt x="638925" y="12431"/>
                </a:lnTo>
                <a:lnTo>
                  <a:pt x="638942" y="12485"/>
                </a:lnTo>
                <a:lnTo>
                  <a:pt x="638958" y="12539"/>
                </a:lnTo>
                <a:lnTo>
                  <a:pt x="638974" y="12594"/>
                </a:lnTo>
                <a:lnTo>
                  <a:pt x="638989" y="12650"/>
                </a:lnTo>
                <a:lnTo>
                  <a:pt x="639003" y="12707"/>
                </a:lnTo>
                <a:lnTo>
                  <a:pt x="639017" y="12764"/>
                </a:lnTo>
                <a:lnTo>
                  <a:pt x="639030" y="12822"/>
                </a:lnTo>
                <a:lnTo>
                  <a:pt x="639043" y="12880"/>
                </a:lnTo>
                <a:lnTo>
                  <a:pt x="639055" y="12940"/>
                </a:lnTo>
                <a:lnTo>
                  <a:pt x="639066" y="13000"/>
                </a:lnTo>
                <a:lnTo>
                  <a:pt x="639076" y="13060"/>
                </a:lnTo>
                <a:lnTo>
                  <a:pt x="639086" y="13122"/>
                </a:lnTo>
                <a:lnTo>
                  <a:pt x="639095" y="13184"/>
                </a:lnTo>
                <a:lnTo>
                  <a:pt x="639104" y="13247"/>
                </a:lnTo>
                <a:lnTo>
                  <a:pt x="639112" y="13310"/>
                </a:lnTo>
                <a:lnTo>
                  <a:pt x="639119" y="13374"/>
                </a:lnTo>
                <a:lnTo>
                  <a:pt x="639126" y="13439"/>
                </a:lnTo>
                <a:lnTo>
                  <a:pt x="639132" y="13505"/>
                </a:lnTo>
                <a:lnTo>
                  <a:pt x="639138" y="13571"/>
                </a:lnTo>
                <a:lnTo>
                  <a:pt x="639142" y="13638"/>
                </a:lnTo>
                <a:lnTo>
                  <a:pt x="639146" y="13706"/>
                </a:lnTo>
                <a:lnTo>
                  <a:pt x="639150" y="13774"/>
                </a:lnTo>
                <a:lnTo>
                  <a:pt x="639153" y="13843"/>
                </a:lnTo>
                <a:lnTo>
                  <a:pt x="639155" y="13913"/>
                </a:lnTo>
                <a:lnTo>
                  <a:pt x="639157" y="13983"/>
                </a:lnTo>
                <a:lnTo>
                  <a:pt x="639158" y="14054"/>
                </a:lnTo>
                <a:lnTo>
                  <a:pt x="639158" y="14126"/>
                </a:lnTo>
                <a:lnTo>
                  <a:pt x="639158" y="15292"/>
                </a:lnTo>
                <a:lnTo>
                  <a:pt x="637086" y="15292"/>
                </a:lnTo>
                <a:lnTo>
                  <a:pt x="636940" y="15292"/>
                </a:lnTo>
                <a:lnTo>
                  <a:pt x="636796" y="15294"/>
                </a:lnTo>
                <a:lnTo>
                  <a:pt x="636652" y="15297"/>
                </a:lnTo>
                <a:lnTo>
                  <a:pt x="636510" y="15300"/>
                </a:lnTo>
                <a:lnTo>
                  <a:pt x="636370" y="15305"/>
                </a:lnTo>
                <a:lnTo>
                  <a:pt x="636230" y="15311"/>
                </a:lnTo>
                <a:lnTo>
                  <a:pt x="636092" y="15318"/>
                </a:lnTo>
                <a:lnTo>
                  <a:pt x="635955" y="15326"/>
                </a:lnTo>
                <a:lnTo>
                  <a:pt x="635819" y="15335"/>
                </a:lnTo>
                <a:lnTo>
                  <a:pt x="635684" y="15346"/>
                </a:lnTo>
                <a:lnTo>
                  <a:pt x="635551" y="15357"/>
                </a:lnTo>
                <a:lnTo>
                  <a:pt x="635419" y="15369"/>
                </a:lnTo>
                <a:lnTo>
                  <a:pt x="635288" y="15383"/>
                </a:lnTo>
                <a:lnTo>
                  <a:pt x="635158" y="15397"/>
                </a:lnTo>
                <a:lnTo>
                  <a:pt x="635029" y="15413"/>
                </a:lnTo>
                <a:lnTo>
                  <a:pt x="634902" y="15430"/>
                </a:lnTo>
                <a:lnTo>
                  <a:pt x="634776" y="15447"/>
                </a:lnTo>
                <a:lnTo>
                  <a:pt x="634651" y="15466"/>
                </a:lnTo>
                <a:lnTo>
                  <a:pt x="634527" y="15486"/>
                </a:lnTo>
                <a:lnTo>
                  <a:pt x="634405" y="15507"/>
                </a:lnTo>
                <a:lnTo>
                  <a:pt x="634283" y="15529"/>
                </a:lnTo>
                <a:lnTo>
                  <a:pt x="634163" y="15552"/>
                </a:lnTo>
                <a:lnTo>
                  <a:pt x="634045" y="15577"/>
                </a:lnTo>
                <a:lnTo>
                  <a:pt x="633927" y="15602"/>
                </a:lnTo>
                <a:lnTo>
                  <a:pt x="633811" y="15628"/>
                </a:lnTo>
                <a:lnTo>
                  <a:pt x="633696" y="15656"/>
                </a:lnTo>
                <a:lnTo>
                  <a:pt x="633583" y="15684"/>
                </a:lnTo>
                <a:lnTo>
                  <a:pt x="633471" y="15714"/>
                </a:lnTo>
                <a:lnTo>
                  <a:pt x="633361" y="15745"/>
                </a:lnTo>
                <a:lnTo>
                  <a:pt x="633252" y="15776"/>
                </a:lnTo>
                <a:lnTo>
                  <a:pt x="633145" y="15809"/>
                </a:lnTo>
                <a:lnTo>
                  <a:pt x="633039" y="15843"/>
                </a:lnTo>
                <a:lnTo>
                  <a:pt x="632935" y="15878"/>
                </a:lnTo>
                <a:lnTo>
                  <a:pt x="632833" y="15914"/>
                </a:lnTo>
                <a:lnTo>
                  <a:pt x="632731" y="15951"/>
                </a:lnTo>
                <a:lnTo>
                  <a:pt x="632632" y="15990"/>
                </a:lnTo>
                <a:lnTo>
                  <a:pt x="632534" y="16029"/>
                </a:lnTo>
                <a:lnTo>
                  <a:pt x="632437" y="16069"/>
                </a:lnTo>
                <a:lnTo>
                  <a:pt x="632342" y="16111"/>
                </a:lnTo>
                <a:lnTo>
                  <a:pt x="632248" y="16153"/>
                </a:lnTo>
                <a:lnTo>
                  <a:pt x="632156" y="16197"/>
                </a:lnTo>
                <a:lnTo>
                  <a:pt x="632066" y="16242"/>
                </a:lnTo>
                <a:lnTo>
                  <a:pt x="631977" y="16287"/>
                </a:lnTo>
                <a:lnTo>
                  <a:pt x="631889" y="16334"/>
                </a:lnTo>
                <a:lnTo>
                  <a:pt x="631803" y="16382"/>
                </a:lnTo>
                <a:lnTo>
                  <a:pt x="631718" y="16431"/>
                </a:lnTo>
                <a:lnTo>
                  <a:pt x="631635" y="16481"/>
                </a:lnTo>
                <a:lnTo>
                  <a:pt x="631554" y="16533"/>
                </a:lnTo>
                <a:lnTo>
                  <a:pt x="631474" y="16585"/>
                </a:lnTo>
                <a:lnTo>
                  <a:pt x="631395" y="16638"/>
                </a:lnTo>
                <a:lnTo>
                  <a:pt x="631319" y="16693"/>
                </a:lnTo>
                <a:lnTo>
                  <a:pt x="631243" y="16748"/>
                </a:lnTo>
                <a:lnTo>
                  <a:pt x="631170" y="16805"/>
                </a:lnTo>
                <a:lnTo>
                  <a:pt x="631097" y="16863"/>
                </a:lnTo>
                <a:lnTo>
                  <a:pt x="631027" y="16922"/>
                </a:lnTo>
                <a:lnTo>
                  <a:pt x="630958" y="16982"/>
                </a:lnTo>
                <a:lnTo>
                  <a:pt x="630890" y="17043"/>
                </a:lnTo>
                <a:lnTo>
                  <a:pt x="630824" y="17105"/>
                </a:lnTo>
                <a:lnTo>
                  <a:pt x="630760" y="17168"/>
                </a:lnTo>
                <a:lnTo>
                  <a:pt x="630697" y="17233"/>
                </a:lnTo>
                <a:lnTo>
                  <a:pt x="630636" y="17298"/>
                </a:lnTo>
                <a:lnTo>
                  <a:pt x="630577" y="17365"/>
                </a:lnTo>
                <a:lnTo>
                  <a:pt x="630519" y="17433"/>
                </a:lnTo>
                <a:lnTo>
                  <a:pt x="630462" y="17502"/>
                </a:lnTo>
                <a:lnTo>
                  <a:pt x="630407" y="17572"/>
                </a:lnTo>
                <a:lnTo>
                  <a:pt x="630354" y="17643"/>
                </a:lnTo>
                <a:lnTo>
                  <a:pt x="630302" y="17715"/>
                </a:lnTo>
                <a:lnTo>
                  <a:pt x="630252" y="17788"/>
                </a:lnTo>
                <a:lnTo>
                  <a:pt x="630203" y="17863"/>
                </a:lnTo>
                <a:lnTo>
                  <a:pt x="630156" y="17938"/>
                </a:lnTo>
                <a:lnTo>
                  <a:pt x="630110" y="18015"/>
                </a:lnTo>
                <a:lnTo>
                  <a:pt x="630067" y="18093"/>
                </a:lnTo>
                <a:lnTo>
                  <a:pt x="630024" y="18171"/>
                </a:lnTo>
                <a:lnTo>
                  <a:pt x="629984" y="18251"/>
                </a:lnTo>
                <a:lnTo>
                  <a:pt x="629945" y="18333"/>
                </a:lnTo>
                <a:lnTo>
                  <a:pt x="629908" y="18415"/>
                </a:lnTo>
                <a:lnTo>
                  <a:pt x="629873" y="18498"/>
                </a:lnTo>
                <a:lnTo>
                  <a:pt x="629840" y="18583"/>
                </a:lnTo>
                <a:lnTo>
                  <a:pt x="629808" y="18669"/>
                </a:lnTo>
                <a:lnTo>
                  <a:pt x="629779" y="18756"/>
                </a:lnTo>
                <a:lnTo>
                  <a:pt x="629751" y="18844"/>
                </a:lnTo>
                <a:lnTo>
                  <a:pt x="629725" y="18933"/>
                </a:lnTo>
                <a:lnTo>
                  <a:pt x="629700" y="19024"/>
                </a:lnTo>
                <a:lnTo>
                  <a:pt x="629678" y="19115"/>
                </a:lnTo>
                <a:lnTo>
                  <a:pt x="629657" y="19208"/>
                </a:lnTo>
                <a:lnTo>
                  <a:pt x="629638" y="19302"/>
                </a:lnTo>
                <a:lnTo>
                  <a:pt x="629621" y="19397"/>
                </a:lnTo>
                <a:lnTo>
                  <a:pt x="629606" y="19494"/>
                </a:lnTo>
                <a:lnTo>
                  <a:pt x="629592" y="19591"/>
                </a:lnTo>
                <a:lnTo>
                  <a:pt x="629581" y="19690"/>
                </a:lnTo>
                <a:lnTo>
                  <a:pt x="629571" y="19789"/>
                </a:lnTo>
                <a:lnTo>
                  <a:pt x="629563" y="19890"/>
                </a:lnTo>
                <a:lnTo>
                  <a:pt x="629557" y="19993"/>
                </a:lnTo>
                <a:lnTo>
                  <a:pt x="629552" y="20096"/>
                </a:lnTo>
                <a:lnTo>
                  <a:pt x="629549" y="20200"/>
                </a:lnTo>
                <a:lnTo>
                  <a:pt x="629548" y="20306"/>
                </a:lnTo>
                <a:lnTo>
                  <a:pt x="629549" y="20396"/>
                </a:lnTo>
                <a:lnTo>
                  <a:pt x="629551" y="20486"/>
                </a:lnTo>
                <a:lnTo>
                  <a:pt x="629554" y="20575"/>
                </a:lnTo>
                <a:lnTo>
                  <a:pt x="629559" y="20663"/>
                </a:lnTo>
                <a:lnTo>
                  <a:pt x="629565" y="20750"/>
                </a:lnTo>
                <a:lnTo>
                  <a:pt x="629572" y="20836"/>
                </a:lnTo>
                <a:lnTo>
                  <a:pt x="629580" y="20922"/>
                </a:lnTo>
                <a:lnTo>
                  <a:pt x="629590" y="21007"/>
                </a:lnTo>
                <a:lnTo>
                  <a:pt x="629601" y="21091"/>
                </a:lnTo>
                <a:lnTo>
                  <a:pt x="629614" y="21174"/>
                </a:lnTo>
                <a:lnTo>
                  <a:pt x="629627" y="21256"/>
                </a:lnTo>
                <a:lnTo>
                  <a:pt x="629642" y="21338"/>
                </a:lnTo>
                <a:lnTo>
                  <a:pt x="629659" y="21418"/>
                </a:lnTo>
                <a:lnTo>
                  <a:pt x="629676" y="21498"/>
                </a:lnTo>
                <a:lnTo>
                  <a:pt x="629695" y="21577"/>
                </a:lnTo>
                <a:lnTo>
                  <a:pt x="629716" y="21655"/>
                </a:lnTo>
                <a:lnTo>
                  <a:pt x="629737" y="21733"/>
                </a:lnTo>
                <a:lnTo>
                  <a:pt x="629760" y="21809"/>
                </a:lnTo>
                <a:lnTo>
                  <a:pt x="629784" y="21885"/>
                </a:lnTo>
                <a:lnTo>
                  <a:pt x="629810" y="21960"/>
                </a:lnTo>
                <a:lnTo>
                  <a:pt x="629836" y="22034"/>
                </a:lnTo>
                <a:lnTo>
                  <a:pt x="629864" y="22108"/>
                </a:lnTo>
                <a:lnTo>
                  <a:pt x="629894" y="22180"/>
                </a:lnTo>
                <a:lnTo>
                  <a:pt x="629924" y="22252"/>
                </a:lnTo>
                <a:lnTo>
                  <a:pt x="629956" y="22323"/>
                </a:lnTo>
                <a:lnTo>
                  <a:pt x="629989" y="22392"/>
                </a:lnTo>
                <a:lnTo>
                  <a:pt x="630023" y="22461"/>
                </a:lnTo>
                <a:lnTo>
                  <a:pt x="630058" y="22529"/>
                </a:lnTo>
                <a:lnTo>
                  <a:pt x="630094" y="22596"/>
                </a:lnTo>
                <a:lnTo>
                  <a:pt x="630131" y="22663"/>
                </a:lnTo>
                <a:lnTo>
                  <a:pt x="630169" y="22728"/>
                </a:lnTo>
                <a:lnTo>
                  <a:pt x="630209" y="22792"/>
                </a:lnTo>
                <a:lnTo>
                  <a:pt x="630249" y="22855"/>
                </a:lnTo>
                <a:lnTo>
                  <a:pt x="630290" y="22918"/>
                </a:lnTo>
                <a:lnTo>
                  <a:pt x="630332" y="22979"/>
                </a:lnTo>
                <a:lnTo>
                  <a:pt x="630376" y="23040"/>
                </a:lnTo>
                <a:lnTo>
                  <a:pt x="630420" y="23099"/>
                </a:lnTo>
                <a:lnTo>
                  <a:pt x="630466" y="23158"/>
                </a:lnTo>
                <a:lnTo>
                  <a:pt x="630512" y="23216"/>
                </a:lnTo>
                <a:lnTo>
                  <a:pt x="630560" y="23273"/>
                </a:lnTo>
                <a:lnTo>
                  <a:pt x="630608" y="23329"/>
                </a:lnTo>
                <a:lnTo>
                  <a:pt x="630658" y="23383"/>
                </a:lnTo>
                <a:lnTo>
                  <a:pt x="630708" y="23438"/>
                </a:lnTo>
                <a:lnTo>
                  <a:pt x="630760" y="23491"/>
                </a:lnTo>
                <a:lnTo>
                  <a:pt x="630813" y="23543"/>
                </a:lnTo>
                <a:lnTo>
                  <a:pt x="630867" y="23594"/>
                </a:lnTo>
                <a:lnTo>
                  <a:pt x="630921" y="23644"/>
                </a:lnTo>
                <a:lnTo>
                  <a:pt x="630977" y="23694"/>
                </a:lnTo>
                <a:lnTo>
                  <a:pt x="631034" y="23742"/>
                </a:lnTo>
                <a:lnTo>
                  <a:pt x="631092" y="23790"/>
                </a:lnTo>
                <a:lnTo>
                  <a:pt x="631151" y="23836"/>
                </a:lnTo>
                <a:lnTo>
                  <a:pt x="631211" y="23882"/>
                </a:lnTo>
                <a:lnTo>
                  <a:pt x="631272" y="23926"/>
                </a:lnTo>
                <a:lnTo>
                  <a:pt x="631333" y="23970"/>
                </a:lnTo>
                <a:lnTo>
                  <a:pt x="631396" y="24013"/>
                </a:lnTo>
                <a:lnTo>
                  <a:pt x="631460" y="24054"/>
                </a:lnTo>
                <a:lnTo>
                  <a:pt x="631525" y="24095"/>
                </a:lnTo>
                <a:lnTo>
                  <a:pt x="631591" y="24135"/>
                </a:lnTo>
                <a:lnTo>
                  <a:pt x="631657" y="24174"/>
                </a:lnTo>
                <a:lnTo>
                  <a:pt x="631725" y="24212"/>
                </a:lnTo>
                <a:lnTo>
                  <a:pt x="631794" y="24248"/>
                </a:lnTo>
                <a:lnTo>
                  <a:pt x="631864" y="24284"/>
                </a:lnTo>
                <a:lnTo>
                  <a:pt x="631934" y="24319"/>
                </a:lnTo>
                <a:lnTo>
                  <a:pt x="632006" y="24353"/>
                </a:lnTo>
                <a:lnTo>
                  <a:pt x="632079" y="24386"/>
                </a:lnTo>
                <a:lnTo>
                  <a:pt x="632152" y="24419"/>
                </a:lnTo>
                <a:lnTo>
                  <a:pt x="632227" y="24450"/>
                </a:lnTo>
                <a:lnTo>
                  <a:pt x="632303" y="24480"/>
                </a:lnTo>
                <a:lnTo>
                  <a:pt x="632379" y="24509"/>
                </a:lnTo>
                <a:lnTo>
                  <a:pt x="632457" y="24537"/>
                </a:lnTo>
                <a:lnTo>
                  <a:pt x="632536" y="24565"/>
                </a:lnTo>
                <a:lnTo>
                  <a:pt x="632615" y="24591"/>
                </a:lnTo>
                <a:lnTo>
                  <a:pt x="632696" y="24616"/>
                </a:lnTo>
                <a:lnTo>
                  <a:pt x="632777" y="24641"/>
                </a:lnTo>
                <a:lnTo>
                  <a:pt x="632859" y="24664"/>
                </a:lnTo>
                <a:lnTo>
                  <a:pt x="632942" y="24686"/>
                </a:lnTo>
                <a:lnTo>
                  <a:pt x="633025" y="24707"/>
                </a:lnTo>
                <a:lnTo>
                  <a:pt x="633110" y="24727"/>
                </a:lnTo>
                <a:lnTo>
                  <a:pt x="633195" y="24746"/>
                </a:lnTo>
                <a:lnTo>
                  <a:pt x="633281" y="24763"/>
                </a:lnTo>
                <a:lnTo>
                  <a:pt x="633368" y="24780"/>
                </a:lnTo>
                <a:lnTo>
                  <a:pt x="633455" y="24796"/>
                </a:lnTo>
                <a:lnTo>
                  <a:pt x="633543" y="24810"/>
                </a:lnTo>
                <a:lnTo>
                  <a:pt x="633632" y="24824"/>
                </a:lnTo>
                <a:lnTo>
                  <a:pt x="633722" y="24836"/>
                </a:lnTo>
                <a:lnTo>
                  <a:pt x="633813" y="24847"/>
                </a:lnTo>
                <a:lnTo>
                  <a:pt x="633904" y="24858"/>
                </a:lnTo>
                <a:lnTo>
                  <a:pt x="633997" y="24867"/>
                </a:lnTo>
                <a:lnTo>
                  <a:pt x="634090" y="24875"/>
                </a:lnTo>
                <a:lnTo>
                  <a:pt x="634183" y="24882"/>
                </a:lnTo>
                <a:lnTo>
                  <a:pt x="634278" y="24888"/>
                </a:lnTo>
                <a:lnTo>
                  <a:pt x="634373" y="24893"/>
                </a:lnTo>
                <a:lnTo>
                  <a:pt x="634470" y="24896"/>
                </a:lnTo>
                <a:lnTo>
                  <a:pt x="634566" y="24899"/>
                </a:lnTo>
                <a:lnTo>
                  <a:pt x="634664" y="24901"/>
                </a:lnTo>
                <a:lnTo>
                  <a:pt x="634763" y="24901"/>
                </a:lnTo>
                <a:lnTo>
                  <a:pt x="634875" y="24900"/>
                </a:lnTo>
                <a:lnTo>
                  <a:pt x="634987" y="24897"/>
                </a:lnTo>
                <a:lnTo>
                  <a:pt x="635099" y="24892"/>
                </a:lnTo>
                <a:lnTo>
                  <a:pt x="635210" y="24885"/>
                </a:lnTo>
                <a:lnTo>
                  <a:pt x="635321" y="24875"/>
                </a:lnTo>
                <a:lnTo>
                  <a:pt x="635431" y="24864"/>
                </a:lnTo>
                <a:lnTo>
                  <a:pt x="635540" y="24851"/>
                </a:lnTo>
                <a:lnTo>
                  <a:pt x="635649" y="24835"/>
                </a:lnTo>
                <a:lnTo>
                  <a:pt x="635758" y="24818"/>
                </a:lnTo>
                <a:lnTo>
                  <a:pt x="635866" y="24798"/>
                </a:lnTo>
                <a:lnTo>
                  <a:pt x="635974" y="24777"/>
                </a:lnTo>
                <a:lnTo>
                  <a:pt x="636081" y="24753"/>
                </a:lnTo>
                <a:lnTo>
                  <a:pt x="636187" y="24727"/>
                </a:lnTo>
                <a:lnTo>
                  <a:pt x="636294" y="24699"/>
                </a:lnTo>
                <a:lnTo>
                  <a:pt x="636399" y="24669"/>
                </a:lnTo>
                <a:lnTo>
                  <a:pt x="636504" y="24638"/>
                </a:lnTo>
                <a:lnTo>
                  <a:pt x="636609" y="24604"/>
                </a:lnTo>
                <a:lnTo>
                  <a:pt x="636713" y="24567"/>
                </a:lnTo>
                <a:lnTo>
                  <a:pt x="636817" y="24529"/>
                </a:lnTo>
                <a:lnTo>
                  <a:pt x="636920" y="24489"/>
                </a:lnTo>
                <a:lnTo>
                  <a:pt x="637023" y="24447"/>
                </a:lnTo>
                <a:lnTo>
                  <a:pt x="637125" y="24403"/>
                </a:lnTo>
                <a:lnTo>
                  <a:pt x="637227" y="24356"/>
                </a:lnTo>
                <a:lnTo>
                  <a:pt x="637328" y="24308"/>
                </a:lnTo>
                <a:lnTo>
                  <a:pt x="637429" y="24258"/>
                </a:lnTo>
                <a:lnTo>
                  <a:pt x="637528" y="24206"/>
                </a:lnTo>
                <a:lnTo>
                  <a:pt x="637627" y="24152"/>
                </a:lnTo>
                <a:lnTo>
                  <a:pt x="637726" y="24097"/>
                </a:lnTo>
                <a:lnTo>
                  <a:pt x="637823" y="24041"/>
                </a:lnTo>
                <a:lnTo>
                  <a:pt x="637920" y="23983"/>
                </a:lnTo>
                <a:lnTo>
                  <a:pt x="638016" y="23923"/>
                </a:lnTo>
                <a:lnTo>
                  <a:pt x="638111" y="23861"/>
                </a:lnTo>
                <a:lnTo>
                  <a:pt x="638205" y="23798"/>
                </a:lnTo>
                <a:lnTo>
                  <a:pt x="638298" y="23734"/>
                </a:lnTo>
                <a:lnTo>
                  <a:pt x="638391" y="23668"/>
                </a:lnTo>
                <a:lnTo>
                  <a:pt x="638483" y="23600"/>
                </a:lnTo>
                <a:lnTo>
                  <a:pt x="638574" y="23530"/>
                </a:lnTo>
                <a:lnTo>
                  <a:pt x="638665" y="23459"/>
                </a:lnTo>
                <a:lnTo>
                  <a:pt x="638754" y="23387"/>
                </a:lnTo>
                <a:lnTo>
                  <a:pt x="638843" y="23313"/>
                </a:lnTo>
                <a:lnTo>
                  <a:pt x="638931" y="23237"/>
                </a:lnTo>
                <a:lnTo>
                  <a:pt x="639019" y="23159"/>
                </a:lnTo>
                <a:lnTo>
                  <a:pt x="639105" y="23081"/>
                </a:lnTo>
                <a:lnTo>
                  <a:pt x="639191" y="23000"/>
                </a:lnTo>
                <a:lnTo>
                  <a:pt x="639276" y="22918"/>
                </a:lnTo>
                <a:lnTo>
                  <a:pt x="639360" y="22834"/>
                </a:lnTo>
                <a:lnTo>
                  <a:pt x="639443" y="22749"/>
                </a:lnTo>
                <a:lnTo>
                  <a:pt x="639526" y="22662"/>
                </a:lnTo>
                <a:lnTo>
                  <a:pt x="639526" y="24166"/>
                </a:lnTo>
                <a:lnTo>
                  <a:pt x="639526" y="24182"/>
                </a:lnTo>
                <a:lnTo>
                  <a:pt x="639526" y="24199"/>
                </a:lnTo>
                <a:lnTo>
                  <a:pt x="639527" y="24214"/>
                </a:lnTo>
                <a:lnTo>
                  <a:pt x="639529" y="24230"/>
                </a:lnTo>
                <a:lnTo>
                  <a:pt x="639531" y="24245"/>
                </a:lnTo>
                <a:lnTo>
                  <a:pt x="639533" y="24260"/>
                </a:lnTo>
                <a:lnTo>
                  <a:pt x="639536" y="24274"/>
                </a:lnTo>
                <a:lnTo>
                  <a:pt x="639539" y="24288"/>
                </a:lnTo>
                <a:lnTo>
                  <a:pt x="639542" y="24302"/>
                </a:lnTo>
                <a:lnTo>
                  <a:pt x="639546" y="24316"/>
                </a:lnTo>
                <a:lnTo>
                  <a:pt x="639550" y="24329"/>
                </a:lnTo>
                <a:lnTo>
                  <a:pt x="639555" y="24341"/>
                </a:lnTo>
                <a:lnTo>
                  <a:pt x="639560" y="24354"/>
                </a:lnTo>
                <a:lnTo>
                  <a:pt x="639565" y="24366"/>
                </a:lnTo>
                <a:lnTo>
                  <a:pt x="639571" y="24377"/>
                </a:lnTo>
                <a:lnTo>
                  <a:pt x="639578" y="24389"/>
                </a:lnTo>
                <a:lnTo>
                  <a:pt x="639584" y="24400"/>
                </a:lnTo>
                <a:lnTo>
                  <a:pt x="639591" y="24410"/>
                </a:lnTo>
                <a:lnTo>
                  <a:pt x="639599" y="24421"/>
                </a:lnTo>
                <a:lnTo>
                  <a:pt x="639607" y="24430"/>
                </a:lnTo>
                <a:lnTo>
                  <a:pt x="639615" y="24440"/>
                </a:lnTo>
                <a:lnTo>
                  <a:pt x="639624" y="24449"/>
                </a:lnTo>
                <a:lnTo>
                  <a:pt x="639633" y="24458"/>
                </a:lnTo>
                <a:lnTo>
                  <a:pt x="639643" y="24467"/>
                </a:lnTo>
                <a:lnTo>
                  <a:pt x="639653" y="24475"/>
                </a:lnTo>
                <a:lnTo>
                  <a:pt x="639663" y="24483"/>
                </a:lnTo>
                <a:lnTo>
                  <a:pt x="639674" y="24491"/>
                </a:lnTo>
                <a:lnTo>
                  <a:pt x="639686" y="24499"/>
                </a:lnTo>
                <a:lnTo>
                  <a:pt x="639698" y="24506"/>
                </a:lnTo>
                <a:lnTo>
                  <a:pt x="639710" y="24514"/>
                </a:lnTo>
                <a:lnTo>
                  <a:pt x="639723" y="24521"/>
                </a:lnTo>
                <a:lnTo>
                  <a:pt x="639736" y="24528"/>
                </a:lnTo>
                <a:lnTo>
                  <a:pt x="639750" y="24535"/>
                </a:lnTo>
                <a:lnTo>
                  <a:pt x="639765" y="24542"/>
                </a:lnTo>
                <a:lnTo>
                  <a:pt x="639780" y="24548"/>
                </a:lnTo>
                <a:lnTo>
                  <a:pt x="639795" y="24554"/>
                </a:lnTo>
                <a:lnTo>
                  <a:pt x="639811" y="24561"/>
                </a:lnTo>
                <a:lnTo>
                  <a:pt x="639827" y="24567"/>
                </a:lnTo>
                <a:lnTo>
                  <a:pt x="639844" y="24572"/>
                </a:lnTo>
                <a:lnTo>
                  <a:pt x="639862" y="24578"/>
                </a:lnTo>
                <a:lnTo>
                  <a:pt x="639880" y="24584"/>
                </a:lnTo>
                <a:lnTo>
                  <a:pt x="639898" y="24589"/>
                </a:lnTo>
                <a:lnTo>
                  <a:pt x="639917" y="24594"/>
                </a:lnTo>
                <a:lnTo>
                  <a:pt x="639936" y="24599"/>
                </a:lnTo>
                <a:lnTo>
                  <a:pt x="639956" y="24604"/>
                </a:lnTo>
                <a:lnTo>
                  <a:pt x="639976" y="24608"/>
                </a:lnTo>
                <a:lnTo>
                  <a:pt x="639997" y="24613"/>
                </a:lnTo>
                <a:lnTo>
                  <a:pt x="640019" y="24617"/>
                </a:lnTo>
                <a:lnTo>
                  <a:pt x="640041" y="24621"/>
                </a:lnTo>
                <a:lnTo>
                  <a:pt x="640063" y="24625"/>
                </a:lnTo>
                <a:lnTo>
                  <a:pt x="640086" y="24629"/>
                </a:lnTo>
                <a:lnTo>
                  <a:pt x="640110" y="24632"/>
                </a:lnTo>
                <a:lnTo>
                  <a:pt x="640134" y="24636"/>
                </a:lnTo>
                <a:lnTo>
                  <a:pt x="640159" y="24639"/>
                </a:lnTo>
                <a:lnTo>
                  <a:pt x="640185" y="24642"/>
                </a:lnTo>
                <a:lnTo>
                  <a:pt x="640211" y="24645"/>
                </a:lnTo>
                <a:lnTo>
                  <a:pt x="640238" y="24648"/>
                </a:lnTo>
                <a:lnTo>
                  <a:pt x="640265" y="24650"/>
                </a:lnTo>
                <a:lnTo>
                  <a:pt x="640293" y="24653"/>
                </a:lnTo>
                <a:lnTo>
                  <a:pt x="640322" y="24655"/>
                </a:lnTo>
                <a:lnTo>
                  <a:pt x="640351" y="24657"/>
                </a:lnTo>
                <a:lnTo>
                  <a:pt x="640381" y="24659"/>
                </a:lnTo>
                <a:lnTo>
                  <a:pt x="640411" y="24660"/>
                </a:lnTo>
                <a:lnTo>
                  <a:pt x="640442" y="24662"/>
                </a:lnTo>
                <a:lnTo>
                  <a:pt x="640474" y="24663"/>
                </a:lnTo>
                <a:lnTo>
                  <a:pt x="640506" y="24664"/>
                </a:lnTo>
                <a:lnTo>
                  <a:pt x="640539" y="24665"/>
                </a:lnTo>
                <a:lnTo>
                  <a:pt x="640572" y="24666"/>
                </a:lnTo>
                <a:lnTo>
                  <a:pt x="640606" y="24666"/>
                </a:lnTo>
                <a:lnTo>
                  <a:pt x="640641" y="24667"/>
                </a:lnTo>
                <a:lnTo>
                  <a:pt x="640676" y="24667"/>
                </a:lnTo>
                <a:lnTo>
                  <a:pt x="640712" y="24667"/>
                </a:lnTo>
                <a:lnTo>
                  <a:pt x="640749" y="24667"/>
                </a:lnTo>
                <a:lnTo>
                  <a:pt x="640786" y="24667"/>
                </a:lnTo>
                <a:lnTo>
                  <a:pt x="640822" y="24666"/>
                </a:lnTo>
                <a:lnTo>
                  <a:pt x="640857" y="24666"/>
                </a:lnTo>
                <a:lnTo>
                  <a:pt x="640891" y="24665"/>
                </a:lnTo>
                <a:lnTo>
                  <a:pt x="640924" y="24664"/>
                </a:lnTo>
                <a:lnTo>
                  <a:pt x="640957" y="24663"/>
                </a:lnTo>
                <a:lnTo>
                  <a:pt x="640989" y="24662"/>
                </a:lnTo>
                <a:lnTo>
                  <a:pt x="641020" y="24660"/>
                </a:lnTo>
                <a:lnTo>
                  <a:pt x="641050" y="24659"/>
                </a:lnTo>
                <a:lnTo>
                  <a:pt x="641080" y="24657"/>
                </a:lnTo>
                <a:lnTo>
                  <a:pt x="641109" y="24655"/>
                </a:lnTo>
                <a:lnTo>
                  <a:pt x="641137" y="24653"/>
                </a:lnTo>
                <a:lnTo>
                  <a:pt x="641165" y="24650"/>
                </a:lnTo>
                <a:lnTo>
                  <a:pt x="641191" y="24648"/>
                </a:lnTo>
                <a:lnTo>
                  <a:pt x="641217" y="24645"/>
                </a:lnTo>
                <a:lnTo>
                  <a:pt x="641242" y="24642"/>
                </a:lnTo>
                <a:lnTo>
                  <a:pt x="641267" y="24639"/>
                </a:lnTo>
                <a:lnTo>
                  <a:pt x="641290" y="24636"/>
                </a:lnTo>
                <a:lnTo>
                  <a:pt x="641313" y="24632"/>
                </a:lnTo>
                <a:lnTo>
                  <a:pt x="641335" y="24629"/>
                </a:lnTo>
                <a:lnTo>
                  <a:pt x="641357" y="24625"/>
                </a:lnTo>
                <a:lnTo>
                  <a:pt x="641378" y="24621"/>
                </a:lnTo>
                <a:lnTo>
                  <a:pt x="641397" y="24617"/>
                </a:lnTo>
                <a:lnTo>
                  <a:pt x="641417" y="24613"/>
                </a:lnTo>
                <a:lnTo>
                  <a:pt x="641436" y="24608"/>
                </a:lnTo>
                <a:lnTo>
                  <a:pt x="641454" y="24604"/>
                </a:lnTo>
                <a:lnTo>
                  <a:pt x="641473" y="24599"/>
                </a:lnTo>
                <a:lnTo>
                  <a:pt x="641491" y="24594"/>
                </a:lnTo>
                <a:lnTo>
                  <a:pt x="641508" y="24589"/>
                </a:lnTo>
                <a:lnTo>
                  <a:pt x="641525" y="24584"/>
                </a:lnTo>
                <a:lnTo>
                  <a:pt x="641542" y="24578"/>
                </a:lnTo>
                <a:lnTo>
                  <a:pt x="641559" y="24572"/>
                </a:lnTo>
                <a:lnTo>
                  <a:pt x="641575" y="24567"/>
                </a:lnTo>
                <a:lnTo>
                  <a:pt x="641591" y="24561"/>
                </a:lnTo>
                <a:lnTo>
                  <a:pt x="641606" y="24554"/>
                </a:lnTo>
                <a:lnTo>
                  <a:pt x="641621" y="24548"/>
                </a:lnTo>
                <a:lnTo>
                  <a:pt x="641636" y="24542"/>
                </a:lnTo>
                <a:lnTo>
                  <a:pt x="641651" y="24535"/>
                </a:lnTo>
                <a:lnTo>
                  <a:pt x="641665" y="24528"/>
                </a:lnTo>
                <a:lnTo>
                  <a:pt x="641679" y="24521"/>
                </a:lnTo>
                <a:lnTo>
                  <a:pt x="641692" y="24514"/>
                </a:lnTo>
                <a:lnTo>
                  <a:pt x="641705" y="24506"/>
                </a:lnTo>
                <a:lnTo>
                  <a:pt x="641718" y="24499"/>
                </a:lnTo>
                <a:lnTo>
                  <a:pt x="641730" y="24491"/>
                </a:lnTo>
                <a:lnTo>
                  <a:pt x="641742" y="24483"/>
                </a:lnTo>
                <a:lnTo>
                  <a:pt x="641754" y="24475"/>
                </a:lnTo>
                <a:lnTo>
                  <a:pt x="641765" y="24467"/>
                </a:lnTo>
                <a:lnTo>
                  <a:pt x="641776" y="24458"/>
                </a:lnTo>
                <a:lnTo>
                  <a:pt x="641786" y="24449"/>
                </a:lnTo>
                <a:lnTo>
                  <a:pt x="641796" y="24440"/>
                </a:lnTo>
                <a:lnTo>
                  <a:pt x="641806" y="24430"/>
                </a:lnTo>
                <a:lnTo>
                  <a:pt x="641815" y="24421"/>
                </a:lnTo>
                <a:lnTo>
                  <a:pt x="641824" y="24410"/>
                </a:lnTo>
                <a:lnTo>
                  <a:pt x="641832" y="24400"/>
                </a:lnTo>
                <a:lnTo>
                  <a:pt x="641839" y="24389"/>
                </a:lnTo>
                <a:lnTo>
                  <a:pt x="641847" y="24377"/>
                </a:lnTo>
                <a:lnTo>
                  <a:pt x="641853" y="24366"/>
                </a:lnTo>
                <a:lnTo>
                  <a:pt x="641860" y="24354"/>
                </a:lnTo>
                <a:lnTo>
                  <a:pt x="641865" y="24341"/>
                </a:lnTo>
                <a:lnTo>
                  <a:pt x="641871" y="24329"/>
                </a:lnTo>
                <a:lnTo>
                  <a:pt x="641876" y="24316"/>
                </a:lnTo>
                <a:lnTo>
                  <a:pt x="641880" y="24302"/>
                </a:lnTo>
                <a:lnTo>
                  <a:pt x="641884" y="24288"/>
                </a:lnTo>
                <a:lnTo>
                  <a:pt x="641887" y="24274"/>
                </a:lnTo>
                <a:lnTo>
                  <a:pt x="641890" y="24260"/>
                </a:lnTo>
                <a:lnTo>
                  <a:pt x="641893" y="24245"/>
                </a:lnTo>
                <a:lnTo>
                  <a:pt x="641895" y="24230"/>
                </a:lnTo>
                <a:lnTo>
                  <a:pt x="641897" y="24214"/>
                </a:lnTo>
                <a:lnTo>
                  <a:pt x="641898" y="24199"/>
                </a:lnTo>
                <a:lnTo>
                  <a:pt x="641899" y="24182"/>
                </a:lnTo>
                <a:lnTo>
                  <a:pt x="641899" y="24166"/>
                </a:lnTo>
                <a:lnTo>
                  <a:pt x="641899" y="14022"/>
                </a:lnTo>
                <a:lnTo>
                  <a:pt x="641898" y="13905"/>
                </a:lnTo>
                <a:lnTo>
                  <a:pt x="641897" y="13790"/>
                </a:lnTo>
                <a:lnTo>
                  <a:pt x="641894" y="13676"/>
                </a:lnTo>
                <a:lnTo>
                  <a:pt x="641890" y="13563"/>
                </a:lnTo>
                <a:lnTo>
                  <a:pt x="641885" y="13452"/>
                </a:lnTo>
                <a:close/>
                <a:moveTo>
                  <a:pt x="638737" y="20943"/>
                </a:moveTo>
                <a:lnTo>
                  <a:pt x="638654" y="21027"/>
                </a:lnTo>
                <a:lnTo>
                  <a:pt x="638571" y="21109"/>
                </a:lnTo>
                <a:lnTo>
                  <a:pt x="638489" y="21189"/>
                </a:lnTo>
                <a:lnTo>
                  <a:pt x="638406" y="21267"/>
                </a:lnTo>
                <a:lnTo>
                  <a:pt x="638324" y="21343"/>
                </a:lnTo>
                <a:lnTo>
                  <a:pt x="638243" y="21417"/>
                </a:lnTo>
                <a:lnTo>
                  <a:pt x="638161" y="21489"/>
                </a:lnTo>
                <a:lnTo>
                  <a:pt x="638081" y="21558"/>
                </a:lnTo>
                <a:lnTo>
                  <a:pt x="638000" y="21626"/>
                </a:lnTo>
                <a:lnTo>
                  <a:pt x="637920" y="21692"/>
                </a:lnTo>
                <a:lnTo>
                  <a:pt x="637840" y="21755"/>
                </a:lnTo>
                <a:lnTo>
                  <a:pt x="637760" y="21817"/>
                </a:lnTo>
                <a:lnTo>
                  <a:pt x="637680" y="21876"/>
                </a:lnTo>
                <a:lnTo>
                  <a:pt x="637601" y="21934"/>
                </a:lnTo>
                <a:lnTo>
                  <a:pt x="637523" y="21989"/>
                </a:lnTo>
                <a:lnTo>
                  <a:pt x="637444" y="22043"/>
                </a:lnTo>
                <a:lnTo>
                  <a:pt x="637366" y="22094"/>
                </a:lnTo>
                <a:lnTo>
                  <a:pt x="637288" y="22143"/>
                </a:lnTo>
                <a:lnTo>
                  <a:pt x="637211" y="22191"/>
                </a:lnTo>
                <a:lnTo>
                  <a:pt x="637133" y="22236"/>
                </a:lnTo>
                <a:lnTo>
                  <a:pt x="637055" y="22279"/>
                </a:lnTo>
                <a:lnTo>
                  <a:pt x="636977" y="22321"/>
                </a:lnTo>
                <a:lnTo>
                  <a:pt x="636897" y="22360"/>
                </a:lnTo>
                <a:lnTo>
                  <a:pt x="636818" y="22398"/>
                </a:lnTo>
                <a:lnTo>
                  <a:pt x="636737" y="22433"/>
                </a:lnTo>
                <a:lnTo>
                  <a:pt x="636656" y="22467"/>
                </a:lnTo>
                <a:lnTo>
                  <a:pt x="636575" y="22499"/>
                </a:lnTo>
                <a:lnTo>
                  <a:pt x="636493" y="22529"/>
                </a:lnTo>
                <a:lnTo>
                  <a:pt x="636410" y="22557"/>
                </a:lnTo>
                <a:lnTo>
                  <a:pt x="636327" y="22583"/>
                </a:lnTo>
                <a:lnTo>
                  <a:pt x="636244" y="22607"/>
                </a:lnTo>
                <a:lnTo>
                  <a:pt x="636160" y="22629"/>
                </a:lnTo>
                <a:lnTo>
                  <a:pt x="636075" y="22649"/>
                </a:lnTo>
                <a:lnTo>
                  <a:pt x="635990" y="22667"/>
                </a:lnTo>
                <a:lnTo>
                  <a:pt x="635904" y="22684"/>
                </a:lnTo>
                <a:lnTo>
                  <a:pt x="635817" y="22698"/>
                </a:lnTo>
                <a:lnTo>
                  <a:pt x="635730" y="22711"/>
                </a:lnTo>
                <a:lnTo>
                  <a:pt x="635643" y="22721"/>
                </a:lnTo>
                <a:lnTo>
                  <a:pt x="635555" y="22730"/>
                </a:lnTo>
                <a:lnTo>
                  <a:pt x="635466" y="22737"/>
                </a:lnTo>
                <a:lnTo>
                  <a:pt x="635377" y="22741"/>
                </a:lnTo>
                <a:lnTo>
                  <a:pt x="635287" y="22744"/>
                </a:lnTo>
                <a:lnTo>
                  <a:pt x="635197" y="22745"/>
                </a:lnTo>
                <a:lnTo>
                  <a:pt x="635087" y="22744"/>
                </a:lnTo>
                <a:lnTo>
                  <a:pt x="634978" y="22740"/>
                </a:lnTo>
                <a:lnTo>
                  <a:pt x="634872" y="22734"/>
                </a:lnTo>
                <a:lnTo>
                  <a:pt x="634768" y="22726"/>
                </a:lnTo>
                <a:lnTo>
                  <a:pt x="634666" y="22715"/>
                </a:lnTo>
                <a:lnTo>
                  <a:pt x="634566" y="22702"/>
                </a:lnTo>
                <a:lnTo>
                  <a:pt x="634468" y="22686"/>
                </a:lnTo>
                <a:lnTo>
                  <a:pt x="634372" y="22668"/>
                </a:lnTo>
                <a:lnTo>
                  <a:pt x="634278" y="22647"/>
                </a:lnTo>
                <a:lnTo>
                  <a:pt x="634186" y="22624"/>
                </a:lnTo>
                <a:lnTo>
                  <a:pt x="634096" y="22599"/>
                </a:lnTo>
                <a:lnTo>
                  <a:pt x="634008" y="22571"/>
                </a:lnTo>
                <a:lnTo>
                  <a:pt x="633923" y="22541"/>
                </a:lnTo>
                <a:lnTo>
                  <a:pt x="633839" y="22508"/>
                </a:lnTo>
                <a:lnTo>
                  <a:pt x="633758" y="22473"/>
                </a:lnTo>
                <a:lnTo>
                  <a:pt x="633678" y="22435"/>
                </a:lnTo>
                <a:lnTo>
                  <a:pt x="633601" y="22395"/>
                </a:lnTo>
                <a:lnTo>
                  <a:pt x="633525" y="22353"/>
                </a:lnTo>
                <a:lnTo>
                  <a:pt x="633452" y="22308"/>
                </a:lnTo>
                <a:lnTo>
                  <a:pt x="633381" y="22261"/>
                </a:lnTo>
                <a:lnTo>
                  <a:pt x="633312" y="22211"/>
                </a:lnTo>
                <a:lnTo>
                  <a:pt x="633245" y="22159"/>
                </a:lnTo>
                <a:lnTo>
                  <a:pt x="633179" y="22105"/>
                </a:lnTo>
                <a:lnTo>
                  <a:pt x="633116" y="22048"/>
                </a:lnTo>
                <a:lnTo>
                  <a:pt x="633056" y="21989"/>
                </a:lnTo>
                <a:lnTo>
                  <a:pt x="632998" y="21928"/>
                </a:lnTo>
                <a:lnTo>
                  <a:pt x="632942" y="21866"/>
                </a:lnTo>
                <a:lnTo>
                  <a:pt x="632889" y="21802"/>
                </a:lnTo>
                <a:lnTo>
                  <a:pt x="632839" y="21736"/>
                </a:lnTo>
                <a:lnTo>
                  <a:pt x="632791" y="21669"/>
                </a:lnTo>
                <a:lnTo>
                  <a:pt x="632746" y="21600"/>
                </a:lnTo>
                <a:lnTo>
                  <a:pt x="632703" y="21529"/>
                </a:lnTo>
                <a:lnTo>
                  <a:pt x="632663" y="21457"/>
                </a:lnTo>
                <a:lnTo>
                  <a:pt x="632626" y="21383"/>
                </a:lnTo>
                <a:lnTo>
                  <a:pt x="632591" y="21307"/>
                </a:lnTo>
                <a:lnTo>
                  <a:pt x="632559" y="21230"/>
                </a:lnTo>
                <a:lnTo>
                  <a:pt x="632529" y="21151"/>
                </a:lnTo>
                <a:lnTo>
                  <a:pt x="632502" y="21070"/>
                </a:lnTo>
                <a:lnTo>
                  <a:pt x="632477" y="20988"/>
                </a:lnTo>
                <a:lnTo>
                  <a:pt x="632455" y="20904"/>
                </a:lnTo>
                <a:lnTo>
                  <a:pt x="632436" y="20819"/>
                </a:lnTo>
                <a:lnTo>
                  <a:pt x="632419" y="20731"/>
                </a:lnTo>
                <a:lnTo>
                  <a:pt x="632405" y="20642"/>
                </a:lnTo>
                <a:lnTo>
                  <a:pt x="632393" y="20552"/>
                </a:lnTo>
                <a:lnTo>
                  <a:pt x="632384" y="20459"/>
                </a:lnTo>
                <a:lnTo>
                  <a:pt x="632378" y="20366"/>
                </a:lnTo>
                <a:lnTo>
                  <a:pt x="632374" y="20270"/>
                </a:lnTo>
                <a:lnTo>
                  <a:pt x="632373" y="20173"/>
                </a:lnTo>
                <a:lnTo>
                  <a:pt x="632373" y="20116"/>
                </a:lnTo>
                <a:lnTo>
                  <a:pt x="632375" y="20059"/>
                </a:lnTo>
                <a:lnTo>
                  <a:pt x="632377" y="20003"/>
                </a:lnTo>
                <a:lnTo>
                  <a:pt x="632380" y="19947"/>
                </a:lnTo>
                <a:lnTo>
                  <a:pt x="632384" y="19892"/>
                </a:lnTo>
                <a:lnTo>
                  <a:pt x="632389" y="19838"/>
                </a:lnTo>
                <a:lnTo>
                  <a:pt x="632395" y="19784"/>
                </a:lnTo>
                <a:lnTo>
                  <a:pt x="632402" y="19731"/>
                </a:lnTo>
                <a:lnTo>
                  <a:pt x="632409" y="19678"/>
                </a:lnTo>
                <a:lnTo>
                  <a:pt x="632418" y="19626"/>
                </a:lnTo>
                <a:lnTo>
                  <a:pt x="632427" y="19574"/>
                </a:lnTo>
                <a:lnTo>
                  <a:pt x="632438" y="19523"/>
                </a:lnTo>
                <a:lnTo>
                  <a:pt x="632449" y="19473"/>
                </a:lnTo>
                <a:lnTo>
                  <a:pt x="632461" y="19423"/>
                </a:lnTo>
                <a:lnTo>
                  <a:pt x="632474" y="19373"/>
                </a:lnTo>
                <a:lnTo>
                  <a:pt x="632488" y="19325"/>
                </a:lnTo>
                <a:lnTo>
                  <a:pt x="632503" y="19276"/>
                </a:lnTo>
                <a:lnTo>
                  <a:pt x="632518" y="19229"/>
                </a:lnTo>
                <a:lnTo>
                  <a:pt x="632535" y="19181"/>
                </a:lnTo>
                <a:lnTo>
                  <a:pt x="632553" y="19135"/>
                </a:lnTo>
                <a:lnTo>
                  <a:pt x="632571" y="19089"/>
                </a:lnTo>
                <a:lnTo>
                  <a:pt x="632590" y="19043"/>
                </a:lnTo>
                <a:lnTo>
                  <a:pt x="632611" y="18998"/>
                </a:lnTo>
                <a:lnTo>
                  <a:pt x="632632" y="18954"/>
                </a:lnTo>
                <a:lnTo>
                  <a:pt x="632654" y="18910"/>
                </a:lnTo>
                <a:lnTo>
                  <a:pt x="632677" y="18866"/>
                </a:lnTo>
                <a:lnTo>
                  <a:pt x="632701" y="18824"/>
                </a:lnTo>
                <a:lnTo>
                  <a:pt x="632726" y="18781"/>
                </a:lnTo>
                <a:lnTo>
                  <a:pt x="632752" y="18739"/>
                </a:lnTo>
                <a:lnTo>
                  <a:pt x="632780" y="18698"/>
                </a:lnTo>
                <a:lnTo>
                  <a:pt x="632808" y="18657"/>
                </a:lnTo>
                <a:lnTo>
                  <a:pt x="632837" y="18617"/>
                </a:lnTo>
                <a:lnTo>
                  <a:pt x="632867" y="18578"/>
                </a:lnTo>
                <a:lnTo>
                  <a:pt x="632898" y="18538"/>
                </a:lnTo>
                <a:lnTo>
                  <a:pt x="632931" y="18500"/>
                </a:lnTo>
                <a:lnTo>
                  <a:pt x="632964" y="18462"/>
                </a:lnTo>
                <a:lnTo>
                  <a:pt x="632998" y="18424"/>
                </a:lnTo>
                <a:lnTo>
                  <a:pt x="633034" y="18387"/>
                </a:lnTo>
                <a:lnTo>
                  <a:pt x="633070" y="18350"/>
                </a:lnTo>
                <a:lnTo>
                  <a:pt x="633107" y="18314"/>
                </a:lnTo>
                <a:lnTo>
                  <a:pt x="633146" y="18279"/>
                </a:lnTo>
                <a:lnTo>
                  <a:pt x="633185" y="18244"/>
                </a:lnTo>
                <a:lnTo>
                  <a:pt x="633225" y="18210"/>
                </a:lnTo>
                <a:lnTo>
                  <a:pt x="633267" y="18176"/>
                </a:lnTo>
                <a:lnTo>
                  <a:pt x="633309" y="18142"/>
                </a:lnTo>
                <a:lnTo>
                  <a:pt x="633352" y="18110"/>
                </a:lnTo>
                <a:lnTo>
                  <a:pt x="633397" y="18077"/>
                </a:lnTo>
                <a:lnTo>
                  <a:pt x="633442" y="18046"/>
                </a:lnTo>
                <a:lnTo>
                  <a:pt x="633489" y="18014"/>
                </a:lnTo>
                <a:lnTo>
                  <a:pt x="633536" y="17984"/>
                </a:lnTo>
                <a:lnTo>
                  <a:pt x="633585" y="17954"/>
                </a:lnTo>
                <a:lnTo>
                  <a:pt x="633634" y="17925"/>
                </a:lnTo>
                <a:lnTo>
                  <a:pt x="633684" y="17896"/>
                </a:lnTo>
                <a:lnTo>
                  <a:pt x="633736" y="17868"/>
                </a:lnTo>
                <a:lnTo>
                  <a:pt x="633788" y="17841"/>
                </a:lnTo>
                <a:lnTo>
                  <a:pt x="633842" y="17814"/>
                </a:lnTo>
                <a:lnTo>
                  <a:pt x="633896" y="17788"/>
                </a:lnTo>
                <a:lnTo>
                  <a:pt x="633951" y="17763"/>
                </a:lnTo>
                <a:lnTo>
                  <a:pt x="634008" y="17738"/>
                </a:lnTo>
                <a:lnTo>
                  <a:pt x="634065" y="17714"/>
                </a:lnTo>
                <a:lnTo>
                  <a:pt x="634123" y="17690"/>
                </a:lnTo>
                <a:lnTo>
                  <a:pt x="634182" y="17667"/>
                </a:lnTo>
                <a:lnTo>
                  <a:pt x="634243" y="17645"/>
                </a:lnTo>
                <a:lnTo>
                  <a:pt x="634304" y="17624"/>
                </a:lnTo>
                <a:lnTo>
                  <a:pt x="634366" y="17603"/>
                </a:lnTo>
                <a:lnTo>
                  <a:pt x="634429" y="17582"/>
                </a:lnTo>
                <a:lnTo>
                  <a:pt x="634494" y="17563"/>
                </a:lnTo>
                <a:lnTo>
                  <a:pt x="634559" y="17544"/>
                </a:lnTo>
                <a:lnTo>
                  <a:pt x="634625" y="17525"/>
                </a:lnTo>
                <a:lnTo>
                  <a:pt x="634692" y="17508"/>
                </a:lnTo>
                <a:lnTo>
                  <a:pt x="634760" y="17491"/>
                </a:lnTo>
                <a:lnTo>
                  <a:pt x="634829" y="17474"/>
                </a:lnTo>
                <a:lnTo>
                  <a:pt x="634900" y="17458"/>
                </a:lnTo>
                <a:lnTo>
                  <a:pt x="634971" y="17443"/>
                </a:lnTo>
                <a:lnTo>
                  <a:pt x="635043" y="17429"/>
                </a:lnTo>
                <a:lnTo>
                  <a:pt x="635116" y="17415"/>
                </a:lnTo>
                <a:lnTo>
                  <a:pt x="635191" y="17402"/>
                </a:lnTo>
                <a:lnTo>
                  <a:pt x="635266" y="17389"/>
                </a:lnTo>
                <a:lnTo>
                  <a:pt x="635343" y="17378"/>
                </a:lnTo>
                <a:lnTo>
                  <a:pt x="635420" y="17367"/>
                </a:lnTo>
                <a:lnTo>
                  <a:pt x="635498" y="17356"/>
                </a:lnTo>
                <a:lnTo>
                  <a:pt x="635578" y="17346"/>
                </a:lnTo>
                <a:lnTo>
                  <a:pt x="635659" y="17337"/>
                </a:lnTo>
                <a:lnTo>
                  <a:pt x="635740" y="17329"/>
                </a:lnTo>
                <a:lnTo>
                  <a:pt x="635823" y="17321"/>
                </a:lnTo>
                <a:lnTo>
                  <a:pt x="635907" y="17314"/>
                </a:lnTo>
                <a:lnTo>
                  <a:pt x="635992" y="17308"/>
                </a:lnTo>
                <a:lnTo>
                  <a:pt x="636077" y="17302"/>
                </a:lnTo>
                <a:lnTo>
                  <a:pt x="636164" y="17297"/>
                </a:lnTo>
                <a:lnTo>
                  <a:pt x="636252" y="17293"/>
                </a:lnTo>
                <a:lnTo>
                  <a:pt x="636341" y="17289"/>
                </a:lnTo>
                <a:lnTo>
                  <a:pt x="636431" y="17286"/>
                </a:lnTo>
                <a:lnTo>
                  <a:pt x="636522" y="17283"/>
                </a:lnTo>
                <a:lnTo>
                  <a:pt x="636614" y="17282"/>
                </a:lnTo>
                <a:lnTo>
                  <a:pt x="636707" y="17281"/>
                </a:lnTo>
                <a:lnTo>
                  <a:pt x="636802" y="17280"/>
                </a:lnTo>
                <a:lnTo>
                  <a:pt x="639158" y="17280"/>
                </a:lnTo>
                <a:lnTo>
                  <a:pt x="639158" y="20492"/>
                </a:lnTo>
                <a:lnTo>
                  <a:pt x="639073" y="20587"/>
                </a:lnTo>
                <a:lnTo>
                  <a:pt x="638989" y="20679"/>
                </a:lnTo>
                <a:lnTo>
                  <a:pt x="638905" y="20769"/>
                </a:lnTo>
                <a:lnTo>
                  <a:pt x="638821" y="20857"/>
                </a:lnTo>
                <a:lnTo>
                  <a:pt x="638737" y="20943"/>
                </a:lnTo>
                <a:close/>
                <a:moveTo>
                  <a:pt x="694145" y="14870"/>
                </a:moveTo>
                <a:lnTo>
                  <a:pt x="694138" y="14751"/>
                </a:lnTo>
                <a:lnTo>
                  <a:pt x="694129" y="14633"/>
                </a:lnTo>
                <a:lnTo>
                  <a:pt x="694119" y="14515"/>
                </a:lnTo>
                <a:lnTo>
                  <a:pt x="694108" y="14397"/>
                </a:lnTo>
                <a:lnTo>
                  <a:pt x="694096" y="14280"/>
                </a:lnTo>
                <a:lnTo>
                  <a:pt x="694082" y="14164"/>
                </a:lnTo>
                <a:lnTo>
                  <a:pt x="694067" y="14049"/>
                </a:lnTo>
                <a:lnTo>
                  <a:pt x="694051" y="13934"/>
                </a:lnTo>
                <a:lnTo>
                  <a:pt x="694033" y="13819"/>
                </a:lnTo>
                <a:lnTo>
                  <a:pt x="694014" y="13706"/>
                </a:lnTo>
                <a:lnTo>
                  <a:pt x="693994" y="13593"/>
                </a:lnTo>
                <a:lnTo>
                  <a:pt x="693973" y="13480"/>
                </a:lnTo>
                <a:lnTo>
                  <a:pt x="693950" y="13368"/>
                </a:lnTo>
                <a:lnTo>
                  <a:pt x="693926" y="13257"/>
                </a:lnTo>
                <a:lnTo>
                  <a:pt x="693900" y="13146"/>
                </a:lnTo>
                <a:lnTo>
                  <a:pt x="693873" y="13036"/>
                </a:lnTo>
                <a:lnTo>
                  <a:pt x="693845" y="12927"/>
                </a:lnTo>
                <a:lnTo>
                  <a:pt x="693816" y="12818"/>
                </a:lnTo>
                <a:lnTo>
                  <a:pt x="693785" y="12710"/>
                </a:lnTo>
                <a:lnTo>
                  <a:pt x="693753" y="12602"/>
                </a:lnTo>
                <a:lnTo>
                  <a:pt x="693720" y="12496"/>
                </a:lnTo>
                <a:lnTo>
                  <a:pt x="693684" y="12391"/>
                </a:lnTo>
                <a:lnTo>
                  <a:pt x="693648" y="12287"/>
                </a:lnTo>
                <a:lnTo>
                  <a:pt x="693610" y="12184"/>
                </a:lnTo>
                <a:lnTo>
                  <a:pt x="693571" y="12083"/>
                </a:lnTo>
                <a:lnTo>
                  <a:pt x="693530" y="11983"/>
                </a:lnTo>
                <a:lnTo>
                  <a:pt x="693487" y="11883"/>
                </a:lnTo>
                <a:lnTo>
                  <a:pt x="693443" y="11785"/>
                </a:lnTo>
                <a:lnTo>
                  <a:pt x="693398" y="11688"/>
                </a:lnTo>
                <a:lnTo>
                  <a:pt x="693351" y="11593"/>
                </a:lnTo>
                <a:lnTo>
                  <a:pt x="693303" y="11498"/>
                </a:lnTo>
                <a:lnTo>
                  <a:pt x="693253" y="11405"/>
                </a:lnTo>
                <a:lnTo>
                  <a:pt x="693201" y="11312"/>
                </a:lnTo>
                <a:lnTo>
                  <a:pt x="693149" y="11221"/>
                </a:lnTo>
                <a:lnTo>
                  <a:pt x="693094" y="11131"/>
                </a:lnTo>
                <a:lnTo>
                  <a:pt x="693039" y="11042"/>
                </a:lnTo>
                <a:lnTo>
                  <a:pt x="692981" y="10955"/>
                </a:lnTo>
                <a:lnTo>
                  <a:pt x="692923" y="10868"/>
                </a:lnTo>
                <a:lnTo>
                  <a:pt x="692863" y="10783"/>
                </a:lnTo>
                <a:lnTo>
                  <a:pt x="692801" y="10699"/>
                </a:lnTo>
                <a:lnTo>
                  <a:pt x="692738" y="10616"/>
                </a:lnTo>
                <a:lnTo>
                  <a:pt x="692673" y="10534"/>
                </a:lnTo>
                <a:lnTo>
                  <a:pt x="692607" y="10453"/>
                </a:lnTo>
                <a:lnTo>
                  <a:pt x="692539" y="10374"/>
                </a:lnTo>
                <a:lnTo>
                  <a:pt x="692470" y="10296"/>
                </a:lnTo>
                <a:lnTo>
                  <a:pt x="692399" y="10219"/>
                </a:lnTo>
                <a:lnTo>
                  <a:pt x="692327" y="10144"/>
                </a:lnTo>
                <a:lnTo>
                  <a:pt x="692253" y="10070"/>
                </a:lnTo>
                <a:lnTo>
                  <a:pt x="692178" y="9998"/>
                </a:lnTo>
                <a:lnTo>
                  <a:pt x="692101" y="9926"/>
                </a:lnTo>
                <a:lnTo>
                  <a:pt x="692023" y="9856"/>
                </a:lnTo>
                <a:lnTo>
                  <a:pt x="691943" y="9788"/>
                </a:lnTo>
                <a:lnTo>
                  <a:pt x="691862" y="9721"/>
                </a:lnTo>
                <a:lnTo>
                  <a:pt x="691779" y="9655"/>
                </a:lnTo>
                <a:lnTo>
                  <a:pt x="691694" y="9591"/>
                </a:lnTo>
                <a:lnTo>
                  <a:pt x="691608" y="9528"/>
                </a:lnTo>
                <a:lnTo>
                  <a:pt x="691520" y="9466"/>
                </a:lnTo>
                <a:lnTo>
                  <a:pt x="691431" y="9406"/>
                </a:lnTo>
                <a:lnTo>
                  <a:pt x="691341" y="9347"/>
                </a:lnTo>
                <a:lnTo>
                  <a:pt x="691248" y="9289"/>
                </a:lnTo>
                <a:lnTo>
                  <a:pt x="691155" y="9233"/>
                </a:lnTo>
                <a:lnTo>
                  <a:pt x="691059" y="9178"/>
                </a:lnTo>
                <a:lnTo>
                  <a:pt x="690962" y="9125"/>
                </a:lnTo>
                <a:lnTo>
                  <a:pt x="690864" y="9073"/>
                </a:lnTo>
                <a:lnTo>
                  <a:pt x="690764" y="9022"/>
                </a:lnTo>
                <a:lnTo>
                  <a:pt x="690663" y="8972"/>
                </a:lnTo>
                <a:lnTo>
                  <a:pt x="690560" y="8924"/>
                </a:lnTo>
                <a:lnTo>
                  <a:pt x="690455" y="8878"/>
                </a:lnTo>
                <a:lnTo>
                  <a:pt x="690349" y="8834"/>
                </a:lnTo>
                <a:lnTo>
                  <a:pt x="690240" y="8791"/>
                </a:lnTo>
                <a:lnTo>
                  <a:pt x="690130" y="8751"/>
                </a:lnTo>
                <a:lnTo>
                  <a:pt x="690018" y="8712"/>
                </a:lnTo>
                <a:lnTo>
                  <a:pt x="689904" y="8676"/>
                </a:lnTo>
                <a:lnTo>
                  <a:pt x="689789" y="8641"/>
                </a:lnTo>
                <a:lnTo>
                  <a:pt x="689671" y="8609"/>
                </a:lnTo>
                <a:lnTo>
                  <a:pt x="689552" y="8578"/>
                </a:lnTo>
                <a:lnTo>
                  <a:pt x="689431" y="8549"/>
                </a:lnTo>
                <a:lnTo>
                  <a:pt x="689308" y="8523"/>
                </a:lnTo>
                <a:lnTo>
                  <a:pt x="689183" y="8498"/>
                </a:lnTo>
                <a:lnTo>
                  <a:pt x="689056" y="8475"/>
                </a:lnTo>
                <a:lnTo>
                  <a:pt x="688928" y="8455"/>
                </a:lnTo>
                <a:lnTo>
                  <a:pt x="688798" y="8436"/>
                </a:lnTo>
                <a:lnTo>
                  <a:pt x="688666" y="8419"/>
                </a:lnTo>
                <a:lnTo>
                  <a:pt x="688532" y="8404"/>
                </a:lnTo>
                <a:lnTo>
                  <a:pt x="688396" y="8392"/>
                </a:lnTo>
                <a:lnTo>
                  <a:pt x="688258" y="8381"/>
                </a:lnTo>
                <a:lnTo>
                  <a:pt x="688119" y="8372"/>
                </a:lnTo>
                <a:lnTo>
                  <a:pt x="687978" y="8365"/>
                </a:lnTo>
                <a:lnTo>
                  <a:pt x="687835" y="8360"/>
                </a:lnTo>
                <a:lnTo>
                  <a:pt x="687690" y="8357"/>
                </a:lnTo>
                <a:lnTo>
                  <a:pt x="687543" y="8356"/>
                </a:lnTo>
                <a:lnTo>
                  <a:pt x="687406" y="8357"/>
                </a:lnTo>
                <a:lnTo>
                  <a:pt x="687270" y="8360"/>
                </a:lnTo>
                <a:lnTo>
                  <a:pt x="687134" y="8365"/>
                </a:lnTo>
                <a:lnTo>
                  <a:pt x="687000" y="8372"/>
                </a:lnTo>
                <a:lnTo>
                  <a:pt x="686868" y="8381"/>
                </a:lnTo>
                <a:lnTo>
                  <a:pt x="686736" y="8392"/>
                </a:lnTo>
                <a:lnTo>
                  <a:pt x="686605" y="8405"/>
                </a:lnTo>
                <a:lnTo>
                  <a:pt x="686475" y="8420"/>
                </a:lnTo>
                <a:lnTo>
                  <a:pt x="686347" y="8437"/>
                </a:lnTo>
                <a:lnTo>
                  <a:pt x="686220" y="8456"/>
                </a:lnTo>
                <a:lnTo>
                  <a:pt x="686093" y="8477"/>
                </a:lnTo>
                <a:lnTo>
                  <a:pt x="685968" y="8500"/>
                </a:lnTo>
                <a:lnTo>
                  <a:pt x="685844" y="8525"/>
                </a:lnTo>
                <a:lnTo>
                  <a:pt x="685721" y="8552"/>
                </a:lnTo>
                <a:lnTo>
                  <a:pt x="685599" y="8582"/>
                </a:lnTo>
                <a:lnTo>
                  <a:pt x="685478" y="8613"/>
                </a:lnTo>
                <a:lnTo>
                  <a:pt x="685359" y="8646"/>
                </a:lnTo>
                <a:lnTo>
                  <a:pt x="685240" y="8681"/>
                </a:lnTo>
                <a:lnTo>
                  <a:pt x="685123" y="8718"/>
                </a:lnTo>
                <a:lnTo>
                  <a:pt x="685006" y="8757"/>
                </a:lnTo>
                <a:lnTo>
                  <a:pt x="684891" y="8798"/>
                </a:lnTo>
                <a:lnTo>
                  <a:pt x="684777" y="8841"/>
                </a:lnTo>
                <a:lnTo>
                  <a:pt x="684664" y="8886"/>
                </a:lnTo>
                <a:lnTo>
                  <a:pt x="684552" y="8933"/>
                </a:lnTo>
                <a:lnTo>
                  <a:pt x="684441" y="8982"/>
                </a:lnTo>
                <a:lnTo>
                  <a:pt x="684332" y="9033"/>
                </a:lnTo>
                <a:lnTo>
                  <a:pt x="684224" y="9085"/>
                </a:lnTo>
                <a:lnTo>
                  <a:pt x="684117" y="9140"/>
                </a:lnTo>
                <a:lnTo>
                  <a:pt x="684012" y="9195"/>
                </a:lnTo>
                <a:lnTo>
                  <a:pt x="683908" y="9253"/>
                </a:lnTo>
                <a:lnTo>
                  <a:pt x="683805" y="9313"/>
                </a:lnTo>
                <a:lnTo>
                  <a:pt x="683704" y="9374"/>
                </a:lnTo>
                <a:lnTo>
                  <a:pt x="683604" y="9437"/>
                </a:lnTo>
                <a:lnTo>
                  <a:pt x="683506" y="9501"/>
                </a:lnTo>
                <a:lnTo>
                  <a:pt x="683409" y="9568"/>
                </a:lnTo>
                <a:lnTo>
                  <a:pt x="683313" y="9636"/>
                </a:lnTo>
                <a:lnTo>
                  <a:pt x="683219" y="9706"/>
                </a:lnTo>
                <a:lnTo>
                  <a:pt x="683126" y="9777"/>
                </a:lnTo>
                <a:lnTo>
                  <a:pt x="683034" y="9851"/>
                </a:lnTo>
                <a:lnTo>
                  <a:pt x="682944" y="9926"/>
                </a:lnTo>
                <a:lnTo>
                  <a:pt x="682855" y="10003"/>
                </a:lnTo>
                <a:lnTo>
                  <a:pt x="682767" y="10081"/>
                </a:lnTo>
                <a:lnTo>
                  <a:pt x="682681" y="10161"/>
                </a:lnTo>
                <a:lnTo>
                  <a:pt x="682596" y="10244"/>
                </a:lnTo>
                <a:lnTo>
                  <a:pt x="682513" y="10327"/>
                </a:lnTo>
                <a:lnTo>
                  <a:pt x="682431" y="10413"/>
                </a:lnTo>
                <a:lnTo>
                  <a:pt x="682350" y="10500"/>
                </a:lnTo>
                <a:lnTo>
                  <a:pt x="682270" y="10589"/>
                </a:lnTo>
                <a:lnTo>
                  <a:pt x="682193" y="10680"/>
                </a:lnTo>
                <a:lnTo>
                  <a:pt x="682116" y="10772"/>
                </a:lnTo>
                <a:lnTo>
                  <a:pt x="682041" y="10866"/>
                </a:lnTo>
                <a:lnTo>
                  <a:pt x="681968" y="10962"/>
                </a:lnTo>
                <a:lnTo>
                  <a:pt x="681896" y="11059"/>
                </a:lnTo>
                <a:lnTo>
                  <a:pt x="681826" y="11158"/>
                </a:lnTo>
                <a:lnTo>
                  <a:pt x="681757" y="11259"/>
                </a:lnTo>
                <a:lnTo>
                  <a:pt x="681690" y="11361"/>
                </a:lnTo>
                <a:lnTo>
                  <a:pt x="681625" y="11464"/>
                </a:lnTo>
                <a:lnTo>
                  <a:pt x="681560" y="11570"/>
                </a:lnTo>
                <a:lnTo>
                  <a:pt x="681498" y="11677"/>
                </a:lnTo>
                <a:lnTo>
                  <a:pt x="681437" y="11785"/>
                </a:lnTo>
                <a:lnTo>
                  <a:pt x="681377" y="11896"/>
                </a:lnTo>
                <a:lnTo>
                  <a:pt x="681320" y="12007"/>
                </a:lnTo>
                <a:lnTo>
                  <a:pt x="681263" y="12121"/>
                </a:lnTo>
                <a:lnTo>
                  <a:pt x="681208" y="12236"/>
                </a:lnTo>
                <a:lnTo>
                  <a:pt x="681155" y="12353"/>
                </a:lnTo>
                <a:lnTo>
                  <a:pt x="681103" y="12471"/>
                </a:lnTo>
                <a:lnTo>
                  <a:pt x="681053" y="12591"/>
                </a:lnTo>
                <a:lnTo>
                  <a:pt x="681004" y="12713"/>
                </a:lnTo>
                <a:lnTo>
                  <a:pt x="680957" y="12836"/>
                </a:lnTo>
                <a:lnTo>
                  <a:pt x="680911" y="12961"/>
                </a:lnTo>
                <a:lnTo>
                  <a:pt x="680867" y="13088"/>
                </a:lnTo>
                <a:lnTo>
                  <a:pt x="680825" y="13216"/>
                </a:lnTo>
                <a:lnTo>
                  <a:pt x="680784" y="13345"/>
                </a:lnTo>
                <a:lnTo>
                  <a:pt x="680745" y="13476"/>
                </a:lnTo>
                <a:lnTo>
                  <a:pt x="680707" y="13609"/>
                </a:lnTo>
                <a:lnTo>
                  <a:pt x="680672" y="13742"/>
                </a:lnTo>
                <a:lnTo>
                  <a:pt x="680638" y="13878"/>
                </a:lnTo>
                <a:lnTo>
                  <a:pt x="680606" y="14014"/>
                </a:lnTo>
                <a:lnTo>
                  <a:pt x="680575" y="14152"/>
                </a:lnTo>
                <a:lnTo>
                  <a:pt x="680546" y="14291"/>
                </a:lnTo>
                <a:lnTo>
                  <a:pt x="680519" y="14432"/>
                </a:lnTo>
                <a:lnTo>
                  <a:pt x="680494" y="14574"/>
                </a:lnTo>
                <a:lnTo>
                  <a:pt x="680471" y="14717"/>
                </a:lnTo>
                <a:lnTo>
                  <a:pt x="680449" y="14861"/>
                </a:lnTo>
                <a:lnTo>
                  <a:pt x="680429" y="15007"/>
                </a:lnTo>
                <a:lnTo>
                  <a:pt x="680411" y="15155"/>
                </a:lnTo>
                <a:lnTo>
                  <a:pt x="680394" y="15304"/>
                </a:lnTo>
                <a:lnTo>
                  <a:pt x="680379" y="15454"/>
                </a:lnTo>
                <a:lnTo>
                  <a:pt x="680366" y="15605"/>
                </a:lnTo>
                <a:lnTo>
                  <a:pt x="680355" y="15758"/>
                </a:lnTo>
                <a:lnTo>
                  <a:pt x="680345" y="15912"/>
                </a:lnTo>
                <a:lnTo>
                  <a:pt x="680337" y="16068"/>
                </a:lnTo>
                <a:lnTo>
                  <a:pt x="680331" y="16225"/>
                </a:lnTo>
                <a:lnTo>
                  <a:pt x="680327" y="16383"/>
                </a:lnTo>
                <a:lnTo>
                  <a:pt x="680324" y="16543"/>
                </a:lnTo>
                <a:lnTo>
                  <a:pt x="680323" y="16704"/>
                </a:lnTo>
                <a:lnTo>
                  <a:pt x="680324" y="16873"/>
                </a:lnTo>
                <a:lnTo>
                  <a:pt x="680327" y="17041"/>
                </a:lnTo>
                <a:lnTo>
                  <a:pt x="680331" y="17206"/>
                </a:lnTo>
                <a:lnTo>
                  <a:pt x="680337" y="17370"/>
                </a:lnTo>
                <a:lnTo>
                  <a:pt x="680345" y="17532"/>
                </a:lnTo>
                <a:lnTo>
                  <a:pt x="680354" y="17693"/>
                </a:lnTo>
                <a:lnTo>
                  <a:pt x="680365" y="17852"/>
                </a:lnTo>
                <a:lnTo>
                  <a:pt x="680377" y="18009"/>
                </a:lnTo>
                <a:lnTo>
                  <a:pt x="680392" y="18164"/>
                </a:lnTo>
                <a:lnTo>
                  <a:pt x="680408" y="18318"/>
                </a:lnTo>
                <a:lnTo>
                  <a:pt x="680425" y="18469"/>
                </a:lnTo>
                <a:lnTo>
                  <a:pt x="680445" y="18619"/>
                </a:lnTo>
                <a:lnTo>
                  <a:pt x="680466" y="18768"/>
                </a:lnTo>
                <a:lnTo>
                  <a:pt x="680488" y="18914"/>
                </a:lnTo>
                <a:lnTo>
                  <a:pt x="680513" y="19059"/>
                </a:lnTo>
                <a:lnTo>
                  <a:pt x="680539" y="19202"/>
                </a:lnTo>
                <a:lnTo>
                  <a:pt x="680567" y="19343"/>
                </a:lnTo>
                <a:lnTo>
                  <a:pt x="680596" y="19483"/>
                </a:lnTo>
                <a:lnTo>
                  <a:pt x="680627" y="19621"/>
                </a:lnTo>
                <a:lnTo>
                  <a:pt x="680660" y="19757"/>
                </a:lnTo>
                <a:lnTo>
                  <a:pt x="680695" y="19891"/>
                </a:lnTo>
                <a:lnTo>
                  <a:pt x="680731" y="20024"/>
                </a:lnTo>
                <a:lnTo>
                  <a:pt x="680769" y="20155"/>
                </a:lnTo>
                <a:lnTo>
                  <a:pt x="680808" y="20284"/>
                </a:lnTo>
                <a:lnTo>
                  <a:pt x="680849" y="20411"/>
                </a:lnTo>
                <a:lnTo>
                  <a:pt x="680892" y="20537"/>
                </a:lnTo>
                <a:lnTo>
                  <a:pt x="680937" y="20661"/>
                </a:lnTo>
                <a:lnTo>
                  <a:pt x="680983" y="20783"/>
                </a:lnTo>
                <a:lnTo>
                  <a:pt x="681030" y="20903"/>
                </a:lnTo>
                <a:lnTo>
                  <a:pt x="681080" y="21021"/>
                </a:lnTo>
                <a:lnTo>
                  <a:pt x="681131" y="21138"/>
                </a:lnTo>
                <a:lnTo>
                  <a:pt x="681183" y="21252"/>
                </a:lnTo>
                <a:lnTo>
                  <a:pt x="681237" y="21365"/>
                </a:lnTo>
                <a:lnTo>
                  <a:pt x="681293" y="21476"/>
                </a:lnTo>
                <a:lnTo>
                  <a:pt x="681351" y="21586"/>
                </a:lnTo>
                <a:lnTo>
                  <a:pt x="681410" y="21693"/>
                </a:lnTo>
                <a:lnTo>
                  <a:pt x="681470" y="21799"/>
                </a:lnTo>
                <a:lnTo>
                  <a:pt x="681533" y="21903"/>
                </a:lnTo>
                <a:lnTo>
                  <a:pt x="681597" y="22005"/>
                </a:lnTo>
                <a:lnTo>
                  <a:pt x="681662" y="22106"/>
                </a:lnTo>
                <a:lnTo>
                  <a:pt x="681730" y="22204"/>
                </a:lnTo>
                <a:lnTo>
                  <a:pt x="681798" y="22301"/>
                </a:lnTo>
                <a:lnTo>
                  <a:pt x="681869" y="22396"/>
                </a:lnTo>
                <a:lnTo>
                  <a:pt x="681941" y="22489"/>
                </a:lnTo>
                <a:lnTo>
                  <a:pt x="682015" y="22580"/>
                </a:lnTo>
                <a:lnTo>
                  <a:pt x="682090" y="22670"/>
                </a:lnTo>
                <a:lnTo>
                  <a:pt x="682167" y="22758"/>
                </a:lnTo>
                <a:lnTo>
                  <a:pt x="682245" y="22843"/>
                </a:lnTo>
                <a:lnTo>
                  <a:pt x="682326" y="22928"/>
                </a:lnTo>
                <a:lnTo>
                  <a:pt x="682407" y="23010"/>
                </a:lnTo>
                <a:lnTo>
                  <a:pt x="682490" y="23091"/>
                </a:lnTo>
                <a:lnTo>
                  <a:pt x="682575" y="23170"/>
                </a:lnTo>
                <a:lnTo>
                  <a:pt x="682662" y="23247"/>
                </a:lnTo>
                <a:lnTo>
                  <a:pt x="682749" y="23322"/>
                </a:lnTo>
                <a:lnTo>
                  <a:pt x="682839" y="23396"/>
                </a:lnTo>
                <a:lnTo>
                  <a:pt x="682930" y="23468"/>
                </a:lnTo>
                <a:lnTo>
                  <a:pt x="683022" y="23538"/>
                </a:lnTo>
                <a:lnTo>
                  <a:pt x="683116" y="23607"/>
                </a:lnTo>
                <a:lnTo>
                  <a:pt x="683212" y="23674"/>
                </a:lnTo>
                <a:lnTo>
                  <a:pt x="683309" y="23739"/>
                </a:lnTo>
                <a:lnTo>
                  <a:pt x="683407" y="23802"/>
                </a:lnTo>
                <a:lnTo>
                  <a:pt x="683507" y="23863"/>
                </a:lnTo>
                <a:lnTo>
                  <a:pt x="683609" y="23923"/>
                </a:lnTo>
                <a:lnTo>
                  <a:pt x="683712" y="23981"/>
                </a:lnTo>
                <a:lnTo>
                  <a:pt x="683817" y="24037"/>
                </a:lnTo>
                <a:lnTo>
                  <a:pt x="683923" y="24092"/>
                </a:lnTo>
                <a:lnTo>
                  <a:pt x="684031" y="24145"/>
                </a:lnTo>
                <a:lnTo>
                  <a:pt x="684141" y="24196"/>
                </a:lnTo>
                <a:lnTo>
                  <a:pt x="684252" y="24245"/>
                </a:lnTo>
                <a:lnTo>
                  <a:pt x="684364" y="24293"/>
                </a:lnTo>
                <a:lnTo>
                  <a:pt x="684478" y="24338"/>
                </a:lnTo>
                <a:lnTo>
                  <a:pt x="684593" y="24383"/>
                </a:lnTo>
                <a:lnTo>
                  <a:pt x="684711" y="24425"/>
                </a:lnTo>
                <a:lnTo>
                  <a:pt x="684829" y="24465"/>
                </a:lnTo>
                <a:lnTo>
                  <a:pt x="684949" y="24504"/>
                </a:lnTo>
                <a:lnTo>
                  <a:pt x="685071" y="24541"/>
                </a:lnTo>
                <a:lnTo>
                  <a:pt x="685195" y="24576"/>
                </a:lnTo>
                <a:lnTo>
                  <a:pt x="685320" y="24609"/>
                </a:lnTo>
                <a:lnTo>
                  <a:pt x="685447" y="24641"/>
                </a:lnTo>
                <a:lnTo>
                  <a:pt x="685575" y="24671"/>
                </a:lnTo>
                <a:lnTo>
                  <a:pt x="685705" y="24699"/>
                </a:lnTo>
                <a:lnTo>
                  <a:pt x="685836" y="24725"/>
                </a:lnTo>
                <a:lnTo>
                  <a:pt x="685969" y="24749"/>
                </a:lnTo>
                <a:lnTo>
                  <a:pt x="686104" y="24772"/>
                </a:lnTo>
                <a:lnTo>
                  <a:pt x="686240" y="24792"/>
                </a:lnTo>
                <a:lnTo>
                  <a:pt x="686378" y="24811"/>
                </a:lnTo>
                <a:lnTo>
                  <a:pt x="686517" y="24828"/>
                </a:lnTo>
                <a:lnTo>
                  <a:pt x="686658" y="24844"/>
                </a:lnTo>
                <a:lnTo>
                  <a:pt x="686801" y="24857"/>
                </a:lnTo>
                <a:lnTo>
                  <a:pt x="686945" y="24869"/>
                </a:lnTo>
                <a:lnTo>
                  <a:pt x="687091" y="24879"/>
                </a:lnTo>
                <a:lnTo>
                  <a:pt x="687238" y="24887"/>
                </a:lnTo>
                <a:lnTo>
                  <a:pt x="687387" y="24893"/>
                </a:lnTo>
                <a:lnTo>
                  <a:pt x="687538" y="24898"/>
                </a:lnTo>
                <a:lnTo>
                  <a:pt x="687690" y="24900"/>
                </a:lnTo>
                <a:lnTo>
                  <a:pt x="687844" y="24901"/>
                </a:lnTo>
                <a:lnTo>
                  <a:pt x="687933" y="24901"/>
                </a:lnTo>
                <a:lnTo>
                  <a:pt x="688021" y="24900"/>
                </a:lnTo>
                <a:lnTo>
                  <a:pt x="688109" y="24899"/>
                </a:lnTo>
                <a:lnTo>
                  <a:pt x="688197" y="24897"/>
                </a:lnTo>
                <a:lnTo>
                  <a:pt x="688284" y="24894"/>
                </a:lnTo>
                <a:lnTo>
                  <a:pt x="688371" y="24891"/>
                </a:lnTo>
                <a:lnTo>
                  <a:pt x="688457" y="24888"/>
                </a:lnTo>
                <a:lnTo>
                  <a:pt x="688543" y="24884"/>
                </a:lnTo>
                <a:lnTo>
                  <a:pt x="688629" y="24879"/>
                </a:lnTo>
                <a:lnTo>
                  <a:pt x="688714" y="24874"/>
                </a:lnTo>
                <a:lnTo>
                  <a:pt x="688798" y="24868"/>
                </a:lnTo>
                <a:lnTo>
                  <a:pt x="688882" y="24861"/>
                </a:lnTo>
                <a:lnTo>
                  <a:pt x="688966" y="24855"/>
                </a:lnTo>
                <a:lnTo>
                  <a:pt x="689049" y="24847"/>
                </a:lnTo>
                <a:lnTo>
                  <a:pt x="689132" y="24839"/>
                </a:lnTo>
                <a:lnTo>
                  <a:pt x="689214" y="24831"/>
                </a:lnTo>
                <a:lnTo>
                  <a:pt x="689296" y="24822"/>
                </a:lnTo>
                <a:lnTo>
                  <a:pt x="689378" y="24812"/>
                </a:lnTo>
                <a:lnTo>
                  <a:pt x="689459" y="24802"/>
                </a:lnTo>
                <a:lnTo>
                  <a:pt x="689540" y="24791"/>
                </a:lnTo>
                <a:lnTo>
                  <a:pt x="689620" y="24780"/>
                </a:lnTo>
                <a:lnTo>
                  <a:pt x="689700" y="24768"/>
                </a:lnTo>
                <a:lnTo>
                  <a:pt x="689779" y="24755"/>
                </a:lnTo>
                <a:lnTo>
                  <a:pt x="689858" y="24742"/>
                </a:lnTo>
                <a:lnTo>
                  <a:pt x="689936" y="24729"/>
                </a:lnTo>
                <a:lnTo>
                  <a:pt x="690014" y="24716"/>
                </a:lnTo>
                <a:lnTo>
                  <a:pt x="690090" y="24702"/>
                </a:lnTo>
                <a:lnTo>
                  <a:pt x="690166" y="24688"/>
                </a:lnTo>
                <a:lnTo>
                  <a:pt x="690241" y="24674"/>
                </a:lnTo>
                <a:lnTo>
                  <a:pt x="690316" y="24660"/>
                </a:lnTo>
                <a:lnTo>
                  <a:pt x="690389" y="24646"/>
                </a:lnTo>
                <a:lnTo>
                  <a:pt x="690462" y="24632"/>
                </a:lnTo>
                <a:lnTo>
                  <a:pt x="690534" y="24617"/>
                </a:lnTo>
                <a:lnTo>
                  <a:pt x="690605" y="24603"/>
                </a:lnTo>
                <a:lnTo>
                  <a:pt x="690676" y="24588"/>
                </a:lnTo>
                <a:lnTo>
                  <a:pt x="690746" y="24573"/>
                </a:lnTo>
                <a:lnTo>
                  <a:pt x="690815" y="24558"/>
                </a:lnTo>
                <a:lnTo>
                  <a:pt x="690883" y="24543"/>
                </a:lnTo>
                <a:lnTo>
                  <a:pt x="690950" y="24528"/>
                </a:lnTo>
                <a:lnTo>
                  <a:pt x="691017" y="24512"/>
                </a:lnTo>
                <a:lnTo>
                  <a:pt x="691082" y="24497"/>
                </a:lnTo>
                <a:lnTo>
                  <a:pt x="691147" y="24481"/>
                </a:lnTo>
                <a:lnTo>
                  <a:pt x="691211" y="24465"/>
                </a:lnTo>
                <a:lnTo>
                  <a:pt x="691275" y="24449"/>
                </a:lnTo>
                <a:lnTo>
                  <a:pt x="691337" y="24433"/>
                </a:lnTo>
                <a:lnTo>
                  <a:pt x="691399" y="24416"/>
                </a:lnTo>
                <a:lnTo>
                  <a:pt x="691460" y="24400"/>
                </a:lnTo>
                <a:lnTo>
                  <a:pt x="691521" y="24383"/>
                </a:lnTo>
                <a:lnTo>
                  <a:pt x="691580" y="24366"/>
                </a:lnTo>
                <a:lnTo>
                  <a:pt x="691639" y="24350"/>
                </a:lnTo>
                <a:lnTo>
                  <a:pt x="691696" y="24333"/>
                </a:lnTo>
                <a:lnTo>
                  <a:pt x="691753" y="24316"/>
                </a:lnTo>
                <a:lnTo>
                  <a:pt x="691808" y="24299"/>
                </a:lnTo>
                <a:lnTo>
                  <a:pt x="691863" y="24282"/>
                </a:lnTo>
                <a:lnTo>
                  <a:pt x="691917" y="24265"/>
                </a:lnTo>
                <a:lnTo>
                  <a:pt x="691970" y="24248"/>
                </a:lnTo>
                <a:lnTo>
                  <a:pt x="692022" y="24232"/>
                </a:lnTo>
                <a:lnTo>
                  <a:pt x="692073" y="24215"/>
                </a:lnTo>
                <a:lnTo>
                  <a:pt x="692123" y="24198"/>
                </a:lnTo>
                <a:lnTo>
                  <a:pt x="692172" y="24180"/>
                </a:lnTo>
                <a:lnTo>
                  <a:pt x="692221" y="24163"/>
                </a:lnTo>
                <a:lnTo>
                  <a:pt x="692268" y="24146"/>
                </a:lnTo>
                <a:lnTo>
                  <a:pt x="692314" y="24129"/>
                </a:lnTo>
                <a:lnTo>
                  <a:pt x="692360" y="24112"/>
                </a:lnTo>
                <a:lnTo>
                  <a:pt x="692405" y="24095"/>
                </a:lnTo>
                <a:lnTo>
                  <a:pt x="692448" y="24078"/>
                </a:lnTo>
                <a:lnTo>
                  <a:pt x="692491" y="24060"/>
                </a:lnTo>
                <a:lnTo>
                  <a:pt x="692533" y="24043"/>
                </a:lnTo>
                <a:lnTo>
                  <a:pt x="692574" y="24026"/>
                </a:lnTo>
                <a:lnTo>
                  <a:pt x="692613" y="24008"/>
                </a:lnTo>
                <a:lnTo>
                  <a:pt x="692652" y="23991"/>
                </a:lnTo>
                <a:lnTo>
                  <a:pt x="692691" y="23974"/>
                </a:lnTo>
                <a:lnTo>
                  <a:pt x="692727" y="23956"/>
                </a:lnTo>
                <a:lnTo>
                  <a:pt x="692763" y="23940"/>
                </a:lnTo>
                <a:lnTo>
                  <a:pt x="692798" y="23923"/>
                </a:lnTo>
                <a:lnTo>
                  <a:pt x="692831" y="23907"/>
                </a:lnTo>
                <a:lnTo>
                  <a:pt x="692863" y="23892"/>
                </a:lnTo>
                <a:lnTo>
                  <a:pt x="692894" y="23877"/>
                </a:lnTo>
                <a:lnTo>
                  <a:pt x="692923" y="23862"/>
                </a:lnTo>
                <a:lnTo>
                  <a:pt x="692951" y="23847"/>
                </a:lnTo>
                <a:lnTo>
                  <a:pt x="692978" y="23833"/>
                </a:lnTo>
                <a:lnTo>
                  <a:pt x="693004" y="23820"/>
                </a:lnTo>
                <a:lnTo>
                  <a:pt x="693029" y="23807"/>
                </a:lnTo>
                <a:lnTo>
                  <a:pt x="693052" y="23794"/>
                </a:lnTo>
                <a:lnTo>
                  <a:pt x="693074" y="23782"/>
                </a:lnTo>
                <a:lnTo>
                  <a:pt x="693095" y="23770"/>
                </a:lnTo>
                <a:lnTo>
                  <a:pt x="693114" y="23758"/>
                </a:lnTo>
                <a:lnTo>
                  <a:pt x="693132" y="23747"/>
                </a:lnTo>
                <a:lnTo>
                  <a:pt x="693149" y="23736"/>
                </a:lnTo>
                <a:lnTo>
                  <a:pt x="693165" y="23726"/>
                </a:lnTo>
                <a:lnTo>
                  <a:pt x="693180" y="23716"/>
                </a:lnTo>
                <a:lnTo>
                  <a:pt x="693193" y="23707"/>
                </a:lnTo>
                <a:lnTo>
                  <a:pt x="693205" y="23698"/>
                </a:lnTo>
                <a:lnTo>
                  <a:pt x="693216" y="23689"/>
                </a:lnTo>
                <a:lnTo>
                  <a:pt x="693225" y="23681"/>
                </a:lnTo>
                <a:lnTo>
                  <a:pt x="693234" y="23673"/>
                </a:lnTo>
                <a:lnTo>
                  <a:pt x="693241" y="23665"/>
                </a:lnTo>
                <a:lnTo>
                  <a:pt x="693249" y="23657"/>
                </a:lnTo>
                <a:lnTo>
                  <a:pt x="693256" y="23650"/>
                </a:lnTo>
                <a:lnTo>
                  <a:pt x="693263" y="23642"/>
                </a:lnTo>
                <a:lnTo>
                  <a:pt x="693271" y="23634"/>
                </a:lnTo>
                <a:lnTo>
                  <a:pt x="693278" y="23626"/>
                </a:lnTo>
                <a:lnTo>
                  <a:pt x="693284" y="23619"/>
                </a:lnTo>
                <a:lnTo>
                  <a:pt x="693291" y="23611"/>
                </a:lnTo>
                <a:lnTo>
                  <a:pt x="693298" y="23603"/>
                </a:lnTo>
                <a:lnTo>
                  <a:pt x="693304" y="23595"/>
                </a:lnTo>
                <a:lnTo>
                  <a:pt x="693311" y="23587"/>
                </a:lnTo>
                <a:lnTo>
                  <a:pt x="693317" y="23579"/>
                </a:lnTo>
                <a:lnTo>
                  <a:pt x="693323" y="23571"/>
                </a:lnTo>
                <a:lnTo>
                  <a:pt x="693330" y="23563"/>
                </a:lnTo>
                <a:lnTo>
                  <a:pt x="693336" y="23555"/>
                </a:lnTo>
                <a:lnTo>
                  <a:pt x="693341" y="23547"/>
                </a:lnTo>
                <a:lnTo>
                  <a:pt x="693347" y="23538"/>
                </a:lnTo>
                <a:lnTo>
                  <a:pt x="693353" y="23530"/>
                </a:lnTo>
                <a:lnTo>
                  <a:pt x="693358" y="23522"/>
                </a:lnTo>
                <a:lnTo>
                  <a:pt x="693364" y="23514"/>
                </a:lnTo>
                <a:lnTo>
                  <a:pt x="693369" y="23506"/>
                </a:lnTo>
                <a:lnTo>
                  <a:pt x="693374" y="23497"/>
                </a:lnTo>
                <a:lnTo>
                  <a:pt x="693379" y="23489"/>
                </a:lnTo>
                <a:lnTo>
                  <a:pt x="693384" y="23481"/>
                </a:lnTo>
                <a:lnTo>
                  <a:pt x="693389" y="23472"/>
                </a:lnTo>
                <a:lnTo>
                  <a:pt x="693394" y="23464"/>
                </a:lnTo>
                <a:lnTo>
                  <a:pt x="693398" y="23455"/>
                </a:lnTo>
                <a:lnTo>
                  <a:pt x="693403" y="23447"/>
                </a:lnTo>
                <a:lnTo>
                  <a:pt x="693407" y="23438"/>
                </a:lnTo>
                <a:lnTo>
                  <a:pt x="693411" y="23429"/>
                </a:lnTo>
                <a:lnTo>
                  <a:pt x="693415" y="23420"/>
                </a:lnTo>
                <a:lnTo>
                  <a:pt x="693419" y="23411"/>
                </a:lnTo>
                <a:lnTo>
                  <a:pt x="693423" y="23402"/>
                </a:lnTo>
                <a:lnTo>
                  <a:pt x="693427" y="23393"/>
                </a:lnTo>
                <a:lnTo>
                  <a:pt x="693431" y="23383"/>
                </a:lnTo>
                <a:lnTo>
                  <a:pt x="693434" y="23374"/>
                </a:lnTo>
                <a:lnTo>
                  <a:pt x="693438" y="23365"/>
                </a:lnTo>
                <a:lnTo>
                  <a:pt x="693441" y="23355"/>
                </a:lnTo>
                <a:lnTo>
                  <a:pt x="693444" y="23346"/>
                </a:lnTo>
                <a:lnTo>
                  <a:pt x="693447" y="23336"/>
                </a:lnTo>
                <a:lnTo>
                  <a:pt x="693450" y="23326"/>
                </a:lnTo>
                <a:lnTo>
                  <a:pt x="693453" y="23316"/>
                </a:lnTo>
                <a:lnTo>
                  <a:pt x="693456" y="23306"/>
                </a:lnTo>
                <a:lnTo>
                  <a:pt x="693458" y="23296"/>
                </a:lnTo>
                <a:lnTo>
                  <a:pt x="693461" y="23286"/>
                </a:lnTo>
                <a:lnTo>
                  <a:pt x="693463" y="23276"/>
                </a:lnTo>
                <a:lnTo>
                  <a:pt x="693465" y="23265"/>
                </a:lnTo>
                <a:lnTo>
                  <a:pt x="693468" y="23255"/>
                </a:lnTo>
                <a:lnTo>
                  <a:pt x="693470" y="23245"/>
                </a:lnTo>
                <a:lnTo>
                  <a:pt x="693472" y="23234"/>
                </a:lnTo>
                <a:lnTo>
                  <a:pt x="693474" y="23223"/>
                </a:lnTo>
                <a:lnTo>
                  <a:pt x="693476" y="23212"/>
                </a:lnTo>
                <a:lnTo>
                  <a:pt x="693478" y="23201"/>
                </a:lnTo>
                <a:lnTo>
                  <a:pt x="693480" y="23190"/>
                </a:lnTo>
                <a:lnTo>
                  <a:pt x="693482" y="23179"/>
                </a:lnTo>
                <a:lnTo>
                  <a:pt x="693483" y="23168"/>
                </a:lnTo>
                <a:lnTo>
                  <a:pt x="693485" y="23156"/>
                </a:lnTo>
                <a:lnTo>
                  <a:pt x="693487" y="23145"/>
                </a:lnTo>
                <a:lnTo>
                  <a:pt x="693489" y="23133"/>
                </a:lnTo>
                <a:lnTo>
                  <a:pt x="693491" y="23121"/>
                </a:lnTo>
                <a:lnTo>
                  <a:pt x="693492" y="23109"/>
                </a:lnTo>
                <a:lnTo>
                  <a:pt x="693494" y="23097"/>
                </a:lnTo>
                <a:lnTo>
                  <a:pt x="693496" y="23085"/>
                </a:lnTo>
                <a:lnTo>
                  <a:pt x="693497" y="23073"/>
                </a:lnTo>
                <a:lnTo>
                  <a:pt x="693499" y="23061"/>
                </a:lnTo>
                <a:lnTo>
                  <a:pt x="693501" y="23048"/>
                </a:lnTo>
                <a:lnTo>
                  <a:pt x="693502" y="23036"/>
                </a:lnTo>
                <a:lnTo>
                  <a:pt x="693504" y="23023"/>
                </a:lnTo>
                <a:lnTo>
                  <a:pt x="693505" y="23010"/>
                </a:lnTo>
                <a:lnTo>
                  <a:pt x="693507" y="22997"/>
                </a:lnTo>
                <a:lnTo>
                  <a:pt x="693508" y="22984"/>
                </a:lnTo>
                <a:lnTo>
                  <a:pt x="693509" y="22971"/>
                </a:lnTo>
                <a:lnTo>
                  <a:pt x="693511" y="22958"/>
                </a:lnTo>
                <a:lnTo>
                  <a:pt x="693512" y="22944"/>
                </a:lnTo>
                <a:lnTo>
                  <a:pt x="693513" y="22930"/>
                </a:lnTo>
                <a:lnTo>
                  <a:pt x="693515" y="22916"/>
                </a:lnTo>
                <a:lnTo>
                  <a:pt x="693516" y="22902"/>
                </a:lnTo>
                <a:lnTo>
                  <a:pt x="693517" y="22888"/>
                </a:lnTo>
                <a:lnTo>
                  <a:pt x="693518" y="22873"/>
                </a:lnTo>
                <a:lnTo>
                  <a:pt x="693519" y="22859"/>
                </a:lnTo>
                <a:lnTo>
                  <a:pt x="693520" y="22844"/>
                </a:lnTo>
                <a:lnTo>
                  <a:pt x="693520" y="22828"/>
                </a:lnTo>
                <a:lnTo>
                  <a:pt x="693521" y="22813"/>
                </a:lnTo>
                <a:lnTo>
                  <a:pt x="693522" y="22798"/>
                </a:lnTo>
                <a:lnTo>
                  <a:pt x="693523" y="22782"/>
                </a:lnTo>
                <a:lnTo>
                  <a:pt x="693523" y="22766"/>
                </a:lnTo>
                <a:lnTo>
                  <a:pt x="693524" y="22750"/>
                </a:lnTo>
                <a:lnTo>
                  <a:pt x="693524" y="22733"/>
                </a:lnTo>
                <a:lnTo>
                  <a:pt x="693525" y="22717"/>
                </a:lnTo>
                <a:lnTo>
                  <a:pt x="693525" y="22700"/>
                </a:lnTo>
                <a:lnTo>
                  <a:pt x="693525" y="22683"/>
                </a:lnTo>
                <a:lnTo>
                  <a:pt x="693526" y="22666"/>
                </a:lnTo>
                <a:lnTo>
                  <a:pt x="693526" y="22648"/>
                </a:lnTo>
                <a:lnTo>
                  <a:pt x="693526" y="22631"/>
                </a:lnTo>
                <a:lnTo>
                  <a:pt x="693526" y="22613"/>
                </a:lnTo>
                <a:lnTo>
                  <a:pt x="693526" y="22595"/>
                </a:lnTo>
                <a:lnTo>
                  <a:pt x="693526" y="22570"/>
                </a:lnTo>
                <a:lnTo>
                  <a:pt x="693526" y="22545"/>
                </a:lnTo>
                <a:lnTo>
                  <a:pt x="693526" y="22521"/>
                </a:lnTo>
                <a:lnTo>
                  <a:pt x="693525" y="22497"/>
                </a:lnTo>
                <a:lnTo>
                  <a:pt x="693525" y="22474"/>
                </a:lnTo>
                <a:lnTo>
                  <a:pt x="693525" y="22450"/>
                </a:lnTo>
                <a:lnTo>
                  <a:pt x="693524" y="22427"/>
                </a:lnTo>
                <a:lnTo>
                  <a:pt x="693523" y="22405"/>
                </a:lnTo>
                <a:lnTo>
                  <a:pt x="693523" y="22382"/>
                </a:lnTo>
                <a:lnTo>
                  <a:pt x="693522" y="22360"/>
                </a:lnTo>
                <a:lnTo>
                  <a:pt x="693521" y="22338"/>
                </a:lnTo>
                <a:lnTo>
                  <a:pt x="693520" y="22317"/>
                </a:lnTo>
                <a:lnTo>
                  <a:pt x="693519" y="22296"/>
                </a:lnTo>
                <a:lnTo>
                  <a:pt x="693518" y="22275"/>
                </a:lnTo>
                <a:lnTo>
                  <a:pt x="693516" y="22255"/>
                </a:lnTo>
                <a:lnTo>
                  <a:pt x="693515" y="22235"/>
                </a:lnTo>
                <a:lnTo>
                  <a:pt x="693514" y="22215"/>
                </a:lnTo>
                <a:lnTo>
                  <a:pt x="693512" y="22195"/>
                </a:lnTo>
                <a:lnTo>
                  <a:pt x="693510" y="22176"/>
                </a:lnTo>
                <a:lnTo>
                  <a:pt x="693509" y="22157"/>
                </a:lnTo>
                <a:lnTo>
                  <a:pt x="693507" y="22139"/>
                </a:lnTo>
                <a:lnTo>
                  <a:pt x="693505" y="22121"/>
                </a:lnTo>
                <a:lnTo>
                  <a:pt x="693503" y="22103"/>
                </a:lnTo>
                <a:lnTo>
                  <a:pt x="693501" y="22085"/>
                </a:lnTo>
                <a:lnTo>
                  <a:pt x="693499" y="22068"/>
                </a:lnTo>
                <a:lnTo>
                  <a:pt x="693497" y="22051"/>
                </a:lnTo>
                <a:lnTo>
                  <a:pt x="693494" y="22034"/>
                </a:lnTo>
                <a:lnTo>
                  <a:pt x="693492" y="22018"/>
                </a:lnTo>
                <a:lnTo>
                  <a:pt x="693490" y="22002"/>
                </a:lnTo>
                <a:lnTo>
                  <a:pt x="693487" y="21986"/>
                </a:lnTo>
                <a:lnTo>
                  <a:pt x="693484" y="21971"/>
                </a:lnTo>
                <a:lnTo>
                  <a:pt x="693482" y="21956"/>
                </a:lnTo>
                <a:lnTo>
                  <a:pt x="693479" y="21941"/>
                </a:lnTo>
                <a:lnTo>
                  <a:pt x="693476" y="21927"/>
                </a:lnTo>
                <a:lnTo>
                  <a:pt x="693473" y="21913"/>
                </a:lnTo>
                <a:lnTo>
                  <a:pt x="693470" y="21899"/>
                </a:lnTo>
                <a:lnTo>
                  <a:pt x="693467" y="21886"/>
                </a:lnTo>
                <a:lnTo>
                  <a:pt x="693463" y="21873"/>
                </a:lnTo>
                <a:lnTo>
                  <a:pt x="693460" y="21860"/>
                </a:lnTo>
                <a:lnTo>
                  <a:pt x="693456" y="21847"/>
                </a:lnTo>
                <a:lnTo>
                  <a:pt x="693453" y="21835"/>
                </a:lnTo>
                <a:lnTo>
                  <a:pt x="693449" y="21824"/>
                </a:lnTo>
                <a:lnTo>
                  <a:pt x="693446" y="21812"/>
                </a:lnTo>
                <a:lnTo>
                  <a:pt x="693442" y="21801"/>
                </a:lnTo>
                <a:lnTo>
                  <a:pt x="693438" y="21790"/>
                </a:lnTo>
                <a:lnTo>
                  <a:pt x="693434" y="21779"/>
                </a:lnTo>
                <a:lnTo>
                  <a:pt x="693430" y="21769"/>
                </a:lnTo>
                <a:lnTo>
                  <a:pt x="693426" y="21759"/>
                </a:lnTo>
                <a:lnTo>
                  <a:pt x="693422" y="21750"/>
                </a:lnTo>
                <a:lnTo>
                  <a:pt x="693417" y="21740"/>
                </a:lnTo>
                <a:lnTo>
                  <a:pt x="693413" y="21731"/>
                </a:lnTo>
                <a:lnTo>
                  <a:pt x="693408" y="21722"/>
                </a:lnTo>
                <a:lnTo>
                  <a:pt x="693403" y="21713"/>
                </a:lnTo>
                <a:lnTo>
                  <a:pt x="693398" y="21704"/>
                </a:lnTo>
                <a:lnTo>
                  <a:pt x="693393" y="21696"/>
                </a:lnTo>
                <a:lnTo>
                  <a:pt x="693388" y="21688"/>
                </a:lnTo>
                <a:lnTo>
                  <a:pt x="693382" y="21680"/>
                </a:lnTo>
                <a:lnTo>
                  <a:pt x="693377" y="21672"/>
                </a:lnTo>
                <a:lnTo>
                  <a:pt x="693371" y="21664"/>
                </a:lnTo>
                <a:lnTo>
                  <a:pt x="693365" y="21657"/>
                </a:lnTo>
                <a:lnTo>
                  <a:pt x="693359" y="21650"/>
                </a:lnTo>
                <a:lnTo>
                  <a:pt x="693353" y="21643"/>
                </a:lnTo>
                <a:lnTo>
                  <a:pt x="693347" y="21636"/>
                </a:lnTo>
                <a:lnTo>
                  <a:pt x="693340" y="21629"/>
                </a:lnTo>
                <a:lnTo>
                  <a:pt x="693334" y="21623"/>
                </a:lnTo>
                <a:lnTo>
                  <a:pt x="693327" y="21617"/>
                </a:lnTo>
                <a:lnTo>
                  <a:pt x="693320" y="21611"/>
                </a:lnTo>
                <a:lnTo>
                  <a:pt x="693313" y="21605"/>
                </a:lnTo>
                <a:lnTo>
                  <a:pt x="693306" y="21599"/>
                </a:lnTo>
                <a:lnTo>
                  <a:pt x="693299" y="21594"/>
                </a:lnTo>
                <a:lnTo>
                  <a:pt x="693291" y="21589"/>
                </a:lnTo>
                <a:lnTo>
                  <a:pt x="693284" y="21584"/>
                </a:lnTo>
                <a:lnTo>
                  <a:pt x="693276" y="21579"/>
                </a:lnTo>
                <a:lnTo>
                  <a:pt x="693268" y="21574"/>
                </a:lnTo>
                <a:lnTo>
                  <a:pt x="693260" y="21570"/>
                </a:lnTo>
                <a:lnTo>
                  <a:pt x="693252" y="21566"/>
                </a:lnTo>
                <a:lnTo>
                  <a:pt x="693244" y="21562"/>
                </a:lnTo>
                <a:lnTo>
                  <a:pt x="693236" y="21558"/>
                </a:lnTo>
                <a:lnTo>
                  <a:pt x="693228" y="21555"/>
                </a:lnTo>
                <a:lnTo>
                  <a:pt x="693220" y="21551"/>
                </a:lnTo>
                <a:lnTo>
                  <a:pt x="693211" y="21548"/>
                </a:lnTo>
                <a:lnTo>
                  <a:pt x="693203" y="21545"/>
                </a:lnTo>
                <a:lnTo>
                  <a:pt x="693194" y="21542"/>
                </a:lnTo>
                <a:lnTo>
                  <a:pt x="693186" y="21540"/>
                </a:lnTo>
                <a:lnTo>
                  <a:pt x="693177" y="21538"/>
                </a:lnTo>
                <a:lnTo>
                  <a:pt x="693168" y="21535"/>
                </a:lnTo>
                <a:lnTo>
                  <a:pt x="693159" y="21534"/>
                </a:lnTo>
                <a:lnTo>
                  <a:pt x="693150" y="21532"/>
                </a:lnTo>
                <a:lnTo>
                  <a:pt x="693141" y="21530"/>
                </a:lnTo>
                <a:lnTo>
                  <a:pt x="693132" y="21529"/>
                </a:lnTo>
                <a:lnTo>
                  <a:pt x="693123" y="21528"/>
                </a:lnTo>
                <a:lnTo>
                  <a:pt x="693113" y="21527"/>
                </a:lnTo>
                <a:lnTo>
                  <a:pt x="693104" y="21526"/>
                </a:lnTo>
                <a:lnTo>
                  <a:pt x="693094" y="21526"/>
                </a:lnTo>
                <a:lnTo>
                  <a:pt x="693085" y="21525"/>
                </a:lnTo>
                <a:lnTo>
                  <a:pt x="693075" y="21525"/>
                </a:lnTo>
                <a:lnTo>
                  <a:pt x="693058" y="21526"/>
                </a:lnTo>
                <a:lnTo>
                  <a:pt x="693040" y="21527"/>
                </a:lnTo>
                <a:lnTo>
                  <a:pt x="693022" y="21528"/>
                </a:lnTo>
                <a:lnTo>
                  <a:pt x="693003" y="21530"/>
                </a:lnTo>
                <a:lnTo>
                  <a:pt x="692983" y="21533"/>
                </a:lnTo>
                <a:lnTo>
                  <a:pt x="692963" y="21536"/>
                </a:lnTo>
                <a:lnTo>
                  <a:pt x="692942" y="21540"/>
                </a:lnTo>
                <a:lnTo>
                  <a:pt x="692920" y="21545"/>
                </a:lnTo>
                <a:lnTo>
                  <a:pt x="692897" y="21550"/>
                </a:lnTo>
                <a:lnTo>
                  <a:pt x="692874" y="21556"/>
                </a:lnTo>
                <a:lnTo>
                  <a:pt x="692851" y="21562"/>
                </a:lnTo>
                <a:lnTo>
                  <a:pt x="692826" y="21569"/>
                </a:lnTo>
                <a:lnTo>
                  <a:pt x="692801" y="21577"/>
                </a:lnTo>
                <a:lnTo>
                  <a:pt x="692776" y="21585"/>
                </a:lnTo>
                <a:lnTo>
                  <a:pt x="692749" y="21594"/>
                </a:lnTo>
                <a:lnTo>
                  <a:pt x="692722" y="21603"/>
                </a:lnTo>
                <a:lnTo>
                  <a:pt x="692694" y="21613"/>
                </a:lnTo>
                <a:lnTo>
                  <a:pt x="692666" y="21624"/>
                </a:lnTo>
                <a:lnTo>
                  <a:pt x="692637" y="21635"/>
                </a:lnTo>
                <a:lnTo>
                  <a:pt x="692607" y="21647"/>
                </a:lnTo>
                <a:lnTo>
                  <a:pt x="692577" y="21660"/>
                </a:lnTo>
                <a:lnTo>
                  <a:pt x="692546" y="21673"/>
                </a:lnTo>
                <a:lnTo>
                  <a:pt x="692514" y="21686"/>
                </a:lnTo>
                <a:lnTo>
                  <a:pt x="692482" y="21701"/>
                </a:lnTo>
                <a:lnTo>
                  <a:pt x="692449" y="21715"/>
                </a:lnTo>
                <a:lnTo>
                  <a:pt x="692415" y="21730"/>
                </a:lnTo>
                <a:lnTo>
                  <a:pt x="692380" y="21745"/>
                </a:lnTo>
                <a:lnTo>
                  <a:pt x="692345" y="21760"/>
                </a:lnTo>
                <a:lnTo>
                  <a:pt x="692309" y="21776"/>
                </a:lnTo>
                <a:lnTo>
                  <a:pt x="692272" y="21791"/>
                </a:lnTo>
                <a:lnTo>
                  <a:pt x="692234" y="21807"/>
                </a:lnTo>
                <a:lnTo>
                  <a:pt x="692196" y="21822"/>
                </a:lnTo>
                <a:lnTo>
                  <a:pt x="692157" y="21838"/>
                </a:lnTo>
                <a:lnTo>
                  <a:pt x="692117" y="21854"/>
                </a:lnTo>
                <a:lnTo>
                  <a:pt x="692076" y="21870"/>
                </a:lnTo>
                <a:lnTo>
                  <a:pt x="692035" y="21887"/>
                </a:lnTo>
                <a:lnTo>
                  <a:pt x="691992" y="21903"/>
                </a:lnTo>
                <a:lnTo>
                  <a:pt x="691949" y="21920"/>
                </a:lnTo>
                <a:lnTo>
                  <a:pt x="691906" y="21936"/>
                </a:lnTo>
                <a:lnTo>
                  <a:pt x="691861" y="21953"/>
                </a:lnTo>
                <a:lnTo>
                  <a:pt x="691816" y="21970"/>
                </a:lnTo>
                <a:lnTo>
                  <a:pt x="691770" y="21988"/>
                </a:lnTo>
                <a:lnTo>
                  <a:pt x="691724" y="22005"/>
                </a:lnTo>
                <a:lnTo>
                  <a:pt x="691676" y="22022"/>
                </a:lnTo>
                <a:lnTo>
                  <a:pt x="691628" y="22040"/>
                </a:lnTo>
                <a:lnTo>
                  <a:pt x="691579" y="22058"/>
                </a:lnTo>
                <a:lnTo>
                  <a:pt x="691529" y="22076"/>
                </a:lnTo>
                <a:lnTo>
                  <a:pt x="691479" y="22094"/>
                </a:lnTo>
                <a:lnTo>
                  <a:pt x="691428" y="22112"/>
                </a:lnTo>
                <a:lnTo>
                  <a:pt x="691376" y="22129"/>
                </a:lnTo>
                <a:lnTo>
                  <a:pt x="691323" y="22147"/>
                </a:lnTo>
                <a:lnTo>
                  <a:pt x="691269" y="22165"/>
                </a:lnTo>
                <a:lnTo>
                  <a:pt x="691215" y="22182"/>
                </a:lnTo>
                <a:lnTo>
                  <a:pt x="691160" y="22200"/>
                </a:lnTo>
                <a:lnTo>
                  <a:pt x="691104" y="22217"/>
                </a:lnTo>
                <a:lnTo>
                  <a:pt x="691047" y="22234"/>
                </a:lnTo>
                <a:lnTo>
                  <a:pt x="690990" y="22251"/>
                </a:lnTo>
                <a:lnTo>
                  <a:pt x="690931" y="22267"/>
                </a:lnTo>
                <a:lnTo>
                  <a:pt x="690872" y="22284"/>
                </a:lnTo>
                <a:lnTo>
                  <a:pt x="690812" y="22300"/>
                </a:lnTo>
                <a:lnTo>
                  <a:pt x="690752" y="22317"/>
                </a:lnTo>
                <a:lnTo>
                  <a:pt x="690690" y="22333"/>
                </a:lnTo>
                <a:lnTo>
                  <a:pt x="690628" y="22349"/>
                </a:lnTo>
                <a:lnTo>
                  <a:pt x="690565" y="22365"/>
                </a:lnTo>
                <a:lnTo>
                  <a:pt x="690502" y="22380"/>
                </a:lnTo>
                <a:lnTo>
                  <a:pt x="690437" y="22396"/>
                </a:lnTo>
                <a:lnTo>
                  <a:pt x="690372" y="22411"/>
                </a:lnTo>
                <a:lnTo>
                  <a:pt x="690306" y="22427"/>
                </a:lnTo>
                <a:lnTo>
                  <a:pt x="690239" y="22442"/>
                </a:lnTo>
                <a:lnTo>
                  <a:pt x="690171" y="22457"/>
                </a:lnTo>
                <a:lnTo>
                  <a:pt x="690103" y="22472"/>
                </a:lnTo>
                <a:lnTo>
                  <a:pt x="690033" y="22486"/>
                </a:lnTo>
                <a:lnTo>
                  <a:pt x="689963" y="22501"/>
                </a:lnTo>
                <a:lnTo>
                  <a:pt x="689892" y="22514"/>
                </a:lnTo>
                <a:lnTo>
                  <a:pt x="689821" y="22527"/>
                </a:lnTo>
                <a:lnTo>
                  <a:pt x="689748" y="22540"/>
                </a:lnTo>
                <a:lnTo>
                  <a:pt x="689675" y="22552"/>
                </a:lnTo>
                <a:lnTo>
                  <a:pt x="689601" y="22563"/>
                </a:lnTo>
                <a:lnTo>
                  <a:pt x="689526" y="22574"/>
                </a:lnTo>
                <a:lnTo>
                  <a:pt x="689450" y="22584"/>
                </a:lnTo>
                <a:lnTo>
                  <a:pt x="689374" y="22593"/>
                </a:lnTo>
                <a:lnTo>
                  <a:pt x="689296" y="22602"/>
                </a:lnTo>
                <a:lnTo>
                  <a:pt x="689218" y="22610"/>
                </a:lnTo>
                <a:lnTo>
                  <a:pt x="689139" y="22618"/>
                </a:lnTo>
                <a:lnTo>
                  <a:pt x="689059" y="22625"/>
                </a:lnTo>
                <a:lnTo>
                  <a:pt x="688979" y="22631"/>
                </a:lnTo>
                <a:lnTo>
                  <a:pt x="688897" y="22637"/>
                </a:lnTo>
                <a:lnTo>
                  <a:pt x="688815" y="22642"/>
                </a:lnTo>
                <a:lnTo>
                  <a:pt x="688732" y="22647"/>
                </a:lnTo>
                <a:lnTo>
                  <a:pt x="688648" y="22651"/>
                </a:lnTo>
                <a:lnTo>
                  <a:pt x="688564" y="22654"/>
                </a:lnTo>
                <a:lnTo>
                  <a:pt x="688478" y="22657"/>
                </a:lnTo>
                <a:lnTo>
                  <a:pt x="688392" y="22659"/>
                </a:lnTo>
                <a:lnTo>
                  <a:pt x="688305" y="22661"/>
                </a:lnTo>
                <a:lnTo>
                  <a:pt x="688217" y="22661"/>
                </a:lnTo>
                <a:lnTo>
                  <a:pt x="688128" y="22662"/>
                </a:lnTo>
                <a:lnTo>
                  <a:pt x="688016" y="22661"/>
                </a:lnTo>
                <a:lnTo>
                  <a:pt x="687905" y="22659"/>
                </a:lnTo>
                <a:lnTo>
                  <a:pt x="687796" y="22656"/>
                </a:lnTo>
                <a:lnTo>
                  <a:pt x="687688" y="22651"/>
                </a:lnTo>
                <a:lnTo>
                  <a:pt x="687582" y="22645"/>
                </a:lnTo>
                <a:lnTo>
                  <a:pt x="687477" y="22638"/>
                </a:lnTo>
                <a:lnTo>
                  <a:pt x="687374" y="22629"/>
                </a:lnTo>
                <a:lnTo>
                  <a:pt x="687272" y="22619"/>
                </a:lnTo>
                <a:lnTo>
                  <a:pt x="687172" y="22608"/>
                </a:lnTo>
                <a:lnTo>
                  <a:pt x="687073" y="22595"/>
                </a:lnTo>
                <a:lnTo>
                  <a:pt x="686975" y="22581"/>
                </a:lnTo>
                <a:lnTo>
                  <a:pt x="686879" y="22565"/>
                </a:lnTo>
                <a:lnTo>
                  <a:pt x="686784" y="22549"/>
                </a:lnTo>
                <a:lnTo>
                  <a:pt x="686691" y="22531"/>
                </a:lnTo>
                <a:lnTo>
                  <a:pt x="686599" y="22511"/>
                </a:lnTo>
                <a:lnTo>
                  <a:pt x="686509" y="22490"/>
                </a:lnTo>
                <a:lnTo>
                  <a:pt x="686420" y="22468"/>
                </a:lnTo>
                <a:lnTo>
                  <a:pt x="686333" y="22445"/>
                </a:lnTo>
                <a:lnTo>
                  <a:pt x="686247" y="22420"/>
                </a:lnTo>
                <a:lnTo>
                  <a:pt x="686162" y="22394"/>
                </a:lnTo>
                <a:lnTo>
                  <a:pt x="686079" y="22367"/>
                </a:lnTo>
                <a:lnTo>
                  <a:pt x="685997" y="22338"/>
                </a:lnTo>
                <a:lnTo>
                  <a:pt x="685917" y="22308"/>
                </a:lnTo>
                <a:lnTo>
                  <a:pt x="685839" y="22276"/>
                </a:lnTo>
                <a:lnTo>
                  <a:pt x="685761" y="22244"/>
                </a:lnTo>
                <a:lnTo>
                  <a:pt x="685685" y="22210"/>
                </a:lnTo>
                <a:lnTo>
                  <a:pt x="685610" y="22175"/>
                </a:lnTo>
                <a:lnTo>
                  <a:pt x="685536" y="22138"/>
                </a:lnTo>
                <a:lnTo>
                  <a:pt x="685464" y="22101"/>
                </a:lnTo>
                <a:lnTo>
                  <a:pt x="685393" y="22062"/>
                </a:lnTo>
                <a:lnTo>
                  <a:pt x="685322" y="22023"/>
                </a:lnTo>
                <a:lnTo>
                  <a:pt x="685254" y="21982"/>
                </a:lnTo>
                <a:lnTo>
                  <a:pt x="685186" y="21940"/>
                </a:lnTo>
                <a:lnTo>
                  <a:pt x="685120" y="21897"/>
                </a:lnTo>
                <a:lnTo>
                  <a:pt x="685054" y="21852"/>
                </a:lnTo>
                <a:lnTo>
                  <a:pt x="684990" y="21807"/>
                </a:lnTo>
                <a:lnTo>
                  <a:pt x="684928" y="21760"/>
                </a:lnTo>
                <a:lnTo>
                  <a:pt x="684866" y="21712"/>
                </a:lnTo>
                <a:lnTo>
                  <a:pt x="684806" y="21663"/>
                </a:lnTo>
                <a:lnTo>
                  <a:pt x="684747" y="21613"/>
                </a:lnTo>
                <a:lnTo>
                  <a:pt x="684689" y="21562"/>
                </a:lnTo>
                <a:lnTo>
                  <a:pt x="684632" y="21509"/>
                </a:lnTo>
                <a:lnTo>
                  <a:pt x="684577" y="21455"/>
                </a:lnTo>
                <a:lnTo>
                  <a:pt x="684522" y="21401"/>
                </a:lnTo>
                <a:lnTo>
                  <a:pt x="684469" y="21345"/>
                </a:lnTo>
                <a:lnTo>
                  <a:pt x="684418" y="21287"/>
                </a:lnTo>
                <a:lnTo>
                  <a:pt x="684367" y="21229"/>
                </a:lnTo>
                <a:lnTo>
                  <a:pt x="684318" y="21170"/>
                </a:lnTo>
                <a:lnTo>
                  <a:pt x="684270" y="21109"/>
                </a:lnTo>
                <a:lnTo>
                  <a:pt x="684223" y="21048"/>
                </a:lnTo>
                <a:lnTo>
                  <a:pt x="684177" y="20985"/>
                </a:lnTo>
                <a:lnTo>
                  <a:pt x="684132" y="20922"/>
                </a:lnTo>
                <a:lnTo>
                  <a:pt x="684088" y="20857"/>
                </a:lnTo>
                <a:lnTo>
                  <a:pt x="684046" y="20791"/>
                </a:lnTo>
                <a:lnTo>
                  <a:pt x="684005" y="20725"/>
                </a:lnTo>
                <a:lnTo>
                  <a:pt x="683965" y="20658"/>
                </a:lnTo>
                <a:lnTo>
                  <a:pt x="683926" y="20589"/>
                </a:lnTo>
                <a:lnTo>
                  <a:pt x="683888" y="20520"/>
                </a:lnTo>
                <a:lnTo>
                  <a:pt x="683852" y="20449"/>
                </a:lnTo>
                <a:lnTo>
                  <a:pt x="683816" y="20378"/>
                </a:lnTo>
                <a:lnTo>
                  <a:pt x="683782" y="20305"/>
                </a:lnTo>
                <a:lnTo>
                  <a:pt x="683749" y="20232"/>
                </a:lnTo>
                <a:lnTo>
                  <a:pt x="683717" y="20157"/>
                </a:lnTo>
                <a:lnTo>
                  <a:pt x="683686" y="20082"/>
                </a:lnTo>
                <a:lnTo>
                  <a:pt x="683657" y="20006"/>
                </a:lnTo>
                <a:lnTo>
                  <a:pt x="683628" y="19928"/>
                </a:lnTo>
                <a:lnTo>
                  <a:pt x="683601" y="19850"/>
                </a:lnTo>
                <a:lnTo>
                  <a:pt x="683575" y="19770"/>
                </a:lnTo>
                <a:lnTo>
                  <a:pt x="683550" y="19690"/>
                </a:lnTo>
                <a:lnTo>
                  <a:pt x="683526" y="19609"/>
                </a:lnTo>
                <a:lnTo>
                  <a:pt x="683504" y="19526"/>
                </a:lnTo>
                <a:lnTo>
                  <a:pt x="683482" y="19443"/>
                </a:lnTo>
                <a:lnTo>
                  <a:pt x="683462" y="19359"/>
                </a:lnTo>
                <a:lnTo>
                  <a:pt x="683442" y="19274"/>
                </a:lnTo>
                <a:lnTo>
                  <a:pt x="683423" y="19188"/>
                </a:lnTo>
                <a:lnTo>
                  <a:pt x="683405" y="19101"/>
                </a:lnTo>
                <a:lnTo>
                  <a:pt x="683389" y="19013"/>
                </a:lnTo>
                <a:lnTo>
                  <a:pt x="683372" y="18924"/>
                </a:lnTo>
                <a:lnTo>
                  <a:pt x="683357" y="18835"/>
                </a:lnTo>
                <a:lnTo>
                  <a:pt x="683343" y="18745"/>
                </a:lnTo>
                <a:lnTo>
                  <a:pt x="683329" y="18653"/>
                </a:lnTo>
                <a:lnTo>
                  <a:pt x="683317" y="18561"/>
                </a:lnTo>
                <a:lnTo>
                  <a:pt x="683305" y="18468"/>
                </a:lnTo>
                <a:lnTo>
                  <a:pt x="683294" y="18374"/>
                </a:lnTo>
                <a:lnTo>
                  <a:pt x="683284" y="18280"/>
                </a:lnTo>
                <a:lnTo>
                  <a:pt x="683275" y="18184"/>
                </a:lnTo>
                <a:lnTo>
                  <a:pt x="683267" y="18088"/>
                </a:lnTo>
                <a:lnTo>
                  <a:pt x="683259" y="17990"/>
                </a:lnTo>
                <a:lnTo>
                  <a:pt x="683253" y="17892"/>
                </a:lnTo>
                <a:lnTo>
                  <a:pt x="683247" y="17793"/>
                </a:lnTo>
                <a:lnTo>
                  <a:pt x="683242" y="17693"/>
                </a:lnTo>
                <a:lnTo>
                  <a:pt x="683238" y="17592"/>
                </a:lnTo>
                <a:lnTo>
                  <a:pt x="683235" y="17490"/>
                </a:lnTo>
                <a:lnTo>
                  <a:pt x="683233" y="17388"/>
                </a:lnTo>
                <a:lnTo>
                  <a:pt x="683232" y="17284"/>
                </a:lnTo>
                <a:lnTo>
                  <a:pt x="683231" y="17180"/>
                </a:lnTo>
                <a:lnTo>
                  <a:pt x="693092" y="17180"/>
                </a:lnTo>
                <a:lnTo>
                  <a:pt x="693126" y="17180"/>
                </a:lnTo>
                <a:lnTo>
                  <a:pt x="693161" y="17178"/>
                </a:lnTo>
                <a:lnTo>
                  <a:pt x="693195" y="17176"/>
                </a:lnTo>
                <a:lnTo>
                  <a:pt x="693228" y="17172"/>
                </a:lnTo>
                <a:lnTo>
                  <a:pt x="693262" y="17168"/>
                </a:lnTo>
                <a:lnTo>
                  <a:pt x="693295" y="17163"/>
                </a:lnTo>
                <a:lnTo>
                  <a:pt x="693328" y="17157"/>
                </a:lnTo>
                <a:lnTo>
                  <a:pt x="693360" y="17150"/>
                </a:lnTo>
                <a:lnTo>
                  <a:pt x="693392" y="17141"/>
                </a:lnTo>
                <a:lnTo>
                  <a:pt x="693424" y="17132"/>
                </a:lnTo>
                <a:lnTo>
                  <a:pt x="693455" y="17122"/>
                </a:lnTo>
                <a:lnTo>
                  <a:pt x="693486" y="17111"/>
                </a:lnTo>
                <a:lnTo>
                  <a:pt x="693517" y="17099"/>
                </a:lnTo>
                <a:lnTo>
                  <a:pt x="693548" y="17086"/>
                </a:lnTo>
                <a:lnTo>
                  <a:pt x="693578" y="17072"/>
                </a:lnTo>
                <a:lnTo>
                  <a:pt x="693608" y="17058"/>
                </a:lnTo>
                <a:lnTo>
                  <a:pt x="693637" y="17042"/>
                </a:lnTo>
                <a:lnTo>
                  <a:pt x="693667" y="17025"/>
                </a:lnTo>
                <a:lnTo>
                  <a:pt x="693696" y="17007"/>
                </a:lnTo>
                <a:lnTo>
                  <a:pt x="693724" y="16989"/>
                </a:lnTo>
                <a:lnTo>
                  <a:pt x="693752" y="16969"/>
                </a:lnTo>
                <a:lnTo>
                  <a:pt x="693780" y="16948"/>
                </a:lnTo>
                <a:lnTo>
                  <a:pt x="693808" y="16927"/>
                </a:lnTo>
                <a:lnTo>
                  <a:pt x="693835" y="16904"/>
                </a:lnTo>
                <a:lnTo>
                  <a:pt x="693862" y="16881"/>
                </a:lnTo>
                <a:lnTo>
                  <a:pt x="693887" y="16856"/>
                </a:lnTo>
                <a:lnTo>
                  <a:pt x="693912" y="16830"/>
                </a:lnTo>
                <a:lnTo>
                  <a:pt x="693935" y="16802"/>
                </a:lnTo>
                <a:lnTo>
                  <a:pt x="693957" y="16773"/>
                </a:lnTo>
                <a:lnTo>
                  <a:pt x="693978" y="16743"/>
                </a:lnTo>
                <a:lnTo>
                  <a:pt x="693998" y="16712"/>
                </a:lnTo>
                <a:lnTo>
                  <a:pt x="694016" y="16679"/>
                </a:lnTo>
                <a:lnTo>
                  <a:pt x="694034" y="16645"/>
                </a:lnTo>
                <a:lnTo>
                  <a:pt x="694050" y="16609"/>
                </a:lnTo>
                <a:lnTo>
                  <a:pt x="694066" y="16573"/>
                </a:lnTo>
                <a:lnTo>
                  <a:pt x="694080" y="16535"/>
                </a:lnTo>
                <a:lnTo>
                  <a:pt x="694093" y="16495"/>
                </a:lnTo>
                <a:lnTo>
                  <a:pt x="694105" y="16455"/>
                </a:lnTo>
                <a:lnTo>
                  <a:pt x="694115" y="16413"/>
                </a:lnTo>
                <a:lnTo>
                  <a:pt x="694125" y="16370"/>
                </a:lnTo>
                <a:lnTo>
                  <a:pt x="694133" y="16325"/>
                </a:lnTo>
                <a:lnTo>
                  <a:pt x="694141" y="16279"/>
                </a:lnTo>
                <a:lnTo>
                  <a:pt x="694147" y="16232"/>
                </a:lnTo>
                <a:lnTo>
                  <a:pt x="694152" y="16184"/>
                </a:lnTo>
                <a:lnTo>
                  <a:pt x="694156" y="16134"/>
                </a:lnTo>
                <a:lnTo>
                  <a:pt x="694159" y="16083"/>
                </a:lnTo>
                <a:lnTo>
                  <a:pt x="694161" y="16031"/>
                </a:lnTo>
                <a:lnTo>
                  <a:pt x="694161" y="15977"/>
                </a:lnTo>
                <a:lnTo>
                  <a:pt x="694161" y="15476"/>
                </a:lnTo>
                <a:lnTo>
                  <a:pt x="694161" y="15353"/>
                </a:lnTo>
                <a:lnTo>
                  <a:pt x="694159" y="15232"/>
                </a:lnTo>
                <a:lnTo>
                  <a:pt x="694155" y="15111"/>
                </a:lnTo>
                <a:lnTo>
                  <a:pt x="694151" y="14990"/>
                </a:lnTo>
                <a:lnTo>
                  <a:pt x="694145" y="14870"/>
                </a:lnTo>
                <a:close/>
                <a:moveTo>
                  <a:pt x="683256" y="14778"/>
                </a:moveTo>
                <a:lnTo>
                  <a:pt x="683264" y="14703"/>
                </a:lnTo>
                <a:lnTo>
                  <a:pt x="683272" y="14628"/>
                </a:lnTo>
                <a:lnTo>
                  <a:pt x="683282" y="14554"/>
                </a:lnTo>
                <a:lnTo>
                  <a:pt x="683292" y="14479"/>
                </a:lnTo>
                <a:lnTo>
                  <a:pt x="683303" y="14405"/>
                </a:lnTo>
                <a:lnTo>
                  <a:pt x="683315" y="14331"/>
                </a:lnTo>
                <a:lnTo>
                  <a:pt x="683328" y="14258"/>
                </a:lnTo>
                <a:lnTo>
                  <a:pt x="683341" y="14184"/>
                </a:lnTo>
                <a:lnTo>
                  <a:pt x="683356" y="14111"/>
                </a:lnTo>
                <a:lnTo>
                  <a:pt x="683371" y="14038"/>
                </a:lnTo>
                <a:lnTo>
                  <a:pt x="683387" y="13966"/>
                </a:lnTo>
                <a:lnTo>
                  <a:pt x="683405" y="13894"/>
                </a:lnTo>
                <a:lnTo>
                  <a:pt x="683423" y="13822"/>
                </a:lnTo>
                <a:lnTo>
                  <a:pt x="683441" y="13750"/>
                </a:lnTo>
                <a:lnTo>
                  <a:pt x="683461" y="13678"/>
                </a:lnTo>
                <a:lnTo>
                  <a:pt x="683482" y="13607"/>
                </a:lnTo>
                <a:lnTo>
                  <a:pt x="683503" y="13536"/>
                </a:lnTo>
                <a:lnTo>
                  <a:pt x="683526" y="13465"/>
                </a:lnTo>
                <a:lnTo>
                  <a:pt x="683549" y="13395"/>
                </a:lnTo>
                <a:lnTo>
                  <a:pt x="683573" y="13325"/>
                </a:lnTo>
                <a:lnTo>
                  <a:pt x="683598" y="13256"/>
                </a:lnTo>
                <a:lnTo>
                  <a:pt x="683624" y="13187"/>
                </a:lnTo>
                <a:lnTo>
                  <a:pt x="683650" y="13119"/>
                </a:lnTo>
                <a:lnTo>
                  <a:pt x="683677" y="13052"/>
                </a:lnTo>
                <a:lnTo>
                  <a:pt x="683706" y="12986"/>
                </a:lnTo>
                <a:lnTo>
                  <a:pt x="683735" y="12920"/>
                </a:lnTo>
                <a:lnTo>
                  <a:pt x="683764" y="12855"/>
                </a:lnTo>
                <a:lnTo>
                  <a:pt x="683795" y="12791"/>
                </a:lnTo>
                <a:lnTo>
                  <a:pt x="683826" y="12728"/>
                </a:lnTo>
                <a:lnTo>
                  <a:pt x="683859" y="12665"/>
                </a:lnTo>
                <a:lnTo>
                  <a:pt x="683892" y="12603"/>
                </a:lnTo>
                <a:lnTo>
                  <a:pt x="683925" y="12542"/>
                </a:lnTo>
                <a:lnTo>
                  <a:pt x="683960" y="12481"/>
                </a:lnTo>
                <a:lnTo>
                  <a:pt x="683995" y="12421"/>
                </a:lnTo>
                <a:lnTo>
                  <a:pt x="684032" y="12362"/>
                </a:lnTo>
                <a:lnTo>
                  <a:pt x="684069" y="12304"/>
                </a:lnTo>
                <a:lnTo>
                  <a:pt x="684107" y="12246"/>
                </a:lnTo>
                <a:lnTo>
                  <a:pt x="684145" y="12189"/>
                </a:lnTo>
                <a:lnTo>
                  <a:pt x="684185" y="12133"/>
                </a:lnTo>
                <a:lnTo>
                  <a:pt x="684225" y="12078"/>
                </a:lnTo>
                <a:lnTo>
                  <a:pt x="684266" y="12023"/>
                </a:lnTo>
                <a:lnTo>
                  <a:pt x="684308" y="11969"/>
                </a:lnTo>
                <a:lnTo>
                  <a:pt x="684351" y="11916"/>
                </a:lnTo>
                <a:lnTo>
                  <a:pt x="684395" y="11863"/>
                </a:lnTo>
                <a:lnTo>
                  <a:pt x="684439" y="11812"/>
                </a:lnTo>
                <a:lnTo>
                  <a:pt x="684485" y="11761"/>
                </a:lnTo>
                <a:lnTo>
                  <a:pt x="684531" y="11711"/>
                </a:lnTo>
                <a:lnTo>
                  <a:pt x="684578" y="11662"/>
                </a:lnTo>
                <a:lnTo>
                  <a:pt x="684626" y="11614"/>
                </a:lnTo>
                <a:lnTo>
                  <a:pt x="684675" y="11567"/>
                </a:lnTo>
                <a:lnTo>
                  <a:pt x="684724" y="11520"/>
                </a:lnTo>
                <a:lnTo>
                  <a:pt x="684775" y="11475"/>
                </a:lnTo>
                <a:lnTo>
                  <a:pt x="684826" y="11430"/>
                </a:lnTo>
                <a:lnTo>
                  <a:pt x="684879" y="11386"/>
                </a:lnTo>
                <a:lnTo>
                  <a:pt x="684932" y="11343"/>
                </a:lnTo>
                <a:lnTo>
                  <a:pt x="684986" y="11301"/>
                </a:lnTo>
                <a:lnTo>
                  <a:pt x="685041" y="11260"/>
                </a:lnTo>
                <a:lnTo>
                  <a:pt x="685097" y="11220"/>
                </a:lnTo>
                <a:lnTo>
                  <a:pt x="685153" y="11180"/>
                </a:lnTo>
                <a:lnTo>
                  <a:pt x="685211" y="11142"/>
                </a:lnTo>
                <a:lnTo>
                  <a:pt x="685269" y="11104"/>
                </a:lnTo>
                <a:lnTo>
                  <a:pt x="685329" y="11067"/>
                </a:lnTo>
                <a:lnTo>
                  <a:pt x="685389" y="11031"/>
                </a:lnTo>
                <a:lnTo>
                  <a:pt x="685450" y="10996"/>
                </a:lnTo>
                <a:lnTo>
                  <a:pt x="685512" y="10962"/>
                </a:lnTo>
                <a:lnTo>
                  <a:pt x="685574" y="10929"/>
                </a:lnTo>
                <a:lnTo>
                  <a:pt x="685638" y="10896"/>
                </a:lnTo>
                <a:lnTo>
                  <a:pt x="685702" y="10865"/>
                </a:lnTo>
                <a:lnTo>
                  <a:pt x="685768" y="10835"/>
                </a:lnTo>
                <a:lnTo>
                  <a:pt x="685834" y="10806"/>
                </a:lnTo>
                <a:lnTo>
                  <a:pt x="685901" y="10779"/>
                </a:lnTo>
                <a:lnTo>
                  <a:pt x="685969" y="10753"/>
                </a:lnTo>
                <a:lnTo>
                  <a:pt x="686038" y="10728"/>
                </a:lnTo>
                <a:lnTo>
                  <a:pt x="686108" y="10705"/>
                </a:lnTo>
                <a:lnTo>
                  <a:pt x="686178" y="10683"/>
                </a:lnTo>
                <a:lnTo>
                  <a:pt x="686250" y="10662"/>
                </a:lnTo>
                <a:lnTo>
                  <a:pt x="686322" y="10643"/>
                </a:lnTo>
                <a:lnTo>
                  <a:pt x="686395" y="10625"/>
                </a:lnTo>
                <a:lnTo>
                  <a:pt x="686469" y="10608"/>
                </a:lnTo>
                <a:lnTo>
                  <a:pt x="686544" y="10593"/>
                </a:lnTo>
                <a:lnTo>
                  <a:pt x="686620" y="10579"/>
                </a:lnTo>
                <a:lnTo>
                  <a:pt x="686697" y="10566"/>
                </a:lnTo>
                <a:lnTo>
                  <a:pt x="686774" y="10555"/>
                </a:lnTo>
                <a:lnTo>
                  <a:pt x="686853" y="10545"/>
                </a:lnTo>
                <a:lnTo>
                  <a:pt x="686932" y="10536"/>
                </a:lnTo>
                <a:lnTo>
                  <a:pt x="687012" y="10529"/>
                </a:lnTo>
                <a:lnTo>
                  <a:pt x="687093" y="10523"/>
                </a:lnTo>
                <a:lnTo>
                  <a:pt x="687175" y="10518"/>
                </a:lnTo>
                <a:lnTo>
                  <a:pt x="687258" y="10515"/>
                </a:lnTo>
                <a:lnTo>
                  <a:pt x="687342" y="10513"/>
                </a:lnTo>
                <a:lnTo>
                  <a:pt x="687426" y="10512"/>
                </a:lnTo>
                <a:lnTo>
                  <a:pt x="687590" y="10514"/>
                </a:lnTo>
                <a:lnTo>
                  <a:pt x="687751" y="10521"/>
                </a:lnTo>
                <a:lnTo>
                  <a:pt x="687908" y="10531"/>
                </a:lnTo>
                <a:lnTo>
                  <a:pt x="688062" y="10546"/>
                </a:lnTo>
                <a:lnTo>
                  <a:pt x="688212" y="10566"/>
                </a:lnTo>
                <a:lnTo>
                  <a:pt x="688359" y="10589"/>
                </a:lnTo>
                <a:lnTo>
                  <a:pt x="688503" y="10617"/>
                </a:lnTo>
                <a:lnTo>
                  <a:pt x="688643" y="10649"/>
                </a:lnTo>
                <a:lnTo>
                  <a:pt x="688780" y="10686"/>
                </a:lnTo>
                <a:lnTo>
                  <a:pt x="688914" y="10727"/>
                </a:lnTo>
                <a:lnTo>
                  <a:pt x="689044" y="10772"/>
                </a:lnTo>
                <a:lnTo>
                  <a:pt x="689171" y="10821"/>
                </a:lnTo>
                <a:lnTo>
                  <a:pt x="689294" y="10875"/>
                </a:lnTo>
                <a:lnTo>
                  <a:pt x="689414" y="10933"/>
                </a:lnTo>
                <a:lnTo>
                  <a:pt x="689530" y="10995"/>
                </a:lnTo>
                <a:lnTo>
                  <a:pt x="689643" y="11062"/>
                </a:lnTo>
                <a:lnTo>
                  <a:pt x="689753" y="11132"/>
                </a:lnTo>
                <a:lnTo>
                  <a:pt x="689859" y="11208"/>
                </a:lnTo>
                <a:lnTo>
                  <a:pt x="689962" y="11287"/>
                </a:lnTo>
                <a:lnTo>
                  <a:pt x="690062" y="11371"/>
                </a:lnTo>
                <a:lnTo>
                  <a:pt x="690158" y="11459"/>
                </a:lnTo>
                <a:lnTo>
                  <a:pt x="690251" y="11551"/>
                </a:lnTo>
                <a:lnTo>
                  <a:pt x="690340" y="11648"/>
                </a:lnTo>
                <a:lnTo>
                  <a:pt x="690426" y="11749"/>
                </a:lnTo>
                <a:lnTo>
                  <a:pt x="690508" y="11853"/>
                </a:lnTo>
                <a:lnTo>
                  <a:pt x="690587" y="11961"/>
                </a:lnTo>
                <a:lnTo>
                  <a:pt x="690662" y="12072"/>
                </a:lnTo>
                <a:lnTo>
                  <a:pt x="690734" y="12187"/>
                </a:lnTo>
                <a:lnTo>
                  <a:pt x="690801" y="12305"/>
                </a:lnTo>
                <a:lnTo>
                  <a:pt x="690865" y="12426"/>
                </a:lnTo>
                <a:lnTo>
                  <a:pt x="690926" y="12550"/>
                </a:lnTo>
                <a:lnTo>
                  <a:pt x="690982" y="12677"/>
                </a:lnTo>
                <a:lnTo>
                  <a:pt x="691035" y="12808"/>
                </a:lnTo>
                <a:lnTo>
                  <a:pt x="691084" y="12942"/>
                </a:lnTo>
                <a:lnTo>
                  <a:pt x="691130" y="13079"/>
                </a:lnTo>
                <a:lnTo>
                  <a:pt x="691172" y="13219"/>
                </a:lnTo>
                <a:lnTo>
                  <a:pt x="691210" y="13363"/>
                </a:lnTo>
                <a:lnTo>
                  <a:pt x="691245" y="13510"/>
                </a:lnTo>
                <a:lnTo>
                  <a:pt x="691275" y="13660"/>
                </a:lnTo>
                <a:lnTo>
                  <a:pt x="691302" y="13814"/>
                </a:lnTo>
                <a:lnTo>
                  <a:pt x="691326" y="13970"/>
                </a:lnTo>
                <a:lnTo>
                  <a:pt x="691346" y="14130"/>
                </a:lnTo>
                <a:lnTo>
                  <a:pt x="691362" y="14293"/>
                </a:lnTo>
                <a:lnTo>
                  <a:pt x="691374" y="14460"/>
                </a:lnTo>
                <a:lnTo>
                  <a:pt x="691383" y="14629"/>
                </a:lnTo>
                <a:lnTo>
                  <a:pt x="691388" y="14802"/>
                </a:lnTo>
                <a:lnTo>
                  <a:pt x="691389" y="14979"/>
                </a:lnTo>
                <a:lnTo>
                  <a:pt x="691387" y="15158"/>
                </a:lnTo>
                <a:lnTo>
                  <a:pt x="683231" y="15158"/>
                </a:lnTo>
                <a:lnTo>
                  <a:pt x="683235" y="15082"/>
                </a:lnTo>
                <a:lnTo>
                  <a:pt x="683239" y="15005"/>
                </a:lnTo>
                <a:lnTo>
                  <a:pt x="683244" y="14929"/>
                </a:lnTo>
                <a:lnTo>
                  <a:pt x="683250" y="14854"/>
                </a:lnTo>
                <a:lnTo>
                  <a:pt x="683256" y="14778"/>
                </a:lnTo>
                <a:close/>
                <a:moveTo>
                  <a:pt x="708340" y="19598"/>
                </a:moveTo>
                <a:lnTo>
                  <a:pt x="708333" y="19523"/>
                </a:lnTo>
                <a:lnTo>
                  <a:pt x="708325" y="19450"/>
                </a:lnTo>
                <a:lnTo>
                  <a:pt x="708315" y="19377"/>
                </a:lnTo>
                <a:lnTo>
                  <a:pt x="708304" y="19305"/>
                </a:lnTo>
                <a:lnTo>
                  <a:pt x="708292" y="19233"/>
                </a:lnTo>
                <a:lnTo>
                  <a:pt x="708279" y="19163"/>
                </a:lnTo>
                <a:lnTo>
                  <a:pt x="708265" y="19094"/>
                </a:lnTo>
                <a:lnTo>
                  <a:pt x="708250" y="19026"/>
                </a:lnTo>
                <a:lnTo>
                  <a:pt x="708234" y="18958"/>
                </a:lnTo>
                <a:lnTo>
                  <a:pt x="708216" y="18892"/>
                </a:lnTo>
                <a:lnTo>
                  <a:pt x="708197" y="18826"/>
                </a:lnTo>
                <a:lnTo>
                  <a:pt x="708177" y="18762"/>
                </a:lnTo>
                <a:lnTo>
                  <a:pt x="708157" y="18698"/>
                </a:lnTo>
                <a:lnTo>
                  <a:pt x="708134" y="18635"/>
                </a:lnTo>
                <a:lnTo>
                  <a:pt x="708111" y="18574"/>
                </a:lnTo>
                <a:lnTo>
                  <a:pt x="708087" y="18513"/>
                </a:lnTo>
                <a:lnTo>
                  <a:pt x="708062" y="18453"/>
                </a:lnTo>
                <a:lnTo>
                  <a:pt x="708035" y="18394"/>
                </a:lnTo>
                <a:lnTo>
                  <a:pt x="708007" y="18336"/>
                </a:lnTo>
                <a:lnTo>
                  <a:pt x="707979" y="18278"/>
                </a:lnTo>
                <a:lnTo>
                  <a:pt x="707950" y="18221"/>
                </a:lnTo>
                <a:lnTo>
                  <a:pt x="707920" y="18165"/>
                </a:lnTo>
                <a:lnTo>
                  <a:pt x="707890" y="18110"/>
                </a:lnTo>
                <a:lnTo>
                  <a:pt x="707859" y="18055"/>
                </a:lnTo>
                <a:lnTo>
                  <a:pt x="707827" y="18001"/>
                </a:lnTo>
                <a:lnTo>
                  <a:pt x="707794" y="17948"/>
                </a:lnTo>
                <a:lnTo>
                  <a:pt x="707761" y="17895"/>
                </a:lnTo>
                <a:lnTo>
                  <a:pt x="707727" y="17843"/>
                </a:lnTo>
                <a:lnTo>
                  <a:pt x="707692" y="17792"/>
                </a:lnTo>
                <a:lnTo>
                  <a:pt x="707657" y="17741"/>
                </a:lnTo>
                <a:lnTo>
                  <a:pt x="707621" y="17691"/>
                </a:lnTo>
                <a:lnTo>
                  <a:pt x="707584" y="17642"/>
                </a:lnTo>
                <a:lnTo>
                  <a:pt x="707546" y="17594"/>
                </a:lnTo>
                <a:lnTo>
                  <a:pt x="707508" y="17546"/>
                </a:lnTo>
                <a:lnTo>
                  <a:pt x="707468" y="17499"/>
                </a:lnTo>
                <a:lnTo>
                  <a:pt x="707429" y="17453"/>
                </a:lnTo>
                <a:lnTo>
                  <a:pt x="707388" y="17407"/>
                </a:lnTo>
                <a:lnTo>
                  <a:pt x="707347" y="17362"/>
                </a:lnTo>
                <a:lnTo>
                  <a:pt x="707305" y="17318"/>
                </a:lnTo>
                <a:lnTo>
                  <a:pt x="707262" y="17274"/>
                </a:lnTo>
                <a:lnTo>
                  <a:pt x="707218" y="17231"/>
                </a:lnTo>
                <a:lnTo>
                  <a:pt x="707174" y="17189"/>
                </a:lnTo>
                <a:lnTo>
                  <a:pt x="707129" y="17147"/>
                </a:lnTo>
                <a:lnTo>
                  <a:pt x="707084" y="17106"/>
                </a:lnTo>
                <a:lnTo>
                  <a:pt x="707038" y="17066"/>
                </a:lnTo>
                <a:lnTo>
                  <a:pt x="706992" y="17026"/>
                </a:lnTo>
                <a:lnTo>
                  <a:pt x="706945" y="16986"/>
                </a:lnTo>
                <a:lnTo>
                  <a:pt x="706897" y="16947"/>
                </a:lnTo>
                <a:lnTo>
                  <a:pt x="706849" y="16909"/>
                </a:lnTo>
                <a:lnTo>
                  <a:pt x="706800" y="16871"/>
                </a:lnTo>
                <a:lnTo>
                  <a:pt x="706751" y="16834"/>
                </a:lnTo>
                <a:lnTo>
                  <a:pt x="706701" y="16797"/>
                </a:lnTo>
                <a:lnTo>
                  <a:pt x="706651" y="16761"/>
                </a:lnTo>
                <a:lnTo>
                  <a:pt x="706600" y="16725"/>
                </a:lnTo>
                <a:lnTo>
                  <a:pt x="706548" y="16689"/>
                </a:lnTo>
                <a:lnTo>
                  <a:pt x="706496" y="16655"/>
                </a:lnTo>
                <a:lnTo>
                  <a:pt x="706444" y="16620"/>
                </a:lnTo>
                <a:lnTo>
                  <a:pt x="706391" y="16587"/>
                </a:lnTo>
                <a:lnTo>
                  <a:pt x="706337" y="16553"/>
                </a:lnTo>
                <a:lnTo>
                  <a:pt x="706283" y="16521"/>
                </a:lnTo>
                <a:lnTo>
                  <a:pt x="706228" y="16489"/>
                </a:lnTo>
                <a:lnTo>
                  <a:pt x="706173" y="16457"/>
                </a:lnTo>
                <a:lnTo>
                  <a:pt x="706117" y="16426"/>
                </a:lnTo>
                <a:lnTo>
                  <a:pt x="706060" y="16395"/>
                </a:lnTo>
                <a:lnTo>
                  <a:pt x="706003" y="16365"/>
                </a:lnTo>
                <a:lnTo>
                  <a:pt x="705946" y="16336"/>
                </a:lnTo>
                <a:lnTo>
                  <a:pt x="705888" y="16306"/>
                </a:lnTo>
                <a:lnTo>
                  <a:pt x="705830" y="16278"/>
                </a:lnTo>
                <a:lnTo>
                  <a:pt x="705772" y="16249"/>
                </a:lnTo>
                <a:lnTo>
                  <a:pt x="705714" y="16220"/>
                </a:lnTo>
                <a:lnTo>
                  <a:pt x="705656" y="16192"/>
                </a:lnTo>
                <a:lnTo>
                  <a:pt x="705598" y="16164"/>
                </a:lnTo>
                <a:lnTo>
                  <a:pt x="705540" y="16136"/>
                </a:lnTo>
                <a:lnTo>
                  <a:pt x="705482" y="16109"/>
                </a:lnTo>
                <a:lnTo>
                  <a:pt x="705423" y="16082"/>
                </a:lnTo>
                <a:lnTo>
                  <a:pt x="705365" y="16054"/>
                </a:lnTo>
                <a:lnTo>
                  <a:pt x="705307" y="16028"/>
                </a:lnTo>
                <a:lnTo>
                  <a:pt x="705248" y="16001"/>
                </a:lnTo>
                <a:lnTo>
                  <a:pt x="705190" y="15975"/>
                </a:lnTo>
                <a:lnTo>
                  <a:pt x="705131" y="15949"/>
                </a:lnTo>
                <a:lnTo>
                  <a:pt x="705072" y="15923"/>
                </a:lnTo>
                <a:lnTo>
                  <a:pt x="705014" y="15897"/>
                </a:lnTo>
                <a:lnTo>
                  <a:pt x="704955" y="15872"/>
                </a:lnTo>
                <a:lnTo>
                  <a:pt x="704896" y="15846"/>
                </a:lnTo>
                <a:lnTo>
                  <a:pt x="704837" y="15821"/>
                </a:lnTo>
                <a:lnTo>
                  <a:pt x="704778" y="15797"/>
                </a:lnTo>
                <a:lnTo>
                  <a:pt x="704719" y="15772"/>
                </a:lnTo>
                <a:lnTo>
                  <a:pt x="704660" y="15748"/>
                </a:lnTo>
                <a:lnTo>
                  <a:pt x="704601" y="15724"/>
                </a:lnTo>
                <a:lnTo>
                  <a:pt x="704542" y="15700"/>
                </a:lnTo>
                <a:lnTo>
                  <a:pt x="704483" y="15676"/>
                </a:lnTo>
                <a:lnTo>
                  <a:pt x="704424" y="15653"/>
                </a:lnTo>
                <a:lnTo>
                  <a:pt x="704365" y="15629"/>
                </a:lnTo>
                <a:lnTo>
                  <a:pt x="704306" y="15606"/>
                </a:lnTo>
                <a:lnTo>
                  <a:pt x="704247" y="15582"/>
                </a:lnTo>
                <a:lnTo>
                  <a:pt x="704189" y="15559"/>
                </a:lnTo>
                <a:lnTo>
                  <a:pt x="704130" y="15536"/>
                </a:lnTo>
                <a:lnTo>
                  <a:pt x="704071" y="15512"/>
                </a:lnTo>
                <a:lnTo>
                  <a:pt x="704013" y="15489"/>
                </a:lnTo>
                <a:lnTo>
                  <a:pt x="703955" y="15466"/>
                </a:lnTo>
                <a:lnTo>
                  <a:pt x="703896" y="15443"/>
                </a:lnTo>
                <a:lnTo>
                  <a:pt x="703838" y="15420"/>
                </a:lnTo>
                <a:lnTo>
                  <a:pt x="703780" y="15397"/>
                </a:lnTo>
                <a:lnTo>
                  <a:pt x="703722" y="15374"/>
                </a:lnTo>
                <a:lnTo>
                  <a:pt x="703664" y="15351"/>
                </a:lnTo>
                <a:lnTo>
                  <a:pt x="703606" y="15328"/>
                </a:lnTo>
                <a:lnTo>
                  <a:pt x="703548" y="15305"/>
                </a:lnTo>
                <a:lnTo>
                  <a:pt x="703491" y="15283"/>
                </a:lnTo>
                <a:lnTo>
                  <a:pt x="703433" y="15260"/>
                </a:lnTo>
                <a:lnTo>
                  <a:pt x="703376" y="15238"/>
                </a:lnTo>
                <a:lnTo>
                  <a:pt x="703318" y="15215"/>
                </a:lnTo>
                <a:lnTo>
                  <a:pt x="703261" y="15193"/>
                </a:lnTo>
                <a:lnTo>
                  <a:pt x="703204" y="15170"/>
                </a:lnTo>
                <a:lnTo>
                  <a:pt x="703147" y="15148"/>
                </a:lnTo>
                <a:lnTo>
                  <a:pt x="703090" y="15126"/>
                </a:lnTo>
                <a:lnTo>
                  <a:pt x="703033" y="15103"/>
                </a:lnTo>
                <a:lnTo>
                  <a:pt x="702978" y="15080"/>
                </a:lnTo>
                <a:lnTo>
                  <a:pt x="702922" y="15057"/>
                </a:lnTo>
                <a:lnTo>
                  <a:pt x="702868" y="15034"/>
                </a:lnTo>
                <a:lnTo>
                  <a:pt x="702813" y="15010"/>
                </a:lnTo>
                <a:lnTo>
                  <a:pt x="702760" y="14986"/>
                </a:lnTo>
                <a:lnTo>
                  <a:pt x="702707" y="14962"/>
                </a:lnTo>
                <a:lnTo>
                  <a:pt x="702654" y="14938"/>
                </a:lnTo>
                <a:lnTo>
                  <a:pt x="702602" y="14913"/>
                </a:lnTo>
                <a:lnTo>
                  <a:pt x="702550" y="14889"/>
                </a:lnTo>
                <a:lnTo>
                  <a:pt x="702499" y="14864"/>
                </a:lnTo>
                <a:lnTo>
                  <a:pt x="702448" y="14838"/>
                </a:lnTo>
                <a:lnTo>
                  <a:pt x="702398" y="14813"/>
                </a:lnTo>
                <a:lnTo>
                  <a:pt x="702349" y="14787"/>
                </a:lnTo>
                <a:lnTo>
                  <a:pt x="702300" y="14761"/>
                </a:lnTo>
                <a:lnTo>
                  <a:pt x="702251" y="14735"/>
                </a:lnTo>
                <a:lnTo>
                  <a:pt x="702203" y="14709"/>
                </a:lnTo>
                <a:lnTo>
                  <a:pt x="702156" y="14682"/>
                </a:lnTo>
                <a:lnTo>
                  <a:pt x="702109" y="14655"/>
                </a:lnTo>
                <a:lnTo>
                  <a:pt x="702063" y="14628"/>
                </a:lnTo>
                <a:lnTo>
                  <a:pt x="702017" y="14601"/>
                </a:lnTo>
                <a:lnTo>
                  <a:pt x="701971" y="14574"/>
                </a:lnTo>
                <a:lnTo>
                  <a:pt x="701927" y="14546"/>
                </a:lnTo>
                <a:lnTo>
                  <a:pt x="701882" y="14518"/>
                </a:lnTo>
                <a:lnTo>
                  <a:pt x="701839" y="14489"/>
                </a:lnTo>
                <a:lnTo>
                  <a:pt x="701796" y="14460"/>
                </a:lnTo>
                <a:lnTo>
                  <a:pt x="701754" y="14431"/>
                </a:lnTo>
                <a:lnTo>
                  <a:pt x="701712" y="14402"/>
                </a:lnTo>
                <a:lnTo>
                  <a:pt x="701672" y="14372"/>
                </a:lnTo>
                <a:lnTo>
                  <a:pt x="701632" y="14341"/>
                </a:lnTo>
                <a:lnTo>
                  <a:pt x="701592" y="14311"/>
                </a:lnTo>
                <a:lnTo>
                  <a:pt x="701554" y="14280"/>
                </a:lnTo>
                <a:lnTo>
                  <a:pt x="701516" y="14248"/>
                </a:lnTo>
                <a:lnTo>
                  <a:pt x="701479" y="14216"/>
                </a:lnTo>
                <a:lnTo>
                  <a:pt x="701442" y="14184"/>
                </a:lnTo>
                <a:lnTo>
                  <a:pt x="701406" y="14151"/>
                </a:lnTo>
                <a:lnTo>
                  <a:pt x="701371" y="14118"/>
                </a:lnTo>
                <a:lnTo>
                  <a:pt x="701336" y="14085"/>
                </a:lnTo>
                <a:lnTo>
                  <a:pt x="701303" y="14051"/>
                </a:lnTo>
                <a:lnTo>
                  <a:pt x="701270" y="14017"/>
                </a:lnTo>
                <a:lnTo>
                  <a:pt x="701237" y="13983"/>
                </a:lnTo>
                <a:lnTo>
                  <a:pt x="701206" y="13948"/>
                </a:lnTo>
                <a:lnTo>
                  <a:pt x="701175" y="13913"/>
                </a:lnTo>
                <a:lnTo>
                  <a:pt x="701144" y="13877"/>
                </a:lnTo>
                <a:lnTo>
                  <a:pt x="701115" y="13841"/>
                </a:lnTo>
                <a:lnTo>
                  <a:pt x="701086" y="13804"/>
                </a:lnTo>
                <a:lnTo>
                  <a:pt x="701058" y="13768"/>
                </a:lnTo>
                <a:lnTo>
                  <a:pt x="701030" y="13730"/>
                </a:lnTo>
                <a:lnTo>
                  <a:pt x="701004" y="13692"/>
                </a:lnTo>
                <a:lnTo>
                  <a:pt x="700979" y="13654"/>
                </a:lnTo>
                <a:lnTo>
                  <a:pt x="700955" y="13614"/>
                </a:lnTo>
                <a:lnTo>
                  <a:pt x="700933" y="13574"/>
                </a:lnTo>
                <a:lnTo>
                  <a:pt x="700911" y="13533"/>
                </a:lnTo>
                <a:lnTo>
                  <a:pt x="700891" y="13491"/>
                </a:lnTo>
                <a:lnTo>
                  <a:pt x="700872" y="13449"/>
                </a:lnTo>
                <a:lnTo>
                  <a:pt x="700854" y="13406"/>
                </a:lnTo>
                <a:lnTo>
                  <a:pt x="700837" y="13362"/>
                </a:lnTo>
                <a:lnTo>
                  <a:pt x="700821" y="13317"/>
                </a:lnTo>
                <a:lnTo>
                  <a:pt x="700807" y="13272"/>
                </a:lnTo>
                <a:lnTo>
                  <a:pt x="700794" y="13226"/>
                </a:lnTo>
                <a:lnTo>
                  <a:pt x="700781" y="13179"/>
                </a:lnTo>
                <a:lnTo>
                  <a:pt x="700770" y="13132"/>
                </a:lnTo>
                <a:lnTo>
                  <a:pt x="700760" y="13084"/>
                </a:lnTo>
                <a:lnTo>
                  <a:pt x="700752" y="13035"/>
                </a:lnTo>
                <a:lnTo>
                  <a:pt x="700744" y="12985"/>
                </a:lnTo>
                <a:lnTo>
                  <a:pt x="700738" y="12935"/>
                </a:lnTo>
                <a:lnTo>
                  <a:pt x="700733" y="12884"/>
                </a:lnTo>
                <a:lnTo>
                  <a:pt x="700729" y="12832"/>
                </a:lnTo>
                <a:lnTo>
                  <a:pt x="700726" y="12779"/>
                </a:lnTo>
                <a:lnTo>
                  <a:pt x="700724" y="12726"/>
                </a:lnTo>
                <a:lnTo>
                  <a:pt x="700723" y="12672"/>
                </a:lnTo>
                <a:lnTo>
                  <a:pt x="700724" y="12633"/>
                </a:lnTo>
                <a:lnTo>
                  <a:pt x="700725" y="12594"/>
                </a:lnTo>
                <a:lnTo>
                  <a:pt x="700726" y="12556"/>
                </a:lnTo>
                <a:lnTo>
                  <a:pt x="700728" y="12518"/>
                </a:lnTo>
                <a:lnTo>
                  <a:pt x="700731" y="12480"/>
                </a:lnTo>
                <a:lnTo>
                  <a:pt x="700734" y="12442"/>
                </a:lnTo>
                <a:lnTo>
                  <a:pt x="700738" y="12404"/>
                </a:lnTo>
                <a:lnTo>
                  <a:pt x="700743" y="12367"/>
                </a:lnTo>
                <a:lnTo>
                  <a:pt x="700748" y="12330"/>
                </a:lnTo>
                <a:lnTo>
                  <a:pt x="700754" y="12293"/>
                </a:lnTo>
                <a:lnTo>
                  <a:pt x="700760" y="12256"/>
                </a:lnTo>
                <a:lnTo>
                  <a:pt x="700767" y="12220"/>
                </a:lnTo>
                <a:lnTo>
                  <a:pt x="700775" y="12184"/>
                </a:lnTo>
                <a:lnTo>
                  <a:pt x="700783" y="12148"/>
                </a:lnTo>
                <a:lnTo>
                  <a:pt x="700792" y="12112"/>
                </a:lnTo>
                <a:lnTo>
                  <a:pt x="700801" y="12077"/>
                </a:lnTo>
                <a:lnTo>
                  <a:pt x="700811" y="12041"/>
                </a:lnTo>
                <a:lnTo>
                  <a:pt x="700822" y="12006"/>
                </a:lnTo>
                <a:lnTo>
                  <a:pt x="700833" y="11972"/>
                </a:lnTo>
                <a:lnTo>
                  <a:pt x="700845" y="11937"/>
                </a:lnTo>
                <a:lnTo>
                  <a:pt x="700858" y="11903"/>
                </a:lnTo>
                <a:lnTo>
                  <a:pt x="700871" y="11869"/>
                </a:lnTo>
                <a:lnTo>
                  <a:pt x="700884" y="11835"/>
                </a:lnTo>
                <a:lnTo>
                  <a:pt x="700899" y="11801"/>
                </a:lnTo>
                <a:lnTo>
                  <a:pt x="700914" y="11768"/>
                </a:lnTo>
                <a:lnTo>
                  <a:pt x="700929" y="11735"/>
                </a:lnTo>
                <a:lnTo>
                  <a:pt x="700945" y="11703"/>
                </a:lnTo>
                <a:lnTo>
                  <a:pt x="700962" y="11670"/>
                </a:lnTo>
                <a:lnTo>
                  <a:pt x="700979" y="11639"/>
                </a:lnTo>
                <a:lnTo>
                  <a:pt x="700997" y="11607"/>
                </a:lnTo>
                <a:lnTo>
                  <a:pt x="701015" y="11576"/>
                </a:lnTo>
                <a:lnTo>
                  <a:pt x="701034" y="11545"/>
                </a:lnTo>
                <a:lnTo>
                  <a:pt x="701054" y="11515"/>
                </a:lnTo>
                <a:lnTo>
                  <a:pt x="701074" y="11485"/>
                </a:lnTo>
                <a:lnTo>
                  <a:pt x="701095" y="11456"/>
                </a:lnTo>
                <a:lnTo>
                  <a:pt x="701116" y="11427"/>
                </a:lnTo>
                <a:lnTo>
                  <a:pt x="701138" y="11398"/>
                </a:lnTo>
                <a:lnTo>
                  <a:pt x="701160" y="11369"/>
                </a:lnTo>
                <a:lnTo>
                  <a:pt x="701183" y="11341"/>
                </a:lnTo>
                <a:lnTo>
                  <a:pt x="701207" y="11314"/>
                </a:lnTo>
                <a:lnTo>
                  <a:pt x="701231" y="11286"/>
                </a:lnTo>
                <a:lnTo>
                  <a:pt x="701256" y="11260"/>
                </a:lnTo>
                <a:lnTo>
                  <a:pt x="701281" y="11233"/>
                </a:lnTo>
                <a:lnTo>
                  <a:pt x="701307" y="11207"/>
                </a:lnTo>
                <a:lnTo>
                  <a:pt x="701334" y="11181"/>
                </a:lnTo>
                <a:lnTo>
                  <a:pt x="701361" y="11156"/>
                </a:lnTo>
                <a:lnTo>
                  <a:pt x="701389" y="11131"/>
                </a:lnTo>
                <a:lnTo>
                  <a:pt x="701417" y="11106"/>
                </a:lnTo>
                <a:lnTo>
                  <a:pt x="701446" y="11082"/>
                </a:lnTo>
                <a:lnTo>
                  <a:pt x="701475" y="11058"/>
                </a:lnTo>
                <a:lnTo>
                  <a:pt x="701506" y="11035"/>
                </a:lnTo>
                <a:lnTo>
                  <a:pt x="701536" y="11012"/>
                </a:lnTo>
                <a:lnTo>
                  <a:pt x="701568" y="10990"/>
                </a:lnTo>
                <a:lnTo>
                  <a:pt x="701600" y="10968"/>
                </a:lnTo>
                <a:lnTo>
                  <a:pt x="701633" y="10947"/>
                </a:lnTo>
                <a:lnTo>
                  <a:pt x="701667" y="10926"/>
                </a:lnTo>
                <a:lnTo>
                  <a:pt x="701701" y="10905"/>
                </a:lnTo>
                <a:lnTo>
                  <a:pt x="701736" y="10885"/>
                </a:lnTo>
                <a:lnTo>
                  <a:pt x="701771" y="10866"/>
                </a:lnTo>
                <a:lnTo>
                  <a:pt x="701808" y="10847"/>
                </a:lnTo>
                <a:lnTo>
                  <a:pt x="701844" y="10828"/>
                </a:lnTo>
                <a:lnTo>
                  <a:pt x="701882" y="10810"/>
                </a:lnTo>
                <a:lnTo>
                  <a:pt x="701920" y="10793"/>
                </a:lnTo>
                <a:lnTo>
                  <a:pt x="701959" y="10775"/>
                </a:lnTo>
                <a:lnTo>
                  <a:pt x="701999" y="10759"/>
                </a:lnTo>
                <a:lnTo>
                  <a:pt x="702039" y="10742"/>
                </a:lnTo>
                <a:lnTo>
                  <a:pt x="702080" y="10727"/>
                </a:lnTo>
                <a:lnTo>
                  <a:pt x="702121" y="10711"/>
                </a:lnTo>
                <a:lnTo>
                  <a:pt x="702164" y="10696"/>
                </a:lnTo>
                <a:lnTo>
                  <a:pt x="702206" y="10682"/>
                </a:lnTo>
                <a:lnTo>
                  <a:pt x="702250" y="10668"/>
                </a:lnTo>
                <a:lnTo>
                  <a:pt x="702294" y="10655"/>
                </a:lnTo>
                <a:lnTo>
                  <a:pt x="702339" y="10642"/>
                </a:lnTo>
                <a:lnTo>
                  <a:pt x="702385" y="10629"/>
                </a:lnTo>
                <a:lnTo>
                  <a:pt x="702431" y="10617"/>
                </a:lnTo>
                <a:lnTo>
                  <a:pt x="702477" y="10606"/>
                </a:lnTo>
                <a:lnTo>
                  <a:pt x="702524" y="10595"/>
                </a:lnTo>
                <a:lnTo>
                  <a:pt x="702572" y="10585"/>
                </a:lnTo>
                <a:lnTo>
                  <a:pt x="702620" y="10575"/>
                </a:lnTo>
                <a:lnTo>
                  <a:pt x="702669" y="10566"/>
                </a:lnTo>
                <a:lnTo>
                  <a:pt x="702719" y="10557"/>
                </a:lnTo>
                <a:lnTo>
                  <a:pt x="702769" y="10549"/>
                </a:lnTo>
                <a:lnTo>
                  <a:pt x="702820" y="10542"/>
                </a:lnTo>
                <a:lnTo>
                  <a:pt x="702871" y="10535"/>
                </a:lnTo>
                <a:lnTo>
                  <a:pt x="702923" y="10529"/>
                </a:lnTo>
                <a:lnTo>
                  <a:pt x="702975" y="10523"/>
                </a:lnTo>
                <a:lnTo>
                  <a:pt x="703028" y="10518"/>
                </a:lnTo>
                <a:lnTo>
                  <a:pt x="703082" y="10513"/>
                </a:lnTo>
                <a:lnTo>
                  <a:pt x="703136" y="10509"/>
                </a:lnTo>
                <a:lnTo>
                  <a:pt x="703190" y="10505"/>
                </a:lnTo>
                <a:lnTo>
                  <a:pt x="703246" y="10502"/>
                </a:lnTo>
                <a:lnTo>
                  <a:pt x="703302" y="10500"/>
                </a:lnTo>
                <a:lnTo>
                  <a:pt x="703358" y="10498"/>
                </a:lnTo>
                <a:lnTo>
                  <a:pt x="703415" y="10496"/>
                </a:lnTo>
                <a:lnTo>
                  <a:pt x="703473" y="10496"/>
                </a:lnTo>
                <a:lnTo>
                  <a:pt x="703531" y="10495"/>
                </a:lnTo>
                <a:lnTo>
                  <a:pt x="703596" y="10496"/>
                </a:lnTo>
                <a:lnTo>
                  <a:pt x="703661" y="10497"/>
                </a:lnTo>
                <a:lnTo>
                  <a:pt x="703725" y="10498"/>
                </a:lnTo>
                <a:lnTo>
                  <a:pt x="703788" y="10500"/>
                </a:lnTo>
                <a:lnTo>
                  <a:pt x="703851" y="10503"/>
                </a:lnTo>
                <a:lnTo>
                  <a:pt x="703913" y="10507"/>
                </a:lnTo>
                <a:lnTo>
                  <a:pt x="703974" y="10511"/>
                </a:lnTo>
                <a:lnTo>
                  <a:pt x="704035" y="10516"/>
                </a:lnTo>
                <a:lnTo>
                  <a:pt x="704095" y="10521"/>
                </a:lnTo>
                <a:lnTo>
                  <a:pt x="704155" y="10528"/>
                </a:lnTo>
                <a:lnTo>
                  <a:pt x="704214" y="10534"/>
                </a:lnTo>
                <a:lnTo>
                  <a:pt x="704273" y="10542"/>
                </a:lnTo>
                <a:lnTo>
                  <a:pt x="704330" y="10550"/>
                </a:lnTo>
                <a:lnTo>
                  <a:pt x="704388" y="10559"/>
                </a:lnTo>
                <a:lnTo>
                  <a:pt x="704444" y="10568"/>
                </a:lnTo>
                <a:lnTo>
                  <a:pt x="704500" y="10578"/>
                </a:lnTo>
                <a:lnTo>
                  <a:pt x="704556" y="10589"/>
                </a:lnTo>
                <a:lnTo>
                  <a:pt x="704610" y="10600"/>
                </a:lnTo>
                <a:lnTo>
                  <a:pt x="704665" y="10612"/>
                </a:lnTo>
                <a:lnTo>
                  <a:pt x="704718" y="10625"/>
                </a:lnTo>
                <a:lnTo>
                  <a:pt x="704771" y="10638"/>
                </a:lnTo>
                <a:lnTo>
                  <a:pt x="704824" y="10652"/>
                </a:lnTo>
                <a:lnTo>
                  <a:pt x="704875" y="10666"/>
                </a:lnTo>
                <a:lnTo>
                  <a:pt x="704926" y="10682"/>
                </a:lnTo>
                <a:lnTo>
                  <a:pt x="704977" y="10697"/>
                </a:lnTo>
                <a:lnTo>
                  <a:pt x="705027" y="10713"/>
                </a:lnTo>
                <a:lnTo>
                  <a:pt x="705076" y="10729"/>
                </a:lnTo>
                <a:lnTo>
                  <a:pt x="705125" y="10745"/>
                </a:lnTo>
                <a:lnTo>
                  <a:pt x="705174" y="10761"/>
                </a:lnTo>
                <a:lnTo>
                  <a:pt x="705222" y="10777"/>
                </a:lnTo>
                <a:lnTo>
                  <a:pt x="705269" y="10793"/>
                </a:lnTo>
                <a:lnTo>
                  <a:pt x="705315" y="10809"/>
                </a:lnTo>
                <a:lnTo>
                  <a:pt x="705362" y="10825"/>
                </a:lnTo>
                <a:lnTo>
                  <a:pt x="705407" y="10842"/>
                </a:lnTo>
                <a:lnTo>
                  <a:pt x="705452" y="10858"/>
                </a:lnTo>
                <a:lnTo>
                  <a:pt x="705497" y="10875"/>
                </a:lnTo>
                <a:lnTo>
                  <a:pt x="705541" y="10891"/>
                </a:lnTo>
                <a:lnTo>
                  <a:pt x="705584" y="10908"/>
                </a:lnTo>
                <a:lnTo>
                  <a:pt x="705627" y="10925"/>
                </a:lnTo>
                <a:lnTo>
                  <a:pt x="705669" y="10942"/>
                </a:lnTo>
                <a:lnTo>
                  <a:pt x="705711" y="10959"/>
                </a:lnTo>
                <a:lnTo>
                  <a:pt x="705752" y="10976"/>
                </a:lnTo>
                <a:lnTo>
                  <a:pt x="705793" y="10993"/>
                </a:lnTo>
                <a:lnTo>
                  <a:pt x="705833" y="11010"/>
                </a:lnTo>
                <a:lnTo>
                  <a:pt x="705872" y="11028"/>
                </a:lnTo>
                <a:lnTo>
                  <a:pt x="705911" y="11045"/>
                </a:lnTo>
                <a:lnTo>
                  <a:pt x="705950" y="11063"/>
                </a:lnTo>
                <a:lnTo>
                  <a:pt x="705988" y="11080"/>
                </a:lnTo>
                <a:lnTo>
                  <a:pt x="706025" y="11098"/>
                </a:lnTo>
                <a:lnTo>
                  <a:pt x="706062" y="11115"/>
                </a:lnTo>
                <a:lnTo>
                  <a:pt x="706098" y="11133"/>
                </a:lnTo>
                <a:lnTo>
                  <a:pt x="706133" y="11150"/>
                </a:lnTo>
                <a:lnTo>
                  <a:pt x="706168" y="11167"/>
                </a:lnTo>
                <a:lnTo>
                  <a:pt x="706203" y="11185"/>
                </a:lnTo>
                <a:lnTo>
                  <a:pt x="706237" y="11202"/>
                </a:lnTo>
                <a:lnTo>
                  <a:pt x="706270" y="11219"/>
                </a:lnTo>
                <a:lnTo>
                  <a:pt x="706303" y="11236"/>
                </a:lnTo>
                <a:lnTo>
                  <a:pt x="706335" y="11252"/>
                </a:lnTo>
                <a:lnTo>
                  <a:pt x="706366" y="11269"/>
                </a:lnTo>
                <a:lnTo>
                  <a:pt x="706397" y="11286"/>
                </a:lnTo>
                <a:lnTo>
                  <a:pt x="706427" y="11302"/>
                </a:lnTo>
                <a:lnTo>
                  <a:pt x="706457" y="11319"/>
                </a:lnTo>
                <a:lnTo>
                  <a:pt x="706486" y="11335"/>
                </a:lnTo>
                <a:lnTo>
                  <a:pt x="706515" y="11352"/>
                </a:lnTo>
                <a:lnTo>
                  <a:pt x="706543" y="11368"/>
                </a:lnTo>
                <a:lnTo>
                  <a:pt x="706571" y="11384"/>
                </a:lnTo>
                <a:lnTo>
                  <a:pt x="706597" y="11400"/>
                </a:lnTo>
                <a:lnTo>
                  <a:pt x="706624" y="11416"/>
                </a:lnTo>
                <a:lnTo>
                  <a:pt x="706649" y="11432"/>
                </a:lnTo>
                <a:lnTo>
                  <a:pt x="706675" y="11447"/>
                </a:lnTo>
                <a:lnTo>
                  <a:pt x="706699" y="11463"/>
                </a:lnTo>
                <a:lnTo>
                  <a:pt x="706723" y="11479"/>
                </a:lnTo>
                <a:lnTo>
                  <a:pt x="706746" y="11494"/>
                </a:lnTo>
                <a:lnTo>
                  <a:pt x="706769" y="11508"/>
                </a:lnTo>
                <a:lnTo>
                  <a:pt x="706792" y="11522"/>
                </a:lnTo>
                <a:lnTo>
                  <a:pt x="706814" y="11536"/>
                </a:lnTo>
                <a:lnTo>
                  <a:pt x="706836" y="11548"/>
                </a:lnTo>
                <a:lnTo>
                  <a:pt x="706857" y="11560"/>
                </a:lnTo>
                <a:lnTo>
                  <a:pt x="706877" y="11572"/>
                </a:lnTo>
                <a:lnTo>
                  <a:pt x="706898" y="11582"/>
                </a:lnTo>
                <a:lnTo>
                  <a:pt x="706917" y="11592"/>
                </a:lnTo>
                <a:lnTo>
                  <a:pt x="706937" y="11602"/>
                </a:lnTo>
                <a:lnTo>
                  <a:pt x="706955" y="11610"/>
                </a:lnTo>
                <a:lnTo>
                  <a:pt x="706974" y="11619"/>
                </a:lnTo>
                <a:lnTo>
                  <a:pt x="706992" y="11626"/>
                </a:lnTo>
                <a:lnTo>
                  <a:pt x="707009" y="11633"/>
                </a:lnTo>
                <a:lnTo>
                  <a:pt x="707026" y="11639"/>
                </a:lnTo>
                <a:lnTo>
                  <a:pt x="707042" y="11644"/>
                </a:lnTo>
                <a:lnTo>
                  <a:pt x="707058" y="11649"/>
                </a:lnTo>
                <a:lnTo>
                  <a:pt x="707074" y="11653"/>
                </a:lnTo>
                <a:lnTo>
                  <a:pt x="707089" y="11657"/>
                </a:lnTo>
                <a:lnTo>
                  <a:pt x="707104" y="11660"/>
                </a:lnTo>
                <a:lnTo>
                  <a:pt x="707118" y="11662"/>
                </a:lnTo>
                <a:lnTo>
                  <a:pt x="707132" y="11664"/>
                </a:lnTo>
                <a:lnTo>
                  <a:pt x="707145" y="11665"/>
                </a:lnTo>
                <a:lnTo>
                  <a:pt x="707158" y="11665"/>
                </a:lnTo>
                <a:lnTo>
                  <a:pt x="707166" y="11665"/>
                </a:lnTo>
                <a:lnTo>
                  <a:pt x="707174" y="11665"/>
                </a:lnTo>
                <a:lnTo>
                  <a:pt x="707182" y="11664"/>
                </a:lnTo>
                <a:lnTo>
                  <a:pt x="707190" y="11663"/>
                </a:lnTo>
                <a:lnTo>
                  <a:pt x="707199" y="11663"/>
                </a:lnTo>
                <a:lnTo>
                  <a:pt x="707207" y="11661"/>
                </a:lnTo>
                <a:lnTo>
                  <a:pt x="707215" y="11660"/>
                </a:lnTo>
                <a:lnTo>
                  <a:pt x="707223" y="11659"/>
                </a:lnTo>
                <a:lnTo>
                  <a:pt x="707230" y="11657"/>
                </a:lnTo>
                <a:lnTo>
                  <a:pt x="707238" y="11655"/>
                </a:lnTo>
                <a:lnTo>
                  <a:pt x="707246" y="11653"/>
                </a:lnTo>
                <a:lnTo>
                  <a:pt x="707254" y="11650"/>
                </a:lnTo>
                <a:lnTo>
                  <a:pt x="707261" y="11648"/>
                </a:lnTo>
                <a:lnTo>
                  <a:pt x="707269" y="11645"/>
                </a:lnTo>
                <a:lnTo>
                  <a:pt x="707276" y="11642"/>
                </a:lnTo>
                <a:lnTo>
                  <a:pt x="707284" y="11639"/>
                </a:lnTo>
                <a:lnTo>
                  <a:pt x="707291" y="11636"/>
                </a:lnTo>
                <a:lnTo>
                  <a:pt x="707299" y="11632"/>
                </a:lnTo>
                <a:lnTo>
                  <a:pt x="707306" y="11628"/>
                </a:lnTo>
                <a:lnTo>
                  <a:pt x="707313" y="11625"/>
                </a:lnTo>
                <a:lnTo>
                  <a:pt x="707320" y="11620"/>
                </a:lnTo>
                <a:lnTo>
                  <a:pt x="707327" y="11616"/>
                </a:lnTo>
                <a:lnTo>
                  <a:pt x="707334" y="11611"/>
                </a:lnTo>
                <a:lnTo>
                  <a:pt x="707341" y="11607"/>
                </a:lnTo>
                <a:lnTo>
                  <a:pt x="707348" y="11602"/>
                </a:lnTo>
                <a:lnTo>
                  <a:pt x="707355" y="11596"/>
                </a:lnTo>
                <a:lnTo>
                  <a:pt x="707362" y="11591"/>
                </a:lnTo>
                <a:lnTo>
                  <a:pt x="707369" y="11585"/>
                </a:lnTo>
                <a:lnTo>
                  <a:pt x="707375" y="11579"/>
                </a:lnTo>
                <a:lnTo>
                  <a:pt x="707382" y="11573"/>
                </a:lnTo>
                <a:lnTo>
                  <a:pt x="707388" y="11566"/>
                </a:lnTo>
                <a:lnTo>
                  <a:pt x="707394" y="11559"/>
                </a:lnTo>
                <a:lnTo>
                  <a:pt x="707401" y="11552"/>
                </a:lnTo>
                <a:lnTo>
                  <a:pt x="707407" y="11545"/>
                </a:lnTo>
                <a:lnTo>
                  <a:pt x="707413" y="11537"/>
                </a:lnTo>
                <a:lnTo>
                  <a:pt x="707419" y="11529"/>
                </a:lnTo>
                <a:lnTo>
                  <a:pt x="707425" y="11521"/>
                </a:lnTo>
                <a:lnTo>
                  <a:pt x="707430" y="11513"/>
                </a:lnTo>
                <a:lnTo>
                  <a:pt x="707436" y="11504"/>
                </a:lnTo>
                <a:lnTo>
                  <a:pt x="707442" y="11495"/>
                </a:lnTo>
                <a:lnTo>
                  <a:pt x="707447" y="11486"/>
                </a:lnTo>
                <a:lnTo>
                  <a:pt x="707453" y="11477"/>
                </a:lnTo>
                <a:lnTo>
                  <a:pt x="707458" y="11467"/>
                </a:lnTo>
                <a:lnTo>
                  <a:pt x="707463" y="11457"/>
                </a:lnTo>
                <a:lnTo>
                  <a:pt x="707468" y="11447"/>
                </a:lnTo>
                <a:lnTo>
                  <a:pt x="707473" y="11436"/>
                </a:lnTo>
                <a:lnTo>
                  <a:pt x="707479" y="11425"/>
                </a:lnTo>
                <a:lnTo>
                  <a:pt x="707483" y="11414"/>
                </a:lnTo>
                <a:lnTo>
                  <a:pt x="707488" y="11403"/>
                </a:lnTo>
                <a:lnTo>
                  <a:pt x="707493" y="11392"/>
                </a:lnTo>
                <a:lnTo>
                  <a:pt x="707498" y="11380"/>
                </a:lnTo>
                <a:lnTo>
                  <a:pt x="707502" y="11368"/>
                </a:lnTo>
                <a:lnTo>
                  <a:pt x="707506" y="11355"/>
                </a:lnTo>
                <a:lnTo>
                  <a:pt x="707511" y="11343"/>
                </a:lnTo>
                <a:lnTo>
                  <a:pt x="707515" y="11330"/>
                </a:lnTo>
                <a:lnTo>
                  <a:pt x="707519" y="11317"/>
                </a:lnTo>
                <a:lnTo>
                  <a:pt x="707523" y="11304"/>
                </a:lnTo>
                <a:lnTo>
                  <a:pt x="707526" y="11290"/>
                </a:lnTo>
                <a:lnTo>
                  <a:pt x="707530" y="11276"/>
                </a:lnTo>
                <a:lnTo>
                  <a:pt x="707534" y="11262"/>
                </a:lnTo>
                <a:lnTo>
                  <a:pt x="707537" y="11248"/>
                </a:lnTo>
                <a:lnTo>
                  <a:pt x="707540" y="11233"/>
                </a:lnTo>
                <a:lnTo>
                  <a:pt x="707543" y="11218"/>
                </a:lnTo>
                <a:lnTo>
                  <a:pt x="707547" y="11203"/>
                </a:lnTo>
                <a:lnTo>
                  <a:pt x="707550" y="11187"/>
                </a:lnTo>
                <a:lnTo>
                  <a:pt x="707552" y="11172"/>
                </a:lnTo>
                <a:lnTo>
                  <a:pt x="707555" y="11156"/>
                </a:lnTo>
                <a:lnTo>
                  <a:pt x="707558" y="11139"/>
                </a:lnTo>
                <a:lnTo>
                  <a:pt x="707560" y="11123"/>
                </a:lnTo>
                <a:lnTo>
                  <a:pt x="707563" y="11106"/>
                </a:lnTo>
                <a:lnTo>
                  <a:pt x="707565" y="11089"/>
                </a:lnTo>
                <a:lnTo>
                  <a:pt x="707567" y="11072"/>
                </a:lnTo>
                <a:lnTo>
                  <a:pt x="707569" y="11054"/>
                </a:lnTo>
                <a:lnTo>
                  <a:pt x="707571" y="11036"/>
                </a:lnTo>
                <a:lnTo>
                  <a:pt x="707573" y="11018"/>
                </a:lnTo>
                <a:lnTo>
                  <a:pt x="707575" y="11000"/>
                </a:lnTo>
                <a:lnTo>
                  <a:pt x="707576" y="10982"/>
                </a:lnTo>
                <a:lnTo>
                  <a:pt x="707578" y="10963"/>
                </a:lnTo>
                <a:lnTo>
                  <a:pt x="707579" y="10944"/>
                </a:lnTo>
                <a:lnTo>
                  <a:pt x="707581" y="10924"/>
                </a:lnTo>
                <a:lnTo>
                  <a:pt x="707582" y="10905"/>
                </a:lnTo>
                <a:lnTo>
                  <a:pt x="707584" y="10885"/>
                </a:lnTo>
                <a:lnTo>
                  <a:pt x="707585" y="10865"/>
                </a:lnTo>
                <a:lnTo>
                  <a:pt x="707586" y="10844"/>
                </a:lnTo>
                <a:lnTo>
                  <a:pt x="707587" y="10823"/>
                </a:lnTo>
                <a:lnTo>
                  <a:pt x="707588" y="10803"/>
                </a:lnTo>
                <a:lnTo>
                  <a:pt x="707589" y="10781"/>
                </a:lnTo>
                <a:lnTo>
                  <a:pt x="707589" y="10760"/>
                </a:lnTo>
                <a:lnTo>
                  <a:pt x="707590" y="10738"/>
                </a:lnTo>
                <a:lnTo>
                  <a:pt x="707590" y="10716"/>
                </a:lnTo>
                <a:lnTo>
                  <a:pt x="707591" y="10694"/>
                </a:lnTo>
                <a:lnTo>
                  <a:pt x="707591" y="10671"/>
                </a:lnTo>
                <a:lnTo>
                  <a:pt x="707592" y="10649"/>
                </a:lnTo>
                <a:lnTo>
                  <a:pt x="707592" y="10626"/>
                </a:lnTo>
                <a:lnTo>
                  <a:pt x="707592" y="10602"/>
                </a:lnTo>
                <a:lnTo>
                  <a:pt x="707592" y="10579"/>
                </a:lnTo>
                <a:lnTo>
                  <a:pt x="707592" y="10557"/>
                </a:lnTo>
                <a:lnTo>
                  <a:pt x="707592" y="10535"/>
                </a:lnTo>
                <a:lnTo>
                  <a:pt x="707592" y="10513"/>
                </a:lnTo>
                <a:lnTo>
                  <a:pt x="707591" y="10492"/>
                </a:lnTo>
                <a:lnTo>
                  <a:pt x="707591" y="10471"/>
                </a:lnTo>
                <a:lnTo>
                  <a:pt x="707590" y="10450"/>
                </a:lnTo>
                <a:lnTo>
                  <a:pt x="707590" y="10430"/>
                </a:lnTo>
                <a:lnTo>
                  <a:pt x="707589" y="10410"/>
                </a:lnTo>
                <a:lnTo>
                  <a:pt x="707589" y="10390"/>
                </a:lnTo>
                <a:lnTo>
                  <a:pt x="707588" y="10371"/>
                </a:lnTo>
                <a:lnTo>
                  <a:pt x="707587" y="10351"/>
                </a:lnTo>
                <a:lnTo>
                  <a:pt x="707586" y="10332"/>
                </a:lnTo>
                <a:lnTo>
                  <a:pt x="707585" y="10314"/>
                </a:lnTo>
                <a:lnTo>
                  <a:pt x="707584" y="10295"/>
                </a:lnTo>
                <a:lnTo>
                  <a:pt x="707582" y="10277"/>
                </a:lnTo>
                <a:lnTo>
                  <a:pt x="707581" y="10259"/>
                </a:lnTo>
                <a:lnTo>
                  <a:pt x="707579" y="10242"/>
                </a:lnTo>
                <a:lnTo>
                  <a:pt x="707578" y="10225"/>
                </a:lnTo>
                <a:lnTo>
                  <a:pt x="707576" y="10208"/>
                </a:lnTo>
                <a:lnTo>
                  <a:pt x="707575" y="10191"/>
                </a:lnTo>
                <a:lnTo>
                  <a:pt x="707573" y="10175"/>
                </a:lnTo>
                <a:lnTo>
                  <a:pt x="707571" y="10159"/>
                </a:lnTo>
                <a:lnTo>
                  <a:pt x="707569" y="10143"/>
                </a:lnTo>
                <a:lnTo>
                  <a:pt x="707567" y="10128"/>
                </a:lnTo>
                <a:lnTo>
                  <a:pt x="707565" y="10112"/>
                </a:lnTo>
                <a:lnTo>
                  <a:pt x="707563" y="10097"/>
                </a:lnTo>
                <a:lnTo>
                  <a:pt x="707561" y="10083"/>
                </a:lnTo>
                <a:lnTo>
                  <a:pt x="707559" y="10068"/>
                </a:lnTo>
                <a:lnTo>
                  <a:pt x="707557" y="10054"/>
                </a:lnTo>
                <a:lnTo>
                  <a:pt x="707554" y="10039"/>
                </a:lnTo>
                <a:lnTo>
                  <a:pt x="707552" y="10025"/>
                </a:lnTo>
                <a:lnTo>
                  <a:pt x="707550" y="10012"/>
                </a:lnTo>
                <a:lnTo>
                  <a:pt x="707548" y="9998"/>
                </a:lnTo>
                <a:lnTo>
                  <a:pt x="707546" y="9985"/>
                </a:lnTo>
                <a:lnTo>
                  <a:pt x="707544" y="9971"/>
                </a:lnTo>
                <a:lnTo>
                  <a:pt x="707542" y="9958"/>
                </a:lnTo>
                <a:lnTo>
                  <a:pt x="707540" y="9946"/>
                </a:lnTo>
                <a:lnTo>
                  <a:pt x="707538" y="9933"/>
                </a:lnTo>
                <a:lnTo>
                  <a:pt x="707536" y="9921"/>
                </a:lnTo>
                <a:lnTo>
                  <a:pt x="707534" y="9908"/>
                </a:lnTo>
                <a:lnTo>
                  <a:pt x="707531" y="9897"/>
                </a:lnTo>
                <a:lnTo>
                  <a:pt x="707529" y="9885"/>
                </a:lnTo>
                <a:lnTo>
                  <a:pt x="707527" y="9873"/>
                </a:lnTo>
                <a:lnTo>
                  <a:pt x="707525" y="9862"/>
                </a:lnTo>
                <a:lnTo>
                  <a:pt x="707523" y="9851"/>
                </a:lnTo>
                <a:lnTo>
                  <a:pt x="707521" y="9840"/>
                </a:lnTo>
                <a:lnTo>
                  <a:pt x="707519" y="9829"/>
                </a:lnTo>
                <a:lnTo>
                  <a:pt x="707517" y="9818"/>
                </a:lnTo>
                <a:lnTo>
                  <a:pt x="707515" y="9808"/>
                </a:lnTo>
                <a:lnTo>
                  <a:pt x="707512" y="9798"/>
                </a:lnTo>
                <a:lnTo>
                  <a:pt x="707510" y="9787"/>
                </a:lnTo>
                <a:lnTo>
                  <a:pt x="707508" y="9777"/>
                </a:lnTo>
                <a:lnTo>
                  <a:pt x="707505" y="9767"/>
                </a:lnTo>
                <a:lnTo>
                  <a:pt x="707502" y="9757"/>
                </a:lnTo>
                <a:lnTo>
                  <a:pt x="707499" y="9747"/>
                </a:lnTo>
                <a:lnTo>
                  <a:pt x="707496" y="9738"/>
                </a:lnTo>
                <a:lnTo>
                  <a:pt x="707493" y="9728"/>
                </a:lnTo>
                <a:lnTo>
                  <a:pt x="707490" y="9718"/>
                </a:lnTo>
                <a:lnTo>
                  <a:pt x="707487" y="9709"/>
                </a:lnTo>
                <a:lnTo>
                  <a:pt x="707483" y="9699"/>
                </a:lnTo>
                <a:lnTo>
                  <a:pt x="707480" y="9690"/>
                </a:lnTo>
                <a:lnTo>
                  <a:pt x="707476" y="9681"/>
                </a:lnTo>
                <a:lnTo>
                  <a:pt x="707472" y="9672"/>
                </a:lnTo>
                <a:lnTo>
                  <a:pt x="707469" y="9662"/>
                </a:lnTo>
                <a:lnTo>
                  <a:pt x="707465" y="9653"/>
                </a:lnTo>
                <a:lnTo>
                  <a:pt x="707460" y="9645"/>
                </a:lnTo>
                <a:lnTo>
                  <a:pt x="707456" y="9636"/>
                </a:lnTo>
                <a:lnTo>
                  <a:pt x="707452" y="9627"/>
                </a:lnTo>
                <a:lnTo>
                  <a:pt x="707447" y="9618"/>
                </a:lnTo>
                <a:lnTo>
                  <a:pt x="707443" y="9610"/>
                </a:lnTo>
                <a:lnTo>
                  <a:pt x="707438" y="9601"/>
                </a:lnTo>
                <a:lnTo>
                  <a:pt x="707433" y="9593"/>
                </a:lnTo>
                <a:lnTo>
                  <a:pt x="707428" y="9584"/>
                </a:lnTo>
                <a:lnTo>
                  <a:pt x="707423" y="9576"/>
                </a:lnTo>
                <a:lnTo>
                  <a:pt x="707417" y="9567"/>
                </a:lnTo>
                <a:lnTo>
                  <a:pt x="707411" y="9558"/>
                </a:lnTo>
                <a:lnTo>
                  <a:pt x="707404" y="9549"/>
                </a:lnTo>
                <a:lnTo>
                  <a:pt x="707397" y="9540"/>
                </a:lnTo>
                <a:lnTo>
                  <a:pt x="707389" y="9531"/>
                </a:lnTo>
                <a:lnTo>
                  <a:pt x="707381" y="9522"/>
                </a:lnTo>
                <a:lnTo>
                  <a:pt x="707373" y="9513"/>
                </a:lnTo>
                <a:lnTo>
                  <a:pt x="707364" y="9503"/>
                </a:lnTo>
                <a:lnTo>
                  <a:pt x="707355" y="9493"/>
                </a:lnTo>
                <a:lnTo>
                  <a:pt x="707346" y="9484"/>
                </a:lnTo>
                <a:lnTo>
                  <a:pt x="707336" y="9474"/>
                </a:lnTo>
                <a:lnTo>
                  <a:pt x="707325" y="9464"/>
                </a:lnTo>
                <a:lnTo>
                  <a:pt x="707314" y="9454"/>
                </a:lnTo>
                <a:lnTo>
                  <a:pt x="707303" y="9443"/>
                </a:lnTo>
                <a:lnTo>
                  <a:pt x="707292" y="9433"/>
                </a:lnTo>
                <a:lnTo>
                  <a:pt x="707280" y="9422"/>
                </a:lnTo>
                <a:lnTo>
                  <a:pt x="707267" y="9412"/>
                </a:lnTo>
                <a:lnTo>
                  <a:pt x="707255" y="9401"/>
                </a:lnTo>
                <a:lnTo>
                  <a:pt x="707241" y="9390"/>
                </a:lnTo>
                <a:lnTo>
                  <a:pt x="707228" y="9379"/>
                </a:lnTo>
                <a:lnTo>
                  <a:pt x="707214" y="9368"/>
                </a:lnTo>
                <a:lnTo>
                  <a:pt x="707199" y="9357"/>
                </a:lnTo>
                <a:lnTo>
                  <a:pt x="707184" y="9345"/>
                </a:lnTo>
                <a:lnTo>
                  <a:pt x="707169" y="9334"/>
                </a:lnTo>
                <a:lnTo>
                  <a:pt x="707153" y="9322"/>
                </a:lnTo>
                <a:lnTo>
                  <a:pt x="707136" y="9310"/>
                </a:lnTo>
                <a:lnTo>
                  <a:pt x="707119" y="9298"/>
                </a:lnTo>
                <a:lnTo>
                  <a:pt x="707101" y="9286"/>
                </a:lnTo>
                <a:lnTo>
                  <a:pt x="707083" y="9274"/>
                </a:lnTo>
                <a:lnTo>
                  <a:pt x="707064" y="9262"/>
                </a:lnTo>
                <a:lnTo>
                  <a:pt x="707044" y="9249"/>
                </a:lnTo>
                <a:lnTo>
                  <a:pt x="707024" y="9236"/>
                </a:lnTo>
                <a:lnTo>
                  <a:pt x="707003" y="9223"/>
                </a:lnTo>
                <a:lnTo>
                  <a:pt x="706982" y="9210"/>
                </a:lnTo>
                <a:lnTo>
                  <a:pt x="706960" y="9197"/>
                </a:lnTo>
                <a:lnTo>
                  <a:pt x="706938" y="9184"/>
                </a:lnTo>
                <a:lnTo>
                  <a:pt x="706915" y="9170"/>
                </a:lnTo>
                <a:lnTo>
                  <a:pt x="706891" y="9157"/>
                </a:lnTo>
                <a:lnTo>
                  <a:pt x="706867" y="9143"/>
                </a:lnTo>
                <a:lnTo>
                  <a:pt x="706842" y="9129"/>
                </a:lnTo>
                <a:lnTo>
                  <a:pt x="706817" y="9115"/>
                </a:lnTo>
                <a:lnTo>
                  <a:pt x="706791" y="9101"/>
                </a:lnTo>
                <a:lnTo>
                  <a:pt x="706764" y="9087"/>
                </a:lnTo>
                <a:lnTo>
                  <a:pt x="706737" y="9072"/>
                </a:lnTo>
                <a:lnTo>
                  <a:pt x="706709" y="9058"/>
                </a:lnTo>
                <a:lnTo>
                  <a:pt x="706681" y="9043"/>
                </a:lnTo>
                <a:lnTo>
                  <a:pt x="706652" y="9028"/>
                </a:lnTo>
                <a:lnTo>
                  <a:pt x="706623" y="9013"/>
                </a:lnTo>
                <a:lnTo>
                  <a:pt x="706593" y="8999"/>
                </a:lnTo>
                <a:lnTo>
                  <a:pt x="706563" y="8984"/>
                </a:lnTo>
                <a:lnTo>
                  <a:pt x="706532" y="8970"/>
                </a:lnTo>
                <a:lnTo>
                  <a:pt x="706501" y="8955"/>
                </a:lnTo>
                <a:lnTo>
                  <a:pt x="706469" y="8941"/>
                </a:lnTo>
                <a:lnTo>
                  <a:pt x="706437" y="8927"/>
                </a:lnTo>
                <a:lnTo>
                  <a:pt x="706404" y="8913"/>
                </a:lnTo>
                <a:lnTo>
                  <a:pt x="706371" y="8899"/>
                </a:lnTo>
                <a:lnTo>
                  <a:pt x="706337" y="8885"/>
                </a:lnTo>
                <a:lnTo>
                  <a:pt x="706303" y="8871"/>
                </a:lnTo>
                <a:lnTo>
                  <a:pt x="706268" y="8857"/>
                </a:lnTo>
                <a:lnTo>
                  <a:pt x="706233" y="8844"/>
                </a:lnTo>
                <a:lnTo>
                  <a:pt x="706197" y="8830"/>
                </a:lnTo>
                <a:lnTo>
                  <a:pt x="706161" y="8817"/>
                </a:lnTo>
                <a:lnTo>
                  <a:pt x="706125" y="8803"/>
                </a:lnTo>
                <a:lnTo>
                  <a:pt x="706087" y="8790"/>
                </a:lnTo>
                <a:lnTo>
                  <a:pt x="706050" y="8777"/>
                </a:lnTo>
                <a:lnTo>
                  <a:pt x="706012" y="8764"/>
                </a:lnTo>
                <a:lnTo>
                  <a:pt x="705973" y="8751"/>
                </a:lnTo>
                <a:lnTo>
                  <a:pt x="705934" y="8738"/>
                </a:lnTo>
                <a:lnTo>
                  <a:pt x="705894" y="8725"/>
                </a:lnTo>
                <a:lnTo>
                  <a:pt x="705854" y="8712"/>
                </a:lnTo>
                <a:lnTo>
                  <a:pt x="705813" y="8700"/>
                </a:lnTo>
                <a:lnTo>
                  <a:pt x="705772" y="8687"/>
                </a:lnTo>
                <a:lnTo>
                  <a:pt x="705731" y="8675"/>
                </a:lnTo>
                <a:lnTo>
                  <a:pt x="705689" y="8663"/>
                </a:lnTo>
                <a:lnTo>
                  <a:pt x="705647" y="8651"/>
                </a:lnTo>
                <a:lnTo>
                  <a:pt x="705604" y="8639"/>
                </a:lnTo>
                <a:lnTo>
                  <a:pt x="705561" y="8628"/>
                </a:lnTo>
                <a:lnTo>
                  <a:pt x="705518" y="8616"/>
                </a:lnTo>
                <a:lnTo>
                  <a:pt x="705474" y="8605"/>
                </a:lnTo>
                <a:lnTo>
                  <a:pt x="705430" y="8594"/>
                </a:lnTo>
                <a:lnTo>
                  <a:pt x="705385" y="8583"/>
                </a:lnTo>
                <a:lnTo>
                  <a:pt x="705340" y="8572"/>
                </a:lnTo>
                <a:lnTo>
                  <a:pt x="705295" y="8562"/>
                </a:lnTo>
                <a:lnTo>
                  <a:pt x="705249" y="8552"/>
                </a:lnTo>
                <a:lnTo>
                  <a:pt x="705202" y="8541"/>
                </a:lnTo>
                <a:lnTo>
                  <a:pt x="705156" y="8531"/>
                </a:lnTo>
                <a:lnTo>
                  <a:pt x="705109" y="8522"/>
                </a:lnTo>
                <a:lnTo>
                  <a:pt x="705061" y="8512"/>
                </a:lnTo>
                <a:lnTo>
                  <a:pt x="705013" y="8503"/>
                </a:lnTo>
                <a:lnTo>
                  <a:pt x="704965" y="8493"/>
                </a:lnTo>
                <a:lnTo>
                  <a:pt x="704916" y="8484"/>
                </a:lnTo>
                <a:lnTo>
                  <a:pt x="704867" y="8475"/>
                </a:lnTo>
                <a:lnTo>
                  <a:pt x="704818" y="8467"/>
                </a:lnTo>
                <a:lnTo>
                  <a:pt x="704768" y="8458"/>
                </a:lnTo>
                <a:lnTo>
                  <a:pt x="704718" y="8450"/>
                </a:lnTo>
                <a:lnTo>
                  <a:pt x="704667" y="8442"/>
                </a:lnTo>
                <a:lnTo>
                  <a:pt x="704617" y="8434"/>
                </a:lnTo>
                <a:lnTo>
                  <a:pt x="704567" y="8427"/>
                </a:lnTo>
                <a:lnTo>
                  <a:pt x="704517" y="8420"/>
                </a:lnTo>
                <a:lnTo>
                  <a:pt x="704467" y="8413"/>
                </a:lnTo>
                <a:lnTo>
                  <a:pt x="704417" y="8407"/>
                </a:lnTo>
                <a:lnTo>
                  <a:pt x="704367" y="8401"/>
                </a:lnTo>
                <a:lnTo>
                  <a:pt x="704316" y="8396"/>
                </a:lnTo>
                <a:lnTo>
                  <a:pt x="704266" y="8391"/>
                </a:lnTo>
                <a:lnTo>
                  <a:pt x="704216" y="8386"/>
                </a:lnTo>
                <a:lnTo>
                  <a:pt x="704166" y="8382"/>
                </a:lnTo>
                <a:lnTo>
                  <a:pt x="704116" y="8377"/>
                </a:lnTo>
                <a:lnTo>
                  <a:pt x="704066" y="8374"/>
                </a:lnTo>
                <a:lnTo>
                  <a:pt x="704016" y="8370"/>
                </a:lnTo>
                <a:lnTo>
                  <a:pt x="703966" y="8367"/>
                </a:lnTo>
                <a:lnTo>
                  <a:pt x="703915" y="8365"/>
                </a:lnTo>
                <a:lnTo>
                  <a:pt x="703865" y="8362"/>
                </a:lnTo>
                <a:lnTo>
                  <a:pt x="703815" y="8361"/>
                </a:lnTo>
                <a:lnTo>
                  <a:pt x="703765" y="8359"/>
                </a:lnTo>
                <a:lnTo>
                  <a:pt x="703715" y="8358"/>
                </a:lnTo>
                <a:lnTo>
                  <a:pt x="703665" y="8357"/>
                </a:lnTo>
                <a:lnTo>
                  <a:pt x="703615" y="8356"/>
                </a:lnTo>
                <a:lnTo>
                  <a:pt x="703564" y="8356"/>
                </a:lnTo>
                <a:lnTo>
                  <a:pt x="703451" y="8357"/>
                </a:lnTo>
                <a:lnTo>
                  <a:pt x="703338" y="8359"/>
                </a:lnTo>
                <a:lnTo>
                  <a:pt x="703227" y="8362"/>
                </a:lnTo>
                <a:lnTo>
                  <a:pt x="703117" y="8366"/>
                </a:lnTo>
                <a:lnTo>
                  <a:pt x="703008" y="8372"/>
                </a:lnTo>
                <a:lnTo>
                  <a:pt x="702901" y="8379"/>
                </a:lnTo>
                <a:lnTo>
                  <a:pt x="702794" y="8387"/>
                </a:lnTo>
                <a:lnTo>
                  <a:pt x="702689" y="8397"/>
                </a:lnTo>
                <a:lnTo>
                  <a:pt x="702585" y="8408"/>
                </a:lnTo>
                <a:lnTo>
                  <a:pt x="702482" y="8420"/>
                </a:lnTo>
                <a:lnTo>
                  <a:pt x="702380" y="8433"/>
                </a:lnTo>
                <a:lnTo>
                  <a:pt x="702280" y="8448"/>
                </a:lnTo>
                <a:lnTo>
                  <a:pt x="702180" y="8464"/>
                </a:lnTo>
                <a:lnTo>
                  <a:pt x="702082" y="8481"/>
                </a:lnTo>
                <a:lnTo>
                  <a:pt x="701985" y="8500"/>
                </a:lnTo>
                <a:lnTo>
                  <a:pt x="701889" y="8520"/>
                </a:lnTo>
                <a:lnTo>
                  <a:pt x="701795" y="8541"/>
                </a:lnTo>
                <a:lnTo>
                  <a:pt x="701702" y="8563"/>
                </a:lnTo>
                <a:lnTo>
                  <a:pt x="701609" y="8587"/>
                </a:lnTo>
                <a:lnTo>
                  <a:pt x="701518" y="8612"/>
                </a:lnTo>
                <a:lnTo>
                  <a:pt x="701429" y="8638"/>
                </a:lnTo>
                <a:lnTo>
                  <a:pt x="701340" y="8665"/>
                </a:lnTo>
                <a:lnTo>
                  <a:pt x="701252" y="8694"/>
                </a:lnTo>
                <a:lnTo>
                  <a:pt x="701166" y="8724"/>
                </a:lnTo>
                <a:lnTo>
                  <a:pt x="701081" y="8755"/>
                </a:lnTo>
                <a:lnTo>
                  <a:pt x="700997" y="8787"/>
                </a:lnTo>
                <a:lnTo>
                  <a:pt x="700915" y="8820"/>
                </a:lnTo>
                <a:lnTo>
                  <a:pt x="700833" y="8854"/>
                </a:lnTo>
                <a:lnTo>
                  <a:pt x="700753" y="8888"/>
                </a:lnTo>
                <a:lnTo>
                  <a:pt x="700674" y="8923"/>
                </a:lnTo>
                <a:lnTo>
                  <a:pt x="700596" y="8959"/>
                </a:lnTo>
                <a:lnTo>
                  <a:pt x="700519" y="8996"/>
                </a:lnTo>
                <a:lnTo>
                  <a:pt x="700444" y="9034"/>
                </a:lnTo>
                <a:lnTo>
                  <a:pt x="700369" y="9073"/>
                </a:lnTo>
                <a:lnTo>
                  <a:pt x="700296" y="9112"/>
                </a:lnTo>
                <a:lnTo>
                  <a:pt x="700224" y="9153"/>
                </a:lnTo>
                <a:lnTo>
                  <a:pt x="700153" y="9194"/>
                </a:lnTo>
                <a:lnTo>
                  <a:pt x="700084" y="9236"/>
                </a:lnTo>
                <a:lnTo>
                  <a:pt x="700015" y="9279"/>
                </a:lnTo>
                <a:lnTo>
                  <a:pt x="699948" y="9323"/>
                </a:lnTo>
                <a:lnTo>
                  <a:pt x="699882" y="9367"/>
                </a:lnTo>
                <a:lnTo>
                  <a:pt x="699817" y="9413"/>
                </a:lnTo>
                <a:lnTo>
                  <a:pt x="699754" y="9459"/>
                </a:lnTo>
                <a:lnTo>
                  <a:pt x="699691" y="9506"/>
                </a:lnTo>
                <a:lnTo>
                  <a:pt x="699630" y="9554"/>
                </a:lnTo>
                <a:lnTo>
                  <a:pt x="699570" y="9603"/>
                </a:lnTo>
                <a:lnTo>
                  <a:pt x="699511" y="9653"/>
                </a:lnTo>
                <a:lnTo>
                  <a:pt x="699453" y="9703"/>
                </a:lnTo>
                <a:lnTo>
                  <a:pt x="699397" y="9754"/>
                </a:lnTo>
                <a:lnTo>
                  <a:pt x="699341" y="9806"/>
                </a:lnTo>
                <a:lnTo>
                  <a:pt x="699287" y="9859"/>
                </a:lnTo>
                <a:lnTo>
                  <a:pt x="699234" y="9912"/>
                </a:lnTo>
                <a:lnTo>
                  <a:pt x="699183" y="9966"/>
                </a:lnTo>
                <a:lnTo>
                  <a:pt x="699132" y="10021"/>
                </a:lnTo>
                <a:lnTo>
                  <a:pt x="699083" y="10076"/>
                </a:lnTo>
                <a:lnTo>
                  <a:pt x="699034" y="10132"/>
                </a:lnTo>
                <a:lnTo>
                  <a:pt x="698987" y="10189"/>
                </a:lnTo>
                <a:lnTo>
                  <a:pt x="698942" y="10247"/>
                </a:lnTo>
                <a:lnTo>
                  <a:pt x="698897" y="10305"/>
                </a:lnTo>
                <a:lnTo>
                  <a:pt x="698854" y="10364"/>
                </a:lnTo>
                <a:lnTo>
                  <a:pt x="698811" y="10423"/>
                </a:lnTo>
                <a:lnTo>
                  <a:pt x="698770" y="10484"/>
                </a:lnTo>
                <a:lnTo>
                  <a:pt x="698731" y="10545"/>
                </a:lnTo>
                <a:lnTo>
                  <a:pt x="698692" y="10606"/>
                </a:lnTo>
                <a:lnTo>
                  <a:pt x="698654" y="10669"/>
                </a:lnTo>
                <a:lnTo>
                  <a:pt x="698618" y="10732"/>
                </a:lnTo>
                <a:lnTo>
                  <a:pt x="698583" y="10796"/>
                </a:lnTo>
                <a:lnTo>
                  <a:pt x="698549" y="10860"/>
                </a:lnTo>
                <a:lnTo>
                  <a:pt x="698516" y="10925"/>
                </a:lnTo>
                <a:lnTo>
                  <a:pt x="698485" y="10991"/>
                </a:lnTo>
                <a:lnTo>
                  <a:pt x="698455" y="11058"/>
                </a:lnTo>
                <a:lnTo>
                  <a:pt x="698425" y="11125"/>
                </a:lnTo>
                <a:lnTo>
                  <a:pt x="698397" y="11193"/>
                </a:lnTo>
                <a:lnTo>
                  <a:pt x="698371" y="11261"/>
                </a:lnTo>
                <a:lnTo>
                  <a:pt x="698345" y="11329"/>
                </a:lnTo>
                <a:lnTo>
                  <a:pt x="698321" y="11398"/>
                </a:lnTo>
                <a:lnTo>
                  <a:pt x="698298" y="11466"/>
                </a:lnTo>
                <a:lnTo>
                  <a:pt x="698276" y="11535"/>
                </a:lnTo>
                <a:lnTo>
                  <a:pt x="698255" y="11605"/>
                </a:lnTo>
                <a:lnTo>
                  <a:pt x="698235" y="11674"/>
                </a:lnTo>
                <a:lnTo>
                  <a:pt x="698217" y="11744"/>
                </a:lnTo>
                <a:lnTo>
                  <a:pt x="698199" y="11814"/>
                </a:lnTo>
                <a:lnTo>
                  <a:pt x="698183" y="11884"/>
                </a:lnTo>
                <a:lnTo>
                  <a:pt x="698168" y="11955"/>
                </a:lnTo>
                <a:lnTo>
                  <a:pt x="698155" y="12026"/>
                </a:lnTo>
                <a:lnTo>
                  <a:pt x="698142" y="12097"/>
                </a:lnTo>
                <a:lnTo>
                  <a:pt x="698131" y="12169"/>
                </a:lnTo>
                <a:lnTo>
                  <a:pt x="698121" y="12240"/>
                </a:lnTo>
                <a:lnTo>
                  <a:pt x="698112" y="12312"/>
                </a:lnTo>
                <a:lnTo>
                  <a:pt x="698104" y="12384"/>
                </a:lnTo>
                <a:lnTo>
                  <a:pt x="698098" y="12457"/>
                </a:lnTo>
                <a:lnTo>
                  <a:pt x="698092" y="12529"/>
                </a:lnTo>
                <a:lnTo>
                  <a:pt x="698088" y="12602"/>
                </a:lnTo>
                <a:lnTo>
                  <a:pt x="698085" y="12676"/>
                </a:lnTo>
                <a:lnTo>
                  <a:pt x="698083" y="12749"/>
                </a:lnTo>
                <a:lnTo>
                  <a:pt x="698083" y="12823"/>
                </a:lnTo>
                <a:lnTo>
                  <a:pt x="698083" y="12906"/>
                </a:lnTo>
                <a:lnTo>
                  <a:pt x="698085" y="12988"/>
                </a:lnTo>
                <a:lnTo>
                  <a:pt x="698088" y="13069"/>
                </a:lnTo>
                <a:lnTo>
                  <a:pt x="698092" y="13150"/>
                </a:lnTo>
                <a:lnTo>
                  <a:pt x="698097" y="13229"/>
                </a:lnTo>
                <a:lnTo>
                  <a:pt x="698103" y="13307"/>
                </a:lnTo>
                <a:lnTo>
                  <a:pt x="698111" y="13384"/>
                </a:lnTo>
                <a:lnTo>
                  <a:pt x="698119" y="13461"/>
                </a:lnTo>
                <a:lnTo>
                  <a:pt x="698129" y="13536"/>
                </a:lnTo>
                <a:lnTo>
                  <a:pt x="698139" y="13610"/>
                </a:lnTo>
                <a:lnTo>
                  <a:pt x="698151" y="13683"/>
                </a:lnTo>
                <a:lnTo>
                  <a:pt x="698164" y="13756"/>
                </a:lnTo>
                <a:lnTo>
                  <a:pt x="698178" y="13827"/>
                </a:lnTo>
                <a:lnTo>
                  <a:pt x="698194" y="13897"/>
                </a:lnTo>
                <a:lnTo>
                  <a:pt x="698210" y="13967"/>
                </a:lnTo>
                <a:lnTo>
                  <a:pt x="698228" y="14035"/>
                </a:lnTo>
                <a:lnTo>
                  <a:pt x="698246" y="14102"/>
                </a:lnTo>
                <a:lnTo>
                  <a:pt x="698266" y="14169"/>
                </a:lnTo>
                <a:lnTo>
                  <a:pt x="698287" y="14234"/>
                </a:lnTo>
                <a:lnTo>
                  <a:pt x="698309" y="14298"/>
                </a:lnTo>
                <a:lnTo>
                  <a:pt x="698332" y="14362"/>
                </a:lnTo>
                <a:lnTo>
                  <a:pt x="698357" y="14424"/>
                </a:lnTo>
                <a:lnTo>
                  <a:pt x="698382" y="14485"/>
                </a:lnTo>
                <a:lnTo>
                  <a:pt x="698409" y="14546"/>
                </a:lnTo>
                <a:lnTo>
                  <a:pt x="698436" y="14605"/>
                </a:lnTo>
                <a:lnTo>
                  <a:pt x="698464" y="14664"/>
                </a:lnTo>
                <a:lnTo>
                  <a:pt x="698493" y="14723"/>
                </a:lnTo>
                <a:lnTo>
                  <a:pt x="698523" y="14780"/>
                </a:lnTo>
                <a:lnTo>
                  <a:pt x="698554" y="14837"/>
                </a:lnTo>
                <a:lnTo>
                  <a:pt x="698585" y="14893"/>
                </a:lnTo>
                <a:lnTo>
                  <a:pt x="698617" y="14948"/>
                </a:lnTo>
                <a:lnTo>
                  <a:pt x="698649" y="15003"/>
                </a:lnTo>
                <a:lnTo>
                  <a:pt x="698682" y="15057"/>
                </a:lnTo>
                <a:lnTo>
                  <a:pt x="698717" y="15110"/>
                </a:lnTo>
                <a:lnTo>
                  <a:pt x="698751" y="15163"/>
                </a:lnTo>
                <a:lnTo>
                  <a:pt x="698787" y="15215"/>
                </a:lnTo>
                <a:lnTo>
                  <a:pt x="698823" y="15266"/>
                </a:lnTo>
                <a:lnTo>
                  <a:pt x="698860" y="15317"/>
                </a:lnTo>
                <a:lnTo>
                  <a:pt x="698898" y="15366"/>
                </a:lnTo>
                <a:lnTo>
                  <a:pt x="698936" y="15416"/>
                </a:lnTo>
                <a:lnTo>
                  <a:pt x="698975" y="15464"/>
                </a:lnTo>
                <a:lnTo>
                  <a:pt x="699015" y="15512"/>
                </a:lnTo>
                <a:lnTo>
                  <a:pt x="699056" y="15559"/>
                </a:lnTo>
                <a:lnTo>
                  <a:pt x="699097" y="15605"/>
                </a:lnTo>
                <a:lnTo>
                  <a:pt x="699139" y="15651"/>
                </a:lnTo>
                <a:lnTo>
                  <a:pt x="699182" y="15696"/>
                </a:lnTo>
                <a:lnTo>
                  <a:pt x="699225" y="15740"/>
                </a:lnTo>
                <a:lnTo>
                  <a:pt x="699269" y="15784"/>
                </a:lnTo>
                <a:lnTo>
                  <a:pt x="699314" y="15827"/>
                </a:lnTo>
                <a:lnTo>
                  <a:pt x="699359" y="15869"/>
                </a:lnTo>
                <a:lnTo>
                  <a:pt x="699405" y="15911"/>
                </a:lnTo>
                <a:lnTo>
                  <a:pt x="699452" y="15952"/>
                </a:lnTo>
                <a:lnTo>
                  <a:pt x="699498" y="15993"/>
                </a:lnTo>
                <a:lnTo>
                  <a:pt x="699546" y="16033"/>
                </a:lnTo>
                <a:lnTo>
                  <a:pt x="699593" y="16073"/>
                </a:lnTo>
                <a:lnTo>
                  <a:pt x="699642" y="16112"/>
                </a:lnTo>
                <a:lnTo>
                  <a:pt x="699690" y="16150"/>
                </a:lnTo>
                <a:lnTo>
                  <a:pt x="699740" y="16188"/>
                </a:lnTo>
                <a:lnTo>
                  <a:pt x="699789" y="16226"/>
                </a:lnTo>
                <a:lnTo>
                  <a:pt x="699840" y="16263"/>
                </a:lnTo>
                <a:lnTo>
                  <a:pt x="699890" y="16299"/>
                </a:lnTo>
                <a:lnTo>
                  <a:pt x="699942" y="16335"/>
                </a:lnTo>
                <a:lnTo>
                  <a:pt x="699993" y="16370"/>
                </a:lnTo>
                <a:lnTo>
                  <a:pt x="700046" y="16405"/>
                </a:lnTo>
                <a:lnTo>
                  <a:pt x="700098" y="16439"/>
                </a:lnTo>
                <a:lnTo>
                  <a:pt x="700151" y="16472"/>
                </a:lnTo>
                <a:lnTo>
                  <a:pt x="700205" y="16505"/>
                </a:lnTo>
                <a:lnTo>
                  <a:pt x="700259" y="16538"/>
                </a:lnTo>
                <a:lnTo>
                  <a:pt x="700314" y="16570"/>
                </a:lnTo>
                <a:lnTo>
                  <a:pt x="700369" y="16601"/>
                </a:lnTo>
                <a:lnTo>
                  <a:pt x="700425" y="16632"/>
                </a:lnTo>
                <a:lnTo>
                  <a:pt x="700481" y="16662"/>
                </a:lnTo>
                <a:lnTo>
                  <a:pt x="700537" y="16692"/>
                </a:lnTo>
                <a:lnTo>
                  <a:pt x="700594" y="16722"/>
                </a:lnTo>
                <a:lnTo>
                  <a:pt x="700651" y="16751"/>
                </a:lnTo>
                <a:lnTo>
                  <a:pt x="700708" y="16780"/>
                </a:lnTo>
                <a:lnTo>
                  <a:pt x="700764" y="16809"/>
                </a:lnTo>
                <a:lnTo>
                  <a:pt x="700822" y="16837"/>
                </a:lnTo>
                <a:lnTo>
                  <a:pt x="700879" y="16866"/>
                </a:lnTo>
                <a:lnTo>
                  <a:pt x="700936" y="16894"/>
                </a:lnTo>
                <a:lnTo>
                  <a:pt x="700993" y="16921"/>
                </a:lnTo>
                <a:lnTo>
                  <a:pt x="701051" y="16949"/>
                </a:lnTo>
                <a:lnTo>
                  <a:pt x="701108" y="16976"/>
                </a:lnTo>
                <a:lnTo>
                  <a:pt x="701166" y="17003"/>
                </a:lnTo>
                <a:lnTo>
                  <a:pt x="701224" y="17030"/>
                </a:lnTo>
                <a:lnTo>
                  <a:pt x="701282" y="17056"/>
                </a:lnTo>
                <a:lnTo>
                  <a:pt x="701340" y="17082"/>
                </a:lnTo>
                <a:lnTo>
                  <a:pt x="701398" y="17108"/>
                </a:lnTo>
                <a:lnTo>
                  <a:pt x="701457" y="17134"/>
                </a:lnTo>
                <a:lnTo>
                  <a:pt x="701515" y="17160"/>
                </a:lnTo>
                <a:lnTo>
                  <a:pt x="701574" y="17185"/>
                </a:lnTo>
                <a:lnTo>
                  <a:pt x="701632" y="17210"/>
                </a:lnTo>
                <a:lnTo>
                  <a:pt x="701691" y="17234"/>
                </a:lnTo>
                <a:lnTo>
                  <a:pt x="701750" y="17259"/>
                </a:lnTo>
                <a:lnTo>
                  <a:pt x="701809" y="17283"/>
                </a:lnTo>
                <a:lnTo>
                  <a:pt x="701868" y="17307"/>
                </a:lnTo>
                <a:lnTo>
                  <a:pt x="701927" y="17330"/>
                </a:lnTo>
                <a:lnTo>
                  <a:pt x="701986" y="17354"/>
                </a:lnTo>
                <a:lnTo>
                  <a:pt x="702045" y="17377"/>
                </a:lnTo>
                <a:lnTo>
                  <a:pt x="702104" y="17401"/>
                </a:lnTo>
                <a:lnTo>
                  <a:pt x="702162" y="17424"/>
                </a:lnTo>
                <a:lnTo>
                  <a:pt x="702221" y="17447"/>
                </a:lnTo>
                <a:lnTo>
                  <a:pt x="702279" y="17470"/>
                </a:lnTo>
                <a:lnTo>
                  <a:pt x="702337" y="17493"/>
                </a:lnTo>
                <a:lnTo>
                  <a:pt x="702395" y="17516"/>
                </a:lnTo>
                <a:lnTo>
                  <a:pt x="702453" y="17539"/>
                </a:lnTo>
                <a:lnTo>
                  <a:pt x="702510" y="17562"/>
                </a:lnTo>
                <a:lnTo>
                  <a:pt x="702568" y="17585"/>
                </a:lnTo>
                <a:lnTo>
                  <a:pt x="702625" y="17607"/>
                </a:lnTo>
                <a:lnTo>
                  <a:pt x="702683" y="17630"/>
                </a:lnTo>
                <a:lnTo>
                  <a:pt x="702740" y="17652"/>
                </a:lnTo>
                <a:lnTo>
                  <a:pt x="702797" y="17674"/>
                </a:lnTo>
                <a:lnTo>
                  <a:pt x="702853" y="17697"/>
                </a:lnTo>
                <a:lnTo>
                  <a:pt x="702910" y="17719"/>
                </a:lnTo>
                <a:lnTo>
                  <a:pt x="702967" y="17741"/>
                </a:lnTo>
                <a:lnTo>
                  <a:pt x="703023" y="17763"/>
                </a:lnTo>
                <a:lnTo>
                  <a:pt x="703079" y="17785"/>
                </a:lnTo>
                <a:lnTo>
                  <a:pt x="703135" y="17807"/>
                </a:lnTo>
                <a:lnTo>
                  <a:pt x="703191" y="17829"/>
                </a:lnTo>
                <a:lnTo>
                  <a:pt x="703247" y="17850"/>
                </a:lnTo>
                <a:lnTo>
                  <a:pt x="703302" y="17872"/>
                </a:lnTo>
                <a:lnTo>
                  <a:pt x="703357" y="17894"/>
                </a:lnTo>
                <a:lnTo>
                  <a:pt x="703412" y="17916"/>
                </a:lnTo>
                <a:lnTo>
                  <a:pt x="703466" y="17939"/>
                </a:lnTo>
                <a:lnTo>
                  <a:pt x="703520" y="17961"/>
                </a:lnTo>
                <a:lnTo>
                  <a:pt x="703573" y="17984"/>
                </a:lnTo>
                <a:lnTo>
                  <a:pt x="703625" y="18008"/>
                </a:lnTo>
                <a:lnTo>
                  <a:pt x="703678" y="18031"/>
                </a:lnTo>
                <a:lnTo>
                  <a:pt x="703729" y="18055"/>
                </a:lnTo>
                <a:lnTo>
                  <a:pt x="703781" y="18079"/>
                </a:lnTo>
                <a:lnTo>
                  <a:pt x="703832" y="18104"/>
                </a:lnTo>
                <a:lnTo>
                  <a:pt x="703882" y="18128"/>
                </a:lnTo>
                <a:lnTo>
                  <a:pt x="703932" y="18153"/>
                </a:lnTo>
                <a:lnTo>
                  <a:pt x="703981" y="18178"/>
                </a:lnTo>
                <a:lnTo>
                  <a:pt x="704030" y="18204"/>
                </a:lnTo>
                <a:lnTo>
                  <a:pt x="704079" y="18229"/>
                </a:lnTo>
                <a:lnTo>
                  <a:pt x="704127" y="18255"/>
                </a:lnTo>
                <a:lnTo>
                  <a:pt x="704174" y="18281"/>
                </a:lnTo>
                <a:lnTo>
                  <a:pt x="704222" y="18308"/>
                </a:lnTo>
                <a:lnTo>
                  <a:pt x="704268" y="18335"/>
                </a:lnTo>
                <a:lnTo>
                  <a:pt x="704314" y="18362"/>
                </a:lnTo>
                <a:lnTo>
                  <a:pt x="704360" y="18389"/>
                </a:lnTo>
                <a:lnTo>
                  <a:pt x="704405" y="18416"/>
                </a:lnTo>
                <a:lnTo>
                  <a:pt x="704450" y="18444"/>
                </a:lnTo>
                <a:lnTo>
                  <a:pt x="704494" y="18472"/>
                </a:lnTo>
                <a:lnTo>
                  <a:pt x="704538" y="18500"/>
                </a:lnTo>
                <a:lnTo>
                  <a:pt x="704581" y="18529"/>
                </a:lnTo>
                <a:lnTo>
                  <a:pt x="704623" y="18558"/>
                </a:lnTo>
                <a:lnTo>
                  <a:pt x="704664" y="18588"/>
                </a:lnTo>
                <a:lnTo>
                  <a:pt x="704704" y="18617"/>
                </a:lnTo>
                <a:lnTo>
                  <a:pt x="704744" y="18648"/>
                </a:lnTo>
                <a:lnTo>
                  <a:pt x="704783" y="18678"/>
                </a:lnTo>
                <a:lnTo>
                  <a:pt x="704822" y="18709"/>
                </a:lnTo>
                <a:lnTo>
                  <a:pt x="704860" y="18740"/>
                </a:lnTo>
                <a:lnTo>
                  <a:pt x="704896" y="18772"/>
                </a:lnTo>
                <a:lnTo>
                  <a:pt x="704933" y="18803"/>
                </a:lnTo>
                <a:lnTo>
                  <a:pt x="704968" y="18836"/>
                </a:lnTo>
                <a:lnTo>
                  <a:pt x="705003" y="18868"/>
                </a:lnTo>
                <a:lnTo>
                  <a:pt x="705037" y="18901"/>
                </a:lnTo>
                <a:lnTo>
                  <a:pt x="705070" y="18934"/>
                </a:lnTo>
                <a:lnTo>
                  <a:pt x="705103" y="18968"/>
                </a:lnTo>
                <a:lnTo>
                  <a:pt x="705135" y="19002"/>
                </a:lnTo>
                <a:lnTo>
                  <a:pt x="705166" y="19036"/>
                </a:lnTo>
                <a:lnTo>
                  <a:pt x="705196" y="19071"/>
                </a:lnTo>
                <a:lnTo>
                  <a:pt x="705226" y="19106"/>
                </a:lnTo>
                <a:lnTo>
                  <a:pt x="705255" y="19141"/>
                </a:lnTo>
                <a:lnTo>
                  <a:pt x="705283" y="19177"/>
                </a:lnTo>
                <a:lnTo>
                  <a:pt x="705311" y="19213"/>
                </a:lnTo>
                <a:lnTo>
                  <a:pt x="705337" y="19250"/>
                </a:lnTo>
                <a:lnTo>
                  <a:pt x="705363" y="19287"/>
                </a:lnTo>
                <a:lnTo>
                  <a:pt x="705387" y="19325"/>
                </a:lnTo>
                <a:lnTo>
                  <a:pt x="705410" y="19364"/>
                </a:lnTo>
                <a:lnTo>
                  <a:pt x="705432" y="19403"/>
                </a:lnTo>
                <a:lnTo>
                  <a:pt x="705453" y="19443"/>
                </a:lnTo>
                <a:lnTo>
                  <a:pt x="705473" y="19484"/>
                </a:lnTo>
                <a:lnTo>
                  <a:pt x="705492" y="19526"/>
                </a:lnTo>
                <a:lnTo>
                  <a:pt x="705509" y="19568"/>
                </a:lnTo>
                <a:lnTo>
                  <a:pt x="705526" y="19611"/>
                </a:lnTo>
                <a:lnTo>
                  <a:pt x="705541" y="19654"/>
                </a:lnTo>
                <a:lnTo>
                  <a:pt x="705555" y="19698"/>
                </a:lnTo>
                <a:lnTo>
                  <a:pt x="705568" y="19743"/>
                </a:lnTo>
                <a:lnTo>
                  <a:pt x="705580" y="19789"/>
                </a:lnTo>
                <a:lnTo>
                  <a:pt x="705591" y="19835"/>
                </a:lnTo>
                <a:lnTo>
                  <a:pt x="705601" y="19882"/>
                </a:lnTo>
                <a:lnTo>
                  <a:pt x="705609" y="19930"/>
                </a:lnTo>
                <a:lnTo>
                  <a:pt x="705616" y="19979"/>
                </a:lnTo>
                <a:lnTo>
                  <a:pt x="705623" y="20028"/>
                </a:lnTo>
                <a:lnTo>
                  <a:pt x="705628" y="20078"/>
                </a:lnTo>
                <a:lnTo>
                  <a:pt x="705632" y="20128"/>
                </a:lnTo>
                <a:lnTo>
                  <a:pt x="705634" y="20179"/>
                </a:lnTo>
                <a:lnTo>
                  <a:pt x="705636" y="20231"/>
                </a:lnTo>
                <a:lnTo>
                  <a:pt x="705637" y="20284"/>
                </a:lnTo>
                <a:lnTo>
                  <a:pt x="705636" y="20335"/>
                </a:lnTo>
                <a:lnTo>
                  <a:pt x="705635" y="20386"/>
                </a:lnTo>
                <a:lnTo>
                  <a:pt x="705633" y="20436"/>
                </a:lnTo>
                <a:lnTo>
                  <a:pt x="705630" y="20486"/>
                </a:lnTo>
                <a:lnTo>
                  <a:pt x="705627" y="20535"/>
                </a:lnTo>
                <a:lnTo>
                  <a:pt x="705623" y="20583"/>
                </a:lnTo>
                <a:lnTo>
                  <a:pt x="705618" y="20631"/>
                </a:lnTo>
                <a:lnTo>
                  <a:pt x="705612" y="20678"/>
                </a:lnTo>
                <a:lnTo>
                  <a:pt x="705605" y="20725"/>
                </a:lnTo>
                <a:lnTo>
                  <a:pt x="705598" y="20771"/>
                </a:lnTo>
                <a:lnTo>
                  <a:pt x="705589" y="20817"/>
                </a:lnTo>
                <a:lnTo>
                  <a:pt x="705580" y="20862"/>
                </a:lnTo>
                <a:lnTo>
                  <a:pt x="705571" y="20906"/>
                </a:lnTo>
                <a:lnTo>
                  <a:pt x="705560" y="20950"/>
                </a:lnTo>
                <a:lnTo>
                  <a:pt x="705549" y="20993"/>
                </a:lnTo>
                <a:lnTo>
                  <a:pt x="705536" y="21036"/>
                </a:lnTo>
                <a:lnTo>
                  <a:pt x="705524" y="21078"/>
                </a:lnTo>
                <a:lnTo>
                  <a:pt x="705510" y="21119"/>
                </a:lnTo>
                <a:lnTo>
                  <a:pt x="705495" y="21160"/>
                </a:lnTo>
                <a:lnTo>
                  <a:pt x="705480" y="21200"/>
                </a:lnTo>
                <a:lnTo>
                  <a:pt x="705464" y="21240"/>
                </a:lnTo>
                <a:lnTo>
                  <a:pt x="705447" y="21279"/>
                </a:lnTo>
                <a:lnTo>
                  <a:pt x="705430" y="21318"/>
                </a:lnTo>
                <a:lnTo>
                  <a:pt x="705411" y="21356"/>
                </a:lnTo>
                <a:lnTo>
                  <a:pt x="705392" y="21393"/>
                </a:lnTo>
                <a:lnTo>
                  <a:pt x="705372" y="21430"/>
                </a:lnTo>
                <a:lnTo>
                  <a:pt x="705352" y="21466"/>
                </a:lnTo>
                <a:lnTo>
                  <a:pt x="705331" y="21502"/>
                </a:lnTo>
                <a:lnTo>
                  <a:pt x="705309" y="21537"/>
                </a:lnTo>
                <a:lnTo>
                  <a:pt x="705286" y="21572"/>
                </a:lnTo>
                <a:lnTo>
                  <a:pt x="705263" y="21606"/>
                </a:lnTo>
                <a:lnTo>
                  <a:pt x="705239" y="21639"/>
                </a:lnTo>
                <a:lnTo>
                  <a:pt x="705215" y="21672"/>
                </a:lnTo>
                <a:lnTo>
                  <a:pt x="705190" y="21705"/>
                </a:lnTo>
                <a:lnTo>
                  <a:pt x="705164" y="21737"/>
                </a:lnTo>
                <a:lnTo>
                  <a:pt x="705137" y="21768"/>
                </a:lnTo>
                <a:lnTo>
                  <a:pt x="705110" y="21799"/>
                </a:lnTo>
                <a:lnTo>
                  <a:pt x="705082" y="21829"/>
                </a:lnTo>
                <a:lnTo>
                  <a:pt x="705054" y="21859"/>
                </a:lnTo>
                <a:lnTo>
                  <a:pt x="705025" y="21888"/>
                </a:lnTo>
                <a:lnTo>
                  <a:pt x="704995" y="21916"/>
                </a:lnTo>
                <a:lnTo>
                  <a:pt x="704965" y="21944"/>
                </a:lnTo>
                <a:lnTo>
                  <a:pt x="704933" y="21972"/>
                </a:lnTo>
                <a:lnTo>
                  <a:pt x="704902" y="21999"/>
                </a:lnTo>
                <a:lnTo>
                  <a:pt x="704869" y="22025"/>
                </a:lnTo>
                <a:lnTo>
                  <a:pt x="704836" y="22051"/>
                </a:lnTo>
                <a:lnTo>
                  <a:pt x="704802" y="22076"/>
                </a:lnTo>
                <a:lnTo>
                  <a:pt x="704768" y="22101"/>
                </a:lnTo>
                <a:lnTo>
                  <a:pt x="704733" y="22125"/>
                </a:lnTo>
                <a:lnTo>
                  <a:pt x="704697" y="22149"/>
                </a:lnTo>
                <a:lnTo>
                  <a:pt x="704661" y="22172"/>
                </a:lnTo>
                <a:lnTo>
                  <a:pt x="704624" y="22195"/>
                </a:lnTo>
                <a:lnTo>
                  <a:pt x="704587" y="22217"/>
                </a:lnTo>
                <a:lnTo>
                  <a:pt x="704549" y="22238"/>
                </a:lnTo>
                <a:lnTo>
                  <a:pt x="704511" y="22260"/>
                </a:lnTo>
                <a:lnTo>
                  <a:pt x="704472" y="22280"/>
                </a:lnTo>
                <a:lnTo>
                  <a:pt x="704433" y="22301"/>
                </a:lnTo>
                <a:lnTo>
                  <a:pt x="704393" y="22320"/>
                </a:lnTo>
                <a:lnTo>
                  <a:pt x="704353" y="22340"/>
                </a:lnTo>
                <a:lnTo>
                  <a:pt x="704312" y="22358"/>
                </a:lnTo>
                <a:lnTo>
                  <a:pt x="704271" y="22377"/>
                </a:lnTo>
                <a:lnTo>
                  <a:pt x="704229" y="22394"/>
                </a:lnTo>
                <a:lnTo>
                  <a:pt x="704187" y="22412"/>
                </a:lnTo>
                <a:lnTo>
                  <a:pt x="704144" y="22428"/>
                </a:lnTo>
                <a:lnTo>
                  <a:pt x="704100" y="22445"/>
                </a:lnTo>
                <a:lnTo>
                  <a:pt x="704056" y="22460"/>
                </a:lnTo>
                <a:lnTo>
                  <a:pt x="704012" y="22476"/>
                </a:lnTo>
                <a:lnTo>
                  <a:pt x="703967" y="22491"/>
                </a:lnTo>
                <a:lnTo>
                  <a:pt x="703921" y="22505"/>
                </a:lnTo>
                <a:lnTo>
                  <a:pt x="703875" y="22519"/>
                </a:lnTo>
                <a:lnTo>
                  <a:pt x="703829" y="22532"/>
                </a:lnTo>
                <a:lnTo>
                  <a:pt x="703782" y="22545"/>
                </a:lnTo>
                <a:lnTo>
                  <a:pt x="703734" y="22557"/>
                </a:lnTo>
                <a:lnTo>
                  <a:pt x="703686" y="22569"/>
                </a:lnTo>
                <a:lnTo>
                  <a:pt x="703638" y="22580"/>
                </a:lnTo>
                <a:lnTo>
                  <a:pt x="703589" y="22591"/>
                </a:lnTo>
                <a:lnTo>
                  <a:pt x="703539" y="22601"/>
                </a:lnTo>
                <a:lnTo>
                  <a:pt x="703489" y="22611"/>
                </a:lnTo>
                <a:lnTo>
                  <a:pt x="703439" y="22620"/>
                </a:lnTo>
                <a:lnTo>
                  <a:pt x="703388" y="22628"/>
                </a:lnTo>
                <a:lnTo>
                  <a:pt x="703337" y="22636"/>
                </a:lnTo>
                <a:lnTo>
                  <a:pt x="703285" y="22644"/>
                </a:lnTo>
                <a:lnTo>
                  <a:pt x="703233" y="22651"/>
                </a:lnTo>
                <a:lnTo>
                  <a:pt x="703180" y="22658"/>
                </a:lnTo>
                <a:lnTo>
                  <a:pt x="703127" y="22664"/>
                </a:lnTo>
                <a:lnTo>
                  <a:pt x="703073" y="22669"/>
                </a:lnTo>
                <a:lnTo>
                  <a:pt x="703019" y="22674"/>
                </a:lnTo>
                <a:lnTo>
                  <a:pt x="702965" y="22678"/>
                </a:lnTo>
                <a:lnTo>
                  <a:pt x="702910" y="22682"/>
                </a:lnTo>
                <a:lnTo>
                  <a:pt x="702854" y="22686"/>
                </a:lnTo>
                <a:lnTo>
                  <a:pt x="702798" y="22689"/>
                </a:lnTo>
                <a:lnTo>
                  <a:pt x="702742" y="22691"/>
                </a:lnTo>
                <a:lnTo>
                  <a:pt x="702685" y="22693"/>
                </a:lnTo>
                <a:lnTo>
                  <a:pt x="702628" y="22694"/>
                </a:lnTo>
                <a:lnTo>
                  <a:pt x="702570" y="22695"/>
                </a:lnTo>
                <a:lnTo>
                  <a:pt x="702512" y="22695"/>
                </a:lnTo>
                <a:lnTo>
                  <a:pt x="702434" y="22695"/>
                </a:lnTo>
                <a:lnTo>
                  <a:pt x="702357" y="22694"/>
                </a:lnTo>
                <a:lnTo>
                  <a:pt x="702281" y="22692"/>
                </a:lnTo>
                <a:lnTo>
                  <a:pt x="702206" y="22689"/>
                </a:lnTo>
                <a:lnTo>
                  <a:pt x="702131" y="22685"/>
                </a:lnTo>
                <a:lnTo>
                  <a:pt x="702057" y="22681"/>
                </a:lnTo>
                <a:lnTo>
                  <a:pt x="701984" y="22676"/>
                </a:lnTo>
                <a:lnTo>
                  <a:pt x="701912" y="22670"/>
                </a:lnTo>
                <a:lnTo>
                  <a:pt x="701840" y="22663"/>
                </a:lnTo>
                <a:lnTo>
                  <a:pt x="701769" y="22656"/>
                </a:lnTo>
                <a:lnTo>
                  <a:pt x="701699" y="22648"/>
                </a:lnTo>
                <a:lnTo>
                  <a:pt x="701630" y="22639"/>
                </a:lnTo>
                <a:lnTo>
                  <a:pt x="701561" y="22629"/>
                </a:lnTo>
                <a:lnTo>
                  <a:pt x="701494" y="22618"/>
                </a:lnTo>
                <a:lnTo>
                  <a:pt x="701427" y="22607"/>
                </a:lnTo>
                <a:lnTo>
                  <a:pt x="701360" y="22595"/>
                </a:lnTo>
                <a:lnTo>
                  <a:pt x="701295" y="22582"/>
                </a:lnTo>
                <a:lnTo>
                  <a:pt x="701230" y="22568"/>
                </a:lnTo>
                <a:lnTo>
                  <a:pt x="701166" y="22554"/>
                </a:lnTo>
                <a:lnTo>
                  <a:pt x="701103" y="22538"/>
                </a:lnTo>
                <a:lnTo>
                  <a:pt x="701040" y="22522"/>
                </a:lnTo>
                <a:lnTo>
                  <a:pt x="700978" y="22506"/>
                </a:lnTo>
                <a:lnTo>
                  <a:pt x="700917" y="22488"/>
                </a:lnTo>
                <a:lnTo>
                  <a:pt x="700857" y="22470"/>
                </a:lnTo>
                <a:lnTo>
                  <a:pt x="700797" y="22451"/>
                </a:lnTo>
                <a:lnTo>
                  <a:pt x="700739" y="22432"/>
                </a:lnTo>
                <a:lnTo>
                  <a:pt x="700680" y="22413"/>
                </a:lnTo>
                <a:lnTo>
                  <a:pt x="700623" y="22393"/>
                </a:lnTo>
                <a:lnTo>
                  <a:pt x="700566" y="22374"/>
                </a:lnTo>
                <a:lnTo>
                  <a:pt x="700510" y="22354"/>
                </a:lnTo>
                <a:lnTo>
                  <a:pt x="700454" y="22334"/>
                </a:lnTo>
                <a:lnTo>
                  <a:pt x="700399" y="22315"/>
                </a:lnTo>
                <a:lnTo>
                  <a:pt x="700345" y="22294"/>
                </a:lnTo>
                <a:lnTo>
                  <a:pt x="700292" y="22274"/>
                </a:lnTo>
                <a:lnTo>
                  <a:pt x="700239" y="22254"/>
                </a:lnTo>
                <a:lnTo>
                  <a:pt x="700186" y="22234"/>
                </a:lnTo>
                <a:lnTo>
                  <a:pt x="700135" y="22213"/>
                </a:lnTo>
                <a:lnTo>
                  <a:pt x="700084" y="22192"/>
                </a:lnTo>
                <a:lnTo>
                  <a:pt x="700034" y="22171"/>
                </a:lnTo>
                <a:lnTo>
                  <a:pt x="699984" y="22150"/>
                </a:lnTo>
                <a:lnTo>
                  <a:pt x="699935" y="22129"/>
                </a:lnTo>
                <a:lnTo>
                  <a:pt x="699887" y="22108"/>
                </a:lnTo>
                <a:lnTo>
                  <a:pt x="699840" y="22086"/>
                </a:lnTo>
                <a:lnTo>
                  <a:pt x="699793" y="22065"/>
                </a:lnTo>
                <a:lnTo>
                  <a:pt x="699747" y="22043"/>
                </a:lnTo>
                <a:lnTo>
                  <a:pt x="699701" y="22021"/>
                </a:lnTo>
                <a:lnTo>
                  <a:pt x="699656" y="21999"/>
                </a:lnTo>
                <a:lnTo>
                  <a:pt x="699612" y="21977"/>
                </a:lnTo>
                <a:lnTo>
                  <a:pt x="699568" y="21954"/>
                </a:lnTo>
                <a:lnTo>
                  <a:pt x="699525" y="21932"/>
                </a:lnTo>
                <a:lnTo>
                  <a:pt x="699483" y="21910"/>
                </a:lnTo>
                <a:lnTo>
                  <a:pt x="699441" y="21889"/>
                </a:lnTo>
                <a:lnTo>
                  <a:pt x="699400" y="21867"/>
                </a:lnTo>
                <a:lnTo>
                  <a:pt x="699359" y="21845"/>
                </a:lnTo>
                <a:lnTo>
                  <a:pt x="699319" y="21824"/>
                </a:lnTo>
                <a:lnTo>
                  <a:pt x="699280" y="21803"/>
                </a:lnTo>
                <a:lnTo>
                  <a:pt x="699241" y="21782"/>
                </a:lnTo>
                <a:lnTo>
                  <a:pt x="699202" y="21761"/>
                </a:lnTo>
                <a:lnTo>
                  <a:pt x="699165" y="21740"/>
                </a:lnTo>
                <a:lnTo>
                  <a:pt x="699127" y="21720"/>
                </a:lnTo>
                <a:lnTo>
                  <a:pt x="699091" y="21699"/>
                </a:lnTo>
                <a:lnTo>
                  <a:pt x="699055" y="21679"/>
                </a:lnTo>
                <a:lnTo>
                  <a:pt x="699019" y="21659"/>
                </a:lnTo>
                <a:lnTo>
                  <a:pt x="698984" y="21639"/>
                </a:lnTo>
                <a:lnTo>
                  <a:pt x="698950" y="21619"/>
                </a:lnTo>
                <a:lnTo>
                  <a:pt x="698916" y="21599"/>
                </a:lnTo>
                <a:lnTo>
                  <a:pt x="698883" y="21579"/>
                </a:lnTo>
                <a:lnTo>
                  <a:pt x="698851" y="21560"/>
                </a:lnTo>
                <a:lnTo>
                  <a:pt x="698819" y="21541"/>
                </a:lnTo>
                <a:lnTo>
                  <a:pt x="698787" y="21521"/>
                </a:lnTo>
                <a:lnTo>
                  <a:pt x="698756" y="21502"/>
                </a:lnTo>
                <a:lnTo>
                  <a:pt x="698726" y="21484"/>
                </a:lnTo>
                <a:lnTo>
                  <a:pt x="698697" y="21465"/>
                </a:lnTo>
                <a:lnTo>
                  <a:pt x="698668" y="21448"/>
                </a:lnTo>
                <a:lnTo>
                  <a:pt x="698639" y="21431"/>
                </a:lnTo>
                <a:lnTo>
                  <a:pt x="698611" y="21415"/>
                </a:lnTo>
                <a:lnTo>
                  <a:pt x="698584" y="21399"/>
                </a:lnTo>
                <a:lnTo>
                  <a:pt x="698558" y="21385"/>
                </a:lnTo>
                <a:lnTo>
                  <a:pt x="698532" y="21371"/>
                </a:lnTo>
                <a:lnTo>
                  <a:pt x="698506" y="21358"/>
                </a:lnTo>
                <a:lnTo>
                  <a:pt x="698481" y="21346"/>
                </a:lnTo>
                <a:lnTo>
                  <a:pt x="698457" y="21335"/>
                </a:lnTo>
                <a:lnTo>
                  <a:pt x="698434" y="21324"/>
                </a:lnTo>
                <a:lnTo>
                  <a:pt x="698411" y="21314"/>
                </a:lnTo>
                <a:lnTo>
                  <a:pt x="698388" y="21305"/>
                </a:lnTo>
                <a:lnTo>
                  <a:pt x="698367" y="21297"/>
                </a:lnTo>
                <a:lnTo>
                  <a:pt x="698346" y="21290"/>
                </a:lnTo>
                <a:lnTo>
                  <a:pt x="698325" y="21283"/>
                </a:lnTo>
                <a:lnTo>
                  <a:pt x="698305" y="21277"/>
                </a:lnTo>
                <a:lnTo>
                  <a:pt x="698286" y="21272"/>
                </a:lnTo>
                <a:lnTo>
                  <a:pt x="698267" y="21268"/>
                </a:lnTo>
                <a:lnTo>
                  <a:pt x="698249" y="21264"/>
                </a:lnTo>
                <a:lnTo>
                  <a:pt x="698232" y="21261"/>
                </a:lnTo>
                <a:lnTo>
                  <a:pt x="698215" y="21259"/>
                </a:lnTo>
                <a:lnTo>
                  <a:pt x="698199" y="21258"/>
                </a:lnTo>
                <a:lnTo>
                  <a:pt x="698183" y="21258"/>
                </a:lnTo>
                <a:lnTo>
                  <a:pt x="698173" y="21258"/>
                </a:lnTo>
                <a:lnTo>
                  <a:pt x="698164" y="21258"/>
                </a:lnTo>
                <a:lnTo>
                  <a:pt x="698154" y="21259"/>
                </a:lnTo>
                <a:lnTo>
                  <a:pt x="698145" y="21260"/>
                </a:lnTo>
                <a:lnTo>
                  <a:pt x="698135" y="21260"/>
                </a:lnTo>
                <a:lnTo>
                  <a:pt x="698126" y="21262"/>
                </a:lnTo>
                <a:lnTo>
                  <a:pt x="698117" y="21263"/>
                </a:lnTo>
                <a:lnTo>
                  <a:pt x="698108" y="21264"/>
                </a:lnTo>
                <a:lnTo>
                  <a:pt x="698099" y="21266"/>
                </a:lnTo>
                <a:lnTo>
                  <a:pt x="698090" y="21268"/>
                </a:lnTo>
                <a:lnTo>
                  <a:pt x="698081" y="21270"/>
                </a:lnTo>
                <a:lnTo>
                  <a:pt x="698072" y="21273"/>
                </a:lnTo>
                <a:lnTo>
                  <a:pt x="698064" y="21275"/>
                </a:lnTo>
                <a:lnTo>
                  <a:pt x="698055" y="21278"/>
                </a:lnTo>
                <a:lnTo>
                  <a:pt x="698047" y="21281"/>
                </a:lnTo>
                <a:lnTo>
                  <a:pt x="698038" y="21284"/>
                </a:lnTo>
                <a:lnTo>
                  <a:pt x="698030" y="21287"/>
                </a:lnTo>
                <a:lnTo>
                  <a:pt x="698022" y="21291"/>
                </a:lnTo>
                <a:lnTo>
                  <a:pt x="698014" y="21295"/>
                </a:lnTo>
                <a:lnTo>
                  <a:pt x="698006" y="21299"/>
                </a:lnTo>
                <a:lnTo>
                  <a:pt x="697998" y="21303"/>
                </a:lnTo>
                <a:lnTo>
                  <a:pt x="697990" y="21307"/>
                </a:lnTo>
                <a:lnTo>
                  <a:pt x="697982" y="21312"/>
                </a:lnTo>
                <a:lnTo>
                  <a:pt x="697974" y="21316"/>
                </a:lnTo>
                <a:lnTo>
                  <a:pt x="697967" y="21321"/>
                </a:lnTo>
                <a:lnTo>
                  <a:pt x="697959" y="21327"/>
                </a:lnTo>
                <a:lnTo>
                  <a:pt x="697952" y="21332"/>
                </a:lnTo>
                <a:lnTo>
                  <a:pt x="697945" y="21338"/>
                </a:lnTo>
                <a:lnTo>
                  <a:pt x="697938" y="21344"/>
                </a:lnTo>
                <a:lnTo>
                  <a:pt x="697931" y="21350"/>
                </a:lnTo>
                <a:lnTo>
                  <a:pt x="697924" y="21357"/>
                </a:lnTo>
                <a:lnTo>
                  <a:pt x="697918" y="21364"/>
                </a:lnTo>
                <a:lnTo>
                  <a:pt x="697911" y="21371"/>
                </a:lnTo>
                <a:lnTo>
                  <a:pt x="697905" y="21378"/>
                </a:lnTo>
                <a:lnTo>
                  <a:pt x="697899" y="21386"/>
                </a:lnTo>
                <a:lnTo>
                  <a:pt x="697893" y="21394"/>
                </a:lnTo>
                <a:lnTo>
                  <a:pt x="697887" y="21402"/>
                </a:lnTo>
                <a:lnTo>
                  <a:pt x="697881" y="21410"/>
                </a:lnTo>
                <a:lnTo>
                  <a:pt x="697876" y="21419"/>
                </a:lnTo>
                <a:lnTo>
                  <a:pt x="697870" y="21428"/>
                </a:lnTo>
                <a:lnTo>
                  <a:pt x="697865" y="21437"/>
                </a:lnTo>
                <a:lnTo>
                  <a:pt x="697860" y="21446"/>
                </a:lnTo>
                <a:lnTo>
                  <a:pt x="697855" y="21456"/>
                </a:lnTo>
                <a:lnTo>
                  <a:pt x="697850" y="21466"/>
                </a:lnTo>
                <a:lnTo>
                  <a:pt x="697845" y="21476"/>
                </a:lnTo>
                <a:lnTo>
                  <a:pt x="697841" y="21487"/>
                </a:lnTo>
                <a:lnTo>
                  <a:pt x="697836" y="21498"/>
                </a:lnTo>
                <a:lnTo>
                  <a:pt x="697832" y="21509"/>
                </a:lnTo>
                <a:lnTo>
                  <a:pt x="697828" y="21520"/>
                </a:lnTo>
                <a:lnTo>
                  <a:pt x="697824" y="21531"/>
                </a:lnTo>
                <a:lnTo>
                  <a:pt x="697820" y="21543"/>
                </a:lnTo>
                <a:lnTo>
                  <a:pt x="697816" y="21555"/>
                </a:lnTo>
                <a:lnTo>
                  <a:pt x="697812" y="21568"/>
                </a:lnTo>
                <a:lnTo>
                  <a:pt x="697808" y="21581"/>
                </a:lnTo>
                <a:lnTo>
                  <a:pt x="697804" y="21594"/>
                </a:lnTo>
                <a:lnTo>
                  <a:pt x="697801" y="21607"/>
                </a:lnTo>
                <a:lnTo>
                  <a:pt x="697797" y="21621"/>
                </a:lnTo>
                <a:lnTo>
                  <a:pt x="697793" y="21635"/>
                </a:lnTo>
                <a:lnTo>
                  <a:pt x="697790" y="21649"/>
                </a:lnTo>
                <a:lnTo>
                  <a:pt x="697786" y="21663"/>
                </a:lnTo>
                <a:lnTo>
                  <a:pt x="697783" y="21678"/>
                </a:lnTo>
                <a:lnTo>
                  <a:pt x="697779" y="21693"/>
                </a:lnTo>
                <a:lnTo>
                  <a:pt x="697776" y="21708"/>
                </a:lnTo>
                <a:lnTo>
                  <a:pt x="697773" y="21724"/>
                </a:lnTo>
                <a:lnTo>
                  <a:pt x="697769" y="21740"/>
                </a:lnTo>
                <a:lnTo>
                  <a:pt x="697766" y="21756"/>
                </a:lnTo>
                <a:lnTo>
                  <a:pt x="697763" y="21773"/>
                </a:lnTo>
                <a:lnTo>
                  <a:pt x="697760" y="21789"/>
                </a:lnTo>
                <a:lnTo>
                  <a:pt x="697757" y="21807"/>
                </a:lnTo>
                <a:lnTo>
                  <a:pt x="697754" y="21824"/>
                </a:lnTo>
                <a:lnTo>
                  <a:pt x="697751" y="21842"/>
                </a:lnTo>
                <a:lnTo>
                  <a:pt x="697749" y="21860"/>
                </a:lnTo>
                <a:lnTo>
                  <a:pt x="697746" y="21878"/>
                </a:lnTo>
                <a:lnTo>
                  <a:pt x="697743" y="21896"/>
                </a:lnTo>
                <a:lnTo>
                  <a:pt x="697741" y="21915"/>
                </a:lnTo>
                <a:lnTo>
                  <a:pt x="697738" y="21935"/>
                </a:lnTo>
                <a:lnTo>
                  <a:pt x="697736" y="21954"/>
                </a:lnTo>
                <a:lnTo>
                  <a:pt x="697734" y="21974"/>
                </a:lnTo>
                <a:lnTo>
                  <a:pt x="697732" y="21995"/>
                </a:lnTo>
                <a:lnTo>
                  <a:pt x="697730" y="22016"/>
                </a:lnTo>
                <a:lnTo>
                  <a:pt x="697728" y="22037"/>
                </a:lnTo>
                <a:lnTo>
                  <a:pt x="697727" y="22058"/>
                </a:lnTo>
                <a:lnTo>
                  <a:pt x="697725" y="22080"/>
                </a:lnTo>
                <a:lnTo>
                  <a:pt x="697723" y="22102"/>
                </a:lnTo>
                <a:lnTo>
                  <a:pt x="697722" y="22124"/>
                </a:lnTo>
                <a:lnTo>
                  <a:pt x="697721" y="22147"/>
                </a:lnTo>
                <a:lnTo>
                  <a:pt x="697720" y="22170"/>
                </a:lnTo>
                <a:lnTo>
                  <a:pt x="697719" y="22194"/>
                </a:lnTo>
                <a:lnTo>
                  <a:pt x="697718" y="22218"/>
                </a:lnTo>
                <a:lnTo>
                  <a:pt x="697717" y="22242"/>
                </a:lnTo>
                <a:lnTo>
                  <a:pt x="697717" y="22266"/>
                </a:lnTo>
                <a:lnTo>
                  <a:pt x="697716" y="22291"/>
                </a:lnTo>
                <a:lnTo>
                  <a:pt x="697716" y="22317"/>
                </a:lnTo>
                <a:lnTo>
                  <a:pt x="697715" y="22342"/>
                </a:lnTo>
                <a:lnTo>
                  <a:pt x="697715" y="22368"/>
                </a:lnTo>
                <a:lnTo>
                  <a:pt x="697715" y="22394"/>
                </a:lnTo>
                <a:lnTo>
                  <a:pt x="697715" y="22437"/>
                </a:lnTo>
                <a:lnTo>
                  <a:pt x="697716" y="22479"/>
                </a:lnTo>
                <a:lnTo>
                  <a:pt x="697716" y="22520"/>
                </a:lnTo>
                <a:lnTo>
                  <a:pt x="697717" y="22561"/>
                </a:lnTo>
                <a:lnTo>
                  <a:pt x="697719" y="22601"/>
                </a:lnTo>
                <a:lnTo>
                  <a:pt x="697720" y="22640"/>
                </a:lnTo>
                <a:lnTo>
                  <a:pt x="697722" y="22678"/>
                </a:lnTo>
                <a:lnTo>
                  <a:pt x="697724" y="22716"/>
                </a:lnTo>
                <a:lnTo>
                  <a:pt x="697727" y="22752"/>
                </a:lnTo>
                <a:lnTo>
                  <a:pt x="697730" y="22788"/>
                </a:lnTo>
                <a:lnTo>
                  <a:pt x="697733" y="22824"/>
                </a:lnTo>
                <a:lnTo>
                  <a:pt x="697736" y="22858"/>
                </a:lnTo>
                <a:lnTo>
                  <a:pt x="697740" y="22892"/>
                </a:lnTo>
                <a:lnTo>
                  <a:pt x="697744" y="22925"/>
                </a:lnTo>
                <a:lnTo>
                  <a:pt x="697748" y="22957"/>
                </a:lnTo>
                <a:lnTo>
                  <a:pt x="697752" y="22989"/>
                </a:lnTo>
                <a:lnTo>
                  <a:pt x="697757" y="23019"/>
                </a:lnTo>
                <a:lnTo>
                  <a:pt x="697762" y="23049"/>
                </a:lnTo>
                <a:lnTo>
                  <a:pt x="697768" y="23078"/>
                </a:lnTo>
                <a:lnTo>
                  <a:pt x="697773" y="23107"/>
                </a:lnTo>
                <a:lnTo>
                  <a:pt x="697779" y="23135"/>
                </a:lnTo>
                <a:lnTo>
                  <a:pt x="697785" y="23162"/>
                </a:lnTo>
                <a:lnTo>
                  <a:pt x="697792" y="23188"/>
                </a:lnTo>
                <a:lnTo>
                  <a:pt x="697799" y="23213"/>
                </a:lnTo>
                <a:lnTo>
                  <a:pt x="697806" y="23238"/>
                </a:lnTo>
                <a:lnTo>
                  <a:pt x="697813" y="23262"/>
                </a:lnTo>
                <a:lnTo>
                  <a:pt x="697821" y="23286"/>
                </a:lnTo>
                <a:lnTo>
                  <a:pt x="697829" y="23310"/>
                </a:lnTo>
                <a:lnTo>
                  <a:pt x="697838" y="23333"/>
                </a:lnTo>
                <a:lnTo>
                  <a:pt x="697847" y="23355"/>
                </a:lnTo>
                <a:lnTo>
                  <a:pt x="697856" y="23377"/>
                </a:lnTo>
                <a:lnTo>
                  <a:pt x="697866" y="23399"/>
                </a:lnTo>
                <a:lnTo>
                  <a:pt x="697875" y="23420"/>
                </a:lnTo>
                <a:lnTo>
                  <a:pt x="697886" y="23441"/>
                </a:lnTo>
                <a:lnTo>
                  <a:pt x="697896" y="23461"/>
                </a:lnTo>
                <a:lnTo>
                  <a:pt x="697907" y="23481"/>
                </a:lnTo>
                <a:lnTo>
                  <a:pt x="697919" y="23500"/>
                </a:lnTo>
                <a:lnTo>
                  <a:pt x="697930" y="23519"/>
                </a:lnTo>
                <a:lnTo>
                  <a:pt x="697942" y="23537"/>
                </a:lnTo>
                <a:lnTo>
                  <a:pt x="697955" y="23555"/>
                </a:lnTo>
                <a:lnTo>
                  <a:pt x="697967" y="23572"/>
                </a:lnTo>
                <a:lnTo>
                  <a:pt x="697980" y="23589"/>
                </a:lnTo>
                <a:lnTo>
                  <a:pt x="697994" y="23606"/>
                </a:lnTo>
                <a:lnTo>
                  <a:pt x="698008" y="23622"/>
                </a:lnTo>
                <a:lnTo>
                  <a:pt x="698022" y="23637"/>
                </a:lnTo>
                <a:lnTo>
                  <a:pt x="698036" y="23652"/>
                </a:lnTo>
                <a:lnTo>
                  <a:pt x="698051" y="23667"/>
                </a:lnTo>
                <a:lnTo>
                  <a:pt x="698066" y="23681"/>
                </a:lnTo>
                <a:lnTo>
                  <a:pt x="698082" y="23695"/>
                </a:lnTo>
                <a:lnTo>
                  <a:pt x="698098" y="23709"/>
                </a:lnTo>
                <a:lnTo>
                  <a:pt x="698115" y="23724"/>
                </a:lnTo>
                <a:lnTo>
                  <a:pt x="698133" y="23738"/>
                </a:lnTo>
                <a:lnTo>
                  <a:pt x="698152" y="23753"/>
                </a:lnTo>
                <a:lnTo>
                  <a:pt x="698172" y="23767"/>
                </a:lnTo>
                <a:lnTo>
                  <a:pt x="698192" y="23782"/>
                </a:lnTo>
                <a:lnTo>
                  <a:pt x="698213" y="23797"/>
                </a:lnTo>
                <a:lnTo>
                  <a:pt x="698235" y="23812"/>
                </a:lnTo>
                <a:lnTo>
                  <a:pt x="698257" y="23828"/>
                </a:lnTo>
                <a:lnTo>
                  <a:pt x="698280" y="23843"/>
                </a:lnTo>
                <a:lnTo>
                  <a:pt x="698304" y="23859"/>
                </a:lnTo>
                <a:lnTo>
                  <a:pt x="698329" y="23875"/>
                </a:lnTo>
                <a:lnTo>
                  <a:pt x="698354" y="23890"/>
                </a:lnTo>
                <a:lnTo>
                  <a:pt x="698381" y="23906"/>
                </a:lnTo>
                <a:lnTo>
                  <a:pt x="698408" y="23923"/>
                </a:lnTo>
                <a:lnTo>
                  <a:pt x="698436" y="23939"/>
                </a:lnTo>
                <a:lnTo>
                  <a:pt x="698464" y="23955"/>
                </a:lnTo>
                <a:lnTo>
                  <a:pt x="698493" y="23972"/>
                </a:lnTo>
                <a:lnTo>
                  <a:pt x="698523" y="23989"/>
                </a:lnTo>
                <a:lnTo>
                  <a:pt x="698554" y="24006"/>
                </a:lnTo>
                <a:lnTo>
                  <a:pt x="698586" y="24023"/>
                </a:lnTo>
                <a:lnTo>
                  <a:pt x="698618" y="24040"/>
                </a:lnTo>
                <a:lnTo>
                  <a:pt x="698651" y="24057"/>
                </a:lnTo>
                <a:lnTo>
                  <a:pt x="698685" y="24075"/>
                </a:lnTo>
                <a:lnTo>
                  <a:pt x="698719" y="24092"/>
                </a:lnTo>
                <a:lnTo>
                  <a:pt x="698754" y="24109"/>
                </a:lnTo>
                <a:lnTo>
                  <a:pt x="698790" y="24126"/>
                </a:lnTo>
                <a:lnTo>
                  <a:pt x="698826" y="24144"/>
                </a:lnTo>
                <a:lnTo>
                  <a:pt x="698863" y="24161"/>
                </a:lnTo>
                <a:lnTo>
                  <a:pt x="698900" y="24178"/>
                </a:lnTo>
                <a:lnTo>
                  <a:pt x="698938" y="24195"/>
                </a:lnTo>
                <a:lnTo>
                  <a:pt x="698977" y="24212"/>
                </a:lnTo>
                <a:lnTo>
                  <a:pt x="699016" y="24228"/>
                </a:lnTo>
                <a:lnTo>
                  <a:pt x="699056" y="24245"/>
                </a:lnTo>
                <a:lnTo>
                  <a:pt x="699096" y="24262"/>
                </a:lnTo>
                <a:lnTo>
                  <a:pt x="699137" y="24279"/>
                </a:lnTo>
                <a:lnTo>
                  <a:pt x="699179" y="24295"/>
                </a:lnTo>
                <a:lnTo>
                  <a:pt x="699221" y="24312"/>
                </a:lnTo>
                <a:lnTo>
                  <a:pt x="699264" y="24328"/>
                </a:lnTo>
                <a:lnTo>
                  <a:pt x="699307" y="24345"/>
                </a:lnTo>
                <a:lnTo>
                  <a:pt x="699351" y="24361"/>
                </a:lnTo>
                <a:lnTo>
                  <a:pt x="699396" y="24378"/>
                </a:lnTo>
                <a:lnTo>
                  <a:pt x="699441" y="24394"/>
                </a:lnTo>
                <a:lnTo>
                  <a:pt x="699487" y="24410"/>
                </a:lnTo>
                <a:lnTo>
                  <a:pt x="699534" y="24426"/>
                </a:lnTo>
                <a:lnTo>
                  <a:pt x="699581" y="24442"/>
                </a:lnTo>
                <a:lnTo>
                  <a:pt x="699629" y="24458"/>
                </a:lnTo>
                <a:lnTo>
                  <a:pt x="699677" y="24474"/>
                </a:lnTo>
                <a:lnTo>
                  <a:pt x="699726" y="24490"/>
                </a:lnTo>
                <a:lnTo>
                  <a:pt x="699775" y="24505"/>
                </a:lnTo>
                <a:lnTo>
                  <a:pt x="699825" y="24521"/>
                </a:lnTo>
                <a:lnTo>
                  <a:pt x="699875" y="24535"/>
                </a:lnTo>
                <a:lnTo>
                  <a:pt x="699926" y="24550"/>
                </a:lnTo>
                <a:lnTo>
                  <a:pt x="699978" y="24565"/>
                </a:lnTo>
                <a:lnTo>
                  <a:pt x="700030" y="24579"/>
                </a:lnTo>
                <a:lnTo>
                  <a:pt x="700082" y="24593"/>
                </a:lnTo>
                <a:lnTo>
                  <a:pt x="700135" y="24607"/>
                </a:lnTo>
                <a:lnTo>
                  <a:pt x="700189" y="24620"/>
                </a:lnTo>
                <a:lnTo>
                  <a:pt x="700243" y="24634"/>
                </a:lnTo>
                <a:lnTo>
                  <a:pt x="700297" y="24647"/>
                </a:lnTo>
                <a:lnTo>
                  <a:pt x="700353" y="24660"/>
                </a:lnTo>
                <a:lnTo>
                  <a:pt x="700408" y="24672"/>
                </a:lnTo>
                <a:lnTo>
                  <a:pt x="700464" y="24685"/>
                </a:lnTo>
                <a:lnTo>
                  <a:pt x="700521" y="24697"/>
                </a:lnTo>
                <a:lnTo>
                  <a:pt x="700578" y="24709"/>
                </a:lnTo>
                <a:lnTo>
                  <a:pt x="700636" y="24721"/>
                </a:lnTo>
                <a:lnTo>
                  <a:pt x="700694" y="24732"/>
                </a:lnTo>
                <a:lnTo>
                  <a:pt x="700753" y="24743"/>
                </a:lnTo>
                <a:lnTo>
                  <a:pt x="700812" y="24754"/>
                </a:lnTo>
                <a:lnTo>
                  <a:pt x="700872" y="24765"/>
                </a:lnTo>
                <a:lnTo>
                  <a:pt x="700932" y="24776"/>
                </a:lnTo>
                <a:lnTo>
                  <a:pt x="700993" y="24786"/>
                </a:lnTo>
                <a:lnTo>
                  <a:pt x="701054" y="24796"/>
                </a:lnTo>
                <a:lnTo>
                  <a:pt x="701115" y="24805"/>
                </a:lnTo>
                <a:lnTo>
                  <a:pt x="701177" y="24814"/>
                </a:lnTo>
                <a:lnTo>
                  <a:pt x="701238" y="24823"/>
                </a:lnTo>
                <a:lnTo>
                  <a:pt x="701300" y="24831"/>
                </a:lnTo>
                <a:lnTo>
                  <a:pt x="701363" y="24838"/>
                </a:lnTo>
                <a:lnTo>
                  <a:pt x="701425" y="24845"/>
                </a:lnTo>
                <a:lnTo>
                  <a:pt x="701488" y="24852"/>
                </a:lnTo>
                <a:lnTo>
                  <a:pt x="701551" y="24859"/>
                </a:lnTo>
                <a:lnTo>
                  <a:pt x="701614" y="24864"/>
                </a:lnTo>
                <a:lnTo>
                  <a:pt x="701678" y="24870"/>
                </a:lnTo>
                <a:lnTo>
                  <a:pt x="701742" y="24875"/>
                </a:lnTo>
                <a:lnTo>
                  <a:pt x="701806" y="24879"/>
                </a:lnTo>
                <a:lnTo>
                  <a:pt x="701870" y="24884"/>
                </a:lnTo>
                <a:lnTo>
                  <a:pt x="701935" y="24887"/>
                </a:lnTo>
                <a:lnTo>
                  <a:pt x="702000" y="24891"/>
                </a:lnTo>
                <a:lnTo>
                  <a:pt x="702065" y="24893"/>
                </a:lnTo>
                <a:lnTo>
                  <a:pt x="702130" y="24896"/>
                </a:lnTo>
                <a:lnTo>
                  <a:pt x="702196" y="24898"/>
                </a:lnTo>
                <a:lnTo>
                  <a:pt x="702262" y="24899"/>
                </a:lnTo>
                <a:lnTo>
                  <a:pt x="702328" y="24900"/>
                </a:lnTo>
                <a:lnTo>
                  <a:pt x="702395" y="24901"/>
                </a:lnTo>
                <a:lnTo>
                  <a:pt x="702461" y="24901"/>
                </a:lnTo>
                <a:lnTo>
                  <a:pt x="702570" y="24901"/>
                </a:lnTo>
                <a:lnTo>
                  <a:pt x="702677" y="24899"/>
                </a:lnTo>
                <a:lnTo>
                  <a:pt x="702784" y="24896"/>
                </a:lnTo>
                <a:lnTo>
                  <a:pt x="702890" y="24892"/>
                </a:lnTo>
                <a:lnTo>
                  <a:pt x="702995" y="24887"/>
                </a:lnTo>
                <a:lnTo>
                  <a:pt x="703100" y="24881"/>
                </a:lnTo>
                <a:lnTo>
                  <a:pt x="703203" y="24874"/>
                </a:lnTo>
                <a:lnTo>
                  <a:pt x="703306" y="24866"/>
                </a:lnTo>
                <a:lnTo>
                  <a:pt x="703409" y="24856"/>
                </a:lnTo>
                <a:lnTo>
                  <a:pt x="703510" y="24846"/>
                </a:lnTo>
                <a:lnTo>
                  <a:pt x="703611" y="24834"/>
                </a:lnTo>
                <a:lnTo>
                  <a:pt x="703711" y="24822"/>
                </a:lnTo>
                <a:lnTo>
                  <a:pt x="703810" y="24808"/>
                </a:lnTo>
                <a:lnTo>
                  <a:pt x="703908" y="24793"/>
                </a:lnTo>
                <a:lnTo>
                  <a:pt x="704006" y="24777"/>
                </a:lnTo>
                <a:lnTo>
                  <a:pt x="704103" y="24760"/>
                </a:lnTo>
                <a:lnTo>
                  <a:pt x="704199" y="24742"/>
                </a:lnTo>
                <a:lnTo>
                  <a:pt x="704295" y="24722"/>
                </a:lnTo>
                <a:lnTo>
                  <a:pt x="704389" y="24702"/>
                </a:lnTo>
                <a:lnTo>
                  <a:pt x="704483" y="24680"/>
                </a:lnTo>
                <a:lnTo>
                  <a:pt x="704576" y="24658"/>
                </a:lnTo>
                <a:lnTo>
                  <a:pt x="704669" y="24634"/>
                </a:lnTo>
                <a:lnTo>
                  <a:pt x="704760" y="24609"/>
                </a:lnTo>
                <a:lnTo>
                  <a:pt x="704851" y="24583"/>
                </a:lnTo>
                <a:lnTo>
                  <a:pt x="704941" y="24556"/>
                </a:lnTo>
                <a:lnTo>
                  <a:pt x="705030" y="24528"/>
                </a:lnTo>
                <a:lnTo>
                  <a:pt x="705118" y="24499"/>
                </a:lnTo>
                <a:lnTo>
                  <a:pt x="705205" y="24469"/>
                </a:lnTo>
                <a:lnTo>
                  <a:pt x="705291" y="24438"/>
                </a:lnTo>
                <a:lnTo>
                  <a:pt x="705376" y="24406"/>
                </a:lnTo>
                <a:lnTo>
                  <a:pt x="705459" y="24372"/>
                </a:lnTo>
                <a:lnTo>
                  <a:pt x="705542" y="24338"/>
                </a:lnTo>
                <a:lnTo>
                  <a:pt x="705624" y="24303"/>
                </a:lnTo>
                <a:lnTo>
                  <a:pt x="705704" y="24266"/>
                </a:lnTo>
                <a:lnTo>
                  <a:pt x="705784" y="24229"/>
                </a:lnTo>
                <a:lnTo>
                  <a:pt x="705862" y="24190"/>
                </a:lnTo>
                <a:lnTo>
                  <a:pt x="705940" y="24151"/>
                </a:lnTo>
                <a:lnTo>
                  <a:pt x="706016" y="24110"/>
                </a:lnTo>
                <a:lnTo>
                  <a:pt x="706092" y="24069"/>
                </a:lnTo>
                <a:lnTo>
                  <a:pt x="706166" y="24026"/>
                </a:lnTo>
                <a:lnTo>
                  <a:pt x="706239" y="23982"/>
                </a:lnTo>
                <a:lnTo>
                  <a:pt x="706311" y="23937"/>
                </a:lnTo>
                <a:lnTo>
                  <a:pt x="706383" y="23892"/>
                </a:lnTo>
                <a:lnTo>
                  <a:pt x="706453" y="23845"/>
                </a:lnTo>
                <a:lnTo>
                  <a:pt x="706522" y="23797"/>
                </a:lnTo>
                <a:lnTo>
                  <a:pt x="706590" y="23748"/>
                </a:lnTo>
                <a:lnTo>
                  <a:pt x="706657" y="23698"/>
                </a:lnTo>
                <a:lnTo>
                  <a:pt x="706723" y="23647"/>
                </a:lnTo>
                <a:lnTo>
                  <a:pt x="706788" y="23595"/>
                </a:lnTo>
                <a:lnTo>
                  <a:pt x="706851" y="23542"/>
                </a:lnTo>
                <a:lnTo>
                  <a:pt x="706914" y="23487"/>
                </a:lnTo>
                <a:lnTo>
                  <a:pt x="706975" y="23432"/>
                </a:lnTo>
                <a:lnTo>
                  <a:pt x="707035" y="23376"/>
                </a:lnTo>
                <a:lnTo>
                  <a:pt x="707093" y="23319"/>
                </a:lnTo>
                <a:lnTo>
                  <a:pt x="707151" y="23261"/>
                </a:lnTo>
                <a:lnTo>
                  <a:pt x="707207" y="23202"/>
                </a:lnTo>
                <a:lnTo>
                  <a:pt x="707262" y="23142"/>
                </a:lnTo>
                <a:lnTo>
                  <a:pt x="707315" y="23081"/>
                </a:lnTo>
                <a:lnTo>
                  <a:pt x="707368" y="23019"/>
                </a:lnTo>
                <a:lnTo>
                  <a:pt x="707419" y="22956"/>
                </a:lnTo>
                <a:lnTo>
                  <a:pt x="707469" y="22893"/>
                </a:lnTo>
                <a:lnTo>
                  <a:pt x="707517" y="22828"/>
                </a:lnTo>
                <a:lnTo>
                  <a:pt x="707564" y="22762"/>
                </a:lnTo>
                <a:lnTo>
                  <a:pt x="707611" y="22695"/>
                </a:lnTo>
                <a:lnTo>
                  <a:pt x="707655" y="22627"/>
                </a:lnTo>
                <a:lnTo>
                  <a:pt x="707699" y="22558"/>
                </a:lnTo>
                <a:lnTo>
                  <a:pt x="707741" y="22488"/>
                </a:lnTo>
                <a:lnTo>
                  <a:pt x="707783" y="22417"/>
                </a:lnTo>
                <a:lnTo>
                  <a:pt x="707822" y="22346"/>
                </a:lnTo>
                <a:lnTo>
                  <a:pt x="707861" y="22273"/>
                </a:lnTo>
                <a:lnTo>
                  <a:pt x="707899" y="22199"/>
                </a:lnTo>
                <a:lnTo>
                  <a:pt x="707935" y="22124"/>
                </a:lnTo>
                <a:lnTo>
                  <a:pt x="707969" y="22049"/>
                </a:lnTo>
                <a:lnTo>
                  <a:pt x="708003" y="21972"/>
                </a:lnTo>
                <a:lnTo>
                  <a:pt x="708035" y="21895"/>
                </a:lnTo>
                <a:lnTo>
                  <a:pt x="708065" y="21816"/>
                </a:lnTo>
                <a:lnTo>
                  <a:pt x="708094" y="21737"/>
                </a:lnTo>
                <a:lnTo>
                  <a:pt x="708121" y="21657"/>
                </a:lnTo>
                <a:lnTo>
                  <a:pt x="708147" y="21576"/>
                </a:lnTo>
                <a:lnTo>
                  <a:pt x="708171" y="21494"/>
                </a:lnTo>
                <a:lnTo>
                  <a:pt x="708194" y="21411"/>
                </a:lnTo>
                <a:lnTo>
                  <a:pt x="708216" y="21328"/>
                </a:lnTo>
                <a:lnTo>
                  <a:pt x="708236" y="21243"/>
                </a:lnTo>
                <a:lnTo>
                  <a:pt x="708254" y="21158"/>
                </a:lnTo>
                <a:lnTo>
                  <a:pt x="708271" y="21072"/>
                </a:lnTo>
                <a:lnTo>
                  <a:pt x="708287" y="20985"/>
                </a:lnTo>
                <a:lnTo>
                  <a:pt x="708301" y="20897"/>
                </a:lnTo>
                <a:lnTo>
                  <a:pt x="708313" y="20808"/>
                </a:lnTo>
                <a:lnTo>
                  <a:pt x="708325" y="20719"/>
                </a:lnTo>
                <a:lnTo>
                  <a:pt x="708334" y="20628"/>
                </a:lnTo>
                <a:lnTo>
                  <a:pt x="708342" y="20537"/>
                </a:lnTo>
                <a:lnTo>
                  <a:pt x="708349" y="20444"/>
                </a:lnTo>
                <a:lnTo>
                  <a:pt x="708354" y="20351"/>
                </a:lnTo>
                <a:lnTo>
                  <a:pt x="708358" y="20257"/>
                </a:lnTo>
                <a:lnTo>
                  <a:pt x="708360" y="20162"/>
                </a:lnTo>
                <a:lnTo>
                  <a:pt x="708361" y="20067"/>
                </a:lnTo>
                <a:lnTo>
                  <a:pt x="708360" y="19986"/>
                </a:lnTo>
                <a:lnTo>
                  <a:pt x="708359" y="19907"/>
                </a:lnTo>
                <a:lnTo>
                  <a:pt x="708356" y="19828"/>
                </a:lnTo>
                <a:lnTo>
                  <a:pt x="708352" y="19751"/>
                </a:lnTo>
                <a:lnTo>
                  <a:pt x="708347" y="19674"/>
                </a:lnTo>
                <a:lnTo>
                  <a:pt x="708340" y="19598"/>
                </a:lnTo>
                <a:close/>
                <a:moveTo>
                  <a:pt x="677319" y="9511"/>
                </a:moveTo>
                <a:lnTo>
                  <a:pt x="677316" y="9470"/>
                </a:lnTo>
                <a:lnTo>
                  <a:pt x="677312" y="9430"/>
                </a:lnTo>
                <a:lnTo>
                  <a:pt x="677308" y="9392"/>
                </a:lnTo>
                <a:lnTo>
                  <a:pt x="677303" y="9354"/>
                </a:lnTo>
                <a:lnTo>
                  <a:pt x="677298" y="9317"/>
                </a:lnTo>
                <a:lnTo>
                  <a:pt x="677292" y="9282"/>
                </a:lnTo>
                <a:lnTo>
                  <a:pt x="677286" y="9247"/>
                </a:lnTo>
                <a:lnTo>
                  <a:pt x="677279" y="9213"/>
                </a:lnTo>
                <a:lnTo>
                  <a:pt x="677272" y="9181"/>
                </a:lnTo>
                <a:lnTo>
                  <a:pt x="677265" y="9149"/>
                </a:lnTo>
                <a:lnTo>
                  <a:pt x="677256" y="9118"/>
                </a:lnTo>
                <a:lnTo>
                  <a:pt x="677248" y="9089"/>
                </a:lnTo>
                <a:lnTo>
                  <a:pt x="677239" y="9060"/>
                </a:lnTo>
                <a:lnTo>
                  <a:pt x="677229" y="9033"/>
                </a:lnTo>
                <a:lnTo>
                  <a:pt x="677219" y="9006"/>
                </a:lnTo>
                <a:lnTo>
                  <a:pt x="677208" y="8981"/>
                </a:lnTo>
                <a:lnTo>
                  <a:pt x="677197" y="8956"/>
                </a:lnTo>
                <a:lnTo>
                  <a:pt x="677186" y="8933"/>
                </a:lnTo>
                <a:lnTo>
                  <a:pt x="677174" y="8910"/>
                </a:lnTo>
                <a:lnTo>
                  <a:pt x="677161" y="8889"/>
                </a:lnTo>
                <a:lnTo>
                  <a:pt x="677148" y="8868"/>
                </a:lnTo>
                <a:lnTo>
                  <a:pt x="677134" y="8848"/>
                </a:lnTo>
                <a:lnTo>
                  <a:pt x="677120" y="8830"/>
                </a:lnTo>
                <a:lnTo>
                  <a:pt x="677106" y="8812"/>
                </a:lnTo>
                <a:lnTo>
                  <a:pt x="677091" y="8795"/>
                </a:lnTo>
                <a:lnTo>
                  <a:pt x="677075" y="8779"/>
                </a:lnTo>
                <a:lnTo>
                  <a:pt x="677059" y="8765"/>
                </a:lnTo>
                <a:lnTo>
                  <a:pt x="677043" y="8751"/>
                </a:lnTo>
                <a:lnTo>
                  <a:pt x="677026" y="8738"/>
                </a:lnTo>
                <a:lnTo>
                  <a:pt x="677008" y="8726"/>
                </a:lnTo>
                <a:lnTo>
                  <a:pt x="676990" y="8715"/>
                </a:lnTo>
                <a:lnTo>
                  <a:pt x="676972" y="8705"/>
                </a:lnTo>
                <a:lnTo>
                  <a:pt x="676953" y="8696"/>
                </a:lnTo>
                <a:lnTo>
                  <a:pt x="676933" y="8688"/>
                </a:lnTo>
                <a:lnTo>
                  <a:pt x="676913" y="8680"/>
                </a:lnTo>
                <a:lnTo>
                  <a:pt x="676893" y="8674"/>
                </a:lnTo>
                <a:lnTo>
                  <a:pt x="676872" y="8669"/>
                </a:lnTo>
                <a:lnTo>
                  <a:pt x="676850" y="8665"/>
                </a:lnTo>
                <a:lnTo>
                  <a:pt x="676828" y="8661"/>
                </a:lnTo>
                <a:lnTo>
                  <a:pt x="676806" y="8659"/>
                </a:lnTo>
                <a:lnTo>
                  <a:pt x="676783" y="8657"/>
                </a:lnTo>
                <a:lnTo>
                  <a:pt x="676760" y="8657"/>
                </a:lnTo>
                <a:lnTo>
                  <a:pt x="672214" y="8657"/>
                </a:lnTo>
                <a:lnTo>
                  <a:pt x="672170" y="8647"/>
                </a:lnTo>
                <a:lnTo>
                  <a:pt x="672127" y="8636"/>
                </a:lnTo>
                <a:lnTo>
                  <a:pt x="672083" y="8626"/>
                </a:lnTo>
                <a:lnTo>
                  <a:pt x="672039" y="8617"/>
                </a:lnTo>
                <a:lnTo>
                  <a:pt x="671995" y="8607"/>
                </a:lnTo>
                <a:lnTo>
                  <a:pt x="671950" y="8597"/>
                </a:lnTo>
                <a:lnTo>
                  <a:pt x="671905" y="8588"/>
                </a:lnTo>
                <a:lnTo>
                  <a:pt x="671860" y="8579"/>
                </a:lnTo>
                <a:lnTo>
                  <a:pt x="671815" y="8570"/>
                </a:lnTo>
                <a:lnTo>
                  <a:pt x="671769" y="8562"/>
                </a:lnTo>
                <a:lnTo>
                  <a:pt x="671723" y="8553"/>
                </a:lnTo>
                <a:lnTo>
                  <a:pt x="671677" y="8545"/>
                </a:lnTo>
                <a:lnTo>
                  <a:pt x="671630" y="8537"/>
                </a:lnTo>
                <a:lnTo>
                  <a:pt x="671584" y="8529"/>
                </a:lnTo>
                <a:lnTo>
                  <a:pt x="671537" y="8521"/>
                </a:lnTo>
                <a:lnTo>
                  <a:pt x="671490" y="8514"/>
                </a:lnTo>
                <a:lnTo>
                  <a:pt x="671442" y="8506"/>
                </a:lnTo>
                <a:lnTo>
                  <a:pt x="671394" y="8499"/>
                </a:lnTo>
                <a:lnTo>
                  <a:pt x="671346" y="8492"/>
                </a:lnTo>
                <a:lnTo>
                  <a:pt x="671298" y="8486"/>
                </a:lnTo>
                <a:lnTo>
                  <a:pt x="671250" y="8479"/>
                </a:lnTo>
                <a:lnTo>
                  <a:pt x="671201" y="8473"/>
                </a:lnTo>
                <a:lnTo>
                  <a:pt x="671152" y="8467"/>
                </a:lnTo>
                <a:lnTo>
                  <a:pt x="671102" y="8461"/>
                </a:lnTo>
                <a:lnTo>
                  <a:pt x="671053" y="8455"/>
                </a:lnTo>
                <a:lnTo>
                  <a:pt x="671003" y="8449"/>
                </a:lnTo>
                <a:lnTo>
                  <a:pt x="670953" y="8444"/>
                </a:lnTo>
                <a:lnTo>
                  <a:pt x="670902" y="8439"/>
                </a:lnTo>
                <a:lnTo>
                  <a:pt x="670851" y="8434"/>
                </a:lnTo>
                <a:lnTo>
                  <a:pt x="670800" y="8429"/>
                </a:lnTo>
                <a:lnTo>
                  <a:pt x="670749" y="8425"/>
                </a:lnTo>
                <a:lnTo>
                  <a:pt x="670697" y="8421"/>
                </a:lnTo>
                <a:lnTo>
                  <a:pt x="670645" y="8417"/>
                </a:lnTo>
                <a:lnTo>
                  <a:pt x="670592" y="8414"/>
                </a:lnTo>
                <a:lnTo>
                  <a:pt x="670539" y="8410"/>
                </a:lnTo>
                <a:lnTo>
                  <a:pt x="670486" y="8407"/>
                </a:lnTo>
                <a:lnTo>
                  <a:pt x="670433" y="8404"/>
                </a:lnTo>
                <a:lnTo>
                  <a:pt x="670379" y="8402"/>
                </a:lnTo>
                <a:lnTo>
                  <a:pt x="670325" y="8400"/>
                </a:lnTo>
                <a:lnTo>
                  <a:pt x="670271" y="8397"/>
                </a:lnTo>
                <a:lnTo>
                  <a:pt x="670216" y="8396"/>
                </a:lnTo>
                <a:lnTo>
                  <a:pt x="670161" y="8394"/>
                </a:lnTo>
                <a:lnTo>
                  <a:pt x="670105" y="8393"/>
                </a:lnTo>
                <a:lnTo>
                  <a:pt x="670050" y="8392"/>
                </a:lnTo>
                <a:lnTo>
                  <a:pt x="669994" y="8391"/>
                </a:lnTo>
                <a:lnTo>
                  <a:pt x="669938" y="8390"/>
                </a:lnTo>
                <a:lnTo>
                  <a:pt x="669881" y="8390"/>
                </a:lnTo>
                <a:lnTo>
                  <a:pt x="669824" y="8390"/>
                </a:lnTo>
                <a:lnTo>
                  <a:pt x="669718" y="8390"/>
                </a:lnTo>
                <a:lnTo>
                  <a:pt x="669614" y="8392"/>
                </a:lnTo>
                <a:lnTo>
                  <a:pt x="669509" y="8395"/>
                </a:lnTo>
                <a:lnTo>
                  <a:pt x="669406" y="8400"/>
                </a:lnTo>
                <a:lnTo>
                  <a:pt x="669303" y="8406"/>
                </a:lnTo>
                <a:lnTo>
                  <a:pt x="669201" y="8413"/>
                </a:lnTo>
                <a:lnTo>
                  <a:pt x="669099" y="8421"/>
                </a:lnTo>
                <a:lnTo>
                  <a:pt x="668999" y="8431"/>
                </a:lnTo>
                <a:lnTo>
                  <a:pt x="668898" y="8442"/>
                </a:lnTo>
                <a:lnTo>
                  <a:pt x="668799" y="8455"/>
                </a:lnTo>
                <a:lnTo>
                  <a:pt x="668700" y="8468"/>
                </a:lnTo>
                <a:lnTo>
                  <a:pt x="668602" y="8483"/>
                </a:lnTo>
                <a:lnTo>
                  <a:pt x="668504" y="8500"/>
                </a:lnTo>
                <a:lnTo>
                  <a:pt x="668408" y="8517"/>
                </a:lnTo>
                <a:lnTo>
                  <a:pt x="668311" y="8536"/>
                </a:lnTo>
                <a:lnTo>
                  <a:pt x="668216" y="8556"/>
                </a:lnTo>
                <a:lnTo>
                  <a:pt x="668121" y="8578"/>
                </a:lnTo>
                <a:lnTo>
                  <a:pt x="668027" y="8601"/>
                </a:lnTo>
                <a:lnTo>
                  <a:pt x="667933" y="8625"/>
                </a:lnTo>
                <a:lnTo>
                  <a:pt x="667841" y="8650"/>
                </a:lnTo>
                <a:lnTo>
                  <a:pt x="667748" y="8677"/>
                </a:lnTo>
                <a:lnTo>
                  <a:pt x="667657" y="8705"/>
                </a:lnTo>
                <a:lnTo>
                  <a:pt x="667566" y="8734"/>
                </a:lnTo>
                <a:lnTo>
                  <a:pt x="667476" y="8765"/>
                </a:lnTo>
                <a:lnTo>
                  <a:pt x="667387" y="8797"/>
                </a:lnTo>
                <a:lnTo>
                  <a:pt x="667298" y="8830"/>
                </a:lnTo>
                <a:lnTo>
                  <a:pt x="667211" y="8864"/>
                </a:lnTo>
                <a:lnTo>
                  <a:pt x="667125" y="8899"/>
                </a:lnTo>
                <a:lnTo>
                  <a:pt x="667040" y="8936"/>
                </a:lnTo>
                <a:lnTo>
                  <a:pt x="666956" y="8973"/>
                </a:lnTo>
                <a:lnTo>
                  <a:pt x="666873" y="9012"/>
                </a:lnTo>
                <a:lnTo>
                  <a:pt x="666792" y="9052"/>
                </a:lnTo>
                <a:lnTo>
                  <a:pt x="666711" y="9092"/>
                </a:lnTo>
                <a:lnTo>
                  <a:pt x="666631" y="9134"/>
                </a:lnTo>
                <a:lnTo>
                  <a:pt x="666553" y="9178"/>
                </a:lnTo>
                <a:lnTo>
                  <a:pt x="666475" y="9222"/>
                </a:lnTo>
                <a:lnTo>
                  <a:pt x="666399" y="9267"/>
                </a:lnTo>
                <a:lnTo>
                  <a:pt x="666323" y="9314"/>
                </a:lnTo>
                <a:lnTo>
                  <a:pt x="666249" y="9362"/>
                </a:lnTo>
                <a:lnTo>
                  <a:pt x="666176" y="9410"/>
                </a:lnTo>
                <a:lnTo>
                  <a:pt x="666104" y="9460"/>
                </a:lnTo>
                <a:lnTo>
                  <a:pt x="666033" y="9511"/>
                </a:lnTo>
                <a:lnTo>
                  <a:pt x="665963" y="9563"/>
                </a:lnTo>
                <a:lnTo>
                  <a:pt x="665894" y="9617"/>
                </a:lnTo>
                <a:lnTo>
                  <a:pt x="665826" y="9671"/>
                </a:lnTo>
                <a:lnTo>
                  <a:pt x="665759" y="9727"/>
                </a:lnTo>
                <a:lnTo>
                  <a:pt x="665694" y="9784"/>
                </a:lnTo>
                <a:lnTo>
                  <a:pt x="665629" y="9841"/>
                </a:lnTo>
                <a:lnTo>
                  <a:pt x="665566" y="9900"/>
                </a:lnTo>
                <a:lnTo>
                  <a:pt x="665503" y="9960"/>
                </a:lnTo>
                <a:lnTo>
                  <a:pt x="665442" y="10022"/>
                </a:lnTo>
                <a:lnTo>
                  <a:pt x="665382" y="10084"/>
                </a:lnTo>
                <a:lnTo>
                  <a:pt x="665323" y="10147"/>
                </a:lnTo>
                <a:lnTo>
                  <a:pt x="665266" y="10212"/>
                </a:lnTo>
                <a:lnTo>
                  <a:pt x="665209" y="10277"/>
                </a:lnTo>
                <a:lnTo>
                  <a:pt x="665154" y="10344"/>
                </a:lnTo>
                <a:lnTo>
                  <a:pt x="665100" y="10412"/>
                </a:lnTo>
                <a:lnTo>
                  <a:pt x="665047" y="10480"/>
                </a:lnTo>
                <a:lnTo>
                  <a:pt x="664995" y="10550"/>
                </a:lnTo>
                <a:lnTo>
                  <a:pt x="664944" y="10622"/>
                </a:lnTo>
                <a:lnTo>
                  <a:pt x="664894" y="10694"/>
                </a:lnTo>
                <a:lnTo>
                  <a:pt x="664846" y="10767"/>
                </a:lnTo>
                <a:lnTo>
                  <a:pt x="664799" y="10841"/>
                </a:lnTo>
                <a:lnTo>
                  <a:pt x="664753" y="10917"/>
                </a:lnTo>
                <a:lnTo>
                  <a:pt x="664708" y="10993"/>
                </a:lnTo>
                <a:lnTo>
                  <a:pt x="664664" y="11071"/>
                </a:lnTo>
                <a:lnTo>
                  <a:pt x="664621" y="11150"/>
                </a:lnTo>
                <a:lnTo>
                  <a:pt x="664580" y="11230"/>
                </a:lnTo>
                <a:lnTo>
                  <a:pt x="664540" y="11311"/>
                </a:lnTo>
                <a:lnTo>
                  <a:pt x="664501" y="11393"/>
                </a:lnTo>
                <a:lnTo>
                  <a:pt x="664463" y="11476"/>
                </a:lnTo>
                <a:lnTo>
                  <a:pt x="664426" y="11560"/>
                </a:lnTo>
                <a:lnTo>
                  <a:pt x="664390" y="11645"/>
                </a:lnTo>
                <a:lnTo>
                  <a:pt x="664356" y="11732"/>
                </a:lnTo>
                <a:lnTo>
                  <a:pt x="664324" y="11819"/>
                </a:lnTo>
                <a:lnTo>
                  <a:pt x="664293" y="11907"/>
                </a:lnTo>
                <a:lnTo>
                  <a:pt x="664264" y="11996"/>
                </a:lnTo>
                <a:lnTo>
                  <a:pt x="664236" y="12086"/>
                </a:lnTo>
                <a:lnTo>
                  <a:pt x="664209" y="12177"/>
                </a:lnTo>
                <a:lnTo>
                  <a:pt x="664185" y="12268"/>
                </a:lnTo>
                <a:lnTo>
                  <a:pt x="664161" y="12361"/>
                </a:lnTo>
                <a:lnTo>
                  <a:pt x="664139" y="12455"/>
                </a:lnTo>
                <a:lnTo>
                  <a:pt x="664119" y="12549"/>
                </a:lnTo>
                <a:lnTo>
                  <a:pt x="664100" y="12645"/>
                </a:lnTo>
                <a:lnTo>
                  <a:pt x="664083" y="12741"/>
                </a:lnTo>
                <a:lnTo>
                  <a:pt x="664067" y="12838"/>
                </a:lnTo>
                <a:lnTo>
                  <a:pt x="664052" y="12937"/>
                </a:lnTo>
                <a:lnTo>
                  <a:pt x="664040" y="13036"/>
                </a:lnTo>
                <a:lnTo>
                  <a:pt x="664028" y="13136"/>
                </a:lnTo>
                <a:lnTo>
                  <a:pt x="664019" y="13237"/>
                </a:lnTo>
                <a:lnTo>
                  <a:pt x="664010" y="13339"/>
                </a:lnTo>
                <a:lnTo>
                  <a:pt x="664003" y="13442"/>
                </a:lnTo>
                <a:lnTo>
                  <a:pt x="663998" y="13546"/>
                </a:lnTo>
                <a:lnTo>
                  <a:pt x="663994" y="13651"/>
                </a:lnTo>
                <a:lnTo>
                  <a:pt x="663992" y="13756"/>
                </a:lnTo>
                <a:lnTo>
                  <a:pt x="663991" y="13863"/>
                </a:lnTo>
                <a:lnTo>
                  <a:pt x="663992" y="13954"/>
                </a:lnTo>
                <a:lnTo>
                  <a:pt x="663993" y="14044"/>
                </a:lnTo>
                <a:lnTo>
                  <a:pt x="663996" y="14133"/>
                </a:lnTo>
                <a:lnTo>
                  <a:pt x="664000" y="14221"/>
                </a:lnTo>
                <a:lnTo>
                  <a:pt x="664004" y="14307"/>
                </a:lnTo>
                <a:lnTo>
                  <a:pt x="664010" y="14393"/>
                </a:lnTo>
                <a:lnTo>
                  <a:pt x="664017" y="14477"/>
                </a:lnTo>
                <a:lnTo>
                  <a:pt x="664025" y="14561"/>
                </a:lnTo>
                <a:lnTo>
                  <a:pt x="664034" y="14643"/>
                </a:lnTo>
                <a:lnTo>
                  <a:pt x="664044" y="14724"/>
                </a:lnTo>
                <a:lnTo>
                  <a:pt x="664055" y="14804"/>
                </a:lnTo>
                <a:lnTo>
                  <a:pt x="664067" y="14882"/>
                </a:lnTo>
                <a:lnTo>
                  <a:pt x="664080" y="14960"/>
                </a:lnTo>
                <a:lnTo>
                  <a:pt x="664094" y="15037"/>
                </a:lnTo>
                <a:lnTo>
                  <a:pt x="664109" y="15112"/>
                </a:lnTo>
                <a:lnTo>
                  <a:pt x="664125" y="15186"/>
                </a:lnTo>
                <a:lnTo>
                  <a:pt x="664142" y="15259"/>
                </a:lnTo>
                <a:lnTo>
                  <a:pt x="664161" y="15331"/>
                </a:lnTo>
                <a:lnTo>
                  <a:pt x="664180" y="15402"/>
                </a:lnTo>
                <a:lnTo>
                  <a:pt x="664200" y="15472"/>
                </a:lnTo>
                <a:lnTo>
                  <a:pt x="664222" y="15541"/>
                </a:lnTo>
                <a:lnTo>
                  <a:pt x="664244" y="15608"/>
                </a:lnTo>
                <a:lnTo>
                  <a:pt x="664268" y="15675"/>
                </a:lnTo>
                <a:lnTo>
                  <a:pt x="664292" y="15740"/>
                </a:lnTo>
                <a:lnTo>
                  <a:pt x="664318" y="15804"/>
                </a:lnTo>
                <a:lnTo>
                  <a:pt x="664344" y="15868"/>
                </a:lnTo>
                <a:lnTo>
                  <a:pt x="664371" y="15931"/>
                </a:lnTo>
                <a:lnTo>
                  <a:pt x="664399" y="15994"/>
                </a:lnTo>
                <a:lnTo>
                  <a:pt x="664427" y="16056"/>
                </a:lnTo>
                <a:lnTo>
                  <a:pt x="664456" y="16118"/>
                </a:lnTo>
                <a:lnTo>
                  <a:pt x="664486" y="16179"/>
                </a:lnTo>
                <a:lnTo>
                  <a:pt x="664517" y="16240"/>
                </a:lnTo>
                <a:lnTo>
                  <a:pt x="664548" y="16299"/>
                </a:lnTo>
                <a:lnTo>
                  <a:pt x="664581" y="16359"/>
                </a:lnTo>
                <a:lnTo>
                  <a:pt x="664614" y="16418"/>
                </a:lnTo>
                <a:lnTo>
                  <a:pt x="664647" y="16476"/>
                </a:lnTo>
                <a:lnTo>
                  <a:pt x="664682" y="16534"/>
                </a:lnTo>
                <a:lnTo>
                  <a:pt x="664717" y="16591"/>
                </a:lnTo>
                <a:lnTo>
                  <a:pt x="664753" y="16648"/>
                </a:lnTo>
                <a:lnTo>
                  <a:pt x="664790" y="16704"/>
                </a:lnTo>
                <a:lnTo>
                  <a:pt x="664827" y="16760"/>
                </a:lnTo>
                <a:lnTo>
                  <a:pt x="664866" y="16815"/>
                </a:lnTo>
                <a:lnTo>
                  <a:pt x="664905" y="16869"/>
                </a:lnTo>
                <a:lnTo>
                  <a:pt x="664944" y="16923"/>
                </a:lnTo>
                <a:lnTo>
                  <a:pt x="664985" y="16976"/>
                </a:lnTo>
                <a:lnTo>
                  <a:pt x="665026" y="17029"/>
                </a:lnTo>
                <a:lnTo>
                  <a:pt x="665068" y="17081"/>
                </a:lnTo>
                <a:lnTo>
                  <a:pt x="665111" y="17133"/>
                </a:lnTo>
                <a:lnTo>
                  <a:pt x="665060" y="17187"/>
                </a:lnTo>
                <a:lnTo>
                  <a:pt x="665009" y="17241"/>
                </a:lnTo>
                <a:lnTo>
                  <a:pt x="664960" y="17295"/>
                </a:lnTo>
                <a:lnTo>
                  <a:pt x="664911" y="17350"/>
                </a:lnTo>
                <a:lnTo>
                  <a:pt x="664862" y="17406"/>
                </a:lnTo>
                <a:lnTo>
                  <a:pt x="664814" y="17462"/>
                </a:lnTo>
                <a:lnTo>
                  <a:pt x="664767" y="17519"/>
                </a:lnTo>
                <a:lnTo>
                  <a:pt x="664721" y="17577"/>
                </a:lnTo>
                <a:lnTo>
                  <a:pt x="664676" y="17635"/>
                </a:lnTo>
                <a:lnTo>
                  <a:pt x="664631" y="17694"/>
                </a:lnTo>
                <a:lnTo>
                  <a:pt x="664586" y="17753"/>
                </a:lnTo>
                <a:lnTo>
                  <a:pt x="664543" y="17813"/>
                </a:lnTo>
                <a:lnTo>
                  <a:pt x="664500" y="17873"/>
                </a:lnTo>
                <a:lnTo>
                  <a:pt x="664458" y="17934"/>
                </a:lnTo>
                <a:lnTo>
                  <a:pt x="664416" y="17996"/>
                </a:lnTo>
                <a:lnTo>
                  <a:pt x="664376" y="18058"/>
                </a:lnTo>
                <a:lnTo>
                  <a:pt x="664336" y="18121"/>
                </a:lnTo>
                <a:lnTo>
                  <a:pt x="664296" y="18184"/>
                </a:lnTo>
                <a:lnTo>
                  <a:pt x="664258" y="18248"/>
                </a:lnTo>
                <a:lnTo>
                  <a:pt x="664220" y="18313"/>
                </a:lnTo>
                <a:lnTo>
                  <a:pt x="664183" y="18378"/>
                </a:lnTo>
                <a:lnTo>
                  <a:pt x="664146" y="18444"/>
                </a:lnTo>
                <a:lnTo>
                  <a:pt x="664110" y="18510"/>
                </a:lnTo>
                <a:lnTo>
                  <a:pt x="664075" y="18577"/>
                </a:lnTo>
                <a:lnTo>
                  <a:pt x="664041" y="18644"/>
                </a:lnTo>
                <a:lnTo>
                  <a:pt x="664008" y="18712"/>
                </a:lnTo>
                <a:lnTo>
                  <a:pt x="663977" y="18782"/>
                </a:lnTo>
                <a:lnTo>
                  <a:pt x="663947" y="18851"/>
                </a:lnTo>
                <a:lnTo>
                  <a:pt x="663919" y="18922"/>
                </a:lnTo>
                <a:lnTo>
                  <a:pt x="663892" y="18993"/>
                </a:lnTo>
                <a:lnTo>
                  <a:pt x="663867" y="19065"/>
                </a:lnTo>
                <a:lnTo>
                  <a:pt x="663843" y="19138"/>
                </a:lnTo>
                <a:lnTo>
                  <a:pt x="663820" y="19212"/>
                </a:lnTo>
                <a:lnTo>
                  <a:pt x="663799" y="19286"/>
                </a:lnTo>
                <a:lnTo>
                  <a:pt x="663780" y="19361"/>
                </a:lnTo>
                <a:lnTo>
                  <a:pt x="663762" y="19437"/>
                </a:lnTo>
                <a:lnTo>
                  <a:pt x="663745" y="19514"/>
                </a:lnTo>
                <a:lnTo>
                  <a:pt x="663730" y="19591"/>
                </a:lnTo>
                <a:lnTo>
                  <a:pt x="663716" y="19669"/>
                </a:lnTo>
                <a:lnTo>
                  <a:pt x="663704" y="19748"/>
                </a:lnTo>
                <a:lnTo>
                  <a:pt x="663693" y="19828"/>
                </a:lnTo>
                <a:lnTo>
                  <a:pt x="663683" y="19908"/>
                </a:lnTo>
                <a:lnTo>
                  <a:pt x="663675" y="19989"/>
                </a:lnTo>
                <a:lnTo>
                  <a:pt x="663669" y="20071"/>
                </a:lnTo>
                <a:lnTo>
                  <a:pt x="663664" y="20154"/>
                </a:lnTo>
                <a:lnTo>
                  <a:pt x="663660" y="20237"/>
                </a:lnTo>
                <a:lnTo>
                  <a:pt x="663658" y="20321"/>
                </a:lnTo>
                <a:lnTo>
                  <a:pt x="663657" y="20406"/>
                </a:lnTo>
                <a:lnTo>
                  <a:pt x="663658" y="20467"/>
                </a:lnTo>
                <a:lnTo>
                  <a:pt x="663660" y="20529"/>
                </a:lnTo>
                <a:lnTo>
                  <a:pt x="663663" y="20589"/>
                </a:lnTo>
                <a:lnTo>
                  <a:pt x="663668" y="20649"/>
                </a:lnTo>
                <a:lnTo>
                  <a:pt x="663674" y="20709"/>
                </a:lnTo>
                <a:lnTo>
                  <a:pt x="663682" y="20769"/>
                </a:lnTo>
                <a:lnTo>
                  <a:pt x="663691" y="20828"/>
                </a:lnTo>
                <a:lnTo>
                  <a:pt x="663701" y="20887"/>
                </a:lnTo>
                <a:lnTo>
                  <a:pt x="663712" y="20946"/>
                </a:lnTo>
                <a:lnTo>
                  <a:pt x="663725" y="21004"/>
                </a:lnTo>
                <a:lnTo>
                  <a:pt x="663740" y="21062"/>
                </a:lnTo>
                <a:lnTo>
                  <a:pt x="663755" y="21120"/>
                </a:lnTo>
                <a:lnTo>
                  <a:pt x="663772" y="21177"/>
                </a:lnTo>
                <a:lnTo>
                  <a:pt x="663791" y="21234"/>
                </a:lnTo>
                <a:lnTo>
                  <a:pt x="663811" y="21290"/>
                </a:lnTo>
                <a:lnTo>
                  <a:pt x="663832" y="21346"/>
                </a:lnTo>
                <a:lnTo>
                  <a:pt x="663854" y="21402"/>
                </a:lnTo>
                <a:lnTo>
                  <a:pt x="663878" y="21457"/>
                </a:lnTo>
                <a:lnTo>
                  <a:pt x="663903" y="21513"/>
                </a:lnTo>
                <a:lnTo>
                  <a:pt x="663930" y="21567"/>
                </a:lnTo>
                <a:lnTo>
                  <a:pt x="663958" y="21622"/>
                </a:lnTo>
                <a:lnTo>
                  <a:pt x="663987" y="21676"/>
                </a:lnTo>
                <a:lnTo>
                  <a:pt x="664018" y="21729"/>
                </a:lnTo>
                <a:lnTo>
                  <a:pt x="664050" y="21783"/>
                </a:lnTo>
                <a:lnTo>
                  <a:pt x="664083" y="21836"/>
                </a:lnTo>
                <a:lnTo>
                  <a:pt x="664118" y="21888"/>
                </a:lnTo>
                <a:lnTo>
                  <a:pt x="664155" y="21939"/>
                </a:lnTo>
                <a:lnTo>
                  <a:pt x="664193" y="21989"/>
                </a:lnTo>
                <a:lnTo>
                  <a:pt x="664232" y="22039"/>
                </a:lnTo>
                <a:lnTo>
                  <a:pt x="664273" y="22088"/>
                </a:lnTo>
                <a:lnTo>
                  <a:pt x="664315" y="22136"/>
                </a:lnTo>
                <a:lnTo>
                  <a:pt x="664359" y="22184"/>
                </a:lnTo>
                <a:lnTo>
                  <a:pt x="664404" y="22230"/>
                </a:lnTo>
                <a:lnTo>
                  <a:pt x="664451" y="22276"/>
                </a:lnTo>
                <a:lnTo>
                  <a:pt x="664499" y="22321"/>
                </a:lnTo>
                <a:lnTo>
                  <a:pt x="664549" y="22366"/>
                </a:lnTo>
                <a:lnTo>
                  <a:pt x="664600" y="22410"/>
                </a:lnTo>
                <a:lnTo>
                  <a:pt x="664653" y="22452"/>
                </a:lnTo>
                <a:lnTo>
                  <a:pt x="664707" y="22495"/>
                </a:lnTo>
                <a:lnTo>
                  <a:pt x="664763" y="22536"/>
                </a:lnTo>
                <a:lnTo>
                  <a:pt x="664820" y="22577"/>
                </a:lnTo>
                <a:lnTo>
                  <a:pt x="664879" y="22617"/>
                </a:lnTo>
                <a:lnTo>
                  <a:pt x="664939" y="22656"/>
                </a:lnTo>
                <a:lnTo>
                  <a:pt x="665000" y="22694"/>
                </a:lnTo>
                <a:lnTo>
                  <a:pt x="665063" y="22732"/>
                </a:lnTo>
                <a:lnTo>
                  <a:pt x="665128" y="22768"/>
                </a:lnTo>
                <a:lnTo>
                  <a:pt x="665194" y="22805"/>
                </a:lnTo>
                <a:lnTo>
                  <a:pt x="665262" y="22840"/>
                </a:lnTo>
                <a:lnTo>
                  <a:pt x="665217" y="22875"/>
                </a:lnTo>
                <a:lnTo>
                  <a:pt x="665173" y="22910"/>
                </a:lnTo>
                <a:lnTo>
                  <a:pt x="665130" y="22945"/>
                </a:lnTo>
                <a:lnTo>
                  <a:pt x="665087" y="22980"/>
                </a:lnTo>
                <a:lnTo>
                  <a:pt x="665044" y="23015"/>
                </a:lnTo>
                <a:lnTo>
                  <a:pt x="665002" y="23050"/>
                </a:lnTo>
                <a:lnTo>
                  <a:pt x="664960" y="23085"/>
                </a:lnTo>
                <a:lnTo>
                  <a:pt x="664919" y="23120"/>
                </a:lnTo>
                <a:lnTo>
                  <a:pt x="664878" y="23155"/>
                </a:lnTo>
                <a:lnTo>
                  <a:pt x="664838" y="23190"/>
                </a:lnTo>
                <a:lnTo>
                  <a:pt x="664798" y="23225"/>
                </a:lnTo>
                <a:lnTo>
                  <a:pt x="664758" y="23260"/>
                </a:lnTo>
                <a:lnTo>
                  <a:pt x="664719" y="23295"/>
                </a:lnTo>
                <a:lnTo>
                  <a:pt x="664680" y="23331"/>
                </a:lnTo>
                <a:lnTo>
                  <a:pt x="664642" y="23366"/>
                </a:lnTo>
                <a:lnTo>
                  <a:pt x="664604" y="23401"/>
                </a:lnTo>
                <a:lnTo>
                  <a:pt x="664567" y="23437"/>
                </a:lnTo>
                <a:lnTo>
                  <a:pt x="664530" y="23472"/>
                </a:lnTo>
                <a:lnTo>
                  <a:pt x="664493" y="23507"/>
                </a:lnTo>
                <a:lnTo>
                  <a:pt x="664457" y="23543"/>
                </a:lnTo>
                <a:lnTo>
                  <a:pt x="664422" y="23578"/>
                </a:lnTo>
                <a:lnTo>
                  <a:pt x="664386" y="23614"/>
                </a:lnTo>
                <a:lnTo>
                  <a:pt x="664352" y="23649"/>
                </a:lnTo>
                <a:lnTo>
                  <a:pt x="664317" y="23685"/>
                </a:lnTo>
                <a:lnTo>
                  <a:pt x="664283" y="23720"/>
                </a:lnTo>
                <a:lnTo>
                  <a:pt x="664250" y="23756"/>
                </a:lnTo>
                <a:lnTo>
                  <a:pt x="664217" y="23792"/>
                </a:lnTo>
                <a:lnTo>
                  <a:pt x="664185" y="23828"/>
                </a:lnTo>
                <a:lnTo>
                  <a:pt x="664152" y="23864"/>
                </a:lnTo>
                <a:lnTo>
                  <a:pt x="664121" y="23901"/>
                </a:lnTo>
                <a:lnTo>
                  <a:pt x="664090" y="23937"/>
                </a:lnTo>
                <a:lnTo>
                  <a:pt x="664059" y="23974"/>
                </a:lnTo>
                <a:lnTo>
                  <a:pt x="664029" y="24010"/>
                </a:lnTo>
                <a:lnTo>
                  <a:pt x="663999" y="24047"/>
                </a:lnTo>
                <a:lnTo>
                  <a:pt x="663970" y="24084"/>
                </a:lnTo>
                <a:lnTo>
                  <a:pt x="663941" y="24121"/>
                </a:lnTo>
                <a:lnTo>
                  <a:pt x="663913" y="24159"/>
                </a:lnTo>
                <a:lnTo>
                  <a:pt x="663885" y="24196"/>
                </a:lnTo>
                <a:lnTo>
                  <a:pt x="663858" y="24234"/>
                </a:lnTo>
                <a:lnTo>
                  <a:pt x="663831" y="24272"/>
                </a:lnTo>
                <a:lnTo>
                  <a:pt x="663804" y="24310"/>
                </a:lnTo>
                <a:lnTo>
                  <a:pt x="663778" y="24348"/>
                </a:lnTo>
                <a:lnTo>
                  <a:pt x="663753" y="24386"/>
                </a:lnTo>
                <a:lnTo>
                  <a:pt x="663728" y="24424"/>
                </a:lnTo>
                <a:lnTo>
                  <a:pt x="663703" y="24463"/>
                </a:lnTo>
                <a:lnTo>
                  <a:pt x="663679" y="24501"/>
                </a:lnTo>
                <a:lnTo>
                  <a:pt x="663655" y="24540"/>
                </a:lnTo>
                <a:lnTo>
                  <a:pt x="663632" y="24579"/>
                </a:lnTo>
                <a:lnTo>
                  <a:pt x="663609" y="24618"/>
                </a:lnTo>
                <a:lnTo>
                  <a:pt x="663587" y="24657"/>
                </a:lnTo>
                <a:lnTo>
                  <a:pt x="663565" y="24697"/>
                </a:lnTo>
                <a:lnTo>
                  <a:pt x="663544" y="24737"/>
                </a:lnTo>
                <a:lnTo>
                  <a:pt x="663523" y="24776"/>
                </a:lnTo>
                <a:lnTo>
                  <a:pt x="663503" y="24816"/>
                </a:lnTo>
                <a:lnTo>
                  <a:pt x="663483" y="24856"/>
                </a:lnTo>
                <a:lnTo>
                  <a:pt x="663464" y="24897"/>
                </a:lnTo>
                <a:lnTo>
                  <a:pt x="663445" y="24937"/>
                </a:lnTo>
                <a:lnTo>
                  <a:pt x="663427" y="24978"/>
                </a:lnTo>
                <a:lnTo>
                  <a:pt x="663409" y="25019"/>
                </a:lnTo>
                <a:lnTo>
                  <a:pt x="663392" y="25060"/>
                </a:lnTo>
                <a:lnTo>
                  <a:pt x="663375" y="25101"/>
                </a:lnTo>
                <a:lnTo>
                  <a:pt x="663359" y="25143"/>
                </a:lnTo>
                <a:lnTo>
                  <a:pt x="663343" y="25184"/>
                </a:lnTo>
                <a:lnTo>
                  <a:pt x="663328" y="25226"/>
                </a:lnTo>
                <a:lnTo>
                  <a:pt x="663313" y="25268"/>
                </a:lnTo>
                <a:lnTo>
                  <a:pt x="663298" y="25310"/>
                </a:lnTo>
                <a:lnTo>
                  <a:pt x="663284" y="25352"/>
                </a:lnTo>
                <a:lnTo>
                  <a:pt x="663271" y="25395"/>
                </a:lnTo>
                <a:lnTo>
                  <a:pt x="663258" y="25437"/>
                </a:lnTo>
                <a:lnTo>
                  <a:pt x="663246" y="25480"/>
                </a:lnTo>
                <a:lnTo>
                  <a:pt x="663234" y="25523"/>
                </a:lnTo>
                <a:lnTo>
                  <a:pt x="663223" y="25566"/>
                </a:lnTo>
                <a:lnTo>
                  <a:pt x="663212" y="25609"/>
                </a:lnTo>
                <a:lnTo>
                  <a:pt x="663201" y="25653"/>
                </a:lnTo>
                <a:lnTo>
                  <a:pt x="663191" y="25696"/>
                </a:lnTo>
                <a:lnTo>
                  <a:pt x="663182" y="25740"/>
                </a:lnTo>
                <a:lnTo>
                  <a:pt x="663173" y="25784"/>
                </a:lnTo>
                <a:lnTo>
                  <a:pt x="663164" y="25827"/>
                </a:lnTo>
                <a:lnTo>
                  <a:pt x="663156" y="25871"/>
                </a:lnTo>
                <a:lnTo>
                  <a:pt x="663148" y="25915"/>
                </a:lnTo>
                <a:lnTo>
                  <a:pt x="663141" y="25960"/>
                </a:lnTo>
                <a:lnTo>
                  <a:pt x="663134" y="26004"/>
                </a:lnTo>
                <a:lnTo>
                  <a:pt x="663128" y="26048"/>
                </a:lnTo>
                <a:lnTo>
                  <a:pt x="663122" y="26093"/>
                </a:lnTo>
                <a:lnTo>
                  <a:pt x="663117" y="26137"/>
                </a:lnTo>
                <a:lnTo>
                  <a:pt x="663112" y="26182"/>
                </a:lnTo>
                <a:lnTo>
                  <a:pt x="663108" y="26227"/>
                </a:lnTo>
                <a:lnTo>
                  <a:pt x="663104" y="26272"/>
                </a:lnTo>
                <a:lnTo>
                  <a:pt x="663100" y="26317"/>
                </a:lnTo>
                <a:lnTo>
                  <a:pt x="663097" y="26362"/>
                </a:lnTo>
                <a:lnTo>
                  <a:pt x="663095" y="26408"/>
                </a:lnTo>
                <a:lnTo>
                  <a:pt x="663093" y="26453"/>
                </a:lnTo>
                <a:lnTo>
                  <a:pt x="663091" y="26499"/>
                </a:lnTo>
                <a:lnTo>
                  <a:pt x="663090" y="26544"/>
                </a:lnTo>
                <a:lnTo>
                  <a:pt x="663089" y="26590"/>
                </a:lnTo>
                <a:lnTo>
                  <a:pt x="663089" y="26636"/>
                </a:lnTo>
                <a:lnTo>
                  <a:pt x="663090" y="26708"/>
                </a:lnTo>
                <a:lnTo>
                  <a:pt x="663091" y="26780"/>
                </a:lnTo>
                <a:lnTo>
                  <a:pt x="663095" y="26852"/>
                </a:lnTo>
                <a:lnTo>
                  <a:pt x="663099" y="26923"/>
                </a:lnTo>
                <a:lnTo>
                  <a:pt x="663105" y="26993"/>
                </a:lnTo>
                <a:lnTo>
                  <a:pt x="663112" y="27063"/>
                </a:lnTo>
                <a:lnTo>
                  <a:pt x="663120" y="27133"/>
                </a:lnTo>
                <a:lnTo>
                  <a:pt x="663130" y="27202"/>
                </a:lnTo>
                <a:lnTo>
                  <a:pt x="663141" y="27271"/>
                </a:lnTo>
                <a:lnTo>
                  <a:pt x="663153" y="27339"/>
                </a:lnTo>
                <a:lnTo>
                  <a:pt x="663166" y="27407"/>
                </a:lnTo>
                <a:lnTo>
                  <a:pt x="663181" y="27475"/>
                </a:lnTo>
                <a:lnTo>
                  <a:pt x="663197" y="27542"/>
                </a:lnTo>
                <a:lnTo>
                  <a:pt x="663214" y="27608"/>
                </a:lnTo>
                <a:lnTo>
                  <a:pt x="663233" y="27675"/>
                </a:lnTo>
                <a:lnTo>
                  <a:pt x="663252" y="27740"/>
                </a:lnTo>
                <a:lnTo>
                  <a:pt x="663273" y="27806"/>
                </a:lnTo>
                <a:lnTo>
                  <a:pt x="663296" y="27870"/>
                </a:lnTo>
                <a:lnTo>
                  <a:pt x="663319" y="27935"/>
                </a:lnTo>
                <a:lnTo>
                  <a:pt x="663344" y="27999"/>
                </a:lnTo>
                <a:lnTo>
                  <a:pt x="663370" y="28062"/>
                </a:lnTo>
                <a:lnTo>
                  <a:pt x="663398" y="28126"/>
                </a:lnTo>
                <a:lnTo>
                  <a:pt x="663427" y="28188"/>
                </a:lnTo>
                <a:lnTo>
                  <a:pt x="663457" y="28250"/>
                </a:lnTo>
                <a:lnTo>
                  <a:pt x="663488" y="28312"/>
                </a:lnTo>
                <a:lnTo>
                  <a:pt x="663521" y="28373"/>
                </a:lnTo>
                <a:lnTo>
                  <a:pt x="663556" y="28433"/>
                </a:lnTo>
                <a:lnTo>
                  <a:pt x="663592" y="28493"/>
                </a:lnTo>
                <a:lnTo>
                  <a:pt x="663629" y="28551"/>
                </a:lnTo>
                <a:lnTo>
                  <a:pt x="663669" y="28609"/>
                </a:lnTo>
                <a:lnTo>
                  <a:pt x="663709" y="28667"/>
                </a:lnTo>
                <a:lnTo>
                  <a:pt x="663752" y="28723"/>
                </a:lnTo>
                <a:lnTo>
                  <a:pt x="663796" y="28779"/>
                </a:lnTo>
                <a:lnTo>
                  <a:pt x="663841" y="28834"/>
                </a:lnTo>
                <a:lnTo>
                  <a:pt x="663888" y="28889"/>
                </a:lnTo>
                <a:lnTo>
                  <a:pt x="663937" y="28942"/>
                </a:lnTo>
                <a:lnTo>
                  <a:pt x="663987" y="28995"/>
                </a:lnTo>
                <a:lnTo>
                  <a:pt x="664039" y="29047"/>
                </a:lnTo>
                <a:lnTo>
                  <a:pt x="664092" y="29099"/>
                </a:lnTo>
                <a:lnTo>
                  <a:pt x="664147" y="29150"/>
                </a:lnTo>
                <a:lnTo>
                  <a:pt x="664204" y="29200"/>
                </a:lnTo>
                <a:lnTo>
                  <a:pt x="664262" y="29249"/>
                </a:lnTo>
                <a:lnTo>
                  <a:pt x="664322" y="29298"/>
                </a:lnTo>
                <a:lnTo>
                  <a:pt x="664383" y="29345"/>
                </a:lnTo>
                <a:lnTo>
                  <a:pt x="664445" y="29392"/>
                </a:lnTo>
                <a:lnTo>
                  <a:pt x="664510" y="29439"/>
                </a:lnTo>
                <a:lnTo>
                  <a:pt x="664576" y="29484"/>
                </a:lnTo>
                <a:lnTo>
                  <a:pt x="664643" y="29529"/>
                </a:lnTo>
                <a:lnTo>
                  <a:pt x="664712" y="29574"/>
                </a:lnTo>
                <a:lnTo>
                  <a:pt x="664783" y="29617"/>
                </a:lnTo>
                <a:lnTo>
                  <a:pt x="664855" y="29660"/>
                </a:lnTo>
                <a:lnTo>
                  <a:pt x="664929" y="29702"/>
                </a:lnTo>
                <a:lnTo>
                  <a:pt x="665004" y="29743"/>
                </a:lnTo>
                <a:lnTo>
                  <a:pt x="665081" y="29783"/>
                </a:lnTo>
                <a:lnTo>
                  <a:pt x="665160" y="29822"/>
                </a:lnTo>
                <a:lnTo>
                  <a:pt x="665240" y="29861"/>
                </a:lnTo>
                <a:lnTo>
                  <a:pt x="665322" y="29899"/>
                </a:lnTo>
                <a:lnTo>
                  <a:pt x="665405" y="29936"/>
                </a:lnTo>
                <a:lnTo>
                  <a:pt x="665490" y="29973"/>
                </a:lnTo>
                <a:lnTo>
                  <a:pt x="665577" y="30008"/>
                </a:lnTo>
                <a:lnTo>
                  <a:pt x="665665" y="30043"/>
                </a:lnTo>
                <a:lnTo>
                  <a:pt x="665755" y="30077"/>
                </a:lnTo>
                <a:lnTo>
                  <a:pt x="665846" y="30110"/>
                </a:lnTo>
                <a:lnTo>
                  <a:pt x="665939" y="30143"/>
                </a:lnTo>
                <a:lnTo>
                  <a:pt x="666034" y="30174"/>
                </a:lnTo>
                <a:lnTo>
                  <a:pt x="666130" y="30205"/>
                </a:lnTo>
                <a:lnTo>
                  <a:pt x="666228" y="30235"/>
                </a:lnTo>
                <a:lnTo>
                  <a:pt x="666327" y="30265"/>
                </a:lnTo>
                <a:lnTo>
                  <a:pt x="666428" y="30293"/>
                </a:lnTo>
                <a:lnTo>
                  <a:pt x="666531" y="30321"/>
                </a:lnTo>
                <a:lnTo>
                  <a:pt x="666635" y="30348"/>
                </a:lnTo>
                <a:lnTo>
                  <a:pt x="666741" y="30374"/>
                </a:lnTo>
                <a:lnTo>
                  <a:pt x="666848" y="30399"/>
                </a:lnTo>
                <a:lnTo>
                  <a:pt x="666957" y="30423"/>
                </a:lnTo>
                <a:lnTo>
                  <a:pt x="667069" y="30446"/>
                </a:lnTo>
                <a:lnTo>
                  <a:pt x="667182" y="30469"/>
                </a:lnTo>
                <a:lnTo>
                  <a:pt x="667297" y="30490"/>
                </a:lnTo>
                <a:lnTo>
                  <a:pt x="667414" y="30509"/>
                </a:lnTo>
                <a:lnTo>
                  <a:pt x="667533" y="30528"/>
                </a:lnTo>
                <a:lnTo>
                  <a:pt x="667653" y="30546"/>
                </a:lnTo>
                <a:lnTo>
                  <a:pt x="667776" y="30563"/>
                </a:lnTo>
                <a:lnTo>
                  <a:pt x="667900" y="30578"/>
                </a:lnTo>
                <a:lnTo>
                  <a:pt x="668027" y="30593"/>
                </a:lnTo>
                <a:lnTo>
                  <a:pt x="668155" y="30606"/>
                </a:lnTo>
                <a:lnTo>
                  <a:pt x="668285" y="30619"/>
                </a:lnTo>
                <a:lnTo>
                  <a:pt x="668417" y="30630"/>
                </a:lnTo>
                <a:lnTo>
                  <a:pt x="668551" y="30640"/>
                </a:lnTo>
                <a:lnTo>
                  <a:pt x="668687" y="30649"/>
                </a:lnTo>
                <a:lnTo>
                  <a:pt x="668824" y="30657"/>
                </a:lnTo>
                <a:lnTo>
                  <a:pt x="668964" y="30664"/>
                </a:lnTo>
                <a:lnTo>
                  <a:pt x="669105" y="30670"/>
                </a:lnTo>
                <a:lnTo>
                  <a:pt x="669249" y="30675"/>
                </a:lnTo>
                <a:lnTo>
                  <a:pt x="669394" y="30679"/>
                </a:lnTo>
                <a:lnTo>
                  <a:pt x="669541" y="30681"/>
                </a:lnTo>
                <a:lnTo>
                  <a:pt x="669690" y="30683"/>
                </a:lnTo>
                <a:lnTo>
                  <a:pt x="669841" y="30684"/>
                </a:lnTo>
                <a:lnTo>
                  <a:pt x="669997" y="30683"/>
                </a:lnTo>
                <a:lnTo>
                  <a:pt x="670152" y="30681"/>
                </a:lnTo>
                <a:lnTo>
                  <a:pt x="670305" y="30677"/>
                </a:lnTo>
                <a:lnTo>
                  <a:pt x="670456" y="30672"/>
                </a:lnTo>
                <a:lnTo>
                  <a:pt x="670606" y="30666"/>
                </a:lnTo>
                <a:lnTo>
                  <a:pt x="670754" y="30658"/>
                </a:lnTo>
                <a:lnTo>
                  <a:pt x="670900" y="30649"/>
                </a:lnTo>
                <a:lnTo>
                  <a:pt x="671044" y="30638"/>
                </a:lnTo>
                <a:lnTo>
                  <a:pt x="671187" y="30626"/>
                </a:lnTo>
                <a:lnTo>
                  <a:pt x="671327" y="30612"/>
                </a:lnTo>
                <a:lnTo>
                  <a:pt x="671466" y="30597"/>
                </a:lnTo>
                <a:lnTo>
                  <a:pt x="671604" y="30581"/>
                </a:lnTo>
                <a:lnTo>
                  <a:pt x="671739" y="30563"/>
                </a:lnTo>
                <a:lnTo>
                  <a:pt x="671873" y="30544"/>
                </a:lnTo>
                <a:lnTo>
                  <a:pt x="672005" y="30523"/>
                </a:lnTo>
                <a:lnTo>
                  <a:pt x="672136" y="30501"/>
                </a:lnTo>
                <a:lnTo>
                  <a:pt x="672264" y="30477"/>
                </a:lnTo>
                <a:lnTo>
                  <a:pt x="672391" y="30452"/>
                </a:lnTo>
                <a:lnTo>
                  <a:pt x="672517" y="30426"/>
                </a:lnTo>
                <a:lnTo>
                  <a:pt x="672640" y="30398"/>
                </a:lnTo>
                <a:lnTo>
                  <a:pt x="672762" y="30369"/>
                </a:lnTo>
                <a:lnTo>
                  <a:pt x="672882" y="30338"/>
                </a:lnTo>
                <a:lnTo>
                  <a:pt x="673000" y="30306"/>
                </a:lnTo>
                <a:lnTo>
                  <a:pt x="673116" y="30273"/>
                </a:lnTo>
                <a:lnTo>
                  <a:pt x="673231" y="30238"/>
                </a:lnTo>
                <a:lnTo>
                  <a:pt x="673344" y="30202"/>
                </a:lnTo>
                <a:lnTo>
                  <a:pt x="673455" y="30165"/>
                </a:lnTo>
                <a:lnTo>
                  <a:pt x="673565" y="30127"/>
                </a:lnTo>
                <a:lnTo>
                  <a:pt x="673673" y="30088"/>
                </a:lnTo>
                <a:lnTo>
                  <a:pt x="673779" y="30048"/>
                </a:lnTo>
                <a:lnTo>
                  <a:pt x="673883" y="30007"/>
                </a:lnTo>
                <a:lnTo>
                  <a:pt x="673986" y="29965"/>
                </a:lnTo>
                <a:lnTo>
                  <a:pt x="674087" y="29922"/>
                </a:lnTo>
                <a:lnTo>
                  <a:pt x="674187" y="29878"/>
                </a:lnTo>
                <a:lnTo>
                  <a:pt x="674284" y="29832"/>
                </a:lnTo>
                <a:lnTo>
                  <a:pt x="674380" y="29786"/>
                </a:lnTo>
                <a:lnTo>
                  <a:pt x="674474" y="29739"/>
                </a:lnTo>
                <a:lnTo>
                  <a:pt x="674567" y="29690"/>
                </a:lnTo>
                <a:lnTo>
                  <a:pt x="674658" y="29641"/>
                </a:lnTo>
                <a:lnTo>
                  <a:pt x="674747" y="29590"/>
                </a:lnTo>
                <a:lnTo>
                  <a:pt x="674834" y="29539"/>
                </a:lnTo>
                <a:lnTo>
                  <a:pt x="674920" y="29486"/>
                </a:lnTo>
                <a:lnTo>
                  <a:pt x="675004" y="29433"/>
                </a:lnTo>
                <a:lnTo>
                  <a:pt x="675086" y="29378"/>
                </a:lnTo>
                <a:lnTo>
                  <a:pt x="675166" y="29322"/>
                </a:lnTo>
                <a:lnTo>
                  <a:pt x="675245" y="29265"/>
                </a:lnTo>
                <a:lnTo>
                  <a:pt x="675322" y="29208"/>
                </a:lnTo>
                <a:lnTo>
                  <a:pt x="675397" y="29149"/>
                </a:lnTo>
                <a:lnTo>
                  <a:pt x="675471" y="29089"/>
                </a:lnTo>
                <a:lnTo>
                  <a:pt x="675543" y="29028"/>
                </a:lnTo>
                <a:lnTo>
                  <a:pt x="675614" y="28967"/>
                </a:lnTo>
                <a:lnTo>
                  <a:pt x="675683" y="28905"/>
                </a:lnTo>
                <a:lnTo>
                  <a:pt x="675750" y="28842"/>
                </a:lnTo>
                <a:lnTo>
                  <a:pt x="675816" y="28778"/>
                </a:lnTo>
                <a:lnTo>
                  <a:pt x="675880" y="28714"/>
                </a:lnTo>
                <a:lnTo>
                  <a:pt x="675942" y="28649"/>
                </a:lnTo>
                <a:lnTo>
                  <a:pt x="676003" y="28582"/>
                </a:lnTo>
                <a:lnTo>
                  <a:pt x="676063" y="28516"/>
                </a:lnTo>
                <a:lnTo>
                  <a:pt x="676121" y="28448"/>
                </a:lnTo>
                <a:lnTo>
                  <a:pt x="676177" y="28380"/>
                </a:lnTo>
                <a:lnTo>
                  <a:pt x="676231" y="28310"/>
                </a:lnTo>
                <a:lnTo>
                  <a:pt x="676284" y="28240"/>
                </a:lnTo>
                <a:lnTo>
                  <a:pt x="676336" y="28170"/>
                </a:lnTo>
                <a:lnTo>
                  <a:pt x="676385" y="28098"/>
                </a:lnTo>
                <a:lnTo>
                  <a:pt x="676434" y="28026"/>
                </a:lnTo>
                <a:lnTo>
                  <a:pt x="676480" y="27952"/>
                </a:lnTo>
                <a:lnTo>
                  <a:pt x="676525" y="27878"/>
                </a:lnTo>
                <a:lnTo>
                  <a:pt x="676568" y="27804"/>
                </a:lnTo>
                <a:lnTo>
                  <a:pt x="676610" y="27728"/>
                </a:lnTo>
                <a:lnTo>
                  <a:pt x="676650" y="27652"/>
                </a:lnTo>
                <a:lnTo>
                  <a:pt x="676689" y="27575"/>
                </a:lnTo>
                <a:lnTo>
                  <a:pt x="676726" y="27497"/>
                </a:lnTo>
                <a:lnTo>
                  <a:pt x="676762" y="27418"/>
                </a:lnTo>
                <a:lnTo>
                  <a:pt x="676795" y="27340"/>
                </a:lnTo>
                <a:lnTo>
                  <a:pt x="676828" y="27260"/>
                </a:lnTo>
                <a:lnTo>
                  <a:pt x="676859" y="27181"/>
                </a:lnTo>
                <a:lnTo>
                  <a:pt x="676888" y="27101"/>
                </a:lnTo>
                <a:lnTo>
                  <a:pt x="676916" y="27021"/>
                </a:lnTo>
                <a:lnTo>
                  <a:pt x="676943" y="26940"/>
                </a:lnTo>
                <a:lnTo>
                  <a:pt x="676967" y="26860"/>
                </a:lnTo>
                <a:lnTo>
                  <a:pt x="676991" y="26778"/>
                </a:lnTo>
                <a:lnTo>
                  <a:pt x="677013" y="26697"/>
                </a:lnTo>
                <a:lnTo>
                  <a:pt x="677033" y="26615"/>
                </a:lnTo>
                <a:lnTo>
                  <a:pt x="677052" y="26533"/>
                </a:lnTo>
                <a:lnTo>
                  <a:pt x="677069" y="26450"/>
                </a:lnTo>
                <a:lnTo>
                  <a:pt x="677085" y="26367"/>
                </a:lnTo>
                <a:lnTo>
                  <a:pt x="677099" y="26284"/>
                </a:lnTo>
                <a:lnTo>
                  <a:pt x="677112" y="26200"/>
                </a:lnTo>
                <a:lnTo>
                  <a:pt x="677124" y="26116"/>
                </a:lnTo>
                <a:lnTo>
                  <a:pt x="677133" y="26032"/>
                </a:lnTo>
                <a:lnTo>
                  <a:pt x="677142" y="25947"/>
                </a:lnTo>
                <a:lnTo>
                  <a:pt x="677149" y="25862"/>
                </a:lnTo>
                <a:lnTo>
                  <a:pt x="677154" y="25776"/>
                </a:lnTo>
                <a:lnTo>
                  <a:pt x="677158" y="25691"/>
                </a:lnTo>
                <a:lnTo>
                  <a:pt x="677160" y="25604"/>
                </a:lnTo>
                <a:lnTo>
                  <a:pt x="677161" y="25518"/>
                </a:lnTo>
                <a:lnTo>
                  <a:pt x="677160" y="25436"/>
                </a:lnTo>
                <a:lnTo>
                  <a:pt x="677158" y="25355"/>
                </a:lnTo>
                <a:lnTo>
                  <a:pt x="677155" y="25274"/>
                </a:lnTo>
                <a:lnTo>
                  <a:pt x="677150" y="25195"/>
                </a:lnTo>
                <a:lnTo>
                  <a:pt x="677144" y="25116"/>
                </a:lnTo>
                <a:lnTo>
                  <a:pt x="677137" y="25038"/>
                </a:lnTo>
                <a:lnTo>
                  <a:pt x="677128" y="24961"/>
                </a:lnTo>
                <a:lnTo>
                  <a:pt x="677118" y="24885"/>
                </a:lnTo>
                <a:lnTo>
                  <a:pt x="677107" y="24810"/>
                </a:lnTo>
                <a:lnTo>
                  <a:pt x="677094" y="24735"/>
                </a:lnTo>
                <a:lnTo>
                  <a:pt x="677080" y="24662"/>
                </a:lnTo>
                <a:lnTo>
                  <a:pt x="677065" y="24589"/>
                </a:lnTo>
                <a:lnTo>
                  <a:pt x="677048" y="24517"/>
                </a:lnTo>
                <a:lnTo>
                  <a:pt x="677030" y="24446"/>
                </a:lnTo>
                <a:lnTo>
                  <a:pt x="677010" y="24376"/>
                </a:lnTo>
                <a:lnTo>
                  <a:pt x="676990" y="24307"/>
                </a:lnTo>
                <a:lnTo>
                  <a:pt x="676968" y="24238"/>
                </a:lnTo>
                <a:lnTo>
                  <a:pt x="676944" y="24170"/>
                </a:lnTo>
                <a:lnTo>
                  <a:pt x="676920" y="24104"/>
                </a:lnTo>
                <a:lnTo>
                  <a:pt x="676894" y="24038"/>
                </a:lnTo>
                <a:lnTo>
                  <a:pt x="676866" y="23972"/>
                </a:lnTo>
                <a:lnTo>
                  <a:pt x="676838" y="23908"/>
                </a:lnTo>
                <a:lnTo>
                  <a:pt x="676808" y="23845"/>
                </a:lnTo>
                <a:lnTo>
                  <a:pt x="676776" y="23782"/>
                </a:lnTo>
                <a:lnTo>
                  <a:pt x="676744" y="23720"/>
                </a:lnTo>
                <a:lnTo>
                  <a:pt x="676710" y="23659"/>
                </a:lnTo>
                <a:lnTo>
                  <a:pt x="676675" y="23599"/>
                </a:lnTo>
                <a:lnTo>
                  <a:pt x="676640" y="23540"/>
                </a:lnTo>
                <a:lnTo>
                  <a:pt x="676603" y="23481"/>
                </a:lnTo>
                <a:lnTo>
                  <a:pt x="676565" y="23424"/>
                </a:lnTo>
                <a:lnTo>
                  <a:pt x="676526" y="23367"/>
                </a:lnTo>
                <a:lnTo>
                  <a:pt x="676487" y="23311"/>
                </a:lnTo>
                <a:lnTo>
                  <a:pt x="676446" y="23255"/>
                </a:lnTo>
                <a:lnTo>
                  <a:pt x="676404" y="23201"/>
                </a:lnTo>
                <a:lnTo>
                  <a:pt x="676361" y="23147"/>
                </a:lnTo>
                <a:lnTo>
                  <a:pt x="676317" y="23094"/>
                </a:lnTo>
                <a:lnTo>
                  <a:pt x="676272" y="23042"/>
                </a:lnTo>
                <a:lnTo>
                  <a:pt x="676225" y="22991"/>
                </a:lnTo>
                <a:lnTo>
                  <a:pt x="676178" y="22941"/>
                </a:lnTo>
                <a:lnTo>
                  <a:pt x="676130" y="22891"/>
                </a:lnTo>
                <a:lnTo>
                  <a:pt x="676081" y="22843"/>
                </a:lnTo>
                <a:lnTo>
                  <a:pt x="676030" y="22795"/>
                </a:lnTo>
                <a:lnTo>
                  <a:pt x="675979" y="22748"/>
                </a:lnTo>
                <a:lnTo>
                  <a:pt x="675927" y="22701"/>
                </a:lnTo>
                <a:lnTo>
                  <a:pt x="675873" y="22656"/>
                </a:lnTo>
                <a:lnTo>
                  <a:pt x="675819" y="22611"/>
                </a:lnTo>
                <a:lnTo>
                  <a:pt x="675763" y="22567"/>
                </a:lnTo>
                <a:lnTo>
                  <a:pt x="675707" y="22524"/>
                </a:lnTo>
                <a:lnTo>
                  <a:pt x="675649" y="22482"/>
                </a:lnTo>
                <a:lnTo>
                  <a:pt x="675591" y="22441"/>
                </a:lnTo>
                <a:lnTo>
                  <a:pt x="675531" y="22400"/>
                </a:lnTo>
                <a:lnTo>
                  <a:pt x="675471" y="22360"/>
                </a:lnTo>
                <a:lnTo>
                  <a:pt x="675410" y="22321"/>
                </a:lnTo>
                <a:lnTo>
                  <a:pt x="675348" y="22283"/>
                </a:lnTo>
                <a:lnTo>
                  <a:pt x="675286" y="22246"/>
                </a:lnTo>
                <a:lnTo>
                  <a:pt x="675222" y="22209"/>
                </a:lnTo>
                <a:lnTo>
                  <a:pt x="675157" y="22174"/>
                </a:lnTo>
                <a:lnTo>
                  <a:pt x="675092" y="22139"/>
                </a:lnTo>
                <a:lnTo>
                  <a:pt x="675026" y="22105"/>
                </a:lnTo>
                <a:lnTo>
                  <a:pt x="674959" y="22071"/>
                </a:lnTo>
                <a:lnTo>
                  <a:pt x="674891" y="22039"/>
                </a:lnTo>
                <a:lnTo>
                  <a:pt x="674822" y="22007"/>
                </a:lnTo>
                <a:lnTo>
                  <a:pt x="674752" y="21976"/>
                </a:lnTo>
                <a:lnTo>
                  <a:pt x="674682" y="21946"/>
                </a:lnTo>
                <a:lnTo>
                  <a:pt x="674610" y="21917"/>
                </a:lnTo>
                <a:lnTo>
                  <a:pt x="674538" y="21889"/>
                </a:lnTo>
                <a:lnTo>
                  <a:pt x="674465" y="21861"/>
                </a:lnTo>
                <a:lnTo>
                  <a:pt x="674391" y="21835"/>
                </a:lnTo>
                <a:lnTo>
                  <a:pt x="674316" y="21809"/>
                </a:lnTo>
                <a:lnTo>
                  <a:pt x="674240" y="21784"/>
                </a:lnTo>
                <a:lnTo>
                  <a:pt x="674163" y="21759"/>
                </a:lnTo>
                <a:lnTo>
                  <a:pt x="674086" y="21736"/>
                </a:lnTo>
                <a:lnTo>
                  <a:pt x="674007" y="21713"/>
                </a:lnTo>
                <a:lnTo>
                  <a:pt x="673928" y="21691"/>
                </a:lnTo>
                <a:lnTo>
                  <a:pt x="673849" y="21670"/>
                </a:lnTo>
                <a:lnTo>
                  <a:pt x="673768" y="21650"/>
                </a:lnTo>
                <a:lnTo>
                  <a:pt x="673688" y="21631"/>
                </a:lnTo>
                <a:lnTo>
                  <a:pt x="673606" y="21613"/>
                </a:lnTo>
                <a:lnTo>
                  <a:pt x="673524" y="21595"/>
                </a:lnTo>
                <a:lnTo>
                  <a:pt x="673441" y="21578"/>
                </a:lnTo>
                <a:lnTo>
                  <a:pt x="673358" y="21562"/>
                </a:lnTo>
                <a:lnTo>
                  <a:pt x="673274" y="21547"/>
                </a:lnTo>
                <a:lnTo>
                  <a:pt x="673189" y="21533"/>
                </a:lnTo>
                <a:lnTo>
                  <a:pt x="673104" y="21520"/>
                </a:lnTo>
                <a:lnTo>
                  <a:pt x="673018" y="21507"/>
                </a:lnTo>
                <a:lnTo>
                  <a:pt x="672931" y="21496"/>
                </a:lnTo>
                <a:lnTo>
                  <a:pt x="672844" y="21485"/>
                </a:lnTo>
                <a:lnTo>
                  <a:pt x="672756" y="21475"/>
                </a:lnTo>
                <a:lnTo>
                  <a:pt x="672667" y="21466"/>
                </a:lnTo>
                <a:lnTo>
                  <a:pt x="672578" y="21457"/>
                </a:lnTo>
                <a:lnTo>
                  <a:pt x="672489" y="21450"/>
                </a:lnTo>
                <a:lnTo>
                  <a:pt x="672398" y="21443"/>
                </a:lnTo>
                <a:lnTo>
                  <a:pt x="672307" y="21438"/>
                </a:lnTo>
                <a:lnTo>
                  <a:pt x="672215" y="21433"/>
                </a:lnTo>
                <a:lnTo>
                  <a:pt x="672123" y="21429"/>
                </a:lnTo>
                <a:lnTo>
                  <a:pt x="672030" y="21426"/>
                </a:lnTo>
                <a:lnTo>
                  <a:pt x="668103" y="21258"/>
                </a:lnTo>
                <a:lnTo>
                  <a:pt x="668028" y="21255"/>
                </a:lnTo>
                <a:lnTo>
                  <a:pt x="667955" y="21250"/>
                </a:lnTo>
                <a:lnTo>
                  <a:pt x="667883" y="21244"/>
                </a:lnTo>
                <a:lnTo>
                  <a:pt x="667812" y="21237"/>
                </a:lnTo>
                <a:lnTo>
                  <a:pt x="667742" y="21229"/>
                </a:lnTo>
                <a:lnTo>
                  <a:pt x="667674" y="21219"/>
                </a:lnTo>
                <a:lnTo>
                  <a:pt x="667607" y="21209"/>
                </a:lnTo>
                <a:lnTo>
                  <a:pt x="667541" y="21197"/>
                </a:lnTo>
                <a:lnTo>
                  <a:pt x="667476" y="21184"/>
                </a:lnTo>
                <a:lnTo>
                  <a:pt x="667413" y="21169"/>
                </a:lnTo>
                <a:lnTo>
                  <a:pt x="667351" y="21154"/>
                </a:lnTo>
                <a:lnTo>
                  <a:pt x="667290" y="21137"/>
                </a:lnTo>
                <a:lnTo>
                  <a:pt x="667230" y="21119"/>
                </a:lnTo>
                <a:lnTo>
                  <a:pt x="667172" y="21100"/>
                </a:lnTo>
                <a:lnTo>
                  <a:pt x="667115" y="21079"/>
                </a:lnTo>
                <a:lnTo>
                  <a:pt x="667059" y="21058"/>
                </a:lnTo>
                <a:lnTo>
                  <a:pt x="667004" y="21035"/>
                </a:lnTo>
                <a:lnTo>
                  <a:pt x="666951" y="21011"/>
                </a:lnTo>
                <a:lnTo>
                  <a:pt x="666899" y="20985"/>
                </a:lnTo>
                <a:lnTo>
                  <a:pt x="666848" y="20959"/>
                </a:lnTo>
                <a:lnTo>
                  <a:pt x="666798" y="20931"/>
                </a:lnTo>
                <a:lnTo>
                  <a:pt x="666750" y="20902"/>
                </a:lnTo>
                <a:lnTo>
                  <a:pt x="666703" y="20872"/>
                </a:lnTo>
                <a:lnTo>
                  <a:pt x="666657" y="20841"/>
                </a:lnTo>
                <a:lnTo>
                  <a:pt x="666613" y="20808"/>
                </a:lnTo>
                <a:lnTo>
                  <a:pt x="666570" y="20775"/>
                </a:lnTo>
                <a:lnTo>
                  <a:pt x="666530" y="20741"/>
                </a:lnTo>
                <a:lnTo>
                  <a:pt x="666491" y="20707"/>
                </a:lnTo>
                <a:lnTo>
                  <a:pt x="666454" y="20672"/>
                </a:lnTo>
                <a:lnTo>
                  <a:pt x="666419" y="20636"/>
                </a:lnTo>
                <a:lnTo>
                  <a:pt x="666386" y="20599"/>
                </a:lnTo>
                <a:lnTo>
                  <a:pt x="666355" y="20562"/>
                </a:lnTo>
                <a:lnTo>
                  <a:pt x="666326" y="20524"/>
                </a:lnTo>
                <a:lnTo>
                  <a:pt x="666299" y="20486"/>
                </a:lnTo>
                <a:lnTo>
                  <a:pt x="666273" y="20446"/>
                </a:lnTo>
                <a:lnTo>
                  <a:pt x="666250" y="20406"/>
                </a:lnTo>
                <a:lnTo>
                  <a:pt x="666228" y="20365"/>
                </a:lnTo>
                <a:lnTo>
                  <a:pt x="666208" y="20324"/>
                </a:lnTo>
                <a:lnTo>
                  <a:pt x="666190" y="20282"/>
                </a:lnTo>
                <a:lnTo>
                  <a:pt x="666174" y="20239"/>
                </a:lnTo>
                <a:lnTo>
                  <a:pt x="666160" y="20195"/>
                </a:lnTo>
                <a:lnTo>
                  <a:pt x="666148" y="20151"/>
                </a:lnTo>
                <a:lnTo>
                  <a:pt x="666137" y="20106"/>
                </a:lnTo>
                <a:lnTo>
                  <a:pt x="666129" y="20061"/>
                </a:lnTo>
                <a:lnTo>
                  <a:pt x="666122" y="20014"/>
                </a:lnTo>
                <a:lnTo>
                  <a:pt x="666118" y="19967"/>
                </a:lnTo>
                <a:lnTo>
                  <a:pt x="666115" y="19920"/>
                </a:lnTo>
                <a:lnTo>
                  <a:pt x="666114" y="19871"/>
                </a:lnTo>
                <a:lnTo>
                  <a:pt x="666114" y="19830"/>
                </a:lnTo>
                <a:lnTo>
                  <a:pt x="666115" y="19789"/>
                </a:lnTo>
                <a:lnTo>
                  <a:pt x="666117" y="19748"/>
                </a:lnTo>
                <a:lnTo>
                  <a:pt x="666119" y="19708"/>
                </a:lnTo>
                <a:lnTo>
                  <a:pt x="666122" y="19668"/>
                </a:lnTo>
                <a:lnTo>
                  <a:pt x="666126" y="19628"/>
                </a:lnTo>
                <a:lnTo>
                  <a:pt x="666130" y="19589"/>
                </a:lnTo>
                <a:lnTo>
                  <a:pt x="666135" y="19550"/>
                </a:lnTo>
                <a:lnTo>
                  <a:pt x="666141" y="19512"/>
                </a:lnTo>
                <a:lnTo>
                  <a:pt x="666147" y="19474"/>
                </a:lnTo>
                <a:lnTo>
                  <a:pt x="666154" y="19437"/>
                </a:lnTo>
                <a:lnTo>
                  <a:pt x="666162" y="19400"/>
                </a:lnTo>
                <a:lnTo>
                  <a:pt x="666170" y="19363"/>
                </a:lnTo>
                <a:lnTo>
                  <a:pt x="666179" y="19327"/>
                </a:lnTo>
                <a:lnTo>
                  <a:pt x="666189" y="19291"/>
                </a:lnTo>
                <a:lnTo>
                  <a:pt x="666199" y="19256"/>
                </a:lnTo>
                <a:lnTo>
                  <a:pt x="666210" y="19221"/>
                </a:lnTo>
                <a:lnTo>
                  <a:pt x="666222" y="19186"/>
                </a:lnTo>
                <a:lnTo>
                  <a:pt x="666234" y="19152"/>
                </a:lnTo>
                <a:lnTo>
                  <a:pt x="666247" y="19118"/>
                </a:lnTo>
                <a:lnTo>
                  <a:pt x="666261" y="19084"/>
                </a:lnTo>
                <a:lnTo>
                  <a:pt x="666275" y="19051"/>
                </a:lnTo>
                <a:lnTo>
                  <a:pt x="666290" y="19019"/>
                </a:lnTo>
                <a:lnTo>
                  <a:pt x="666306" y="18987"/>
                </a:lnTo>
                <a:lnTo>
                  <a:pt x="666322" y="18955"/>
                </a:lnTo>
                <a:lnTo>
                  <a:pt x="666339" y="18923"/>
                </a:lnTo>
                <a:lnTo>
                  <a:pt x="666356" y="18892"/>
                </a:lnTo>
                <a:lnTo>
                  <a:pt x="666373" y="18861"/>
                </a:lnTo>
                <a:lnTo>
                  <a:pt x="666391" y="18830"/>
                </a:lnTo>
                <a:lnTo>
                  <a:pt x="666409" y="18800"/>
                </a:lnTo>
                <a:lnTo>
                  <a:pt x="666427" y="18770"/>
                </a:lnTo>
                <a:lnTo>
                  <a:pt x="666446" y="18740"/>
                </a:lnTo>
                <a:lnTo>
                  <a:pt x="666465" y="18710"/>
                </a:lnTo>
                <a:lnTo>
                  <a:pt x="666485" y="18681"/>
                </a:lnTo>
                <a:lnTo>
                  <a:pt x="666505" y="18652"/>
                </a:lnTo>
                <a:lnTo>
                  <a:pt x="666525" y="18623"/>
                </a:lnTo>
                <a:lnTo>
                  <a:pt x="666546" y="18595"/>
                </a:lnTo>
                <a:lnTo>
                  <a:pt x="666567" y="18567"/>
                </a:lnTo>
                <a:lnTo>
                  <a:pt x="666589" y="18539"/>
                </a:lnTo>
                <a:lnTo>
                  <a:pt x="666611" y="18511"/>
                </a:lnTo>
                <a:lnTo>
                  <a:pt x="666633" y="18484"/>
                </a:lnTo>
                <a:lnTo>
                  <a:pt x="666655" y="18457"/>
                </a:lnTo>
                <a:lnTo>
                  <a:pt x="666678" y="18430"/>
                </a:lnTo>
                <a:lnTo>
                  <a:pt x="666702" y="18404"/>
                </a:lnTo>
                <a:lnTo>
                  <a:pt x="666726" y="18378"/>
                </a:lnTo>
                <a:lnTo>
                  <a:pt x="666750" y="18352"/>
                </a:lnTo>
                <a:lnTo>
                  <a:pt x="666774" y="18327"/>
                </a:lnTo>
                <a:lnTo>
                  <a:pt x="666799" y="18301"/>
                </a:lnTo>
                <a:lnTo>
                  <a:pt x="666837" y="18332"/>
                </a:lnTo>
                <a:lnTo>
                  <a:pt x="666877" y="18362"/>
                </a:lnTo>
                <a:lnTo>
                  <a:pt x="666918" y="18391"/>
                </a:lnTo>
                <a:lnTo>
                  <a:pt x="666960" y="18420"/>
                </a:lnTo>
                <a:lnTo>
                  <a:pt x="667003" y="18449"/>
                </a:lnTo>
                <a:lnTo>
                  <a:pt x="667048" y="18477"/>
                </a:lnTo>
                <a:lnTo>
                  <a:pt x="667094" y="18505"/>
                </a:lnTo>
                <a:lnTo>
                  <a:pt x="667142" y="18532"/>
                </a:lnTo>
                <a:lnTo>
                  <a:pt x="667190" y="18559"/>
                </a:lnTo>
                <a:lnTo>
                  <a:pt x="667240" y="18586"/>
                </a:lnTo>
                <a:lnTo>
                  <a:pt x="667292" y="18612"/>
                </a:lnTo>
                <a:lnTo>
                  <a:pt x="667344" y="18637"/>
                </a:lnTo>
                <a:lnTo>
                  <a:pt x="667398" y="18662"/>
                </a:lnTo>
                <a:lnTo>
                  <a:pt x="667453" y="18687"/>
                </a:lnTo>
                <a:lnTo>
                  <a:pt x="667510" y="18711"/>
                </a:lnTo>
                <a:lnTo>
                  <a:pt x="667568" y="18735"/>
                </a:lnTo>
                <a:lnTo>
                  <a:pt x="667627" y="18759"/>
                </a:lnTo>
                <a:lnTo>
                  <a:pt x="667687" y="18782"/>
                </a:lnTo>
                <a:lnTo>
                  <a:pt x="667749" y="18804"/>
                </a:lnTo>
                <a:lnTo>
                  <a:pt x="667812" y="18826"/>
                </a:lnTo>
                <a:lnTo>
                  <a:pt x="667877" y="18848"/>
                </a:lnTo>
                <a:lnTo>
                  <a:pt x="667942" y="18869"/>
                </a:lnTo>
                <a:lnTo>
                  <a:pt x="668009" y="18890"/>
                </a:lnTo>
                <a:lnTo>
                  <a:pt x="668078" y="18910"/>
                </a:lnTo>
                <a:lnTo>
                  <a:pt x="668147" y="18930"/>
                </a:lnTo>
                <a:lnTo>
                  <a:pt x="668216" y="18949"/>
                </a:lnTo>
                <a:lnTo>
                  <a:pt x="668286" y="18967"/>
                </a:lnTo>
                <a:lnTo>
                  <a:pt x="668356" y="18984"/>
                </a:lnTo>
                <a:lnTo>
                  <a:pt x="668426" y="19001"/>
                </a:lnTo>
                <a:lnTo>
                  <a:pt x="668497" y="19016"/>
                </a:lnTo>
                <a:lnTo>
                  <a:pt x="668568" y="19031"/>
                </a:lnTo>
                <a:lnTo>
                  <a:pt x="668639" y="19045"/>
                </a:lnTo>
                <a:lnTo>
                  <a:pt x="668711" y="19058"/>
                </a:lnTo>
                <a:lnTo>
                  <a:pt x="668783" y="19070"/>
                </a:lnTo>
                <a:lnTo>
                  <a:pt x="668855" y="19081"/>
                </a:lnTo>
                <a:lnTo>
                  <a:pt x="668928" y="19092"/>
                </a:lnTo>
                <a:lnTo>
                  <a:pt x="669001" y="19101"/>
                </a:lnTo>
                <a:lnTo>
                  <a:pt x="669074" y="19110"/>
                </a:lnTo>
                <a:lnTo>
                  <a:pt x="669147" y="19118"/>
                </a:lnTo>
                <a:lnTo>
                  <a:pt x="669221" y="19125"/>
                </a:lnTo>
                <a:lnTo>
                  <a:pt x="669296" y="19132"/>
                </a:lnTo>
                <a:lnTo>
                  <a:pt x="669370" y="19137"/>
                </a:lnTo>
                <a:lnTo>
                  <a:pt x="669445" y="19142"/>
                </a:lnTo>
                <a:lnTo>
                  <a:pt x="669520" y="19145"/>
                </a:lnTo>
                <a:lnTo>
                  <a:pt x="669596" y="19148"/>
                </a:lnTo>
                <a:lnTo>
                  <a:pt x="669671" y="19151"/>
                </a:lnTo>
                <a:lnTo>
                  <a:pt x="669748" y="19152"/>
                </a:lnTo>
                <a:lnTo>
                  <a:pt x="669824" y="19152"/>
                </a:lnTo>
                <a:lnTo>
                  <a:pt x="669932" y="19152"/>
                </a:lnTo>
                <a:lnTo>
                  <a:pt x="670040" y="19150"/>
                </a:lnTo>
                <a:lnTo>
                  <a:pt x="670146" y="19146"/>
                </a:lnTo>
                <a:lnTo>
                  <a:pt x="670252" y="19142"/>
                </a:lnTo>
                <a:lnTo>
                  <a:pt x="670357" y="19136"/>
                </a:lnTo>
                <a:lnTo>
                  <a:pt x="670461" y="19129"/>
                </a:lnTo>
                <a:lnTo>
                  <a:pt x="670564" y="19121"/>
                </a:lnTo>
                <a:lnTo>
                  <a:pt x="670667" y="19111"/>
                </a:lnTo>
                <a:lnTo>
                  <a:pt x="670769" y="19101"/>
                </a:lnTo>
                <a:lnTo>
                  <a:pt x="670870" y="19088"/>
                </a:lnTo>
                <a:lnTo>
                  <a:pt x="670970" y="19075"/>
                </a:lnTo>
                <a:lnTo>
                  <a:pt x="671069" y="19060"/>
                </a:lnTo>
                <a:lnTo>
                  <a:pt x="671167" y="19044"/>
                </a:lnTo>
                <a:lnTo>
                  <a:pt x="671265" y="19027"/>
                </a:lnTo>
                <a:lnTo>
                  <a:pt x="671362" y="19009"/>
                </a:lnTo>
                <a:lnTo>
                  <a:pt x="671458" y="18989"/>
                </a:lnTo>
                <a:lnTo>
                  <a:pt x="671553" y="18968"/>
                </a:lnTo>
                <a:lnTo>
                  <a:pt x="671648" y="18946"/>
                </a:lnTo>
                <a:lnTo>
                  <a:pt x="671741" y="18922"/>
                </a:lnTo>
                <a:lnTo>
                  <a:pt x="671834" y="18897"/>
                </a:lnTo>
                <a:lnTo>
                  <a:pt x="671926" y="18871"/>
                </a:lnTo>
                <a:lnTo>
                  <a:pt x="672017" y="18844"/>
                </a:lnTo>
                <a:lnTo>
                  <a:pt x="672108" y="18815"/>
                </a:lnTo>
                <a:lnTo>
                  <a:pt x="672197" y="18785"/>
                </a:lnTo>
                <a:lnTo>
                  <a:pt x="672286" y="18754"/>
                </a:lnTo>
                <a:lnTo>
                  <a:pt x="672373" y="18722"/>
                </a:lnTo>
                <a:lnTo>
                  <a:pt x="672460" y="18688"/>
                </a:lnTo>
                <a:lnTo>
                  <a:pt x="672545" y="18654"/>
                </a:lnTo>
                <a:lnTo>
                  <a:pt x="672630" y="18618"/>
                </a:lnTo>
                <a:lnTo>
                  <a:pt x="672714" y="18581"/>
                </a:lnTo>
                <a:lnTo>
                  <a:pt x="672796" y="18543"/>
                </a:lnTo>
                <a:lnTo>
                  <a:pt x="672878" y="18504"/>
                </a:lnTo>
                <a:lnTo>
                  <a:pt x="672958" y="18464"/>
                </a:lnTo>
                <a:lnTo>
                  <a:pt x="673038" y="18423"/>
                </a:lnTo>
                <a:lnTo>
                  <a:pt x="673116" y="18380"/>
                </a:lnTo>
                <a:lnTo>
                  <a:pt x="673194" y="18337"/>
                </a:lnTo>
                <a:lnTo>
                  <a:pt x="673270" y="18292"/>
                </a:lnTo>
                <a:lnTo>
                  <a:pt x="673345" y="18246"/>
                </a:lnTo>
                <a:lnTo>
                  <a:pt x="673420" y="18199"/>
                </a:lnTo>
                <a:lnTo>
                  <a:pt x="673493" y="18151"/>
                </a:lnTo>
                <a:lnTo>
                  <a:pt x="673566" y="18102"/>
                </a:lnTo>
                <a:lnTo>
                  <a:pt x="673637" y="18051"/>
                </a:lnTo>
                <a:lnTo>
                  <a:pt x="673707" y="18000"/>
                </a:lnTo>
                <a:lnTo>
                  <a:pt x="673777" y="17947"/>
                </a:lnTo>
                <a:lnTo>
                  <a:pt x="673845" y="17893"/>
                </a:lnTo>
                <a:lnTo>
                  <a:pt x="673912" y="17839"/>
                </a:lnTo>
                <a:lnTo>
                  <a:pt x="673979" y="17783"/>
                </a:lnTo>
                <a:lnTo>
                  <a:pt x="674044" y="17725"/>
                </a:lnTo>
                <a:lnTo>
                  <a:pt x="674108" y="17667"/>
                </a:lnTo>
                <a:lnTo>
                  <a:pt x="674171" y="17608"/>
                </a:lnTo>
                <a:lnTo>
                  <a:pt x="674232" y="17547"/>
                </a:lnTo>
                <a:lnTo>
                  <a:pt x="674293" y="17486"/>
                </a:lnTo>
                <a:lnTo>
                  <a:pt x="674352" y="17423"/>
                </a:lnTo>
                <a:lnTo>
                  <a:pt x="674410" y="17360"/>
                </a:lnTo>
                <a:lnTo>
                  <a:pt x="674467" y="17295"/>
                </a:lnTo>
                <a:lnTo>
                  <a:pt x="674522" y="17229"/>
                </a:lnTo>
                <a:lnTo>
                  <a:pt x="674576" y="17163"/>
                </a:lnTo>
                <a:lnTo>
                  <a:pt x="674629" y="17095"/>
                </a:lnTo>
                <a:lnTo>
                  <a:pt x="674681" y="17026"/>
                </a:lnTo>
                <a:lnTo>
                  <a:pt x="674731" y="16956"/>
                </a:lnTo>
                <a:lnTo>
                  <a:pt x="674780" y="16885"/>
                </a:lnTo>
                <a:lnTo>
                  <a:pt x="674828" y="16812"/>
                </a:lnTo>
                <a:lnTo>
                  <a:pt x="674875" y="16739"/>
                </a:lnTo>
                <a:lnTo>
                  <a:pt x="674920" y="16665"/>
                </a:lnTo>
                <a:lnTo>
                  <a:pt x="674964" y="16589"/>
                </a:lnTo>
                <a:lnTo>
                  <a:pt x="675007" y="16513"/>
                </a:lnTo>
                <a:lnTo>
                  <a:pt x="675049" y="16435"/>
                </a:lnTo>
                <a:lnTo>
                  <a:pt x="675089" y="16357"/>
                </a:lnTo>
                <a:lnTo>
                  <a:pt x="675129" y="16277"/>
                </a:lnTo>
                <a:lnTo>
                  <a:pt x="675167" y="16196"/>
                </a:lnTo>
                <a:lnTo>
                  <a:pt x="675203" y="16115"/>
                </a:lnTo>
                <a:lnTo>
                  <a:pt x="675239" y="16032"/>
                </a:lnTo>
                <a:lnTo>
                  <a:pt x="675273" y="15948"/>
                </a:lnTo>
                <a:lnTo>
                  <a:pt x="675305" y="15863"/>
                </a:lnTo>
                <a:lnTo>
                  <a:pt x="675337" y="15777"/>
                </a:lnTo>
                <a:lnTo>
                  <a:pt x="675366" y="15690"/>
                </a:lnTo>
                <a:lnTo>
                  <a:pt x="675395" y="15602"/>
                </a:lnTo>
                <a:lnTo>
                  <a:pt x="675421" y="15512"/>
                </a:lnTo>
                <a:lnTo>
                  <a:pt x="675447" y="15422"/>
                </a:lnTo>
                <a:lnTo>
                  <a:pt x="675471" y="15331"/>
                </a:lnTo>
                <a:lnTo>
                  <a:pt x="675493" y="15239"/>
                </a:lnTo>
                <a:lnTo>
                  <a:pt x="675514" y="15145"/>
                </a:lnTo>
                <a:lnTo>
                  <a:pt x="675534" y="15051"/>
                </a:lnTo>
                <a:lnTo>
                  <a:pt x="675552" y="14955"/>
                </a:lnTo>
                <a:lnTo>
                  <a:pt x="675569" y="14859"/>
                </a:lnTo>
                <a:lnTo>
                  <a:pt x="675584" y="14761"/>
                </a:lnTo>
                <a:lnTo>
                  <a:pt x="675598" y="14663"/>
                </a:lnTo>
                <a:lnTo>
                  <a:pt x="675610" y="14563"/>
                </a:lnTo>
                <a:lnTo>
                  <a:pt x="675621" y="14463"/>
                </a:lnTo>
                <a:lnTo>
                  <a:pt x="675630" y="14361"/>
                </a:lnTo>
                <a:lnTo>
                  <a:pt x="675638" y="14258"/>
                </a:lnTo>
                <a:lnTo>
                  <a:pt x="675645" y="14155"/>
                </a:lnTo>
                <a:lnTo>
                  <a:pt x="675650" y="14050"/>
                </a:lnTo>
                <a:lnTo>
                  <a:pt x="675654" y="13944"/>
                </a:lnTo>
                <a:lnTo>
                  <a:pt x="675656" y="13837"/>
                </a:lnTo>
                <a:lnTo>
                  <a:pt x="675657" y="13729"/>
                </a:lnTo>
                <a:lnTo>
                  <a:pt x="675656" y="13664"/>
                </a:lnTo>
                <a:lnTo>
                  <a:pt x="675655" y="13598"/>
                </a:lnTo>
                <a:lnTo>
                  <a:pt x="675653" y="13533"/>
                </a:lnTo>
                <a:lnTo>
                  <a:pt x="675650" y="13468"/>
                </a:lnTo>
                <a:lnTo>
                  <a:pt x="675646" y="13403"/>
                </a:lnTo>
                <a:lnTo>
                  <a:pt x="675642" y="13339"/>
                </a:lnTo>
                <a:lnTo>
                  <a:pt x="675637" y="13275"/>
                </a:lnTo>
                <a:lnTo>
                  <a:pt x="675631" y="13211"/>
                </a:lnTo>
                <a:lnTo>
                  <a:pt x="675624" y="13147"/>
                </a:lnTo>
                <a:lnTo>
                  <a:pt x="675616" y="13083"/>
                </a:lnTo>
                <a:lnTo>
                  <a:pt x="675607" y="13019"/>
                </a:lnTo>
                <a:lnTo>
                  <a:pt x="675598" y="12956"/>
                </a:lnTo>
                <a:lnTo>
                  <a:pt x="675588" y="12893"/>
                </a:lnTo>
                <a:lnTo>
                  <a:pt x="675577" y="12830"/>
                </a:lnTo>
                <a:lnTo>
                  <a:pt x="675565" y="12767"/>
                </a:lnTo>
                <a:lnTo>
                  <a:pt x="675553" y="12705"/>
                </a:lnTo>
                <a:lnTo>
                  <a:pt x="675539" y="12643"/>
                </a:lnTo>
                <a:lnTo>
                  <a:pt x="675525" y="12581"/>
                </a:lnTo>
                <a:lnTo>
                  <a:pt x="675510" y="12519"/>
                </a:lnTo>
                <a:lnTo>
                  <a:pt x="675494" y="12457"/>
                </a:lnTo>
                <a:lnTo>
                  <a:pt x="675477" y="12396"/>
                </a:lnTo>
                <a:lnTo>
                  <a:pt x="675460" y="12334"/>
                </a:lnTo>
                <a:lnTo>
                  <a:pt x="675442" y="12273"/>
                </a:lnTo>
                <a:lnTo>
                  <a:pt x="675423" y="12212"/>
                </a:lnTo>
                <a:lnTo>
                  <a:pt x="675402" y="12152"/>
                </a:lnTo>
                <a:lnTo>
                  <a:pt x="675381" y="12092"/>
                </a:lnTo>
                <a:lnTo>
                  <a:pt x="675359" y="12032"/>
                </a:lnTo>
                <a:lnTo>
                  <a:pt x="675335" y="11973"/>
                </a:lnTo>
                <a:lnTo>
                  <a:pt x="675310" y="11914"/>
                </a:lnTo>
                <a:lnTo>
                  <a:pt x="675284" y="11856"/>
                </a:lnTo>
                <a:lnTo>
                  <a:pt x="675256" y="11798"/>
                </a:lnTo>
                <a:lnTo>
                  <a:pt x="675228" y="11740"/>
                </a:lnTo>
                <a:lnTo>
                  <a:pt x="675198" y="11683"/>
                </a:lnTo>
                <a:lnTo>
                  <a:pt x="675167" y="11626"/>
                </a:lnTo>
                <a:lnTo>
                  <a:pt x="675134" y="11570"/>
                </a:lnTo>
                <a:lnTo>
                  <a:pt x="675101" y="11514"/>
                </a:lnTo>
                <a:lnTo>
                  <a:pt x="675066" y="11459"/>
                </a:lnTo>
                <a:lnTo>
                  <a:pt x="675030" y="11404"/>
                </a:lnTo>
                <a:lnTo>
                  <a:pt x="674993" y="11350"/>
                </a:lnTo>
                <a:lnTo>
                  <a:pt x="674955" y="11296"/>
                </a:lnTo>
                <a:lnTo>
                  <a:pt x="674915" y="11242"/>
                </a:lnTo>
                <a:lnTo>
                  <a:pt x="674874" y="11189"/>
                </a:lnTo>
                <a:lnTo>
                  <a:pt x="674832" y="11136"/>
                </a:lnTo>
                <a:lnTo>
                  <a:pt x="674789" y="11084"/>
                </a:lnTo>
                <a:lnTo>
                  <a:pt x="674744" y="11032"/>
                </a:lnTo>
                <a:lnTo>
                  <a:pt x="674699" y="10981"/>
                </a:lnTo>
                <a:lnTo>
                  <a:pt x="674652" y="10930"/>
                </a:lnTo>
                <a:lnTo>
                  <a:pt x="674604" y="10880"/>
                </a:lnTo>
                <a:lnTo>
                  <a:pt x="676760" y="10880"/>
                </a:lnTo>
                <a:lnTo>
                  <a:pt x="676780" y="10879"/>
                </a:lnTo>
                <a:lnTo>
                  <a:pt x="676801" y="10878"/>
                </a:lnTo>
                <a:lnTo>
                  <a:pt x="676821" y="10876"/>
                </a:lnTo>
                <a:lnTo>
                  <a:pt x="676841" y="10872"/>
                </a:lnTo>
                <a:lnTo>
                  <a:pt x="676860" y="10868"/>
                </a:lnTo>
                <a:lnTo>
                  <a:pt x="676879" y="10863"/>
                </a:lnTo>
                <a:lnTo>
                  <a:pt x="676898" y="10858"/>
                </a:lnTo>
                <a:lnTo>
                  <a:pt x="676916" y="10851"/>
                </a:lnTo>
                <a:lnTo>
                  <a:pt x="676935" y="10843"/>
                </a:lnTo>
                <a:lnTo>
                  <a:pt x="676952" y="10835"/>
                </a:lnTo>
                <a:lnTo>
                  <a:pt x="676970" y="10825"/>
                </a:lnTo>
                <a:lnTo>
                  <a:pt x="676987" y="10815"/>
                </a:lnTo>
                <a:lnTo>
                  <a:pt x="677004" y="10804"/>
                </a:lnTo>
                <a:lnTo>
                  <a:pt x="677021" y="10792"/>
                </a:lnTo>
                <a:lnTo>
                  <a:pt x="677037" y="10778"/>
                </a:lnTo>
                <a:lnTo>
                  <a:pt x="677053" y="10765"/>
                </a:lnTo>
                <a:lnTo>
                  <a:pt x="677069" y="10750"/>
                </a:lnTo>
                <a:lnTo>
                  <a:pt x="677084" y="10734"/>
                </a:lnTo>
                <a:lnTo>
                  <a:pt x="677099" y="10717"/>
                </a:lnTo>
                <a:lnTo>
                  <a:pt x="677113" y="10700"/>
                </a:lnTo>
                <a:lnTo>
                  <a:pt x="677128" y="10681"/>
                </a:lnTo>
                <a:lnTo>
                  <a:pt x="677142" y="10662"/>
                </a:lnTo>
                <a:lnTo>
                  <a:pt x="677156" y="10642"/>
                </a:lnTo>
                <a:lnTo>
                  <a:pt x="677169" y="10621"/>
                </a:lnTo>
                <a:lnTo>
                  <a:pt x="677182" y="10598"/>
                </a:lnTo>
                <a:lnTo>
                  <a:pt x="677194" y="10575"/>
                </a:lnTo>
                <a:lnTo>
                  <a:pt x="677206" y="10551"/>
                </a:lnTo>
                <a:lnTo>
                  <a:pt x="677217" y="10525"/>
                </a:lnTo>
                <a:lnTo>
                  <a:pt x="677228" y="10499"/>
                </a:lnTo>
                <a:lnTo>
                  <a:pt x="677238" y="10471"/>
                </a:lnTo>
                <a:lnTo>
                  <a:pt x="677248" y="10442"/>
                </a:lnTo>
                <a:lnTo>
                  <a:pt x="677257" y="10412"/>
                </a:lnTo>
                <a:lnTo>
                  <a:pt x="677266" y="10381"/>
                </a:lnTo>
                <a:lnTo>
                  <a:pt x="677274" y="10348"/>
                </a:lnTo>
                <a:lnTo>
                  <a:pt x="677281" y="10315"/>
                </a:lnTo>
                <a:lnTo>
                  <a:pt x="677288" y="10280"/>
                </a:lnTo>
                <a:lnTo>
                  <a:pt x="677294" y="10244"/>
                </a:lnTo>
                <a:lnTo>
                  <a:pt x="677300" y="10208"/>
                </a:lnTo>
                <a:lnTo>
                  <a:pt x="677305" y="10170"/>
                </a:lnTo>
                <a:lnTo>
                  <a:pt x="677310" y="10130"/>
                </a:lnTo>
                <a:lnTo>
                  <a:pt x="677314" y="10090"/>
                </a:lnTo>
                <a:lnTo>
                  <a:pt x="677318" y="10049"/>
                </a:lnTo>
                <a:lnTo>
                  <a:pt x="677321" y="10006"/>
                </a:lnTo>
                <a:lnTo>
                  <a:pt x="677323" y="9963"/>
                </a:lnTo>
                <a:lnTo>
                  <a:pt x="677325" y="9918"/>
                </a:lnTo>
                <a:lnTo>
                  <a:pt x="677327" y="9872"/>
                </a:lnTo>
                <a:lnTo>
                  <a:pt x="677327" y="9825"/>
                </a:lnTo>
                <a:lnTo>
                  <a:pt x="677328" y="9777"/>
                </a:lnTo>
                <a:lnTo>
                  <a:pt x="677327" y="9730"/>
                </a:lnTo>
                <a:lnTo>
                  <a:pt x="677327" y="9684"/>
                </a:lnTo>
                <a:lnTo>
                  <a:pt x="677326" y="9639"/>
                </a:lnTo>
                <a:lnTo>
                  <a:pt x="677324" y="9595"/>
                </a:lnTo>
                <a:lnTo>
                  <a:pt x="677322" y="9553"/>
                </a:lnTo>
                <a:lnTo>
                  <a:pt x="677319" y="9511"/>
                </a:lnTo>
                <a:close/>
                <a:moveTo>
                  <a:pt x="673004" y="14068"/>
                </a:moveTo>
                <a:lnTo>
                  <a:pt x="673000" y="14121"/>
                </a:lnTo>
                <a:lnTo>
                  <a:pt x="672995" y="14174"/>
                </a:lnTo>
                <a:lnTo>
                  <a:pt x="672989" y="14226"/>
                </a:lnTo>
                <a:lnTo>
                  <a:pt x="672983" y="14279"/>
                </a:lnTo>
                <a:lnTo>
                  <a:pt x="672976" y="14331"/>
                </a:lnTo>
                <a:lnTo>
                  <a:pt x="672968" y="14383"/>
                </a:lnTo>
                <a:lnTo>
                  <a:pt x="672960" y="14435"/>
                </a:lnTo>
                <a:lnTo>
                  <a:pt x="672951" y="14487"/>
                </a:lnTo>
                <a:lnTo>
                  <a:pt x="672941" y="14539"/>
                </a:lnTo>
                <a:lnTo>
                  <a:pt x="672931" y="14590"/>
                </a:lnTo>
                <a:lnTo>
                  <a:pt x="672920" y="14642"/>
                </a:lnTo>
                <a:lnTo>
                  <a:pt x="672908" y="14693"/>
                </a:lnTo>
                <a:lnTo>
                  <a:pt x="672896" y="14744"/>
                </a:lnTo>
                <a:lnTo>
                  <a:pt x="672883" y="14795"/>
                </a:lnTo>
                <a:lnTo>
                  <a:pt x="672869" y="14845"/>
                </a:lnTo>
                <a:lnTo>
                  <a:pt x="672854" y="14896"/>
                </a:lnTo>
                <a:lnTo>
                  <a:pt x="672839" y="14946"/>
                </a:lnTo>
                <a:lnTo>
                  <a:pt x="672824" y="14996"/>
                </a:lnTo>
                <a:lnTo>
                  <a:pt x="672807" y="15046"/>
                </a:lnTo>
                <a:lnTo>
                  <a:pt x="672790" y="15095"/>
                </a:lnTo>
                <a:lnTo>
                  <a:pt x="672773" y="15144"/>
                </a:lnTo>
                <a:lnTo>
                  <a:pt x="672754" y="15192"/>
                </a:lnTo>
                <a:lnTo>
                  <a:pt x="672735" y="15240"/>
                </a:lnTo>
                <a:lnTo>
                  <a:pt x="672715" y="15287"/>
                </a:lnTo>
                <a:lnTo>
                  <a:pt x="672695" y="15334"/>
                </a:lnTo>
                <a:lnTo>
                  <a:pt x="672673" y="15380"/>
                </a:lnTo>
                <a:lnTo>
                  <a:pt x="672651" y="15426"/>
                </a:lnTo>
                <a:lnTo>
                  <a:pt x="672629" y="15472"/>
                </a:lnTo>
                <a:lnTo>
                  <a:pt x="672605" y="15516"/>
                </a:lnTo>
                <a:lnTo>
                  <a:pt x="672581" y="15561"/>
                </a:lnTo>
                <a:lnTo>
                  <a:pt x="672557" y="15605"/>
                </a:lnTo>
                <a:lnTo>
                  <a:pt x="672531" y="15648"/>
                </a:lnTo>
                <a:lnTo>
                  <a:pt x="672505" y="15691"/>
                </a:lnTo>
                <a:lnTo>
                  <a:pt x="672478" y="15733"/>
                </a:lnTo>
                <a:lnTo>
                  <a:pt x="672451" y="15775"/>
                </a:lnTo>
                <a:lnTo>
                  <a:pt x="672423" y="15817"/>
                </a:lnTo>
                <a:lnTo>
                  <a:pt x="672394" y="15857"/>
                </a:lnTo>
                <a:lnTo>
                  <a:pt x="672364" y="15898"/>
                </a:lnTo>
                <a:lnTo>
                  <a:pt x="672334" y="15938"/>
                </a:lnTo>
                <a:lnTo>
                  <a:pt x="672303" y="15977"/>
                </a:lnTo>
                <a:lnTo>
                  <a:pt x="672271" y="16016"/>
                </a:lnTo>
                <a:lnTo>
                  <a:pt x="672239" y="16055"/>
                </a:lnTo>
                <a:lnTo>
                  <a:pt x="672206" y="16093"/>
                </a:lnTo>
                <a:lnTo>
                  <a:pt x="672172" y="16130"/>
                </a:lnTo>
                <a:lnTo>
                  <a:pt x="672137" y="16166"/>
                </a:lnTo>
                <a:lnTo>
                  <a:pt x="672102" y="16202"/>
                </a:lnTo>
                <a:lnTo>
                  <a:pt x="672066" y="16237"/>
                </a:lnTo>
                <a:lnTo>
                  <a:pt x="672029" y="16271"/>
                </a:lnTo>
                <a:lnTo>
                  <a:pt x="671992" y="16305"/>
                </a:lnTo>
                <a:lnTo>
                  <a:pt x="671954" y="16338"/>
                </a:lnTo>
                <a:lnTo>
                  <a:pt x="671915" y="16370"/>
                </a:lnTo>
                <a:lnTo>
                  <a:pt x="671875" y="16402"/>
                </a:lnTo>
                <a:lnTo>
                  <a:pt x="671835" y="16433"/>
                </a:lnTo>
                <a:lnTo>
                  <a:pt x="671794" y="16463"/>
                </a:lnTo>
                <a:lnTo>
                  <a:pt x="671752" y="16493"/>
                </a:lnTo>
                <a:lnTo>
                  <a:pt x="671710" y="16522"/>
                </a:lnTo>
                <a:lnTo>
                  <a:pt x="671666" y="16550"/>
                </a:lnTo>
                <a:lnTo>
                  <a:pt x="671622" y="16577"/>
                </a:lnTo>
                <a:lnTo>
                  <a:pt x="671578" y="16604"/>
                </a:lnTo>
                <a:lnTo>
                  <a:pt x="671532" y="16630"/>
                </a:lnTo>
                <a:lnTo>
                  <a:pt x="671486" y="16655"/>
                </a:lnTo>
                <a:lnTo>
                  <a:pt x="671439" y="16680"/>
                </a:lnTo>
                <a:lnTo>
                  <a:pt x="671392" y="16704"/>
                </a:lnTo>
                <a:lnTo>
                  <a:pt x="671343" y="16727"/>
                </a:lnTo>
                <a:lnTo>
                  <a:pt x="671294" y="16750"/>
                </a:lnTo>
                <a:lnTo>
                  <a:pt x="671244" y="16772"/>
                </a:lnTo>
                <a:lnTo>
                  <a:pt x="671194" y="16793"/>
                </a:lnTo>
                <a:lnTo>
                  <a:pt x="671143" y="16813"/>
                </a:lnTo>
                <a:lnTo>
                  <a:pt x="671091" y="16832"/>
                </a:lnTo>
                <a:lnTo>
                  <a:pt x="671038" y="16851"/>
                </a:lnTo>
                <a:lnTo>
                  <a:pt x="670984" y="16868"/>
                </a:lnTo>
                <a:lnTo>
                  <a:pt x="670930" y="16885"/>
                </a:lnTo>
                <a:lnTo>
                  <a:pt x="670875" y="16900"/>
                </a:lnTo>
                <a:lnTo>
                  <a:pt x="670819" y="16915"/>
                </a:lnTo>
                <a:lnTo>
                  <a:pt x="670763" y="16929"/>
                </a:lnTo>
                <a:lnTo>
                  <a:pt x="670705" y="16942"/>
                </a:lnTo>
                <a:lnTo>
                  <a:pt x="670647" y="16954"/>
                </a:lnTo>
                <a:lnTo>
                  <a:pt x="670589" y="16965"/>
                </a:lnTo>
                <a:lnTo>
                  <a:pt x="670529" y="16976"/>
                </a:lnTo>
                <a:lnTo>
                  <a:pt x="670469" y="16985"/>
                </a:lnTo>
                <a:lnTo>
                  <a:pt x="670408" y="16993"/>
                </a:lnTo>
                <a:lnTo>
                  <a:pt x="670346" y="17001"/>
                </a:lnTo>
                <a:lnTo>
                  <a:pt x="670283" y="17008"/>
                </a:lnTo>
                <a:lnTo>
                  <a:pt x="670220" y="17014"/>
                </a:lnTo>
                <a:lnTo>
                  <a:pt x="670156" y="17019"/>
                </a:lnTo>
                <a:lnTo>
                  <a:pt x="670091" y="17023"/>
                </a:lnTo>
                <a:lnTo>
                  <a:pt x="670025" y="17026"/>
                </a:lnTo>
                <a:lnTo>
                  <a:pt x="669959" y="17028"/>
                </a:lnTo>
                <a:lnTo>
                  <a:pt x="669892" y="17029"/>
                </a:lnTo>
                <a:lnTo>
                  <a:pt x="669824" y="17030"/>
                </a:lnTo>
                <a:lnTo>
                  <a:pt x="669698" y="17028"/>
                </a:lnTo>
                <a:lnTo>
                  <a:pt x="669575" y="17024"/>
                </a:lnTo>
                <a:lnTo>
                  <a:pt x="669454" y="17016"/>
                </a:lnTo>
                <a:lnTo>
                  <a:pt x="669336" y="17006"/>
                </a:lnTo>
                <a:lnTo>
                  <a:pt x="669220" y="16993"/>
                </a:lnTo>
                <a:lnTo>
                  <a:pt x="669106" y="16977"/>
                </a:lnTo>
                <a:lnTo>
                  <a:pt x="668994" y="16957"/>
                </a:lnTo>
                <a:lnTo>
                  <a:pt x="668885" y="16935"/>
                </a:lnTo>
                <a:lnTo>
                  <a:pt x="668779" y="16910"/>
                </a:lnTo>
                <a:lnTo>
                  <a:pt x="668674" y="16882"/>
                </a:lnTo>
                <a:lnTo>
                  <a:pt x="668572" y="16851"/>
                </a:lnTo>
                <a:lnTo>
                  <a:pt x="668472" y="16817"/>
                </a:lnTo>
                <a:lnTo>
                  <a:pt x="668375" y="16780"/>
                </a:lnTo>
                <a:lnTo>
                  <a:pt x="668280" y="16740"/>
                </a:lnTo>
                <a:lnTo>
                  <a:pt x="668187" y="16698"/>
                </a:lnTo>
                <a:lnTo>
                  <a:pt x="668097" y="16652"/>
                </a:lnTo>
                <a:lnTo>
                  <a:pt x="668009" y="16603"/>
                </a:lnTo>
                <a:lnTo>
                  <a:pt x="667923" y="16551"/>
                </a:lnTo>
                <a:lnTo>
                  <a:pt x="667840" y="16497"/>
                </a:lnTo>
                <a:lnTo>
                  <a:pt x="667759" y="16439"/>
                </a:lnTo>
                <a:lnTo>
                  <a:pt x="667681" y="16379"/>
                </a:lnTo>
                <a:lnTo>
                  <a:pt x="667605" y="16315"/>
                </a:lnTo>
                <a:lnTo>
                  <a:pt x="667531" y="16249"/>
                </a:lnTo>
                <a:lnTo>
                  <a:pt x="667459" y="16180"/>
                </a:lnTo>
                <a:lnTo>
                  <a:pt x="667390" y="16108"/>
                </a:lnTo>
                <a:lnTo>
                  <a:pt x="667324" y="16033"/>
                </a:lnTo>
                <a:lnTo>
                  <a:pt x="667261" y="15957"/>
                </a:lnTo>
                <a:lnTo>
                  <a:pt x="667201" y="15879"/>
                </a:lnTo>
                <a:lnTo>
                  <a:pt x="667144" y="15798"/>
                </a:lnTo>
                <a:lnTo>
                  <a:pt x="667090" y="15715"/>
                </a:lnTo>
                <a:lnTo>
                  <a:pt x="667039" y="15630"/>
                </a:lnTo>
                <a:lnTo>
                  <a:pt x="666990" y="15542"/>
                </a:lnTo>
                <a:lnTo>
                  <a:pt x="666945" y="15453"/>
                </a:lnTo>
                <a:lnTo>
                  <a:pt x="666902" y="15361"/>
                </a:lnTo>
                <a:lnTo>
                  <a:pt x="666863" y="15267"/>
                </a:lnTo>
                <a:lnTo>
                  <a:pt x="666826" y="15171"/>
                </a:lnTo>
                <a:lnTo>
                  <a:pt x="666792" y="15073"/>
                </a:lnTo>
                <a:lnTo>
                  <a:pt x="666762" y="14972"/>
                </a:lnTo>
                <a:lnTo>
                  <a:pt x="666734" y="14869"/>
                </a:lnTo>
                <a:lnTo>
                  <a:pt x="666709" y="14765"/>
                </a:lnTo>
                <a:lnTo>
                  <a:pt x="666687" y="14657"/>
                </a:lnTo>
                <a:lnTo>
                  <a:pt x="666668" y="14548"/>
                </a:lnTo>
                <a:lnTo>
                  <a:pt x="666652" y="14437"/>
                </a:lnTo>
                <a:lnTo>
                  <a:pt x="666639" y="14323"/>
                </a:lnTo>
                <a:lnTo>
                  <a:pt x="666628" y="14207"/>
                </a:lnTo>
                <a:lnTo>
                  <a:pt x="666621" y="14089"/>
                </a:lnTo>
                <a:lnTo>
                  <a:pt x="666617" y="13969"/>
                </a:lnTo>
                <a:lnTo>
                  <a:pt x="666615" y="13846"/>
                </a:lnTo>
                <a:lnTo>
                  <a:pt x="666616" y="13791"/>
                </a:lnTo>
                <a:lnTo>
                  <a:pt x="666617" y="13735"/>
                </a:lnTo>
                <a:lnTo>
                  <a:pt x="666618" y="13680"/>
                </a:lnTo>
                <a:lnTo>
                  <a:pt x="666621" y="13625"/>
                </a:lnTo>
                <a:lnTo>
                  <a:pt x="666624" y="13571"/>
                </a:lnTo>
                <a:lnTo>
                  <a:pt x="666627" y="13516"/>
                </a:lnTo>
                <a:lnTo>
                  <a:pt x="666632" y="13462"/>
                </a:lnTo>
                <a:lnTo>
                  <a:pt x="666637" y="13408"/>
                </a:lnTo>
                <a:lnTo>
                  <a:pt x="666642" y="13354"/>
                </a:lnTo>
                <a:lnTo>
                  <a:pt x="666649" y="13300"/>
                </a:lnTo>
                <a:lnTo>
                  <a:pt x="666656" y="13247"/>
                </a:lnTo>
                <a:lnTo>
                  <a:pt x="666663" y="13194"/>
                </a:lnTo>
                <a:lnTo>
                  <a:pt x="666672" y="13141"/>
                </a:lnTo>
                <a:lnTo>
                  <a:pt x="666681" y="13088"/>
                </a:lnTo>
                <a:lnTo>
                  <a:pt x="666690" y="13035"/>
                </a:lnTo>
                <a:lnTo>
                  <a:pt x="666701" y="12983"/>
                </a:lnTo>
                <a:lnTo>
                  <a:pt x="666712" y="12931"/>
                </a:lnTo>
                <a:lnTo>
                  <a:pt x="666723" y="12879"/>
                </a:lnTo>
                <a:lnTo>
                  <a:pt x="666736" y="12827"/>
                </a:lnTo>
                <a:lnTo>
                  <a:pt x="666749" y="12775"/>
                </a:lnTo>
                <a:lnTo>
                  <a:pt x="666762" y="12724"/>
                </a:lnTo>
                <a:lnTo>
                  <a:pt x="666777" y="12673"/>
                </a:lnTo>
                <a:lnTo>
                  <a:pt x="666792" y="12622"/>
                </a:lnTo>
                <a:lnTo>
                  <a:pt x="666807" y="12571"/>
                </a:lnTo>
                <a:lnTo>
                  <a:pt x="666824" y="12520"/>
                </a:lnTo>
                <a:lnTo>
                  <a:pt x="666841" y="12470"/>
                </a:lnTo>
                <a:lnTo>
                  <a:pt x="666859" y="12421"/>
                </a:lnTo>
                <a:lnTo>
                  <a:pt x="666877" y="12372"/>
                </a:lnTo>
                <a:lnTo>
                  <a:pt x="666896" y="12323"/>
                </a:lnTo>
                <a:lnTo>
                  <a:pt x="666916" y="12275"/>
                </a:lnTo>
                <a:lnTo>
                  <a:pt x="666937" y="12228"/>
                </a:lnTo>
                <a:lnTo>
                  <a:pt x="666958" y="12181"/>
                </a:lnTo>
                <a:lnTo>
                  <a:pt x="666980" y="12134"/>
                </a:lnTo>
                <a:lnTo>
                  <a:pt x="667002" y="12088"/>
                </a:lnTo>
                <a:lnTo>
                  <a:pt x="667026" y="12043"/>
                </a:lnTo>
                <a:lnTo>
                  <a:pt x="667050" y="11998"/>
                </a:lnTo>
                <a:lnTo>
                  <a:pt x="667074" y="11953"/>
                </a:lnTo>
                <a:lnTo>
                  <a:pt x="667100" y="11909"/>
                </a:lnTo>
                <a:lnTo>
                  <a:pt x="667126" y="11865"/>
                </a:lnTo>
                <a:lnTo>
                  <a:pt x="667153" y="11822"/>
                </a:lnTo>
                <a:lnTo>
                  <a:pt x="667180" y="11780"/>
                </a:lnTo>
                <a:lnTo>
                  <a:pt x="667208" y="11738"/>
                </a:lnTo>
                <a:lnTo>
                  <a:pt x="667237" y="11696"/>
                </a:lnTo>
                <a:lnTo>
                  <a:pt x="667267" y="11655"/>
                </a:lnTo>
                <a:lnTo>
                  <a:pt x="667297" y="11614"/>
                </a:lnTo>
                <a:lnTo>
                  <a:pt x="667328" y="11574"/>
                </a:lnTo>
                <a:lnTo>
                  <a:pt x="667360" y="11535"/>
                </a:lnTo>
                <a:lnTo>
                  <a:pt x="667392" y="11495"/>
                </a:lnTo>
                <a:lnTo>
                  <a:pt x="667425" y="11457"/>
                </a:lnTo>
                <a:lnTo>
                  <a:pt x="667459" y="11419"/>
                </a:lnTo>
                <a:lnTo>
                  <a:pt x="667494" y="11382"/>
                </a:lnTo>
                <a:lnTo>
                  <a:pt x="667529" y="11345"/>
                </a:lnTo>
                <a:lnTo>
                  <a:pt x="667565" y="11310"/>
                </a:lnTo>
                <a:lnTo>
                  <a:pt x="667601" y="11274"/>
                </a:lnTo>
                <a:lnTo>
                  <a:pt x="667638" y="11240"/>
                </a:lnTo>
                <a:lnTo>
                  <a:pt x="667676" y="11206"/>
                </a:lnTo>
                <a:lnTo>
                  <a:pt x="667715" y="11173"/>
                </a:lnTo>
                <a:lnTo>
                  <a:pt x="667754" y="11141"/>
                </a:lnTo>
                <a:lnTo>
                  <a:pt x="667794" y="11110"/>
                </a:lnTo>
                <a:lnTo>
                  <a:pt x="667835" y="11079"/>
                </a:lnTo>
                <a:lnTo>
                  <a:pt x="667877" y="11048"/>
                </a:lnTo>
                <a:lnTo>
                  <a:pt x="667919" y="11019"/>
                </a:lnTo>
                <a:lnTo>
                  <a:pt x="667962" y="10990"/>
                </a:lnTo>
                <a:lnTo>
                  <a:pt x="668005" y="10962"/>
                </a:lnTo>
                <a:lnTo>
                  <a:pt x="668049" y="10935"/>
                </a:lnTo>
                <a:lnTo>
                  <a:pt x="668094" y="10908"/>
                </a:lnTo>
                <a:lnTo>
                  <a:pt x="668140" y="10882"/>
                </a:lnTo>
                <a:lnTo>
                  <a:pt x="668186" y="10856"/>
                </a:lnTo>
                <a:lnTo>
                  <a:pt x="668233" y="10832"/>
                </a:lnTo>
                <a:lnTo>
                  <a:pt x="668281" y="10808"/>
                </a:lnTo>
                <a:lnTo>
                  <a:pt x="668329" y="10785"/>
                </a:lnTo>
                <a:lnTo>
                  <a:pt x="668378" y="10762"/>
                </a:lnTo>
                <a:lnTo>
                  <a:pt x="668428" y="10740"/>
                </a:lnTo>
                <a:lnTo>
                  <a:pt x="668479" y="10720"/>
                </a:lnTo>
                <a:lnTo>
                  <a:pt x="668530" y="10700"/>
                </a:lnTo>
                <a:lnTo>
                  <a:pt x="668582" y="10681"/>
                </a:lnTo>
                <a:lnTo>
                  <a:pt x="668635" y="10663"/>
                </a:lnTo>
                <a:lnTo>
                  <a:pt x="668688" y="10645"/>
                </a:lnTo>
                <a:lnTo>
                  <a:pt x="668742" y="10629"/>
                </a:lnTo>
                <a:lnTo>
                  <a:pt x="668797" y="10614"/>
                </a:lnTo>
                <a:lnTo>
                  <a:pt x="668853" y="10600"/>
                </a:lnTo>
                <a:lnTo>
                  <a:pt x="668909" y="10586"/>
                </a:lnTo>
                <a:lnTo>
                  <a:pt x="668966" y="10574"/>
                </a:lnTo>
                <a:lnTo>
                  <a:pt x="669024" y="10562"/>
                </a:lnTo>
                <a:lnTo>
                  <a:pt x="669082" y="10551"/>
                </a:lnTo>
                <a:lnTo>
                  <a:pt x="669142" y="10542"/>
                </a:lnTo>
                <a:lnTo>
                  <a:pt x="669202" y="10533"/>
                </a:lnTo>
                <a:lnTo>
                  <a:pt x="669262" y="10525"/>
                </a:lnTo>
                <a:lnTo>
                  <a:pt x="669324" y="10518"/>
                </a:lnTo>
                <a:lnTo>
                  <a:pt x="669386" y="10512"/>
                </a:lnTo>
                <a:lnTo>
                  <a:pt x="669449" y="10507"/>
                </a:lnTo>
                <a:lnTo>
                  <a:pt x="669512" y="10503"/>
                </a:lnTo>
                <a:lnTo>
                  <a:pt x="669577" y="10499"/>
                </a:lnTo>
                <a:lnTo>
                  <a:pt x="669642" y="10497"/>
                </a:lnTo>
                <a:lnTo>
                  <a:pt x="669707" y="10496"/>
                </a:lnTo>
                <a:lnTo>
                  <a:pt x="669774" y="10495"/>
                </a:lnTo>
                <a:lnTo>
                  <a:pt x="669902" y="10497"/>
                </a:lnTo>
                <a:lnTo>
                  <a:pt x="670028" y="10501"/>
                </a:lnTo>
                <a:lnTo>
                  <a:pt x="670151" y="10509"/>
                </a:lnTo>
                <a:lnTo>
                  <a:pt x="670272" y="10519"/>
                </a:lnTo>
                <a:lnTo>
                  <a:pt x="670391" y="10533"/>
                </a:lnTo>
                <a:lnTo>
                  <a:pt x="670507" y="10549"/>
                </a:lnTo>
                <a:lnTo>
                  <a:pt x="670620" y="10568"/>
                </a:lnTo>
                <a:lnTo>
                  <a:pt x="670731" y="10591"/>
                </a:lnTo>
                <a:lnTo>
                  <a:pt x="670840" y="10616"/>
                </a:lnTo>
                <a:lnTo>
                  <a:pt x="670946" y="10644"/>
                </a:lnTo>
                <a:lnTo>
                  <a:pt x="671049" y="10676"/>
                </a:lnTo>
                <a:lnTo>
                  <a:pt x="671150" y="10710"/>
                </a:lnTo>
                <a:lnTo>
                  <a:pt x="671249" y="10747"/>
                </a:lnTo>
                <a:lnTo>
                  <a:pt x="671345" y="10787"/>
                </a:lnTo>
                <a:lnTo>
                  <a:pt x="671439" y="10831"/>
                </a:lnTo>
                <a:lnTo>
                  <a:pt x="671530" y="10877"/>
                </a:lnTo>
                <a:lnTo>
                  <a:pt x="671619" y="10926"/>
                </a:lnTo>
                <a:lnTo>
                  <a:pt x="671706" y="10978"/>
                </a:lnTo>
                <a:lnTo>
                  <a:pt x="671790" y="11033"/>
                </a:lnTo>
                <a:lnTo>
                  <a:pt x="671871" y="11092"/>
                </a:lnTo>
                <a:lnTo>
                  <a:pt x="671950" y="11153"/>
                </a:lnTo>
                <a:lnTo>
                  <a:pt x="672026" y="11217"/>
                </a:lnTo>
                <a:lnTo>
                  <a:pt x="672100" y="11284"/>
                </a:lnTo>
                <a:lnTo>
                  <a:pt x="672172" y="11354"/>
                </a:lnTo>
                <a:lnTo>
                  <a:pt x="672241" y="11427"/>
                </a:lnTo>
                <a:lnTo>
                  <a:pt x="672307" y="11502"/>
                </a:lnTo>
                <a:lnTo>
                  <a:pt x="672370" y="11579"/>
                </a:lnTo>
                <a:lnTo>
                  <a:pt x="672430" y="11659"/>
                </a:lnTo>
                <a:lnTo>
                  <a:pt x="672487" y="11741"/>
                </a:lnTo>
                <a:lnTo>
                  <a:pt x="672541" y="11825"/>
                </a:lnTo>
                <a:lnTo>
                  <a:pt x="672593" y="11912"/>
                </a:lnTo>
                <a:lnTo>
                  <a:pt x="672641" y="12001"/>
                </a:lnTo>
                <a:lnTo>
                  <a:pt x="672686" y="12093"/>
                </a:lnTo>
                <a:lnTo>
                  <a:pt x="672729" y="12186"/>
                </a:lnTo>
                <a:lnTo>
                  <a:pt x="672768" y="12283"/>
                </a:lnTo>
                <a:lnTo>
                  <a:pt x="672805" y="12381"/>
                </a:lnTo>
                <a:lnTo>
                  <a:pt x="672839" y="12482"/>
                </a:lnTo>
                <a:lnTo>
                  <a:pt x="672869" y="12585"/>
                </a:lnTo>
                <a:lnTo>
                  <a:pt x="672897" y="12691"/>
                </a:lnTo>
                <a:lnTo>
                  <a:pt x="672922" y="12799"/>
                </a:lnTo>
                <a:lnTo>
                  <a:pt x="672944" y="12909"/>
                </a:lnTo>
                <a:lnTo>
                  <a:pt x="672963" y="13021"/>
                </a:lnTo>
                <a:lnTo>
                  <a:pt x="672979" y="13136"/>
                </a:lnTo>
                <a:lnTo>
                  <a:pt x="672993" y="13253"/>
                </a:lnTo>
                <a:lnTo>
                  <a:pt x="673003" y="13373"/>
                </a:lnTo>
                <a:lnTo>
                  <a:pt x="673010" y="13495"/>
                </a:lnTo>
                <a:lnTo>
                  <a:pt x="673015" y="13619"/>
                </a:lnTo>
                <a:lnTo>
                  <a:pt x="673016" y="13746"/>
                </a:lnTo>
                <a:lnTo>
                  <a:pt x="673016" y="13800"/>
                </a:lnTo>
                <a:lnTo>
                  <a:pt x="673015" y="13854"/>
                </a:lnTo>
                <a:lnTo>
                  <a:pt x="673013" y="13908"/>
                </a:lnTo>
                <a:lnTo>
                  <a:pt x="673011" y="13961"/>
                </a:lnTo>
                <a:lnTo>
                  <a:pt x="673008" y="14015"/>
                </a:lnTo>
                <a:lnTo>
                  <a:pt x="673004" y="14068"/>
                </a:lnTo>
                <a:close/>
                <a:moveTo>
                  <a:pt x="674389" y="25951"/>
                </a:moveTo>
                <a:lnTo>
                  <a:pt x="674384" y="25997"/>
                </a:lnTo>
                <a:lnTo>
                  <a:pt x="674378" y="26043"/>
                </a:lnTo>
                <a:lnTo>
                  <a:pt x="674371" y="26090"/>
                </a:lnTo>
                <a:lnTo>
                  <a:pt x="674364" y="26136"/>
                </a:lnTo>
                <a:lnTo>
                  <a:pt x="674356" y="26181"/>
                </a:lnTo>
                <a:lnTo>
                  <a:pt x="674347" y="26227"/>
                </a:lnTo>
                <a:lnTo>
                  <a:pt x="674337" y="26273"/>
                </a:lnTo>
                <a:lnTo>
                  <a:pt x="674326" y="26318"/>
                </a:lnTo>
                <a:lnTo>
                  <a:pt x="674315" y="26363"/>
                </a:lnTo>
                <a:lnTo>
                  <a:pt x="674303" y="26408"/>
                </a:lnTo>
                <a:lnTo>
                  <a:pt x="674290" y="26453"/>
                </a:lnTo>
                <a:lnTo>
                  <a:pt x="674276" y="26497"/>
                </a:lnTo>
                <a:lnTo>
                  <a:pt x="674262" y="26542"/>
                </a:lnTo>
                <a:lnTo>
                  <a:pt x="674246" y="26586"/>
                </a:lnTo>
                <a:lnTo>
                  <a:pt x="674230" y="26630"/>
                </a:lnTo>
                <a:lnTo>
                  <a:pt x="674214" y="26674"/>
                </a:lnTo>
                <a:lnTo>
                  <a:pt x="674196" y="26717"/>
                </a:lnTo>
                <a:lnTo>
                  <a:pt x="674177" y="26761"/>
                </a:lnTo>
                <a:lnTo>
                  <a:pt x="674158" y="26804"/>
                </a:lnTo>
                <a:lnTo>
                  <a:pt x="674138" y="26847"/>
                </a:lnTo>
                <a:lnTo>
                  <a:pt x="674116" y="26890"/>
                </a:lnTo>
                <a:lnTo>
                  <a:pt x="674094" y="26932"/>
                </a:lnTo>
                <a:lnTo>
                  <a:pt x="674071" y="26973"/>
                </a:lnTo>
                <a:lnTo>
                  <a:pt x="674046" y="27014"/>
                </a:lnTo>
                <a:lnTo>
                  <a:pt x="674021" y="27055"/>
                </a:lnTo>
                <a:lnTo>
                  <a:pt x="673995" y="27096"/>
                </a:lnTo>
                <a:lnTo>
                  <a:pt x="673967" y="27136"/>
                </a:lnTo>
                <a:lnTo>
                  <a:pt x="673939" y="27175"/>
                </a:lnTo>
                <a:lnTo>
                  <a:pt x="673909" y="27214"/>
                </a:lnTo>
                <a:lnTo>
                  <a:pt x="673879" y="27253"/>
                </a:lnTo>
                <a:lnTo>
                  <a:pt x="673847" y="27292"/>
                </a:lnTo>
                <a:lnTo>
                  <a:pt x="673815" y="27329"/>
                </a:lnTo>
                <a:lnTo>
                  <a:pt x="673781" y="27367"/>
                </a:lnTo>
                <a:lnTo>
                  <a:pt x="673747" y="27404"/>
                </a:lnTo>
                <a:lnTo>
                  <a:pt x="673711" y="27441"/>
                </a:lnTo>
                <a:lnTo>
                  <a:pt x="673675" y="27477"/>
                </a:lnTo>
                <a:lnTo>
                  <a:pt x="673637" y="27513"/>
                </a:lnTo>
                <a:lnTo>
                  <a:pt x="673598" y="27549"/>
                </a:lnTo>
                <a:lnTo>
                  <a:pt x="673559" y="27584"/>
                </a:lnTo>
                <a:lnTo>
                  <a:pt x="673518" y="27618"/>
                </a:lnTo>
                <a:lnTo>
                  <a:pt x="673476" y="27653"/>
                </a:lnTo>
                <a:lnTo>
                  <a:pt x="673434" y="27686"/>
                </a:lnTo>
                <a:lnTo>
                  <a:pt x="673390" y="27720"/>
                </a:lnTo>
                <a:lnTo>
                  <a:pt x="673345" y="27753"/>
                </a:lnTo>
                <a:lnTo>
                  <a:pt x="673299" y="27785"/>
                </a:lnTo>
                <a:lnTo>
                  <a:pt x="673252" y="27817"/>
                </a:lnTo>
                <a:lnTo>
                  <a:pt x="673204" y="27848"/>
                </a:lnTo>
                <a:lnTo>
                  <a:pt x="673154" y="27878"/>
                </a:lnTo>
                <a:lnTo>
                  <a:pt x="673104" y="27908"/>
                </a:lnTo>
                <a:lnTo>
                  <a:pt x="673052" y="27938"/>
                </a:lnTo>
                <a:lnTo>
                  <a:pt x="672999" y="27967"/>
                </a:lnTo>
                <a:lnTo>
                  <a:pt x="672945" y="27995"/>
                </a:lnTo>
                <a:lnTo>
                  <a:pt x="672890" y="28023"/>
                </a:lnTo>
                <a:lnTo>
                  <a:pt x="672834" y="28050"/>
                </a:lnTo>
                <a:lnTo>
                  <a:pt x="672777" y="28077"/>
                </a:lnTo>
                <a:lnTo>
                  <a:pt x="672718" y="28103"/>
                </a:lnTo>
                <a:lnTo>
                  <a:pt x="672659" y="28129"/>
                </a:lnTo>
                <a:lnTo>
                  <a:pt x="672598" y="28154"/>
                </a:lnTo>
                <a:lnTo>
                  <a:pt x="672536" y="28178"/>
                </a:lnTo>
                <a:lnTo>
                  <a:pt x="672473" y="28202"/>
                </a:lnTo>
                <a:lnTo>
                  <a:pt x="672409" y="28225"/>
                </a:lnTo>
                <a:lnTo>
                  <a:pt x="672344" y="28248"/>
                </a:lnTo>
                <a:lnTo>
                  <a:pt x="672278" y="28271"/>
                </a:lnTo>
                <a:lnTo>
                  <a:pt x="672210" y="28292"/>
                </a:lnTo>
                <a:lnTo>
                  <a:pt x="672141" y="28313"/>
                </a:lnTo>
                <a:lnTo>
                  <a:pt x="672072" y="28334"/>
                </a:lnTo>
                <a:lnTo>
                  <a:pt x="672001" y="28354"/>
                </a:lnTo>
                <a:lnTo>
                  <a:pt x="671928" y="28373"/>
                </a:lnTo>
                <a:lnTo>
                  <a:pt x="671854" y="28391"/>
                </a:lnTo>
                <a:lnTo>
                  <a:pt x="671779" y="28409"/>
                </a:lnTo>
                <a:lnTo>
                  <a:pt x="671702" y="28425"/>
                </a:lnTo>
                <a:lnTo>
                  <a:pt x="671624" y="28441"/>
                </a:lnTo>
                <a:lnTo>
                  <a:pt x="671545" y="28456"/>
                </a:lnTo>
                <a:lnTo>
                  <a:pt x="671464" y="28469"/>
                </a:lnTo>
                <a:lnTo>
                  <a:pt x="671381" y="28483"/>
                </a:lnTo>
                <a:lnTo>
                  <a:pt x="671297" y="28495"/>
                </a:lnTo>
                <a:lnTo>
                  <a:pt x="671212" y="28506"/>
                </a:lnTo>
                <a:lnTo>
                  <a:pt x="671125" y="28517"/>
                </a:lnTo>
                <a:lnTo>
                  <a:pt x="671037" y="28527"/>
                </a:lnTo>
                <a:lnTo>
                  <a:pt x="670948" y="28536"/>
                </a:lnTo>
                <a:lnTo>
                  <a:pt x="670857" y="28544"/>
                </a:lnTo>
                <a:lnTo>
                  <a:pt x="670764" y="28551"/>
                </a:lnTo>
                <a:lnTo>
                  <a:pt x="670671" y="28557"/>
                </a:lnTo>
                <a:lnTo>
                  <a:pt x="670575" y="28563"/>
                </a:lnTo>
                <a:lnTo>
                  <a:pt x="670479" y="28567"/>
                </a:lnTo>
                <a:lnTo>
                  <a:pt x="670381" y="28571"/>
                </a:lnTo>
                <a:lnTo>
                  <a:pt x="670281" y="28574"/>
                </a:lnTo>
                <a:lnTo>
                  <a:pt x="670180" y="28576"/>
                </a:lnTo>
                <a:lnTo>
                  <a:pt x="670078" y="28577"/>
                </a:lnTo>
                <a:lnTo>
                  <a:pt x="669974" y="28578"/>
                </a:lnTo>
                <a:lnTo>
                  <a:pt x="669812" y="28577"/>
                </a:lnTo>
                <a:lnTo>
                  <a:pt x="669652" y="28574"/>
                </a:lnTo>
                <a:lnTo>
                  <a:pt x="669495" y="28569"/>
                </a:lnTo>
                <a:lnTo>
                  <a:pt x="669341" y="28562"/>
                </a:lnTo>
                <a:lnTo>
                  <a:pt x="669190" y="28553"/>
                </a:lnTo>
                <a:lnTo>
                  <a:pt x="669043" y="28543"/>
                </a:lnTo>
                <a:lnTo>
                  <a:pt x="668898" y="28530"/>
                </a:lnTo>
                <a:lnTo>
                  <a:pt x="668756" y="28515"/>
                </a:lnTo>
                <a:lnTo>
                  <a:pt x="668618" y="28499"/>
                </a:lnTo>
                <a:lnTo>
                  <a:pt x="668482" y="28480"/>
                </a:lnTo>
                <a:lnTo>
                  <a:pt x="668349" y="28459"/>
                </a:lnTo>
                <a:lnTo>
                  <a:pt x="668220" y="28437"/>
                </a:lnTo>
                <a:lnTo>
                  <a:pt x="668093" y="28413"/>
                </a:lnTo>
                <a:lnTo>
                  <a:pt x="667969" y="28386"/>
                </a:lnTo>
                <a:lnTo>
                  <a:pt x="667849" y="28358"/>
                </a:lnTo>
                <a:lnTo>
                  <a:pt x="667731" y="28327"/>
                </a:lnTo>
                <a:lnTo>
                  <a:pt x="667617" y="28295"/>
                </a:lnTo>
                <a:lnTo>
                  <a:pt x="667505" y="28261"/>
                </a:lnTo>
                <a:lnTo>
                  <a:pt x="667397" y="28225"/>
                </a:lnTo>
                <a:lnTo>
                  <a:pt x="667291" y="28187"/>
                </a:lnTo>
                <a:lnTo>
                  <a:pt x="667189" y="28146"/>
                </a:lnTo>
                <a:lnTo>
                  <a:pt x="667089" y="28104"/>
                </a:lnTo>
                <a:lnTo>
                  <a:pt x="666993" y="28060"/>
                </a:lnTo>
                <a:lnTo>
                  <a:pt x="666899" y="28014"/>
                </a:lnTo>
                <a:lnTo>
                  <a:pt x="666809" y="27966"/>
                </a:lnTo>
                <a:lnTo>
                  <a:pt x="666723" y="27917"/>
                </a:lnTo>
                <a:lnTo>
                  <a:pt x="666641" y="27865"/>
                </a:lnTo>
                <a:lnTo>
                  <a:pt x="666562" y="27812"/>
                </a:lnTo>
                <a:lnTo>
                  <a:pt x="666488" y="27757"/>
                </a:lnTo>
                <a:lnTo>
                  <a:pt x="666417" y="27699"/>
                </a:lnTo>
                <a:lnTo>
                  <a:pt x="666350" y="27641"/>
                </a:lnTo>
                <a:lnTo>
                  <a:pt x="666287" y="27580"/>
                </a:lnTo>
                <a:lnTo>
                  <a:pt x="666227" y="27517"/>
                </a:lnTo>
                <a:lnTo>
                  <a:pt x="666172" y="27453"/>
                </a:lnTo>
                <a:lnTo>
                  <a:pt x="666120" y="27386"/>
                </a:lnTo>
                <a:lnTo>
                  <a:pt x="666072" y="27318"/>
                </a:lnTo>
                <a:lnTo>
                  <a:pt x="666028" y="27248"/>
                </a:lnTo>
                <a:lnTo>
                  <a:pt x="665988" y="27177"/>
                </a:lnTo>
                <a:lnTo>
                  <a:pt x="665951" y="27103"/>
                </a:lnTo>
                <a:lnTo>
                  <a:pt x="665919" y="27027"/>
                </a:lnTo>
                <a:lnTo>
                  <a:pt x="665890" y="26950"/>
                </a:lnTo>
                <a:lnTo>
                  <a:pt x="665865" y="26871"/>
                </a:lnTo>
                <a:lnTo>
                  <a:pt x="665844" y="26790"/>
                </a:lnTo>
                <a:lnTo>
                  <a:pt x="665827" y="26707"/>
                </a:lnTo>
                <a:lnTo>
                  <a:pt x="665814" y="26622"/>
                </a:lnTo>
                <a:lnTo>
                  <a:pt x="665804" y="26536"/>
                </a:lnTo>
                <a:lnTo>
                  <a:pt x="665798" y="26447"/>
                </a:lnTo>
                <a:lnTo>
                  <a:pt x="665796" y="26357"/>
                </a:lnTo>
                <a:lnTo>
                  <a:pt x="665796" y="26328"/>
                </a:lnTo>
                <a:lnTo>
                  <a:pt x="665797" y="26299"/>
                </a:lnTo>
                <a:lnTo>
                  <a:pt x="665797" y="26269"/>
                </a:lnTo>
                <a:lnTo>
                  <a:pt x="665798" y="26240"/>
                </a:lnTo>
                <a:lnTo>
                  <a:pt x="665800" y="26211"/>
                </a:lnTo>
                <a:lnTo>
                  <a:pt x="665801" y="26182"/>
                </a:lnTo>
                <a:lnTo>
                  <a:pt x="665803" y="26153"/>
                </a:lnTo>
                <a:lnTo>
                  <a:pt x="665805" y="26124"/>
                </a:lnTo>
                <a:lnTo>
                  <a:pt x="665807" y="26095"/>
                </a:lnTo>
                <a:lnTo>
                  <a:pt x="665809" y="26066"/>
                </a:lnTo>
                <a:lnTo>
                  <a:pt x="665812" y="26037"/>
                </a:lnTo>
                <a:lnTo>
                  <a:pt x="665815" y="26008"/>
                </a:lnTo>
                <a:lnTo>
                  <a:pt x="665818" y="25980"/>
                </a:lnTo>
                <a:lnTo>
                  <a:pt x="665822" y="25951"/>
                </a:lnTo>
                <a:lnTo>
                  <a:pt x="665826" y="25922"/>
                </a:lnTo>
                <a:lnTo>
                  <a:pt x="665830" y="25894"/>
                </a:lnTo>
                <a:lnTo>
                  <a:pt x="665834" y="25865"/>
                </a:lnTo>
                <a:lnTo>
                  <a:pt x="665839" y="25837"/>
                </a:lnTo>
                <a:lnTo>
                  <a:pt x="665843" y="25808"/>
                </a:lnTo>
                <a:lnTo>
                  <a:pt x="665849" y="25780"/>
                </a:lnTo>
                <a:lnTo>
                  <a:pt x="665854" y="25752"/>
                </a:lnTo>
                <a:lnTo>
                  <a:pt x="665859" y="25724"/>
                </a:lnTo>
                <a:lnTo>
                  <a:pt x="665865" y="25695"/>
                </a:lnTo>
                <a:lnTo>
                  <a:pt x="665872" y="25667"/>
                </a:lnTo>
                <a:lnTo>
                  <a:pt x="665878" y="25639"/>
                </a:lnTo>
                <a:lnTo>
                  <a:pt x="665885" y="25611"/>
                </a:lnTo>
                <a:lnTo>
                  <a:pt x="665892" y="25583"/>
                </a:lnTo>
                <a:lnTo>
                  <a:pt x="665900" y="25555"/>
                </a:lnTo>
                <a:lnTo>
                  <a:pt x="665908" y="25527"/>
                </a:lnTo>
                <a:lnTo>
                  <a:pt x="665917" y="25499"/>
                </a:lnTo>
                <a:lnTo>
                  <a:pt x="665926" y="25470"/>
                </a:lnTo>
                <a:lnTo>
                  <a:pt x="665936" y="25442"/>
                </a:lnTo>
                <a:lnTo>
                  <a:pt x="665946" y="25414"/>
                </a:lnTo>
                <a:lnTo>
                  <a:pt x="665956" y="25386"/>
                </a:lnTo>
                <a:lnTo>
                  <a:pt x="665967" y="25357"/>
                </a:lnTo>
                <a:lnTo>
                  <a:pt x="665978" y="25329"/>
                </a:lnTo>
                <a:lnTo>
                  <a:pt x="665990" y="25301"/>
                </a:lnTo>
                <a:lnTo>
                  <a:pt x="666002" y="25272"/>
                </a:lnTo>
                <a:lnTo>
                  <a:pt x="666014" y="25244"/>
                </a:lnTo>
                <a:lnTo>
                  <a:pt x="666027" y="25215"/>
                </a:lnTo>
                <a:lnTo>
                  <a:pt x="666041" y="25187"/>
                </a:lnTo>
                <a:lnTo>
                  <a:pt x="666055" y="25158"/>
                </a:lnTo>
                <a:lnTo>
                  <a:pt x="666069" y="25130"/>
                </a:lnTo>
                <a:lnTo>
                  <a:pt x="666084" y="25101"/>
                </a:lnTo>
                <a:lnTo>
                  <a:pt x="666099" y="25072"/>
                </a:lnTo>
                <a:lnTo>
                  <a:pt x="666115" y="25044"/>
                </a:lnTo>
                <a:lnTo>
                  <a:pt x="666131" y="25015"/>
                </a:lnTo>
                <a:lnTo>
                  <a:pt x="666147" y="24986"/>
                </a:lnTo>
                <a:lnTo>
                  <a:pt x="666164" y="24958"/>
                </a:lnTo>
                <a:lnTo>
                  <a:pt x="666182" y="24929"/>
                </a:lnTo>
                <a:lnTo>
                  <a:pt x="666200" y="24900"/>
                </a:lnTo>
                <a:lnTo>
                  <a:pt x="666218" y="24870"/>
                </a:lnTo>
                <a:lnTo>
                  <a:pt x="666237" y="24841"/>
                </a:lnTo>
                <a:lnTo>
                  <a:pt x="666256" y="24812"/>
                </a:lnTo>
                <a:lnTo>
                  <a:pt x="666276" y="24782"/>
                </a:lnTo>
                <a:lnTo>
                  <a:pt x="666297" y="24753"/>
                </a:lnTo>
                <a:lnTo>
                  <a:pt x="666318" y="24723"/>
                </a:lnTo>
                <a:lnTo>
                  <a:pt x="666339" y="24693"/>
                </a:lnTo>
                <a:lnTo>
                  <a:pt x="666361" y="24663"/>
                </a:lnTo>
                <a:lnTo>
                  <a:pt x="666383" y="24633"/>
                </a:lnTo>
                <a:lnTo>
                  <a:pt x="666406" y="24603"/>
                </a:lnTo>
                <a:lnTo>
                  <a:pt x="666430" y="24573"/>
                </a:lnTo>
                <a:lnTo>
                  <a:pt x="666453" y="24542"/>
                </a:lnTo>
                <a:lnTo>
                  <a:pt x="666478" y="24512"/>
                </a:lnTo>
                <a:lnTo>
                  <a:pt x="666503" y="24481"/>
                </a:lnTo>
                <a:lnTo>
                  <a:pt x="666528" y="24450"/>
                </a:lnTo>
                <a:lnTo>
                  <a:pt x="666554" y="24419"/>
                </a:lnTo>
                <a:lnTo>
                  <a:pt x="666580" y="24388"/>
                </a:lnTo>
                <a:lnTo>
                  <a:pt x="666607" y="24357"/>
                </a:lnTo>
                <a:lnTo>
                  <a:pt x="666634" y="24326"/>
                </a:lnTo>
                <a:lnTo>
                  <a:pt x="666662" y="24294"/>
                </a:lnTo>
                <a:lnTo>
                  <a:pt x="666690" y="24263"/>
                </a:lnTo>
                <a:lnTo>
                  <a:pt x="666719" y="24231"/>
                </a:lnTo>
                <a:lnTo>
                  <a:pt x="666749" y="24200"/>
                </a:lnTo>
                <a:lnTo>
                  <a:pt x="666779" y="24168"/>
                </a:lnTo>
                <a:lnTo>
                  <a:pt x="666810" y="24136"/>
                </a:lnTo>
                <a:lnTo>
                  <a:pt x="666841" y="24103"/>
                </a:lnTo>
                <a:lnTo>
                  <a:pt x="666874" y="24071"/>
                </a:lnTo>
                <a:lnTo>
                  <a:pt x="666907" y="24039"/>
                </a:lnTo>
                <a:lnTo>
                  <a:pt x="666940" y="24006"/>
                </a:lnTo>
                <a:lnTo>
                  <a:pt x="666974" y="23973"/>
                </a:lnTo>
                <a:lnTo>
                  <a:pt x="667009" y="23940"/>
                </a:lnTo>
                <a:lnTo>
                  <a:pt x="667045" y="23907"/>
                </a:lnTo>
                <a:lnTo>
                  <a:pt x="667081" y="23874"/>
                </a:lnTo>
                <a:lnTo>
                  <a:pt x="667118" y="23841"/>
                </a:lnTo>
                <a:lnTo>
                  <a:pt x="667156" y="23807"/>
                </a:lnTo>
                <a:lnTo>
                  <a:pt x="667194" y="23773"/>
                </a:lnTo>
                <a:lnTo>
                  <a:pt x="667233" y="23740"/>
                </a:lnTo>
                <a:lnTo>
                  <a:pt x="667272" y="23706"/>
                </a:lnTo>
                <a:lnTo>
                  <a:pt x="667312" y="23672"/>
                </a:lnTo>
                <a:lnTo>
                  <a:pt x="667353" y="23637"/>
                </a:lnTo>
                <a:lnTo>
                  <a:pt x="667395" y="23603"/>
                </a:lnTo>
                <a:lnTo>
                  <a:pt x="667437" y="23568"/>
                </a:lnTo>
                <a:lnTo>
                  <a:pt x="667480" y="23534"/>
                </a:lnTo>
                <a:lnTo>
                  <a:pt x="667524" y="23499"/>
                </a:lnTo>
                <a:lnTo>
                  <a:pt x="667568" y="23464"/>
                </a:lnTo>
                <a:lnTo>
                  <a:pt x="671462" y="23599"/>
                </a:lnTo>
                <a:lnTo>
                  <a:pt x="671574" y="23602"/>
                </a:lnTo>
                <a:lnTo>
                  <a:pt x="671683" y="23608"/>
                </a:lnTo>
                <a:lnTo>
                  <a:pt x="671791" y="23615"/>
                </a:lnTo>
                <a:lnTo>
                  <a:pt x="671897" y="23624"/>
                </a:lnTo>
                <a:lnTo>
                  <a:pt x="672001" y="23634"/>
                </a:lnTo>
                <a:lnTo>
                  <a:pt x="672104" y="23646"/>
                </a:lnTo>
                <a:lnTo>
                  <a:pt x="672204" y="23660"/>
                </a:lnTo>
                <a:lnTo>
                  <a:pt x="672302" y="23676"/>
                </a:lnTo>
                <a:lnTo>
                  <a:pt x="672398" y="23694"/>
                </a:lnTo>
                <a:lnTo>
                  <a:pt x="672493" y="23713"/>
                </a:lnTo>
                <a:lnTo>
                  <a:pt x="672585" y="23734"/>
                </a:lnTo>
                <a:lnTo>
                  <a:pt x="672675" y="23756"/>
                </a:lnTo>
                <a:lnTo>
                  <a:pt x="672764" y="23781"/>
                </a:lnTo>
                <a:lnTo>
                  <a:pt x="672851" y="23807"/>
                </a:lnTo>
                <a:lnTo>
                  <a:pt x="672935" y="23834"/>
                </a:lnTo>
                <a:lnTo>
                  <a:pt x="673018" y="23864"/>
                </a:lnTo>
                <a:lnTo>
                  <a:pt x="673099" y="23895"/>
                </a:lnTo>
                <a:lnTo>
                  <a:pt x="673177" y="23928"/>
                </a:lnTo>
                <a:lnTo>
                  <a:pt x="673254" y="23963"/>
                </a:lnTo>
                <a:lnTo>
                  <a:pt x="673329" y="23999"/>
                </a:lnTo>
                <a:lnTo>
                  <a:pt x="673402" y="24037"/>
                </a:lnTo>
                <a:lnTo>
                  <a:pt x="673473" y="24077"/>
                </a:lnTo>
                <a:lnTo>
                  <a:pt x="673542" y="24119"/>
                </a:lnTo>
                <a:lnTo>
                  <a:pt x="673609" y="24162"/>
                </a:lnTo>
                <a:lnTo>
                  <a:pt x="673674" y="24207"/>
                </a:lnTo>
                <a:lnTo>
                  <a:pt x="673736" y="24254"/>
                </a:lnTo>
                <a:lnTo>
                  <a:pt x="673795" y="24302"/>
                </a:lnTo>
                <a:lnTo>
                  <a:pt x="673852" y="24351"/>
                </a:lnTo>
                <a:lnTo>
                  <a:pt x="673906" y="24402"/>
                </a:lnTo>
                <a:lnTo>
                  <a:pt x="673957" y="24455"/>
                </a:lnTo>
                <a:lnTo>
                  <a:pt x="674005" y="24509"/>
                </a:lnTo>
                <a:lnTo>
                  <a:pt x="674050" y="24565"/>
                </a:lnTo>
                <a:lnTo>
                  <a:pt x="674093" y="24622"/>
                </a:lnTo>
                <a:lnTo>
                  <a:pt x="674133" y="24681"/>
                </a:lnTo>
                <a:lnTo>
                  <a:pt x="674170" y="24741"/>
                </a:lnTo>
                <a:lnTo>
                  <a:pt x="674205" y="24803"/>
                </a:lnTo>
                <a:lnTo>
                  <a:pt x="674236" y="24867"/>
                </a:lnTo>
                <a:lnTo>
                  <a:pt x="674265" y="24932"/>
                </a:lnTo>
                <a:lnTo>
                  <a:pt x="674291" y="24999"/>
                </a:lnTo>
                <a:lnTo>
                  <a:pt x="674315" y="25067"/>
                </a:lnTo>
                <a:lnTo>
                  <a:pt x="674336" y="25136"/>
                </a:lnTo>
                <a:lnTo>
                  <a:pt x="674353" y="25208"/>
                </a:lnTo>
                <a:lnTo>
                  <a:pt x="674369" y="25281"/>
                </a:lnTo>
                <a:lnTo>
                  <a:pt x="674381" y="25355"/>
                </a:lnTo>
                <a:lnTo>
                  <a:pt x="674391" y="25431"/>
                </a:lnTo>
                <a:lnTo>
                  <a:pt x="674398" y="25508"/>
                </a:lnTo>
                <a:lnTo>
                  <a:pt x="674402" y="25587"/>
                </a:lnTo>
                <a:lnTo>
                  <a:pt x="674403" y="25668"/>
                </a:lnTo>
                <a:lnTo>
                  <a:pt x="674403" y="25715"/>
                </a:lnTo>
                <a:lnTo>
                  <a:pt x="674402" y="25763"/>
                </a:lnTo>
                <a:lnTo>
                  <a:pt x="674400" y="25810"/>
                </a:lnTo>
                <a:lnTo>
                  <a:pt x="674397" y="25857"/>
                </a:lnTo>
                <a:lnTo>
                  <a:pt x="674393" y="25904"/>
                </a:lnTo>
                <a:lnTo>
                  <a:pt x="674389" y="25951"/>
                </a:lnTo>
                <a:close/>
                <a:moveTo>
                  <a:pt x="715837" y="22223"/>
                </a:moveTo>
                <a:lnTo>
                  <a:pt x="715828" y="22144"/>
                </a:lnTo>
                <a:lnTo>
                  <a:pt x="715818" y="22067"/>
                </a:lnTo>
                <a:lnTo>
                  <a:pt x="715807" y="21994"/>
                </a:lnTo>
                <a:lnTo>
                  <a:pt x="715794" y="21922"/>
                </a:lnTo>
                <a:lnTo>
                  <a:pt x="715780" y="21854"/>
                </a:lnTo>
                <a:lnTo>
                  <a:pt x="715765" y="21788"/>
                </a:lnTo>
                <a:lnTo>
                  <a:pt x="715748" y="21725"/>
                </a:lnTo>
                <a:lnTo>
                  <a:pt x="715730" y="21665"/>
                </a:lnTo>
                <a:lnTo>
                  <a:pt x="715711" y="21607"/>
                </a:lnTo>
                <a:lnTo>
                  <a:pt x="715690" y="21552"/>
                </a:lnTo>
                <a:lnTo>
                  <a:pt x="715668" y="21500"/>
                </a:lnTo>
                <a:lnTo>
                  <a:pt x="715645" y="21451"/>
                </a:lnTo>
                <a:lnTo>
                  <a:pt x="715620" y="21404"/>
                </a:lnTo>
                <a:lnTo>
                  <a:pt x="715594" y="21359"/>
                </a:lnTo>
                <a:lnTo>
                  <a:pt x="715567" y="21318"/>
                </a:lnTo>
                <a:lnTo>
                  <a:pt x="715538" y="21279"/>
                </a:lnTo>
                <a:lnTo>
                  <a:pt x="715508" y="21243"/>
                </a:lnTo>
                <a:lnTo>
                  <a:pt x="715477" y="21209"/>
                </a:lnTo>
                <a:lnTo>
                  <a:pt x="715443" y="21178"/>
                </a:lnTo>
                <a:lnTo>
                  <a:pt x="715408" y="21148"/>
                </a:lnTo>
                <a:lnTo>
                  <a:pt x="715371" y="21119"/>
                </a:lnTo>
                <a:lnTo>
                  <a:pt x="715331" y="21091"/>
                </a:lnTo>
                <a:lnTo>
                  <a:pt x="715290" y="21065"/>
                </a:lnTo>
                <a:lnTo>
                  <a:pt x="715246" y="21041"/>
                </a:lnTo>
                <a:lnTo>
                  <a:pt x="715200" y="21017"/>
                </a:lnTo>
                <a:lnTo>
                  <a:pt x="715152" y="20995"/>
                </a:lnTo>
                <a:lnTo>
                  <a:pt x="715101" y="20974"/>
                </a:lnTo>
                <a:lnTo>
                  <a:pt x="715049" y="20955"/>
                </a:lnTo>
                <a:lnTo>
                  <a:pt x="714994" y="20937"/>
                </a:lnTo>
                <a:lnTo>
                  <a:pt x="714938" y="20920"/>
                </a:lnTo>
                <a:lnTo>
                  <a:pt x="714879" y="20904"/>
                </a:lnTo>
                <a:lnTo>
                  <a:pt x="714818" y="20890"/>
                </a:lnTo>
                <a:lnTo>
                  <a:pt x="714755" y="20878"/>
                </a:lnTo>
                <a:lnTo>
                  <a:pt x="714689" y="20866"/>
                </a:lnTo>
                <a:lnTo>
                  <a:pt x="714622" y="20856"/>
                </a:lnTo>
                <a:lnTo>
                  <a:pt x="714552" y="20848"/>
                </a:lnTo>
                <a:lnTo>
                  <a:pt x="714480" y="20840"/>
                </a:lnTo>
                <a:lnTo>
                  <a:pt x="714407" y="20834"/>
                </a:lnTo>
                <a:lnTo>
                  <a:pt x="714330" y="20829"/>
                </a:lnTo>
                <a:lnTo>
                  <a:pt x="714252" y="20826"/>
                </a:lnTo>
                <a:lnTo>
                  <a:pt x="714172" y="20824"/>
                </a:lnTo>
                <a:lnTo>
                  <a:pt x="714089" y="20823"/>
                </a:lnTo>
                <a:lnTo>
                  <a:pt x="714004" y="20824"/>
                </a:lnTo>
                <a:lnTo>
                  <a:pt x="713921" y="20826"/>
                </a:lnTo>
                <a:lnTo>
                  <a:pt x="713840" y="20830"/>
                </a:lnTo>
                <a:lnTo>
                  <a:pt x="713762" y="20834"/>
                </a:lnTo>
                <a:lnTo>
                  <a:pt x="713686" y="20841"/>
                </a:lnTo>
                <a:lnTo>
                  <a:pt x="713612" y="20848"/>
                </a:lnTo>
                <a:lnTo>
                  <a:pt x="713540" y="20857"/>
                </a:lnTo>
                <a:lnTo>
                  <a:pt x="713470" y="20867"/>
                </a:lnTo>
                <a:lnTo>
                  <a:pt x="713403" y="20879"/>
                </a:lnTo>
                <a:lnTo>
                  <a:pt x="713338" y="20892"/>
                </a:lnTo>
                <a:lnTo>
                  <a:pt x="713275" y="20906"/>
                </a:lnTo>
                <a:lnTo>
                  <a:pt x="713214" y="20922"/>
                </a:lnTo>
                <a:lnTo>
                  <a:pt x="713156" y="20939"/>
                </a:lnTo>
                <a:lnTo>
                  <a:pt x="713100" y="20958"/>
                </a:lnTo>
                <a:lnTo>
                  <a:pt x="713046" y="20977"/>
                </a:lnTo>
                <a:lnTo>
                  <a:pt x="712994" y="20999"/>
                </a:lnTo>
                <a:lnTo>
                  <a:pt x="712944" y="21021"/>
                </a:lnTo>
                <a:lnTo>
                  <a:pt x="712897" y="21045"/>
                </a:lnTo>
                <a:lnTo>
                  <a:pt x="712852" y="21071"/>
                </a:lnTo>
                <a:lnTo>
                  <a:pt x="712809" y="21097"/>
                </a:lnTo>
                <a:lnTo>
                  <a:pt x="712769" y="21125"/>
                </a:lnTo>
                <a:lnTo>
                  <a:pt x="712730" y="21155"/>
                </a:lnTo>
                <a:lnTo>
                  <a:pt x="712694" y="21186"/>
                </a:lnTo>
                <a:lnTo>
                  <a:pt x="712661" y="21218"/>
                </a:lnTo>
                <a:lnTo>
                  <a:pt x="712628" y="21252"/>
                </a:lnTo>
                <a:lnTo>
                  <a:pt x="712598" y="21289"/>
                </a:lnTo>
                <a:lnTo>
                  <a:pt x="712568" y="21329"/>
                </a:lnTo>
                <a:lnTo>
                  <a:pt x="712541" y="21371"/>
                </a:lnTo>
                <a:lnTo>
                  <a:pt x="712514" y="21417"/>
                </a:lnTo>
                <a:lnTo>
                  <a:pt x="712489" y="21465"/>
                </a:lnTo>
                <a:lnTo>
                  <a:pt x="712465" y="21516"/>
                </a:lnTo>
                <a:lnTo>
                  <a:pt x="712442" y="21569"/>
                </a:lnTo>
                <a:lnTo>
                  <a:pt x="712421" y="21626"/>
                </a:lnTo>
                <a:lnTo>
                  <a:pt x="712401" y="21685"/>
                </a:lnTo>
                <a:lnTo>
                  <a:pt x="712383" y="21747"/>
                </a:lnTo>
                <a:lnTo>
                  <a:pt x="712366" y="21811"/>
                </a:lnTo>
                <a:lnTo>
                  <a:pt x="712350" y="21879"/>
                </a:lnTo>
                <a:lnTo>
                  <a:pt x="712336" y="21949"/>
                </a:lnTo>
                <a:lnTo>
                  <a:pt x="712323" y="22022"/>
                </a:lnTo>
                <a:lnTo>
                  <a:pt x="712311" y="22098"/>
                </a:lnTo>
                <a:lnTo>
                  <a:pt x="712301" y="22176"/>
                </a:lnTo>
                <a:lnTo>
                  <a:pt x="712292" y="22258"/>
                </a:lnTo>
                <a:lnTo>
                  <a:pt x="712285" y="22342"/>
                </a:lnTo>
                <a:lnTo>
                  <a:pt x="712279" y="22429"/>
                </a:lnTo>
                <a:lnTo>
                  <a:pt x="712274" y="22518"/>
                </a:lnTo>
                <a:lnTo>
                  <a:pt x="712271" y="22611"/>
                </a:lnTo>
                <a:lnTo>
                  <a:pt x="712268" y="22706"/>
                </a:lnTo>
                <a:lnTo>
                  <a:pt x="712268" y="22804"/>
                </a:lnTo>
                <a:lnTo>
                  <a:pt x="712268" y="22899"/>
                </a:lnTo>
                <a:lnTo>
                  <a:pt x="712270" y="22992"/>
                </a:lnTo>
                <a:lnTo>
                  <a:pt x="712274" y="23081"/>
                </a:lnTo>
                <a:lnTo>
                  <a:pt x="712278" y="23168"/>
                </a:lnTo>
                <a:lnTo>
                  <a:pt x="712284" y="23253"/>
                </a:lnTo>
                <a:lnTo>
                  <a:pt x="712292" y="23335"/>
                </a:lnTo>
                <a:lnTo>
                  <a:pt x="712301" y="23414"/>
                </a:lnTo>
                <a:lnTo>
                  <a:pt x="712311" y="23490"/>
                </a:lnTo>
                <a:lnTo>
                  <a:pt x="712322" y="23564"/>
                </a:lnTo>
                <a:lnTo>
                  <a:pt x="712335" y="23635"/>
                </a:lnTo>
                <a:lnTo>
                  <a:pt x="712349" y="23703"/>
                </a:lnTo>
                <a:lnTo>
                  <a:pt x="712364" y="23769"/>
                </a:lnTo>
                <a:lnTo>
                  <a:pt x="712381" y="23832"/>
                </a:lnTo>
                <a:lnTo>
                  <a:pt x="712399" y="23892"/>
                </a:lnTo>
                <a:lnTo>
                  <a:pt x="712418" y="23950"/>
                </a:lnTo>
                <a:lnTo>
                  <a:pt x="712439" y="24005"/>
                </a:lnTo>
                <a:lnTo>
                  <a:pt x="712461" y="24057"/>
                </a:lnTo>
                <a:lnTo>
                  <a:pt x="712484" y="24107"/>
                </a:lnTo>
                <a:lnTo>
                  <a:pt x="712509" y="24154"/>
                </a:lnTo>
                <a:lnTo>
                  <a:pt x="712535" y="24198"/>
                </a:lnTo>
                <a:lnTo>
                  <a:pt x="712562" y="24240"/>
                </a:lnTo>
                <a:lnTo>
                  <a:pt x="712591" y="24278"/>
                </a:lnTo>
                <a:lnTo>
                  <a:pt x="712621" y="24315"/>
                </a:lnTo>
                <a:lnTo>
                  <a:pt x="712652" y="24348"/>
                </a:lnTo>
                <a:lnTo>
                  <a:pt x="712685" y="24380"/>
                </a:lnTo>
                <a:lnTo>
                  <a:pt x="712721" y="24410"/>
                </a:lnTo>
                <a:lnTo>
                  <a:pt x="712758" y="24439"/>
                </a:lnTo>
                <a:lnTo>
                  <a:pt x="712797" y="24466"/>
                </a:lnTo>
                <a:lnTo>
                  <a:pt x="712839" y="24492"/>
                </a:lnTo>
                <a:lnTo>
                  <a:pt x="712883" y="24517"/>
                </a:lnTo>
                <a:lnTo>
                  <a:pt x="712929" y="24540"/>
                </a:lnTo>
                <a:lnTo>
                  <a:pt x="712977" y="24563"/>
                </a:lnTo>
                <a:lnTo>
                  <a:pt x="713027" y="24583"/>
                </a:lnTo>
                <a:lnTo>
                  <a:pt x="713080" y="24603"/>
                </a:lnTo>
                <a:lnTo>
                  <a:pt x="713134" y="24621"/>
                </a:lnTo>
                <a:lnTo>
                  <a:pt x="713191" y="24638"/>
                </a:lnTo>
                <a:lnTo>
                  <a:pt x="713250" y="24653"/>
                </a:lnTo>
                <a:lnTo>
                  <a:pt x="713311" y="24667"/>
                </a:lnTo>
                <a:lnTo>
                  <a:pt x="713374" y="24680"/>
                </a:lnTo>
                <a:lnTo>
                  <a:pt x="713440" y="24691"/>
                </a:lnTo>
                <a:lnTo>
                  <a:pt x="713507" y="24701"/>
                </a:lnTo>
                <a:lnTo>
                  <a:pt x="713577" y="24710"/>
                </a:lnTo>
                <a:lnTo>
                  <a:pt x="713648" y="24717"/>
                </a:lnTo>
                <a:lnTo>
                  <a:pt x="713722" y="24723"/>
                </a:lnTo>
                <a:lnTo>
                  <a:pt x="713798" y="24728"/>
                </a:lnTo>
                <a:lnTo>
                  <a:pt x="713876" y="24731"/>
                </a:lnTo>
                <a:lnTo>
                  <a:pt x="713957" y="24733"/>
                </a:lnTo>
                <a:lnTo>
                  <a:pt x="714039" y="24734"/>
                </a:lnTo>
                <a:lnTo>
                  <a:pt x="714125" y="24733"/>
                </a:lnTo>
                <a:lnTo>
                  <a:pt x="714208" y="24731"/>
                </a:lnTo>
                <a:lnTo>
                  <a:pt x="714288" y="24728"/>
                </a:lnTo>
                <a:lnTo>
                  <a:pt x="714367" y="24723"/>
                </a:lnTo>
                <a:lnTo>
                  <a:pt x="714443" y="24717"/>
                </a:lnTo>
                <a:lnTo>
                  <a:pt x="714517" y="24709"/>
                </a:lnTo>
                <a:lnTo>
                  <a:pt x="714589" y="24701"/>
                </a:lnTo>
                <a:lnTo>
                  <a:pt x="714659" y="24690"/>
                </a:lnTo>
                <a:lnTo>
                  <a:pt x="714726" y="24679"/>
                </a:lnTo>
                <a:lnTo>
                  <a:pt x="714791" y="24666"/>
                </a:lnTo>
                <a:lnTo>
                  <a:pt x="714854" y="24651"/>
                </a:lnTo>
                <a:lnTo>
                  <a:pt x="714915" y="24635"/>
                </a:lnTo>
                <a:lnTo>
                  <a:pt x="714973" y="24618"/>
                </a:lnTo>
                <a:lnTo>
                  <a:pt x="715029" y="24600"/>
                </a:lnTo>
                <a:lnTo>
                  <a:pt x="715083" y="24580"/>
                </a:lnTo>
                <a:lnTo>
                  <a:pt x="715135" y="24559"/>
                </a:lnTo>
                <a:lnTo>
                  <a:pt x="715184" y="24536"/>
                </a:lnTo>
                <a:lnTo>
                  <a:pt x="715232" y="24512"/>
                </a:lnTo>
                <a:lnTo>
                  <a:pt x="715277" y="24487"/>
                </a:lnTo>
                <a:lnTo>
                  <a:pt x="715319" y="24460"/>
                </a:lnTo>
                <a:lnTo>
                  <a:pt x="715360" y="24432"/>
                </a:lnTo>
                <a:lnTo>
                  <a:pt x="715398" y="24403"/>
                </a:lnTo>
                <a:lnTo>
                  <a:pt x="715434" y="24372"/>
                </a:lnTo>
                <a:lnTo>
                  <a:pt x="715468" y="24340"/>
                </a:lnTo>
                <a:lnTo>
                  <a:pt x="715500" y="24306"/>
                </a:lnTo>
                <a:lnTo>
                  <a:pt x="715531" y="24269"/>
                </a:lnTo>
                <a:lnTo>
                  <a:pt x="715560" y="24229"/>
                </a:lnTo>
                <a:lnTo>
                  <a:pt x="715588" y="24186"/>
                </a:lnTo>
                <a:lnTo>
                  <a:pt x="715615" y="24141"/>
                </a:lnTo>
                <a:lnTo>
                  <a:pt x="715640" y="24093"/>
                </a:lnTo>
                <a:lnTo>
                  <a:pt x="715664" y="24042"/>
                </a:lnTo>
                <a:lnTo>
                  <a:pt x="715686" y="23988"/>
                </a:lnTo>
                <a:lnTo>
                  <a:pt x="715708" y="23932"/>
                </a:lnTo>
                <a:lnTo>
                  <a:pt x="715727" y="23873"/>
                </a:lnTo>
                <a:lnTo>
                  <a:pt x="715746" y="23811"/>
                </a:lnTo>
                <a:lnTo>
                  <a:pt x="715763" y="23746"/>
                </a:lnTo>
                <a:lnTo>
                  <a:pt x="715778" y="23679"/>
                </a:lnTo>
                <a:lnTo>
                  <a:pt x="715793" y="23608"/>
                </a:lnTo>
                <a:lnTo>
                  <a:pt x="715806" y="23535"/>
                </a:lnTo>
                <a:lnTo>
                  <a:pt x="715817" y="23460"/>
                </a:lnTo>
                <a:lnTo>
                  <a:pt x="715828" y="23381"/>
                </a:lnTo>
                <a:lnTo>
                  <a:pt x="715836" y="23300"/>
                </a:lnTo>
                <a:lnTo>
                  <a:pt x="715844" y="23216"/>
                </a:lnTo>
                <a:lnTo>
                  <a:pt x="715850" y="23129"/>
                </a:lnTo>
                <a:lnTo>
                  <a:pt x="715855" y="23039"/>
                </a:lnTo>
                <a:lnTo>
                  <a:pt x="715858" y="22947"/>
                </a:lnTo>
                <a:lnTo>
                  <a:pt x="715860" y="22852"/>
                </a:lnTo>
                <a:lnTo>
                  <a:pt x="715861" y="22754"/>
                </a:lnTo>
                <a:lnTo>
                  <a:pt x="715860" y="22658"/>
                </a:lnTo>
                <a:lnTo>
                  <a:pt x="715858" y="22566"/>
                </a:lnTo>
                <a:lnTo>
                  <a:pt x="715855" y="22476"/>
                </a:lnTo>
                <a:lnTo>
                  <a:pt x="715850" y="22389"/>
                </a:lnTo>
                <a:lnTo>
                  <a:pt x="715844" y="22305"/>
                </a:lnTo>
                <a:lnTo>
                  <a:pt x="715837" y="22223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9E50C0-A182-4CB0-97C4-A6B9B6D1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515" y="8510410"/>
            <a:ext cx="1689117" cy="1565694"/>
          </a:xfrm>
          <a:custGeom xmlns:a="http://schemas.openxmlformats.org/drawingml/2006/main">
            <a:pathLst>
              <a:path w="1689117" h="1565694">
                <a:moveTo>
                  <a:pt x="0" y="19706"/>
                </a:moveTo>
                <a:cubicBezTo>
                  <a:pt x="0" y="8816"/>
                  <a:pt x="8816" y="0"/>
                  <a:pt x="19706" y="0"/>
                </a:cubicBezTo>
                <a:lnTo>
                  <a:pt x="1669411" y="0"/>
                </a:lnTo>
                <a:cubicBezTo>
                  <a:pt x="1680301" y="0"/>
                  <a:pt x="1689117" y="8816"/>
                  <a:pt x="1689117" y="19706"/>
                </a:cubicBezTo>
                <a:lnTo>
                  <a:pt x="1689117" y="1545988"/>
                </a:lnTo>
                <a:cubicBezTo>
                  <a:pt x="1689117" y="1556878"/>
                  <a:pt x="1680301" y="1565694"/>
                  <a:pt x="1669411" y="1565694"/>
                </a:cubicBezTo>
                <a:lnTo>
                  <a:pt x="19706" y="1565694"/>
                </a:lnTo>
                <a:cubicBezTo>
                  <a:pt x="8816" y="1565694"/>
                  <a:pt x="0" y="1556878"/>
                  <a:pt x="0" y="1545988"/>
                </a:cubicBezTo>
                <a:lnTo>
                  <a:pt x="0" y="19706"/>
                </a:lnTo>
                <a:close/>
              </a:path>
            </a:pathLst>
          </a:custGeom>
          <a:solidFill xmlns:a="http://schemas.openxmlformats.org/drawingml/2006/main">
            <a:srgbClr val="0D0D0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diff--gita/src/cascader-select/cascader-select.jsxb/src/cascader-">
            <a:extLst xmlns:a="http://schemas.openxmlformats.org/drawingml/2006/main">
              <a:ext uri="{FF2B5EF4-FFF2-40B4-BE49-F238E27FC236}">
                <a16:creationId xmlns:a16="http://schemas.microsoft.com/office/drawing/2014/main" id="{4CD32B19-FF5B-4D95-8B01-09F63C33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72" y="8556730"/>
            <a:ext cx="1315651" cy="31786"/>
          </a:xfrm>
          <a:custGeom xmlns:a="http://schemas.openxmlformats.org/drawingml/2006/main">
            <a:pathLst>
              <a:path w="1315651" h="31786">
                <a:moveTo>
                  <a:pt x="0" y="16272"/>
                </a:moveTo>
                <a:cubicBezTo>
                  <a:pt x="0" y="14802"/>
                  <a:pt x="201" y="13497"/>
                  <a:pt x="603" y="12354"/>
                </a:cubicBezTo>
                <a:cubicBezTo>
                  <a:pt x="1004" y="11212"/>
                  <a:pt x="1576" y="10248"/>
                  <a:pt x="2316" y="9462"/>
                </a:cubicBezTo>
                <a:cubicBezTo>
                  <a:pt x="3056" y="8675"/>
                  <a:pt x="3946" y="8078"/>
                  <a:pt x="4985" y="7671"/>
                </a:cubicBezTo>
                <a:cubicBezTo>
                  <a:pt x="6024" y="7263"/>
                  <a:pt x="7180" y="7060"/>
                  <a:pt x="8454" y="7060"/>
                </a:cubicBezTo>
                <a:cubicBezTo>
                  <a:pt x="9005" y="7060"/>
                  <a:pt x="9548" y="7094"/>
                  <a:pt x="10082" y="7163"/>
                </a:cubicBezTo>
                <a:cubicBezTo>
                  <a:pt x="10615" y="7232"/>
                  <a:pt x="11140" y="7341"/>
                  <a:pt x="11657" y="7490"/>
                </a:cubicBezTo>
                <a:lnTo>
                  <a:pt x="11657" y="207"/>
                </a:lnTo>
                <a:lnTo>
                  <a:pt x="14670" y="207"/>
                </a:lnTo>
                <a:lnTo>
                  <a:pt x="14670" y="24554"/>
                </a:lnTo>
                <a:lnTo>
                  <a:pt x="11984" y="24554"/>
                </a:lnTo>
                <a:lnTo>
                  <a:pt x="11881" y="21282"/>
                </a:lnTo>
                <a:cubicBezTo>
                  <a:pt x="11043" y="22499"/>
                  <a:pt x="10136" y="23400"/>
                  <a:pt x="9160" y="23986"/>
                </a:cubicBezTo>
                <a:cubicBezTo>
                  <a:pt x="8185" y="24571"/>
                  <a:pt x="7129" y="24864"/>
                  <a:pt x="5992" y="24864"/>
                </a:cubicBezTo>
                <a:cubicBezTo>
                  <a:pt x="5005" y="24864"/>
                  <a:pt x="4135" y="24657"/>
                  <a:pt x="3383" y="24244"/>
                </a:cubicBezTo>
                <a:cubicBezTo>
                  <a:pt x="2632" y="23831"/>
                  <a:pt x="2006" y="23248"/>
                  <a:pt x="1507" y="22496"/>
                </a:cubicBezTo>
                <a:cubicBezTo>
                  <a:pt x="1007" y="21744"/>
                  <a:pt x="631" y="20840"/>
                  <a:pt x="379" y="19784"/>
                </a:cubicBezTo>
                <a:cubicBezTo>
                  <a:pt x="126" y="18728"/>
                  <a:pt x="0" y="17557"/>
                  <a:pt x="0" y="16272"/>
                </a:cubicBezTo>
                <a:moveTo>
                  <a:pt x="3065" y="16082"/>
                </a:moveTo>
                <a:cubicBezTo>
                  <a:pt x="3065" y="18171"/>
                  <a:pt x="3372" y="19730"/>
                  <a:pt x="3986" y="20757"/>
                </a:cubicBezTo>
                <a:cubicBezTo>
                  <a:pt x="4600" y="21784"/>
                  <a:pt x="5470" y="22298"/>
                  <a:pt x="6595" y="22298"/>
                </a:cubicBezTo>
                <a:cubicBezTo>
                  <a:pt x="7352" y="22298"/>
                  <a:pt x="8153" y="21960"/>
                  <a:pt x="8997" y="21282"/>
                </a:cubicBezTo>
                <a:cubicBezTo>
                  <a:pt x="9840" y="20605"/>
                  <a:pt x="10727" y="19601"/>
                  <a:pt x="11657" y="18269"/>
                </a:cubicBezTo>
                <a:lnTo>
                  <a:pt x="11657" y="10245"/>
                </a:lnTo>
                <a:cubicBezTo>
                  <a:pt x="11163" y="10016"/>
                  <a:pt x="10618" y="9840"/>
                  <a:pt x="10021" y="9720"/>
                </a:cubicBezTo>
                <a:cubicBezTo>
                  <a:pt x="9424" y="9599"/>
                  <a:pt x="8833" y="9539"/>
                  <a:pt x="8248" y="9539"/>
                </a:cubicBezTo>
                <a:cubicBezTo>
                  <a:pt x="6618" y="9539"/>
                  <a:pt x="5346" y="10067"/>
                  <a:pt x="4434" y="11123"/>
                </a:cubicBezTo>
                <a:cubicBezTo>
                  <a:pt x="3521" y="12179"/>
                  <a:pt x="3065" y="13832"/>
                  <a:pt x="3065" y="16082"/>
                </a:cubicBezTo>
                <a:close/>
                <a:moveTo>
                  <a:pt x="26473" y="9746"/>
                </a:moveTo>
                <a:lnTo>
                  <a:pt x="21359" y="9746"/>
                </a:lnTo>
                <a:lnTo>
                  <a:pt x="21359" y="7266"/>
                </a:lnTo>
                <a:lnTo>
                  <a:pt x="29504" y="7266"/>
                </a:lnTo>
                <a:lnTo>
                  <a:pt x="29504" y="22057"/>
                </a:lnTo>
                <a:lnTo>
                  <a:pt x="34652" y="22057"/>
                </a:lnTo>
                <a:lnTo>
                  <a:pt x="34652" y="24554"/>
                </a:lnTo>
                <a:lnTo>
                  <a:pt x="20791" y="24554"/>
                </a:lnTo>
                <a:lnTo>
                  <a:pt x="20791" y="22057"/>
                </a:lnTo>
                <a:lnTo>
                  <a:pt x="26473" y="22057"/>
                </a:lnTo>
                <a:lnTo>
                  <a:pt x="26473" y="9746"/>
                </a:lnTo>
                <a:moveTo>
                  <a:pt x="27523" y="0"/>
                </a:moveTo>
                <a:cubicBezTo>
                  <a:pt x="27856" y="0"/>
                  <a:pt x="28166" y="60"/>
                  <a:pt x="28453" y="181"/>
                </a:cubicBezTo>
                <a:cubicBezTo>
                  <a:pt x="28740" y="301"/>
                  <a:pt x="28990" y="471"/>
                  <a:pt x="29202" y="689"/>
                </a:cubicBezTo>
                <a:cubicBezTo>
                  <a:pt x="29415" y="907"/>
                  <a:pt x="29581" y="1157"/>
                  <a:pt x="29702" y="1438"/>
                </a:cubicBezTo>
                <a:cubicBezTo>
                  <a:pt x="29822" y="1719"/>
                  <a:pt x="29882" y="2026"/>
                  <a:pt x="29882" y="2359"/>
                </a:cubicBezTo>
                <a:cubicBezTo>
                  <a:pt x="29882" y="2680"/>
                  <a:pt x="29822" y="2985"/>
                  <a:pt x="29702" y="3272"/>
                </a:cubicBezTo>
                <a:cubicBezTo>
                  <a:pt x="29581" y="3559"/>
                  <a:pt x="29415" y="3811"/>
                  <a:pt x="29202" y="4029"/>
                </a:cubicBezTo>
                <a:cubicBezTo>
                  <a:pt x="28990" y="4247"/>
                  <a:pt x="28740" y="4417"/>
                  <a:pt x="28453" y="4537"/>
                </a:cubicBezTo>
                <a:cubicBezTo>
                  <a:pt x="28166" y="4658"/>
                  <a:pt x="27856" y="4718"/>
                  <a:pt x="27523" y="4718"/>
                </a:cubicBezTo>
                <a:cubicBezTo>
                  <a:pt x="27191" y="4718"/>
                  <a:pt x="26881" y="4658"/>
                  <a:pt x="26594" y="4537"/>
                </a:cubicBezTo>
                <a:cubicBezTo>
                  <a:pt x="26307" y="4417"/>
                  <a:pt x="26057" y="4247"/>
                  <a:pt x="25845" y="4029"/>
                </a:cubicBezTo>
                <a:cubicBezTo>
                  <a:pt x="25632" y="3811"/>
                  <a:pt x="25466" y="3559"/>
                  <a:pt x="25345" y="3272"/>
                </a:cubicBezTo>
                <a:cubicBezTo>
                  <a:pt x="25225" y="2985"/>
                  <a:pt x="25164" y="2680"/>
                  <a:pt x="25164" y="2359"/>
                </a:cubicBezTo>
                <a:cubicBezTo>
                  <a:pt x="25164" y="2026"/>
                  <a:pt x="25225" y="1719"/>
                  <a:pt x="25345" y="1438"/>
                </a:cubicBezTo>
                <a:cubicBezTo>
                  <a:pt x="25466" y="1157"/>
                  <a:pt x="25632" y="907"/>
                  <a:pt x="25845" y="689"/>
                </a:cubicBezTo>
                <a:cubicBezTo>
                  <a:pt x="26057" y="471"/>
                  <a:pt x="26307" y="301"/>
                  <a:pt x="26594" y="181"/>
                </a:cubicBezTo>
                <a:cubicBezTo>
                  <a:pt x="26881" y="60"/>
                  <a:pt x="27191" y="0"/>
                  <a:pt x="27523" y="0"/>
                </a:cubicBezTo>
                <a:close/>
                <a:moveTo>
                  <a:pt x="55632" y="2996"/>
                </a:moveTo>
                <a:cubicBezTo>
                  <a:pt x="54060" y="2663"/>
                  <a:pt x="52705" y="2497"/>
                  <a:pt x="51569" y="2497"/>
                </a:cubicBezTo>
                <a:cubicBezTo>
                  <a:pt x="48871" y="2497"/>
                  <a:pt x="47522" y="3909"/>
                  <a:pt x="47522" y="6732"/>
                </a:cubicBezTo>
                <a:lnTo>
                  <a:pt x="47522" y="9763"/>
                </a:lnTo>
                <a:lnTo>
                  <a:pt x="55098" y="9763"/>
                </a:lnTo>
                <a:lnTo>
                  <a:pt x="55098" y="12260"/>
                </a:lnTo>
                <a:lnTo>
                  <a:pt x="47522" y="12260"/>
                </a:lnTo>
                <a:lnTo>
                  <a:pt x="47522" y="24554"/>
                </a:lnTo>
                <a:lnTo>
                  <a:pt x="44475" y="24554"/>
                </a:lnTo>
                <a:lnTo>
                  <a:pt x="44475" y="12260"/>
                </a:lnTo>
                <a:lnTo>
                  <a:pt x="38913" y="12260"/>
                </a:lnTo>
                <a:lnTo>
                  <a:pt x="38913" y="9763"/>
                </a:lnTo>
                <a:lnTo>
                  <a:pt x="44475" y="9763"/>
                </a:lnTo>
                <a:lnTo>
                  <a:pt x="44475" y="6905"/>
                </a:lnTo>
                <a:cubicBezTo>
                  <a:pt x="44475" y="2302"/>
                  <a:pt x="46874" y="0"/>
                  <a:pt x="51672" y="0"/>
                </a:cubicBezTo>
                <a:cubicBezTo>
                  <a:pt x="52866" y="0"/>
                  <a:pt x="54186" y="138"/>
                  <a:pt x="55632" y="413"/>
                </a:cubicBezTo>
                <a:lnTo>
                  <a:pt x="55632" y="2996"/>
                </a:lnTo>
                <a:moveTo>
                  <a:pt x="37535" y="7266"/>
                </a:moveTo>
                <a:lnTo>
                  <a:pt x="37535" y="7266"/>
                </a:lnTo>
                <a:close/>
                <a:moveTo>
                  <a:pt x="75339" y="2996"/>
                </a:moveTo>
                <a:cubicBezTo>
                  <a:pt x="73766" y="2663"/>
                  <a:pt x="72411" y="2497"/>
                  <a:pt x="71275" y="2497"/>
                </a:cubicBezTo>
                <a:cubicBezTo>
                  <a:pt x="68577" y="2497"/>
                  <a:pt x="67229" y="3909"/>
                  <a:pt x="67229" y="6732"/>
                </a:cubicBezTo>
                <a:lnTo>
                  <a:pt x="67229" y="9763"/>
                </a:lnTo>
                <a:lnTo>
                  <a:pt x="74805" y="9763"/>
                </a:lnTo>
                <a:lnTo>
                  <a:pt x="74805" y="12260"/>
                </a:lnTo>
                <a:lnTo>
                  <a:pt x="67229" y="12260"/>
                </a:lnTo>
                <a:lnTo>
                  <a:pt x="67229" y="24554"/>
                </a:lnTo>
                <a:lnTo>
                  <a:pt x="64181" y="24554"/>
                </a:lnTo>
                <a:lnTo>
                  <a:pt x="64181" y="12260"/>
                </a:lnTo>
                <a:lnTo>
                  <a:pt x="58619" y="12260"/>
                </a:lnTo>
                <a:lnTo>
                  <a:pt x="58619" y="9763"/>
                </a:lnTo>
                <a:lnTo>
                  <a:pt x="64181" y="9763"/>
                </a:lnTo>
                <a:lnTo>
                  <a:pt x="64181" y="6905"/>
                </a:lnTo>
                <a:cubicBezTo>
                  <a:pt x="64181" y="2302"/>
                  <a:pt x="66580" y="0"/>
                  <a:pt x="71378" y="0"/>
                </a:cubicBezTo>
                <a:cubicBezTo>
                  <a:pt x="72572" y="0"/>
                  <a:pt x="73892" y="138"/>
                  <a:pt x="75339" y="413"/>
                </a:cubicBezTo>
                <a:lnTo>
                  <a:pt x="75339" y="2996"/>
                </a:lnTo>
                <a:moveTo>
                  <a:pt x="57242" y="7266"/>
                </a:moveTo>
                <a:lnTo>
                  <a:pt x="57242" y="7266"/>
                </a:lnTo>
                <a:close/>
                <a:moveTo>
                  <a:pt x="110459" y="16564"/>
                </a:moveTo>
                <a:lnTo>
                  <a:pt x="100163" y="16564"/>
                </a:lnTo>
                <a:lnTo>
                  <a:pt x="100163" y="13740"/>
                </a:lnTo>
                <a:lnTo>
                  <a:pt x="110459" y="13740"/>
                </a:lnTo>
                <a:lnTo>
                  <a:pt x="110459" y="16564"/>
                </a:lnTo>
                <a:close/>
                <a:moveTo>
                  <a:pt x="130166" y="16564"/>
                </a:moveTo>
                <a:lnTo>
                  <a:pt x="119869" y="16564"/>
                </a:lnTo>
                <a:lnTo>
                  <a:pt x="119869" y="13740"/>
                </a:lnTo>
                <a:lnTo>
                  <a:pt x="130166" y="13740"/>
                </a:lnTo>
                <a:lnTo>
                  <a:pt x="130166" y="16564"/>
                </a:lnTo>
                <a:close/>
                <a:moveTo>
                  <a:pt x="150234" y="9711"/>
                </a:moveTo>
                <a:cubicBezTo>
                  <a:pt x="150555" y="10113"/>
                  <a:pt x="150805" y="10581"/>
                  <a:pt x="150983" y="11115"/>
                </a:cubicBezTo>
                <a:cubicBezTo>
                  <a:pt x="151161" y="11648"/>
                  <a:pt x="151250" y="12225"/>
                  <a:pt x="151250" y="12845"/>
                </a:cubicBezTo>
                <a:cubicBezTo>
                  <a:pt x="151250" y="13740"/>
                  <a:pt x="151086" y="14558"/>
                  <a:pt x="150759" y="15299"/>
                </a:cubicBezTo>
                <a:cubicBezTo>
                  <a:pt x="150432" y="16039"/>
                  <a:pt x="149970" y="16673"/>
                  <a:pt x="149373" y="17201"/>
                </a:cubicBezTo>
                <a:cubicBezTo>
                  <a:pt x="148776" y="17729"/>
                  <a:pt x="148061" y="18140"/>
                  <a:pt x="147229" y="18433"/>
                </a:cubicBezTo>
                <a:cubicBezTo>
                  <a:pt x="146397" y="18725"/>
                  <a:pt x="145481" y="18872"/>
                  <a:pt x="144483" y="18872"/>
                </a:cubicBezTo>
                <a:cubicBezTo>
                  <a:pt x="143760" y="18872"/>
                  <a:pt x="143082" y="18794"/>
                  <a:pt x="142451" y="18639"/>
                </a:cubicBezTo>
                <a:cubicBezTo>
                  <a:pt x="141820" y="18484"/>
                  <a:pt x="141320" y="18292"/>
                  <a:pt x="140953" y="18062"/>
                </a:cubicBezTo>
                <a:cubicBezTo>
                  <a:pt x="140735" y="18384"/>
                  <a:pt x="140551" y="18687"/>
                  <a:pt x="140402" y="18973"/>
                </a:cubicBezTo>
                <a:cubicBezTo>
                  <a:pt x="140253" y="19259"/>
                  <a:pt x="140178" y="19578"/>
                  <a:pt x="140178" y="19932"/>
                </a:cubicBezTo>
                <a:cubicBezTo>
                  <a:pt x="140178" y="20366"/>
                  <a:pt x="140388" y="20725"/>
                  <a:pt x="140807" y="21010"/>
                </a:cubicBezTo>
                <a:cubicBezTo>
                  <a:pt x="141226" y="21295"/>
                  <a:pt x="141779" y="21449"/>
                  <a:pt x="142468" y="21472"/>
                </a:cubicBezTo>
                <a:lnTo>
                  <a:pt x="147014" y="21644"/>
                </a:lnTo>
                <a:cubicBezTo>
                  <a:pt x="147875" y="21667"/>
                  <a:pt x="148670" y="21776"/>
                  <a:pt x="149399" y="21972"/>
                </a:cubicBezTo>
                <a:cubicBezTo>
                  <a:pt x="150128" y="22167"/>
                  <a:pt x="150753" y="22449"/>
                  <a:pt x="151276" y="22817"/>
                </a:cubicBezTo>
                <a:cubicBezTo>
                  <a:pt x="151798" y="23185"/>
                  <a:pt x="152205" y="23639"/>
                  <a:pt x="152498" y="24179"/>
                </a:cubicBezTo>
                <a:cubicBezTo>
                  <a:pt x="152791" y="24720"/>
                  <a:pt x="152937" y="25346"/>
                  <a:pt x="152937" y="26059"/>
                </a:cubicBezTo>
                <a:cubicBezTo>
                  <a:pt x="152937" y="26830"/>
                  <a:pt x="152771" y="27560"/>
                  <a:pt x="152438" y="28250"/>
                </a:cubicBezTo>
                <a:cubicBezTo>
                  <a:pt x="152105" y="28940"/>
                  <a:pt x="151591" y="29546"/>
                  <a:pt x="150897" y="30069"/>
                </a:cubicBezTo>
                <a:cubicBezTo>
                  <a:pt x="150202" y="30592"/>
                  <a:pt x="149321" y="31009"/>
                  <a:pt x="148254" y="31320"/>
                </a:cubicBezTo>
                <a:cubicBezTo>
                  <a:pt x="147186" y="31630"/>
                  <a:pt x="145918" y="31786"/>
                  <a:pt x="144448" y="31786"/>
                </a:cubicBezTo>
                <a:cubicBezTo>
                  <a:pt x="143048" y="31786"/>
                  <a:pt x="141857" y="31674"/>
                  <a:pt x="140875" y="31449"/>
                </a:cubicBezTo>
                <a:cubicBezTo>
                  <a:pt x="139894" y="31225"/>
                  <a:pt x="139088" y="30915"/>
                  <a:pt x="138456" y="30518"/>
                </a:cubicBezTo>
                <a:cubicBezTo>
                  <a:pt x="137825" y="30121"/>
                  <a:pt x="137366" y="29650"/>
                  <a:pt x="137079" y="29103"/>
                </a:cubicBezTo>
                <a:cubicBezTo>
                  <a:pt x="136792" y="28557"/>
                  <a:pt x="136648" y="27957"/>
                  <a:pt x="136648" y="27301"/>
                </a:cubicBezTo>
                <a:cubicBezTo>
                  <a:pt x="136648" y="26462"/>
                  <a:pt x="136843" y="25726"/>
                  <a:pt x="137234" y="25093"/>
                </a:cubicBezTo>
                <a:cubicBezTo>
                  <a:pt x="137624" y="24461"/>
                  <a:pt x="138227" y="23852"/>
                  <a:pt x="139042" y="23266"/>
                </a:cubicBezTo>
                <a:cubicBezTo>
                  <a:pt x="138743" y="23128"/>
                  <a:pt x="138485" y="22956"/>
                  <a:pt x="138267" y="22750"/>
                </a:cubicBezTo>
                <a:cubicBezTo>
                  <a:pt x="138049" y="22544"/>
                  <a:pt x="137871" y="22318"/>
                  <a:pt x="137733" y="22072"/>
                </a:cubicBezTo>
                <a:cubicBezTo>
                  <a:pt x="137595" y="21825"/>
                  <a:pt x="137492" y="21565"/>
                  <a:pt x="137423" y="21290"/>
                </a:cubicBezTo>
                <a:cubicBezTo>
                  <a:pt x="137354" y="21015"/>
                  <a:pt x="137320" y="20745"/>
                  <a:pt x="137320" y="20482"/>
                </a:cubicBezTo>
                <a:cubicBezTo>
                  <a:pt x="137320" y="19737"/>
                  <a:pt x="137495" y="19056"/>
                  <a:pt x="137845" y="18437"/>
                </a:cubicBezTo>
                <a:cubicBezTo>
                  <a:pt x="138195" y="17819"/>
                  <a:pt x="138611" y="17235"/>
                  <a:pt x="139093" y="16685"/>
                </a:cubicBezTo>
                <a:cubicBezTo>
                  <a:pt x="138875" y="16421"/>
                  <a:pt x="138683" y="16163"/>
                  <a:pt x="138517" y="15910"/>
                </a:cubicBezTo>
                <a:cubicBezTo>
                  <a:pt x="138350" y="15657"/>
                  <a:pt x="138207" y="15385"/>
                  <a:pt x="138086" y="15092"/>
                </a:cubicBezTo>
                <a:cubicBezTo>
                  <a:pt x="137966" y="14799"/>
                  <a:pt x="137874" y="14484"/>
                  <a:pt x="137811" y="14145"/>
                </a:cubicBezTo>
                <a:cubicBezTo>
                  <a:pt x="137747" y="13806"/>
                  <a:pt x="137716" y="13419"/>
                  <a:pt x="137716" y="12983"/>
                </a:cubicBezTo>
                <a:cubicBezTo>
                  <a:pt x="137716" y="12087"/>
                  <a:pt x="137879" y="11270"/>
                  <a:pt x="138207" y="10529"/>
                </a:cubicBezTo>
                <a:cubicBezTo>
                  <a:pt x="138534" y="9789"/>
                  <a:pt x="138993" y="9155"/>
                  <a:pt x="139584" y="8627"/>
                </a:cubicBezTo>
                <a:cubicBezTo>
                  <a:pt x="140175" y="8098"/>
                  <a:pt x="140887" y="7688"/>
                  <a:pt x="141719" y="7395"/>
                </a:cubicBezTo>
                <a:cubicBezTo>
                  <a:pt x="142551" y="7103"/>
                  <a:pt x="143473" y="6956"/>
                  <a:pt x="144483" y="6956"/>
                </a:cubicBezTo>
                <a:cubicBezTo>
                  <a:pt x="144907" y="6956"/>
                  <a:pt x="145315" y="6985"/>
                  <a:pt x="145705" y="7042"/>
                </a:cubicBezTo>
                <a:cubicBezTo>
                  <a:pt x="146096" y="7100"/>
                  <a:pt x="146440" y="7174"/>
                  <a:pt x="146738" y="7266"/>
                </a:cubicBezTo>
                <a:lnTo>
                  <a:pt x="153006" y="7266"/>
                </a:lnTo>
                <a:lnTo>
                  <a:pt x="153006" y="9711"/>
                </a:lnTo>
                <a:lnTo>
                  <a:pt x="150234" y="9711"/>
                </a:lnTo>
                <a:moveTo>
                  <a:pt x="139834" y="27043"/>
                </a:moveTo>
                <a:cubicBezTo>
                  <a:pt x="139834" y="27860"/>
                  <a:pt x="140258" y="28456"/>
                  <a:pt x="141108" y="28830"/>
                </a:cubicBezTo>
                <a:cubicBezTo>
                  <a:pt x="141957" y="29205"/>
                  <a:pt x="143140" y="29392"/>
                  <a:pt x="144655" y="29392"/>
                </a:cubicBezTo>
                <a:cubicBezTo>
                  <a:pt x="145608" y="29392"/>
                  <a:pt x="146408" y="29306"/>
                  <a:pt x="147057" y="29133"/>
                </a:cubicBezTo>
                <a:cubicBezTo>
                  <a:pt x="147706" y="28960"/>
                  <a:pt x="148228" y="28733"/>
                  <a:pt x="148624" y="28451"/>
                </a:cubicBezTo>
                <a:cubicBezTo>
                  <a:pt x="149020" y="28168"/>
                  <a:pt x="149304" y="27846"/>
                  <a:pt x="149476" y="27483"/>
                </a:cubicBezTo>
                <a:cubicBezTo>
                  <a:pt x="149648" y="27120"/>
                  <a:pt x="149734" y="26749"/>
                  <a:pt x="149734" y="26369"/>
                </a:cubicBezTo>
                <a:cubicBezTo>
                  <a:pt x="149734" y="25666"/>
                  <a:pt x="149447" y="25148"/>
                  <a:pt x="148874" y="24814"/>
                </a:cubicBezTo>
                <a:cubicBezTo>
                  <a:pt x="148300" y="24480"/>
                  <a:pt x="147421" y="24284"/>
                  <a:pt x="146239" y="24227"/>
                </a:cubicBezTo>
                <a:lnTo>
                  <a:pt x="141728" y="24072"/>
                </a:lnTo>
                <a:cubicBezTo>
                  <a:pt x="141349" y="24325"/>
                  <a:pt x="141036" y="24572"/>
                  <a:pt x="140789" y="24814"/>
                </a:cubicBezTo>
                <a:cubicBezTo>
                  <a:pt x="140543" y="25056"/>
                  <a:pt x="140350" y="25301"/>
                  <a:pt x="140213" y="25549"/>
                </a:cubicBezTo>
                <a:cubicBezTo>
                  <a:pt x="140075" y="25796"/>
                  <a:pt x="139977" y="26044"/>
                  <a:pt x="139920" y="26291"/>
                </a:cubicBezTo>
                <a:cubicBezTo>
                  <a:pt x="139862" y="26539"/>
                  <a:pt x="139834" y="26790"/>
                  <a:pt x="139834" y="27043"/>
                </a:cubicBezTo>
                <a:moveTo>
                  <a:pt x="140746" y="12914"/>
                </a:moveTo>
                <a:cubicBezTo>
                  <a:pt x="140746" y="13465"/>
                  <a:pt x="140838" y="13970"/>
                  <a:pt x="141022" y="14429"/>
                </a:cubicBezTo>
                <a:cubicBezTo>
                  <a:pt x="141205" y="14888"/>
                  <a:pt x="141464" y="15279"/>
                  <a:pt x="141797" y="15600"/>
                </a:cubicBezTo>
                <a:cubicBezTo>
                  <a:pt x="142130" y="15922"/>
                  <a:pt x="142523" y="16171"/>
                  <a:pt x="142976" y="16349"/>
                </a:cubicBezTo>
                <a:cubicBezTo>
                  <a:pt x="143430" y="16527"/>
                  <a:pt x="143932" y="16616"/>
                  <a:pt x="144483" y="16616"/>
                </a:cubicBezTo>
                <a:cubicBezTo>
                  <a:pt x="145080" y="16616"/>
                  <a:pt x="145611" y="16516"/>
                  <a:pt x="146075" y="16315"/>
                </a:cubicBezTo>
                <a:cubicBezTo>
                  <a:pt x="146540" y="16114"/>
                  <a:pt x="146931" y="15841"/>
                  <a:pt x="147246" y="15497"/>
                </a:cubicBezTo>
                <a:cubicBezTo>
                  <a:pt x="147562" y="15152"/>
                  <a:pt x="147803" y="14756"/>
                  <a:pt x="147970" y="14309"/>
                </a:cubicBezTo>
                <a:cubicBezTo>
                  <a:pt x="148136" y="13861"/>
                  <a:pt x="148219" y="13396"/>
                  <a:pt x="148219" y="12914"/>
                </a:cubicBezTo>
                <a:cubicBezTo>
                  <a:pt x="148219" y="12363"/>
                  <a:pt x="148127" y="11858"/>
                  <a:pt x="147944" y="11399"/>
                </a:cubicBezTo>
                <a:cubicBezTo>
                  <a:pt x="147760" y="10940"/>
                  <a:pt x="147502" y="10549"/>
                  <a:pt x="147169" y="10228"/>
                </a:cubicBezTo>
                <a:cubicBezTo>
                  <a:pt x="146836" y="9906"/>
                  <a:pt x="146443" y="9657"/>
                  <a:pt x="145989" y="9479"/>
                </a:cubicBezTo>
                <a:cubicBezTo>
                  <a:pt x="145536" y="9301"/>
                  <a:pt x="145034" y="9212"/>
                  <a:pt x="144483" y="9212"/>
                </a:cubicBezTo>
                <a:cubicBezTo>
                  <a:pt x="143886" y="9212"/>
                  <a:pt x="143355" y="9315"/>
                  <a:pt x="142890" y="9522"/>
                </a:cubicBezTo>
                <a:cubicBezTo>
                  <a:pt x="142425" y="9729"/>
                  <a:pt x="142035" y="10001"/>
                  <a:pt x="141719" y="10340"/>
                </a:cubicBezTo>
                <a:cubicBezTo>
                  <a:pt x="141404" y="10678"/>
                  <a:pt x="141162" y="11072"/>
                  <a:pt x="140996" y="11519"/>
                </a:cubicBezTo>
                <a:cubicBezTo>
                  <a:pt x="140830" y="11967"/>
                  <a:pt x="140746" y="12432"/>
                  <a:pt x="140746" y="12914"/>
                </a:cubicBezTo>
                <a:close/>
                <a:moveTo>
                  <a:pt x="163351" y="9746"/>
                </a:moveTo>
                <a:lnTo>
                  <a:pt x="158237" y="9746"/>
                </a:lnTo>
                <a:lnTo>
                  <a:pt x="158237" y="7266"/>
                </a:lnTo>
                <a:lnTo>
                  <a:pt x="166381" y="7266"/>
                </a:lnTo>
                <a:lnTo>
                  <a:pt x="166381" y="22057"/>
                </a:lnTo>
                <a:lnTo>
                  <a:pt x="171529" y="22057"/>
                </a:lnTo>
                <a:lnTo>
                  <a:pt x="171529" y="24554"/>
                </a:lnTo>
                <a:lnTo>
                  <a:pt x="157668" y="24554"/>
                </a:lnTo>
                <a:lnTo>
                  <a:pt x="157668" y="22057"/>
                </a:lnTo>
                <a:lnTo>
                  <a:pt x="163351" y="22057"/>
                </a:lnTo>
                <a:lnTo>
                  <a:pt x="163351" y="9746"/>
                </a:lnTo>
                <a:moveTo>
                  <a:pt x="164401" y="0"/>
                </a:moveTo>
                <a:cubicBezTo>
                  <a:pt x="164734" y="0"/>
                  <a:pt x="165044" y="60"/>
                  <a:pt x="165331" y="181"/>
                </a:cubicBezTo>
                <a:cubicBezTo>
                  <a:pt x="165618" y="301"/>
                  <a:pt x="165867" y="471"/>
                  <a:pt x="166080" y="689"/>
                </a:cubicBezTo>
                <a:cubicBezTo>
                  <a:pt x="166292" y="907"/>
                  <a:pt x="166459" y="1157"/>
                  <a:pt x="166579" y="1438"/>
                </a:cubicBezTo>
                <a:cubicBezTo>
                  <a:pt x="166700" y="1719"/>
                  <a:pt x="166760" y="2026"/>
                  <a:pt x="166760" y="2359"/>
                </a:cubicBezTo>
                <a:cubicBezTo>
                  <a:pt x="166760" y="2680"/>
                  <a:pt x="166700" y="2985"/>
                  <a:pt x="166579" y="3272"/>
                </a:cubicBezTo>
                <a:cubicBezTo>
                  <a:pt x="166459" y="3559"/>
                  <a:pt x="166292" y="3811"/>
                  <a:pt x="166080" y="4029"/>
                </a:cubicBezTo>
                <a:cubicBezTo>
                  <a:pt x="165867" y="4247"/>
                  <a:pt x="165618" y="4417"/>
                  <a:pt x="165331" y="4537"/>
                </a:cubicBezTo>
                <a:cubicBezTo>
                  <a:pt x="165044" y="4658"/>
                  <a:pt x="164734" y="4718"/>
                  <a:pt x="164401" y="4718"/>
                </a:cubicBezTo>
                <a:cubicBezTo>
                  <a:pt x="164068" y="4718"/>
                  <a:pt x="163758" y="4658"/>
                  <a:pt x="163471" y="4537"/>
                </a:cubicBezTo>
                <a:cubicBezTo>
                  <a:pt x="163184" y="4417"/>
                  <a:pt x="162934" y="4247"/>
                  <a:pt x="162722" y="4029"/>
                </a:cubicBezTo>
                <a:cubicBezTo>
                  <a:pt x="162510" y="3811"/>
                  <a:pt x="162343" y="3559"/>
                  <a:pt x="162223" y="3272"/>
                </a:cubicBezTo>
                <a:cubicBezTo>
                  <a:pt x="162102" y="2985"/>
                  <a:pt x="162042" y="2680"/>
                  <a:pt x="162042" y="2359"/>
                </a:cubicBezTo>
                <a:cubicBezTo>
                  <a:pt x="162042" y="2026"/>
                  <a:pt x="162102" y="1719"/>
                  <a:pt x="162223" y="1438"/>
                </a:cubicBezTo>
                <a:cubicBezTo>
                  <a:pt x="162343" y="1157"/>
                  <a:pt x="162510" y="907"/>
                  <a:pt x="162722" y="689"/>
                </a:cubicBezTo>
                <a:cubicBezTo>
                  <a:pt x="162934" y="471"/>
                  <a:pt x="163184" y="301"/>
                  <a:pt x="163471" y="181"/>
                </a:cubicBezTo>
                <a:cubicBezTo>
                  <a:pt x="163758" y="60"/>
                  <a:pt x="164068" y="0"/>
                  <a:pt x="164401" y="0"/>
                </a:cubicBezTo>
                <a:close/>
                <a:moveTo>
                  <a:pt x="190046" y="24295"/>
                </a:moveTo>
                <a:cubicBezTo>
                  <a:pt x="189369" y="24474"/>
                  <a:pt x="188669" y="24601"/>
                  <a:pt x="187946" y="24679"/>
                </a:cubicBezTo>
                <a:cubicBezTo>
                  <a:pt x="187222" y="24756"/>
                  <a:pt x="186488" y="24795"/>
                  <a:pt x="185742" y="24795"/>
                </a:cubicBezTo>
                <a:cubicBezTo>
                  <a:pt x="183572" y="24795"/>
                  <a:pt x="181953" y="24304"/>
                  <a:pt x="180886" y="23323"/>
                </a:cubicBezTo>
                <a:cubicBezTo>
                  <a:pt x="179818" y="22341"/>
                  <a:pt x="179285" y="20835"/>
                  <a:pt x="179285" y="18803"/>
                </a:cubicBezTo>
                <a:lnTo>
                  <a:pt x="179285" y="9780"/>
                </a:lnTo>
                <a:lnTo>
                  <a:pt x="174446" y="9780"/>
                </a:lnTo>
                <a:lnTo>
                  <a:pt x="174446" y="7266"/>
                </a:lnTo>
                <a:lnTo>
                  <a:pt x="179285" y="7266"/>
                </a:lnTo>
                <a:lnTo>
                  <a:pt x="179285" y="2499"/>
                </a:lnTo>
                <a:lnTo>
                  <a:pt x="182281" y="1722"/>
                </a:lnTo>
                <a:lnTo>
                  <a:pt x="182281" y="7266"/>
                </a:lnTo>
                <a:lnTo>
                  <a:pt x="190046" y="7266"/>
                </a:lnTo>
                <a:lnTo>
                  <a:pt x="190046" y="9780"/>
                </a:lnTo>
                <a:lnTo>
                  <a:pt x="182281" y="9780"/>
                </a:lnTo>
                <a:lnTo>
                  <a:pt x="182281" y="18562"/>
                </a:lnTo>
                <a:cubicBezTo>
                  <a:pt x="182281" y="19801"/>
                  <a:pt x="182611" y="20728"/>
                  <a:pt x="183271" y="21343"/>
                </a:cubicBezTo>
                <a:cubicBezTo>
                  <a:pt x="183931" y="21957"/>
                  <a:pt x="184904" y="22264"/>
                  <a:pt x="186189" y="22264"/>
                </a:cubicBezTo>
                <a:cubicBezTo>
                  <a:pt x="186740" y="22264"/>
                  <a:pt x="187343" y="22219"/>
                  <a:pt x="187997" y="22131"/>
                </a:cubicBezTo>
                <a:cubicBezTo>
                  <a:pt x="188651" y="22042"/>
                  <a:pt x="189334" y="21902"/>
                  <a:pt x="190046" y="21713"/>
                </a:cubicBezTo>
                <a:lnTo>
                  <a:pt x="190046" y="24295"/>
                </a:lnTo>
                <a:close/>
                <a:moveTo>
                  <a:pt x="226577" y="24554"/>
                </a:moveTo>
                <a:lnTo>
                  <a:pt x="226508" y="22224"/>
                </a:lnTo>
                <a:cubicBezTo>
                  <a:pt x="225567" y="23156"/>
                  <a:pt x="224611" y="23829"/>
                  <a:pt x="223641" y="24243"/>
                </a:cubicBezTo>
                <a:cubicBezTo>
                  <a:pt x="222671" y="24657"/>
                  <a:pt x="221652" y="24864"/>
                  <a:pt x="220585" y="24864"/>
                </a:cubicBezTo>
                <a:cubicBezTo>
                  <a:pt x="219597" y="24864"/>
                  <a:pt x="218754" y="24737"/>
                  <a:pt x="218054" y="24484"/>
                </a:cubicBezTo>
                <a:cubicBezTo>
                  <a:pt x="217353" y="24231"/>
                  <a:pt x="216776" y="23884"/>
                  <a:pt x="216323" y="23441"/>
                </a:cubicBezTo>
                <a:cubicBezTo>
                  <a:pt x="215870" y="22998"/>
                  <a:pt x="215537" y="22478"/>
                  <a:pt x="215324" y="21880"/>
                </a:cubicBezTo>
                <a:cubicBezTo>
                  <a:pt x="215112" y="21282"/>
                  <a:pt x="215006" y="20632"/>
                  <a:pt x="215006" y="19931"/>
                </a:cubicBezTo>
                <a:cubicBezTo>
                  <a:pt x="215006" y="18195"/>
                  <a:pt x="215652" y="16835"/>
                  <a:pt x="216943" y="15852"/>
                </a:cubicBezTo>
                <a:cubicBezTo>
                  <a:pt x="218234" y="14869"/>
                  <a:pt x="220143" y="14378"/>
                  <a:pt x="222668" y="14378"/>
                </a:cubicBezTo>
                <a:lnTo>
                  <a:pt x="226250" y="14378"/>
                </a:lnTo>
                <a:lnTo>
                  <a:pt x="226250" y="12868"/>
                </a:lnTo>
                <a:cubicBezTo>
                  <a:pt x="226250" y="11850"/>
                  <a:pt x="225922" y="11035"/>
                  <a:pt x="225268" y="10423"/>
                </a:cubicBezTo>
                <a:cubicBezTo>
                  <a:pt x="224614" y="9811"/>
                  <a:pt x="223615" y="9505"/>
                  <a:pt x="222272" y="9505"/>
                </a:cubicBezTo>
                <a:cubicBezTo>
                  <a:pt x="221296" y="9505"/>
                  <a:pt x="220335" y="9615"/>
                  <a:pt x="219388" y="9837"/>
                </a:cubicBezTo>
                <a:cubicBezTo>
                  <a:pt x="218441" y="10058"/>
                  <a:pt x="217462" y="10372"/>
                  <a:pt x="216452" y="10779"/>
                </a:cubicBezTo>
                <a:lnTo>
                  <a:pt x="216452" y="8076"/>
                </a:lnTo>
                <a:cubicBezTo>
                  <a:pt x="216831" y="7936"/>
                  <a:pt x="217253" y="7799"/>
                  <a:pt x="217718" y="7664"/>
                </a:cubicBezTo>
                <a:cubicBezTo>
                  <a:pt x="218183" y="7530"/>
                  <a:pt x="218673" y="7411"/>
                  <a:pt x="219190" y="7306"/>
                </a:cubicBezTo>
                <a:cubicBezTo>
                  <a:pt x="219707" y="7201"/>
                  <a:pt x="220246" y="7116"/>
                  <a:pt x="220809" y="7053"/>
                </a:cubicBezTo>
                <a:cubicBezTo>
                  <a:pt x="221371" y="6988"/>
                  <a:pt x="221939" y="6956"/>
                  <a:pt x="222513" y="6956"/>
                </a:cubicBezTo>
                <a:cubicBezTo>
                  <a:pt x="223558" y="6956"/>
                  <a:pt x="224499" y="7071"/>
                  <a:pt x="225337" y="7301"/>
                </a:cubicBezTo>
                <a:cubicBezTo>
                  <a:pt x="226175" y="7530"/>
                  <a:pt x="226884" y="7880"/>
                  <a:pt x="227464" y="8351"/>
                </a:cubicBezTo>
                <a:cubicBezTo>
                  <a:pt x="228043" y="8822"/>
                  <a:pt x="228488" y="9413"/>
                  <a:pt x="228798" y="10125"/>
                </a:cubicBezTo>
                <a:cubicBezTo>
                  <a:pt x="229108" y="10836"/>
                  <a:pt x="229263" y="11674"/>
                  <a:pt x="229263" y="12638"/>
                </a:cubicBezTo>
                <a:lnTo>
                  <a:pt x="229263" y="24554"/>
                </a:lnTo>
                <a:lnTo>
                  <a:pt x="226577" y="24554"/>
                </a:lnTo>
                <a:moveTo>
                  <a:pt x="226250" y="16668"/>
                </a:moveTo>
                <a:lnTo>
                  <a:pt x="222444" y="16668"/>
                </a:lnTo>
                <a:cubicBezTo>
                  <a:pt x="221698" y="16668"/>
                  <a:pt x="221055" y="16743"/>
                  <a:pt x="220516" y="16893"/>
                </a:cubicBezTo>
                <a:cubicBezTo>
                  <a:pt x="219976" y="17042"/>
                  <a:pt x="219534" y="17255"/>
                  <a:pt x="219190" y="17531"/>
                </a:cubicBezTo>
                <a:cubicBezTo>
                  <a:pt x="218846" y="17807"/>
                  <a:pt x="218590" y="18139"/>
                  <a:pt x="218424" y="18525"/>
                </a:cubicBezTo>
                <a:cubicBezTo>
                  <a:pt x="218257" y="18910"/>
                  <a:pt x="218174" y="19345"/>
                  <a:pt x="218174" y="19828"/>
                </a:cubicBezTo>
                <a:cubicBezTo>
                  <a:pt x="218174" y="20162"/>
                  <a:pt x="218226" y="20482"/>
                  <a:pt x="218329" y="20787"/>
                </a:cubicBezTo>
                <a:cubicBezTo>
                  <a:pt x="218432" y="21092"/>
                  <a:pt x="218599" y="21363"/>
                  <a:pt x="218828" y="21599"/>
                </a:cubicBezTo>
                <a:cubicBezTo>
                  <a:pt x="219058" y="21835"/>
                  <a:pt x="219356" y="22022"/>
                  <a:pt x="219724" y="22160"/>
                </a:cubicBezTo>
                <a:cubicBezTo>
                  <a:pt x="220091" y="22298"/>
                  <a:pt x="220539" y="22367"/>
                  <a:pt x="221067" y="22367"/>
                </a:cubicBezTo>
                <a:cubicBezTo>
                  <a:pt x="221756" y="22367"/>
                  <a:pt x="222545" y="22157"/>
                  <a:pt x="223434" y="21737"/>
                </a:cubicBezTo>
                <a:cubicBezTo>
                  <a:pt x="224324" y="21316"/>
                  <a:pt x="225262" y="20651"/>
                  <a:pt x="226250" y="19742"/>
                </a:cubicBezTo>
                <a:lnTo>
                  <a:pt x="226250" y="16668"/>
                </a:lnTo>
                <a:close/>
                <a:moveTo>
                  <a:pt x="249043" y="207"/>
                </a:moveTo>
                <a:lnTo>
                  <a:pt x="237231" y="28273"/>
                </a:lnTo>
                <a:lnTo>
                  <a:pt x="234373" y="28273"/>
                </a:lnTo>
                <a:lnTo>
                  <a:pt x="246185" y="207"/>
                </a:lnTo>
                <a:lnTo>
                  <a:pt x="249043" y="207"/>
                </a:lnTo>
                <a:close/>
                <a:moveTo>
                  <a:pt x="267636" y="19836"/>
                </a:moveTo>
                <a:cubicBezTo>
                  <a:pt x="267636" y="20444"/>
                  <a:pt x="267533" y="20990"/>
                  <a:pt x="267326" y="21472"/>
                </a:cubicBezTo>
                <a:cubicBezTo>
                  <a:pt x="267120" y="21954"/>
                  <a:pt x="266838" y="22381"/>
                  <a:pt x="266483" y="22754"/>
                </a:cubicBezTo>
                <a:cubicBezTo>
                  <a:pt x="266127" y="23127"/>
                  <a:pt x="265713" y="23446"/>
                  <a:pt x="265243" y="23710"/>
                </a:cubicBezTo>
                <a:cubicBezTo>
                  <a:pt x="264772" y="23974"/>
                  <a:pt x="264270" y="24192"/>
                  <a:pt x="263736" y="24364"/>
                </a:cubicBezTo>
                <a:cubicBezTo>
                  <a:pt x="263202" y="24537"/>
                  <a:pt x="262654" y="24663"/>
                  <a:pt x="262092" y="24743"/>
                </a:cubicBezTo>
                <a:cubicBezTo>
                  <a:pt x="261529" y="24824"/>
                  <a:pt x="260978" y="24864"/>
                  <a:pt x="260439" y="24864"/>
                </a:cubicBezTo>
                <a:cubicBezTo>
                  <a:pt x="259268" y="24864"/>
                  <a:pt x="258192" y="24812"/>
                  <a:pt x="257210" y="24709"/>
                </a:cubicBezTo>
                <a:cubicBezTo>
                  <a:pt x="256229" y="24605"/>
                  <a:pt x="255267" y="24439"/>
                  <a:pt x="254326" y="24209"/>
                </a:cubicBezTo>
                <a:lnTo>
                  <a:pt x="254326" y="21454"/>
                </a:lnTo>
                <a:cubicBezTo>
                  <a:pt x="255336" y="21741"/>
                  <a:pt x="256341" y="21960"/>
                  <a:pt x="257339" y="22109"/>
                </a:cubicBezTo>
                <a:cubicBezTo>
                  <a:pt x="258338" y="22258"/>
                  <a:pt x="259331" y="22333"/>
                  <a:pt x="260318" y="22333"/>
                </a:cubicBezTo>
                <a:cubicBezTo>
                  <a:pt x="261753" y="22333"/>
                  <a:pt x="262815" y="22137"/>
                  <a:pt x="263504" y="21747"/>
                </a:cubicBezTo>
                <a:cubicBezTo>
                  <a:pt x="264192" y="21357"/>
                  <a:pt x="264537" y="20800"/>
                  <a:pt x="264537" y="20077"/>
                </a:cubicBezTo>
                <a:cubicBezTo>
                  <a:pt x="264537" y="19767"/>
                  <a:pt x="264482" y="19489"/>
                  <a:pt x="264373" y="19242"/>
                </a:cubicBezTo>
                <a:cubicBezTo>
                  <a:pt x="264264" y="18995"/>
                  <a:pt x="264066" y="18760"/>
                  <a:pt x="263779" y="18536"/>
                </a:cubicBezTo>
                <a:cubicBezTo>
                  <a:pt x="263492" y="18312"/>
                  <a:pt x="263047" y="18080"/>
                  <a:pt x="262445" y="17839"/>
                </a:cubicBezTo>
                <a:cubicBezTo>
                  <a:pt x="261842" y="17597"/>
                  <a:pt x="261019" y="17322"/>
                  <a:pt x="259974" y="17012"/>
                </a:cubicBezTo>
                <a:cubicBezTo>
                  <a:pt x="259193" y="16782"/>
                  <a:pt x="258473" y="16521"/>
                  <a:pt x="257813" y="16229"/>
                </a:cubicBezTo>
                <a:cubicBezTo>
                  <a:pt x="257153" y="15936"/>
                  <a:pt x="256582" y="15589"/>
                  <a:pt x="256100" y="15187"/>
                </a:cubicBezTo>
                <a:cubicBezTo>
                  <a:pt x="255618" y="14785"/>
                  <a:pt x="255239" y="14314"/>
                  <a:pt x="254963" y="13775"/>
                </a:cubicBezTo>
                <a:cubicBezTo>
                  <a:pt x="254688" y="13235"/>
                  <a:pt x="254550" y="12598"/>
                  <a:pt x="254550" y="11864"/>
                </a:cubicBezTo>
                <a:cubicBezTo>
                  <a:pt x="254550" y="11382"/>
                  <a:pt x="254662" y="10853"/>
                  <a:pt x="254886" y="10280"/>
                </a:cubicBezTo>
                <a:cubicBezTo>
                  <a:pt x="255110" y="9706"/>
                  <a:pt x="255491" y="9172"/>
                  <a:pt x="256031" y="8678"/>
                </a:cubicBezTo>
                <a:cubicBezTo>
                  <a:pt x="256570" y="8185"/>
                  <a:pt x="257299" y="7774"/>
                  <a:pt x="258218" y="7447"/>
                </a:cubicBezTo>
                <a:cubicBezTo>
                  <a:pt x="259136" y="7120"/>
                  <a:pt x="260284" y="6956"/>
                  <a:pt x="261661" y="6956"/>
                </a:cubicBezTo>
                <a:cubicBezTo>
                  <a:pt x="262339" y="6956"/>
                  <a:pt x="263090" y="6994"/>
                  <a:pt x="263917" y="7068"/>
                </a:cubicBezTo>
                <a:cubicBezTo>
                  <a:pt x="264743" y="7143"/>
                  <a:pt x="265604" y="7272"/>
                  <a:pt x="266500" y="7456"/>
                </a:cubicBezTo>
                <a:lnTo>
                  <a:pt x="266500" y="10125"/>
                </a:lnTo>
                <a:cubicBezTo>
                  <a:pt x="265558" y="9895"/>
                  <a:pt x="264666" y="9726"/>
                  <a:pt x="263822" y="9617"/>
                </a:cubicBezTo>
                <a:cubicBezTo>
                  <a:pt x="262979" y="9508"/>
                  <a:pt x="262247" y="9453"/>
                  <a:pt x="261627" y="9453"/>
                </a:cubicBezTo>
                <a:cubicBezTo>
                  <a:pt x="260881" y="9453"/>
                  <a:pt x="260252" y="9510"/>
                  <a:pt x="259741" y="9625"/>
                </a:cubicBezTo>
                <a:cubicBezTo>
                  <a:pt x="259231" y="9740"/>
                  <a:pt x="258817" y="9898"/>
                  <a:pt x="258502" y="10099"/>
                </a:cubicBezTo>
                <a:cubicBezTo>
                  <a:pt x="258186" y="10300"/>
                  <a:pt x="257959" y="10535"/>
                  <a:pt x="257822" y="10805"/>
                </a:cubicBezTo>
                <a:cubicBezTo>
                  <a:pt x="257684" y="11074"/>
                  <a:pt x="257615" y="11364"/>
                  <a:pt x="257615" y="11674"/>
                </a:cubicBezTo>
                <a:cubicBezTo>
                  <a:pt x="257615" y="11984"/>
                  <a:pt x="257675" y="12265"/>
                  <a:pt x="257796" y="12518"/>
                </a:cubicBezTo>
                <a:cubicBezTo>
                  <a:pt x="257916" y="12770"/>
                  <a:pt x="258140" y="13014"/>
                  <a:pt x="258467" y="13250"/>
                </a:cubicBezTo>
                <a:cubicBezTo>
                  <a:pt x="258794" y="13485"/>
                  <a:pt x="259251" y="13720"/>
                  <a:pt x="259836" y="13956"/>
                </a:cubicBezTo>
                <a:cubicBezTo>
                  <a:pt x="260422" y="14191"/>
                  <a:pt x="261185" y="14446"/>
                  <a:pt x="262126" y="14722"/>
                </a:cubicBezTo>
                <a:cubicBezTo>
                  <a:pt x="263148" y="15020"/>
                  <a:pt x="264009" y="15333"/>
                  <a:pt x="264709" y="15660"/>
                </a:cubicBezTo>
                <a:cubicBezTo>
                  <a:pt x="265409" y="15988"/>
                  <a:pt x="265977" y="16352"/>
                  <a:pt x="266414" y="16754"/>
                </a:cubicBezTo>
                <a:cubicBezTo>
                  <a:pt x="266850" y="17156"/>
                  <a:pt x="267163" y="17609"/>
                  <a:pt x="267352" y="18114"/>
                </a:cubicBezTo>
                <a:cubicBezTo>
                  <a:pt x="267541" y="18619"/>
                  <a:pt x="267636" y="19193"/>
                  <a:pt x="267636" y="19836"/>
                </a:cubicBezTo>
                <a:close/>
                <a:moveTo>
                  <a:pt x="274360" y="7266"/>
                </a:moveTo>
                <a:lnTo>
                  <a:pt x="277097" y="7266"/>
                </a:lnTo>
                <a:lnTo>
                  <a:pt x="277184" y="10444"/>
                </a:lnTo>
                <a:cubicBezTo>
                  <a:pt x="278205" y="9218"/>
                  <a:pt x="279212" y="8331"/>
                  <a:pt x="280205" y="7781"/>
                </a:cubicBezTo>
                <a:cubicBezTo>
                  <a:pt x="281198" y="7231"/>
                  <a:pt x="282200" y="6956"/>
                  <a:pt x="283210" y="6956"/>
                </a:cubicBezTo>
                <a:cubicBezTo>
                  <a:pt x="285001" y="6956"/>
                  <a:pt x="286358" y="7535"/>
                  <a:pt x="287282" y="8691"/>
                </a:cubicBezTo>
                <a:cubicBezTo>
                  <a:pt x="288206" y="9848"/>
                  <a:pt x="288634" y="11565"/>
                  <a:pt x="288565" y="13844"/>
                </a:cubicBezTo>
                <a:lnTo>
                  <a:pt x="285535" y="13844"/>
                </a:lnTo>
                <a:cubicBezTo>
                  <a:pt x="285569" y="12335"/>
                  <a:pt x="285348" y="11240"/>
                  <a:pt x="284872" y="10560"/>
                </a:cubicBezTo>
                <a:cubicBezTo>
                  <a:pt x="284395" y="9879"/>
                  <a:pt x="283698" y="9539"/>
                  <a:pt x="282780" y="9539"/>
                </a:cubicBezTo>
                <a:cubicBezTo>
                  <a:pt x="282378" y="9539"/>
                  <a:pt x="281973" y="9611"/>
                  <a:pt x="281566" y="9754"/>
                </a:cubicBezTo>
                <a:cubicBezTo>
                  <a:pt x="281158" y="9897"/>
                  <a:pt x="280739" y="10125"/>
                  <a:pt x="280309" y="10439"/>
                </a:cubicBezTo>
                <a:cubicBezTo>
                  <a:pt x="279878" y="10754"/>
                  <a:pt x="279422" y="11157"/>
                  <a:pt x="278940" y="11648"/>
                </a:cubicBezTo>
                <a:cubicBezTo>
                  <a:pt x="278458" y="12140"/>
                  <a:pt x="277941" y="12734"/>
                  <a:pt x="277390" y="13432"/>
                </a:cubicBezTo>
                <a:lnTo>
                  <a:pt x="277390" y="24554"/>
                </a:lnTo>
                <a:lnTo>
                  <a:pt x="274360" y="24554"/>
                </a:lnTo>
                <a:lnTo>
                  <a:pt x="274360" y="7266"/>
                </a:lnTo>
                <a:close/>
                <a:moveTo>
                  <a:pt x="306790" y="23917"/>
                </a:moveTo>
                <a:cubicBezTo>
                  <a:pt x="306010" y="24215"/>
                  <a:pt x="305209" y="24436"/>
                  <a:pt x="304388" y="24580"/>
                </a:cubicBezTo>
                <a:cubicBezTo>
                  <a:pt x="303568" y="24723"/>
                  <a:pt x="302721" y="24795"/>
                  <a:pt x="301849" y="24795"/>
                </a:cubicBezTo>
                <a:cubicBezTo>
                  <a:pt x="299117" y="24795"/>
                  <a:pt x="297013" y="24054"/>
                  <a:pt x="295538" y="22574"/>
                </a:cubicBezTo>
                <a:cubicBezTo>
                  <a:pt x="294063" y="21093"/>
                  <a:pt x="293325" y="18929"/>
                  <a:pt x="293325" y="16082"/>
                </a:cubicBezTo>
                <a:cubicBezTo>
                  <a:pt x="293325" y="14716"/>
                  <a:pt x="293538" y="13476"/>
                  <a:pt x="293963" y="12363"/>
                </a:cubicBezTo>
                <a:cubicBezTo>
                  <a:pt x="294387" y="11250"/>
                  <a:pt x="294984" y="10297"/>
                  <a:pt x="295753" y="9505"/>
                </a:cubicBezTo>
                <a:cubicBezTo>
                  <a:pt x="296522" y="8713"/>
                  <a:pt x="297441" y="8101"/>
                  <a:pt x="298508" y="7671"/>
                </a:cubicBezTo>
                <a:cubicBezTo>
                  <a:pt x="299576" y="7240"/>
                  <a:pt x="300752" y="7025"/>
                  <a:pt x="302038" y="7025"/>
                </a:cubicBezTo>
                <a:cubicBezTo>
                  <a:pt x="302933" y="7025"/>
                  <a:pt x="303771" y="7090"/>
                  <a:pt x="304552" y="7219"/>
                </a:cubicBezTo>
                <a:cubicBezTo>
                  <a:pt x="305333" y="7348"/>
                  <a:pt x="306079" y="7559"/>
                  <a:pt x="306790" y="7852"/>
                </a:cubicBezTo>
                <a:lnTo>
                  <a:pt x="306790" y="10710"/>
                </a:lnTo>
                <a:cubicBezTo>
                  <a:pt x="306044" y="10314"/>
                  <a:pt x="305284" y="10025"/>
                  <a:pt x="304509" y="9845"/>
                </a:cubicBezTo>
                <a:cubicBezTo>
                  <a:pt x="303734" y="9664"/>
                  <a:pt x="302933" y="9574"/>
                  <a:pt x="302107" y="9574"/>
                </a:cubicBezTo>
                <a:cubicBezTo>
                  <a:pt x="301338" y="9574"/>
                  <a:pt x="300612" y="9720"/>
                  <a:pt x="299929" y="10013"/>
                </a:cubicBezTo>
                <a:cubicBezTo>
                  <a:pt x="299246" y="10305"/>
                  <a:pt x="298646" y="10727"/>
                  <a:pt x="298129" y="11278"/>
                </a:cubicBezTo>
                <a:cubicBezTo>
                  <a:pt x="297613" y="11829"/>
                  <a:pt x="297205" y="12501"/>
                  <a:pt x="296907" y="13293"/>
                </a:cubicBezTo>
                <a:cubicBezTo>
                  <a:pt x="296608" y="14085"/>
                  <a:pt x="296459" y="14980"/>
                  <a:pt x="296459" y="15979"/>
                </a:cubicBezTo>
                <a:cubicBezTo>
                  <a:pt x="296459" y="18068"/>
                  <a:pt x="296967" y="19632"/>
                  <a:pt x="297983" y="20671"/>
                </a:cubicBezTo>
                <a:cubicBezTo>
                  <a:pt x="298999" y="21710"/>
                  <a:pt x="300408" y="22229"/>
                  <a:pt x="302210" y="22229"/>
                </a:cubicBezTo>
                <a:cubicBezTo>
                  <a:pt x="303025" y="22229"/>
                  <a:pt x="303814" y="22137"/>
                  <a:pt x="304578" y="21954"/>
                </a:cubicBezTo>
                <a:cubicBezTo>
                  <a:pt x="305341" y="21770"/>
                  <a:pt x="306079" y="21495"/>
                  <a:pt x="306790" y="21127"/>
                </a:cubicBezTo>
                <a:lnTo>
                  <a:pt x="306790" y="23917"/>
                </a:lnTo>
                <a:close/>
                <a:moveTo>
                  <a:pt x="326962" y="207"/>
                </a:moveTo>
                <a:lnTo>
                  <a:pt x="315150" y="28273"/>
                </a:lnTo>
                <a:lnTo>
                  <a:pt x="312291" y="28273"/>
                </a:lnTo>
                <a:lnTo>
                  <a:pt x="324103" y="207"/>
                </a:lnTo>
                <a:lnTo>
                  <a:pt x="326962" y="207"/>
                </a:lnTo>
                <a:close/>
                <a:moveTo>
                  <a:pt x="345166" y="23917"/>
                </a:moveTo>
                <a:cubicBezTo>
                  <a:pt x="344385" y="24215"/>
                  <a:pt x="343585" y="24436"/>
                  <a:pt x="342764" y="24580"/>
                </a:cubicBezTo>
                <a:cubicBezTo>
                  <a:pt x="341943" y="24723"/>
                  <a:pt x="341096" y="24795"/>
                  <a:pt x="340224" y="24795"/>
                </a:cubicBezTo>
                <a:cubicBezTo>
                  <a:pt x="337492" y="24795"/>
                  <a:pt x="335388" y="24054"/>
                  <a:pt x="333913" y="22574"/>
                </a:cubicBezTo>
                <a:cubicBezTo>
                  <a:pt x="332438" y="21093"/>
                  <a:pt x="331701" y="18929"/>
                  <a:pt x="331701" y="16082"/>
                </a:cubicBezTo>
                <a:cubicBezTo>
                  <a:pt x="331701" y="14716"/>
                  <a:pt x="331913" y="13476"/>
                  <a:pt x="332338" y="12363"/>
                </a:cubicBezTo>
                <a:cubicBezTo>
                  <a:pt x="332763" y="11250"/>
                  <a:pt x="333360" y="10297"/>
                  <a:pt x="334129" y="9505"/>
                </a:cubicBezTo>
                <a:cubicBezTo>
                  <a:pt x="334898" y="8713"/>
                  <a:pt x="335816" y="8101"/>
                  <a:pt x="336884" y="7671"/>
                </a:cubicBezTo>
                <a:cubicBezTo>
                  <a:pt x="337951" y="7240"/>
                  <a:pt x="339128" y="7025"/>
                  <a:pt x="340413" y="7025"/>
                </a:cubicBezTo>
                <a:cubicBezTo>
                  <a:pt x="341309" y="7025"/>
                  <a:pt x="342147" y="7090"/>
                  <a:pt x="342927" y="7219"/>
                </a:cubicBezTo>
                <a:cubicBezTo>
                  <a:pt x="343708" y="7348"/>
                  <a:pt x="344454" y="7559"/>
                  <a:pt x="345166" y="7852"/>
                </a:cubicBezTo>
                <a:lnTo>
                  <a:pt x="345166" y="10710"/>
                </a:lnTo>
                <a:cubicBezTo>
                  <a:pt x="344420" y="10314"/>
                  <a:pt x="343659" y="10025"/>
                  <a:pt x="342884" y="9845"/>
                </a:cubicBezTo>
                <a:cubicBezTo>
                  <a:pt x="342110" y="9664"/>
                  <a:pt x="341309" y="9574"/>
                  <a:pt x="340482" y="9574"/>
                </a:cubicBezTo>
                <a:cubicBezTo>
                  <a:pt x="339713" y="9574"/>
                  <a:pt x="338987" y="9720"/>
                  <a:pt x="338304" y="10013"/>
                </a:cubicBezTo>
                <a:cubicBezTo>
                  <a:pt x="337621" y="10305"/>
                  <a:pt x="337021" y="10727"/>
                  <a:pt x="336505" y="11278"/>
                </a:cubicBezTo>
                <a:cubicBezTo>
                  <a:pt x="335988" y="11829"/>
                  <a:pt x="335581" y="12501"/>
                  <a:pt x="335282" y="13293"/>
                </a:cubicBezTo>
                <a:cubicBezTo>
                  <a:pt x="334984" y="14085"/>
                  <a:pt x="334835" y="14980"/>
                  <a:pt x="334835" y="15979"/>
                </a:cubicBezTo>
                <a:cubicBezTo>
                  <a:pt x="334835" y="18068"/>
                  <a:pt x="335343" y="19632"/>
                  <a:pt x="336358" y="20671"/>
                </a:cubicBezTo>
                <a:cubicBezTo>
                  <a:pt x="337374" y="21710"/>
                  <a:pt x="338783" y="22229"/>
                  <a:pt x="340586" y="22229"/>
                </a:cubicBezTo>
                <a:cubicBezTo>
                  <a:pt x="341401" y="22229"/>
                  <a:pt x="342190" y="22137"/>
                  <a:pt x="342953" y="21954"/>
                </a:cubicBezTo>
                <a:cubicBezTo>
                  <a:pt x="343717" y="21770"/>
                  <a:pt x="344454" y="21495"/>
                  <a:pt x="345166" y="21127"/>
                </a:cubicBezTo>
                <a:lnTo>
                  <a:pt x="345166" y="23917"/>
                </a:lnTo>
                <a:close/>
                <a:moveTo>
                  <a:pt x="362518" y="24554"/>
                </a:moveTo>
                <a:lnTo>
                  <a:pt x="362450" y="22224"/>
                </a:lnTo>
                <a:cubicBezTo>
                  <a:pt x="361508" y="23156"/>
                  <a:pt x="360553" y="23829"/>
                  <a:pt x="359583" y="24243"/>
                </a:cubicBezTo>
                <a:cubicBezTo>
                  <a:pt x="358613" y="24657"/>
                  <a:pt x="357594" y="24864"/>
                  <a:pt x="356526" y="24864"/>
                </a:cubicBezTo>
                <a:cubicBezTo>
                  <a:pt x="355539" y="24864"/>
                  <a:pt x="354695" y="24737"/>
                  <a:pt x="353995" y="24484"/>
                </a:cubicBezTo>
                <a:cubicBezTo>
                  <a:pt x="353295" y="24231"/>
                  <a:pt x="352718" y="23884"/>
                  <a:pt x="352265" y="23441"/>
                </a:cubicBezTo>
                <a:cubicBezTo>
                  <a:pt x="351811" y="22998"/>
                  <a:pt x="351478" y="22478"/>
                  <a:pt x="351266" y="21880"/>
                </a:cubicBezTo>
                <a:cubicBezTo>
                  <a:pt x="351054" y="21282"/>
                  <a:pt x="350948" y="20632"/>
                  <a:pt x="350948" y="19931"/>
                </a:cubicBezTo>
                <a:cubicBezTo>
                  <a:pt x="350948" y="18195"/>
                  <a:pt x="351593" y="16835"/>
                  <a:pt x="352885" y="15852"/>
                </a:cubicBezTo>
                <a:cubicBezTo>
                  <a:pt x="354176" y="14869"/>
                  <a:pt x="356084" y="14378"/>
                  <a:pt x="358610" y="14378"/>
                </a:cubicBezTo>
                <a:lnTo>
                  <a:pt x="362191" y="14378"/>
                </a:lnTo>
                <a:lnTo>
                  <a:pt x="362191" y="12868"/>
                </a:lnTo>
                <a:cubicBezTo>
                  <a:pt x="362191" y="11850"/>
                  <a:pt x="361864" y="11035"/>
                  <a:pt x="361210" y="10423"/>
                </a:cubicBezTo>
                <a:cubicBezTo>
                  <a:pt x="360556" y="9811"/>
                  <a:pt x="359557" y="9505"/>
                  <a:pt x="358214" y="9505"/>
                </a:cubicBezTo>
                <a:cubicBezTo>
                  <a:pt x="357238" y="9505"/>
                  <a:pt x="356277" y="9615"/>
                  <a:pt x="355330" y="9837"/>
                </a:cubicBezTo>
                <a:cubicBezTo>
                  <a:pt x="354383" y="10058"/>
                  <a:pt x="353404" y="10372"/>
                  <a:pt x="352394" y="10779"/>
                </a:cubicBezTo>
                <a:lnTo>
                  <a:pt x="352394" y="8076"/>
                </a:lnTo>
                <a:cubicBezTo>
                  <a:pt x="352773" y="7936"/>
                  <a:pt x="353195" y="7799"/>
                  <a:pt x="353659" y="7664"/>
                </a:cubicBezTo>
                <a:cubicBezTo>
                  <a:pt x="354124" y="7530"/>
                  <a:pt x="354615" y="7411"/>
                  <a:pt x="355132" y="7306"/>
                </a:cubicBezTo>
                <a:cubicBezTo>
                  <a:pt x="355648" y="7201"/>
                  <a:pt x="356188" y="7116"/>
                  <a:pt x="356750" y="7053"/>
                </a:cubicBezTo>
                <a:cubicBezTo>
                  <a:pt x="357313" y="6988"/>
                  <a:pt x="357881" y="6956"/>
                  <a:pt x="358455" y="6956"/>
                </a:cubicBezTo>
                <a:cubicBezTo>
                  <a:pt x="359499" y="6956"/>
                  <a:pt x="360441" y="7071"/>
                  <a:pt x="361279" y="7301"/>
                </a:cubicBezTo>
                <a:cubicBezTo>
                  <a:pt x="362117" y="7530"/>
                  <a:pt x="362826" y="7880"/>
                  <a:pt x="363405" y="8351"/>
                </a:cubicBezTo>
                <a:cubicBezTo>
                  <a:pt x="363985" y="8822"/>
                  <a:pt x="364430" y="9413"/>
                  <a:pt x="364740" y="10125"/>
                </a:cubicBezTo>
                <a:cubicBezTo>
                  <a:pt x="365050" y="10836"/>
                  <a:pt x="365205" y="11674"/>
                  <a:pt x="365205" y="12638"/>
                </a:cubicBezTo>
                <a:lnTo>
                  <a:pt x="365205" y="24554"/>
                </a:lnTo>
                <a:lnTo>
                  <a:pt x="362518" y="24554"/>
                </a:lnTo>
                <a:moveTo>
                  <a:pt x="362191" y="16668"/>
                </a:moveTo>
                <a:lnTo>
                  <a:pt x="358386" y="16668"/>
                </a:lnTo>
                <a:cubicBezTo>
                  <a:pt x="357640" y="16668"/>
                  <a:pt x="356997" y="16743"/>
                  <a:pt x="356458" y="16893"/>
                </a:cubicBezTo>
                <a:cubicBezTo>
                  <a:pt x="355918" y="17042"/>
                  <a:pt x="355476" y="17255"/>
                  <a:pt x="355132" y="17531"/>
                </a:cubicBezTo>
                <a:cubicBezTo>
                  <a:pt x="354787" y="17807"/>
                  <a:pt x="354532" y="18139"/>
                  <a:pt x="354365" y="18525"/>
                </a:cubicBezTo>
                <a:cubicBezTo>
                  <a:pt x="354199" y="18910"/>
                  <a:pt x="354116" y="19345"/>
                  <a:pt x="354116" y="19828"/>
                </a:cubicBezTo>
                <a:cubicBezTo>
                  <a:pt x="354116" y="20162"/>
                  <a:pt x="354167" y="20482"/>
                  <a:pt x="354271" y="20787"/>
                </a:cubicBezTo>
                <a:cubicBezTo>
                  <a:pt x="354374" y="21092"/>
                  <a:pt x="354540" y="21363"/>
                  <a:pt x="354770" y="21599"/>
                </a:cubicBezTo>
                <a:cubicBezTo>
                  <a:pt x="355000" y="21835"/>
                  <a:pt x="355298" y="22022"/>
                  <a:pt x="355665" y="22160"/>
                </a:cubicBezTo>
                <a:cubicBezTo>
                  <a:pt x="356033" y="22298"/>
                  <a:pt x="356480" y="22367"/>
                  <a:pt x="357009" y="22367"/>
                </a:cubicBezTo>
                <a:cubicBezTo>
                  <a:pt x="357697" y="22367"/>
                  <a:pt x="358486" y="22157"/>
                  <a:pt x="359376" y="21737"/>
                </a:cubicBezTo>
                <a:cubicBezTo>
                  <a:pt x="360266" y="21316"/>
                  <a:pt x="361204" y="20651"/>
                  <a:pt x="362191" y="19742"/>
                </a:cubicBezTo>
                <a:lnTo>
                  <a:pt x="362191" y="16668"/>
                </a:lnTo>
                <a:close/>
                <a:moveTo>
                  <a:pt x="384779" y="19836"/>
                </a:moveTo>
                <a:cubicBezTo>
                  <a:pt x="384779" y="20444"/>
                  <a:pt x="384675" y="20990"/>
                  <a:pt x="384469" y="21472"/>
                </a:cubicBezTo>
                <a:cubicBezTo>
                  <a:pt x="384262" y="21954"/>
                  <a:pt x="383981" y="22381"/>
                  <a:pt x="383625" y="22754"/>
                </a:cubicBezTo>
                <a:cubicBezTo>
                  <a:pt x="383269" y="23127"/>
                  <a:pt x="382856" y="23446"/>
                  <a:pt x="382385" y="23710"/>
                </a:cubicBezTo>
                <a:cubicBezTo>
                  <a:pt x="381915" y="23974"/>
                  <a:pt x="381412" y="24192"/>
                  <a:pt x="380879" y="24364"/>
                </a:cubicBezTo>
                <a:cubicBezTo>
                  <a:pt x="380345" y="24537"/>
                  <a:pt x="379797" y="24663"/>
                  <a:pt x="379234" y="24743"/>
                </a:cubicBezTo>
                <a:cubicBezTo>
                  <a:pt x="378672" y="24824"/>
                  <a:pt x="378121" y="24864"/>
                  <a:pt x="377581" y="24864"/>
                </a:cubicBezTo>
                <a:cubicBezTo>
                  <a:pt x="376410" y="24864"/>
                  <a:pt x="375334" y="24812"/>
                  <a:pt x="374353" y="24709"/>
                </a:cubicBezTo>
                <a:cubicBezTo>
                  <a:pt x="373371" y="24605"/>
                  <a:pt x="372410" y="24439"/>
                  <a:pt x="371469" y="24209"/>
                </a:cubicBezTo>
                <a:lnTo>
                  <a:pt x="371469" y="21454"/>
                </a:lnTo>
                <a:cubicBezTo>
                  <a:pt x="372479" y="21741"/>
                  <a:pt x="373483" y="21960"/>
                  <a:pt x="374482" y="22109"/>
                </a:cubicBezTo>
                <a:cubicBezTo>
                  <a:pt x="375481" y="22258"/>
                  <a:pt x="376473" y="22333"/>
                  <a:pt x="377461" y="22333"/>
                </a:cubicBezTo>
                <a:cubicBezTo>
                  <a:pt x="378896" y="22333"/>
                  <a:pt x="379957" y="22137"/>
                  <a:pt x="380646" y="21747"/>
                </a:cubicBezTo>
                <a:cubicBezTo>
                  <a:pt x="381335" y="21357"/>
                  <a:pt x="381679" y="20800"/>
                  <a:pt x="381679" y="20077"/>
                </a:cubicBezTo>
                <a:cubicBezTo>
                  <a:pt x="381679" y="19767"/>
                  <a:pt x="381625" y="19489"/>
                  <a:pt x="381516" y="19242"/>
                </a:cubicBezTo>
                <a:cubicBezTo>
                  <a:pt x="381407" y="18995"/>
                  <a:pt x="381209" y="18760"/>
                  <a:pt x="380922" y="18536"/>
                </a:cubicBezTo>
                <a:cubicBezTo>
                  <a:pt x="380635" y="18312"/>
                  <a:pt x="380190" y="18080"/>
                  <a:pt x="379587" y="17839"/>
                </a:cubicBezTo>
                <a:cubicBezTo>
                  <a:pt x="378985" y="17597"/>
                  <a:pt x="378161" y="17322"/>
                  <a:pt x="377116" y="17012"/>
                </a:cubicBezTo>
                <a:cubicBezTo>
                  <a:pt x="376336" y="16782"/>
                  <a:pt x="375615" y="16521"/>
                  <a:pt x="374955" y="16229"/>
                </a:cubicBezTo>
                <a:cubicBezTo>
                  <a:pt x="374295" y="15936"/>
                  <a:pt x="373724" y="15589"/>
                  <a:pt x="373242" y="15187"/>
                </a:cubicBezTo>
                <a:cubicBezTo>
                  <a:pt x="372760" y="14785"/>
                  <a:pt x="372381" y="14314"/>
                  <a:pt x="372106" y="13775"/>
                </a:cubicBezTo>
                <a:cubicBezTo>
                  <a:pt x="371830" y="13235"/>
                  <a:pt x="371692" y="12598"/>
                  <a:pt x="371692" y="11864"/>
                </a:cubicBezTo>
                <a:cubicBezTo>
                  <a:pt x="371692" y="11382"/>
                  <a:pt x="371804" y="10853"/>
                  <a:pt x="372028" y="10280"/>
                </a:cubicBezTo>
                <a:cubicBezTo>
                  <a:pt x="372252" y="9706"/>
                  <a:pt x="372634" y="9172"/>
                  <a:pt x="373173" y="8678"/>
                </a:cubicBezTo>
                <a:cubicBezTo>
                  <a:pt x="373713" y="8185"/>
                  <a:pt x="374442" y="7774"/>
                  <a:pt x="375360" y="7447"/>
                </a:cubicBezTo>
                <a:cubicBezTo>
                  <a:pt x="376278" y="7120"/>
                  <a:pt x="377426" y="6956"/>
                  <a:pt x="378804" y="6956"/>
                </a:cubicBezTo>
                <a:cubicBezTo>
                  <a:pt x="379481" y="6956"/>
                  <a:pt x="380233" y="6994"/>
                  <a:pt x="381059" y="7068"/>
                </a:cubicBezTo>
                <a:cubicBezTo>
                  <a:pt x="381886" y="7143"/>
                  <a:pt x="382747" y="7272"/>
                  <a:pt x="383642" y="7456"/>
                </a:cubicBezTo>
                <a:lnTo>
                  <a:pt x="383642" y="10125"/>
                </a:lnTo>
                <a:cubicBezTo>
                  <a:pt x="382701" y="9895"/>
                  <a:pt x="381808" y="9726"/>
                  <a:pt x="380965" y="9617"/>
                </a:cubicBezTo>
                <a:cubicBezTo>
                  <a:pt x="380121" y="9508"/>
                  <a:pt x="379389" y="9453"/>
                  <a:pt x="378769" y="9453"/>
                </a:cubicBezTo>
                <a:cubicBezTo>
                  <a:pt x="378023" y="9453"/>
                  <a:pt x="377395" y="9510"/>
                  <a:pt x="376884" y="9625"/>
                </a:cubicBezTo>
                <a:cubicBezTo>
                  <a:pt x="376373" y="9740"/>
                  <a:pt x="375960" y="9898"/>
                  <a:pt x="375644" y="10099"/>
                </a:cubicBezTo>
                <a:cubicBezTo>
                  <a:pt x="375328" y="10300"/>
                  <a:pt x="375102" y="10535"/>
                  <a:pt x="374964" y="10805"/>
                </a:cubicBezTo>
                <a:cubicBezTo>
                  <a:pt x="374826" y="11074"/>
                  <a:pt x="374757" y="11364"/>
                  <a:pt x="374757" y="11674"/>
                </a:cubicBezTo>
                <a:cubicBezTo>
                  <a:pt x="374757" y="11984"/>
                  <a:pt x="374818" y="12265"/>
                  <a:pt x="374938" y="12518"/>
                </a:cubicBezTo>
                <a:cubicBezTo>
                  <a:pt x="375059" y="12770"/>
                  <a:pt x="375283" y="13014"/>
                  <a:pt x="375610" y="13250"/>
                </a:cubicBezTo>
                <a:cubicBezTo>
                  <a:pt x="375937" y="13485"/>
                  <a:pt x="376393" y="13720"/>
                  <a:pt x="376979" y="13956"/>
                </a:cubicBezTo>
                <a:cubicBezTo>
                  <a:pt x="377564" y="14191"/>
                  <a:pt x="378327" y="14446"/>
                  <a:pt x="379269" y="14722"/>
                </a:cubicBezTo>
                <a:cubicBezTo>
                  <a:pt x="380290" y="15020"/>
                  <a:pt x="381151" y="15333"/>
                  <a:pt x="381851" y="15660"/>
                </a:cubicBezTo>
                <a:cubicBezTo>
                  <a:pt x="382552" y="15988"/>
                  <a:pt x="383120" y="16352"/>
                  <a:pt x="383556" y="16754"/>
                </a:cubicBezTo>
                <a:cubicBezTo>
                  <a:pt x="383992" y="17156"/>
                  <a:pt x="384305" y="17609"/>
                  <a:pt x="384495" y="18114"/>
                </a:cubicBezTo>
                <a:cubicBezTo>
                  <a:pt x="384684" y="18619"/>
                  <a:pt x="384779" y="19193"/>
                  <a:pt x="384779" y="19836"/>
                </a:cubicBezTo>
                <a:close/>
                <a:moveTo>
                  <a:pt x="404197" y="23917"/>
                </a:moveTo>
                <a:cubicBezTo>
                  <a:pt x="403417" y="24215"/>
                  <a:pt x="402616" y="24436"/>
                  <a:pt x="401795" y="24580"/>
                </a:cubicBezTo>
                <a:cubicBezTo>
                  <a:pt x="400975" y="24723"/>
                  <a:pt x="400128" y="24795"/>
                  <a:pt x="399256" y="24795"/>
                </a:cubicBezTo>
                <a:cubicBezTo>
                  <a:pt x="396524" y="24795"/>
                  <a:pt x="394420" y="24054"/>
                  <a:pt x="392945" y="22574"/>
                </a:cubicBezTo>
                <a:cubicBezTo>
                  <a:pt x="391470" y="21093"/>
                  <a:pt x="390733" y="18929"/>
                  <a:pt x="390733" y="16082"/>
                </a:cubicBezTo>
                <a:cubicBezTo>
                  <a:pt x="390733" y="14716"/>
                  <a:pt x="390945" y="13476"/>
                  <a:pt x="391370" y="12363"/>
                </a:cubicBezTo>
                <a:cubicBezTo>
                  <a:pt x="391794" y="11250"/>
                  <a:pt x="392391" y="10297"/>
                  <a:pt x="393160" y="9505"/>
                </a:cubicBezTo>
                <a:cubicBezTo>
                  <a:pt x="393929" y="8713"/>
                  <a:pt x="394848" y="8101"/>
                  <a:pt x="395915" y="7671"/>
                </a:cubicBezTo>
                <a:cubicBezTo>
                  <a:pt x="396983" y="7240"/>
                  <a:pt x="398159" y="7025"/>
                  <a:pt x="399445" y="7025"/>
                </a:cubicBezTo>
                <a:cubicBezTo>
                  <a:pt x="400340" y="7025"/>
                  <a:pt x="401178" y="7090"/>
                  <a:pt x="401959" y="7219"/>
                </a:cubicBezTo>
                <a:cubicBezTo>
                  <a:pt x="402740" y="7348"/>
                  <a:pt x="403486" y="7559"/>
                  <a:pt x="404197" y="7852"/>
                </a:cubicBezTo>
                <a:lnTo>
                  <a:pt x="404197" y="10710"/>
                </a:lnTo>
                <a:cubicBezTo>
                  <a:pt x="403451" y="10314"/>
                  <a:pt x="402691" y="10025"/>
                  <a:pt x="401916" y="9845"/>
                </a:cubicBezTo>
                <a:cubicBezTo>
                  <a:pt x="401141" y="9664"/>
                  <a:pt x="400340" y="9574"/>
                  <a:pt x="399514" y="9574"/>
                </a:cubicBezTo>
                <a:cubicBezTo>
                  <a:pt x="398745" y="9574"/>
                  <a:pt x="398019" y="9720"/>
                  <a:pt x="397336" y="10013"/>
                </a:cubicBezTo>
                <a:cubicBezTo>
                  <a:pt x="396653" y="10305"/>
                  <a:pt x="396053" y="10727"/>
                  <a:pt x="395536" y="11278"/>
                </a:cubicBezTo>
                <a:cubicBezTo>
                  <a:pt x="395020" y="11829"/>
                  <a:pt x="394612" y="12501"/>
                  <a:pt x="394314" y="13293"/>
                </a:cubicBezTo>
                <a:cubicBezTo>
                  <a:pt x="394016" y="14085"/>
                  <a:pt x="393866" y="14980"/>
                  <a:pt x="393866" y="15979"/>
                </a:cubicBezTo>
                <a:cubicBezTo>
                  <a:pt x="393866" y="18068"/>
                  <a:pt x="394374" y="19632"/>
                  <a:pt x="395390" y="20671"/>
                </a:cubicBezTo>
                <a:cubicBezTo>
                  <a:pt x="396406" y="21710"/>
                  <a:pt x="397815" y="22229"/>
                  <a:pt x="399617" y="22229"/>
                </a:cubicBezTo>
                <a:cubicBezTo>
                  <a:pt x="400432" y="22229"/>
                  <a:pt x="401222" y="22137"/>
                  <a:pt x="401985" y="21954"/>
                </a:cubicBezTo>
                <a:cubicBezTo>
                  <a:pt x="402748" y="21770"/>
                  <a:pt x="403486" y="21495"/>
                  <a:pt x="404197" y="21127"/>
                </a:cubicBezTo>
                <a:lnTo>
                  <a:pt x="404197" y="23917"/>
                </a:lnTo>
                <a:close/>
                <a:moveTo>
                  <a:pt x="420527" y="24554"/>
                </a:moveTo>
                <a:lnTo>
                  <a:pt x="420458" y="22224"/>
                </a:lnTo>
                <a:cubicBezTo>
                  <a:pt x="419517" y="23156"/>
                  <a:pt x="418561" y="23829"/>
                  <a:pt x="417591" y="24243"/>
                </a:cubicBezTo>
                <a:cubicBezTo>
                  <a:pt x="416622" y="24657"/>
                  <a:pt x="415603" y="24864"/>
                  <a:pt x="414535" y="24864"/>
                </a:cubicBezTo>
                <a:cubicBezTo>
                  <a:pt x="413548" y="24864"/>
                  <a:pt x="412704" y="24737"/>
                  <a:pt x="412004" y="24484"/>
                </a:cubicBezTo>
                <a:cubicBezTo>
                  <a:pt x="411304" y="24231"/>
                  <a:pt x="410727" y="23884"/>
                  <a:pt x="410274" y="23441"/>
                </a:cubicBezTo>
                <a:cubicBezTo>
                  <a:pt x="409820" y="22998"/>
                  <a:pt x="409487" y="22478"/>
                  <a:pt x="409275" y="21880"/>
                </a:cubicBezTo>
                <a:cubicBezTo>
                  <a:pt x="409063" y="21282"/>
                  <a:pt x="408956" y="20632"/>
                  <a:pt x="408956" y="19931"/>
                </a:cubicBezTo>
                <a:cubicBezTo>
                  <a:pt x="408956" y="18195"/>
                  <a:pt x="409602" y="16835"/>
                  <a:pt x="410893" y="15852"/>
                </a:cubicBezTo>
                <a:cubicBezTo>
                  <a:pt x="412185" y="14869"/>
                  <a:pt x="414093" y="14378"/>
                  <a:pt x="416619" y="14378"/>
                </a:cubicBezTo>
                <a:lnTo>
                  <a:pt x="420200" y="14378"/>
                </a:lnTo>
                <a:lnTo>
                  <a:pt x="420200" y="12868"/>
                </a:lnTo>
                <a:cubicBezTo>
                  <a:pt x="420200" y="11850"/>
                  <a:pt x="419873" y="11035"/>
                  <a:pt x="419219" y="10423"/>
                </a:cubicBezTo>
                <a:cubicBezTo>
                  <a:pt x="418564" y="9811"/>
                  <a:pt x="417566" y="9505"/>
                  <a:pt x="416223" y="9505"/>
                </a:cubicBezTo>
                <a:cubicBezTo>
                  <a:pt x="415247" y="9505"/>
                  <a:pt x="414286" y="9615"/>
                  <a:pt x="413338" y="9837"/>
                </a:cubicBezTo>
                <a:cubicBezTo>
                  <a:pt x="412391" y="10058"/>
                  <a:pt x="411413" y="10372"/>
                  <a:pt x="410403" y="10779"/>
                </a:cubicBezTo>
                <a:lnTo>
                  <a:pt x="410403" y="8076"/>
                </a:lnTo>
                <a:cubicBezTo>
                  <a:pt x="410782" y="7936"/>
                  <a:pt x="411203" y="7799"/>
                  <a:pt x="411668" y="7664"/>
                </a:cubicBezTo>
                <a:cubicBezTo>
                  <a:pt x="412133" y="7530"/>
                  <a:pt x="412624" y="7411"/>
                  <a:pt x="413140" y="7306"/>
                </a:cubicBezTo>
                <a:cubicBezTo>
                  <a:pt x="413657" y="7201"/>
                  <a:pt x="414197" y="7116"/>
                  <a:pt x="414759" y="7053"/>
                </a:cubicBezTo>
                <a:cubicBezTo>
                  <a:pt x="415321" y="6988"/>
                  <a:pt x="415890" y="6956"/>
                  <a:pt x="416464" y="6956"/>
                </a:cubicBezTo>
                <a:cubicBezTo>
                  <a:pt x="417508" y="6956"/>
                  <a:pt x="418450" y="7071"/>
                  <a:pt x="419288" y="7301"/>
                </a:cubicBezTo>
                <a:cubicBezTo>
                  <a:pt x="420125" y="7530"/>
                  <a:pt x="420834" y="7880"/>
                  <a:pt x="421414" y="8351"/>
                </a:cubicBezTo>
                <a:cubicBezTo>
                  <a:pt x="421994" y="8822"/>
                  <a:pt x="422439" y="9413"/>
                  <a:pt x="422748" y="10125"/>
                </a:cubicBezTo>
                <a:cubicBezTo>
                  <a:pt x="423058" y="10836"/>
                  <a:pt x="423213" y="11674"/>
                  <a:pt x="423213" y="12638"/>
                </a:cubicBezTo>
                <a:lnTo>
                  <a:pt x="423213" y="24554"/>
                </a:lnTo>
                <a:lnTo>
                  <a:pt x="420527" y="24554"/>
                </a:lnTo>
                <a:moveTo>
                  <a:pt x="420200" y="16668"/>
                </a:moveTo>
                <a:lnTo>
                  <a:pt x="416395" y="16668"/>
                </a:lnTo>
                <a:cubicBezTo>
                  <a:pt x="415649" y="16668"/>
                  <a:pt x="415006" y="16743"/>
                  <a:pt x="414466" y="16893"/>
                </a:cubicBezTo>
                <a:cubicBezTo>
                  <a:pt x="413927" y="17042"/>
                  <a:pt x="413485" y="17255"/>
                  <a:pt x="413140" y="17531"/>
                </a:cubicBezTo>
                <a:cubicBezTo>
                  <a:pt x="412796" y="17807"/>
                  <a:pt x="412541" y="18139"/>
                  <a:pt x="412374" y="18525"/>
                </a:cubicBezTo>
                <a:cubicBezTo>
                  <a:pt x="412208" y="18910"/>
                  <a:pt x="412125" y="19345"/>
                  <a:pt x="412125" y="19828"/>
                </a:cubicBezTo>
                <a:cubicBezTo>
                  <a:pt x="412125" y="20162"/>
                  <a:pt x="412176" y="20482"/>
                  <a:pt x="412280" y="20787"/>
                </a:cubicBezTo>
                <a:cubicBezTo>
                  <a:pt x="412383" y="21092"/>
                  <a:pt x="412549" y="21363"/>
                  <a:pt x="412779" y="21599"/>
                </a:cubicBezTo>
                <a:cubicBezTo>
                  <a:pt x="413008" y="21835"/>
                  <a:pt x="413307" y="22022"/>
                  <a:pt x="413674" y="22160"/>
                </a:cubicBezTo>
                <a:cubicBezTo>
                  <a:pt x="414042" y="22298"/>
                  <a:pt x="414489" y="22367"/>
                  <a:pt x="415017" y="22367"/>
                </a:cubicBezTo>
                <a:cubicBezTo>
                  <a:pt x="415706" y="22367"/>
                  <a:pt x="416495" y="22157"/>
                  <a:pt x="417385" y="21737"/>
                </a:cubicBezTo>
                <a:cubicBezTo>
                  <a:pt x="418274" y="21316"/>
                  <a:pt x="419213" y="20651"/>
                  <a:pt x="420200" y="19742"/>
                </a:cubicBezTo>
                <a:lnTo>
                  <a:pt x="420200" y="16668"/>
                </a:lnTo>
                <a:close/>
                <a:moveTo>
                  <a:pt x="428220" y="16272"/>
                </a:moveTo>
                <a:cubicBezTo>
                  <a:pt x="428220" y="14802"/>
                  <a:pt x="428421" y="13497"/>
                  <a:pt x="428823" y="12354"/>
                </a:cubicBezTo>
                <a:cubicBezTo>
                  <a:pt x="429225" y="11212"/>
                  <a:pt x="429796" y="10248"/>
                  <a:pt x="430536" y="9462"/>
                </a:cubicBezTo>
                <a:cubicBezTo>
                  <a:pt x="431277" y="8675"/>
                  <a:pt x="432166" y="8078"/>
                  <a:pt x="433205" y="7671"/>
                </a:cubicBezTo>
                <a:cubicBezTo>
                  <a:pt x="434244" y="7263"/>
                  <a:pt x="435401" y="7060"/>
                  <a:pt x="436675" y="7060"/>
                </a:cubicBezTo>
                <a:cubicBezTo>
                  <a:pt x="437226" y="7060"/>
                  <a:pt x="437768" y="7094"/>
                  <a:pt x="438302" y="7163"/>
                </a:cubicBezTo>
                <a:cubicBezTo>
                  <a:pt x="438836" y="7232"/>
                  <a:pt x="439361" y="7341"/>
                  <a:pt x="439877" y="7490"/>
                </a:cubicBezTo>
                <a:lnTo>
                  <a:pt x="439877" y="207"/>
                </a:lnTo>
                <a:lnTo>
                  <a:pt x="442891" y="207"/>
                </a:lnTo>
                <a:lnTo>
                  <a:pt x="442891" y="24554"/>
                </a:lnTo>
                <a:lnTo>
                  <a:pt x="440205" y="24554"/>
                </a:lnTo>
                <a:lnTo>
                  <a:pt x="440101" y="21282"/>
                </a:lnTo>
                <a:cubicBezTo>
                  <a:pt x="439263" y="22499"/>
                  <a:pt x="438356" y="23400"/>
                  <a:pt x="437381" y="23986"/>
                </a:cubicBezTo>
                <a:cubicBezTo>
                  <a:pt x="436405" y="24571"/>
                  <a:pt x="435349" y="24864"/>
                  <a:pt x="434213" y="24864"/>
                </a:cubicBezTo>
                <a:cubicBezTo>
                  <a:pt x="433225" y="24864"/>
                  <a:pt x="432356" y="24657"/>
                  <a:pt x="431604" y="24244"/>
                </a:cubicBezTo>
                <a:cubicBezTo>
                  <a:pt x="430852" y="23831"/>
                  <a:pt x="430226" y="23248"/>
                  <a:pt x="429727" y="22496"/>
                </a:cubicBezTo>
                <a:cubicBezTo>
                  <a:pt x="429228" y="21744"/>
                  <a:pt x="428852" y="20840"/>
                  <a:pt x="428599" y="19784"/>
                </a:cubicBezTo>
                <a:cubicBezTo>
                  <a:pt x="428347" y="18728"/>
                  <a:pt x="428220" y="17557"/>
                  <a:pt x="428220" y="16272"/>
                </a:cubicBezTo>
                <a:moveTo>
                  <a:pt x="431285" y="16082"/>
                </a:moveTo>
                <a:cubicBezTo>
                  <a:pt x="431285" y="18171"/>
                  <a:pt x="431592" y="19730"/>
                  <a:pt x="432207" y="20757"/>
                </a:cubicBezTo>
                <a:cubicBezTo>
                  <a:pt x="432821" y="21784"/>
                  <a:pt x="433690" y="22298"/>
                  <a:pt x="434815" y="22298"/>
                </a:cubicBezTo>
                <a:cubicBezTo>
                  <a:pt x="435573" y="22298"/>
                  <a:pt x="436373" y="21960"/>
                  <a:pt x="437217" y="21282"/>
                </a:cubicBezTo>
                <a:cubicBezTo>
                  <a:pt x="438061" y="20605"/>
                  <a:pt x="438948" y="19601"/>
                  <a:pt x="439877" y="18269"/>
                </a:cubicBezTo>
                <a:lnTo>
                  <a:pt x="439877" y="10245"/>
                </a:lnTo>
                <a:cubicBezTo>
                  <a:pt x="439384" y="10016"/>
                  <a:pt x="438839" y="9840"/>
                  <a:pt x="438242" y="9720"/>
                </a:cubicBezTo>
                <a:cubicBezTo>
                  <a:pt x="437645" y="9599"/>
                  <a:pt x="437054" y="9539"/>
                  <a:pt x="436468" y="9539"/>
                </a:cubicBezTo>
                <a:cubicBezTo>
                  <a:pt x="434838" y="9539"/>
                  <a:pt x="433567" y="10067"/>
                  <a:pt x="432654" y="11123"/>
                </a:cubicBezTo>
                <a:cubicBezTo>
                  <a:pt x="431742" y="12179"/>
                  <a:pt x="431285" y="13832"/>
                  <a:pt x="431285" y="16082"/>
                </a:cubicBezTo>
                <a:close/>
                <a:moveTo>
                  <a:pt x="463377" y="14997"/>
                </a:moveTo>
                <a:cubicBezTo>
                  <a:pt x="463377" y="15422"/>
                  <a:pt x="463371" y="15778"/>
                  <a:pt x="463360" y="16065"/>
                </a:cubicBezTo>
                <a:cubicBezTo>
                  <a:pt x="463348" y="16352"/>
                  <a:pt x="463331" y="16622"/>
                  <a:pt x="463308" y="16874"/>
                </a:cubicBezTo>
                <a:lnTo>
                  <a:pt x="451169" y="16874"/>
                </a:lnTo>
                <a:cubicBezTo>
                  <a:pt x="451169" y="18642"/>
                  <a:pt x="451663" y="19999"/>
                  <a:pt x="452650" y="20946"/>
                </a:cubicBezTo>
                <a:cubicBezTo>
                  <a:pt x="453637" y="21893"/>
                  <a:pt x="455060" y="22367"/>
                  <a:pt x="456920" y="22367"/>
                </a:cubicBezTo>
                <a:cubicBezTo>
                  <a:pt x="457425" y="22367"/>
                  <a:pt x="457930" y="22347"/>
                  <a:pt x="458435" y="22306"/>
                </a:cubicBezTo>
                <a:cubicBezTo>
                  <a:pt x="458940" y="22264"/>
                  <a:pt x="459428" y="22209"/>
                  <a:pt x="459899" y="22138"/>
                </a:cubicBezTo>
                <a:cubicBezTo>
                  <a:pt x="460369" y="22068"/>
                  <a:pt x="460820" y="21988"/>
                  <a:pt x="461251" y="21900"/>
                </a:cubicBezTo>
                <a:cubicBezTo>
                  <a:pt x="461681" y="21812"/>
                  <a:pt x="462080" y="21715"/>
                  <a:pt x="462447" y="21609"/>
                </a:cubicBezTo>
                <a:lnTo>
                  <a:pt x="462447" y="24072"/>
                </a:lnTo>
                <a:cubicBezTo>
                  <a:pt x="461632" y="24306"/>
                  <a:pt x="460711" y="24497"/>
                  <a:pt x="459684" y="24644"/>
                </a:cubicBezTo>
                <a:cubicBezTo>
                  <a:pt x="458656" y="24790"/>
                  <a:pt x="457592" y="24864"/>
                  <a:pt x="456490" y="24864"/>
                </a:cubicBezTo>
                <a:cubicBezTo>
                  <a:pt x="455009" y="24864"/>
                  <a:pt x="453735" y="24663"/>
                  <a:pt x="452667" y="24261"/>
                </a:cubicBezTo>
                <a:cubicBezTo>
                  <a:pt x="451599" y="23859"/>
                  <a:pt x="450724" y="23277"/>
                  <a:pt x="450041" y="22513"/>
                </a:cubicBezTo>
                <a:cubicBezTo>
                  <a:pt x="449358" y="21750"/>
                  <a:pt x="448853" y="20814"/>
                  <a:pt x="448526" y="19707"/>
                </a:cubicBezTo>
                <a:cubicBezTo>
                  <a:pt x="448199" y="18599"/>
                  <a:pt x="448035" y="17345"/>
                  <a:pt x="448035" y="15944"/>
                </a:cubicBezTo>
                <a:cubicBezTo>
                  <a:pt x="448035" y="14728"/>
                  <a:pt x="448210" y="13577"/>
                  <a:pt x="448560" y="12492"/>
                </a:cubicBezTo>
                <a:cubicBezTo>
                  <a:pt x="448910" y="11407"/>
                  <a:pt x="449421" y="10455"/>
                  <a:pt x="450093" y="9634"/>
                </a:cubicBezTo>
                <a:cubicBezTo>
                  <a:pt x="450764" y="8813"/>
                  <a:pt x="451588" y="8162"/>
                  <a:pt x="452564" y="7680"/>
                </a:cubicBezTo>
                <a:cubicBezTo>
                  <a:pt x="453539" y="7197"/>
                  <a:pt x="454647" y="6956"/>
                  <a:pt x="455887" y="6956"/>
                </a:cubicBezTo>
                <a:cubicBezTo>
                  <a:pt x="457092" y="6956"/>
                  <a:pt x="458160" y="7146"/>
                  <a:pt x="459090" y="7525"/>
                </a:cubicBezTo>
                <a:cubicBezTo>
                  <a:pt x="460019" y="7903"/>
                  <a:pt x="460803" y="8440"/>
                  <a:pt x="461440" y="9134"/>
                </a:cubicBezTo>
                <a:cubicBezTo>
                  <a:pt x="462077" y="9829"/>
                  <a:pt x="462559" y="10673"/>
                  <a:pt x="462886" y="11666"/>
                </a:cubicBezTo>
                <a:cubicBezTo>
                  <a:pt x="463213" y="12659"/>
                  <a:pt x="463377" y="13769"/>
                  <a:pt x="463377" y="14997"/>
                </a:cubicBezTo>
                <a:moveTo>
                  <a:pt x="460260" y="14567"/>
                </a:moveTo>
                <a:cubicBezTo>
                  <a:pt x="460295" y="13798"/>
                  <a:pt x="460220" y="13095"/>
                  <a:pt x="460037" y="12458"/>
                </a:cubicBezTo>
                <a:cubicBezTo>
                  <a:pt x="459853" y="11821"/>
                  <a:pt x="459569" y="11272"/>
                  <a:pt x="459184" y="10813"/>
                </a:cubicBezTo>
                <a:cubicBezTo>
                  <a:pt x="458800" y="10354"/>
                  <a:pt x="458320" y="9995"/>
                  <a:pt x="457747" y="9737"/>
                </a:cubicBezTo>
                <a:cubicBezTo>
                  <a:pt x="457173" y="9479"/>
                  <a:pt x="456507" y="9350"/>
                  <a:pt x="455749" y="9350"/>
                </a:cubicBezTo>
                <a:cubicBezTo>
                  <a:pt x="455095" y="9350"/>
                  <a:pt x="454498" y="9476"/>
                  <a:pt x="453958" y="9729"/>
                </a:cubicBezTo>
                <a:cubicBezTo>
                  <a:pt x="453419" y="9981"/>
                  <a:pt x="452954" y="10337"/>
                  <a:pt x="452564" y="10796"/>
                </a:cubicBezTo>
                <a:cubicBezTo>
                  <a:pt x="452173" y="11255"/>
                  <a:pt x="451858" y="11806"/>
                  <a:pt x="451617" y="12449"/>
                </a:cubicBezTo>
                <a:cubicBezTo>
                  <a:pt x="451376" y="13092"/>
                  <a:pt x="451226" y="13798"/>
                  <a:pt x="451169" y="14567"/>
                </a:cubicBezTo>
                <a:lnTo>
                  <a:pt x="460260" y="14567"/>
                </a:lnTo>
                <a:close/>
                <a:moveTo>
                  <a:pt x="469159" y="7266"/>
                </a:moveTo>
                <a:lnTo>
                  <a:pt x="471897" y="7266"/>
                </a:lnTo>
                <a:lnTo>
                  <a:pt x="471983" y="10444"/>
                </a:lnTo>
                <a:cubicBezTo>
                  <a:pt x="473004" y="9218"/>
                  <a:pt x="474012" y="8331"/>
                  <a:pt x="475005" y="7781"/>
                </a:cubicBezTo>
                <a:cubicBezTo>
                  <a:pt x="475998" y="7231"/>
                  <a:pt x="476999" y="6956"/>
                  <a:pt x="478009" y="6956"/>
                </a:cubicBezTo>
                <a:cubicBezTo>
                  <a:pt x="479800" y="6956"/>
                  <a:pt x="481157" y="7535"/>
                  <a:pt x="482081" y="8691"/>
                </a:cubicBezTo>
                <a:cubicBezTo>
                  <a:pt x="483005" y="9848"/>
                  <a:pt x="483433" y="11565"/>
                  <a:pt x="483364" y="13844"/>
                </a:cubicBezTo>
                <a:lnTo>
                  <a:pt x="480334" y="13844"/>
                </a:lnTo>
                <a:cubicBezTo>
                  <a:pt x="480368" y="12335"/>
                  <a:pt x="480147" y="11240"/>
                  <a:pt x="479671" y="10560"/>
                </a:cubicBezTo>
                <a:cubicBezTo>
                  <a:pt x="479194" y="9879"/>
                  <a:pt x="478497" y="9539"/>
                  <a:pt x="477579" y="9539"/>
                </a:cubicBezTo>
                <a:cubicBezTo>
                  <a:pt x="477177" y="9539"/>
                  <a:pt x="476772" y="9611"/>
                  <a:pt x="476365" y="9754"/>
                </a:cubicBezTo>
                <a:cubicBezTo>
                  <a:pt x="475957" y="9897"/>
                  <a:pt x="475538" y="10125"/>
                  <a:pt x="475108" y="10439"/>
                </a:cubicBezTo>
                <a:cubicBezTo>
                  <a:pt x="474677" y="10754"/>
                  <a:pt x="474221" y="11157"/>
                  <a:pt x="473739" y="11648"/>
                </a:cubicBezTo>
                <a:cubicBezTo>
                  <a:pt x="473257" y="12140"/>
                  <a:pt x="472740" y="12734"/>
                  <a:pt x="472189" y="13432"/>
                </a:cubicBezTo>
                <a:lnTo>
                  <a:pt x="472189" y="24554"/>
                </a:lnTo>
                <a:lnTo>
                  <a:pt x="469159" y="24554"/>
                </a:lnTo>
                <a:lnTo>
                  <a:pt x="469159" y="7266"/>
                </a:lnTo>
                <a:close/>
                <a:moveTo>
                  <a:pt x="499398" y="16564"/>
                </a:moveTo>
                <a:lnTo>
                  <a:pt x="489101" y="16564"/>
                </a:lnTo>
                <a:lnTo>
                  <a:pt x="489101" y="13740"/>
                </a:lnTo>
                <a:lnTo>
                  <a:pt x="499398" y="13740"/>
                </a:lnTo>
                <a:lnTo>
                  <a:pt x="499398" y="16564"/>
                </a:lnTo>
                <a:close/>
                <a:moveTo>
                  <a:pt x="520706" y="19836"/>
                </a:moveTo>
                <a:cubicBezTo>
                  <a:pt x="520706" y="20444"/>
                  <a:pt x="520602" y="20990"/>
                  <a:pt x="520396" y="21472"/>
                </a:cubicBezTo>
                <a:cubicBezTo>
                  <a:pt x="520189" y="21954"/>
                  <a:pt x="519908" y="22381"/>
                  <a:pt x="519552" y="22754"/>
                </a:cubicBezTo>
                <a:cubicBezTo>
                  <a:pt x="519196" y="23127"/>
                  <a:pt x="518783" y="23446"/>
                  <a:pt x="518312" y="23710"/>
                </a:cubicBezTo>
                <a:cubicBezTo>
                  <a:pt x="517842" y="23974"/>
                  <a:pt x="517339" y="24192"/>
                  <a:pt x="516806" y="24364"/>
                </a:cubicBezTo>
                <a:cubicBezTo>
                  <a:pt x="516272" y="24537"/>
                  <a:pt x="515724" y="24663"/>
                  <a:pt x="515161" y="24743"/>
                </a:cubicBezTo>
                <a:cubicBezTo>
                  <a:pt x="514599" y="24824"/>
                  <a:pt x="514048" y="24864"/>
                  <a:pt x="513508" y="24864"/>
                </a:cubicBezTo>
                <a:cubicBezTo>
                  <a:pt x="512337" y="24864"/>
                  <a:pt x="511261" y="24812"/>
                  <a:pt x="510280" y="24709"/>
                </a:cubicBezTo>
                <a:cubicBezTo>
                  <a:pt x="509298" y="24605"/>
                  <a:pt x="508337" y="24439"/>
                  <a:pt x="507396" y="24209"/>
                </a:cubicBezTo>
                <a:lnTo>
                  <a:pt x="507396" y="21454"/>
                </a:lnTo>
                <a:cubicBezTo>
                  <a:pt x="508406" y="21741"/>
                  <a:pt x="509410" y="21960"/>
                  <a:pt x="510409" y="22109"/>
                </a:cubicBezTo>
                <a:cubicBezTo>
                  <a:pt x="511408" y="22258"/>
                  <a:pt x="512401" y="22333"/>
                  <a:pt x="513388" y="22333"/>
                </a:cubicBezTo>
                <a:cubicBezTo>
                  <a:pt x="514823" y="22333"/>
                  <a:pt x="515884" y="22137"/>
                  <a:pt x="516573" y="21747"/>
                </a:cubicBezTo>
                <a:cubicBezTo>
                  <a:pt x="517262" y="21357"/>
                  <a:pt x="517606" y="20800"/>
                  <a:pt x="517606" y="20077"/>
                </a:cubicBezTo>
                <a:cubicBezTo>
                  <a:pt x="517606" y="19767"/>
                  <a:pt x="517552" y="19489"/>
                  <a:pt x="517443" y="19242"/>
                </a:cubicBezTo>
                <a:cubicBezTo>
                  <a:pt x="517334" y="18995"/>
                  <a:pt x="517136" y="18760"/>
                  <a:pt x="516849" y="18536"/>
                </a:cubicBezTo>
                <a:cubicBezTo>
                  <a:pt x="516562" y="18312"/>
                  <a:pt x="516117" y="18080"/>
                  <a:pt x="515514" y="17839"/>
                </a:cubicBezTo>
                <a:cubicBezTo>
                  <a:pt x="514912" y="17597"/>
                  <a:pt x="514088" y="17322"/>
                  <a:pt x="513043" y="17012"/>
                </a:cubicBezTo>
                <a:cubicBezTo>
                  <a:pt x="512263" y="16782"/>
                  <a:pt x="511543" y="16521"/>
                  <a:pt x="510882" y="16229"/>
                </a:cubicBezTo>
                <a:cubicBezTo>
                  <a:pt x="510222" y="15936"/>
                  <a:pt x="509651" y="15589"/>
                  <a:pt x="509169" y="15187"/>
                </a:cubicBezTo>
                <a:cubicBezTo>
                  <a:pt x="508687" y="14785"/>
                  <a:pt x="508308" y="14314"/>
                  <a:pt x="508033" y="13775"/>
                </a:cubicBezTo>
                <a:cubicBezTo>
                  <a:pt x="507757" y="13235"/>
                  <a:pt x="507620" y="12598"/>
                  <a:pt x="507620" y="11864"/>
                </a:cubicBezTo>
                <a:cubicBezTo>
                  <a:pt x="507620" y="11382"/>
                  <a:pt x="507731" y="10853"/>
                  <a:pt x="507955" y="10280"/>
                </a:cubicBezTo>
                <a:cubicBezTo>
                  <a:pt x="508179" y="9706"/>
                  <a:pt x="508561" y="9172"/>
                  <a:pt x="509100" y="8678"/>
                </a:cubicBezTo>
                <a:cubicBezTo>
                  <a:pt x="509640" y="8185"/>
                  <a:pt x="510369" y="7774"/>
                  <a:pt x="511287" y="7447"/>
                </a:cubicBezTo>
                <a:cubicBezTo>
                  <a:pt x="512205" y="7120"/>
                  <a:pt x="513353" y="6956"/>
                  <a:pt x="514731" y="6956"/>
                </a:cubicBezTo>
                <a:cubicBezTo>
                  <a:pt x="515408" y="6956"/>
                  <a:pt x="516160" y="6994"/>
                  <a:pt x="516986" y="7068"/>
                </a:cubicBezTo>
                <a:cubicBezTo>
                  <a:pt x="517813" y="7143"/>
                  <a:pt x="518674" y="7272"/>
                  <a:pt x="519569" y="7456"/>
                </a:cubicBezTo>
                <a:lnTo>
                  <a:pt x="519569" y="10125"/>
                </a:lnTo>
                <a:cubicBezTo>
                  <a:pt x="518628" y="9895"/>
                  <a:pt x="517735" y="9726"/>
                  <a:pt x="516892" y="9617"/>
                </a:cubicBezTo>
                <a:cubicBezTo>
                  <a:pt x="516048" y="9508"/>
                  <a:pt x="515316" y="9453"/>
                  <a:pt x="514696" y="9453"/>
                </a:cubicBezTo>
                <a:cubicBezTo>
                  <a:pt x="513950" y="9453"/>
                  <a:pt x="513322" y="9510"/>
                  <a:pt x="512811" y="9625"/>
                </a:cubicBezTo>
                <a:cubicBezTo>
                  <a:pt x="512300" y="9740"/>
                  <a:pt x="511887" y="9898"/>
                  <a:pt x="511571" y="10099"/>
                </a:cubicBezTo>
                <a:cubicBezTo>
                  <a:pt x="511256" y="10300"/>
                  <a:pt x="511029" y="10535"/>
                  <a:pt x="510891" y="10805"/>
                </a:cubicBezTo>
                <a:cubicBezTo>
                  <a:pt x="510753" y="11074"/>
                  <a:pt x="510684" y="11364"/>
                  <a:pt x="510684" y="11674"/>
                </a:cubicBezTo>
                <a:cubicBezTo>
                  <a:pt x="510684" y="11984"/>
                  <a:pt x="510745" y="12265"/>
                  <a:pt x="510865" y="12518"/>
                </a:cubicBezTo>
                <a:cubicBezTo>
                  <a:pt x="510986" y="12770"/>
                  <a:pt x="511210" y="13014"/>
                  <a:pt x="511537" y="13250"/>
                </a:cubicBezTo>
                <a:cubicBezTo>
                  <a:pt x="511864" y="13485"/>
                  <a:pt x="512320" y="13720"/>
                  <a:pt x="512906" y="13956"/>
                </a:cubicBezTo>
                <a:cubicBezTo>
                  <a:pt x="513491" y="14191"/>
                  <a:pt x="514254" y="14446"/>
                  <a:pt x="515196" y="14722"/>
                </a:cubicBezTo>
                <a:cubicBezTo>
                  <a:pt x="516217" y="15020"/>
                  <a:pt x="517078" y="15333"/>
                  <a:pt x="517779" y="15660"/>
                </a:cubicBezTo>
                <a:cubicBezTo>
                  <a:pt x="518479" y="15988"/>
                  <a:pt x="519047" y="16352"/>
                  <a:pt x="519483" y="16754"/>
                </a:cubicBezTo>
                <a:cubicBezTo>
                  <a:pt x="519919" y="17156"/>
                  <a:pt x="520232" y="17609"/>
                  <a:pt x="520422" y="18114"/>
                </a:cubicBezTo>
                <a:cubicBezTo>
                  <a:pt x="520611" y="18619"/>
                  <a:pt x="520706" y="19193"/>
                  <a:pt x="520706" y="19836"/>
                </a:cubicBezTo>
                <a:close/>
                <a:moveTo>
                  <a:pt x="541296" y="14997"/>
                </a:moveTo>
                <a:cubicBezTo>
                  <a:pt x="541296" y="15422"/>
                  <a:pt x="541290" y="15778"/>
                  <a:pt x="541278" y="16065"/>
                </a:cubicBezTo>
                <a:cubicBezTo>
                  <a:pt x="541267" y="16352"/>
                  <a:pt x="541250" y="16622"/>
                  <a:pt x="541227" y="16874"/>
                </a:cubicBezTo>
                <a:lnTo>
                  <a:pt x="529088" y="16874"/>
                </a:lnTo>
                <a:cubicBezTo>
                  <a:pt x="529088" y="18642"/>
                  <a:pt x="529581" y="19999"/>
                  <a:pt x="530568" y="20946"/>
                </a:cubicBezTo>
                <a:cubicBezTo>
                  <a:pt x="531556" y="21893"/>
                  <a:pt x="532979" y="22367"/>
                  <a:pt x="534839" y="22367"/>
                </a:cubicBezTo>
                <a:cubicBezTo>
                  <a:pt x="535344" y="22367"/>
                  <a:pt x="535849" y="22347"/>
                  <a:pt x="536354" y="22306"/>
                </a:cubicBezTo>
                <a:cubicBezTo>
                  <a:pt x="536859" y="22264"/>
                  <a:pt x="537347" y="22209"/>
                  <a:pt x="537817" y="22138"/>
                </a:cubicBezTo>
                <a:cubicBezTo>
                  <a:pt x="538288" y="22068"/>
                  <a:pt x="538739" y="21988"/>
                  <a:pt x="539169" y="21900"/>
                </a:cubicBezTo>
                <a:cubicBezTo>
                  <a:pt x="539600" y="21812"/>
                  <a:pt x="539998" y="21715"/>
                  <a:pt x="540366" y="21609"/>
                </a:cubicBezTo>
                <a:lnTo>
                  <a:pt x="540366" y="24072"/>
                </a:lnTo>
                <a:cubicBezTo>
                  <a:pt x="539551" y="24306"/>
                  <a:pt x="538630" y="24497"/>
                  <a:pt x="537602" y="24644"/>
                </a:cubicBezTo>
                <a:cubicBezTo>
                  <a:pt x="536575" y="24790"/>
                  <a:pt x="535510" y="24864"/>
                  <a:pt x="534408" y="24864"/>
                </a:cubicBezTo>
                <a:cubicBezTo>
                  <a:pt x="532927" y="24864"/>
                  <a:pt x="531653" y="24663"/>
                  <a:pt x="530586" y="24261"/>
                </a:cubicBezTo>
                <a:cubicBezTo>
                  <a:pt x="529518" y="23859"/>
                  <a:pt x="528643" y="23277"/>
                  <a:pt x="527960" y="22513"/>
                </a:cubicBezTo>
                <a:cubicBezTo>
                  <a:pt x="527277" y="21750"/>
                  <a:pt x="526772" y="20814"/>
                  <a:pt x="526445" y="19707"/>
                </a:cubicBezTo>
                <a:cubicBezTo>
                  <a:pt x="526117" y="18599"/>
                  <a:pt x="525954" y="17345"/>
                  <a:pt x="525954" y="15944"/>
                </a:cubicBezTo>
                <a:cubicBezTo>
                  <a:pt x="525954" y="14728"/>
                  <a:pt x="526129" y="13577"/>
                  <a:pt x="526479" y="12492"/>
                </a:cubicBezTo>
                <a:cubicBezTo>
                  <a:pt x="526829" y="11407"/>
                  <a:pt x="527340" y="10455"/>
                  <a:pt x="528011" y="9634"/>
                </a:cubicBezTo>
                <a:cubicBezTo>
                  <a:pt x="528683" y="8813"/>
                  <a:pt x="529507" y="8162"/>
                  <a:pt x="530482" y="7680"/>
                </a:cubicBezTo>
                <a:cubicBezTo>
                  <a:pt x="531458" y="7197"/>
                  <a:pt x="532566" y="6956"/>
                  <a:pt x="533806" y="6956"/>
                </a:cubicBezTo>
                <a:cubicBezTo>
                  <a:pt x="535011" y="6956"/>
                  <a:pt x="536078" y="7146"/>
                  <a:pt x="537008" y="7525"/>
                </a:cubicBezTo>
                <a:cubicBezTo>
                  <a:pt x="537938" y="7903"/>
                  <a:pt x="538721" y="8440"/>
                  <a:pt x="539359" y="9134"/>
                </a:cubicBezTo>
                <a:cubicBezTo>
                  <a:pt x="539996" y="9829"/>
                  <a:pt x="540478" y="10673"/>
                  <a:pt x="540805" y="11666"/>
                </a:cubicBezTo>
                <a:cubicBezTo>
                  <a:pt x="541132" y="12659"/>
                  <a:pt x="541296" y="13769"/>
                  <a:pt x="541296" y="14997"/>
                </a:cubicBezTo>
                <a:moveTo>
                  <a:pt x="538179" y="14567"/>
                </a:moveTo>
                <a:cubicBezTo>
                  <a:pt x="538213" y="13798"/>
                  <a:pt x="538139" y="13095"/>
                  <a:pt x="537955" y="12458"/>
                </a:cubicBezTo>
                <a:cubicBezTo>
                  <a:pt x="537772" y="11821"/>
                  <a:pt x="537487" y="11272"/>
                  <a:pt x="537103" y="10813"/>
                </a:cubicBezTo>
                <a:cubicBezTo>
                  <a:pt x="536718" y="10354"/>
                  <a:pt x="536239" y="9995"/>
                  <a:pt x="535665" y="9737"/>
                </a:cubicBezTo>
                <a:cubicBezTo>
                  <a:pt x="535091" y="9479"/>
                  <a:pt x="534425" y="9350"/>
                  <a:pt x="533668" y="9350"/>
                </a:cubicBezTo>
                <a:cubicBezTo>
                  <a:pt x="533013" y="9350"/>
                  <a:pt x="532417" y="9476"/>
                  <a:pt x="531877" y="9729"/>
                </a:cubicBezTo>
                <a:cubicBezTo>
                  <a:pt x="531338" y="9981"/>
                  <a:pt x="530873" y="10337"/>
                  <a:pt x="530482" y="10796"/>
                </a:cubicBezTo>
                <a:cubicBezTo>
                  <a:pt x="530092" y="11255"/>
                  <a:pt x="529776" y="11806"/>
                  <a:pt x="529535" y="12449"/>
                </a:cubicBezTo>
                <a:cubicBezTo>
                  <a:pt x="529294" y="13092"/>
                  <a:pt x="529145" y="13798"/>
                  <a:pt x="529088" y="14567"/>
                </a:cubicBezTo>
                <a:lnTo>
                  <a:pt x="538179" y="14567"/>
                </a:lnTo>
                <a:close/>
                <a:moveTo>
                  <a:pt x="552260" y="2669"/>
                </a:moveTo>
                <a:lnTo>
                  <a:pt x="547146" y="2669"/>
                </a:lnTo>
                <a:lnTo>
                  <a:pt x="547146" y="207"/>
                </a:lnTo>
                <a:lnTo>
                  <a:pt x="555290" y="207"/>
                </a:lnTo>
                <a:lnTo>
                  <a:pt x="555290" y="22057"/>
                </a:lnTo>
                <a:lnTo>
                  <a:pt x="560439" y="22057"/>
                </a:lnTo>
                <a:lnTo>
                  <a:pt x="560439" y="24554"/>
                </a:lnTo>
                <a:lnTo>
                  <a:pt x="546578" y="24554"/>
                </a:lnTo>
                <a:lnTo>
                  <a:pt x="546578" y="22057"/>
                </a:lnTo>
                <a:lnTo>
                  <a:pt x="552260" y="22057"/>
                </a:lnTo>
                <a:lnTo>
                  <a:pt x="552260" y="2669"/>
                </a:lnTo>
                <a:close/>
                <a:moveTo>
                  <a:pt x="579627" y="14997"/>
                </a:moveTo>
                <a:cubicBezTo>
                  <a:pt x="579627" y="15422"/>
                  <a:pt x="579621" y="15778"/>
                  <a:pt x="579610" y="16065"/>
                </a:cubicBezTo>
                <a:cubicBezTo>
                  <a:pt x="579599" y="16352"/>
                  <a:pt x="579581" y="16622"/>
                  <a:pt x="579558" y="16874"/>
                </a:cubicBezTo>
                <a:lnTo>
                  <a:pt x="567419" y="16874"/>
                </a:lnTo>
                <a:cubicBezTo>
                  <a:pt x="567419" y="18642"/>
                  <a:pt x="567913" y="19999"/>
                  <a:pt x="568900" y="20946"/>
                </a:cubicBezTo>
                <a:cubicBezTo>
                  <a:pt x="569887" y="21893"/>
                  <a:pt x="571311" y="22367"/>
                  <a:pt x="573170" y="22367"/>
                </a:cubicBezTo>
                <a:cubicBezTo>
                  <a:pt x="573675" y="22367"/>
                  <a:pt x="574180" y="22347"/>
                  <a:pt x="574685" y="22306"/>
                </a:cubicBezTo>
                <a:cubicBezTo>
                  <a:pt x="575191" y="22264"/>
                  <a:pt x="575678" y="22209"/>
                  <a:pt x="576149" y="22138"/>
                </a:cubicBezTo>
                <a:cubicBezTo>
                  <a:pt x="576620" y="22068"/>
                  <a:pt x="577070" y="21988"/>
                  <a:pt x="577501" y="21900"/>
                </a:cubicBezTo>
                <a:cubicBezTo>
                  <a:pt x="577931" y="21812"/>
                  <a:pt x="578330" y="21715"/>
                  <a:pt x="578697" y="21609"/>
                </a:cubicBezTo>
                <a:lnTo>
                  <a:pt x="578697" y="24072"/>
                </a:lnTo>
                <a:cubicBezTo>
                  <a:pt x="577882" y="24306"/>
                  <a:pt x="576961" y="24497"/>
                  <a:pt x="575934" y="24644"/>
                </a:cubicBezTo>
                <a:cubicBezTo>
                  <a:pt x="574906" y="24790"/>
                  <a:pt x="573842" y="24864"/>
                  <a:pt x="572740" y="24864"/>
                </a:cubicBezTo>
                <a:cubicBezTo>
                  <a:pt x="571259" y="24864"/>
                  <a:pt x="569985" y="24663"/>
                  <a:pt x="568917" y="24261"/>
                </a:cubicBezTo>
                <a:cubicBezTo>
                  <a:pt x="567850" y="23859"/>
                  <a:pt x="566974" y="23277"/>
                  <a:pt x="566291" y="22513"/>
                </a:cubicBezTo>
                <a:cubicBezTo>
                  <a:pt x="565608" y="21750"/>
                  <a:pt x="565103" y="20814"/>
                  <a:pt x="564776" y="19707"/>
                </a:cubicBezTo>
                <a:cubicBezTo>
                  <a:pt x="564449" y="18599"/>
                  <a:pt x="564285" y="17345"/>
                  <a:pt x="564285" y="15944"/>
                </a:cubicBezTo>
                <a:cubicBezTo>
                  <a:pt x="564285" y="14728"/>
                  <a:pt x="564460" y="13577"/>
                  <a:pt x="564811" y="12492"/>
                </a:cubicBezTo>
                <a:cubicBezTo>
                  <a:pt x="565161" y="11407"/>
                  <a:pt x="565672" y="10455"/>
                  <a:pt x="566343" y="9634"/>
                </a:cubicBezTo>
                <a:cubicBezTo>
                  <a:pt x="567015" y="8813"/>
                  <a:pt x="567838" y="8162"/>
                  <a:pt x="568814" y="7680"/>
                </a:cubicBezTo>
                <a:cubicBezTo>
                  <a:pt x="569790" y="7197"/>
                  <a:pt x="570897" y="6956"/>
                  <a:pt x="572137" y="6956"/>
                </a:cubicBezTo>
                <a:cubicBezTo>
                  <a:pt x="573342" y="6956"/>
                  <a:pt x="574410" y="7146"/>
                  <a:pt x="575340" y="7525"/>
                </a:cubicBezTo>
                <a:cubicBezTo>
                  <a:pt x="576270" y="7903"/>
                  <a:pt x="577053" y="8440"/>
                  <a:pt x="577690" y="9134"/>
                </a:cubicBezTo>
                <a:cubicBezTo>
                  <a:pt x="578327" y="9829"/>
                  <a:pt x="578809" y="10673"/>
                  <a:pt x="579137" y="11666"/>
                </a:cubicBezTo>
                <a:cubicBezTo>
                  <a:pt x="579464" y="12659"/>
                  <a:pt x="579627" y="13769"/>
                  <a:pt x="579627" y="14997"/>
                </a:cubicBezTo>
                <a:moveTo>
                  <a:pt x="576511" y="14567"/>
                </a:moveTo>
                <a:cubicBezTo>
                  <a:pt x="576545" y="13798"/>
                  <a:pt x="576470" y="13095"/>
                  <a:pt x="576287" y="12458"/>
                </a:cubicBezTo>
                <a:cubicBezTo>
                  <a:pt x="576103" y="11821"/>
                  <a:pt x="575819" y="11272"/>
                  <a:pt x="575434" y="10813"/>
                </a:cubicBezTo>
                <a:cubicBezTo>
                  <a:pt x="575050" y="10354"/>
                  <a:pt x="574571" y="9995"/>
                  <a:pt x="573997" y="9737"/>
                </a:cubicBezTo>
                <a:cubicBezTo>
                  <a:pt x="573423" y="9479"/>
                  <a:pt x="572757" y="9350"/>
                  <a:pt x="571999" y="9350"/>
                </a:cubicBezTo>
                <a:cubicBezTo>
                  <a:pt x="571345" y="9350"/>
                  <a:pt x="570748" y="9476"/>
                  <a:pt x="570209" y="9729"/>
                </a:cubicBezTo>
                <a:cubicBezTo>
                  <a:pt x="569669" y="9981"/>
                  <a:pt x="569204" y="10337"/>
                  <a:pt x="568814" y="10796"/>
                </a:cubicBezTo>
                <a:cubicBezTo>
                  <a:pt x="568424" y="11255"/>
                  <a:pt x="568108" y="11806"/>
                  <a:pt x="567867" y="12449"/>
                </a:cubicBezTo>
                <a:cubicBezTo>
                  <a:pt x="567626" y="13092"/>
                  <a:pt x="567477" y="13798"/>
                  <a:pt x="567419" y="14567"/>
                </a:cubicBezTo>
                <a:lnTo>
                  <a:pt x="576511" y="14567"/>
                </a:lnTo>
                <a:close/>
                <a:moveTo>
                  <a:pt x="598133" y="23917"/>
                </a:moveTo>
                <a:cubicBezTo>
                  <a:pt x="597353" y="24215"/>
                  <a:pt x="596552" y="24436"/>
                  <a:pt x="595731" y="24580"/>
                </a:cubicBezTo>
                <a:cubicBezTo>
                  <a:pt x="594911" y="24723"/>
                  <a:pt x="594064" y="24795"/>
                  <a:pt x="593192" y="24795"/>
                </a:cubicBezTo>
                <a:cubicBezTo>
                  <a:pt x="590460" y="24795"/>
                  <a:pt x="588356" y="24054"/>
                  <a:pt x="586881" y="22574"/>
                </a:cubicBezTo>
                <a:cubicBezTo>
                  <a:pt x="585406" y="21093"/>
                  <a:pt x="584668" y="18929"/>
                  <a:pt x="584668" y="16082"/>
                </a:cubicBezTo>
                <a:cubicBezTo>
                  <a:pt x="584668" y="14716"/>
                  <a:pt x="584881" y="13476"/>
                  <a:pt x="585306" y="12363"/>
                </a:cubicBezTo>
                <a:cubicBezTo>
                  <a:pt x="585730" y="11250"/>
                  <a:pt x="586327" y="10297"/>
                  <a:pt x="587096" y="9505"/>
                </a:cubicBezTo>
                <a:cubicBezTo>
                  <a:pt x="587865" y="8713"/>
                  <a:pt x="588784" y="8101"/>
                  <a:pt x="589851" y="7671"/>
                </a:cubicBezTo>
                <a:cubicBezTo>
                  <a:pt x="590919" y="7240"/>
                  <a:pt x="592095" y="7025"/>
                  <a:pt x="593381" y="7025"/>
                </a:cubicBezTo>
                <a:cubicBezTo>
                  <a:pt x="594276" y="7025"/>
                  <a:pt x="595114" y="7090"/>
                  <a:pt x="595895" y="7219"/>
                </a:cubicBezTo>
                <a:cubicBezTo>
                  <a:pt x="596676" y="7348"/>
                  <a:pt x="597422" y="7559"/>
                  <a:pt x="598133" y="7852"/>
                </a:cubicBezTo>
                <a:lnTo>
                  <a:pt x="598133" y="10710"/>
                </a:lnTo>
                <a:cubicBezTo>
                  <a:pt x="597387" y="10314"/>
                  <a:pt x="596627" y="10025"/>
                  <a:pt x="595852" y="9845"/>
                </a:cubicBezTo>
                <a:cubicBezTo>
                  <a:pt x="595077" y="9664"/>
                  <a:pt x="594276" y="9574"/>
                  <a:pt x="593450" y="9574"/>
                </a:cubicBezTo>
                <a:cubicBezTo>
                  <a:pt x="592681" y="9574"/>
                  <a:pt x="591955" y="9720"/>
                  <a:pt x="591272" y="10013"/>
                </a:cubicBezTo>
                <a:cubicBezTo>
                  <a:pt x="590589" y="10305"/>
                  <a:pt x="589989" y="10727"/>
                  <a:pt x="589472" y="11278"/>
                </a:cubicBezTo>
                <a:cubicBezTo>
                  <a:pt x="588956" y="11829"/>
                  <a:pt x="588548" y="12501"/>
                  <a:pt x="588250" y="13293"/>
                </a:cubicBezTo>
                <a:cubicBezTo>
                  <a:pt x="587951" y="14085"/>
                  <a:pt x="587802" y="14980"/>
                  <a:pt x="587802" y="15979"/>
                </a:cubicBezTo>
                <a:cubicBezTo>
                  <a:pt x="587802" y="18068"/>
                  <a:pt x="588310" y="19632"/>
                  <a:pt x="589326" y="20671"/>
                </a:cubicBezTo>
                <a:cubicBezTo>
                  <a:pt x="590342" y="21710"/>
                  <a:pt x="591751" y="22229"/>
                  <a:pt x="593553" y="22229"/>
                </a:cubicBezTo>
                <a:cubicBezTo>
                  <a:pt x="594368" y="22229"/>
                  <a:pt x="595157" y="22137"/>
                  <a:pt x="595921" y="21954"/>
                </a:cubicBezTo>
                <a:cubicBezTo>
                  <a:pt x="596684" y="21770"/>
                  <a:pt x="597422" y="21495"/>
                  <a:pt x="598133" y="21127"/>
                </a:cubicBezTo>
                <a:lnTo>
                  <a:pt x="598133" y="23917"/>
                </a:lnTo>
                <a:close/>
                <a:moveTo>
                  <a:pt x="618310" y="24295"/>
                </a:moveTo>
                <a:cubicBezTo>
                  <a:pt x="617633" y="24474"/>
                  <a:pt x="616932" y="24601"/>
                  <a:pt x="616209" y="24679"/>
                </a:cubicBezTo>
                <a:cubicBezTo>
                  <a:pt x="615486" y="24756"/>
                  <a:pt x="614751" y="24795"/>
                  <a:pt x="614005" y="24795"/>
                </a:cubicBezTo>
                <a:cubicBezTo>
                  <a:pt x="611836" y="24795"/>
                  <a:pt x="610217" y="24304"/>
                  <a:pt x="609149" y="23323"/>
                </a:cubicBezTo>
                <a:cubicBezTo>
                  <a:pt x="608082" y="22341"/>
                  <a:pt x="607548" y="20835"/>
                  <a:pt x="607548" y="18803"/>
                </a:cubicBezTo>
                <a:lnTo>
                  <a:pt x="607548" y="9780"/>
                </a:lnTo>
                <a:lnTo>
                  <a:pt x="602710" y="9780"/>
                </a:lnTo>
                <a:lnTo>
                  <a:pt x="602710" y="7266"/>
                </a:lnTo>
                <a:lnTo>
                  <a:pt x="607548" y="7266"/>
                </a:lnTo>
                <a:lnTo>
                  <a:pt x="607548" y="2499"/>
                </a:lnTo>
                <a:lnTo>
                  <a:pt x="610544" y="1722"/>
                </a:lnTo>
                <a:lnTo>
                  <a:pt x="610544" y="7266"/>
                </a:lnTo>
                <a:lnTo>
                  <a:pt x="618310" y="7266"/>
                </a:lnTo>
                <a:lnTo>
                  <a:pt x="618310" y="9780"/>
                </a:lnTo>
                <a:lnTo>
                  <a:pt x="610544" y="9780"/>
                </a:lnTo>
                <a:lnTo>
                  <a:pt x="610544" y="18562"/>
                </a:lnTo>
                <a:cubicBezTo>
                  <a:pt x="610544" y="19801"/>
                  <a:pt x="610874" y="20728"/>
                  <a:pt x="611534" y="21343"/>
                </a:cubicBezTo>
                <a:cubicBezTo>
                  <a:pt x="612194" y="21957"/>
                  <a:pt x="613167" y="22264"/>
                  <a:pt x="614453" y="22264"/>
                </a:cubicBezTo>
                <a:cubicBezTo>
                  <a:pt x="615004" y="22264"/>
                  <a:pt x="615606" y="22219"/>
                  <a:pt x="616261" y="22131"/>
                </a:cubicBezTo>
                <a:cubicBezTo>
                  <a:pt x="616915" y="22042"/>
                  <a:pt x="617598" y="21902"/>
                  <a:pt x="618310" y="21713"/>
                </a:cubicBezTo>
                <a:lnTo>
                  <a:pt x="618310" y="24295"/>
                </a:lnTo>
                <a:close/>
                <a:moveTo>
                  <a:pt x="637953" y="207"/>
                </a:moveTo>
                <a:lnTo>
                  <a:pt x="626141" y="28273"/>
                </a:lnTo>
                <a:lnTo>
                  <a:pt x="623282" y="28273"/>
                </a:lnTo>
                <a:lnTo>
                  <a:pt x="635094" y="207"/>
                </a:lnTo>
                <a:lnTo>
                  <a:pt x="637953" y="207"/>
                </a:lnTo>
                <a:close/>
                <a:moveTo>
                  <a:pt x="656317" y="23917"/>
                </a:moveTo>
                <a:cubicBezTo>
                  <a:pt x="655536" y="24215"/>
                  <a:pt x="654735" y="24436"/>
                  <a:pt x="653915" y="24580"/>
                </a:cubicBezTo>
                <a:cubicBezTo>
                  <a:pt x="653094" y="24723"/>
                  <a:pt x="652247" y="24795"/>
                  <a:pt x="651375" y="24795"/>
                </a:cubicBezTo>
                <a:cubicBezTo>
                  <a:pt x="648643" y="24795"/>
                  <a:pt x="646539" y="24054"/>
                  <a:pt x="645064" y="22574"/>
                </a:cubicBezTo>
                <a:cubicBezTo>
                  <a:pt x="643589" y="21093"/>
                  <a:pt x="642852" y="18929"/>
                  <a:pt x="642852" y="16082"/>
                </a:cubicBezTo>
                <a:cubicBezTo>
                  <a:pt x="642852" y="14716"/>
                  <a:pt x="643064" y="13476"/>
                  <a:pt x="643489" y="12363"/>
                </a:cubicBezTo>
                <a:cubicBezTo>
                  <a:pt x="643914" y="11250"/>
                  <a:pt x="644510" y="10297"/>
                  <a:pt x="645280" y="9505"/>
                </a:cubicBezTo>
                <a:cubicBezTo>
                  <a:pt x="646049" y="8713"/>
                  <a:pt x="646967" y="8101"/>
                  <a:pt x="648035" y="7671"/>
                </a:cubicBezTo>
                <a:cubicBezTo>
                  <a:pt x="649102" y="7240"/>
                  <a:pt x="650279" y="7025"/>
                  <a:pt x="651564" y="7025"/>
                </a:cubicBezTo>
                <a:cubicBezTo>
                  <a:pt x="652460" y="7025"/>
                  <a:pt x="653298" y="7090"/>
                  <a:pt x="654078" y="7219"/>
                </a:cubicBezTo>
                <a:cubicBezTo>
                  <a:pt x="654859" y="7348"/>
                  <a:pt x="655605" y="7559"/>
                  <a:pt x="656317" y="7852"/>
                </a:cubicBezTo>
                <a:lnTo>
                  <a:pt x="656317" y="10710"/>
                </a:lnTo>
                <a:cubicBezTo>
                  <a:pt x="655571" y="10314"/>
                  <a:pt x="654810" y="10025"/>
                  <a:pt x="654035" y="9845"/>
                </a:cubicBezTo>
                <a:cubicBezTo>
                  <a:pt x="653260" y="9664"/>
                  <a:pt x="652460" y="9574"/>
                  <a:pt x="651633" y="9574"/>
                </a:cubicBezTo>
                <a:cubicBezTo>
                  <a:pt x="650864" y="9574"/>
                  <a:pt x="650138" y="9720"/>
                  <a:pt x="649455" y="10013"/>
                </a:cubicBezTo>
                <a:cubicBezTo>
                  <a:pt x="648772" y="10305"/>
                  <a:pt x="648172" y="10727"/>
                  <a:pt x="647656" y="11278"/>
                </a:cubicBezTo>
                <a:cubicBezTo>
                  <a:pt x="647139" y="11829"/>
                  <a:pt x="646732" y="12501"/>
                  <a:pt x="646433" y="13293"/>
                </a:cubicBezTo>
                <a:cubicBezTo>
                  <a:pt x="646135" y="14085"/>
                  <a:pt x="645986" y="14980"/>
                  <a:pt x="645986" y="15979"/>
                </a:cubicBezTo>
                <a:cubicBezTo>
                  <a:pt x="645986" y="18068"/>
                  <a:pt x="646493" y="19632"/>
                  <a:pt x="647509" y="20671"/>
                </a:cubicBezTo>
                <a:cubicBezTo>
                  <a:pt x="648525" y="21710"/>
                  <a:pt x="649934" y="22229"/>
                  <a:pt x="651737" y="22229"/>
                </a:cubicBezTo>
                <a:cubicBezTo>
                  <a:pt x="652552" y="22229"/>
                  <a:pt x="653341" y="22137"/>
                  <a:pt x="654104" y="21954"/>
                </a:cubicBezTo>
                <a:cubicBezTo>
                  <a:pt x="654867" y="21770"/>
                  <a:pt x="655605" y="21495"/>
                  <a:pt x="656317" y="21127"/>
                </a:cubicBezTo>
                <a:lnTo>
                  <a:pt x="656317" y="23917"/>
                </a:lnTo>
                <a:close/>
                <a:moveTo>
                  <a:pt x="673669" y="24554"/>
                </a:moveTo>
                <a:lnTo>
                  <a:pt x="673601" y="22224"/>
                </a:lnTo>
                <a:cubicBezTo>
                  <a:pt x="672659" y="23156"/>
                  <a:pt x="671704" y="23829"/>
                  <a:pt x="670734" y="24243"/>
                </a:cubicBezTo>
                <a:cubicBezTo>
                  <a:pt x="669764" y="24657"/>
                  <a:pt x="668745" y="24864"/>
                  <a:pt x="667677" y="24864"/>
                </a:cubicBezTo>
                <a:cubicBezTo>
                  <a:pt x="666690" y="24864"/>
                  <a:pt x="665846" y="24737"/>
                  <a:pt x="665146" y="24484"/>
                </a:cubicBezTo>
                <a:cubicBezTo>
                  <a:pt x="664446" y="24231"/>
                  <a:pt x="663869" y="23884"/>
                  <a:pt x="663416" y="23441"/>
                </a:cubicBezTo>
                <a:cubicBezTo>
                  <a:pt x="662962" y="22998"/>
                  <a:pt x="662629" y="22478"/>
                  <a:pt x="662417" y="21880"/>
                </a:cubicBezTo>
                <a:cubicBezTo>
                  <a:pt x="662205" y="21282"/>
                  <a:pt x="662099" y="20632"/>
                  <a:pt x="662099" y="19931"/>
                </a:cubicBezTo>
                <a:cubicBezTo>
                  <a:pt x="662099" y="18195"/>
                  <a:pt x="662744" y="16835"/>
                  <a:pt x="664036" y="15852"/>
                </a:cubicBezTo>
                <a:cubicBezTo>
                  <a:pt x="665327" y="14869"/>
                  <a:pt x="667235" y="14378"/>
                  <a:pt x="669761" y="14378"/>
                </a:cubicBezTo>
                <a:lnTo>
                  <a:pt x="673342" y="14378"/>
                </a:lnTo>
                <a:lnTo>
                  <a:pt x="673342" y="12868"/>
                </a:lnTo>
                <a:cubicBezTo>
                  <a:pt x="673342" y="11850"/>
                  <a:pt x="673015" y="11035"/>
                  <a:pt x="672361" y="10423"/>
                </a:cubicBezTo>
                <a:cubicBezTo>
                  <a:pt x="671707" y="9811"/>
                  <a:pt x="670708" y="9505"/>
                  <a:pt x="669365" y="9505"/>
                </a:cubicBezTo>
                <a:cubicBezTo>
                  <a:pt x="668389" y="9505"/>
                  <a:pt x="667428" y="9615"/>
                  <a:pt x="666481" y="9837"/>
                </a:cubicBezTo>
                <a:cubicBezTo>
                  <a:pt x="665534" y="10058"/>
                  <a:pt x="664555" y="10372"/>
                  <a:pt x="663545" y="10779"/>
                </a:cubicBezTo>
                <a:lnTo>
                  <a:pt x="663545" y="8076"/>
                </a:lnTo>
                <a:cubicBezTo>
                  <a:pt x="663924" y="7936"/>
                  <a:pt x="664346" y="7799"/>
                  <a:pt x="664811" y="7664"/>
                </a:cubicBezTo>
                <a:cubicBezTo>
                  <a:pt x="665275" y="7530"/>
                  <a:pt x="665766" y="7411"/>
                  <a:pt x="666283" y="7306"/>
                </a:cubicBezTo>
                <a:cubicBezTo>
                  <a:pt x="666799" y="7201"/>
                  <a:pt x="667339" y="7116"/>
                  <a:pt x="667901" y="7053"/>
                </a:cubicBezTo>
                <a:cubicBezTo>
                  <a:pt x="668464" y="6988"/>
                  <a:pt x="669032" y="6956"/>
                  <a:pt x="669606" y="6956"/>
                </a:cubicBezTo>
                <a:cubicBezTo>
                  <a:pt x="670650" y="6956"/>
                  <a:pt x="671592" y="7071"/>
                  <a:pt x="672430" y="7301"/>
                </a:cubicBezTo>
                <a:cubicBezTo>
                  <a:pt x="673268" y="7530"/>
                  <a:pt x="673977" y="7880"/>
                  <a:pt x="674556" y="8351"/>
                </a:cubicBezTo>
                <a:cubicBezTo>
                  <a:pt x="675136" y="8822"/>
                  <a:pt x="675581" y="9413"/>
                  <a:pt x="675891" y="10125"/>
                </a:cubicBezTo>
                <a:cubicBezTo>
                  <a:pt x="676201" y="10836"/>
                  <a:pt x="676356" y="11674"/>
                  <a:pt x="676356" y="12638"/>
                </a:cubicBezTo>
                <a:lnTo>
                  <a:pt x="676356" y="24554"/>
                </a:lnTo>
                <a:lnTo>
                  <a:pt x="673669" y="24554"/>
                </a:lnTo>
                <a:moveTo>
                  <a:pt x="673342" y="16668"/>
                </a:moveTo>
                <a:lnTo>
                  <a:pt x="669537" y="16668"/>
                </a:lnTo>
                <a:cubicBezTo>
                  <a:pt x="668791" y="16668"/>
                  <a:pt x="668148" y="16743"/>
                  <a:pt x="667609" y="16893"/>
                </a:cubicBezTo>
                <a:cubicBezTo>
                  <a:pt x="667069" y="17042"/>
                  <a:pt x="666627" y="17255"/>
                  <a:pt x="666283" y="17531"/>
                </a:cubicBezTo>
                <a:cubicBezTo>
                  <a:pt x="665938" y="17807"/>
                  <a:pt x="665683" y="18139"/>
                  <a:pt x="665516" y="18525"/>
                </a:cubicBezTo>
                <a:cubicBezTo>
                  <a:pt x="665350" y="18910"/>
                  <a:pt x="665267" y="19345"/>
                  <a:pt x="665267" y="19828"/>
                </a:cubicBezTo>
                <a:cubicBezTo>
                  <a:pt x="665267" y="20162"/>
                  <a:pt x="665318" y="20482"/>
                  <a:pt x="665422" y="20787"/>
                </a:cubicBezTo>
                <a:cubicBezTo>
                  <a:pt x="665525" y="21092"/>
                  <a:pt x="665692" y="21363"/>
                  <a:pt x="665921" y="21599"/>
                </a:cubicBezTo>
                <a:cubicBezTo>
                  <a:pt x="666151" y="21835"/>
                  <a:pt x="666449" y="22022"/>
                  <a:pt x="666816" y="22160"/>
                </a:cubicBezTo>
                <a:cubicBezTo>
                  <a:pt x="667184" y="22298"/>
                  <a:pt x="667631" y="22367"/>
                  <a:pt x="668160" y="22367"/>
                </a:cubicBezTo>
                <a:cubicBezTo>
                  <a:pt x="668848" y="22367"/>
                  <a:pt x="669637" y="22157"/>
                  <a:pt x="670527" y="21737"/>
                </a:cubicBezTo>
                <a:cubicBezTo>
                  <a:pt x="671417" y="21316"/>
                  <a:pt x="672355" y="20651"/>
                  <a:pt x="673342" y="19742"/>
                </a:cubicBezTo>
                <a:lnTo>
                  <a:pt x="673342" y="16668"/>
                </a:lnTo>
                <a:close/>
                <a:moveTo>
                  <a:pt x="695929" y="19836"/>
                </a:moveTo>
                <a:cubicBezTo>
                  <a:pt x="695929" y="20444"/>
                  <a:pt x="695826" y="20990"/>
                  <a:pt x="695619" y="21472"/>
                </a:cubicBezTo>
                <a:cubicBezTo>
                  <a:pt x="695413" y="21954"/>
                  <a:pt x="695132" y="22381"/>
                  <a:pt x="694776" y="22754"/>
                </a:cubicBezTo>
                <a:cubicBezTo>
                  <a:pt x="694420" y="23127"/>
                  <a:pt x="694007" y="23446"/>
                  <a:pt x="693536" y="23710"/>
                </a:cubicBezTo>
                <a:cubicBezTo>
                  <a:pt x="693065" y="23974"/>
                  <a:pt x="692563" y="24192"/>
                  <a:pt x="692029" y="24364"/>
                </a:cubicBezTo>
                <a:cubicBezTo>
                  <a:pt x="691496" y="24537"/>
                  <a:pt x="690947" y="24663"/>
                  <a:pt x="690385" y="24743"/>
                </a:cubicBezTo>
                <a:cubicBezTo>
                  <a:pt x="689822" y="24824"/>
                  <a:pt x="689271" y="24864"/>
                  <a:pt x="688732" y="24864"/>
                </a:cubicBezTo>
                <a:cubicBezTo>
                  <a:pt x="687561" y="24864"/>
                  <a:pt x="686485" y="24812"/>
                  <a:pt x="685503" y="24709"/>
                </a:cubicBezTo>
                <a:cubicBezTo>
                  <a:pt x="684522" y="24605"/>
                  <a:pt x="683561" y="24439"/>
                  <a:pt x="682619" y="24209"/>
                </a:cubicBezTo>
                <a:lnTo>
                  <a:pt x="682619" y="21454"/>
                </a:lnTo>
                <a:cubicBezTo>
                  <a:pt x="683629" y="21741"/>
                  <a:pt x="684634" y="21960"/>
                  <a:pt x="685633" y="22109"/>
                </a:cubicBezTo>
                <a:cubicBezTo>
                  <a:pt x="686631" y="22258"/>
                  <a:pt x="687624" y="22333"/>
                  <a:pt x="688611" y="22333"/>
                </a:cubicBezTo>
                <a:cubicBezTo>
                  <a:pt x="690046" y="22333"/>
                  <a:pt x="691108" y="22137"/>
                  <a:pt x="691797" y="21747"/>
                </a:cubicBezTo>
                <a:cubicBezTo>
                  <a:pt x="692486" y="21357"/>
                  <a:pt x="692830" y="20800"/>
                  <a:pt x="692830" y="20077"/>
                </a:cubicBezTo>
                <a:cubicBezTo>
                  <a:pt x="692830" y="19767"/>
                  <a:pt x="692775" y="19489"/>
                  <a:pt x="692666" y="19242"/>
                </a:cubicBezTo>
                <a:cubicBezTo>
                  <a:pt x="692557" y="18995"/>
                  <a:pt x="692359" y="18760"/>
                  <a:pt x="692072" y="18536"/>
                </a:cubicBezTo>
                <a:cubicBezTo>
                  <a:pt x="691785" y="18312"/>
                  <a:pt x="691341" y="18080"/>
                  <a:pt x="690738" y="17839"/>
                </a:cubicBezTo>
                <a:cubicBezTo>
                  <a:pt x="690135" y="17597"/>
                  <a:pt x="689312" y="17322"/>
                  <a:pt x="688267" y="17012"/>
                </a:cubicBezTo>
                <a:cubicBezTo>
                  <a:pt x="687486" y="16782"/>
                  <a:pt x="686766" y="16521"/>
                  <a:pt x="686106" y="16229"/>
                </a:cubicBezTo>
                <a:cubicBezTo>
                  <a:pt x="685446" y="15936"/>
                  <a:pt x="684875" y="15589"/>
                  <a:pt x="684393" y="15187"/>
                </a:cubicBezTo>
                <a:cubicBezTo>
                  <a:pt x="683911" y="14785"/>
                  <a:pt x="683532" y="14314"/>
                  <a:pt x="683256" y="13775"/>
                </a:cubicBezTo>
                <a:cubicBezTo>
                  <a:pt x="682981" y="13235"/>
                  <a:pt x="682843" y="12598"/>
                  <a:pt x="682843" y="11864"/>
                </a:cubicBezTo>
                <a:cubicBezTo>
                  <a:pt x="682843" y="11382"/>
                  <a:pt x="682955" y="10853"/>
                  <a:pt x="683179" y="10280"/>
                </a:cubicBezTo>
                <a:cubicBezTo>
                  <a:pt x="683403" y="9706"/>
                  <a:pt x="683784" y="9172"/>
                  <a:pt x="684324" y="8678"/>
                </a:cubicBezTo>
                <a:cubicBezTo>
                  <a:pt x="684863" y="8185"/>
                  <a:pt x="685592" y="7774"/>
                  <a:pt x="686511" y="7447"/>
                </a:cubicBezTo>
                <a:cubicBezTo>
                  <a:pt x="687429" y="7120"/>
                  <a:pt x="688577" y="6956"/>
                  <a:pt x="689954" y="6956"/>
                </a:cubicBezTo>
                <a:cubicBezTo>
                  <a:pt x="690632" y="6956"/>
                  <a:pt x="691384" y="6994"/>
                  <a:pt x="692210" y="7068"/>
                </a:cubicBezTo>
                <a:cubicBezTo>
                  <a:pt x="693037" y="7143"/>
                  <a:pt x="693898" y="7272"/>
                  <a:pt x="694793" y="7456"/>
                </a:cubicBezTo>
                <a:lnTo>
                  <a:pt x="694793" y="10125"/>
                </a:lnTo>
                <a:cubicBezTo>
                  <a:pt x="693852" y="9895"/>
                  <a:pt x="692959" y="9726"/>
                  <a:pt x="692115" y="9617"/>
                </a:cubicBezTo>
                <a:cubicBezTo>
                  <a:pt x="691272" y="9508"/>
                  <a:pt x="690540" y="9453"/>
                  <a:pt x="689920" y="9453"/>
                </a:cubicBezTo>
                <a:cubicBezTo>
                  <a:pt x="689174" y="9453"/>
                  <a:pt x="688545" y="9510"/>
                  <a:pt x="688035" y="9625"/>
                </a:cubicBezTo>
                <a:cubicBezTo>
                  <a:pt x="687524" y="9740"/>
                  <a:pt x="687111" y="9898"/>
                  <a:pt x="686795" y="10099"/>
                </a:cubicBezTo>
                <a:cubicBezTo>
                  <a:pt x="686479" y="10300"/>
                  <a:pt x="686252" y="10535"/>
                  <a:pt x="686115" y="10805"/>
                </a:cubicBezTo>
                <a:cubicBezTo>
                  <a:pt x="685977" y="11074"/>
                  <a:pt x="685908" y="11364"/>
                  <a:pt x="685908" y="11674"/>
                </a:cubicBezTo>
                <a:cubicBezTo>
                  <a:pt x="685908" y="11984"/>
                  <a:pt x="685968" y="12265"/>
                  <a:pt x="686089" y="12518"/>
                </a:cubicBezTo>
                <a:cubicBezTo>
                  <a:pt x="686209" y="12770"/>
                  <a:pt x="686433" y="13014"/>
                  <a:pt x="686760" y="13250"/>
                </a:cubicBezTo>
                <a:cubicBezTo>
                  <a:pt x="687088" y="13485"/>
                  <a:pt x="687544" y="13720"/>
                  <a:pt x="688129" y="13956"/>
                </a:cubicBezTo>
                <a:cubicBezTo>
                  <a:pt x="688715" y="14191"/>
                  <a:pt x="689478" y="14446"/>
                  <a:pt x="690419" y="14722"/>
                </a:cubicBezTo>
                <a:cubicBezTo>
                  <a:pt x="691441" y="15020"/>
                  <a:pt x="692302" y="15333"/>
                  <a:pt x="693002" y="15660"/>
                </a:cubicBezTo>
                <a:cubicBezTo>
                  <a:pt x="693702" y="15988"/>
                  <a:pt x="694271" y="16352"/>
                  <a:pt x="694707" y="16754"/>
                </a:cubicBezTo>
                <a:cubicBezTo>
                  <a:pt x="695143" y="17156"/>
                  <a:pt x="695456" y="17609"/>
                  <a:pt x="695645" y="18114"/>
                </a:cubicBezTo>
                <a:cubicBezTo>
                  <a:pt x="695835" y="18619"/>
                  <a:pt x="695929" y="19193"/>
                  <a:pt x="695929" y="19836"/>
                </a:cubicBezTo>
                <a:close/>
                <a:moveTo>
                  <a:pt x="715348" y="23917"/>
                </a:moveTo>
                <a:cubicBezTo>
                  <a:pt x="714568" y="24215"/>
                  <a:pt x="713767" y="24436"/>
                  <a:pt x="712946" y="24580"/>
                </a:cubicBezTo>
                <a:cubicBezTo>
                  <a:pt x="712126" y="24723"/>
                  <a:pt x="711279" y="24795"/>
                  <a:pt x="710407" y="24795"/>
                </a:cubicBezTo>
                <a:cubicBezTo>
                  <a:pt x="707675" y="24795"/>
                  <a:pt x="705571" y="24054"/>
                  <a:pt x="704096" y="22574"/>
                </a:cubicBezTo>
                <a:cubicBezTo>
                  <a:pt x="702621" y="21093"/>
                  <a:pt x="701883" y="18929"/>
                  <a:pt x="701883" y="16082"/>
                </a:cubicBezTo>
                <a:cubicBezTo>
                  <a:pt x="701883" y="14716"/>
                  <a:pt x="702096" y="13476"/>
                  <a:pt x="702520" y="12363"/>
                </a:cubicBezTo>
                <a:cubicBezTo>
                  <a:pt x="702945" y="11250"/>
                  <a:pt x="703542" y="10297"/>
                  <a:pt x="704311" y="9505"/>
                </a:cubicBezTo>
                <a:cubicBezTo>
                  <a:pt x="705080" y="8713"/>
                  <a:pt x="705999" y="8101"/>
                  <a:pt x="707066" y="7671"/>
                </a:cubicBezTo>
                <a:cubicBezTo>
                  <a:pt x="708134" y="7240"/>
                  <a:pt x="709310" y="7025"/>
                  <a:pt x="710596" y="7025"/>
                </a:cubicBezTo>
                <a:cubicBezTo>
                  <a:pt x="711491" y="7025"/>
                  <a:pt x="712329" y="7090"/>
                  <a:pt x="713110" y="7219"/>
                </a:cubicBezTo>
                <a:cubicBezTo>
                  <a:pt x="713890" y="7348"/>
                  <a:pt x="714637" y="7559"/>
                  <a:pt x="715348" y="7852"/>
                </a:cubicBezTo>
                <a:lnTo>
                  <a:pt x="715348" y="10710"/>
                </a:lnTo>
                <a:cubicBezTo>
                  <a:pt x="714602" y="10314"/>
                  <a:pt x="713842" y="10025"/>
                  <a:pt x="713067" y="9845"/>
                </a:cubicBezTo>
                <a:cubicBezTo>
                  <a:pt x="712292" y="9664"/>
                  <a:pt x="711491" y="9574"/>
                  <a:pt x="710665" y="9574"/>
                </a:cubicBezTo>
                <a:cubicBezTo>
                  <a:pt x="709896" y="9574"/>
                  <a:pt x="709170" y="9720"/>
                  <a:pt x="708487" y="10013"/>
                </a:cubicBezTo>
                <a:cubicBezTo>
                  <a:pt x="707804" y="10305"/>
                  <a:pt x="707204" y="10727"/>
                  <a:pt x="706687" y="11278"/>
                </a:cubicBezTo>
                <a:cubicBezTo>
                  <a:pt x="706171" y="11829"/>
                  <a:pt x="705763" y="12501"/>
                  <a:pt x="705465" y="13293"/>
                </a:cubicBezTo>
                <a:cubicBezTo>
                  <a:pt x="705166" y="14085"/>
                  <a:pt x="705017" y="14980"/>
                  <a:pt x="705017" y="15979"/>
                </a:cubicBezTo>
                <a:cubicBezTo>
                  <a:pt x="705017" y="18068"/>
                  <a:pt x="705525" y="19632"/>
                  <a:pt x="706541" y="20671"/>
                </a:cubicBezTo>
                <a:cubicBezTo>
                  <a:pt x="707557" y="21710"/>
                  <a:pt x="708966" y="22229"/>
                  <a:pt x="710768" y="22229"/>
                </a:cubicBezTo>
                <a:cubicBezTo>
                  <a:pt x="711583" y="22229"/>
                  <a:pt x="712372" y="22137"/>
                  <a:pt x="713136" y="21954"/>
                </a:cubicBezTo>
                <a:cubicBezTo>
                  <a:pt x="713899" y="21770"/>
                  <a:pt x="714637" y="21495"/>
                  <a:pt x="715348" y="21127"/>
                </a:cubicBezTo>
                <a:lnTo>
                  <a:pt x="715348" y="23917"/>
                </a:lnTo>
                <a:close/>
                <a:moveTo>
                  <a:pt x="731678" y="24554"/>
                </a:moveTo>
                <a:lnTo>
                  <a:pt x="731609" y="22224"/>
                </a:lnTo>
                <a:cubicBezTo>
                  <a:pt x="730668" y="23156"/>
                  <a:pt x="729712" y="23829"/>
                  <a:pt x="728742" y="24243"/>
                </a:cubicBezTo>
                <a:cubicBezTo>
                  <a:pt x="727772" y="24657"/>
                  <a:pt x="726754" y="24864"/>
                  <a:pt x="725686" y="24864"/>
                </a:cubicBezTo>
                <a:cubicBezTo>
                  <a:pt x="724699" y="24864"/>
                  <a:pt x="723855" y="24737"/>
                  <a:pt x="723155" y="24484"/>
                </a:cubicBezTo>
                <a:cubicBezTo>
                  <a:pt x="722455" y="24231"/>
                  <a:pt x="721878" y="23884"/>
                  <a:pt x="721424" y="23441"/>
                </a:cubicBezTo>
                <a:cubicBezTo>
                  <a:pt x="720971" y="22998"/>
                  <a:pt x="720638" y="22478"/>
                  <a:pt x="720426" y="21880"/>
                </a:cubicBezTo>
                <a:cubicBezTo>
                  <a:pt x="720213" y="21282"/>
                  <a:pt x="720107" y="20632"/>
                  <a:pt x="720107" y="19931"/>
                </a:cubicBezTo>
                <a:cubicBezTo>
                  <a:pt x="720107" y="18195"/>
                  <a:pt x="720753" y="16835"/>
                  <a:pt x="722044" y="15852"/>
                </a:cubicBezTo>
                <a:cubicBezTo>
                  <a:pt x="723336" y="14869"/>
                  <a:pt x="725244" y="14378"/>
                  <a:pt x="727770" y="14378"/>
                </a:cubicBezTo>
                <a:lnTo>
                  <a:pt x="731351" y="14378"/>
                </a:lnTo>
                <a:lnTo>
                  <a:pt x="731351" y="12868"/>
                </a:lnTo>
                <a:cubicBezTo>
                  <a:pt x="731351" y="11850"/>
                  <a:pt x="731024" y="11035"/>
                  <a:pt x="730370" y="10423"/>
                </a:cubicBezTo>
                <a:cubicBezTo>
                  <a:pt x="729715" y="9811"/>
                  <a:pt x="728717" y="9505"/>
                  <a:pt x="727374" y="9505"/>
                </a:cubicBezTo>
                <a:cubicBezTo>
                  <a:pt x="726398" y="9505"/>
                  <a:pt x="725436" y="9615"/>
                  <a:pt x="724489" y="9837"/>
                </a:cubicBezTo>
                <a:cubicBezTo>
                  <a:pt x="723542" y="10058"/>
                  <a:pt x="722564" y="10372"/>
                  <a:pt x="721554" y="10779"/>
                </a:cubicBezTo>
                <a:lnTo>
                  <a:pt x="721554" y="8076"/>
                </a:lnTo>
                <a:cubicBezTo>
                  <a:pt x="721932" y="7936"/>
                  <a:pt x="722354" y="7799"/>
                  <a:pt x="722819" y="7664"/>
                </a:cubicBezTo>
                <a:cubicBezTo>
                  <a:pt x="723284" y="7530"/>
                  <a:pt x="723775" y="7411"/>
                  <a:pt x="724291" y="7306"/>
                </a:cubicBezTo>
                <a:cubicBezTo>
                  <a:pt x="724808" y="7201"/>
                  <a:pt x="725347" y="7116"/>
                  <a:pt x="725910" y="7053"/>
                </a:cubicBezTo>
                <a:cubicBezTo>
                  <a:pt x="726472" y="6988"/>
                  <a:pt x="727041" y="6956"/>
                  <a:pt x="727615" y="6956"/>
                </a:cubicBezTo>
                <a:cubicBezTo>
                  <a:pt x="728659" y="6956"/>
                  <a:pt x="729600" y="7071"/>
                  <a:pt x="730438" y="7301"/>
                </a:cubicBezTo>
                <a:cubicBezTo>
                  <a:pt x="731276" y="7530"/>
                  <a:pt x="731985" y="7880"/>
                  <a:pt x="732565" y="8351"/>
                </a:cubicBezTo>
                <a:cubicBezTo>
                  <a:pt x="733145" y="8822"/>
                  <a:pt x="733589" y="9413"/>
                  <a:pt x="733899" y="10125"/>
                </a:cubicBezTo>
                <a:cubicBezTo>
                  <a:pt x="734209" y="10836"/>
                  <a:pt x="734364" y="11674"/>
                  <a:pt x="734364" y="12638"/>
                </a:cubicBezTo>
                <a:lnTo>
                  <a:pt x="734364" y="24554"/>
                </a:lnTo>
                <a:lnTo>
                  <a:pt x="731678" y="24554"/>
                </a:lnTo>
                <a:moveTo>
                  <a:pt x="731351" y="16668"/>
                </a:moveTo>
                <a:lnTo>
                  <a:pt x="727546" y="16668"/>
                </a:lnTo>
                <a:cubicBezTo>
                  <a:pt x="726800" y="16668"/>
                  <a:pt x="726157" y="16743"/>
                  <a:pt x="725617" y="16893"/>
                </a:cubicBezTo>
                <a:cubicBezTo>
                  <a:pt x="725078" y="17042"/>
                  <a:pt x="724636" y="17255"/>
                  <a:pt x="724291" y="17531"/>
                </a:cubicBezTo>
                <a:cubicBezTo>
                  <a:pt x="723947" y="17807"/>
                  <a:pt x="723692" y="18139"/>
                  <a:pt x="723525" y="18525"/>
                </a:cubicBezTo>
                <a:cubicBezTo>
                  <a:pt x="723359" y="18910"/>
                  <a:pt x="723275" y="19345"/>
                  <a:pt x="723275" y="19828"/>
                </a:cubicBezTo>
                <a:cubicBezTo>
                  <a:pt x="723275" y="20162"/>
                  <a:pt x="723327" y="20482"/>
                  <a:pt x="723430" y="20787"/>
                </a:cubicBezTo>
                <a:cubicBezTo>
                  <a:pt x="723534" y="21092"/>
                  <a:pt x="723700" y="21363"/>
                  <a:pt x="723930" y="21599"/>
                </a:cubicBezTo>
                <a:cubicBezTo>
                  <a:pt x="724159" y="21835"/>
                  <a:pt x="724458" y="22022"/>
                  <a:pt x="724825" y="22160"/>
                </a:cubicBezTo>
                <a:cubicBezTo>
                  <a:pt x="725192" y="22298"/>
                  <a:pt x="725640" y="22367"/>
                  <a:pt x="726168" y="22367"/>
                </a:cubicBezTo>
                <a:cubicBezTo>
                  <a:pt x="726857" y="22367"/>
                  <a:pt x="727646" y="22157"/>
                  <a:pt x="728536" y="21737"/>
                </a:cubicBezTo>
                <a:cubicBezTo>
                  <a:pt x="729425" y="21316"/>
                  <a:pt x="730364" y="20651"/>
                  <a:pt x="731351" y="19742"/>
                </a:cubicBezTo>
                <a:lnTo>
                  <a:pt x="731351" y="16668"/>
                </a:lnTo>
                <a:close/>
                <a:moveTo>
                  <a:pt x="739371" y="16272"/>
                </a:moveTo>
                <a:cubicBezTo>
                  <a:pt x="739371" y="14802"/>
                  <a:pt x="739572" y="13497"/>
                  <a:pt x="739974" y="12354"/>
                </a:cubicBezTo>
                <a:cubicBezTo>
                  <a:pt x="740375" y="11212"/>
                  <a:pt x="740947" y="10248"/>
                  <a:pt x="741687" y="9462"/>
                </a:cubicBezTo>
                <a:cubicBezTo>
                  <a:pt x="742427" y="8675"/>
                  <a:pt x="743317" y="8078"/>
                  <a:pt x="744356" y="7671"/>
                </a:cubicBezTo>
                <a:cubicBezTo>
                  <a:pt x="745395" y="7263"/>
                  <a:pt x="746551" y="7060"/>
                  <a:pt x="747825" y="7060"/>
                </a:cubicBezTo>
                <a:cubicBezTo>
                  <a:pt x="748376" y="7060"/>
                  <a:pt x="748919" y="7094"/>
                  <a:pt x="749453" y="7163"/>
                </a:cubicBezTo>
                <a:cubicBezTo>
                  <a:pt x="749986" y="7232"/>
                  <a:pt x="750511" y="7341"/>
                  <a:pt x="751028" y="7490"/>
                </a:cubicBezTo>
                <a:lnTo>
                  <a:pt x="751028" y="207"/>
                </a:lnTo>
                <a:lnTo>
                  <a:pt x="754041" y="207"/>
                </a:lnTo>
                <a:lnTo>
                  <a:pt x="754041" y="24554"/>
                </a:lnTo>
                <a:lnTo>
                  <a:pt x="751355" y="24554"/>
                </a:lnTo>
                <a:lnTo>
                  <a:pt x="751252" y="21282"/>
                </a:lnTo>
                <a:cubicBezTo>
                  <a:pt x="750414" y="22499"/>
                  <a:pt x="749507" y="23400"/>
                  <a:pt x="748531" y="23986"/>
                </a:cubicBezTo>
                <a:cubicBezTo>
                  <a:pt x="747556" y="24571"/>
                  <a:pt x="746500" y="24864"/>
                  <a:pt x="745363" y="24864"/>
                </a:cubicBezTo>
                <a:cubicBezTo>
                  <a:pt x="744376" y="24864"/>
                  <a:pt x="743506" y="24657"/>
                  <a:pt x="742755" y="24244"/>
                </a:cubicBezTo>
                <a:cubicBezTo>
                  <a:pt x="742003" y="23831"/>
                  <a:pt x="741377" y="23248"/>
                  <a:pt x="740878" y="22496"/>
                </a:cubicBezTo>
                <a:cubicBezTo>
                  <a:pt x="740378" y="21744"/>
                  <a:pt x="740002" y="20840"/>
                  <a:pt x="739750" y="19784"/>
                </a:cubicBezTo>
                <a:cubicBezTo>
                  <a:pt x="739497" y="18728"/>
                  <a:pt x="739371" y="17557"/>
                  <a:pt x="739371" y="16272"/>
                </a:cubicBezTo>
                <a:moveTo>
                  <a:pt x="742436" y="16082"/>
                </a:moveTo>
                <a:cubicBezTo>
                  <a:pt x="742436" y="18171"/>
                  <a:pt x="742743" y="19730"/>
                  <a:pt x="743357" y="20757"/>
                </a:cubicBezTo>
                <a:cubicBezTo>
                  <a:pt x="743971" y="21784"/>
                  <a:pt x="744841" y="22298"/>
                  <a:pt x="745966" y="22298"/>
                </a:cubicBezTo>
                <a:cubicBezTo>
                  <a:pt x="746723" y="22298"/>
                  <a:pt x="747524" y="21960"/>
                  <a:pt x="748368" y="21282"/>
                </a:cubicBezTo>
                <a:cubicBezTo>
                  <a:pt x="749211" y="20605"/>
                  <a:pt x="750098" y="19601"/>
                  <a:pt x="751028" y="18269"/>
                </a:cubicBezTo>
                <a:lnTo>
                  <a:pt x="751028" y="10245"/>
                </a:lnTo>
                <a:cubicBezTo>
                  <a:pt x="750534" y="10016"/>
                  <a:pt x="749989" y="9840"/>
                  <a:pt x="749392" y="9720"/>
                </a:cubicBezTo>
                <a:cubicBezTo>
                  <a:pt x="748795" y="9599"/>
                  <a:pt x="748204" y="9539"/>
                  <a:pt x="747619" y="9539"/>
                </a:cubicBezTo>
                <a:cubicBezTo>
                  <a:pt x="745989" y="9539"/>
                  <a:pt x="744717" y="10067"/>
                  <a:pt x="743805" y="11123"/>
                </a:cubicBezTo>
                <a:cubicBezTo>
                  <a:pt x="742892" y="12179"/>
                  <a:pt x="742436" y="13832"/>
                  <a:pt x="742436" y="16082"/>
                </a:cubicBezTo>
                <a:close/>
                <a:moveTo>
                  <a:pt x="774528" y="14997"/>
                </a:moveTo>
                <a:cubicBezTo>
                  <a:pt x="774528" y="15422"/>
                  <a:pt x="774522" y="15778"/>
                  <a:pt x="774511" y="16065"/>
                </a:cubicBezTo>
                <a:cubicBezTo>
                  <a:pt x="774499" y="16352"/>
                  <a:pt x="774482" y="16622"/>
                  <a:pt x="774459" y="16874"/>
                </a:cubicBezTo>
                <a:lnTo>
                  <a:pt x="762320" y="16874"/>
                </a:lnTo>
                <a:cubicBezTo>
                  <a:pt x="762320" y="18642"/>
                  <a:pt x="762813" y="19999"/>
                  <a:pt x="763801" y="20946"/>
                </a:cubicBezTo>
                <a:cubicBezTo>
                  <a:pt x="764788" y="21893"/>
                  <a:pt x="766211" y="22367"/>
                  <a:pt x="768071" y="22367"/>
                </a:cubicBezTo>
                <a:cubicBezTo>
                  <a:pt x="768576" y="22367"/>
                  <a:pt x="769081" y="22347"/>
                  <a:pt x="769586" y="22306"/>
                </a:cubicBezTo>
                <a:cubicBezTo>
                  <a:pt x="770091" y="22264"/>
                  <a:pt x="770579" y="22209"/>
                  <a:pt x="771050" y="22138"/>
                </a:cubicBezTo>
                <a:cubicBezTo>
                  <a:pt x="771520" y="22068"/>
                  <a:pt x="771971" y="21988"/>
                  <a:pt x="772401" y="21900"/>
                </a:cubicBezTo>
                <a:cubicBezTo>
                  <a:pt x="772832" y="21812"/>
                  <a:pt x="773231" y="21715"/>
                  <a:pt x="773598" y="21609"/>
                </a:cubicBezTo>
                <a:lnTo>
                  <a:pt x="773598" y="24072"/>
                </a:lnTo>
                <a:cubicBezTo>
                  <a:pt x="772783" y="24306"/>
                  <a:pt x="771862" y="24497"/>
                  <a:pt x="770835" y="24644"/>
                </a:cubicBezTo>
                <a:cubicBezTo>
                  <a:pt x="769807" y="24790"/>
                  <a:pt x="768742" y="24864"/>
                  <a:pt x="767640" y="24864"/>
                </a:cubicBezTo>
                <a:cubicBezTo>
                  <a:pt x="766160" y="24864"/>
                  <a:pt x="764885" y="24663"/>
                  <a:pt x="763818" y="24261"/>
                </a:cubicBezTo>
                <a:cubicBezTo>
                  <a:pt x="762750" y="23859"/>
                  <a:pt x="761875" y="23277"/>
                  <a:pt x="761192" y="22513"/>
                </a:cubicBezTo>
                <a:cubicBezTo>
                  <a:pt x="760509" y="21750"/>
                  <a:pt x="760004" y="20814"/>
                  <a:pt x="759677" y="19707"/>
                </a:cubicBezTo>
                <a:cubicBezTo>
                  <a:pt x="759350" y="18599"/>
                  <a:pt x="759186" y="17345"/>
                  <a:pt x="759186" y="15944"/>
                </a:cubicBezTo>
                <a:cubicBezTo>
                  <a:pt x="759186" y="14728"/>
                  <a:pt x="759361" y="13577"/>
                  <a:pt x="759711" y="12492"/>
                </a:cubicBezTo>
                <a:cubicBezTo>
                  <a:pt x="760061" y="11407"/>
                  <a:pt x="760572" y="10455"/>
                  <a:pt x="761244" y="9634"/>
                </a:cubicBezTo>
                <a:cubicBezTo>
                  <a:pt x="761915" y="8813"/>
                  <a:pt x="762739" y="8162"/>
                  <a:pt x="763715" y="7680"/>
                </a:cubicBezTo>
                <a:cubicBezTo>
                  <a:pt x="764690" y="7197"/>
                  <a:pt x="765798" y="6956"/>
                  <a:pt x="767038" y="6956"/>
                </a:cubicBezTo>
                <a:cubicBezTo>
                  <a:pt x="768243" y="6956"/>
                  <a:pt x="769311" y="7146"/>
                  <a:pt x="770240" y="7525"/>
                </a:cubicBezTo>
                <a:cubicBezTo>
                  <a:pt x="771170" y="7903"/>
                  <a:pt x="771954" y="8440"/>
                  <a:pt x="772591" y="9134"/>
                </a:cubicBezTo>
                <a:cubicBezTo>
                  <a:pt x="773228" y="9829"/>
                  <a:pt x="773710" y="10673"/>
                  <a:pt x="774037" y="11666"/>
                </a:cubicBezTo>
                <a:cubicBezTo>
                  <a:pt x="774364" y="12659"/>
                  <a:pt x="774528" y="13769"/>
                  <a:pt x="774528" y="14997"/>
                </a:cubicBezTo>
                <a:moveTo>
                  <a:pt x="771411" y="14567"/>
                </a:moveTo>
                <a:cubicBezTo>
                  <a:pt x="771446" y="13798"/>
                  <a:pt x="771371" y="13095"/>
                  <a:pt x="771187" y="12458"/>
                </a:cubicBezTo>
                <a:cubicBezTo>
                  <a:pt x="771004" y="11821"/>
                  <a:pt x="770720" y="11272"/>
                  <a:pt x="770335" y="10813"/>
                </a:cubicBezTo>
                <a:cubicBezTo>
                  <a:pt x="769951" y="10354"/>
                  <a:pt x="769471" y="9995"/>
                  <a:pt x="768897" y="9737"/>
                </a:cubicBezTo>
                <a:cubicBezTo>
                  <a:pt x="768323" y="9479"/>
                  <a:pt x="767658" y="9350"/>
                  <a:pt x="766900" y="9350"/>
                </a:cubicBezTo>
                <a:cubicBezTo>
                  <a:pt x="766246" y="9350"/>
                  <a:pt x="765649" y="9476"/>
                  <a:pt x="765109" y="9729"/>
                </a:cubicBezTo>
                <a:cubicBezTo>
                  <a:pt x="764570" y="9981"/>
                  <a:pt x="764105" y="10337"/>
                  <a:pt x="763715" y="10796"/>
                </a:cubicBezTo>
                <a:cubicBezTo>
                  <a:pt x="763324" y="11255"/>
                  <a:pt x="763009" y="11806"/>
                  <a:pt x="762768" y="12449"/>
                </a:cubicBezTo>
                <a:cubicBezTo>
                  <a:pt x="762527" y="13092"/>
                  <a:pt x="762377" y="13798"/>
                  <a:pt x="762320" y="14567"/>
                </a:cubicBezTo>
                <a:lnTo>
                  <a:pt x="771411" y="14567"/>
                </a:lnTo>
                <a:close/>
                <a:moveTo>
                  <a:pt x="780310" y="7266"/>
                </a:moveTo>
                <a:lnTo>
                  <a:pt x="783048" y="7266"/>
                </a:lnTo>
                <a:lnTo>
                  <a:pt x="783134" y="10444"/>
                </a:lnTo>
                <a:cubicBezTo>
                  <a:pt x="784155" y="9218"/>
                  <a:pt x="785163" y="8331"/>
                  <a:pt x="786156" y="7781"/>
                </a:cubicBezTo>
                <a:cubicBezTo>
                  <a:pt x="787148" y="7231"/>
                  <a:pt x="788150" y="6956"/>
                  <a:pt x="789160" y="6956"/>
                </a:cubicBezTo>
                <a:cubicBezTo>
                  <a:pt x="790951" y="6956"/>
                  <a:pt x="792308" y="7535"/>
                  <a:pt x="793232" y="8691"/>
                </a:cubicBezTo>
                <a:cubicBezTo>
                  <a:pt x="794156" y="9848"/>
                  <a:pt x="794584" y="11565"/>
                  <a:pt x="794515" y="13844"/>
                </a:cubicBezTo>
                <a:lnTo>
                  <a:pt x="791485" y="13844"/>
                </a:lnTo>
                <a:cubicBezTo>
                  <a:pt x="791519" y="12335"/>
                  <a:pt x="791298" y="11240"/>
                  <a:pt x="790822" y="10560"/>
                </a:cubicBezTo>
                <a:cubicBezTo>
                  <a:pt x="790345" y="9879"/>
                  <a:pt x="789648" y="9539"/>
                  <a:pt x="788730" y="9539"/>
                </a:cubicBezTo>
                <a:cubicBezTo>
                  <a:pt x="788328" y="9539"/>
                  <a:pt x="787923" y="9611"/>
                  <a:pt x="787516" y="9754"/>
                </a:cubicBezTo>
                <a:cubicBezTo>
                  <a:pt x="787108" y="9897"/>
                  <a:pt x="786689" y="10125"/>
                  <a:pt x="786259" y="10439"/>
                </a:cubicBezTo>
                <a:cubicBezTo>
                  <a:pt x="785828" y="10754"/>
                  <a:pt x="785372" y="11157"/>
                  <a:pt x="784890" y="11648"/>
                </a:cubicBezTo>
                <a:cubicBezTo>
                  <a:pt x="784408" y="12140"/>
                  <a:pt x="783891" y="12734"/>
                  <a:pt x="783340" y="13432"/>
                </a:cubicBezTo>
                <a:lnTo>
                  <a:pt x="783340" y="24554"/>
                </a:lnTo>
                <a:lnTo>
                  <a:pt x="780310" y="24554"/>
                </a:lnTo>
                <a:lnTo>
                  <a:pt x="780310" y="7266"/>
                </a:lnTo>
                <a:close/>
                <a:moveTo>
                  <a:pt x="810549" y="16564"/>
                </a:moveTo>
                <a:lnTo>
                  <a:pt x="800252" y="16564"/>
                </a:lnTo>
                <a:lnTo>
                  <a:pt x="800252" y="13740"/>
                </a:lnTo>
                <a:lnTo>
                  <a:pt x="810549" y="13740"/>
                </a:lnTo>
                <a:lnTo>
                  <a:pt x="810549" y="16564"/>
                </a:lnTo>
                <a:close/>
                <a:moveTo>
                  <a:pt x="831857" y="19836"/>
                </a:moveTo>
                <a:cubicBezTo>
                  <a:pt x="831857" y="20444"/>
                  <a:pt x="831753" y="20990"/>
                  <a:pt x="831547" y="21472"/>
                </a:cubicBezTo>
                <a:cubicBezTo>
                  <a:pt x="831340" y="21954"/>
                  <a:pt x="831059" y="22381"/>
                  <a:pt x="830703" y="22754"/>
                </a:cubicBezTo>
                <a:cubicBezTo>
                  <a:pt x="830347" y="23127"/>
                  <a:pt x="829934" y="23446"/>
                  <a:pt x="829463" y="23710"/>
                </a:cubicBezTo>
                <a:cubicBezTo>
                  <a:pt x="828993" y="23974"/>
                  <a:pt x="828490" y="24192"/>
                  <a:pt x="827957" y="24364"/>
                </a:cubicBezTo>
                <a:cubicBezTo>
                  <a:pt x="827423" y="24537"/>
                  <a:pt x="826875" y="24663"/>
                  <a:pt x="826312" y="24743"/>
                </a:cubicBezTo>
                <a:cubicBezTo>
                  <a:pt x="825750" y="24824"/>
                  <a:pt x="825199" y="24864"/>
                  <a:pt x="824659" y="24864"/>
                </a:cubicBezTo>
                <a:cubicBezTo>
                  <a:pt x="823488" y="24864"/>
                  <a:pt x="822412" y="24812"/>
                  <a:pt x="821431" y="24709"/>
                </a:cubicBezTo>
                <a:cubicBezTo>
                  <a:pt x="820449" y="24605"/>
                  <a:pt x="819488" y="24439"/>
                  <a:pt x="818547" y="24209"/>
                </a:cubicBezTo>
                <a:lnTo>
                  <a:pt x="818547" y="21454"/>
                </a:lnTo>
                <a:cubicBezTo>
                  <a:pt x="819557" y="21741"/>
                  <a:pt x="820561" y="21960"/>
                  <a:pt x="821560" y="22109"/>
                </a:cubicBezTo>
                <a:cubicBezTo>
                  <a:pt x="822559" y="22258"/>
                  <a:pt x="823551" y="22333"/>
                  <a:pt x="824539" y="22333"/>
                </a:cubicBezTo>
                <a:cubicBezTo>
                  <a:pt x="825974" y="22333"/>
                  <a:pt x="827035" y="22137"/>
                  <a:pt x="827724" y="21747"/>
                </a:cubicBezTo>
                <a:cubicBezTo>
                  <a:pt x="828413" y="21357"/>
                  <a:pt x="828757" y="20800"/>
                  <a:pt x="828757" y="20077"/>
                </a:cubicBezTo>
                <a:cubicBezTo>
                  <a:pt x="828757" y="19767"/>
                  <a:pt x="828703" y="19489"/>
                  <a:pt x="828594" y="19242"/>
                </a:cubicBezTo>
                <a:cubicBezTo>
                  <a:pt x="828485" y="18995"/>
                  <a:pt x="828287" y="18760"/>
                  <a:pt x="828000" y="18536"/>
                </a:cubicBezTo>
                <a:cubicBezTo>
                  <a:pt x="827713" y="18312"/>
                  <a:pt x="827268" y="18080"/>
                  <a:pt x="826665" y="17839"/>
                </a:cubicBezTo>
                <a:cubicBezTo>
                  <a:pt x="826063" y="17597"/>
                  <a:pt x="825239" y="17322"/>
                  <a:pt x="824194" y="17012"/>
                </a:cubicBezTo>
                <a:cubicBezTo>
                  <a:pt x="823414" y="16782"/>
                  <a:pt x="822693" y="16521"/>
                  <a:pt x="822033" y="16229"/>
                </a:cubicBezTo>
                <a:cubicBezTo>
                  <a:pt x="821373" y="15936"/>
                  <a:pt x="820802" y="15589"/>
                  <a:pt x="820320" y="15187"/>
                </a:cubicBezTo>
                <a:cubicBezTo>
                  <a:pt x="819838" y="14785"/>
                  <a:pt x="819459" y="14314"/>
                  <a:pt x="819184" y="13775"/>
                </a:cubicBezTo>
                <a:cubicBezTo>
                  <a:pt x="818908" y="13235"/>
                  <a:pt x="818770" y="12598"/>
                  <a:pt x="818770" y="11864"/>
                </a:cubicBezTo>
                <a:cubicBezTo>
                  <a:pt x="818770" y="11382"/>
                  <a:pt x="818882" y="10853"/>
                  <a:pt x="819106" y="10280"/>
                </a:cubicBezTo>
                <a:cubicBezTo>
                  <a:pt x="819330" y="9706"/>
                  <a:pt x="819712" y="9172"/>
                  <a:pt x="820251" y="8678"/>
                </a:cubicBezTo>
                <a:cubicBezTo>
                  <a:pt x="820791" y="8185"/>
                  <a:pt x="821520" y="7774"/>
                  <a:pt x="822438" y="7447"/>
                </a:cubicBezTo>
                <a:cubicBezTo>
                  <a:pt x="823356" y="7120"/>
                  <a:pt x="824504" y="6956"/>
                  <a:pt x="825882" y="6956"/>
                </a:cubicBezTo>
                <a:cubicBezTo>
                  <a:pt x="826559" y="6956"/>
                  <a:pt x="827311" y="6994"/>
                  <a:pt x="828137" y="7068"/>
                </a:cubicBezTo>
                <a:cubicBezTo>
                  <a:pt x="828964" y="7143"/>
                  <a:pt x="829825" y="7272"/>
                  <a:pt x="830720" y="7456"/>
                </a:cubicBezTo>
                <a:lnTo>
                  <a:pt x="830720" y="10125"/>
                </a:lnTo>
                <a:cubicBezTo>
                  <a:pt x="829779" y="9895"/>
                  <a:pt x="828886" y="9726"/>
                  <a:pt x="828043" y="9617"/>
                </a:cubicBezTo>
                <a:cubicBezTo>
                  <a:pt x="827199" y="9508"/>
                  <a:pt x="826467" y="9453"/>
                  <a:pt x="825847" y="9453"/>
                </a:cubicBezTo>
                <a:cubicBezTo>
                  <a:pt x="825101" y="9453"/>
                  <a:pt x="824473" y="9510"/>
                  <a:pt x="823962" y="9625"/>
                </a:cubicBezTo>
                <a:cubicBezTo>
                  <a:pt x="823451" y="9740"/>
                  <a:pt x="823038" y="9898"/>
                  <a:pt x="822722" y="10099"/>
                </a:cubicBezTo>
                <a:cubicBezTo>
                  <a:pt x="822406" y="10300"/>
                  <a:pt x="822180" y="10535"/>
                  <a:pt x="822042" y="10805"/>
                </a:cubicBezTo>
                <a:cubicBezTo>
                  <a:pt x="821904" y="11074"/>
                  <a:pt x="821835" y="11364"/>
                  <a:pt x="821835" y="11674"/>
                </a:cubicBezTo>
                <a:cubicBezTo>
                  <a:pt x="821835" y="11984"/>
                  <a:pt x="821896" y="12265"/>
                  <a:pt x="822016" y="12518"/>
                </a:cubicBezTo>
                <a:cubicBezTo>
                  <a:pt x="822137" y="12770"/>
                  <a:pt x="822361" y="13014"/>
                  <a:pt x="822688" y="13250"/>
                </a:cubicBezTo>
                <a:cubicBezTo>
                  <a:pt x="823015" y="13485"/>
                  <a:pt x="823471" y="13720"/>
                  <a:pt x="824057" y="13956"/>
                </a:cubicBezTo>
                <a:cubicBezTo>
                  <a:pt x="824642" y="14191"/>
                  <a:pt x="825405" y="14446"/>
                  <a:pt x="826347" y="14722"/>
                </a:cubicBezTo>
                <a:cubicBezTo>
                  <a:pt x="827368" y="15020"/>
                  <a:pt x="828229" y="15333"/>
                  <a:pt x="828929" y="15660"/>
                </a:cubicBezTo>
                <a:cubicBezTo>
                  <a:pt x="829630" y="15988"/>
                  <a:pt x="830198" y="16352"/>
                  <a:pt x="830634" y="16754"/>
                </a:cubicBezTo>
                <a:cubicBezTo>
                  <a:pt x="831070" y="17156"/>
                  <a:pt x="831383" y="17609"/>
                  <a:pt x="831572" y="18114"/>
                </a:cubicBezTo>
                <a:cubicBezTo>
                  <a:pt x="831762" y="18619"/>
                  <a:pt x="831857" y="19193"/>
                  <a:pt x="831857" y="19836"/>
                </a:cubicBezTo>
                <a:close/>
                <a:moveTo>
                  <a:pt x="852447" y="14997"/>
                </a:moveTo>
                <a:cubicBezTo>
                  <a:pt x="852447" y="15422"/>
                  <a:pt x="852441" y="15778"/>
                  <a:pt x="852429" y="16065"/>
                </a:cubicBezTo>
                <a:cubicBezTo>
                  <a:pt x="852418" y="16352"/>
                  <a:pt x="852401" y="16622"/>
                  <a:pt x="852378" y="16874"/>
                </a:cubicBezTo>
                <a:lnTo>
                  <a:pt x="840238" y="16874"/>
                </a:lnTo>
                <a:cubicBezTo>
                  <a:pt x="840238" y="18642"/>
                  <a:pt x="840732" y="19999"/>
                  <a:pt x="841719" y="20946"/>
                </a:cubicBezTo>
                <a:cubicBezTo>
                  <a:pt x="842706" y="21893"/>
                  <a:pt x="844130" y="22367"/>
                  <a:pt x="845990" y="22367"/>
                </a:cubicBezTo>
                <a:cubicBezTo>
                  <a:pt x="846495" y="22367"/>
                  <a:pt x="847000" y="22347"/>
                  <a:pt x="847505" y="22306"/>
                </a:cubicBezTo>
                <a:cubicBezTo>
                  <a:pt x="848010" y="22264"/>
                  <a:pt x="848498" y="22209"/>
                  <a:pt x="848968" y="22138"/>
                </a:cubicBezTo>
                <a:cubicBezTo>
                  <a:pt x="849439" y="22068"/>
                  <a:pt x="849890" y="21988"/>
                  <a:pt x="850320" y="21900"/>
                </a:cubicBezTo>
                <a:cubicBezTo>
                  <a:pt x="850750" y="21812"/>
                  <a:pt x="851149" y="21715"/>
                  <a:pt x="851517" y="21609"/>
                </a:cubicBezTo>
                <a:lnTo>
                  <a:pt x="851517" y="24072"/>
                </a:lnTo>
                <a:cubicBezTo>
                  <a:pt x="850702" y="24306"/>
                  <a:pt x="849780" y="24497"/>
                  <a:pt x="848753" y="24644"/>
                </a:cubicBezTo>
                <a:cubicBezTo>
                  <a:pt x="847726" y="24790"/>
                  <a:pt x="846661" y="24864"/>
                  <a:pt x="845559" y="24864"/>
                </a:cubicBezTo>
                <a:cubicBezTo>
                  <a:pt x="844078" y="24864"/>
                  <a:pt x="842804" y="24663"/>
                  <a:pt x="841737" y="24261"/>
                </a:cubicBezTo>
                <a:cubicBezTo>
                  <a:pt x="840669" y="23859"/>
                  <a:pt x="839794" y="23277"/>
                  <a:pt x="839111" y="22513"/>
                </a:cubicBezTo>
                <a:cubicBezTo>
                  <a:pt x="838428" y="21750"/>
                  <a:pt x="837923" y="20814"/>
                  <a:pt x="837595" y="19707"/>
                </a:cubicBezTo>
                <a:cubicBezTo>
                  <a:pt x="837268" y="18599"/>
                  <a:pt x="837105" y="17345"/>
                  <a:pt x="837105" y="15944"/>
                </a:cubicBezTo>
                <a:cubicBezTo>
                  <a:pt x="837105" y="14728"/>
                  <a:pt x="837280" y="13577"/>
                  <a:pt x="837630" y="12492"/>
                </a:cubicBezTo>
                <a:cubicBezTo>
                  <a:pt x="837980" y="11407"/>
                  <a:pt x="838491" y="10455"/>
                  <a:pt x="839162" y="9634"/>
                </a:cubicBezTo>
                <a:cubicBezTo>
                  <a:pt x="839834" y="8813"/>
                  <a:pt x="840657" y="8162"/>
                  <a:pt x="841633" y="7680"/>
                </a:cubicBezTo>
                <a:cubicBezTo>
                  <a:pt x="842609" y="7197"/>
                  <a:pt x="843717" y="6956"/>
                  <a:pt x="844956" y="6956"/>
                </a:cubicBezTo>
                <a:cubicBezTo>
                  <a:pt x="846162" y="6956"/>
                  <a:pt x="847229" y="7146"/>
                  <a:pt x="848159" y="7525"/>
                </a:cubicBezTo>
                <a:cubicBezTo>
                  <a:pt x="849089" y="7903"/>
                  <a:pt x="849872" y="8440"/>
                  <a:pt x="850509" y="9134"/>
                </a:cubicBezTo>
                <a:cubicBezTo>
                  <a:pt x="851146" y="9829"/>
                  <a:pt x="851629" y="10673"/>
                  <a:pt x="851956" y="11666"/>
                </a:cubicBezTo>
                <a:cubicBezTo>
                  <a:pt x="852283" y="12659"/>
                  <a:pt x="852447" y="13769"/>
                  <a:pt x="852447" y="14997"/>
                </a:cubicBezTo>
                <a:moveTo>
                  <a:pt x="849330" y="14567"/>
                </a:moveTo>
                <a:cubicBezTo>
                  <a:pt x="849364" y="13798"/>
                  <a:pt x="849290" y="13095"/>
                  <a:pt x="849106" y="12458"/>
                </a:cubicBezTo>
                <a:cubicBezTo>
                  <a:pt x="848922" y="11821"/>
                  <a:pt x="848638" y="11272"/>
                  <a:pt x="848254" y="10813"/>
                </a:cubicBezTo>
                <a:cubicBezTo>
                  <a:pt x="847869" y="10354"/>
                  <a:pt x="847390" y="9995"/>
                  <a:pt x="846816" y="9737"/>
                </a:cubicBezTo>
                <a:cubicBezTo>
                  <a:pt x="846242" y="9479"/>
                  <a:pt x="845576" y="9350"/>
                  <a:pt x="844819" y="9350"/>
                </a:cubicBezTo>
                <a:cubicBezTo>
                  <a:pt x="844164" y="9350"/>
                  <a:pt x="843567" y="9476"/>
                  <a:pt x="843028" y="9729"/>
                </a:cubicBezTo>
                <a:cubicBezTo>
                  <a:pt x="842488" y="9981"/>
                  <a:pt x="842023" y="10337"/>
                  <a:pt x="841633" y="10796"/>
                </a:cubicBezTo>
                <a:cubicBezTo>
                  <a:pt x="841243" y="11255"/>
                  <a:pt x="840927" y="11806"/>
                  <a:pt x="840686" y="12449"/>
                </a:cubicBezTo>
                <a:cubicBezTo>
                  <a:pt x="840445" y="13092"/>
                  <a:pt x="840296" y="13798"/>
                  <a:pt x="840238" y="14567"/>
                </a:cubicBezTo>
                <a:lnTo>
                  <a:pt x="849330" y="14567"/>
                </a:lnTo>
                <a:close/>
                <a:moveTo>
                  <a:pt x="863411" y="2669"/>
                </a:moveTo>
                <a:lnTo>
                  <a:pt x="858297" y="2669"/>
                </a:lnTo>
                <a:lnTo>
                  <a:pt x="858297" y="207"/>
                </a:lnTo>
                <a:lnTo>
                  <a:pt x="866442" y="207"/>
                </a:lnTo>
                <a:lnTo>
                  <a:pt x="866442" y="22057"/>
                </a:lnTo>
                <a:lnTo>
                  <a:pt x="871590" y="22057"/>
                </a:lnTo>
                <a:lnTo>
                  <a:pt x="871590" y="24554"/>
                </a:lnTo>
                <a:lnTo>
                  <a:pt x="857729" y="24554"/>
                </a:lnTo>
                <a:lnTo>
                  <a:pt x="857729" y="22057"/>
                </a:lnTo>
                <a:lnTo>
                  <a:pt x="863411" y="22057"/>
                </a:lnTo>
                <a:lnTo>
                  <a:pt x="863411" y="2669"/>
                </a:lnTo>
                <a:close/>
                <a:moveTo>
                  <a:pt x="890778" y="14997"/>
                </a:moveTo>
                <a:cubicBezTo>
                  <a:pt x="890778" y="15422"/>
                  <a:pt x="890772" y="15778"/>
                  <a:pt x="890761" y="16065"/>
                </a:cubicBezTo>
                <a:cubicBezTo>
                  <a:pt x="890749" y="16352"/>
                  <a:pt x="890732" y="16622"/>
                  <a:pt x="890709" y="16874"/>
                </a:cubicBezTo>
                <a:lnTo>
                  <a:pt x="878570" y="16874"/>
                </a:lnTo>
                <a:cubicBezTo>
                  <a:pt x="878570" y="18642"/>
                  <a:pt x="879063" y="19999"/>
                  <a:pt x="880051" y="20946"/>
                </a:cubicBezTo>
                <a:cubicBezTo>
                  <a:pt x="881038" y="21893"/>
                  <a:pt x="882461" y="22367"/>
                  <a:pt x="884321" y="22367"/>
                </a:cubicBezTo>
                <a:cubicBezTo>
                  <a:pt x="884826" y="22367"/>
                  <a:pt x="885331" y="22347"/>
                  <a:pt x="885836" y="22306"/>
                </a:cubicBezTo>
                <a:cubicBezTo>
                  <a:pt x="886341" y="22264"/>
                  <a:pt x="886829" y="22209"/>
                  <a:pt x="887300" y="22138"/>
                </a:cubicBezTo>
                <a:cubicBezTo>
                  <a:pt x="887770" y="22068"/>
                  <a:pt x="888221" y="21988"/>
                  <a:pt x="888651" y="21900"/>
                </a:cubicBezTo>
                <a:cubicBezTo>
                  <a:pt x="889082" y="21812"/>
                  <a:pt x="889481" y="21715"/>
                  <a:pt x="889848" y="21609"/>
                </a:cubicBezTo>
                <a:lnTo>
                  <a:pt x="889848" y="24072"/>
                </a:lnTo>
                <a:cubicBezTo>
                  <a:pt x="889033" y="24306"/>
                  <a:pt x="888112" y="24497"/>
                  <a:pt x="887084" y="24644"/>
                </a:cubicBezTo>
                <a:cubicBezTo>
                  <a:pt x="886057" y="24790"/>
                  <a:pt x="884992" y="24864"/>
                  <a:pt x="883890" y="24864"/>
                </a:cubicBezTo>
                <a:cubicBezTo>
                  <a:pt x="882410" y="24864"/>
                  <a:pt x="881135" y="24663"/>
                  <a:pt x="880068" y="24261"/>
                </a:cubicBezTo>
                <a:cubicBezTo>
                  <a:pt x="879000" y="23859"/>
                  <a:pt x="878125" y="23277"/>
                  <a:pt x="877442" y="22513"/>
                </a:cubicBezTo>
                <a:cubicBezTo>
                  <a:pt x="876759" y="21750"/>
                  <a:pt x="876254" y="20814"/>
                  <a:pt x="875927" y="19707"/>
                </a:cubicBezTo>
                <a:cubicBezTo>
                  <a:pt x="875600" y="18599"/>
                  <a:pt x="875436" y="17345"/>
                  <a:pt x="875436" y="15944"/>
                </a:cubicBezTo>
                <a:cubicBezTo>
                  <a:pt x="875436" y="14728"/>
                  <a:pt x="875611" y="13577"/>
                  <a:pt x="875961" y="12492"/>
                </a:cubicBezTo>
                <a:cubicBezTo>
                  <a:pt x="876311" y="11407"/>
                  <a:pt x="876822" y="10455"/>
                  <a:pt x="877494" y="9634"/>
                </a:cubicBezTo>
                <a:cubicBezTo>
                  <a:pt x="878165" y="8813"/>
                  <a:pt x="878989" y="8162"/>
                  <a:pt x="879965" y="7680"/>
                </a:cubicBezTo>
                <a:cubicBezTo>
                  <a:pt x="880940" y="7197"/>
                  <a:pt x="882048" y="6956"/>
                  <a:pt x="883288" y="6956"/>
                </a:cubicBezTo>
                <a:cubicBezTo>
                  <a:pt x="884493" y="6956"/>
                  <a:pt x="885561" y="7146"/>
                  <a:pt x="886490" y="7525"/>
                </a:cubicBezTo>
                <a:cubicBezTo>
                  <a:pt x="887420" y="7903"/>
                  <a:pt x="888204" y="8440"/>
                  <a:pt x="888841" y="9134"/>
                </a:cubicBezTo>
                <a:cubicBezTo>
                  <a:pt x="889478" y="9829"/>
                  <a:pt x="889960" y="10673"/>
                  <a:pt x="890287" y="11666"/>
                </a:cubicBezTo>
                <a:cubicBezTo>
                  <a:pt x="890614" y="12659"/>
                  <a:pt x="890778" y="13769"/>
                  <a:pt x="890778" y="14997"/>
                </a:cubicBezTo>
                <a:moveTo>
                  <a:pt x="887661" y="14567"/>
                </a:moveTo>
                <a:cubicBezTo>
                  <a:pt x="887696" y="13798"/>
                  <a:pt x="887621" y="13095"/>
                  <a:pt x="887437" y="12458"/>
                </a:cubicBezTo>
                <a:cubicBezTo>
                  <a:pt x="887254" y="11821"/>
                  <a:pt x="886970" y="11272"/>
                  <a:pt x="886585" y="10813"/>
                </a:cubicBezTo>
                <a:cubicBezTo>
                  <a:pt x="886201" y="10354"/>
                  <a:pt x="885721" y="9995"/>
                  <a:pt x="885147" y="9737"/>
                </a:cubicBezTo>
                <a:cubicBezTo>
                  <a:pt x="884573" y="9479"/>
                  <a:pt x="883908" y="9350"/>
                  <a:pt x="883150" y="9350"/>
                </a:cubicBezTo>
                <a:cubicBezTo>
                  <a:pt x="882496" y="9350"/>
                  <a:pt x="881899" y="9476"/>
                  <a:pt x="881359" y="9729"/>
                </a:cubicBezTo>
                <a:cubicBezTo>
                  <a:pt x="880820" y="9981"/>
                  <a:pt x="880355" y="10337"/>
                  <a:pt x="879965" y="10796"/>
                </a:cubicBezTo>
                <a:cubicBezTo>
                  <a:pt x="879574" y="11255"/>
                  <a:pt x="879259" y="11806"/>
                  <a:pt x="879018" y="12449"/>
                </a:cubicBezTo>
                <a:cubicBezTo>
                  <a:pt x="878776" y="13092"/>
                  <a:pt x="878627" y="13798"/>
                  <a:pt x="878570" y="14567"/>
                </a:cubicBezTo>
                <a:lnTo>
                  <a:pt x="887661" y="14567"/>
                </a:lnTo>
                <a:close/>
                <a:moveTo>
                  <a:pt x="909284" y="23917"/>
                </a:moveTo>
                <a:cubicBezTo>
                  <a:pt x="908504" y="24215"/>
                  <a:pt x="907703" y="24436"/>
                  <a:pt x="906882" y="24580"/>
                </a:cubicBezTo>
                <a:cubicBezTo>
                  <a:pt x="906062" y="24723"/>
                  <a:pt x="905215" y="24795"/>
                  <a:pt x="904343" y="24795"/>
                </a:cubicBezTo>
                <a:cubicBezTo>
                  <a:pt x="901611" y="24795"/>
                  <a:pt x="899507" y="24054"/>
                  <a:pt x="898032" y="22574"/>
                </a:cubicBezTo>
                <a:cubicBezTo>
                  <a:pt x="896557" y="21093"/>
                  <a:pt x="895819" y="18929"/>
                  <a:pt x="895819" y="16082"/>
                </a:cubicBezTo>
                <a:cubicBezTo>
                  <a:pt x="895819" y="14716"/>
                  <a:pt x="896032" y="13476"/>
                  <a:pt x="896456" y="12363"/>
                </a:cubicBezTo>
                <a:cubicBezTo>
                  <a:pt x="896881" y="11250"/>
                  <a:pt x="897478" y="10297"/>
                  <a:pt x="898247" y="9505"/>
                </a:cubicBezTo>
                <a:cubicBezTo>
                  <a:pt x="899016" y="8713"/>
                  <a:pt x="899935" y="8101"/>
                  <a:pt x="901002" y="7671"/>
                </a:cubicBezTo>
                <a:cubicBezTo>
                  <a:pt x="902070" y="7240"/>
                  <a:pt x="903246" y="7025"/>
                  <a:pt x="904532" y="7025"/>
                </a:cubicBezTo>
                <a:cubicBezTo>
                  <a:pt x="905427" y="7025"/>
                  <a:pt x="906265" y="7090"/>
                  <a:pt x="907046" y="7219"/>
                </a:cubicBezTo>
                <a:cubicBezTo>
                  <a:pt x="907826" y="7348"/>
                  <a:pt x="908573" y="7559"/>
                  <a:pt x="909284" y="7852"/>
                </a:cubicBezTo>
                <a:lnTo>
                  <a:pt x="909284" y="10710"/>
                </a:lnTo>
                <a:cubicBezTo>
                  <a:pt x="908538" y="10314"/>
                  <a:pt x="907778" y="10025"/>
                  <a:pt x="907003" y="9845"/>
                </a:cubicBezTo>
                <a:cubicBezTo>
                  <a:pt x="906228" y="9664"/>
                  <a:pt x="905427" y="9574"/>
                  <a:pt x="904601" y="9574"/>
                </a:cubicBezTo>
                <a:cubicBezTo>
                  <a:pt x="903832" y="9574"/>
                  <a:pt x="903106" y="9720"/>
                  <a:pt x="902423" y="10013"/>
                </a:cubicBezTo>
                <a:cubicBezTo>
                  <a:pt x="901740" y="10305"/>
                  <a:pt x="901140" y="10727"/>
                  <a:pt x="900623" y="11278"/>
                </a:cubicBezTo>
                <a:cubicBezTo>
                  <a:pt x="900107" y="11829"/>
                  <a:pt x="899699" y="12501"/>
                  <a:pt x="899401" y="13293"/>
                </a:cubicBezTo>
                <a:cubicBezTo>
                  <a:pt x="899102" y="14085"/>
                  <a:pt x="898953" y="14980"/>
                  <a:pt x="898953" y="15979"/>
                </a:cubicBezTo>
                <a:cubicBezTo>
                  <a:pt x="898953" y="18068"/>
                  <a:pt x="899461" y="19632"/>
                  <a:pt x="900477" y="20671"/>
                </a:cubicBezTo>
                <a:cubicBezTo>
                  <a:pt x="901493" y="21710"/>
                  <a:pt x="902902" y="22229"/>
                  <a:pt x="904704" y="22229"/>
                </a:cubicBezTo>
                <a:cubicBezTo>
                  <a:pt x="905519" y="22229"/>
                  <a:pt x="906308" y="22137"/>
                  <a:pt x="907072" y="21954"/>
                </a:cubicBezTo>
                <a:cubicBezTo>
                  <a:pt x="907835" y="21770"/>
                  <a:pt x="908573" y="21495"/>
                  <a:pt x="909284" y="21127"/>
                </a:cubicBezTo>
                <a:lnTo>
                  <a:pt x="909284" y="23917"/>
                </a:lnTo>
                <a:close/>
                <a:moveTo>
                  <a:pt x="929461" y="24295"/>
                </a:moveTo>
                <a:cubicBezTo>
                  <a:pt x="928784" y="24474"/>
                  <a:pt x="928083" y="24601"/>
                  <a:pt x="927360" y="24679"/>
                </a:cubicBezTo>
                <a:cubicBezTo>
                  <a:pt x="926637" y="24756"/>
                  <a:pt x="925902" y="24795"/>
                  <a:pt x="925156" y="24795"/>
                </a:cubicBezTo>
                <a:cubicBezTo>
                  <a:pt x="922987" y="24795"/>
                  <a:pt x="921368" y="24304"/>
                  <a:pt x="920301" y="23323"/>
                </a:cubicBezTo>
                <a:cubicBezTo>
                  <a:pt x="919233" y="22341"/>
                  <a:pt x="918699" y="20835"/>
                  <a:pt x="918699" y="18803"/>
                </a:cubicBezTo>
                <a:lnTo>
                  <a:pt x="918699" y="9780"/>
                </a:lnTo>
                <a:lnTo>
                  <a:pt x="913861" y="9780"/>
                </a:lnTo>
                <a:lnTo>
                  <a:pt x="913861" y="7266"/>
                </a:lnTo>
                <a:lnTo>
                  <a:pt x="918699" y="7266"/>
                </a:lnTo>
                <a:lnTo>
                  <a:pt x="918699" y="2499"/>
                </a:lnTo>
                <a:lnTo>
                  <a:pt x="921695" y="1722"/>
                </a:lnTo>
                <a:lnTo>
                  <a:pt x="921695" y="7266"/>
                </a:lnTo>
                <a:lnTo>
                  <a:pt x="929461" y="7266"/>
                </a:lnTo>
                <a:lnTo>
                  <a:pt x="929461" y="9780"/>
                </a:lnTo>
                <a:lnTo>
                  <a:pt x="921695" y="9780"/>
                </a:lnTo>
                <a:lnTo>
                  <a:pt x="921695" y="18562"/>
                </a:lnTo>
                <a:cubicBezTo>
                  <a:pt x="921695" y="19801"/>
                  <a:pt x="922025" y="20728"/>
                  <a:pt x="922685" y="21343"/>
                </a:cubicBezTo>
                <a:cubicBezTo>
                  <a:pt x="923345" y="21957"/>
                  <a:pt x="924318" y="22264"/>
                  <a:pt x="925604" y="22264"/>
                </a:cubicBezTo>
                <a:cubicBezTo>
                  <a:pt x="926155" y="22264"/>
                  <a:pt x="926758" y="22219"/>
                  <a:pt x="927412" y="22131"/>
                </a:cubicBezTo>
                <a:cubicBezTo>
                  <a:pt x="928066" y="22042"/>
                  <a:pt x="928749" y="21902"/>
                  <a:pt x="929461" y="21713"/>
                </a:cubicBezTo>
                <a:lnTo>
                  <a:pt x="929461" y="24295"/>
                </a:lnTo>
                <a:close/>
                <a:moveTo>
                  <a:pt x="942009" y="19130"/>
                </a:moveTo>
                <a:cubicBezTo>
                  <a:pt x="942400" y="19130"/>
                  <a:pt x="942770" y="19205"/>
                  <a:pt x="943120" y="19354"/>
                </a:cubicBezTo>
                <a:cubicBezTo>
                  <a:pt x="943470" y="19503"/>
                  <a:pt x="943774" y="19710"/>
                  <a:pt x="944033" y="19974"/>
                </a:cubicBezTo>
                <a:cubicBezTo>
                  <a:pt x="944291" y="20238"/>
                  <a:pt x="944495" y="20545"/>
                  <a:pt x="944644" y="20895"/>
                </a:cubicBezTo>
                <a:cubicBezTo>
                  <a:pt x="944793" y="21245"/>
                  <a:pt x="944868" y="21621"/>
                  <a:pt x="944868" y="22023"/>
                </a:cubicBezTo>
                <a:cubicBezTo>
                  <a:pt x="944868" y="22413"/>
                  <a:pt x="944793" y="22780"/>
                  <a:pt x="944644" y="23125"/>
                </a:cubicBezTo>
                <a:cubicBezTo>
                  <a:pt x="944495" y="23469"/>
                  <a:pt x="944291" y="23770"/>
                  <a:pt x="944033" y="24029"/>
                </a:cubicBezTo>
                <a:cubicBezTo>
                  <a:pt x="943774" y="24287"/>
                  <a:pt x="943470" y="24491"/>
                  <a:pt x="943120" y="24640"/>
                </a:cubicBezTo>
                <a:cubicBezTo>
                  <a:pt x="942770" y="24789"/>
                  <a:pt x="942400" y="24864"/>
                  <a:pt x="942009" y="24864"/>
                </a:cubicBezTo>
                <a:cubicBezTo>
                  <a:pt x="941608" y="24864"/>
                  <a:pt x="941235" y="24789"/>
                  <a:pt x="940890" y="24640"/>
                </a:cubicBezTo>
                <a:cubicBezTo>
                  <a:pt x="940546" y="24491"/>
                  <a:pt x="940245" y="24287"/>
                  <a:pt x="939986" y="24029"/>
                </a:cubicBezTo>
                <a:cubicBezTo>
                  <a:pt x="939728" y="23770"/>
                  <a:pt x="939524" y="23469"/>
                  <a:pt x="939375" y="23125"/>
                </a:cubicBezTo>
                <a:cubicBezTo>
                  <a:pt x="939226" y="22780"/>
                  <a:pt x="939151" y="22413"/>
                  <a:pt x="939151" y="22023"/>
                </a:cubicBezTo>
                <a:cubicBezTo>
                  <a:pt x="939151" y="21621"/>
                  <a:pt x="939226" y="21245"/>
                  <a:pt x="939375" y="20895"/>
                </a:cubicBezTo>
                <a:cubicBezTo>
                  <a:pt x="939524" y="20545"/>
                  <a:pt x="939728" y="20238"/>
                  <a:pt x="939986" y="19974"/>
                </a:cubicBezTo>
                <a:cubicBezTo>
                  <a:pt x="940245" y="19710"/>
                  <a:pt x="940546" y="19503"/>
                  <a:pt x="940890" y="19354"/>
                </a:cubicBezTo>
                <a:cubicBezTo>
                  <a:pt x="941235" y="19205"/>
                  <a:pt x="941608" y="19130"/>
                  <a:pt x="942009" y="19130"/>
                </a:cubicBezTo>
                <a:close/>
                <a:moveTo>
                  <a:pt x="965571" y="7266"/>
                </a:moveTo>
                <a:lnTo>
                  <a:pt x="965571" y="24244"/>
                </a:lnTo>
                <a:cubicBezTo>
                  <a:pt x="965571" y="25449"/>
                  <a:pt x="965399" y="26520"/>
                  <a:pt x="965055" y="27455"/>
                </a:cubicBezTo>
                <a:cubicBezTo>
                  <a:pt x="964710" y="28391"/>
                  <a:pt x="964217" y="29180"/>
                  <a:pt x="963574" y="29823"/>
                </a:cubicBezTo>
                <a:cubicBezTo>
                  <a:pt x="962931" y="30466"/>
                  <a:pt x="962142" y="30953"/>
                  <a:pt x="961206" y="31286"/>
                </a:cubicBezTo>
                <a:cubicBezTo>
                  <a:pt x="960271" y="31619"/>
                  <a:pt x="959217" y="31786"/>
                  <a:pt x="958047" y="31786"/>
                </a:cubicBezTo>
                <a:cubicBezTo>
                  <a:pt x="957197" y="31786"/>
                  <a:pt x="956368" y="31707"/>
                  <a:pt x="955558" y="31548"/>
                </a:cubicBezTo>
                <a:cubicBezTo>
                  <a:pt x="954749" y="31390"/>
                  <a:pt x="954017" y="31171"/>
                  <a:pt x="953363" y="30890"/>
                </a:cubicBezTo>
                <a:lnTo>
                  <a:pt x="953363" y="28032"/>
                </a:lnTo>
                <a:cubicBezTo>
                  <a:pt x="953719" y="28218"/>
                  <a:pt x="954101" y="28387"/>
                  <a:pt x="954508" y="28538"/>
                </a:cubicBezTo>
                <a:cubicBezTo>
                  <a:pt x="954916" y="28690"/>
                  <a:pt x="955335" y="28818"/>
                  <a:pt x="955765" y="28922"/>
                </a:cubicBezTo>
                <a:cubicBezTo>
                  <a:pt x="956196" y="29028"/>
                  <a:pt x="956629" y="29106"/>
                  <a:pt x="957065" y="29159"/>
                </a:cubicBezTo>
                <a:cubicBezTo>
                  <a:pt x="957501" y="29211"/>
                  <a:pt x="957926" y="29237"/>
                  <a:pt x="958339" y="29237"/>
                </a:cubicBezTo>
                <a:cubicBezTo>
                  <a:pt x="959648" y="29237"/>
                  <a:pt x="960675" y="28824"/>
                  <a:pt x="961421" y="27998"/>
                </a:cubicBezTo>
                <a:cubicBezTo>
                  <a:pt x="962168" y="27171"/>
                  <a:pt x="962541" y="25954"/>
                  <a:pt x="962541" y="24347"/>
                </a:cubicBezTo>
                <a:lnTo>
                  <a:pt x="962541" y="9746"/>
                </a:lnTo>
                <a:lnTo>
                  <a:pt x="954069" y="9746"/>
                </a:lnTo>
                <a:lnTo>
                  <a:pt x="954069" y="7266"/>
                </a:lnTo>
                <a:lnTo>
                  <a:pt x="965571" y="7266"/>
                </a:lnTo>
                <a:moveTo>
                  <a:pt x="963763" y="0"/>
                </a:moveTo>
                <a:cubicBezTo>
                  <a:pt x="964096" y="0"/>
                  <a:pt x="964406" y="60"/>
                  <a:pt x="964693" y="181"/>
                </a:cubicBezTo>
                <a:cubicBezTo>
                  <a:pt x="964980" y="301"/>
                  <a:pt x="965230" y="471"/>
                  <a:pt x="965442" y="689"/>
                </a:cubicBezTo>
                <a:cubicBezTo>
                  <a:pt x="965654" y="907"/>
                  <a:pt x="965821" y="1159"/>
                  <a:pt x="965941" y="1446"/>
                </a:cubicBezTo>
                <a:cubicBezTo>
                  <a:pt x="966062" y="1733"/>
                  <a:pt x="966122" y="2038"/>
                  <a:pt x="966122" y="2359"/>
                </a:cubicBezTo>
                <a:cubicBezTo>
                  <a:pt x="966122" y="2692"/>
                  <a:pt x="966062" y="2999"/>
                  <a:pt x="965941" y="3280"/>
                </a:cubicBezTo>
                <a:cubicBezTo>
                  <a:pt x="965821" y="3561"/>
                  <a:pt x="965654" y="3811"/>
                  <a:pt x="965442" y="4029"/>
                </a:cubicBezTo>
                <a:cubicBezTo>
                  <a:pt x="965230" y="4247"/>
                  <a:pt x="964980" y="4417"/>
                  <a:pt x="964693" y="4537"/>
                </a:cubicBezTo>
                <a:cubicBezTo>
                  <a:pt x="964406" y="4658"/>
                  <a:pt x="964096" y="4718"/>
                  <a:pt x="963763" y="4718"/>
                </a:cubicBezTo>
                <a:cubicBezTo>
                  <a:pt x="963430" y="4718"/>
                  <a:pt x="963120" y="4658"/>
                  <a:pt x="962833" y="4537"/>
                </a:cubicBezTo>
                <a:cubicBezTo>
                  <a:pt x="962546" y="4417"/>
                  <a:pt x="962297" y="4247"/>
                  <a:pt x="962084" y="4029"/>
                </a:cubicBezTo>
                <a:cubicBezTo>
                  <a:pt x="961872" y="3811"/>
                  <a:pt x="961706" y="3561"/>
                  <a:pt x="961585" y="3280"/>
                </a:cubicBezTo>
                <a:cubicBezTo>
                  <a:pt x="961464" y="2999"/>
                  <a:pt x="961404" y="2692"/>
                  <a:pt x="961404" y="2359"/>
                </a:cubicBezTo>
                <a:cubicBezTo>
                  <a:pt x="961404" y="2038"/>
                  <a:pt x="961464" y="1733"/>
                  <a:pt x="961585" y="1446"/>
                </a:cubicBezTo>
                <a:cubicBezTo>
                  <a:pt x="961706" y="1159"/>
                  <a:pt x="961872" y="907"/>
                  <a:pt x="962084" y="689"/>
                </a:cubicBezTo>
                <a:cubicBezTo>
                  <a:pt x="962297" y="471"/>
                  <a:pt x="962546" y="301"/>
                  <a:pt x="962833" y="181"/>
                </a:cubicBezTo>
                <a:cubicBezTo>
                  <a:pt x="963120" y="60"/>
                  <a:pt x="963430" y="0"/>
                  <a:pt x="963763" y="0"/>
                </a:cubicBezTo>
                <a:close/>
                <a:moveTo>
                  <a:pt x="987229" y="19836"/>
                </a:moveTo>
                <a:cubicBezTo>
                  <a:pt x="987229" y="20444"/>
                  <a:pt x="987125" y="20990"/>
                  <a:pt x="986919" y="21472"/>
                </a:cubicBezTo>
                <a:cubicBezTo>
                  <a:pt x="986712" y="21954"/>
                  <a:pt x="986431" y="22381"/>
                  <a:pt x="986075" y="22754"/>
                </a:cubicBezTo>
                <a:cubicBezTo>
                  <a:pt x="985719" y="23127"/>
                  <a:pt x="985306" y="23446"/>
                  <a:pt x="984835" y="23710"/>
                </a:cubicBezTo>
                <a:cubicBezTo>
                  <a:pt x="984365" y="23974"/>
                  <a:pt x="983862" y="24192"/>
                  <a:pt x="983329" y="24364"/>
                </a:cubicBezTo>
                <a:cubicBezTo>
                  <a:pt x="982795" y="24537"/>
                  <a:pt x="982247" y="24663"/>
                  <a:pt x="981684" y="24743"/>
                </a:cubicBezTo>
                <a:cubicBezTo>
                  <a:pt x="981122" y="24824"/>
                  <a:pt x="980571" y="24864"/>
                  <a:pt x="980031" y="24864"/>
                </a:cubicBezTo>
                <a:cubicBezTo>
                  <a:pt x="978860" y="24864"/>
                  <a:pt x="977784" y="24812"/>
                  <a:pt x="976803" y="24709"/>
                </a:cubicBezTo>
                <a:cubicBezTo>
                  <a:pt x="975821" y="24605"/>
                  <a:pt x="974860" y="24439"/>
                  <a:pt x="973919" y="24209"/>
                </a:cubicBezTo>
                <a:lnTo>
                  <a:pt x="973919" y="21454"/>
                </a:lnTo>
                <a:cubicBezTo>
                  <a:pt x="974929" y="21741"/>
                  <a:pt x="975933" y="21960"/>
                  <a:pt x="976932" y="22109"/>
                </a:cubicBezTo>
                <a:cubicBezTo>
                  <a:pt x="977931" y="22258"/>
                  <a:pt x="978923" y="22333"/>
                  <a:pt x="979911" y="22333"/>
                </a:cubicBezTo>
                <a:cubicBezTo>
                  <a:pt x="981346" y="22333"/>
                  <a:pt x="982407" y="22137"/>
                  <a:pt x="983096" y="21747"/>
                </a:cubicBezTo>
                <a:cubicBezTo>
                  <a:pt x="983785" y="21357"/>
                  <a:pt x="984129" y="20800"/>
                  <a:pt x="984129" y="20077"/>
                </a:cubicBezTo>
                <a:cubicBezTo>
                  <a:pt x="984129" y="19767"/>
                  <a:pt x="984075" y="19489"/>
                  <a:pt x="983966" y="19242"/>
                </a:cubicBezTo>
                <a:cubicBezTo>
                  <a:pt x="983857" y="18995"/>
                  <a:pt x="983659" y="18760"/>
                  <a:pt x="983372" y="18536"/>
                </a:cubicBezTo>
                <a:cubicBezTo>
                  <a:pt x="983085" y="18312"/>
                  <a:pt x="982640" y="18080"/>
                  <a:pt x="982037" y="17839"/>
                </a:cubicBezTo>
                <a:cubicBezTo>
                  <a:pt x="981435" y="17597"/>
                  <a:pt x="980611" y="17322"/>
                  <a:pt x="979566" y="17012"/>
                </a:cubicBezTo>
                <a:cubicBezTo>
                  <a:pt x="978786" y="16782"/>
                  <a:pt x="978065" y="16521"/>
                  <a:pt x="977405" y="16229"/>
                </a:cubicBezTo>
                <a:cubicBezTo>
                  <a:pt x="976745" y="15936"/>
                  <a:pt x="976174" y="15589"/>
                  <a:pt x="975692" y="15187"/>
                </a:cubicBezTo>
                <a:cubicBezTo>
                  <a:pt x="975210" y="14785"/>
                  <a:pt x="974831" y="14314"/>
                  <a:pt x="974556" y="13775"/>
                </a:cubicBezTo>
                <a:cubicBezTo>
                  <a:pt x="974280" y="13235"/>
                  <a:pt x="974142" y="12598"/>
                  <a:pt x="974142" y="11864"/>
                </a:cubicBezTo>
                <a:cubicBezTo>
                  <a:pt x="974142" y="11382"/>
                  <a:pt x="974254" y="10853"/>
                  <a:pt x="974478" y="10280"/>
                </a:cubicBezTo>
                <a:cubicBezTo>
                  <a:pt x="974702" y="9706"/>
                  <a:pt x="975084" y="9172"/>
                  <a:pt x="975623" y="8678"/>
                </a:cubicBezTo>
                <a:cubicBezTo>
                  <a:pt x="976163" y="8185"/>
                  <a:pt x="976892" y="7774"/>
                  <a:pt x="977810" y="7447"/>
                </a:cubicBezTo>
                <a:cubicBezTo>
                  <a:pt x="978728" y="7120"/>
                  <a:pt x="979876" y="6956"/>
                  <a:pt x="981254" y="6956"/>
                </a:cubicBezTo>
                <a:cubicBezTo>
                  <a:pt x="981931" y="6956"/>
                  <a:pt x="982683" y="6994"/>
                  <a:pt x="983509" y="7068"/>
                </a:cubicBezTo>
                <a:cubicBezTo>
                  <a:pt x="984336" y="7143"/>
                  <a:pt x="985197" y="7272"/>
                  <a:pt x="986092" y="7456"/>
                </a:cubicBezTo>
                <a:lnTo>
                  <a:pt x="986092" y="10125"/>
                </a:lnTo>
                <a:cubicBezTo>
                  <a:pt x="985151" y="9895"/>
                  <a:pt x="984258" y="9726"/>
                  <a:pt x="983415" y="9617"/>
                </a:cubicBezTo>
                <a:cubicBezTo>
                  <a:pt x="982571" y="9508"/>
                  <a:pt x="981839" y="9453"/>
                  <a:pt x="981219" y="9453"/>
                </a:cubicBezTo>
                <a:cubicBezTo>
                  <a:pt x="980473" y="9453"/>
                  <a:pt x="979845" y="9510"/>
                  <a:pt x="979334" y="9625"/>
                </a:cubicBezTo>
                <a:cubicBezTo>
                  <a:pt x="978823" y="9740"/>
                  <a:pt x="978410" y="9898"/>
                  <a:pt x="978094" y="10099"/>
                </a:cubicBezTo>
                <a:cubicBezTo>
                  <a:pt x="977778" y="10300"/>
                  <a:pt x="977552" y="10535"/>
                  <a:pt x="977414" y="10805"/>
                </a:cubicBezTo>
                <a:cubicBezTo>
                  <a:pt x="977276" y="11074"/>
                  <a:pt x="977207" y="11364"/>
                  <a:pt x="977207" y="11674"/>
                </a:cubicBezTo>
                <a:cubicBezTo>
                  <a:pt x="977207" y="11984"/>
                  <a:pt x="977268" y="12265"/>
                  <a:pt x="977388" y="12518"/>
                </a:cubicBezTo>
                <a:cubicBezTo>
                  <a:pt x="977509" y="12770"/>
                  <a:pt x="977733" y="13014"/>
                  <a:pt x="978060" y="13250"/>
                </a:cubicBezTo>
                <a:cubicBezTo>
                  <a:pt x="978387" y="13485"/>
                  <a:pt x="978843" y="13720"/>
                  <a:pt x="979429" y="13956"/>
                </a:cubicBezTo>
                <a:cubicBezTo>
                  <a:pt x="980014" y="14191"/>
                  <a:pt x="980777" y="14446"/>
                  <a:pt x="981719" y="14722"/>
                </a:cubicBezTo>
                <a:cubicBezTo>
                  <a:pt x="982740" y="15020"/>
                  <a:pt x="983601" y="15333"/>
                  <a:pt x="984301" y="15660"/>
                </a:cubicBezTo>
                <a:cubicBezTo>
                  <a:pt x="985002" y="15988"/>
                  <a:pt x="985570" y="16352"/>
                  <a:pt x="986006" y="16754"/>
                </a:cubicBezTo>
                <a:cubicBezTo>
                  <a:pt x="986442" y="17156"/>
                  <a:pt x="986755" y="17609"/>
                  <a:pt x="986944" y="18114"/>
                </a:cubicBezTo>
                <a:cubicBezTo>
                  <a:pt x="987134" y="18619"/>
                  <a:pt x="987229" y="19193"/>
                  <a:pt x="987229" y="19836"/>
                </a:cubicBezTo>
                <a:close/>
                <a:moveTo>
                  <a:pt x="1008800" y="24554"/>
                </a:moveTo>
                <a:lnTo>
                  <a:pt x="1004822" y="24554"/>
                </a:lnTo>
                <a:lnTo>
                  <a:pt x="1000156" y="17959"/>
                </a:lnTo>
                <a:lnTo>
                  <a:pt x="995541" y="24554"/>
                </a:lnTo>
                <a:lnTo>
                  <a:pt x="991667" y="24554"/>
                </a:lnTo>
                <a:lnTo>
                  <a:pt x="998365" y="15876"/>
                </a:lnTo>
                <a:lnTo>
                  <a:pt x="991977" y="7266"/>
                </a:lnTo>
                <a:lnTo>
                  <a:pt x="995817" y="7266"/>
                </a:lnTo>
                <a:lnTo>
                  <a:pt x="1000363" y="13913"/>
                </a:lnTo>
                <a:lnTo>
                  <a:pt x="1004822" y="7266"/>
                </a:lnTo>
                <a:lnTo>
                  <a:pt x="1008524" y="7266"/>
                </a:lnTo>
                <a:lnTo>
                  <a:pt x="1002033" y="15944"/>
                </a:lnTo>
                <a:lnTo>
                  <a:pt x="1008800" y="24554"/>
                </a:lnTo>
                <a:close/>
                <a:moveTo>
                  <a:pt x="1046598" y="15600"/>
                </a:moveTo>
                <a:cubicBezTo>
                  <a:pt x="1046598" y="17035"/>
                  <a:pt x="1046400" y="18318"/>
                  <a:pt x="1046004" y="19448"/>
                </a:cubicBezTo>
                <a:cubicBezTo>
                  <a:pt x="1045608" y="20579"/>
                  <a:pt x="1045046" y="21538"/>
                  <a:pt x="1044317" y="22324"/>
                </a:cubicBezTo>
                <a:cubicBezTo>
                  <a:pt x="1043588" y="23110"/>
                  <a:pt x="1042701" y="23713"/>
                  <a:pt x="1041657" y="24132"/>
                </a:cubicBezTo>
                <a:cubicBezTo>
                  <a:pt x="1040612" y="24551"/>
                  <a:pt x="1039435" y="24760"/>
                  <a:pt x="1038127" y="24760"/>
                </a:cubicBezTo>
                <a:cubicBezTo>
                  <a:pt x="1037105" y="24760"/>
                  <a:pt x="1036061" y="24663"/>
                  <a:pt x="1034993" y="24468"/>
                </a:cubicBezTo>
                <a:cubicBezTo>
                  <a:pt x="1033925" y="24273"/>
                  <a:pt x="1032869" y="23963"/>
                  <a:pt x="1031825" y="23538"/>
                </a:cubicBezTo>
                <a:lnTo>
                  <a:pt x="1031825" y="207"/>
                </a:lnTo>
                <a:lnTo>
                  <a:pt x="1034821" y="207"/>
                </a:lnTo>
                <a:lnTo>
                  <a:pt x="1034821" y="6917"/>
                </a:lnTo>
                <a:lnTo>
                  <a:pt x="1034683" y="10125"/>
                </a:lnTo>
                <a:cubicBezTo>
                  <a:pt x="1035544" y="8965"/>
                  <a:pt x="1036465" y="8147"/>
                  <a:pt x="1037447" y="7671"/>
                </a:cubicBezTo>
                <a:cubicBezTo>
                  <a:pt x="1038428" y="7195"/>
                  <a:pt x="1039481" y="6956"/>
                  <a:pt x="1040606" y="6956"/>
                </a:cubicBezTo>
                <a:cubicBezTo>
                  <a:pt x="1041593" y="6956"/>
                  <a:pt x="1042460" y="7163"/>
                  <a:pt x="1043206" y="7576"/>
                </a:cubicBezTo>
                <a:cubicBezTo>
                  <a:pt x="1043952" y="7989"/>
                  <a:pt x="1044578" y="8572"/>
                  <a:pt x="1045083" y="9324"/>
                </a:cubicBezTo>
                <a:cubicBezTo>
                  <a:pt x="1045588" y="10076"/>
                  <a:pt x="1045967" y="10983"/>
                  <a:pt x="1046220" y="12044"/>
                </a:cubicBezTo>
                <a:cubicBezTo>
                  <a:pt x="1046472" y="13106"/>
                  <a:pt x="1046598" y="14291"/>
                  <a:pt x="1046598" y="15600"/>
                </a:cubicBezTo>
                <a:moveTo>
                  <a:pt x="1043533" y="15738"/>
                </a:moveTo>
                <a:cubicBezTo>
                  <a:pt x="1043533" y="14831"/>
                  <a:pt x="1043467" y="13999"/>
                  <a:pt x="1043335" y="13241"/>
                </a:cubicBezTo>
                <a:cubicBezTo>
                  <a:pt x="1043203" y="12484"/>
                  <a:pt x="1042994" y="11835"/>
                  <a:pt x="1042707" y="11295"/>
                </a:cubicBezTo>
                <a:cubicBezTo>
                  <a:pt x="1042420" y="10756"/>
                  <a:pt x="1042053" y="10334"/>
                  <a:pt x="1041605" y="10030"/>
                </a:cubicBezTo>
                <a:cubicBezTo>
                  <a:pt x="1041157" y="9726"/>
                  <a:pt x="1040623" y="9574"/>
                  <a:pt x="1040004" y="9574"/>
                </a:cubicBezTo>
                <a:cubicBezTo>
                  <a:pt x="1039625" y="9574"/>
                  <a:pt x="1039240" y="9634"/>
                  <a:pt x="1038850" y="9754"/>
                </a:cubicBezTo>
                <a:cubicBezTo>
                  <a:pt x="1038460" y="9875"/>
                  <a:pt x="1038055" y="10076"/>
                  <a:pt x="1037636" y="10357"/>
                </a:cubicBezTo>
                <a:cubicBezTo>
                  <a:pt x="1037217" y="10638"/>
                  <a:pt x="1036775" y="11011"/>
                  <a:pt x="1036310" y="11476"/>
                </a:cubicBezTo>
                <a:cubicBezTo>
                  <a:pt x="1035845" y="11941"/>
                  <a:pt x="1035349" y="12518"/>
                  <a:pt x="1034821" y="13207"/>
                </a:cubicBezTo>
                <a:lnTo>
                  <a:pt x="1034821" y="21592"/>
                </a:lnTo>
                <a:cubicBezTo>
                  <a:pt x="1035406" y="21822"/>
                  <a:pt x="1036003" y="22003"/>
                  <a:pt x="1036612" y="22135"/>
                </a:cubicBezTo>
                <a:cubicBezTo>
                  <a:pt x="1037220" y="22267"/>
                  <a:pt x="1037800" y="22333"/>
                  <a:pt x="1038351" y="22333"/>
                </a:cubicBezTo>
                <a:cubicBezTo>
                  <a:pt x="1039039" y="22333"/>
                  <a:pt x="1039697" y="22224"/>
                  <a:pt x="1040322" y="22005"/>
                </a:cubicBezTo>
                <a:cubicBezTo>
                  <a:pt x="1040948" y="21787"/>
                  <a:pt x="1041499" y="21423"/>
                  <a:pt x="1041975" y="20912"/>
                </a:cubicBezTo>
                <a:cubicBezTo>
                  <a:pt x="1042452" y="20401"/>
                  <a:pt x="1042830" y="19724"/>
                  <a:pt x="1043112" y="18880"/>
                </a:cubicBezTo>
                <a:cubicBezTo>
                  <a:pt x="1043393" y="18037"/>
                  <a:pt x="1043533" y="16989"/>
                  <a:pt x="1043533" y="15738"/>
                </a:cubicBezTo>
                <a:close/>
                <a:moveTo>
                  <a:pt x="1064389" y="207"/>
                </a:moveTo>
                <a:lnTo>
                  <a:pt x="1052577" y="28273"/>
                </a:lnTo>
                <a:lnTo>
                  <a:pt x="1049719" y="28273"/>
                </a:lnTo>
                <a:lnTo>
                  <a:pt x="1061531" y="207"/>
                </a:lnTo>
                <a:lnTo>
                  <a:pt x="1064389" y="207"/>
                </a:lnTo>
                <a:close/>
                <a:moveTo>
                  <a:pt x="1083889" y="19836"/>
                </a:moveTo>
                <a:cubicBezTo>
                  <a:pt x="1083889" y="20444"/>
                  <a:pt x="1083786" y="20990"/>
                  <a:pt x="1083579" y="21472"/>
                </a:cubicBezTo>
                <a:cubicBezTo>
                  <a:pt x="1083372" y="21954"/>
                  <a:pt x="1083091" y="22381"/>
                  <a:pt x="1082735" y="22754"/>
                </a:cubicBezTo>
                <a:cubicBezTo>
                  <a:pt x="1082379" y="23127"/>
                  <a:pt x="1081966" y="23446"/>
                  <a:pt x="1081496" y="23710"/>
                </a:cubicBezTo>
                <a:cubicBezTo>
                  <a:pt x="1081025" y="23974"/>
                  <a:pt x="1080523" y="24192"/>
                  <a:pt x="1079989" y="24364"/>
                </a:cubicBezTo>
                <a:cubicBezTo>
                  <a:pt x="1079455" y="24537"/>
                  <a:pt x="1078907" y="24663"/>
                  <a:pt x="1078345" y="24743"/>
                </a:cubicBezTo>
                <a:cubicBezTo>
                  <a:pt x="1077782" y="24824"/>
                  <a:pt x="1077231" y="24864"/>
                  <a:pt x="1076692" y="24864"/>
                </a:cubicBezTo>
                <a:cubicBezTo>
                  <a:pt x="1075521" y="24864"/>
                  <a:pt x="1074445" y="24812"/>
                  <a:pt x="1073463" y="24709"/>
                </a:cubicBezTo>
                <a:cubicBezTo>
                  <a:pt x="1072482" y="24605"/>
                  <a:pt x="1071520" y="24439"/>
                  <a:pt x="1070579" y="24209"/>
                </a:cubicBezTo>
                <a:lnTo>
                  <a:pt x="1070579" y="21454"/>
                </a:lnTo>
                <a:cubicBezTo>
                  <a:pt x="1071589" y="21741"/>
                  <a:pt x="1072594" y="21960"/>
                  <a:pt x="1073592" y="22109"/>
                </a:cubicBezTo>
                <a:cubicBezTo>
                  <a:pt x="1074591" y="22258"/>
                  <a:pt x="1075584" y="22333"/>
                  <a:pt x="1076571" y="22333"/>
                </a:cubicBezTo>
                <a:cubicBezTo>
                  <a:pt x="1078006" y="22333"/>
                  <a:pt x="1079068" y="22137"/>
                  <a:pt x="1079756" y="21747"/>
                </a:cubicBezTo>
                <a:cubicBezTo>
                  <a:pt x="1080445" y="21357"/>
                  <a:pt x="1080790" y="20800"/>
                  <a:pt x="1080790" y="20077"/>
                </a:cubicBezTo>
                <a:cubicBezTo>
                  <a:pt x="1080790" y="19767"/>
                  <a:pt x="1080735" y="19489"/>
                  <a:pt x="1080626" y="19242"/>
                </a:cubicBezTo>
                <a:cubicBezTo>
                  <a:pt x="1080517" y="18995"/>
                  <a:pt x="1080319" y="18760"/>
                  <a:pt x="1080032" y="18536"/>
                </a:cubicBezTo>
                <a:cubicBezTo>
                  <a:pt x="1079745" y="18312"/>
                  <a:pt x="1079300" y="18080"/>
                  <a:pt x="1078698" y="17839"/>
                </a:cubicBezTo>
                <a:cubicBezTo>
                  <a:pt x="1078095" y="17597"/>
                  <a:pt x="1077271" y="17322"/>
                  <a:pt x="1076227" y="17012"/>
                </a:cubicBezTo>
                <a:cubicBezTo>
                  <a:pt x="1075446" y="16782"/>
                  <a:pt x="1074726" y="16521"/>
                  <a:pt x="1074066" y="16229"/>
                </a:cubicBezTo>
                <a:cubicBezTo>
                  <a:pt x="1073406" y="15936"/>
                  <a:pt x="1072835" y="15589"/>
                  <a:pt x="1072352" y="15187"/>
                </a:cubicBezTo>
                <a:cubicBezTo>
                  <a:pt x="1071870" y="14785"/>
                  <a:pt x="1071492" y="14314"/>
                  <a:pt x="1071216" y="13775"/>
                </a:cubicBezTo>
                <a:cubicBezTo>
                  <a:pt x="1070941" y="13235"/>
                  <a:pt x="1070803" y="12598"/>
                  <a:pt x="1070803" y="11864"/>
                </a:cubicBezTo>
                <a:cubicBezTo>
                  <a:pt x="1070803" y="11382"/>
                  <a:pt x="1070915" y="10853"/>
                  <a:pt x="1071139" y="10280"/>
                </a:cubicBezTo>
                <a:cubicBezTo>
                  <a:pt x="1071362" y="9706"/>
                  <a:pt x="1071744" y="9172"/>
                  <a:pt x="1072284" y="8678"/>
                </a:cubicBezTo>
                <a:cubicBezTo>
                  <a:pt x="1072823" y="8185"/>
                  <a:pt x="1073552" y="7774"/>
                  <a:pt x="1074470" y="7447"/>
                </a:cubicBezTo>
                <a:cubicBezTo>
                  <a:pt x="1075389" y="7120"/>
                  <a:pt x="1076537" y="6956"/>
                  <a:pt x="1077914" y="6956"/>
                </a:cubicBezTo>
                <a:cubicBezTo>
                  <a:pt x="1078591" y="6956"/>
                  <a:pt x="1079343" y="6994"/>
                  <a:pt x="1080170" y="7068"/>
                </a:cubicBezTo>
                <a:cubicBezTo>
                  <a:pt x="1080996" y="7143"/>
                  <a:pt x="1081857" y="7272"/>
                  <a:pt x="1082753" y="7456"/>
                </a:cubicBezTo>
                <a:lnTo>
                  <a:pt x="1082753" y="10125"/>
                </a:lnTo>
                <a:cubicBezTo>
                  <a:pt x="1081811" y="9895"/>
                  <a:pt x="1080919" y="9726"/>
                  <a:pt x="1080075" y="9617"/>
                </a:cubicBezTo>
                <a:cubicBezTo>
                  <a:pt x="1079231" y="9508"/>
                  <a:pt x="1078500" y="9453"/>
                  <a:pt x="1077880" y="9453"/>
                </a:cubicBezTo>
                <a:cubicBezTo>
                  <a:pt x="1077134" y="9453"/>
                  <a:pt x="1076505" y="9510"/>
                  <a:pt x="1075994" y="9625"/>
                </a:cubicBezTo>
                <a:cubicBezTo>
                  <a:pt x="1075483" y="9740"/>
                  <a:pt x="1075070" y="9898"/>
                  <a:pt x="1074754" y="10099"/>
                </a:cubicBezTo>
                <a:cubicBezTo>
                  <a:pt x="1074439" y="10300"/>
                  <a:pt x="1074212" y="10535"/>
                  <a:pt x="1074074" y="10805"/>
                </a:cubicBezTo>
                <a:cubicBezTo>
                  <a:pt x="1073937" y="11074"/>
                  <a:pt x="1073868" y="11364"/>
                  <a:pt x="1073868" y="11674"/>
                </a:cubicBezTo>
                <a:cubicBezTo>
                  <a:pt x="1073868" y="11984"/>
                  <a:pt x="1073928" y="12265"/>
                  <a:pt x="1074049" y="12518"/>
                </a:cubicBezTo>
                <a:cubicBezTo>
                  <a:pt x="1074169" y="12770"/>
                  <a:pt x="1074393" y="13014"/>
                  <a:pt x="1074720" y="13250"/>
                </a:cubicBezTo>
                <a:cubicBezTo>
                  <a:pt x="1075047" y="13485"/>
                  <a:pt x="1075503" y="13720"/>
                  <a:pt x="1076089" y="13956"/>
                </a:cubicBezTo>
                <a:cubicBezTo>
                  <a:pt x="1076674" y="14191"/>
                  <a:pt x="1077438" y="14446"/>
                  <a:pt x="1078379" y="14722"/>
                </a:cubicBezTo>
                <a:cubicBezTo>
                  <a:pt x="1079401" y="15020"/>
                  <a:pt x="1080262" y="15333"/>
                  <a:pt x="1080962" y="15660"/>
                </a:cubicBezTo>
                <a:cubicBezTo>
                  <a:pt x="1081662" y="15988"/>
                  <a:pt x="1082230" y="16352"/>
                  <a:pt x="1082666" y="16754"/>
                </a:cubicBezTo>
                <a:cubicBezTo>
                  <a:pt x="1083103" y="17156"/>
                  <a:pt x="1083415" y="17609"/>
                  <a:pt x="1083605" y="18114"/>
                </a:cubicBezTo>
                <a:cubicBezTo>
                  <a:pt x="1083794" y="18619"/>
                  <a:pt x="1083889" y="19193"/>
                  <a:pt x="1083889" y="19836"/>
                </a:cubicBezTo>
                <a:close/>
                <a:moveTo>
                  <a:pt x="1090612" y="7266"/>
                </a:moveTo>
                <a:lnTo>
                  <a:pt x="1093350" y="7266"/>
                </a:lnTo>
                <a:lnTo>
                  <a:pt x="1093436" y="10444"/>
                </a:lnTo>
                <a:cubicBezTo>
                  <a:pt x="1094458" y="9218"/>
                  <a:pt x="1095465" y="8331"/>
                  <a:pt x="1096458" y="7781"/>
                </a:cubicBezTo>
                <a:cubicBezTo>
                  <a:pt x="1097451" y="7231"/>
                  <a:pt x="1098453" y="6956"/>
                  <a:pt x="1099463" y="6956"/>
                </a:cubicBezTo>
                <a:cubicBezTo>
                  <a:pt x="1101253" y="6956"/>
                  <a:pt x="1102611" y="7535"/>
                  <a:pt x="1103535" y="8691"/>
                </a:cubicBezTo>
                <a:cubicBezTo>
                  <a:pt x="1104459" y="9848"/>
                  <a:pt x="1104887" y="11565"/>
                  <a:pt x="1104818" y="13844"/>
                </a:cubicBezTo>
                <a:lnTo>
                  <a:pt x="1101787" y="13844"/>
                </a:lnTo>
                <a:cubicBezTo>
                  <a:pt x="1101822" y="12335"/>
                  <a:pt x="1101601" y="11240"/>
                  <a:pt x="1101124" y="10560"/>
                </a:cubicBezTo>
                <a:cubicBezTo>
                  <a:pt x="1100648" y="9879"/>
                  <a:pt x="1099951" y="9539"/>
                  <a:pt x="1099032" y="9539"/>
                </a:cubicBezTo>
                <a:cubicBezTo>
                  <a:pt x="1098630" y="9539"/>
                  <a:pt x="1098226" y="9611"/>
                  <a:pt x="1097818" y="9754"/>
                </a:cubicBezTo>
                <a:cubicBezTo>
                  <a:pt x="1097411" y="9897"/>
                  <a:pt x="1096992" y="10125"/>
                  <a:pt x="1096561" y="10439"/>
                </a:cubicBezTo>
                <a:cubicBezTo>
                  <a:pt x="1096131" y="10754"/>
                  <a:pt x="1095675" y="11157"/>
                  <a:pt x="1095192" y="11648"/>
                </a:cubicBezTo>
                <a:cubicBezTo>
                  <a:pt x="1094710" y="12140"/>
                  <a:pt x="1094194" y="12734"/>
                  <a:pt x="1093643" y="13432"/>
                </a:cubicBezTo>
                <a:lnTo>
                  <a:pt x="1093643" y="24554"/>
                </a:lnTo>
                <a:lnTo>
                  <a:pt x="1090612" y="24554"/>
                </a:lnTo>
                <a:lnTo>
                  <a:pt x="1090612" y="7266"/>
                </a:lnTo>
                <a:close/>
                <a:moveTo>
                  <a:pt x="1123043" y="23917"/>
                </a:moveTo>
                <a:cubicBezTo>
                  <a:pt x="1122262" y="24215"/>
                  <a:pt x="1121462" y="24436"/>
                  <a:pt x="1120641" y="24580"/>
                </a:cubicBezTo>
                <a:cubicBezTo>
                  <a:pt x="1119820" y="24723"/>
                  <a:pt x="1118974" y="24795"/>
                  <a:pt x="1118101" y="24795"/>
                </a:cubicBezTo>
                <a:cubicBezTo>
                  <a:pt x="1115369" y="24795"/>
                  <a:pt x="1113266" y="24054"/>
                  <a:pt x="1111791" y="22574"/>
                </a:cubicBezTo>
                <a:cubicBezTo>
                  <a:pt x="1110316" y="21093"/>
                  <a:pt x="1109578" y="18929"/>
                  <a:pt x="1109578" y="16082"/>
                </a:cubicBezTo>
                <a:cubicBezTo>
                  <a:pt x="1109578" y="14716"/>
                  <a:pt x="1109790" y="13476"/>
                  <a:pt x="1110215" y="12363"/>
                </a:cubicBezTo>
                <a:cubicBezTo>
                  <a:pt x="1110640" y="11250"/>
                  <a:pt x="1111237" y="10297"/>
                  <a:pt x="1112006" y="9505"/>
                </a:cubicBezTo>
                <a:cubicBezTo>
                  <a:pt x="1112775" y="8713"/>
                  <a:pt x="1113693" y="8101"/>
                  <a:pt x="1114761" y="7671"/>
                </a:cubicBezTo>
                <a:cubicBezTo>
                  <a:pt x="1115828" y="7240"/>
                  <a:pt x="1117005" y="7025"/>
                  <a:pt x="1118291" y="7025"/>
                </a:cubicBezTo>
                <a:cubicBezTo>
                  <a:pt x="1119186" y="7025"/>
                  <a:pt x="1120024" y="7090"/>
                  <a:pt x="1120805" y="7219"/>
                </a:cubicBezTo>
                <a:cubicBezTo>
                  <a:pt x="1121585" y="7348"/>
                  <a:pt x="1122331" y="7559"/>
                  <a:pt x="1123043" y="7852"/>
                </a:cubicBezTo>
                <a:lnTo>
                  <a:pt x="1123043" y="10710"/>
                </a:lnTo>
                <a:cubicBezTo>
                  <a:pt x="1122297" y="10314"/>
                  <a:pt x="1121536" y="10025"/>
                  <a:pt x="1120762" y="9845"/>
                </a:cubicBezTo>
                <a:cubicBezTo>
                  <a:pt x="1119987" y="9664"/>
                  <a:pt x="1119186" y="9574"/>
                  <a:pt x="1118360" y="9574"/>
                </a:cubicBezTo>
                <a:cubicBezTo>
                  <a:pt x="1117590" y="9574"/>
                  <a:pt x="1116864" y="9720"/>
                  <a:pt x="1116181" y="10013"/>
                </a:cubicBezTo>
                <a:cubicBezTo>
                  <a:pt x="1115498" y="10305"/>
                  <a:pt x="1114899" y="10727"/>
                  <a:pt x="1114382" y="11278"/>
                </a:cubicBezTo>
                <a:cubicBezTo>
                  <a:pt x="1113865" y="11829"/>
                  <a:pt x="1113458" y="12501"/>
                  <a:pt x="1113160" y="13293"/>
                </a:cubicBezTo>
                <a:cubicBezTo>
                  <a:pt x="1112861" y="14085"/>
                  <a:pt x="1112712" y="14980"/>
                  <a:pt x="1112712" y="15979"/>
                </a:cubicBezTo>
                <a:cubicBezTo>
                  <a:pt x="1112712" y="18068"/>
                  <a:pt x="1113220" y="19632"/>
                  <a:pt x="1114236" y="20671"/>
                </a:cubicBezTo>
                <a:cubicBezTo>
                  <a:pt x="1115252" y="21710"/>
                  <a:pt x="1116661" y="22229"/>
                  <a:pt x="1118463" y="22229"/>
                </a:cubicBezTo>
                <a:cubicBezTo>
                  <a:pt x="1119278" y="22229"/>
                  <a:pt x="1120067" y="22137"/>
                  <a:pt x="1120830" y="21954"/>
                </a:cubicBezTo>
                <a:cubicBezTo>
                  <a:pt x="1121594" y="21770"/>
                  <a:pt x="1122331" y="21495"/>
                  <a:pt x="1123043" y="21127"/>
                </a:cubicBezTo>
                <a:lnTo>
                  <a:pt x="1123043" y="23917"/>
                </a:lnTo>
                <a:close/>
                <a:moveTo>
                  <a:pt x="1143214" y="207"/>
                </a:moveTo>
                <a:lnTo>
                  <a:pt x="1131402" y="28273"/>
                </a:lnTo>
                <a:lnTo>
                  <a:pt x="1128544" y="28273"/>
                </a:lnTo>
                <a:lnTo>
                  <a:pt x="1140356" y="207"/>
                </a:lnTo>
                <a:lnTo>
                  <a:pt x="1143214" y="207"/>
                </a:lnTo>
                <a:close/>
                <a:moveTo>
                  <a:pt x="1161418" y="23917"/>
                </a:moveTo>
                <a:cubicBezTo>
                  <a:pt x="1160638" y="24215"/>
                  <a:pt x="1159837" y="24436"/>
                  <a:pt x="1159016" y="24580"/>
                </a:cubicBezTo>
                <a:cubicBezTo>
                  <a:pt x="1158196" y="24723"/>
                  <a:pt x="1157349" y="24795"/>
                  <a:pt x="1156477" y="24795"/>
                </a:cubicBezTo>
                <a:cubicBezTo>
                  <a:pt x="1153745" y="24795"/>
                  <a:pt x="1151641" y="24054"/>
                  <a:pt x="1150166" y="22574"/>
                </a:cubicBezTo>
                <a:cubicBezTo>
                  <a:pt x="1148691" y="21093"/>
                  <a:pt x="1147953" y="18929"/>
                  <a:pt x="1147953" y="16082"/>
                </a:cubicBezTo>
                <a:cubicBezTo>
                  <a:pt x="1147953" y="14716"/>
                  <a:pt x="1148166" y="13476"/>
                  <a:pt x="1148591" y="12363"/>
                </a:cubicBezTo>
                <a:cubicBezTo>
                  <a:pt x="1149015" y="11250"/>
                  <a:pt x="1149612" y="10297"/>
                  <a:pt x="1150381" y="9505"/>
                </a:cubicBezTo>
                <a:cubicBezTo>
                  <a:pt x="1151150" y="8713"/>
                  <a:pt x="1152069" y="8101"/>
                  <a:pt x="1153136" y="7671"/>
                </a:cubicBezTo>
                <a:cubicBezTo>
                  <a:pt x="1154204" y="7240"/>
                  <a:pt x="1155380" y="7025"/>
                  <a:pt x="1156666" y="7025"/>
                </a:cubicBezTo>
                <a:cubicBezTo>
                  <a:pt x="1157561" y="7025"/>
                  <a:pt x="1158399" y="7090"/>
                  <a:pt x="1159180" y="7219"/>
                </a:cubicBezTo>
                <a:cubicBezTo>
                  <a:pt x="1159961" y="7348"/>
                  <a:pt x="1160707" y="7559"/>
                  <a:pt x="1161418" y="7852"/>
                </a:cubicBezTo>
                <a:lnTo>
                  <a:pt x="1161418" y="10710"/>
                </a:lnTo>
                <a:cubicBezTo>
                  <a:pt x="1160672" y="10314"/>
                  <a:pt x="1159912" y="10025"/>
                  <a:pt x="1159137" y="9845"/>
                </a:cubicBezTo>
                <a:cubicBezTo>
                  <a:pt x="1158362" y="9664"/>
                  <a:pt x="1157561" y="9574"/>
                  <a:pt x="1156735" y="9574"/>
                </a:cubicBezTo>
                <a:cubicBezTo>
                  <a:pt x="1155966" y="9574"/>
                  <a:pt x="1155240" y="9720"/>
                  <a:pt x="1154557" y="10013"/>
                </a:cubicBezTo>
                <a:cubicBezTo>
                  <a:pt x="1153874" y="10305"/>
                  <a:pt x="1153274" y="10727"/>
                  <a:pt x="1152757" y="11278"/>
                </a:cubicBezTo>
                <a:cubicBezTo>
                  <a:pt x="1152241" y="11829"/>
                  <a:pt x="1151833" y="12501"/>
                  <a:pt x="1151535" y="13293"/>
                </a:cubicBezTo>
                <a:cubicBezTo>
                  <a:pt x="1151236" y="14085"/>
                  <a:pt x="1151087" y="14980"/>
                  <a:pt x="1151087" y="15979"/>
                </a:cubicBezTo>
                <a:cubicBezTo>
                  <a:pt x="1151087" y="18068"/>
                  <a:pt x="1151595" y="19632"/>
                  <a:pt x="1152611" y="20671"/>
                </a:cubicBezTo>
                <a:cubicBezTo>
                  <a:pt x="1153627" y="21710"/>
                  <a:pt x="1155036" y="22229"/>
                  <a:pt x="1156838" y="22229"/>
                </a:cubicBezTo>
                <a:cubicBezTo>
                  <a:pt x="1157653" y="22229"/>
                  <a:pt x="1158442" y="22137"/>
                  <a:pt x="1159206" y="21954"/>
                </a:cubicBezTo>
                <a:cubicBezTo>
                  <a:pt x="1159969" y="21770"/>
                  <a:pt x="1160707" y="21495"/>
                  <a:pt x="1161418" y="21127"/>
                </a:cubicBezTo>
                <a:lnTo>
                  <a:pt x="1161418" y="23917"/>
                </a:lnTo>
                <a:close/>
                <a:moveTo>
                  <a:pt x="1178771" y="24554"/>
                </a:moveTo>
                <a:lnTo>
                  <a:pt x="1178702" y="22224"/>
                </a:lnTo>
                <a:cubicBezTo>
                  <a:pt x="1177761" y="23156"/>
                  <a:pt x="1176805" y="23829"/>
                  <a:pt x="1175835" y="24243"/>
                </a:cubicBezTo>
                <a:cubicBezTo>
                  <a:pt x="1174865" y="24657"/>
                  <a:pt x="1173846" y="24864"/>
                  <a:pt x="1172779" y="24864"/>
                </a:cubicBezTo>
                <a:cubicBezTo>
                  <a:pt x="1171792" y="24864"/>
                  <a:pt x="1170948" y="24737"/>
                  <a:pt x="1170248" y="24484"/>
                </a:cubicBezTo>
                <a:cubicBezTo>
                  <a:pt x="1169547" y="24231"/>
                  <a:pt x="1168971" y="23884"/>
                  <a:pt x="1168517" y="23441"/>
                </a:cubicBezTo>
                <a:cubicBezTo>
                  <a:pt x="1168064" y="22998"/>
                  <a:pt x="1167731" y="22478"/>
                  <a:pt x="1167519" y="21880"/>
                </a:cubicBezTo>
                <a:cubicBezTo>
                  <a:pt x="1167306" y="21282"/>
                  <a:pt x="1167200" y="20632"/>
                  <a:pt x="1167200" y="19931"/>
                </a:cubicBezTo>
                <a:cubicBezTo>
                  <a:pt x="1167200" y="18195"/>
                  <a:pt x="1167846" y="16835"/>
                  <a:pt x="1169137" y="15852"/>
                </a:cubicBezTo>
                <a:cubicBezTo>
                  <a:pt x="1170428" y="14869"/>
                  <a:pt x="1172337" y="14378"/>
                  <a:pt x="1174862" y="14378"/>
                </a:cubicBezTo>
                <a:lnTo>
                  <a:pt x="1178444" y="14378"/>
                </a:lnTo>
                <a:lnTo>
                  <a:pt x="1178444" y="12868"/>
                </a:lnTo>
                <a:cubicBezTo>
                  <a:pt x="1178444" y="11850"/>
                  <a:pt x="1178117" y="11035"/>
                  <a:pt x="1177462" y="10423"/>
                </a:cubicBezTo>
                <a:cubicBezTo>
                  <a:pt x="1176808" y="9811"/>
                  <a:pt x="1175809" y="9505"/>
                  <a:pt x="1174466" y="9505"/>
                </a:cubicBezTo>
                <a:cubicBezTo>
                  <a:pt x="1173491" y="9505"/>
                  <a:pt x="1172529" y="9615"/>
                  <a:pt x="1171582" y="9837"/>
                </a:cubicBezTo>
                <a:cubicBezTo>
                  <a:pt x="1170635" y="10058"/>
                  <a:pt x="1169657" y="10372"/>
                  <a:pt x="1168646" y="10779"/>
                </a:cubicBezTo>
                <a:lnTo>
                  <a:pt x="1168646" y="8076"/>
                </a:lnTo>
                <a:cubicBezTo>
                  <a:pt x="1169025" y="7936"/>
                  <a:pt x="1169447" y="7799"/>
                  <a:pt x="1169912" y="7664"/>
                </a:cubicBezTo>
                <a:cubicBezTo>
                  <a:pt x="1170377" y="7530"/>
                  <a:pt x="1170868" y="7411"/>
                  <a:pt x="1171384" y="7306"/>
                </a:cubicBezTo>
                <a:cubicBezTo>
                  <a:pt x="1171901" y="7201"/>
                  <a:pt x="1172440" y="7116"/>
                  <a:pt x="1173003" y="7053"/>
                </a:cubicBezTo>
                <a:cubicBezTo>
                  <a:pt x="1173565" y="6988"/>
                  <a:pt x="1174133" y="6956"/>
                  <a:pt x="1174707" y="6956"/>
                </a:cubicBezTo>
                <a:cubicBezTo>
                  <a:pt x="1175752" y="6956"/>
                  <a:pt x="1176693" y="7071"/>
                  <a:pt x="1177531" y="7301"/>
                </a:cubicBezTo>
                <a:cubicBezTo>
                  <a:pt x="1178369" y="7530"/>
                  <a:pt x="1179078" y="7880"/>
                  <a:pt x="1179658" y="8351"/>
                </a:cubicBezTo>
                <a:cubicBezTo>
                  <a:pt x="1180237" y="8822"/>
                  <a:pt x="1180682" y="9413"/>
                  <a:pt x="1180992" y="10125"/>
                </a:cubicBezTo>
                <a:cubicBezTo>
                  <a:pt x="1181302" y="10836"/>
                  <a:pt x="1181457" y="11674"/>
                  <a:pt x="1181457" y="12638"/>
                </a:cubicBezTo>
                <a:lnTo>
                  <a:pt x="1181457" y="24554"/>
                </a:lnTo>
                <a:lnTo>
                  <a:pt x="1178771" y="24554"/>
                </a:lnTo>
                <a:moveTo>
                  <a:pt x="1178444" y="16668"/>
                </a:moveTo>
                <a:lnTo>
                  <a:pt x="1174638" y="16668"/>
                </a:lnTo>
                <a:cubicBezTo>
                  <a:pt x="1173892" y="16668"/>
                  <a:pt x="1173249" y="16743"/>
                  <a:pt x="1172710" y="16893"/>
                </a:cubicBezTo>
                <a:cubicBezTo>
                  <a:pt x="1172170" y="17042"/>
                  <a:pt x="1171728" y="17255"/>
                  <a:pt x="1171384" y="17531"/>
                </a:cubicBezTo>
                <a:cubicBezTo>
                  <a:pt x="1171040" y="17807"/>
                  <a:pt x="1170784" y="18139"/>
                  <a:pt x="1170618" y="18525"/>
                </a:cubicBezTo>
                <a:cubicBezTo>
                  <a:pt x="1170451" y="18910"/>
                  <a:pt x="1170368" y="19345"/>
                  <a:pt x="1170368" y="19828"/>
                </a:cubicBezTo>
                <a:cubicBezTo>
                  <a:pt x="1170368" y="20162"/>
                  <a:pt x="1170420" y="20482"/>
                  <a:pt x="1170523" y="20787"/>
                </a:cubicBezTo>
                <a:cubicBezTo>
                  <a:pt x="1170627" y="21092"/>
                  <a:pt x="1170793" y="21363"/>
                  <a:pt x="1171023" y="21599"/>
                </a:cubicBezTo>
                <a:cubicBezTo>
                  <a:pt x="1171252" y="21835"/>
                  <a:pt x="1171551" y="22022"/>
                  <a:pt x="1171918" y="22160"/>
                </a:cubicBezTo>
                <a:cubicBezTo>
                  <a:pt x="1172285" y="22298"/>
                  <a:pt x="1172733" y="22367"/>
                  <a:pt x="1173261" y="22367"/>
                </a:cubicBezTo>
                <a:cubicBezTo>
                  <a:pt x="1173950" y="22367"/>
                  <a:pt x="1174739" y="22157"/>
                  <a:pt x="1175629" y="21737"/>
                </a:cubicBezTo>
                <a:cubicBezTo>
                  <a:pt x="1176518" y="21316"/>
                  <a:pt x="1177457" y="20651"/>
                  <a:pt x="1178444" y="19742"/>
                </a:cubicBezTo>
                <a:lnTo>
                  <a:pt x="1178444" y="16668"/>
                </a:lnTo>
                <a:close/>
                <a:moveTo>
                  <a:pt x="1201031" y="19836"/>
                </a:moveTo>
                <a:cubicBezTo>
                  <a:pt x="1201031" y="20444"/>
                  <a:pt x="1200928" y="20990"/>
                  <a:pt x="1200721" y="21472"/>
                </a:cubicBezTo>
                <a:cubicBezTo>
                  <a:pt x="1200514" y="21954"/>
                  <a:pt x="1200233" y="22381"/>
                  <a:pt x="1199877" y="22754"/>
                </a:cubicBezTo>
                <a:cubicBezTo>
                  <a:pt x="1199522" y="23127"/>
                  <a:pt x="1199108" y="23446"/>
                  <a:pt x="1198638" y="23710"/>
                </a:cubicBezTo>
                <a:cubicBezTo>
                  <a:pt x="1198167" y="23974"/>
                  <a:pt x="1197665" y="24192"/>
                  <a:pt x="1197131" y="24364"/>
                </a:cubicBezTo>
                <a:cubicBezTo>
                  <a:pt x="1196597" y="24537"/>
                  <a:pt x="1196049" y="24663"/>
                  <a:pt x="1195487" y="24743"/>
                </a:cubicBezTo>
                <a:cubicBezTo>
                  <a:pt x="1194924" y="24824"/>
                  <a:pt x="1194373" y="24864"/>
                  <a:pt x="1193834" y="24864"/>
                </a:cubicBezTo>
                <a:cubicBezTo>
                  <a:pt x="1192663" y="24864"/>
                  <a:pt x="1191587" y="24812"/>
                  <a:pt x="1190605" y="24709"/>
                </a:cubicBezTo>
                <a:cubicBezTo>
                  <a:pt x="1189624" y="24605"/>
                  <a:pt x="1188662" y="24439"/>
                  <a:pt x="1187721" y="24209"/>
                </a:cubicBezTo>
                <a:lnTo>
                  <a:pt x="1187721" y="21454"/>
                </a:lnTo>
                <a:cubicBezTo>
                  <a:pt x="1188731" y="21741"/>
                  <a:pt x="1189736" y="21960"/>
                  <a:pt x="1190734" y="22109"/>
                </a:cubicBezTo>
                <a:cubicBezTo>
                  <a:pt x="1191733" y="22258"/>
                  <a:pt x="1192726" y="22333"/>
                  <a:pt x="1193713" y="22333"/>
                </a:cubicBezTo>
                <a:cubicBezTo>
                  <a:pt x="1195148" y="22333"/>
                  <a:pt x="1196210" y="22137"/>
                  <a:pt x="1196899" y="21747"/>
                </a:cubicBezTo>
                <a:cubicBezTo>
                  <a:pt x="1197587" y="21357"/>
                  <a:pt x="1197932" y="20800"/>
                  <a:pt x="1197932" y="20077"/>
                </a:cubicBezTo>
                <a:cubicBezTo>
                  <a:pt x="1197932" y="19767"/>
                  <a:pt x="1197877" y="19489"/>
                  <a:pt x="1197768" y="19242"/>
                </a:cubicBezTo>
                <a:cubicBezTo>
                  <a:pt x="1197659" y="18995"/>
                  <a:pt x="1197461" y="18760"/>
                  <a:pt x="1197174" y="18536"/>
                </a:cubicBezTo>
                <a:cubicBezTo>
                  <a:pt x="1196887" y="18312"/>
                  <a:pt x="1196442" y="18080"/>
                  <a:pt x="1195840" y="17839"/>
                </a:cubicBezTo>
                <a:cubicBezTo>
                  <a:pt x="1195237" y="17597"/>
                  <a:pt x="1194413" y="17322"/>
                  <a:pt x="1193369" y="17012"/>
                </a:cubicBezTo>
                <a:cubicBezTo>
                  <a:pt x="1192588" y="16782"/>
                  <a:pt x="1191868" y="16521"/>
                  <a:pt x="1191208" y="16229"/>
                </a:cubicBezTo>
                <a:cubicBezTo>
                  <a:pt x="1190548" y="15936"/>
                  <a:pt x="1189977" y="15589"/>
                  <a:pt x="1189495" y="15187"/>
                </a:cubicBezTo>
                <a:cubicBezTo>
                  <a:pt x="1189012" y="14785"/>
                  <a:pt x="1188634" y="14314"/>
                  <a:pt x="1188358" y="13775"/>
                </a:cubicBezTo>
                <a:cubicBezTo>
                  <a:pt x="1188083" y="13235"/>
                  <a:pt x="1187945" y="12598"/>
                  <a:pt x="1187945" y="11864"/>
                </a:cubicBezTo>
                <a:cubicBezTo>
                  <a:pt x="1187945" y="11382"/>
                  <a:pt x="1188057" y="10853"/>
                  <a:pt x="1188281" y="10280"/>
                </a:cubicBezTo>
                <a:cubicBezTo>
                  <a:pt x="1188504" y="9706"/>
                  <a:pt x="1188886" y="9172"/>
                  <a:pt x="1189426" y="8678"/>
                </a:cubicBezTo>
                <a:cubicBezTo>
                  <a:pt x="1189965" y="8185"/>
                  <a:pt x="1190694" y="7774"/>
                  <a:pt x="1191612" y="7447"/>
                </a:cubicBezTo>
                <a:cubicBezTo>
                  <a:pt x="1192531" y="7120"/>
                  <a:pt x="1193679" y="6956"/>
                  <a:pt x="1195056" y="6956"/>
                </a:cubicBezTo>
                <a:cubicBezTo>
                  <a:pt x="1195733" y="6956"/>
                  <a:pt x="1196485" y="6994"/>
                  <a:pt x="1197312" y="7068"/>
                </a:cubicBezTo>
                <a:cubicBezTo>
                  <a:pt x="1198138" y="7143"/>
                  <a:pt x="1198999" y="7272"/>
                  <a:pt x="1199895" y="7456"/>
                </a:cubicBezTo>
                <a:lnTo>
                  <a:pt x="1199895" y="10125"/>
                </a:lnTo>
                <a:cubicBezTo>
                  <a:pt x="1198953" y="9895"/>
                  <a:pt x="1198061" y="9726"/>
                  <a:pt x="1197217" y="9617"/>
                </a:cubicBezTo>
                <a:cubicBezTo>
                  <a:pt x="1196373" y="9508"/>
                  <a:pt x="1195642" y="9453"/>
                  <a:pt x="1195022" y="9453"/>
                </a:cubicBezTo>
                <a:cubicBezTo>
                  <a:pt x="1194276" y="9453"/>
                  <a:pt x="1193647" y="9510"/>
                  <a:pt x="1193136" y="9625"/>
                </a:cubicBezTo>
                <a:cubicBezTo>
                  <a:pt x="1192625" y="9740"/>
                  <a:pt x="1192212" y="9898"/>
                  <a:pt x="1191897" y="10099"/>
                </a:cubicBezTo>
                <a:cubicBezTo>
                  <a:pt x="1191581" y="10300"/>
                  <a:pt x="1191354" y="10535"/>
                  <a:pt x="1191216" y="10805"/>
                </a:cubicBezTo>
                <a:cubicBezTo>
                  <a:pt x="1191079" y="11074"/>
                  <a:pt x="1191010" y="11364"/>
                  <a:pt x="1191010" y="11674"/>
                </a:cubicBezTo>
                <a:cubicBezTo>
                  <a:pt x="1191010" y="11984"/>
                  <a:pt x="1191070" y="12265"/>
                  <a:pt x="1191191" y="12518"/>
                </a:cubicBezTo>
                <a:cubicBezTo>
                  <a:pt x="1191311" y="12770"/>
                  <a:pt x="1191535" y="13014"/>
                  <a:pt x="1191862" y="13250"/>
                </a:cubicBezTo>
                <a:cubicBezTo>
                  <a:pt x="1192189" y="13485"/>
                  <a:pt x="1192646" y="13720"/>
                  <a:pt x="1193231" y="13956"/>
                </a:cubicBezTo>
                <a:cubicBezTo>
                  <a:pt x="1193816" y="14191"/>
                  <a:pt x="1194580" y="14446"/>
                  <a:pt x="1195521" y="14722"/>
                </a:cubicBezTo>
                <a:cubicBezTo>
                  <a:pt x="1196543" y="15020"/>
                  <a:pt x="1197404" y="15333"/>
                  <a:pt x="1198104" y="15660"/>
                </a:cubicBezTo>
                <a:cubicBezTo>
                  <a:pt x="1198804" y="15988"/>
                  <a:pt x="1199372" y="16352"/>
                  <a:pt x="1199809" y="16754"/>
                </a:cubicBezTo>
                <a:cubicBezTo>
                  <a:pt x="1200245" y="17156"/>
                  <a:pt x="1200558" y="17609"/>
                  <a:pt x="1200747" y="18114"/>
                </a:cubicBezTo>
                <a:cubicBezTo>
                  <a:pt x="1200936" y="18619"/>
                  <a:pt x="1201031" y="19193"/>
                  <a:pt x="1201031" y="19836"/>
                </a:cubicBezTo>
                <a:close/>
                <a:moveTo>
                  <a:pt x="1220450" y="23917"/>
                </a:moveTo>
                <a:cubicBezTo>
                  <a:pt x="1219669" y="24215"/>
                  <a:pt x="1218869" y="24436"/>
                  <a:pt x="1218048" y="24580"/>
                </a:cubicBezTo>
                <a:cubicBezTo>
                  <a:pt x="1217227" y="24723"/>
                  <a:pt x="1216381" y="24795"/>
                  <a:pt x="1215508" y="24795"/>
                </a:cubicBezTo>
                <a:cubicBezTo>
                  <a:pt x="1212776" y="24795"/>
                  <a:pt x="1210673" y="24054"/>
                  <a:pt x="1209198" y="22574"/>
                </a:cubicBezTo>
                <a:cubicBezTo>
                  <a:pt x="1207723" y="21093"/>
                  <a:pt x="1206985" y="18929"/>
                  <a:pt x="1206985" y="16082"/>
                </a:cubicBezTo>
                <a:cubicBezTo>
                  <a:pt x="1206985" y="14716"/>
                  <a:pt x="1207197" y="13476"/>
                  <a:pt x="1207622" y="12363"/>
                </a:cubicBezTo>
                <a:cubicBezTo>
                  <a:pt x="1208047" y="11250"/>
                  <a:pt x="1208644" y="10297"/>
                  <a:pt x="1209413" y="9505"/>
                </a:cubicBezTo>
                <a:cubicBezTo>
                  <a:pt x="1210182" y="8713"/>
                  <a:pt x="1211100" y="8101"/>
                  <a:pt x="1212168" y="7671"/>
                </a:cubicBezTo>
                <a:cubicBezTo>
                  <a:pt x="1213235" y="7240"/>
                  <a:pt x="1214412" y="7025"/>
                  <a:pt x="1215698" y="7025"/>
                </a:cubicBezTo>
                <a:cubicBezTo>
                  <a:pt x="1216593" y="7025"/>
                  <a:pt x="1217431" y="7090"/>
                  <a:pt x="1218212" y="7219"/>
                </a:cubicBezTo>
                <a:cubicBezTo>
                  <a:pt x="1218992" y="7348"/>
                  <a:pt x="1219738" y="7559"/>
                  <a:pt x="1220450" y="7852"/>
                </a:cubicBezTo>
                <a:lnTo>
                  <a:pt x="1220450" y="10710"/>
                </a:lnTo>
                <a:cubicBezTo>
                  <a:pt x="1219704" y="10314"/>
                  <a:pt x="1218943" y="10025"/>
                  <a:pt x="1218169" y="9845"/>
                </a:cubicBezTo>
                <a:cubicBezTo>
                  <a:pt x="1217394" y="9664"/>
                  <a:pt x="1216593" y="9574"/>
                  <a:pt x="1215767" y="9574"/>
                </a:cubicBezTo>
                <a:cubicBezTo>
                  <a:pt x="1214997" y="9574"/>
                  <a:pt x="1214271" y="9720"/>
                  <a:pt x="1213588" y="10013"/>
                </a:cubicBezTo>
                <a:cubicBezTo>
                  <a:pt x="1212905" y="10305"/>
                  <a:pt x="1212306" y="10727"/>
                  <a:pt x="1211789" y="11278"/>
                </a:cubicBezTo>
                <a:cubicBezTo>
                  <a:pt x="1211273" y="11829"/>
                  <a:pt x="1210865" y="12501"/>
                  <a:pt x="1210567" y="13293"/>
                </a:cubicBezTo>
                <a:cubicBezTo>
                  <a:pt x="1210268" y="14085"/>
                  <a:pt x="1210119" y="14980"/>
                  <a:pt x="1210119" y="15979"/>
                </a:cubicBezTo>
                <a:cubicBezTo>
                  <a:pt x="1210119" y="18068"/>
                  <a:pt x="1210627" y="19632"/>
                  <a:pt x="1211643" y="20671"/>
                </a:cubicBezTo>
                <a:cubicBezTo>
                  <a:pt x="1212659" y="21710"/>
                  <a:pt x="1214068" y="22229"/>
                  <a:pt x="1215870" y="22229"/>
                </a:cubicBezTo>
                <a:cubicBezTo>
                  <a:pt x="1216685" y="22229"/>
                  <a:pt x="1217474" y="22137"/>
                  <a:pt x="1218237" y="21954"/>
                </a:cubicBezTo>
                <a:cubicBezTo>
                  <a:pt x="1219001" y="21770"/>
                  <a:pt x="1219738" y="21495"/>
                  <a:pt x="1220450" y="21127"/>
                </a:cubicBezTo>
                <a:lnTo>
                  <a:pt x="1220450" y="23917"/>
                </a:lnTo>
                <a:close/>
                <a:moveTo>
                  <a:pt x="1236780" y="24554"/>
                </a:moveTo>
                <a:lnTo>
                  <a:pt x="1236711" y="22224"/>
                </a:lnTo>
                <a:cubicBezTo>
                  <a:pt x="1235770" y="23156"/>
                  <a:pt x="1234814" y="23829"/>
                  <a:pt x="1233844" y="24243"/>
                </a:cubicBezTo>
                <a:cubicBezTo>
                  <a:pt x="1232874" y="24657"/>
                  <a:pt x="1231855" y="24864"/>
                  <a:pt x="1230788" y="24864"/>
                </a:cubicBezTo>
                <a:cubicBezTo>
                  <a:pt x="1229801" y="24864"/>
                  <a:pt x="1228957" y="24737"/>
                  <a:pt x="1228257" y="24484"/>
                </a:cubicBezTo>
                <a:cubicBezTo>
                  <a:pt x="1227556" y="24231"/>
                  <a:pt x="1226980" y="23884"/>
                  <a:pt x="1226526" y="23441"/>
                </a:cubicBezTo>
                <a:cubicBezTo>
                  <a:pt x="1226073" y="22998"/>
                  <a:pt x="1225740" y="22478"/>
                  <a:pt x="1225527" y="21880"/>
                </a:cubicBezTo>
                <a:cubicBezTo>
                  <a:pt x="1225315" y="21282"/>
                  <a:pt x="1225209" y="20632"/>
                  <a:pt x="1225209" y="19931"/>
                </a:cubicBezTo>
                <a:cubicBezTo>
                  <a:pt x="1225209" y="18195"/>
                  <a:pt x="1225855" y="16835"/>
                  <a:pt x="1227146" y="15852"/>
                </a:cubicBezTo>
                <a:cubicBezTo>
                  <a:pt x="1228437" y="14869"/>
                  <a:pt x="1230346" y="14378"/>
                  <a:pt x="1232871" y="14378"/>
                </a:cubicBezTo>
                <a:lnTo>
                  <a:pt x="1236453" y="14378"/>
                </a:lnTo>
                <a:lnTo>
                  <a:pt x="1236453" y="12868"/>
                </a:lnTo>
                <a:cubicBezTo>
                  <a:pt x="1236453" y="11850"/>
                  <a:pt x="1236126" y="11035"/>
                  <a:pt x="1235471" y="10423"/>
                </a:cubicBezTo>
                <a:cubicBezTo>
                  <a:pt x="1234817" y="9811"/>
                  <a:pt x="1233818" y="9505"/>
                  <a:pt x="1232475" y="9505"/>
                </a:cubicBezTo>
                <a:cubicBezTo>
                  <a:pt x="1231499" y="9505"/>
                  <a:pt x="1230538" y="9615"/>
                  <a:pt x="1229591" y="9837"/>
                </a:cubicBezTo>
                <a:cubicBezTo>
                  <a:pt x="1228644" y="10058"/>
                  <a:pt x="1227665" y="10372"/>
                  <a:pt x="1226655" y="10779"/>
                </a:cubicBezTo>
                <a:lnTo>
                  <a:pt x="1226655" y="8076"/>
                </a:lnTo>
                <a:cubicBezTo>
                  <a:pt x="1227034" y="7936"/>
                  <a:pt x="1227456" y="7799"/>
                  <a:pt x="1227921" y="7664"/>
                </a:cubicBezTo>
                <a:cubicBezTo>
                  <a:pt x="1228386" y="7530"/>
                  <a:pt x="1228876" y="7411"/>
                  <a:pt x="1229393" y="7306"/>
                </a:cubicBezTo>
                <a:cubicBezTo>
                  <a:pt x="1229910" y="7201"/>
                  <a:pt x="1230449" y="7116"/>
                  <a:pt x="1231012" y="7053"/>
                </a:cubicBezTo>
                <a:cubicBezTo>
                  <a:pt x="1231574" y="6988"/>
                  <a:pt x="1232142" y="6956"/>
                  <a:pt x="1232716" y="6956"/>
                </a:cubicBezTo>
                <a:cubicBezTo>
                  <a:pt x="1233761" y="6956"/>
                  <a:pt x="1234702" y="7071"/>
                  <a:pt x="1235540" y="7301"/>
                </a:cubicBezTo>
                <a:cubicBezTo>
                  <a:pt x="1236378" y="7530"/>
                  <a:pt x="1237087" y="7880"/>
                  <a:pt x="1237667" y="8351"/>
                </a:cubicBezTo>
                <a:cubicBezTo>
                  <a:pt x="1238246" y="8822"/>
                  <a:pt x="1238691" y="9413"/>
                  <a:pt x="1239001" y="10125"/>
                </a:cubicBezTo>
                <a:cubicBezTo>
                  <a:pt x="1239311" y="10836"/>
                  <a:pt x="1239466" y="11674"/>
                  <a:pt x="1239466" y="12638"/>
                </a:cubicBezTo>
                <a:lnTo>
                  <a:pt x="1239466" y="24554"/>
                </a:lnTo>
                <a:lnTo>
                  <a:pt x="1236780" y="24554"/>
                </a:lnTo>
                <a:moveTo>
                  <a:pt x="1236453" y="16668"/>
                </a:moveTo>
                <a:lnTo>
                  <a:pt x="1232647" y="16668"/>
                </a:lnTo>
                <a:cubicBezTo>
                  <a:pt x="1231901" y="16668"/>
                  <a:pt x="1231258" y="16743"/>
                  <a:pt x="1230719" y="16893"/>
                </a:cubicBezTo>
                <a:cubicBezTo>
                  <a:pt x="1230179" y="17042"/>
                  <a:pt x="1229737" y="17255"/>
                  <a:pt x="1229393" y="17531"/>
                </a:cubicBezTo>
                <a:cubicBezTo>
                  <a:pt x="1229049" y="17807"/>
                  <a:pt x="1228793" y="18139"/>
                  <a:pt x="1228627" y="18525"/>
                </a:cubicBezTo>
                <a:cubicBezTo>
                  <a:pt x="1228460" y="18910"/>
                  <a:pt x="1228377" y="19345"/>
                  <a:pt x="1228377" y="19828"/>
                </a:cubicBezTo>
                <a:cubicBezTo>
                  <a:pt x="1228377" y="20162"/>
                  <a:pt x="1228429" y="20482"/>
                  <a:pt x="1228532" y="20787"/>
                </a:cubicBezTo>
                <a:cubicBezTo>
                  <a:pt x="1228635" y="21092"/>
                  <a:pt x="1228802" y="21363"/>
                  <a:pt x="1229031" y="21599"/>
                </a:cubicBezTo>
                <a:cubicBezTo>
                  <a:pt x="1229261" y="21835"/>
                  <a:pt x="1229559" y="22022"/>
                  <a:pt x="1229927" y="22160"/>
                </a:cubicBezTo>
                <a:cubicBezTo>
                  <a:pt x="1230294" y="22298"/>
                  <a:pt x="1230742" y="22367"/>
                  <a:pt x="1231270" y="22367"/>
                </a:cubicBezTo>
                <a:cubicBezTo>
                  <a:pt x="1231959" y="22367"/>
                  <a:pt x="1232748" y="22157"/>
                  <a:pt x="1233637" y="21737"/>
                </a:cubicBezTo>
                <a:cubicBezTo>
                  <a:pt x="1234527" y="21316"/>
                  <a:pt x="1235465" y="20651"/>
                  <a:pt x="1236453" y="19742"/>
                </a:cubicBezTo>
                <a:lnTo>
                  <a:pt x="1236453" y="16668"/>
                </a:lnTo>
                <a:close/>
                <a:moveTo>
                  <a:pt x="1244473" y="16272"/>
                </a:moveTo>
                <a:cubicBezTo>
                  <a:pt x="1244473" y="14802"/>
                  <a:pt x="1244674" y="13497"/>
                  <a:pt x="1245075" y="12354"/>
                </a:cubicBezTo>
                <a:cubicBezTo>
                  <a:pt x="1245477" y="11212"/>
                  <a:pt x="1246048" y="10248"/>
                  <a:pt x="1246789" y="9462"/>
                </a:cubicBezTo>
                <a:cubicBezTo>
                  <a:pt x="1247529" y="8675"/>
                  <a:pt x="1248419" y="8078"/>
                  <a:pt x="1249458" y="7671"/>
                </a:cubicBezTo>
                <a:cubicBezTo>
                  <a:pt x="1250496" y="7263"/>
                  <a:pt x="1251653" y="7060"/>
                  <a:pt x="1252927" y="7060"/>
                </a:cubicBezTo>
                <a:cubicBezTo>
                  <a:pt x="1253478" y="7060"/>
                  <a:pt x="1254020" y="7094"/>
                  <a:pt x="1254554" y="7163"/>
                </a:cubicBezTo>
                <a:cubicBezTo>
                  <a:pt x="1255088" y="7232"/>
                  <a:pt x="1255613" y="7341"/>
                  <a:pt x="1256130" y="7490"/>
                </a:cubicBezTo>
                <a:lnTo>
                  <a:pt x="1256130" y="207"/>
                </a:lnTo>
                <a:lnTo>
                  <a:pt x="1259143" y="207"/>
                </a:lnTo>
                <a:lnTo>
                  <a:pt x="1259143" y="24554"/>
                </a:lnTo>
                <a:lnTo>
                  <a:pt x="1256457" y="24554"/>
                </a:lnTo>
                <a:lnTo>
                  <a:pt x="1256354" y="21282"/>
                </a:lnTo>
                <a:cubicBezTo>
                  <a:pt x="1255516" y="22499"/>
                  <a:pt x="1254609" y="23400"/>
                  <a:pt x="1253633" y="23986"/>
                </a:cubicBezTo>
                <a:cubicBezTo>
                  <a:pt x="1252657" y="24571"/>
                  <a:pt x="1251601" y="24864"/>
                  <a:pt x="1250465" y="24864"/>
                </a:cubicBezTo>
                <a:cubicBezTo>
                  <a:pt x="1249478" y="24864"/>
                  <a:pt x="1248608" y="24657"/>
                  <a:pt x="1247856" y="24244"/>
                </a:cubicBezTo>
                <a:cubicBezTo>
                  <a:pt x="1247104" y="23831"/>
                  <a:pt x="1246479" y="23248"/>
                  <a:pt x="1245979" y="22496"/>
                </a:cubicBezTo>
                <a:cubicBezTo>
                  <a:pt x="1245480" y="21744"/>
                  <a:pt x="1245104" y="20840"/>
                  <a:pt x="1244852" y="19784"/>
                </a:cubicBezTo>
                <a:cubicBezTo>
                  <a:pt x="1244599" y="18728"/>
                  <a:pt x="1244473" y="17557"/>
                  <a:pt x="1244473" y="16272"/>
                </a:cubicBezTo>
                <a:moveTo>
                  <a:pt x="1247538" y="16082"/>
                </a:moveTo>
                <a:cubicBezTo>
                  <a:pt x="1247538" y="18171"/>
                  <a:pt x="1247845" y="19730"/>
                  <a:pt x="1248459" y="20757"/>
                </a:cubicBezTo>
                <a:cubicBezTo>
                  <a:pt x="1249073" y="21784"/>
                  <a:pt x="1249943" y="22298"/>
                  <a:pt x="1251067" y="22298"/>
                </a:cubicBezTo>
                <a:cubicBezTo>
                  <a:pt x="1251825" y="22298"/>
                  <a:pt x="1252626" y="21960"/>
                  <a:pt x="1253469" y="21282"/>
                </a:cubicBezTo>
                <a:cubicBezTo>
                  <a:pt x="1254313" y="20605"/>
                  <a:pt x="1255200" y="19601"/>
                  <a:pt x="1256130" y="18269"/>
                </a:cubicBezTo>
                <a:lnTo>
                  <a:pt x="1256130" y="10245"/>
                </a:lnTo>
                <a:cubicBezTo>
                  <a:pt x="1255636" y="10016"/>
                  <a:pt x="1255091" y="9840"/>
                  <a:pt x="1254494" y="9720"/>
                </a:cubicBezTo>
                <a:cubicBezTo>
                  <a:pt x="1253897" y="9599"/>
                  <a:pt x="1253306" y="9539"/>
                  <a:pt x="1252720" y="9539"/>
                </a:cubicBezTo>
                <a:cubicBezTo>
                  <a:pt x="1251090" y="9539"/>
                  <a:pt x="1249819" y="10067"/>
                  <a:pt x="1248907" y="11123"/>
                </a:cubicBezTo>
                <a:cubicBezTo>
                  <a:pt x="1247994" y="12179"/>
                  <a:pt x="1247538" y="13832"/>
                  <a:pt x="1247538" y="16082"/>
                </a:cubicBezTo>
                <a:close/>
                <a:moveTo>
                  <a:pt x="1279630" y="14997"/>
                </a:moveTo>
                <a:cubicBezTo>
                  <a:pt x="1279630" y="15422"/>
                  <a:pt x="1279624" y="15778"/>
                  <a:pt x="1279612" y="16065"/>
                </a:cubicBezTo>
                <a:cubicBezTo>
                  <a:pt x="1279601" y="16352"/>
                  <a:pt x="1279584" y="16622"/>
                  <a:pt x="1279561" y="16874"/>
                </a:cubicBezTo>
                <a:lnTo>
                  <a:pt x="1267422" y="16874"/>
                </a:lnTo>
                <a:cubicBezTo>
                  <a:pt x="1267422" y="18642"/>
                  <a:pt x="1267915" y="19999"/>
                  <a:pt x="1268902" y="20946"/>
                </a:cubicBezTo>
                <a:cubicBezTo>
                  <a:pt x="1269890" y="21893"/>
                  <a:pt x="1271313" y="22367"/>
                  <a:pt x="1273173" y="22367"/>
                </a:cubicBezTo>
                <a:cubicBezTo>
                  <a:pt x="1273678" y="22367"/>
                  <a:pt x="1274183" y="22347"/>
                  <a:pt x="1274688" y="22306"/>
                </a:cubicBezTo>
                <a:cubicBezTo>
                  <a:pt x="1275193" y="22264"/>
                  <a:pt x="1275681" y="22209"/>
                  <a:pt x="1276151" y="22138"/>
                </a:cubicBezTo>
                <a:cubicBezTo>
                  <a:pt x="1276622" y="22068"/>
                  <a:pt x="1277073" y="21988"/>
                  <a:pt x="1277503" y="21900"/>
                </a:cubicBezTo>
                <a:cubicBezTo>
                  <a:pt x="1277934" y="21812"/>
                  <a:pt x="1278332" y="21715"/>
                  <a:pt x="1278700" y="21609"/>
                </a:cubicBezTo>
                <a:lnTo>
                  <a:pt x="1278700" y="24072"/>
                </a:lnTo>
                <a:cubicBezTo>
                  <a:pt x="1277885" y="24306"/>
                  <a:pt x="1276964" y="24497"/>
                  <a:pt x="1275936" y="24644"/>
                </a:cubicBezTo>
                <a:cubicBezTo>
                  <a:pt x="1274909" y="24790"/>
                  <a:pt x="1273844" y="24864"/>
                  <a:pt x="1272742" y="24864"/>
                </a:cubicBezTo>
                <a:cubicBezTo>
                  <a:pt x="1271261" y="24864"/>
                  <a:pt x="1269987" y="24663"/>
                  <a:pt x="1268920" y="24261"/>
                </a:cubicBezTo>
                <a:cubicBezTo>
                  <a:pt x="1267852" y="23859"/>
                  <a:pt x="1266977" y="23277"/>
                  <a:pt x="1266294" y="22513"/>
                </a:cubicBezTo>
                <a:cubicBezTo>
                  <a:pt x="1265611" y="21750"/>
                  <a:pt x="1265106" y="20814"/>
                  <a:pt x="1264779" y="19707"/>
                </a:cubicBezTo>
                <a:cubicBezTo>
                  <a:pt x="1264451" y="18599"/>
                  <a:pt x="1264288" y="17345"/>
                  <a:pt x="1264288" y="15944"/>
                </a:cubicBezTo>
                <a:cubicBezTo>
                  <a:pt x="1264288" y="14728"/>
                  <a:pt x="1264463" y="13577"/>
                  <a:pt x="1264813" y="12492"/>
                </a:cubicBezTo>
                <a:cubicBezTo>
                  <a:pt x="1265163" y="11407"/>
                  <a:pt x="1265674" y="10455"/>
                  <a:pt x="1266345" y="9634"/>
                </a:cubicBezTo>
                <a:cubicBezTo>
                  <a:pt x="1267017" y="8813"/>
                  <a:pt x="1267841" y="8162"/>
                  <a:pt x="1268816" y="7680"/>
                </a:cubicBezTo>
                <a:cubicBezTo>
                  <a:pt x="1269792" y="7197"/>
                  <a:pt x="1270900" y="6956"/>
                  <a:pt x="1272140" y="6956"/>
                </a:cubicBezTo>
                <a:cubicBezTo>
                  <a:pt x="1273345" y="6956"/>
                  <a:pt x="1274412" y="7146"/>
                  <a:pt x="1275342" y="7525"/>
                </a:cubicBezTo>
                <a:cubicBezTo>
                  <a:pt x="1276272" y="7903"/>
                  <a:pt x="1277055" y="8440"/>
                  <a:pt x="1277693" y="9134"/>
                </a:cubicBezTo>
                <a:cubicBezTo>
                  <a:pt x="1278330" y="9829"/>
                  <a:pt x="1278812" y="10673"/>
                  <a:pt x="1279139" y="11666"/>
                </a:cubicBezTo>
                <a:cubicBezTo>
                  <a:pt x="1279466" y="12659"/>
                  <a:pt x="1279630" y="13769"/>
                  <a:pt x="1279630" y="14997"/>
                </a:cubicBezTo>
                <a:moveTo>
                  <a:pt x="1276513" y="14567"/>
                </a:moveTo>
                <a:cubicBezTo>
                  <a:pt x="1276547" y="13798"/>
                  <a:pt x="1276473" y="13095"/>
                  <a:pt x="1276289" y="12458"/>
                </a:cubicBezTo>
                <a:cubicBezTo>
                  <a:pt x="1276106" y="11821"/>
                  <a:pt x="1275821" y="11272"/>
                  <a:pt x="1275437" y="10813"/>
                </a:cubicBezTo>
                <a:cubicBezTo>
                  <a:pt x="1275052" y="10354"/>
                  <a:pt x="1274573" y="9995"/>
                  <a:pt x="1273999" y="9737"/>
                </a:cubicBezTo>
                <a:cubicBezTo>
                  <a:pt x="1273425" y="9479"/>
                  <a:pt x="1272759" y="9350"/>
                  <a:pt x="1272002" y="9350"/>
                </a:cubicBezTo>
                <a:cubicBezTo>
                  <a:pt x="1271347" y="9350"/>
                  <a:pt x="1270751" y="9476"/>
                  <a:pt x="1270211" y="9729"/>
                </a:cubicBezTo>
                <a:cubicBezTo>
                  <a:pt x="1269671" y="9981"/>
                  <a:pt x="1269207" y="10337"/>
                  <a:pt x="1268816" y="10796"/>
                </a:cubicBezTo>
                <a:cubicBezTo>
                  <a:pt x="1268426" y="11255"/>
                  <a:pt x="1268110" y="11806"/>
                  <a:pt x="1267869" y="12449"/>
                </a:cubicBezTo>
                <a:cubicBezTo>
                  <a:pt x="1267628" y="13092"/>
                  <a:pt x="1267479" y="13798"/>
                  <a:pt x="1267422" y="14567"/>
                </a:cubicBezTo>
                <a:lnTo>
                  <a:pt x="1276513" y="14567"/>
                </a:lnTo>
                <a:close/>
                <a:moveTo>
                  <a:pt x="1285411" y="7266"/>
                </a:moveTo>
                <a:lnTo>
                  <a:pt x="1288149" y="7266"/>
                </a:lnTo>
                <a:lnTo>
                  <a:pt x="1288235" y="10444"/>
                </a:lnTo>
                <a:cubicBezTo>
                  <a:pt x="1289257" y="9218"/>
                  <a:pt x="1290264" y="8331"/>
                  <a:pt x="1291257" y="7781"/>
                </a:cubicBezTo>
                <a:cubicBezTo>
                  <a:pt x="1292250" y="7231"/>
                  <a:pt x="1293252" y="6956"/>
                  <a:pt x="1294262" y="6956"/>
                </a:cubicBezTo>
                <a:cubicBezTo>
                  <a:pt x="1296053" y="6956"/>
                  <a:pt x="1297410" y="7535"/>
                  <a:pt x="1298334" y="8691"/>
                </a:cubicBezTo>
                <a:cubicBezTo>
                  <a:pt x="1299258" y="9848"/>
                  <a:pt x="1299686" y="11565"/>
                  <a:pt x="1299617" y="13844"/>
                </a:cubicBezTo>
                <a:lnTo>
                  <a:pt x="1296586" y="13844"/>
                </a:lnTo>
                <a:cubicBezTo>
                  <a:pt x="1296621" y="12335"/>
                  <a:pt x="1296400" y="11240"/>
                  <a:pt x="1295923" y="10560"/>
                </a:cubicBezTo>
                <a:cubicBezTo>
                  <a:pt x="1295447" y="9879"/>
                  <a:pt x="1294750" y="9539"/>
                  <a:pt x="1293831" y="9539"/>
                </a:cubicBezTo>
                <a:cubicBezTo>
                  <a:pt x="1293430" y="9539"/>
                  <a:pt x="1293025" y="9611"/>
                  <a:pt x="1292617" y="9754"/>
                </a:cubicBezTo>
                <a:cubicBezTo>
                  <a:pt x="1292210" y="9897"/>
                  <a:pt x="1291791" y="10125"/>
                  <a:pt x="1291360" y="10439"/>
                </a:cubicBezTo>
                <a:cubicBezTo>
                  <a:pt x="1290930" y="10754"/>
                  <a:pt x="1290474" y="11157"/>
                  <a:pt x="1289992" y="11648"/>
                </a:cubicBezTo>
                <a:cubicBezTo>
                  <a:pt x="1289509" y="12140"/>
                  <a:pt x="1288993" y="12734"/>
                  <a:pt x="1288442" y="13432"/>
                </a:cubicBezTo>
                <a:lnTo>
                  <a:pt x="1288442" y="24554"/>
                </a:lnTo>
                <a:lnTo>
                  <a:pt x="1285411" y="24554"/>
                </a:lnTo>
                <a:lnTo>
                  <a:pt x="1285411" y="7266"/>
                </a:lnTo>
                <a:close/>
                <a:moveTo>
                  <a:pt x="1315651" y="16564"/>
                </a:moveTo>
                <a:lnTo>
                  <a:pt x="1305354" y="16564"/>
                </a:lnTo>
                <a:lnTo>
                  <a:pt x="1305354" y="13740"/>
                </a:lnTo>
                <a:lnTo>
                  <a:pt x="1315651" y="13740"/>
                </a:lnTo>
                <a:lnTo>
                  <a:pt x="1315651" y="16564"/>
                </a:lnTo>
                <a:close/>
              </a:path>
            </a:pathLst>
          </a:custGeom>
          <a:solidFill xmlns:a="http://schemas.openxmlformats.org/drawingml/2006/main">
            <a:srgbClr val="569C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Text select/cascader-select.jsx">
            <a:extLst xmlns:a="http://schemas.openxmlformats.org/drawingml/2006/main">
              <a:ext uri="{FF2B5EF4-FFF2-40B4-BE49-F238E27FC236}">
                <a16:creationId xmlns:a16="http://schemas.microsoft.com/office/drawing/2014/main" id="{7D4C5C3C-7137-4CBA-A3A9-9333D1FC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929" y="8599254"/>
            <a:ext cx="501418" cy="31786"/>
          </a:xfrm>
          <a:custGeom xmlns:a="http://schemas.openxmlformats.org/drawingml/2006/main">
            <a:pathLst>
              <a:path w="501418" h="31786">
                <a:moveTo>
                  <a:pt x="13310" y="19836"/>
                </a:moveTo>
                <a:cubicBezTo>
                  <a:pt x="13310" y="20444"/>
                  <a:pt x="13207" y="20990"/>
                  <a:pt x="13000" y="21472"/>
                </a:cubicBezTo>
                <a:cubicBezTo>
                  <a:pt x="12793" y="21954"/>
                  <a:pt x="12512" y="22381"/>
                  <a:pt x="12156" y="22754"/>
                </a:cubicBezTo>
                <a:cubicBezTo>
                  <a:pt x="11801" y="23127"/>
                  <a:pt x="11387" y="23446"/>
                  <a:pt x="10917" y="23710"/>
                </a:cubicBezTo>
                <a:cubicBezTo>
                  <a:pt x="10446" y="23974"/>
                  <a:pt x="9944" y="24192"/>
                  <a:pt x="9410" y="24364"/>
                </a:cubicBezTo>
                <a:cubicBezTo>
                  <a:pt x="8876" y="24537"/>
                  <a:pt x="8328" y="24663"/>
                  <a:pt x="7766" y="24743"/>
                </a:cubicBezTo>
                <a:cubicBezTo>
                  <a:pt x="7203" y="24824"/>
                  <a:pt x="6652" y="24864"/>
                  <a:pt x="6113" y="24864"/>
                </a:cubicBezTo>
                <a:cubicBezTo>
                  <a:pt x="4942" y="24864"/>
                  <a:pt x="3866" y="24812"/>
                  <a:pt x="2884" y="24709"/>
                </a:cubicBezTo>
                <a:cubicBezTo>
                  <a:pt x="1903" y="24605"/>
                  <a:pt x="941" y="24439"/>
                  <a:pt x="0" y="24209"/>
                </a:cubicBezTo>
                <a:lnTo>
                  <a:pt x="0" y="21454"/>
                </a:lnTo>
                <a:cubicBezTo>
                  <a:pt x="1010" y="21741"/>
                  <a:pt x="2015" y="21960"/>
                  <a:pt x="3013" y="22109"/>
                </a:cubicBezTo>
                <a:cubicBezTo>
                  <a:pt x="4012" y="22258"/>
                  <a:pt x="5005" y="22333"/>
                  <a:pt x="5992" y="22333"/>
                </a:cubicBezTo>
                <a:cubicBezTo>
                  <a:pt x="7427" y="22333"/>
                  <a:pt x="8489" y="22137"/>
                  <a:pt x="9178" y="21747"/>
                </a:cubicBezTo>
                <a:cubicBezTo>
                  <a:pt x="9866" y="21357"/>
                  <a:pt x="10211" y="20800"/>
                  <a:pt x="10211" y="20077"/>
                </a:cubicBezTo>
                <a:cubicBezTo>
                  <a:pt x="10211" y="19767"/>
                  <a:pt x="10156" y="19489"/>
                  <a:pt x="10047" y="19242"/>
                </a:cubicBezTo>
                <a:cubicBezTo>
                  <a:pt x="9938" y="18995"/>
                  <a:pt x="9740" y="18760"/>
                  <a:pt x="9453" y="18536"/>
                </a:cubicBezTo>
                <a:cubicBezTo>
                  <a:pt x="9166" y="18312"/>
                  <a:pt x="8721" y="18080"/>
                  <a:pt x="8119" y="17839"/>
                </a:cubicBezTo>
                <a:cubicBezTo>
                  <a:pt x="7516" y="17597"/>
                  <a:pt x="6692" y="17322"/>
                  <a:pt x="5648" y="17012"/>
                </a:cubicBezTo>
                <a:cubicBezTo>
                  <a:pt x="4867" y="16782"/>
                  <a:pt x="4147" y="16521"/>
                  <a:pt x="3487" y="16229"/>
                </a:cubicBezTo>
                <a:cubicBezTo>
                  <a:pt x="2827" y="15936"/>
                  <a:pt x="2256" y="15589"/>
                  <a:pt x="1774" y="15187"/>
                </a:cubicBezTo>
                <a:cubicBezTo>
                  <a:pt x="1291" y="14785"/>
                  <a:pt x="913" y="14314"/>
                  <a:pt x="637" y="13775"/>
                </a:cubicBezTo>
                <a:cubicBezTo>
                  <a:pt x="362" y="13235"/>
                  <a:pt x="224" y="12598"/>
                  <a:pt x="224" y="11864"/>
                </a:cubicBezTo>
                <a:cubicBezTo>
                  <a:pt x="224" y="11382"/>
                  <a:pt x="336" y="10853"/>
                  <a:pt x="560" y="10280"/>
                </a:cubicBezTo>
                <a:cubicBezTo>
                  <a:pt x="783" y="9706"/>
                  <a:pt x="1165" y="9172"/>
                  <a:pt x="1705" y="8678"/>
                </a:cubicBezTo>
                <a:cubicBezTo>
                  <a:pt x="2244" y="8185"/>
                  <a:pt x="2973" y="7774"/>
                  <a:pt x="3891" y="7447"/>
                </a:cubicBezTo>
                <a:cubicBezTo>
                  <a:pt x="4810" y="7120"/>
                  <a:pt x="5958" y="6956"/>
                  <a:pt x="7335" y="6956"/>
                </a:cubicBezTo>
                <a:cubicBezTo>
                  <a:pt x="8012" y="6956"/>
                  <a:pt x="8764" y="6994"/>
                  <a:pt x="9591" y="7068"/>
                </a:cubicBezTo>
                <a:cubicBezTo>
                  <a:pt x="10417" y="7143"/>
                  <a:pt x="11278" y="7272"/>
                  <a:pt x="12174" y="7456"/>
                </a:cubicBezTo>
                <a:lnTo>
                  <a:pt x="12174" y="10125"/>
                </a:lnTo>
                <a:cubicBezTo>
                  <a:pt x="11232" y="9895"/>
                  <a:pt x="10340" y="9726"/>
                  <a:pt x="9496" y="9617"/>
                </a:cubicBezTo>
                <a:cubicBezTo>
                  <a:pt x="8652" y="9508"/>
                  <a:pt x="7921" y="9453"/>
                  <a:pt x="7301" y="9453"/>
                </a:cubicBezTo>
                <a:cubicBezTo>
                  <a:pt x="6555" y="9453"/>
                  <a:pt x="5926" y="9510"/>
                  <a:pt x="5415" y="9625"/>
                </a:cubicBezTo>
                <a:cubicBezTo>
                  <a:pt x="4904" y="9740"/>
                  <a:pt x="4491" y="9898"/>
                  <a:pt x="4176" y="10099"/>
                </a:cubicBezTo>
                <a:cubicBezTo>
                  <a:pt x="3860" y="10300"/>
                  <a:pt x="3633" y="10535"/>
                  <a:pt x="3495" y="10805"/>
                </a:cubicBezTo>
                <a:cubicBezTo>
                  <a:pt x="3358" y="11074"/>
                  <a:pt x="3289" y="11364"/>
                  <a:pt x="3289" y="11674"/>
                </a:cubicBezTo>
                <a:cubicBezTo>
                  <a:pt x="3289" y="11984"/>
                  <a:pt x="3349" y="12265"/>
                  <a:pt x="3470" y="12518"/>
                </a:cubicBezTo>
                <a:cubicBezTo>
                  <a:pt x="3590" y="12770"/>
                  <a:pt x="3814" y="13014"/>
                  <a:pt x="4141" y="13250"/>
                </a:cubicBezTo>
                <a:cubicBezTo>
                  <a:pt x="4468" y="13485"/>
                  <a:pt x="4925" y="13720"/>
                  <a:pt x="5510" y="13956"/>
                </a:cubicBezTo>
                <a:cubicBezTo>
                  <a:pt x="6095" y="14191"/>
                  <a:pt x="6859" y="14446"/>
                  <a:pt x="7800" y="14722"/>
                </a:cubicBezTo>
                <a:cubicBezTo>
                  <a:pt x="8822" y="15020"/>
                  <a:pt x="9683" y="15333"/>
                  <a:pt x="10383" y="15660"/>
                </a:cubicBezTo>
                <a:cubicBezTo>
                  <a:pt x="11083" y="15988"/>
                  <a:pt x="11651" y="16352"/>
                  <a:pt x="12087" y="16754"/>
                </a:cubicBezTo>
                <a:cubicBezTo>
                  <a:pt x="12524" y="17156"/>
                  <a:pt x="12836" y="17609"/>
                  <a:pt x="13026" y="18114"/>
                </a:cubicBezTo>
                <a:cubicBezTo>
                  <a:pt x="13215" y="18619"/>
                  <a:pt x="13310" y="19193"/>
                  <a:pt x="13310" y="19836"/>
                </a:cubicBezTo>
                <a:close/>
                <a:moveTo>
                  <a:pt x="33900" y="14997"/>
                </a:moveTo>
                <a:cubicBezTo>
                  <a:pt x="33900" y="15422"/>
                  <a:pt x="33894" y="15778"/>
                  <a:pt x="33882" y="16065"/>
                </a:cubicBezTo>
                <a:cubicBezTo>
                  <a:pt x="33871" y="16352"/>
                  <a:pt x="33854" y="16622"/>
                  <a:pt x="33831" y="16874"/>
                </a:cubicBezTo>
                <a:lnTo>
                  <a:pt x="21692" y="16874"/>
                </a:lnTo>
                <a:cubicBezTo>
                  <a:pt x="21692" y="18642"/>
                  <a:pt x="22185" y="19999"/>
                  <a:pt x="23172" y="20946"/>
                </a:cubicBezTo>
                <a:cubicBezTo>
                  <a:pt x="24160" y="21893"/>
                  <a:pt x="25583" y="22367"/>
                  <a:pt x="27443" y="22367"/>
                </a:cubicBezTo>
                <a:cubicBezTo>
                  <a:pt x="27948" y="22367"/>
                  <a:pt x="28453" y="22347"/>
                  <a:pt x="28958" y="22306"/>
                </a:cubicBezTo>
                <a:cubicBezTo>
                  <a:pt x="29463" y="22264"/>
                  <a:pt x="29951" y="22209"/>
                  <a:pt x="30422" y="22138"/>
                </a:cubicBezTo>
                <a:cubicBezTo>
                  <a:pt x="30892" y="22068"/>
                  <a:pt x="31343" y="21988"/>
                  <a:pt x="31773" y="21900"/>
                </a:cubicBezTo>
                <a:cubicBezTo>
                  <a:pt x="32204" y="21812"/>
                  <a:pt x="32603" y="21715"/>
                  <a:pt x="32970" y="21609"/>
                </a:cubicBezTo>
                <a:lnTo>
                  <a:pt x="32970" y="24072"/>
                </a:lnTo>
                <a:cubicBezTo>
                  <a:pt x="32155" y="24306"/>
                  <a:pt x="31234" y="24497"/>
                  <a:pt x="30206" y="24644"/>
                </a:cubicBezTo>
                <a:cubicBezTo>
                  <a:pt x="29179" y="24790"/>
                  <a:pt x="28114" y="24864"/>
                  <a:pt x="27012" y="24864"/>
                </a:cubicBezTo>
                <a:cubicBezTo>
                  <a:pt x="25531" y="24864"/>
                  <a:pt x="24257" y="24663"/>
                  <a:pt x="23190" y="24261"/>
                </a:cubicBezTo>
                <a:cubicBezTo>
                  <a:pt x="22122" y="23859"/>
                  <a:pt x="21247" y="23277"/>
                  <a:pt x="20564" y="22513"/>
                </a:cubicBezTo>
                <a:cubicBezTo>
                  <a:pt x="19881" y="21750"/>
                  <a:pt x="19376" y="20814"/>
                  <a:pt x="19049" y="19707"/>
                </a:cubicBezTo>
                <a:cubicBezTo>
                  <a:pt x="18721" y="18599"/>
                  <a:pt x="18558" y="17345"/>
                  <a:pt x="18558" y="15944"/>
                </a:cubicBezTo>
                <a:cubicBezTo>
                  <a:pt x="18558" y="14728"/>
                  <a:pt x="18733" y="13577"/>
                  <a:pt x="19083" y="12492"/>
                </a:cubicBezTo>
                <a:cubicBezTo>
                  <a:pt x="19433" y="11407"/>
                  <a:pt x="19944" y="10455"/>
                  <a:pt x="20616" y="9634"/>
                </a:cubicBezTo>
                <a:cubicBezTo>
                  <a:pt x="21287" y="8813"/>
                  <a:pt x="22111" y="8162"/>
                  <a:pt x="23086" y="7680"/>
                </a:cubicBezTo>
                <a:cubicBezTo>
                  <a:pt x="24062" y="7197"/>
                  <a:pt x="25170" y="6956"/>
                  <a:pt x="26410" y="6956"/>
                </a:cubicBezTo>
                <a:cubicBezTo>
                  <a:pt x="27615" y="6956"/>
                  <a:pt x="28682" y="7146"/>
                  <a:pt x="29612" y="7525"/>
                </a:cubicBezTo>
                <a:cubicBezTo>
                  <a:pt x="30542" y="7903"/>
                  <a:pt x="31325" y="8440"/>
                  <a:pt x="31963" y="9134"/>
                </a:cubicBezTo>
                <a:cubicBezTo>
                  <a:pt x="32600" y="9829"/>
                  <a:pt x="33082" y="10673"/>
                  <a:pt x="33409" y="11666"/>
                </a:cubicBezTo>
                <a:cubicBezTo>
                  <a:pt x="33736" y="12659"/>
                  <a:pt x="33900" y="13769"/>
                  <a:pt x="33900" y="14997"/>
                </a:cubicBezTo>
                <a:moveTo>
                  <a:pt x="30783" y="14567"/>
                </a:moveTo>
                <a:cubicBezTo>
                  <a:pt x="30818" y="13798"/>
                  <a:pt x="30743" y="13095"/>
                  <a:pt x="30559" y="12458"/>
                </a:cubicBezTo>
                <a:cubicBezTo>
                  <a:pt x="30376" y="11821"/>
                  <a:pt x="30091" y="11272"/>
                  <a:pt x="29707" y="10813"/>
                </a:cubicBezTo>
                <a:cubicBezTo>
                  <a:pt x="29322" y="10354"/>
                  <a:pt x="28843" y="9995"/>
                  <a:pt x="28269" y="9737"/>
                </a:cubicBezTo>
                <a:cubicBezTo>
                  <a:pt x="27695" y="9479"/>
                  <a:pt x="27029" y="9350"/>
                  <a:pt x="26272" y="9350"/>
                </a:cubicBezTo>
                <a:cubicBezTo>
                  <a:pt x="25618" y="9350"/>
                  <a:pt x="25021" y="9476"/>
                  <a:pt x="24481" y="9729"/>
                </a:cubicBezTo>
                <a:cubicBezTo>
                  <a:pt x="23942" y="9981"/>
                  <a:pt x="23477" y="10337"/>
                  <a:pt x="23086" y="10796"/>
                </a:cubicBezTo>
                <a:cubicBezTo>
                  <a:pt x="22696" y="11255"/>
                  <a:pt x="22380" y="11806"/>
                  <a:pt x="22139" y="12449"/>
                </a:cubicBezTo>
                <a:cubicBezTo>
                  <a:pt x="21898" y="13092"/>
                  <a:pt x="21749" y="13798"/>
                  <a:pt x="21692" y="14567"/>
                </a:cubicBezTo>
                <a:lnTo>
                  <a:pt x="30783" y="14567"/>
                </a:lnTo>
                <a:close/>
                <a:moveTo>
                  <a:pt x="44864" y="2669"/>
                </a:moveTo>
                <a:lnTo>
                  <a:pt x="39750" y="2669"/>
                </a:lnTo>
                <a:lnTo>
                  <a:pt x="39750" y="207"/>
                </a:lnTo>
                <a:lnTo>
                  <a:pt x="47895" y="207"/>
                </a:lnTo>
                <a:lnTo>
                  <a:pt x="47895" y="22057"/>
                </a:lnTo>
                <a:lnTo>
                  <a:pt x="53043" y="22057"/>
                </a:lnTo>
                <a:lnTo>
                  <a:pt x="53043" y="24554"/>
                </a:lnTo>
                <a:lnTo>
                  <a:pt x="39182" y="24554"/>
                </a:lnTo>
                <a:lnTo>
                  <a:pt x="39182" y="22057"/>
                </a:lnTo>
                <a:lnTo>
                  <a:pt x="44864" y="22057"/>
                </a:lnTo>
                <a:lnTo>
                  <a:pt x="44864" y="2669"/>
                </a:lnTo>
                <a:close/>
                <a:moveTo>
                  <a:pt x="73254" y="14997"/>
                </a:moveTo>
                <a:cubicBezTo>
                  <a:pt x="73254" y="15422"/>
                  <a:pt x="73249" y="15778"/>
                  <a:pt x="73237" y="16065"/>
                </a:cubicBezTo>
                <a:cubicBezTo>
                  <a:pt x="73226" y="16352"/>
                  <a:pt x="73208" y="16622"/>
                  <a:pt x="73185" y="16874"/>
                </a:cubicBezTo>
                <a:lnTo>
                  <a:pt x="61046" y="16874"/>
                </a:lnTo>
                <a:cubicBezTo>
                  <a:pt x="61046" y="18642"/>
                  <a:pt x="61540" y="19999"/>
                  <a:pt x="62527" y="20946"/>
                </a:cubicBezTo>
                <a:cubicBezTo>
                  <a:pt x="63514" y="21893"/>
                  <a:pt x="64938" y="22367"/>
                  <a:pt x="66797" y="22367"/>
                </a:cubicBezTo>
                <a:cubicBezTo>
                  <a:pt x="67302" y="22367"/>
                  <a:pt x="67807" y="22347"/>
                  <a:pt x="68313" y="22306"/>
                </a:cubicBezTo>
                <a:cubicBezTo>
                  <a:pt x="68818" y="22264"/>
                  <a:pt x="69305" y="22209"/>
                  <a:pt x="69776" y="22138"/>
                </a:cubicBezTo>
                <a:cubicBezTo>
                  <a:pt x="70247" y="22068"/>
                  <a:pt x="70697" y="21988"/>
                  <a:pt x="71128" y="21900"/>
                </a:cubicBezTo>
                <a:cubicBezTo>
                  <a:pt x="71558" y="21812"/>
                  <a:pt x="71957" y="21715"/>
                  <a:pt x="72324" y="21609"/>
                </a:cubicBezTo>
                <a:lnTo>
                  <a:pt x="72324" y="24072"/>
                </a:lnTo>
                <a:cubicBezTo>
                  <a:pt x="71509" y="24306"/>
                  <a:pt x="70588" y="24497"/>
                  <a:pt x="69561" y="24644"/>
                </a:cubicBezTo>
                <a:cubicBezTo>
                  <a:pt x="68533" y="24790"/>
                  <a:pt x="67469" y="24864"/>
                  <a:pt x="66367" y="24864"/>
                </a:cubicBezTo>
                <a:cubicBezTo>
                  <a:pt x="64886" y="24864"/>
                  <a:pt x="63612" y="24663"/>
                  <a:pt x="62544" y="24261"/>
                </a:cubicBezTo>
                <a:cubicBezTo>
                  <a:pt x="61477" y="23859"/>
                  <a:pt x="60601" y="23277"/>
                  <a:pt x="59918" y="22513"/>
                </a:cubicBezTo>
                <a:cubicBezTo>
                  <a:pt x="59235" y="21750"/>
                  <a:pt x="58730" y="20814"/>
                  <a:pt x="58403" y="19707"/>
                </a:cubicBezTo>
                <a:cubicBezTo>
                  <a:pt x="58076" y="18599"/>
                  <a:pt x="57912" y="17345"/>
                  <a:pt x="57912" y="15944"/>
                </a:cubicBezTo>
                <a:cubicBezTo>
                  <a:pt x="57912" y="14728"/>
                  <a:pt x="58088" y="13577"/>
                  <a:pt x="58438" y="12492"/>
                </a:cubicBezTo>
                <a:cubicBezTo>
                  <a:pt x="58788" y="11407"/>
                  <a:pt x="59299" y="10455"/>
                  <a:pt x="59970" y="9634"/>
                </a:cubicBezTo>
                <a:cubicBezTo>
                  <a:pt x="60642" y="8813"/>
                  <a:pt x="61465" y="8162"/>
                  <a:pt x="62441" y="7680"/>
                </a:cubicBezTo>
                <a:cubicBezTo>
                  <a:pt x="63417" y="7197"/>
                  <a:pt x="64524" y="6956"/>
                  <a:pt x="65764" y="6956"/>
                </a:cubicBezTo>
                <a:cubicBezTo>
                  <a:pt x="66969" y="6956"/>
                  <a:pt x="68037" y="7146"/>
                  <a:pt x="68967" y="7525"/>
                </a:cubicBezTo>
                <a:cubicBezTo>
                  <a:pt x="69897" y="7903"/>
                  <a:pt x="70680" y="8440"/>
                  <a:pt x="71317" y="9134"/>
                </a:cubicBezTo>
                <a:cubicBezTo>
                  <a:pt x="71954" y="9829"/>
                  <a:pt x="72436" y="10673"/>
                  <a:pt x="72764" y="11666"/>
                </a:cubicBezTo>
                <a:cubicBezTo>
                  <a:pt x="73091" y="12659"/>
                  <a:pt x="73254" y="13769"/>
                  <a:pt x="73254" y="14997"/>
                </a:cubicBezTo>
                <a:moveTo>
                  <a:pt x="70138" y="14567"/>
                </a:moveTo>
                <a:cubicBezTo>
                  <a:pt x="70172" y="13798"/>
                  <a:pt x="70098" y="13095"/>
                  <a:pt x="69914" y="12458"/>
                </a:cubicBezTo>
                <a:cubicBezTo>
                  <a:pt x="69730" y="11821"/>
                  <a:pt x="69446" y="11272"/>
                  <a:pt x="69062" y="10813"/>
                </a:cubicBezTo>
                <a:cubicBezTo>
                  <a:pt x="68677" y="10354"/>
                  <a:pt x="68198" y="9995"/>
                  <a:pt x="67624" y="9737"/>
                </a:cubicBezTo>
                <a:cubicBezTo>
                  <a:pt x="67050" y="9479"/>
                  <a:pt x="66384" y="9350"/>
                  <a:pt x="65626" y="9350"/>
                </a:cubicBezTo>
                <a:cubicBezTo>
                  <a:pt x="64972" y="9350"/>
                  <a:pt x="64375" y="9476"/>
                  <a:pt x="63836" y="9729"/>
                </a:cubicBezTo>
                <a:cubicBezTo>
                  <a:pt x="63296" y="9981"/>
                  <a:pt x="62831" y="10337"/>
                  <a:pt x="62441" y="10796"/>
                </a:cubicBezTo>
                <a:cubicBezTo>
                  <a:pt x="62051" y="11255"/>
                  <a:pt x="61735" y="11806"/>
                  <a:pt x="61494" y="12449"/>
                </a:cubicBezTo>
                <a:cubicBezTo>
                  <a:pt x="61253" y="13092"/>
                  <a:pt x="61104" y="13798"/>
                  <a:pt x="61046" y="14567"/>
                </a:cubicBezTo>
                <a:lnTo>
                  <a:pt x="70138" y="14567"/>
                </a:lnTo>
                <a:close/>
                <a:moveTo>
                  <a:pt x="91760" y="23917"/>
                </a:moveTo>
                <a:cubicBezTo>
                  <a:pt x="90980" y="24215"/>
                  <a:pt x="90179" y="24436"/>
                  <a:pt x="89358" y="24580"/>
                </a:cubicBezTo>
                <a:cubicBezTo>
                  <a:pt x="88538" y="24723"/>
                  <a:pt x="87691" y="24795"/>
                  <a:pt x="86819" y="24795"/>
                </a:cubicBezTo>
                <a:cubicBezTo>
                  <a:pt x="84087" y="24795"/>
                  <a:pt x="81983" y="24054"/>
                  <a:pt x="80508" y="22574"/>
                </a:cubicBezTo>
                <a:cubicBezTo>
                  <a:pt x="79033" y="21093"/>
                  <a:pt x="78296" y="18929"/>
                  <a:pt x="78296" y="16082"/>
                </a:cubicBezTo>
                <a:cubicBezTo>
                  <a:pt x="78296" y="14716"/>
                  <a:pt x="78508" y="13476"/>
                  <a:pt x="78933" y="12363"/>
                </a:cubicBezTo>
                <a:cubicBezTo>
                  <a:pt x="79357" y="11250"/>
                  <a:pt x="79954" y="10297"/>
                  <a:pt x="80723" y="9505"/>
                </a:cubicBezTo>
                <a:cubicBezTo>
                  <a:pt x="81492" y="8713"/>
                  <a:pt x="82411" y="8101"/>
                  <a:pt x="83478" y="7671"/>
                </a:cubicBezTo>
                <a:cubicBezTo>
                  <a:pt x="84546" y="7240"/>
                  <a:pt x="85722" y="7025"/>
                  <a:pt x="87008" y="7025"/>
                </a:cubicBezTo>
                <a:cubicBezTo>
                  <a:pt x="87904" y="7025"/>
                  <a:pt x="88741" y="7090"/>
                  <a:pt x="89522" y="7219"/>
                </a:cubicBezTo>
                <a:cubicBezTo>
                  <a:pt x="90303" y="7348"/>
                  <a:pt x="91049" y="7559"/>
                  <a:pt x="91760" y="7852"/>
                </a:cubicBezTo>
                <a:lnTo>
                  <a:pt x="91760" y="10710"/>
                </a:lnTo>
                <a:cubicBezTo>
                  <a:pt x="91014" y="10314"/>
                  <a:pt x="90254" y="10025"/>
                  <a:pt x="89479" y="9845"/>
                </a:cubicBezTo>
                <a:cubicBezTo>
                  <a:pt x="88704" y="9664"/>
                  <a:pt x="87904" y="9574"/>
                  <a:pt x="87077" y="9574"/>
                </a:cubicBezTo>
                <a:cubicBezTo>
                  <a:pt x="86308" y="9574"/>
                  <a:pt x="85582" y="9720"/>
                  <a:pt x="84899" y="10013"/>
                </a:cubicBezTo>
                <a:cubicBezTo>
                  <a:pt x="84216" y="10305"/>
                  <a:pt x="83616" y="10727"/>
                  <a:pt x="83100" y="11278"/>
                </a:cubicBezTo>
                <a:cubicBezTo>
                  <a:pt x="82583" y="11829"/>
                  <a:pt x="82175" y="12501"/>
                  <a:pt x="81877" y="13293"/>
                </a:cubicBezTo>
                <a:cubicBezTo>
                  <a:pt x="81579" y="14085"/>
                  <a:pt x="81429" y="14980"/>
                  <a:pt x="81429" y="15979"/>
                </a:cubicBezTo>
                <a:cubicBezTo>
                  <a:pt x="81429" y="18068"/>
                  <a:pt x="81937" y="19632"/>
                  <a:pt x="82953" y="20671"/>
                </a:cubicBezTo>
                <a:cubicBezTo>
                  <a:pt x="83969" y="21710"/>
                  <a:pt x="85378" y="22229"/>
                  <a:pt x="87180" y="22229"/>
                </a:cubicBezTo>
                <a:cubicBezTo>
                  <a:pt x="87995" y="22229"/>
                  <a:pt x="88785" y="22137"/>
                  <a:pt x="89548" y="21954"/>
                </a:cubicBezTo>
                <a:cubicBezTo>
                  <a:pt x="90311" y="21770"/>
                  <a:pt x="91049" y="21495"/>
                  <a:pt x="91760" y="21127"/>
                </a:cubicBezTo>
                <a:lnTo>
                  <a:pt x="91760" y="23917"/>
                </a:lnTo>
                <a:close/>
                <a:moveTo>
                  <a:pt x="110914" y="24295"/>
                </a:moveTo>
                <a:cubicBezTo>
                  <a:pt x="110237" y="24474"/>
                  <a:pt x="109537" y="24601"/>
                  <a:pt x="108814" y="24679"/>
                </a:cubicBezTo>
                <a:cubicBezTo>
                  <a:pt x="108090" y="24756"/>
                  <a:pt x="107356" y="24795"/>
                  <a:pt x="106610" y="24795"/>
                </a:cubicBezTo>
                <a:cubicBezTo>
                  <a:pt x="104440" y="24795"/>
                  <a:pt x="102822" y="24304"/>
                  <a:pt x="101754" y="23323"/>
                </a:cubicBezTo>
                <a:cubicBezTo>
                  <a:pt x="100686" y="22341"/>
                  <a:pt x="100153" y="20835"/>
                  <a:pt x="100153" y="18803"/>
                </a:cubicBezTo>
                <a:lnTo>
                  <a:pt x="100153" y="9780"/>
                </a:lnTo>
                <a:lnTo>
                  <a:pt x="95314" y="9780"/>
                </a:lnTo>
                <a:lnTo>
                  <a:pt x="95314" y="7266"/>
                </a:lnTo>
                <a:lnTo>
                  <a:pt x="100153" y="7266"/>
                </a:lnTo>
                <a:lnTo>
                  <a:pt x="100153" y="2499"/>
                </a:lnTo>
                <a:lnTo>
                  <a:pt x="103149" y="1722"/>
                </a:lnTo>
                <a:lnTo>
                  <a:pt x="103149" y="7266"/>
                </a:lnTo>
                <a:lnTo>
                  <a:pt x="110914" y="7266"/>
                </a:lnTo>
                <a:lnTo>
                  <a:pt x="110914" y="9780"/>
                </a:lnTo>
                <a:lnTo>
                  <a:pt x="103149" y="9780"/>
                </a:lnTo>
                <a:lnTo>
                  <a:pt x="103149" y="18562"/>
                </a:lnTo>
                <a:cubicBezTo>
                  <a:pt x="103149" y="19801"/>
                  <a:pt x="103479" y="20728"/>
                  <a:pt x="104139" y="21343"/>
                </a:cubicBezTo>
                <a:cubicBezTo>
                  <a:pt x="104799" y="21957"/>
                  <a:pt x="105772" y="22264"/>
                  <a:pt x="107057" y="22264"/>
                </a:cubicBezTo>
                <a:cubicBezTo>
                  <a:pt x="107608" y="22264"/>
                  <a:pt x="108211" y="22219"/>
                  <a:pt x="108865" y="22131"/>
                </a:cubicBezTo>
                <a:cubicBezTo>
                  <a:pt x="109520" y="22042"/>
                  <a:pt x="110203" y="21902"/>
                  <a:pt x="110914" y="21713"/>
                </a:cubicBezTo>
                <a:lnTo>
                  <a:pt x="110914" y="24295"/>
                </a:lnTo>
                <a:close/>
                <a:moveTo>
                  <a:pt x="130557" y="207"/>
                </a:moveTo>
                <a:lnTo>
                  <a:pt x="118745" y="28273"/>
                </a:lnTo>
                <a:lnTo>
                  <a:pt x="115887" y="28273"/>
                </a:lnTo>
                <a:lnTo>
                  <a:pt x="127699" y="207"/>
                </a:lnTo>
                <a:lnTo>
                  <a:pt x="130557" y="207"/>
                </a:lnTo>
                <a:close/>
                <a:moveTo>
                  <a:pt x="149958" y="23917"/>
                </a:moveTo>
                <a:cubicBezTo>
                  <a:pt x="149178" y="24215"/>
                  <a:pt x="148377" y="24436"/>
                  <a:pt x="147556" y="24580"/>
                </a:cubicBezTo>
                <a:cubicBezTo>
                  <a:pt x="146736" y="24723"/>
                  <a:pt x="145889" y="24795"/>
                  <a:pt x="145017" y="24795"/>
                </a:cubicBezTo>
                <a:cubicBezTo>
                  <a:pt x="142285" y="24795"/>
                  <a:pt x="140181" y="24054"/>
                  <a:pt x="138706" y="22574"/>
                </a:cubicBezTo>
                <a:cubicBezTo>
                  <a:pt x="137231" y="21093"/>
                  <a:pt x="136493" y="18929"/>
                  <a:pt x="136493" y="16082"/>
                </a:cubicBezTo>
                <a:cubicBezTo>
                  <a:pt x="136493" y="14716"/>
                  <a:pt x="136706" y="13476"/>
                  <a:pt x="137130" y="12363"/>
                </a:cubicBezTo>
                <a:cubicBezTo>
                  <a:pt x="137555" y="11250"/>
                  <a:pt x="138152" y="10297"/>
                  <a:pt x="138921" y="9505"/>
                </a:cubicBezTo>
                <a:cubicBezTo>
                  <a:pt x="139690" y="8713"/>
                  <a:pt x="140609" y="8101"/>
                  <a:pt x="141676" y="7671"/>
                </a:cubicBezTo>
                <a:cubicBezTo>
                  <a:pt x="142744" y="7240"/>
                  <a:pt x="143920" y="7025"/>
                  <a:pt x="145206" y="7025"/>
                </a:cubicBezTo>
                <a:cubicBezTo>
                  <a:pt x="146101" y="7025"/>
                  <a:pt x="146939" y="7090"/>
                  <a:pt x="147720" y="7219"/>
                </a:cubicBezTo>
                <a:cubicBezTo>
                  <a:pt x="148500" y="7348"/>
                  <a:pt x="149247" y="7559"/>
                  <a:pt x="149958" y="7852"/>
                </a:cubicBezTo>
                <a:lnTo>
                  <a:pt x="149958" y="10710"/>
                </a:lnTo>
                <a:cubicBezTo>
                  <a:pt x="149212" y="10314"/>
                  <a:pt x="148452" y="10025"/>
                  <a:pt x="147677" y="9845"/>
                </a:cubicBezTo>
                <a:cubicBezTo>
                  <a:pt x="146902" y="9664"/>
                  <a:pt x="146101" y="9574"/>
                  <a:pt x="145275" y="9574"/>
                </a:cubicBezTo>
                <a:cubicBezTo>
                  <a:pt x="144506" y="9574"/>
                  <a:pt x="143780" y="9720"/>
                  <a:pt x="143097" y="10013"/>
                </a:cubicBezTo>
                <a:cubicBezTo>
                  <a:pt x="142414" y="10305"/>
                  <a:pt x="141814" y="10727"/>
                  <a:pt x="141297" y="11278"/>
                </a:cubicBezTo>
                <a:cubicBezTo>
                  <a:pt x="140781" y="11829"/>
                  <a:pt x="140373" y="12501"/>
                  <a:pt x="140075" y="13293"/>
                </a:cubicBezTo>
                <a:cubicBezTo>
                  <a:pt x="139776" y="14085"/>
                  <a:pt x="139627" y="14980"/>
                  <a:pt x="139627" y="15979"/>
                </a:cubicBezTo>
                <a:cubicBezTo>
                  <a:pt x="139627" y="18068"/>
                  <a:pt x="140135" y="19632"/>
                  <a:pt x="141151" y="20671"/>
                </a:cubicBezTo>
                <a:cubicBezTo>
                  <a:pt x="142167" y="21710"/>
                  <a:pt x="143576" y="22229"/>
                  <a:pt x="145378" y="22229"/>
                </a:cubicBezTo>
                <a:cubicBezTo>
                  <a:pt x="146193" y="22229"/>
                  <a:pt x="146982" y="22137"/>
                  <a:pt x="147746" y="21954"/>
                </a:cubicBezTo>
                <a:cubicBezTo>
                  <a:pt x="148509" y="21770"/>
                  <a:pt x="149247" y="21495"/>
                  <a:pt x="149958" y="21127"/>
                </a:cubicBezTo>
                <a:lnTo>
                  <a:pt x="149958" y="23917"/>
                </a:lnTo>
                <a:close/>
                <a:moveTo>
                  <a:pt x="167311" y="24554"/>
                </a:moveTo>
                <a:lnTo>
                  <a:pt x="167242" y="22224"/>
                </a:lnTo>
                <a:cubicBezTo>
                  <a:pt x="166301" y="23156"/>
                  <a:pt x="165345" y="23829"/>
                  <a:pt x="164375" y="24243"/>
                </a:cubicBezTo>
                <a:cubicBezTo>
                  <a:pt x="163405" y="24657"/>
                  <a:pt x="162386" y="24864"/>
                  <a:pt x="161319" y="24864"/>
                </a:cubicBezTo>
                <a:cubicBezTo>
                  <a:pt x="160332" y="24864"/>
                  <a:pt x="159488" y="24737"/>
                  <a:pt x="158788" y="24484"/>
                </a:cubicBezTo>
                <a:cubicBezTo>
                  <a:pt x="158087" y="24231"/>
                  <a:pt x="157511" y="23884"/>
                  <a:pt x="157057" y="23441"/>
                </a:cubicBezTo>
                <a:cubicBezTo>
                  <a:pt x="156604" y="22998"/>
                  <a:pt x="156271" y="22478"/>
                  <a:pt x="156058" y="21880"/>
                </a:cubicBezTo>
                <a:cubicBezTo>
                  <a:pt x="155846" y="21282"/>
                  <a:pt x="155740" y="20632"/>
                  <a:pt x="155740" y="19931"/>
                </a:cubicBezTo>
                <a:cubicBezTo>
                  <a:pt x="155740" y="18195"/>
                  <a:pt x="156386" y="16835"/>
                  <a:pt x="157677" y="15852"/>
                </a:cubicBezTo>
                <a:cubicBezTo>
                  <a:pt x="158968" y="14869"/>
                  <a:pt x="160877" y="14378"/>
                  <a:pt x="163402" y="14378"/>
                </a:cubicBezTo>
                <a:lnTo>
                  <a:pt x="166984" y="14378"/>
                </a:lnTo>
                <a:lnTo>
                  <a:pt x="166984" y="12868"/>
                </a:lnTo>
                <a:cubicBezTo>
                  <a:pt x="166984" y="11850"/>
                  <a:pt x="166657" y="11035"/>
                  <a:pt x="166002" y="10423"/>
                </a:cubicBezTo>
                <a:cubicBezTo>
                  <a:pt x="165348" y="9811"/>
                  <a:pt x="164349" y="9505"/>
                  <a:pt x="163006" y="9505"/>
                </a:cubicBezTo>
                <a:cubicBezTo>
                  <a:pt x="162030" y="9505"/>
                  <a:pt x="161069" y="9615"/>
                  <a:pt x="160122" y="9837"/>
                </a:cubicBezTo>
                <a:cubicBezTo>
                  <a:pt x="159175" y="10058"/>
                  <a:pt x="158196" y="10372"/>
                  <a:pt x="157186" y="10779"/>
                </a:cubicBezTo>
                <a:lnTo>
                  <a:pt x="157186" y="8076"/>
                </a:lnTo>
                <a:cubicBezTo>
                  <a:pt x="157565" y="7936"/>
                  <a:pt x="157987" y="7799"/>
                  <a:pt x="158452" y="7664"/>
                </a:cubicBezTo>
                <a:cubicBezTo>
                  <a:pt x="158917" y="7530"/>
                  <a:pt x="159407" y="7411"/>
                  <a:pt x="159924" y="7306"/>
                </a:cubicBezTo>
                <a:cubicBezTo>
                  <a:pt x="160441" y="7201"/>
                  <a:pt x="160980" y="7116"/>
                  <a:pt x="161543" y="7053"/>
                </a:cubicBezTo>
                <a:cubicBezTo>
                  <a:pt x="162105" y="6988"/>
                  <a:pt x="162673" y="6956"/>
                  <a:pt x="163247" y="6956"/>
                </a:cubicBezTo>
                <a:cubicBezTo>
                  <a:pt x="164292" y="6956"/>
                  <a:pt x="165233" y="7071"/>
                  <a:pt x="166071" y="7301"/>
                </a:cubicBezTo>
                <a:cubicBezTo>
                  <a:pt x="166909" y="7530"/>
                  <a:pt x="167618" y="7880"/>
                  <a:pt x="168198" y="8351"/>
                </a:cubicBezTo>
                <a:cubicBezTo>
                  <a:pt x="168777" y="8822"/>
                  <a:pt x="169222" y="9413"/>
                  <a:pt x="169532" y="10125"/>
                </a:cubicBezTo>
                <a:cubicBezTo>
                  <a:pt x="169842" y="10836"/>
                  <a:pt x="169997" y="11674"/>
                  <a:pt x="169997" y="12638"/>
                </a:cubicBezTo>
                <a:lnTo>
                  <a:pt x="169997" y="24554"/>
                </a:lnTo>
                <a:lnTo>
                  <a:pt x="167311" y="24554"/>
                </a:lnTo>
                <a:moveTo>
                  <a:pt x="166984" y="16668"/>
                </a:moveTo>
                <a:lnTo>
                  <a:pt x="163178" y="16668"/>
                </a:lnTo>
                <a:cubicBezTo>
                  <a:pt x="162432" y="16668"/>
                  <a:pt x="161789" y="16743"/>
                  <a:pt x="161250" y="16893"/>
                </a:cubicBezTo>
                <a:cubicBezTo>
                  <a:pt x="160710" y="17042"/>
                  <a:pt x="160268" y="17255"/>
                  <a:pt x="159924" y="17531"/>
                </a:cubicBezTo>
                <a:cubicBezTo>
                  <a:pt x="159580" y="17807"/>
                  <a:pt x="159324" y="18139"/>
                  <a:pt x="159158" y="18525"/>
                </a:cubicBezTo>
                <a:cubicBezTo>
                  <a:pt x="158991" y="18910"/>
                  <a:pt x="158908" y="19345"/>
                  <a:pt x="158908" y="19828"/>
                </a:cubicBezTo>
                <a:cubicBezTo>
                  <a:pt x="158908" y="20162"/>
                  <a:pt x="158960" y="20482"/>
                  <a:pt x="159063" y="20787"/>
                </a:cubicBezTo>
                <a:cubicBezTo>
                  <a:pt x="159166" y="21092"/>
                  <a:pt x="159333" y="21363"/>
                  <a:pt x="159562" y="21599"/>
                </a:cubicBezTo>
                <a:cubicBezTo>
                  <a:pt x="159792" y="21835"/>
                  <a:pt x="160090" y="22022"/>
                  <a:pt x="160458" y="22160"/>
                </a:cubicBezTo>
                <a:cubicBezTo>
                  <a:pt x="160825" y="22298"/>
                  <a:pt x="161273" y="22367"/>
                  <a:pt x="161801" y="22367"/>
                </a:cubicBezTo>
                <a:cubicBezTo>
                  <a:pt x="162490" y="22367"/>
                  <a:pt x="163279" y="22157"/>
                  <a:pt x="164168" y="21737"/>
                </a:cubicBezTo>
                <a:cubicBezTo>
                  <a:pt x="165058" y="21316"/>
                  <a:pt x="165996" y="20651"/>
                  <a:pt x="166984" y="19742"/>
                </a:cubicBezTo>
                <a:lnTo>
                  <a:pt x="166984" y="16668"/>
                </a:lnTo>
                <a:close/>
                <a:moveTo>
                  <a:pt x="188548" y="19836"/>
                </a:moveTo>
                <a:cubicBezTo>
                  <a:pt x="188548" y="20444"/>
                  <a:pt x="188445" y="20990"/>
                  <a:pt x="188238" y="21472"/>
                </a:cubicBezTo>
                <a:cubicBezTo>
                  <a:pt x="188032" y="21954"/>
                  <a:pt x="187750" y="22381"/>
                  <a:pt x="187395" y="22754"/>
                </a:cubicBezTo>
                <a:cubicBezTo>
                  <a:pt x="187039" y="23127"/>
                  <a:pt x="186625" y="23446"/>
                  <a:pt x="186155" y="23710"/>
                </a:cubicBezTo>
                <a:cubicBezTo>
                  <a:pt x="185684" y="23974"/>
                  <a:pt x="185182" y="24192"/>
                  <a:pt x="184648" y="24364"/>
                </a:cubicBezTo>
                <a:cubicBezTo>
                  <a:pt x="184114" y="24537"/>
                  <a:pt x="183566" y="24663"/>
                  <a:pt x="183004" y="24743"/>
                </a:cubicBezTo>
                <a:cubicBezTo>
                  <a:pt x="182441" y="24824"/>
                  <a:pt x="181890" y="24864"/>
                  <a:pt x="181351" y="24864"/>
                </a:cubicBezTo>
                <a:cubicBezTo>
                  <a:pt x="180180" y="24864"/>
                  <a:pt x="179104" y="24812"/>
                  <a:pt x="178122" y="24709"/>
                </a:cubicBezTo>
                <a:cubicBezTo>
                  <a:pt x="177141" y="24605"/>
                  <a:pt x="176179" y="24439"/>
                  <a:pt x="175238" y="24209"/>
                </a:cubicBezTo>
                <a:lnTo>
                  <a:pt x="175238" y="21454"/>
                </a:lnTo>
                <a:cubicBezTo>
                  <a:pt x="176248" y="21741"/>
                  <a:pt x="177253" y="21960"/>
                  <a:pt x="178251" y="22109"/>
                </a:cubicBezTo>
                <a:cubicBezTo>
                  <a:pt x="179250" y="22258"/>
                  <a:pt x="180243" y="22333"/>
                  <a:pt x="181230" y="22333"/>
                </a:cubicBezTo>
                <a:cubicBezTo>
                  <a:pt x="182665" y="22333"/>
                  <a:pt x="183727" y="22137"/>
                  <a:pt x="184416" y="21747"/>
                </a:cubicBezTo>
                <a:cubicBezTo>
                  <a:pt x="185104" y="21357"/>
                  <a:pt x="185449" y="20800"/>
                  <a:pt x="185449" y="20077"/>
                </a:cubicBezTo>
                <a:cubicBezTo>
                  <a:pt x="185449" y="19767"/>
                  <a:pt x="185394" y="19489"/>
                  <a:pt x="185285" y="19242"/>
                </a:cubicBezTo>
                <a:cubicBezTo>
                  <a:pt x="185176" y="18995"/>
                  <a:pt x="184978" y="18760"/>
                  <a:pt x="184691" y="18536"/>
                </a:cubicBezTo>
                <a:cubicBezTo>
                  <a:pt x="184404" y="18312"/>
                  <a:pt x="183959" y="18080"/>
                  <a:pt x="183357" y="17839"/>
                </a:cubicBezTo>
                <a:cubicBezTo>
                  <a:pt x="182754" y="17597"/>
                  <a:pt x="181930" y="17322"/>
                  <a:pt x="180886" y="17012"/>
                </a:cubicBezTo>
                <a:cubicBezTo>
                  <a:pt x="180105" y="16782"/>
                  <a:pt x="179385" y="16521"/>
                  <a:pt x="178725" y="16229"/>
                </a:cubicBezTo>
                <a:cubicBezTo>
                  <a:pt x="178065" y="15936"/>
                  <a:pt x="177494" y="15589"/>
                  <a:pt x="177012" y="15187"/>
                </a:cubicBezTo>
                <a:cubicBezTo>
                  <a:pt x="176530" y="14785"/>
                  <a:pt x="176151" y="14314"/>
                  <a:pt x="175875" y="13775"/>
                </a:cubicBezTo>
                <a:cubicBezTo>
                  <a:pt x="175600" y="13235"/>
                  <a:pt x="175462" y="12598"/>
                  <a:pt x="175462" y="11864"/>
                </a:cubicBezTo>
                <a:cubicBezTo>
                  <a:pt x="175462" y="11382"/>
                  <a:pt x="175574" y="10853"/>
                  <a:pt x="175798" y="10280"/>
                </a:cubicBezTo>
                <a:cubicBezTo>
                  <a:pt x="176022" y="9706"/>
                  <a:pt x="176403" y="9172"/>
                  <a:pt x="176943" y="8678"/>
                </a:cubicBezTo>
                <a:cubicBezTo>
                  <a:pt x="177482" y="8185"/>
                  <a:pt x="178211" y="7774"/>
                  <a:pt x="179130" y="7447"/>
                </a:cubicBezTo>
                <a:cubicBezTo>
                  <a:pt x="180048" y="7120"/>
                  <a:pt x="181196" y="6956"/>
                  <a:pt x="182573" y="6956"/>
                </a:cubicBezTo>
                <a:cubicBezTo>
                  <a:pt x="183251" y="6956"/>
                  <a:pt x="184002" y="6994"/>
                  <a:pt x="184829" y="7068"/>
                </a:cubicBezTo>
                <a:cubicBezTo>
                  <a:pt x="185655" y="7143"/>
                  <a:pt x="186516" y="7272"/>
                  <a:pt x="187412" y="7456"/>
                </a:cubicBezTo>
                <a:lnTo>
                  <a:pt x="187412" y="10125"/>
                </a:lnTo>
                <a:cubicBezTo>
                  <a:pt x="186470" y="9895"/>
                  <a:pt x="185578" y="9726"/>
                  <a:pt x="184734" y="9617"/>
                </a:cubicBezTo>
                <a:cubicBezTo>
                  <a:pt x="183891" y="9508"/>
                  <a:pt x="183159" y="9453"/>
                  <a:pt x="182539" y="9453"/>
                </a:cubicBezTo>
                <a:cubicBezTo>
                  <a:pt x="181793" y="9453"/>
                  <a:pt x="181164" y="9510"/>
                  <a:pt x="180653" y="9625"/>
                </a:cubicBezTo>
                <a:cubicBezTo>
                  <a:pt x="180143" y="9740"/>
                  <a:pt x="179729" y="9898"/>
                  <a:pt x="179414" y="10099"/>
                </a:cubicBezTo>
                <a:cubicBezTo>
                  <a:pt x="179098" y="10300"/>
                  <a:pt x="178871" y="10535"/>
                  <a:pt x="178734" y="10805"/>
                </a:cubicBezTo>
                <a:cubicBezTo>
                  <a:pt x="178596" y="11074"/>
                  <a:pt x="178527" y="11364"/>
                  <a:pt x="178527" y="11674"/>
                </a:cubicBezTo>
                <a:cubicBezTo>
                  <a:pt x="178527" y="11984"/>
                  <a:pt x="178587" y="12265"/>
                  <a:pt x="178708" y="12518"/>
                </a:cubicBezTo>
                <a:cubicBezTo>
                  <a:pt x="178828" y="12770"/>
                  <a:pt x="179052" y="13014"/>
                  <a:pt x="179379" y="13250"/>
                </a:cubicBezTo>
                <a:cubicBezTo>
                  <a:pt x="179706" y="13485"/>
                  <a:pt x="180163" y="13720"/>
                  <a:pt x="180748" y="13956"/>
                </a:cubicBezTo>
                <a:cubicBezTo>
                  <a:pt x="181334" y="14191"/>
                  <a:pt x="182097" y="14446"/>
                  <a:pt x="183038" y="14722"/>
                </a:cubicBezTo>
                <a:cubicBezTo>
                  <a:pt x="184060" y="15020"/>
                  <a:pt x="184921" y="15333"/>
                  <a:pt x="185621" y="15660"/>
                </a:cubicBezTo>
                <a:cubicBezTo>
                  <a:pt x="186321" y="15988"/>
                  <a:pt x="186889" y="16352"/>
                  <a:pt x="187326" y="16754"/>
                </a:cubicBezTo>
                <a:cubicBezTo>
                  <a:pt x="187762" y="17156"/>
                  <a:pt x="188075" y="17609"/>
                  <a:pt x="188264" y="18114"/>
                </a:cubicBezTo>
                <a:cubicBezTo>
                  <a:pt x="188453" y="18619"/>
                  <a:pt x="188548" y="19193"/>
                  <a:pt x="188548" y="19836"/>
                </a:cubicBezTo>
                <a:close/>
                <a:moveTo>
                  <a:pt x="207967" y="23917"/>
                </a:moveTo>
                <a:cubicBezTo>
                  <a:pt x="207187" y="24215"/>
                  <a:pt x="206386" y="24436"/>
                  <a:pt x="205565" y="24580"/>
                </a:cubicBezTo>
                <a:cubicBezTo>
                  <a:pt x="204744" y="24723"/>
                  <a:pt x="203898" y="24795"/>
                  <a:pt x="203025" y="24795"/>
                </a:cubicBezTo>
                <a:cubicBezTo>
                  <a:pt x="200293" y="24795"/>
                  <a:pt x="198190" y="24054"/>
                  <a:pt x="196715" y="22574"/>
                </a:cubicBezTo>
                <a:cubicBezTo>
                  <a:pt x="195240" y="21093"/>
                  <a:pt x="194502" y="18929"/>
                  <a:pt x="194502" y="16082"/>
                </a:cubicBezTo>
                <a:cubicBezTo>
                  <a:pt x="194502" y="14716"/>
                  <a:pt x="194715" y="13476"/>
                  <a:pt x="195139" y="12363"/>
                </a:cubicBezTo>
                <a:cubicBezTo>
                  <a:pt x="195564" y="11250"/>
                  <a:pt x="196161" y="10297"/>
                  <a:pt x="196930" y="9505"/>
                </a:cubicBezTo>
                <a:cubicBezTo>
                  <a:pt x="197699" y="8713"/>
                  <a:pt x="198618" y="8101"/>
                  <a:pt x="199685" y="7671"/>
                </a:cubicBezTo>
                <a:cubicBezTo>
                  <a:pt x="200753" y="7240"/>
                  <a:pt x="201929" y="7025"/>
                  <a:pt x="203215" y="7025"/>
                </a:cubicBezTo>
                <a:cubicBezTo>
                  <a:pt x="204110" y="7025"/>
                  <a:pt x="204948" y="7090"/>
                  <a:pt x="205729" y="7219"/>
                </a:cubicBezTo>
                <a:cubicBezTo>
                  <a:pt x="206509" y="7348"/>
                  <a:pt x="207256" y="7559"/>
                  <a:pt x="207967" y="7852"/>
                </a:cubicBezTo>
                <a:lnTo>
                  <a:pt x="207967" y="10710"/>
                </a:lnTo>
                <a:cubicBezTo>
                  <a:pt x="207221" y="10314"/>
                  <a:pt x="206461" y="10025"/>
                  <a:pt x="205686" y="9845"/>
                </a:cubicBezTo>
                <a:cubicBezTo>
                  <a:pt x="204911" y="9664"/>
                  <a:pt x="204110" y="9574"/>
                  <a:pt x="203284" y="9574"/>
                </a:cubicBezTo>
                <a:cubicBezTo>
                  <a:pt x="202515" y="9574"/>
                  <a:pt x="201789" y="9720"/>
                  <a:pt x="201106" y="10013"/>
                </a:cubicBezTo>
                <a:cubicBezTo>
                  <a:pt x="200423" y="10305"/>
                  <a:pt x="199823" y="10727"/>
                  <a:pt x="199306" y="11278"/>
                </a:cubicBezTo>
                <a:cubicBezTo>
                  <a:pt x="198790" y="11829"/>
                  <a:pt x="198382" y="12501"/>
                  <a:pt x="198084" y="13293"/>
                </a:cubicBezTo>
                <a:cubicBezTo>
                  <a:pt x="197785" y="14085"/>
                  <a:pt x="197636" y="14980"/>
                  <a:pt x="197636" y="15979"/>
                </a:cubicBezTo>
                <a:cubicBezTo>
                  <a:pt x="197636" y="18068"/>
                  <a:pt x="198144" y="19632"/>
                  <a:pt x="199160" y="20671"/>
                </a:cubicBezTo>
                <a:cubicBezTo>
                  <a:pt x="200176" y="21710"/>
                  <a:pt x="201585" y="22229"/>
                  <a:pt x="203387" y="22229"/>
                </a:cubicBezTo>
                <a:cubicBezTo>
                  <a:pt x="204202" y="22229"/>
                  <a:pt x="204991" y="22137"/>
                  <a:pt x="205755" y="21954"/>
                </a:cubicBezTo>
                <a:cubicBezTo>
                  <a:pt x="206518" y="21770"/>
                  <a:pt x="207256" y="21495"/>
                  <a:pt x="207967" y="21127"/>
                </a:cubicBezTo>
                <a:lnTo>
                  <a:pt x="207967" y="23917"/>
                </a:lnTo>
                <a:close/>
                <a:moveTo>
                  <a:pt x="225320" y="24554"/>
                </a:moveTo>
                <a:lnTo>
                  <a:pt x="225251" y="22224"/>
                </a:lnTo>
                <a:cubicBezTo>
                  <a:pt x="224310" y="23156"/>
                  <a:pt x="223354" y="23829"/>
                  <a:pt x="222384" y="24243"/>
                </a:cubicBezTo>
                <a:cubicBezTo>
                  <a:pt x="221414" y="24657"/>
                  <a:pt x="220395" y="24864"/>
                  <a:pt x="219328" y="24864"/>
                </a:cubicBezTo>
                <a:cubicBezTo>
                  <a:pt x="218341" y="24864"/>
                  <a:pt x="217497" y="24737"/>
                  <a:pt x="216797" y="24484"/>
                </a:cubicBezTo>
                <a:cubicBezTo>
                  <a:pt x="216096" y="24231"/>
                  <a:pt x="215520" y="23884"/>
                  <a:pt x="215066" y="23441"/>
                </a:cubicBezTo>
                <a:cubicBezTo>
                  <a:pt x="214613" y="22998"/>
                  <a:pt x="214280" y="22478"/>
                  <a:pt x="214067" y="21880"/>
                </a:cubicBezTo>
                <a:cubicBezTo>
                  <a:pt x="213855" y="21282"/>
                  <a:pt x="213749" y="20632"/>
                  <a:pt x="213749" y="19931"/>
                </a:cubicBezTo>
                <a:cubicBezTo>
                  <a:pt x="213749" y="18195"/>
                  <a:pt x="214395" y="16835"/>
                  <a:pt x="215686" y="15852"/>
                </a:cubicBezTo>
                <a:cubicBezTo>
                  <a:pt x="216977" y="14869"/>
                  <a:pt x="218886" y="14378"/>
                  <a:pt x="221411" y="14378"/>
                </a:cubicBezTo>
                <a:lnTo>
                  <a:pt x="224993" y="14378"/>
                </a:lnTo>
                <a:lnTo>
                  <a:pt x="224993" y="12868"/>
                </a:lnTo>
                <a:cubicBezTo>
                  <a:pt x="224993" y="11850"/>
                  <a:pt x="224665" y="11035"/>
                  <a:pt x="224011" y="10423"/>
                </a:cubicBezTo>
                <a:cubicBezTo>
                  <a:pt x="223357" y="9811"/>
                  <a:pt x="222358" y="9505"/>
                  <a:pt x="221015" y="9505"/>
                </a:cubicBezTo>
                <a:cubicBezTo>
                  <a:pt x="220039" y="9505"/>
                  <a:pt x="219078" y="9615"/>
                  <a:pt x="218131" y="9837"/>
                </a:cubicBezTo>
                <a:cubicBezTo>
                  <a:pt x="217184" y="10058"/>
                  <a:pt x="216205" y="10372"/>
                  <a:pt x="215195" y="10779"/>
                </a:cubicBezTo>
                <a:lnTo>
                  <a:pt x="215195" y="8076"/>
                </a:lnTo>
                <a:cubicBezTo>
                  <a:pt x="215574" y="7936"/>
                  <a:pt x="215996" y="7799"/>
                  <a:pt x="216461" y="7664"/>
                </a:cubicBezTo>
                <a:cubicBezTo>
                  <a:pt x="216926" y="7530"/>
                  <a:pt x="217416" y="7411"/>
                  <a:pt x="217933" y="7306"/>
                </a:cubicBezTo>
                <a:cubicBezTo>
                  <a:pt x="218450" y="7201"/>
                  <a:pt x="218989" y="7116"/>
                  <a:pt x="219552" y="7053"/>
                </a:cubicBezTo>
                <a:cubicBezTo>
                  <a:pt x="220114" y="6988"/>
                  <a:pt x="220682" y="6956"/>
                  <a:pt x="221256" y="6956"/>
                </a:cubicBezTo>
                <a:cubicBezTo>
                  <a:pt x="222301" y="6956"/>
                  <a:pt x="223242" y="7071"/>
                  <a:pt x="224080" y="7301"/>
                </a:cubicBezTo>
                <a:cubicBezTo>
                  <a:pt x="224918" y="7530"/>
                  <a:pt x="225627" y="7880"/>
                  <a:pt x="226207" y="8351"/>
                </a:cubicBezTo>
                <a:cubicBezTo>
                  <a:pt x="226786" y="8822"/>
                  <a:pt x="227231" y="9413"/>
                  <a:pt x="227541" y="10125"/>
                </a:cubicBezTo>
                <a:cubicBezTo>
                  <a:pt x="227851" y="10836"/>
                  <a:pt x="228006" y="11674"/>
                  <a:pt x="228006" y="12638"/>
                </a:cubicBezTo>
                <a:lnTo>
                  <a:pt x="228006" y="24554"/>
                </a:lnTo>
                <a:lnTo>
                  <a:pt x="225320" y="24554"/>
                </a:lnTo>
                <a:moveTo>
                  <a:pt x="224993" y="16668"/>
                </a:moveTo>
                <a:lnTo>
                  <a:pt x="221187" y="16668"/>
                </a:lnTo>
                <a:cubicBezTo>
                  <a:pt x="220441" y="16668"/>
                  <a:pt x="219798" y="16743"/>
                  <a:pt x="219259" y="16893"/>
                </a:cubicBezTo>
                <a:cubicBezTo>
                  <a:pt x="218719" y="17042"/>
                  <a:pt x="218277" y="17255"/>
                  <a:pt x="217933" y="17531"/>
                </a:cubicBezTo>
                <a:cubicBezTo>
                  <a:pt x="217589" y="17807"/>
                  <a:pt x="217333" y="18139"/>
                  <a:pt x="217167" y="18525"/>
                </a:cubicBezTo>
                <a:cubicBezTo>
                  <a:pt x="217000" y="18910"/>
                  <a:pt x="216917" y="19345"/>
                  <a:pt x="216917" y="19828"/>
                </a:cubicBezTo>
                <a:cubicBezTo>
                  <a:pt x="216917" y="20162"/>
                  <a:pt x="216969" y="20482"/>
                  <a:pt x="217072" y="20787"/>
                </a:cubicBezTo>
                <a:cubicBezTo>
                  <a:pt x="217175" y="21092"/>
                  <a:pt x="217342" y="21363"/>
                  <a:pt x="217571" y="21599"/>
                </a:cubicBezTo>
                <a:cubicBezTo>
                  <a:pt x="217801" y="21835"/>
                  <a:pt x="218099" y="22022"/>
                  <a:pt x="218467" y="22160"/>
                </a:cubicBezTo>
                <a:cubicBezTo>
                  <a:pt x="218834" y="22298"/>
                  <a:pt x="219282" y="22367"/>
                  <a:pt x="219810" y="22367"/>
                </a:cubicBezTo>
                <a:cubicBezTo>
                  <a:pt x="220499" y="22367"/>
                  <a:pt x="221288" y="22157"/>
                  <a:pt x="222177" y="21737"/>
                </a:cubicBezTo>
                <a:cubicBezTo>
                  <a:pt x="223067" y="21316"/>
                  <a:pt x="224005" y="20651"/>
                  <a:pt x="224993" y="19742"/>
                </a:cubicBezTo>
                <a:lnTo>
                  <a:pt x="224993" y="16668"/>
                </a:lnTo>
                <a:close/>
                <a:moveTo>
                  <a:pt x="233013" y="16272"/>
                </a:moveTo>
                <a:cubicBezTo>
                  <a:pt x="233013" y="14802"/>
                  <a:pt x="233214" y="13497"/>
                  <a:pt x="233615" y="12354"/>
                </a:cubicBezTo>
                <a:cubicBezTo>
                  <a:pt x="234017" y="11212"/>
                  <a:pt x="234588" y="10248"/>
                  <a:pt x="235329" y="9462"/>
                </a:cubicBezTo>
                <a:cubicBezTo>
                  <a:pt x="236069" y="8675"/>
                  <a:pt x="236959" y="8078"/>
                  <a:pt x="237998" y="7671"/>
                </a:cubicBezTo>
                <a:cubicBezTo>
                  <a:pt x="239036" y="7263"/>
                  <a:pt x="240193" y="7060"/>
                  <a:pt x="241467" y="7060"/>
                </a:cubicBezTo>
                <a:cubicBezTo>
                  <a:pt x="242018" y="7060"/>
                  <a:pt x="242561" y="7094"/>
                  <a:pt x="243094" y="7163"/>
                </a:cubicBezTo>
                <a:cubicBezTo>
                  <a:pt x="243628" y="7232"/>
                  <a:pt x="244153" y="7341"/>
                  <a:pt x="244670" y="7490"/>
                </a:cubicBezTo>
                <a:lnTo>
                  <a:pt x="244670" y="207"/>
                </a:lnTo>
                <a:lnTo>
                  <a:pt x="247683" y="207"/>
                </a:lnTo>
                <a:lnTo>
                  <a:pt x="247683" y="24554"/>
                </a:lnTo>
                <a:lnTo>
                  <a:pt x="244997" y="24554"/>
                </a:lnTo>
                <a:lnTo>
                  <a:pt x="244894" y="21282"/>
                </a:lnTo>
                <a:cubicBezTo>
                  <a:pt x="244056" y="22499"/>
                  <a:pt x="243149" y="23400"/>
                  <a:pt x="242173" y="23986"/>
                </a:cubicBezTo>
                <a:cubicBezTo>
                  <a:pt x="241197" y="24571"/>
                  <a:pt x="240141" y="24864"/>
                  <a:pt x="239005" y="24864"/>
                </a:cubicBezTo>
                <a:cubicBezTo>
                  <a:pt x="238018" y="24864"/>
                  <a:pt x="237148" y="24657"/>
                  <a:pt x="236396" y="24244"/>
                </a:cubicBezTo>
                <a:cubicBezTo>
                  <a:pt x="235644" y="23831"/>
                  <a:pt x="235019" y="23248"/>
                  <a:pt x="234519" y="22496"/>
                </a:cubicBezTo>
                <a:cubicBezTo>
                  <a:pt x="234020" y="21744"/>
                  <a:pt x="233644" y="20840"/>
                  <a:pt x="233392" y="19784"/>
                </a:cubicBezTo>
                <a:cubicBezTo>
                  <a:pt x="233139" y="18728"/>
                  <a:pt x="233013" y="17557"/>
                  <a:pt x="233013" y="16272"/>
                </a:cubicBezTo>
                <a:moveTo>
                  <a:pt x="236078" y="16082"/>
                </a:moveTo>
                <a:cubicBezTo>
                  <a:pt x="236078" y="18171"/>
                  <a:pt x="236385" y="19730"/>
                  <a:pt x="236999" y="20757"/>
                </a:cubicBezTo>
                <a:cubicBezTo>
                  <a:pt x="237613" y="21784"/>
                  <a:pt x="238483" y="22298"/>
                  <a:pt x="239608" y="22298"/>
                </a:cubicBezTo>
                <a:cubicBezTo>
                  <a:pt x="240365" y="22298"/>
                  <a:pt x="241166" y="21960"/>
                  <a:pt x="242010" y="21282"/>
                </a:cubicBezTo>
                <a:cubicBezTo>
                  <a:pt x="242853" y="20605"/>
                  <a:pt x="243740" y="19601"/>
                  <a:pt x="244670" y="18269"/>
                </a:cubicBezTo>
                <a:lnTo>
                  <a:pt x="244670" y="10245"/>
                </a:lnTo>
                <a:cubicBezTo>
                  <a:pt x="244176" y="10016"/>
                  <a:pt x="243631" y="9840"/>
                  <a:pt x="243034" y="9720"/>
                </a:cubicBezTo>
                <a:cubicBezTo>
                  <a:pt x="242437" y="9599"/>
                  <a:pt x="241846" y="9539"/>
                  <a:pt x="241261" y="9539"/>
                </a:cubicBezTo>
                <a:cubicBezTo>
                  <a:pt x="239631" y="9539"/>
                  <a:pt x="238359" y="10067"/>
                  <a:pt x="237447" y="11123"/>
                </a:cubicBezTo>
                <a:cubicBezTo>
                  <a:pt x="236534" y="12179"/>
                  <a:pt x="236078" y="13832"/>
                  <a:pt x="236078" y="16082"/>
                </a:cubicBezTo>
                <a:close/>
                <a:moveTo>
                  <a:pt x="267147" y="14997"/>
                </a:moveTo>
                <a:cubicBezTo>
                  <a:pt x="267147" y="15422"/>
                  <a:pt x="267141" y="15778"/>
                  <a:pt x="267130" y="16065"/>
                </a:cubicBezTo>
                <a:cubicBezTo>
                  <a:pt x="267118" y="16352"/>
                  <a:pt x="267101" y="16622"/>
                  <a:pt x="267078" y="16874"/>
                </a:cubicBezTo>
                <a:lnTo>
                  <a:pt x="254939" y="16874"/>
                </a:lnTo>
                <a:cubicBezTo>
                  <a:pt x="254939" y="18642"/>
                  <a:pt x="255433" y="19999"/>
                  <a:pt x="256420" y="20946"/>
                </a:cubicBezTo>
                <a:cubicBezTo>
                  <a:pt x="257407" y="21893"/>
                  <a:pt x="258830" y="22367"/>
                  <a:pt x="260690" y="22367"/>
                </a:cubicBezTo>
                <a:cubicBezTo>
                  <a:pt x="261195" y="22367"/>
                  <a:pt x="261700" y="22347"/>
                  <a:pt x="262205" y="22306"/>
                </a:cubicBezTo>
                <a:cubicBezTo>
                  <a:pt x="262710" y="22264"/>
                  <a:pt x="263198" y="22209"/>
                  <a:pt x="263669" y="22138"/>
                </a:cubicBezTo>
                <a:cubicBezTo>
                  <a:pt x="264140" y="22068"/>
                  <a:pt x="264590" y="21988"/>
                  <a:pt x="265021" y="21900"/>
                </a:cubicBezTo>
                <a:cubicBezTo>
                  <a:pt x="265451" y="21812"/>
                  <a:pt x="265850" y="21715"/>
                  <a:pt x="266217" y="21609"/>
                </a:cubicBezTo>
                <a:lnTo>
                  <a:pt x="266217" y="24072"/>
                </a:lnTo>
                <a:cubicBezTo>
                  <a:pt x="265402" y="24306"/>
                  <a:pt x="264481" y="24497"/>
                  <a:pt x="263454" y="24644"/>
                </a:cubicBezTo>
                <a:cubicBezTo>
                  <a:pt x="262426" y="24790"/>
                  <a:pt x="261362" y="24864"/>
                  <a:pt x="260260" y="24864"/>
                </a:cubicBezTo>
                <a:cubicBezTo>
                  <a:pt x="258779" y="24864"/>
                  <a:pt x="257505" y="24663"/>
                  <a:pt x="256437" y="24261"/>
                </a:cubicBezTo>
                <a:cubicBezTo>
                  <a:pt x="255370" y="23859"/>
                  <a:pt x="254494" y="23277"/>
                  <a:pt x="253811" y="22513"/>
                </a:cubicBezTo>
                <a:cubicBezTo>
                  <a:pt x="253128" y="21750"/>
                  <a:pt x="252623" y="20814"/>
                  <a:pt x="252296" y="19707"/>
                </a:cubicBezTo>
                <a:cubicBezTo>
                  <a:pt x="251969" y="18599"/>
                  <a:pt x="251805" y="17345"/>
                  <a:pt x="251805" y="15944"/>
                </a:cubicBezTo>
                <a:cubicBezTo>
                  <a:pt x="251805" y="14728"/>
                  <a:pt x="251980" y="13577"/>
                  <a:pt x="252330" y="12492"/>
                </a:cubicBezTo>
                <a:cubicBezTo>
                  <a:pt x="252681" y="11407"/>
                  <a:pt x="253191" y="10455"/>
                  <a:pt x="253863" y="9634"/>
                </a:cubicBezTo>
                <a:cubicBezTo>
                  <a:pt x="254534" y="8813"/>
                  <a:pt x="255358" y="8162"/>
                  <a:pt x="256334" y="7680"/>
                </a:cubicBezTo>
                <a:cubicBezTo>
                  <a:pt x="257309" y="7197"/>
                  <a:pt x="258417" y="6956"/>
                  <a:pt x="259657" y="6956"/>
                </a:cubicBezTo>
                <a:cubicBezTo>
                  <a:pt x="260862" y="6956"/>
                  <a:pt x="261930" y="7146"/>
                  <a:pt x="262860" y="7525"/>
                </a:cubicBezTo>
                <a:cubicBezTo>
                  <a:pt x="263789" y="7903"/>
                  <a:pt x="264573" y="8440"/>
                  <a:pt x="265210" y="9134"/>
                </a:cubicBezTo>
                <a:cubicBezTo>
                  <a:pt x="265847" y="9829"/>
                  <a:pt x="266329" y="10673"/>
                  <a:pt x="266656" y="11666"/>
                </a:cubicBezTo>
                <a:cubicBezTo>
                  <a:pt x="266983" y="12659"/>
                  <a:pt x="267147" y="13769"/>
                  <a:pt x="267147" y="14997"/>
                </a:cubicBezTo>
                <a:moveTo>
                  <a:pt x="264030" y="14567"/>
                </a:moveTo>
                <a:cubicBezTo>
                  <a:pt x="264065" y="13798"/>
                  <a:pt x="263990" y="13095"/>
                  <a:pt x="263807" y="12458"/>
                </a:cubicBezTo>
                <a:cubicBezTo>
                  <a:pt x="263623" y="11821"/>
                  <a:pt x="263339" y="11272"/>
                  <a:pt x="262954" y="10813"/>
                </a:cubicBezTo>
                <a:cubicBezTo>
                  <a:pt x="262570" y="10354"/>
                  <a:pt x="262091" y="9995"/>
                  <a:pt x="261517" y="9737"/>
                </a:cubicBezTo>
                <a:cubicBezTo>
                  <a:pt x="260943" y="9479"/>
                  <a:pt x="260277" y="9350"/>
                  <a:pt x="259519" y="9350"/>
                </a:cubicBezTo>
                <a:cubicBezTo>
                  <a:pt x="258865" y="9350"/>
                  <a:pt x="258268" y="9476"/>
                  <a:pt x="257728" y="9729"/>
                </a:cubicBezTo>
                <a:cubicBezTo>
                  <a:pt x="257189" y="9981"/>
                  <a:pt x="256724" y="10337"/>
                  <a:pt x="256334" y="10796"/>
                </a:cubicBezTo>
                <a:cubicBezTo>
                  <a:pt x="255943" y="11255"/>
                  <a:pt x="255628" y="11806"/>
                  <a:pt x="255387" y="12449"/>
                </a:cubicBezTo>
                <a:cubicBezTo>
                  <a:pt x="255146" y="13092"/>
                  <a:pt x="254996" y="13798"/>
                  <a:pt x="254939" y="14567"/>
                </a:cubicBezTo>
                <a:lnTo>
                  <a:pt x="264030" y="14567"/>
                </a:lnTo>
                <a:close/>
                <a:moveTo>
                  <a:pt x="272929" y="7266"/>
                </a:moveTo>
                <a:lnTo>
                  <a:pt x="275666" y="7266"/>
                </a:lnTo>
                <a:lnTo>
                  <a:pt x="275753" y="10444"/>
                </a:lnTo>
                <a:cubicBezTo>
                  <a:pt x="276774" y="9218"/>
                  <a:pt x="277781" y="8331"/>
                  <a:pt x="278774" y="7781"/>
                </a:cubicBezTo>
                <a:cubicBezTo>
                  <a:pt x="279767" y="7231"/>
                  <a:pt x="280769" y="6956"/>
                  <a:pt x="281779" y="6956"/>
                </a:cubicBezTo>
                <a:cubicBezTo>
                  <a:pt x="283570" y="6956"/>
                  <a:pt x="284927" y="7535"/>
                  <a:pt x="285851" y="8691"/>
                </a:cubicBezTo>
                <a:cubicBezTo>
                  <a:pt x="286775" y="9848"/>
                  <a:pt x="287203" y="11565"/>
                  <a:pt x="287134" y="13844"/>
                </a:cubicBezTo>
                <a:lnTo>
                  <a:pt x="284104" y="13844"/>
                </a:lnTo>
                <a:cubicBezTo>
                  <a:pt x="284138" y="12335"/>
                  <a:pt x="283917" y="11240"/>
                  <a:pt x="283441" y="10560"/>
                </a:cubicBezTo>
                <a:cubicBezTo>
                  <a:pt x="282964" y="9879"/>
                  <a:pt x="282267" y="9539"/>
                  <a:pt x="281349" y="9539"/>
                </a:cubicBezTo>
                <a:cubicBezTo>
                  <a:pt x="280947" y="9539"/>
                  <a:pt x="280542" y="9611"/>
                  <a:pt x="280135" y="9754"/>
                </a:cubicBezTo>
                <a:cubicBezTo>
                  <a:pt x="279727" y="9897"/>
                  <a:pt x="279308" y="10125"/>
                  <a:pt x="278878" y="10439"/>
                </a:cubicBezTo>
                <a:cubicBezTo>
                  <a:pt x="278447" y="10754"/>
                  <a:pt x="277991" y="11157"/>
                  <a:pt x="277509" y="11648"/>
                </a:cubicBezTo>
                <a:cubicBezTo>
                  <a:pt x="277027" y="12140"/>
                  <a:pt x="276510" y="12734"/>
                  <a:pt x="275959" y="13432"/>
                </a:cubicBezTo>
                <a:lnTo>
                  <a:pt x="275959" y="24554"/>
                </a:lnTo>
                <a:lnTo>
                  <a:pt x="272929" y="24554"/>
                </a:lnTo>
                <a:lnTo>
                  <a:pt x="272929" y="7266"/>
                </a:lnTo>
                <a:close/>
                <a:moveTo>
                  <a:pt x="304191" y="16564"/>
                </a:moveTo>
                <a:lnTo>
                  <a:pt x="293894" y="16564"/>
                </a:lnTo>
                <a:lnTo>
                  <a:pt x="293894" y="13740"/>
                </a:lnTo>
                <a:lnTo>
                  <a:pt x="304191" y="13740"/>
                </a:lnTo>
                <a:lnTo>
                  <a:pt x="304191" y="16564"/>
                </a:lnTo>
                <a:close/>
                <a:moveTo>
                  <a:pt x="325498" y="19836"/>
                </a:moveTo>
                <a:cubicBezTo>
                  <a:pt x="325498" y="20444"/>
                  <a:pt x="325395" y="20990"/>
                  <a:pt x="325188" y="21472"/>
                </a:cubicBezTo>
                <a:cubicBezTo>
                  <a:pt x="324982" y="21954"/>
                  <a:pt x="324700" y="22381"/>
                  <a:pt x="324344" y="22754"/>
                </a:cubicBezTo>
                <a:cubicBezTo>
                  <a:pt x="323989" y="23127"/>
                  <a:pt x="323575" y="23446"/>
                  <a:pt x="323105" y="23710"/>
                </a:cubicBezTo>
                <a:cubicBezTo>
                  <a:pt x="322634" y="23974"/>
                  <a:pt x="322132" y="24192"/>
                  <a:pt x="321598" y="24364"/>
                </a:cubicBezTo>
                <a:cubicBezTo>
                  <a:pt x="321064" y="24537"/>
                  <a:pt x="320516" y="24663"/>
                  <a:pt x="319954" y="24743"/>
                </a:cubicBezTo>
                <a:cubicBezTo>
                  <a:pt x="319391" y="24824"/>
                  <a:pt x="318840" y="24864"/>
                  <a:pt x="318301" y="24864"/>
                </a:cubicBezTo>
                <a:cubicBezTo>
                  <a:pt x="317130" y="24864"/>
                  <a:pt x="316054" y="24812"/>
                  <a:pt x="315072" y="24709"/>
                </a:cubicBezTo>
                <a:cubicBezTo>
                  <a:pt x="314091" y="24605"/>
                  <a:pt x="313129" y="24439"/>
                  <a:pt x="312188" y="24209"/>
                </a:cubicBezTo>
                <a:lnTo>
                  <a:pt x="312188" y="21454"/>
                </a:lnTo>
                <a:cubicBezTo>
                  <a:pt x="313198" y="21741"/>
                  <a:pt x="314203" y="21960"/>
                  <a:pt x="315201" y="22109"/>
                </a:cubicBezTo>
                <a:cubicBezTo>
                  <a:pt x="316200" y="22258"/>
                  <a:pt x="317193" y="22333"/>
                  <a:pt x="318180" y="22333"/>
                </a:cubicBezTo>
                <a:cubicBezTo>
                  <a:pt x="319615" y="22333"/>
                  <a:pt x="320677" y="22137"/>
                  <a:pt x="321366" y="21747"/>
                </a:cubicBezTo>
                <a:cubicBezTo>
                  <a:pt x="322054" y="21357"/>
                  <a:pt x="322399" y="20800"/>
                  <a:pt x="322399" y="20077"/>
                </a:cubicBezTo>
                <a:cubicBezTo>
                  <a:pt x="322399" y="19767"/>
                  <a:pt x="322344" y="19489"/>
                  <a:pt x="322235" y="19242"/>
                </a:cubicBezTo>
                <a:cubicBezTo>
                  <a:pt x="322126" y="18995"/>
                  <a:pt x="321928" y="18760"/>
                  <a:pt x="321641" y="18536"/>
                </a:cubicBezTo>
                <a:cubicBezTo>
                  <a:pt x="321354" y="18312"/>
                  <a:pt x="320909" y="18080"/>
                  <a:pt x="320307" y="17839"/>
                </a:cubicBezTo>
                <a:cubicBezTo>
                  <a:pt x="319704" y="17597"/>
                  <a:pt x="318880" y="17322"/>
                  <a:pt x="317836" y="17012"/>
                </a:cubicBezTo>
                <a:cubicBezTo>
                  <a:pt x="317055" y="16782"/>
                  <a:pt x="316335" y="16521"/>
                  <a:pt x="315675" y="16229"/>
                </a:cubicBezTo>
                <a:cubicBezTo>
                  <a:pt x="315015" y="15936"/>
                  <a:pt x="314444" y="15589"/>
                  <a:pt x="313962" y="15187"/>
                </a:cubicBezTo>
                <a:cubicBezTo>
                  <a:pt x="313479" y="14785"/>
                  <a:pt x="313101" y="14314"/>
                  <a:pt x="312825" y="13775"/>
                </a:cubicBezTo>
                <a:cubicBezTo>
                  <a:pt x="312550" y="13235"/>
                  <a:pt x="312412" y="12598"/>
                  <a:pt x="312412" y="11864"/>
                </a:cubicBezTo>
                <a:cubicBezTo>
                  <a:pt x="312412" y="11382"/>
                  <a:pt x="312524" y="10853"/>
                  <a:pt x="312748" y="10280"/>
                </a:cubicBezTo>
                <a:cubicBezTo>
                  <a:pt x="312972" y="9706"/>
                  <a:pt x="313353" y="9172"/>
                  <a:pt x="313893" y="8678"/>
                </a:cubicBezTo>
                <a:cubicBezTo>
                  <a:pt x="314432" y="8185"/>
                  <a:pt x="315161" y="7774"/>
                  <a:pt x="316079" y="7447"/>
                </a:cubicBezTo>
                <a:cubicBezTo>
                  <a:pt x="316998" y="7120"/>
                  <a:pt x="318146" y="6956"/>
                  <a:pt x="319523" y="6956"/>
                </a:cubicBezTo>
                <a:cubicBezTo>
                  <a:pt x="320200" y="6956"/>
                  <a:pt x="320952" y="6994"/>
                  <a:pt x="321779" y="7068"/>
                </a:cubicBezTo>
                <a:cubicBezTo>
                  <a:pt x="322605" y="7143"/>
                  <a:pt x="323466" y="7272"/>
                  <a:pt x="324362" y="7456"/>
                </a:cubicBezTo>
                <a:lnTo>
                  <a:pt x="324362" y="10125"/>
                </a:lnTo>
                <a:cubicBezTo>
                  <a:pt x="323420" y="9895"/>
                  <a:pt x="322528" y="9726"/>
                  <a:pt x="321684" y="9617"/>
                </a:cubicBezTo>
                <a:cubicBezTo>
                  <a:pt x="320840" y="9508"/>
                  <a:pt x="320109" y="9453"/>
                  <a:pt x="319489" y="9453"/>
                </a:cubicBezTo>
                <a:cubicBezTo>
                  <a:pt x="318743" y="9453"/>
                  <a:pt x="318114" y="9510"/>
                  <a:pt x="317603" y="9625"/>
                </a:cubicBezTo>
                <a:cubicBezTo>
                  <a:pt x="317093" y="9740"/>
                  <a:pt x="316679" y="9898"/>
                  <a:pt x="316364" y="10099"/>
                </a:cubicBezTo>
                <a:cubicBezTo>
                  <a:pt x="316048" y="10300"/>
                  <a:pt x="315821" y="10535"/>
                  <a:pt x="315683" y="10805"/>
                </a:cubicBezTo>
                <a:cubicBezTo>
                  <a:pt x="315546" y="11074"/>
                  <a:pt x="315477" y="11364"/>
                  <a:pt x="315477" y="11674"/>
                </a:cubicBezTo>
                <a:cubicBezTo>
                  <a:pt x="315477" y="11984"/>
                  <a:pt x="315537" y="12265"/>
                  <a:pt x="315658" y="12518"/>
                </a:cubicBezTo>
                <a:cubicBezTo>
                  <a:pt x="315778" y="12770"/>
                  <a:pt x="316002" y="13014"/>
                  <a:pt x="316329" y="13250"/>
                </a:cubicBezTo>
                <a:cubicBezTo>
                  <a:pt x="316656" y="13485"/>
                  <a:pt x="317113" y="13720"/>
                  <a:pt x="317698" y="13956"/>
                </a:cubicBezTo>
                <a:cubicBezTo>
                  <a:pt x="318283" y="14191"/>
                  <a:pt x="319047" y="14446"/>
                  <a:pt x="319988" y="14722"/>
                </a:cubicBezTo>
                <a:cubicBezTo>
                  <a:pt x="321010" y="15020"/>
                  <a:pt x="321871" y="15333"/>
                  <a:pt x="322571" y="15660"/>
                </a:cubicBezTo>
                <a:cubicBezTo>
                  <a:pt x="323271" y="15988"/>
                  <a:pt x="323839" y="16352"/>
                  <a:pt x="324276" y="16754"/>
                </a:cubicBezTo>
                <a:cubicBezTo>
                  <a:pt x="324712" y="17156"/>
                  <a:pt x="325025" y="17609"/>
                  <a:pt x="325214" y="18114"/>
                </a:cubicBezTo>
                <a:cubicBezTo>
                  <a:pt x="325403" y="18619"/>
                  <a:pt x="325498" y="19193"/>
                  <a:pt x="325498" y="19836"/>
                </a:cubicBezTo>
                <a:close/>
                <a:moveTo>
                  <a:pt x="345065" y="14997"/>
                </a:moveTo>
                <a:cubicBezTo>
                  <a:pt x="345065" y="15422"/>
                  <a:pt x="345059" y="15778"/>
                  <a:pt x="345048" y="16065"/>
                </a:cubicBezTo>
                <a:cubicBezTo>
                  <a:pt x="345036" y="16352"/>
                  <a:pt x="345019" y="16622"/>
                  <a:pt x="344996" y="16874"/>
                </a:cubicBezTo>
                <a:lnTo>
                  <a:pt x="332857" y="16874"/>
                </a:lnTo>
                <a:cubicBezTo>
                  <a:pt x="332857" y="18642"/>
                  <a:pt x="333350" y="19999"/>
                  <a:pt x="334338" y="20946"/>
                </a:cubicBezTo>
                <a:cubicBezTo>
                  <a:pt x="335325" y="21893"/>
                  <a:pt x="336748" y="22367"/>
                  <a:pt x="338608" y="22367"/>
                </a:cubicBezTo>
                <a:cubicBezTo>
                  <a:pt x="339113" y="22367"/>
                  <a:pt x="339618" y="22347"/>
                  <a:pt x="340123" y="22306"/>
                </a:cubicBezTo>
                <a:cubicBezTo>
                  <a:pt x="340628" y="22264"/>
                  <a:pt x="341116" y="22209"/>
                  <a:pt x="341587" y="22138"/>
                </a:cubicBezTo>
                <a:cubicBezTo>
                  <a:pt x="342057" y="22068"/>
                  <a:pt x="342508" y="21988"/>
                  <a:pt x="342938" y="21900"/>
                </a:cubicBezTo>
                <a:cubicBezTo>
                  <a:pt x="343369" y="21812"/>
                  <a:pt x="343768" y="21715"/>
                  <a:pt x="344135" y="21609"/>
                </a:cubicBezTo>
                <a:lnTo>
                  <a:pt x="344135" y="24072"/>
                </a:lnTo>
                <a:cubicBezTo>
                  <a:pt x="343320" y="24306"/>
                  <a:pt x="342399" y="24497"/>
                  <a:pt x="341371" y="24644"/>
                </a:cubicBezTo>
                <a:cubicBezTo>
                  <a:pt x="340344" y="24790"/>
                  <a:pt x="339279" y="24864"/>
                  <a:pt x="338177" y="24864"/>
                </a:cubicBezTo>
                <a:cubicBezTo>
                  <a:pt x="336697" y="24864"/>
                  <a:pt x="335422" y="24663"/>
                  <a:pt x="334355" y="24261"/>
                </a:cubicBezTo>
                <a:cubicBezTo>
                  <a:pt x="333287" y="23859"/>
                  <a:pt x="332412" y="23277"/>
                  <a:pt x="331729" y="22513"/>
                </a:cubicBezTo>
                <a:cubicBezTo>
                  <a:pt x="331046" y="21750"/>
                  <a:pt x="330541" y="20814"/>
                  <a:pt x="330214" y="19707"/>
                </a:cubicBezTo>
                <a:cubicBezTo>
                  <a:pt x="329887" y="18599"/>
                  <a:pt x="329723" y="17345"/>
                  <a:pt x="329723" y="15944"/>
                </a:cubicBezTo>
                <a:cubicBezTo>
                  <a:pt x="329723" y="14728"/>
                  <a:pt x="329898" y="13577"/>
                  <a:pt x="330248" y="12492"/>
                </a:cubicBezTo>
                <a:cubicBezTo>
                  <a:pt x="330598" y="11407"/>
                  <a:pt x="331109" y="10455"/>
                  <a:pt x="331781" y="9634"/>
                </a:cubicBezTo>
                <a:cubicBezTo>
                  <a:pt x="332452" y="8813"/>
                  <a:pt x="333276" y="8162"/>
                  <a:pt x="334252" y="7680"/>
                </a:cubicBezTo>
                <a:cubicBezTo>
                  <a:pt x="335227" y="7197"/>
                  <a:pt x="336335" y="6956"/>
                  <a:pt x="337575" y="6956"/>
                </a:cubicBezTo>
                <a:cubicBezTo>
                  <a:pt x="338780" y="6956"/>
                  <a:pt x="339848" y="7146"/>
                  <a:pt x="340777" y="7525"/>
                </a:cubicBezTo>
                <a:cubicBezTo>
                  <a:pt x="341707" y="7903"/>
                  <a:pt x="342491" y="8440"/>
                  <a:pt x="343128" y="9134"/>
                </a:cubicBezTo>
                <a:cubicBezTo>
                  <a:pt x="343765" y="9829"/>
                  <a:pt x="344247" y="10673"/>
                  <a:pt x="344574" y="11666"/>
                </a:cubicBezTo>
                <a:cubicBezTo>
                  <a:pt x="344901" y="12659"/>
                  <a:pt x="345065" y="13769"/>
                  <a:pt x="345065" y="14997"/>
                </a:cubicBezTo>
                <a:moveTo>
                  <a:pt x="341948" y="14567"/>
                </a:moveTo>
                <a:cubicBezTo>
                  <a:pt x="341983" y="13798"/>
                  <a:pt x="341908" y="13095"/>
                  <a:pt x="341724" y="12458"/>
                </a:cubicBezTo>
                <a:cubicBezTo>
                  <a:pt x="341541" y="11821"/>
                  <a:pt x="341257" y="11272"/>
                  <a:pt x="340872" y="10813"/>
                </a:cubicBezTo>
                <a:cubicBezTo>
                  <a:pt x="340488" y="10354"/>
                  <a:pt x="340008" y="9995"/>
                  <a:pt x="339434" y="9737"/>
                </a:cubicBezTo>
                <a:cubicBezTo>
                  <a:pt x="338860" y="9479"/>
                  <a:pt x="338195" y="9350"/>
                  <a:pt x="337437" y="9350"/>
                </a:cubicBezTo>
                <a:cubicBezTo>
                  <a:pt x="336783" y="9350"/>
                  <a:pt x="336186" y="9476"/>
                  <a:pt x="335646" y="9729"/>
                </a:cubicBezTo>
                <a:cubicBezTo>
                  <a:pt x="335107" y="9981"/>
                  <a:pt x="334642" y="10337"/>
                  <a:pt x="334252" y="10796"/>
                </a:cubicBezTo>
                <a:cubicBezTo>
                  <a:pt x="333861" y="11255"/>
                  <a:pt x="333546" y="11806"/>
                  <a:pt x="333305" y="12449"/>
                </a:cubicBezTo>
                <a:cubicBezTo>
                  <a:pt x="333063" y="13092"/>
                  <a:pt x="332914" y="13798"/>
                  <a:pt x="332857" y="14567"/>
                </a:cubicBezTo>
                <a:lnTo>
                  <a:pt x="341948" y="14567"/>
                </a:lnTo>
                <a:close/>
                <a:moveTo>
                  <a:pt x="356030" y="2669"/>
                </a:moveTo>
                <a:lnTo>
                  <a:pt x="350916" y="2669"/>
                </a:lnTo>
                <a:lnTo>
                  <a:pt x="350916" y="207"/>
                </a:lnTo>
                <a:lnTo>
                  <a:pt x="359060" y="207"/>
                </a:lnTo>
                <a:lnTo>
                  <a:pt x="359060" y="22057"/>
                </a:lnTo>
                <a:lnTo>
                  <a:pt x="364208" y="22057"/>
                </a:lnTo>
                <a:lnTo>
                  <a:pt x="364208" y="24554"/>
                </a:lnTo>
                <a:lnTo>
                  <a:pt x="350347" y="24554"/>
                </a:lnTo>
                <a:lnTo>
                  <a:pt x="350347" y="22057"/>
                </a:lnTo>
                <a:lnTo>
                  <a:pt x="356030" y="22057"/>
                </a:lnTo>
                <a:lnTo>
                  <a:pt x="356030" y="2669"/>
                </a:lnTo>
                <a:close/>
                <a:moveTo>
                  <a:pt x="384419" y="14997"/>
                </a:moveTo>
                <a:cubicBezTo>
                  <a:pt x="384419" y="15422"/>
                  <a:pt x="384414" y="15778"/>
                  <a:pt x="384402" y="16065"/>
                </a:cubicBezTo>
                <a:cubicBezTo>
                  <a:pt x="384391" y="16352"/>
                  <a:pt x="384373" y="16622"/>
                  <a:pt x="384351" y="16874"/>
                </a:cubicBezTo>
                <a:lnTo>
                  <a:pt x="372211" y="16874"/>
                </a:lnTo>
                <a:cubicBezTo>
                  <a:pt x="372211" y="18642"/>
                  <a:pt x="372705" y="19999"/>
                  <a:pt x="373692" y="20946"/>
                </a:cubicBezTo>
                <a:cubicBezTo>
                  <a:pt x="374679" y="21893"/>
                  <a:pt x="376103" y="22367"/>
                  <a:pt x="377962" y="22367"/>
                </a:cubicBezTo>
                <a:cubicBezTo>
                  <a:pt x="378467" y="22367"/>
                  <a:pt x="378973" y="22347"/>
                  <a:pt x="379478" y="22306"/>
                </a:cubicBezTo>
                <a:cubicBezTo>
                  <a:pt x="379983" y="22264"/>
                  <a:pt x="380471" y="22209"/>
                  <a:pt x="380941" y="22138"/>
                </a:cubicBezTo>
                <a:cubicBezTo>
                  <a:pt x="381412" y="22068"/>
                  <a:pt x="381862" y="21988"/>
                  <a:pt x="382293" y="21900"/>
                </a:cubicBezTo>
                <a:cubicBezTo>
                  <a:pt x="382723" y="21812"/>
                  <a:pt x="383122" y="21715"/>
                  <a:pt x="383490" y="21609"/>
                </a:cubicBezTo>
                <a:lnTo>
                  <a:pt x="383490" y="24072"/>
                </a:lnTo>
                <a:cubicBezTo>
                  <a:pt x="382675" y="24306"/>
                  <a:pt x="381753" y="24497"/>
                  <a:pt x="380726" y="24644"/>
                </a:cubicBezTo>
                <a:cubicBezTo>
                  <a:pt x="379699" y="24790"/>
                  <a:pt x="378634" y="24864"/>
                  <a:pt x="377532" y="24864"/>
                </a:cubicBezTo>
                <a:cubicBezTo>
                  <a:pt x="376051" y="24864"/>
                  <a:pt x="374777" y="24663"/>
                  <a:pt x="373709" y="24261"/>
                </a:cubicBezTo>
                <a:cubicBezTo>
                  <a:pt x="372642" y="23859"/>
                  <a:pt x="371767" y="23277"/>
                  <a:pt x="371084" y="22513"/>
                </a:cubicBezTo>
                <a:cubicBezTo>
                  <a:pt x="370401" y="21750"/>
                  <a:pt x="369895" y="20814"/>
                  <a:pt x="369568" y="19707"/>
                </a:cubicBezTo>
                <a:cubicBezTo>
                  <a:pt x="369241" y="18599"/>
                  <a:pt x="369078" y="17345"/>
                  <a:pt x="369078" y="15944"/>
                </a:cubicBezTo>
                <a:cubicBezTo>
                  <a:pt x="369078" y="14728"/>
                  <a:pt x="369253" y="13577"/>
                  <a:pt x="369603" y="12492"/>
                </a:cubicBezTo>
                <a:cubicBezTo>
                  <a:pt x="369953" y="11407"/>
                  <a:pt x="370464" y="10455"/>
                  <a:pt x="371135" y="9634"/>
                </a:cubicBezTo>
                <a:cubicBezTo>
                  <a:pt x="371807" y="8813"/>
                  <a:pt x="372630" y="8162"/>
                  <a:pt x="373606" y="7680"/>
                </a:cubicBezTo>
                <a:cubicBezTo>
                  <a:pt x="374582" y="7197"/>
                  <a:pt x="375690" y="6956"/>
                  <a:pt x="376929" y="6956"/>
                </a:cubicBezTo>
                <a:cubicBezTo>
                  <a:pt x="378135" y="6956"/>
                  <a:pt x="379202" y="7146"/>
                  <a:pt x="380132" y="7525"/>
                </a:cubicBezTo>
                <a:cubicBezTo>
                  <a:pt x="381062" y="7903"/>
                  <a:pt x="381845" y="8440"/>
                  <a:pt x="382482" y="9134"/>
                </a:cubicBezTo>
                <a:cubicBezTo>
                  <a:pt x="383119" y="9829"/>
                  <a:pt x="383602" y="10673"/>
                  <a:pt x="383929" y="11666"/>
                </a:cubicBezTo>
                <a:cubicBezTo>
                  <a:pt x="384256" y="12659"/>
                  <a:pt x="384419" y="13769"/>
                  <a:pt x="384419" y="14997"/>
                </a:cubicBezTo>
                <a:moveTo>
                  <a:pt x="381303" y="14567"/>
                </a:moveTo>
                <a:cubicBezTo>
                  <a:pt x="381337" y="13798"/>
                  <a:pt x="381263" y="13095"/>
                  <a:pt x="381079" y="12458"/>
                </a:cubicBezTo>
                <a:cubicBezTo>
                  <a:pt x="380895" y="11821"/>
                  <a:pt x="380611" y="11272"/>
                  <a:pt x="380227" y="10813"/>
                </a:cubicBezTo>
                <a:cubicBezTo>
                  <a:pt x="379842" y="10354"/>
                  <a:pt x="379363" y="9995"/>
                  <a:pt x="378789" y="9737"/>
                </a:cubicBezTo>
                <a:cubicBezTo>
                  <a:pt x="378215" y="9479"/>
                  <a:pt x="377549" y="9350"/>
                  <a:pt x="376792" y="9350"/>
                </a:cubicBezTo>
                <a:cubicBezTo>
                  <a:pt x="376137" y="9350"/>
                  <a:pt x="375540" y="9476"/>
                  <a:pt x="375001" y="9729"/>
                </a:cubicBezTo>
                <a:cubicBezTo>
                  <a:pt x="374461" y="9981"/>
                  <a:pt x="373996" y="10337"/>
                  <a:pt x="373606" y="10796"/>
                </a:cubicBezTo>
                <a:cubicBezTo>
                  <a:pt x="373216" y="11255"/>
                  <a:pt x="372900" y="11806"/>
                  <a:pt x="372659" y="12449"/>
                </a:cubicBezTo>
                <a:cubicBezTo>
                  <a:pt x="372418" y="13092"/>
                  <a:pt x="372269" y="13798"/>
                  <a:pt x="372211" y="14567"/>
                </a:cubicBezTo>
                <a:lnTo>
                  <a:pt x="381303" y="14567"/>
                </a:lnTo>
                <a:close/>
                <a:moveTo>
                  <a:pt x="402926" y="23917"/>
                </a:moveTo>
                <a:cubicBezTo>
                  <a:pt x="402145" y="24215"/>
                  <a:pt x="401344" y="24436"/>
                  <a:pt x="400524" y="24580"/>
                </a:cubicBezTo>
                <a:cubicBezTo>
                  <a:pt x="399703" y="24723"/>
                  <a:pt x="398856" y="24795"/>
                  <a:pt x="397984" y="24795"/>
                </a:cubicBezTo>
                <a:cubicBezTo>
                  <a:pt x="395252" y="24795"/>
                  <a:pt x="393148" y="24054"/>
                  <a:pt x="391673" y="22574"/>
                </a:cubicBezTo>
                <a:cubicBezTo>
                  <a:pt x="390198" y="21093"/>
                  <a:pt x="389461" y="18929"/>
                  <a:pt x="389461" y="16082"/>
                </a:cubicBezTo>
                <a:cubicBezTo>
                  <a:pt x="389461" y="14716"/>
                  <a:pt x="389673" y="13476"/>
                  <a:pt x="390098" y="12363"/>
                </a:cubicBezTo>
                <a:cubicBezTo>
                  <a:pt x="390522" y="11250"/>
                  <a:pt x="391119" y="10297"/>
                  <a:pt x="391889" y="9505"/>
                </a:cubicBezTo>
                <a:cubicBezTo>
                  <a:pt x="392658" y="8713"/>
                  <a:pt x="393576" y="8101"/>
                  <a:pt x="394643" y="7671"/>
                </a:cubicBezTo>
                <a:cubicBezTo>
                  <a:pt x="395711" y="7240"/>
                  <a:pt x="396888" y="7025"/>
                  <a:pt x="398173" y="7025"/>
                </a:cubicBezTo>
                <a:cubicBezTo>
                  <a:pt x="399069" y="7025"/>
                  <a:pt x="399907" y="7090"/>
                  <a:pt x="400687" y="7219"/>
                </a:cubicBezTo>
                <a:cubicBezTo>
                  <a:pt x="401468" y="7348"/>
                  <a:pt x="402214" y="7559"/>
                  <a:pt x="402926" y="7852"/>
                </a:cubicBezTo>
                <a:lnTo>
                  <a:pt x="402926" y="10710"/>
                </a:lnTo>
                <a:cubicBezTo>
                  <a:pt x="402180" y="10314"/>
                  <a:pt x="401419" y="10025"/>
                  <a:pt x="400644" y="9845"/>
                </a:cubicBezTo>
                <a:cubicBezTo>
                  <a:pt x="399869" y="9664"/>
                  <a:pt x="399069" y="9574"/>
                  <a:pt x="398242" y="9574"/>
                </a:cubicBezTo>
                <a:cubicBezTo>
                  <a:pt x="397473" y="9574"/>
                  <a:pt x="396747" y="9720"/>
                  <a:pt x="396064" y="10013"/>
                </a:cubicBezTo>
                <a:cubicBezTo>
                  <a:pt x="395381" y="10305"/>
                  <a:pt x="394781" y="10727"/>
                  <a:pt x="394265" y="11278"/>
                </a:cubicBezTo>
                <a:cubicBezTo>
                  <a:pt x="393748" y="11829"/>
                  <a:pt x="393341" y="12501"/>
                  <a:pt x="393042" y="13293"/>
                </a:cubicBezTo>
                <a:cubicBezTo>
                  <a:pt x="392744" y="14085"/>
                  <a:pt x="392594" y="14980"/>
                  <a:pt x="392594" y="15979"/>
                </a:cubicBezTo>
                <a:cubicBezTo>
                  <a:pt x="392594" y="18068"/>
                  <a:pt x="393102" y="19632"/>
                  <a:pt x="394118" y="20671"/>
                </a:cubicBezTo>
                <a:cubicBezTo>
                  <a:pt x="395134" y="21710"/>
                  <a:pt x="396543" y="22229"/>
                  <a:pt x="398345" y="22229"/>
                </a:cubicBezTo>
                <a:cubicBezTo>
                  <a:pt x="399161" y="22229"/>
                  <a:pt x="399950" y="22137"/>
                  <a:pt x="400713" y="21954"/>
                </a:cubicBezTo>
                <a:cubicBezTo>
                  <a:pt x="401476" y="21770"/>
                  <a:pt x="402214" y="21495"/>
                  <a:pt x="402926" y="21127"/>
                </a:cubicBezTo>
                <a:lnTo>
                  <a:pt x="402926" y="23917"/>
                </a:lnTo>
                <a:close/>
                <a:moveTo>
                  <a:pt x="422080" y="24295"/>
                </a:moveTo>
                <a:cubicBezTo>
                  <a:pt x="421402" y="24474"/>
                  <a:pt x="420702" y="24601"/>
                  <a:pt x="419979" y="24679"/>
                </a:cubicBezTo>
                <a:cubicBezTo>
                  <a:pt x="419256" y="24756"/>
                  <a:pt x="418521" y="24795"/>
                  <a:pt x="417775" y="24795"/>
                </a:cubicBezTo>
                <a:cubicBezTo>
                  <a:pt x="415605" y="24795"/>
                  <a:pt x="413987" y="24304"/>
                  <a:pt x="412919" y="23323"/>
                </a:cubicBezTo>
                <a:cubicBezTo>
                  <a:pt x="411852" y="22341"/>
                  <a:pt x="411318" y="20835"/>
                  <a:pt x="411318" y="18803"/>
                </a:cubicBezTo>
                <a:lnTo>
                  <a:pt x="411318" y="9780"/>
                </a:lnTo>
                <a:lnTo>
                  <a:pt x="406479" y="9780"/>
                </a:lnTo>
                <a:lnTo>
                  <a:pt x="406479" y="7266"/>
                </a:lnTo>
                <a:lnTo>
                  <a:pt x="411318" y="7266"/>
                </a:lnTo>
                <a:lnTo>
                  <a:pt x="411318" y="2499"/>
                </a:lnTo>
                <a:lnTo>
                  <a:pt x="414314" y="1722"/>
                </a:lnTo>
                <a:lnTo>
                  <a:pt x="414314" y="7266"/>
                </a:lnTo>
                <a:lnTo>
                  <a:pt x="422080" y="7266"/>
                </a:lnTo>
                <a:lnTo>
                  <a:pt x="422080" y="9780"/>
                </a:lnTo>
                <a:lnTo>
                  <a:pt x="414314" y="9780"/>
                </a:lnTo>
                <a:lnTo>
                  <a:pt x="414314" y="18562"/>
                </a:lnTo>
                <a:cubicBezTo>
                  <a:pt x="414314" y="19801"/>
                  <a:pt x="414644" y="20728"/>
                  <a:pt x="415304" y="21343"/>
                </a:cubicBezTo>
                <a:cubicBezTo>
                  <a:pt x="415964" y="21957"/>
                  <a:pt x="416937" y="22264"/>
                  <a:pt x="418223" y="22264"/>
                </a:cubicBezTo>
                <a:cubicBezTo>
                  <a:pt x="418774" y="22264"/>
                  <a:pt x="419376" y="22219"/>
                  <a:pt x="420031" y="22131"/>
                </a:cubicBezTo>
                <a:cubicBezTo>
                  <a:pt x="420685" y="22042"/>
                  <a:pt x="421368" y="21902"/>
                  <a:pt x="422080" y="21713"/>
                </a:cubicBezTo>
                <a:lnTo>
                  <a:pt x="422080" y="24295"/>
                </a:lnTo>
                <a:close/>
                <a:moveTo>
                  <a:pt x="434628" y="19130"/>
                </a:moveTo>
                <a:cubicBezTo>
                  <a:pt x="435018" y="19130"/>
                  <a:pt x="435389" y="19205"/>
                  <a:pt x="435739" y="19354"/>
                </a:cubicBezTo>
                <a:cubicBezTo>
                  <a:pt x="436089" y="19503"/>
                  <a:pt x="436393" y="19710"/>
                  <a:pt x="436651" y="19974"/>
                </a:cubicBezTo>
                <a:cubicBezTo>
                  <a:pt x="436910" y="20238"/>
                  <a:pt x="437113" y="20545"/>
                  <a:pt x="437263" y="20895"/>
                </a:cubicBezTo>
                <a:cubicBezTo>
                  <a:pt x="437412" y="21245"/>
                  <a:pt x="437486" y="21621"/>
                  <a:pt x="437486" y="22023"/>
                </a:cubicBezTo>
                <a:cubicBezTo>
                  <a:pt x="437486" y="22413"/>
                  <a:pt x="437412" y="22780"/>
                  <a:pt x="437263" y="23125"/>
                </a:cubicBezTo>
                <a:cubicBezTo>
                  <a:pt x="437113" y="23469"/>
                  <a:pt x="436910" y="23770"/>
                  <a:pt x="436651" y="24029"/>
                </a:cubicBezTo>
                <a:cubicBezTo>
                  <a:pt x="436393" y="24287"/>
                  <a:pt x="436089" y="24491"/>
                  <a:pt x="435739" y="24640"/>
                </a:cubicBezTo>
                <a:cubicBezTo>
                  <a:pt x="435389" y="24789"/>
                  <a:pt x="435018" y="24864"/>
                  <a:pt x="434628" y="24864"/>
                </a:cubicBezTo>
                <a:cubicBezTo>
                  <a:pt x="434226" y="24864"/>
                  <a:pt x="433853" y="24789"/>
                  <a:pt x="433509" y="24640"/>
                </a:cubicBezTo>
                <a:cubicBezTo>
                  <a:pt x="433165" y="24491"/>
                  <a:pt x="432863" y="24287"/>
                  <a:pt x="432605" y="24029"/>
                </a:cubicBezTo>
                <a:cubicBezTo>
                  <a:pt x="432347" y="23770"/>
                  <a:pt x="432143" y="23469"/>
                  <a:pt x="431994" y="23125"/>
                </a:cubicBezTo>
                <a:cubicBezTo>
                  <a:pt x="431844" y="22780"/>
                  <a:pt x="431770" y="22413"/>
                  <a:pt x="431770" y="22023"/>
                </a:cubicBezTo>
                <a:cubicBezTo>
                  <a:pt x="431770" y="21621"/>
                  <a:pt x="431844" y="21245"/>
                  <a:pt x="431994" y="20895"/>
                </a:cubicBezTo>
                <a:cubicBezTo>
                  <a:pt x="432143" y="20545"/>
                  <a:pt x="432347" y="20238"/>
                  <a:pt x="432605" y="19974"/>
                </a:cubicBezTo>
                <a:cubicBezTo>
                  <a:pt x="432863" y="19710"/>
                  <a:pt x="433165" y="19503"/>
                  <a:pt x="433509" y="19354"/>
                </a:cubicBezTo>
                <a:cubicBezTo>
                  <a:pt x="433853" y="19205"/>
                  <a:pt x="434226" y="19130"/>
                  <a:pt x="434628" y="19130"/>
                </a:cubicBezTo>
                <a:close/>
                <a:moveTo>
                  <a:pt x="459212" y="7266"/>
                </a:moveTo>
                <a:lnTo>
                  <a:pt x="459212" y="24244"/>
                </a:lnTo>
                <a:cubicBezTo>
                  <a:pt x="459212" y="25449"/>
                  <a:pt x="459040" y="26520"/>
                  <a:pt x="458696" y="27455"/>
                </a:cubicBezTo>
                <a:cubicBezTo>
                  <a:pt x="458352" y="28391"/>
                  <a:pt x="457858" y="29180"/>
                  <a:pt x="457215" y="29823"/>
                </a:cubicBezTo>
                <a:cubicBezTo>
                  <a:pt x="456572" y="30466"/>
                  <a:pt x="455783" y="30953"/>
                  <a:pt x="454848" y="31286"/>
                </a:cubicBezTo>
                <a:cubicBezTo>
                  <a:pt x="453912" y="31619"/>
                  <a:pt x="452859" y="31786"/>
                  <a:pt x="451688" y="31786"/>
                </a:cubicBezTo>
                <a:cubicBezTo>
                  <a:pt x="450838" y="31786"/>
                  <a:pt x="450009" y="31707"/>
                  <a:pt x="449200" y="31548"/>
                </a:cubicBezTo>
                <a:cubicBezTo>
                  <a:pt x="448391" y="31390"/>
                  <a:pt x="447659" y="31171"/>
                  <a:pt x="447004" y="30890"/>
                </a:cubicBezTo>
                <a:lnTo>
                  <a:pt x="447004" y="28032"/>
                </a:lnTo>
                <a:cubicBezTo>
                  <a:pt x="447360" y="28218"/>
                  <a:pt x="447742" y="28387"/>
                  <a:pt x="448149" y="28538"/>
                </a:cubicBezTo>
                <a:cubicBezTo>
                  <a:pt x="448557" y="28690"/>
                  <a:pt x="448976" y="28818"/>
                  <a:pt x="449406" y="28922"/>
                </a:cubicBezTo>
                <a:cubicBezTo>
                  <a:pt x="449837" y="29028"/>
                  <a:pt x="450270" y="29106"/>
                  <a:pt x="450706" y="29159"/>
                </a:cubicBezTo>
                <a:cubicBezTo>
                  <a:pt x="451143" y="29211"/>
                  <a:pt x="451567" y="29237"/>
                  <a:pt x="451981" y="29237"/>
                </a:cubicBezTo>
                <a:cubicBezTo>
                  <a:pt x="453289" y="29237"/>
                  <a:pt x="454317" y="28824"/>
                  <a:pt x="455063" y="27998"/>
                </a:cubicBezTo>
                <a:cubicBezTo>
                  <a:pt x="455809" y="27171"/>
                  <a:pt x="456182" y="25954"/>
                  <a:pt x="456182" y="24347"/>
                </a:cubicBezTo>
                <a:lnTo>
                  <a:pt x="456182" y="9746"/>
                </a:lnTo>
                <a:lnTo>
                  <a:pt x="447710" y="9746"/>
                </a:lnTo>
                <a:lnTo>
                  <a:pt x="447710" y="7266"/>
                </a:lnTo>
                <a:lnTo>
                  <a:pt x="459212" y="7266"/>
                </a:lnTo>
                <a:moveTo>
                  <a:pt x="457405" y="0"/>
                </a:moveTo>
                <a:cubicBezTo>
                  <a:pt x="457737" y="0"/>
                  <a:pt x="458047" y="60"/>
                  <a:pt x="458334" y="181"/>
                </a:cubicBezTo>
                <a:cubicBezTo>
                  <a:pt x="458621" y="301"/>
                  <a:pt x="458871" y="471"/>
                  <a:pt x="459083" y="689"/>
                </a:cubicBezTo>
                <a:cubicBezTo>
                  <a:pt x="459296" y="907"/>
                  <a:pt x="459462" y="1159"/>
                  <a:pt x="459583" y="1446"/>
                </a:cubicBezTo>
                <a:cubicBezTo>
                  <a:pt x="459703" y="1733"/>
                  <a:pt x="459763" y="2038"/>
                  <a:pt x="459763" y="2359"/>
                </a:cubicBezTo>
                <a:cubicBezTo>
                  <a:pt x="459763" y="2692"/>
                  <a:pt x="459703" y="2999"/>
                  <a:pt x="459583" y="3280"/>
                </a:cubicBezTo>
                <a:cubicBezTo>
                  <a:pt x="459462" y="3561"/>
                  <a:pt x="459296" y="3811"/>
                  <a:pt x="459083" y="4029"/>
                </a:cubicBezTo>
                <a:cubicBezTo>
                  <a:pt x="458871" y="4247"/>
                  <a:pt x="458621" y="4417"/>
                  <a:pt x="458334" y="4537"/>
                </a:cubicBezTo>
                <a:cubicBezTo>
                  <a:pt x="458047" y="4658"/>
                  <a:pt x="457737" y="4718"/>
                  <a:pt x="457405" y="4718"/>
                </a:cubicBezTo>
                <a:cubicBezTo>
                  <a:pt x="457072" y="4718"/>
                  <a:pt x="456762" y="4658"/>
                  <a:pt x="456475" y="4537"/>
                </a:cubicBezTo>
                <a:cubicBezTo>
                  <a:pt x="456188" y="4417"/>
                  <a:pt x="455938" y="4247"/>
                  <a:pt x="455726" y="4029"/>
                </a:cubicBezTo>
                <a:cubicBezTo>
                  <a:pt x="455513" y="3811"/>
                  <a:pt x="455347" y="3561"/>
                  <a:pt x="455226" y="3280"/>
                </a:cubicBezTo>
                <a:cubicBezTo>
                  <a:pt x="455106" y="2999"/>
                  <a:pt x="455046" y="2692"/>
                  <a:pt x="455046" y="2359"/>
                </a:cubicBezTo>
                <a:cubicBezTo>
                  <a:pt x="455046" y="2038"/>
                  <a:pt x="455106" y="1733"/>
                  <a:pt x="455226" y="1446"/>
                </a:cubicBezTo>
                <a:cubicBezTo>
                  <a:pt x="455347" y="1159"/>
                  <a:pt x="455513" y="907"/>
                  <a:pt x="455726" y="689"/>
                </a:cubicBezTo>
                <a:cubicBezTo>
                  <a:pt x="455938" y="471"/>
                  <a:pt x="456188" y="301"/>
                  <a:pt x="456475" y="181"/>
                </a:cubicBezTo>
                <a:cubicBezTo>
                  <a:pt x="456762" y="60"/>
                  <a:pt x="457072" y="0"/>
                  <a:pt x="457405" y="0"/>
                </a:cubicBezTo>
                <a:close/>
                <a:moveTo>
                  <a:pt x="480870" y="19836"/>
                </a:moveTo>
                <a:cubicBezTo>
                  <a:pt x="480870" y="20444"/>
                  <a:pt x="480767" y="20990"/>
                  <a:pt x="480560" y="21472"/>
                </a:cubicBezTo>
                <a:cubicBezTo>
                  <a:pt x="480353" y="21954"/>
                  <a:pt x="480072" y="22381"/>
                  <a:pt x="479716" y="22754"/>
                </a:cubicBezTo>
                <a:cubicBezTo>
                  <a:pt x="479360" y="23127"/>
                  <a:pt x="478947" y="23446"/>
                  <a:pt x="478477" y="23710"/>
                </a:cubicBezTo>
                <a:cubicBezTo>
                  <a:pt x="478006" y="23974"/>
                  <a:pt x="477504" y="24192"/>
                  <a:pt x="476970" y="24364"/>
                </a:cubicBezTo>
                <a:cubicBezTo>
                  <a:pt x="476436" y="24537"/>
                  <a:pt x="475888" y="24663"/>
                  <a:pt x="475326" y="24743"/>
                </a:cubicBezTo>
                <a:cubicBezTo>
                  <a:pt x="474763" y="24824"/>
                  <a:pt x="474212" y="24864"/>
                  <a:pt x="473673" y="24864"/>
                </a:cubicBezTo>
                <a:cubicBezTo>
                  <a:pt x="472502" y="24864"/>
                  <a:pt x="471425" y="24812"/>
                  <a:pt x="470444" y="24709"/>
                </a:cubicBezTo>
                <a:cubicBezTo>
                  <a:pt x="469463" y="24605"/>
                  <a:pt x="468501" y="24439"/>
                  <a:pt x="467560" y="24209"/>
                </a:cubicBezTo>
                <a:lnTo>
                  <a:pt x="467560" y="21454"/>
                </a:lnTo>
                <a:cubicBezTo>
                  <a:pt x="468570" y="21741"/>
                  <a:pt x="469574" y="21960"/>
                  <a:pt x="470573" y="22109"/>
                </a:cubicBezTo>
                <a:cubicBezTo>
                  <a:pt x="471572" y="22258"/>
                  <a:pt x="472565" y="22333"/>
                  <a:pt x="473552" y="22333"/>
                </a:cubicBezTo>
                <a:cubicBezTo>
                  <a:pt x="474987" y="22333"/>
                  <a:pt x="476049" y="22137"/>
                  <a:pt x="476737" y="21747"/>
                </a:cubicBezTo>
                <a:cubicBezTo>
                  <a:pt x="477426" y="21357"/>
                  <a:pt x="477771" y="20800"/>
                  <a:pt x="477771" y="20077"/>
                </a:cubicBezTo>
                <a:cubicBezTo>
                  <a:pt x="477771" y="19767"/>
                  <a:pt x="477716" y="19489"/>
                  <a:pt x="477607" y="19242"/>
                </a:cubicBezTo>
                <a:cubicBezTo>
                  <a:pt x="477498" y="18995"/>
                  <a:pt x="477300" y="18760"/>
                  <a:pt x="477013" y="18536"/>
                </a:cubicBezTo>
                <a:cubicBezTo>
                  <a:pt x="476726" y="18312"/>
                  <a:pt x="476281" y="18080"/>
                  <a:pt x="475678" y="17839"/>
                </a:cubicBezTo>
                <a:cubicBezTo>
                  <a:pt x="475076" y="17597"/>
                  <a:pt x="474252" y="17322"/>
                  <a:pt x="473208" y="17012"/>
                </a:cubicBezTo>
                <a:cubicBezTo>
                  <a:pt x="472427" y="16782"/>
                  <a:pt x="471707" y="16521"/>
                  <a:pt x="471047" y="16229"/>
                </a:cubicBezTo>
                <a:cubicBezTo>
                  <a:pt x="470387" y="15936"/>
                  <a:pt x="469816" y="15589"/>
                  <a:pt x="469333" y="15187"/>
                </a:cubicBezTo>
                <a:cubicBezTo>
                  <a:pt x="468851" y="14785"/>
                  <a:pt x="468472" y="14314"/>
                  <a:pt x="468197" y="13775"/>
                </a:cubicBezTo>
                <a:cubicBezTo>
                  <a:pt x="467921" y="13235"/>
                  <a:pt x="467784" y="12598"/>
                  <a:pt x="467784" y="11864"/>
                </a:cubicBezTo>
                <a:cubicBezTo>
                  <a:pt x="467784" y="11382"/>
                  <a:pt x="467896" y="10853"/>
                  <a:pt x="468120" y="10280"/>
                </a:cubicBezTo>
                <a:cubicBezTo>
                  <a:pt x="468343" y="9706"/>
                  <a:pt x="468725" y="9172"/>
                  <a:pt x="469265" y="8678"/>
                </a:cubicBezTo>
                <a:cubicBezTo>
                  <a:pt x="469804" y="8185"/>
                  <a:pt x="470533" y="7774"/>
                  <a:pt x="471451" y="7447"/>
                </a:cubicBezTo>
                <a:cubicBezTo>
                  <a:pt x="472370" y="7120"/>
                  <a:pt x="473518" y="6956"/>
                  <a:pt x="474895" y="6956"/>
                </a:cubicBezTo>
                <a:cubicBezTo>
                  <a:pt x="475572" y="6956"/>
                  <a:pt x="476324" y="6994"/>
                  <a:pt x="477151" y="7068"/>
                </a:cubicBezTo>
                <a:cubicBezTo>
                  <a:pt x="477977" y="7143"/>
                  <a:pt x="478838" y="7272"/>
                  <a:pt x="479733" y="7456"/>
                </a:cubicBezTo>
                <a:lnTo>
                  <a:pt x="479733" y="10125"/>
                </a:lnTo>
                <a:cubicBezTo>
                  <a:pt x="478792" y="9895"/>
                  <a:pt x="477900" y="9726"/>
                  <a:pt x="477056" y="9617"/>
                </a:cubicBezTo>
                <a:cubicBezTo>
                  <a:pt x="476212" y="9508"/>
                  <a:pt x="475480" y="9453"/>
                  <a:pt x="474861" y="9453"/>
                </a:cubicBezTo>
                <a:cubicBezTo>
                  <a:pt x="474114" y="9453"/>
                  <a:pt x="473486" y="9510"/>
                  <a:pt x="472975" y="9625"/>
                </a:cubicBezTo>
                <a:cubicBezTo>
                  <a:pt x="472464" y="9740"/>
                  <a:pt x="472051" y="9898"/>
                  <a:pt x="471735" y="10099"/>
                </a:cubicBezTo>
                <a:cubicBezTo>
                  <a:pt x="471420" y="10300"/>
                  <a:pt x="471193" y="10535"/>
                  <a:pt x="471055" y="10805"/>
                </a:cubicBezTo>
                <a:cubicBezTo>
                  <a:pt x="470918" y="11074"/>
                  <a:pt x="470849" y="11364"/>
                  <a:pt x="470849" y="11674"/>
                </a:cubicBezTo>
                <a:cubicBezTo>
                  <a:pt x="470849" y="11984"/>
                  <a:pt x="470909" y="12265"/>
                  <a:pt x="471029" y="12518"/>
                </a:cubicBezTo>
                <a:cubicBezTo>
                  <a:pt x="471150" y="12770"/>
                  <a:pt x="471374" y="13014"/>
                  <a:pt x="471701" y="13250"/>
                </a:cubicBezTo>
                <a:cubicBezTo>
                  <a:pt x="472028" y="13485"/>
                  <a:pt x="472484" y="13720"/>
                  <a:pt x="473070" y="13956"/>
                </a:cubicBezTo>
                <a:cubicBezTo>
                  <a:pt x="473655" y="14191"/>
                  <a:pt x="474419" y="14446"/>
                  <a:pt x="475360" y="14722"/>
                </a:cubicBezTo>
                <a:cubicBezTo>
                  <a:pt x="476382" y="15020"/>
                  <a:pt x="477243" y="15333"/>
                  <a:pt x="477943" y="15660"/>
                </a:cubicBezTo>
                <a:cubicBezTo>
                  <a:pt x="478643" y="15988"/>
                  <a:pt x="479211" y="16352"/>
                  <a:pt x="479647" y="16754"/>
                </a:cubicBezTo>
                <a:cubicBezTo>
                  <a:pt x="480084" y="17156"/>
                  <a:pt x="480396" y="17609"/>
                  <a:pt x="480586" y="18114"/>
                </a:cubicBezTo>
                <a:cubicBezTo>
                  <a:pt x="480775" y="18619"/>
                  <a:pt x="480870" y="19193"/>
                  <a:pt x="480870" y="19836"/>
                </a:cubicBezTo>
                <a:close/>
                <a:moveTo>
                  <a:pt x="501418" y="24554"/>
                </a:moveTo>
                <a:lnTo>
                  <a:pt x="497441" y="24554"/>
                </a:lnTo>
                <a:lnTo>
                  <a:pt x="492775" y="17959"/>
                </a:lnTo>
                <a:lnTo>
                  <a:pt x="488160" y="24554"/>
                </a:lnTo>
                <a:lnTo>
                  <a:pt x="484286" y="24554"/>
                </a:lnTo>
                <a:lnTo>
                  <a:pt x="490984" y="15876"/>
                </a:lnTo>
                <a:lnTo>
                  <a:pt x="484596" y="7266"/>
                </a:lnTo>
                <a:lnTo>
                  <a:pt x="488435" y="7266"/>
                </a:lnTo>
                <a:lnTo>
                  <a:pt x="492981" y="13913"/>
                </a:lnTo>
                <a:lnTo>
                  <a:pt x="497441" y="7266"/>
                </a:lnTo>
                <a:lnTo>
                  <a:pt x="501143" y="7266"/>
                </a:lnTo>
                <a:lnTo>
                  <a:pt x="494651" y="15944"/>
                </a:lnTo>
                <a:lnTo>
                  <a:pt x="501418" y="24554"/>
                </a:lnTo>
                <a:close/>
              </a:path>
            </a:pathLst>
          </a:custGeom>
          <a:solidFill xmlns:a="http://schemas.openxmlformats.org/drawingml/2006/main">
            <a:srgbClr val="569C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Text index25bbe4168..aff227084100644">
            <a:extLst xmlns:a="http://schemas.openxmlformats.org/drawingml/2006/main">
              <a:ext uri="{FF2B5EF4-FFF2-40B4-BE49-F238E27FC236}">
                <a16:creationId xmlns:a16="http://schemas.microsoft.com/office/drawing/2014/main" id="{8B08E9C3-0472-46E9-946D-968A4A57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757" y="8641778"/>
            <a:ext cx="638025" cy="24864"/>
          </a:xfrm>
          <a:custGeom xmlns:a="http://schemas.openxmlformats.org/drawingml/2006/main">
            <a:pathLst>
              <a:path w="638025" h="24864">
                <a:moveTo>
                  <a:pt x="5682" y="9746"/>
                </a:moveTo>
                <a:lnTo>
                  <a:pt x="568" y="9746"/>
                </a:lnTo>
                <a:lnTo>
                  <a:pt x="568" y="7266"/>
                </a:lnTo>
                <a:lnTo>
                  <a:pt x="8713" y="7266"/>
                </a:lnTo>
                <a:lnTo>
                  <a:pt x="8713" y="22057"/>
                </a:lnTo>
                <a:lnTo>
                  <a:pt x="13861" y="22057"/>
                </a:lnTo>
                <a:lnTo>
                  <a:pt x="13861" y="24554"/>
                </a:lnTo>
                <a:lnTo>
                  <a:pt x="0" y="24554"/>
                </a:lnTo>
                <a:lnTo>
                  <a:pt x="0" y="22057"/>
                </a:lnTo>
                <a:lnTo>
                  <a:pt x="5682" y="22057"/>
                </a:lnTo>
                <a:lnTo>
                  <a:pt x="5682" y="9746"/>
                </a:lnTo>
                <a:moveTo>
                  <a:pt x="6732" y="0"/>
                </a:moveTo>
                <a:cubicBezTo>
                  <a:pt x="7065" y="0"/>
                  <a:pt x="7375" y="60"/>
                  <a:pt x="7662" y="181"/>
                </a:cubicBezTo>
                <a:cubicBezTo>
                  <a:pt x="7949" y="301"/>
                  <a:pt x="8199" y="471"/>
                  <a:pt x="8411" y="689"/>
                </a:cubicBezTo>
                <a:cubicBezTo>
                  <a:pt x="8624" y="907"/>
                  <a:pt x="8790" y="1157"/>
                  <a:pt x="8911" y="1438"/>
                </a:cubicBezTo>
                <a:cubicBezTo>
                  <a:pt x="9031" y="1719"/>
                  <a:pt x="9091" y="2026"/>
                  <a:pt x="9091" y="2359"/>
                </a:cubicBezTo>
                <a:cubicBezTo>
                  <a:pt x="9091" y="2680"/>
                  <a:pt x="9031" y="2985"/>
                  <a:pt x="8911" y="3272"/>
                </a:cubicBezTo>
                <a:cubicBezTo>
                  <a:pt x="8790" y="3559"/>
                  <a:pt x="8624" y="3811"/>
                  <a:pt x="8411" y="4029"/>
                </a:cubicBezTo>
                <a:cubicBezTo>
                  <a:pt x="8199" y="4247"/>
                  <a:pt x="7949" y="4417"/>
                  <a:pt x="7662" y="4537"/>
                </a:cubicBezTo>
                <a:cubicBezTo>
                  <a:pt x="7375" y="4658"/>
                  <a:pt x="7065" y="4718"/>
                  <a:pt x="6732" y="4718"/>
                </a:cubicBezTo>
                <a:cubicBezTo>
                  <a:pt x="6400" y="4718"/>
                  <a:pt x="6090" y="4658"/>
                  <a:pt x="5803" y="4537"/>
                </a:cubicBezTo>
                <a:cubicBezTo>
                  <a:pt x="5516" y="4417"/>
                  <a:pt x="5266" y="4247"/>
                  <a:pt x="5054" y="4029"/>
                </a:cubicBezTo>
                <a:cubicBezTo>
                  <a:pt x="4841" y="3811"/>
                  <a:pt x="4675" y="3559"/>
                  <a:pt x="4554" y="3272"/>
                </a:cubicBezTo>
                <a:cubicBezTo>
                  <a:pt x="4434" y="2985"/>
                  <a:pt x="4374" y="2680"/>
                  <a:pt x="4374" y="2359"/>
                </a:cubicBezTo>
                <a:cubicBezTo>
                  <a:pt x="4374" y="2026"/>
                  <a:pt x="4434" y="1719"/>
                  <a:pt x="4554" y="1438"/>
                </a:cubicBezTo>
                <a:cubicBezTo>
                  <a:pt x="4675" y="1157"/>
                  <a:pt x="4841" y="907"/>
                  <a:pt x="5054" y="689"/>
                </a:cubicBezTo>
                <a:cubicBezTo>
                  <a:pt x="5266" y="471"/>
                  <a:pt x="5516" y="301"/>
                  <a:pt x="5803" y="181"/>
                </a:cubicBezTo>
                <a:cubicBezTo>
                  <a:pt x="6090" y="60"/>
                  <a:pt x="6400" y="0"/>
                  <a:pt x="6732" y="0"/>
                </a:cubicBezTo>
                <a:close/>
                <a:moveTo>
                  <a:pt x="19470" y="7266"/>
                </a:moveTo>
                <a:lnTo>
                  <a:pt x="22139" y="7266"/>
                </a:lnTo>
                <a:lnTo>
                  <a:pt x="22260" y="10056"/>
                </a:lnTo>
                <a:cubicBezTo>
                  <a:pt x="22765" y="9459"/>
                  <a:pt x="23253" y="8962"/>
                  <a:pt x="23723" y="8566"/>
                </a:cubicBezTo>
                <a:cubicBezTo>
                  <a:pt x="24194" y="8170"/>
                  <a:pt x="24656" y="7852"/>
                  <a:pt x="25110" y="7611"/>
                </a:cubicBezTo>
                <a:cubicBezTo>
                  <a:pt x="25563" y="7370"/>
                  <a:pt x="26025" y="7200"/>
                  <a:pt x="26496" y="7103"/>
                </a:cubicBezTo>
                <a:cubicBezTo>
                  <a:pt x="26966" y="7005"/>
                  <a:pt x="27454" y="6956"/>
                  <a:pt x="27959" y="6956"/>
                </a:cubicBezTo>
                <a:cubicBezTo>
                  <a:pt x="29739" y="6956"/>
                  <a:pt x="31084" y="7481"/>
                  <a:pt x="31997" y="8532"/>
                </a:cubicBezTo>
                <a:cubicBezTo>
                  <a:pt x="32910" y="9582"/>
                  <a:pt x="33366" y="11163"/>
                  <a:pt x="33366" y="13276"/>
                </a:cubicBezTo>
                <a:lnTo>
                  <a:pt x="33366" y="24554"/>
                </a:lnTo>
                <a:lnTo>
                  <a:pt x="30370" y="24554"/>
                </a:lnTo>
                <a:lnTo>
                  <a:pt x="30370" y="13517"/>
                </a:lnTo>
                <a:cubicBezTo>
                  <a:pt x="30370" y="12162"/>
                  <a:pt x="30117" y="11161"/>
                  <a:pt x="29612" y="10512"/>
                </a:cubicBezTo>
                <a:cubicBezTo>
                  <a:pt x="29107" y="9863"/>
                  <a:pt x="28355" y="9539"/>
                  <a:pt x="27357" y="9539"/>
                </a:cubicBezTo>
                <a:cubicBezTo>
                  <a:pt x="26989" y="9539"/>
                  <a:pt x="26631" y="9594"/>
                  <a:pt x="26280" y="9703"/>
                </a:cubicBezTo>
                <a:cubicBezTo>
                  <a:pt x="25930" y="9812"/>
                  <a:pt x="25566" y="10001"/>
                  <a:pt x="25187" y="10271"/>
                </a:cubicBezTo>
                <a:cubicBezTo>
                  <a:pt x="24808" y="10541"/>
                  <a:pt x="24398" y="10905"/>
                  <a:pt x="23956" y="11364"/>
                </a:cubicBezTo>
                <a:cubicBezTo>
                  <a:pt x="23514" y="11823"/>
                  <a:pt x="23018" y="12397"/>
                  <a:pt x="22467" y="13086"/>
                </a:cubicBezTo>
                <a:lnTo>
                  <a:pt x="22467" y="24554"/>
                </a:lnTo>
                <a:lnTo>
                  <a:pt x="19470" y="24554"/>
                </a:lnTo>
                <a:lnTo>
                  <a:pt x="19470" y="7266"/>
                </a:lnTo>
                <a:close/>
                <a:moveTo>
                  <a:pt x="38270" y="16272"/>
                </a:moveTo>
                <a:cubicBezTo>
                  <a:pt x="38270" y="14802"/>
                  <a:pt x="38470" y="13497"/>
                  <a:pt x="38872" y="12354"/>
                </a:cubicBezTo>
                <a:cubicBezTo>
                  <a:pt x="39274" y="11212"/>
                  <a:pt x="39845" y="10248"/>
                  <a:pt x="40585" y="9462"/>
                </a:cubicBezTo>
                <a:cubicBezTo>
                  <a:pt x="41326" y="8675"/>
                  <a:pt x="42215" y="8078"/>
                  <a:pt x="43254" y="7671"/>
                </a:cubicBezTo>
                <a:cubicBezTo>
                  <a:pt x="44293" y="7263"/>
                  <a:pt x="45450" y="7060"/>
                  <a:pt x="46724" y="7060"/>
                </a:cubicBezTo>
                <a:cubicBezTo>
                  <a:pt x="47275" y="7060"/>
                  <a:pt x="47817" y="7094"/>
                  <a:pt x="48351" y="7163"/>
                </a:cubicBezTo>
                <a:cubicBezTo>
                  <a:pt x="48885" y="7232"/>
                  <a:pt x="49410" y="7341"/>
                  <a:pt x="49927" y="7490"/>
                </a:cubicBezTo>
                <a:lnTo>
                  <a:pt x="49927" y="207"/>
                </a:lnTo>
                <a:lnTo>
                  <a:pt x="52940" y="207"/>
                </a:lnTo>
                <a:lnTo>
                  <a:pt x="52940" y="24554"/>
                </a:lnTo>
                <a:lnTo>
                  <a:pt x="50254" y="24554"/>
                </a:lnTo>
                <a:lnTo>
                  <a:pt x="50150" y="21282"/>
                </a:lnTo>
                <a:cubicBezTo>
                  <a:pt x="49312" y="22499"/>
                  <a:pt x="48406" y="23400"/>
                  <a:pt x="47430" y="23986"/>
                </a:cubicBezTo>
                <a:cubicBezTo>
                  <a:pt x="46454" y="24571"/>
                  <a:pt x="45398" y="24864"/>
                  <a:pt x="44262" y="24864"/>
                </a:cubicBezTo>
                <a:cubicBezTo>
                  <a:pt x="43274" y="24864"/>
                  <a:pt x="42405" y="24657"/>
                  <a:pt x="41653" y="24244"/>
                </a:cubicBezTo>
                <a:cubicBezTo>
                  <a:pt x="40901" y="23831"/>
                  <a:pt x="40275" y="23248"/>
                  <a:pt x="39776" y="22496"/>
                </a:cubicBezTo>
                <a:cubicBezTo>
                  <a:pt x="39277" y="21744"/>
                  <a:pt x="38901" y="20840"/>
                  <a:pt x="38648" y="19784"/>
                </a:cubicBezTo>
                <a:cubicBezTo>
                  <a:pt x="38396" y="18728"/>
                  <a:pt x="38270" y="17557"/>
                  <a:pt x="38270" y="16272"/>
                </a:cubicBezTo>
                <a:moveTo>
                  <a:pt x="41334" y="16082"/>
                </a:moveTo>
                <a:cubicBezTo>
                  <a:pt x="41334" y="18171"/>
                  <a:pt x="41641" y="19730"/>
                  <a:pt x="42256" y="20757"/>
                </a:cubicBezTo>
                <a:cubicBezTo>
                  <a:pt x="42870" y="21784"/>
                  <a:pt x="43739" y="22298"/>
                  <a:pt x="44864" y="22298"/>
                </a:cubicBezTo>
                <a:cubicBezTo>
                  <a:pt x="45622" y="22298"/>
                  <a:pt x="46423" y="21960"/>
                  <a:pt x="47266" y="21282"/>
                </a:cubicBezTo>
                <a:cubicBezTo>
                  <a:pt x="48110" y="20605"/>
                  <a:pt x="48997" y="19601"/>
                  <a:pt x="49927" y="18269"/>
                </a:cubicBezTo>
                <a:lnTo>
                  <a:pt x="49927" y="10245"/>
                </a:lnTo>
                <a:cubicBezTo>
                  <a:pt x="49433" y="10016"/>
                  <a:pt x="48888" y="9840"/>
                  <a:pt x="48291" y="9720"/>
                </a:cubicBezTo>
                <a:cubicBezTo>
                  <a:pt x="47694" y="9599"/>
                  <a:pt x="47103" y="9539"/>
                  <a:pt x="46517" y="9539"/>
                </a:cubicBezTo>
                <a:cubicBezTo>
                  <a:pt x="44887" y="9539"/>
                  <a:pt x="43616" y="10067"/>
                  <a:pt x="42703" y="11123"/>
                </a:cubicBezTo>
                <a:cubicBezTo>
                  <a:pt x="41791" y="12179"/>
                  <a:pt x="41334" y="13832"/>
                  <a:pt x="41334" y="16082"/>
                </a:cubicBezTo>
                <a:close/>
                <a:moveTo>
                  <a:pt x="73426" y="14997"/>
                </a:moveTo>
                <a:cubicBezTo>
                  <a:pt x="73426" y="15422"/>
                  <a:pt x="73421" y="15778"/>
                  <a:pt x="73409" y="16065"/>
                </a:cubicBezTo>
                <a:cubicBezTo>
                  <a:pt x="73398" y="16352"/>
                  <a:pt x="73381" y="16622"/>
                  <a:pt x="73358" y="16874"/>
                </a:cubicBezTo>
                <a:lnTo>
                  <a:pt x="61218" y="16874"/>
                </a:lnTo>
                <a:cubicBezTo>
                  <a:pt x="61218" y="18642"/>
                  <a:pt x="61712" y="19999"/>
                  <a:pt x="62699" y="20946"/>
                </a:cubicBezTo>
                <a:cubicBezTo>
                  <a:pt x="63686" y="21893"/>
                  <a:pt x="65110" y="22367"/>
                  <a:pt x="66969" y="22367"/>
                </a:cubicBezTo>
                <a:cubicBezTo>
                  <a:pt x="67475" y="22367"/>
                  <a:pt x="67980" y="22347"/>
                  <a:pt x="68485" y="22306"/>
                </a:cubicBezTo>
                <a:cubicBezTo>
                  <a:pt x="68990" y="22264"/>
                  <a:pt x="69478" y="22209"/>
                  <a:pt x="69948" y="22138"/>
                </a:cubicBezTo>
                <a:cubicBezTo>
                  <a:pt x="70419" y="22068"/>
                  <a:pt x="70869" y="21988"/>
                  <a:pt x="71300" y="21900"/>
                </a:cubicBezTo>
                <a:cubicBezTo>
                  <a:pt x="71730" y="21812"/>
                  <a:pt x="72129" y="21715"/>
                  <a:pt x="72497" y="21609"/>
                </a:cubicBezTo>
                <a:lnTo>
                  <a:pt x="72497" y="24072"/>
                </a:lnTo>
                <a:cubicBezTo>
                  <a:pt x="71682" y="24306"/>
                  <a:pt x="70760" y="24497"/>
                  <a:pt x="69733" y="24644"/>
                </a:cubicBezTo>
                <a:cubicBezTo>
                  <a:pt x="68706" y="24790"/>
                  <a:pt x="67641" y="24864"/>
                  <a:pt x="66539" y="24864"/>
                </a:cubicBezTo>
                <a:cubicBezTo>
                  <a:pt x="65058" y="24864"/>
                  <a:pt x="63784" y="24663"/>
                  <a:pt x="62716" y="24261"/>
                </a:cubicBezTo>
                <a:cubicBezTo>
                  <a:pt x="61649" y="23859"/>
                  <a:pt x="60774" y="23277"/>
                  <a:pt x="60091" y="22513"/>
                </a:cubicBezTo>
                <a:cubicBezTo>
                  <a:pt x="59408" y="21750"/>
                  <a:pt x="58903" y="20814"/>
                  <a:pt x="58575" y="19707"/>
                </a:cubicBezTo>
                <a:cubicBezTo>
                  <a:pt x="58248" y="18599"/>
                  <a:pt x="58085" y="17345"/>
                  <a:pt x="58085" y="15944"/>
                </a:cubicBezTo>
                <a:cubicBezTo>
                  <a:pt x="58085" y="14728"/>
                  <a:pt x="58260" y="13577"/>
                  <a:pt x="58610" y="12492"/>
                </a:cubicBezTo>
                <a:cubicBezTo>
                  <a:pt x="58960" y="11407"/>
                  <a:pt x="59471" y="10455"/>
                  <a:pt x="60142" y="9634"/>
                </a:cubicBezTo>
                <a:cubicBezTo>
                  <a:pt x="60814" y="8813"/>
                  <a:pt x="61637" y="8162"/>
                  <a:pt x="62613" y="7680"/>
                </a:cubicBezTo>
                <a:cubicBezTo>
                  <a:pt x="63589" y="7197"/>
                  <a:pt x="64697" y="6956"/>
                  <a:pt x="65936" y="6956"/>
                </a:cubicBezTo>
                <a:cubicBezTo>
                  <a:pt x="67142" y="6956"/>
                  <a:pt x="68209" y="7146"/>
                  <a:pt x="69139" y="7525"/>
                </a:cubicBezTo>
                <a:cubicBezTo>
                  <a:pt x="70069" y="7903"/>
                  <a:pt x="70852" y="8440"/>
                  <a:pt x="71489" y="9134"/>
                </a:cubicBezTo>
                <a:cubicBezTo>
                  <a:pt x="72126" y="9829"/>
                  <a:pt x="72609" y="10673"/>
                  <a:pt x="72936" y="11666"/>
                </a:cubicBezTo>
                <a:cubicBezTo>
                  <a:pt x="73263" y="12659"/>
                  <a:pt x="73426" y="13769"/>
                  <a:pt x="73426" y="14997"/>
                </a:cubicBezTo>
                <a:moveTo>
                  <a:pt x="70310" y="14567"/>
                </a:moveTo>
                <a:cubicBezTo>
                  <a:pt x="70344" y="13798"/>
                  <a:pt x="70270" y="13095"/>
                  <a:pt x="70086" y="12458"/>
                </a:cubicBezTo>
                <a:cubicBezTo>
                  <a:pt x="69902" y="11821"/>
                  <a:pt x="69618" y="11272"/>
                  <a:pt x="69234" y="10813"/>
                </a:cubicBezTo>
                <a:cubicBezTo>
                  <a:pt x="68849" y="10354"/>
                  <a:pt x="68370" y="9995"/>
                  <a:pt x="67796" y="9737"/>
                </a:cubicBezTo>
                <a:cubicBezTo>
                  <a:pt x="67222" y="9479"/>
                  <a:pt x="66556" y="9350"/>
                  <a:pt x="65799" y="9350"/>
                </a:cubicBezTo>
                <a:cubicBezTo>
                  <a:pt x="65144" y="9350"/>
                  <a:pt x="64547" y="9476"/>
                  <a:pt x="64008" y="9729"/>
                </a:cubicBezTo>
                <a:cubicBezTo>
                  <a:pt x="63468" y="9981"/>
                  <a:pt x="63003" y="10337"/>
                  <a:pt x="62613" y="10796"/>
                </a:cubicBezTo>
                <a:cubicBezTo>
                  <a:pt x="62223" y="11255"/>
                  <a:pt x="61907" y="11806"/>
                  <a:pt x="61666" y="12449"/>
                </a:cubicBezTo>
                <a:cubicBezTo>
                  <a:pt x="61425" y="13092"/>
                  <a:pt x="61276" y="13798"/>
                  <a:pt x="61218" y="14567"/>
                </a:cubicBezTo>
                <a:lnTo>
                  <a:pt x="70310" y="14567"/>
                </a:lnTo>
                <a:close/>
                <a:moveTo>
                  <a:pt x="94085" y="24554"/>
                </a:moveTo>
                <a:lnTo>
                  <a:pt x="90107" y="24554"/>
                </a:lnTo>
                <a:lnTo>
                  <a:pt x="85441" y="17959"/>
                </a:lnTo>
                <a:lnTo>
                  <a:pt x="80827" y="24554"/>
                </a:lnTo>
                <a:lnTo>
                  <a:pt x="76952" y="24554"/>
                </a:lnTo>
                <a:lnTo>
                  <a:pt x="83651" y="15876"/>
                </a:lnTo>
                <a:lnTo>
                  <a:pt x="77262" y="7266"/>
                </a:lnTo>
                <a:lnTo>
                  <a:pt x="81102" y="7266"/>
                </a:lnTo>
                <a:lnTo>
                  <a:pt x="85648" y="13913"/>
                </a:lnTo>
                <a:lnTo>
                  <a:pt x="90107" y="7266"/>
                </a:lnTo>
                <a:lnTo>
                  <a:pt x="93809" y="7266"/>
                </a:lnTo>
                <a:lnTo>
                  <a:pt x="87318" y="15944"/>
                </a:lnTo>
                <a:lnTo>
                  <a:pt x="94085" y="24554"/>
                </a:lnTo>
                <a:close/>
                <a:moveTo>
                  <a:pt x="131435" y="24554"/>
                </a:moveTo>
                <a:lnTo>
                  <a:pt x="116610" y="24554"/>
                </a:lnTo>
                <a:lnTo>
                  <a:pt x="116610" y="21868"/>
                </a:lnTo>
                <a:lnTo>
                  <a:pt x="122430" y="16076"/>
                </a:lnTo>
                <a:cubicBezTo>
                  <a:pt x="123383" y="15134"/>
                  <a:pt x="124158" y="14318"/>
                  <a:pt x="124755" y="13629"/>
                </a:cubicBezTo>
                <a:cubicBezTo>
                  <a:pt x="125351" y="12940"/>
                  <a:pt x="125816" y="12311"/>
                  <a:pt x="126149" y="11742"/>
                </a:cubicBezTo>
                <a:cubicBezTo>
                  <a:pt x="126482" y="11173"/>
                  <a:pt x="126706" y="10636"/>
                  <a:pt x="126821" y="10130"/>
                </a:cubicBezTo>
                <a:cubicBezTo>
                  <a:pt x="126936" y="9625"/>
                  <a:pt x="126993" y="9079"/>
                  <a:pt x="126993" y="8494"/>
                </a:cubicBezTo>
                <a:cubicBezTo>
                  <a:pt x="126993" y="7942"/>
                  <a:pt x="126918" y="7416"/>
                  <a:pt x="126769" y="6917"/>
                </a:cubicBezTo>
                <a:cubicBezTo>
                  <a:pt x="126620" y="6416"/>
                  <a:pt x="126390" y="5977"/>
                  <a:pt x="126080" y="5598"/>
                </a:cubicBezTo>
                <a:cubicBezTo>
                  <a:pt x="125770" y="5218"/>
                  <a:pt x="125369" y="4919"/>
                  <a:pt x="124875" y="4701"/>
                </a:cubicBezTo>
                <a:cubicBezTo>
                  <a:pt x="124382" y="4483"/>
                  <a:pt x="123790" y="4374"/>
                  <a:pt x="123102" y="4374"/>
                </a:cubicBezTo>
                <a:cubicBezTo>
                  <a:pt x="122149" y="4374"/>
                  <a:pt x="121282" y="4588"/>
                  <a:pt x="120502" y="5015"/>
                </a:cubicBezTo>
                <a:cubicBezTo>
                  <a:pt x="119721" y="5443"/>
                  <a:pt x="119004" y="5999"/>
                  <a:pt x="118349" y="6681"/>
                </a:cubicBezTo>
                <a:lnTo>
                  <a:pt x="116696" y="4694"/>
                </a:lnTo>
                <a:cubicBezTo>
                  <a:pt x="117546" y="3795"/>
                  <a:pt x="118524" y="3075"/>
                  <a:pt x="119632" y="2534"/>
                </a:cubicBezTo>
                <a:cubicBezTo>
                  <a:pt x="120740" y="1993"/>
                  <a:pt x="122028" y="1722"/>
                  <a:pt x="123498" y="1722"/>
                </a:cubicBezTo>
                <a:cubicBezTo>
                  <a:pt x="124496" y="1722"/>
                  <a:pt x="125406" y="1871"/>
                  <a:pt x="126227" y="2170"/>
                </a:cubicBezTo>
                <a:cubicBezTo>
                  <a:pt x="127048" y="2469"/>
                  <a:pt x="127756" y="2899"/>
                  <a:pt x="128353" y="3463"/>
                </a:cubicBezTo>
                <a:cubicBezTo>
                  <a:pt x="128950" y="4025"/>
                  <a:pt x="129412" y="4715"/>
                  <a:pt x="129739" y="5530"/>
                </a:cubicBezTo>
                <a:cubicBezTo>
                  <a:pt x="130067" y="6346"/>
                  <a:pt x="130230" y="7265"/>
                  <a:pt x="130230" y="8288"/>
                </a:cubicBezTo>
                <a:cubicBezTo>
                  <a:pt x="130230" y="9150"/>
                  <a:pt x="130115" y="9948"/>
                  <a:pt x="129886" y="10684"/>
                </a:cubicBezTo>
                <a:cubicBezTo>
                  <a:pt x="129656" y="11419"/>
                  <a:pt x="129309" y="12151"/>
                  <a:pt x="128844" y="12881"/>
                </a:cubicBezTo>
                <a:cubicBezTo>
                  <a:pt x="128379" y="13610"/>
                  <a:pt x="127794" y="14366"/>
                  <a:pt x="127088" y="15147"/>
                </a:cubicBezTo>
                <a:cubicBezTo>
                  <a:pt x="126382" y="15928"/>
                  <a:pt x="125547" y="16784"/>
                  <a:pt x="124582" y="17715"/>
                </a:cubicBezTo>
                <a:lnTo>
                  <a:pt x="120502" y="21695"/>
                </a:lnTo>
                <a:lnTo>
                  <a:pt x="131435" y="21695"/>
                </a:lnTo>
                <a:lnTo>
                  <a:pt x="131435" y="24554"/>
                </a:lnTo>
                <a:close/>
                <a:moveTo>
                  <a:pt x="150544" y="17356"/>
                </a:moveTo>
                <a:cubicBezTo>
                  <a:pt x="150544" y="18470"/>
                  <a:pt x="150303" y="19486"/>
                  <a:pt x="149821" y="20404"/>
                </a:cubicBezTo>
                <a:cubicBezTo>
                  <a:pt x="149339" y="21322"/>
                  <a:pt x="148676" y="22112"/>
                  <a:pt x="147832" y="22772"/>
                </a:cubicBezTo>
                <a:cubicBezTo>
                  <a:pt x="146989" y="23432"/>
                  <a:pt x="145993" y="23945"/>
                  <a:pt x="144845" y="24313"/>
                </a:cubicBezTo>
                <a:cubicBezTo>
                  <a:pt x="143697" y="24680"/>
                  <a:pt x="142457" y="24864"/>
                  <a:pt x="141126" y="24864"/>
                </a:cubicBezTo>
                <a:cubicBezTo>
                  <a:pt x="140793" y="24864"/>
                  <a:pt x="140434" y="24855"/>
                  <a:pt x="140050" y="24836"/>
                </a:cubicBezTo>
                <a:cubicBezTo>
                  <a:pt x="139665" y="24818"/>
                  <a:pt x="139283" y="24794"/>
                  <a:pt x="138904" y="24764"/>
                </a:cubicBezTo>
                <a:cubicBezTo>
                  <a:pt x="138526" y="24733"/>
                  <a:pt x="138155" y="24700"/>
                  <a:pt x="137794" y="24664"/>
                </a:cubicBezTo>
                <a:cubicBezTo>
                  <a:pt x="137432" y="24627"/>
                  <a:pt x="137108" y="24585"/>
                  <a:pt x="136821" y="24537"/>
                </a:cubicBezTo>
                <a:lnTo>
                  <a:pt x="136821" y="21816"/>
                </a:lnTo>
                <a:cubicBezTo>
                  <a:pt x="137441" y="21971"/>
                  <a:pt x="138150" y="22085"/>
                  <a:pt x="138948" y="22157"/>
                </a:cubicBezTo>
                <a:cubicBezTo>
                  <a:pt x="139745" y="22228"/>
                  <a:pt x="140552" y="22264"/>
                  <a:pt x="141367" y="22264"/>
                </a:cubicBezTo>
                <a:cubicBezTo>
                  <a:pt x="142285" y="22264"/>
                  <a:pt x="143112" y="22155"/>
                  <a:pt x="143846" y="21937"/>
                </a:cubicBezTo>
                <a:cubicBezTo>
                  <a:pt x="144581" y="21718"/>
                  <a:pt x="145207" y="21406"/>
                  <a:pt x="145723" y="20998"/>
                </a:cubicBezTo>
                <a:cubicBezTo>
                  <a:pt x="146240" y="20591"/>
                  <a:pt x="146636" y="20097"/>
                  <a:pt x="146911" y="19517"/>
                </a:cubicBezTo>
                <a:cubicBezTo>
                  <a:pt x="147187" y="18938"/>
                  <a:pt x="147324" y="18286"/>
                  <a:pt x="147324" y="17563"/>
                </a:cubicBezTo>
                <a:cubicBezTo>
                  <a:pt x="147324" y="16163"/>
                  <a:pt x="146822" y="15144"/>
                  <a:pt x="145818" y="14507"/>
                </a:cubicBezTo>
                <a:cubicBezTo>
                  <a:pt x="144813" y="13870"/>
                  <a:pt x="143370" y="13551"/>
                  <a:pt x="141487" y="13551"/>
                </a:cubicBezTo>
                <a:lnTo>
                  <a:pt x="137217" y="13551"/>
                </a:lnTo>
                <a:lnTo>
                  <a:pt x="137217" y="2032"/>
                </a:lnTo>
                <a:lnTo>
                  <a:pt x="149339" y="2032"/>
                </a:lnTo>
                <a:lnTo>
                  <a:pt x="149339" y="4649"/>
                </a:lnTo>
                <a:lnTo>
                  <a:pt x="140041" y="4649"/>
                </a:lnTo>
                <a:lnTo>
                  <a:pt x="140041" y="10985"/>
                </a:lnTo>
                <a:lnTo>
                  <a:pt x="142004" y="10985"/>
                </a:lnTo>
                <a:cubicBezTo>
                  <a:pt x="143083" y="10985"/>
                  <a:pt x="144133" y="11083"/>
                  <a:pt x="145155" y="11278"/>
                </a:cubicBezTo>
                <a:cubicBezTo>
                  <a:pt x="146176" y="11473"/>
                  <a:pt x="147086" y="11815"/>
                  <a:pt x="147884" y="12303"/>
                </a:cubicBezTo>
                <a:cubicBezTo>
                  <a:pt x="148682" y="12791"/>
                  <a:pt x="149325" y="13445"/>
                  <a:pt x="149812" y="14266"/>
                </a:cubicBezTo>
                <a:cubicBezTo>
                  <a:pt x="150300" y="15086"/>
                  <a:pt x="150544" y="16117"/>
                  <a:pt x="150544" y="17356"/>
                </a:cubicBezTo>
                <a:close/>
                <a:moveTo>
                  <a:pt x="170962" y="15600"/>
                </a:moveTo>
                <a:cubicBezTo>
                  <a:pt x="170962" y="17035"/>
                  <a:pt x="170764" y="18318"/>
                  <a:pt x="170368" y="19448"/>
                </a:cubicBezTo>
                <a:cubicBezTo>
                  <a:pt x="169972" y="20579"/>
                  <a:pt x="169409" y="21538"/>
                  <a:pt x="168680" y="22324"/>
                </a:cubicBezTo>
                <a:cubicBezTo>
                  <a:pt x="167951" y="23110"/>
                  <a:pt x="167065" y="23713"/>
                  <a:pt x="166020" y="24132"/>
                </a:cubicBezTo>
                <a:cubicBezTo>
                  <a:pt x="164976" y="24551"/>
                  <a:pt x="163799" y="24760"/>
                  <a:pt x="162490" y="24760"/>
                </a:cubicBezTo>
                <a:cubicBezTo>
                  <a:pt x="161469" y="24760"/>
                  <a:pt x="160424" y="24663"/>
                  <a:pt x="159356" y="24468"/>
                </a:cubicBezTo>
                <a:cubicBezTo>
                  <a:pt x="158289" y="24273"/>
                  <a:pt x="157233" y="23963"/>
                  <a:pt x="156188" y="23538"/>
                </a:cubicBezTo>
                <a:lnTo>
                  <a:pt x="156188" y="207"/>
                </a:lnTo>
                <a:lnTo>
                  <a:pt x="159184" y="207"/>
                </a:lnTo>
                <a:lnTo>
                  <a:pt x="159184" y="6917"/>
                </a:lnTo>
                <a:lnTo>
                  <a:pt x="159047" y="10125"/>
                </a:lnTo>
                <a:cubicBezTo>
                  <a:pt x="159907" y="8965"/>
                  <a:pt x="160829" y="8147"/>
                  <a:pt x="161810" y="7671"/>
                </a:cubicBezTo>
                <a:cubicBezTo>
                  <a:pt x="162792" y="7195"/>
                  <a:pt x="163845" y="6956"/>
                  <a:pt x="164970" y="6956"/>
                </a:cubicBezTo>
                <a:cubicBezTo>
                  <a:pt x="165957" y="6956"/>
                  <a:pt x="166824" y="7163"/>
                  <a:pt x="167570" y="7576"/>
                </a:cubicBezTo>
                <a:cubicBezTo>
                  <a:pt x="168316" y="7989"/>
                  <a:pt x="168942" y="8572"/>
                  <a:pt x="169447" y="9324"/>
                </a:cubicBezTo>
                <a:cubicBezTo>
                  <a:pt x="169952" y="10076"/>
                  <a:pt x="170331" y="10983"/>
                  <a:pt x="170583" y="12044"/>
                </a:cubicBezTo>
                <a:cubicBezTo>
                  <a:pt x="170836" y="13106"/>
                  <a:pt x="170962" y="14291"/>
                  <a:pt x="170962" y="15600"/>
                </a:cubicBezTo>
                <a:moveTo>
                  <a:pt x="167897" y="15738"/>
                </a:moveTo>
                <a:cubicBezTo>
                  <a:pt x="167897" y="14831"/>
                  <a:pt x="167831" y="13999"/>
                  <a:pt x="167699" y="13241"/>
                </a:cubicBezTo>
                <a:cubicBezTo>
                  <a:pt x="167567" y="12484"/>
                  <a:pt x="167357" y="11835"/>
                  <a:pt x="167070" y="11295"/>
                </a:cubicBezTo>
                <a:cubicBezTo>
                  <a:pt x="166783" y="10756"/>
                  <a:pt x="166416" y="10334"/>
                  <a:pt x="165968" y="10030"/>
                </a:cubicBezTo>
                <a:cubicBezTo>
                  <a:pt x="165521" y="9726"/>
                  <a:pt x="164987" y="9574"/>
                  <a:pt x="164367" y="9574"/>
                </a:cubicBezTo>
                <a:cubicBezTo>
                  <a:pt x="163988" y="9574"/>
                  <a:pt x="163604" y="9634"/>
                  <a:pt x="163213" y="9754"/>
                </a:cubicBezTo>
                <a:cubicBezTo>
                  <a:pt x="162823" y="9875"/>
                  <a:pt x="162419" y="10076"/>
                  <a:pt x="162000" y="10357"/>
                </a:cubicBezTo>
                <a:cubicBezTo>
                  <a:pt x="161581" y="10638"/>
                  <a:pt x="161139" y="11011"/>
                  <a:pt x="160674" y="11476"/>
                </a:cubicBezTo>
                <a:cubicBezTo>
                  <a:pt x="160209" y="11941"/>
                  <a:pt x="159712" y="12518"/>
                  <a:pt x="159184" y="13207"/>
                </a:cubicBezTo>
                <a:lnTo>
                  <a:pt x="159184" y="21592"/>
                </a:lnTo>
                <a:cubicBezTo>
                  <a:pt x="159770" y="21822"/>
                  <a:pt x="160367" y="22003"/>
                  <a:pt x="160975" y="22135"/>
                </a:cubicBezTo>
                <a:cubicBezTo>
                  <a:pt x="161583" y="22267"/>
                  <a:pt x="162163" y="22333"/>
                  <a:pt x="162714" y="22333"/>
                </a:cubicBezTo>
                <a:cubicBezTo>
                  <a:pt x="163403" y="22333"/>
                  <a:pt x="164060" y="22224"/>
                  <a:pt x="164686" y="22005"/>
                </a:cubicBezTo>
                <a:cubicBezTo>
                  <a:pt x="165311" y="21787"/>
                  <a:pt x="165862" y="21423"/>
                  <a:pt x="166339" y="20912"/>
                </a:cubicBezTo>
                <a:cubicBezTo>
                  <a:pt x="166815" y="20401"/>
                  <a:pt x="167194" y="19724"/>
                  <a:pt x="167475" y="18880"/>
                </a:cubicBezTo>
                <a:cubicBezTo>
                  <a:pt x="167756" y="18037"/>
                  <a:pt x="167897" y="16989"/>
                  <a:pt x="167897" y="15738"/>
                </a:cubicBezTo>
                <a:close/>
                <a:moveTo>
                  <a:pt x="189617" y="15600"/>
                </a:moveTo>
                <a:cubicBezTo>
                  <a:pt x="189617" y="17035"/>
                  <a:pt x="189419" y="18318"/>
                  <a:pt x="189022" y="19448"/>
                </a:cubicBezTo>
                <a:cubicBezTo>
                  <a:pt x="188626" y="20579"/>
                  <a:pt x="188064" y="21538"/>
                  <a:pt x="187335" y="22324"/>
                </a:cubicBezTo>
                <a:cubicBezTo>
                  <a:pt x="186606" y="23110"/>
                  <a:pt x="185719" y="23713"/>
                  <a:pt x="184675" y="24132"/>
                </a:cubicBezTo>
                <a:cubicBezTo>
                  <a:pt x="183630" y="24551"/>
                  <a:pt x="182454" y="24760"/>
                  <a:pt x="181145" y="24760"/>
                </a:cubicBezTo>
                <a:cubicBezTo>
                  <a:pt x="180123" y="24760"/>
                  <a:pt x="179079" y="24663"/>
                  <a:pt x="178011" y="24468"/>
                </a:cubicBezTo>
                <a:cubicBezTo>
                  <a:pt x="176944" y="24273"/>
                  <a:pt x="175888" y="23963"/>
                  <a:pt x="174843" y="23538"/>
                </a:cubicBezTo>
                <a:lnTo>
                  <a:pt x="174843" y="207"/>
                </a:lnTo>
                <a:lnTo>
                  <a:pt x="177839" y="207"/>
                </a:lnTo>
                <a:lnTo>
                  <a:pt x="177839" y="6917"/>
                </a:lnTo>
                <a:lnTo>
                  <a:pt x="177701" y="10125"/>
                </a:lnTo>
                <a:cubicBezTo>
                  <a:pt x="178562" y="8965"/>
                  <a:pt x="179483" y="8147"/>
                  <a:pt x="180465" y="7671"/>
                </a:cubicBezTo>
                <a:cubicBezTo>
                  <a:pt x="181446" y="7195"/>
                  <a:pt x="182499" y="6956"/>
                  <a:pt x="183624" y="6956"/>
                </a:cubicBezTo>
                <a:cubicBezTo>
                  <a:pt x="184612" y="6956"/>
                  <a:pt x="185478" y="7163"/>
                  <a:pt x="186224" y="7576"/>
                </a:cubicBezTo>
                <a:cubicBezTo>
                  <a:pt x="186971" y="7989"/>
                  <a:pt x="187596" y="8572"/>
                  <a:pt x="188101" y="9324"/>
                </a:cubicBezTo>
                <a:cubicBezTo>
                  <a:pt x="188606" y="10076"/>
                  <a:pt x="188985" y="10983"/>
                  <a:pt x="189238" y="12044"/>
                </a:cubicBezTo>
                <a:cubicBezTo>
                  <a:pt x="189490" y="13106"/>
                  <a:pt x="189617" y="14291"/>
                  <a:pt x="189617" y="15600"/>
                </a:cubicBezTo>
                <a:moveTo>
                  <a:pt x="186552" y="15738"/>
                </a:moveTo>
                <a:cubicBezTo>
                  <a:pt x="186552" y="14831"/>
                  <a:pt x="186486" y="13999"/>
                  <a:pt x="186354" y="13241"/>
                </a:cubicBezTo>
                <a:cubicBezTo>
                  <a:pt x="186222" y="12484"/>
                  <a:pt x="186012" y="11835"/>
                  <a:pt x="185725" y="11295"/>
                </a:cubicBezTo>
                <a:cubicBezTo>
                  <a:pt x="185438" y="10756"/>
                  <a:pt x="185071" y="10334"/>
                  <a:pt x="184623" y="10030"/>
                </a:cubicBezTo>
                <a:cubicBezTo>
                  <a:pt x="184175" y="9726"/>
                  <a:pt x="183642" y="9574"/>
                  <a:pt x="183022" y="9574"/>
                </a:cubicBezTo>
                <a:cubicBezTo>
                  <a:pt x="182643" y="9574"/>
                  <a:pt x="182258" y="9634"/>
                  <a:pt x="181868" y="9754"/>
                </a:cubicBezTo>
                <a:cubicBezTo>
                  <a:pt x="181478" y="9875"/>
                  <a:pt x="181073" y="10076"/>
                  <a:pt x="180654" y="10357"/>
                </a:cubicBezTo>
                <a:cubicBezTo>
                  <a:pt x="180235" y="10638"/>
                  <a:pt x="179793" y="11011"/>
                  <a:pt x="179328" y="11476"/>
                </a:cubicBezTo>
                <a:cubicBezTo>
                  <a:pt x="178863" y="11941"/>
                  <a:pt x="178367" y="12518"/>
                  <a:pt x="177839" y="13207"/>
                </a:cubicBezTo>
                <a:lnTo>
                  <a:pt x="177839" y="21592"/>
                </a:lnTo>
                <a:cubicBezTo>
                  <a:pt x="178424" y="21822"/>
                  <a:pt x="179021" y="22003"/>
                  <a:pt x="179630" y="22135"/>
                </a:cubicBezTo>
                <a:cubicBezTo>
                  <a:pt x="180238" y="22267"/>
                  <a:pt x="180818" y="22333"/>
                  <a:pt x="181369" y="22333"/>
                </a:cubicBezTo>
                <a:cubicBezTo>
                  <a:pt x="182058" y="22333"/>
                  <a:pt x="182715" y="22224"/>
                  <a:pt x="183340" y="22005"/>
                </a:cubicBezTo>
                <a:cubicBezTo>
                  <a:pt x="183966" y="21787"/>
                  <a:pt x="184517" y="21423"/>
                  <a:pt x="184993" y="20912"/>
                </a:cubicBezTo>
                <a:cubicBezTo>
                  <a:pt x="185470" y="20401"/>
                  <a:pt x="185849" y="19724"/>
                  <a:pt x="186130" y="18880"/>
                </a:cubicBezTo>
                <a:cubicBezTo>
                  <a:pt x="186411" y="18037"/>
                  <a:pt x="186552" y="16989"/>
                  <a:pt x="186552" y="15738"/>
                </a:cubicBezTo>
                <a:close/>
                <a:moveTo>
                  <a:pt x="209121" y="14997"/>
                </a:moveTo>
                <a:cubicBezTo>
                  <a:pt x="209121" y="15422"/>
                  <a:pt x="209116" y="15778"/>
                  <a:pt x="209104" y="16065"/>
                </a:cubicBezTo>
                <a:cubicBezTo>
                  <a:pt x="209093" y="16352"/>
                  <a:pt x="209076" y="16622"/>
                  <a:pt x="209053" y="16874"/>
                </a:cubicBezTo>
                <a:lnTo>
                  <a:pt x="196913" y="16874"/>
                </a:lnTo>
                <a:cubicBezTo>
                  <a:pt x="196913" y="18642"/>
                  <a:pt x="197407" y="19999"/>
                  <a:pt x="198394" y="20946"/>
                </a:cubicBezTo>
                <a:cubicBezTo>
                  <a:pt x="199381" y="21893"/>
                  <a:pt x="200805" y="22367"/>
                  <a:pt x="202664" y="22367"/>
                </a:cubicBezTo>
                <a:cubicBezTo>
                  <a:pt x="203170" y="22367"/>
                  <a:pt x="203675" y="22347"/>
                  <a:pt x="204180" y="22306"/>
                </a:cubicBezTo>
                <a:cubicBezTo>
                  <a:pt x="204685" y="22264"/>
                  <a:pt x="205173" y="22209"/>
                  <a:pt x="205643" y="22138"/>
                </a:cubicBezTo>
                <a:cubicBezTo>
                  <a:pt x="206114" y="22068"/>
                  <a:pt x="206564" y="21988"/>
                  <a:pt x="206995" y="21900"/>
                </a:cubicBezTo>
                <a:cubicBezTo>
                  <a:pt x="207425" y="21812"/>
                  <a:pt x="207824" y="21715"/>
                  <a:pt x="208192" y="21609"/>
                </a:cubicBezTo>
                <a:lnTo>
                  <a:pt x="208192" y="24072"/>
                </a:lnTo>
                <a:cubicBezTo>
                  <a:pt x="207377" y="24306"/>
                  <a:pt x="206455" y="24497"/>
                  <a:pt x="205428" y="24644"/>
                </a:cubicBezTo>
                <a:cubicBezTo>
                  <a:pt x="204401" y="24790"/>
                  <a:pt x="203336" y="24864"/>
                  <a:pt x="202234" y="24864"/>
                </a:cubicBezTo>
                <a:cubicBezTo>
                  <a:pt x="200753" y="24864"/>
                  <a:pt x="199479" y="24663"/>
                  <a:pt x="198411" y="24261"/>
                </a:cubicBezTo>
                <a:cubicBezTo>
                  <a:pt x="197344" y="23859"/>
                  <a:pt x="196469" y="23277"/>
                  <a:pt x="195786" y="22513"/>
                </a:cubicBezTo>
                <a:cubicBezTo>
                  <a:pt x="195103" y="21750"/>
                  <a:pt x="194598" y="20814"/>
                  <a:pt x="194270" y="19707"/>
                </a:cubicBezTo>
                <a:cubicBezTo>
                  <a:pt x="193943" y="18599"/>
                  <a:pt x="193780" y="17345"/>
                  <a:pt x="193780" y="15944"/>
                </a:cubicBezTo>
                <a:cubicBezTo>
                  <a:pt x="193780" y="14728"/>
                  <a:pt x="193955" y="13577"/>
                  <a:pt x="194305" y="12492"/>
                </a:cubicBezTo>
                <a:cubicBezTo>
                  <a:pt x="194655" y="11407"/>
                  <a:pt x="195166" y="10455"/>
                  <a:pt x="195837" y="9634"/>
                </a:cubicBezTo>
                <a:cubicBezTo>
                  <a:pt x="196509" y="8813"/>
                  <a:pt x="197332" y="8162"/>
                  <a:pt x="198308" y="7680"/>
                </a:cubicBezTo>
                <a:cubicBezTo>
                  <a:pt x="199284" y="7197"/>
                  <a:pt x="200392" y="6956"/>
                  <a:pt x="201631" y="6956"/>
                </a:cubicBezTo>
                <a:cubicBezTo>
                  <a:pt x="202837" y="6956"/>
                  <a:pt x="203904" y="7146"/>
                  <a:pt x="204834" y="7525"/>
                </a:cubicBezTo>
                <a:cubicBezTo>
                  <a:pt x="205764" y="7903"/>
                  <a:pt x="206547" y="8440"/>
                  <a:pt x="207184" y="9134"/>
                </a:cubicBezTo>
                <a:cubicBezTo>
                  <a:pt x="207821" y="9829"/>
                  <a:pt x="208304" y="10673"/>
                  <a:pt x="208631" y="11666"/>
                </a:cubicBezTo>
                <a:cubicBezTo>
                  <a:pt x="208958" y="12659"/>
                  <a:pt x="209121" y="13769"/>
                  <a:pt x="209121" y="14997"/>
                </a:cubicBezTo>
                <a:moveTo>
                  <a:pt x="206005" y="14567"/>
                </a:moveTo>
                <a:cubicBezTo>
                  <a:pt x="206039" y="13798"/>
                  <a:pt x="205965" y="13095"/>
                  <a:pt x="205781" y="12458"/>
                </a:cubicBezTo>
                <a:cubicBezTo>
                  <a:pt x="205597" y="11821"/>
                  <a:pt x="205313" y="11272"/>
                  <a:pt x="204929" y="10813"/>
                </a:cubicBezTo>
                <a:cubicBezTo>
                  <a:pt x="204544" y="10354"/>
                  <a:pt x="204065" y="9995"/>
                  <a:pt x="203491" y="9737"/>
                </a:cubicBezTo>
                <a:cubicBezTo>
                  <a:pt x="202917" y="9479"/>
                  <a:pt x="202251" y="9350"/>
                  <a:pt x="201494" y="9350"/>
                </a:cubicBezTo>
                <a:cubicBezTo>
                  <a:pt x="200839" y="9350"/>
                  <a:pt x="200242" y="9476"/>
                  <a:pt x="199703" y="9729"/>
                </a:cubicBezTo>
                <a:cubicBezTo>
                  <a:pt x="199163" y="9981"/>
                  <a:pt x="198698" y="10337"/>
                  <a:pt x="198308" y="10796"/>
                </a:cubicBezTo>
                <a:cubicBezTo>
                  <a:pt x="197918" y="11255"/>
                  <a:pt x="197602" y="11806"/>
                  <a:pt x="197361" y="12449"/>
                </a:cubicBezTo>
                <a:cubicBezTo>
                  <a:pt x="197120" y="13092"/>
                  <a:pt x="196971" y="13798"/>
                  <a:pt x="196913" y="14567"/>
                </a:cubicBezTo>
                <a:lnTo>
                  <a:pt x="206005" y="14567"/>
                </a:lnTo>
                <a:close/>
                <a:moveTo>
                  <a:pt x="229918" y="19560"/>
                </a:moveTo>
                <a:lnTo>
                  <a:pt x="226078" y="19560"/>
                </a:lnTo>
                <a:lnTo>
                  <a:pt x="226078" y="24554"/>
                </a:lnTo>
                <a:lnTo>
                  <a:pt x="223013" y="24554"/>
                </a:lnTo>
                <a:lnTo>
                  <a:pt x="223013" y="19560"/>
                </a:lnTo>
                <a:lnTo>
                  <a:pt x="212183" y="19560"/>
                </a:lnTo>
                <a:lnTo>
                  <a:pt x="212183" y="16926"/>
                </a:lnTo>
                <a:lnTo>
                  <a:pt x="221773" y="2032"/>
                </a:lnTo>
                <a:lnTo>
                  <a:pt x="226078" y="2032"/>
                </a:lnTo>
                <a:lnTo>
                  <a:pt x="226078" y="16926"/>
                </a:lnTo>
                <a:lnTo>
                  <a:pt x="229918" y="16926"/>
                </a:lnTo>
                <a:lnTo>
                  <a:pt x="229918" y="19560"/>
                </a:lnTo>
                <a:moveTo>
                  <a:pt x="223013" y="4925"/>
                </a:moveTo>
                <a:lnTo>
                  <a:pt x="215179" y="16926"/>
                </a:lnTo>
                <a:lnTo>
                  <a:pt x="223013" y="16926"/>
                </a:lnTo>
                <a:lnTo>
                  <a:pt x="223013" y="4925"/>
                </a:lnTo>
                <a:close/>
                <a:moveTo>
                  <a:pt x="248286" y="24554"/>
                </a:moveTo>
                <a:lnTo>
                  <a:pt x="234150" y="24554"/>
                </a:lnTo>
                <a:lnTo>
                  <a:pt x="234150" y="21764"/>
                </a:lnTo>
                <a:lnTo>
                  <a:pt x="239935" y="21764"/>
                </a:lnTo>
                <a:lnTo>
                  <a:pt x="239935" y="5321"/>
                </a:lnTo>
                <a:lnTo>
                  <a:pt x="234546" y="8265"/>
                </a:lnTo>
                <a:lnTo>
                  <a:pt x="233444" y="5717"/>
                </a:lnTo>
                <a:lnTo>
                  <a:pt x="240607" y="1928"/>
                </a:lnTo>
                <a:lnTo>
                  <a:pt x="243259" y="1928"/>
                </a:lnTo>
                <a:lnTo>
                  <a:pt x="243259" y="21764"/>
                </a:lnTo>
                <a:lnTo>
                  <a:pt x="248286" y="21764"/>
                </a:lnTo>
                <a:lnTo>
                  <a:pt x="248286" y="24554"/>
                </a:lnTo>
                <a:close/>
                <a:moveTo>
                  <a:pt x="267406" y="17416"/>
                </a:moveTo>
                <a:cubicBezTo>
                  <a:pt x="267406" y="18451"/>
                  <a:pt x="267219" y="19422"/>
                  <a:pt x="266846" y="20330"/>
                </a:cubicBezTo>
                <a:cubicBezTo>
                  <a:pt x="266473" y="21238"/>
                  <a:pt x="265942" y="22028"/>
                  <a:pt x="265254" y="22700"/>
                </a:cubicBezTo>
                <a:cubicBezTo>
                  <a:pt x="264565" y="23372"/>
                  <a:pt x="263735" y="23901"/>
                  <a:pt x="262766" y="24286"/>
                </a:cubicBezTo>
                <a:cubicBezTo>
                  <a:pt x="261796" y="24671"/>
                  <a:pt x="260719" y="24864"/>
                  <a:pt x="259537" y="24864"/>
                </a:cubicBezTo>
                <a:cubicBezTo>
                  <a:pt x="258297" y="24864"/>
                  <a:pt x="257201" y="24666"/>
                  <a:pt x="256248" y="24269"/>
                </a:cubicBezTo>
                <a:cubicBezTo>
                  <a:pt x="255295" y="23873"/>
                  <a:pt x="254498" y="23264"/>
                  <a:pt x="253855" y="22443"/>
                </a:cubicBezTo>
                <a:cubicBezTo>
                  <a:pt x="253212" y="21621"/>
                  <a:pt x="252724" y="20585"/>
                  <a:pt x="252391" y="19333"/>
                </a:cubicBezTo>
                <a:cubicBezTo>
                  <a:pt x="252058" y="18080"/>
                  <a:pt x="251892" y="16598"/>
                  <a:pt x="251892" y="14887"/>
                </a:cubicBezTo>
                <a:cubicBezTo>
                  <a:pt x="251892" y="13738"/>
                  <a:pt x="251967" y="12624"/>
                  <a:pt x="252116" y="11544"/>
                </a:cubicBezTo>
                <a:cubicBezTo>
                  <a:pt x="252265" y="10464"/>
                  <a:pt x="252512" y="9447"/>
                  <a:pt x="252856" y="8494"/>
                </a:cubicBezTo>
                <a:cubicBezTo>
                  <a:pt x="253201" y="7540"/>
                  <a:pt x="253660" y="6667"/>
                  <a:pt x="254234" y="5875"/>
                </a:cubicBezTo>
                <a:cubicBezTo>
                  <a:pt x="254808" y="5082"/>
                  <a:pt x="255522" y="4401"/>
                  <a:pt x="256377" y="3833"/>
                </a:cubicBezTo>
                <a:cubicBezTo>
                  <a:pt x="257233" y="3264"/>
                  <a:pt x="258240" y="2822"/>
                  <a:pt x="259399" y="2506"/>
                </a:cubicBezTo>
                <a:cubicBezTo>
                  <a:pt x="260559" y="2190"/>
                  <a:pt x="261902" y="2032"/>
                  <a:pt x="263428" y="2032"/>
                </a:cubicBezTo>
                <a:lnTo>
                  <a:pt x="265650" y="2032"/>
                </a:lnTo>
                <a:lnTo>
                  <a:pt x="265650" y="4649"/>
                </a:lnTo>
                <a:lnTo>
                  <a:pt x="263239" y="4649"/>
                </a:lnTo>
                <a:cubicBezTo>
                  <a:pt x="261896" y="4649"/>
                  <a:pt x="260731" y="4810"/>
                  <a:pt x="259744" y="5132"/>
                </a:cubicBezTo>
                <a:cubicBezTo>
                  <a:pt x="258756" y="5453"/>
                  <a:pt x="257930" y="5907"/>
                  <a:pt x="257264" y="6494"/>
                </a:cubicBezTo>
                <a:cubicBezTo>
                  <a:pt x="256598" y="7079"/>
                  <a:pt x="256088" y="7786"/>
                  <a:pt x="255732" y="8614"/>
                </a:cubicBezTo>
                <a:cubicBezTo>
                  <a:pt x="255376" y="9441"/>
                  <a:pt x="255152" y="10366"/>
                  <a:pt x="255060" y="11389"/>
                </a:cubicBezTo>
                <a:lnTo>
                  <a:pt x="254991" y="12087"/>
                </a:lnTo>
                <a:cubicBezTo>
                  <a:pt x="255714" y="11663"/>
                  <a:pt x="256550" y="11321"/>
                  <a:pt x="257497" y="11063"/>
                </a:cubicBezTo>
                <a:cubicBezTo>
                  <a:pt x="258444" y="10805"/>
                  <a:pt x="259468" y="10676"/>
                  <a:pt x="260570" y="10676"/>
                </a:cubicBezTo>
                <a:cubicBezTo>
                  <a:pt x="261707" y="10676"/>
                  <a:pt x="262702" y="10842"/>
                  <a:pt x="263558" y="11175"/>
                </a:cubicBezTo>
                <a:cubicBezTo>
                  <a:pt x="264413" y="11509"/>
                  <a:pt x="265124" y="11971"/>
                  <a:pt x="265693" y="12563"/>
                </a:cubicBezTo>
                <a:cubicBezTo>
                  <a:pt x="266261" y="13155"/>
                  <a:pt x="266688" y="13865"/>
                  <a:pt x="266975" y="14692"/>
                </a:cubicBezTo>
                <a:cubicBezTo>
                  <a:pt x="267262" y="15520"/>
                  <a:pt x="267406" y="16428"/>
                  <a:pt x="267406" y="17416"/>
                </a:cubicBezTo>
                <a:moveTo>
                  <a:pt x="264272" y="17606"/>
                </a:moveTo>
                <a:cubicBezTo>
                  <a:pt x="264272" y="16916"/>
                  <a:pt x="264189" y="16292"/>
                  <a:pt x="264022" y="15734"/>
                </a:cubicBezTo>
                <a:cubicBezTo>
                  <a:pt x="263856" y="15176"/>
                  <a:pt x="263595" y="14705"/>
                  <a:pt x="263239" y="14319"/>
                </a:cubicBezTo>
                <a:cubicBezTo>
                  <a:pt x="262883" y="13934"/>
                  <a:pt x="262433" y="13635"/>
                  <a:pt x="261887" y="13422"/>
                </a:cubicBezTo>
                <a:cubicBezTo>
                  <a:pt x="261342" y="13210"/>
                  <a:pt x="260691" y="13103"/>
                  <a:pt x="259933" y="13103"/>
                </a:cubicBezTo>
                <a:cubicBezTo>
                  <a:pt x="259497" y="13103"/>
                  <a:pt x="259055" y="13144"/>
                  <a:pt x="258607" y="13224"/>
                </a:cubicBezTo>
                <a:cubicBezTo>
                  <a:pt x="258160" y="13304"/>
                  <a:pt x="257720" y="13416"/>
                  <a:pt x="257290" y="13560"/>
                </a:cubicBezTo>
                <a:cubicBezTo>
                  <a:pt x="256860" y="13703"/>
                  <a:pt x="256449" y="13867"/>
                  <a:pt x="256059" y="14050"/>
                </a:cubicBezTo>
                <a:cubicBezTo>
                  <a:pt x="255669" y="14234"/>
                  <a:pt x="255313" y="14429"/>
                  <a:pt x="254991" y="14636"/>
                </a:cubicBezTo>
                <a:cubicBezTo>
                  <a:pt x="254991" y="16120"/>
                  <a:pt x="255095" y="17359"/>
                  <a:pt x="255301" y="18355"/>
                </a:cubicBezTo>
                <a:cubicBezTo>
                  <a:pt x="255508" y="19350"/>
                  <a:pt x="255815" y="20146"/>
                  <a:pt x="256222" y="20745"/>
                </a:cubicBezTo>
                <a:cubicBezTo>
                  <a:pt x="256630" y="21343"/>
                  <a:pt x="257132" y="21769"/>
                  <a:pt x="257729" y="22022"/>
                </a:cubicBezTo>
                <a:cubicBezTo>
                  <a:pt x="258326" y="22275"/>
                  <a:pt x="259015" y="22401"/>
                  <a:pt x="259795" y="22401"/>
                </a:cubicBezTo>
                <a:cubicBezTo>
                  <a:pt x="260450" y="22401"/>
                  <a:pt x="261049" y="22295"/>
                  <a:pt x="261595" y="22082"/>
                </a:cubicBezTo>
                <a:cubicBezTo>
                  <a:pt x="262140" y="21870"/>
                  <a:pt x="262611" y="21556"/>
                  <a:pt x="263007" y="21142"/>
                </a:cubicBezTo>
                <a:cubicBezTo>
                  <a:pt x="263403" y="20728"/>
                  <a:pt x="263713" y="20225"/>
                  <a:pt x="263936" y="19633"/>
                </a:cubicBezTo>
                <a:cubicBezTo>
                  <a:pt x="264160" y="19040"/>
                  <a:pt x="264272" y="18365"/>
                  <a:pt x="264272" y="17606"/>
                </a:cubicBezTo>
                <a:close/>
                <a:moveTo>
                  <a:pt x="286808" y="18906"/>
                </a:moveTo>
                <a:cubicBezTo>
                  <a:pt x="286808" y="19859"/>
                  <a:pt x="286612" y="20705"/>
                  <a:pt x="286222" y="21446"/>
                </a:cubicBezTo>
                <a:cubicBezTo>
                  <a:pt x="285832" y="22186"/>
                  <a:pt x="285287" y="22809"/>
                  <a:pt x="284586" y="23314"/>
                </a:cubicBezTo>
                <a:cubicBezTo>
                  <a:pt x="283886" y="23819"/>
                  <a:pt x="283060" y="24204"/>
                  <a:pt x="282107" y="24468"/>
                </a:cubicBezTo>
                <a:cubicBezTo>
                  <a:pt x="281154" y="24732"/>
                  <a:pt x="280121" y="24864"/>
                  <a:pt x="279008" y="24864"/>
                </a:cubicBezTo>
                <a:cubicBezTo>
                  <a:pt x="277779" y="24864"/>
                  <a:pt x="276697" y="24726"/>
                  <a:pt x="275762" y="24450"/>
                </a:cubicBezTo>
                <a:cubicBezTo>
                  <a:pt x="274826" y="24175"/>
                  <a:pt x="274043" y="23790"/>
                  <a:pt x="273411" y="23297"/>
                </a:cubicBezTo>
                <a:cubicBezTo>
                  <a:pt x="272780" y="22803"/>
                  <a:pt x="272304" y="22218"/>
                  <a:pt x="271982" y="21541"/>
                </a:cubicBezTo>
                <a:cubicBezTo>
                  <a:pt x="271661" y="20863"/>
                  <a:pt x="271500" y="20117"/>
                  <a:pt x="271500" y="19302"/>
                </a:cubicBezTo>
                <a:cubicBezTo>
                  <a:pt x="271500" y="17925"/>
                  <a:pt x="271885" y="16737"/>
                  <a:pt x="272654" y="15738"/>
                </a:cubicBezTo>
                <a:cubicBezTo>
                  <a:pt x="273423" y="14739"/>
                  <a:pt x="274611" y="13832"/>
                  <a:pt x="276218" y="13017"/>
                </a:cubicBezTo>
                <a:cubicBezTo>
                  <a:pt x="274749" y="12270"/>
                  <a:pt x="273676" y="11439"/>
                  <a:pt x="272998" y="10525"/>
                </a:cubicBezTo>
                <a:cubicBezTo>
                  <a:pt x="272321" y="9611"/>
                  <a:pt x="271982" y="8562"/>
                  <a:pt x="271982" y="7378"/>
                </a:cubicBezTo>
                <a:cubicBezTo>
                  <a:pt x="271982" y="6654"/>
                  <a:pt x="272132" y="5953"/>
                  <a:pt x="272430" y="5274"/>
                </a:cubicBezTo>
                <a:cubicBezTo>
                  <a:pt x="272728" y="4596"/>
                  <a:pt x="273179" y="3992"/>
                  <a:pt x="273782" y="3464"/>
                </a:cubicBezTo>
                <a:cubicBezTo>
                  <a:pt x="274384" y="2935"/>
                  <a:pt x="275139" y="2512"/>
                  <a:pt x="276046" y="2196"/>
                </a:cubicBezTo>
                <a:cubicBezTo>
                  <a:pt x="276953" y="1880"/>
                  <a:pt x="278020" y="1722"/>
                  <a:pt x="279249" y="1722"/>
                </a:cubicBezTo>
                <a:cubicBezTo>
                  <a:pt x="280408" y="1722"/>
                  <a:pt x="281427" y="1845"/>
                  <a:pt x="282305" y="2093"/>
                </a:cubicBezTo>
                <a:cubicBezTo>
                  <a:pt x="283183" y="2340"/>
                  <a:pt x="283921" y="2693"/>
                  <a:pt x="284518" y="3153"/>
                </a:cubicBezTo>
                <a:cubicBezTo>
                  <a:pt x="285114" y="3613"/>
                  <a:pt x="285562" y="4171"/>
                  <a:pt x="285861" y="4826"/>
                </a:cubicBezTo>
                <a:cubicBezTo>
                  <a:pt x="286159" y="5481"/>
                  <a:pt x="286308" y="6211"/>
                  <a:pt x="286308" y="7016"/>
                </a:cubicBezTo>
                <a:cubicBezTo>
                  <a:pt x="286308" y="8327"/>
                  <a:pt x="285944" y="9442"/>
                  <a:pt x="285215" y="10362"/>
                </a:cubicBezTo>
                <a:cubicBezTo>
                  <a:pt x="284486" y="11282"/>
                  <a:pt x="283450" y="12086"/>
                  <a:pt x="282107" y="12776"/>
                </a:cubicBezTo>
                <a:cubicBezTo>
                  <a:pt x="282773" y="13109"/>
                  <a:pt x="283393" y="13476"/>
                  <a:pt x="283967" y="13878"/>
                </a:cubicBezTo>
                <a:cubicBezTo>
                  <a:pt x="284540" y="14280"/>
                  <a:pt x="285040" y="14728"/>
                  <a:pt x="285465" y="15221"/>
                </a:cubicBezTo>
                <a:cubicBezTo>
                  <a:pt x="285889" y="15715"/>
                  <a:pt x="286219" y="16266"/>
                  <a:pt x="286455" y="16874"/>
                </a:cubicBezTo>
                <a:cubicBezTo>
                  <a:pt x="286690" y="17483"/>
                  <a:pt x="286808" y="18160"/>
                  <a:pt x="286808" y="18906"/>
                </a:cubicBezTo>
                <a:moveTo>
                  <a:pt x="283243" y="7249"/>
                </a:moveTo>
                <a:cubicBezTo>
                  <a:pt x="283243" y="6227"/>
                  <a:pt x="282885" y="5467"/>
                  <a:pt x="282167" y="4968"/>
                </a:cubicBezTo>
                <a:cubicBezTo>
                  <a:pt x="281450" y="4468"/>
                  <a:pt x="280442" y="4219"/>
                  <a:pt x="279145" y="4219"/>
                </a:cubicBezTo>
                <a:cubicBezTo>
                  <a:pt x="277860" y="4219"/>
                  <a:pt x="276858" y="4465"/>
                  <a:pt x="276141" y="4959"/>
                </a:cubicBezTo>
                <a:cubicBezTo>
                  <a:pt x="275423" y="5453"/>
                  <a:pt x="275064" y="6193"/>
                  <a:pt x="275064" y="7180"/>
                </a:cubicBezTo>
                <a:cubicBezTo>
                  <a:pt x="275064" y="7630"/>
                  <a:pt x="275151" y="8045"/>
                  <a:pt x="275323" y="8425"/>
                </a:cubicBezTo>
                <a:cubicBezTo>
                  <a:pt x="275495" y="8806"/>
                  <a:pt x="275762" y="9163"/>
                  <a:pt x="276123" y="9497"/>
                </a:cubicBezTo>
                <a:cubicBezTo>
                  <a:pt x="276485" y="9831"/>
                  <a:pt x="276936" y="10160"/>
                  <a:pt x="277475" y="10482"/>
                </a:cubicBezTo>
                <a:cubicBezTo>
                  <a:pt x="278015" y="10805"/>
                  <a:pt x="278657" y="11133"/>
                  <a:pt x="279404" y="11468"/>
                </a:cubicBezTo>
                <a:cubicBezTo>
                  <a:pt x="280701" y="10857"/>
                  <a:pt x="281665" y="10220"/>
                  <a:pt x="282296" y="9557"/>
                </a:cubicBezTo>
                <a:cubicBezTo>
                  <a:pt x="282928" y="8895"/>
                  <a:pt x="283243" y="8125"/>
                  <a:pt x="283243" y="7249"/>
                </a:cubicBezTo>
                <a:moveTo>
                  <a:pt x="283553" y="19121"/>
                </a:moveTo>
                <a:cubicBezTo>
                  <a:pt x="283553" y="18697"/>
                  <a:pt x="283484" y="18285"/>
                  <a:pt x="283347" y="17884"/>
                </a:cubicBezTo>
                <a:cubicBezTo>
                  <a:pt x="283209" y="17483"/>
                  <a:pt x="282962" y="17087"/>
                  <a:pt x="282606" y="16698"/>
                </a:cubicBezTo>
                <a:cubicBezTo>
                  <a:pt x="282250" y="16308"/>
                  <a:pt x="281774" y="15919"/>
                  <a:pt x="281177" y="15529"/>
                </a:cubicBezTo>
                <a:cubicBezTo>
                  <a:pt x="280580" y="15139"/>
                  <a:pt x="279823" y="14738"/>
                  <a:pt x="278904" y="14326"/>
                </a:cubicBezTo>
                <a:cubicBezTo>
                  <a:pt x="278124" y="14704"/>
                  <a:pt x="277466" y="15079"/>
                  <a:pt x="276933" y="15452"/>
                </a:cubicBezTo>
                <a:cubicBezTo>
                  <a:pt x="276399" y="15824"/>
                  <a:pt x="275968" y="16202"/>
                  <a:pt x="275641" y="16586"/>
                </a:cubicBezTo>
                <a:cubicBezTo>
                  <a:pt x="275314" y="16970"/>
                  <a:pt x="275082" y="17368"/>
                  <a:pt x="274944" y="17780"/>
                </a:cubicBezTo>
                <a:cubicBezTo>
                  <a:pt x="274806" y="18193"/>
                  <a:pt x="274737" y="18628"/>
                  <a:pt x="274737" y="19087"/>
                </a:cubicBezTo>
                <a:cubicBezTo>
                  <a:pt x="274737" y="19605"/>
                  <a:pt x="274849" y="20062"/>
                  <a:pt x="275073" y="20460"/>
                </a:cubicBezTo>
                <a:cubicBezTo>
                  <a:pt x="275297" y="20857"/>
                  <a:pt x="275604" y="21193"/>
                  <a:pt x="275994" y="21469"/>
                </a:cubicBezTo>
                <a:cubicBezTo>
                  <a:pt x="276385" y="21746"/>
                  <a:pt x="276849" y="21953"/>
                  <a:pt x="277389" y="22091"/>
                </a:cubicBezTo>
                <a:cubicBezTo>
                  <a:pt x="277929" y="22229"/>
                  <a:pt x="278514" y="22298"/>
                  <a:pt x="279145" y="22298"/>
                </a:cubicBezTo>
                <a:cubicBezTo>
                  <a:pt x="279754" y="22298"/>
                  <a:pt x="280328" y="22235"/>
                  <a:pt x="280867" y="22108"/>
                </a:cubicBezTo>
                <a:cubicBezTo>
                  <a:pt x="281407" y="21982"/>
                  <a:pt x="281874" y="21789"/>
                  <a:pt x="282270" y="21530"/>
                </a:cubicBezTo>
                <a:cubicBezTo>
                  <a:pt x="282667" y="21271"/>
                  <a:pt x="282979" y="20943"/>
                  <a:pt x="283209" y="20546"/>
                </a:cubicBezTo>
                <a:cubicBezTo>
                  <a:pt x="283438" y="20148"/>
                  <a:pt x="283553" y="19674"/>
                  <a:pt x="283553" y="19121"/>
                </a:cubicBezTo>
                <a:close/>
                <a:moveTo>
                  <a:pt x="298685" y="19130"/>
                </a:moveTo>
                <a:cubicBezTo>
                  <a:pt x="299075" y="19130"/>
                  <a:pt x="299445" y="19205"/>
                  <a:pt x="299795" y="19354"/>
                </a:cubicBezTo>
                <a:cubicBezTo>
                  <a:pt x="300145" y="19503"/>
                  <a:pt x="300450" y="19710"/>
                  <a:pt x="300708" y="19974"/>
                </a:cubicBezTo>
                <a:cubicBezTo>
                  <a:pt x="300966" y="20238"/>
                  <a:pt x="301170" y="20545"/>
                  <a:pt x="301319" y="20895"/>
                </a:cubicBezTo>
                <a:cubicBezTo>
                  <a:pt x="301468" y="21245"/>
                  <a:pt x="301543" y="21621"/>
                  <a:pt x="301543" y="22023"/>
                </a:cubicBezTo>
                <a:cubicBezTo>
                  <a:pt x="301543" y="22413"/>
                  <a:pt x="301468" y="22780"/>
                  <a:pt x="301319" y="23125"/>
                </a:cubicBezTo>
                <a:cubicBezTo>
                  <a:pt x="301170" y="23469"/>
                  <a:pt x="300966" y="23770"/>
                  <a:pt x="300708" y="24029"/>
                </a:cubicBezTo>
                <a:cubicBezTo>
                  <a:pt x="300450" y="24287"/>
                  <a:pt x="300145" y="24491"/>
                  <a:pt x="299795" y="24640"/>
                </a:cubicBezTo>
                <a:cubicBezTo>
                  <a:pt x="299445" y="24789"/>
                  <a:pt x="299075" y="24864"/>
                  <a:pt x="298685" y="24864"/>
                </a:cubicBezTo>
                <a:cubicBezTo>
                  <a:pt x="298283" y="24864"/>
                  <a:pt x="297910" y="24789"/>
                  <a:pt x="297565" y="24640"/>
                </a:cubicBezTo>
                <a:cubicBezTo>
                  <a:pt x="297221" y="24491"/>
                  <a:pt x="296920" y="24287"/>
                  <a:pt x="296662" y="24029"/>
                </a:cubicBezTo>
                <a:cubicBezTo>
                  <a:pt x="296403" y="23770"/>
                  <a:pt x="296199" y="23469"/>
                  <a:pt x="296050" y="23125"/>
                </a:cubicBezTo>
                <a:cubicBezTo>
                  <a:pt x="295901" y="22780"/>
                  <a:pt x="295826" y="22413"/>
                  <a:pt x="295826" y="22023"/>
                </a:cubicBezTo>
                <a:cubicBezTo>
                  <a:pt x="295826" y="21621"/>
                  <a:pt x="295901" y="21245"/>
                  <a:pt x="296050" y="20895"/>
                </a:cubicBezTo>
                <a:cubicBezTo>
                  <a:pt x="296199" y="20545"/>
                  <a:pt x="296403" y="20238"/>
                  <a:pt x="296662" y="19974"/>
                </a:cubicBezTo>
                <a:cubicBezTo>
                  <a:pt x="296920" y="19710"/>
                  <a:pt x="297221" y="19503"/>
                  <a:pt x="297565" y="19354"/>
                </a:cubicBezTo>
                <a:cubicBezTo>
                  <a:pt x="297910" y="19205"/>
                  <a:pt x="298283" y="19130"/>
                  <a:pt x="298685" y="19130"/>
                </a:cubicBezTo>
                <a:close/>
                <a:moveTo>
                  <a:pt x="318362" y="19130"/>
                </a:moveTo>
                <a:cubicBezTo>
                  <a:pt x="318752" y="19130"/>
                  <a:pt x="319123" y="19205"/>
                  <a:pt x="319473" y="19354"/>
                </a:cubicBezTo>
                <a:cubicBezTo>
                  <a:pt x="319823" y="19503"/>
                  <a:pt x="320127" y="19710"/>
                  <a:pt x="320385" y="19974"/>
                </a:cubicBezTo>
                <a:cubicBezTo>
                  <a:pt x="320644" y="20238"/>
                  <a:pt x="320847" y="20545"/>
                  <a:pt x="320996" y="20895"/>
                </a:cubicBezTo>
                <a:cubicBezTo>
                  <a:pt x="321146" y="21245"/>
                  <a:pt x="321220" y="21621"/>
                  <a:pt x="321220" y="22023"/>
                </a:cubicBezTo>
                <a:cubicBezTo>
                  <a:pt x="321220" y="22413"/>
                  <a:pt x="321146" y="22780"/>
                  <a:pt x="320996" y="23125"/>
                </a:cubicBezTo>
                <a:cubicBezTo>
                  <a:pt x="320847" y="23469"/>
                  <a:pt x="320644" y="23770"/>
                  <a:pt x="320385" y="24029"/>
                </a:cubicBezTo>
                <a:cubicBezTo>
                  <a:pt x="320127" y="24287"/>
                  <a:pt x="319823" y="24491"/>
                  <a:pt x="319473" y="24640"/>
                </a:cubicBezTo>
                <a:cubicBezTo>
                  <a:pt x="319123" y="24789"/>
                  <a:pt x="318752" y="24864"/>
                  <a:pt x="318362" y="24864"/>
                </a:cubicBezTo>
                <a:cubicBezTo>
                  <a:pt x="317960" y="24864"/>
                  <a:pt x="317587" y="24789"/>
                  <a:pt x="317243" y="24640"/>
                </a:cubicBezTo>
                <a:cubicBezTo>
                  <a:pt x="316898" y="24491"/>
                  <a:pt x="316597" y="24287"/>
                  <a:pt x="316339" y="24029"/>
                </a:cubicBezTo>
                <a:cubicBezTo>
                  <a:pt x="316081" y="23770"/>
                  <a:pt x="315877" y="23469"/>
                  <a:pt x="315728" y="23125"/>
                </a:cubicBezTo>
                <a:cubicBezTo>
                  <a:pt x="315578" y="22780"/>
                  <a:pt x="315504" y="22413"/>
                  <a:pt x="315504" y="22023"/>
                </a:cubicBezTo>
                <a:cubicBezTo>
                  <a:pt x="315504" y="21621"/>
                  <a:pt x="315578" y="21245"/>
                  <a:pt x="315728" y="20895"/>
                </a:cubicBezTo>
                <a:cubicBezTo>
                  <a:pt x="315877" y="20545"/>
                  <a:pt x="316081" y="20238"/>
                  <a:pt x="316339" y="19974"/>
                </a:cubicBezTo>
                <a:cubicBezTo>
                  <a:pt x="316597" y="19710"/>
                  <a:pt x="316898" y="19503"/>
                  <a:pt x="317243" y="19354"/>
                </a:cubicBezTo>
                <a:cubicBezTo>
                  <a:pt x="317587" y="19205"/>
                  <a:pt x="317960" y="19130"/>
                  <a:pt x="318362" y="19130"/>
                </a:cubicBezTo>
                <a:close/>
                <a:moveTo>
                  <a:pt x="341321" y="24554"/>
                </a:moveTo>
                <a:lnTo>
                  <a:pt x="341252" y="22224"/>
                </a:lnTo>
                <a:cubicBezTo>
                  <a:pt x="340311" y="23156"/>
                  <a:pt x="339355" y="23829"/>
                  <a:pt x="338385" y="24243"/>
                </a:cubicBezTo>
                <a:cubicBezTo>
                  <a:pt x="337415" y="24657"/>
                  <a:pt x="336397" y="24864"/>
                  <a:pt x="335329" y="24864"/>
                </a:cubicBezTo>
                <a:cubicBezTo>
                  <a:pt x="334342" y="24864"/>
                  <a:pt x="333498" y="24737"/>
                  <a:pt x="332798" y="24484"/>
                </a:cubicBezTo>
                <a:cubicBezTo>
                  <a:pt x="332098" y="24231"/>
                  <a:pt x="331521" y="23884"/>
                  <a:pt x="331067" y="23441"/>
                </a:cubicBezTo>
                <a:cubicBezTo>
                  <a:pt x="330614" y="22998"/>
                  <a:pt x="330281" y="22478"/>
                  <a:pt x="330069" y="21880"/>
                </a:cubicBezTo>
                <a:cubicBezTo>
                  <a:pt x="329856" y="21282"/>
                  <a:pt x="329750" y="20632"/>
                  <a:pt x="329750" y="19931"/>
                </a:cubicBezTo>
                <a:cubicBezTo>
                  <a:pt x="329750" y="18195"/>
                  <a:pt x="330396" y="16835"/>
                  <a:pt x="331687" y="15852"/>
                </a:cubicBezTo>
                <a:cubicBezTo>
                  <a:pt x="332979" y="14869"/>
                  <a:pt x="334887" y="14378"/>
                  <a:pt x="337413" y="14378"/>
                </a:cubicBezTo>
                <a:lnTo>
                  <a:pt x="340994" y="14378"/>
                </a:lnTo>
                <a:lnTo>
                  <a:pt x="340994" y="12868"/>
                </a:lnTo>
                <a:cubicBezTo>
                  <a:pt x="340994" y="11850"/>
                  <a:pt x="340667" y="11035"/>
                  <a:pt x="340013" y="10423"/>
                </a:cubicBezTo>
                <a:cubicBezTo>
                  <a:pt x="339358" y="9811"/>
                  <a:pt x="338360" y="9505"/>
                  <a:pt x="337017" y="9505"/>
                </a:cubicBezTo>
                <a:cubicBezTo>
                  <a:pt x="336041" y="9505"/>
                  <a:pt x="335079" y="9615"/>
                  <a:pt x="334132" y="9837"/>
                </a:cubicBezTo>
                <a:cubicBezTo>
                  <a:pt x="333185" y="10058"/>
                  <a:pt x="332207" y="10372"/>
                  <a:pt x="331197" y="10779"/>
                </a:cubicBezTo>
                <a:lnTo>
                  <a:pt x="331197" y="8076"/>
                </a:lnTo>
                <a:cubicBezTo>
                  <a:pt x="331575" y="7936"/>
                  <a:pt x="331997" y="7799"/>
                  <a:pt x="332462" y="7664"/>
                </a:cubicBezTo>
                <a:cubicBezTo>
                  <a:pt x="332927" y="7530"/>
                  <a:pt x="333418" y="7411"/>
                  <a:pt x="333934" y="7306"/>
                </a:cubicBezTo>
                <a:cubicBezTo>
                  <a:pt x="334451" y="7201"/>
                  <a:pt x="334990" y="7116"/>
                  <a:pt x="335553" y="7053"/>
                </a:cubicBezTo>
                <a:cubicBezTo>
                  <a:pt x="336115" y="6988"/>
                  <a:pt x="336684" y="6956"/>
                  <a:pt x="337258" y="6956"/>
                </a:cubicBezTo>
                <a:cubicBezTo>
                  <a:pt x="338302" y="6956"/>
                  <a:pt x="339243" y="7071"/>
                  <a:pt x="340081" y="7301"/>
                </a:cubicBezTo>
                <a:cubicBezTo>
                  <a:pt x="340919" y="7530"/>
                  <a:pt x="341628" y="7880"/>
                  <a:pt x="342208" y="8351"/>
                </a:cubicBezTo>
                <a:cubicBezTo>
                  <a:pt x="342788" y="8822"/>
                  <a:pt x="343232" y="9413"/>
                  <a:pt x="343542" y="10125"/>
                </a:cubicBezTo>
                <a:cubicBezTo>
                  <a:pt x="343852" y="10836"/>
                  <a:pt x="344007" y="11674"/>
                  <a:pt x="344007" y="12638"/>
                </a:cubicBezTo>
                <a:lnTo>
                  <a:pt x="344007" y="24554"/>
                </a:lnTo>
                <a:lnTo>
                  <a:pt x="341321" y="24554"/>
                </a:lnTo>
                <a:moveTo>
                  <a:pt x="340994" y="16668"/>
                </a:moveTo>
                <a:lnTo>
                  <a:pt x="337189" y="16668"/>
                </a:lnTo>
                <a:cubicBezTo>
                  <a:pt x="336443" y="16668"/>
                  <a:pt x="335800" y="16743"/>
                  <a:pt x="335260" y="16893"/>
                </a:cubicBezTo>
                <a:cubicBezTo>
                  <a:pt x="334721" y="17042"/>
                  <a:pt x="334279" y="17255"/>
                  <a:pt x="333934" y="17531"/>
                </a:cubicBezTo>
                <a:cubicBezTo>
                  <a:pt x="333590" y="17807"/>
                  <a:pt x="333335" y="18139"/>
                  <a:pt x="333168" y="18525"/>
                </a:cubicBezTo>
                <a:cubicBezTo>
                  <a:pt x="333002" y="18910"/>
                  <a:pt x="332918" y="19345"/>
                  <a:pt x="332918" y="19828"/>
                </a:cubicBezTo>
                <a:cubicBezTo>
                  <a:pt x="332918" y="20162"/>
                  <a:pt x="332970" y="20482"/>
                  <a:pt x="333073" y="20787"/>
                </a:cubicBezTo>
                <a:cubicBezTo>
                  <a:pt x="333177" y="21092"/>
                  <a:pt x="333343" y="21363"/>
                  <a:pt x="333573" y="21599"/>
                </a:cubicBezTo>
                <a:cubicBezTo>
                  <a:pt x="333802" y="21835"/>
                  <a:pt x="334101" y="22022"/>
                  <a:pt x="334468" y="22160"/>
                </a:cubicBezTo>
                <a:cubicBezTo>
                  <a:pt x="334835" y="22298"/>
                  <a:pt x="335283" y="22367"/>
                  <a:pt x="335811" y="22367"/>
                </a:cubicBezTo>
                <a:cubicBezTo>
                  <a:pt x="336500" y="22367"/>
                  <a:pt x="337289" y="22157"/>
                  <a:pt x="338179" y="21737"/>
                </a:cubicBezTo>
                <a:cubicBezTo>
                  <a:pt x="339068" y="21316"/>
                  <a:pt x="340007" y="20651"/>
                  <a:pt x="340994" y="19742"/>
                </a:cubicBezTo>
                <a:lnTo>
                  <a:pt x="340994" y="16668"/>
                </a:lnTo>
                <a:close/>
                <a:moveTo>
                  <a:pt x="365234" y="2996"/>
                </a:moveTo>
                <a:cubicBezTo>
                  <a:pt x="363661" y="2663"/>
                  <a:pt x="362307" y="2497"/>
                  <a:pt x="361171" y="2497"/>
                </a:cubicBezTo>
                <a:cubicBezTo>
                  <a:pt x="358473" y="2497"/>
                  <a:pt x="357124" y="3909"/>
                  <a:pt x="357124" y="6732"/>
                </a:cubicBezTo>
                <a:lnTo>
                  <a:pt x="357124" y="9763"/>
                </a:lnTo>
                <a:lnTo>
                  <a:pt x="364700" y="9763"/>
                </a:lnTo>
                <a:lnTo>
                  <a:pt x="364700" y="12260"/>
                </a:lnTo>
                <a:lnTo>
                  <a:pt x="357124" y="12260"/>
                </a:lnTo>
                <a:lnTo>
                  <a:pt x="357124" y="24554"/>
                </a:lnTo>
                <a:lnTo>
                  <a:pt x="354076" y="24554"/>
                </a:lnTo>
                <a:lnTo>
                  <a:pt x="354076" y="12260"/>
                </a:lnTo>
                <a:lnTo>
                  <a:pt x="348515" y="12260"/>
                </a:lnTo>
                <a:lnTo>
                  <a:pt x="348515" y="9763"/>
                </a:lnTo>
                <a:lnTo>
                  <a:pt x="354076" y="9763"/>
                </a:lnTo>
                <a:lnTo>
                  <a:pt x="354076" y="6905"/>
                </a:lnTo>
                <a:cubicBezTo>
                  <a:pt x="354076" y="2302"/>
                  <a:pt x="356476" y="0"/>
                  <a:pt x="361274" y="0"/>
                </a:cubicBezTo>
                <a:cubicBezTo>
                  <a:pt x="362468" y="0"/>
                  <a:pt x="363788" y="138"/>
                  <a:pt x="365234" y="413"/>
                </a:cubicBezTo>
                <a:lnTo>
                  <a:pt x="365234" y="2996"/>
                </a:lnTo>
                <a:moveTo>
                  <a:pt x="347137" y="7266"/>
                </a:moveTo>
                <a:lnTo>
                  <a:pt x="347137" y="7266"/>
                </a:lnTo>
                <a:close/>
                <a:moveTo>
                  <a:pt x="384911" y="2996"/>
                </a:moveTo>
                <a:cubicBezTo>
                  <a:pt x="383339" y="2663"/>
                  <a:pt x="381984" y="2497"/>
                  <a:pt x="380848" y="2497"/>
                </a:cubicBezTo>
                <a:cubicBezTo>
                  <a:pt x="378150" y="2497"/>
                  <a:pt x="376801" y="3909"/>
                  <a:pt x="376801" y="6732"/>
                </a:cubicBezTo>
                <a:lnTo>
                  <a:pt x="376801" y="9763"/>
                </a:lnTo>
                <a:lnTo>
                  <a:pt x="384377" y="9763"/>
                </a:lnTo>
                <a:lnTo>
                  <a:pt x="384377" y="12260"/>
                </a:lnTo>
                <a:lnTo>
                  <a:pt x="376801" y="12260"/>
                </a:lnTo>
                <a:lnTo>
                  <a:pt x="376801" y="24554"/>
                </a:lnTo>
                <a:lnTo>
                  <a:pt x="373753" y="24554"/>
                </a:lnTo>
                <a:lnTo>
                  <a:pt x="373753" y="12260"/>
                </a:lnTo>
                <a:lnTo>
                  <a:pt x="368192" y="12260"/>
                </a:lnTo>
                <a:lnTo>
                  <a:pt x="368192" y="9763"/>
                </a:lnTo>
                <a:lnTo>
                  <a:pt x="373753" y="9763"/>
                </a:lnTo>
                <a:lnTo>
                  <a:pt x="373753" y="6905"/>
                </a:lnTo>
                <a:cubicBezTo>
                  <a:pt x="373753" y="2302"/>
                  <a:pt x="376153" y="0"/>
                  <a:pt x="380951" y="0"/>
                </a:cubicBezTo>
                <a:cubicBezTo>
                  <a:pt x="382145" y="0"/>
                  <a:pt x="383465" y="138"/>
                  <a:pt x="384911" y="413"/>
                </a:cubicBezTo>
                <a:lnTo>
                  <a:pt x="384911" y="2996"/>
                </a:lnTo>
                <a:moveTo>
                  <a:pt x="366814" y="7266"/>
                </a:moveTo>
                <a:lnTo>
                  <a:pt x="366814" y="7266"/>
                </a:lnTo>
                <a:close/>
                <a:moveTo>
                  <a:pt x="403848" y="24554"/>
                </a:moveTo>
                <a:lnTo>
                  <a:pt x="389023" y="24554"/>
                </a:lnTo>
                <a:lnTo>
                  <a:pt x="389023" y="21868"/>
                </a:lnTo>
                <a:lnTo>
                  <a:pt x="394843" y="16076"/>
                </a:lnTo>
                <a:cubicBezTo>
                  <a:pt x="395795" y="15134"/>
                  <a:pt x="396570" y="14318"/>
                  <a:pt x="397167" y="13629"/>
                </a:cubicBezTo>
                <a:cubicBezTo>
                  <a:pt x="397764" y="12940"/>
                  <a:pt x="398229" y="12311"/>
                  <a:pt x="398562" y="11742"/>
                </a:cubicBezTo>
                <a:cubicBezTo>
                  <a:pt x="398895" y="11173"/>
                  <a:pt x="399119" y="10636"/>
                  <a:pt x="399233" y="10130"/>
                </a:cubicBezTo>
                <a:cubicBezTo>
                  <a:pt x="399348" y="9625"/>
                  <a:pt x="399406" y="9079"/>
                  <a:pt x="399406" y="8494"/>
                </a:cubicBezTo>
                <a:cubicBezTo>
                  <a:pt x="399406" y="7942"/>
                  <a:pt x="399331" y="7416"/>
                  <a:pt x="399182" y="6917"/>
                </a:cubicBezTo>
                <a:cubicBezTo>
                  <a:pt x="399033" y="6416"/>
                  <a:pt x="398803" y="5977"/>
                  <a:pt x="398493" y="5598"/>
                </a:cubicBezTo>
                <a:cubicBezTo>
                  <a:pt x="398183" y="5218"/>
                  <a:pt x="397781" y="4919"/>
                  <a:pt x="397288" y="4701"/>
                </a:cubicBezTo>
                <a:cubicBezTo>
                  <a:pt x="396794" y="4483"/>
                  <a:pt x="396203" y="4374"/>
                  <a:pt x="395514" y="4374"/>
                </a:cubicBezTo>
                <a:cubicBezTo>
                  <a:pt x="394561" y="4374"/>
                  <a:pt x="393695" y="4588"/>
                  <a:pt x="392914" y="5015"/>
                </a:cubicBezTo>
                <a:cubicBezTo>
                  <a:pt x="392134" y="5443"/>
                  <a:pt x="391416" y="5999"/>
                  <a:pt x="390762" y="6681"/>
                </a:cubicBezTo>
                <a:lnTo>
                  <a:pt x="389109" y="4694"/>
                </a:lnTo>
                <a:cubicBezTo>
                  <a:pt x="389958" y="3795"/>
                  <a:pt x="390937" y="3075"/>
                  <a:pt x="392045" y="2534"/>
                </a:cubicBezTo>
                <a:cubicBezTo>
                  <a:pt x="393152" y="1993"/>
                  <a:pt x="394441" y="1722"/>
                  <a:pt x="395910" y="1722"/>
                </a:cubicBezTo>
                <a:cubicBezTo>
                  <a:pt x="396909" y="1722"/>
                  <a:pt x="397819" y="1871"/>
                  <a:pt x="398639" y="2170"/>
                </a:cubicBezTo>
                <a:cubicBezTo>
                  <a:pt x="399460" y="2469"/>
                  <a:pt x="400169" y="2899"/>
                  <a:pt x="400766" y="3463"/>
                </a:cubicBezTo>
                <a:cubicBezTo>
                  <a:pt x="401363" y="4025"/>
                  <a:pt x="401825" y="4715"/>
                  <a:pt x="402152" y="5530"/>
                </a:cubicBezTo>
                <a:cubicBezTo>
                  <a:pt x="402479" y="6346"/>
                  <a:pt x="402643" y="7265"/>
                  <a:pt x="402643" y="8288"/>
                </a:cubicBezTo>
                <a:cubicBezTo>
                  <a:pt x="402643" y="9150"/>
                  <a:pt x="402528" y="9948"/>
                  <a:pt x="402298" y="10684"/>
                </a:cubicBezTo>
                <a:cubicBezTo>
                  <a:pt x="402069" y="11419"/>
                  <a:pt x="401721" y="12151"/>
                  <a:pt x="401257" y="12881"/>
                </a:cubicBezTo>
                <a:cubicBezTo>
                  <a:pt x="400792" y="13610"/>
                  <a:pt x="400206" y="14366"/>
                  <a:pt x="399500" y="15147"/>
                </a:cubicBezTo>
                <a:cubicBezTo>
                  <a:pt x="398794" y="15928"/>
                  <a:pt x="397959" y="16784"/>
                  <a:pt x="396995" y="17715"/>
                </a:cubicBezTo>
                <a:lnTo>
                  <a:pt x="392914" y="21695"/>
                </a:lnTo>
                <a:lnTo>
                  <a:pt x="403848" y="21695"/>
                </a:lnTo>
                <a:lnTo>
                  <a:pt x="403848" y="24554"/>
                </a:lnTo>
                <a:close/>
                <a:moveTo>
                  <a:pt x="422502" y="24554"/>
                </a:moveTo>
                <a:lnTo>
                  <a:pt x="407677" y="24554"/>
                </a:lnTo>
                <a:lnTo>
                  <a:pt x="407677" y="21868"/>
                </a:lnTo>
                <a:lnTo>
                  <a:pt x="413497" y="16076"/>
                </a:lnTo>
                <a:cubicBezTo>
                  <a:pt x="414450" y="15134"/>
                  <a:pt x="415225" y="14318"/>
                  <a:pt x="415822" y="13629"/>
                </a:cubicBezTo>
                <a:cubicBezTo>
                  <a:pt x="416418" y="12940"/>
                  <a:pt x="416883" y="12311"/>
                  <a:pt x="417216" y="11742"/>
                </a:cubicBezTo>
                <a:cubicBezTo>
                  <a:pt x="417549" y="11173"/>
                  <a:pt x="417773" y="10636"/>
                  <a:pt x="417888" y="10130"/>
                </a:cubicBezTo>
                <a:cubicBezTo>
                  <a:pt x="418003" y="9625"/>
                  <a:pt x="418060" y="9079"/>
                  <a:pt x="418060" y="8494"/>
                </a:cubicBezTo>
                <a:cubicBezTo>
                  <a:pt x="418060" y="7942"/>
                  <a:pt x="417985" y="7416"/>
                  <a:pt x="417836" y="6917"/>
                </a:cubicBezTo>
                <a:cubicBezTo>
                  <a:pt x="417687" y="6416"/>
                  <a:pt x="417457" y="5977"/>
                  <a:pt x="417147" y="5598"/>
                </a:cubicBezTo>
                <a:cubicBezTo>
                  <a:pt x="416837" y="5218"/>
                  <a:pt x="416436" y="4919"/>
                  <a:pt x="415942" y="4701"/>
                </a:cubicBezTo>
                <a:cubicBezTo>
                  <a:pt x="415449" y="4483"/>
                  <a:pt x="414857" y="4374"/>
                  <a:pt x="414169" y="4374"/>
                </a:cubicBezTo>
                <a:cubicBezTo>
                  <a:pt x="413216" y="4374"/>
                  <a:pt x="412349" y="4588"/>
                  <a:pt x="411569" y="5015"/>
                </a:cubicBezTo>
                <a:cubicBezTo>
                  <a:pt x="410788" y="5443"/>
                  <a:pt x="410071" y="5999"/>
                  <a:pt x="409416" y="6681"/>
                </a:cubicBezTo>
                <a:lnTo>
                  <a:pt x="407763" y="4694"/>
                </a:lnTo>
                <a:cubicBezTo>
                  <a:pt x="408613" y="3795"/>
                  <a:pt x="409591" y="3075"/>
                  <a:pt x="410699" y="2534"/>
                </a:cubicBezTo>
                <a:cubicBezTo>
                  <a:pt x="411807" y="1993"/>
                  <a:pt x="413095" y="1722"/>
                  <a:pt x="414565" y="1722"/>
                </a:cubicBezTo>
                <a:cubicBezTo>
                  <a:pt x="415563" y="1722"/>
                  <a:pt x="416473" y="1871"/>
                  <a:pt x="417294" y="2170"/>
                </a:cubicBezTo>
                <a:cubicBezTo>
                  <a:pt x="418115" y="2469"/>
                  <a:pt x="418823" y="2899"/>
                  <a:pt x="419420" y="3463"/>
                </a:cubicBezTo>
                <a:cubicBezTo>
                  <a:pt x="420017" y="4025"/>
                  <a:pt x="420479" y="4715"/>
                  <a:pt x="420806" y="5530"/>
                </a:cubicBezTo>
                <a:cubicBezTo>
                  <a:pt x="421134" y="6346"/>
                  <a:pt x="421297" y="7265"/>
                  <a:pt x="421297" y="8288"/>
                </a:cubicBezTo>
                <a:cubicBezTo>
                  <a:pt x="421297" y="9150"/>
                  <a:pt x="421182" y="9948"/>
                  <a:pt x="420953" y="10684"/>
                </a:cubicBezTo>
                <a:cubicBezTo>
                  <a:pt x="420723" y="11419"/>
                  <a:pt x="420376" y="12151"/>
                  <a:pt x="419911" y="12881"/>
                </a:cubicBezTo>
                <a:cubicBezTo>
                  <a:pt x="419446" y="13610"/>
                  <a:pt x="418861" y="14366"/>
                  <a:pt x="418155" y="15147"/>
                </a:cubicBezTo>
                <a:cubicBezTo>
                  <a:pt x="417449" y="15928"/>
                  <a:pt x="416614" y="16784"/>
                  <a:pt x="415649" y="17715"/>
                </a:cubicBezTo>
                <a:lnTo>
                  <a:pt x="411569" y="21695"/>
                </a:lnTo>
                <a:lnTo>
                  <a:pt x="422502" y="21695"/>
                </a:lnTo>
                <a:lnTo>
                  <a:pt x="422502" y="24554"/>
                </a:lnTo>
                <a:close/>
                <a:moveTo>
                  <a:pt x="442059" y="4821"/>
                </a:moveTo>
                <a:lnTo>
                  <a:pt x="432623" y="24554"/>
                </a:lnTo>
                <a:lnTo>
                  <a:pt x="429197" y="24554"/>
                </a:lnTo>
                <a:lnTo>
                  <a:pt x="438994" y="4821"/>
                </a:lnTo>
                <a:lnTo>
                  <a:pt x="426838" y="4821"/>
                </a:lnTo>
                <a:lnTo>
                  <a:pt x="426838" y="2032"/>
                </a:lnTo>
                <a:lnTo>
                  <a:pt x="442059" y="2032"/>
                </a:lnTo>
                <a:lnTo>
                  <a:pt x="442059" y="4821"/>
                </a:lnTo>
                <a:close/>
                <a:moveTo>
                  <a:pt x="462373" y="13301"/>
                </a:moveTo>
                <a:cubicBezTo>
                  <a:pt x="462373" y="15025"/>
                  <a:pt x="462201" y="16596"/>
                  <a:pt x="461857" y="18014"/>
                </a:cubicBezTo>
                <a:cubicBezTo>
                  <a:pt x="461512" y="19433"/>
                  <a:pt x="460990" y="20651"/>
                  <a:pt x="460290" y="21668"/>
                </a:cubicBezTo>
                <a:cubicBezTo>
                  <a:pt x="459590" y="22684"/>
                  <a:pt x="458720" y="23471"/>
                  <a:pt x="457681" y="24028"/>
                </a:cubicBezTo>
                <a:cubicBezTo>
                  <a:pt x="456642" y="24585"/>
                  <a:pt x="455423" y="24864"/>
                  <a:pt x="454022" y="24864"/>
                </a:cubicBezTo>
                <a:cubicBezTo>
                  <a:pt x="452817" y="24864"/>
                  <a:pt x="451721" y="24637"/>
                  <a:pt x="450734" y="24183"/>
                </a:cubicBezTo>
                <a:cubicBezTo>
                  <a:pt x="449746" y="23729"/>
                  <a:pt x="448903" y="23031"/>
                  <a:pt x="448202" y="22089"/>
                </a:cubicBezTo>
                <a:cubicBezTo>
                  <a:pt x="447502" y="21147"/>
                  <a:pt x="446963" y="19947"/>
                  <a:pt x="446584" y="18488"/>
                </a:cubicBezTo>
                <a:cubicBezTo>
                  <a:pt x="446205" y="17029"/>
                  <a:pt x="446016" y="15300"/>
                  <a:pt x="446016" y="13301"/>
                </a:cubicBezTo>
                <a:cubicBezTo>
                  <a:pt x="446016" y="11578"/>
                  <a:pt x="446191" y="10004"/>
                  <a:pt x="446541" y="8580"/>
                </a:cubicBezTo>
                <a:cubicBezTo>
                  <a:pt x="446891" y="7156"/>
                  <a:pt x="447413" y="5935"/>
                  <a:pt x="448108" y="4919"/>
                </a:cubicBezTo>
                <a:cubicBezTo>
                  <a:pt x="448802" y="3902"/>
                  <a:pt x="449672" y="3115"/>
                  <a:pt x="450716" y="2558"/>
                </a:cubicBezTo>
                <a:cubicBezTo>
                  <a:pt x="451761" y="2000"/>
                  <a:pt x="452978" y="1722"/>
                  <a:pt x="454367" y="1722"/>
                </a:cubicBezTo>
                <a:cubicBezTo>
                  <a:pt x="455572" y="1722"/>
                  <a:pt x="456668" y="1949"/>
                  <a:pt x="457655" y="2403"/>
                </a:cubicBezTo>
                <a:cubicBezTo>
                  <a:pt x="458643" y="2856"/>
                  <a:pt x="459486" y="3557"/>
                  <a:pt x="460187" y="4505"/>
                </a:cubicBezTo>
                <a:cubicBezTo>
                  <a:pt x="460887" y="5453"/>
                  <a:pt x="461426" y="6656"/>
                  <a:pt x="461805" y="8115"/>
                </a:cubicBezTo>
                <a:cubicBezTo>
                  <a:pt x="462184" y="9574"/>
                  <a:pt x="462373" y="11303"/>
                  <a:pt x="462373" y="13301"/>
                </a:cubicBezTo>
                <a:moveTo>
                  <a:pt x="459343" y="13404"/>
                </a:moveTo>
                <a:cubicBezTo>
                  <a:pt x="459343" y="13015"/>
                  <a:pt x="459328" y="12630"/>
                  <a:pt x="459300" y="12247"/>
                </a:cubicBezTo>
                <a:cubicBezTo>
                  <a:pt x="459271" y="11864"/>
                  <a:pt x="459240" y="11489"/>
                  <a:pt x="459205" y="11123"/>
                </a:cubicBezTo>
                <a:lnTo>
                  <a:pt x="449683" y="18183"/>
                </a:lnTo>
                <a:cubicBezTo>
                  <a:pt x="449855" y="18782"/>
                  <a:pt x="450073" y="19336"/>
                  <a:pt x="450337" y="19843"/>
                </a:cubicBezTo>
                <a:cubicBezTo>
                  <a:pt x="450602" y="20350"/>
                  <a:pt x="450920" y="20785"/>
                  <a:pt x="451293" y="21148"/>
                </a:cubicBezTo>
                <a:cubicBezTo>
                  <a:pt x="451666" y="21511"/>
                  <a:pt x="452091" y="21794"/>
                  <a:pt x="452567" y="21996"/>
                </a:cubicBezTo>
                <a:cubicBezTo>
                  <a:pt x="453044" y="22197"/>
                  <a:pt x="453586" y="22298"/>
                  <a:pt x="454194" y="22298"/>
                </a:cubicBezTo>
                <a:cubicBezTo>
                  <a:pt x="454975" y="22298"/>
                  <a:pt x="455684" y="22109"/>
                  <a:pt x="456321" y="21729"/>
                </a:cubicBezTo>
                <a:cubicBezTo>
                  <a:pt x="456958" y="21350"/>
                  <a:pt x="457500" y="20787"/>
                  <a:pt x="457948" y="20040"/>
                </a:cubicBezTo>
                <a:cubicBezTo>
                  <a:pt x="458396" y="19293"/>
                  <a:pt x="458740" y="18366"/>
                  <a:pt x="458981" y="17257"/>
                </a:cubicBezTo>
                <a:cubicBezTo>
                  <a:pt x="459222" y="16148"/>
                  <a:pt x="459343" y="14863"/>
                  <a:pt x="459343" y="13404"/>
                </a:cubicBezTo>
                <a:moveTo>
                  <a:pt x="449046" y="13198"/>
                </a:moveTo>
                <a:cubicBezTo>
                  <a:pt x="449046" y="13553"/>
                  <a:pt x="449049" y="13907"/>
                  <a:pt x="449055" y="14261"/>
                </a:cubicBezTo>
                <a:cubicBezTo>
                  <a:pt x="449060" y="14616"/>
                  <a:pt x="449081" y="14959"/>
                  <a:pt x="449115" y="15290"/>
                </a:cubicBezTo>
                <a:lnTo>
                  <a:pt x="458637" y="8265"/>
                </a:lnTo>
                <a:cubicBezTo>
                  <a:pt x="458465" y="7677"/>
                  <a:pt x="458247" y="7141"/>
                  <a:pt x="457983" y="6657"/>
                </a:cubicBezTo>
                <a:cubicBezTo>
                  <a:pt x="457719" y="6172"/>
                  <a:pt x="457403" y="5754"/>
                  <a:pt x="457036" y="5403"/>
                </a:cubicBezTo>
                <a:cubicBezTo>
                  <a:pt x="456668" y="5051"/>
                  <a:pt x="456249" y="4778"/>
                  <a:pt x="455779" y="4582"/>
                </a:cubicBezTo>
                <a:cubicBezTo>
                  <a:pt x="455308" y="4386"/>
                  <a:pt x="454780" y="4287"/>
                  <a:pt x="454194" y="4287"/>
                </a:cubicBezTo>
                <a:cubicBezTo>
                  <a:pt x="453414" y="4287"/>
                  <a:pt x="452705" y="4477"/>
                  <a:pt x="452068" y="4856"/>
                </a:cubicBezTo>
                <a:cubicBezTo>
                  <a:pt x="451431" y="5235"/>
                  <a:pt x="450888" y="5801"/>
                  <a:pt x="450441" y="6554"/>
                </a:cubicBezTo>
                <a:cubicBezTo>
                  <a:pt x="449993" y="7306"/>
                  <a:pt x="449649" y="8237"/>
                  <a:pt x="449408" y="9346"/>
                </a:cubicBezTo>
                <a:cubicBezTo>
                  <a:pt x="449167" y="10455"/>
                  <a:pt x="449046" y="11739"/>
                  <a:pt x="449046" y="13198"/>
                </a:cubicBezTo>
                <a:close/>
                <a:moveTo>
                  <a:pt x="481534" y="18906"/>
                </a:moveTo>
                <a:cubicBezTo>
                  <a:pt x="481534" y="19859"/>
                  <a:pt x="481339" y="20705"/>
                  <a:pt x="480949" y="21446"/>
                </a:cubicBezTo>
                <a:cubicBezTo>
                  <a:pt x="480558" y="22186"/>
                  <a:pt x="480013" y="22809"/>
                  <a:pt x="479313" y="23314"/>
                </a:cubicBezTo>
                <a:cubicBezTo>
                  <a:pt x="478613" y="23819"/>
                  <a:pt x="477786" y="24204"/>
                  <a:pt x="476833" y="24468"/>
                </a:cubicBezTo>
                <a:cubicBezTo>
                  <a:pt x="475881" y="24732"/>
                  <a:pt x="474848" y="24864"/>
                  <a:pt x="473734" y="24864"/>
                </a:cubicBezTo>
                <a:cubicBezTo>
                  <a:pt x="472506" y="24864"/>
                  <a:pt x="471424" y="24726"/>
                  <a:pt x="470488" y="24450"/>
                </a:cubicBezTo>
                <a:cubicBezTo>
                  <a:pt x="469553" y="24175"/>
                  <a:pt x="468769" y="23790"/>
                  <a:pt x="468138" y="23297"/>
                </a:cubicBezTo>
                <a:cubicBezTo>
                  <a:pt x="467507" y="22803"/>
                  <a:pt x="467030" y="22218"/>
                  <a:pt x="466709" y="21541"/>
                </a:cubicBezTo>
                <a:cubicBezTo>
                  <a:pt x="466387" y="20863"/>
                  <a:pt x="466227" y="20117"/>
                  <a:pt x="466227" y="19302"/>
                </a:cubicBezTo>
                <a:cubicBezTo>
                  <a:pt x="466227" y="17925"/>
                  <a:pt x="466611" y="16737"/>
                  <a:pt x="467380" y="15738"/>
                </a:cubicBezTo>
                <a:cubicBezTo>
                  <a:pt x="468149" y="14739"/>
                  <a:pt x="469338" y="13832"/>
                  <a:pt x="470945" y="13017"/>
                </a:cubicBezTo>
                <a:cubicBezTo>
                  <a:pt x="469475" y="12270"/>
                  <a:pt x="468402" y="11439"/>
                  <a:pt x="467725" y="10525"/>
                </a:cubicBezTo>
                <a:cubicBezTo>
                  <a:pt x="467047" y="9611"/>
                  <a:pt x="466709" y="8562"/>
                  <a:pt x="466709" y="7378"/>
                </a:cubicBezTo>
                <a:cubicBezTo>
                  <a:pt x="466709" y="6654"/>
                  <a:pt x="466858" y="5953"/>
                  <a:pt x="467157" y="5274"/>
                </a:cubicBezTo>
                <a:cubicBezTo>
                  <a:pt x="467455" y="4596"/>
                  <a:pt x="467906" y="3992"/>
                  <a:pt x="468508" y="3464"/>
                </a:cubicBezTo>
                <a:cubicBezTo>
                  <a:pt x="469111" y="2935"/>
                  <a:pt x="469866" y="2512"/>
                  <a:pt x="470772" y="2196"/>
                </a:cubicBezTo>
                <a:cubicBezTo>
                  <a:pt x="471679" y="1880"/>
                  <a:pt x="472747" y="1722"/>
                  <a:pt x="473975" y="1722"/>
                </a:cubicBezTo>
                <a:cubicBezTo>
                  <a:pt x="475134" y="1722"/>
                  <a:pt x="476153" y="1845"/>
                  <a:pt x="477031" y="2093"/>
                </a:cubicBezTo>
                <a:cubicBezTo>
                  <a:pt x="477910" y="2340"/>
                  <a:pt x="478647" y="2693"/>
                  <a:pt x="479244" y="3153"/>
                </a:cubicBezTo>
                <a:cubicBezTo>
                  <a:pt x="479841" y="3613"/>
                  <a:pt x="480289" y="4171"/>
                  <a:pt x="480587" y="4826"/>
                </a:cubicBezTo>
                <a:cubicBezTo>
                  <a:pt x="480886" y="5481"/>
                  <a:pt x="481035" y="6211"/>
                  <a:pt x="481035" y="7016"/>
                </a:cubicBezTo>
                <a:cubicBezTo>
                  <a:pt x="481035" y="8327"/>
                  <a:pt x="480670" y="9442"/>
                  <a:pt x="479941" y="10362"/>
                </a:cubicBezTo>
                <a:cubicBezTo>
                  <a:pt x="479212" y="11282"/>
                  <a:pt x="478176" y="12086"/>
                  <a:pt x="476833" y="12776"/>
                </a:cubicBezTo>
                <a:cubicBezTo>
                  <a:pt x="477499" y="13109"/>
                  <a:pt x="478119" y="13476"/>
                  <a:pt x="478693" y="13878"/>
                </a:cubicBezTo>
                <a:cubicBezTo>
                  <a:pt x="479267" y="14280"/>
                  <a:pt x="479766" y="14728"/>
                  <a:pt x="480191" y="15221"/>
                </a:cubicBezTo>
                <a:cubicBezTo>
                  <a:pt x="480616" y="15715"/>
                  <a:pt x="480946" y="16266"/>
                  <a:pt x="481181" y="16874"/>
                </a:cubicBezTo>
                <a:cubicBezTo>
                  <a:pt x="481416" y="17483"/>
                  <a:pt x="481534" y="18160"/>
                  <a:pt x="481534" y="18906"/>
                </a:cubicBezTo>
                <a:moveTo>
                  <a:pt x="477970" y="7249"/>
                </a:moveTo>
                <a:cubicBezTo>
                  <a:pt x="477970" y="6227"/>
                  <a:pt x="477611" y="5467"/>
                  <a:pt x="476894" y="4968"/>
                </a:cubicBezTo>
                <a:cubicBezTo>
                  <a:pt x="476176" y="4468"/>
                  <a:pt x="475169" y="4219"/>
                  <a:pt x="473872" y="4219"/>
                </a:cubicBezTo>
                <a:cubicBezTo>
                  <a:pt x="472586" y="4219"/>
                  <a:pt x="471585" y="4465"/>
                  <a:pt x="470867" y="4959"/>
                </a:cubicBezTo>
                <a:cubicBezTo>
                  <a:pt x="470150" y="5453"/>
                  <a:pt x="469791" y="6193"/>
                  <a:pt x="469791" y="7180"/>
                </a:cubicBezTo>
                <a:cubicBezTo>
                  <a:pt x="469791" y="7630"/>
                  <a:pt x="469877" y="8045"/>
                  <a:pt x="470049" y="8425"/>
                </a:cubicBezTo>
                <a:cubicBezTo>
                  <a:pt x="470221" y="8806"/>
                  <a:pt x="470488" y="9163"/>
                  <a:pt x="470850" y="9497"/>
                </a:cubicBezTo>
                <a:cubicBezTo>
                  <a:pt x="471212" y="9831"/>
                  <a:pt x="471662" y="10160"/>
                  <a:pt x="472202" y="10482"/>
                </a:cubicBezTo>
                <a:cubicBezTo>
                  <a:pt x="472741" y="10805"/>
                  <a:pt x="473384" y="11133"/>
                  <a:pt x="474130" y="11468"/>
                </a:cubicBezTo>
                <a:cubicBezTo>
                  <a:pt x="475427" y="10857"/>
                  <a:pt x="476391" y="10220"/>
                  <a:pt x="477023" y="9557"/>
                </a:cubicBezTo>
                <a:cubicBezTo>
                  <a:pt x="477654" y="8895"/>
                  <a:pt x="477970" y="8125"/>
                  <a:pt x="477970" y="7249"/>
                </a:cubicBezTo>
                <a:moveTo>
                  <a:pt x="478280" y="19121"/>
                </a:moveTo>
                <a:cubicBezTo>
                  <a:pt x="478280" y="18697"/>
                  <a:pt x="478211" y="18285"/>
                  <a:pt x="478073" y="17884"/>
                </a:cubicBezTo>
                <a:cubicBezTo>
                  <a:pt x="477935" y="17483"/>
                  <a:pt x="477689" y="17087"/>
                  <a:pt x="477333" y="16698"/>
                </a:cubicBezTo>
                <a:cubicBezTo>
                  <a:pt x="476977" y="16308"/>
                  <a:pt x="476500" y="15919"/>
                  <a:pt x="475904" y="15529"/>
                </a:cubicBezTo>
                <a:cubicBezTo>
                  <a:pt x="475307" y="15139"/>
                  <a:pt x="474549" y="14738"/>
                  <a:pt x="473631" y="14326"/>
                </a:cubicBezTo>
                <a:cubicBezTo>
                  <a:pt x="472850" y="14704"/>
                  <a:pt x="472193" y="15079"/>
                  <a:pt x="471659" y="15452"/>
                </a:cubicBezTo>
                <a:cubicBezTo>
                  <a:pt x="471125" y="15824"/>
                  <a:pt x="470695" y="16202"/>
                  <a:pt x="470368" y="16586"/>
                </a:cubicBezTo>
                <a:cubicBezTo>
                  <a:pt x="470041" y="16970"/>
                  <a:pt x="469808" y="17368"/>
                  <a:pt x="469670" y="17780"/>
                </a:cubicBezTo>
                <a:cubicBezTo>
                  <a:pt x="469533" y="18193"/>
                  <a:pt x="469464" y="18628"/>
                  <a:pt x="469464" y="19087"/>
                </a:cubicBezTo>
                <a:cubicBezTo>
                  <a:pt x="469464" y="19605"/>
                  <a:pt x="469576" y="20062"/>
                  <a:pt x="469800" y="20460"/>
                </a:cubicBezTo>
                <a:cubicBezTo>
                  <a:pt x="470023" y="20857"/>
                  <a:pt x="470330" y="21193"/>
                  <a:pt x="470721" y="21469"/>
                </a:cubicBezTo>
                <a:cubicBezTo>
                  <a:pt x="471111" y="21746"/>
                  <a:pt x="471576" y="21953"/>
                  <a:pt x="472115" y="22091"/>
                </a:cubicBezTo>
                <a:cubicBezTo>
                  <a:pt x="472655" y="22229"/>
                  <a:pt x="473240" y="22298"/>
                  <a:pt x="473872" y="22298"/>
                </a:cubicBezTo>
                <a:cubicBezTo>
                  <a:pt x="474480" y="22298"/>
                  <a:pt x="475054" y="22235"/>
                  <a:pt x="475594" y="22108"/>
                </a:cubicBezTo>
                <a:cubicBezTo>
                  <a:pt x="476133" y="21982"/>
                  <a:pt x="476601" y="21789"/>
                  <a:pt x="476997" y="21530"/>
                </a:cubicBezTo>
                <a:cubicBezTo>
                  <a:pt x="477393" y="21271"/>
                  <a:pt x="477706" y="20943"/>
                  <a:pt x="477935" y="20546"/>
                </a:cubicBezTo>
                <a:cubicBezTo>
                  <a:pt x="478165" y="20148"/>
                  <a:pt x="478280" y="19674"/>
                  <a:pt x="478280" y="19121"/>
                </a:cubicBezTo>
                <a:close/>
                <a:moveTo>
                  <a:pt x="501308" y="19560"/>
                </a:moveTo>
                <a:lnTo>
                  <a:pt x="497468" y="19560"/>
                </a:lnTo>
                <a:lnTo>
                  <a:pt x="497468" y="24554"/>
                </a:lnTo>
                <a:lnTo>
                  <a:pt x="494403" y="24554"/>
                </a:lnTo>
                <a:lnTo>
                  <a:pt x="494403" y="19560"/>
                </a:lnTo>
                <a:lnTo>
                  <a:pt x="483572" y="19560"/>
                </a:lnTo>
                <a:lnTo>
                  <a:pt x="483572" y="16926"/>
                </a:lnTo>
                <a:lnTo>
                  <a:pt x="493163" y="2032"/>
                </a:lnTo>
                <a:lnTo>
                  <a:pt x="497468" y="2032"/>
                </a:lnTo>
                <a:lnTo>
                  <a:pt x="497468" y="16926"/>
                </a:lnTo>
                <a:lnTo>
                  <a:pt x="501308" y="16926"/>
                </a:lnTo>
                <a:lnTo>
                  <a:pt x="501308" y="19560"/>
                </a:lnTo>
                <a:moveTo>
                  <a:pt x="494403" y="4925"/>
                </a:moveTo>
                <a:lnTo>
                  <a:pt x="486568" y="16926"/>
                </a:lnTo>
                <a:lnTo>
                  <a:pt x="494403" y="16926"/>
                </a:lnTo>
                <a:lnTo>
                  <a:pt x="494403" y="4925"/>
                </a:lnTo>
                <a:close/>
                <a:moveTo>
                  <a:pt x="539353" y="24554"/>
                </a:moveTo>
                <a:lnTo>
                  <a:pt x="525217" y="24554"/>
                </a:lnTo>
                <a:lnTo>
                  <a:pt x="525217" y="21764"/>
                </a:lnTo>
                <a:lnTo>
                  <a:pt x="531002" y="21764"/>
                </a:lnTo>
                <a:lnTo>
                  <a:pt x="531002" y="5321"/>
                </a:lnTo>
                <a:lnTo>
                  <a:pt x="525613" y="8265"/>
                </a:lnTo>
                <a:lnTo>
                  <a:pt x="524511" y="5717"/>
                </a:lnTo>
                <a:lnTo>
                  <a:pt x="531674" y="1928"/>
                </a:lnTo>
                <a:lnTo>
                  <a:pt x="534325" y="1928"/>
                </a:lnTo>
                <a:lnTo>
                  <a:pt x="534325" y="21764"/>
                </a:lnTo>
                <a:lnTo>
                  <a:pt x="539353" y="21764"/>
                </a:lnTo>
                <a:lnTo>
                  <a:pt x="539353" y="24554"/>
                </a:lnTo>
                <a:close/>
                <a:moveTo>
                  <a:pt x="559737" y="13301"/>
                </a:moveTo>
                <a:cubicBezTo>
                  <a:pt x="559737" y="15025"/>
                  <a:pt x="559564" y="16596"/>
                  <a:pt x="559220" y="18014"/>
                </a:cubicBezTo>
                <a:cubicBezTo>
                  <a:pt x="558876" y="19433"/>
                  <a:pt x="558353" y="20651"/>
                  <a:pt x="557653" y="21668"/>
                </a:cubicBezTo>
                <a:cubicBezTo>
                  <a:pt x="556953" y="22684"/>
                  <a:pt x="556083" y="23471"/>
                  <a:pt x="555044" y="24028"/>
                </a:cubicBezTo>
                <a:cubicBezTo>
                  <a:pt x="554006" y="24585"/>
                  <a:pt x="552786" y="24864"/>
                  <a:pt x="551386" y="24864"/>
                </a:cubicBezTo>
                <a:cubicBezTo>
                  <a:pt x="550180" y="24864"/>
                  <a:pt x="549084" y="24637"/>
                  <a:pt x="548097" y="24183"/>
                </a:cubicBezTo>
                <a:cubicBezTo>
                  <a:pt x="547110" y="23729"/>
                  <a:pt x="546266" y="23031"/>
                  <a:pt x="545566" y="22089"/>
                </a:cubicBezTo>
                <a:cubicBezTo>
                  <a:pt x="544865" y="21147"/>
                  <a:pt x="544326" y="19947"/>
                  <a:pt x="543947" y="18488"/>
                </a:cubicBezTo>
                <a:cubicBezTo>
                  <a:pt x="543568" y="17029"/>
                  <a:pt x="543379" y="15300"/>
                  <a:pt x="543379" y="13301"/>
                </a:cubicBezTo>
                <a:cubicBezTo>
                  <a:pt x="543379" y="11578"/>
                  <a:pt x="543554" y="10004"/>
                  <a:pt x="543904" y="8580"/>
                </a:cubicBezTo>
                <a:cubicBezTo>
                  <a:pt x="544254" y="7156"/>
                  <a:pt x="544776" y="5935"/>
                  <a:pt x="545471" y="4919"/>
                </a:cubicBezTo>
                <a:cubicBezTo>
                  <a:pt x="546165" y="3902"/>
                  <a:pt x="547035" y="3115"/>
                  <a:pt x="548080" y="2558"/>
                </a:cubicBezTo>
                <a:cubicBezTo>
                  <a:pt x="549124" y="2000"/>
                  <a:pt x="550341" y="1722"/>
                  <a:pt x="551730" y="1722"/>
                </a:cubicBezTo>
                <a:cubicBezTo>
                  <a:pt x="552935" y="1722"/>
                  <a:pt x="554031" y="1949"/>
                  <a:pt x="555019" y="2403"/>
                </a:cubicBezTo>
                <a:cubicBezTo>
                  <a:pt x="556006" y="2856"/>
                  <a:pt x="556850" y="3557"/>
                  <a:pt x="557550" y="4505"/>
                </a:cubicBezTo>
                <a:cubicBezTo>
                  <a:pt x="558250" y="5453"/>
                  <a:pt x="558790" y="6656"/>
                  <a:pt x="559168" y="8115"/>
                </a:cubicBezTo>
                <a:cubicBezTo>
                  <a:pt x="559547" y="9574"/>
                  <a:pt x="559737" y="11303"/>
                  <a:pt x="559737" y="13301"/>
                </a:cubicBezTo>
                <a:moveTo>
                  <a:pt x="556706" y="13404"/>
                </a:moveTo>
                <a:cubicBezTo>
                  <a:pt x="556706" y="13015"/>
                  <a:pt x="556692" y="12630"/>
                  <a:pt x="556663" y="12247"/>
                </a:cubicBezTo>
                <a:cubicBezTo>
                  <a:pt x="556634" y="11864"/>
                  <a:pt x="556603" y="11489"/>
                  <a:pt x="556568" y="11123"/>
                </a:cubicBezTo>
                <a:lnTo>
                  <a:pt x="547046" y="18183"/>
                </a:lnTo>
                <a:cubicBezTo>
                  <a:pt x="547219" y="18782"/>
                  <a:pt x="547437" y="19336"/>
                  <a:pt x="547701" y="19843"/>
                </a:cubicBezTo>
                <a:cubicBezTo>
                  <a:pt x="547965" y="20350"/>
                  <a:pt x="548283" y="20785"/>
                  <a:pt x="548656" y="21148"/>
                </a:cubicBezTo>
                <a:cubicBezTo>
                  <a:pt x="549029" y="21511"/>
                  <a:pt x="549454" y="21794"/>
                  <a:pt x="549931" y="21996"/>
                </a:cubicBezTo>
                <a:cubicBezTo>
                  <a:pt x="550407" y="22197"/>
                  <a:pt x="550949" y="22298"/>
                  <a:pt x="551558" y="22298"/>
                </a:cubicBezTo>
                <a:cubicBezTo>
                  <a:pt x="552338" y="22298"/>
                  <a:pt x="553047" y="22109"/>
                  <a:pt x="553684" y="21729"/>
                </a:cubicBezTo>
                <a:cubicBezTo>
                  <a:pt x="554321" y="21350"/>
                  <a:pt x="554864" y="20787"/>
                  <a:pt x="555311" y="20040"/>
                </a:cubicBezTo>
                <a:cubicBezTo>
                  <a:pt x="555759" y="19293"/>
                  <a:pt x="556103" y="18366"/>
                  <a:pt x="556345" y="17257"/>
                </a:cubicBezTo>
                <a:cubicBezTo>
                  <a:pt x="556586" y="16148"/>
                  <a:pt x="556706" y="14863"/>
                  <a:pt x="556706" y="13404"/>
                </a:cubicBezTo>
                <a:moveTo>
                  <a:pt x="546409" y="13198"/>
                </a:moveTo>
                <a:cubicBezTo>
                  <a:pt x="546409" y="13553"/>
                  <a:pt x="546412" y="13907"/>
                  <a:pt x="546418" y="14261"/>
                </a:cubicBezTo>
                <a:cubicBezTo>
                  <a:pt x="546424" y="14616"/>
                  <a:pt x="546444" y="14959"/>
                  <a:pt x="546478" y="15290"/>
                </a:cubicBezTo>
                <a:lnTo>
                  <a:pt x="556000" y="8265"/>
                </a:lnTo>
                <a:cubicBezTo>
                  <a:pt x="555828" y="7677"/>
                  <a:pt x="555610" y="7141"/>
                  <a:pt x="555346" y="6657"/>
                </a:cubicBezTo>
                <a:cubicBezTo>
                  <a:pt x="555082" y="6172"/>
                  <a:pt x="554766" y="5754"/>
                  <a:pt x="554399" y="5403"/>
                </a:cubicBezTo>
                <a:cubicBezTo>
                  <a:pt x="554031" y="5051"/>
                  <a:pt x="553612" y="4778"/>
                  <a:pt x="553142" y="4582"/>
                </a:cubicBezTo>
                <a:cubicBezTo>
                  <a:pt x="552671" y="4386"/>
                  <a:pt x="552143" y="4287"/>
                  <a:pt x="551558" y="4287"/>
                </a:cubicBezTo>
                <a:cubicBezTo>
                  <a:pt x="550777" y="4287"/>
                  <a:pt x="550068" y="4477"/>
                  <a:pt x="549431" y="4856"/>
                </a:cubicBezTo>
                <a:cubicBezTo>
                  <a:pt x="548794" y="5235"/>
                  <a:pt x="548252" y="5801"/>
                  <a:pt x="547804" y="6554"/>
                </a:cubicBezTo>
                <a:cubicBezTo>
                  <a:pt x="547356" y="7306"/>
                  <a:pt x="547012" y="8237"/>
                  <a:pt x="546771" y="9346"/>
                </a:cubicBezTo>
                <a:cubicBezTo>
                  <a:pt x="546530" y="10455"/>
                  <a:pt x="546409" y="11739"/>
                  <a:pt x="546409" y="13198"/>
                </a:cubicBezTo>
                <a:close/>
                <a:moveTo>
                  <a:pt x="578391" y="13301"/>
                </a:moveTo>
                <a:cubicBezTo>
                  <a:pt x="578391" y="15025"/>
                  <a:pt x="578218" y="16596"/>
                  <a:pt x="577874" y="18014"/>
                </a:cubicBezTo>
                <a:cubicBezTo>
                  <a:pt x="577530" y="19433"/>
                  <a:pt x="577007" y="20651"/>
                  <a:pt x="576307" y="21668"/>
                </a:cubicBezTo>
                <a:cubicBezTo>
                  <a:pt x="575607" y="22684"/>
                  <a:pt x="574737" y="23471"/>
                  <a:pt x="573699" y="24028"/>
                </a:cubicBezTo>
                <a:cubicBezTo>
                  <a:pt x="572660" y="24585"/>
                  <a:pt x="571440" y="24864"/>
                  <a:pt x="570040" y="24864"/>
                </a:cubicBezTo>
                <a:cubicBezTo>
                  <a:pt x="568834" y="24864"/>
                  <a:pt x="567738" y="24637"/>
                  <a:pt x="566751" y="24183"/>
                </a:cubicBezTo>
                <a:cubicBezTo>
                  <a:pt x="565764" y="23729"/>
                  <a:pt x="564920" y="23031"/>
                  <a:pt x="564220" y="22089"/>
                </a:cubicBezTo>
                <a:cubicBezTo>
                  <a:pt x="563520" y="21147"/>
                  <a:pt x="562980" y="19947"/>
                  <a:pt x="562601" y="18488"/>
                </a:cubicBezTo>
                <a:cubicBezTo>
                  <a:pt x="562222" y="17029"/>
                  <a:pt x="562033" y="15300"/>
                  <a:pt x="562033" y="13301"/>
                </a:cubicBezTo>
                <a:cubicBezTo>
                  <a:pt x="562033" y="11578"/>
                  <a:pt x="562208" y="10004"/>
                  <a:pt x="562558" y="8580"/>
                </a:cubicBezTo>
                <a:cubicBezTo>
                  <a:pt x="562908" y="7156"/>
                  <a:pt x="563431" y="5935"/>
                  <a:pt x="564125" y="4919"/>
                </a:cubicBezTo>
                <a:cubicBezTo>
                  <a:pt x="564820" y="3902"/>
                  <a:pt x="565689" y="3115"/>
                  <a:pt x="566734" y="2558"/>
                </a:cubicBezTo>
                <a:cubicBezTo>
                  <a:pt x="567778" y="2000"/>
                  <a:pt x="568995" y="1722"/>
                  <a:pt x="570384" y="1722"/>
                </a:cubicBezTo>
                <a:cubicBezTo>
                  <a:pt x="571589" y="1722"/>
                  <a:pt x="572686" y="1949"/>
                  <a:pt x="573673" y="2403"/>
                </a:cubicBezTo>
                <a:cubicBezTo>
                  <a:pt x="574660" y="2856"/>
                  <a:pt x="575504" y="3557"/>
                  <a:pt x="576204" y="4505"/>
                </a:cubicBezTo>
                <a:cubicBezTo>
                  <a:pt x="576904" y="5453"/>
                  <a:pt x="577444" y="6656"/>
                  <a:pt x="577822" y="8115"/>
                </a:cubicBezTo>
                <a:cubicBezTo>
                  <a:pt x="578201" y="9574"/>
                  <a:pt x="578391" y="11303"/>
                  <a:pt x="578391" y="13301"/>
                </a:cubicBezTo>
                <a:moveTo>
                  <a:pt x="575360" y="13404"/>
                </a:moveTo>
                <a:cubicBezTo>
                  <a:pt x="575360" y="13015"/>
                  <a:pt x="575346" y="12630"/>
                  <a:pt x="575317" y="12247"/>
                </a:cubicBezTo>
                <a:cubicBezTo>
                  <a:pt x="575288" y="11864"/>
                  <a:pt x="575257" y="11489"/>
                  <a:pt x="575222" y="11123"/>
                </a:cubicBezTo>
                <a:lnTo>
                  <a:pt x="565701" y="18183"/>
                </a:lnTo>
                <a:cubicBezTo>
                  <a:pt x="565873" y="18782"/>
                  <a:pt x="566091" y="19336"/>
                  <a:pt x="566355" y="19843"/>
                </a:cubicBezTo>
                <a:cubicBezTo>
                  <a:pt x="566619" y="20350"/>
                  <a:pt x="566937" y="20785"/>
                  <a:pt x="567310" y="21148"/>
                </a:cubicBezTo>
                <a:cubicBezTo>
                  <a:pt x="567684" y="21511"/>
                  <a:pt x="568108" y="21794"/>
                  <a:pt x="568585" y="21996"/>
                </a:cubicBezTo>
                <a:cubicBezTo>
                  <a:pt x="569061" y="22197"/>
                  <a:pt x="569603" y="22298"/>
                  <a:pt x="570212" y="22298"/>
                </a:cubicBezTo>
                <a:cubicBezTo>
                  <a:pt x="570992" y="22298"/>
                  <a:pt x="571701" y="22109"/>
                  <a:pt x="572338" y="21729"/>
                </a:cubicBezTo>
                <a:cubicBezTo>
                  <a:pt x="572975" y="21350"/>
                  <a:pt x="573518" y="20787"/>
                  <a:pt x="573965" y="20040"/>
                </a:cubicBezTo>
                <a:cubicBezTo>
                  <a:pt x="574413" y="19293"/>
                  <a:pt x="574758" y="18366"/>
                  <a:pt x="574999" y="17257"/>
                </a:cubicBezTo>
                <a:cubicBezTo>
                  <a:pt x="575240" y="16148"/>
                  <a:pt x="575360" y="14863"/>
                  <a:pt x="575360" y="13404"/>
                </a:cubicBezTo>
                <a:moveTo>
                  <a:pt x="565063" y="13198"/>
                </a:moveTo>
                <a:cubicBezTo>
                  <a:pt x="565063" y="13553"/>
                  <a:pt x="565066" y="13907"/>
                  <a:pt x="565072" y="14261"/>
                </a:cubicBezTo>
                <a:cubicBezTo>
                  <a:pt x="565078" y="14616"/>
                  <a:pt x="565098" y="14959"/>
                  <a:pt x="565132" y="15290"/>
                </a:cubicBezTo>
                <a:lnTo>
                  <a:pt x="574654" y="8265"/>
                </a:lnTo>
                <a:cubicBezTo>
                  <a:pt x="574482" y="7677"/>
                  <a:pt x="574264" y="7141"/>
                  <a:pt x="574000" y="6657"/>
                </a:cubicBezTo>
                <a:cubicBezTo>
                  <a:pt x="573736" y="6172"/>
                  <a:pt x="573420" y="5754"/>
                  <a:pt x="573053" y="5403"/>
                </a:cubicBezTo>
                <a:cubicBezTo>
                  <a:pt x="572686" y="5051"/>
                  <a:pt x="572267" y="4778"/>
                  <a:pt x="571796" y="4582"/>
                </a:cubicBezTo>
                <a:cubicBezTo>
                  <a:pt x="571325" y="4386"/>
                  <a:pt x="570797" y="4287"/>
                  <a:pt x="570212" y="4287"/>
                </a:cubicBezTo>
                <a:cubicBezTo>
                  <a:pt x="569431" y="4287"/>
                  <a:pt x="568722" y="4477"/>
                  <a:pt x="568085" y="4856"/>
                </a:cubicBezTo>
                <a:cubicBezTo>
                  <a:pt x="567448" y="5235"/>
                  <a:pt x="566906" y="5801"/>
                  <a:pt x="566458" y="6554"/>
                </a:cubicBezTo>
                <a:cubicBezTo>
                  <a:pt x="566010" y="7306"/>
                  <a:pt x="565666" y="8237"/>
                  <a:pt x="565425" y="9346"/>
                </a:cubicBezTo>
                <a:cubicBezTo>
                  <a:pt x="565184" y="10455"/>
                  <a:pt x="565063" y="11739"/>
                  <a:pt x="565063" y="13198"/>
                </a:cubicBezTo>
                <a:close/>
                <a:moveTo>
                  <a:pt x="597827" y="17416"/>
                </a:moveTo>
                <a:cubicBezTo>
                  <a:pt x="597827" y="18451"/>
                  <a:pt x="597640" y="19422"/>
                  <a:pt x="597267" y="20330"/>
                </a:cubicBezTo>
                <a:cubicBezTo>
                  <a:pt x="596894" y="21238"/>
                  <a:pt x="596363" y="22028"/>
                  <a:pt x="595675" y="22700"/>
                </a:cubicBezTo>
                <a:cubicBezTo>
                  <a:pt x="594986" y="23372"/>
                  <a:pt x="594156" y="23901"/>
                  <a:pt x="593186" y="24286"/>
                </a:cubicBezTo>
                <a:cubicBezTo>
                  <a:pt x="592217" y="24671"/>
                  <a:pt x="591140" y="24864"/>
                  <a:pt x="589958" y="24864"/>
                </a:cubicBezTo>
                <a:cubicBezTo>
                  <a:pt x="588718" y="24864"/>
                  <a:pt x="587622" y="24666"/>
                  <a:pt x="586669" y="24269"/>
                </a:cubicBezTo>
                <a:cubicBezTo>
                  <a:pt x="585716" y="23873"/>
                  <a:pt x="584919" y="23264"/>
                  <a:pt x="584276" y="22443"/>
                </a:cubicBezTo>
                <a:cubicBezTo>
                  <a:pt x="583633" y="21621"/>
                  <a:pt x="583145" y="20585"/>
                  <a:pt x="582812" y="19333"/>
                </a:cubicBezTo>
                <a:cubicBezTo>
                  <a:pt x="582479" y="18080"/>
                  <a:pt x="582313" y="16598"/>
                  <a:pt x="582313" y="14887"/>
                </a:cubicBezTo>
                <a:cubicBezTo>
                  <a:pt x="582313" y="13738"/>
                  <a:pt x="582388" y="12624"/>
                  <a:pt x="582537" y="11544"/>
                </a:cubicBezTo>
                <a:cubicBezTo>
                  <a:pt x="582686" y="10464"/>
                  <a:pt x="582933" y="9447"/>
                  <a:pt x="583277" y="8494"/>
                </a:cubicBezTo>
                <a:cubicBezTo>
                  <a:pt x="583622" y="7540"/>
                  <a:pt x="584081" y="6667"/>
                  <a:pt x="584655" y="5875"/>
                </a:cubicBezTo>
                <a:cubicBezTo>
                  <a:pt x="585229" y="5082"/>
                  <a:pt x="585943" y="4401"/>
                  <a:pt x="586798" y="3833"/>
                </a:cubicBezTo>
                <a:cubicBezTo>
                  <a:pt x="587654" y="3264"/>
                  <a:pt x="588661" y="2822"/>
                  <a:pt x="589820" y="2506"/>
                </a:cubicBezTo>
                <a:cubicBezTo>
                  <a:pt x="590980" y="2190"/>
                  <a:pt x="592323" y="2032"/>
                  <a:pt x="593849" y="2032"/>
                </a:cubicBezTo>
                <a:lnTo>
                  <a:pt x="596071" y="2032"/>
                </a:lnTo>
                <a:lnTo>
                  <a:pt x="596071" y="4649"/>
                </a:lnTo>
                <a:lnTo>
                  <a:pt x="593660" y="4649"/>
                </a:lnTo>
                <a:cubicBezTo>
                  <a:pt x="592317" y="4649"/>
                  <a:pt x="591152" y="4810"/>
                  <a:pt x="590165" y="5132"/>
                </a:cubicBezTo>
                <a:cubicBezTo>
                  <a:pt x="589177" y="5453"/>
                  <a:pt x="588351" y="5907"/>
                  <a:pt x="587685" y="6494"/>
                </a:cubicBezTo>
                <a:cubicBezTo>
                  <a:pt x="587019" y="7079"/>
                  <a:pt x="586509" y="7786"/>
                  <a:pt x="586153" y="8614"/>
                </a:cubicBezTo>
                <a:cubicBezTo>
                  <a:pt x="585797" y="9441"/>
                  <a:pt x="585573" y="10366"/>
                  <a:pt x="585481" y="11389"/>
                </a:cubicBezTo>
                <a:lnTo>
                  <a:pt x="585412" y="12087"/>
                </a:lnTo>
                <a:cubicBezTo>
                  <a:pt x="586135" y="11663"/>
                  <a:pt x="586971" y="11321"/>
                  <a:pt x="587918" y="11063"/>
                </a:cubicBezTo>
                <a:cubicBezTo>
                  <a:pt x="588865" y="10805"/>
                  <a:pt x="589889" y="10676"/>
                  <a:pt x="590991" y="10676"/>
                </a:cubicBezTo>
                <a:cubicBezTo>
                  <a:pt x="592128" y="10676"/>
                  <a:pt x="593123" y="10842"/>
                  <a:pt x="593979" y="11175"/>
                </a:cubicBezTo>
                <a:cubicBezTo>
                  <a:pt x="594834" y="11509"/>
                  <a:pt x="595545" y="11971"/>
                  <a:pt x="596114" y="12563"/>
                </a:cubicBezTo>
                <a:cubicBezTo>
                  <a:pt x="596682" y="13155"/>
                  <a:pt x="597109" y="13865"/>
                  <a:pt x="597396" y="14692"/>
                </a:cubicBezTo>
                <a:cubicBezTo>
                  <a:pt x="597683" y="15520"/>
                  <a:pt x="597827" y="16428"/>
                  <a:pt x="597827" y="17416"/>
                </a:cubicBezTo>
                <a:moveTo>
                  <a:pt x="594693" y="17606"/>
                </a:moveTo>
                <a:cubicBezTo>
                  <a:pt x="594693" y="16916"/>
                  <a:pt x="594610" y="16292"/>
                  <a:pt x="594443" y="15734"/>
                </a:cubicBezTo>
                <a:cubicBezTo>
                  <a:pt x="594277" y="15176"/>
                  <a:pt x="594016" y="14705"/>
                  <a:pt x="593660" y="14319"/>
                </a:cubicBezTo>
                <a:cubicBezTo>
                  <a:pt x="593304" y="13934"/>
                  <a:pt x="592854" y="13635"/>
                  <a:pt x="592308" y="13422"/>
                </a:cubicBezTo>
                <a:cubicBezTo>
                  <a:pt x="591763" y="13210"/>
                  <a:pt x="591112" y="13103"/>
                  <a:pt x="590354" y="13103"/>
                </a:cubicBezTo>
                <a:cubicBezTo>
                  <a:pt x="589918" y="13103"/>
                  <a:pt x="589476" y="13144"/>
                  <a:pt x="589028" y="13224"/>
                </a:cubicBezTo>
                <a:cubicBezTo>
                  <a:pt x="588580" y="13304"/>
                  <a:pt x="588141" y="13416"/>
                  <a:pt x="587711" y="13560"/>
                </a:cubicBezTo>
                <a:cubicBezTo>
                  <a:pt x="587280" y="13703"/>
                  <a:pt x="586870" y="13867"/>
                  <a:pt x="586480" y="14050"/>
                </a:cubicBezTo>
                <a:cubicBezTo>
                  <a:pt x="586090" y="14234"/>
                  <a:pt x="585734" y="14429"/>
                  <a:pt x="585412" y="14636"/>
                </a:cubicBezTo>
                <a:cubicBezTo>
                  <a:pt x="585412" y="16120"/>
                  <a:pt x="585516" y="17359"/>
                  <a:pt x="585722" y="18355"/>
                </a:cubicBezTo>
                <a:cubicBezTo>
                  <a:pt x="585929" y="19350"/>
                  <a:pt x="586236" y="20146"/>
                  <a:pt x="586643" y="20745"/>
                </a:cubicBezTo>
                <a:cubicBezTo>
                  <a:pt x="587051" y="21343"/>
                  <a:pt x="587553" y="21769"/>
                  <a:pt x="588150" y="22022"/>
                </a:cubicBezTo>
                <a:cubicBezTo>
                  <a:pt x="588747" y="22275"/>
                  <a:pt x="589436" y="22401"/>
                  <a:pt x="590216" y="22401"/>
                </a:cubicBezTo>
                <a:cubicBezTo>
                  <a:pt x="590871" y="22401"/>
                  <a:pt x="591470" y="22295"/>
                  <a:pt x="592016" y="22082"/>
                </a:cubicBezTo>
                <a:cubicBezTo>
                  <a:pt x="592561" y="21870"/>
                  <a:pt x="593032" y="21556"/>
                  <a:pt x="593428" y="21142"/>
                </a:cubicBezTo>
                <a:cubicBezTo>
                  <a:pt x="593824" y="20728"/>
                  <a:pt x="594134" y="20225"/>
                  <a:pt x="594357" y="19633"/>
                </a:cubicBezTo>
                <a:cubicBezTo>
                  <a:pt x="594581" y="19040"/>
                  <a:pt x="594693" y="18365"/>
                  <a:pt x="594693" y="17606"/>
                </a:cubicBezTo>
                <a:close/>
                <a:moveTo>
                  <a:pt x="618348" y="19560"/>
                </a:moveTo>
                <a:lnTo>
                  <a:pt x="614508" y="19560"/>
                </a:lnTo>
                <a:lnTo>
                  <a:pt x="614508" y="24554"/>
                </a:lnTo>
                <a:lnTo>
                  <a:pt x="611443" y="24554"/>
                </a:lnTo>
                <a:lnTo>
                  <a:pt x="611443" y="19560"/>
                </a:lnTo>
                <a:lnTo>
                  <a:pt x="600613" y="19560"/>
                </a:lnTo>
                <a:lnTo>
                  <a:pt x="600613" y="16926"/>
                </a:lnTo>
                <a:lnTo>
                  <a:pt x="610204" y="2032"/>
                </a:lnTo>
                <a:lnTo>
                  <a:pt x="614508" y="2032"/>
                </a:lnTo>
                <a:lnTo>
                  <a:pt x="614508" y="16926"/>
                </a:lnTo>
                <a:lnTo>
                  <a:pt x="618348" y="16926"/>
                </a:lnTo>
                <a:lnTo>
                  <a:pt x="618348" y="19560"/>
                </a:lnTo>
                <a:moveTo>
                  <a:pt x="611443" y="4925"/>
                </a:moveTo>
                <a:lnTo>
                  <a:pt x="603609" y="16926"/>
                </a:lnTo>
                <a:lnTo>
                  <a:pt x="611443" y="16926"/>
                </a:lnTo>
                <a:lnTo>
                  <a:pt x="611443" y="4925"/>
                </a:lnTo>
                <a:close/>
                <a:moveTo>
                  <a:pt x="638025" y="19560"/>
                </a:moveTo>
                <a:lnTo>
                  <a:pt x="634185" y="19560"/>
                </a:lnTo>
                <a:lnTo>
                  <a:pt x="634185" y="24554"/>
                </a:lnTo>
                <a:lnTo>
                  <a:pt x="631120" y="24554"/>
                </a:lnTo>
                <a:lnTo>
                  <a:pt x="631120" y="19560"/>
                </a:lnTo>
                <a:lnTo>
                  <a:pt x="620290" y="19560"/>
                </a:lnTo>
                <a:lnTo>
                  <a:pt x="620290" y="16926"/>
                </a:lnTo>
                <a:lnTo>
                  <a:pt x="629881" y="2032"/>
                </a:lnTo>
                <a:lnTo>
                  <a:pt x="634185" y="2032"/>
                </a:lnTo>
                <a:lnTo>
                  <a:pt x="634185" y="16926"/>
                </a:lnTo>
                <a:lnTo>
                  <a:pt x="638025" y="16926"/>
                </a:lnTo>
                <a:lnTo>
                  <a:pt x="638025" y="19560"/>
                </a:lnTo>
                <a:moveTo>
                  <a:pt x="631120" y="4925"/>
                </a:moveTo>
                <a:lnTo>
                  <a:pt x="623286" y="16926"/>
                </a:lnTo>
                <a:lnTo>
                  <a:pt x="631120" y="16926"/>
                </a:lnTo>
                <a:lnTo>
                  <a:pt x="631120" y="4925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Text ---a/src/cascader-select/cascader-select.jsx">
            <a:extLst xmlns:a="http://schemas.openxmlformats.org/drawingml/2006/main">
              <a:ext uri="{FF2B5EF4-FFF2-40B4-BE49-F238E27FC236}">
                <a16:creationId xmlns:a16="http://schemas.microsoft.com/office/drawing/2014/main" id="{7DFEE41B-7822-4EAF-9DC6-162B4A4B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341" y="8684302"/>
            <a:ext cx="870262" cy="31786"/>
          </a:xfrm>
          <a:custGeom xmlns:a="http://schemas.openxmlformats.org/drawingml/2006/main">
            <a:pathLst>
              <a:path w="870262" h="31786">
                <a:moveTo>
                  <a:pt x="10297" y="16564"/>
                </a:moveTo>
                <a:lnTo>
                  <a:pt x="0" y="16564"/>
                </a:lnTo>
                <a:lnTo>
                  <a:pt x="0" y="13740"/>
                </a:lnTo>
                <a:lnTo>
                  <a:pt x="10297" y="13740"/>
                </a:lnTo>
                <a:lnTo>
                  <a:pt x="10297" y="16564"/>
                </a:lnTo>
                <a:close/>
                <a:moveTo>
                  <a:pt x="30003" y="16564"/>
                </a:moveTo>
                <a:lnTo>
                  <a:pt x="19706" y="16564"/>
                </a:lnTo>
                <a:lnTo>
                  <a:pt x="19706" y="13740"/>
                </a:lnTo>
                <a:lnTo>
                  <a:pt x="30003" y="13740"/>
                </a:lnTo>
                <a:lnTo>
                  <a:pt x="30003" y="16564"/>
                </a:lnTo>
                <a:close/>
                <a:moveTo>
                  <a:pt x="49709" y="16564"/>
                </a:moveTo>
                <a:lnTo>
                  <a:pt x="39412" y="16564"/>
                </a:lnTo>
                <a:lnTo>
                  <a:pt x="39412" y="13740"/>
                </a:lnTo>
                <a:lnTo>
                  <a:pt x="49709" y="13740"/>
                </a:lnTo>
                <a:lnTo>
                  <a:pt x="49709" y="16564"/>
                </a:lnTo>
                <a:close/>
                <a:moveTo>
                  <a:pt x="88140" y="24554"/>
                </a:moveTo>
                <a:lnTo>
                  <a:pt x="88071" y="22224"/>
                </a:lnTo>
                <a:cubicBezTo>
                  <a:pt x="87130" y="23156"/>
                  <a:pt x="86174" y="23829"/>
                  <a:pt x="85204" y="24243"/>
                </a:cubicBezTo>
                <a:cubicBezTo>
                  <a:pt x="84235" y="24657"/>
                  <a:pt x="83216" y="24864"/>
                  <a:pt x="82148" y="24864"/>
                </a:cubicBezTo>
                <a:cubicBezTo>
                  <a:pt x="81161" y="24864"/>
                  <a:pt x="80317" y="24737"/>
                  <a:pt x="79617" y="24484"/>
                </a:cubicBezTo>
                <a:cubicBezTo>
                  <a:pt x="78917" y="24231"/>
                  <a:pt x="78340" y="23884"/>
                  <a:pt x="77887" y="23441"/>
                </a:cubicBezTo>
                <a:cubicBezTo>
                  <a:pt x="77433" y="22998"/>
                  <a:pt x="77100" y="22478"/>
                  <a:pt x="76888" y="21880"/>
                </a:cubicBezTo>
                <a:cubicBezTo>
                  <a:pt x="76676" y="21282"/>
                  <a:pt x="76569" y="20632"/>
                  <a:pt x="76569" y="19931"/>
                </a:cubicBezTo>
                <a:cubicBezTo>
                  <a:pt x="76569" y="18195"/>
                  <a:pt x="77215" y="16835"/>
                  <a:pt x="78506" y="15852"/>
                </a:cubicBezTo>
                <a:cubicBezTo>
                  <a:pt x="79798" y="14869"/>
                  <a:pt x="81706" y="14378"/>
                  <a:pt x="84232" y="14378"/>
                </a:cubicBezTo>
                <a:lnTo>
                  <a:pt x="87813" y="14378"/>
                </a:lnTo>
                <a:lnTo>
                  <a:pt x="87813" y="12868"/>
                </a:lnTo>
                <a:cubicBezTo>
                  <a:pt x="87813" y="11850"/>
                  <a:pt x="87486" y="11035"/>
                  <a:pt x="86832" y="10423"/>
                </a:cubicBezTo>
                <a:cubicBezTo>
                  <a:pt x="86177" y="9811"/>
                  <a:pt x="85179" y="9505"/>
                  <a:pt x="83836" y="9505"/>
                </a:cubicBezTo>
                <a:cubicBezTo>
                  <a:pt x="82860" y="9505"/>
                  <a:pt x="81899" y="9615"/>
                  <a:pt x="80951" y="9837"/>
                </a:cubicBezTo>
                <a:cubicBezTo>
                  <a:pt x="80004" y="10058"/>
                  <a:pt x="79026" y="10372"/>
                  <a:pt x="78016" y="10779"/>
                </a:cubicBezTo>
                <a:lnTo>
                  <a:pt x="78016" y="8076"/>
                </a:lnTo>
                <a:cubicBezTo>
                  <a:pt x="78395" y="7936"/>
                  <a:pt x="78816" y="7799"/>
                  <a:pt x="79281" y="7664"/>
                </a:cubicBezTo>
                <a:cubicBezTo>
                  <a:pt x="79746" y="7530"/>
                  <a:pt x="80237" y="7411"/>
                  <a:pt x="80753" y="7306"/>
                </a:cubicBezTo>
                <a:cubicBezTo>
                  <a:pt x="81270" y="7201"/>
                  <a:pt x="81810" y="7116"/>
                  <a:pt x="82372" y="7053"/>
                </a:cubicBezTo>
                <a:cubicBezTo>
                  <a:pt x="82935" y="6988"/>
                  <a:pt x="83503" y="6956"/>
                  <a:pt x="84077" y="6956"/>
                </a:cubicBezTo>
                <a:cubicBezTo>
                  <a:pt x="85121" y="6956"/>
                  <a:pt x="86063" y="7071"/>
                  <a:pt x="86901" y="7301"/>
                </a:cubicBezTo>
                <a:cubicBezTo>
                  <a:pt x="87739" y="7530"/>
                  <a:pt x="88447" y="7880"/>
                  <a:pt x="89027" y="8351"/>
                </a:cubicBezTo>
                <a:cubicBezTo>
                  <a:pt x="89607" y="8822"/>
                  <a:pt x="90052" y="9413"/>
                  <a:pt x="90361" y="10125"/>
                </a:cubicBezTo>
                <a:cubicBezTo>
                  <a:pt x="90671" y="10836"/>
                  <a:pt x="90826" y="11674"/>
                  <a:pt x="90826" y="12638"/>
                </a:cubicBezTo>
                <a:lnTo>
                  <a:pt x="90826" y="24554"/>
                </a:lnTo>
                <a:lnTo>
                  <a:pt x="88140" y="24554"/>
                </a:lnTo>
                <a:moveTo>
                  <a:pt x="87813" y="16668"/>
                </a:moveTo>
                <a:lnTo>
                  <a:pt x="84008" y="16668"/>
                </a:lnTo>
                <a:cubicBezTo>
                  <a:pt x="83262" y="16668"/>
                  <a:pt x="82619" y="16743"/>
                  <a:pt x="82079" y="16893"/>
                </a:cubicBezTo>
                <a:cubicBezTo>
                  <a:pt x="81540" y="17042"/>
                  <a:pt x="81098" y="17255"/>
                  <a:pt x="80753" y="17531"/>
                </a:cubicBezTo>
                <a:cubicBezTo>
                  <a:pt x="80409" y="17807"/>
                  <a:pt x="80154" y="18139"/>
                  <a:pt x="79987" y="18525"/>
                </a:cubicBezTo>
                <a:cubicBezTo>
                  <a:pt x="79821" y="18910"/>
                  <a:pt x="79738" y="19345"/>
                  <a:pt x="79738" y="19828"/>
                </a:cubicBezTo>
                <a:cubicBezTo>
                  <a:pt x="79738" y="20162"/>
                  <a:pt x="79789" y="20482"/>
                  <a:pt x="79893" y="20787"/>
                </a:cubicBezTo>
                <a:cubicBezTo>
                  <a:pt x="79996" y="21092"/>
                  <a:pt x="80162" y="21363"/>
                  <a:pt x="80392" y="21599"/>
                </a:cubicBezTo>
                <a:cubicBezTo>
                  <a:pt x="80621" y="21835"/>
                  <a:pt x="80920" y="22022"/>
                  <a:pt x="81287" y="22160"/>
                </a:cubicBezTo>
                <a:cubicBezTo>
                  <a:pt x="81655" y="22298"/>
                  <a:pt x="82102" y="22367"/>
                  <a:pt x="82630" y="22367"/>
                </a:cubicBezTo>
                <a:cubicBezTo>
                  <a:pt x="83319" y="22367"/>
                  <a:pt x="84108" y="22157"/>
                  <a:pt x="84998" y="21737"/>
                </a:cubicBezTo>
                <a:cubicBezTo>
                  <a:pt x="85888" y="21316"/>
                  <a:pt x="86826" y="20651"/>
                  <a:pt x="87813" y="19742"/>
                </a:cubicBezTo>
                <a:lnTo>
                  <a:pt x="87813" y="16668"/>
                </a:lnTo>
                <a:close/>
                <a:moveTo>
                  <a:pt x="109599" y="207"/>
                </a:moveTo>
                <a:lnTo>
                  <a:pt x="97787" y="28273"/>
                </a:lnTo>
                <a:lnTo>
                  <a:pt x="94928" y="28273"/>
                </a:lnTo>
                <a:lnTo>
                  <a:pt x="106740" y="207"/>
                </a:lnTo>
                <a:lnTo>
                  <a:pt x="109599" y="207"/>
                </a:lnTo>
                <a:close/>
                <a:moveTo>
                  <a:pt x="129098" y="19836"/>
                </a:moveTo>
                <a:cubicBezTo>
                  <a:pt x="129098" y="20444"/>
                  <a:pt x="128995" y="20990"/>
                  <a:pt x="128788" y="21472"/>
                </a:cubicBezTo>
                <a:cubicBezTo>
                  <a:pt x="128582" y="21954"/>
                  <a:pt x="128300" y="22381"/>
                  <a:pt x="127945" y="22754"/>
                </a:cubicBezTo>
                <a:cubicBezTo>
                  <a:pt x="127589" y="23127"/>
                  <a:pt x="127175" y="23446"/>
                  <a:pt x="126705" y="23710"/>
                </a:cubicBezTo>
                <a:cubicBezTo>
                  <a:pt x="126234" y="23974"/>
                  <a:pt x="125732" y="24192"/>
                  <a:pt x="125198" y="24364"/>
                </a:cubicBezTo>
                <a:cubicBezTo>
                  <a:pt x="124664" y="24537"/>
                  <a:pt x="124116" y="24663"/>
                  <a:pt x="123554" y="24743"/>
                </a:cubicBezTo>
                <a:cubicBezTo>
                  <a:pt x="122991" y="24824"/>
                  <a:pt x="122440" y="24864"/>
                  <a:pt x="121901" y="24864"/>
                </a:cubicBezTo>
                <a:cubicBezTo>
                  <a:pt x="120730" y="24864"/>
                  <a:pt x="119654" y="24812"/>
                  <a:pt x="118672" y="24709"/>
                </a:cubicBezTo>
                <a:cubicBezTo>
                  <a:pt x="117691" y="24605"/>
                  <a:pt x="116729" y="24439"/>
                  <a:pt x="115788" y="24209"/>
                </a:cubicBezTo>
                <a:lnTo>
                  <a:pt x="115788" y="21454"/>
                </a:lnTo>
                <a:cubicBezTo>
                  <a:pt x="116798" y="21741"/>
                  <a:pt x="117803" y="21960"/>
                  <a:pt x="118801" y="22109"/>
                </a:cubicBezTo>
                <a:cubicBezTo>
                  <a:pt x="119800" y="22258"/>
                  <a:pt x="120793" y="22333"/>
                  <a:pt x="121780" y="22333"/>
                </a:cubicBezTo>
                <a:cubicBezTo>
                  <a:pt x="123215" y="22333"/>
                  <a:pt x="124277" y="22137"/>
                  <a:pt x="124966" y="21747"/>
                </a:cubicBezTo>
                <a:cubicBezTo>
                  <a:pt x="125654" y="21357"/>
                  <a:pt x="125999" y="20800"/>
                  <a:pt x="125999" y="20077"/>
                </a:cubicBezTo>
                <a:cubicBezTo>
                  <a:pt x="125999" y="19767"/>
                  <a:pt x="125944" y="19489"/>
                  <a:pt x="125835" y="19242"/>
                </a:cubicBezTo>
                <a:cubicBezTo>
                  <a:pt x="125726" y="18995"/>
                  <a:pt x="125528" y="18760"/>
                  <a:pt x="125241" y="18536"/>
                </a:cubicBezTo>
                <a:cubicBezTo>
                  <a:pt x="124954" y="18312"/>
                  <a:pt x="124509" y="18080"/>
                  <a:pt x="123907" y="17839"/>
                </a:cubicBezTo>
                <a:cubicBezTo>
                  <a:pt x="123304" y="17597"/>
                  <a:pt x="122481" y="17322"/>
                  <a:pt x="121436" y="17012"/>
                </a:cubicBezTo>
                <a:cubicBezTo>
                  <a:pt x="120655" y="16782"/>
                  <a:pt x="119935" y="16521"/>
                  <a:pt x="119275" y="16229"/>
                </a:cubicBezTo>
                <a:cubicBezTo>
                  <a:pt x="118615" y="15936"/>
                  <a:pt x="118044" y="15589"/>
                  <a:pt x="117562" y="15187"/>
                </a:cubicBezTo>
                <a:cubicBezTo>
                  <a:pt x="117080" y="14785"/>
                  <a:pt x="116701" y="14314"/>
                  <a:pt x="116425" y="13775"/>
                </a:cubicBezTo>
                <a:cubicBezTo>
                  <a:pt x="116150" y="13235"/>
                  <a:pt x="116012" y="12598"/>
                  <a:pt x="116012" y="11864"/>
                </a:cubicBezTo>
                <a:cubicBezTo>
                  <a:pt x="116012" y="11382"/>
                  <a:pt x="116124" y="10853"/>
                  <a:pt x="116348" y="10280"/>
                </a:cubicBezTo>
                <a:cubicBezTo>
                  <a:pt x="116572" y="9706"/>
                  <a:pt x="116953" y="9172"/>
                  <a:pt x="117493" y="8678"/>
                </a:cubicBezTo>
                <a:cubicBezTo>
                  <a:pt x="118032" y="8185"/>
                  <a:pt x="118761" y="7774"/>
                  <a:pt x="119680" y="7447"/>
                </a:cubicBezTo>
                <a:cubicBezTo>
                  <a:pt x="120598" y="7120"/>
                  <a:pt x="121746" y="6956"/>
                  <a:pt x="123123" y="6956"/>
                </a:cubicBezTo>
                <a:cubicBezTo>
                  <a:pt x="123801" y="6956"/>
                  <a:pt x="124552" y="6994"/>
                  <a:pt x="125379" y="7068"/>
                </a:cubicBezTo>
                <a:cubicBezTo>
                  <a:pt x="126205" y="7143"/>
                  <a:pt x="127066" y="7272"/>
                  <a:pt x="127962" y="7456"/>
                </a:cubicBezTo>
                <a:lnTo>
                  <a:pt x="127962" y="10125"/>
                </a:lnTo>
                <a:cubicBezTo>
                  <a:pt x="127020" y="9895"/>
                  <a:pt x="126128" y="9726"/>
                  <a:pt x="125284" y="9617"/>
                </a:cubicBezTo>
                <a:cubicBezTo>
                  <a:pt x="124441" y="9508"/>
                  <a:pt x="123709" y="9453"/>
                  <a:pt x="123089" y="9453"/>
                </a:cubicBezTo>
                <a:cubicBezTo>
                  <a:pt x="122343" y="9453"/>
                  <a:pt x="121714" y="9510"/>
                  <a:pt x="121203" y="9625"/>
                </a:cubicBezTo>
                <a:cubicBezTo>
                  <a:pt x="120693" y="9740"/>
                  <a:pt x="120279" y="9898"/>
                  <a:pt x="119964" y="10099"/>
                </a:cubicBezTo>
                <a:cubicBezTo>
                  <a:pt x="119648" y="10300"/>
                  <a:pt x="119421" y="10535"/>
                  <a:pt x="119284" y="10805"/>
                </a:cubicBezTo>
                <a:cubicBezTo>
                  <a:pt x="119146" y="11074"/>
                  <a:pt x="119077" y="11364"/>
                  <a:pt x="119077" y="11674"/>
                </a:cubicBezTo>
                <a:cubicBezTo>
                  <a:pt x="119077" y="11984"/>
                  <a:pt x="119137" y="12265"/>
                  <a:pt x="119258" y="12518"/>
                </a:cubicBezTo>
                <a:cubicBezTo>
                  <a:pt x="119378" y="12770"/>
                  <a:pt x="119602" y="13014"/>
                  <a:pt x="119929" y="13250"/>
                </a:cubicBezTo>
                <a:cubicBezTo>
                  <a:pt x="120256" y="13485"/>
                  <a:pt x="120713" y="13720"/>
                  <a:pt x="121298" y="13956"/>
                </a:cubicBezTo>
                <a:cubicBezTo>
                  <a:pt x="121884" y="14191"/>
                  <a:pt x="122647" y="14446"/>
                  <a:pt x="123588" y="14722"/>
                </a:cubicBezTo>
                <a:cubicBezTo>
                  <a:pt x="124610" y="15020"/>
                  <a:pt x="125471" y="15333"/>
                  <a:pt x="126171" y="15660"/>
                </a:cubicBezTo>
                <a:cubicBezTo>
                  <a:pt x="126871" y="15988"/>
                  <a:pt x="127439" y="16352"/>
                  <a:pt x="127876" y="16754"/>
                </a:cubicBezTo>
                <a:cubicBezTo>
                  <a:pt x="128312" y="17156"/>
                  <a:pt x="128625" y="17609"/>
                  <a:pt x="128814" y="18114"/>
                </a:cubicBezTo>
                <a:cubicBezTo>
                  <a:pt x="129004" y="18619"/>
                  <a:pt x="129098" y="19193"/>
                  <a:pt x="129098" y="19836"/>
                </a:cubicBezTo>
                <a:close/>
                <a:moveTo>
                  <a:pt x="135822" y="7266"/>
                </a:moveTo>
                <a:lnTo>
                  <a:pt x="138559" y="7266"/>
                </a:lnTo>
                <a:lnTo>
                  <a:pt x="138645" y="10444"/>
                </a:lnTo>
                <a:cubicBezTo>
                  <a:pt x="139667" y="9218"/>
                  <a:pt x="140674" y="8331"/>
                  <a:pt x="141667" y="7781"/>
                </a:cubicBezTo>
                <a:cubicBezTo>
                  <a:pt x="142660" y="7231"/>
                  <a:pt x="143662" y="6956"/>
                  <a:pt x="144672" y="6956"/>
                </a:cubicBezTo>
                <a:cubicBezTo>
                  <a:pt x="146463" y="6956"/>
                  <a:pt x="147820" y="7535"/>
                  <a:pt x="148744" y="8691"/>
                </a:cubicBezTo>
                <a:cubicBezTo>
                  <a:pt x="149668" y="9848"/>
                  <a:pt x="150096" y="11565"/>
                  <a:pt x="150027" y="13844"/>
                </a:cubicBezTo>
                <a:lnTo>
                  <a:pt x="146996" y="13844"/>
                </a:lnTo>
                <a:cubicBezTo>
                  <a:pt x="147031" y="12335"/>
                  <a:pt x="146810" y="11240"/>
                  <a:pt x="146334" y="10560"/>
                </a:cubicBezTo>
                <a:cubicBezTo>
                  <a:pt x="145857" y="9879"/>
                  <a:pt x="145160" y="9539"/>
                  <a:pt x="144241" y="9539"/>
                </a:cubicBezTo>
                <a:cubicBezTo>
                  <a:pt x="143840" y="9539"/>
                  <a:pt x="143435" y="9611"/>
                  <a:pt x="143028" y="9754"/>
                </a:cubicBezTo>
                <a:cubicBezTo>
                  <a:pt x="142620" y="9897"/>
                  <a:pt x="142201" y="10125"/>
                  <a:pt x="141771" y="10439"/>
                </a:cubicBezTo>
                <a:cubicBezTo>
                  <a:pt x="141340" y="10754"/>
                  <a:pt x="140884" y="11157"/>
                  <a:pt x="140402" y="11648"/>
                </a:cubicBezTo>
                <a:cubicBezTo>
                  <a:pt x="139920" y="12140"/>
                  <a:pt x="139403" y="12734"/>
                  <a:pt x="138852" y="13432"/>
                </a:cubicBezTo>
                <a:lnTo>
                  <a:pt x="138852" y="24554"/>
                </a:lnTo>
                <a:lnTo>
                  <a:pt x="135822" y="24554"/>
                </a:lnTo>
                <a:lnTo>
                  <a:pt x="135822" y="7266"/>
                </a:lnTo>
                <a:close/>
                <a:moveTo>
                  <a:pt x="168252" y="23917"/>
                </a:moveTo>
                <a:cubicBezTo>
                  <a:pt x="167472" y="24215"/>
                  <a:pt x="166671" y="24436"/>
                  <a:pt x="165850" y="24580"/>
                </a:cubicBezTo>
                <a:cubicBezTo>
                  <a:pt x="165030" y="24723"/>
                  <a:pt x="164183" y="24795"/>
                  <a:pt x="163311" y="24795"/>
                </a:cubicBezTo>
                <a:cubicBezTo>
                  <a:pt x="160579" y="24795"/>
                  <a:pt x="158475" y="24054"/>
                  <a:pt x="157000" y="22574"/>
                </a:cubicBezTo>
                <a:cubicBezTo>
                  <a:pt x="155525" y="21093"/>
                  <a:pt x="154787" y="18929"/>
                  <a:pt x="154787" y="16082"/>
                </a:cubicBezTo>
                <a:cubicBezTo>
                  <a:pt x="154787" y="14716"/>
                  <a:pt x="155000" y="13476"/>
                  <a:pt x="155424" y="12363"/>
                </a:cubicBezTo>
                <a:cubicBezTo>
                  <a:pt x="155849" y="11250"/>
                  <a:pt x="156446" y="10297"/>
                  <a:pt x="157215" y="9505"/>
                </a:cubicBezTo>
                <a:cubicBezTo>
                  <a:pt x="157984" y="8713"/>
                  <a:pt x="158903" y="8101"/>
                  <a:pt x="159970" y="7671"/>
                </a:cubicBezTo>
                <a:cubicBezTo>
                  <a:pt x="161038" y="7240"/>
                  <a:pt x="162214" y="7025"/>
                  <a:pt x="163500" y="7025"/>
                </a:cubicBezTo>
                <a:cubicBezTo>
                  <a:pt x="164395" y="7025"/>
                  <a:pt x="165233" y="7090"/>
                  <a:pt x="166014" y="7219"/>
                </a:cubicBezTo>
                <a:cubicBezTo>
                  <a:pt x="166794" y="7348"/>
                  <a:pt x="167541" y="7559"/>
                  <a:pt x="168252" y="7852"/>
                </a:cubicBezTo>
                <a:lnTo>
                  <a:pt x="168252" y="10710"/>
                </a:lnTo>
                <a:cubicBezTo>
                  <a:pt x="167506" y="10314"/>
                  <a:pt x="166746" y="10025"/>
                  <a:pt x="165971" y="9845"/>
                </a:cubicBezTo>
                <a:cubicBezTo>
                  <a:pt x="165196" y="9664"/>
                  <a:pt x="164395" y="9574"/>
                  <a:pt x="163569" y="9574"/>
                </a:cubicBezTo>
                <a:cubicBezTo>
                  <a:pt x="162800" y="9574"/>
                  <a:pt x="162074" y="9720"/>
                  <a:pt x="161391" y="10013"/>
                </a:cubicBezTo>
                <a:cubicBezTo>
                  <a:pt x="160708" y="10305"/>
                  <a:pt x="160108" y="10727"/>
                  <a:pt x="159591" y="11278"/>
                </a:cubicBezTo>
                <a:cubicBezTo>
                  <a:pt x="159075" y="11829"/>
                  <a:pt x="158667" y="12501"/>
                  <a:pt x="158369" y="13293"/>
                </a:cubicBezTo>
                <a:cubicBezTo>
                  <a:pt x="158070" y="14085"/>
                  <a:pt x="157921" y="14980"/>
                  <a:pt x="157921" y="15979"/>
                </a:cubicBezTo>
                <a:cubicBezTo>
                  <a:pt x="157921" y="18068"/>
                  <a:pt x="158429" y="19632"/>
                  <a:pt x="159445" y="20671"/>
                </a:cubicBezTo>
                <a:cubicBezTo>
                  <a:pt x="160461" y="21710"/>
                  <a:pt x="161870" y="22229"/>
                  <a:pt x="163672" y="22229"/>
                </a:cubicBezTo>
                <a:cubicBezTo>
                  <a:pt x="164487" y="22229"/>
                  <a:pt x="165276" y="22137"/>
                  <a:pt x="166040" y="21954"/>
                </a:cubicBezTo>
                <a:cubicBezTo>
                  <a:pt x="166803" y="21770"/>
                  <a:pt x="167541" y="21495"/>
                  <a:pt x="168252" y="21127"/>
                </a:cubicBezTo>
                <a:lnTo>
                  <a:pt x="168252" y="23917"/>
                </a:lnTo>
                <a:close/>
                <a:moveTo>
                  <a:pt x="187386" y="207"/>
                </a:moveTo>
                <a:lnTo>
                  <a:pt x="175574" y="28273"/>
                </a:lnTo>
                <a:lnTo>
                  <a:pt x="172716" y="28273"/>
                </a:lnTo>
                <a:lnTo>
                  <a:pt x="184528" y="207"/>
                </a:lnTo>
                <a:lnTo>
                  <a:pt x="187386" y="207"/>
                </a:lnTo>
                <a:close/>
                <a:moveTo>
                  <a:pt x="206628" y="23917"/>
                </a:moveTo>
                <a:cubicBezTo>
                  <a:pt x="205847" y="24215"/>
                  <a:pt x="205046" y="24436"/>
                  <a:pt x="204226" y="24580"/>
                </a:cubicBezTo>
                <a:cubicBezTo>
                  <a:pt x="203405" y="24723"/>
                  <a:pt x="202558" y="24795"/>
                  <a:pt x="201686" y="24795"/>
                </a:cubicBezTo>
                <a:cubicBezTo>
                  <a:pt x="198954" y="24795"/>
                  <a:pt x="196850" y="24054"/>
                  <a:pt x="195375" y="22574"/>
                </a:cubicBezTo>
                <a:cubicBezTo>
                  <a:pt x="193900" y="21093"/>
                  <a:pt x="193163" y="18929"/>
                  <a:pt x="193163" y="16082"/>
                </a:cubicBezTo>
                <a:cubicBezTo>
                  <a:pt x="193163" y="14716"/>
                  <a:pt x="193375" y="13476"/>
                  <a:pt x="193800" y="12363"/>
                </a:cubicBezTo>
                <a:cubicBezTo>
                  <a:pt x="194224" y="11250"/>
                  <a:pt x="194821" y="10297"/>
                  <a:pt x="195591" y="9505"/>
                </a:cubicBezTo>
                <a:cubicBezTo>
                  <a:pt x="196360" y="8713"/>
                  <a:pt x="197278" y="8101"/>
                  <a:pt x="198345" y="7671"/>
                </a:cubicBezTo>
                <a:cubicBezTo>
                  <a:pt x="199413" y="7240"/>
                  <a:pt x="200590" y="7025"/>
                  <a:pt x="201875" y="7025"/>
                </a:cubicBezTo>
                <a:cubicBezTo>
                  <a:pt x="202771" y="7025"/>
                  <a:pt x="203609" y="7090"/>
                  <a:pt x="204389" y="7219"/>
                </a:cubicBezTo>
                <a:cubicBezTo>
                  <a:pt x="205170" y="7348"/>
                  <a:pt x="205916" y="7559"/>
                  <a:pt x="206628" y="7852"/>
                </a:cubicBezTo>
                <a:lnTo>
                  <a:pt x="206628" y="10710"/>
                </a:lnTo>
                <a:cubicBezTo>
                  <a:pt x="205882" y="10314"/>
                  <a:pt x="205121" y="10025"/>
                  <a:pt x="204346" y="9845"/>
                </a:cubicBezTo>
                <a:cubicBezTo>
                  <a:pt x="203571" y="9664"/>
                  <a:pt x="202771" y="9574"/>
                  <a:pt x="201944" y="9574"/>
                </a:cubicBezTo>
                <a:cubicBezTo>
                  <a:pt x="201175" y="9574"/>
                  <a:pt x="200449" y="9720"/>
                  <a:pt x="199766" y="10013"/>
                </a:cubicBezTo>
                <a:cubicBezTo>
                  <a:pt x="199083" y="10305"/>
                  <a:pt x="198483" y="10727"/>
                  <a:pt x="197967" y="11278"/>
                </a:cubicBezTo>
                <a:cubicBezTo>
                  <a:pt x="197450" y="11829"/>
                  <a:pt x="197043" y="12501"/>
                  <a:pt x="196744" y="13293"/>
                </a:cubicBezTo>
                <a:cubicBezTo>
                  <a:pt x="196446" y="14085"/>
                  <a:pt x="196296" y="14980"/>
                  <a:pt x="196296" y="15979"/>
                </a:cubicBezTo>
                <a:cubicBezTo>
                  <a:pt x="196296" y="18068"/>
                  <a:pt x="196804" y="19632"/>
                  <a:pt x="197820" y="20671"/>
                </a:cubicBezTo>
                <a:cubicBezTo>
                  <a:pt x="198836" y="21710"/>
                  <a:pt x="200245" y="22229"/>
                  <a:pt x="202047" y="22229"/>
                </a:cubicBezTo>
                <a:cubicBezTo>
                  <a:pt x="202863" y="22229"/>
                  <a:pt x="203652" y="22137"/>
                  <a:pt x="204415" y="21954"/>
                </a:cubicBezTo>
                <a:cubicBezTo>
                  <a:pt x="205178" y="21770"/>
                  <a:pt x="205916" y="21495"/>
                  <a:pt x="206628" y="21127"/>
                </a:cubicBezTo>
                <a:lnTo>
                  <a:pt x="206628" y="23917"/>
                </a:lnTo>
                <a:close/>
                <a:moveTo>
                  <a:pt x="223980" y="24554"/>
                </a:moveTo>
                <a:lnTo>
                  <a:pt x="223911" y="22224"/>
                </a:lnTo>
                <a:cubicBezTo>
                  <a:pt x="222970" y="23156"/>
                  <a:pt x="222015" y="23829"/>
                  <a:pt x="221045" y="24243"/>
                </a:cubicBezTo>
                <a:cubicBezTo>
                  <a:pt x="220075" y="24657"/>
                  <a:pt x="219056" y="24864"/>
                  <a:pt x="217988" y="24864"/>
                </a:cubicBezTo>
                <a:cubicBezTo>
                  <a:pt x="217001" y="24864"/>
                  <a:pt x="216157" y="24737"/>
                  <a:pt x="215457" y="24484"/>
                </a:cubicBezTo>
                <a:cubicBezTo>
                  <a:pt x="214757" y="24231"/>
                  <a:pt x="214180" y="23884"/>
                  <a:pt x="213727" y="23441"/>
                </a:cubicBezTo>
                <a:cubicBezTo>
                  <a:pt x="213273" y="22998"/>
                  <a:pt x="212940" y="22478"/>
                  <a:pt x="212728" y="21880"/>
                </a:cubicBezTo>
                <a:cubicBezTo>
                  <a:pt x="212516" y="21282"/>
                  <a:pt x="212409" y="20632"/>
                  <a:pt x="212409" y="19931"/>
                </a:cubicBezTo>
                <a:cubicBezTo>
                  <a:pt x="212409" y="18195"/>
                  <a:pt x="213055" y="16835"/>
                  <a:pt x="214346" y="15852"/>
                </a:cubicBezTo>
                <a:cubicBezTo>
                  <a:pt x="215638" y="14869"/>
                  <a:pt x="217546" y="14378"/>
                  <a:pt x="220072" y="14378"/>
                </a:cubicBezTo>
                <a:lnTo>
                  <a:pt x="223653" y="14378"/>
                </a:lnTo>
                <a:lnTo>
                  <a:pt x="223653" y="12868"/>
                </a:lnTo>
                <a:cubicBezTo>
                  <a:pt x="223653" y="11850"/>
                  <a:pt x="223326" y="11035"/>
                  <a:pt x="222672" y="10423"/>
                </a:cubicBezTo>
                <a:cubicBezTo>
                  <a:pt x="222017" y="9811"/>
                  <a:pt x="221019" y="9505"/>
                  <a:pt x="219676" y="9505"/>
                </a:cubicBezTo>
                <a:cubicBezTo>
                  <a:pt x="218700" y="9505"/>
                  <a:pt x="217739" y="9615"/>
                  <a:pt x="216792" y="9837"/>
                </a:cubicBezTo>
                <a:cubicBezTo>
                  <a:pt x="215845" y="10058"/>
                  <a:pt x="214866" y="10372"/>
                  <a:pt x="213856" y="10779"/>
                </a:cubicBezTo>
                <a:lnTo>
                  <a:pt x="213856" y="8076"/>
                </a:lnTo>
                <a:cubicBezTo>
                  <a:pt x="214235" y="7936"/>
                  <a:pt x="214656" y="7799"/>
                  <a:pt x="215121" y="7664"/>
                </a:cubicBezTo>
                <a:cubicBezTo>
                  <a:pt x="215586" y="7530"/>
                  <a:pt x="216077" y="7411"/>
                  <a:pt x="216594" y="7306"/>
                </a:cubicBezTo>
                <a:cubicBezTo>
                  <a:pt x="217110" y="7201"/>
                  <a:pt x="217650" y="7116"/>
                  <a:pt x="218212" y="7053"/>
                </a:cubicBezTo>
                <a:cubicBezTo>
                  <a:pt x="218775" y="6988"/>
                  <a:pt x="219343" y="6956"/>
                  <a:pt x="219917" y="6956"/>
                </a:cubicBezTo>
                <a:cubicBezTo>
                  <a:pt x="220961" y="6956"/>
                  <a:pt x="221903" y="7071"/>
                  <a:pt x="222741" y="7301"/>
                </a:cubicBezTo>
                <a:cubicBezTo>
                  <a:pt x="223579" y="7530"/>
                  <a:pt x="224287" y="7880"/>
                  <a:pt x="224867" y="8351"/>
                </a:cubicBezTo>
                <a:cubicBezTo>
                  <a:pt x="225447" y="8822"/>
                  <a:pt x="225892" y="9413"/>
                  <a:pt x="226202" y="10125"/>
                </a:cubicBezTo>
                <a:cubicBezTo>
                  <a:pt x="226511" y="10836"/>
                  <a:pt x="226666" y="11674"/>
                  <a:pt x="226666" y="12638"/>
                </a:cubicBezTo>
                <a:lnTo>
                  <a:pt x="226666" y="24554"/>
                </a:lnTo>
                <a:lnTo>
                  <a:pt x="223980" y="24554"/>
                </a:lnTo>
                <a:moveTo>
                  <a:pt x="223653" y="16668"/>
                </a:moveTo>
                <a:lnTo>
                  <a:pt x="219848" y="16668"/>
                </a:lnTo>
                <a:cubicBezTo>
                  <a:pt x="219102" y="16668"/>
                  <a:pt x="218459" y="16743"/>
                  <a:pt x="217919" y="16893"/>
                </a:cubicBezTo>
                <a:cubicBezTo>
                  <a:pt x="217380" y="17042"/>
                  <a:pt x="216938" y="17255"/>
                  <a:pt x="216594" y="17531"/>
                </a:cubicBezTo>
                <a:cubicBezTo>
                  <a:pt x="216249" y="17807"/>
                  <a:pt x="215994" y="18139"/>
                  <a:pt x="215827" y="18525"/>
                </a:cubicBezTo>
                <a:cubicBezTo>
                  <a:pt x="215661" y="18910"/>
                  <a:pt x="215578" y="19345"/>
                  <a:pt x="215578" y="19828"/>
                </a:cubicBezTo>
                <a:cubicBezTo>
                  <a:pt x="215578" y="20162"/>
                  <a:pt x="215629" y="20482"/>
                  <a:pt x="215733" y="20787"/>
                </a:cubicBezTo>
                <a:cubicBezTo>
                  <a:pt x="215836" y="21092"/>
                  <a:pt x="216002" y="21363"/>
                  <a:pt x="216232" y="21599"/>
                </a:cubicBezTo>
                <a:cubicBezTo>
                  <a:pt x="216462" y="21835"/>
                  <a:pt x="216760" y="22022"/>
                  <a:pt x="217127" y="22160"/>
                </a:cubicBezTo>
                <a:cubicBezTo>
                  <a:pt x="217495" y="22298"/>
                  <a:pt x="217942" y="22367"/>
                  <a:pt x="218470" y="22367"/>
                </a:cubicBezTo>
                <a:cubicBezTo>
                  <a:pt x="219159" y="22367"/>
                  <a:pt x="219948" y="22157"/>
                  <a:pt x="220838" y="21737"/>
                </a:cubicBezTo>
                <a:cubicBezTo>
                  <a:pt x="221728" y="21316"/>
                  <a:pt x="222666" y="20651"/>
                  <a:pt x="223653" y="19742"/>
                </a:cubicBezTo>
                <a:lnTo>
                  <a:pt x="223653" y="16668"/>
                </a:lnTo>
                <a:close/>
                <a:moveTo>
                  <a:pt x="246240" y="19836"/>
                </a:moveTo>
                <a:cubicBezTo>
                  <a:pt x="246240" y="20444"/>
                  <a:pt x="246137" y="20990"/>
                  <a:pt x="245930" y="21472"/>
                </a:cubicBezTo>
                <a:cubicBezTo>
                  <a:pt x="245724" y="21954"/>
                  <a:pt x="245442" y="22381"/>
                  <a:pt x="245087" y="22754"/>
                </a:cubicBezTo>
                <a:cubicBezTo>
                  <a:pt x="244731" y="23127"/>
                  <a:pt x="244318" y="23446"/>
                  <a:pt x="243847" y="23710"/>
                </a:cubicBezTo>
                <a:cubicBezTo>
                  <a:pt x="243376" y="23974"/>
                  <a:pt x="242874" y="24192"/>
                  <a:pt x="242340" y="24364"/>
                </a:cubicBezTo>
                <a:cubicBezTo>
                  <a:pt x="241806" y="24537"/>
                  <a:pt x="241258" y="24663"/>
                  <a:pt x="240696" y="24743"/>
                </a:cubicBezTo>
                <a:cubicBezTo>
                  <a:pt x="240133" y="24824"/>
                  <a:pt x="239582" y="24864"/>
                  <a:pt x="239043" y="24864"/>
                </a:cubicBezTo>
                <a:cubicBezTo>
                  <a:pt x="237872" y="24864"/>
                  <a:pt x="236796" y="24812"/>
                  <a:pt x="235814" y="24709"/>
                </a:cubicBezTo>
                <a:cubicBezTo>
                  <a:pt x="234833" y="24605"/>
                  <a:pt x="233872" y="24439"/>
                  <a:pt x="232930" y="24209"/>
                </a:cubicBezTo>
                <a:lnTo>
                  <a:pt x="232930" y="21454"/>
                </a:lnTo>
                <a:cubicBezTo>
                  <a:pt x="233940" y="21741"/>
                  <a:pt x="234945" y="21960"/>
                  <a:pt x="235944" y="22109"/>
                </a:cubicBezTo>
                <a:cubicBezTo>
                  <a:pt x="236942" y="22258"/>
                  <a:pt x="237935" y="22333"/>
                  <a:pt x="238922" y="22333"/>
                </a:cubicBezTo>
                <a:cubicBezTo>
                  <a:pt x="240357" y="22333"/>
                  <a:pt x="241419" y="22137"/>
                  <a:pt x="242108" y="21747"/>
                </a:cubicBezTo>
                <a:cubicBezTo>
                  <a:pt x="242797" y="21357"/>
                  <a:pt x="243141" y="20800"/>
                  <a:pt x="243141" y="20077"/>
                </a:cubicBezTo>
                <a:cubicBezTo>
                  <a:pt x="243141" y="19767"/>
                  <a:pt x="243086" y="19489"/>
                  <a:pt x="242977" y="19242"/>
                </a:cubicBezTo>
                <a:cubicBezTo>
                  <a:pt x="242868" y="18995"/>
                  <a:pt x="242670" y="18760"/>
                  <a:pt x="242383" y="18536"/>
                </a:cubicBezTo>
                <a:cubicBezTo>
                  <a:pt x="242096" y="18312"/>
                  <a:pt x="241651" y="18080"/>
                  <a:pt x="241049" y="17839"/>
                </a:cubicBezTo>
                <a:cubicBezTo>
                  <a:pt x="240446" y="17597"/>
                  <a:pt x="239623" y="17322"/>
                  <a:pt x="238578" y="17012"/>
                </a:cubicBezTo>
                <a:cubicBezTo>
                  <a:pt x="237797" y="16782"/>
                  <a:pt x="237077" y="16521"/>
                  <a:pt x="236417" y="16229"/>
                </a:cubicBezTo>
                <a:cubicBezTo>
                  <a:pt x="235757" y="15936"/>
                  <a:pt x="235186" y="15589"/>
                  <a:pt x="234704" y="15187"/>
                </a:cubicBezTo>
                <a:cubicBezTo>
                  <a:pt x="234222" y="14785"/>
                  <a:pt x="233843" y="14314"/>
                  <a:pt x="233567" y="13775"/>
                </a:cubicBezTo>
                <a:cubicBezTo>
                  <a:pt x="233292" y="13235"/>
                  <a:pt x="233154" y="12598"/>
                  <a:pt x="233154" y="11864"/>
                </a:cubicBezTo>
                <a:cubicBezTo>
                  <a:pt x="233154" y="11382"/>
                  <a:pt x="233266" y="10853"/>
                  <a:pt x="233490" y="10280"/>
                </a:cubicBezTo>
                <a:cubicBezTo>
                  <a:pt x="233714" y="9706"/>
                  <a:pt x="234095" y="9172"/>
                  <a:pt x="234635" y="8678"/>
                </a:cubicBezTo>
                <a:cubicBezTo>
                  <a:pt x="235174" y="8185"/>
                  <a:pt x="235903" y="7774"/>
                  <a:pt x="236822" y="7447"/>
                </a:cubicBezTo>
                <a:cubicBezTo>
                  <a:pt x="237740" y="7120"/>
                  <a:pt x="238888" y="6956"/>
                  <a:pt x="240265" y="6956"/>
                </a:cubicBezTo>
                <a:cubicBezTo>
                  <a:pt x="240943" y="6956"/>
                  <a:pt x="241695" y="6994"/>
                  <a:pt x="242521" y="7068"/>
                </a:cubicBezTo>
                <a:cubicBezTo>
                  <a:pt x="243348" y="7143"/>
                  <a:pt x="244208" y="7272"/>
                  <a:pt x="245104" y="7456"/>
                </a:cubicBezTo>
                <a:lnTo>
                  <a:pt x="245104" y="10125"/>
                </a:lnTo>
                <a:cubicBezTo>
                  <a:pt x="244163" y="9895"/>
                  <a:pt x="243270" y="9726"/>
                  <a:pt x="242426" y="9617"/>
                </a:cubicBezTo>
                <a:cubicBezTo>
                  <a:pt x="241583" y="9508"/>
                  <a:pt x="240851" y="9453"/>
                  <a:pt x="240231" y="9453"/>
                </a:cubicBezTo>
                <a:cubicBezTo>
                  <a:pt x="239485" y="9453"/>
                  <a:pt x="238856" y="9510"/>
                  <a:pt x="238346" y="9625"/>
                </a:cubicBezTo>
                <a:cubicBezTo>
                  <a:pt x="237835" y="9740"/>
                  <a:pt x="237421" y="9898"/>
                  <a:pt x="237106" y="10099"/>
                </a:cubicBezTo>
                <a:cubicBezTo>
                  <a:pt x="236790" y="10300"/>
                  <a:pt x="236563" y="10535"/>
                  <a:pt x="236426" y="10805"/>
                </a:cubicBezTo>
                <a:cubicBezTo>
                  <a:pt x="236288" y="11074"/>
                  <a:pt x="236219" y="11364"/>
                  <a:pt x="236219" y="11674"/>
                </a:cubicBezTo>
                <a:cubicBezTo>
                  <a:pt x="236219" y="11984"/>
                  <a:pt x="236279" y="12265"/>
                  <a:pt x="236400" y="12518"/>
                </a:cubicBezTo>
                <a:cubicBezTo>
                  <a:pt x="236520" y="12770"/>
                  <a:pt x="236744" y="13014"/>
                  <a:pt x="237071" y="13250"/>
                </a:cubicBezTo>
                <a:cubicBezTo>
                  <a:pt x="237398" y="13485"/>
                  <a:pt x="237855" y="13720"/>
                  <a:pt x="238440" y="13956"/>
                </a:cubicBezTo>
                <a:cubicBezTo>
                  <a:pt x="239026" y="14191"/>
                  <a:pt x="239789" y="14446"/>
                  <a:pt x="240730" y="14722"/>
                </a:cubicBezTo>
                <a:cubicBezTo>
                  <a:pt x="241752" y="15020"/>
                  <a:pt x="242613" y="15333"/>
                  <a:pt x="243313" y="15660"/>
                </a:cubicBezTo>
                <a:cubicBezTo>
                  <a:pt x="244013" y="15988"/>
                  <a:pt x="244582" y="16352"/>
                  <a:pt x="245018" y="16754"/>
                </a:cubicBezTo>
                <a:cubicBezTo>
                  <a:pt x="245454" y="17156"/>
                  <a:pt x="245767" y="17609"/>
                  <a:pt x="245956" y="18114"/>
                </a:cubicBezTo>
                <a:cubicBezTo>
                  <a:pt x="246146" y="18619"/>
                  <a:pt x="246240" y="19193"/>
                  <a:pt x="246240" y="19836"/>
                </a:cubicBezTo>
                <a:close/>
                <a:moveTo>
                  <a:pt x="264637" y="23917"/>
                </a:moveTo>
                <a:cubicBezTo>
                  <a:pt x="263856" y="24215"/>
                  <a:pt x="263055" y="24436"/>
                  <a:pt x="262235" y="24580"/>
                </a:cubicBezTo>
                <a:cubicBezTo>
                  <a:pt x="261414" y="24723"/>
                  <a:pt x="260567" y="24795"/>
                  <a:pt x="259695" y="24795"/>
                </a:cubicBezTo>
                <a:cubicBezTo>
                  <a:pt x="256963" y="24795"/>
                  <a:pt x="254859" y="24054"/>
                  <a:pt x="253384" y="22574"/>
                </a:cubicBezTo>
                <a:cubicBezTo>
                  <a:pt x="251909" y="21093"/>
                  <a:pt x="251172" y="18929"/>
                  <a:pt x="251172" y="16082"/>
                </a:cubicBezTo>
                <a:cubicBezTo>
                  <a:pt x="251172" y="14716"/>
                  <a:pt x="251384" y="13476"/>
                  <a:pt x="251809" y="12363"/>
                </a:cubicBezTo>
                <a:cubicBezTo>
                  <a:pt x="252233" y="11250"/>
                  <a:pt x="252830" y="10297"/>
                  <a:pt x="253599" y="9505"/>
                </a:cubicBezTo>
                <a:cubicBezTo>
                  <a:pt x="254369" y="8713"/>
                  <a:pt x="255287" y="8101"/>
                  <a:pt x="256354" y="7671"/>
                </a:cubicBezTo>
                <a:cubicBezTo>
                  <a:pt x="257422" y="7240"/>
                  <a:pt x="258599" y="7025"/>
                  <a:pt x="259884" y="7025"/>
                </a:cubicBezTo>
                <a:cubicBezTo>
                  <a:pt x="260780" y="7025"/>
                  <a:pt x="261618" y="7090"/>
                  <a:pt x="262398" y="7219"/>
                </a:cubicBezTo>
                <a:cubicBezTo>
                  <a:pt x="263179" y="7348"/>
                  <a:pt x="263925" y="7559"/>
                  <a:pt x="264637" y="7852"/>
                </a:cubicBezTo>
                <a:lnTo>
                  <a:pt x="264637" y="10710"/>
                </a:lnTo>
                <a:cubicBezTo>
                  <a:pt x="263890" y="10314"/>
                  <a:pt x="263130" y="10025"/>
                  <a:pt x="262355" y="9845"/>
                </a:cubicBezTo>
                <a:cubicBezTo>
                  <a:pt x="261580" y="9664"/>
                  <a:pt x="260780" y="9574"/>
                  <a:pt x="259953" y="9574"/>
                </a:cubicBezTo>
                <a:cubicBezTo>
                  <a:pt x="259184" y="9574"/>
                  <a:pt x="258458" y="9720"/>
                  <a:pt x="257775" y="10013"/>
                </a:cubicBezTo>
                <a:cubicBezTo>
                  <a:pt x="257092" y="10305"/>
                  <a:pt x="256492" y="10727"/>
                  <a:pt x="255976" y="11278"/>
                </a:cubicBezTo>
                <a:cubicBezTo>
                  <a:pt x="255459" y="11829"/>
                  <a:pt x="255052" y="12501"/>
                  <a:pt x="254753" y="13293"/>
                </a:cubicBezTo>
                <a:cubicBezTo>
                  <a:pt x="254455" y="14085"/>
                  <a:pt x="254305" y="14980"/>
                  <a:pt x="254305" y="15979"/>
                </a:cubicBezTo>
                <a:cubicBezTo>
                  <a:pt x="254305" y="18068"/>
                  <a:pt x="254813" y="19632"/>
                  <a:pt x="255829" y="20671"/>
                </a:cubicBezTo>
                <a:cubicBezTo>
                  <a:pt x="256845" y="21710"/>
                  <a:pt x="258254" y="22229"/>
                  <a:pt x="260056" y="22229"/>
                </a:cubicBezTo>
                <a:cubicBezTo>
                  <a:pt x="260871" y="22229"/>
                  <a:pt x="261661" y="22137"/>
                  <a:pt x="262424" y="21954"/>
                </a:cubicBezTo>
                <a:cubicBezTo>
                  <a:pt x="263187" y="21770"/>
                  <a:pt x="263925" y="21495"/>
                  <a:pt x="264637" y="21127"/>
                </a:cubicBezTo>
                <a:lnTo>
                  <a:pt x="264637" y="23917"/>
                </a:lnTo>
                <a:close/>
                <a:moveTo>
                  <a:pt x="281989" y="24554"/>
                </a:moveTo>
                <a:lnTo>
                  <a:pt x="281920" y="22224"/>
                </a:lnTo>
                <a:cubicBezTo>
                  <a:pt x="280979" y="23156"/>
                  <a:pt x="280023" y="23829"/>
                  <a:pt x="279053" y="24243"/>
                </a:cubicBezTo>
                <a:cubicBezTo>
                  <a:pt x="278084" y="24657"/>
                  <a:pt x="277065" y="24864"/>
                  <a:pt x="275997" y="24864"/>
                </a:cubicBezTo>
                <a:cubicBezTo>
                  <a:pt x="275010" y="24864"/>
                  <a:pt x="274166" y="24737"/>
                  <a:pt x="273466" y="24484"/>
                </a:cubicBezTo>
                <a:cubicBezTo>
                  <a:pt x="272766" y="24231"/>
                  <a:pt x="272189" y="23884"/>
                  <a:pt x="271736" y="23441"/>
                </a:cubicBezTo>
                <a:cubicBezTo>
                  <a:pt x="271282" y="22998"/>
                  <a:pt x="270949" y="22478"/>
                  <a:pt x="270737" y="21880"/>
                </a:cubicBezTo>
                <a:cubicBezTo>
                  <a:pt x="270525" y="21282"/>
                  <a:pt x="270418" y="20632"/>
                  <a:pt x="270418" y="19931"/>
                </a:cubicBezTo>
                <a:cubicBezTo>
                  <a:pt x="270418" y="18195"/>
                  <a:pt x="271064" y="16835"/>
                  <a:pt x="272355" y="15852"/>
                </a:cubicBezTo>
                <a:cubicBezTo>
                  <a:pt x="273647" y="14869"/>
                  <a:pt x="275555" y="14378"/>
                  <a:pt x="278081" y="14378"/>
                </a:cubicBezTo>
                <a:lnTo>
                  <a:pt x="281662" y="14378"/>
                </a:lnTo>
                <a:lnTo>
                  <a:pt x="281662" y="12868"/>
                </a:lnTo>
                <a:cubicBezTo>
                  <a:pt x="281662" y="11850"/>
                  <a:pt x="281335" y="11035"/>
                  <a:pt x="280681" y="10423"/>
                </a:cubicBezTo>
                <a:cubicBezTo>
                  <a:pt x="280026" y="9811"/>
                  <a:pt x="279028" y="9505"/>
                  <a:pt x="277685" y="9505"/>
                </a:cubicBezTo>
                <a:cubicBezTo>
                  <a:pt x="276709" y="9505"/>
                  <a:pt x="275748" y="9615"/>
                  <a:pt x="274800" y="9837"/>
                </a:cubicBezTo>
                <a:cubicBezTo>
                  <a:pt x="273853" y="10058"/>
                  <a:pt x="272875" y="10372"/>
                  <a:pt x="271865" y="10779"/>
                </a:cubicBezTo>
                <a:lnTo>
                  <a:pt x="271865" y="8076"/>
                </a:lnTo>
                <a:cubicBezTo>
                  <a:pt x="272244" y="7936"/>
                  <a:pt x="272665" y="7799"/>
                  <a:pt x="273130" y="7664"/>
                </a:cubicBezTo>
                <a:cubicBezTo>
                  <a:pt x="273595" y="7530"/>
                  <a:pt x="274086" y="7411"/>
                  <a:pt x="274602" y="7306"/>
                </a:cubicBezTo>
                <a:cubicBezTo>
                  <a:pt x="275119" y="7201"/>
                  <a:pt x="275659" y="7116"/>
                  <a:pt x="276221" y="7053"/>
                </a:cubicBezTo>
                <a:cubicBezTo>
                  <a:pt x="276784" y="6988"/>
                  <a:pt x="277352" y="6956"/>
                  <a:pt x="277926" y="6956"/>
                </a:cubicBezTo>
                <a:cubicBezTo>
                  <a:pt x="278970" y="6956"/>
                  <a:pt x="279912" y="7071"/>
                  <a:pt x="280750" y="7301"/>
                </a:cubicBezTo>
                <a:cubicBezTo>
                  <a:pt x="281588" y="7530"/>
                  <a:pt x="282296" y="7880"/>
                  <a:pt x="282876" y="8351"/>
                </a:cubicBezTo>
                <a:cubicBezTo>
                  <a:pt x="283456" y="8822"/>
                  <a:pt x="283901" y="9413"/>
                  <a:pt x="284210" y="10125"/>
                </a:cubicBezTo>
                <a:cubicBezTo>
                  <a:pt x="284520" y="10836"/>
                  <a:pt x="284675" y="11674"/>
                  <a:pt x="284675" y="12638"/>
                </a:cubicBezTo>
                <a:lnTo>
                  <a:pt x="284675" y="24554"/>
                </a:lnTo>
                <a:lnTo>
                  <a:pt x="281989" y="24554"/>
                </a:lnTo>
                <a:moveTo>
                  <a:pt x="281662" y="16668"/>
                </a:moveTo>
                <a:lnTo>
                  <a:pt x="277857" y="16668"/>
                </a:lnTo>
                <a:cubicBezTo>
                  <a:pt x="277111" y="16668"/>
                  <a:pt x="276468" y="16743"/>
                  <a:pt x="275928" y="16893"/>
                </a:cubicBezTo>
                <a:cubicBezTo>
                  <a:pt x="275389" y="17042"/>
                  <a:pt x="274947" y="17255"/>
                  <a:pt x="274602" y="17531"/>
                </a:cubicBezTo>
                <a:cubicBezTo>
                  <a:pt x="274258" y="17807"/>
                  <a:pt x="274003" y="18139"/>
                  <a:pt x="273836" y="18525"/>
                </a:cubicBezTo>
                <a:cubicBezTo>
                  <a:pt x="273670" y="18910"/>
                  <a:pt x="273587" y="19345"/>
                  <a:pt x="273587" y="19828"/>
                </a:cubicBezTo>
                <a:cubicBezTo>
                  <a:pt x="273587" y="20162"/>
                  <a:pt x="273638" y="20482"/>
                  <a:pt x="273742" y="20787"/>
                </a:cubicBezTo>
                <a:cubicBezTo>
                  <a:pt x="273845" y="21092"/>
                  <a:pt x="274011" y="21363"/>
                  <a:pt x="274241" y="21599"/>
                </a:cubicBezTo>
                <a:cubicBezTo>
                  <a:pt x="274470" y="21835"/>
                  <a:pt x="274769" y="22022"/>
                  <a:pt x="275136" y="22160"/>
                </a:cubicBezTo>
                <a:cubicBezTo>
                  <a:pt x="275504" y="22298"/>
                  <a:pt x="275951" y="22367"/>
                  <a:pt x="276479" y="22367"/>
                </a:cubicBezTo>
                <a:cubicBezTo>
                  <a:pt x="277168" y="22367"/>
                  <a:pt x="277957" y="22157"/>
                  <a:pt x="278847" y="21737"/>
                </a:cubicBezTo>
                <a:cubicBezTo>
                  <a:pt x="279737" y="21316"/>
                  <a:pt x="280675" y="20651"/>
                  <a:pt x="281662" y="19742"/>
                </a:cubicBezTo>
                <a:lnTo>
                  <a:pt x="281662" y="16668"/>
                </a:lnTo>
                <a:close/>
                <a:moveTo>
                  <a:pt x="289682" y="16272"/>
                </a:moveTo>
                <a:cubicBezTo>
                  <a:pt x="289682" y="14802"/>
                  <a:pt x="289883" y="13497"/>
                  <a:pt x="290285" y="12354"/>
                </a:cubicBezTo>
                <a:cubicBezTo>
                  <a:pt x="290687" y="11212"/>
                  <a:pt x="291258" y="10248"/>
                  <a:pt x="291998" y="9462"/>
                </a:cubicBezTo>
                <a:cubicBezTo>
                  <a:pt x="292739" y="8675"/>
                  <a:pt x="293628" y="8078"/>
                  <a:pt x="294667" y="7671"/>
                </a:cubicBezTo>
                <a:cubicBezTo>
                  <a:pt x="295706" y="7263"/>
                  <a:pt x="296862" y="7060"/>
                  <a:pt x="298137" y="7060"/>
                </a:cubicBezTo>
                <a:cubicBezTo>
                  <a:pt x="298688" y="7060"/>
                  <a:pt x="299230" y="7094"/>
                  <a:pt x="299764" y="7163"/>
                </a:cubicBezTo>
                <a:cubicBezTo>
                  <a:pt x="300298" y="7232"/>
                  <a:pt x="300823" y="7341"/>
                  <a:pt x="301339" y="7490"/>
                </a:cubicBezTo>
                <a:lnTo>
                  <a:pt x="301339" y="207"/>
                </a:lnTo>
                <a:lnTo>
                  <a:pt x="304353" y="207"/>
                </a:lnTo>
                <a:lnTo>
                  <a:pt x="304353" y="24554"/>
                </a:lnTo>
                <a:lnTo>
                  <a:pt x="301666" y="24554"/>
                </a:lnTo>
                <a:lnTo>
                  <a:pt x="301563" y="21282"/>
                </a:lnTo>
                <a:cubicBezTo>
                  <a:pt x="300725" y="22499"/>
                  <a:pt x="299818" y="23400"/>
                  <a:pt x="298843" y="23986"/>
                </a:cubicBezTo>
                <a:cubicBezTo>
                  <a:pt x="297867" y="24571"/>
                  <a:pt x="296811" y="24864"/>
                  <a:pt x="295674" y="24864"/>
                </a:cubicBezTo>
                <a:cubicBezTo>
                  <a:pt x="294687" y="24864"/>
                  <a:pt x="293818" y="24657"/>
                  <a:pt x="293066" y="24244"/>
                </a:cubicBezTo>
                <a:cubicBezTo>
                  <a:pt x="292314" y="23831"/>
                  <a:pt x="291688" y="23248"/>
                  <a:pt x="291189" y="22496"/>
                </a:cubicBezTo>
                <a:cubicBezTo>
                  <a:pt x="290690" y="21744"/>
                  <a:pt x="290314" y="20840"/>
                  <a:pt x="290061" y="19784"/>
                </a:cubicBezTo>
                <a:cubicBezTo>
                  <a:pt x="289809" y="18728"/>
                  <a:pt x="289682" y="17557"/>
                  <a:pt x="289682" y="16272"/>
                </a:cubicBezTo>
                <a:moveTo>
                  <a:pt x="292747" y="16082"/>
                </a:moveTo>
                <a:cubicBezTo>
                  <a:pt x="292747" y="18171"/>
                  <a:pt x="293054" y="19730"/>
                  <a:pt x="293668" y="20757"/>
                </a:cubicBezTo>
                <a:cubicBezTo>
                  <a:pt x="294282" y="21784"/>
                  <a:pt x="295152" y="22298"/>
                  <a:pt x="296277" y="22298"/>
                </a:cubicBezTo>
                <a:cubicBezTo>
                  <a:pt x="297035" y="22298"/>
                  <a:pt x="297835" y="21960"/>
                  <a:pt x="298679" y="21282"/>
                </a:cubicBezTo>
                <a:cubicBezTo>
                  <a:pt x="299523" y="20605"/>
                  <a:pt x="300409" y="19601"/>
                  <a:pt x="301339" y="18269"/>
                </a:cubicBezTo>
                <a:lnTo>
                  <a:pt x="301339" y="10245"/>
                </a:lnTo>
                <a:cubicBezTo>
                  <a:pt x="300846" y="10016"/>
                  <a:pt x="300300" y="9840"/>
                  <a:pt x="299703" y="9720"/>
                </a:cubicBezTo>
                <a:cubicBezTo>
                  <a:pt x="299107" y="9599"/>
                  <a:pt x="298515" y="9539"/>
                  <a:pt x="297930" y="9539"/>
                </a:cubicBezTo>
                <a:cubicBezTo>
                  <a:pt x="296300" y="9539"/>
                  <a:pt x="295029" y="10067"/>
                  <a:pt x="294116" y="11123"/>
                </a:cubicBezTo>
                <a:cubicBezTo>
                  <a:pt x="293203" y="12179"/>
                  <a:pt x="292747" y="13832"/>
                  <a:pt x="292747" y="16082"/>
                </a:cubicBezTo>
                <a:close/>
                <a:moveTo>
                  <a:pt x="324839" y="14997"/>
                </a:moveTo>
                <a:cubicBezTo>
                  <a:pt x="324839" y="15422"/>
                  <a:pt x="324833" y="15778"/>
                  <a:pt x="324822" y="16065"/>
                </a:cubicBezTo>
                <a:cubicBezTo>
                  <a:pt x="324810" y="16352"/>
                  <a:pt x="324793" y="16622"/>
                  <a:pt x="324770" y="16874"/>
                </a:cubicBezTo>
                <a:lnTo>
                  <a:pt x="312631" y="16874"/>
                </a:lnTo>
                <a:cubicBezTo>
                  <a:pt x="312631" y="18642"/>
                  <a:pt x="313125" y="19999"/>
                  <a:pt x="314112" y="20946"/>
                </a:cubicBezTo>
                <a:cubicBezTo>
                  <a:pt x="315099" y="21893"/>
                  <a:pt x="316523" y="22367"/>
                  <a:pt x="318382" y="22367"/>
                </a:cubicBezTo>
                <a:cubicBezTo>
                  <a:pt x="318887" y="22367"/>
                  <a:pt x="319392" y="22347"/>
                  <a:pt x="319897" y="22306"/>
                </a:cubicBezTo>
                <a:cubicBezTo>
                  <a:pt x="320402" y="22264"/>
                  <a:pt x="320890" y="22209"/>
                  <a:pt x="321361" y="22138"/>
                </a:cubicBezTo>
                <a:cubicBezTo>
                  <a:pt x="321832" y="22068"/>
                  <a:pt x="322282" y="21988"/>
                  <a:pt x="322713" y="21900"/>
                </a:cubicBezTo>
                <a:cubicBezTo>
                  <a:pt x="323143" y="21812"/>
                  <a:pt x="323542" y="21715"/>
                  <a:pt x="323909" y="21609"/>
                </a:cubicBezTo>
                <a:lnTo>
                  <a:pt x="323909" y="24072"/>
                </a:lnTo>
                <a:cubicBezTo>
                  <a:pt x="323094" y="24306"/>
                  <a:pt x="322173" y="24497"/>
                  <a:pt x="321146" y="24644"/>
                </a:cubicBezTo>
                <a:cubicBezTo>
                  <a:pt x="320118" y="24790"/>
                  <a:pt x="319054" y="24864"/>
                  <a:pt x="317952" y="24864"/>
                </a:cubicBezTo>
                <a:cubicBezTo>
                  <a:pt x="316471" y="24864"/>
                  <a:pt x="315197" y="24663"/>
                  <a:pt x="314129" y="24261"/>
                </a:cubicBezTo>
                <a:cubicBezTo>
                  <a:pt x="313062" y="23859"/>
                  <a:pt x="312186" y="23277"/>
                  <a:pt x="311503" y="22513"/>
                </a:cubicBezTo>
                <a:cubicBezTo>
                  <a:pt x="310820" y="21750"/>
                  <a:pt x="310315" y="20814"/>
                  <a:pt x="309988" y="19707"/>
                </a:cubicBezTo>
                <a:cubicBezTo>
                  <a:pt x="309661" y="18599"/>
                  <a:pt x="309497" y="17345"/>
                  <a:pt x="309497" y="15944"/>
                </a:cubicBezTo>
                <a:cubicBezTo>
                  <a:pt x="309497" y="14728"/>
                  <a:pt x="309672" y="13577"/>
                  <a:pt x="310023" y="12492"/>
                </a:cubicBezTo>
                <a:cubicBezTo>
                  <a:pt x="310373" y="11407"/>
                  <a:pt x="310883" y="10455"/>
                  <a:pt x="311555" y="9634"/>
                </a:cubicBezTo>
                <a:cubicBezTo>
                  <a:pt x="312226" y="8813"/>
                  <a:pt x="313050" y="8162"/>
                  <a:pt x="314026" y="7680"/>
                </a:cubicBezTo>
                <a:cubicBezTo>
                  <a:pt x="315002" y="7197"/>
                  <a:pt x="316109" y="6956"/>
                  <a:pt x="317349" y="6956"/>
                </a:cubicBezTo>
                <a:cubicBezTo>
                  <a:pt x="318554" y="6956"/>
                  <a:pt x="319622" y="7146"/>
                  <a:pt x="320552" y="7525"/>
                </a:cubicBezTo>
                <a:cubicBezTo>
                  <a:pt x="321482" y="7903"/>
                  <a:pt x="322265" y="8440"/>
                  <a:pt x="322902" y="9134"/>
                </a:cubicBezTo>
                <a:cubicBezTo>
                  <a:pt x="323539" y="9829"/>
                  <a:pt x="324021" y="10673"/>
                  <a:pt x="324348" y="11666"/>
                </a:cubicBezTo>
                <a:cubicBezTo>
                  <a:pt x="324676" y="12659"/>
                  <a:pt x="324839" y="13769"/>
                  <a:pt x="324839" y="14997"/>
                </a:cubicBezTo>
                <a:moveTo>
                  <a:pt x="321723" y="14567"/>
                </a:moveTo>
                <a:cubicBezTo>
                  <a:pt x="321757" y="13798"/>
                  <a:pt x="321682" y="13095"/>
                  <a:pt x="321499" y="12458"/>
                </a:cubicBezTo>
                <a:cubicBezTo>
                  <a:pt x="321315" y="11821"/>
                  <a:pt x="321031" y="11272"/>
                  <a:pt x="320646" y="10813"/>
                </a:cubicBezTo>
                <a:cubicBezTo>
                  <a:pt x="320262" y="10354"/>
                  <a:pt x="319783" y="9995"/>
                  <a:pt x="319209" y="9737"/>
                </a:cubicBezTo>
                <a:cubicBezTo>
                  <a:pt x="318635" y="9479"/>
                  <a:pt x="317969" y="9350"/>
                  <a:pt x="317211" y="9350"/>
                </a:cubicBezTo>
                <a:cubicBezTo>
                  <a:pt x="316557" y="9350"/>
                  <a:pt x="315960" y="9476"/>
                  <a:pt x="315421" y="9729"/>
                </a:cubicBezTo>
                <a:cubicBezTo>
                  <a:pt x="314881" y="9981"/>
                  <a:pt x="314416" y="10337"/>
                  <a:pt x="314026" y="10796"/>
                </a:cubicBezTo>
                <a:cubicBezTo>
                  <a:pt x="313636" y="11255"/>
                  <a:pt x="313320" y="11806"/>
                  <a:pt x="313079" y="12449"/>
                </a:cubicBezTo>
                <a:cubicBezTo>
                  <a:pt x="312838" y="13092"/>
                  <a:pt x="312689" y="13798"/>
                  <a:pt x="312631" y="14567"/>
                </a:cubicBezTo>
                <a:lnTo>
                  <a:pt x="321723" y="14567"/>
                </a:lnTo>
                <a:close/>
                <a:moveTo>
                  <a:pt x="329598" y="7266"/>
                </a:moveTo>
                <a:lnTo>
                  <a:pt x="332336" y="7266"/>
                </a:lnTo>
                <a:lnTo>
                  <a:pt x="332422" y="10444"/>
                </a:lnTo>
                <a:cubicBezTo>
                  <a:pt x="333443" y="9218"/>
                  <a:pt x="334451" y="8331"/>
                  <a:pt x="335444" y="7781"/>
                </a:cubicBezTo>
                <a:cubicBezTo>
                  <a:pt x="336437" y="7231"/>
                  <a:pt x="337438" y="6956"/>
                  <a:pt x="338448" y="6956"/>
                </a:cubicBezTo>
                <a:cubicBezTo>
                  <a:pt x="340239" y="6956"/>
                  <a:pt x="341596" y="7535"/>
                  <a:pt x="342521" y="8691"/>
                </a:cubicBezTo>
                <a:cubicBezTo>
                  <a:pt x="343445" y="9848"/>
                  <a:pt x="343872" y="11565"/>
                  <a:pt x="343803" y="13844"/>
                </a:cubicBezTo>
                <a:lnTo>
                  <a:pt x="340773" y="13844"/>
                </a:lnTo>
                <a:cubicBezTo>
                  <a:pt x="340807" y="12335"/>
                  <a:pt x="340586" y="11240"/>
                  <a:pt x="340110" y="10560"/>
                </a:cubicBezTo>
                <a:cubicBezTo>
                  <a:pt x="339634" y="9879"/>
                  <a:pt x="338936" y="9539"/>
                  <a:pt x="338018" y="9539"/>
                </a:cubicBezTo>
                <a:cubicBezTo>
                  <a:pt x="337616" y="9539"/>
                  <a:pt x="337211" y="9611"/>
                  <a:pt x="336804" y="9754"/>
                </a:cubicBezTo>
                <a:cubicBezTo>
                  <a:pt x="336396" y="9897"/>
                  <a:pt x="335977" y="10125"/>
                  <a:pt x="335547" y="10439"/>
                </a:cubicBezTo>
                <a:cubicBezTo>
                  <a:pt x="335117" y="10754"/>
                  <a:pt x="334660" y="11157"/>
                  <a:pt x="334178" y="11648"/>
                </a:cubicBezTo>
                <a:cubicBezTo>
                  <a:pt x="333696" y="12140"/>
                  <a:pt x="333179" y="12734"/>
                  <a:pt x="332628" y="13432"/>
                </a:cubicBezTo>
                <a:lnTo>
                  <a:pt x="332628" y="24554"/>
                </a:lnTo>
                <a:lnTo>
                  <a:pt x="329598" y="24554"/>
                </a:lnTo>
                <a:lnTo>
                  <a:pt x="329598" y="7266"/>
                </a:lnTo>
                <a:close/>
                <a:moveTo>
                  <a:pt x="360860" y="16564"/>
                </a:moveTo>
                <a:lnTo>
                  <a:pt x="350564" y="16564"/>
                </a:lnTo>
                <a:lnTo>
                  <a:pt x="350564" y="13740"/>
                </a:lnTo>
                <a:lnTo>
                  <a:pt x="360860" y="13740"/>
                </a:lnTo>
                <a:lnTo>
                  <a:pt x="360860" y="16564"/>
                </a:lnTo>
                <a:close/>
                <a:moveTo>
                  <a:pt x="382168" y="19836"/>
                </a:moveTo>
                <a:cubicBezTo>
                  <a:pt x="382168" y="20444"/>
                  <a:pt x="382064" y="20990"/>
                  <a:pt x="381858" y="21472"/>
                </a:cubicBezTo>
                <a:cubicBezTo>
                  <a:pt x="381651" y="21954"/>
                  <a:pt x="381370" y="22381"/>
                  <a:pt x="381014" y="22754"/>
                </a:cubicBezTo>
                <a:cubicBezTo>
                  <a:pt x="380658" y="23127"/>
                  <a:pt x="380245" y="23446"/>
                  <a:pt x="379774" y="23710"/>
                </a:cubicBezTo>
                <a:cubicBezTo>
                  <a:pt x="379304" y="23974"/>
                  <a:pt x="378801" y="24192"/>
                  <a:pt x="378268" y="24364"/>
                </a:cubicBezTo>
                <a:cubicBezTo>
                  <a:pt x="377734" y="24537"/>
                  <a:pt x="377186" y="24663"/>
                  <a:pt x="376623" y="24743"/>
                </a:cubicBezTo>
                <a:cubicBezTo>
                  <a:pt x="376061" y="24824"/>
                  <a:pt x="375510" y="24864"/>
                  <a:pt x="374970" y="24864"/>
                </a:cubicBezTo>
                <a:cubicBezTo>
                  <a:pt x="373799" y="24864"/>
                  <a:pt x="372723" y="24812"/>
                  <a:pt x="371742" y="24709"/>
                </a:cubicBezTo>
                <a:cubicBezTo>
                  <a:pt x="370760" y="24605"/>
                  <a:pt x="369799" y="24439"/>
                  <a:pt x="368858" y="24209"/>
                </a:cubicBezTo>
                <a:lnTo>
                  <a:pt x="368858" y="21454"/>
                </a:lnTo>
                <a:cubicBezTo>
                  <a:pt x="369868" y="21741"/>
                  <a:pt x="370872" y="21960"/>
                  <a:pt x="371871" y="22109"/>
                </a:cubicBezTo>
                <a:cubicBezTo>
                  <a:pt x="372870" y="22258"/>
                  <a:pt x="373863" y="22333"/>
                  <a:pt x="374850" y="22333"/>
                </a:cubicBezTo>
                <a:cubicBezTo>
                  <a:pt x="376285" y="22333"/>
                  <a:pt x="377347" y="22137"/>
                  <a:pt x="378035" y="21747"/>
                </a:cubicBezTo>
                <a:cubicBezTo>
                  <a:pt x="378724" y="21357"/>
                  <a:pt x="379068" y="20800"/>
                  <a:pt x="379068" y="20077"/>
                </a:cubicBezTo>
                <a:cubicBezTo>
                  <a:pt x="379068" y="19767"/>
                  <a:pt x="379014" y="19489"/>
                  <a:pt x="378905" y="19242"/>
                </a:cubicBezTo>
                <a:cubicBezTo>
                  <a:pt x="378796" y="18995"/>
                  <a:pt x="378598" y="18760"/>
                  <a:pt x="378311" y="18536"/>
                </a:cubicBezTo>
                <a:cubicBezTo>
                  <a:pt x="378024" y="18312"/>
                  <a:pt x="377579" y="18080"/>
                  <a:pt x="376976" y="17839"/>
                </a:cubicBezTo>
                <a:cubicBezTo>
                  <a:pt x="376374" y="17597"/>
                  <a:pt x="375550" y="17322"/>
                  <a:pt x="374505" y="17012"/>
                </a:cubicBezTo>
                <a:cubicBezTo>
                  <a:pt x="373725" y="16782"/>
                  <a:pt x="373005" y="16521"/>
                  <a:pt x="372344" y="16229"/>
                </a:cubicBezTo>
                <a:cubicBezTo>
                  <a:pt x="371684" y="15936"/>
                  <a:pt x="371113" y="15589"/>
                  <a:pt x="370631" y="15187"/>
                </a:cubicBezTo>
                <a:cubicBezTo>
                  <a:pt x="370149" y="14785"/>
                  <a:pt x="369770" y="14314"/>
                  <a:pt x="369495" y="13775"/>
                </a:cubicBezTo>
                <a:cubicBezTo>
                  <a:pt x="369219" y="13235"/>
                  <a:pt x="369082" y="12598"/>
                  <a:pt x="369082" y="11864"/>
                </a:cubicBezTo>
                <a:cubicBezTo>
                  <a:pt x="369082" y="11382"/>
                  <a:pt x="369193" y="10853"/>
                  <a:pt x="369417" y="10280"/>
                </a:cubicBezTo>
                <a:cubicBezTo>
                  <a:pt x="369641" y="9706"/>
                  <a:pt x="370023" y="9172"/>
                  <a:pt x="370562" y="8678"/>
                </a:cubicBezTo>
                <a:cubicBezTo>
                  <a:pt x="371102" y="8185"/>
                  <a:pt x="371831" y="7774"/>
                  <a:pt x="372749" y="7447"/>
                </a:cubicBezTo>
                <a:cubicBezTo>
                  <a:pt x="373667" y="7120"/>
                  <a:pt x="374815" y="6956"/>
                  <a:pt x="376193" y="6956"/>
                </a:cubicBezTo>
                <a:cubicBezTo>
                  <a:pt x="376870" y="6956"/>
                  <a:pt x="377622" y="6994"/>
                  <a:pt x="378449" y="7068"/>
                </a:cubicBezTo>
                <a:cubicBezTo>
                  <a:pt x="379275" y="7143"/>
                  <a:pt x="380136" y="7272"/>
                  <a:pt x="381031" y="7456"/>
                </a:cubicBezTo>
                <a:lnTo>
                  <a:pt x="381031" y="10125"/>
                </a:lnTo>
                <a:cubicBezTo>
                  <a:pt x="380090" y="9895"/>
                  <a:pt x="379198" y="9726"/>
                  <a:pt x="378354" y="9617"/>
                </a:cubicBezTo>
                <a:cubicBezTo>
                  <a:pt x="377510" y="9508"/>
                  <a:pt x="376778" y="9453"/>
                  <a:pt x="376158" y="9453"/>
                </a:cubicBezTo>
                <a:cubicBezTo>
                  <a:pt x="375412" y="9453"/>
                  <a:pt x="374784" y="9510"/>
                  <a:pt x="374273" y="9625"/>
                </a:cubicBezTo>
                <a:cubicBezTo>
                  <a:pt x="373762" y="9740"/>
                  <a:pt x="373349" y="9898"/>
                  <a:pt x="373033" y="10099"/>
                </a:cubicBezTo>
                <a:cubicBezTo>
                  <a:pt x="372718" y="10300"/>
                  <a:pt x="372491" y="10535"/>
                  <a:pt x="372353" y="10805"/>
                </a:cubicBezTo>
                <a:cubicBezTo>
                  <a:pt x="372215" y="11074"/>
                  <a:pt x="372146" y="11364"/>
                  <a:pt x="372146" y="11674"/>
                </a:cubicBezTo>
                <a:cubicBezTo>
                  <a:pt x="372146" y="11984"/>
                  <a:pt x="372207" y="12265"/>
                  <a:pt x="372327" y="12518"/>
                </a:cubicBezTo>
                <a:cubicBezTo>
                  <a:pt x="372448" y="12770"/>
                  <a:pt x="372672" y="13014"/>
                  <a:pt x="372999" y="13250"/>
                </a:cubicBezTo>
                <a:cubicBezTo>
                  <a:pt x="373326" y="13485"/>
                  <a:pt x="373782" y="13720"/>
                  <a:pt x="374368" y="13956"/>
                </a:cubicBezTo>
                <a:cubicBezTo>
                  <a:pt x="374953" y="14191"/>
                  <a:pt x="375716" y="14446"/>
                  <a:pt x="376658" y="14722"/>
                </a:cubicBezTo>
                <a:cubicBezTo>
                  <a:pt x="377679" y="15020"/>
                  <a:pt x="378540" y="15333"/>
                  <a:pt x="379241" y="15660"/>
                </a:cubicBezTo>
                <a:cubicBezTo>
                  <a:pt x="379941" y="15988"/>
                  <a:pt x="380509" y="16352"/>
                  <a:pt x="380945" y="16754"/>
                </a:cubicBezTo>
                <a:cubicBezTo>
                  <a:pt x="381381" y="17156"/>
                  <a:pt x="381694" y="17609"/>
                  <a:pt x="381884" y="18114"/>
                </a:cubicBezTo>
                <a:cubicBezTo>
                  <a:pt x="382073" y="18619"/>
                  <a:pt x="382168" y="19193"/>
                  <a:pt x="382168" y="19836"/>
                </a:cubicBezTo>
                <a:close/>
                <a:moveTo>
                  <a:pt x="402757" y="14997"/>
                </a:moveTo>
                <a:cubicBezTo>
                  <a:pt x="402757" y="15422"/>
                  <a:pt x="402752" y="15778"/>
                  <a:pt x="402740" y="16065"/>
                </a:cubicBezTo>
                <a:cubicBezTo>
                  <a:pt x="402729" y="16352"/>
                  <a:pt x="402712" y="16622"/>
                  <a:pt x="402689" y="16874"/>
                </a:cubicBezTo>
                <a:lnTo>
                  <a:pt x="390549" y="16874"/>
                </a:lnTo>
                <a:cubicBezTo>
                  <a:pt x="390549" y="18642"/>
                  <a:pt x="391043" y="19999"/>
                  <a:pt x="392030" y="20946"/>
                </a:cubicBezTo>
                <a:cubicBezTo>
                  <a:pt x="393017" y="21893"/>
                  <a:pt x="394441" y="22367"/>
                  <a:pt x="396300" y="22367"/>
                </a:cubicBezTo>
                <a:cubicBezTo>
                  <a:pt x="396806" y="22367"/>
                  <a:pt x="397311" y="22347"/>
                  <a:pt x="397816" y="22306"/>
                </a:cubicBezTo>
                <a:cubicBezTo>
                  <a:pt x="398321" y="22264"/>
                  <a:pt x="398809" y="22209"/>
                  <a:pt x="399279" y="22138"/>
                </a:cubicBezTo>
                <a:cubicBezTo>
                  <a:pt x="399750" y="22068"/>
                  <a:pt x="400200" y="21988"/>
                  <a:pt x="400631" y="21900"/>
                </a:cubicBezTo>
                <a:cubicBezTo>
                  <a:pt x="401061" y="21812"/>
                  <a:pt x="401460" y="21715"/>
                  <a:pt x="401828" y="21609"/>
                </a:cubicBezTo>
                <a:lnTo>
                  <a:pt x="401828" y="24072"/>
                </a:lnTo>
                <a:cubicBezTo>
                  <a:pt x="401013" y="24306"/>
                  <a:pt x="400091" y="24497"/>
                  <a:pt x="399064" y="24644"/>
                </a:cubicBezTo>
                <a:cubicBezTo>
                  <a:pt x="398037" y="24790"/>
                  <a:pt x="396972" y="24864"/>
                  <a:pt x="395870" y="24864"/>
                </a:cubicBezTo>
                <a:cubicBezTo>
                  <a:pt x="394389" y="24864"/>
                  <a:pt x="393115" y="24663"/>
                  <a:pt x="392047" y="24261"/>
                </a:cubicBezTo>
                <a:cubicBezTo>
                  <a:pt x="390980" y="23859"/>
                  <a:pt x="390105" y="23277"/>
                  <a:pt x="389422" y="22513"/>
                </a:cubicBezTo>
                <a:cubicBezTo>
                  <a:pt x="388739" y="21750"/>
                  <a:pt x="388234" y="20814"/>
                  <a:pt x="387906" y="19707"/>
                </a:cubicBezTo>
                <a:cubicBezTo>
                  <a:pt x="387579" y="18599"/>
                  <a:pt x="387416" y="17345"/>
                  <a:pt x="387416" y="15944"/>
                </a:cubicBezTo>
                <a:cubicBezTo>
                  <a:pt x="387416" y="14728"/>
                  <a:pt x="387591" y="13577"/>
                  <a:pt x="387941" y="12492"/>
                </a:cubicBezTo>
                <a:cubicBezTo>
                  <a:pt x="388291" y="11407"/>
                  <a:pt x="388802" y="10455"/>
                  <a:pt x="389473" y="9634"/>
                </a:cubicBezTo>
                <a:cubicBezTo>
                  <a:pt x="390145" y="8813"/>
                  <a:pt x="390968" y="8162"/>
                  <a:pt x="391944" y="7680"/>
                </a:cubicBezTo>
                <a:cubicBezTo>
                  <a:pt x="392920" y="7197"/>
                  <a:pt x="394028" y="6956"/>
                  <a:pt x="395267" y="6956"/>
                </a:cubicBezTo>
                <a:cubicBezTo>
                  <a:pt x="396473" y="6956"/>
                  <a:pt x="397540" y="7146"/>
                  <a:pt x="398470" y="7525"/>
                </a:cubicBezTo>
                <a:cubicBezTo>
                  <a:pt x="399400" y="7903"/>
                  <a:pt x="400183" y="8440"/>
                  <a:pt x="400820" y="9134"/>
                </a:cubicBezTo>
                <a:cubicBezTo>
                  <a:pt x="401457" y="9829"/>
                  <a:pt x="401940" y="10673"/>
                  <a:pt x="402267" y="11666"/>
                </a:cubicBezTo>
                <a:cubicBezTo>
                  <a:pt x="402594" y="12659"/>
                  <a:pt x="402757" y="13769"/>
                  <a:pt x="402757" y="14997"/>
                </a:cubicBezTo>
                <a:moveTo>
                  <a:pt x="399641" y="14567"/>
                </a:moveTo>
                <a:cubicBezTo>
                  <a:pt x="399675" y="13798"/>
                  <a:pt x="399601" y="13095"/>
                  <a:pt x="399417" y="12458"/>
                </a:cubicBezTo>
                <a:cubicBezTo>
                  <a:pt x="399233" y="11821"/>
                  <a:pt x="398949" y="11272"/>
                  <a:pt x="398565" y="10813"/>
                </a:cubicBezTo>
                <a:cubicBezTo>
                  <a:pt x="398180" y="10354"/>
                  <a:pt x="397701" y="9995"/>
                  <a:pt x="397127" y="9737"/>
                </a:cubicBezTo>
                <a:cubicBezTo>
                  <a:pt x="396553" y="9479"/>
                  <a:pt x="395887" y="9350"/>
                  <a:pt x="395130" y="9350"/>
                </a:cubicBezTo>
                <a:cubicBezTo>
                  <a:pt x="394475" y="9350"/>
                  <a:pt x="393878" y="9476"/>
                  <a:pt x="393339" y="9729"/>
                </a:cubicBezTo>
                <a:cubicBezTo>
                  <a:pt x="392799" y="9981"/>
                  <a:pt x="392334" y="10337"/>
                  <a:pt x="391944" y="10796"/>
                </a:cubicBezTo>
                <a:cubicBezTo>
                  <a:pt x="391554" y="11255"/>
                  <a:pt x="391238" y="11806"/>
                  <a:pt x="390997" y="12449"/>
                </a:cubicBezTo>
                <a:cubicBezTo>
                  <a:pt x="390756" y="13092"/>
                  <a:pt x="390607" y="13798"/>
                  <a:pt x="390549" y="14567"/>
                </a:cubicBezTo>
                <a:lnTo>
                  <a:pt x="399641" y="14567"/>
                </a:lnTo>
                <a:close/>
                <a:moveTo>
                  <a:pt x="412699" y="2669"/>
                </a:moveTo>
                <a:lnTo>
                  <a:pt x="407585" y="2669"/>
                </a:lnTo>
                <a:lnTo>
                  <a:pt x="407585" y="207"/>
                </a:lnTo>
                <a:lnTo>
                  <a:pt x="415730" y="207"/>
                </a:lnTo>
                <a:lnTo>
                  <a:pt x="415730" y="22057"/>
                </a:lnTo>
                <a:lnTo>
                  <a:pt x="420878" y="22057"/>
                </a:lnTo>
                <a:lnTo>
                  <a:pt x="420878" y="24554"/>
                </a:lnTo>
                <a:lnTo>
                  <a:pt x="407017" y="24554"/>
                </a:lnTo>
                <a:lnTo>
                  <a:pt x="407017" y="22057"/>
                </a:lnTo>
                <a:lnTo>
                  <a:pt x="412699" y="22057"/>
                </a:lnTo>
                <a:lnTo>
                  <a:pt x="412699" y="2669"/>
                </a:lnTo>
                <a:close/>
                <a:moveTo>
                  <a:pt x="441089" y="14997"/>
                </a:moveTo>
                <a:cubicBezTo>
                  <a:pt x="441089" y="15422"/>
                  <a:pt x="441083" y="15778"/>
                  <a:pt x="441072" y="16065"/>
                </a:cubicBezTo>
                <a:cubicBezTo>
                  <a:pt x="441060" y="16352"/>
                  <a:pt x="441043" y="16622"/>
                  <a:pt x="441020" y="16874"/>
                </a:cubicBezTo>
                <a:lnTo>
                  <a:pt x="428881" y="16874"/>
                </a:lnTo>
                <a:cubicBezTo>
                  <a:pt x="428881" y="18642"/>
                  <a:pt x="429375" y="19999"/>
                  <a:pt x="430362" y="20946"/>
                </a:cubicBezTo>
                <a:cubicBezTo>
                  <a:pt x="431349" y="21893"/>
                  <a:pt x="432773" y="22367"/>
                  <a:pt x="434632" y="22367"/>
                </a:cubicBezTo>
                <a:cubicBezTo>
                  <a:pt x="435137" y="22367"/>
                  <a:pt x="435642" y="22347"/>
                  <a:pt x="436147" y="22306"/>
                </a:cubicBezTo>
                <a:cubicBezTo>
                  <a:pt x="436652" y="22264"/>
                  <a:pt x="437140" y="22209"/>
                  <a:pt x="437611" y="22138"/>
                </a:cubicBezTo>
                <a:cubicBezTo>
                  <a:pt x="438082" y="22068"/>
                  <a:pt x="438532" y="21988"/>
                  <a:pt x="438963" y="21900"/>
                </a:cubicBezTo>
                <a:cubicBezTo>
                  <a:pt x="439393" y="21812"/>
                  <a:pt x="439792" y="21715"/>
                  <a:pt x="440159" y="21609"/>
                </a:cubicBezTo>
                <a:lnTo>
                  <a:pt x="440159" y="24072"/>
                </a:lnTo>
                <a:cubicBezTo>
                  <a:pt x="439344" y="24306"/>
                  <a:pt x="438423" y="24497"/>
                  <a:pt x="437396" y="24644"/>
                </a:cubicBezTo>
                <a:cubicBezTo>
                  <a:pt x="436368" y="24790"/>
                  <a:pt x="435304" y="24864"/>
                  <a:pt x="434202" y="24864"/>
                </a:cubicBezTo>
                <a:cubicBezTo>
                  <a:pt x="432721" y="24864"/>
                  <a:pt x="431447" y="24663"/>
                  <a:pt x="430379" y="24261"/>
                </a:cubicBezTo>
                <a:cubicBezTo>
                  <a:pt x="429312" y="23859"/>
                  <a:pt x="428436" y="23277"/>
                  <a:pt x="427753" y="22513"/>
                </a:cubicBezTo>
                <a:cubicBezTo>
                  <a:pt x="427070" y="21750"/>
                  <a:pt x="426565" y="20814"/>
                  <a:pt x="426238" y="19707"/>
                </a:cubicBezTo>
                <a:cubicBezTo>
                  <a:pt x="425911" y="18599"/>
                  <a:pt x="425747" y="17345"/>
                  <a:pt x="425747" y="15944"/>
                </a:cubicBezTo>
                <a:cubicBezTo>
                  <a:pt x="425747" y="14728"/>
                  <a:pt x="425922" y="13577"/>
                  <a:pt x="426272" y="12492"/>
                </a:cubicBezTo>
                <a:cubicBezTo>
                  <a:pt x="426623" y="11407"/>
                  <a:pt x="427133" y="10455"/>
                  <a:pt x="427805" y="9634"/>
                </a:cubicBezTo>
                <a:cubicBezTo>
                  <a:pt x="428476" y="8813"/>
                  <a:pt x="429300" y="8162"/>
                  <a:pt x="430276" y="7680"/>
                </a:cubicBezTo>
                <a:cubicBezTo>
                  <a:pt x="431252" y="7197"/>
                  <a:pt x="432359" y="6956"/>
                  <a:pt x="433599" y="6956"/>
                </a:cubicBezTo>
                <a:cubicBezTo>
                  <a:pt x="434804" y="6956"/>
                  <a:pt x="435872" y="7146"/>
                  <a:pt x="436802" y="7525"/>
                </a:cubicBezTo>
                <a:cubicBezTo>
                  <a:pt x="437731" y="7903"/>
                  <a:pt x="438515" y="8440"/>
                  <a:pt x="439152" y="9134"/>
                </a:cubicBezTo>
                <a:cubicBezTo>
                  <a:pt x="439789" y="9829"/>
                  <a:pt x="440271" y="10673"/>
                  <a:pt x="440598" y="11666"/>
                </a:cubicBezTo>
                <a:cubicBezTo>
                  <a:pt x="440926" y="12659"/>
                  <a:pt x="441089" y="13769"/>
                  <a:pt x="441089" y="14997"/>
                </a:cubicBezTo>
                <a:moveTo>
                  <a:pt x="437973" y="14567"/>
                </a:moveTo>
                <a:cubicBezTo>
                  <a:pt x="438007" y="13798"/>
                  <a:pt x="437932" y="13095"/>
                  <a:pt x="437749" y="12458"/>
                </a:cubicBezTo>
                <a:cubicBezTo>
                  <a:pt x="437565" y="11821"/>
                  <a:pt x="437281" y="11272"/>
                  <a:pt x="436896" y="10813"/>
                </a:cubicBezTo>
                <a:cubicBezTo>
                  <a:pt x="436512" y="10354"/>
                  <a:pt x="436033" y="9995"/>
                  <a:pt x="435459" y="9737"/>
                </a:cubicBezTo>
                <a:cubicBezTo>
                  <a:pt x="434885" y="9479"/>
                  <a:pt x="434219" y="9350"/>
                  <a:pt x="433461" y="9350"/>
                </a:cubicBezTo>
                <a:cubicBezTo>
                  <a:pt x="432807" y="9350"/>
                  <a:pt x="432210" y="9476"/>
                  <a:pt x="431671" y="9729"/>
                </a:cubicBezTo>
                <a:cubicBezTo>
                  <a:pt x="431131" y="9981"/>
                  <a:pt x="430666" y="10337"/>
                  <a:pt x="430276" y="10796"/>
                </a:cubicBezTo>
                <a:cubicBezTo>
                  <a:pt x="429886" y="11255"/>
                  <a:pt x="429570" y="11806"/>
                  <a:pt x="429329" y="12449"/>
                </a:cubicBezTo>
                <a:cubicBezTo>
                  <a:pt x="429088" y="13092"/>
                  <a:pt x="428938" y="13798"/>
                  <a:pt x="428881" y="14567"/>
                </a:cubicBezTo>
                <a:lnTo>
                  <a:pt x="437973" y="14567"/>
                </a:lnTo>
                <a:close/>
                <a:moveTo>
                  <a:pt x="459595" y="23917"/>
                </a:moveTo>
                <a:cubicBezTo>
                  <a:pt x="458815" y="24215"/>
                  <a:pt x="458014" y="24436"/>
                  <a:pt x="457193" y="24580"/>
                </a:cubicBezTo>
                <a:cubicBezTo>
                  <a:pt x="456373" y="24723"/>
                  <a:pt x="455526" y="24795"/>
                  <a:pt x="454654" y="24795"/>
                </a:cubicBezTo>
                <a:cubicBezTo>
                  <a:pt x="451921" y="24795"/>
                  <a:pt x="449818" y="24054"/>
                  <a:pt x="448343" y="22574"/>
                </a:cubicBezTo>
                <a:cubicBezTo>
                  <a:pt x="446868" y="21093"/>
                  <a:pt x="446130" y="18929"/>
                  <a:pt x="446130" y="16082"/>
                </a:cubicBezTo>
                <a:cubicBezTo>
                  <a:pt x="446130" y="14716"/>
                  <a:pt x="446343" y="13476"/>
                  <a:pt x="446767" y="12363"/>
                </a:cubicBezTo>
                <a:cubicBezTo>
                  <a:pt x="447192" y="11250"/>
                  <a:pt x="447789" y="10297"/>
                  <a:pt x="448558" y="9505"/>
                </a:cubicBezTo>
                <a:cubicBezTo>
                  <a:pt x="449327" y="8713"/>
                  <a:pt x="450246" y="8101"/>
                  <a:pt x="451313" y="7671"/>
                </a:cubicBezTo>
                <a:cubicBezTo>
                  <a:pt x="452381" y="7240"/>
                  <a:pt x="453557" y="7025"/>
                  <a:pt x="454843" y="7025"/>
                </a:cubicBezTo>
                <a:cubicBezTo>
                  <a:pt x="455738" y="7025"/>
                  <a:pt x="456576" y="7090"/>
                  <a:pt x="457357" y="7219"/>
                </a:cubicBezTo>
                <a:cubicBezTo>
                  <a:pt x="458137" y="7348"/>
                  <a:pt x="458884" y="7559"/>
                  <a:pt x="459595" y="7852"/>
                </a:cubicBezTo>
                <a:lnTo>
                  <a:pt x="459595" y="10710"/>
                </a:lnTo>
                <a:cubicBezTo>
                  <a:pt x="458849" y="10314"/>
                  <a:pt x="458089" y="10025"/>
                  <a:pt x="457314" y="9845"/>
                </a:cubicBezTo>
                <a:cubicBezTo>
                  <a:pt x="456539" y="9664"/>
                  <a:pt x="455738" y="9574"/>
                  <a:pt x="454912" y="9574"/>
                </a:cubicBezTo>
                <a:cubicBezTo>
                  <a:pt x="454143" y="9574"/>
                  <a:pt x="453417" y="9720"/>
                  <a:pt x="452734" y="10013"/>
                </a:cubicBezTo>
                <a:cubicBezTo>
                  <a:pt x="452051" y="10305"/>
                  <a:pt x="451451" y="10727"/>
                  <a:pt x="450934" y="11278"/>
                </a:cubicBezTo>
                <a:cubicBezTo>
                  <a:pt x="450418" y="11829"/>
                  <a:pt x="450010" y="12501"/>
                  <a:pt x="449712" y="13293"/>
                </a:cubicBezTo>
                <a:cubicBezTo>
                  <a:pt x="449413" y="14085"/>
                  <a:pt x="449264" y="14980"/>
                  <a:pt x="449264" y="15979"/>
                </a:cubicBezTo>
                <a:cubicBezTo>
                  <a:pt x="449264" y="18068"/>
                  <a:pt x="449772" y="19632"/>
                  <a:pt x="450788" y="20671"/>
                </a:cubicBezTo>
                <a:cubicBezTo>
                  <a:pt x="451804" y="21710"/>
                  <a:pt x="453213" y="22229"/>
                  <a:pt x="455015" y="22229"/>
                </a:cubicBezTo>
                <a:cubicBezTo>
                  <a:pt x="455830" y="22229"/>
                  <a:pt x="456619" y="22137"/>
                  <a:pt x="457383" y="21954"/>
                </a:cubicBezTo>
                <a:cubicBezTo>
                  <a:pt x="458146" y="21770"/>
                  <a:pt x="458884" y="21495"/>
                  <a:pt x="459595" y="21127"/>
                </a:cubicBezTo>
                <a:lnTo>
                  <a:pt x="459595" y="23917"/>
                </a:lnTo>
                <a:close/>
                <a:moveTo>
                  <a:pt x="479772" y="24295"/>
                </a:moveTo>
                <a:cubicBezTo>
                  <a:pt x="479095" y="24474"/>
                  <a:pt x="478394" y="24601"/>
                  <a:pt x="477671" y="24679"/>
                </a:cubicBezTo>
                <a:cubicBezTo>
                  <a:pt x="476948" y="24756"/>
                  <a:pt x="476213" y="24795"/>
                  <a:pt x="475467" y="24795"/>
                </a:cubicBezTo>
                <a:cubicBezTo>
                  <a:pt x="473298" y="24795"/>
                  <a:pt x="471679" y="24304"/>
                  <a:pt x="470612" y="23323"/>
                </a:cubicBezTo>
                <a:cubicBezTo>
                  <a:pt x="469544" y="22341"/>
                  <a:pt x="469010" y="20835"/>
                  <a:pt x="469010" y="18803"/>
                </a:cubicBezTo>
                <a:lnTo>
                  <a:pt x="469010" y="9780"/>
                </a:lnTo>
                <a:lnTo>
                  <a:pt x="464172" y="9780"/>
                </a:lnTo>
                <a:lnTo>
                  <a:pt x="464172" y="7266"/>
                </a:lnTo>
                <a:lnTo>
                  <a:pt x="469010" y="7266"/>
                </a:lnTo>
                <a:lnTo>
                  <a:pt x="469010" y="2499"/>
                </a:lnTo>
                <a:lnTo>
                  <a:pt x="472006" y="1722"/>
                </a:lnTo>
                <a:lnTo>
                  <a:pt x="472006" y="7266"/>
                </a:lnTo>
                <a:lnTo>
                  <a:pt x="479772" y="7266"/>
                </a:lnTo>
                <a:lnTo>
                  <a:pt x="479772" y="9780"/>
                </a:lnTo>
                <a:lnTo>
                  <a:pt x="472006" y="9780"/>
                </a:lnTo>
                <a:lnTo>
                  <a:pt x="472006" y="18562"/>
                </a:lnTo>
                <a:cubicBezTo>
                  <a:pt x="472006" y="19801"/>
                  <a:pt x="472336" y="20728"/>
                  <a:pt x="472996" y="21343"/>
                </a:cubicBezTo>
                <a:cubicBezTo>
                  <a:pt x="473656" y="21957"/>
                  <a:pt x="474629" y="22264"/>
                  <a:pt x="475915" y="22264"/>
                </a:cubicBezTo>
                <a:cubicBezTo>
                  <a:pt x="476466" y="22264"/>
                  <a:pt x="477069" y="22219"/>
                  <a:pt x="477723" y="22131"/>
                </a:cubicBezTo>
                <a:cubicBezTo>
                  <a:pt x="478377" y="22042"/>
                  <a:pt x="479060" y="21902"/>
                  <a:pt x="479772" y="21713"/>
                </a:cubicBezTo>
                <a:lnTo>
                  <a:pt x="479772" y="24295"/>
                </a:lnTo>
                <a:close/>
                <a:moveTo>
                  <a:pt x="498392" y="207"/>
                </a:moveTo>
                <a:lnTo>
                  <a:pt x="486580" y="28273"/>
                </a:lnTo>
                <a:lnTo>
                  <a:pt x="483722" y="28273"/>
                </a:lnTo>
                <a:lnTo>
                  <a:pt x="495534" y="207"/>
                </a:lnTo>
                <a:lnTo>
                  <a:pt x="498392" y="207"/>
                </a:lnTo>
                <a:close/>
                <a:moveTo>
                  <a:pt x="517779" y="23917"/>
                </a:moveTo>
                <a:cubicBezTo>
                  <a:pt x="516998" y="24215"/>
                  <a:pt x="516197" y="24436"/>
                  <a:pt x="515377" y="24580"/>
                </a:cubicBezTo>
                <a:cubicBezTo>
                  <a:pt x="514556" y="24723"/>
                  <a:pt x="513709" y="24795"/>
                  <a:pt x="512837" y="24795"/>
                </a:cubicBezTo>
                <a:cubicBezTo>
                  <a:pt x="510105" y="24795"/>
                  <a:pt x="508001" y="24054"/>
                  <a:pt x="506526" y="22574"/>
                </a:cubicBezTo>
                <a:cubicBezTo>
                  <a:pt x="505051" y="21093"/>
                  <a:pt x="504314" y="18929"/>
                  <a:pt x="504314" y="16082"/>
                </a:cubicBezTo>
                <a:cubicBezTo>
                  <a:pt x="504314" y="14716"/>
                  <a:pt x="504526" y="13476"/>
                  <a:pt x="504951" y="12363"/>
                </a:cubicBezTo>
                <a:cubicBezTo>
                  <a:pt x="505375" y="11250"/>
                  <a:pt x="505972" y="10297"/>
                  <a:pt x="506741" y="9505"/>
                </a:cubicBezTo>
                <a:cubicBezTo>
                  <a:pt x="507510" y="8713"/>
                  <a:pt x="508429" y="8101"/>
                  <a:pt x="509496" y="7671"/>
                </a:cubicBezTo>
                <a:cubicBezTo>
                  <a:pt x="510564" y="7240"/>
                  <a:pt x="511741" y="7025"/>
                  <a:pt x="513026" y="7025"/>
                </a:cubicBezTo>
                <a:cubicBezTo>
                  <a:pt x="513922" y="7025"/>
                  <a:pt x="514760" y="7090"/>
                  <a:pt x="515540" y="7219"/>
                </a:cubicBezTo>
                <a:cubicBezTo>
                  <a:pt x="516321" y="7348"/>
                  <a:pt x="517067" y="7559"/>
                  <a:pt x="517779" y="7852"/>
                </a:cubicBezTo>
                <a:lnTo>
                  <a:pt x="517779" y="10710"/>
                </a:lnTo>
                <a:cubicBezTo>
                  <a:pt x="517032" y="10314"/>
                  <a:pt x="516272" y="10025"/>
                  <a:pt x="515497" y="9845"/>
                </a:cubicBezTo>
                <a:cubicBezTo>
                  <a:pt x="514722" y="9664"/>
                  <a:pt x="513922" y="9574"/>
                  <a:pt x="513095" y="9574"/>
                </a:cubicBezTo>
                <a:cubicBezTo>
                  <a:pt x="512326" y="9574"/>
                  <a:pt x="511600" y="9720"/>
                  <a:pt x="510917" y="10013"/>
                </a:cubicBezTo>
                <a:cubicBezTo>
                  <a:pt x="510234" y="10305"/>
                  <a:pt x="509634" y="10727"/>
                  <a:pt x="509118" y="11278"/>
                </a:cubicBezTo>
                <a:cubicBezTo>
                  <a:pt x="508601" y="11829"/>
                  <a:pt x="508194" y="12501"/>
                  <a:pt x="507895" y="13293"/>
                </a:cubicBezTo>
                <a:cubicBezTo>
                  <a:pt x="507597" y="14085"/>
                  <a:pt x="507447" y="14980"/>
                  <a:pt x="507447" y="15979"/>
                </a:cubicBezTo>
                <a:cubicBezTo>
                  <a:pt x="507447" y="18068"/>
                  <a:pt x="507955" y="19632"/>
                  <a:pt x="508971" y="20671"/>
                </a:cubicBezTo>
                <a:cubicBezTo>
                  <a:pt x="509987" y="21710"/>
                  <a:pt x="511396" y="22229"/>
                  <a:pt x="513198" y="22229"/>
                </a:cubicBezTo>
                <a:cubicBezTo>
                  <a:pt x="514013" y="22229"/>
                  <a:pt x="514803" y="22137"/>
                  <a:pt x="515566" y="21954"/>
                </a:cubicBezTo>
                <a:cubicBezTo>
                  <a:pt x="516329" y="21770"/>
                  <a:pt x="517067" y="21495"/>
                  <a:pt x="517779" y="21127"/>
                </a:cubicBezTo>
                <a:lnTo>
                  <a:pt x="517779" y="23917"/>
                </a:lnTo>
                <a:close/>
                <a:moveTo>
                  <a:pt x="535131" y="24554"/>
                </a:moveTo>
                <a:lnTo>
                  <a:pt x="535062" y="22224"/>
                </a:lnTo>
                <a:cubicBezTo>
                  <a:pt x="534121" y="23156"/>
                  <a:pt x="533166" y="23829"/>
                  <a:pt x="532196" y="24243"/>
                </a:cubicBezTo>
                <a:cubicBezTo>
                  <a:pt x="531226" y="24657"/>
                  <a:pt x="530207" y="24864"/>
                  <a:pt x="529139" y="24864"/>
                </a:cubicBezTo>
                <a:cubicBezTo>
                  <a:pt x="528152" y="24864"/>
                  <a:pt x="527308" y="24737"/>
                  <a:pt x="526608" y="24484"/>
                </a:cubicBezTo>
                <a:cubicBezTo>
                  <a:pt x="525908" y="24231"/>
                  <a:pt x="525331" y="23884"/>
                  <a:pt x="524878" y="23441"/>
                </a:cubicBezTo>
                <a:cubicBezTo>
                  <a:pt x="524424" y="22998"/>
                  <a:pt x="524091" y="22478"/>
                  <a:pt x="523879" y="21880"/>
                </a:cubicBezTo>
                <a:cubicBezTo>
                  <a:pt x="523667" y="21282"/>
                  <a:pt x="523560" y="20632"/>
                  <a:pt x="523560" y="19931"/>
                </a:cubicBezTo>
                <a:cubicBezTo>
                  <a:pt x="523560" y="18195"/>
                  <a:pt x="524206" y="16835"/>
                  <a:pt x="525498" y="15852"/>
                </a:cubicBezTo>
                <a:cubicBezTo>
                  <a:pt x="526789" y="14869"/>
                  <a:pt x="528697" y="14378"/>
                  <a:pt x="531223" y="14378"/>
                </a:cubicBezTo>
                <a:lnTo>
                  <a:pt x="534804" y="14378"/>
                </a:lnTo>
                <a:lnTo>
                  <a:pt x="534804" y="12868"/>
                </a:lnTo>
                <a:cubicBezTo>
                  <a:pt x="534804" y="11850"/>
                  <a:pt x="534477" y="11035"/>
                  <a:pt x="533823" y="10423"/>
                </a:cubicBezTo>
                <a:cubicBezTo>
                  <a:pt x="533168" y="9811"/>
                  <a:pt x="532170" y="9505"/>
                  <a:pt x="530827" y="9505"/>
                </a:cubicBezTo>
                <a:cubicBezTo>
                  <a:pt x="529851" y="9505"/>
                  <a:pt x="528890" y="9615"/>
                  <a:pt x="527943" y="9837"/>
                </a:cubicBezTo>
                <a:cubicBezTo>
                  <a:pt x="526996" y="10058"/>
                  <a:pt x="526017" y="10372"/>
                  <a:pt x="525007" y="10779"/>
                </a:cubicBezTo>
                <a:lnTo>
                  <a:pt x="525007" y="8076"/>
                </a:lnTo>
                <a:cubicBezTo>
                  <a:pt x="525386" y="7936"/>
                  <a:pt x="525807" y="7799"/>
                  <a:pt x="526272" y="7664"/>
                </a:cubicBezTo>
                <a:cubicBezTo>
                  <a:pt x="526737" y="7530"/>
                  <a:pt x="527228" y="7411"/>
                  <a:pt x="527745" y="7306"/>
                </a:cubicBezTo>
                <a:cubicBezTo>
                  <a:pt x="528261" y="7201"/>
                  <a:pt x="528801" y="7116"/>
                  <a:pt x="529363" y="7053"/>
                </a:cubicBezTo>
                <a:cubicBezTo>
                  <a:pt x="529926" y="6988"/>
                  <a:pt x="530494" y="6956"/>
                  <a:pt x="531068" y="6956"/>
                </a:cubicBezTo>
                <a:cubicBezTo>
                  <a:pt x="532112" y="6956"/>
                  <a:pt x="533054" y="7071"/>
                  <a:pt x="533892" y="7301"/>
                </a:cubicBezTo>
                <a:cubicBezTo>
                  <a:pt x="534730" y="7530"/>
                  <a:pt x="535438" y="7880"/>
                  <a:pt x="536018" y="8351"/>
                </a:cubicBezTo>
                <a:cubicBezTo>
                  <a:pt x="536598" y="8822"/>
                  <a:pt x="537043" y="9413"/>
                  <a:pt x="537353" y="10125"/>
                </a:cubicBezTo>
                <a:cubicBezTo>
                  <a:pt x="537662" y="10836"/>
                  <a:pt x="537817" y="11674"/>
                  <a:pt x="537817" y="12638"/>
                </a:cubicBezTo>
                <a:lnTo>
                  <a:pt x="537817" y="24554"/>
                </a:lnTo>
                <a:lnTo>
                  <a:pt x="535131" y="24554"/>
                </a:lnTo>
                <a:moveTo>
                  <a:pt x="534804" y="16668"/>
                </a:moveTo>
                <a:lnTo>
                  <a:pt x="530999" y="16668"/>
                </a:lnTo>
                <a:cubicBezTo>
                  <a:pt x="530253" y="16668"/>
                  <a:pt x="529610" y="16743"/>
                  <a:pt x="529070" y="16893"/>
                </a:cubicBezTo>
                <a:cubicBezTo>
                  <a:pt x="528531" y="17042"/>
                  <a:pt x="528089" y="17255"/>
                  <a:pt x="527745" y="17531"/>
                </a:cubicBezTo>
                <a:cubicBezTo>
                  <a:pt x="527400" y="17807"/>
                  <a:pt x="527145" y="18139"/>
                  <a:pt x="526978" y="18525"/>
                </a:cubicBezTo>
                <a:cubicBezTo>
                  <a:pt x="526812" y="18910"/>
                  <a:pt x="526729" y="19345"/>
                  <a:pt x="526729" y="19828"/>
                </a:cubicBezTo>
                <a:cubicBezTo>
                  <a:pt x="526729" y="20162"/>
                  <a:pt x="526780" y="20482"/>
                  <a:pt x="526884" y="20787"/>
                </a:cubicBezTo>
                <a:cubicBezTo>
                  <a:pt x="526987" y="21092"/>
                  <a:pt x="527153" y="21363"/>
                  <a:pt x="527383" y="21599"/>
                </a:cubicBezTo>
                <a:cubicBezTo>
                  <a:pt x="527613" y="21835"/>
                  <a:pt x="527911" y="22022"/>
                  <a:pt x="528278" y="22160"/>
                </a:cubicBezTo>
                <a:cubicBezTo>
                  <a:pt x="528646" y="22298"/>
                  <a:pt x="529093" y="22367"/>
                  <a:pt x="529621" y="22367"/>
                </a:cubicBezTo>
                <a:cubicBezTo>
                  <a:pt x="530310" y="22367"/>
                  <a:pt x="531099" y="22157"/>
                  <a:pt x="531989" y="21737"/>
                </a:cubicBezTo>
                <a:cubicBezTo>
                  <a:pt x="532879" y="21316"/>
                  <a:pt x="533817" y="20651"/>
                  <a:pt x="534804" y="19742"/>
                </a:cubicBezTo>
                <a:lnTo>
                  <a:pt x="534804" y="16668"/>
                </a:lnTo>
                <a:close/>
                <a:moveTo>
                  <a:pt x="557391" y="19836"/>
                </a:moveTo>
                <a:cubicBezTo>
                  <a:pt x="557391" y="20444"/>
                  <a:pt x="557288" y="20990"/>
                  <a:pt x="557081" y="21472"/>
                </a:cubicBezTo>
                <a:cubicBezTo>
                  <a:pt x="556875" y="21954"/>
                  <a:pt x="556593" y="22381"/>
                  <a:pt x="556238" y="22754"/>
                </a:cubicBezTo>
                <a:cubicBezTo>
                  <a:pt x="555882" y="23127"/>
                  <a:pt x="555468" y="23446"/>
                  <a:pt x="554998" y="23710"/>
                </a:cubicBezTo>
                <a:cubicBezTo>
                  <a:pt x="554527" y="23974"/>
                  <a:pt x="554025" y="24192"/>
                  <a:pt x="553491" y="24364"/>
                </a:cubicBezTo>
                <a:cubicBezTo>
                  <a:pt x="552957" y="24537"/>
                  <a:pt x="552409" y="24663"/>
                  <a:pt x="551847" y="24743"/>
                </a:cubicBezTo>
                <a:cubicBezTo>
                  <a:pt x="551284" y="24824"/>
                  <a:pt x="550733" y="24864"/>
                  <a:pt x="550194" y="24864"/>
                </a:cubicBezTo>
                <a:cubicBezTo>
                  <a:pt x="549023" y="24864"/>
                  <a:pt x="547947" y="24812"/>
                  <a:pt x="546965" y="24709"/>
                </a:cubicBezTo>
                <a:cubicBezTo>
                  <a:pt x="545984" y="24605"/>
                  <a:pt x="545022" y="24439"/>
                  <a:pt x="544081" y="24209"/>
                </a:cubicBezTo>
                <a:lnTo>
                  <a:pt x="544081" y="21454"/>
                </a:lnTo>
                <a:cubicBezTo>
                  <a:pt x="545091" y="21741"/>
                  <a:pt x="546096" y="21960"/>
                  <a:pt x="547094" y="22109"/>
                </a:cubicBezTo>
                <a:cubicBezTo>
                  <a:pt x="548093" y="22258"/>
                  <a:pt x="549086" y="22333"/>
                  <a:pt x="550073" y="22333"/>
                </a:cubicBezTo>
                <a:cubicBezTo>
                  <a:pt x="551508" y="22333"/>
                  <a:pt x="552570" y="22137"/>
                  <a:pt x="553259" y="21747"/>
                </a:cubicBezTo>
                <a:cubicBezTo>
                  <a:pt x="553947" y="21357"/>
                  <a:pt x="554292" y="20800"/>
                  <a:pt x="554292" y="20077"/>
                </a:cubicBezTo>
                <a:cubicBezTo>
                  <a:pt x="554292" y="19767"/>
                  <a:pt x="554237" y="19489"/>
                  <a:pt x="554128" y="19242"/>
                </a:cubicBezTo>
                <a:cubicBezTo>
                  <a:pt x="554019" y="18995"/>
                  <a:pt x="553821" y="18760"/>
                  <a:pt x="553534" y="18536"/>
                </a:cubicBezTo>
                <a:cubicBezTo>
                  <a:pt x="553247" y="18312"/>
                  <a:pt x="552802" y="18080"/>
                  <a:pt x="552200" y="17839"/>
                </a:cubicBezTo>
                <a:cubicBezTo>
                  <a:pt x="551597" y="17597"/>
                  <a:pt x="550773" y="17322"/>
                  <a:pt x="549729" y="17012"/>
                </a:cubicBezTo>
                <a:cubicBezTo>
                  <a:pt x="548948" y="16782"/>
                  <a:pt x="548228" y="16521"/>
                  <a:pt x="547568" y="16229"/>
                </a:cubicBezTo>
                <a:cubicBezTo>
                  <a:pt x="546908" y="15936"/>
                  <a:pt x="546337" y="15589"/>
                  <a:pt x="545855" y="15187"/>
                </a:cubicBezTo>
                <a:cubicBezTo>
                  <a:pt x="545373" y="14785"/>
                  <a:pt x="544994" y="14314"/>
                  <a:pt x="544718" y="13775"/>
                </a:cubicBezTo>
                <a:cubicBezTo>
                  <a:pt x="544443" y="13235"/>
                  <a:pt x="544305" y="12598"/>
                  <a:pt x="544305" y="11864"/>
                </a:cubicBezTo>
                <a:cubicBezTo>
                  <a:pt x="544305" y="11382"/>
                  <a:pt x="544417" y="10853"/>
                  <a:pt x="544641" y="10280"/>
                </a:cubicBezTo>
                <a:cubicBezTo>
                  <a:pt x="544865" y="9706"/>
                  <a:pt x="545246" y="9172"/>
                  <a:pt x="545786" y="8678"/>
                </a:cubicBezTo>
                <a:cubicBezTo>
                  <a:pt x="546325" y="8185"/>
                  <a:pt x="547054" y="7774"/>
                  <a:pt x="547973" y="7447"/>
                </a:cubicBezTo>
                <a:cubicBezTo>
                  <a:pt x="548891" y="7120"/>
                  <a:pt x="550039" y="6956"/>
                  <a:pt x="551416" y="6956"/>
                </a:cubicBezTo>
                <a:cubicBezTo>
                  <a:pt x="552094" y="6956"/>
                  <a:pt x="552845" y="6994"/>
                  <a:pt x="553672" y="7068"/>
                </a:cubicBezTo>
                <a:cubicBezTo>
                  <a:pt x="554498" y="7143"/>
                  <a:pt x="555359" y="7272"/>
                  <a:pt x="556255" y="7456"/>
                </a:cubicBezTo>
                <a:lnTo>
                  <a:pt x="556255" y="10125"/>
                </a:lnTo>
                <a:cubicBezTo>
                  <a:pt x="555313" y="9895"/>
                  <a:pt x="554421" y="9726"/>
                  <a:pt x="553577" y="9617"/>
                </a:cubicBezTo>
                <a:cubicBezTo>
                  <a:pt x="552734" y="9508"/>
                  <a:pt x="552002" y="9453"/>
                  <a:pt x="551382" y="9453"/>
                </a:cubicBezTo>
                <a:cubicBezTo>
                  <a:pt x="550636" y="9453"/>
                  <a:pt x="550007" y="9510"/>
                  <a:pt x="549496" y="9625"/>
                </a:cubicBezTo>
                <a:cubicBezTo>
                  <a:pt x="548986" y="9740"/>
                  <a:pt x="548572" y="9898"/>
                  <a:pt x="548257" y="10099"/>
                </a:cubicBezTo>
                <a:cubicBezTo>
                  <a:pt x="547941" y="10300"/>
                  <a:pt x="547714" y="10535"/>
                  <a:pt x="547577" y="10805"/>
                </a:cubicBezTo>
                <a:cubicBezTo>
                  <a:pt x="547439" y="11074"/>
                  <a:pt x="547370" y="11364"/>
                  <a:pt x="547370" y="11674"/>
                </a:cubicBezTo>
                <a:cubicBezTo>
                  <a:pt x="547370" y="11984"/>
                  <a:pt x="547430" y="12265"/>
                  <a:pt x="547551" y="12518"/>
                </a:cubicBezTo>
                <a:cubicBezTo>
                  <a:pt x="547671" y="12770"/>
                  <a:pt x="547895" y="13014"/>
                  <a:pt x="548222" y="13250"/>
                </a:cubicBezTo>
                <a:cubicBezTo>
                  <a:pt x="548549" y="13485"/>
                  <a:pt x="549006" y="13720"/>
                  <a:pt x="549591" y="13956"/>
                </a:cubicBezTo>
                <a:cubicBezTo>
                  <a:pt x="550177" y="14191"/>
                  <a:pt x="550940" y="14446"/>
                  <a:pt x="551881" y="14722"/>
                </a:cubicBezTo>
                <a:cubicBezTo>
                  <a:pt x="552903" y="15020"/>
                  <a:pt x="553764" y="15333"/>
                  <a:pt x="554464" y="15660"/>
                </a:cubicBezTo>
                <a:cubicBezTo>
                  <a:pt x="555164" y="15988"/>
                  <a:pt x="555732" y="16352"/>
                  <a:pt x="556169" y="16754"/>
                </a:cubicBezTo>
                <a:cubicBezTo>
                  <a:pt x="556605" y="17156"/>
                  <a:pt x="556918" y="17609"/>
                  <a:pt x="557107" y="18114"/>
                </a:cubicBezTo>
                <a:cubicBezTo>
                  <a:pt x="557296" y="18619"/>
                  <a:pt x="557391" y="19193"/>
                  <a:pt x="557391" y="19836"/>
                </a:cubicBezTo>
                <a:close/>
                <a:moveTo>
                  <a:pt x="575787" y="23917"/>
                </a:moveTo>
                <a:cubicBezTo>
                  <a:pt x="575007" y="24215"/>
                  <a:pt x="574206" y="24436"/>
                  <a:pt x="573385" y="24580"/>
                </a:cubicBezTo>
                <a:cubicBezTo>
                  <a:pt x="572565" y="24723"/>
                  <a:pt x="571718" y="24795"/>
                  <a:pt x="570846" y="24795"/>
                </a:cubicBezTo>
                <a:cubicBezTo>
                  <a:pt x="568114" y="24795"/>
                  <a:pt x="566010" y="24054"/>
                  <a:pt x="564535" y="22574"/>
                </a:cubicBezTo>
                <a:cubicBezTo>
                  <a:pt x="563060" y="21093"/>
                  <a:pt x="562323" y="18929"/>
                  <a:pt x="562323" y="16082"/>
                </a:cubicBezTo>
                <a:cubicBezTo>
                  <a:pt x="562323" y="14716"/>
                  <a:pt x="562535" y="13476"/>
                  <a:pt x="562960" y="12363"/>
                </a:cubicBezTo>
                <a:cubicBezTo>
                  <a:pt x="563384" y="11250"/>
                  <a:pt x="563981" y="10297"/>
                  <a:pt x="564750" y="9505"/>
                </a:cubicBezTo>
                <a:cubicBezTo>
                  <a:pt x="565519" y="8713"/>
                  <a:pt x="566438" y="8101"/>
                  <a:pt x="567505" y="7671"/>
                </a:cubicBezTo>
                <a:cubicBezTo>
                  <a:pt x="568573" y="7240"/>
                  <a:pt x="569749" y="7025"/>
                  <a:pt x="571035" y="7025"/>
                </a:cubicBezTo>
                <a:cubicBezTo>
                  <a:pt x="571931" y="7025"/>
                  <a:pt x="572768" y="7090"/>
                  <a:pt x="573549" y="7219"/>
                </a:cubicBezTo>
                <a:cubicBezTo>
                  <a:pt x="574330" y="7348"/>
                  <a:pt x="575076" y="7559"/>
                  <a:pt x="575787" y="7852"/>
                </a:cubicBezTo>
                <a:lnTo>
                  <a:pt x="575787" y="10710"/>
                </a:lnTo>
                <a:cubicBezTo>
                  <a:pt x="575041" y="10314"/>
                  <a:pt x="574281" y="10025"/>
                  <a:pt x="573506" y="9845"/>
                </a:cubicBezTo>
                <a:cubicBezTo>
                  <a:pt x="572731" y="9664"/>
                  <a:pt x="571931" y="9574"/>
                  <a:pt x="571104" y="9574"/>
                </a:cubicBezTo>
                <a:cubicBezTo>
                  <a:pt x="570335" y="9574"/>
                  <a:pt x="569609" y="9720"/>
                  <a:pt x="568926" y="10013"/>
                </a:cubicBezTo>
                <a:cubicBezTo>
                  <a:pt x="568243" y="10305"/>
                  <a:pt x="567643" y="10727"/>
                  <a:pt x="567127" y="11278"/>
                </a:cubicBezTo>
                <a:cubicBezTo>
                  <a:pt x="566610" y="11829"/>
                  <a:pt x="566202" y="12501"/>
                  <a:pt x="565904" y="13293"/>
                </a:cubicBezTo>
                <a:cubicBezTo>
                  <a:pt x="565606" y="14085"/>
                  <a:pt x="565456" y="14980"/>
                  <a:pt x="565456" y="15979"/>
                </a:cubicBezTo>
                <a:cubicBezTo>
                  <a:pt x="565456" y="18068"/>
                  <a:pt x="565964" y="19632"/>
                  <a:pt x="566980" y="20671"/>
                </a:cubicBezTo>
                <a:cubicBezTo>
                  <a:pt x="567996" y="21710"/>
                  <a:pt x="569405" y="22229"/>
                  <a:pt x="571207" y="22229"/>
                </a:cubicBezTo>
                <a:cubicBezTo>
                  <a:pt x="572022" y="22229"/>
                  <a:pt x="572812" y="22137"/>
                  <a:pt x="573575" y="21954"/>
                </a:cubicBezTo>
                <a:cubicBezTo>
                  <a:pt x="574338" y="21770"/>
                  <a:pt x="575076" y="21495"/>
                  <a:pt x="575787" y="21127"/>
                </a:cubicBezTo>
                <a:lnTo>
                  <a:pt x="575787" y="23917"/>
                </a:lnTo>
                <a:close/>
                <a:moveTo>
                  <a:pt x="593140" y="24554"/>
                </a:moveTo>
                <a:lnTo>
                  <a:pt x="593071" y="22224"/>
                </a:lnTo>
                <a:cubicBezTo>
                  <a:pt x="592130" y="23156"/>
                  <a:pt x="591174" y="23829"/>
                  <a:pt x="590204" y="24243"/>
                </a:cubicBezTo>
                <a:cubicBezTo>
                  <a:pt x="589234" y="24657"/>
                  <a:pt x="588215" y="24864"/>
                  <a:pt x="587148" y="24864"/>
                </a:cubicBezTo>
                <a:cubicBezTo>
                  <a:pt x="586161" y="24864"/>
                  <a:pt x="585317" y="24737"/>
                  <a:pt x="584617" y="24484"/>
                </a:cubicBezTo>
                <a:cubicBezTo>
                  <a:pt x="583917" y="24231"/>
                  <a:pt x="583340" y="23884"/>
                  <a:pt x="582886" y="23441"/>
                </a:cubicBezTo>
                <a:cubicBezTo>
                  <a:pt x="582433" y="22998"/>
                  <a:pt x="582100" y="22478"/>
                  <a:pt x="581888" y="21880"/>
                </a:cubicBezTo>
                <a:cubicBezTo>
                  <a:pt x="581675" y="21282"/>
                  <a:pt x="581569" y="20632"/>
                  <a:pt x="581569" y="19931"/>
                </a:cubicBezTo>
                <a:cubicBezTo>
                  <a:pt x="581569" y="18195"/>
                  <a:pt x="582215" y="16835"/>
                  <a:pt x="583506" y="15852"/>
                </a:cubicBezTo>
                <a:cubicBezTo>
                  <a:pt x="584798" y="14869"/>
                  <a:pt x="586706" y="14378"/>
                  <a:pt x="589231" y="14378"/>
                </a:cubicBezTo>
                <a:lnTo>
                  <a:pt x="592813" y="14378"/>
                </a:lnTo>
                <a:lnTo>
                  <a:pt x="592813" y="12868"/>
                </a:lnTo>
                <a:cubicBezTo>
                  <a:pt x="592813" y="11850"/>
                  <a:pt x="592486" y="11035"/>
                  <a:pt x="591831" y="10423"/>
                </a:cubicBezTo>
                <a:cubicBezTo>
                  <a:pt x="591177" y="9811"/>
                  <a:pt x="590178" y="9505"/>
                  <a:pt x="588835" y="9505"/>
                </a:cubicBezTo>
                <a:cubicBezTo>
                  <a:pt x="587860" y="9505"/>
                  <a:pt x="586898" y="9615"/>
                  <a:pt x="585951" y="9837"/>
                </a:cubicBezTo>
                <a:cubicBezTo>
                  <a:pt x="585004" y="10058"/>
                  <a:pt x="584026" y="10372"/>
                  <a:pt x="583015" y="10779"/>
                </a:cubicBezTo>
                <a:lnTo>
                  <a:pt x="583015" y="8076"/>
                </a:lnTo>
                <a:cubicBezTo>
                  <a:pt x="583394" y="7936"/>
                  <a:pt x="583816" y="7799"/>
                  <a:pt x="584281" y="7664"/>
                </a:cubicBezTo>
                <a:cubicBezTo>
                  <a:pt x="584746" y="7530"/>
                  <a:pt x="585237" y="7411"/>
                  <a:pt x="585753" y="7306"/>
                </a:cubicBezTo>
                <a:cubicBezTo>
                  <a:pt x="586270" y="7201"/>
                  <a:pt x="586809" y="7116"/>
                  <a:pt x="587372" y="7053"/>
                </a:cubicBezTo>
                <a:cubicBezTo>
                  <a:pt x="587934" y="6988"/>
                  <a:pt x="588502" y="6956"/>
                  <a:pt x="589076" y="6956"/>
                </a:cubicBezTo>
                <a:cubicBezTo>
                  <a:pt x="590121" y="6956"/>
                  <a:pt x="591062" y="7071"/>
                  <a:pt x="591900" y="7301"/>
                </a:cubicBezTo>
                <a:cubicBezTo>
                  <a:pt x="592738" y="7530"/>
                  <a:pt x="593447" y="7880"/>
                  <a:pt x="594027" y="8351"/>
                </a:cubicBezTo>
                <a:cubicBezTo>
                  <a:pt x="594606" y="8822"/>
                  <a:pt x="595051" y="9413"/>
                  <a:pt x="595361" y="10125"/>
                </a:cubicBezTo>
                <a:cubicBezTo>
                  <a:pt x="595671" y="10836"/>
                  <a:pt x="595826" y="11674"/>
                  <a:pt x="595826" y="12638"/>
                </a:cubicBezTo>
                <a:lnTo>
                  <a:pt x="595826" y="24554"/>
                </a:lnTo>
                <a:lnTo>
                  <a:pt x="593140" y="24554"/>
                </a:lnTo>
                <a:moveTo>
                  <a:pt x="592813" y="16668"/>
                </a:moveTo>
                <a:lnTo>
                  <a:pt x="589008" y="16668"/>
                </a:lnTo>
                <a:cubicBezTo>
                  <a:pt x="588261" y="16668"/>
                  <a:pt x="587619" y="16743"/>
                  <a:pt x="587079" y="16893"/>
                </a:cubicBezTo>
                <a:cubicBezTo>
                  <a:pt x="586540" y="17042"/>
                  <a:pt x="586098" y="17255"/>
                  <a:pt x="585753" y="17531"/>
                </a:cubicBezTo>
                <a:cubicBezTo>
                  <a:pt x="585409" y="17807"/>
                  <a:pt x="585153" y="18139"/>
                  <a:pt x="584987" y="18525"/>
                </a:cubicBezTo>
                <a:cubicBezTo>
                  <a:pt x="584821" y="18910"/>
                  <a:pt x="584737" y="19345"/>
                  <a:pt x="584737" y="19828"/>
                </a:cubicBezTo>
                <a:cubicBezTo>
                  <a:pt x="584737" y="20162"/>
                  <a:pt x="584789" y="20482"/>
                  <a:pt x="584892" y="20787"/>
                </a:cubicBezTo>
                <a:cubicBezTo>
                  <a:pt x="584996" y="21092"/>
                  <a:pt x="585162" y="21363"/>
                  <a:pt x="585392" y="21599"/>
                </a:cubicBezTo>
                <a:cubicBezTo>
                  <a:pt x="585621" y="21835"/>
                  <a:pt x="585920" y="22022"/>
                  <a:pt x="586287" y="22160"/>
                </a:cubicBezTo>
                <a:cubicBezTo>
                  <a:pt x="586654" y="22298"/>
                  <a:pt x="587102" y="22367"/>
                  <a:pt x="587630" y="22367"/>
                </a:cubicBezTo>
                <a:cubicBezTo>
                  <a:pt x="588319" y="22367"/>
                  <a:pt x="589108" y="22157"/>
                  <a:pt x="589998" y="21737"/>
                </a:cubicBezTo>
                <a:cubicBezTo>
                  <a:pt x="590887" y="21316"/>
                  <a:pt x="591826" y="20651"/>
                  <a:pt x="592813" y="19742"/>
                </a:cubicBezTo>
                <a:lnTo>
                  <a:pt x="592813" y="16668"/>
                </a:lnTo>
                <a:close/>
                <a:moveTo>
                  <a:pt x="600833" y="16272"/>
                </a:moveTo>
                <a:cubicBezTo>
                  <a:pt x="600833" y="14802"/>
                  <a:pt x="601034" y="13497"/>
                  <a:pt x="601436" y="12354"/>
                </a:cubicBezTo>
                <a:cubicBezTo>
                  <a:pt x="601837" y="11212"/>
                  <a:pt x="602408" y="10248"/>
                  <a:pt x="603149" y="9462"/>
                </a:cubicBezTo>
                <a:cubicBezTo>
                  <a:pt x="603889" y="8675"/>
                  <a:pt x="604779" y="8078"/>
                  <a:pt x="605818" y="7671"/>
                </a:cubicBezTo>
                <a:cubicBezTo>
                  <a:pt x="606857" y="7263"/>
                  <a:pt x="608013" y="7060"/>
                  <a:pt x="609287" y="7060"/>
                </a:cubicBezTo>
                <a:cubicBezTo>
                  <a:pt x="609838" y="7060"/>
                  <a:pt x="610381" y="7094"/>
                  <a:pt x="610914" y="7163"/>
                </a:cubicBezTo>
                <a:cubicBezTo>
                  <a:pt x="611448" y="7232"/>
                  <a:pt x="611973" y="7341"/>
                  <a:pt x="612490" y="7490"/>
                </a:cubicBezTo>
                <a:lnTo>
                  <a:pt x="612490" y="207"/>
                </a:lnTo>
                <a:lnTo>
                  <a:pt x="615503" y="207"/>
                </a:lnTo>
                <a:lnTo>
                  <a:pt x="615503" y="24554"/>
                </a:lnTo>
                <a:lnTo>
                  <a:pt x="612817" y="24554"/>
                </a:lnTo>
                <a:lnTo>
                  <a:pt x="612714" y="21282"/>
                </a:lnTo>
                <a:cubicBezTo>
                  <a:pt x="611876" y="22499"/>
                  <a:pt x="610969" y="23400"/>
                  <a:pt x="609993" y="23986"/>
                </a:cubicBezTo>
                <a:cubicBezTo>
                  <a:pt x="609017" y="24571"/>
                  <a:pt x="607961" y="24864"/>
                  <a:pt x="606825" y="24864"/>
                </a:cubicBezTo>
                <a:cubicBezTo>
                  <a:pt x="605838" y="24864"/>
                  <a:pt x="604968" y="24657"/>
                  <a:pt x="604216" y="24244"/>
                </a:cubicBezTo>
                <a:cubicBezTo>
                  <a:pt x="603464" y="23831"/>
                  <a:pt x="602839" y="23248"/>
                  <a:pt x="602340" y="22496"/>
                </a:cubicBezTo>
                <a:cubicBezTo>
                  <a:pt x="601840" y="21744"/>
                  <a:pt x="601464" y="20840"/>
                  <a:pt x="601212" y="19784"/>
                </a:cubicBezTo>
                <a:cubicBezTo>
                  <a:pt x="600959" y="18728"/>
                  <a:pt x="600833" y="17557"/>
                  <a:pt x="600833" y="16272"/>
                </a:cubicBezTo>
                <a:moveTo>
                  <a:pt x="603898" y="16082"/>
                </a:moveTo>
                <a:cubicBezTo>
                  <a:pt x="603898" y="18171"/>
                  <a:pt x="604205" y="19730"/>
                  <a:pt x="604819" y="20757"/>
                </a:cubicBezTo>
                <a:cubicBezTo>
                  <a:pt x="605433" y="21784"/>
                  <a:pt x="606303" y="22298"/>
                  <a:pt x="607428" y="22298"/>
                </a:cubicBezTo>
                <a:cubicBezTo>
                  <a:pt x="608185" y="22298"/>
                  <a:pt x="608986" y="21960"/>
                  <a:pt x="609830" y="21282"/>
                </a:cubicBezTo>
                <a:cubicBezTo>
                  <a:pt x="610673" y="20605"/>
                  <a:pt x="611560" y="19601"/>
                  <a:pt x="612490" y="18269"/>
                </a:cubicBezTo>
                <a:lnTo>
                  <a:pt x="612490" y="10245"/>
                </a:lnTo>
                <a:cubicBezTo>
                  <a:pt x="611996" y="10016"/>
                  <a:pt x="611451" y="9840"/>
                  <a:pt x="610854" y="9720"/>
                </a:cubicBezTo>
                <a:cubicBezTo>
                  <a:pt x="610257" y="9599"/>
                  <a:pt x="609666" y="9539"/>
                  <a:pt x="609081" y="9539"/>
                </a:cubicBezTo>
                <a:cubicBezTo>
                  <a:pt x="607451" y="9539"/>
                  <a:pt x="606179" y="10067"/>
                  <a:pt x="605267" y="11123"/>
                </a:cubicBezTo>
                <a:cubicBezTo>
                  <a:pt x="604354" y="12179"/>
                  <a:pt x="603898" y="13832"/>
                  <a:pt x="603898" y="16082"/>
                </a:cubicBezTo>
                <a:close/>
                <a:moveTo>
                  <a:pt x="635990" y="14997"/>
                </a:moveTo>
                <a:cubicBezTo>
                  <a:pt x="635990" y="15422"/>
                  <a:pt x="635984" y="15778"/>
                  <a:pt x="635973" y="16065"/>
                </a:cubicBezTo>
                <a:cubicBezTo>
                  <a:pt x="635961" y="16352"/>
                  <a:pt x="635944" y="16622"/>
                  <a:pt x="635921" y="16874"/>
                </a:cubicBezTo>
                <a:lnTo>
                  <a:pt x="623782" y="16874"/>
                </a:lnTo>
                <a:cubicBezTo>
                  <a:pt x="623782" y="18642"/>
                  <a:pt x="624275" y="19999"/>
                  <a:pt x="625263" y="20946"/>
                </a:cubicBezTo>
                <a:cubicBezTo>
                  <a:pt x="626250" y="21893"/>
                  <a:pt x="627673" y="22367"/>
                  <a:pt x="629533" y="22367"/>
                </a:cubicBezTo>
                <a:cubicBezTo>
                  <a:pt x="630038" y="22367"/>
                  <a:pt x="630543" y="22347"/>
                  <a:pt x="631048" y="22306"/>
                </a:cubicBezTo>
                <a:cubicBezTo>
                  <a:pt x="631553" y="22264"/>
                  <a:pt x="632041" y="22209"/>
                  <a:pt x="632512" y="22138"/>
                </a:cubicBezTo>
                <a:cubicBezTo>
                  <a:pt x="632982" y="22068"/>
                  <a:pt x="633433" y="21988"/>
                  <a:pt x="633863" y="21900"/>
                </a:cubicBezTo>
                <a:cubicBezTo>
                  <a:pt x="634294" y="21812"/>
                  <a:pt x="634693" y="21715"/>
                  <a:pt x="635060" y="21609"/>
                </a:cubicBezTo>
                <a:lnTo>
                  <a:pt x="635060" y="24072"/>
                </a:lnTo>
                <a:cubicBezTo>
                  <a:pt x="634245" y="24306"/>
                  <a:pt x="633324" y="24497"/>
                  <a:pt x="632296" y="24644"/>
                </a:cubicBezTo>
                <a:cubicBezTo>
                  <a:pt x="631269" y="24790"/>
                  <a:pt x="630204" y="24864"/>
                  <a:pt x="629102" y="24864"/>
                </a:cubicBezTo>
                <a:cubicBezTo>
                  <a:pt x="627621" y="24864"/>
                  <a:pt x="626347" y="24663"/>
                  <a:pt x="625280" y="24261"/>
                </a:cubicBezTo>
                <a:cubicBezTo>
                  <a:pt x="624212" y="23859"/>
                  <a:pt x="623337" y="23277"/>
                  <a:pt x="622654" y="22513"/>
                </a:cubicBezTo>
                <a:cubicBezTo>
                  <a:pt x="621971" y="21750"/>
                  <a:pt x="621466" y="20814"/>
                  <a:pt x="621139" y="19707"/>
                </a:cubicBezTo>
                <a:cubicBezTo>
                  <a:pt x="620812" y="18599"/>
                  <a:pt x="620648" y="17345"/>
                  <a:pt x="620648" y="15944"/>
                </a:cubicBezTo>
                <a:cubicBezTo>
                  <a:pt x="620648" y="14728"/>
                  <a:pt x="620823" y="13577"/>
                  <a:pt x="621173" y="12492"/>
                </a:cubicBezTo>
                <a:cubicBezTo>
                  <a:pt x="621523" y="11407"/>
                  <a:pt x="622034" y="10455"/>
                  <a:pt x="622706" y="9634"/>
                </a:cubicBezTo>
                <a:cubicBezTo>
                  <a:pt x="623377" y="8813"/>
                  <a:pt x="624201" y="8162"/>
                  <a:pt x="625176" y="7680"/>
                </a:cubicBezTo>
                <a:cubicBezTo>
                  <a:pt x="626152" y="7197"/>
                  <a:pt x="627260" y="6956"/>
                  <a:pt x="628500" y="6956"/>
                </a:cubicBezTo>
                <a:cubicBezTo>
                  <a:pt x="629705" y="6956"/>
                  <a:pt x="630773" y="7146"/>
                  <a:pt x="631702" y="7525"/>
                </a:cubicBezTo>
                <a:cubicBezTo>
                  <a:pt x="632632" y="7903"/>
                  <a:pt x="633416" y="8440"/>
                  <a:pt x="634053" y="9134"/>
                </a:cubicBezTo>
                <a:cubicBezTo>
                  <a:pt x="634690" y="9829"/>
                  <a:pt x="635172" y="10673"/>
                  <a:pt x="635499" y="11666"/>
                </a:cubicBezTo>
                <a:cubicBezTo>
                  <a:pt x="635826" y="12659"/>
                  <a:pt x="635990" y="13769"/>
                  <a:pt x="635990" y="14997"/>
                </a:cubicBezTo>
                <a:moveTo>
                  <a:pt x="632873" y="14567"/>
                </a:moveTo>
                <a:cubicBezTo>
                  <a:pt x="632908" y="13798"/>
                  <a:pt x="632833" y="13095"/>
                  <a:pt x="632649" y="12458"/>
                </a:cubicBezTo>
                <a:cubicBezTo>
                  <a:pt x="632466" y="11821"/>
                  <a:pt x="632182" y="11272"/>
                  <a:pt x="631797" y="10813"/>
                </a:cubicBezTo>
                <a:cubicBezTo>
                  <a:pt x="631412" y="10354"/>
                  <a:pt x="630933" y="9995"/>
                  <a:pt x="630359" y="9737"/>
                </a:cubicBezTo>
                <a:cubicBezTo>
                  <a:pt x="629785" y="9479"/>
                  <a:pt x="629120" y="9350"/>
                  <a:pt x="628362" y="9350"/>
                </a:cubicBezTo>
                <a:cubicBezTo>
                  <a:pt x="627708" y="9350"/>
                  <a:pt x="627111" y="9476"/>
                  <a:pt x="626571" y="9729"/>
                </a:cubicBezTo>
                <a:cubicBezTo>
                  <a:pt x="626032" y="9981"/>
                  <a:pt x="625567" y="10337"/>
                  <a:pt x="625176" y="10796"/>
                </a:cubicBezTo>
                <a:cubicBezTo>
                  <a:pt x="624786" y="11255"/>
                  <a:pt x="624470" y="11806"/>
                  <a:pt x="624229" y="12449"/>
                </a:cubicBezTo>
                <a:cubicBezTo>
                  <a:pt x="623988" y="13092"/>
                  <a:pt x="623839" y="13798"/>
                  <a:pt x="623782" y="14567"/>
                </a:cubicBezTo>
                <a:lnTo>
                  <a:pt x="632873" y="14567"/>
                </a:lnTo>
                <a:close/>
                <a:moveTo>
                  <a:pt x="640749" y="7266"/>
                </a:moveTo>
                <a:lnTo>
                  <a:pt x="643486" y="7266"/>
                </a:lnTo>
                <a:lnTo>
                  <a:pt x="643573" y="10444"/>
                </a:lnTo>
                <a:cubicBezTo>
                  <a:pt x="644594" y="9218"/>
                  <a:pt x="645601" y="8331"/>
                  <a:pt x="646594" y="7781"/>
                </a:cubicBezTo>
                <a:cubicBezTo>
                  <a:pt x="647587" y="7231"/>
                  <a:pt x="648589" y="6956"/>
                  <a:pt x="649599" y="6956"/>
                </a:cubicBezTo>
                <a:cubicBezTo>
                  <a:pt x="651390" y="6956"/>
                  <a:pt x="652747" y="7535"/>
                  <a:pt x="653671" y="8691"/>
                </a:cubicBezTo>
                <a:cubicBezTo>
                  <a:pt x="654595" y="9848"/>
                  <a:pt x="655023" y="11565"/>
                  <a:pt x="654954" y="13844"/>
                </a:cubicBezTo>
                <a:lnTo>
                  <a:pt x="651924" y="13844"/>
                </a:lnTo>
                <a:cubicBezTo>
                  <a:pt x="651958" y="12335"/>
                  <a:pt x="651737" y="11240"/>
                  <a:pt x="651261" y="10560"/>
                </a:cubicBezTo>
                <a:cubicBezTo>
                  <a:pt x="650784" y="9879"/>
                  <a:pt x="650087" y="9539"/>
                  <a:pt x="649169" y="9539"/>
                </a:cubicBezTo>
                <a:cubicBezTo>
                  <a:pt x="648767" y="9539"/>
                  <a:pt x="648362" y="9611"/>
                  <a:pt x="647955" y="9754"/>
                </a:cubicBezTo>
                <a:cubicBezTo>
                  <a:pt x="647547" y="9897"/>
                  <a:pt x="647128" y="10125"/>
                  <a:pt x="646698" y="10439"/>
                </a:cubicBezTo>
                <a:cubicBezTo>
                  <a:pt x="646267" y="10754"/>
                  <a:pt x="645811" y="11157"/>
                  <a:pt x="645329" y="11648"/>
                </a:cubicBezTo>
                <a:cubicBezTo>
                  <a:pt x="644847" y="12140"/>
                  <a:pt x="644330" y="12734"/>
                  <a:pt x="643779" y="13432"/>
                </a:cubicBezTo>
                <a:lnTo>
                  <a:pt x="643779" y="24554"/>
                </a:lnTo>
                <a:lnTo>
                  <a:pt x="640749" y="24554"/>
                </a:lnTo>
                <a:lnTo>
                  <a:pt x="640749" y="7266"/>
                </a:lnTo>
                <a:close/>
                <a:moveTo>
                  <a:pt x="672011" y="16564"/>
                </a:moveTo>
                <a:lnTo>
                  <a:pt x="661714" y="16564"/>
                </a:lnTo>
                <a:lnTo>
                  <a:pt x="661714" y="13740"/>
                </a:lnTo>
                <a:lnTo>
                  <a:pt x="672011" y="13740"/>
                </a:lnTo>
                <a:lnTo>
                  <a:pt x="672011" y="16564"/>
                </a:lnTo>
                <a:close/>
                <a:moveTo>
                  <a:pt x="693318" y="19836"/>
                </a:moveTo>
                <a:cubicBezTo>
                  <a:pt x="693318" y="20444"/>
                  <a:pt x="693215" y="20990"/>
                  <a:pt x="693009" y="21472"/>
                </a:cubicBezTo>
                <a:cubicBezTo>
                  <a:pt x="692802" y="21954"/>
                  <a:pt x="692521" y="22381"/>
                  <a:pt x="692165" y="22754"/>
                </a:cubicBezTo>
                <a:cubicBezTo>
                  <a:pt x="691809" y="23127"/>
                  <a:pt x="691396" y="23446"/>
                  <a:pt x="690925" y="23710"/>
                </a:cubicBezTo>
                <a:cubicBezTo>
                  <a:pt x="690454" y="23974"/>
                  <a:pt x="689952" y="24192"/>
                  <a:pt x="689418" y="24364"/>
                </a:cubicBezTo>
                <a:cubicBezTo>
                  <a:pt x="688885" y="24537"/>
                  <a:pt x="688337" y="24663"/>
                  <a:pt x="687774" y="24743"/>
                </a:cubicBezTo>
                <a:cubicBezTo>
                  <a:pt x="687212" y="24824"/>
                  <a:pt x="686661" y="24864"/>
                  <a:pt x="686121" y="24864"/>
                </a:cubicBezTo>
                <a:cubicBezTo>
                  <a:pt x="684950" y="24864"/>
                  <a:pt x="683874" y="24812"/>
                  <a:pt x="682893" y="24709"/>
                </a:cubicBezTo>
                <a:cubicBezTo>
                  <a:pt x="681911" y="24605"/>
                  <a:pt x="680950" y="24439"/>
                  <a:pt x="680008" y="24209"/>
                </a:cubicBezTo>
                <a:lnTo>
                  <a:pt x="680008" y="21454"/>
                </a:lnTo>
                <a:cubicBezTo>
                  <a:pt x="681019" y="21741"/>
                  <a:pt x="682023" y="21960"/>
                  <a:pt x="683022" y="22109"/>
                </a:cubicBezTo>
                <a:cubicBezTo>
                  <a:pt x="684020" y="22258"/>
                  <a:pt x="685013" y="22333"/>
                  <a:pt x="686001" y="22333"/>
                </a:cubicBezTo>
                <a:cubicBezTo>
                  <a:pt x="687435" y="22333"/>
                  <a:pt x="688497" y="22137"/>
                  <a:pt x="689186" y="21747"/>
                </a:cubicBezTo>
                <a:cubicBezTo>
                  <a:pt x="689875" y="21357"/>
                  <a:pt x="690219" y="20800"/>
                  <a:pt x="690219" y="20077"/>
                </a:cubicBezTo>
                <a:cubicBezTo>
                  <a:pt x="690219" y="19767"/>
                  <a:pt x="690165" y="19489"/>
                  <a:pt x="690056" y="19242"/>
                </a:cubicBezTo>
                <a:cubicBezTo>
                  <a:pt x="689946" y="18995"/>
                  <a:pt x="689748" y="18760"/>
                  <a:pt x="689461" y="18536"/>
                </a:cubicBezTo>
                <a:cubicBezTo>
                  <a:pt x="689174" y="18312"/>
                  <a:pt x="688730" y="18080"/>
                  <a:pt x="688127" y="17839"/>
                </a:cubicBezTo>
                <a:cubicBezTo>
                  <a:pt x="687524" y="17597"/>
                  <a:pt x="686701" y="17322"/>
                  <a:pt x="685656" y="17012"/>
                </a:cubicBezTo>
                <a:cubicBezTo>
                  <a:pt x="684876" y="16782"/>
                  <a:pt x="684155" y="16521"/>
                  <a:pt x="683495" y="16229"/>
                </a:cubicBezTo>
                <a:cubicBezTo>
                  <a:pt x="682835" y="15936"/>
                  <a:pt x="682264" y="15589"/>
                  <a:pt x="681782" y="15187"/>
                </a:cubicBezTo>
                <a:cubicBezTo>
                  <a:pt x="681300" y="14785"/>
                  <a:pt x="680921" y="14314"/>
                  <a:pt x="680646" y="13775"/>
                </a:cubicBezTo>
                <a:cubicBezTo>
                  <a:pt x="680370" y="13235"/>
                  <a:pt x="680232" y="12598"/>
                  <a:pt x="680232" y="11864"/>
                </a:cubicBezTo>
                <a:cubicBezTo>
                  <a:pt x="680232" y="11382"/>
                  <a:pt x="680344" y="10853"/>
                  <a:pt x="680568" y="10280"/>
                </a:cubicBezTo>
                <a:cubicBezTo>
                  <a:pt x="680792" y="9706"/>
                  <a:pt x="681174" y="9172"/>
                  <a:pt x="681713" y="8678"/>
                </a:cubicBezTo>
                <a:cubicBezTo>
                  <a:pt x="682253" y="8185"/>
                  <a:pt x="682982" y="7774"/>
                  <a:pt x="683900" y="7447"/>
                </a:cubicBezTo>
                <a:cubicBezTo>
                  <a:pt x="684818" y="7120"/>
                  <a:pt x="685966" y="6956"/>
                  <a:pt x="687344" y="6956"/>
                </a:cubicBezTo>
                <a:cubicBezTo>
                  <a:pt x="688021" y="6956"/>
                  <a:pt x="688773" y="6994"/>
                  <a:pt x="689599" y="7068"/>
                </a:cubicBezTo>
                <a:cubicBezTo>
                  <a:pt x="690426" y="7143"/>
                  <a:pt x="691287" y="7272"/>
                  <a:pt x="692182" y="7456"/>
                </a:cubicBezTo>
                <a:lnTo>
                  <a:pt x="692182" y="10125"/>
                </a:lnTo>
                <a:cubicBezTo>
                  <a:pt x="691241" y="9895"/>
                  <a:pt x="690348" y="9726"/>
                  <a:pt x="689505" y="9617"/>
                </a:cubicBezTo>
                <a:cubicBezTo>
                  <a:pt x="688661" y="9508"/>
                  <a:pt x="687929" y="9453"/>
                  <a:pt x="687309" y="9453"/>
                </a:cubicBezTo>
                <a:cubicBezTo>
                  <a:pt x="686563" y="9453"/>
                  <a:pt x="685935" y="9510"/>
                  <a:pt x="685424" y="9625"/>
                </a:cubicBezTo>
                <a:cubicBezTo>
                  <a:pt x="684913" y="9740"/>
                  <a:pt x="684500" y="9898"/>
                  <a:pt x="684184" y="10099"/>
                </a:cubicBezTo>
                <a:cubicBezTo>
                  <a:pt x="683868" y="10300"/>
                  <a:pt x="683642" y="10535"/>
                  <a:pt x="683504" y="10805"/>
                </a:cubicBezTo>
                <a:cubicBezTo>
                  <a:pt x="683366" y="11074"/>
                  <a:pt x="683297" y="11364"/>
                  <a:pt x="683297" y="11674"/>
                </a:cubicBezTo>
                <a:cubicBezTo>
                  <a:pt x="683297" y="11984"/>
                  <a:pt x="683357" y="12265"/>
                  <a:pt x="683478" y="12518"/>
                </a:cubicBezTo>
                <a:cubicBezTo>
                  <a:pt x="683599" y="12770"/>
                  <a:pt x="683822" y="13014"/>
                  <a:pt x="684150" y="13250"/>
                </a:cubicBezTo>
                <a:cubicBezTo>
                  <a:pt x="684477" y="13485"/>
                  <a:pt x="684933" y="13720"/>
                  <a:pt x="685518" y="13956"/>
                </a:cubicBezTo>
                <a:cubicBezTo>
                  <a:pt x="686104" y="14191"/>
                  <a:pt x="686867" y="14446"/>
                  <a:pt x="687808" y="14722"/>
                </a:cubicBezTo>
                <a:cubicBezTo>
                  <a:pt x="688830" y="15020"/>
                  <a:pt x="689691" y="15333"/>
                  <a:pt x="690391" y="15660"/>
                </a:cubicBezTo>
                <a:cubicBezTo>
                  <a:pt x="691092" y="15988"/>
                  <a:pt x="691660" y="16352"/>
                  <a:pt x="692096" y="16754"/>
                </a:cubicBezTo>
                <a:cubicBezTo>
                  <a:pt x="692532" y="17156"/>
                  <a:pt x="692845" y="17609"/>
                  <a:pt x="693034" y="18114"/>
                </a:cubicBezTo>
                <a:cubicBezTo>
                  <a:pt x="693224" y="18619"/>
                  <a:pt x="693318" y="19193"/>
                  <a:pt x="693318" y="19836"/>
                </a:cubicBezTo>
                <a:close/>
                <a:moveTo>
                  <a:pt x="713908" y="14997"/>
                </a:moveTo>
                <a:cubicBezTo>
                  <a:pt x="713908" y="15422"/>
                  <a:pt x="713903" y="15778"/>
                  <a:pt x="713891" y="16065"/>
                </a:cubicBezTo>
                <a:cubicBezTo>
                  <a:pt x="713880" y="16352"/>
                  <a:pt x="713862" y="16622"/>
                  <a:pt x="713839" y="16874"/>
                </a:cubicBezTo>
                <a:lnTo>
                  <a:pt x="701700" y="16874"/>
                </a:lnTo>
                <a:cubicBezTo>
                  <a:pt x="701700" y="18642"/>
                  <a:pt x="702194" y="19999"/>
                  <a:pt x="703181" y="20946"/>
                </a:cubicBezTo>
                <a:cubicBezTo>
                  <a:pt x="704168" y="21893"/>
                  <a:pt x="705592" y="22367"/>
                  <a:pt x="707451" y="22367"/>
                </a:cubicBezTo>
                <a:cubicBezTo>
                  <a:pt x="707956" y="22367"/>
                  <a:pt x="708462" y="22347"/>
                  <a:pt x="708967" y="22306"/>
                </a:cubicBezTo>
                <a:cubicBezTo>
                  <a:pt x="709472" y="22264"/>
                  <a:pt x="709960" y="22209"/>
                  <a:pt x="710430" y="22138"/>
                </a:cubicBezTo>
                <a:cubicBezTo>
                  <a:pt x="710901" y="22068"/>
                  <a:pt x="711351" y="21988"/>
                  <a:pt x="711782" y="21900"/>
                </a:cubicBezTo>
                <a:cubicBezTo>
                  <a:pt x="712212" y="21812"/>
                  <a:pt x="712611" y="21715"/>
                  <a:pt x="712979" y="21609"/>
                </a:cubicBezTo>
                <a:lnTo>
                  <a:pt x="712979" y="24072"/>
                </a:lnTo>
                <a:cubicBezTo>
                  <a:pt x="712164" y="24306"/>
                  <a:pt x="711242" y="24497"/>
                  <a:pt x="710215" y="24644"/>
                </a:cubicBezTo>
                <a:cubicBezTo>
                  <a:pt x="709188" y="24790"/>
                  <a:pt x="708123" y="24864"/>
                  <a:pt x="707021" y="24864"/>
                </a:cubicBezTo>
                <a:cubicBezTo>
                  <a:pt x="705540" y="24864"/>
                  <a:pt x="704266" y="24663"/>
                  <a:pt x="703198" y="24261"/>
                </a:cubicBezTo>
                <a:cubicBezTo>
                  <a:pt x="702131" y="23859"/>
                  <a:pt x="701256" y="23277"/>
                  <a:pt x="700573" y="22513"/>
                </a:cubicBezTo>
                <a:cubicBezTo>
                  <a:pt x="699890" y="21750"/>
                  <a:pt x="699384" y="20814"/>
                  <a:pt x="699057" y="19707"/>
                </a:cubicBezTo>
                <a:cubicBezTo>
                  <a:pt x="698730" y="18599"/>
                  <a:pt x="698567" y="17345"/>
                  <a:pt x="698567" y="15944"/>
                </a:cubicBezTo>
                <a:cubicBezTo>
                  <a:pt x="698567" y="14728"/>
                  <a:pt x="698742" y="13577"/>
                  <a:pt x="699092" y="12492"/>
                </a:cubicBezTo>
                <a:cubicBezTo>
                  <a:pt x="699442" y="11407"/>
                  <a:pt x="699953" y="10455"/>
                  <a:pt x="700624" y="9634"/>
                </a:cubicBezTo>
                <a:cubicBezTo>
                  <a:pt x="701296" y="8813"/>
                  <a:pt x="702119" y="8162"/>
                  <a:pt x="703095" y="7680"/>
                </a:cubicBezTo>
                <a:cubicBezTo>
                  <a:pt x="704071" y="7197"/>
                  <a:pt x="705179" y="6956"/>
                  <a:pt x="706418" y="6956"/>
                </a:cubicBezTo>
                <a:cubicBezTo>
                  <a:pt x="707624" y="6956"/>
                  <a:pt x="708691" y="7146"/>
                  <a:pt x="709621" y="7525"/>
                </a:cubicBezTo>
                <a:cubicBezTo>
                  <a:pt x="710551" y="7903"/>
                  <a:pt x="711334" y="8440"/>
                  <a:pt x="711971" y="9134"/>
                </a:cubicBezTo>
                <a:cubicBezTo>
                  <a:pt x="712608" y="9829"/>
                  <a:pt x="713090" y="10673"/>
                  <a:pt x="713418" y="11666"/>
                </a:cubicBezTo>
                <a:cubicBezTo>
                  <a:pt x="713745" y="12659"/>
                  <a:pt x="713908" y="13769"/>
                  <a:pt x="713908" y="14997"/>
                </a:cubicBezTo>
                <a:moveTo>
                  <a:pt x="710792" y="14567"/>
                </a:moveTo>
                <a:cubicBezTo>
                  <a:pt x="710826" y="13798"/>
                  <a:pt x="710752" y="13095"/>
                  <a:pt x="710568" y="12458"/>
                </a:cubicBezTo>
                <a:cubicBezTo>
                  <a:pt x="710384" y="11821"/>
                  <a:pt x="710100" y="11272"/>
                  <a:pt x="709716" y="10813"/>
                </a:cubicBezTo>
                <a:cubicBezTo>
                  <a:pt x="709331" y="10354"/>
                  <a:pt x="708852" y="9995"/>
                  <a:pt x="708278" y="9737"/>
                </a:cubicBezTo>
                <a:cubicBezTo>
                  <a:pt x="707704" y="9479"/>
                  <a:pt x="707038" y="9350"/>
                  <a:pt x="706280" y="9350"/>
                </a:cubicBezTo>
                <a:cubicBezTo>
                  <a:pt x="705626" y="9350"/>
                  <a:pt x="705029" y="9476"/>
                  <a:pt x="704490" y="9729"/>
                </a:cubicBezTo>
                <a:cubicBezTo>
                  <a:pt x="703950" y="9981"/>
                  <a:pt x="703485" y="10337"/>
                  <a:pt x="703095" y="10796"/>
                </a:cubicBezTo>
                <a:cubicBezTo>
                  <a:pt x="702705" y="11255"/>
                  <a:pt x="702389" y="11806"/>
                  <a:pt x="702148" y="12449"/>
                </a:cubicBezTo>
                <a:cubicBezTo>
                  <a:pt x="701907" y="13092"/>
                  <a:pt x="701758" y="13798"/>
                  <a:pt x="701700" y="14567"/>
                </a:cubicBezTo>
                <a:lnTo>
                  <a:pt x="710792" y="14567"/>
                </a:lnTo>
                <a:close/>
                <a:moveTo>
                  <a:pt x="723850" y="2669"/>
                </a:moveTo>
                <a:lnTo>
                  <a:pt x="718736" y="2669"/>
                </a:lnTo>
                <a:lnTo>
                  <a:pt x="718736" y="207"/>
                </a:lnTo>
                <a:lnTo>
                  <a:pt x="726881" y="207"/>
                </a:lnTo>
                <a:lnTo>
                  <a:pt x="726881" y="22057"/>
                </a:lnTo>
                <a:lnTo>
                  <a:pt x="732029" y="22057"/>
                </a:lnTo>
                <a:lnTo>
                  <a:pt x="732029" y="24554"/>
                </a:lnTo>
                <a:lnTo>
                  <a:pt x="718168" y="24554"/>
                </a:lnTo>
                <a:lnTo>
                  <a:pt x="718168" y="22057"/>
                </a:lnTo>
                <a:lnTo>
                  <a:pt x="723850" y="22057"/>
                </a:lnTo>
                <a:lnTo>
                  <a:pt x="723850" y="2669"/>
                </a:lnTo>
                <a:close/>
                <a:moveTo>
                  <a:pt x="752240" y="14997"/>
                </a:moveTo>
                <a:cubicBezTo>
                  <a:pt x="752240" y="15422"/>
                  <a:pt x="752234" y="15778"/>
                  <a:pt x="752222" y="16065"/>
                </a:cubicBezTo>
                <a:cubicBezTo>
                  <a:pt x="752211" y="16352"/>
                  <a:pt x="752194" y="16622"/>
                  <a:pt x="752171" y="16874"/>
                </a:cubicBezTo>
                <a:lnTo>
                  <a:pt x="740032" y="16874"/>
                </a:lnTo>
                <a:cubicBezTo>
                  <a:pt x="740032" y="18642"/>
                  <a:pt x="740525" y="19999"/>
                  <a:pt x="741513" y="20946"/>
                </a:cubicBezTo>
                <a:cubicBezTo>
                  <a:pt x="742500" y="21893"/>
                  <a:pt x="743923" y="22367"/>
                  <a:pt x="745783" y="22367"/>
                </a:cubicBezTo>
                <a:cubicBezTo>
                  <a:pt x="746288" y="22367"/>
                  <a:pt x="746793" y="22347"/>
                  <a:pt x="747298" y="22306"/>
                </a:cubicBezTo>
                <a:cubicBezTo>
                  <a:pt x="747803" y="22264"/>
                  <a:pt x="748291" y="22209"/>
                  <a:pt x="748762" y="22138"/>
                </a:cubicBezTo>
                <a:cubicBezTo>
                  <a:pt x="749232" y="22068"/>
                  <a:pt x="749683" y="21988"/>
                  <a:pt x="750113" y="21900"/>
                </a:cubicBezTo>
                <a:cubicBezTo>
                  <a:pt x="750544" y="21812"/>
                  <a:pt x="750943" y="21715"/>
                  <a:pt x="751310" y="21609"/>
                </a:cubicBezTo>
                <a:lnTo>
                  <a:pt x="751310" y="24072"/>
                </a:lnTo>
                <a:cubicBezTo>
                  <a:pt x="750495" y="24306"/>
                  <a:pt x="749574" y="24497"/>
                  <a:pt x="748546" y="24644"/>
                </a:cubicBezTo>
                <a:cubicBezTo>
                  <a:pt x="747519" y="24790"/>
                  <a:pt x="746454" y="24864"/>
                  <a:pt x="745352" y="24864"/>
                </a:cubicBezTo>
                <a:cubicBezTo>
                  <a:pt x="743871" y="24864"/>
                  <a:pt x="742597" y="24663"/>
                  <a:pt x="741530" y="24261"/>
                </a:cubicBezTo>
                <a:cubicBezTo>
                  <a:pt x="740462" y="23859"/>
                  <a:pt x="739587" y="23277"/>
                  <a:pt x="738904" y="22513"/>
                </a:cubicBezTo>
                <a:cubicBezTo>
                  <a:pt x="738221" y="21750"/>
                  <a:pt x="737716" y="20814"/>
                  <a:pt x="737389" y="19707"/>
                </a:cubicBezTo>
                <a:cubicBezTo>
                  <a:pt x="737061" y="18599"/>
                  <a:pt x="736898" y="17345"/>
                  <a:pt x="736898" y="15944"/>
                </a:cubicBezTo>
                <a:cubicBezTo>
                  <a:pt x="736898" y="14728"/>
                  <a:pt x="737073" y="13577"/>
                  <a:pt x="737423" y="12492"/>
                </a:cubicBezTo>
                <a:cubicBezTo>
                  <a:pt x="737773" y="11407"/>
                  <a:pt x="738284" y="10455"/>
                  <a:pt x="738956" y="9634"/>
                </a:cubicBezTo>
                <a:cubicBezTo>
                  <a:pt x="739627" y="8813"/>
                  <a:pt x="740451" y="8162"/>
                  <a:pt x="741426" y="7680"/>
                </a:cubicBezTo>
                <a:cubicBezTo>
                  <a:pt x="742402" y="7197"/>
                  <a:pt x="743510" y="6956"/>
                  <a:pt x="744750" y="6956"/>
                </a:cubicBezTo>
                <a:cubicBezTo>
                  <a:pt x="745955" y="6956"/>
                  <a:pt x="747022" y="7146"/>
                  <a:pt x="747952" y="7525"/>
                </a:cubicBezTo>
                <a:cubicBezTo>
                  <a:pt x="748882" y="7903"/>
                  <a:pt x="749666" y="8440"/>
                  <a:pt x="750303" y="9134"/>
                </a:cubicBezTo>
                <a:cubicBezTo>
                  <a:pt x="750940" y="9829"/>
                  <a:pt x="751422" y="10673"/>
                  <a:pt x="751749" y="11666"/>
                </a:cubicBezTo>
                <a:cubicBezTo>
                  <a:pt x="752076" y="12659"/>
                  <a:pt x="752240" y="13769"/>
                  <a:pt x="752240" y="14997"/>
                </a:cubicBezTo>
                <a:moveTo>
                  <a:pt x="749123" y="14567"/>
                </a:moveTo>
                <a:cubicBezTo>
                  <a:pt x="749158" y="13798"/>
                  <a:pt x="749083" y="13095"/>
                  <a:pt x="748899" y="12458"/>
                </a:cubicBezTo>
                <a:cubicBezTo>
                  <a:pt x="748716" y="11821"/>
                  <a:pt x="748432" y="11272"/>
                  <a:pt x="748047" y="10813"/>
                </a:cubicBezTo>
                <a:cubicBezTo>
                  <a:pt x="747662" y="10354"/>
                  <a:pt x="747183" y="9995"/>
                  <a:pt x="746609" y="9737"/>
                </a:cubicBezTo>
                <a:cubicBezTo>
                  <a:pt x="746035" y="9479"/>
                  <a:pt x="745369" y="9350"/>
                  <a:pt x="744612" y="9350"/>
                </a:cubicBezTo>
                <a:cubicBezTo>
                  <a:pt x="743958" y="9350"/>
                  <a:pt x="743361" y="9476"/>
                  <a:pt x="742821" y="9729"/>
                </a:cubicBezTo>
                <a:cubicBezTo>
                  <a:pt x="742282" y="9981"/>
                  <a:pt x="741817" y="10337"/>
                  <a:pt x="741426" y="10796"/>
                </a:cubicBezTo>
                <a:cubicBezTo>
                  <a:pt x="741036" y="11255"/>
                  <a:pt x="740720" y="11806"/>
                  <a:pt x="740479" y="12449"/>
                </a:cubicBezTo>
                <a:cubicBezTo>
                  <a:pt x="740238" y="13092"/>
                  <a:pt x="740089" y="13798"/>
                  <a:pt x="740032" y="14567"/>
                </a:cubicBezTo>
                <a:lnTo>
                  <a:pt x="749123" y="14567"/>
                </a:lnTo>
                <a:close/>
                <a:moveTo>
                  <a:pt x="770746" y="23917"/>
                </a:moveTo>
                <a:cubicBezTo>
                  <a:pt x="769966" y="24215"/>
                  <a:pt x="769165" y="24436"/>
                  <a:pt x="768344" y="24580"/>
                </a:cubicBezTo>
                <a:cubicBezTo>
                  <a:pt x="767524" y="24723"/>
                  <a:pt x="766677" y="24795"/>
                  <a:pt x="765805" y="24795"/>
                </a:cubicBezTo>
                <a:cubicBezTo>
                  <a:pt x="763073" y="24795"/>
                  <a:pt x="760969" y="24054"/>
                  <a:pt x="759494" y="22574"/>
                </a:cubicBezTo>
                <a:cubicBezTo>
                  <a:pt x="758019" y="21093"/>
                  <a:pt x="757281" y="18929"/>
                  <a:pt x="757281" y="16082"/>
                </a:cubicBezTo>
                <a:cubicBezTo>
                  <a:pt x="757281" y="14716"/>
                  <a:pt x="757494" y="13476"/>
                  <a:pt x="757918" y="12363"/>
                </a:cubicBezTo>
                <a:cubicBezTo>
                  <a:pt x="758343" y="11250"/>
                  <a:pt x="758940" y="10297"/>
                  <a:pt x="759709" y="9505"/>
                </a:cubicBezTo>
                <a:cubicBezTo>
                  <a:pt x="760478" y="8713"/>
                  <a:pt x="761397" y="8101"/>
                  <a:pt x="762464" y="7671"/>
                </a:cubicBezTo>
                <a:cubicBezTo>
                  <a:pt x="763532" y="7240"/>
                  <a:pt x="764708" y="7025"/>
                  <a:pt x="765994" y="7025"/>
                </a:cubicBezTo>
                <a:cubicBezTo>
                  <a:pt x="766889" y="7025"/>
                  <a:pt x="767727" y="7090"/>
                  <a:pt x="768508" y="7219"/>
                </a:cubicBezTo>
                <a:cubicBezTo>
                  <a:pt x="769289" y="7348"/>
                  <a:pt x="770035" y="7559"/>
                  <a:pt x="770746" y="7852"/>
                </a:cubicBezTo>
                <a:lnTo>
                  <a:pt x="770746" y="10710"/>
                </a:lnTo>
                <a:cubicBezTo>
                  <a:pt x="770000" y="10314"/>
                  <a:pt x="769240" y="10025"/>
                  <a:pt x="768465" y="9845"/>
                </a:cubicBezTo>
                <a:cubicBezTo>
                  <a:pt x="767690" y="9664"/>
                  <a:pt x="766889" y="9574"/>
                  <a:pt x="766063" y="9574"/>
                </a:cubicBezTo>
                <a:cubicBezTo>
                  <a:pt x="765294" y="9574"/>
                  <a:pt x="764568" y="9720"/>
                  <a:pt x="763885" y="10013"/>
                </a:cubicBezTo>
                <a:cubicBezTo>
                  <a:pt x="763202" y="10305"/>
                  <a:pt x="762602" y="10727"/>
                  <a:pt x="762085" y="11278"/>
                </a:cubicBezTo>
                <a:cubicBezTo>
                  <a:pt x="761569" y="11829"/>
                  <a:pt x="761161" y="12501"/>
                  <a:pt x="760863" y="13293"/>
                </a:cubicBezTo>
                <a:cubicBezTo>
                  <a:pt x="760564" y="14085"/>
                  <a:pt x="760415" y="14980"/>
                  <a:pt x="760415" y="15979"/>
                </a:cubicBezTo>
                <a:cubicBezTo>
                  <a:pt x="760415" y="18068"/>
                  <a:pt x="760923" y="19632"/>
                  <a:pt x="761939" y="20671"/>
                </a:cubicBezTo>
                <a:cubicBezTo>
                  <a:pt x="762955" y="21710"/>
                  <a:pt x="764364" y="22229"/>
                  <a:pt x="766166" y="22229"/>
                </a:cubicBezTo>
                <a:cubicBezTo>
                  <a:pt x="766981" y="22229"/>
                  <a:pt x="767770" y="22137"/>
                  <a:pt x="768534" y="21954"/>
                </a:cubicBezTo>
                <a:cubicBezTo>
                  <a:pt x="769297" y="21770"/>
                  <a:pt x="770035" y="21495"/>
                  <a:pt x="770746" y="21127"/>
                </a:cubicBezTo>
                <a:lnTo>
                  <a:pt x="770746" y="23917"/>
                </a:lnTo>
                <a:close/>
                <a:moveTo>
                  <a:pt x="790923" y="24295"/>
                </a:moveTo>
                <a:cubicBezTo>
                  <a:pt x="790246" y="24474"/>
                  <a:pt x="789545" y="24601"/>
                  <a:pt x="788822" y="24679"/>
                </a:cubicBezTo>
                <a:cubicBezTo>
                  <a:pt x="788099" y="24756"/>
                  <a:pt x="787364" y="24795"/>
                  <a:pt x="786618" y="24795"/>
                </a:cubicBezTo>
                <a:cubicBezTo>
                  <a:pt x="784449" y="24795"/>
                  <a:pt x="782830" y="24304"/>
                  <a:pt x="781763" y="23323"/>
                </a:cubicBezTo>
                <a:cubicBezTo>
                  <a:pt x="780695" y="22341"/>
                  <a:pt x="780161" y="20835"/>
                  <a:pt x="780161" y="18803"/>
                </a:cubicBezTo>
                <a:lnTo>
                  <a:pt x="780161" y="9780"/>
                </a:lnTo>
                <a:lnTo>
                  <a:pt x="775323" y="9780"/>
                </a:lnTo>
                <a:lnTo>
                  <a:pt x="775323" y="7266"/>
                </a:lnTo>
                <a:lnTo>
                  <a:pt x="780161" y="7266"/>
                </a:lnTo>
                <a:lnTo>
                  <a:pt x="780161" y="2499"/>
                </a:lnTo>
                <a:lnTo>
                  <a:pt x="783157" y="1722"/>
                </a:lnTo>
                <a:lnTo>
                  <a:pt x="783157" y="7266"/>
                </a:lnTo>
                <a:lnTo>
                  <a:pt x="790923" y="7266"/>
                </a:lnTo>
                <a:lnTo>
                  <a:pt x="790923" y="9780"/>
                </a:lnTo>
                <a:lnTo>
                  <a:pt x="783157" y="9780"/>
                </a:lnTo>
                <a:lnTo>
                  <a:pt x="783157" y="18562"/>
                </a:lnTo>
                <a:cubicBezTo>
                  <a:pt x="783157" y="19801"/>
                  <a:pt x="783487" y="20728"/>
                  <a:pt x="784147" y="21343"/>
                </a:cubicBezTo>
                <a:cubicBezTo>
                  <a:pt x="784807" y="21957"/>
                  <a:pt x="785780" y="22264"/>
                  <a:pt x="787066" y="22264"/>
                </a:cubicBezTo>
                <a:cubicBezTo>
                  <a:pt x="787617" y="22264"/>
                  <a:pt x="788219" y="22219"/>
                  <a:pt x="788874" y="22131"/>
                </a:cubicBezTo>
                <a:cubicBezTo>
                  <a:pt x="789528" y="22042"/>
                  <a:pt x="790211" y="21902"/>
                  <a:pt x="790923" y="21713"/>
                </a:cubicBezTo>
                <a:lnTo>
                  <a:pt x="790923" y="24295"/>
                </a:lnTo>
                <a:close/>
                <a:moveTo>
                  <a:pt x="802449" y="19130"/>
                </a:moveTo>
                <a:cubicBezTo>
                  <a:pt x="802839" y="19130"/>
                  <a:pt x="803209" y="19205"/>
                  <a:pt x="803559" y="19354"/>
                </a:cubicBezTo>
                <a:cubicBezTo>
                  <a:pt x="803909" y="19503"/>
                  <a:pt x="804213" y="19710"/>
                  <a:pt x="804472" y="19974"/>
                </a:cubicBezTo>
                <a:cubicBezTo>
                  <a:pt x="804730" y="20238"/>
                  <a:pt x="804934" y="20545"/>
                  <a:pt x="805083" y="20895"/>
                </a:cubicBezTo>
                <a:cubicBezTo>
                  <a:pt x="805232" y="21245"/>
                  <a:pt x="805307" y="21621"/>
                  <a:pt x="805307" y="22023"/>
                </a:cubicBezTo>
                <a:cubicBezTo>
                  <a:pt x="805307" y="22413"/>
                  <a:pt x="805232" y="22780"/>
                  <a:pt x="805083" y="23125"/>
                </a:cubicBezTo>
                <a:cubicBezTo>
                  <a:pt x="804934" y="23469"/>
                  <a:pt x="804730" y="23770"/>
                  <a:pt x="804472" y="24029"/>
                </a:cubicBezTo>
                <a:cubicBezTo>
                  <a:pt x="804213" y="24287"/>
                  <a:pt x="803909" y="24491"/>
                  <a:pt x="803559" y="24640"/>
                </a:cubicBezTo>
                <a:cubicBezTo>
                  <a:pt x="803209" y="24789"/>
                  <a:pt x="802839" y="24864"/>
                  <a:pt x="802449" y="24864"/>
                </a:cubicBezTo>
                <a:cubicBezTo>
                  <a:pt x="802047" y="24864"/>
                  <a:pt x="801674" y="24789"/>
                  <a:pt x="801329" y="24640"/>
                </a:cubicBezTo>
                <a:cubicBezTo>
                  <a:pt x="800985" y="24491"/>
                  <a:pt x="800684" y="24287"/>
                  <a:pt x="800425" y="24029"/>
                </a:cubicBezTo>
                <a:cubicBezTo>
                  <a:pt x="800167" y="23770"/>
                  <a:pt x="799963" y="23469"/>
                  <a:pt x="799814" y="23125"/>
                </a:cubicBezTo>
                <a:cubicBezTo>
                  <a:pt x="799665" y="22780"/>
                  <a:pt x="799590" y="22413"/>
                  <a:pt x="799590" y="22023"/>
                </a:cubicBezTo>
                <a:cubicBezTo>
                  <a:pt x="799590" y="21621"/>
                  <a:pt x="799665" y="21245"/>
                  <a:pt x="799814" y="20895"/>
                </a:cubicBezTo>
                <a:cubicBezTo>
                  <a:pt x="799963" y="20545"/>
                  <a:pt x="800167" y="20238"/>
                  <a:pt x="800425" y="19974"/>
                </a:cubicBezTo>
                <a:cubicBezTo>
                  <a:pt x="800684" y="19710"/>
                  <a:pt x="800985" y="19503"/>
                  <a:pt x="801329" y="19354"/>
                </a:cubicBezTo>
                <a:cubicBezTo>
                  <a:pt x="801674" y="19205"/>
                  <a:pt x="802047" y="19130"/>
                  <a:pt x="802449" y="19130"/>
                </a:cubicBezTo>
                <a:close/>
                <a:moveTo>
                  <a:pt x="827033" y="7266"/>
                </a:moveTo>
                <a:lnTo>
                  <a:pt x="827033" y="24244"/>
                </a:lnTo>
                <a:cubicBezTo>
                  <a:pt x="827033" y="25449"/>
                  <a:pt x="826861" y="26520"/>
                  <a:pt x="826516" y="27455"/>
                </a:cubicBezTo>
                <a:cubicBezTo>
                  <a:pt x="826172" y="28391"/>
                  <a:pt x="825678" y="29180"/>
                  <a:pt x="825036" y="29823"/>
                </a:cubicBezTo>
                <a:cubicBezTo>
                  <a:pt x="824393" y="30466"/>
                  <a:pt x="823604" y="30953"/>
                  <a:pt x="822668" y="31286"/>
                </a:cubicBezTo>
                <a:cubicBezTo>
                  <a:pt x="821733" y="31619"/>
                  <a:pt x="820679" y="31786"/>
                  <a:pt x="819508" y="31786"/>
                </a:cubicBezTo>
                <a:cubicBezTo>
                  <a:pt x="818659" y="31786"/>
                  <a:pt x="817830" y="31707"/>
                  <a:pt x="817020" y="31548"/>
                </a:cubicBezTo>
                <a:cubicBezTo>
                  <a:pt x="816211" y="31390"/>
                  <a:pt x="815479" y="31171"/>
                  <a:pt x="814825" y="30890"/>
                </a:cubicBezTo>
                <a:lnTo>
                  <a:pt x="814825" y="28032"/>
                </a:lnTo>
                <a:cubicBezTo>
                  <a:pt x="815181" y="28218"/>
                  <a:pt x="815562" y="28387"/>
                  <a:pt x="815970" y="28538"/>
                </a:cubicBezTo>
                <a:cubicBezTo>
                  <a:pt x="816378" y="28690"/>
                  <a:pt x="816796" y="28818"/>
                  <a:pt x="817227" y="28922"/>
                </a:cubicBezTo>
                <a:cubicBezTo>
                  <a:pt x="817657" y="29028"/>
                  <a:pt x="818091" y="29106"/>
                  <a:pt x="818527" y="29159"/>
                </a:cubicBezTo>
                <a:cubicBezTo>
                  <a:pt x="818963" y="29211"/>
                  <a:pt x="819388" y="29237"/>
                  <a:pt x="819801" y="29237"/>
                </a:cubicBezTo>
                <a:cubicBezTo>
                  <a:pt x="821110" y="29237"/>
                  <a:pt x="822137" y="28824"/>
                  <a:pt x="822883" y="27998"/>
                </a:cubicBezTo>
                <a:cubicBezTo>
                  <a:pt x="823629" y="27171"/>
                  <a:pt x="824002" y="25954"/>
                  <a:pt x="824002" y="24347"/>
                </a:cubicBezTo>
                <a:lnTo>
                  <a:pt x="824002" y="9746"/>
                </a:lnTo>
                <a:lnTo>
                  <a:pt x="815531" y="9746"/>
                </a:lnTo>
                <a:lnTo>
                  <a:pt x="815531" y="7266"/>
                </a:lnTo>
                <a:lnTo>
                  <a:pt x="827033" y="7266"/>
                </a:lnTo>
                <a:moveTo>
                  <a:pt x="825225" y="0"/>
                </a:moveTo>
                <a:cubicBezTo>
                  <a:pt x="825558" y="0"/>
                  <a:pt x="825868" y="60"/>
                  <a:pt x="826155" y="181"/>
                </a:cubicBezTo>
                <a:cubicBezTo>
                  <a:pt x="826442" y="301"/>
                  <a:pt x="826691" y="471"/>
                  <a:pt x="826904" y="689"/>
                </a:cubicBezTo>
                <a:cubicBezTo>
                  <a:pt x="827116" y="907"/>
                  <a:pt x="827283" y="1159"/>
                  <a:pt x="827403" y="1446"/>
                </a:cubicBezTo>
                <a:cubicBezTo>
                  <a:pt x="827524" y="1733"/>
                  <a:pt x="827584" y="2038"/>
                  <a:pt x="827584" y="2359"/>
                </a:cubicBezTo>
                <a:cubicBezTo>
                  <a:pt x="827584" y="2692"/>
                  <a:pt x="827524" y="2999"/>
                  <a:pt x="827403" y="3280"/>
                </a:cubicBezTo>
                <a:cubicBezTo>
                  <a:pt x="827283" y="3561"/>
                  <a:pt x="827116" y="3811"/>
                  <a:pt x="826904" y="4029"/>
                </a:cubicBezTo>
                <a:cubicBezTo>
                  <a:pt x="826691" y="4247"/>
                  <a:pt x="826442" y="4417"/>
                  <a:pt x="826155" y="4537"/>
                </a:cubicBezTo>
                <a:cubicBezTo>
                  <a:pt x="825868" y="4658"/>
                  <a:pt x="825558" y="4718"/>
                  <a:pt x="825225" y="4718"/>
                </a:cubicBezTo>
                <a:cubicBezTo>
                  <a:pt x="824892" y="4718"/>
                  <a:pt x="824582" y="4658"/>
                  <a:pt x="824295" y="4537"/>
                </a:cubicBezTo>
                <a:cubicBezTo>
                  <a:pt x="824008" y="4417"/>
                  <a:pt x="823759" y="4247"/>
                  <a:pt x="823546" y="4029"/>
                </a:cubicBezTo>
                <a:cubicBezTo>
                  <a:pt x="823334" y="3811"/>
                  <a:pt x="823167" y="3561"/>
                  <a:pt x="823047" y="3280"/>
                </a:cubicBezTo>
                <a:cubicBezTo>
                  <a:pt x="822926" y="2999"/>
                  <a:pt x="822866" y="2692"/>
                  <a:pt x="822866" y="2359"/>
                </a:cubicBezTo>
                <a:cubicBezTo>
                  <a:pt x="822866" y="2038"/>
                  <a:pt x="822926" y="1733"/>
                  <a:pt x="823047" y="1446"/>
                </a:cubicBezTo>
                <a:cubicBezTo>
                  <a:pt x="823167" y="1159"/>
                  <a:pt x="823334" y="907"/>
                  <a:pt x="823546" y="689"/>
                </a:cubicBezTo>
                <a:cubicBezTo>
                  <a:pt x="823759" y="471"/>
                  <a:pt x="824008" y="301"/>
                  <a:pt x="824295" y="181"/>
                </a:cubicBezTo>
                <a:cubicBezTo>
                  <a:pt x="824582" y="60"/>
                  <a:pt x="824892" y="0"/>
                  <a:pt x="825225" y="0"/>
                </a:cubicBezTo>
                <a:close/>
                <a:moveTo>
                  <a:pt x="848690" y="19836"/>
                </a:moveTo>
                <a:cubicBezTo>
                  <a:pt x="848690" y="20444"/>
                  <a:pt x="848587" y="20990"/>
                  <a:pt x="848381" y="21472"/>
                </a:cubicBezTo>
                <a:cubicBezTo>
                  <a:pt x="848174" y="21954"/>
                  <a:pt x="847893" y="22381"/>
                  <a:pt x="847537" y="22754"/>
                </a:cubicBezTo>
                <a:cubicBezTo>
                  <a:pt x="847181" y="23127"/>
                  <a:pt x="846768" y="23446"/>
                  <a:pt x="846297" y="23710"/>
                </a:cubicBezTo>
                <a:cubicBezTo>
                  <a:pt x="845826" y="23974"/>
                  <a:pt x="845324" y="24192"/>
                  <a:pt x="844790" y="24364"/>
                </a:cubicBezTo>
                <a:cubicBezTo>
                  <a:pt x="844257" y="24537"/>
                  <a:pt x="843709" y="24663"/>
                  <a:pt x="843146" y="24743"/>
                </a:cubicBezTo>
                <a:cubicBezTo>
                  <a:pt x="842584" y="24824"/>
                  <a:pt x="842033" y="24864"/>
                  <a:pt x="841493" y="24864"/>
                </a:cubicBezTo>
                <a:cubicBezTo>
                  <a:pt x="840322" y="24864"/>
                  <a:pt x="839246" y="24812"/>
                  <a:pt x="838265" y="24709"/>
                </a:cubicBezTo>
                <a:cubicBezTo>
                  <a:pt x="837283" y="24605"/>
                  <a:pt x="836322" y="24439"/>
                  <a:pt x="835380" y="24209"/>
                </a:cubicBezTo>
                <a:lnTo>
                  <a:pt x="835380" y="21454"/>
                </a:lnTo>
                <a:cubicBezTo>
                  <a:pt x="836391" y="21741"/>
                  <a:pt x="837395" y="21960"/>
                  <a:pt x="838394" y="22109"/>
                </a:cubicBezTo>
                <a:cubicBezTo>
                  <a:pt x="839392" y="22258"/>
                  <a:pt x="840385" y="22333"/>
                  <a:pt x="841373" y="22333"/>
                </a:cubicBezTo>
                <a:cubicBezTo>
                  <a:pt x="842807" y="22333"/>
                  <a:pt x="843869" y="22137"/>
                  <a:pt x="844558" y="21747"/>
                </a:cubicBezTo>
                <a:cubicBezTo>
                  <a:pt x="845247" y="21357"/>
                  <a:pt x="845591" y="20800"/>
                  <a:pt x="845591" y="20077"/>
                </a:cubicBezTo>
                <a:cubicBezTo>
                  <a:pt x="845591" y="19767"/>
                  <a:pt x="845537" y="19489"/>
                  <a:pt x="845428" y="19242"/>
                </a:cubicBezTo>
                <a:cubicBezTo>
                  <a:pt x="845318" y="18995"/>
                  <a:pt x="845120" y="18760"/>
                  <a:pt x="844833" y="18536"/>
                </a:cubicBezTo>
                <a:cubicBezTo>
                  <a:pt x="844546" y="18312"/>
                  <a:pt x="844102" y="18080"/>
                  <a:pt x="843499" y="17839"/>
                </a:cubicBezTo>
                <a:cubicBezTo>
                  <a:pt x="842896" y="17597"/>
                  <a:pt x="842073" y="17322"/>
                  <a:pt x="841028" y="17012"/>
                </a:cubicBezTo>
                <a:cubicBezTo>
                  <a:pt x="840248" y="16782"/>
                  <a:pt x="839527" y="16521"/>
                  <a:pt x="838867" y="16229"/>
                </a:cubicBezTo>
                <a:cubicBezTo>
                  <a:pt x="838207" y="15936"/>
                  <a:pt x="837636" y="15589"/>
                  <a:pt x="837154" y="15187"/>
                </a:cubicBezTo>
                <a:cubicBezTo>
                  <a:pt x="836672" y="14785"/>
                  <a:pt x="836293" y="14314"/>
                  <a:pt x="836018" y="13775"/>
                </a:cubicBezTo>
                <a:cubicBezTo>
                  <a:pt x="835742" y="13235"/>
                  <a:pt x="835604" y="12598"/>
                  <a:pt x="835604" y="11864"/>
                </a:cubicBezTo>
                <a:cubicBezTo>
                  <a:pt x="835604" y="11382"/>
                  <a:pt x="835716" y="10853"/>
                  <a:pt x="835940" y="10280"/>
                </a:cubicBezTo>
                <a:cubicBezTo>
                  <a:pt x="836164" y="9706"/>
                  <a:pt x="836546" y="9172"/>
                  <a:pt x="837085" y="8678"/>
                </a:cubicBezTo>
                <a:cubicBezTo>
                  <a:pt x="837625" y="8185"/>
                  <a:pt x="838354" y="7774"/>
                  <a:pt x="839272" y="7447"/>
                </a:cubicBezTo>
                <a:cubicBezTo>
                  <a:pt x="840190" y="7120"/>
                  <a:pt x="841338" y="6956"/>
                  <a:pt x="842716" y="6956"/>
                </a:cubicBezTo>
                <a:cubicBezTo>
                  <a:pt x="843393" y="6956"/>
                  <a:pt x="844145" y="6994"/>
                  <a:pt x="844971" y="7068"/>
                </a:cubicBezTo>
                <a:cubicBezTo>
                  <a:pt x="845798" y="7143"/>
                  <a:pt x="846659" y="7272"/>
                  <a:pt x="847554" y="7456"/>
                </a:cubicBezTo>
                <a:lnTo>
                  <a:pt x="847554" y="10125"/>
                </a:lnTo>
                <a:cubicBezTo>
                  <a:pt x="846613" y="9895"/>
                  <a:pt x="845720" y="9726"/>
                  <a:pt x="844877" y="9617"/>
                </a:cubicBezTo>
                <a:cubicBezTo>
                  <a:pt x="844033" y="9508"/>
                  <a:pt x="843301" y="9453"/>
                  <a:pt x="842681" y="9453"/>
                </a:cubicBezTo>
                <a:cubicBezTo>
                  <a:pt x="841935" y="9453"/>
                  <a:pt x="841307" y="9510"/>
                  <a:pt x="840796" y="9625"/>
                </a:cubicBezTo>
                <a:cubicBezTo>
                  <a:pt x="840285" y="9740"/>
                  <a:pt x="839872" y="9898"/>
                  <a:pt x="839556" y="10099"/>
                </a:cubicBezTo>
                <a:cubicBezTo>
                  <a:pt x="839240" y="10300"/>
                  <a:pt x="839014" y="10535"/>
                  <a:pt x="838876" y="10805"/>
                </a:cubicBezTo>
                <a:cubicBezTo>
                  <a:pt x="838738" y="11074"/>
                  <a:pt x="838669" y="11364"/>
                  <a:pt x="838669" y="11674"/>
                </a:cubicBezTo>
                <a:cubicBezTo>
                  <a:pt x="838669" y="11984"/>
                  <a:pt x="838729" y="12265"/>
                  <a:pt x="838850" y="12518"/>
                </a:cubicBezTo>
                <a:cubicBezTo>
                  <a:pt x="838971" y="12770"/>
                  <a:pt x="839194" y="13014"/>
                  <a:pt x="839522" y="13250"/>
                </a:cubicBezTo>
                <a:cubicBezTo>
                  <a:pt x="839849" y="13485"/>
                  <a:pt x="840305" y="13720"/>
                  <a:pt x="840890" y="13956"/>
                </a:cubicBezTo>
                <a:cubicBezTo>
                  <a:pt x="841476" y="14191"/>
                  <a:pt x="842239" y="14446"/>
                  <a:pt x="843180" y="14722"/>
                </a:cubicBezTo>
                <a:cubicBezTo>
                  <a:pt x="844202" y="15020"/>
                  <a:pt x="845063" y="15333"/>
                  <a:pt x="845763" y="15660"/>
                </a:cubicBezTo>
                <a:cubicBezTo>
                  <a:pt x="846463" y="15988"/>
                  <a:pt x="847032" y="16352"/>
                  <a:pt x="847468" y="16754"/>
                </a:cubicBezTo>
                <a:cubicBezTo>
                  <a:pt x="847904" y="17156"/>
                  <a:pt x="848217" y="17609"/>
                  <a:pt x="848406" y="18114"/>
                </a:cubicBezTo>
                <a:cubicBezTo>
                  <a:pt x="848596" y="18619"/>
                  <a:pt x="848690" y="19193"/>
                  <a:pt x="848690" y="19836"/>
                </a:cubicBezTo>
                <a:close/>
                <a:moveTo>
                  <a:pt x="870262" y="24554"/>
                </a:moveTo>
                <a:lnTo>
                  <a:pt x="866284" y="24554"/>
                </a:lnTo>
                <a:lnTo>
                  <a:pt x="861618" y="17959"/>
                </a:lnTo>
                <a:lnTo>
                  <a:pt x="857003" y="24554"/>
                </a:lnTo>
                <a:lnTo>
                  <a:pt x="853129" y="24554"/>
                </a:lnTo>
                <a:lnTo>
                  <a:pt x="859827" y="15876"/>
                </a:lnTo>
                <a:lnTo>
                  <a:pt x="853439" y="7266"/>
                </a:lnTo>
                <a:lnTo>
                  <a:pt x="857279" y="7266"/>
                </a:lnTo>
                <a:lnTo>
                  <a:pt x="861825" y="13913"/>
                </a:lnTo>
                <a:lnTo>
                  <a:pt x="866284" y="7266"/>
                </a:lnTo>
                <a:lnTo>
                  <a:pt x="869986" y="7266"/>
                </a:lnTo>
                <a:lnTo>
                  <a:pt x="863495" y="15944"/>
                </a:lnTo>
                <a:lnTo>
                  <a:pt x="870262" y="24554"/>
                </a:lnTo>
                <a:close/>
              </a:path>
            </a:pathLst>
          </a:custGeom>
          <a:solidFill xmlns:a="http://schemas.openxmlformats.org/drawingml/2006/main">
            <a:srgbClr val="569C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+++b/src/cascader-select/cascader-select.jsx">
            <a:extLst xmlns:a="http://schemas.openxmlformats.org/drawingml/2006/main">
              <a:ext uri="{FF2B5EF4-FFF2-40B4-BE49-F238E27FC236}">
                <a16:creationId xmlns:a16="http://schemas.microsoft.com/office/drawing/2014/main" id="{C3BA7567-5B40-44F1-A74C-1D7E3895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242" y="8726825"/>
            <a:ext cx="873361" cy="31786"/>
          </a:xfrm>
          <a:custGeom xmlns:a="http://schemas.openxmlformats.org/drawingml/2006/main">
            <a:pathLst>
              <a:path w="873361" h="31786">
                <a:moveTo>
                  <a:pt x="16495" y="16461"/>
                </a:moveTo>
                <a:lnTo>
                  <a:pt x="9729" y="16461"/>
                </a:lnTo>
                <a:lnTo>
                  <a:pt x="9729" y="23486"/>
                </a:lnTo>
                <a:lnTo>
                  <a:pt x="6767" y="23486"/>
                </a:lnTo>
                <a:lnTo>
                  <a:pt x="6767" y="16461"/>
                </a:lnTo>
                <a:lnTo>
                  <a:pt x="0" y="16461"/>
                </a:lnTo>
                <a:lnTo>
                  <a:pt x="0" y="13844"/>
                </a:lnTo>
                <a:lnTo>
                  <a:pt x="6767" y="13844"/>
                </a:lnTo>
                <a:lnTo>
                  <a:pt x="6767" y="6853"/>
                </a:lnTo>
                <a:lnTo>
                  <a:pt x="9729" y="6853"/>
                </a:lnTo>
                <a:lnTo>
                  <a:pt x="9729" y="13844"/>
                </a:lnTo>
                <a:lnTo>
                  <a:pt x="16495" y="13844"/>
                </a:lnTo>
                <a:lnTo>
                  <a:pt x="16495" y="16461"/>
                </a:lnTo>
                <a:close/>
                <a:moveTo>
                  <a:pt x="36173" y="16461"/>
                </a:moveTo>
                <a:lnTo>
                  <a:pt x="29406" y="16461"/>
                </a:lnTo>
                <a:lnTo>
                  <a:pt x="29406" y="23486"/>
                </a:lnTo>
                <a:lnTo>
                  <a:pt x="26444" y="23486"/>
                </a:lnTo>
                <a:lnTo>
                  <a:pt x="26444" y="16461"/>
                </a:lnTo>
                <a:lnTo>
                  <a:pt x="19677" y="16461"/>
                </a:lnTo>
                <a:lnTo>
                  <a:pt x="19677" y="13844"/>
                </a:lnTo>
                <a:lnTo>
                  <a:pt x="26444" y="13844"/>
                </a:lnTo>
                <a:lnTo>
                  <a:pt x="26444" y="6853"/>
                </a:lnTo>
                <a:lnTo>
                  <a:pt x="29406" y="6853"/>
                </a:lnTo>
                <a:lnTo>
                  <a:pt x="29406" y="13844"/>
                </a:lnTo>
                <a:lnTo>
                  <a:pt x="36173" y="13844"/>
                </a:lnTo>
                <a:lnTo>
                  <a:pt x="36173" y="16461"/>
                </a:lnTo>
                <a:close/>
                <a:moveTo>
                  <a:pt x="55850" y="16461"/>
                </a:moveTo>
                <a:lnTo>
                  <a:pt x="49083" y="16461"/>
                </a:lnTo>
                <a:lnTo>
                  <a:pt x="49083" y="23486"/>
                </a:lnTo>
                <a:lnTo>
                  <a:pt x="46121" y="23486"/>
                </a:lnTo>
                <a:lnTo>
                  <a:pt x="46121" y="16461"/>
                </a:lnTo>
                <a:lnTo>
                  <a:pt x="39354" y="16461"/>
                </a:lnTo>
                <a:lnTo>
                  <a:pt x="39354" y="13844"/>
                </a:lnTo>
                <a:lnTo>
                  <a:pt x="46121" y="13844"/>
                </a:lnTo>
                <a:lnTo>
                  <a:pt x="46121" y="6853"/>
                </a:lnTo>
                <a:lnTo>
                  <a:pt x="49083" y="6853"/>
                </a:lnTo>
                <a:lnTo>
                  <a:pt x="49083" y="13844"/>
                </a:lnTo>
                <a:lnTo>
                  <a:pt x="55850" y="13844"/>
                </a:lnTo>
                <a:lnTo>
                  <a:pt x="55850" y="16461"/>
                </a:lnTo>
                <a:close/>
                <a:moveTo>
                  <a:pt x="94791" y="15600"/>
                </a:moveTo>
                <a:cubicBezTo>
                  <a:pt x="94791" y="17035"/>
                  <a:pt x="94593" y="18318"/>
                  <a:pt x="94197" y="19448"/>
                </a:cubicBezTo>
                <a:cubicBezTo>
                  <a:pt x="93801" y="20579"/>
                  <a:pt x="93238" y="21538"/>
                  <a:pt x="92509" y="22324"/>
                </a:cubicBezTo>
                <a:cubicBezTo>
                  <a:pt x="91781" y="23110"/>
                  <a:pt x="90894" y="23713"/>
                  <a:pt x="89849" y="24132"/>
                </a:cubicBezTo>
                <a:cubicBezTo>
                  <a:pt x="88805" y="24551"/>
                  <a:pt x="87628" y="24760"/>
                  <a:pt x="86319" y="24760"/>
                </a:cubicBezTo>
                <a:cubicBezTo>
                  <a:pt x="85298" y="24760"/>
                  <a:pt x="84253" y="24663"/>
                  <a:pt x="83186" y="24468"/>
                </a:cubicBezTo>
                <a:cubicBezTo>
                  <a:pt x="82118" y="24273"/>
                  <a:pt x="81062" y="23963"/>
                  <a:pt x="80017" y="23538"/>
                </a:cubicBezTo>
                <a:lnTo>
                  <a:pt x="80017" y="207"/>
                </a:lnTo>
                <a:lnTo>
                  <a:pt x="83013" y="207"/>
                </a:lnTo>
                <a:lnTo>
                  <a:pt x="83013" y="6917"/>
                </a:lnTo>
                <a:lnTo>
                  <a:pt x="82876" y="10125"/>
                </a:lnTo>
                <a:cubicBezTo>
                  <a:pt x="83737" y="8965"/>
                  <a:pt x="84658" y="8147"/>
                  <a:pt x="85639" y="7671"/>
                </a:cubicBezTo>
                <a:cubicBezTo>
                  <a:pt x="86621" y="7195"/>
                  <a:pt x="87674" y="6956"/>
                  <a:pt x="88799" y="6956"/>
                </a:cubicBezTo>
                <a:cubicBezTo>
                  <a:pt x="89786" y="6956"/>
                  <a:pt x="90653" y="7163"/>
                  <a:pt x="91399" y="7576"/>
                </a:cubicBezTo>
                <a:cubicBezTo>
                  <a:pt x="92145" y="7989"/>
                  <a:pt x="92771" y="8572"/>
                  <a:pt x="93276" y="9324"/>
                </a:cubicBezTo>
                <a:cubicBezTo>
                  <a:pt x="93781" y="10076"/>
                  <a:pt x="94160" y="10983"/>
                  <a:pt x="94412" y="12044"/>
                </a:cubicBezTo>
                <a:cubicBezTo>
                  <a:pt x="94665" y="13106"/>
                  <a:pt x="94791" y="14291"/>
                  <a:pt x="94791" y="15600"/>
                </a:cubicBezTo>
                <a:moveTo>
                  <a:pt x="91726" y="15738"/>
                </a:moveTo>
                <a:cubicBezTo>
                  <a:pt x="91726" y="14831"/>
                  <a:pt x="91660" y="13999"/>
                  <a:pt x="91528" y="13241"/>
                </a:cubicBezTo>
                <a:cubicBezTo>
                  <a:pt x="91396" y="12484"/>
                  <a:pt x="91187" y="11835"/>
                  <a:pt x="90900" y="11295"/>
                </a:cubicBezTo>
                <a:cubicBezTo>
                  <a:pt x="90613" y="10756"/>
                  <a:pt x="90245" y="10334"/>
                  <a:pt x="89798" y="10030"/>
                </a:cubicBezTo>
                <a:cubicBezTo>
                  <a:pt x="89350" y="9726"/>
                  <a:pt x="88816" y="9574"/>
                  <a:pt x="88196" y="9574"/>
                </a:cubicBezTo>
                <a:cubicBezTo>
                  <a:pt x="87817" y="9574"/>
                  <a:pt x="87433" y="9634"/>
                  <a:pt x="87043" y="9754"/>
                </a:cubicBezTo>
                <a:cubicBezTo>
                  <a:pt x="86652" y="9875"/>
                  <a:pt x="86248" y="10076"/>
                  <a:pt x="85829" y="10357"/>
                </a:cubicBezTo>
                <a:cubicBezTo>
                  <a:pt x="85410" y="10638"/>
                  <a:pt x="84968" y="11011"/>
                  <a:pt x="84503" y="11476"/>
                </a:cubicBezTo>
                <a:cubicBezTo>
                  <a:pt x="84038" y="11941"/>
                  <a:pt x="83541" y="12518"/>
                  <a:pt x="83013" y="13207"/>
                </a:cubicBezTo>
                <a:lnTo>
                  <a:pt x="83013" y="21592"/>
                </a:lnTo>
                <a:cubicBezTo>
                  <a:pt x="83599" y="21822"/>
                  <a:pt x="84196" y="22003"/>
                  <a:pt x="84804" y="22135"/>
                </a:cubicBezTo>
                <a:cubicBezTo>
                  <a:pt x="85413" y="22267"/>
                  <a:pt x="85992" y="22333"/>
                  <a:pt x="86543" y="22333"/>
                </a:cubicBezTo>
                <a:cubicBezTo>
                  <a:pt x="87232" y="22333"/>
                  <a:pt x="87889" y="22224"/>
                  <a:pt x="88515" y="22005"/>
                </a:cubicBezTo>
                <a:cubicBezTo>
                  <a:pt x="89140" y="21787"/>
                  <a:pt x="89691" y="21423"/>
                  <a:pt x="90168" y="20912"/>
                </a:cubicBezTo>
                <a:cubicBezTo>
                  <a:pt x="90644" y="20401"/>
                  <a:pt x="91023" y="19724"/>
                  <a:pt x="91304" y="18880"/>
                </a:cubicBezTo>
                <a:cubicBezTo>
                  <a:pt x="91585" y="18037"/>
                  <a:pt x="91726" y="16989"/>
                  <a:pt x="91726" y="15738"/>
                </a:cubicBezTo>
                <a:close/>
                <a:moveTo>
                  <a:pt x="112567" y="207"/>
                </a:moveTo>
                <a:lnTo>
                  <a:pt x="100755" y="28273"/>
                </a:lnTo>
                <a:lnTo>
                  <a:pt x="97897" y="28273"/>
                </a:lnTo>
                <a:lnTo>
                  <a:pt x="109709" y="207"/>
                </a:lnTo>
                <a:lnTo>
                  <a:pt x="112567" y="207"/>
                </a:lnTo>
                <a:close/>
                <a:moveTo>
                  <a:pt x="132198" y="19836"/>
                </a:moveTo>
                <a:cubicBezTo>
                  <a:pt x="132198" y="20444"/>
                  <a:pt x="132094" y="20990"/>
                  <a:pt x="131888" y="21472"/>
                </a:cubicBezTo>
                <a:cubicBezTo>
                  <a:pt x="131681" y="21954"/>
                  <a:pt x="131400" y="22381"/>
                  <a:pt x="131044" y="22754"/>
                </a:cubicBezTo>
                <a:cubicBezTo>
                  <a:pt x="130688" y="23127"/>
                  <a:pt x="130275" y="23446"/>
                  <a:pt x="129804" y="23710"/>
                </a:cubicBezTo>
                <a:cubicBezTo>
                  <a:pt x="129334" y="23974"/>
                  <a:pt x="128831" y="24192"/>
                  <a:pt x="128298" y="24364"/>
                </a:cubicBezTo>
                <a:cubicBezTo>
                  <a:pt x="127764" y="24537"/>
                  <a:pt x="127216" y="24663"/>
                  <a:pt x="126653" y="24743"/>
                </a:cubicBezTo>
                <a:cubicBezTo>
                  <a:pt x="126091" y="24824"/>
                  <a:pt x="125540" y="24864"/>
                  <a:pt x="125000" y="24864"/>
                </a:cubicBezTo>
                <a:cubicBezTo>
                  <a:pt x="123829" y="24864"/>
                  <a:pt x="122753" y="24812"/>
                  <a:pt x="121772" y="24709"/>
                </a:cubicBezTo>
                <a:cubicBezTo>
                  <a:pt x="120790" y="24605"/>
                  <a:pt x="119829" y="24439"/>
                  <a:pt x="118888" y="24209"/>
                </a:cubicBezTo>
                <a:lnTo>
                  <a:pt x="118888" y="21454"/>
                </a:lnTo>
                <a:cubicBezTo>
                  <a:pt x="119898" y="21741"/>
                  <a:pt x="120902" y="21960"/>
                  <a:pt x="121901" y="22109"/>
                </a:cubicBezTo>
                <a:cubicBezTo>
                  <a:pt x="122900" y="22258"/>
                  <a:pt x="123892" y="22333"/>
                  <a:pt x="124880" y="22333"/>
                </a:cubicBezTo>
                <a:cubicBezTo>
                  <a:pt x="126315" y="22333"/>
                  <a:pt x="127376" y="22137"/>
                  <a:pt x="128065" y="21747"/>
                </a:cubicBezTo>
                <a:cubicBezTo>
                  <a:pt x="128754" y="21357"/>
                  <a:pt x="129098" y="20800"/>
                  <a:pt x="129098" y="20077"/>
                </a:cubicBezTo>
                <a:cubicBezTo>
                  <a:pt x="129098" y="19767"/>
                  <a:pt x="129044" y="19489"/>
                  <a:pt x="128935" y="19242"/>
                </a:cubicBezTo>
                <a:cubicBezTo>
                  <a:pt x="128826" y="18995"/>
                  <a:pt x="128628" y="18760"/>
                  <a:pt x="128341" y="18536"/>
                </a:cubicBezTo>
                <a:cubicBezTo>
                  <a:pt x="128054" y="18312"/>
                  <a:pt x="127609" y="18080"/>
                  <a:pt x="127006" y="17839"/>
                </a:cubicBezTo>
                <a:cubicBezTo>
                  <a:pt x="126403" y="17597"/>
                  <a:pt x="125580" y="17322"/>
                  <a:pt x="124535" y="17012"/>
                </a:cubicBezTo>
                <a:cubicBezTo>
                  <a:pt x="123755" y="16782"/>
                  <a:pt x="123034" y="16521"/>
                  <a:pt x="122374" y="16229"/>
                </a:cubicBezTo>
                <a:cubicBezTo>
                  <a:pt x="121714" y="15936"/>
                  <a:pt x="121143" y="15589"/>
                  <a:pt x="120661" y="15187"/>
                </a:cubicBezTo>
                <a:cubicBezTo>
                  <a:pt x="120179" y="14785"/>
                  <a:pt x="119800" y="14314"/>
                  <a:pt x="119525" y="13775"/>
                </a:cubicBezTo>
                <a:cubicBezTo>
                  <a:pt x="119249" y="13235"/>
                  <a:pt x="119111" y="12598"/>
                  <a:pt x="119111" y="11864"/>
                </a:cubicBezTo>
                <a:cubicBezTo>
                  <a:pt x="119111" y="11382"/>
                  <a:pt x="119223" y="10853"/>
                  <a:pt x="119447" y="10280"/>
                </a:cubicBezTo>
                <a:cubicBezTo>
                  <a:pt x="119671" y="9706"/>
                  <a:pt x="120053" y="9172"/>
                  <a:pt x="120592" y="8678"/>
                </a:cubicBezTo>
                <a:cubicBezTo>
                  <a:pt x="121132" y="8185"/>
                  <a:pt x="121861" y="7774"/>
                  <a:pt x="122779" y="7447"/>
                </a:cubicBezTo>
                <a:cubicBezTo>
                  <a:pt x="123697" y="7120"/>
                  <a:pt x="124845" y="6956"/>
                  <a:pt x="126223" y="6956"/>
                </a:cubicBezTo>
                <a:cubicBezTo>
                  <a:pt x="126900" y="6956"/>
                  <a:pt x="127652" y="6994"/>
                  <a:pt x="128478" y="7068"/>
                </a:cubicBezTo>
                <a:cubicBezTo>
                  <a:pt x="129305" y="7143"/>
                  <a:pt x="130166" y="7272"/>
                  <a:pt x="131061" y="7456"/>
                </a:cubicBezTo>
                <a:lnTo>
                  <a:pt x="131061" y="10125"/>
                </a:lnTo>
                <a:cubicBezTo>
                  <a:pt x="130120" y="9895"/>
                  <a:pt x="129227" y="9726"/>
                  <a:pt x="128384" y="9617"/>
                </a:cubicBezTo>
                <a:cubicBezTo>
                  <a:pt x="127540" y="9508"/>
                  <a:pt x="126808" y="9453"/>
                  <a:pt x="126188" y="9453"/>
                </a:cubicBezTo>
                <a:cubicBezTo>
                  <a:pt x="125442" y="9453"/>
                  <a:pt x="124814" y="9510"/>
                  <a:pt x="124303" y="9625"/>
                </a:cubicBezTo>
                <a:cubicBezTo>
                  <a:pt x="123792" y="9740"/>
                  <a:pt x="123379" y="9898"/>
                  <a:pt x="123063" y="10099"/>
                </a:cubicBezTo>
                <a:cubicBezTo>
                  <a:pt x="122747" y="10300"/>
                  <a:pt x="122521" y="10535"/>
                  <a:pt x="122383" y="10805"/>
                </a:cubicBezTo>
                <a:cubicBezTo>
                  <a:pt x="122245" y="11074"/>
                  <a:pt x="122176" y="11364"/>
                  <a:pt x="122176" y="11674"/>
                </a:cubicBezTo>
                <a:cubicBezTo>
                  <a:pt x="122176" y="11984"/>
                  <a:pt x="122237" y="12265"/>
                  <a:pt x="122357" y="12518"/>
                </a:cubicBezTo>
                <a:cubicBezTo>
                  <a:pt x="122478" y="12770"/>
                  <a:pt x="122701" y="13014"/>
                  <a:pt x="123029" y="13250"/>
                </a:cubicBezTo>
                <a:cubicBezTo>
                  <a:pt x="123356" y="13485"/>
                  <a:pt x="123812" y="13720"/>
                  <a:pt x="124398" y="13956"/>
                </a:cubicBezTo>
                <a:cubicBezTo>
                  <a:pt x="124983" y="14191"/>
                  <a:pt x="125746" y="14446"/>
                  <a:pt x="126688" y="14722"/>
                </a:cubicBezTo>
                <a:cubicBezTo>
                  <a:pt x="127709" y="15020"/>
                  <a:pt x="128570" y="15333"/>
                  <a:pt x="129270" y="15660"/>
                </a:cubicBezTo>
                <a:cubicBezTo>
                  <a:pt x="129971" y="15988"/>
                  <a:pt x="130539" y="16352"/>
                  <a:pt x="130975" y="16754"/>
                </a:cubicBezTo>
                <a:cubicBezTo>
                  <a:pt x="131411" y="17156"/>
                  <a:pt x="131724" y="17609"/>
                  <a:pt x="131913" y="18114"/>
                </a:cubicBezTo>
                <a:cubicBezTo>
                  <a:pt x="132103" y="18619"/>
                  <a:pt x="132198" y="19193"/>
                  <a:pt x="132198" y="19836"/>
                </a:cubicBezTo>
                <a:close/>
                <a:moveTo>
                  <a:pt x="138921" y="7266"/>
                </a:moveTo>
                <a:lnTo>
                  <a:pt x="141659" y="7266"/>
                </a:lnTo>
                <a:lnTo>
                  <a:pt x="141745" y="10444"/>
                </a:lnTo>
                <a:cubicBezTo>
                  <a:pt x="142766" y="9218"/>
                  <a:pt x="143774" y="8331"/>
                  <a:pt x="144767" y="7781"/>
                </a:cubicBezTo>
                <a:cubicBezTo>
                  <a:pt x="145760" y="7231"/>
                  <a:pt x="146761" y="6956"/>
                  <a:pt x="147771" y="6956"/>
                </a:cubicBezTo>
                <a:cubicBezTo>
                  <a:pt x="149562" y="6956"/>
                  <a:pt x="150919" y="7535"/>
                  <a:pt x="151843" y="8691"/>
                </a:cubicBezTo>
                <a:cubicBezTo>
                  <a:pt x="152768" y="9848"/>
                  <a:pt x="153195" y="11565"/>
                  <a:pt x="153126" y="13844"/>
                </a:cubicBezTo>
                <a:lnTo>
                  <a:pt x="150096" y="13844"/>
                </a:lnTo>
                <a:cubicBezTo>
                  <a:pt x="150130" y="12335"/>
                  <a:pt x="149909" y="11240"/>
                  <a:pt x="149433" y="10560"/>
                </a:cubicBezTo>
                <a:cubicBezTo>
                  <a:pt x="148956" y="9879"/>
                  <a:pt x="148259" y="9539"/>
                  <a:pt x="147341" y="9539"/>
                </a:cubicBezTo>
                <a:cubicBezTo>
                  <a:pt x="146939" y="9539"/>
                  <a:pt x="146534" y="9611"/>
                  <a:pt x="146127" y="9754"/>
                </a:cubicBezTo>
                <a:cubicBezTo>
                  <a:pt x="145719" y="9897"/>
                  <a:pt x="145300" y="10125"/>
                  <a:pt x="144870" y="10439"/>
                </a:cubicBezTo>
                <a:cubicBezTo>
                  <a:pt x="144439" y="10754"/>
                  <a:pt x="143983" y="11157"/>
                  <a:pt x="143501" y="11648"/>
                </a:cubicBezTo>
                <a:cubicBezTo>
                  <a:pt x="143019" y="12140"/>
                  <a:pt x="142502" y="12734"/>
                  <a:pt x="141951" y="13432"/>
                </a:cubicBezTo>
                <a:lnTo>
                  <a:pt x="141951" y="24554"/>
                </a:lnTo>
                <a:lnTo>
                  <a:pt x="138921" y="24554"/>
                </a:lnTo>
                <a:lnTo>
                  <a:pt x="138921" y="7266"/>
                </a:lnTo>
                <a:close/>
                <a:moveTo>
                  <a:pt x="171352" y="23917"/>
                </a:moveTo>
                <a:cubicBezTo>
                  <a:pt x="170571" y="24215"/>
                  <a:pt x="169770" y="24436"/>
                  <a:pt x="168950" y="24580"/>
                </a:cubicBezTo>
                <a:cubicBezTo>
                  <a:pt x="168129" y="24723"/>
                  <a:pt x="167282" y="24795"/>
                  <a:pt x="166410" y="24795"/>
                </a:cubicBezTo>
                <a:cubicBezTo>
                  <a:pt x="163678" y="24795"/>
                  <a:pt x="161574" y="24054"/>
                  <a:pt x="160099" y="22574"/>
                </a:cubicBezTo>
                <a:cubicBezTo>
                  <a:pt x="158624" y="21093"/>
                  <a:pt x="157887" y="18929"/>
                  <a:pt x="157887" y="16082"/>
                </a:cubicBezTo>
                <a:cubicBezTo>
                  <a:pt x="157887" y="14716"/>
                  <a:pt x="158099" y="13476"/>
                  <a:pt x="158524" y="12363"/>
                </a:cubicBezTo>
                <a:cubicBezTo>
                  <a:pt x="158948" y="11250"/>
                  <a:pt x="159545" y="10297"/>
                  <a:pt x="160314" y="9505"/>
                </a:cubicBezTo>
                <a:cubicBezTo>
                  <a:pt x="161084" y="8713"/>
                  <a:pt x="162002" y="8101"/>
                  <a:pt x="163069" y="7671"/>
                </a:cubicBezTo>
                <a:cubicBezTo>
                  <a:pt x="164137" y="7240"/>
                  <a:pt x="165314" y="7025"/>
                  <a:pt x="166599" y="7025"/>
                </a:cubicBezTo>
                <a:cubicBezTo>
                  <a:pt x="167495" y="7025"/>
                  <a:pt x="168333" y="7090"/>
                  <a:pt x="169113" y="7219"/>
                </a:cubicBezTo>
                <a:cubicBezTo>
                  <a:pt x="169894" y="7348"/>
                  <a:pt x="170640" y="7559"/>
                  <a:pt x="171352" y="7852"/>
                </a:cubicBezTo>
                <a:lnTo>
                  <a:pt x="171352" y="10710"/>
                </a:lnTo>
                <a:cubicBezTo>
                  <a:pt x="170606" y="10314"/>
                  <a:pt x="169845" y="10025"/>
                  <a:pt x="169070" y="9845"/>
                </a:cubicBezTo>
                <a:cubicBezTo>
                  <a:pt x="168295" y="9664"/>
                  <a:pt x="167495" y="9574"/>
                  <a:pt x="166668" y="9574"/>
                </a:cubicBezTo>
                <a:cubicBezTo>
                  <a:pt x="165899" y="9574"/>
                  <a:pt x="165173" y="9720"/>
                  <a:pt x="164490" y="10013"/>
                </a:cubicBezTo>
                <a:cubicBezTo>
                  <a:pt x="163807" y="10305"/>
                  <a:pt x="163207" y="10727"/>
                  <a:pt x="162691" y="11278"/>
                </a:cubicBezTo>
                <a:cubicBezTo>
                  <a:pt x="162174" y="11829"/>
                  <a:pt x="161767" y="12501"/>
                  <a:pt x="161468" y="13293"/>
                </a:cubicBezTo>
                <a:cubicBezTo>
                  <a:pt x="161170" y="14085"/>
                  <a:pt x="161020" y="14980"/>
                  <a:pt x="161020" y="15979"/>
                </a:cubicBezTo>
                <a:cubicBezTo>
                  <a:pt x="161020" y="18068"/>
                  <a:pt x="161528" y="19632"/>
                  <a:pt x="162544" y="20671"/>
                </a:cubicBezTo>
                <a:cubicBezTo>
                  <a:pt x="163560" y="21710"/>
                  <a:pt x="164969" y="22229"/>
                  <a:pt x="166771" y="22229"/>
                </a:cubicBezTo>
                <a:cubicBezTo>
                  <a:pt x="167586" y="22229"/>
                  <a:pt x="168376" y="22137"/>
                  <a:pt x="169139" y="21954"/>
                </a:cubicBezTo>
                <a:cubicBezTo>
                  <a:pt x="169902" y="21770"/>
                  <a:pt x="170640" y="21495"/>
                  <a:pt x="171352" y="21127"/>
                </a:cubicBezTo>
                <a:lnTo>
                  <a:pt x="171352" y="23917"/>
                </a:lnTo>
                <a:close/>
                <a:moveTo>
                  <a:pt x="190486" y="207"/>
                </a:moveTo>
                <a:lnTo>
                  <a:pt x="178674" y="28273"/>
                </a:lnTo>
                <a:lnTo>
                  <a:pt x="175815" y="28273"/>
                </a:lnTo>
                <a:lnTo>
                  <a:pt x="187627" y="207"/>
                </a:lnTo>
                <a:lnTo>
                  <a:pt x="190486" y="207"/>
                </a:lnTo>
                <a:close/>
                <a:moveTo>
                  <a:pt x="209727" y="23917"/>
                </a:moveTo>
                <a:cubicBezTo>
                  <a:pt x="208946" y="24215"/>
                  <a:pt x="208146" y="24436"/>
                  <a:pt x="207325" y="24580"/>
                </a:cubicBezTo>
                <a:cubicBezTo>
                  <a:pt x="206504" y="24723"/>
                  <a:pt x="205658" y="24795"/>
                  <a:pt x="204785" y="24795"/>
                </a:cubicBezTo>
                <a:cubicBezTo>
                  <a:pt x="202053" y="24795"/>
                  <a:pt x="199950" y="24054"/>
                  <a:pt x="198475" y="22574"/>
                </a:cubicBezTo>
                <a:cubicBezTo>
                  <a:pt x="197000" y="21093"/>
                  <a:pt x="196262" y="18929"/>
                  <a:pt x="196262" y="16082"/>
                </a:cubicBezTo>
                <a:cubicBezTo>
                  <a:pt x="196262" y="14716"/>
                  <a:pt x="196474" y="13476"/>
                  <a:pt x="196899" y="12363"/>
                </a:cubicBezTo>
                <a:cubicBezTo>
                  <a:pt x="197324" y="11250"/>
                  <a:pt x="197921" y="10297"/>
                  <a:pt x="198690" y="9505"/>
                </a:cubicBezTo>
                <a:cubicBezTo>
                  <a:pt x="199459" y="8713"/>
                  <a:pt x="200377" y="8101"/>
                  <a:pt x="201445" y="7671"/>
                </a:cubicBezTo>
                <a:cubicBezTo>
                  <a:pt x="202512" y="7240"/>
                  <a:pt x="203689" y="7025"/>
                  <a:pt x="204975" y="7025"/>
                </a:cubicBezTo>
                <a:cubicBezTo>
                  <a:pt x="205870" y="7025"/>
                  <a:pt x="206708" y="7090"/>
                  <a:pt x="207489" y="7219"/>
                </a:cubicBezTo>
                <a:cubicBezTo>
                  <a:pt x="208269" y="7348"/>
                  <a:pt x="209015" y="7559"/>
                  <a:pt x="209727" y="7852"/>
                </a:cubicBezTo>
                <a:lnTo>
                  <a:pt x="209727" y="10710"/>
                </a:lnTo>
                <a:cubicBezTo>
                  <a:pt x="208981" y="10314"/>
                  <a:pt x="208220" y="10025"/>
                  <a:pt x="207446" y="9845"/>
                </a:cubicBezTo>
                <a:cubicBezTo>
                  <a:pt x="206671" y="9664"/>
                  <a:pt x="205870" y="9574"/>
                  <a:pt x="205044" y="9574"/>
                </a:cubicBezTo>
                <a:cubicBezTo>
                  <a:pt x="204274" y="9574"/>
                  <a:pt x="203548" y="9720"/>
                  <a:pt x="202865" y="10013"/>
                </a:cubicBezTo>
                <a:cubicBezTo>
                  <a:pt x="202182" y="10305"/>
                  <a:pt x="201583" y="10727"/>
                  <a:pt x="201066" y="11278"/>
                </a:cubicBezTo>
                <a:cubicBezTo>
                  <a:pt x="200549" y="11829"/>
                  <a:pt x="200142" y="12501"/>
                  <a:pt x="199844" y="13293"/>
                </a:cubicBezTo>
                <a:cubicBezTo>
                  <a:pt x="199545" y="14085"/>
                  <a:pt x="199396" y="14980"/>
                  <a:pt x="199396" y="15979"/>
                </a:cubicBezTo>
                <a:cubicBezTo>
                  <a:pt x="199396" y="18068"/>
                  <a:pt x="199904" y="19632"/>
                  <a:pt x="200920" y="20671"/>
                </a:cubicBezTo>
                <a:cubicBezTo>
                  <a:pt x="201936" y="21710"/>
                  <a:pt x="203345" y="22229"/>
                  <a:pt x="205147" y="22229"/>
                </a:cubicBezTo>
                <a:cubicBezTo>
                  <a:pt x="205962" y="22229"/>
                  <a:pt x="206751" y="22137"/>
                  <a:pt x="207514" y="21954"/>
                </a:cubicBezTo>
                <a:cubicBezTo>
                  <a:pt x="208278" y="21770"/>
                  <a:pt x="209015" y="21495"/>
                  <a:pt x="209727" y="21127"/>
                </a:cubicBezTo>
                <a:lnTo>
                  <a:pt x="209727" y="23917"/>
                </a:lnTo>
                <a:close/>
                <a:moveTo>
                  <a:pt x="227080" y="24554"/>
                </a:moveTo>
                <a:lnTo>
                  <a:pt x="227011" y="22224"/>
                </a:lnTo>
                <a:cubicBezTo>
                  <a:pt x="226070" y="23156"/>
                  <a:pt x="225114" y="23829"/>
                  <a:pt x="224144" y="24243"/>
                </a:cubicBezTo>
                <a:cubicBezTo>
                  <a:pt x="223174" y="24657"/>
                  <a:pt x="222155" y="24864"/>
                  <a:pt x="221088" y="24864"/>
                </a:cubicBezTo>
                <a:cubicBezTo>
                  <a:pt x="220100" y="24864"/>
                  <a:pt x="219257" y="24737"/>
                  <a:pt x="218556" y="24484"/>
                </a:cubicBezTo>
                <a:cubicBezTo>
                  <a:pt x="217856" y="24231"/>
                  <a:pt x="217279" y="23884"/>
                  <a:pt x="216826" y="23441"/>
                </a:cubicBezTo>
                <a:cubicBezTo>
                  <a:pt x="216373" y="22998"/>
                  <a:pt x="216040" y="22478"/>
                  <a:pt x="215827" y="21880"/>
                </a:cubicBezTo>
                <a:cubicBezTo>
                  <a:pt x="215615" y="21282"/>
                  <a:pt x="215509" y="20632"/>
                  <a:pt x="215509" y="19931"/>
                </a:cubicBezTo>
                <a:cubicBezTo>
                  <a:pt x="215509" y="18195"/>
                  <a:pt x="216154" y="16835"/>
                  <a:pt x="217446" y="15852"/>
                </a:cubicBezTo>
                <a:cubicBezTo>
                  <a:pt x="218737" y="14869"/>
                  <a:pt x="220646" y="14378"/>
                  <a:pt x="223171" y="14378"/>
                </a:cubicBezTo>
                <a:lnTo>
                  <a:pt x="226753" y="14378"/>
                </a:lnTo>
                <a:lnTo>
                  <a:pt x="226753" y="12868"/>
                </a:lnTo>
                <a:cubicBezTo>
                  <a:pt x="226753" y="11850"/>
                  <a:pt x="226425" y="11035"/>
                  <a:pt x="225771" y="10423"/>
                </a:cubicBezTo>
                <a:cubicBezTo>
                  <a:pt x="225117" y="9811"/>
                  <a:pt x="224118" y="9505"/>
                  <a:pt x="222775" y="9505"/>
                </a:cubicBezTo>
                <a:cubicBezTo>
                  <a:pt x="221799" y="9505"/>
                  <a:pt x="220838" y="9615"/>
                  <a:pt x="219891" y="9837"/>
                </a:cubicBezTo>
                <a:cubicBezTo>
                  <a:pt x="218944" y="10058"/>
                  <a:pt x="217965" y="10372"/>
                  <a:pt x="216955" y="10779"/>
                </a:cubicBezTo>
                <a:lnTo>
                  <a:pt x="216955" y="8076"/>
                </a:lnTo>
                <a:cubicBezTo>
                  <a:pt x="217334" y="7936"/>
                  <a:pt x="217756" y="7799"/>
                  <a:pt x="218221" y="7664"/>
                </a:cubicBezTo>
                <a:cubicBezTo>
                  <a:pt x="218686" y="7530"/>
                  <a:pt x="219176" y="7411"/>
                  <a:pt x="219693" y="7306"/>
                </a:cubicBezTo>
                <a:cubicBezTo>
                  <a:pt x="220209" y="7201"/>
                  <a:pt x="220749" y="7116"/>
                  <a:pt x="221311" y="7053"/>
                </a:cubicBezTo>
                <a:cubicBezTo>
                  <a:pt x="221874" y="6988"/>
                  <a:pt x="222442" y="6956"/>
                  <a:pt x="223016" y="6956"/>
                </a:cubicBezTo>
                <a:cubicBezTo>
                  <a:pt x="224061" y="6956"/>
                  <a:pt x="225002" y="7071"/>
                  <a:pt x="225840" y="7301"/>
                </a:cubicBezTo>
                <a:cubicBezTo>
                  <a:pt x="226678" y="7530"/>
                  <a:pt x="227387" y="7880"/>
                  <a:pt x="227966" y="8351"/>
                </a:cubicBezTo>
                <a:cubicBezTo>
                  <a:pt x="228546" y="8822"/>
                  <a:pt x="228991" y="9413"/>
                  <a:pt x="229301" y="10125"/>
                </a:cubicBezTo>
                <a:cubicBezTo>
                  <a:pt x="229611" y="10836"/>
                  <a:pt x="229766" y="11674"/>
                  <a:pt x="229766" y="12638"/>
                </a:cubicBezTo>
                <a:lnTo>
                  <a:pt x="229766" y="24554"/>
                </a:lnTo>
                <a:lnTo>
                  <a:pt x="227080" y="24554"/>
                </a:lnTo>
                <a:moveTo>
                  <a:pt x="226753" y="16668"/>
                </a:moveTo>
                <a:lnTo>
                  <a:pt x="222947" y="16668"/>
                </a:lnTo>
                <a:cubicBezTo>
                  <a:pt x="222201" y="16668"/>
                  <a:pt x="221558" y="16743"/>
                  <a:pt x="221019" y="16893"/>
                </a:cubicBezTo>
                <a:cubicBezTo>
                  <a:pt x="220479" y="17042"/>
                  <a:pt x="220037" y="17255"/>
                  <a:pt x="219693" y="17531"/>
                </a:cubicBezTo>
                <a:cubicBezTo>
                  <a:pt x="219348" y="17807"/>
                  <a:pt x="219093" y="18139"/>
                  <a:pt x="218927" y="18525"/>
                </a:cubicBezTo>
                <a:cubicBezTo>
                  <a:pt x="218760" y="18910"/>
                  <a:pt x="218677" y="19345"/>
                  <a:pt x="218677" y="19828"/>
                </a:cubicBezTo>
                <a:cubicBezTo>
                  <a:pt x="218677" y="20162"/>
                  <a:pt x="218729" y="20482"/>
                  <a:pt x="218832" y="20787"/>
                </a:cubicBezTo>
                <a:cubicBezTo>
                  <a:pt x="218935" y="21092"/>
                  <a:pt x="219102" y="21363"/>
                  <a:pt x="219331" y="21599"/>
                </a:cubicBezTo>
                <a:cubicBezTo>
                  <a:pt x="219561" y="21835"/>
                  <a:pt x="219859" y="22022"/>
                  <a:pt x="220227" y="22160"/>
                </a:cubicBezTo>
                <a:cubicBezTo>
                  <a:pt x="220594" y="22298"/>
                  <a:pt x="221042" y="22367"/>
                  <a:pt x="221570" y="22367"/>
                </a:cubicBezTo>
                <a:cubicBezTo>
                  <a:pt x="222258" y="22367"/>
                  <a:pt x="223048" y="22157"/>
                  <a:pt x="223937" y="21737"/>
                </a:cubicBezTo>
                <a:cubicBezTo>
                  <a:pt x="224827" y="21316"/>
                  <a:pt x="225765" y="20651"/>
                  <a:pt x="226753" y="19742"/>
                </a:cubicBezTo>
                <a:lnTo>
                  <a:pt x="226753" y="16668"/>
                </a:lnTo>
                <a:close/>
                <a:moveTo>
                  <a:pt x="249340" y="19836"/>
                </a:moveTo>
                <a:cubicBezTo>
                  <a:pt x="249340" y="20444"/>
                  <a:pt x="249236" y="20990"/>
                  <a:pt x="249030" y="21472"/>
                </a:cubicBezTo>
                <a:cubicBezTo>
                  <a:pt x="248823" y="21954"/>
                  <a:pt x="248542" y="22381"/>
                  <a:pt x="248186" y="22754"/>
                </a:cubicBezTo>
                <a:cubicBezTo>
                  <a:pt x="247830" y="23127"/>
                  <a:pt x="247417" y="23446"/>
                  <a:pt x="246946" y="23710"/>
                </a:cubicBezTo>
                <a:cubicBezTo>
                  <a:pt x="246476" y="23974"/>
                  <a:pt x="245973" y="24192"/>
                  <a:pt x="245440" y="24364"/>
                </a:cubicBezTo>
                <a:cubicBezTo>
                  <a:pt x="244906" y="24537"/>
                  <a:pt x="244358" y="24663"/>
                  <a:pt x="243795" y="24743"/>
                </a:cubicBezTo>
                <a:cubicBezTo>
                  <a:pt x="243233" y="24824"/>
                  <a:pt x="242682" y="24864"/>
                  <a:pt x="242142" y="24864"/>
                </a:cubicBezTo>
                <a:cubicBezTo>
                  <a:pt x="240971" y="24864"/>
                  <a:pt x="239895" y="24812"/>
                  <a:pt x="238914" y="24709"/>
                </a:cubicBezTo>
                <a:cubicBezTo>
                  <a:pt x="237932" y="24605"/>
                  <a:pt x="236971" y="24439"/>
                  <a:pt x="236030" y="24209"/>
                </a:cubicBezTo>
                <a:lnTo>
                  <a:pt x="236030" y="21454"/>
                </a:lnTo>
                <a:cubicBezTo>
                  <a:pt x="237040" y="21741"/>
                  <a:pt x="238044" y="21960"/>
                  <a:pt x="239043" y="22109"/>
                </a:cubicBezTo>
                <a:cubicBezTo>
                  <a:pt x="240042" y="22258"/>
                  <a:pt x="241034" y="22333"/>
                  <a:pt x="242022" y="22333"/>
                </a:cubicBezTo>
                <a:cubicBezTo>
                  <a:pt x="243457" y="22333"/>
                  <a:pt x="244518" y="22137"/>
                  <a:pt x="245207" y="21747"/>
                </a:cubicBezTo>
                <a:cubicBezTo>
                  <a:pt x="245896" y="21357"/>
                  <a:pt x="246240" y="20800"/>
                  <a:pt x="246240" y="20077"/>
                </a:cubicBezTo>
                <a:cubicBezTo>
                  <a:pt x="246240" y="19767"/>
                  <a:pt x="246186" y="19489"/>
                  <a:pt x="246077" y="19242"/>
                </a:cubicBezTo>
                <a:cubicBezTo>
                  <a:pt x="245968" y="18995"/>
                  <a:pt x="245770" y="18760"/>
                  <a:pt x="245483" y="18536"/>
                </a:cubicBezTo>
                <a:cubicBezTo>
                  <a:pt x="245196" y="18312"/>
                  <a:pt x="244751" y="18080"/>
                  <a:pt x="244148" y="17839"/>
                </a:cubicBezTo>
                <a:cubicBezTo>
                  <a:pt x="243546" y="17597"/>
                  <a:pt x="242722" y="17322"/>
                  <a:pt x="241677" y="17012"/>
                </a:cubicBezTo>
                <a:cubicBezTo>
                  <a:pt x="240897" y="16782"/>
                  <a:pt x="240176" y="16521"/>
                  <a:pt x="239516" y="16229"/>
                </a:cubicBezTo>
                <a:cubicBezTo>
                  <a:pt x="238856" y="15936"/>
                  <a:pt x="238285" y="15589"/>
                  <a:pt x="237803" y="15187"/>
                </a:cubicBezTo>
                <a:cubicBezTo>
                  <a:pt x="237321" y="14785"/>
                  <a:pt x="236942" y="14314"/>
                  <a:pt x="236667" y="13775"/>
                </a:cubicBezTo>
                <a:cubicBezTo>
                  <a:pt x="236391" y="13235"/>
                  <a:pt x="236253" y="12598"/>
                  <a:pt x="236253" y="11864"/>
                </a:cubicBezTo>
                <a:cubicBezTo>
                  <a:pt x="236253" y="11382"/>
                  <a:pt x="236365" y="10853"/>
                  <a:pt x="236589" y="10280"/>
                </a:cubicBezTo>
                <a:cubicBezTo>
                  <a:pt x="236813" y="9706"/>
                  <a:pt x="237195" y="9172"/>
                  <a:pt x="237734" y="8678"/>
                </a:cubicBezTo>
                <a:cubicBezTo>
                  <a:pt x="238274" y="8185"/>
                  <a:pt x="239003" y="7774"/>
                  <a:pt x="239921" y="7447"/>
                </a:cubicBezTo>
                <a:cubicBezTo>
                  <a:pt x="240839" y="7120"/>
                  <a:pt x="241987" y="6956"/>
                  <a:pt x="243365" y="6956"/>
                </a:cubicBezTo>
                <a:cubicBezTo>
                  <a:pt x="244042" y="6956"/>
                  <a:pt x="244794" y="6994"/>
                  <a:pt x="245620" y="7068"/>
                </a:cubicBezTo>
                <a:cubicBezTo>
                  <a:pt x="246447" y="7143"/>
                  <a:pt x="247308" y="7272"/>
                  <a:pt x="248203" y="7456"/>
                </a:cubicBezTo>
                <a:lnTo>
                  <a:pt x="248203" y="10125"/>
                </a:lnTo>
                <a:cubicBezTo>
                  <a:pt x="247262" y="9895"/>
                  <a:pt x="246369" y="9726"/>
                  <a:pt x="245526" y="9617"/>
                </a:cubicBezTo>
                <a:cubicBezTo>
                  <a:pt x="244682" y="9508"/>
                  <a:pt x="243950" y="9453"/>
                  <a:pt x="243330" y="9453"/>
                </a:cubicBezTo>
                <a:cubicBezTo>
                  <a:pt x="242584" y="9453"/>
                  <a:pt x="241956" y="9510"/>
                  <a:pt x="241445" y="9625"/>
                </a:cubicBezTo>
                <a:cubicBezTo>
                  <a:pt x="240934" y="9740"/>
                  <a:pt x="240521" y="9898"/>
                  <a:pt x="240205" y="10099"/>
                </a:cubicBezTo>
                <a:cubicBezTo>
                  <a:pt x="239889" y="10300"/>
                  <a:pt x="239663" y="10535"/>
                  <a:pt x="239525" y="10805"/>
                </a:cubicBezTo>
                <a:cubicBezTo>
                  <a:pt x="239387" y="11074"/>
                  <a:pt x="239318" y="11364"/>
                  <a:pt x="239318" y="11674"/>
                </a:cubicBezTo>
                <a:cubicBezTo>
                  <a:pt x="239318" y="11984"/>
                  <a:pt x="239379" y="12265"/>
                  <a:pt x="239499" y="12518"/>
                </a:cubicBezTo>
                <a:cubicBezTo>
                  <a:pt x="239620" y="12770"/>
                  <a:pt x="239844" y="13014"/>
                  <a:pt x="240171" y="13250"/>
                </a:cubicBezTo>
                <a:cubicBezTo>
                  <a:pt x="240498" y="13485"/>
                  <a:pt x="240954" y="13720"/>
                  <a:pt x="241540" y="13956"/>
                </a:cubicBezTo>
                <a:cubicBezTo>
                  <a:pt x="242125" y="14191"/>
                  <a:pt x="242888" y="14446"/>
                  <a:pt x="243830" y="14722"/>
                </a:cubicBezTo>
                <a:cubicBezTo>
                  <a:pt x="244851" y="15020"/>
                  <a:pt x="245712" y="15333"/>
                  <a:pt x="246412" y="15660"/>
                </a:cubicBezTo>
                <a:cubicBezTo>
                  <a:pt x="247113" y="15988"/>
                  <a:pt x="247681" y="16352"/>
                  <a:pt x="248117" y="16754"/>
                </a:cubicBezTo>
                <a:cubicBezTo>
                  <a:pt x="248553" y="17156"/>
                  <a:pt x="248866" y="17609"/>
                  <a:pt x="249055" y="18114"/>
                </a:cubicBezTo>
                <a:cubicBezTo>
                  <a:pt x="249245" y="18619"/>
                  <a:pt x="249340" y="19193"/>
                  <a:pt x="249340" y="19836"/>
                </a:cubicBezTo>
                <a:close/>
                <a:moveTo>
                  <a:pt x="267736" y="23917"/>
                </a:moveTo>
                <a:cubicBezTo>
                  <a:pt x="266955" y="24215"/>
                  <a:pt x="266155" y="24436"/>
                  <a:pt x="265334" y="24580"/>
                </a:cubicBezTo>
                <a:cubicBezTo>
                  <a:pt x="264513" y="24723"/>
                  <a:pt x="263667" y="24795"/>
                  <a:pt x="262794" y="24795"/>
                </a:cubicBezTo>
                <a:cubicBezTo>
                  <a:pt x="260062" y="24795"/>
                  <a:pt x="257959" y="24054"/>
                  <a:pt x="256484" y="22574"/>
                </a:cubicBezTo>
                <a:cubicBezTo>
                  <a:pt x="255009" y="21093"/>
                  <a:pt x="254271" y="18929"/>
                  <a:pt x="254271" y="16082"/>
                </a:cubicBezTo>
                <a:cubicBezTo>
                  <a:pt x="254271" y="14716"/>
                  <a:pt x="254483" y="13476"/>
                  <a:pt x="254908" y="12363"/>
                </a:cubicBezTo>
                <a:cubicBezTo>
                  <a:pt x="255333" y="11250"/>
                  <a:pt x="255930" y="10297"/>
                  <a:pt x="256699" y="9505"/>
                </a:cubicBezTo>
                <a:cubicBezTo>
                  <a:pt x="257468" y="8713"/>
                  <a:pt x="258386" y="8101"/>
                  <a:pt x="259454" y="7671"/>
                </a:cubicBezTo>
                <a:cubicBezTo>
                  <a:pt x="260521" y="7240"/>
                  <a:pt x="261698" y="7025"/>
                  <a:pt x="262984" y="7025"/>
                </a:cubicBezTo>
                <a:cubicBezTo>
                  <a:pt x="263879" y="7025"/>
                  <a:pt x="264717" y="7090"/>
                  <a:pt x="265498" y="7219"/>
                </a:cubicBezTo>
                <a:cubicBezTo>
                  <a:pt x="266278" y="7348"/>
                  <a:pt x="267024" y="7559"/>
                  <a:pt x="267736" y="7852"/>
                </a:cubicBezTo>
                <a:lnTo>
                  <a:pt x="267736" y="10710"/>
                </a:lnTo>
                <a:cubicBezTo>
                  <a:pt x="266990" y="10314"/>
                  <a:pt x="266229" y="10025"/>
                  <a:pt x="265455" y="9845"/>
                </a:cubicBezTo>
                <a:cubicBezTo>
                  <a:pt x="264680" y="9664"/>
                  <a:pt x="263879" y="9574"/>
                  <a:pt x="263053" y="9574"/>
                </a:cubicBezTo>
                <a:cubicBezTo>
                  <a:pt x="262283" y="9574"/>
                  <a:pt x="261557" y="9720"/>
                  <a:pt x="260874" y="10013"/>
                </a:cubicBezTo>
                <a:cubicBezTo>
                  <a:pt x="260191" y="10305"/>
                  <a:pt x="259592" y="10727"/>
                  <a:pt x="259075" y="11278"/>
                </a:cubicBezTo>
                <a:cubicBezTo>
                  <a:pt x="258558" y="11829"/>
                  <a:pt x="258151" y="12501"/>
                  <a:pt x="257852" y="13293"/>
                </a:cubicBezTo>
                <a:cubicBezTo>
                  <a:pt x="257554" y="14085"/>
                  <a:pt x="257405" y="14980"/>
                  <a:pt x="257405" y="15979"/>
                </a:cubicBezTo>
                <a:cubicBezTo>
                  <a:pt x="257405" y="18068"/>
                  <a:pt x="257913" y="19632"/>
                  <a:pt x="258929" y="20671"/>
                </a:cubicBezTo>
                <a:cubicBezTo>
                  <a:pt x="259945" y="21710"/>
                  <a:pt x="261354" y="22229"/>
                  <a:pt x="263156" y="22229"/>
                </a:cubicBezTo>
                <a:cubicBezTo>
                  <a:pt x="263971" y="22229"/>
                  <a:pt x="264760" y="22137"/>
                  <a:pt x="265523" y="21954"/>
                </a:cubicBezTo>
                <a:cubicBezTo>
                  <a:pt x="266287" y="21770"/>
                  <a:pt x="267024" y="21495"/>
                  <a:pt x="267736" y="21127"/>
                </a:cubicBezTo>
                <a:lnTo>
                  <a:pt x="267736" y="23917"/>
                </a:lnTo>
                <a:close/>
                <a:moveTo>
                  <a:pt x="285089" y="24554"/>
                </a:moveTo>
                <a:lnTo>
                  <a:pt x="285020" y="22224"/>
                </a:lnTo>
                <a:cubicBezTo>
                  <a:pt x="284078" y="23156"/>
                  <a:pt x="283123" y="23829"/>
                  <a:pt x="282153" y="24243"/>
                </a:cubicBezTo>
                <a:cubicBezTo>
                  <a:pt x="281183" y="24657"/>
                  <a:pt x="280164" y="24864"/>
                  <a:pt x="279097" y="24864"/>
                </a:cubicBezTo>
                <a:cubicBezTo>
                  <a:pt x="278109" y="24864"/>
                  <a:pt x="277266" y="24737"/>
                  <a:pt x="276565" y="24484"/>
                </a:cubicBezTo>
                <a:cubicBezTo>
                  <a:pt x="275865" y="24231"/>
                  <a:pt x="275288" y="23884"/>
                  <a:pt x="274835" y="23441"/>
                </a:cubicBezTo>
                <a:cubicBezTo>
                  <a:pt x="274382" y="22998"/>
                  <a:pt x="274049" y="22478"/>
                  <a:pt x="273836" y="21880"/>
                </a:cubicBezTo>
                <a:cubicBezTo>
                  <a:pt x="273624" y="21282"/>
                  <a:pt x="273518" y="20632"/>
                  <a:pt x="273518" y="19931"/>
                </a:cubicBezTo>
                <a:cubicBezTo>
                  <a:pt x="273518" y="18195"/>
                  <a:pt x="274163" y="16835"/>
                  <a:pt x="275455" y="15852"/>
                </a:cubicBezTo>
                <a:cubicBezTo>
                  <a:pt x="276746" y="14869"/>
                  <a:pt x="278655" y="14378"/>
                  <a:pt x="281180" y="14378"/>
                </a:cubicBezTo>
                <a:lnTo>
                  <a:pt x="284761" y="14378"/>
                </a:lnTo>
                <a:lnTo>
                  <a:pt x="284761" y="12868"/>
                </a:lnTo>
                <a:cubicBezTo>
                  <a:pt x="284761" y="11850"/>
                  <a:pt x="284434" y="11035"/>
                  <a:pt x="283780" y="10423"/>
                </a:cubicBezTo>
                <a:cubicBezTo>
                  <a:pt x="283126" y="9811"/>
                  <a:pt x="282127" y="9505"/>
                  <a:pt x="280784" y="9505"/>
                </a:cubicBezTo>
                <a:cubicBezTo>
                  <a:pt x="279808" y="9505"/>
                  <a:pt x="278847" y="9615"/>
                  <a:pt x="277900" y="9837"/>
                </a:cubicBezTo>
                <a:cubicBezTo>
                  <a:pt x="276953" y="10058"/>
                  <a:pt x="275974" y="10372"/>
                  <a:pt x="274964" y="10779"/>
                </a:cubicBezTo>
                <a:lnTo>
                  <a:pt x="274964" y="8076"/>
                </a:lnTo>
                <a:cubicBezTo>
                  <a:pt x="275343" y="7936"/>
                  <a:pt x="275765" y="7799"/>
                  <a:pt x="276230" y="7664"/>
                </a:cubicBezTo>
                <a:cubicBezTo>
                  <a:pt x="276695" y="7530"/>
                  <a:pt x="277185" y="7411"/>
                  <a:pt x="277702" y="7306"/>
                </a:cubicBezTo>
                <a:cubicBezTo>
                  <a:pt x="278218" y="7201"/>
                  <a:pt x="278758" y="7116"/>
                  <a:pt x="279320" y="7053"/>
                </a:cubicBezTo>
                <a:cubicBezTo>
                  <a:pt x="279883" y="6988"/>
                  <a:pt x="280451" y="6956"/>
                  <a:pt x="281025" y="6956"/>
                </a:cubicBezTo>
                <a:cubicBezTo>
                  <a:pt x="282070" y="6956"/>
                  <a:pt x="283011" y="7071"/>
                  <a:pt x="283849" y="7301"/>
                </a:cubicBezTo>
                <a:cubicBezTo>
                  <a:pt x="284687" y="7530"/>
                  <a:pt x="285396" y="7880"/>
                  <a:pt x="285975" y="8351"/>
                </a:cubicBezTo>
                <a:cubicBezTo>
                  <a:pt x="286555" y="8822"/>
                  <a:pt x="287000" y="9413"/>
                  <a:pt x="287310" y="10125"/>
                </a:cubicBezTo>
                <a:cubicBezTo>
                  <a:pt x="287620" y="10836"/>
                  <a:pt x="287775" y="11674"/>
                  <a:pt x="287775" y="12638"/>
                </a:cubicBezTo>
                <a:lnTo>
                  <a:pt x="287775" y="24554"/>
                </a:lnTo>
                <a:lnTo>
                  <a:pt x="285089" y="24554"/>
                </a:lnTo>
                <a:moveTo>
                  <a:pt x="284761" y="16668"/>
                </a:moveTo>
                <a:lnTo>
                  <a:pt x="280956" y="16668"/>
                </a:lnTo>
                <a:cubicBezTo>
                  <a:pt x="280210" y="16668"/>
                  <a:pt x="279567" y="16743"/>
                  <a:pt x="279028" y="16893"/>
                </a:cubicBezTo>
                <a:cubicBezTo>
                  <a:pt x="278488" y="17042"/>
                  <a:pt x="278046" y="17255"/>
                  <a:pt x="277702" y="17531"/>
                </a:cubicBezTo>
                <a:cubicBezTo>
                  <a:pt x="277357" y="17807"/>
                  <a:pt x="277102" y="18139"/>
                  <a:pt x="276936" y="18525"/>
                </a:cubicBezTo>
                <a:cubicBezTo>
                  <a:pt x="276769" y="18910"/>
                  <a:pt x="276686" y="19345"/>
                  <a:pt x="276686" y="19828"/>
                </a:cubicBezTo>
                <a:cubicBezTo>
                  <a:pt x="276686" y="20162"/>
                  <a:pt x="276738" y="20482"/>
                  <a:pt x="276841" y="20787"/>
                </a:cubicBezTo>
                <a:cubicBezTo>
                  <a:pt x="276944" y="21092"/>
                  <a:pt x="277111" y="21363"/>
                  <a:pt x="277340" y="21599"/>
                </a:cubicBezTo>
                <a:cubicBezTo>
                  <a:pt x="277570" y="21835"/>
                  <a:pt x="277868" y="22022"/>
                  <a:pt x="278236" y="22160"/>
                </a:cubicBezTo>
                <a:cubicBezTo>
                  <a:pt x="278603" y="22298"/>
                  <a:pt x="279051" y="22367"/>
                  <a:pt x="279579" y="22367"/>
                </a:cubicBezTo>
                <a:cubicBezTo>
                  <a:pt x="280267" y="22367"/>
                  <a:pt x="281057" y="22157"/>
                  <a:pt x="281946" y="21737"/>
                </a:cubicBezTo>
                <a:cubicBezTo>
                  <a:pt x="282836" y="21316"/>
                  <a:pt x="283774" y="20651"/>
                  <a:pt x="284761" y="19742"/>
                </a:cubicBezTo>
                <a:lnTo>
                  <a:pt x="284761" y="16668"/>
                </a:lnTo>
                <a:close/>
                <a:moveTo>
                  <a:pt x="292782" y="16272"/>
                </a:moveTo>
                <a:cubicBezTo>
                  <a:pt x="292782" y="14802"/>
                  <a:pt x="292982" y="13497"/>
                  <a:pt x="293384" y="12354"/>
                </a:cubicBezTo>
                <a:cubicBezTo>
                  <a:pt x="293786" y="11212"/>
                  <a:pt x="294357" y="10248"/>
                  <a:pt x="295098" y="9462"/>
                </a:cubicBezTo>
                <a:cubicBezTo>
                  <a:pt x="295838" y="8675"/>
                  <a:pt x="296728" y="8078"/>
                  <a:pt x="297766" y="7671"/>
                </a:cubicBezTo>
                <a:cubicBezTo>
                  <a:pt x="298805" y="7263"/>
                  <a:pt x="299962" y="7060"/>
                  <a:pt x="301236" y="7060"/>
                </a:cubicBezTo>
                <a:cubicBezTo>
                  <a:pt x="301787" y="7060"/>
                  <a:pt x="302329" y="7094"/>
                  <a:pt x="302863" y="7163"/>
                </a:cubicBezTo>
                <a:cubicBezTo>
                  <a:pt x="303397" y="7232"/>
                  <a:pt x="303922" y="7341"/>
                  <a:pt x="304439" y="7490"/>
                </a:cubicBezTo>
                <a:lnTo>
                  <a:pt x="304439" y="207"/>
                </a:lnTo>
                <a:lnTo>
                  <a:pt x="307452" y="207"/>
                </a:lnTo>
                <a:lnTo>
                  <a:pt x="307452" y="24554"/>
                </a:lnTo>
                <a:lnTo>
                  <a:pt x="304766" y="24554"/>
                </a:lnTo>
                <a:lnTo>
                  <a:pt x="304662" y="21282"/>
                </a:lnTo>
                <a:cubicBezTo>
                  <a:pt x="303824" y="22499"/>
                  <a:pt x="302918" y="23400"/>
                  <a:pt x="301942" y="23986"/>
                </a:cubicBezTo>
                <a:cubicBezTo>
                  <a:pt x="300966" y="24571"/>
                  <a:pt x="299910" y="24864"/>
                  <a:pt x="298774" y="24864"/>
                </a:cubicBezTo>
                <a:cubicBezTo>
                  <a:pt x="297786" y="24864"/>
                  <a:pt x="296917" y="24657"/>
                  <a:pt x="296165" y="24244"/>
                </a:cubicBezTo>
                <a:cubicBezTo>
                  <a:pt x="295413" y="23831"/>
                  <a:pt x="294788" y="23248"/>
                  <a:pt x="294288" y="22496"/>
                </a:cubicBezTo>
                <a:cubicBezTo>
                  <a:pt x="293789" y="21744"/>
                  <a:pt x="293413" y="20840"/>
                  <a:pt x="293160" y="19784"/>
                </a:cubicBezTo>
                <a:cubicBezTo>
                  <a:pt x="292908" y="18728"/>
                  <a:pt x="292782" y="17557"/>
                  <a:pt x="292782" y="16272"/>
                </a:cubicBezTo>
                <a:moveTo>
                  <a:pt x="295847" y="16082"/>
                </a:moveTo>
                <a:cubicBezTo>
                  <a:pt x="295847" y="18171"/>
                  <a:pt x="296154" y="19730"/>
                  <a:pt x="296768" y="20757"/>
                </a:cubicBezTo>
                <a:cubicBezTo>
                  <a:pt x="297382" y="21784"/>
                  <a:pt x="298251" y="22298"/>
                  <a:pt x="299376" y="22298"/>
                </a:cubicBezTo>
                <a:cubicBezTo>
                  <a:pt x="300134" y="22298"/>
                  <a:pt x="300935" y="21960"/>
                  <a:pt x="301778" y="21282"/>
                </a:cubicBezTo>
                <a:cubicBezTo>
                  <a:pt x="302622" y="20605"/>
                  <a:pt x="303509" y="19601"/>
                  <a:pt x="304439" y="18269"/>
                </a:cubicBezTo>
                <a:lnTo>
                  <a:pt x="304439" y="10245"/>
                </a:lnTo>
                <a:cubicBezTo>
                  <a:pt x="303945" y="10016"/>
                  <a:pt x="303400" y="9840"/>
                  <a:pt x="302803" y="9720"/>
                </a:cubicBezTo>
                <a:cubicBezTo>
                  <a:pt x="302206" y="9599"/>
                  <a:pt x="301615" y="9539"/>
                  <a:pt x="301029" y="9539"/>
                </a:cubicBezTo>
                <a:cubicBezTo>
                  <a:pt x="299399" y="9539"/>
                  <a:pt x="298128" y="10067"/>
                  <a:pt x="297215" y="11123"/>
                </a:cubicBezTo>
                <a:cubicBezTo>
                  <a:pt x="296303" y="12179"/>
                  <a:pt x="295847" y="13832"/>
                  <a:pt x="295847" y="16082"/>
                </a:cubicBezTo>
                <a:close/>
                <a:moveTo>
                  <a:pt x="327939" y="14997"/>
                </a:moveTo>
                <a:cubicBezTo>
                  <a:pt x="327939" y="15422"/>
                  <a:pt x="327933" y="15778"/>
                  <a:pt x="327921" y="16065"/>
                </a:cubicBezTo>
                <a:cubicBezTo>
                  <a:pt x="327910" y="16352"/>
                  <a:pt x="327893" y="16622"/>
                  <a:pt x="327870" y="16874"/>
                </a:cubicBezTo>
                <a:lnTo>
                  <a:pt x="315730" y="16874"/>
                </a:lnTo>
                <a:cubicBezTo>
                  <a:pt x="315730" y="18642"/>
                  <a:pt x="316224" y="19999"/>
                  <a:pt x="317211" y="20946"/>
                </a:cubicBezTo>
                <a:cubicBezTo>
                  <a:pt x="318198" y="21893"/>
                  <a:pt x="319622" y="22367"/>
                  <a:pt x="321482" y="22367"/>
                </a:cubicBezTo>
                <a:cubicBezTo>
                  <a:pt x="321987" y="22367"/>
                  <a:pt x="322492" y="22347"/>
                  <a:pt x="322997" y="22306"/>
                </a:cubicBezTo>
                <a:cubicBezTo>
                  <a:pt x="323502" y="22264"/>
                  <a:pt x="323990" y="22209"/>
                  <a:pt x="324460" y="22138"/>
                </a:cubicBezTo>
                <a:cubicBezTo>
                  <a:pt x="324931" y="22068"/>
                  <a:pt x="325382" y="21988"/>
                  <a:pt x="325812" y="21900"/>
                </a:cubicBezTo>
                <a:cubicBezTo>
                  <a:pt x="326242" y="21812"/>
                  <a:pt x="326641" y="21715"/>
                  <a:pt x="327009" y="21609"/>
                </a:cubicBezTo>
                <a:lnTo>
                  <a:pt x="327009" y="24072"/>
                </a:lnTo>
                <a:cubicBezTo>
                  <a:pt x="326194" y="24306"/>
                  <a:pt x="325272" y="24497"/>
                  <a:pt x="324245" y="24644"/>
                </a:cubicBezTo>
                <a:cubicBezTo>
                  <a:pt x="323218" y="24790"/>
                  <a:pt x="322153" y="24864"/>
                  <a:pt x="321051" y="24864"/>
                </a:cubicBezTo>
                <a:cubicBezTo>
                  <a:pt x="319570" y="24864"/>
                  <a:pt x="318296" y="24663"/>
                  <a:pt x="317229" y="24261"/>
                </a:cubicBezTo>
                <a:cubicBezTo>
                  <a:pt x="316161" y="23859"/>
                  <a:pt x="315286" y="23277"/>
                  <a:pt x="314603" y="22513"/>
                </a:cubicBezTo>
                <a:cubicBezTo>
                  <a:pt x="313920" y="21750"/>
                  <a:pt x="313415" y="20814"/>
                  <a:pt x="313087" y="19707"/>
                </a:cubicBezTo>
                <a:cubicBezTo>
                  <a:pt x="312760" y="18599"/>
                  <a:pt x="312597" y="17345"/>
                  <a:pt x="312597" y="15944"/>
                </a:cubicBezTo>
                <a:cubicBezTo>
                  <a:pt x="312597" y="14728"/>
                  <a:pt x="312772" y="13577"/>
                  <a:pt x="313122" y="12492"/>
                </a:cubicBezTo>
                <a:cubicBezTo>
                  <a:pt x="313472" y="11407"/>
                  <a:pt x="313983" y="10455"/>
                  <a:pt x="314654" y="9634"/>
                </a:cubicBezTo>
                <a:cubicBezTo>
                  <a:pt x="315326" y="8813"/>
                  <a:pt x="316149" y="8162"/>
                  <a:pt x="317125" y="7680"/>
                </a:cubicBezTo>
                <a:cubicBezTo>
                  <a:pt x="318101" y="7197"/>
                  <a:pt x="319209" y="6956"/>
                  <a:pt x="320448" y="6956"/>
                </a:cubicBezTo>
                <a:cubicBezTo>
                  <a:pt x="321654" y="6956"/>
                  <a:pt x="322721" y="7146"/>
                  <a:pt x="323651" y="7525"/>
                </a:cubicBezTo>
                <a:cubicBezTo>
                  <a:pt x="324581" y="7903"/>
                  <a:pt x="325364" y="8440"/>
                  <a:pt x="326001" y="9134"/>
                </a:cubicBezTo>
                <a:cubicBezTo>
                  <a:pt x="326638" y="9829"/>
                  <a:pt x="327121" y="10673"/>
                  <a:pt x="327448" y="11666"/>
                </a:cubicBezTo>
                <a:cubicBezTo>
                  <a:pt x="327775" y="12659"/>
                  <a:pt x="327939" y="13769"/>
                  <a:pt x="327939" y="14997"/>
                </a:cubicBezTo>
                <a:moveTo>
                  <a:pt x="324822" y="14567"/>
                </a:moveTo>
                <a:cubicBezTo>
                  <a:pt x="324856" y="13798"/>
                  <a:pt x="324782" y="13095"/>
                  <a:pt x="324598" y="12458"/>
                </a:cubicBezTo>
                <a:cubicBezTo>
                  <a:pt x="324414" y="11821"/>
                  <a:pt x="324130" y="11272"/>
                  <a:pt x="323746" y="10813"/>
                </a:cubicBezTo>
                <a:cubicBezTo>
                  <a:pt x="323361" y="10354"/>
                  <a:pt x="322882" y="9995"/>
                  <a:pt x="322308" y="9737"/>
                </a:cubicBezTo>
                <a:cubicBezTo>
                  <a:pt x="321734" y="9479"/>
                  <a:pt x="321068" y="9350"/>
                  <a:pt x="320311" y="9350"/>
                </a:cubicBezTo>
                <a:cubicBezTo>
                  <a:pt x="319656" y="9350"/>
                  <a:pt x="319059" y="9476"/>
                  <a:pt x="318520" y="9729"/>
                </a:cubicBezTo>
                <a:cubicBezTo>
                  <a:pt x="317980" y="9981"/>
                  <a:pt x="317515" y="10337"/>
                  <a:pt x="317125" y="10796"/>
                </a:cubicBezTo>
                <a:cubicBezTo>
                  <a:pt x="316735" y="11255"/>
                  <a:pt x="316419" y="11806"/>
                  <a:pt x="316178" y="12449"/>
                </a:cubicBezTo>
                <a:cubicBezTo>
                  <a:pt x="315937" y="13092"/>
                  <a:pt x="315788" y="13798"/>
                  <a:pt x="315730" y="14567"/>
                </a:cubicBezTo>
                <a:lnTo>
                  <a:pt x="324822" y="14567"/>
                </a:lnTo>
                <a:close/>
                <a:moveTo>
                  <a:pt x="332697" y="7266"/>
                </a:moveTo>
                <a:lnTo>
                  <a:pt x="335435" y="7266"/>
                </a:lnTo>
                <a:lnTo>
                  <a:pt x="335521" y="10444"/>
                </a:lnTo>
                <a:cubicBezTo>
                  <a:pt x="336543" y="9218"/>
                  <a:pt x="337550" y="8331"/>
                  <a:pt x="338543" y="7781"/>
                </a:cubicBezTo>
                <a:cubicBezTo>
                  <a:pt x="339536" y="7231"/>
                  <a:pt x="340538" y="6956"/>
                  <a:pt x="341548" y="6956"/>
                </a:cubicBezTo>
                <a:cubicBezTo>
                  <a:pt x="343338" y="6956"/>
                  <a:pt x="344696" y="7535"/>
                  <a:pt x="345620" y="8691"/>
                </a:cubicBezTo>
                <a:cubicBezTo>
                  <a:pt x="346544" y="9848"/>
                  <a:pt x="346972" y="11565"/>
                  <a:pt x="346903" y="13844"/>
                </a:cubicBezTo>
                <a:lnTo>
                  <a:pt x="343872" y="13844"/>
                </a:lnTo>
                <a:cubicBezTo>
                  <a:pt x="343907" y="12335"/>
                  <a:pt x="343686" y="11240"/>
                  <a:pt x="343209" y="10560"/>
                </a:cubicBezTo>
                <a:cubicBezTo>
                  <a:pt x="342733" y="9879"/>
                  <a:pt x="342036" y="9539"/>
                  <a:pt x="341117" y="9539"/>
                </a:cubicBezTo>
                <a:cubicBezTo>
                  <a:pt x="340715" y="9539"/>
                  <a:pt x="340311" y="9611"/>
                  <a:pt x="339903" y="9754"/>
                </a:cubicBezTo>
                <a:cubicBezTo>
                  <a:pt x="339496" y="9897"/>
                  <a:pt x="339077" y="10125"/>
                  <a:pt x="338646" y="10439"/>
                </a:cubicBezTo>
                <a:cubicBezTo>
                  <a:pt x="338216" y="10754"/>
                  <a:pt x="337760" y="11157"/>
                  <a:pt x="337277" y="11648"/>
                </a:cubicBezTo>
                <a:cubicBezTo>
                  <a:pt x="336795" y="12140"/>
                  <a:pt x="336279" y="12734"/>
                  <a:pt x="335728" y="13432"/>
                </a:cubicBezTo>
                <a:lnTo>
                  <a:pt x="335728" y="24554"/>
                </a:lnTo>
                <a:lnTo>
                  <a:pt x="332697" y="24554"/>
                </a:lnTo>
                <a:lnTo>
                  <a:pt x="332697" y="7266"/>
                </a:lnTo>
                <a:close/>
                <a:moveTo>
                  <a:pt x="363960" y="16564"/>
                </a:moveTo>
                <a:lnTo>
                  <a:pt x="353663" y="16564"/>
                </a:lnTo>
                <a:lnTo>
                  <a:pt x="353663" y="13740"/>
                </a:lnTo>
                <a:lnTo>
                  <a:pt x="363960" y="13740"/>
                </a:lnTo>
                <a:lnTo>
                  <a:pt x="363960" y="16564"/>
                </a:lnTo>
                <a:close/>
                <a:moveTo>
                  <a:pt x="385267" y="19836"/>
                </a:moveTo>
                <a:cubicBezTo>
                  <a:pt x="385267" y="20444"/>
                  <a:pt x="385164" y="20990"/>
                  <a:pt x="384957" y="21472"/>
                </a:cubicBezTo>
                <a:cubicBezTo>
                  <a:pt x="384751" y="21954"/>
                  <a:pt x="384469" y="22381"/>
                  <a:pt x="384113" y="22754"/>
                </a:cubicBezTo>
                <a:cubicBezTo>
                  <a:pt x="383758" y="23127"/>
                  <a:pt x="383344" y="23446"/>
                  <a:pt x="382874" y="23710"/>
                </a:cubicBezTo>
                <a:cubicBezTo>
                  <a:pt x="382403" y="23974"/>
                  <a:pt x="381901" y="24192"/>
                  <a:pt x="381367" y="24364"/>
                </a:cubicBezTo>
                <a:cubicBezTo>
                  <a:pt x="380833" y="24537"/>
                  <a:pt x="380285" y="24663"/>
                  <a:pt x="379723" y="24743"/>
                </a:cubicBezTo>
                <a:cubicBezTo>
                  <a:pt x="379160" y="24824"/>
                  <a:pt x="378609" y="24864"/>
                  <a:pt x="378070" y="24864"/>
                </a:cubicBezTo>
                <a:cubicBezTo>
                  <a:pt x="376899" y="24864"/>
                  <a:pt x="375823" y="24812"/>
                  <a:pt x="374841" y="24709"/>
                </a:cubicBezTo>
                <a:cubicBezTo>
                  <a:pt x="373860" y="24605"/>
                  <a:pt x="372898" y="24439"/>
                  <a:pt x="371957" y="24209"/>
                </a:cubicBezTo>
                <a:lnTo>
                  <a:pt x="371957" y="21454"/>
                </a:lnTo>
                <a:cubicBezTo>
                  <a:pt x="372967" y="21741"/>
                  <a:pt x="373972" y="21960"/>
                  <a:pt x="374970" y="22109"/>
                </a:cubicBezTo>
                <a:cubicBezTo>
                  <a:pt x="375969" y="22258"/>
                  <a:pt x="376962" y="22333"/>
                  <a:pt x="377949" y="22333"/>
                </a:cubicBezTo>
                <a:cubicBezTo>
                  <a:pt x="379384" y="22333"/>
                  <a:pt x="380446" y="22137"/>
                  <a:pt x="381135" y="21747"/>
                </a:cubicBezTo>
                <a:cubicBezTo>
                  <a:pt x="381823" y="21357"/>
                  <a:pt x="382168" y="20800"/>
                  <a:pt x="382168" y="20077"/>
                </a:cubicBezTo>
                <a:cubicBezTo>
                  <a:pt x="382168" y="19767"/>
                  <a:pt x="382113" y="19489"/>
                  <a:pt x="382004" y="19242"/>
                </a:cubicBezTo>
                <a:cubicBezTo>
                  <a:pt x="381895" y="18995"/>
                  <a:pt x="381697" y="18760"/>
                  <a:pt x="381410" y="18536"/>
                </a:cubicBezTo>
                <a:cubicBezTo>
                  <a:pt x="381123" y="18312"/>
                  <a:pt x="380678" y="18080"/>
                  <a:pt x="380076" y="17839"/>
                </a:cubicBezTo>
                <a:cubicBezTo>
                  <a:pt x="379473" y="17597"/>
                  <a:pt x="378649" y="17322"/>
                  <a:pt x="377605" y="17012"/>
                </a:cubicBezTo>
                <a:cubicBezTo>
                  <a:pt x="376824" y="16782"/>
                  <a:pt x="376104" y="16521"/>
                  <a:pt x="375444" y="16229"/>
                </a:cubicBezTo>
                <a:cubicBezTo>
                  <a:pt x="374784" y="15936"/>
                  <a:pt x="374213" y="15589"/>
                  <a:pt x="373731" y="15187"/>
                </a:cubicBezTo>
                <a:cubicBezTo>
                  <a:pt x="373248" y="14785"/>
                  <a:pt x="372870" y="14314"/>
                  <a:pt x="372594" y="13775"/>
                </a:cubicBezTo>
                <a:cubicBezTo>
                  <a:pt x="372319" y="13235"/>
                  <a:pt x="372181" y="12598"/>
                  <a:pt x="372181" y="11864"/>
                </a:cubicBezTo>
                <a:cubicBezTo>
                  <a:pt x="372181" y="11382"/>
                  <a:pt x="372293" y="10853"/>
                  <a:pt x="372517" y="10280"/>
                </a:cubicBezTo>
                <a:cubicBezTo>
                  <a:pt x="372741" y="9706"/>
                  <a:pt x="373122" y="9172"/>
                  <a:pt x="373662" y="8678"/>
                </a:cubicBezTo>
                <a:cubicBezTo>
                  <a:pt x="374201" y="8185"/>
                  <a:pt x="374930" y="7774"/>
                  <a:pt x="375848" y="7447"/>
                </a:cubicBezTo>
                <a:cubicBezTo>
                  <a:pt x="376767" y="7120"/>
                  <a:pt x="377915" y="6956"/>
                  <a:pt x="379292" y="6956"/>
                </a:cubicBezTo>
                <a:cubicBezTo>
                  <a:pt x="379969" y="6956"/>
                  <a:pt x="380721" y="6994"/>
                  <a:pt x="381548" y="7068"/>
                </a:cubicBezTo>
                <a:cubicBezTo>
                  <a:pt x="382374" y="7143"/>
                  <a:pt x="383235" y="7272"/>
                  <a:pt x="384131" y="7456"/>
                </a:cubicBezTo>
                <a:lnTo>
                  <a:pt x="384131" y="10125"/>
                </a:lnTo>
                <a:cubicBezTo>
                  <a:pt x="383189" y="9895"/>
                  <a:pt x="382297" y="9726"/>
                  <a:pt x="381453" y="9617"/>
                </a:cubicBezTo>
                <a:cubicBezTo>
                  <a:pt x="380609" y="9508"/>
                  <a:pt x="379878" y="9453"/>
                  <a:pt x="379258" y="9453"/>
                </a:cubicBezTo>
                <a:cubicBezTo>
                  <a:pt x="378512" y="9453"/>
                  <a:pt x="377883" y="9510"/>
                  <a:pt x="377372" y="9625"/>
                </a:cubicBezTo>
                <a:cubicBezTo>
                  <a:pt x="376862" y="9740"/>
                  <a:pt x="376448" y="9898"/>
                  <a:pt x="376133" y="10099"/>
                </a:cubicBezTo>
                <a:cubicBezTo>
                  <a:pt x="375817" y="10300"/>
                  <a:pt x="375590" y="10535"/>
                  <a:pt x="375452" y="10805"/>
                </a:cubicBezTo>
                <a:cubicBezTo>
                  <a:pt x="375315" y="11074"/>
                  <a:pt x="375246" y="11364"/>
                  <a:pt x="375246" y="11674"/>
                </a:cubicBezTo>
                <a:cubicBezTo>
                  <a:pt x="375246" y="11984"/>
                  <a:pt x="375306" y="12265"/>
                  <a:pt x="375427" y="12518"/>
                </a:cubicBezTo>
                <a:cubicBezTo>
                  <a:pt x="375547" y="12770"/>
                  <a:pt x="375771" y="13014"/>
                  <a:pt x="376098" y="13250"/>
                </a:cubicBezTo>
                <a:cubicBezTo>
                  <a:pt x="376425" y="13485"/>
                  <a:pt x="376882" y="13720"/>
                  <a:pt x="377467" y="13956"/>
                </a:cubicBezTo>
                <a:cubicBezTo>
                  <a:pt x="378052" y="14191"/>
                  <a:pt x="378816" y="14446"/>
                  <a:pt x="379757" y="14722"/>
                </a:cubicBezTo>
                <a:cubicBezTo>
                  <a:pt x="380779" y="15020"/>
                  <a:pt x="381640" y="15333"/>
                  <a:pt x="382340" y="15660"/>
                </a:cubicBezTo>
                <a:cubicBezTo>
                  <a:pt x="383040" y="15988"/>
                  <a:pt x="383608" y="16352"/>
                  <a:pt x="384045" y="16754"/>
                </a:cubicBezTo>
                <a:cubicBezTo>
                  <a:pt x="384481" y="17156"/>
                  <a:pt x="384794" y="17609"/>
                  <a:pt x="384983" y="18114"/>
                </a:cubicBezTo>
                <a:cubicBezTo>
                  <a:pt x="385172" y="18619"/>
                  <a:pt x="385267" y="19193"/>
                  <a:pt x="385267" y="19836"/>
                </a:cubicBezTo>
                <a:close/>
                <a:moveTo>
                  <a:pt x="405857" y="14997"/>
                </a:moveTo>
                <a:cubicBezTo>
                  <a:pt x="405857" y="15422"/>
                  <a:pt x="405851" y="15778"/>
                  <a:pt x="405840" y="16065"/>
                </a:cubicBezTo>
                <a:cubicBezTo>
                  <a:pt x="405828" y="16352"/>
                  <a:pt x="405811" y="16622"/>
                  <a:pt x="405788" y="16874"/>
                </a:cubicBezTo>
                <a:lnTo>
                  <a:pt x="393649" y="16874"/>
                </a:lnTo>
                <a:cubicBezTo>
                  <a:pt x="393649" y="18642"/>
                  <a:pt x="394142" y="19999"/>
                  <a:pt x="395130" y="20946"/>
                </a:cubicBezTo>
                <a:cubicBezTo>
                  <a:pt x="396117" y="21893"/>
                  <a:pt x="397540" y="22367"/>
                  <a:pt x="399400" y="22367"/>
                </a:cubicBezTo>
                <a:cubicBezTo>
                  <a:pt x="399905" y="22367"/>
                  <a:pt x="400410" y="22347"/>
                  <a:pt x="400915" y="22306"/>
                </a:cubicBezTo>
                <a:cubicBezTo>
                  <a:pt x="401420" y="22264"/>
                  <a:pt x="401908" y="22209"/>
                  <a:pt x="402379" y="22138"/>
                </a:cubicBezTo>
                <a:cubicBezTo>
                  <a:pt x="402849" y="22068"/>
                  <a:pt x="403300" y="21988"/>
                  <a:pt x="403730" y="21900"/>
                </a:cubicBezTo>
                <a:cubicBezTo>
                  <a:pt x="404161" y="21812"/>
                  <a:pt x="404560" y="21715"/>
                  <a:pt x="404927" y="21609"/>
                </a:cubicBezTo>
                <a:lnTo>
                  <a:pt x="404927" y="24072"/>
                </a:lnTo>
                <a:cubicBezTo>
                  <a:pt x="404112" y="24306"/>
                  <a:pt x="403191" y="24497"/>
                  <a:pt x="402163" y="24644"/>
                </a:cubicBezTo>
                <a:cubicBezTo>
                  <a:pt x="401136" y="24790"/>
                  <a:pt x="400071" y="24864"/>
                  <a:pt x="398969" y="24864"/>
                </a:cubicBezTo>
                <a:cubicBezTo>
                  <a:pt x="397489" y="24864"/>
                  <a:pt x="396214" y="24663"/>
                  <a:pt x="395147" y="24261"/>
                </a:cubicBezTo>
                <a:cubicBezTo>
                  <a:pt x="394079" y="23859"/>
                  <a:pt x="393204" y="23277"/>
                  <a:pt x="392521" y="22513"/>
                </a:cubicBezTo>
                <a:cubicBezTo>
                  <a:pt x="391838" y="21750"/>
                  <a:pt x="391333" y="20814"/>
                  <a:pt x="391006" y="19707"/>
                </a:cubicBezTo>
                <a:cubicBezTo>
                  <a:pt x="390679" y="18599"/>
                  <a:pt x="390515" y="17345"/>
                  <a:pt x="390515" y="15944"/>
                </a:cubicBezTo>
                <a:cubicBezTo>
                  <a:pt x="390515" y="14728"/>
                  <a:pt x="390690" y="13577"/>
                  <a:pt x="391040" y="12492"/>
                </a:cubicBezTo>
                <a:cubicBezTo>
                  <a:pt x="391390" y="11407"/>
                  <a:pt x="391901" y="10455"/>
                  <a:pt x="392573" y="9634"/>
                </a:cubicBezTo>
                <a:cubicBezTo>
                  <a:pt x="393244" y="8813"/>
                  <a:pt x="394068" y="8162"/>
                  <a:pt x="395043" y="7680"/>
                </a:cubicBezTo>
                <a:cubicBezTo>
                  <a:pt x="396019" y="7197"/>
                  <a:pt x="397127" y="6956"/>
                  <a:pt x="398367" y="6956"/>
                </a:cubicBezTo>
                <a:cubicBezTo>
                  <a:pt x="399572" y="6956"/>
                  <a:pt x="400640" y="7146"/>
                  <a:pt x="401569" y="7525"/>
                </a:cubicBezTo>
                <a:cubicBezTo>
                  <a:pt x="402499" y="7903"/>
                  <a:pt x="403283" y="8440"/>
                  <a:pt x="403920" y="9134"/>
                </a:cubicBezTo>
                <a:cubicBezTo>
                  <a:pt x="404557" y="9829"/>
                  <a:pt x="405039" y="10673"/>
                  <a:pt x="405366" y="11666"/>
                </a:cubicBezTo>
                <a:cubicBezTo>
                  <a:pt x="405693" y="12659"/>
                  <a:pt x="405857" y="13769"/>
                  <a:pt x="405857" y="14997"/>
                </a:cubicBezTo>
                <a:moveTo>
                  <a:pt x="402740" y="14567"/>
                </a:moveTo>
                <a:cubicBezTo>
                  <a:pt x="402775" y="13798"/>
                  <a:pt x="402700" y="13095"/>
                  <a:pt x="402516" y="12458"/>
                </a:cubicBezTo>
                <a:cubicBezTo>
                  <a:pt x="402333" y="11821"/>
                  <a:pt x="402049" y="11272"/>
                  <a:pt x="401664" y="10813"/>
                </a:cubicBezTo>
                <a:cubicBezTo>
                  <a:pt x="401279" y="10354"/>
                  <a:pt x="400800" y="9995"/>
                  <a:pt x="400226" y="9737"/>
                </a:cubicBezTo>
                <a:cubicBezTo>
                  <a:pt x="399652" y="9479"/>
                  <a:pt x="398987" y="9350"/>
                  <a:pt x="398229" y="9350"/>
                </a:cubicBezTo>
                <a:cubicBezTo>
                  <a:pt x="397575" y="9350"/>
                  <a:pt x="396978" y="9476"/>
                  <a:pt x="396438" y="9729"/>
                </a:cubicBezTo>
                <a:cubicBezTo>
                  <a:pt x="395899" y="9981"/>
                  <a:pt x="395434" y="10337"/>
                  <a:pt x="395043" y="10796"/>
                </a:cubicBezTo>
                <a:cubicBezTo>
                  <a:pt x="394653" y="11255"/>
                  <a:pt x="394338" y="11806"/>
                  <a:pt x="394096" y="12449"/>
                </a:cubicBezTo>
                <a:cubicBezTo>
                  <a:pt x="393855" y="13092"/>
                  <a:pt x="393706" y="13798"/>
                  <a:pt x="393649" y="14567"/>
                </a:cubicBezTo>
                <a:lnTo>
                  <a:pt x="402740" y="14567"/>
                </a:lnTo>
                <a:close/>
                <a:moveTo>
                  <a:pt x="415798" y="2669"/>
                </a:moveTo>
                <a:lnTo>
                  <a:pt x="410685" y="2669"/>
                </a:lnTo>
                <a:lnTo>
                  <a:pt x="410685" y="207"/>
                </a:lnTo>
                <a:lnTo>
                  <a:pt x="418829" y="207"/>
                </a:lnTo>
                <a:lnTo>
                  <a:pt x="418829" y="22057"/>
                </a:lnTo>
                <a:lnTo>
                  <a:pt x="423977" y="22057"/>
                </a:lnTo>
                <a:lnTo>
                  <a:pt x="423977" y="24554"/>
                </a:lnTo>
                <a:lnTo>
                  <a:pt x="410116" y="24554"/>
                </a:lnTo>
                <a:lnTo>
                  <a:pt x="410116" y="22057"/>
                </a:lnTo>
                <a:lnTo>
                  <a:pt x="415798" y="22057"/>
                </a:lnTo>
                <a:lnTo>
                  <a:pt x="415798" y="2669"/>
                </a:lnTo>
                <a:close/>
                <a:moveTo>
                  <a:pt x="444188" y="14997"/>
                </a:moveTo>
                <a:cubicBezTo>
                  <a:pt x="444188" y="15422"/>
                  <a:pt x="444183" y="15778"/>
                  <a:pt x="444171" y="16065"/>
                </a:cubicBezTo>
                <a:cubicBezTo>
                  <a:pt x="444160" y="16352"/>
                  <a:pt x="444143" y="16622"/>
                  <a:pt x="444120" y="16874"/>
                </a:cubicBezTo>
                <a:lnTo>
                  <a:pt x="431980" y="16874"/>
                </a:lnTo>
                <a:cubicBezTo>
                  <a:pt x="431980" y="18642"/>
                  <a:pt x="432474" y="19999"/>
                  <a:pt x="433461" y="20946"/>
                </a:cubicBezTo>
                <a:cubicBezTo>
                  <a:pt x="434448" y="21893"/>
                  <a:pt x="435872" y="22367"/>
                  <a:pt x="437731" y="22367"/>
                </a:cubicBezTo>
                <a:cubicBezTo>
                  <a:pt x="438237" y="22367"/>
                  <a:pt x="438742" y="22347"/>
                  <a:pt x="439247" y="22306"/>
                </a:cubicBezTo>
                <a:cubicBezTo>
                  <a:pt x="439752" y="22264"/>
                  <a:pt x="440240" y="22209"/>
                  <a:pt x="440710" y="22138"/>
                </a:cubicBezTo>
                <a:cubicBezTo>
                  <a:pt x="441181" y="22068"/>
                  <a:pt x="441631" y="21988"/>
                  <a:pt x="442062" y="21900"/>
                </a:cubicBezTo>
                <a:cubicBezTo>
                  <a:pt x="442492" y="21812"/>
                  <a:pt x="442891" y="21715"/>
                  <a:pt x="443259" y="21609"/>
                </a:cubicBezTo>
                <a:lnTo>
                  <a:pt x="443259" y="24072"/>
                </a:lnTo>
                <a:cubicBezTo>
                  <a:pt x="442444" y="24306"/>
                  <a:pt x="441522" y="24497"/>
                  <a:pt x="440495" y="24644"/>
                </a:cubicBezTo>
                <a:cubicBezTo>
                  <a:pt x="439468" y="24790"/>
                  <a:pt x="438403" y="24864"/>
                  <a:pt x="437301" y="24864"/>
                </a:cubicBezTo>
                <a:cubicBezTo>
                  <a:pt x="435820" y="24864"/>
                  <a:pt x="434546" y="24663"/>
                  <a:pt x="433478" y="24261"/>
                </a:cubicBezTo>
                <a:cubicBezTo>
                  <a:pt x="432411" y="23859"/>
                  <a:pt x="431536" y="23277"/>
                  <a:pt x="430853" y="22513"/>
                </a:cubicBezTo>
                <a:cubicBezTo>
                  <a:pt x="430170" y="21750"/>
                  <a:pt x="429665" y="20814"/>
                  <a:pt x="429337" y="19707"/>
                </a:cubicBezTo>
                <a:cubicBezTo>
                  <a:pt x="429010" y="18599"/>
                  <a:pt x="428847" y="17345"/>
                  <a:pt x="428847" y="15944"/>
                </a:cubicBezTo>
                <a:cubicBezTo>
                  <a:pt x="428847" y="14728"/>
                  <a:pt x="429022" y="13577"/>
                  <a:pt x="429372" y="12492"/>
                </a:cubicBezTo>
                <a:cubicBezTo>
                  <a:pt x="429722" y="11407"/>
                  <a:pt x="430233" y="10455"/>
                  <a:pt x="430904" y="9634"/>
                </a:cubicBezTo>
                <a:cubicBezTo>
                  <a:pt x="431576" y="8813"/>
                  <a:pt x="432399" y="8162"/>
                  <a:pt x="433375" y="7680"/>
                </a:cubicBezTo>
                <a:cubicBezTo>
                  <a:pt x="434351" y="7197"/>
                  <a:pt x="435459" y="6956"/>
                  <a:pt x="436698" y="6956"/>
                </a:cubicBezTo>
                <a:cubicBezTo>
                  <a:pt x="437904" y="6956"/>
                  <a:pt x="438971" y="7146"/>
                  <a:pt x="439901" y="7525"/>
                </a:cubicBezTo>
                <a:cubicBezTo>
                  <a:pt x="440831" y="7903"/>
                  <a:pt x="441614" y="8440"/>
                  <a:pt x="442251" y="9134"/>
                </a:cubicBezTo>
                <a:cubicBezTo>
                  <a:pt x="442888" y="9829"/>
                  <a:pt x="443371" y="10673"/>
                  <a:pt x="443698" y="11666"/>
                </a:cubicBezTo>
                <a:cubicBezTo>
                  <a:pt x="444025" y="12659"/>
                  <a:pt x="444188" y="13769"/>
                  <a:pt x="444188" y="14997"/>
                </a:cubicBezTo>
                <a:moveTo>
                  <a:pt x="441072" y="14567"/>
                </a:moveTo>
                <a:cubicBezTo>
                  <a:pt x="441106" y="13798"/>
                  <a:pt x="441032" y="13095"/>
                  <a:pt x="440848" y="12458"/>
                </a:cubicBezTo>
                <a:cubicBezTo>
                  <a:pt x="440664" y="11821"/>
                  <a:pt x="440380" y="11272"/>
                  <a:pt x="439996" y="10813"/>
                </a:cubicBezTo>
                <a:cubicBezTo>
                  <a:pt x="439611" y="10354"/>
                  <a:pt x="439132" y="9995"/>
                  <a:pt x="438558" y="9737"/>
                </a:cubicBezTo>
                <a:cubicBezTo>
                  <a:pt x="437984" y="9479"/>
                  <a:pt x="437318" y="9350"/>
                  <a:pt x="436561" y="9350"/>
                </a:cubicBezTo>
                <a:cubicBezTo>
                  <a:pt x="435906" y="9350"/>
                  <a:pt x="435309" y="9476"/>
                  <a:pt x="434770" y="9729"/>
                </a:cubicBezTo>
                <a:cubicBezTo>
                  <a:pt x="434230" y="9981"/>
                  <a:pt x="433765" y="10337"/>
                  <a:pt x="433375" y="10796"/>
                </a:cubicBezTo>
                <a:cubicBezTo>
                  <a:pt x="432985" y="11255"/>
                  <a:pt x="432669" y="11806"/>
                  <a:pt x="432428" y="12449"/>
                </a:cubicBezTo>
                <a:cubicBezTo>
                  <a:pt x="432187" y="13092"/>
                  <a:pt x="432038" y="13798"/>
                  <a:pt x="431980" y="14567"/>
                </a:cubicBezTo>
                <a:lnTo>
                  <a:pt x="441072" y="14567"/>
                </a:lnTo>
                <a:close/>
                <a:moveTo>
                  <a:pt x="462695" y="23917"/>
                </a:moveTo>
                <a:cubicBezTo>
                  <a:pt x="461914" y="24215"/>
                  <a:pt x="461113" y="24436"/>
                  <a:pt x="460293" y="24580"/>
                </a:cubicBezTo>
                <a:cubicBezTo>
                  <a:pt x="459472" y="24723"/>
                  <a:pt x="458625" y="24795"/>
                  <a:pt x="457753" y="24795"/>
                </a:cubicBezTo>
                <a:cubicBezTo>
                  <a:pt x="455021" y="24795"/>
                  <a:pt x="452917" y="24054"/>
                  <a:pt x="451442" y="22574"/>
                </a:cubicBezTo>
                <a:cubicBezTo>
                  <a:pt x="449967" y="21093"/>
                  <a:pt x="449230" y="18929"/>
                  <a:pt x="449230" y="16082"/>
                </a:cubicBezTo>
                <a:cubicBezTo>
                  <a:pt x="449230" y="14716"/>
                  <a:pt x="449442" y="13476"/>
                  <a:pt x="449867" y="12363"/>
                </a:cubicBezTo>
                <a:cubicBezTo>
                  <a:pt x="450291" y="11250"/>
                  <a:pt x="450888" y="10297"/>
                  <a:pt x="451657" y="9505"/>
                </a:cubicBezTo>
                <a:cubicBezTo>
                  <a:pt x="452427" y="8713"/>
                  <a:pt x="453345" y="8101"/>
                  <a:pt x="454412" y="7671"/>
                </a:cubicBezTo>
                <a:cubicBezTo>
                  <a:pt x="455480" y="7240"/>
                  <a:pt x="456657" y="7025"/>
                  <a:pt x="457942" y="7025"/>
                </a:cubicBezTo>
                <a:cubicBezTo>
                  <a:pt x="458838" y="7025"/>
                  <a:pt x="459676" y="7090"/>
                  <a:pt x="460456" y="7219"/>
                </a:cubicBezTo>
                <a:cubicBezTo>
                  <a:pt x="461237" y="7348"/>
                  <a:pt x="461983" y="7559"/>
                  <a:pt x="462695" y="7852"/>
                </a:cubicBezTo>
                <a:lnTo>
                  <a:pt x="462695" y="10710"/>
                </a:lnTo>
                <a:cubicBezTo>
                  <a:pt x="461948" y="10314"/>
                  <a:pt x="461188" y="10025"/>
                  <a:pt x="460413" y="9845"/>
                </a:cubicBezTo>
                <a:cubicBezTo>
                  <a:pt x="459638" y="9664"/>
                  <a:pt x="458838" y="9574"/>
                  <a:pt x="458011" y="9574"/>
                </a:cubicBezTo>
                <a:cubicBezTo>
                  <a:pt x="457242" y="9574"/>
                  <a:pt x="456516" y="9720"/>
                  <a:pt x="455833" y="10013"/>
                </a:cubicBezTo>
                <a:cubicBezTo>
                  <a:pt x="455150" y="10305"/>
                  <a:pt x="454550" y="10727"/>
                  <a:pt x="454034" y="11278"/>
                </a:cubicBezTo>
                <a:cubicBezTo>
                  <a:pt x="453517" y="11829"/>
                  <a:pt x="453110" y="12501"/>
                  <a:pt x="452811" y="13293"/>
                </a:cubicBezTo>
                <a:cubicBezTo>
                  <a:pt x="452513" y="14085"/>
                  <a:pt x="452363" y="14980"/>
                  <a:pt x="452363" y="15979"/>
                </a:cubicBezTo>
                <a:cubicBezTo>
                  <a:pt x="452363" y="18068"/>
                  <a:pt x="452871" y="19632"/>
                  <a:pt x="453887" y="20671"/>
                </a:cubicBezTo>
                <a:cubicBezTo>
                  <a:pt x="454903" y="21710"/>
                  <a:pt x="456312" y="22229"/>
                  <a:pt x="458114" y="22229"/>
                </a:cubicBezTo>
                <a:cubicBezTo>
                  <a:pt x="458929" y="22229"/>
                  <a:pt x="459719" y="22137"/>
                  <a:pt x="460482" y="21954"/>
                </a:cubicBezTo>
                <a:cubicBezTo>
                  <a:pt x="461245" y="21770"/>
                  <a:pt x="461983" y="21495"/>
                  <a:pt x="462695" y="21127"/>
                </a:cubicBezTo>
                <a:lnTo>
                  <a:pt x="462695" y="23917"/>
                </a:lnTo>
                <a:close/>
                <a:moveTo>
                  <a:pt x="482871" y="24295"/>
                </a:moveTo>
                <a:cubicBezTo>
                  <a:pt x="482194" y="24474"/>
                  <a:pt x="481494" y="24601"/>
                  <a:pt x="480771" y="24679"/>
                </a:cubicBezTo>
                <a:cubicBezTo>
                  <a:pt x="480047" y="24756"/>
                  <a:pt x="479313" y="24795"/>
                  <a:pt x="478567" y="24795"/>
                </a:cubicBezTo>
                <a:cubicBezTo>
                  <a:pt x="476397" y="24795"/>
                  <a:pt x="474778" y="24304"/>
                  <a:pt x="473711" y="23323"/>
                </a:cubicBezTo>
                <a:cubicBezTo>
                  <a:pt x="472643" y="22341"/>
                  <a:pt x="472110" y="20835"/>
                  <a:pt x="472110" y="18803"/>
                </a:cubicBezTo>
                <a:lnTo>
                  <a:pt x="472110" y="9780"/>
                </a:lnTo>
                <a:lnTo>
                  <a:pt x="467271" y="9780"/>
                </a:lnTo>
                <a:lnTo>
                  <a:pt x="467271" y="7266"/>
                </a:lnTo>
                <a:lnTo>
                  <a:pt x="472110" y="7266"/>
                </a:lnTo>
                <a:lnTo>
                  <a:pt x="472110" y="2499"/>
                </a:lnTo>
                <a:lnTo>
                  <a:pt x="475106" y="1722"/>
                </a:lnTo>
                <a:lnTo>
                  <a:pt x="475106" y="7266"/>
                </a:lnTo>
                <a:lnTo>
                  <a:pt x="482871" y="7266"/>
                </a:lnTo>
                <a:lnTo>
                  <a:pt x="482871" y="9780"/>
                </a:lnTo>
                <a:lnTo>
                  <a:pt x="475106" y="9780"/>
                </a:lnTo>
                <a:lnTo>
                  <a:pt x="475106" y="18562"/>
                </a:lnTo>
                <a:cubicBezTo>
                  <a:pt x="475106" y="19801"/>
                  <a:pt x="475436" y="20728"/>
                  <a:pt x="476096" y="21343"/>
                </a:cubicBezTo>
                <a:cubicBezTo>
                  <a:pt x="476756" y="21957"/>
                  <a:pt x="477729" y="22264"/>
                  <a:pt x="479014" y="22264"/>
                </a:cubicBezTo>
                <a:cubicBezTo>
                  <a:pt x="479565" y="22264"/>
                  <a:pt x="480168" y="22219"/>
                  <a:pt x="480822" y="22131"/>
                </a:cubicBezTo>
                <a:cubicBezTo>
                  <a:pt x="481476" y="22042"/>
                  <a:pt x="482159" y="21902"/>
                  <a:pt x="482871" y="21713"/>
                </a:cubicBezTo>
                <a:lnTo>
                  <a:pt x="482871" y="24295"/>
                </a:lnTo>
                <a:close/>
                <a:moveTo>
                  <a:pt x="501491" y="207"/>
                </a:moveTo>
                <a:lnTo>
                  <a:pt x="489679" y="28273"/>
                </a:lnTo>
                <a:lnTo>
                  <a:pt x="486821" y="28273"/>
                </a:lnTo>
                <a:lnTo>
                  <a:pt x="498633" y="207"/>
                </a:lnTo>
                <a:lnTo>
                  <a:pt x="501491" y="207"/>
                </a:lnTo>
                <a:close/>
                <a:moveTo>
                  <a:pt x="520878" y="23917"/>
                </a:moveTo>
                <a:cubicBezTo>
                  <a:pt x="520097" y="24215"/>
                  <a:pt x="519297" y="24436"/>
                  <a:pt x="518476" y="24580"/>
                </a:cubicBezTo>
                <a:cubicBezTo>
                  <a:pt x="517655" y="24723"/>
                  <a:pt x="516809" y="24795"/>
                  <a:pt x="515936" y="24795"/>
                </a:cubicBezTo>
                <a:cubicBezTo>
                  <a:pt x="513204" y="24795"/>
                  <a:pt x="511101" y="24054"/>
                  <a:pt x="509626" y="22574"/>
                </a:cubicBezTo>
                <a:cubicBezTo>
                  <a:pt x="508150" y="21093"/>
                  <a:pt x="507413" y="18929"/>
                  <a:pt x="507413" y="16082"/>
                </a:cubicBezTo>
                <a:cubicBezTo>
                  <a:pt x="507413" y="14716"/>
                  <a:pt x="507625" y="13476"/>
                  <a:pt x="508050" y="12363"/>
                </a:cubicBezTo>
                <a:cubicBezTo>
                  <a:pt x="508475" y="11250"/>
                  <a:pt x="509072" y="10297"/>
                  <a:pt x="509841" y="9505"/>
                </a:cubicBezTo>
                <a:cubicBezTo>
                  <a:pt x="510610" y="8713"/>
                  <a:pt x="511528" y="8101"/>
                  <a:pt x="512596" y="7671"/>
                </a:cubicBezTo>
                <a:cubicBezTo>
                  <a:pt x="513663" y="7240"/>
                  <a:pt x="514840" y="7025"/>
                  <a:pt x="516126" y="7025"/>
                </a:cubicBezTo>
                <a:cubicBezTo>
                  <a:pt x="517021" y="7025"/>
                  <a:pt x="517859" y="7090"/>
                  <a:pt x="518639" y="7219"/>
                </a:cubicBezTo>
                <a:cubicBezTo>
                  <a:pt x="519420" y="7348"/>
                  <a:pt x="520166" y="7559"/>
                  <a:pt x="520878" y="7852"/>
                </a:cubicBezTo>
                <a:lnTo>
                  <a:pt x="520878" y="10710"/>
                </a:lnTo>
                <a:cubicBezTo>
                  <a:pt x="520132" y="10314"/>
                  <a:pt x="519371" y="10025"/>
                  <a:pt x="518596" y="9845"/>
                </a:cubicBezTo>
                <a:cubicBezTo>
                  <a:pt x="517822" y="9664"/>
                  <a:pt x="517021" y="9574"/>
                  <a:pt x="516194" y="9574"/>
                </a:cubicBezTo>
                <a:cubicBezTo>
                  <a:pt x="515425" y="9574"/>
                  <a:pt x="514699" y="9720"/>
                  <a:pt x="514016" y="10013"/>
                </a:cubicBezTo>
                <a:cubicBezTo>
                  <a:pt x="513333" y="10305"/>
                  <a:pt x="512733" y="10727"/>
                  <a:pt x="512217" y="11278"/>
                </a:cubicBezTo>
                <a:cubicBezTo>
                  <a:pt x="511700" y="11829"/>
                  <a:pt x="511293" y="12501"/>
                  <a:pt x="510994" y="13293"/>
                </a:cubicBezTo>
                <a:cubicBezTo>
                  <a:pt x="510696" y="14085"/>
                  <a:pt x="510547" y="14980"/>
                  <a:pt x="510547" y="15979"/>
                </a:cubicBezTo>
                <a:cubicBezTo>
                  <a:pt x="510547" y="18068"/>
                  <a:pt x="511055" y="19632"/>
                  <a:pt x="512071" y="20671"/>
                </a:cubicBezTo>
                <a:cubicBezTo>
                  <a:pt x="513086" y="21710"/>
                  <a:pt x="514496" y="22229"/>
                  <a:pt x="516298" y="22229"/>
                </a:cubicBezTo>
                <a:cubicBezTo>
                  <a:pt x="517113" y="22229"/>
                  <a:pt x="517902" y="22137"/>
                  <a:pt x="518665" y="21954"/>
                </a:cubicBezTo>
                <a:cubicBezTo>
                  <a:pt x="519429" y="21770"/>
                  <a:pt x="520166" y="21495"/>
                  <a:pt x="520878" y="21127"/>
                </a:cubicBezTo>
                <a:lnTo>
                  <a:pt x="520878" y="23917"/>
                </a:lnTo>
                <a:close/>
                <a:moveTo>
                  <a:pt x="538231" y="24554"/>
                </a:moveTo>
                <a:lnTo>
                  <a:pt x="538162" y="22224"/>
                </a:lnTo>
                <a:cubicBezTo>
                  <a:pt x="537221" y="23156"/>
                  <a:pt x="536265" y="23829"/>
                  <a:pt x="535295" y="24243"/>
                </a:cubicBezTo>
                <a:cubicBezTo>
                  <a:pt x="534325" y="24657"/>
                  <a:pt x="533306" y="24864"/>
                  <a:pt x="532239" y="24864"/>
                </a:cubicBezTo>
                <a:cubicBezTo>
                  <a:pt x="531251" y="24864"/>
                  <a:pt x="530408" y="24737"/>
                  <a:pt x="529707" y="24484"/>
                </a:cubicBezTo>
                <a:cubicBezTo>
                  <a:pt x="529007" y="24231"/>
                  <a:pt x="528430" y="23884"/>
                  <a:pt x="527977" y="23441"/>
                </a:cubicBezTo>
                <a:cubicBezTo>
                  <a:pt x="527524" y="22998"/>
                  <a:pt x="527191" y="22478"/>
                  <a:pt x="526978" y="21880"/>
                </a:cubicBezTo>
                <a:cubicBezTo>
                  <a:pt x="526766" y="21282"/>
                  <a:pt x="526660" y="20632"/>
                  <a:pt x="526660" y="19931"/>
                </a:cubicBezTo>
                <a:cubicBezTo>
                  <a:pt x="526660" y="18195"/>
                  <a:pt x="527305" y="16835"/>
                  <a:pt x="528597" y="15852"/>
                </a:cubicBezTo>
                <a:cubicBezTo>
                  <a:pt x="529888" y="14869"/>
                  <a:pt x="531797" y="14378"/>
                  <a:pt x="534322" y="14378"/>
                </a:cubicBezTo>
                <a:lnTo>
                  <a:pt x="537904" y="14378"/>
                </a:lnTo>
                <a:lnTo>
                  <a:pt x="537904" y="12868"/>
                </a:lnTo>
                <a:cubicBezTo>
                  <a:pt x="537904" y="11850"/>
                  <a:pt x="537576" y="11035"/>
                  <a:pt x="536922" y="10423"/>
                </a:cubicBezTo>
                <a:cubicBezTo>
                  <a:pt x="536268" y="9811"/>
                  <a:pt x="535269" y="9505"/>
                  <a:pt x="533926" y="9505"/>
                </a:cubicBezTo>
                <a:cubicBezTo>
                  <a:pt x="532950" y="9505"/>
                  <a:pt x="531989" y="9615"/>
                  <a:pt x="531042" y="9837"/>
                </a:cubicBezTo>
                <a:cubicBezTo>
                  <a:pt x="530095" y="10058"/>
                  <a:pt x="529116" y="10372"/>
                  <a:pt x="528106" y="10779"/>
                </a:cubicBezTo>
                <a:lnTo>
                  <a:pt x="528106" y="8076"/>
                </a:lnTo>
                <a:cubicBezTo>
                  <a:pt x="528485" y="7936"/>
                  <a:pt x="528907" y="7799"/>
                  <a:pt x="529372" y="7664"/>
                </a:cubicBezTo>
                <a:cubicBezTo>
                  <a:pt x="529837" y="7530"/>
                  <a:pt x="530327" y="7411"/>
                  <a:pt x="530844" y="7306"/>
                </a:cubicBezTo>
                <a:cubicBezTo>
                  <a:pt x="531360" y="7201"/>
                  <a:pt x="531900" y="7116"/>
                  <a:pt x="532462" y="7053"/>
                </a:cubicBezTo>
                <a:cubicBezTo>
                  <a:pt x="533025" y="6988"/>
                  <a:pt x="533593" y="6956"/>
                  <a:pt x="534167" y="6956"/>
                </a:cubicBezTo>
                <a:cubicBezTo>
                  <a:pt x="535212" y="6956"/>
                  <a:pt x="536153" y="7071"/>
                  <a:pt x="536991" y="7301"/>
                </a:cubicBezTo>
                <a:cubicBezTo>
                  <a:pt x="537829" y="7530"/>
                  <a:pt x="538538" y="7880"/>
                  <a:pt x="539117" y="8351"/>
                </a:cubicBezTo>
                <a:cubicBezTo>
                  <a:pt x="539697" y="8822"/>
                  <a:pt x="540142" y="9413"/>
                  <a:pt x="540452" y="10125"/>
                </a:cubicBezTo>
                <a:cubicBezTo>
                  <a:pt x="540762" y="10836"/>
                  <a:pt x="540917" y="11674"/>
                  <a:pt x="540917" y="12638"/>
                </a:cubicBezTo>
                <a:lnTo>
                  <a:pt x="540917" y="24554"/>
                </a:lnTo>
                <a:lnTo>
                  <a:pt x="538231" y="24554"/>
                </a:lnTo>
                <a:moveTo>
                  <a:pt x="537904" y="16668"/>
                </a:moveTo>
                <a:lnTo>
                  <a:pt x="534098" y="16668"/>
                </a:lnTo>
                <a:cubicBezTo>
                  <a:pt x="533352" y="16668"/>
                  <a:pt x="532709" y="16743"/>
                  <a:pt x="532170" y="16893"/>
                </a:cubicBezTo>
                <a:cubicBezTo>
                  <a:pt x="531630" y="17042"/>
                  <a:pt x="531188" y="17255"/>
                  <a:pt x="530844" y="17531"/>
                </a:cubicBezTo>
                <a:cubicBezTo>
                  <a:pt x="530500" y="17807"/>
                  <a:pt x="530244" y="18139"/>
                  <a:pt x="530078" y="18525"/>
                </a:cubicBezTo>
                <a:cubicBezTo>
                  <a:pt x="529911" y="18910"/>
                  <a:pt x="529828" y="19345"/>
                  <a:pt x="529828" y="19828"/>
                </a:cubicBezTo>
                <a:cubicBezTo>
                  <a:pt x="529828" y="20162"/>
                  <a:pt x="529880" y="20482"/>
                  <a:pt x="529983" y="20787"/>
                </a:cubicBezTo>
                <a:cubicBezTo>
                  <a:pt x="530086" y="21092"/>
                  <a:pt x="530253" y="21363"/>
                  <a:pt x="530482" y="21599"/>
                </a:cubicBezTo>
                <a:cubicBezTo>
                  <a:pt x="530712" y="21835"/>
                  <a:pt x="531010" y="22022"/>
                  <a:pt x="531378" y="22160"/>
                </a:cubicBezTo>
                <a:cubicBezTo>
                  <a:pt x="531745" y="22298"/>
                  <a:pt x="532193" y="22367"/>
                  <a:pt x="532721" y="22367"/>
                </a:cubicBezTo>
                <a:cubicBezTo>
                  <a:pt x="533409" y="22367"/>
                  <a:pt x="534199" y="22157"/>
                  <a:pt x="535088" y="21737"/>
                </a:cubicBezTo>
                <a:cubicBezTo>
                  <a:pt x="535978" y="21316"/>
                  <a:pt x="536916" y="20651"/>
                  <a:pt x="537904" y="19742"/>
                </a:cubicBezTo>
                <a:lnTo>
                  <a:pt x="537904" y="16668"/>
                </a:lnTo>
                <a:close/>
                <a:moveTo>
                  <a:pt x="560491" y="19836"/>
                </a:moveTo>
                <a:cubicBezTo>
                  <a:pt x="560491" y="20444"/>
                  <a:pt x="560387" y="20990"/>
                  <a:pt x="560181" y="21472"/>
                </a:cubicBezTo>
                <a:cubicBezTo>
                  <a:pt x="559974" y="21954"/>
                  <a:pt x="559693" y="22381"/>
                  <a:pt x="559337" y="22754"/>
                </a:cubicBezTo>
                <a:cubicBezTo>
                  <a:pt x="558981" y="23127"/>
                  <a:pt x="558568" y="23446"/>
                  <a:pt x="558097" y="23710"/>
                </a:cubicBezTo>
                <a:cubicBezTo>
                  <a:pt x="557626" y="23974"/>
                  <a:pt x="557124" y="24192"/>
                  <a:pt x="556591" y="24364"/>
                </a:cubicBezTo>
                <a:cubicBezTo>
                  <a:pt x="556057" y="24537"/>
                  <a:pt x="555509" y="24663"/>
                  <a:pt x="554946" y="24743"/>
                </a:cubicBezTo>
                <a:cubicBezTo>
                  <a:pt x="554384" y="24824"/>
                  <a:pt x="553833" y="24864"/>
                  <a:pt x="553293" y="24864"/>
                </a:cubicBezTo>
                <a:cubicBezTo>
                  <a:pt x="552122" y="24864"/>
                  <a:pt x="551046" y="24812"/>
                  <a:pt x="550065" y="24709"/>
                </a:cubicBezTo>
                <a:cubicBezTo>
                  <a:pt x="549083" y="24605"/>
                  <a:pt x="548122" y="24439"/>
                  <a:pt x="547181" y="24209"/>
                </a:cubicBezTo>
                <a:lnTo>
                  <a:pt x="547181" y="21454"/>
                </a:lnTo>
                <a:cubicBezTo>
                  <a:pt x="548191" y="21741"/>
                  <a:pt x="549195" y="21960"/>
                  <a:pt x="550194" y="22109"/>
                </a:cubicBezTo>
                <a:cubicBezTo>
                  <a:pt x="551192" y="22258"/>
                  <a:pt x="552185" y="22333"/>
                  <a:pt x="553173" y="22333"/>
                </a:cubicBezTo>
                <a:cubicBezTo>
                  <a:pt x="554607" y="22333"/>
                  <a:pt x="555669" y="22137"/>
                  <a:pt x="556358" y="21747"/>
                </a:cubicBezTo>
                <a:cubicBezTo>
                  <a:pt x="557047" y="21357"/>
                  <a:pt x="557391" y="20800"/>
                  <a:pt x="557391" y="20077"/>
                </a:cubicBezTo>
                <a:cubicBezTo>
                  <a:pt x="557391" y="19767"/>
                  <a:pt x="557337" y="19489"/>
                  <a:pt x="557228" y="19242"/>
                </a:cubicBezTo>
                <a:cubicBezTo>
                  <a:pt x="557119" y="18995"/>
                  <a:pt x="556921" y="18760"/>
                  <a:pt x="556634" y="18536"/>
                </a:cubicBezTo>
                <a:cubicBezTo>
                  <a:pt x="556347" y="18312"/>
                  <a:pt x="555902" y="18080"/>
                  <a:pt x="555299" y="17839"/>
                </a:cubicBezTo>
                <a:cubicBezTo>
                  <a:pt x="554696" y="17597"/>
                  <a:pt x="553873" y="17322"/>
                  <a:pt x="552828" y="17012"/>
                </a:cubicBezTo>
                <a:cubicBezTo>
                  <a:pt x="552048" y="16782"/>
                  <a:pt x="551327" y="16521"/>
                  <a:pt x="550667" y="16229"/>
                </a:cubicBezTo>
                <a:cubicBezTo>
                  <a:pt x="550007" y="15936"/>
                  <a:pt x="549436" y="15589"/>
                  <a:pt x="548954" y="15187"/>
                </a:cubicBezTo>
                <a:cubicBezTo>
                  <a:pt x="548472" y="14785"/>
                  <a:pt x="548093" y="14314"/>
                  <a:pt x="547818" y="13775"/>
                </a:cubicBezTo>
                <a:cubicBezTo>
                  <a:pt x="547542" y="13235"/>
                  <a:pt x="547404" y="12598"/>
                  <a:pt x="547404" y="11864"/>
                </a:cubicBezTo>
                <a:cubicBezTo>
                  <a:pt x="547404" y="11382"/>
                  <a:pt x="547516" y="10853"/>
                  <a:pt x="547740" y="10280"/>
                </a:cubicBezTo>
                <a:cubicBezTo>
                  <a:pt x="547964" y="9706"/>
                  <a:pt x="548346" y="9172"/>
                  <a:pt x="548885" y="8678"/>
                </a:cubicBezTo>
                <a:cubicBezTo>
                  <a:pt x="549425" y="8185"/>
                  <a:pt x="550154" y="7774"/>
                  <a:pt x="551072" y="7447"/>
                </a:cubicBezTo>
                <a:cubicBezTo>
                  <a:pt x="551990" y="7120"/>
                  <a:pt x="553138" y="6956"/>
                  <a:pt x="554516" y="6956"/>
                </a:cubicBezTo>
                <a:cubicBezTo>
                  <a:pt x="555193" y="6956"/>
                  <a:pt x="555945" y="6994"/>
                  <a:pt x="556771" y="7068"/>
                </a:cubicBezTo>
                <a:cubicBezTo>
                  <a:pt x="557598" y="7143"/>
                  <a:pt x="558459" y="7272"/>
                  <a:pt x="559354" y="7456"/>
                </a:cubicBezTo>
                <a:lnTo>
                  <a:pt x="559354" y="10125"/>
                </a:lnTo>
                <a:cubicBezTo>
                  <a:pt x="558413" y="9895"/>
                  <a:pt x="557520" y="9726"/>
                  <a:pt x="556677" y="9617"/>
                </a:cubicBezTo>
                <a:cubicBezTo>
                  <a:pt x="555833" y="9508"/>
                  <a:pt x="555101" y="9453"/>
                  <a:pt x="554481" y="9453"/>
                </a:cubicBezTo>
                <a:cubicBezTo>
                  <a:pt x="553735" y="9453"/>
                  <a:pt x="553107" y="9510"/>
                  <a:pt x="552596" y="9625"/>
                </a:cubicBezTo>
                <a:cubicBezTo>
                  <a:pt x="552085" y="9740"/>
                  <a:pt x="551672" y="9898"/>
                  <a:pt x="551356" y="10099"/>
                </a:cubicBezTo>
                <a:cubicBezTo>
                  <a:pt x="551040" y="10300"/>
                  <a:pt x="550814" y="10535"/>
                  <a:pt x="550676" y="10805"/>
                </a:cubicBezTo>
                <a:cubicBezTo>
                  <a:pt x="550538" y="11074"/>
                  <a:pt x="550469" y="11364"/>
                  <a:pt x="550469" y="11674"/>
                </a:cubicBezTo>
                <a:cubicBezTo>
                  <a:pt x="550469" y="11984"/>
                  <a:pt x="550530" y="12265"/>
                  <a:pt x="550650" y="12518"/>
                </a:cubicBezTo>
                <a:cubicBezTo>
                  <a:pt x="550771" y="12770"/>
                  <a:pt x="550994" y="13014"/>
                  <a:pt x="551322" y="13250"/>
                </a:cubicBezTo>
                <a:cubicBezTo>
                  <a:pt x="551649" y="13485"/>
                  <a:pt x="552105" y="13720"/>
                  <a:pt x="552690" y="13956"/>
                </a:cubicBezTo>
                <a:cubicBezTo>
                  <a:pt x="553276" y="14191"/>
                  <a:pt x="554039" y="14446"/>
                  <a:pt x="554981" y="14722"/>
                </a:cubicBezTo>
                <a:cubicBezTo>
                  <a:pt x="556002" y="15020"/>
                  <a:pt x="556863" y="15333"/>
                  <a:pt x="557563" y="15660"/>
                </a:cubicBezTo>
                <a:cubicBezTo>
                  <a:pt x="558264" y="15988"/>
                  <a:pt x="558832" y="16352"/>
                  <a:pt x="559268" y="16754"/>
                </a:cubicBezTo>
                <a:cubicBezTo>
                  <a:pt x="559704" y="17156"/>
                  <a:pt x="560017" y="17609"/>
                  <a:pt x="560206" y="18114"/>
                </a:cubicBezTo>
                <a:cubicBezTo>
                  <a:pt x="560396" y="18619"/>
                  <a:pt x="560491" y="19193"/>
                  <a:pt x="560491" y="19836"/>
                </a:cubicBezTo>
                <a:close/>
                <a:moveTo>
                  <a:pt x="578887" y="23917"/>
                </a:moveTo>
                <a:cubicBezTo>
                  <a:pt x="578106" y="24215"/>
                  <a:pt x="577306" y="24436"/>
                  <a:pt x="576485" y="24580"/>
                </a:cubicBezTo>
                <a:cubicBezTo>
                  <a:pt x="575664" y="24723"/>
                  <a:pt x="574817" y="24795"/>
                  <a:pt x="573945" y="24795"/>
                </a:cubicBezTo>
                <a:cubicBezTo>
                  <a:pt x="571213" y="24795"/>
                  <a:pt x="569110" y="24054"/>
                  <a:pt x="567634" y="22574"/>
                </a:cubicBezTo>
                <a:cubicBezTo>
                  <a:pt x="566159" y="21093"/>
                  <a:pt x="565422" y="18929"/>
                  <a:pt x="565422" y="16082"/>
                </a:cubicBezTo>
                <a:cubicBezTo>
                  <a:pt x="565422" y="14716"/>
                  <a:pt x="565634" y="13476"/>
                  <a:pt x="566059" y="12363"/>
                </a:cubicBezTo>
                <a:cubicBezTo>
                  <a:pt x="566484" y="11250"/>
                  <a:pt x="567081" y="10297"/>
                  <a:pt x="567850" y="9505"/>
                </a:cubicBezTo>
                <a:cubicBezTo>
                  <a:pt x="568619" y="8713"/>
                  <a:pt x="569537" y="8101"/>
                  <a:pt x="570605" y="7671"/>
                </a:cubicBezTo>
                <a:cubicBezTo>
                  <a:pt x="571672" y="7240"/>
                  <a:pt x="572849" y="7025"/>
                  <a:pt x="574134" y="7025"/>
                </a:cubicBezTo>
                <a:cubicBezTo>
                  <a:pt x="575030" y="7025"/>
                  <a:pt x="575868" y="7090"/>
                  <a:pt x="576648" y="7219"/>
                </a:cubicBezTo>
                <a:cubicBezTo>
                  <a:pt x="577429" y="7348"/>
                  <a:pt x="578175" y="7559"/>
                  <a:pt x="578887" y="7852"/>
                </a:cubicBezTo>
                <a:lnTo>
                  <a:pt x="578887" y="10710"/>
                </a:lnTo>
                <a:cubicBezTo>
                  <a:pt x="578141" y="10314"/>
                  <a:pt x="577380" y="10025"/>
                  <a:pt x="576605" y="9845"/>
                </a:cubicBezTo>
                <a:cubicBezTo>
                  <a:pt x="575831" y="9664"/>
                  <a:pt x="575030" y="9574"/>
                  <a:pt x="574203" y="9574"/>
                </a:cubicBezTo>
                <a:cubicBezTo>
                  <a:pt x="573434" y="9574"/>
                  <a:pt x="572708" y="9720"/>
                  <a:pt x="572025" y="10013"/>
                </a:cubicBezTo>
                <a:cubicBezTo>
                  <a:pt x="571342" y="10305"/>
                  <a:pt x="570742" y="10727"/>
                  <a:pt x="570226" y="11278"/>
                </a:cubicBezTo>
                <a:cubicBezTo>
                  <a:pt x="569709" y="11829"/>
                  <a:pt x="569302" y="12501"/>
                  <a:pt x="569003" y="13293"/>
                </a:cubicBezTo>
                <a:cubicBezTo>
                  <a:pt x="568705" y="14085"/>
                  <a:pt x="568556" y="14980"/>
                  <a:pt x="568556" y="15979"/>
                </a:cubicBezTo>
                <a:cubicBezTo>
                  <a:pt x="568556" y="18068"/>
                  <a:pt x="569064" y="19632"/>
                  <a:pt x="570080" y="20671"/>
                </a:cubicBezTo>
                <a:cubicBezTo>
                  <a:pt x="571095" y="21710"/>
                  <a:pt x="572504" y="22229"/>
                  <a:pt x="574307" y="22229"/>
                </a:cubicBezTo>
                <a:cubicBezTo>
                  <a:pt x="575122" y="22229"/>
                  <a:pt x="575911" y="22137"/>
                  <a:pt x="576674" y="21954"/>
                </a:cubicBezTo>
                <a:cubicBezTo>
                  <a:pt x="577438" y="21770"/>
                  <a:pt x="578175" y="21495"/>
                  <a:pt x="578887" y="21127"/>
                </a:cubicBezTo>
                <a:lnTo>
                  <a:pt x="578887" y="23917"/>
                </a:lnTo>
                <a:close/>
                <a:moveTo>
                  <a:pt x="596239" y="24554"/>
                </a:moveTo>
                <a:lnTo>
                  <a:pt x="596171" y="22224"/>
                </a:lnTo>
                <a:cubicBezTo>
                  <a:pt x="595229" y="23156"/>
                  <a:pt x="594274" y="23829"/>
                  <a:pt x="593304" y="24243"/>
                </a:cubicBezTo>
                <a:cubicBezTo>
                  <a:pt x="592334" y="24657"/>
                  <a:pt x="591315" y="24864"/>
                  <a:pt x="590247" y="24864"/>
                </a:cubicBezTo>
                <a:cubicBezTo>
                  <a:pt x="589260" y="24864"/>
                  <a:pt x="588416" y="24737"/>
                  <a:pt x="587716" y="24484"/>
                </a:cubicBezTo>
                <a:cubicBezTo>
                  <a:pt x="587016" y="24231"/>
                  <a:pt x="586439" y="23884"/>
                  <a:pt x="585986" y="23441"/>
                </a:cubicBezTo>
                <a:cubicBezTo>
                  <a:pt x="585532" y="22998"/>
                  <a:pt x="585199" y="22478"/>
                  <a:pt x="584987" y="21880"/>
                </a:cubicBezTo>
                <a:cubicBezTo>
                  <a:pt x="584775" y="21282"/>
                  <a:pt x="584668" y="20632"/>
                  <a:pt x="584668" y="19931"/>
                </a:cubicBezTo>
                <a:cubicBezTo>
                  <a:pt x="584668" y="18195"/>
                  <a:pt x="585314" y="16835"/>
                  <a:pt x="586606" y="15852"/>
                </a:cubicBezTo>
                <a:cubicBezTo>
                  <a:pt x="587897" y="14869"/>
                  <a:pt x="589805" y="14378"/>
                  <a:pt x="592331" y="14378"/>
                </a:cubicBezTo>
                <a:lnTo>
                  <a:pt x="595912" y="14378"/>
                </a:lnTo>
                <a:lnTo>
                  <a:pt x="595912" y="12868"/>
                </a:lnTo>
                <a:cubicBezTo>
                  <a:pt x="595912" y="11850"/>
                  <a:pt x="595585" y="11035"/>
                  <a:pt x="594931" y="10423"/>
                </a:cubicBezTo>
                <a:cubicBezTo>
                  <a:pt x="594276" y="9811"/>
                  <a:pt x="593278" y="9505"/>
                  <a:pt x="591935" y="9505"/>
                </a:cubicBezTo>
                <a:cubicBezTo>
                  <a:pt x="590959" y="9505"/>
                  <a:pt x="589998" y="9615"/>
                  <a:pt x="589051" y="9837"/>
                </a:cubicBezTo>
                <a:cubicBezTo>
                  <a:pt x="588104" y="10058"/>
                  <a:pt x="587125" y="10372"/>
                  <a:pt x="586115" y="10779"/>
                </a:cubicBezTo>
                <a:lnTo>
                  <a:pt x="586115" y="8076"/>
                </a:lnTo>
                <a:cubicBezTo>
                  <a:pt x="586494" y="7936"/>
                  <a:pt x="586915" y="7799"/>
                  <a:pt x="587380" y="7664"/>
                </a:cubicBezTo>
                <a:cubicBezTo>
                  <a:pt x="587845" y="7530"/>
                  <a:pt x="588336" y="7411"/>
                  <a:pt x="588853" y="7306"/>
                </a:cubicBezTo>
                <a:cubicBezTo>
                  <a:pt x="589369" y="7201"/>
                  <a:pt x="589909" y="7116"/>
                  <a:pt x="590471" y="7053"/>
                </a:cubicBezTo>
                <a:cubicBezTo>
                  <a:pt x="591034" y="6988"/>
                  <a:pt x="591602" y="6956"/>
                  <a:pt x="592176" y="6956"/>
                </a:cubicBezTo>
                <a:cubicBezTo>
                  <a:pt x="593220" y="6956"/>
                  <a:pt x="594162" y="7071"/>
                  <a:pt x="595000" y="7301"/>
                </a:cubicBezTo>
                <a:cubicBezTo>
                  <a:pt x="595838" y="7530"/>
                  <a:pt x="596546" y="7880"/>
                  <a:pt x="597126" y="8351"/>
                </a:cubicBezTo>
                <a:cubicBezTo>
                  <a:pt x="597706" y="8822"/>
                  <a:pt x="598151" y="9413"/>
                  <a:pt x="598461" y="10125"/>
                </a:cubicBezTo>
                <a:cubicBezTo>
                  <a:pt x="598771" y="10836"/>
                  <a:pt x="598925" y="11674"/>
                  <a:pt x="598925" y="12638"/>
                </a:cubicBezTo>
                <a:lnTo>
                  <a:pt x="598925" y="24554"/>
                </a:lnTo>
                <a:lnTo>
                  <a:pt x="596239" y="24554"/>
                </a:lnTo>
                <a:moveTo>
                  <a:pt x="595912" y="16668"/>
                </a:moveTo>
                <a:lnTo>
                  <a:pt x="592107" y="16668"/>
                </a:lnTo>
                <a:cubicBezTo>
                  <a:pt x="591361" y="16668"/>
                  <a:pt x="590718" y="16743"/>
                  <a:pt x="590178" y="16893"/>
                </a:cubicBezTo>
                <a:cubicBezTo>
                  <a:pt x="589639" y="17042"/>
                  <a:pt x="589197" y="17255"/>
                  <a:pt x="588853" y="17531"/>
                </a:cubicBezTo>
                <a:cubicBezTo>
                  <a:pt x="588508" y="17807"/>
                  <a:pt x="588253" y="18139"/>
                  <a:pt x="588086" y="18525"/>
                </a:cubicBezTo>
                <a:cubicBezTo>
                  <a:pt x="587920" y="18910"/>
                  <a:pt x="587837" y="19345"/>
                  <a:pt x="587837" y="19828"/>
                </a:cubicBezTo>
                <a:cubicBezTo>
                  <a:pt x="587837" y="20162"/>
                  <a:pt x="587888" y="20482"/>
                  <a:pt x="587992" y="20787"/>
                </a:cubicBezTo>
                <a:cubicBezTo>
                  <a:pt x="588095" y="21092"/>
                  <a:pt x="588261" y="21363"/>
                  <a:pt x="588491" y="21599"/>
                </a:cubicBezTo>
                <a:cubicBezTo>
                  <a:pt x="588721" y="21835"/>
                  <a:pt x="589019" y="22022"/>
                  <a:pt x="589386" y="22160"/>
                </a:cubicBezTo>
                <a:cubicBezTo>
                  <a:pt x="589754" y="22298"/>
                  <a:pt x="590201" y="22367"/>
                  <a:pt x="590729" y="22367"/>
                </a:cubicBezTo>
                <a:cubicBezTo>
                  <a:pt x="591418" y="22367"/>
                  <a:pt x="592207" y="22157"/>
                  <a:pt x="593097" y="21737"/>
                </a:cubicBezTo>
                <a:cubicBezTo>
                  <a:pt x="593987" y="21316"/>
                  <a:pt x="594925" y="20651"/>
                  <a:pt x="595912" y="19742"/>
                </a:cubicBezTo>
                <a:lnTo>
                  <a:pt x="595912" y="16668"/>
                </a:lnTo>
                <a:close/>
                <a:moveTo>
                  <a:pt x="603932" y="16272"/>
                </a:moveTo>
                <a:cubicBezTo>
                  <a:pt x="603932" y="14802"/>
                  <a:pt x="604133" y="13497"/>
                  <a:pt x="604535" y="12354"/>
                </a:cubicBezTo>
                <a:cubicBezTo>
                  <a:pt x="604937" y="11212"/>
                  <a:pt x="605508" y="10248"/>
                  <a:pt x="606248" y="9462"/>
                </a:cubicBezTo>
                <a:cubicBezTo>
                  <a:pt x="606989" y="8675"/>
                  <a:pt x="607878" y="8078"/>
                  <a:pt x="608917" y="7671"/>
                </a:cubicBezTo>
                <a:cubicBezTo>
                  <a:pt x="609956" y="7263"/>
                  <a:pt x="611112" y="7060"/>
                  <a:pt x="612387" y="7060"/>
                </a:cubicBezTo>
                <a:cubicBezTo>
                  <a:pt x="612938" y="7060"/>
                  <a:pt x="613480" y="7094"/>
                  <a:pt x="614014" y="7163"/>
                </a:cubicBezTo>
                <a:cubicBezTo>
                  <a:pt x="614548" y="7232"/>
                  <a:pt x="615073" y="7341"/>
                  <a:pt x="615589" y="7490"/>
                </a:cubicBezTo>
                <a:lnTo>
                  <a:pt x="615589" y="207"/>
                </a:lnTo>
                <a:lnTo>
                  <a:pt x="618603" y="207"/>
                </a:lnTo>
                <a:lnTo>
                  <a:pt x="618603" y="24554"/>
                </a:lnTo>
                <a:lnTo>
                  <a:pt x="615916" y="24554"/>
                </a:lnTo>
                <a:lnTo>
                  <a:pt x="615813" y="21282"/>
                </a:lnTo>
                <a:cubicBezTo>
                  <a:pt x="614975" y="22499"/>
                  <a:pt x="614068" y="23400"/>
                  <a:pt x="613093" y="23986"/>
                </a:cubicBezTo>
                <a:cubicBezTo>
                  <a:pt x="612117" y="24571"/>
                  <a:pt x="611061" y="24864"/>
                  <a:pt x="609924" y="24864"/>
                </a:cubicBezTo>
                <a:cubicBezTo>
                  <a:pt x="608937" y="24864"/>
                  <a:pt x="608068" y="24657"/>
                  <a:pt x="607316" y="24244"/>
                </a:cubicBezTo>
                <a:cubicBezTo>
                  <a:pt x="606564" y="23831"/>
                  <a:pt x="605938" y="23248"/>
                  <a:pt x="605439" y="22496"/>
                </a:cubicBezTo>
                <a:cubicBezTo>
                  <a:pt x="604940" y="21744"/>
                  <a:pt x="604564" y="20840"/>
                  <a:pt x="604311" y="19784"/>
                </a:cubicBezTo>
                <a:cubicBezTo>
                  <a:pt x="604059" y="18728"/>
                  <a:pt x="603932" y="17557"/>
                  <a:pt x="603932" y="16272"/>
                </a:cubicBezTo>
                <a:moveTo>
                  <a:pt x="606997" y="16082"/>
                </a:moveTo>
                <a:cubicBezTo>
                  <a:pt x="606997" y="18171"/>
                  <a:pt x="607304" y="19730"/>
                  <a:pt x="607918" y="20757"/>
                </a:cubicBezTo>
                <a:cubicBezTo>
                  <a:pt x="608532" y="21784"/>
                  <a:pt x="609402" y="22298"/>
                  <a:pt x="610527" y="22298"/>
                </a:cubicBezTo>
                <a:cubicBezTo>
                  <a:pt x="611285" y="22298"/>
                  <a:pt x="612085" y="21960"/>
                  <a:pt x="612929" y="21282"/>
                </a:cubicBezTo>
                <a:cubicBezTo>
                  <a:pt x="613773" y="20605"/>
                  <a:pt x="614659" y="19601"/>
                  <a:pt x="615589" y="18269"/>
                </a:cubicBezTo>
                <a:lnTo>
                  <a:pt x="615589" y="10245"/>
                </a:lnTo>
                <a:cubicBezTo>
                  <a:pt x="615096" y="10016"/>
                  <a:pt x="614550" y="9840"/>
                  <a:pt x="613953" y="9720"/>
                </a:cubicBezTo>
                <a:cubicBezTo>
                  <a:pt x="613357" y="9599"/>
                  <a:pt x="612765" y="9539"/>
                  <a:pt x="612180" y="9539"/>
                </a:cubicBezTo>
                <a:cubicBezTo>
                  <a:pt x="610550" y="9539"/>
                  <a:pt x="609279" y="10067"/>
                  <a:pt x="608366" y="11123"/>
                </a:cubicBezTo>
                <a:cubicBezTo>
                  <a:pt x="607453" y="12179"/>
                  <a:pt x="606997" y="13832"/>
                  <a:pt x="606997" y="16082"/>
                </a:cubicBezTo>
                <a:close/>
                <a:moveTo>
                  <a:pt x="639089" y="14997"/>
                </a:moveTo>
                <a:cubicBezTo>
                  <a:pt x="639089" y="15422"/>
                  <a:pt x="639083" y="15778"/>
                  <a:pt x="639072" y="16065"/>
                </a:cubicBezTo>
                <a:cubicBezTo>
                  <a:pt x="639060" y="16352"/>
                  <a:pt x="639043" y="16622"/>
                  <a:pt x="639020" y="16874"/>
                </a:cubicBezTo>
                <a:lnTo>
                  <a:pt x="626881" y="16874"/>
                </a:lnTo>
                <a:cubicBezTo>
                  <a:pt x="626881" y="18642"/>
                  <a:pt x="627375" y="19999"/>
                  <a:pt x="628362" y="20946"/>
                </a:cubicBezTo>
                <a:cubicBezTo>
                  <a:pt x="629349" y="21893"/>
                  <a:pt x="630773" y="22367"/>
                  <a:pt x="632632" y="22367"/>
                </a:cubicBezTo>
                <a:cubicBezTo>
                  <a:pt x="633137" y="22367"/>
                  <a:pt x="633642" y="22347"/>
                  <a:pt x="634147" y="22306"/>
                </a:cubicBezTo>
                <a:cubicBezTo>
                  <a:pt x="634652" y="22264"/>
                  <a:pt x="635140" y="22209"/>
                  <a:pt x="635611" y="22138"/>
                </a:cubicBezTo>
                <a:cubicBezTo>
                  <a:pt x="636082" y="22068"/>
                  <a:pt x="636532" y="21988"/>
                  <a:pt x="636963" y="21900"/>
                </a:cubicBezTo>
                <a:cubicBezTo>
                  <a:pt x="637393" y="21812"/>
                  <a:pt x="637792" y="21715"/>
                  <a:pt x="638159" y="21609"/>
                </a:cubicBezTo>
                <a:lnTo>
                  <a:pt x="638159" y="24072"/>
                </a:lnTo>
                <a:cubicBezTo>
                  <a:pt x="637344" y="24306"/>
                  <a:pt x="636423" y="24497"/>
                  <a:pt x="635396" y="24644"/>
                </a:cubicBezTo>
                <a:cubicBezTo>
                  <a:pt x="634368" y="24790"/>
                  <a:pt x="633304" y="24864"/>
                  <a:pt x="632202" y="24864"/>
                </a:cubicBezTo>
                <a:cubicBezTo>
                  <a:pt x="630721" y="24864"/>
                  <a:pt x="629447" y="24663"/>
                  <a:pt x="628379" y="24261"/>
                </a:cubicBezTo>
                <a:cubicBezTo>
                  <a:pt x="627312" y="23859"/>
                  <a:pt x="626436" y="23277"/>
                  <a:pt x="625753" y="22513"/>
                </a:cubicBezTo>
                <a:cubicBezTo>
                  <a:pt x="625070" y="21750"/>
                  <a:pt x="624565" y="20814"/>
                  <a:pt x="624238" y="19707"/>
                </a:cubicBezTo>
                <a:cubicBezTo>
                  <a:pt x="623911" y="18599"/>
                  <a:pt x="623747" y="17345"/>
                  <a:pt x="623747" y="15944"/>
                </a:cubicBezTo>
                <a:cubicBezTo>
                  <a:pt x="623747" y="14728"/>
                  <a:pt x="623922" y="13577"/>
                  <a:pt x="624272" y="12492"/>
                </a:cubicBezTo>
                <a:cubicBezTo>
                  <a:pt x="624623" y="11407"/>
                  <a:pt x="625133" y="10455"/>
                  <a:pt x="625805" y="9634"/>
                </a:cubicBezTo>
                <a:cubicBezTo>
                  <a:pt x="626476" y="8813"/>
                  <a:pt x="627300" y="8162"/>
                  <a:pt x="628276" y="7680"/>
                </a:cubicBezTo>
                <a:cubicBezTo>
                  <a:pt x="629252" y="7197"/>
                  <a:pt x="630359" y="6956"/>
                  <a:pt x="631599" y="6956"/>
                </a:cubicBezTo>
                <a:cubicBezTo>
                  <a:pt x="632804" y="6956"/>
                  <a:pt x="633872" y="7146"/>
                  <a:pt x="634802" y="7525"/>
                </a:cubicBezTo>
                <a:cubicBezTo>
                  <a:pt x="635731" y="7903"/>
                  <a:pt x="636515" y="8440"/>
                  <a:pt x="637152" y="9134"/>
                </a:cubicBezTo>
                <a:cubicBezTo>
                  <a:pt x="637789" y="9829"/>
                  <a:pt x="638271" y="10673"/>
                  <a:pt x="638598" y="11666"/>
                </a:cubicBezTo>
                <a:cubicBezTo>
                  <a:pt x="638926" y="12659"/>
                  <a:pt x="639089" y="13769"/>
                  <a:pt x="639089" y="14997"/>
                </a:cubicBezTo>
                <a:moveTo>
                  <a:pt x="635973" y="14567"/>
                </a:moveTo>
                <a:cubicBezTo>
                  <a:pt x="636007" y="13798"/>
                  <a:pt x="635932" y="13095"/>
                  <a:pt x="635749" y="12458"/>
                </a:cubicBezTo>
                <a:cubicBezTo>
                  <a:pt x="635565" y="11821"/>
                  <a:pt x="635281" y="11272"/>
                  <a:pt x="634896" y="10813"/>
                </a:cubicBezTo>
                <a:cubicBezTo>
                  <a:pt x="634512" y="10354"/>
                  <a:pt x="634033" y="9995"/>
                  <a:pt x="633459" y="9737"/>
                </a:cubicBezTo>
                <a:cubicBezTo>
                  <a:pt x="632885" y="9479"/>
                  <a:pt x="632219" y="9350"/>
                  <a:pt x="631461" y="9350"/>
                </a:cubicBezTo>
                <a:cubicBezTo>
                  <a:pt x="630807" y="9350"/>
                  <a:pt x="630210" y="9476"/>
                  <a:pt x="629671" y="9729"/>
                </a:cubicBezTo>
                <a:cubicBezTo>
                  <a:pt x="629131" y="9981"/>
                  <a:pt x="628666" y="10337"/>
                  <a:pt x="628276" y="10796"/>
                </a:cubicBezTo>
                <a:cubicBezTo>
                  <a:pt x="627886" y="11255"/>
                  <a:pt x="627570" y="11806"/>
                  <a:pt x="627329" y="12449"/>
                </a:cubicBezTo>
                <a:cubicBezTo>
                  <a:pt x="627088" y="13092"/>
                  <a:pt x="626938" y="13798"/>
                  <a:pt x="626881" y="14567"/>
                </a:cubicBezTo>
                <a:lnTo>
                  <a:pt x="635973" y="14567"/>
                </a:lnTo>
                <a:close/>
                <a:moveTo>
                  <a:pt x="643848" y="7266"/>
                </a:moveTo>
                <a:lnTo>
                  <a:pt x="646586" y="7266"/>
                </a:lnTo>
                <a:lnTo>
                  <a:pt x="646672" y="10444"/>
                </a:lnTo>
                <a:cubicBezTo>
                  <a:pt x="647693" y="9218"/>
                  <a:pt x="648701" y="8331"/>
                  <a:pt x="649694" y="7781"/>
                </a:cubicBezTo>
                <a:cubicBezTo>
                  <a:pt x="650687" y="7231"/>
                  <a:pt x="651688" y="6956"/>
                  <a:pt x="652698" y="6956"/>
                </a:cubicBezTo>
                <a:cubicBezTo>
                  <a:pt x="654489" y="6956"/>
                  <a:pt x="655847" y="7535"/>
                  <a:pt x="656771" y="8691"/>
                </a:cubicBezTo>
                <a:cubicBezTo>
                  <a:pt x="657695" y="9848"/>
                  <a:pt x="658122" y="11565"/>
                  <a:pt x="658053" y="13844"/>
                </a:cubicBezTo>
                <a:lnTo>
                  <a:pt x="655023" y="13844"/>
                </a:lnTo>
                <a:cubicBezTo>
                  <a:pt x="655057" y="12335"/>
                  <a:pt x="654836" y="11240"/>
                  <a:pt x="654360" y="10560"/>
                </a:cubicBezTo>
                <a:cubicBezTo>
                  <a:pt x="653884" y="9879"/>
                  <a:pt x="653186" y="9539"/>
                  <a:pt x="652268" y="9539"/>
                </a:cubicBezTo>
                <a:cubicBezTo>
                  <a:pt x="651866" y="9539"/>
                  <a:pt x="651462" y="9611"/>
                  <a:pt x="651054" y="9754"/>
                </a:cubicBezTo>
                <a:cubicBezTo>
                  <a:pt x="650646" y="9897"/>
                  <a:pt x="650228" y="10125"/>
                  <a:pt x="649797" y="10439"/>
                </a:cubicBezTo>
                <a:cubicBezTo>
                  <a:pt x="649367" y="10754"/>
                  <a:pt x="648910" y="11157"/>
                  <a:pt x="648428" y="11648"/>
                </a:cubicBezTo>
                <a:cubicBezTo>
                  <a:pt x="647946" y="12140"/>
                  <a:pt x="647429" y="12734"/>
                  <a:pt x="646878" y="13432"/>
                </a:cubicBezTo>
                <a:lnTo>
                  <a:pt x="646878" y="24554"/>
                </a:lnTo>
                <a:lnTo>
                  <a:pt x="643848" y="24554"/>
                </a:lnTo>
                <a:lnTo>
                  <a:pt x="643848" y="7266"/>
                </a:lnTo>
                <a:close/>
                <a:moveTo>
                  <a:pt x="675110" y="16564"/>
                </a:moveTo>
                <a:lnTo>
                  <a:pt x="664814" y="16564"/>
                </a:lnTo>
                <a:lnTo>
                  <a:pt x="664814" y="13740"/>
                </a:lnTo>
                <a:lnTo>
                  <a:pt x="675110" y="13740"/>
                </a:lnTo>
                <a:lnTo>
                  <a:pt x="675110" y="16564"/>
                </a:lnTo>
                <a:close/>
                <a:moveTo>
                  <a:pt x="696418" y="19836"/>
                </a:moveTo>
                <a:cubicBezTo>
                  <a:pt x="696418" y="20444"/>
                  <a:pt x="696314" y="20990"/>
                  <a:pt x="696108" y="21472"/>
                </a:cubicBezTo>
                <a:cubicBezTo>
                  <a:pt x="695901" y="21954"/>
                  <a:pt x="695620" y="22381"/>
                  <a:pt x="695264" y="22754"/>
                </a:cubicBezTo>
                <a:cubicBezTo>
                  <a:pt x="694908" y="23127"/>
                  <a:pt x="694495" y="23446"/>
                  <a:pt x="694024" y="23710"/>
                </a:cubicBezTo>
                <a:cubicBezTo>
                  <a:pt x="693554" y="23974"/>
                  <a:pt x="693052" y="24192"/>
                  <a:pt x="692518" y="24364"/>
                </a:cubicBezTo>
                <a:cubicBezTo>
                  <a:pt x="691984" y="24537"/>
                  <a:pt x="691436" y="24663"/>
                  <a:pt x="690873" y="24743"/>
                </a:cubicBezTo>
                <a:cubicBezTo>
                  <a:pt x="690311" y="24824"/>
                  <a:pt x="689760" y="24864"/>
                  <a:pt x="689220" y="24864"/>
                </a:cubicBezTo>
                <a:cubicBezTo>
                  <a:pt x="688050" y="24864"/>
                  <a:pt x="686973" y="24812"/>
                  <a:pt x="685992" y="24709"/>
                </a:cubicBezTo>
                <a:cubicBezTo>
                  <a:pt x="685010" y="24605"/>
                  <a:pt x="684049" y="24439"/>
                  <a:pt x="683108" y="24209"/>
                </a:cubicBezTo>
                <a:lnTo>
                  <a:pt x="683108" y="21454"/>
                </a:lnTo>
                <a:cubicBezTo>
                  <a:pt x="684118" y="21741"/>
                  <a:pt x="685122" y="21960"/>
                  <a:pt x="686121" y="22109"/>
                </a:cubicBezTo>
                <a:cubicBezTo>
                  <a:pt x="687120" y="22258"/>
                  <a:pt x="688113" y="22333"/>
                  <a:pt x="689100" y="22333"/>
                </a:cubicBezTo>
                <a:cubicBezTo>
                  <a:pt x="690535" y="22333"/>
                  <a:pt x="691597" y="22137"/>
                  <a:pt x="692285" y="21747"/>
                </a:cubicBezTo>
                <a:cubicBezTo>
                  <a:pt x="692974" y="21357"/>
                  <a:pt x="693318" y="20800"/>
                  <a:pt x="693318" y="20077"/>
                </a:cubicBezTo>
                <a:cubicBezTo>
                  <a:pt x="693318" y="19767"/>
                  <a:pt x="693264" y="19489"/>
                  <a:pt x="693155" y="19242"/>
                </a:cubicBezTo>
                <a:cubicBezTo>
                  <a:pt x="693046" y="18995"/>
                  <a:pt x="692848" y="18760"/>
                  <a:pt x="692561" y="18536"/>
                </a:cubicBezTo>
                <a:cubicBezTo>
                  <a:pt x="692274" y="18312"/>
                  <a:pt x="691829" y="18080"/>
                  <a:pt x="691226" y="17839"/>
                </a:cubicBezTo>
                <a:cubicBezTo>
                  <a:pt x="690624" y="17597"/>
                  <a:pt x="689800" y="17322"/>
                  <a:pt x="688756" y="17012"/>
                </a:cubicBezTo>
                <a:cubicBezTo>
                  <a:pt x="687975" y="16782"/>
                  <a:pt x="687255" y="16521"/>
                  <a:pt x="686595" y="16229"/>
                </a:cubicBezTo>
                <a:cubicBezTo>
                  <a:pt x="685935" y="15936"/>
                  <a:pt x="685363" y="15589"/>
                  <a:pt x="684881" y="15187"/>
                </a:cubicBezTo>
                <a:cubicBezTo>
                  <a:pt x="684399" y="14785"/>
                  <a:pt x="684020" y="14314"/>
                  <a:pt x="683745" y="13775"/>
                </a:cubicBezTo>
                <a:cubicBezTo>
                  <a:pt x="683469" y="13235"/>
                  <a:pt x="683332" y="12598"/>
                  <a:pt x="683332" y="11864"/>
                </a:cubicBezTo>
                <a:cubicBezTo>
                  <a:pt x="683332" y="11382"/>
                  <a:pt x="683444" y="10853"/>
                  <a:pt x="683667" y="10280"/>
                </a:cubicBezTo>
                <a:cubicBezTo>
                  <a:pt x="683891" y="9706"/>
                  <a:pt x="684273" y="9172"/>
                  <a:pt x="684812" y="8678"/>
                </a:cubicBezTo>
                <a:cubicBezTo>
                  <a:pt x="685352" y="8185"/>
                  <a:pt x="686081" y="7774"/>
                  <a:pt x="686999" y="7447"/>
                </a:cubicBezTo>
                <a:cubicBezTo>
                  <a:pt x="687918" y="7120"/>
                  <a:pt x="689065" y="6956"/>
                  <a:pt x="690443" y="6956"/>
                </a:cubicBezTo>
                <a:cubicBezTo>
                  <a:pt x="691120" y="6956"/>
                  <a:pt x="691872" y="6994"/>
                  <a:pt x="692699" y="7068"/>
                </a:cubicBezTo>
                <a:cubicBezTo>
                  <a:pt x="693525" y="7143"/>
                  <a:pt x="694386" y="7272"/>
                  <a:pt x="695281" y="7456"/>
                </a:cubicBezTo>
                <a:lnTo>
                  <a:pt x="695281" y="10125"/>
                </a:lnTo>
                <a:cubicBezTo>
                  <a:pt x="694340" y="9895"/>
                  <a:pt x="693448" y="9726"/>
                  <a:pt x="692604" y="9617"/>
                </a:cubicBezTo>
                <a:cubicBezTo>
                  <a:pt x="691760" y="9508"/>
                  <a:pt x="691028" y="9453"/>
                  <a:pt x="690408" y="9453"/>
                </a:cubicBezTo>
                <a:cubicBezTo>
                  <a:pt x="689662" y="9453"/>
                  <a:pt x="689034" y="9510"/>
                  <a:pt x="688523" y="9625"/>
                </a:cubicBezTo>
                <a:cubicBezTo>
                  <a:pt x="688012" y="9740"/>
                  <a:pt x="687599" y="9898"/>
                  <a:pt x="687283" y="10099"/>
                </a:cubicBezTo>
                <a:cubicBezTo>
                  <a:pt x="686968" y="10300"/>
                  <a:pt x="686741" y="10535"/>
                  <a:pt x="686603" y="10805"/>
                </a:cubicBezTo>
                <a:cubicBezTo>
                  <a:pt x="686465" y="11074"/>
                  <a:pt x="686397" y="11364"/>
                  <a:pt x="686397" y="11674"/>
                </a:cubicBezTo>
                <a:cubicBezTo>
                  <a:pt x="686397" y="11984"/>
                  <a:pt x="686457" y="12265"/>
                  <a:pt x="686577" y="12518"/>
                </a:cubicBezTo>
                <a:cubicBezTo>
                  <a:pt x="686698" y="12770"/>
                  <a:pt x="686922" y="13014"/>
                  <a:pt x="687249" y="13250"/>
                </a:cubicBezTo>
                <a:cubicBezTo>
                  <a:pt x="687576" y="13485"/>
                  <a:pt x="688032" y="13720"/>
                  <a:pt x="688618" y="13956"/>
                </a:cubicBezTo>
                <a:cubicBezTo>
                  <a:pt x="689203" y="14191"/>
                  <a:pt x="689967" y="14446"/>
                  <a:pt x="690908" y="14722"/>
                </a:cubicBezTo>
                <a:cubicBezTo>
                  <a:pt x="691929" y="15020"/>
                  <a:pt x="692790" y="15333"/>
                  <a:pt x="693491" y="15660"/>
                </a:cubicBezTo>
                <a:cubicBezTo>
                  <a:pt x="694191" y="15988"/>
                  <a:pt x="694759" y="16352"/>
                  <a:pt x="695195" y="16754"/>
                </a:cubicBezTo>
                <a:cubicBezTo>
                  <a:pt x="695631" y="17156"/>
                  <a:pt x="695944" y="17609"/>
                  <a:pt x="696134" y="18114"/>
                </a:cubicBezTo>
                <a:cubicBezTo>
                  <a:pt x="696323" y="18619"/>
                  <a:pt x="696418" y="19193"/>
                  <a:pt x="696418" y="19836"/>
                </a:cubicBezTo>
                <a:close/>
                <a:moveTo>
                  <a:pt x="717008" y="14997"/>
                </a:moveTo>
                <a:cubicBezTo>
                  <a:pt x="717008" y="15422"/>
                  <a:pt x="717002" y="15778"/>
                  <a:pt x="716990" y="16065"/>
                </a:cubicBezTo>
                <a:cubicBezTo>
                  <a:pt x="716979" y="16352"/>
                  <a:pt x="716962" y="16622"/>
                  <a:pt x="716939" y="16874"/>
                </a:cubicBezTo>
                <a:lnTo>
                  <a:pt x="704800" y="16874"/>
                </a:lnTo>
                <a:cubicBezTo>
                  <a:pt x="704800" y="18642"/>
                  <a:pt x="705293" y="19999"/>
                  <a:pt x="706280" y="20946"/>
                </a:cubicBezTo>
                <a:cubicBezTo>
                  <a:pt x="707268" y="21893"/>
                  <a:pt x="708691" y="22367"/>
                  <a:pt x="710551" y="22367"/>
                </a:cubicBezTo>
                <a:cubicBezTo>
                  <a:pt x="711056" y="22367"/>
                  <a:pt x="711561" y="22347"/>
                  <a:pt x="712066" y="22306"/>
                </a:cubicBezTo>
                <a:cubicBezTo>
                  <a:pt x="712571" y="22264"/>
                  <a:pt x="713059" y="22209"/>
                  <a:pt x="713530" y="22138"/>
                </a:cubicBezTo>
                <a:cubicBezTo>
                  <a:pt x="714000" y="22068"/>
                  <a:pt x="714451" y="21988"/>
                  <a:pt x="714881" y="21900"/>
                </a:cubicBezTo>
                <a:cubicBezTo>
                  <a:pt x="715312" y="21812"/>
                  <a:pt x="715711" y="21715"/>
                  <a:pt x="716078" y="21609"/>
                </a:cubicBezTo>
                <a:lnTo>
                  <a:pt x="716078" y="24072"/>
                </a:lnTo>
                <a:cubicBezTo>
                  <a:pt x="715263" y="24306"/>
                  <a:pt x="714342" y="24497"/>
                  <a:pt x="713314" y="24644"/>
                </a:cubicBezTo>
                <a:cubicBezTo>
                  <a:pt x="712287" y="24790"/>
                  <a:pt x="711222" y="24864"/>
                  <a:pt x="710120" y="24864"/>
                </a:cubicBezTo>
                <a:cubicBezTo>
                  <a:pt x="708639" y="24864"/>
                  <a:pt x="707365" y="24663"/>
                  <a:pt x="706298" y="24261"/>
                </a:cubicBezTo>
                <a:cubicBezTo>
                  <a:pt x="705230" y="23859"/>
                  <a:pt x="704355" y="23277"/>
                  <a:pt x="703672" y="22513"/>
                </a:cubicBezTo>
                <a:cubicBezTo>
                  <a:pt x="702989" y="21750"/>
                  <a:pt x="702484" y="20814"/>
                  <a:pt x="702157" y="19707"/>
                </a:cubicBezTo>
                <a:cubicBezTo>
                  <a:pt x="701829" y="18599"/>
                  <a:pt x="701666" y="17345"/>
                  <a:pt x="701666" y="15944"/>
                </a:cubicBezTo>
                <a:cubicBezTo>
                  <a:pt x="701666" y="14728"/>
                  <a:pt x="701841" y="13577"/>
                  <a:pt x="702191" y="12492"/>
                </a:cubicBezTo>
                <a:cubicBezTo>
                  <a:pt x="702541" y="11407"/>
                  <a:pt x="703052" y="10455"/>
                  <a:pt x="703724" y="9634"/>
                </a:cubicBezTo>
                <a:cubicBezTo>
                  <a:pt x="704395" y="8813"/>
                  <a:pt x="705219" y="8162"/>
                  <a:pt x="706194" y="7680"/>
                </a:cubicBezTo>
                <a:cubicBezTo>
                  <a:pt x="707170" y="7197"/>
                  <a:pt x="708278" y="6956"/>
                  <a:pt x="709518" y="6956"/>
                </a:cubicBezTo>
                <a:cubicBezTo>
                  <a:pt x="710723" y="6956"/>
                  <a:pt x="711790" y="7146"/>
                  <a:pt x="712720" y="7525"/>
                </a:cubicBezTo>
                <a:cubicBezTo>
                  <a:pt x="713650" y="7903"/>
                  <a:pt x="714434" y="8440"/>
                  <a:pt x="715071" y="9134"/>
                </a:cubicBezTo>
                <a:cubicBezTo>
                  <a:pt x="715708" y="9829"/>
                  <a:pt x="716190" y="10673"/>
                  <a:pt x="716517" y="11666"/>
                </a:cubicBezTo>
                <a:cubicBezTo>
                  <a:pt x="716844" y="12659"/>
                  <a:pt x="717008" y="13769"/>
                  <a:pt x="717008" y="14997"/>
                </a:cubicBezTo>
                <a:moveTo>
                  <a:pt x="713891" y="14567"/>
                </a:moveTo>
                <a:cubicBezTo>
                  <a:pt x="713926" y="13798"/>
                  <a:pt x="713851" y="13095"/>
                  <a:pt x="713667" y="12458"/>
                </a:cubicBezTo>
                <a:cubicBezTo>
                  <a:pt x="713484" y="11821"/>
                  <a:pt x="713200" y="11272"/>
                  <a:pt x="712815" y="10813"/>
                </a:cubicBezTo>
                <a:cubicBezTo>
                  <a:pt x="712430" y="10354"/>
                  <a:pt x="711951" y="9995"/>
                  <a:pt x="711377" y="9737"/>
                </a:cubicBezTo>
                <a:cubicBezTo>
                  <a:pt x="710803" y="9479"/>
                  <a:pt x="710137" y="9350"/>
                  <a:pt x="709380" y="9350"/>
                </a:cubicBezTo>
                <a:cubicBezTo>
                  <a:pt x="708726" y="9350"/>
                  <a:pt x="708129" y="9476"/>
                  <a:pt x="707589" y="9729"/>
                </a:cubicBezTo>
                <a:cubicBezTo>
                  <a:pt x="707050" y="9981"/>
                  <a:pt x="706585" y="10337"/>
                  <a:pt x="706194" y="10796"/>
                </a:cubicBezTo>
                <a:cubicBezTo>
                  <a:pt x="705804" y="11255"/>
                  <a:pt x="705488" y="11806"/>
                  <a:pt x="705247" y="12449"/>
                </a:cubicBezTo>
                <a:cubicBezTo>
                  <a:pt x="705006" y="13092"/>
                  <a:pt x="704857" y="13798"/>
                  <a:pt x="704800" y="14567"/>
                </a:cubicBezTo>
                <a:lnTo>
                  <a:pt x="713891" y="14567"/>
                </a:lnTo>
                <a:close/>
                <a:moveTo>
                  <a:pt x="726949" y="2669"/>
                </a:moveTo>
                <a:lnTo>
                  <a:pt x="721835" y="2669"/>
                </a:lnTo>
                <a:lnTo>
                  <a:pt x="721835" y="207"/>
                </a:lnTo>
                <a:lnTo>
                  <a:pt x="729980" y="207"/>
                </a:lnTo>
                <a:lnTo>
                  <a:pt x="729980" y="22057"/>
                </a:lnTo>
                <a:lnTo>
                  <a:pt x="735128" y="22057"/>
                </a:lnTo>
                <a:lnTo>
                  <a:pt x="735128" y="24554"/>
                </a:lnTo>
                <a:lnTo>
                  <a:pt x="721267" y="24554"/>
                </a:lnTo>
                <a:lnTo>
                  <a:pt x="721267" y="22057"/>
                </a:lnTo>
                <a:lnTo>
                  <a:pt x="726949" y="22057"/>
                </a:lnTo>
                <a:lnTo>
                  <a:pt x="726949" y="2669"/>
                </a:lnTo>
                <a:close/>
                <a:moveTo>
                  <a:pt x="755339" y="14997"/>
                </a:moveTo>
                <a:cubicBezTo>
                  <a:pt x="755339" y="15422"/>
                  <a:pt x="755333" y="15778"/>
                  <a:pt x="755322" y="16065"/>
                </a:cubicBezTo>
                <a:cubicBezTo>
                  <a:pt x="755310" y="16352"/>
                  <a:pt x="755293" y="16622"/>
                  <a:pt x="755270" y="16874"/>
                </a:cubicBezTo>
                <a:lnTo>
                  <a:pt x="743131" y="16874"/>
                </a:lnTo>
                <a:cubicBezTo>
                  <a:pt x="743131" y="18642"/>
                  <a:pt x="743625" y="19999"/>
                  <a:pt x="744612" y="20946"/>
                </a:cubicBezTo>
                <a:cubicBezTo>
                  <a:pt x="745599" y="21893"/>
                  <a:pt x="747022" y="22367"/>
                  <a:pt x="748882" y="22367"/>
                </a:cubicBezTo>
                <a:cubicBezTo>
                  <a:pt x="749387" y="22367"/>
                  <a:pt x="749892" y="22347"/>
                  <a:pt x="750397" y="22306"/>
                </a:cubicBezTo>
                <a:cubicBezTo>
                  <a:pt x="750902" y="22264"/>
                  <a:pt x="751390" y="22209"/>
                  <a:pt x="751861" y="22138"/>
                </a:cubicBezTo>
                <a:cubicBezTo>
                  <a:pt x="752332" y="22068"/>
                  <a:pt x="752782" y="21988"/>
                  <a:pt x="753213" y="21900"/>
                </a:cubicBezTo>
                <a:cubicBezTo>
                  <a:pt x="753643" y="21812"/>
                  <a:pt x="754042" y="21715"/>
                  <a:pt x="754409" y="21609"/>
                </a:cubicBezTo>
                <a:lnTo>
                  <a:pt x="754409" y="24072"/>
                </a:lnTo>
                <a:cubicBezTo>
                  <a:pt x="753594" y="24306"/>
                  <a:pt x="752673" y="24497"/>
                  <a:pt x="751646" y="24644"/>
                </a:cubicBezTo>
                <a:cubicBezTo>
                  <a:pt x="750618" y="24790"/>
                  <a:pt x="749554" y="24864"/>
                  <a:pt x="748452" y="24864"/>
                </a:cubicBezTo>
                <a:cubicBezTo>
                  <a:pt x="746971" y="24864"/>
                  <a:pt x="745697" y="24663"/>
                  <a:pt x="744629" y="24261"/>
                </a:cubicBezTo>
                <a:cubicBezTo>
                  <a:pt x="743562" y="23859"/>
                  <a:pt x="742686" y="23277"/>
                  <a:pt x="742003" y="22513"/>
                </a:cubicBezTo>
                <a:cubicBezTo>
                  <a:pt x="741320" y="21750"/>
                  <a:pt x="740815" y="20814"/>
                  <a:pt x="740488" y="19707"/>
                </a:cubicBezTo>
                <a:cubicBezTo>
                  <a:pt x="740161" y="18599"/>
                  <a:pt x="739997" y="17345"/>
                  <a:pt x="739997" y="15944"/>
                </a:cubicBezTo>
                <a:cubicBezTo>
                  <a:pt x="739997" y="14728"/>
                  <a:pt x="740172" y="13577"/>
                  <a:pt x="740522" y="12492"/>
                </a:cubicBezTo>
                <a:cubicBezTo>
                  <a:pt x="740873" y="11407"/>
                  <a:pt x="741383" y="10455"/>
                  <a:pt x="742055" y="9634"/>
                </a:cubicBezTo>
                <a:cubicBezTo>
                  <a:pt x="742726" y="8813"/>
                  <a:pt x="743550" y="8162"/>
                  <a:pt x="744526" y="7680"/>
                </a:cubicBezTo>
                <a:cubicBezTo>
                  <a:pt x="745501" y="7197"/>
                  <a:pt x="746609" y="6956"/>
                  <a:pt x="747849" y="6956"/>
                </a:cubicBezTo>
                <a:cubicBezTo>
                  <a:pt x="749054" y="6956"/>
                  <a:pt x="750122" y="7146"/>
                  <a:pt x="751052" y="7525"/>
                </a:cubicBezTo>
                <a:cubicBezTo>
                  <a:pt x="751981" y="7903"/>
                  <a:pt x="752765" y="8440"/>
                  <a:pt x="753402" y="9134"/>
                </a:cubicBezTo>
                <a:cubicBezTo>
                  <a:pt x="754039" y="9829"/>
                  <a:pt x="754521" y="10673"/>
                  <a:pt x="754848" y="11666"/>
                </a:cubicBezTo>
                <a:cubicBezTo>
                  <a:pt x="755175" y="12659"/>
                  <a:pt x="755339" y="13769"/>
                  <a:pt x="755339" y="14997"/>
                </a:cubicBezTo>
                <a:moveTo>
                  <a:pt x="752222" y="14567"/>
                </a:moveTo>
                <a:cubicBezTo>
                  <a:pt x="752257" y="13798"/>
                  <a:pt x="752182" y="13095"/>
                  <a:pt x="751999" y="12458"/>
                </a:cubicBezTo>
                <a:cubicBezTo>
                  <a:pt x="751815" y="11821"/>
                  <a:pt x="751531" y="11272"/>
                  <a:pt x="751146" y="10813"/>
                </a:cubicBezTo>
                <a:cubicBezTo>
                  <a:pt x="750762" y="10354"/>
                  <a:pt x="750283" y="9995"/>
                  <a:pt x="749709" y="9737"/>
                </a:cubicBezTo>
                <a:cubicBezTo>
                  <a:pt x="749135" y="9479"/>
                  <a:pt x="748469" y="9350"/>
                  <a:pt x="747711" y="9350"/>
                </a:cubicBezTo>
                <a:cubicBezTo>
                  <a:pt x="747057" y="9350"/>
                  <a:pt x="746460" y="9476"/>
                  <a:pt x="745920" y="9729"/>
                </a:cubicBezTo>
                <a:cubicBezTo>
                  <a:pt x="745381" y="9981"/>
                  <a:pt x="744916" y="10337"/>
                  <a:pt x="744526" y="10796"/>
                </a:cubicBezTo>
                <a:cubicBezTo>
                  <a:pt x="744135" y="11255"/>
                  <a:pt x="743820" y="11806"/>
                  <a:pt x="743579" y="12449"/>
                </a:cubicBezTo>
                <a:cubicBezTo>
                  <a:pt x="743338" y="13092"/>
                  <a:pt x="743188" y="13798"/>
                  <a:pt x="743131" y="14567"/>
                </a:cubicBezTo>
                <a:lnTo>
                  <a:pt x="752222" y="14567"/>
                </a:lnTo>
                <a:close/>
                <a:moveTo>
                  <a:pt x="773846" y="23917"/>
                </a:moveTo>
                <a:cubicBezTo>
                  <a:pt x="773065" y="24215"/>
                  <a:pt x="772264" y="24436"/>
                  <a:pt x="771444" y="24580"/>
                </a:cubicBezTo>
                <a:cubicBezTo>
                  <a:pt x="770623" y="24723"/>
                  <a:pt x="769776" y="24795"/>
                  <a:pt x="768904" y="24795"/>
                </a:cubicBezTo>
                <a:cubicBezTo>
                  <a:pt x="766172" y="24795"/>
                  <a:pt x="764068" y="24054"/>
                  <a:pt x="762593" y="22574"/>
                </a:cubicBezTo>
                <a:cubicBezTo>
                  <a:pt x="761118" y="21093"/>
                  <a:pt x="760381" y="18929"/>
                  <a:pt x="760381" y="16082"/>
                </a:cubicBezTo>
                <a:cubicBezTo>
                  <a:pt x="760381" y="14716"/>
                  <a:pt x="760593" y="13476"/>
                  <a:pt x="761018" y="12363"/>
                </a:cubicBezTo>
                <a:cubicBezTo>
                  <a:pt x="761443" y="11250"/>
                  <a:pt x="762039" y="10297"/>
                  <a:pt x="762809" y="9505"/>
                </a:cubicBezTo>
                <a:cubicBezTo>
                  <a:pt x="763578" y="8713"/>
                  <a:pt x="764496" y="8101"/>
                  <a:pt x="765564" y="7671"/>
                </a:cubicBezTo>
                <a:cubicBezTo>
                  <a:pt x="766631" y="7240"/>
                  <a:pt x="767808" y="7025"/>
                  <a:pt x="769093" y="7025"/>
                </a:cubicBezTo>
                <a:cubicBezTo>
                  <a:pt x="769989" y="7025"/>
                  <a:pt x="770827" y="7090"/>
                  <a:pt x="771607" y="7219"/>
                </a:cubicBezTo>
                <a:cubicBezTo>
                  <a:pt x="772388" y="7348"/>
                  <a:pt x="773134" y="7559"/>
                  <a:pt x="773846" y="7852"/>
                </a:cubicBezTo>
                <a:lnTo>
                  <a:pt x="773846" y="10710"/>
                </a:lnTo>
                <a:cubicBezTo>
                  <a:pt x="773100" y="10314"/>
                  <a:pt x="772339" y="10025"/>
                  <a:pt x="771564" y="9845"/>
                </a:cubicBezTo>
                <a:cubicBezTo>
                  <a:pt x="770789" y="9664"/>
                  <a:pt x="769989" y="9574"/>
                  <a:pt x="769162" y="9574"/>
                </a:cubicBezTo>
                <a:cubicBezTo>
                  <a:pt x="768393" y="9574"/>
                  <a:pt x="767667" y="9720"/>
                  <a:pt x="766984" y="10013"/>
                </a:cubicBezTo>
                <a:cubicBezTo>
                  <a:pt x="766301" y="10305"/>
                  <a:pt x="765701" y="10727"/>
                  <a:pt x="765185" y="11278"/>
                </a:cubicBezTo>
                <a:cubicBezTo>
                  <a:pt x="764668" y="11829"/>
                  <a:pt x="764261" y="12501"/>
                  <a:pt x="763962" y="13293"/>
                </a:cubicBezTo>
                <a:cubicBezTo>
                  <a:pt x="763664" y="14085"/>
                  <a:pt x="763515" y="14980"/>
                  <a:pt x="763515" y="15979"/>
                </a:cubicBezTo>
                <a:cubicBezTo>
                  <a:pt x="763515" y="18068"/>
                  <a:pt x="764022" y="19632"/>
                  <a:pt x="765038" y="20671"/>
                </a:cubicBezTo>
                <a:cubicBezTo>
                  <a:pt x="766054" y="21710"/>
                  <a:pt x="767463" y="22229"/>
                  <a:pt x="769266" y="22229"/>
                </a:cubicBezTo>
                <a:cubicBezTo>
                  <a:pt x="770081" y="22229"/>
                  <a:pt x="770870" y="22137"/>
                  <a:pt x="771633" y="21954"/>
                </a:cubicBezTo>
                <a:cubicBezTo>
                  <a:pt x="772396" y="21770"/>
                  <a:pt x="773134" y="21495"/>
                  <a:pt x="773846" y="21127"/>
                </a:cubicBezTo>
                <a:lnTo>
                  <a:pt x="773846" y="23917"/>
                </a:lnTo>
                <a:close/>
                <a:moveTo>
                  <a:pt x="794022" y="24295"/>
                </a:moveTo>
                <a:cubicBezTo>
                  <a:pt x="793345" y="24474"/>
                  <a:pt x="792645" y="24601"/>
                  <a:pt x="791921" y="24679"/>
                </a:cubicBezTo>
                <a:cubicBezTo>
                  <a:pt x="791198" y="24756"/>
                  <a:pt x="790464" y="24795"/>
                  <a:pt x="789718" y="24795"/>
                </a:cubicBezTo>
                <a:cubicBezTo>
                  <a:pt x="787548" y="24795"/>
                  <a:pt x="785929" y="24304"/>
                  <a:pt x="784862" y="23323"/>
                </a:cubicBezTo>
                <a:cubicBezTo>
                  <a:pt x="783794" y="22341"/>
                  <a:pt x="783261" y="20835"/>
                  <a:pt x="783261" y="18803"/>
                </a:cubicBezTo>
                <a:lnTo>
                  <a:pt x="783261" y="9780"/>
                </a:lnTo>
                <a:lnTo>
                  <a:pt x="778422" y="9780"/>
                </a:lnTo>
                <a:lnTo>
                  <a:pt x="778422" y="7266"/>
                </a:lnTo>
                <a:lnTo>
                  <a:pt x="783261" y="7266"/>
                </a:lnTo>
                <a:lnTo>
                  <a:pt x="783261" y="2499"/>
                </a:lnTo>
                <a:lnTo>
                  <a:pt x="786257" y="1722"/>
                </a:lnTo>
                <a:lnTo>
                  <a:pt x="786257" y="7266"/>
                </a:lnTo>
                <a:lnTo>
                  <a:pt x="794022" y="7266"/>
                </a:lnTo>
                <a:lnTo>
                  <a:pt x="794022" y="9780"/>
                </a:lnTo>
                <a:lnTo>
                  <a:pt x="786257" y="9780"/>
                </a:lnTo>
                <a:lnTo>
                  <a:pt x="786257" y="18562"/>
                </a:lnTo>
                <a:cubicBezTo>
                  <a:pt x="786257" y="19801"/>
                  <a:pt x="786587" y="20728"/>
                  <a:pt x="787247" y="21343"/>
                </a:cubicBezTo>
                <a:cubicBezTo>
                  <a:pt x="787907" y="21957"/>
                  <a:pt x="788880" y="22264"/>
                  <a:pt x="790165" y="22264"/>
                </a:cubicBezTo>
                <a:cubicBezTo>
                  <a:pt x="790716" y="22264"/>
                  <a:pt x="791319" y="22219"/>
                  <a:pt x="791973" y="22131"/>
                </a:cubicBezTo>
                <a:cubicBezTo>
                  <a:pt x="792627" y="22042"/>
                  <a:pt x="793310" y="21902"/>
                  <a:pt x="794022" y="21713"/>
                </a:cubicBezTo>
                <a:lnTo>
                  <a:pt x="794022" y="24295"/>
                </a:lnTo>
                <a:close/>
                <a:moveTo>
                  <a:pt x="805548" y="19130"/>
                </a:moveTo>
                <a:cubicBezTo>
                  <a:pt x="805938" y="19130"/>
                  <a:pt x="806308" y="19205"/>
                  <a:pt x="806659" y="19354"/>
                </a:cubicBezTo>
                <a:cubicBezTo>
                  <a:pt x="807009" y="19503"/>
                  <a:pt x="807313" y="19710"/>
                  <a:pt x="807571" y="19974"/>
                </a:cubicBezTo>
                <a:cubicBezTo>
                  <a:pt x="807829" y="20238"/>
                  <a:pt x="808033" y="20545"/>
                  <a:pt x="808182" y="20895"/>
                </a:cubicBezTo>
                <a:cubicBezTo>
                  <a:pt x="808332" y="21245"/>
                  <a:pt x="808406" y="21621"/>
                  <a:pt x="808406" y="22023"/>
                </a:cubicBezTo>
                <a:cubicBezTo>
                  <a:pt x="808406" y="22413"/>
                  <a:pt x="808332" y="22780"/>
                  <a:pt x="808182" y="23125"/>
                </a:cubicBezTo>
                <a:cubicBezTo>
                  <a:pt x="808033" y="23469"/>
                  <a:pt x="807829" y="23770"/>
                  <a:pt x="807571" y="24029"/>
                </a:cubicBezTo>
                <a:cubicBezTo>
                  <a:pt x="807313" y="24287"/>
                  <a:pt x="807009" y="24491"/>
                  <a:pt x="806659" y="24640"/>
                </a:cubicBezTo>
                <a:cubicBezTo>
                  <a:pt x="806308" y="24789"/>
                  <a:pt x="805938" y="24864"/>
                  <a:pt x="805548" y="24864"/>
                </a:cubicBezTo>
                <a:cubicBezTo>
                  <a:pt x="805146" y="24864"/>
                  <a:pt x="804773" y="24789"/>
                  <a:pt x="804429" y="24640"/>
                </a:cubicBezTo>
                <a:cubicBezTo>
                  <a:pt x="804084" y="24491"/>
                  <a:pt x="803783" y="24287"/>
                  <a:pt x="803525" y="24029"/>
                </a:cubicBezTo>
                <a:cubicBezTo>
                  <a:pt x="803266" y="23770"/>
                  <a:pt x="803063" y="23469"/>
                  <a:pt x="802913" y="23125"/>
                </a:cubicBezTo>
                <a:cubicBezTo>
                  <a:pt x="802764" y="22780"/>
                  <a:pt x="802690" y="22413"/>
                  <a:pt x="802690" y="22023"/>
                </a:cubicBezTo>
                <a:cubicBezTo>
                  <a:pt x="802690" y="21621"/>
                  <a:pt x="802764" y="21245"/>
                  <a:pt x="802913" y="20895"/>
                </a:cubicBezTo>
                <a:cubicBezTo>
                  <a:pt x="803063" y="20545"/>
                  <a:pt x="803266" y="20238"/>
                  <a:pt x="803525" y="19974"/>
                </a:cubicBezTo>
                <a:cubicBezTo>
                  <a:pt x="803783" y="19710"/>
                  <a:pt x="804084" y="19503"/>
                  <a:pt x="804429" y="19354"/>
                </a:cubicBezTo>
                <a:cubicBezTo>
                  <a:pt x="804773" y="19205"/>
                  <a:pt x="805146" y="19130"/>
                  <a:pt x="805548" y="19130"/>
                </a:cubicBezTo>
                <a:close/>
                <a:moveTo>
                  <a:pt x="830132" y="7266"/>
                </a:moveTo>
                <a:lnTo>
                  <a:pt x="830132" y="24244"/>
                </a:lnTo>
                <a:cubicBezTo>
                  <a:pt x="830132" y="25449"/>
                  <a:pt x="829960" y="26520"/>
                  <a:pt x="829616" y="27455"/>
                </a:cubicBezTo>
                <a:cubicBezTo>
                  <a:pt x="829271" y="28391"/>
                  <a:pt x="828778" y="29180"/>
                  <a:pt x="828135" y="29823"/>
                </a:cubicBezTo>
                <a:cubicBezTo>
                  <a:pt x="827492" y="30466"/>
                  <a:pt x="826703" y="30953"/>
                  <a:pt x="825767" y="31286"/>
                </a:cubicBezTo>
                <a:cubicBezTo>
                  <a:pt x="824832" y="31619"/>
                  <a:pt x="823779" y="31786"/>
                  <a:pt x="822608" y="31786"/>
                </a:cubicBezTo>
                <a:cubicBezTo>
                  <a:pt x="821758" y="31786"/>
                  <a:pt x="820929" y="31707"/>
                  <a:pt x="820120" y="31548"/>
                </a:cubicBezTo>
                <a:cubicBezTo>
                  <a:pt x="819310" y="31390"/>
                  <a:pt x="818579" y="31171"/>
                  <a:pt x="817924" y="30890"/>
                </a:cubicBezTo>
                <a:lnTo>
                  <a:pt x="817924" y="28032"/>
                </a:lnTo>
                <a:cubicBezTo>
                  <a:pt x="818280" y="28218"/>
                  <a:pt x="818662" y="28387"/>
                  <a:pt x="819069" y="28538"/>
                </a:cubicBezTo>
                <a:cubicBezTo>
                  <a:pt x="819477" y="28690"/>
                  <a:pt x="819896" y="28818"/>
                  <a:pt x="820326" y="28922"/>
                </a:cubicBezTo>
                <a:cubicBezTo>
                  <a:pt x="820757" y="29028"/>
                  <a:pt x="821190" y="29106"/>
                  <a:pt x="821626" y="29159"/>
                </a:cubicBezTo>
                <a:cubicBezTo>
                  <a:pt x="822063" y="29211"/>
                  <a:pt x="822487" y="29237"/>
                  <a:pt x="822901" y="29237"/>
                </a:cubicBezTo>
                <a:cubicBezTo>
                  <a:pt x="824209" y="29237"/>
                  <a:pt x="825236" y="28824"/>
                  <a:pt x="825983" y="27998"/>
                </a:cubicBezTo>
                <a:cubicBezTo>
                  <a:pt x="826729" y="27171"/>
                  <a:pt x="827102" y="25954"/>
                  <a:pt x="827102" y="24347"/>
                </a:cubicBezTo>
                <a:lnTo>
                  <a:pt x="827102" y="9746"/>
                </a:lnTo>
                <a:lnTo>
                  <a:pt x="818630" y="9746"/>
                </a:lnTo>
                <a:lnTo>
                  <a:pt x="818630" y="7266"/>
                </a:lnTo>
                <a:lnTo>
                  <a:pt x="830132" y="7266"/>
                </a:lnTo>
                <a:moveTo>
                  <a:pt x="828324" y="0"/>
                </a:moveTo>
                <a:cubicBezTo>
                  <a:pt x="828657" y="0"/>
                  <a:pt x="828967" y="60"/>
                  <a:pt x="829254" y="181"/>
                </a:cubicBezTo>
                <a:cubicBezTo>
                  <a:pt x="829541" y="301"/>
                  <a:pt x="829791" y="471"/>
                  <a:pt x="830003" y="689"/>
                </a:cubicBezTo>
                <a:cubicBezTo>
                  <a:pt x="830216" y="907"/>
                  <a:pt x="830382" y="1159"/>
                  <a:pt x="830503" y="1446"/>
                </a:cubicBezTo>
                <a:cubicBezTo>
                  <a:pt x="830623" y="1733"/>
                  <a:pt x="830683" y="2038"/>
                  <a:pt x="830683" y="2359"/>
                </a:cubicBezTo>
                <a:cubicBezTo>
                  <a:pt x="830683" y="2692"/>
                  <a:pt x="830623" y="2999"/>
                  <a:pt x="830503" y="3280"/>
                </a:cubicBezTo>
                <a:cubicBezTo>
                  <a:pt x="830382" y="3561"/>
                  <a:pt x="830216" y="3811"/>
                  <a:pt x="830003" y="4029"/>
                </a:cubicBezTo>
                <a:cubicBezTo>
                  <a:pt x="829791" y="4247"/>
                  <a:pt x="829541" y="4417"/>
                  <a:pt x="829254" y="4537"/>
                </a:cubicBezTo>
                <a:cubicBezTo>
                  <a:pt x="828967" y="4658"/>
                  <a:pt x="828657" y="4718"/>
                  <a:pt x="828324" y="4718"/>
                </a:cubicBezTo>
                <a:cubicBezTo>
                  <a:pt x="827991" y="4718"/>
                  <a:pt x="827682" y="4658"/>
                  <a:pt x="827395" y="4537"/>
                </a:cubicBezTo>
                <a:cubicBezTo>
                  <a:pt x="827108" y="4417"/>
                  <a:pt x="826858" y="4247"/>
                  <a:pt x="826646" y="4029"/>
                </a:cubicBezTo>
                <a:cubicBezTo>
                  <a:pt x="826433" y="3811"/>
                  <a:pt x="826267" y="3561"/>
                  <a:pt x="826146" y="3280"/>
                </a:cubicBezTo>
                <a:cubicBezTo>
                  <a:pt x="826026" y="2999"/>
                  <a:pt x="825965" y="2692"/>
                  <a:pt x="825965" y="2359"/>
                </a:cubicBezTo>
                <a:cubicBezTo>
                  <a:pt x="825965" y="2038"/>
                  <a:pt x="826026" y="1733"/>
                  <a:pt x="826146" y="1446"/>
                </a:cubicBezTo>
                <a:cubicBezTo>
                  <a:pt x="826267" y="1159"/>
                  <a:pt x="826433" y="907"/>
                  <a:pt x="826646" y="689"/>
                </a:cubicBezTo>
                <a:cubicBezTo>
                  <a:pt x="826858" y="471"/>
                  <a:pt x="827108" y="301"/>
                  <a:pt x="827395" y="181"/>
                </a:cubicBezTo>
                <a:cubicBezTo>
                  <a:pt x="827682" y="60"/>
                  <a:pt x="827991" y="0"/>
                  <a:pt x="828324" y="0"/>
                </a:cubicBezTo>
                <a:close/>
                <a:moveTo>
                  <a:pt x="851790" y="19836"/>
                </a:moveTo>
                <a:cubicBezTo>
                  <a:pt x="851790" y="20444"/>
                  <a:pt x="851686" y="20990"/>
                  <a:pt x="851480" y="21472"/>
                </a:cubicBezTo>
                <a:cubicBezTo>
                  <a:pt x="851273" y="21954"/>
                  <a:pt x="850992" y="22381"/>
                  <a:pt x="850636" y="22754"/>
                </a:cubicBezTo>
                <a:cubicBezTo>
                  <a:pt x="850280" y="23127"/>
                  <a:pt x="849867" y="23446"/>
                  <a:pt x="849396" y="23710"/>
                </a:cubicBezTo>
                <a:cubicBezTo>
                  <a:pt x="848926" y="23974"/>
                  <a:pt x="848424" y="24192"/>
                  <a:pt x="847890" y="24364"/>
                </a:cubicBezTo>
                <a:cubicBezTo>
                  <a:pt x="847356" y="24537"/>
                  <a:pt x="846808" y="24663"/>
                  <a:pt x="846245" y="24743"/>
                </a:cubicBezTo>
                <a:cubicBezTo>
                  <a:pt x="845683" y="24824"/>
                  <a:pt x="845132" y="24864"/>
                  <a:pt x="844592" y="24864"/>
                </a:cubicBezTo>
                <a:cubicBezTo>
                  <a:pt x="843422" y="24864"/>
                  <a:pt x="842345" y="24812"/>
                  <a:pt x="841364" y="24709"/>
                </a:cubicBezTo>
                <a:cubicBezTo>
                  <a:pt x="840382" y="24605"/>
                  <a:pt x="839421" y="24439"/>
                  <a:pt x="838480" y="24209"/>
                </a:cubicBezTo>
                <a:lnTo>
                  <a:pt x="838480" y="21454"/>
                </a:lnTo>
                <a:cubicBezTo>
                  <a:pt x="839490" y="21741"/>
                  <a:pt x="840494" y="21960"/>
                  <a:pt x="841493" y="22109"/>
                </a:cubicBezTo>
                <a:cubicBezTo>
                  <a:pt x="842492" y="22258"/>
                  <a:pt x="843485" y="22333"/>
                  <a:pt x="844472" y="22333"/>
                </a:cubicBezTo>
                <a:cubicBezTo>
                  <a:pt x="845907" y="22333"/>
                  <a:pt x="846969" y="22137"/>
                  <a:pt x="847657" y="21747"/>
                </a:cubicBezTo>
                <a:cubicBezTo>
                  <a:pt x="848346" y="21357"/>
                  <a:pt x="848690" y="20800"/>
                  <a:pt x="848690" y="20077"/>
                </a:cubicBezTo>
                <a:cubicBezTo>
                  <a:pt x="848690" y="19767"/>
                  <a:pt x="848636" y="19489"/>
                  <a:pt x="848527" y="19242"/>
                </a:cubicBezTo>
                <a:cubicBezTo>
                  <a:pt x="848418" y="18995"/>
                  <a:pt x="848220" y="18760"/>
                  <a:pt x="847933" y="18536"/>
                </a:cubicBezTo>
                <a:cubicBezTo>
                  <a:pt x="847646" y="18312"/>
                  <a:pt x="847201" y="18080"/>
                  <a:pt x="846598" y="17839"/>
                </a:cubicBezTo>
                <a:cubicBezTo>
                  <a:pt x="845996" y="17597"/>
                  <a:pt x="845172" y="17322"/>
                  <a:pt x="844127" y="17012"/>
                </a:cubicBezTo>
                <a:cubicBezTo>
                  <a:pt x="843347" y="16782"/>
                  <a:pt x="842627" y="16521"/>
                  <a:pt x="841967" y="16229"/>
                </a:cubicBezTo>
                <a:cubicBezTo>
                  <a:pt x="841307" y="15936"/>
                  <a:pt x="840735" y="15589"/>
                  <a:pt x="840253" y="15187"/>
                </a:cubicBezTo>
                <a:cubicBezTo>
                  <a:pt x="839771" y="14785"/>
                  <a:pt x="839392" y="14314"/>
                  <a:pt x="839117" y="13775"/>
                </a:cubicBezTo>
                <a:cubicBezTo>
                  <a:pt x="838841" y="13235"/>
                  <a:pt x="838704" y="12598"/>
                  <a:pt x="838704" y="11864"/>
                </a:cubicBezTo>
                <a:cubicBezTo>
                  <a:pt x="838704" y="11382"/>
                  <a:pt x="838816" y="10853"/>
                  <a:pt x="839039" y="10280"/>
                </a:cubicBezTo>
                <a:cubicBezTo>
                  <a:pt x="839263" y="9706"/>
                  <a:pt x="839645" y="9172"/>
                  <a:pt x="840184" y="8678"/>
                </a:cubicBezTo>
                <a:cubicBezTo>
                  <a:pt x="840724" y="8185"/>
                  <a:pt x="841453" y="7774"/>
                  <a:pt x="842371" y="7447"/>
                </a:cubicBezTo>
                <a:cubicBezTo>
                  <a:pt x="843290" y="7120"/>
                  <a:pt x="844437" y="6956"/>
                  <a:pt x="845815" y="6956"/>
                </a:cubicBezTo>
                <a:cubicBezTo>
                  <a:pt x="846492" y="6956"/>
                  <a:pt x="847244" y="6994"/>
                  <a:pt x="848071" y="7068"/>
                </a:cubicBezTo>
                <a:cubicBezTo>
                  <a:pt x="848897" y="7143"/>
                  <a:pt x="849758" y="7272"/>
                  <a:pt x="850653" y="7456"/>
                </a:cubicBezTo>
                <a:lnTo>
                  <a:pt x="850653" y="10125"/>
                </a:lnTo>
                <a:cubicBezTo>
                  <a:pt x="849712" y="9895"/>
                  <a:pt x="848820" y="9726"/>
                  <a:pt x="847976" y="9617"/>
                </a:cubicBezTo>
                <a:cubicBezTo>
                  <a:pt x="847132" y="9508"/>
                  <a:pt x="846400" y="9453"/>
                  <a:pt x="845780" y="9453"/>
                </a:cubicBezTo>
                <a:cubicBezTo>
                  <a:pt x="845034" y="9453"/>
                  <a:pt x="844406" y="9510"/>
                  <a:pt x="843895" y="9625"/>
                </a:cubicBezTo>
                <a:cubicBezTo>
                  <a:pt x="843384" y="9740"/>
                  <a:pt x="842971" y="9898"/>
                  <a:pt x="842655" y="10099"/>
                </a:cubicBezTo>
                <a:cubicBezTo>
                  <a:pt x="842340" y="10300"/>
                  <a:pt x="842113" y="10535"/>
                  <a:pt x="841975" y="10805"/>
                </a:cubicBezTo>
                <a:cubicBezTo>
                  <a:pt x="841837" y="11074"/>
                  <a:pt x="841769" y="11364"/>
                  <a:pt x="841769" y="11674"/>
                </a:cubicBezTo>
                <a:cubicBezTo>
                  <a:pt x="841769" y="11984"/>
                  <a:pt x="841829" y="12265"/>
                  <a:pt x="841949" y="12518"/>
                </a:cubicBezTo>
                <a:cubicBezTo>
                  <a:pt x="842070" y="12770"/>
                  <a:pt x="842294" y="13014"/>
                  <a:pt x="842621" y="13250"/>
                </a:cubicBezTo>
                <a:cubicBezTo>
                  <a:pt x="842948" y="13485"/>
                  <a:pt x="843404" y="13720"/>
                  <a:pt x="843990" y="13956"/>
                </a:cubicBezTo>
                <a:cubicBezTo>
                  <a:pt x="844575" y="14191"/>
                  <a:pt x="845339" y="14446"/>
                  <a:pt x="846280" y="14722"/>
                </a:cubicBezTo>
                <a:cubicBezTo>
                  <a:pt x="847301" y="15020"/>
                  <a:pt x="848162" y="15333"/>
                  <a:pt x="848863" y="15660"/>
                </a:cubicBezTo>
                <a:cubicBezTo>
                  <a:pt x="849563" y="15988"/>
                  <a:pt x="850131" y="16352"/>
                  <a:pt x="850567" y="16754"/>
                </a:cubicBezTo>
                <a:cubicBezTo>
                  <a:pt x="851003" y="17156"/>
                  <a:pt x="851316" y="17609"/>
                  <a:pt x="851506" y="18114"/>
                </a:cubicBezTo>
                <a:cubicBezTo>
                  <a:pt x="851695" y="18619"/>
                  <a:pt x="851790" y="19193"/>
                  <a:pt x="851790" y="19836"/>
                </a:cubicBezTo>
                <a:close/>
                <a:moveTo>
                  <a:pt x="873361" y="24554"/>
                </a:moveTo>
                <a:lnTo>
                  <a:pt x="869384" y="24554"/>
                </a:lnTo>
                <a:lnTo>
                  <a:pt x="864717" y="17959"/>
                </a:lnTo>
                <a:lnTo>
                  <a:pt x="860103" y="24554"/>
                </a:lnTo>
                <a:lnTo>
                  <a:pt x="856229" y="24554"/>
                </a:lnTo>
                <a:lnTo>
                  <a:pt x="862927" y="15876"/>
                </a:lnTo>
                <a:lnTo>
                  <a:pt x="856538" y="7266"/>
                </a:lnTo>
                <a:lnTo>
                  <a:pt x="860378" y="7266"/>
                </a:lnTo>
                <a:lnTo>
                  <a:pt x="864924" y="13913"/>
                </a:lnTo>
                <a:lnTo>
                  <a:pt x="869384" y="7266"/>
                </a:lnTo>
                <a:lnTo>
                  <a:pt x="873086" y="7266"/>
                </a:lnTo>
                <a:lnTo>
                  <a:pt x="866594" y="15944"/>
                </a:lnTo>
                <a:lnTo>
                  <a:pt x="873361" y="24554"/>
                </a:lnTo>
                <a:close/>
              </a:path>
            </a:pathLst>
          </a:custGeom>
          <a:solidFill xmlns:a="http://schemas.openxmlformats.org/drawingml/2006/main">
            <a:srgbClr val="569C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Text @@-589,16+589,19@@classCascaderSelectextendsComponent{">
            <a:extLst xmlns:a="http://schemas.openxmlformats.org/drawingml/2006/main">
              <a:ext uri="{FF2B5EF4-FFF2-40B4-BE49-F238E27FC236}">
                <a16:creationId xmlns:a16="http://schemas.microsoft.com/office/drawing/2014/main" id="{48913471-C997-406C-A91B-BA5052B7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56" y="8768971"/>
            <a:ext cx="1201356" cy="32096"/>
          </a:xfrm>
          <a:custGeom xmlns:a="http://schemas.openxmlformats.org/drawingml/2006/main">
            <a:pathLst>
              <a:path w="1201356" h="32096">
                <a:moveTo>
                  <a:pt x="13270" y="17896"/>
                </a:moveTo>
                <a:cubicBezTo>
                  <a:pt x="13167" y="18630"/>
                  <a:pt x="13109" y="19237"/>
                  <a:pt x="13098" y="19719"/>
                </a:cubicBezTo>
                <a:cubicBezTo>
                  <a:pt x="13086" y="20200"/>
                  <a:pt x="13118" y="20578"/>
                  <a:pt x="13192" y="20853"/>
                </a:cubicBezTo>
                <a:cubicBezTo>
                  <a:pt x="13267" y="21128"/>
                  <a:pt x="13385" y="21320"/>
                  <a:pt x="13545" y="21429"/>
                </a:cubicBezTo>
                <a:cubicBezTo>
                  <a:pt x="13706" y="21538"/>
                  <a:pt x="13907" y="21592"/>
                  <a:pt x="14148" y="21592"/>
                </a:cubicBezTo>
                <a:cubicBezTo>
                  <a:pt x="14469" y="21592"/>
                  <a:pt x="14774" y="21423"/>
                  <a:pt x="15061" y="21084"/>
                </a:cubicBezTo>
                <a:cubicBezTo>
                  <a:pt x="15348" y="20746"/>
                  <a:pt x="15603" y="20223"/>
                  <a:pt x="15827" y="19517"/>
                </a:cubicBezTo>
                <a:cubicBezTo>
                  <a:pt x="16051" y="18811"/>
                  <a:pt x="16229" y="17919"/>
                  <a:pt x="16361" y="16840"/>
                </a:cubicBezTo>
                <a:cubicBezTo>
                  <a:pt x="16493" y="15761"/>
                  <a:pt x="16559" y="14481"/>
                  <a:pt x="16559" y="13000"/>
                </a:cubicBezTo>
                <a:cubicBezTo>
                  <a:pt x="16559" y="11347"/>
                  <a:pt x="16455" y="9872"/>
                  <a:pt x="16249" y="8575"/>
                </a:cubicBezTo>
                <a:cubicBezTo>
                  <a:pt x="16042" y="7278"/>
                  <a:pt x="15715" y="6176"/>
                  <a:pt x="15267" y="5269"/>
                </a:cubicBezTo>
                <a:cubicBezTo>
                  <a:pt x="14820" y="4362"/>
                  <a:pt x="14237" y="3670"/>
                  <a:pt x="13519" y="3194"/>
                </a:cubicBezTo>
                <a:cubicBezTo>
                  <a:pt x="12802" y="2718"/>
                  <a:pt x="11933" y="2479"/>
                  <a:pt x="10911" y="2479"/>
                </a:cubicBezTo>
                <a:cubicBezTo>
                  <a:pt x="10130" y="2479"/>
                  <a:pt x="9376" y="2678"/>
                  <a:pt x="8647" y="3074"/>
                </a:cubicBezTo>
                <a:cubicBezTo>
                  <a:pt x="7918" y="3470"/>
                  <a:pt x="7240" y="4027"/>
                  <a:pt x="6615" y="4745"/>
                </a:cubicBezTo>
                <a:cubicBezTo>
                  <a:pt x="5989" y="5463"/>
                  <a:pt x="5421" y="6325"/>
                  <a:pt x="4910" y="7330"/>
                </a:cubicBezTo>
                <a:cubicBezTo>
                  <a:pt x="4399" y="8335"/>
                  <a:pt x="3963" y="9446"/>
                  <a:pt x="3602" y="10664"/>
                </a:cubicBezTo>
                <a:cubicBezTo>
                  <a:pt x="3240" y="11881"/>
                  <a:pt x="2959" y="13191"/>
                  <a:pt x="2758" y="14592"/>
                </a:cubicBezTo>
                <a:cubicBezTo>
                  <a:pt x="2557" y="15993"/>
                  <a:pt x="2457" y="17452"/>
                  <a:pt x="2457" y="18968"/>
                </a:cubicBezTo>
                <a:cubicBezTo>
                  <a:pt x="2457" y="22667"/>
                  <a:pt x="3013" y="25426"/>
                  <a:pt x="4127" y="27247"/>
                </a:cubicBezTo>
                <a:cubicBezTo>
                  <a:pt x="5240" y="29067"/>
                  <a:pt x="6807" y="29978"/>
                  <a:pt x="8827" y="29978"/>
                </a:cubicBezTo>
                <a:cubicBezTo>
                  <a:pt x="9849" y="29978"/>
                  <a:pt x="10802" y="29860"/>
                  <a:pt x="11686" y="29625"/>
                </a:cubicBezTo>
                <a:cubicBezTo>
                  <a:pt x="12570" y="29389"/>
                  <a:pt x="13488" y="29036"/>
                  <a:pt x="14441" y="28566"/>
                </a:cubicBezTo>
                <a:lnTo>
                  <a:pt x="14441" y="30787"/>
                </a:lnTo>
                <a:cubicBezTo>
                  <a:pt x="13499" y="31223"/>
                  <a:pt x="12558" y="31550"/>
                  <a:pt x="11617" y="31768"/>
                </a:cubicBezTo>
                <a:cubicBezTo>
                  <a:pt x="10676" y="31986"/>
                  <a:pt x="9688" y="32096"/>
                  <a:pt x="8655" y="32096"/>
                </a:cubicBezTo>
                <a:cubicBezTo>
                  <a:pt x="5728" y="32096"/>
                  <a:pt x="3561" y="30999"/>
                  <a:pt x="2155" y="28805"/>
                </a:cubicBezTo>
                <a:cubicBezTo>
                  <a:pt x="749" y="26611"/>
                  <a:pt x="34" y="23344"/>
                  <a:pt x="11" y="19002"/>
                </a:cubicBezTo>
                <a:cubicBezTo>
                  <a:pt x="0" y="17268"/>
                  <a:pt x="115" y="15605"/>
                  <a:pt x="356" y="14015"/>
                </a:cubicBezTo>
                <a:cubicBezTo>
                  <a:pt x="597" y="12424"/>
                  <a:pt x="944" y="10939"/>
                  <a:pt x="1398" y="9561"/>
                </a:cubicBezTo>
                <a:cubicBezTo>
                  <a:pt x="1851" y="8183"/>
                  <a:pt x="2402" y="6928"/>
                  <a:pt x="3051" y="5797"/>
                </a:cubicBezTo>
                <a:cubicBezTo>
                  <a:pt x="3699" y="4666"/>
                  <a:pt x="4434" y="3701"/>
                  <a:pt x="5255" y="2903"/>
                </a:cubicBezTo>
                <a:cubicBezTo>
                  <a:pt x="6075" y="2104"/>
                  <a:pt x="6968" y="1484"/>
                  <a:pt x="7932" y="1042"/>
                </a:cubicBezTo>
                <a:cubicBezTo>
                  <a:pt x="8896" y="600"/>
                  <a:pt x="9924" y="379"/>
                  <a:pt x="11014" y="379"/>
                </a:cubicBezTo>
                <a:cubicBezTo>
                  <a:pt x="12380" y="379"/>
                  <a:pt x="13565" y="657"/>
                  <a:pt x="14570" y="1214"/>
                </a:cubicBezTo>
                <a:cubicBezTo>
                  <a:pt x="15574" y="1771"/>
                  <a:pt x="16404" y="2574"/>
                  <a:pt x="17058" y="3625"/>
                </a:cubicBezTo>
                <a:cubicBezTo>
                  <a:pt x="17712" y="4675"/>
                  <a:pt x="18197" y="5963"/>
                  <a:pt x="18513" y="7490"/>
                </a:cubicBezTo>
                <a:cubicBezTo>
                  <a:pt x="18829" y="9017"/>
                  <a:pt x="18986" y="10756"/>
                  <a:pt x="18986" y="12707"/>
                </a:cubicBezTo>
                <a:cubicBezTo>
                  <a:pt x="18975" y="14682"/>
                  <a:pt x="18846" y="16372"/>
                  <a:pt x="18599" y="17778"/>
                </a:cubicBezTo>
                <a:cubicBezTo>
                  <a:pt x="18352" y="19184"/>
                  <a:pt x="18005" y="20335"/>
                  <a:pt x="17557" y="21231"/>
                </a:cubicBezTo>
                <a:cubicBezTo>
                  <a:pt x="17110" y="22126"/>
                  <a:pt x="16567" y="22783"/>
                  <a:pt x="15930" y="23202"/>
                </a:cubicBezTo>
                <a:cubicBezTo>
                  <a:pt x="15293" y="23621"/>
                  <a:pt x="14584" y="23831"/>
                  <a:pt x="13804" y="23831"/>
                </a:cubicBezTo>
                <a:cubicBezTo>
                  <a:pt x="12908" y="23831"/>
                  <a:pt x="12242" y="23601"/>
                  <a:pt x="11806" y="23143"/>
                </a:cubicBezTo>
                <a:cubicBezTo>
                  <a:pt x="11370" y="22684"/>
                  <a:pt x="11152" y="22065"/>
                  <a:pt x="11152" y="21285"/>
                </a:cubicBezTo>
                <a:cubicBezTo>
                  <a:pt x="10716" y="22168"/>
                  <a:pt x="10245" y="22813"/>
                  <a:pt x="9740" y="23220"/>
                </a:cubicBezTo>
                <a:cubicBezTo>
                  <a:pt x="9235" y="23627"/>
                  <a:pt x="8627" y="23831"/>
                  <a:pt x="7915" y="23831"/>
                </a:cubicBezTo>
                <a:cubicBezTo>
                  <a:pt x="6836" y="23831"/>
                  <a:pt x="6027" y="23426"/>
                  <a:pt x="5487" y="22618"/>
                </a:cubicBezTo>
                <a:cubicBezTo>
                  <a:pt x="4947" y="21810"/>
                  <a:pt x="4678" y="20534"/>
                  <a:pt x="4678" y="18791"/>
                </a:cubicBezTo>
                <a:cubicBezTo>
                  <a:pt x="4678" y="18161"/>
                  <a:pt x="4715" y="17484"/>
                  <a:pt x="4790" y="16762"/>
                </a:cubicBezTo>
                <a:cubicBezTo>
                  <a:pt x="4864" y="16040"/>
                  <a:pt x="4991" y="15315"/>
                  <a:pt x="5168" y="14586"/>
                </a:cubicBezTo>
                <a:cubicBezTo>
                  <a:pt x="5346" y="13858"/>
                  <a:pt x="5579" y="13159"/>
                  <a:pt x="5866" y="12488"/>
                </a:cubicBezTo>
                <a:cubicBezTo>
                  <a:pt x="6153" y="11818"/>
                  <a:pt x="6506" y="11227"/>
                  <a:pt x="6925" y="10717"/>
                </a:cubicBezTo>
                <a:cubicBezTo>
                  <a:pt x="7344" y="10207"/>
                  <a:pt x="7840" y="9797"/>
                  <a:pt x="8414" y="9487"/>
                </a:cubicBezTo>
                <a:cubicBezTo>
                  <a:pt x="8988" y="9177"/>
                  <a:pt x="9642" y="9023"/>
                  <a:pt x="10377" y="9023"/>
                </a:cubicBezTo>
                <a:cubicBezTo>
                  <a:pt x="10813" y="9023"/>
                  <a:pt x="11221" y="9074"/>
                  <a:pt x="11600" y="9178"/>
                </a:cubicBezTo>
                <a:cubicBezTo>
                  <a:pt x="11978" y="9281"/>
                  <a:pt x="12254" y="9384"/>
                  <a:pt x="12426" y="9487"/>
                </a:cubicBezTo>
                <a:lnTo>
                  <a:pt x="14647" y="8954"/>
                </a:lnTo>
                <a:lnTo>
                  <a:pt x="13270" y="17896"/>
                </a:lnTo>
                <a:moveTo>
                  <a:pt x="11514" y="11776"/>
                </a:moveTo>
                <a:cubicBezTo>
                  <a:pt x="11410" y="11639"/>
                  <a:pt x="11252" y="11516"/>
                  <a:pt x="11040" y="11407"/>
                </a:cubicBezTo>
                <a:cubicBezTo>
                  <a:pt x="10828" y="11298"/>
                  <a:pt x="10561" y="11244"/>
                  <a:pt x="10239" y="11244"/>
                </a:cubicBezTo>
                <a:cubicBezTo>
                  <a:pt x="9895" y="11244"/>
                  <a:pt x="9585" y="11364"/>
                  <a:pt x="9310" y="11605"/>
                </a:cubicBezTo>
                <a:cubicBezTo>
                  <a:pt x="9034" y="11846"/>
                  <a:pt x="8790" y="12166"/>
                  <a:pt x="8578" y="12567"/>
                </a:cubicBezTo>
                <a:cubicBezTo>
                  <a:pt x="8365" y="12969"/>
                  <a:pt x="8187" y="13424"/>
                  <a:pt x="8044" y="13934"/>
                </a:cubicBezTo>
                <a:cubicBezTo>
                  <a:pt x="7900" y="14444"/>
                  <a:pt x="7780" y="14968"/>
                  <a:pt x="7682" y="15507"/>
                </a:cubicBezTo>
                <a:cubicBezTo>
                  <a:pt x="7585" y="16045"/>
                  <a:pt x="7516" y="16575"/>
                  <a:pt x="7476" y="17097"/>
                </a:cubicBezTo>
                <a:cubicBezTo>
                  <a:pt x="7436" y="17618"/>
                  <a:pt x="7415" y="18085"/>
                  <a:pt x="7415" y="18498"/>
                </a:cubicBezTo>
                <a:cubicBezTo>
                  <a:pt x="7415" y="19598"/>
                  <a:pt x="7484" y="20389"/>
                  <a:pt x="7622" y="20870"/>
                </a:cubicBezTo>
                <a:cubicBezTo>
                  <a:pt x="7760" y="21351"/>
                  <a:pt x="8024" y="21592"/>
                  <a:pt x="8414" y="21592"/>
                </a:cubicBezTo>
                <a:cubicBezTo>
                  <a:pt x="8552" y="21592"/>
                  <a:pt x="8690" y="21564"/>
                  <a:pt x="8827" y="21507"/>
                </a:cubicBezTo>
                <a:cubicBezTo>
                  <a:pt x="8965" y="21449"/>
                  <a:pt x="9112" y="21337"/>
                  <a:pt x="9266" y="21171"/>
                </a:cubicBezTo>
                <a:cubicBezTo>
                  <a:pt x="9421" y="21005"/>
                  <a:pt x="9591" y="20773"/>
                  <a:pt x="9774" y="20475"/>
                </a:cubicBezTo>
                <a:cubicBezTo>
                  <a:pt x="9958" y="20177"/>
                  <a:pt x="10159" y="19787"/>
                  <a:pt x="10377" y="19306"/>
                </a:cubicBezTo>
                <a:lnTo>
                  <a:pt x="11514" y="11776"/>
                </a:lnTo>
                <a:close/>
                <a:moveTo>
                  <a:pt x="32976" y="17896"/>
                </a:moveTo>
                <a:cubicBezTo>
                  <a:pt x="32873" y="18630"/>
                  <a:pt x="32815" y="19237"/>
                  <a:pt x="32804" y="19719"/>
                </a:cubicBezTo>
                <a:cubicBezTo>
                  <a:pt x="32792" y="20200"/>
                  <a:pt x="32824" y="20578"/>
                  <a:pt x="32898" y="20853"/>
                </a:cubicBezTo>
                <a:cubicBezTo>
                  <a:pt x="32973" y="21128"/>
                  <a:pt x="33091" y="21320"/>
                  <a:pt x="33251" y="21429"/>
                </a:cubicBezTo>
                <a:cubicBezTo>
                  <a:pt x="33412" y="21538"/>
                  <a:pt x="33613" y="21592"/>
                  <a:pt x="33854" y="21592"/>
                </a:cubicBezTo>
                <a:cubicBezTo>
                  <a:pt x="34176" y="21592"/>
                  <a:pt x="34480" y="21423"/>
                  <a:pt x="34767" y="21084"/>
                </a:cubicBezTo>
                <a:cubicBezTo>
                  <a:pt x="35054" y="20746"/>
                  <a:pt x="35309" y="20223"/>
                  <a:pt x="35533" y="19517"/>
                </a:cubicBezTo>
                <a:cubicBezTo>
                  <a:pt x="35757" y="18811"/>
                  <a:pt x="35935" y="17919"/>
                  <a:pt x="36067" y="16840"/>
                </a:cubicBezTo>
                <a:cubicBezTo>
                  <a:pt x="36199" y="15761"/>
                  <a:pt x="36265" y="14481"/>
                  <a:pt x="36265" y="13000"/>
                </a:cubicBezTo>
                <a:cubicBezTo>
                  <a:pt x="36265" y="11347"/>
                  <a:pt x="36161" y="9872"/>
                  <a:pt x="35955" y="8575"/>
                </a:cubicBezTo>
                <a:cubicBezTo>
                  <a:pt x="35748" y="7278"/>
                  <a:pt x="35421" y="6176"/>
                  <a:pt x="34973" y="5269"/>
                </a:cubicBezTo>
                <a:cubicBezTo>
                  <a:pt x="34526" y="4362"/>
                  <a:pt x="33943" y="3670"/>
                  <a:pt x="33226" y="3194"/>
                </a:cubicBezTo>
                <a:cubicBezTo>
                  <a:pt x="32508" y="2718"/>
                  <a:pt x="31639" y="2479"/>
                  <a:pt x="30617" y="2479"/>
                </a:cubicBezTo>
                <a:cubicBezTo>
                  <a:pt x="29836" y="2479"/>
                  <a:pt x="29082" y="2678"/>
                  <a:pt x="28353" y="3074"/>
                </a:cubicBezTo>
                <a:cubicBezTo>
                  <a:pt x="27624" y="3470"/>
                  <a:pt x="26947" y="4027"/>
                  <a:pt x="26321" y="4745"/>
                </a:cubicBezTo>
                <a:cubicBezTo>
                  <a:pt x="25695" y="5463"/>
                  <a:pt x="25127" y="6325"/>
                  <a:pt x="24616" y="7330"/>
                </a:cubicBezTo>
                <a:cubicBezTo>
                  <a:pt x="24106" y="8335"/>
                  <a:pt x="23669" y="9446"/>
                  <a:pt x="23308" y="10664"/>
                </a:cubicBezTo>
                <a:cubicBezTo>
                  <a:pt x="22946" y="11881"/>
                  <a:pt x="22665" y="13191"/>
                  <a:pt x="22464" y="14592"/>
                </a:cubicBezTo>
                <a:cubicBezTo>
                  <a:pt x="22263" y="15993"/>
                  <a:pt x="22163" y="17452"/>
                  <a:pt x="22163" y="18968"/>
                </a:cubicBezTo>
                <a:cubicBezTo>
                  <a:pt x="22163" y="22667"/>
                  <a:pt x="22719" y="25426"/>
                  <a:pt x="23833" y="27247"/>
                </a:cubicBezTo>
                <a:cubicBezTo>
                  <a:pt x="24946" y="29067"/>
                  <a:pt x="26513" y="29978"/>
                  <a:pt x="28534" y="29978"/>
                </a:cubicBezTo>
                <a:cubicBezTo>
                  <a:pt x="29555" y="29978"/>
                  <a:pt x="30508" y="29860"/>
                  <a:pt x="31392" y="29625"/>
                </a:cubicBezTo>
                <a:cubicBezTo>
                  <a:pt x="32276" y="29389"/>
                  <a:pt x="33194" y="29036"/>
                  <a:pt x="34147" y="28566"/>
                </a:cubicBezTo>
                <a:lnTo>
                  <a:pt x="34147" y="30787"/>
                </a:lnTo>
                <a:cubicBezTo>
                  <a:pt x="33206" y="31223"/>
                  <a:pt x="32264" y="31550"/>
                  <a:pt x="31323" y="31768"/>
                </a:cubicBezTo>
                <a:cubicBezTo>
                  <a:pt x="30382" y="31986"/>
                  <a:pt x="29395" y="32096"/>
                  <a:pt x="28361" y="32096"/>
                </a:cubicBezTo>
                <a:cubicBezTo>
                  <a:pt x="25434" y="32096"/>
                  <a:pt x="23268" y="30999"/>
                  <a:pt x="21861" y="28805"/>
                </a:cubicBezTo>
                <a:cubicBezTo>
                  <a:pt x="20455" y="26611"/>
                  <a:pt x="19741" y="23344"/>
                  <a:pt x="19718" y="19002"/>
                </a:cubicBezTo>
                <a:cubicBezTo>
                  <a:pt x="19706" y="17268"/>
                  <a:pt x="19821" y="15605"/>
                  <a:pt x="20062" y="14015"/>
                </a:cubicBezTo>
                <a:cubicBezTo>
                  <a:pt x="20303" y="12424"/>
                  <a:pt x="20650" y="10939"/>
                  <a:pt x="21104" y="9561"/>
                </a:cubicBezTo>
                <a:cubicBezTo>
                  <a:pt x="21557" y="8183"/>
                  <a:pt x="22108" y="6928"/>
                  <a:pt x="22757" y="5797"/>
                </a:cubicBezTo>
                <a:cubicBezTo>
                  <a:pt x="23405" y="4666"/>
                  <a:pt x="24140" y="3701"/>
                  <a:pt x="24961" y="2903"/>
                </a:cubicBezTo>
                <a:cubicBezTo>
                  <a:pt x="25781" y="2104"/>
                  <a:pt x="26674" y="1484"/>
                  <a:pt x="27638" y="1042"/>
                </a:cubicBezTo>
                <a:cubicBezTo>
                  <a:pt x="28602" y="600"/>
                  <a:pt x="29630" y="379"/>
                  <a:pt x="30720" y="379"/>
                </a:cubicBezTo>
                <a:cubicBezTo>
                  <a:pt x="32086" y="379"/>
                  <a:pt x="33272" y="657"/>
                  <a:pt x="34276" y="1214"/>
                </a:cubicBezTo>
                <a:cubicBezTo>
                  <a:pt x="35280" y="1771"/>
                  <a:pt x="36110" y="2574"/>
                  <a:pt x="36764" y="3625"/>
                </a:cubicBezTo>
                <a:cubicBezTo>
                  <a:pt x="37418" y="4675"/>
                  <a:pt x="37903" y="5963"/>
                  <a:pt x="38219" y="7490"/>
                </a:cubicBezTo>
                <a:cubicBezTo>
                  <a:pt x="38535" y="9017"/>
                  <a:pt x="38693" y="10756"/>
                  <a:pt x="38693" y="12707"/>
                </a:cubicBezTo>
                <a:cubicBezTo>
                  <a:pt x="38681" y="14682"/>
                  <a:pt x="38552" y="16372"/>
                  <a:pt x="38305" y="17778"/>
                </a:cubicBezTo>
                <a:cubicBezTo>
                  <a:pt x="38058" y="19184"/>
                  <a:pt x="37711" y="20335"/>
                  <a:pt x="37263" y="21231"/>
                </a:cubicBezTo>
                <a:cubicBezTo>
                  <a:pt x="36816" y="22126"/>
                  <a:pt x="36273" y="22783"/>
                  <a:pt x="35636" y="23202"/>
                </a:cubicBezTo>
                <a:cubicBezTo>
                  <a:pt x="34999" y="23621"/>
                  <a:pt x="34290" y="23831"/>
                  <a:pt x="33510" y="23831"/>
                </a:cubicBezTo>
                <a:cubicBezTo>
                  <a:pt x="32614" y="23831"/>
                  <a:pt x="31949" y="23601"/>
                  <a:pt x="31512" y="23143"/>
                </a:cubicBezTo>
                <a:cubicBezTo>
                  <a:pt x="31076" y="22684"/>
                  <a:pt x="30858" y="22065"/>
                  <a:pt x="30858" y="21285"/>
                </a:cubicBezTo>
                <a:cubicBezTo>
                  <a:pt x="30422" y="22168"/>
                  <a:pt x="29951" y="22813"/>
                  <a:pt x="29446" y="23220"/>
                </a:cubicBezTo>
                <a:cubicBezTo>
                  <a:pt x="28941" y="23627"/>
                  <a:pt x="28333" y="23831"/>
                  <a:pt x="27621" y="23831"/>
                </a:cubicBezTo>
                <a:cubicBezTo>
                  <a:pt x="26542" y="23831"/>
                  <a:pt x="25733" y="23426"/>
                  <a:pt x="25193" y="22618"/>
                </a:cubicBezTo>
                <a:cubicBezTo>
                  <a:pt x="24654" y="21810"/>
                  <a:pt x="24384" y="20534"/>
                  <a:pt x="24384" y="18791"/>
                </a:cubicBezTo>
                <a:cubicBezTo>
                  <a:pt x="24384" y="18161"/>
                  <a:pt x="24421" y="17484"/>
                  <a:pt x="24496" y="16762"/>
                </a:cubicBezTo>
                <a:cubicBezTo>
                  <a:pt x="24570" y="16040"/>
                  <a:pt x="24697" y="15315"/>
                  <a:pt x="24875" y="14586"/>
                </a:cubicBezTo>
                <a:cubicBezTo>
                  <a:pt x="25053" y="13858"/>
                  <a:pt x="25285" y="13159"/>
                  <a:pt x="25572" y="12488"/>
                </a:cubicBezTo>
                <a:cubicBezTo>
                  <a:pt x="25859" y="11818"/>
                  <a:pt x="26212" y="11227"/>
                  <a:pt x="26631" y="10717"/>
                </a:cubicBezTo>
                <a:cubicBezTo>
                  <a:pt x="27050" y="10207"/>
                  <a:pt x="27546" y="9797"/>
                  <a:pt x="28120" y="9487"/>
                </a:cubicBezTo>
                <a:cubicBezTo>
                  <a:pt x="28694" y="9177"/>
                  <a:pt x="29349" y="9023"/>
                  <a:pt x="30083" y="9023"/>
                </a:cubicBezTo>
                <a:cubicBezTo>
                  <a:pt x="30519" y="9023"/>
                  <a:pt x="30927" y="9074"/>
                  <a:pt x="31306" y="9178"/>
                </a:cubicBezTo>
                <a:cubicBezTo>
                  <a:pt x="31685" y="9281"/>
                  <a:pt x="31960" y="9384"/>
                  <a:pt x="32132" y="9487"/>
                </a:cubicBezTo>
                <a:lnTo>
                  <a:pt x="34353" y="8954"/>
                </a:lnTo>
                <a:lnTo>
                  <a:pt x="32976" y="17896"/>
                </a:lnTo>
                <a:moveTo>
                  <a:pt x="31220" y="11776"/>
                </a:moveTo>
                <a:cubicBezTo>
                  <a:pt x="31116" y="11639"/>
                  <a:pt x="30959" y="11516"/>
                  <a:pt x="30746" y="11407"/>
                </a:cubicBezTo>
                <a:cubicBezTo>
                  <a:pt x="30534" y="11298"/>
                  <a:pt x="30267" y="11244"/>
                  <a:pt x="29945" y="11244"/>
                </a:cubicBezTo>
                <a:cubicBezTo>
                  <a:pt x="29601" y="11244"/>
                  <a:pt x="29291" y="11364"/>
                  <a:pt x="29016" y="11605"/>
                </a:cubicBezTo>
                <a:cubicBezTo>
                  <a:pt x="28740" y="11846"/>
                  <a:pt x="28496" y="12166"/>
                  <a:pt x="28284" y="12567"/>
                </a:cubicBezTo>
                <a:cubicBezTo>
                  <a:pt x="28072" y="12969"/>
                  <a:pt x="27894" y="13424"/>
                  <a:pt x="27750" y="13934"/>
                </a:cubicBezTo>
                <a:cubicBezTo>
                  <a:pt x="27607" y="14444"/>
                  <a:pt x="27486" y="14968"/>
                  <a:pt x="27389" y="15507"/>
                </a:cubicBezTo>
                <a:cubicBezTo>
                  <a:pt x="27291" y="16045"/>
                  <a:pt x="27222" y="16575"/>
                  <a:pt x="27182" y="17097"/>
                </a:cubicBezTo>
                <a:cubicBezTo>
                  <a:pt x="27142" y="17618"/>
                  <a:pt x="27122" y="18085"/>
                  <a:pt x="27122" y="18498"/>
                </a:cubicBezTo>
                <a:cubicBezTo>
                  <a:pt x="27122" y="19598"/>
                  <a:pt x="27191" y="20389"/>
                  <a:pt x="27328" y="20870"/>
                </a:cubicBezTo>
                <a:cubicBezTo>
                  <a:pt x="27466" y="21351"/>
                  <a:pt x="27730" y="21592"/>
                  <a:pt x="28120" y="21592"/>
                </a:cubicBezTo>
                <a:cubicBezTo>
                  <a:pt x="28258" y="21592"/>
                  <a:pt x="28396" y="21564"/>
                  <a:pt x="28534" y="21507"/>
                </a:cubicBezTo>
                <a:cubicBezTo>
                  <a:pt x="28671" y="21449"/>
                  <a:pt x="28818" y="21337"/>
                  <a:pt x="28973" y="21171"/>
                </a:cubicBezTo>
                <a:cubicBezTo>
                  <a:pt x="29128" y="21005"/>
                  <a:pt x="29297" y="20773"/>
                  <a:pt x="29481" y="20475"/>
                </a:cubicBezTo>
                <a:cubicBezTo>
                  <a:pt x="29664" y="20177"/>
                  <a:pt x="29865" y="19787"/>
                  <a:pt x="30083" y="19306"/>
                </a:cubicBezTo>
                <a:lnTo>
                  <a:pt x="31220" y="11776"/>
                </a:lnTo>
                <a:close/>
                <a:moveTo>
                  <a:pt x="73800" y="16943"/>
                </a:moveTo>
                <a:lnTo>
                  <a:pt x="63504" y="16943"/>
                </a:lnTo>
                <a:lnTo>
                  <a:pt x="63504" y="14119"/>
                </a:lnTo>
                <a:lnTo>
                  <a:pt x="73800" y="14119"/>
                </a:lnTo>
                <a:lnTo>
                  <a:pt x="73800" y="16943"/>
                </a:lnTo>
                <a:close/>
                <a:moveTo>
                  <a:pt x="95452" y="17735"/>
                </a:moveTo>
                <a:cubicBezTo>
                  <a:pt x="95452" y="18849"/>
                  <a:pt x="95211" y="19865"/>
                  <a:pt x="94729" y="20783"/>
                </a:cubicBezTo>
                <a:cubicBezTo>
                  <a:pt x="94247" y="21701"/>
                  <a:pt x="93584" y="22490"/>
                  <a:pt x="92741" y="23150"/>
                </a:cubicBezTo>
                <a:cubicBezTo>
                  <a:pt x="91897" y="23811"/>
                  <a:pt x="90901" y="24324"/>
                  <a:pt x="89753" y="24692"/>
                </a:cubicBezTo>
                <a:cubicBezTo>
                  <a:pt x="88605" y="25059"/>
                  <a:pt x="87365" y="25243"/>
                  <a:pt x="86034" y="25243"/>
                </a:cubicBezTo>
                <a:cubicBezTo>
                  <a:pt x="85701" y="25243"/>
                  <a:pt x="85342" y="25233"/>
                  <a:pt x="84958" y="25215"/>
                </a:cubicBezTo>
                <a:cubicBezTo>
                  <a:pt x="84573" y="25197"/>
                  <a:pt x="84191" y="25173"/>
                  <a:pt x="83813" y="25142"/>
                </a:cubicBezTo>
                <a:cubicBezTo>
                  <a:pt x="83434" y="25112"/>
                  <a:pt x="83064" y="25079"/>
                  <a:pt x="82702" y="25042"/>
                </a:cubicBezTo>
                <a:cubicBezTo>
                  <a:pt x="82340" y="25006"/>
                  <a:pt x="82016" y="24964"/>
                  <a:pt x="81729" y="24915"/>
                </a:cubicBezTo>
                <a:lnTo>
                  <a:pt x="81729" y="22195"/>
                </a:lnTo>
                <a:cubicBezTo>
                  <a:pt x="82349" y="22350"/>
                  <a:pt x="83058" y="22464"/>
                  <a:pt x="83856" y="22535"/>
                </a:cubicBezTo>
                <a:cubicBezTo>
                  <a:pt x="84654" y="22607"/>
                  <a:pt x="85460" y="22643"/>
                  <a:pt x="86275" y="22643"/>
                </a:cubicBezTo>
                <a:cubicBezTo>
                  <a:pt x="87193" y="22643"/>
                  <a:pt x="88020" y="22533"/>
                  <a:pt x="88754" y="22315"/>
                </a:cubicBezTo>
                <a:cubicBezTo>
                  <a:pt x="89489" y="22097"/>
                  <a:pt x="90115" y="21784"/>
                  <a:pt x="90631" y="21377"/>
                </a:cubicBezTo>
                <a:cubicBezTo>
                  <a:pt x="91148" y="20969"/>
                  <a:pt x="91544" y="20476"/>
                  <a:pt x="91819" y="19896"/>
                </a:cubicBezTo>
                <a:cubicBezTo>
                  <a:pt x="92095" y="19316"/>
                  <a:pt x="92233" y="18665"/>
                  <a:pt x="92233" y="17942"/>
                </a:cubicBezTo>
                <a:cubicBezTo>
                  <a:pt x="92233" y="16541"/>
                  <a:pt x="91730" y="15523"/>
                  <a:pt x="90726" y="14886"/>
                </a:cubicBezTo>
                <a:cubicBezTo>
                  <a:pt x="89722" y="14248"/>
                  <a:pt x="88278" y="13930"/>
                  <a:pt x="86395" y="13930"/>
                </a:cubicBezTo>
                <a:lnTo>
                  <a:pt x="82125" y="13930"/>
                </a:lnTo>
                <a:lnTo>
                  <a:pt x="82125" y="2411"/>
                </a:lnTo>
                <a:lnTo>
                  <a:pt x="94247" y="2411"/>
                </a:lnTo>
                <a:lnTo>
                  <a:pt x="94247" y="5028"/>
                </a:lnTo>
                <a:lnTo>
                  <a:pt x="84949" y="5028"/>
                </a:lnTo>
                <a:lnTo>
                  <a:pt x="84949" y="11364"/>
                </a:lnTo>
                <a:lnTo>
                  <a:pt x="86912" y="11364"/>
                </a:lnTo>
                <a:cubicBezTo>
                  <a:pt x="87991" y="11364"/>
                  <a:pt x="89041" y="11462"/>
                  <a:pt x="90063" y="11657"/>
                </a:cubicBezTo>
                <a:cubicBezTo>
                  <a:pt x="91085" y="11852"/>
                  <a:pt x="91994" y="12194"/>
                  <a:pt x="92792" y="12682"/>
                </a:cubicBezTo>
                <a:cubicBezTo>
                  <a:pt x="93590" y="13169"/>
                  <a:pt x="94233" y="13824"/>
                  <a:pt x="94721" y="14644"/>
                </a:cubicBezTo>
                <a:cubicBezTo>
                  <a:pt x="95209" y="15465"/>
                  <a:pt x="95452" y="16495"/>
                  <a:pt x="95452" y="17735"/>
                </a:cubicBezTo>
                <a:close/>
                <a:moveTo>
                  <a:pt x="114675" y="19285"/>
                </a:moveTo>
                <a:cubicBezTo>
                  <a:pt x="114675" y="20238"/>
                  <a:pt x="114480" y="21084"/>
                  <a:pt x="114090" y="21825"/>
                </a:cubicBezTo>
                <a:cubicBezTo>
                  <a:pt x="113699" y="22565"/>
                  <a:pt x="113154" y="23188"/>
                  <a:pt x="112454" y="23693"/>
                </a:cubicBezTo>
                <a:cubicBezTo>
                  <a:pt x="111754" y="24198"/>
                  <a:pt x="110927" y="24582"/>
                  <a:pt x="109974" y="24846"/>
                </a:cubicBezTo>
                <a:cubicBezTo>
                  <a:pt x="109022" y="25111"/>
                  <a:pt x="107988" y="25243"/>
                  <a:pt x="106875" y="25243"/>
                </a:cubicBezTo>
                <a:cubicBezTo>
                  <a:pt x="105647" y="25243"/>
                  <a:pt x="104565" y="25105"/>
                  <a:pt x="103629" y="24829"/>
                </a:cubicBezTo>
                <a:cubicBezTo>
                  <a:pt x="102694" y="24554"/>
                  <a:pt x="101910" y="24169"/>
                  <a:pt x="101279" y="23676"/>
                </a:cubicBezTo>
                <a:cubicBezTo>
                  <a:pt x="100648" y="23182"/>
                  <a:pt x="100171" y="22597"/>
                  <a:pt x="99850" y="21919"/>
                </a:cubicBezTo>
                <a:cubicBezTo>
                  <a:pt x="99528" y="21242"/>
                  <a:pt x="99368" y="20496"/>
                  <a:pt x="99368" y="19681"/>
                </a:cubicBezTo>
                <a:cubicBezTo>
                  <a:pt x="99368" y="18303"/>
                  <a:pt x="99752" y="17115"/>
                  <a:pt x="100521" y="16117"/>
                </a:cubicBezTo>
                <a:cubicBezTo>
                  <a:pt x="101290" y="15118"/>
                  <a:pt x="102479" y="14211"/>
                  <a:pt x="104086" y="13396"/>
                </a:cubicBezTo>
                <a:cubicBezTo>
                  <a:pt x="102616" y="12649"/>
                  <a:pt x="101543" y="11818"/>
                  <a:pt x="100866" y="10904"/>
                </a:cubicBezTo>
                <a:cubicBezTo>
                  <a:pt x="100188" y="9990"/>
                  <a:pt x="99850" y="8941"/>
                  <a:pt x="99850" y="7757"/>
                </a:cubicBezTo>
                <a:cubicBezTo>
                  <a:pt x="99850" y="7033"/>
                  <a:pt x="99999" y="6331"/>
                  <a:pt x="100298" y="5653"/>
                </a:cubicBezTo>
                <a:cubicBezTo>
                  <a:pt x="100596" y="4975"/>
                  <a:pt x="101047" y="4371"/>
                  <a:pt x="101649" y="3842"/>
                </a:cubicBezTo>
                <a:cubicBezTo>
                  <a:pt x="102252" y="3314"/>
                  <a:pt x="103007" y="2891"/>
                  <a:pt x="103913" y="2575"/>
                </a:cubicBezTo>
                <a:cubicBezTo>
                  <a:pt x="104820" y="2259"/>
                  <a:pt x="105888" y="2101"/>
                  <a:pt x="107116" y="2101"/>
                </a:cubicBezTo>
                <a:cubicBezTo>
                  <a:pt x="108275" y="2101"/>
                  <a:pt x="109294" y="2224"/>
                  <a:pt x="110172" y="2471"/>
                </a:cubicBezTo>
                <a:cubicBezTo>
                  <a:pt x="111051" y="2719"/>
                  <a:pt x="111788" y="3072"/>
                  <a:pt x="112385" y="3532"/>
                </a:cubicBezTo>
                <a:cubicBezTo>
                  <a:pt x="112982" y="3992"/>
                  <a:pt x="113430" y="4549"/>
                  <a:pt x="113728" y="5205"/>
                </a:cubicBezTo>
                <a:cubicBezTo>
                  <a:pt x="114026" y="5860"/>
                  <a:pt x="114176" y="6590"/>
                  <a:pt x="114176" y="7395"/>
                </a:cubicBezTo>
                <a:cubicBezTo>
                  <a:pt x="114176" y="8706"/>
                  <a:pt x="113811" y="9821"/>
                  <a:pt x="113082" y="10741"/>
                </a:cubicBezTo>
                <a:cubicBezTo>
                  <a:pt x="112353" y="11660"/>
                  <a:pt x="111317" y="12465"/>
                  <a:pt x="109974" y="13155"/>
                </a:cubicBezTo>
                <a:cubicBezTo>
                  <a:pt x="110640" y="13488"/>
                  <a:pt x="111260" y="13855"/>
                  <a:pt x="111834" y="14257"/>
                </a:cubicBezTo>
                <a:cubicBezTo>
                  <a:pt x="112408" y="14659"/>
                  <a:pt x="112907" y="15106"/>
                  <a:pt x="113332" y="15600"/>
                </a:cubicBezTo>
                <a:cubicBezTo>
                  <a:pt x="113757" y="16094"/>
                  <a:pt x="114087" y="16645"/>
                  <a:pt x="114322" y="17253"/>
                </a:cubicBezTo>
                <a:cubicBezTo>
                  <a:pt x="114557" y="17861"/>
                  <a:pt x="114675" y="18539"/>
                  <a:pt x="114675" y="19285"/>
                </a:cubicBezTo>
                <a:moveTo>
                  <a:pt x="111111" y="7628"/>
                </a:moveTo>
                <a:cubicBezTo>
                  <a:pt x="111111" y="6606"/>
                  <a:pt x="110752" y="5846"/>
                  <a:pt x="110035" y="5346"/>
                </a:cubicBezTo>
                <a:cubicBezTo>
                  <a:pt x="109317" y="4847"/>
                  <a:pt x="108310" y="4597"/>
                  <a:pt x="107013" y="4597"/>
                </a:cubicBezTo>
                <a:cubicBezTo>
                  <a:pt x="105727" y="4597"/>
                  <a:pt x="104726" y="4844"/>
                  <a:pt x="104008" y="5338"/>
                </a:cubicBezTo>
                <a:cubicBezTo>
                  <a:pt x="103291" y="5831"/>
                  <a:pt x="102932" y="6572"/>
                  <a:pt x="102932" y="7559"/>
                </a:cubicBezTo>
                <a:cubicBezTo>
                  <a:pt x="102932" y="8008"/>
                  <a:pt x="103018" y="8424"/>
                  <a:pt x="103190" y="8804"/>
                </a:cubicBezTo>
                <a:cubicBezTo>
                  <a:pt x="103362" y="9184"/>
                  <a:pt x="103629" y="9542"/>
                  <a:pt x="103991" y="9876"/>
                </a:cubicBezTo>
                <a:cubicBezTo>
                  <a:pt x="104352" y="10210"/>
                  <a:pt x="104803" y="10538"/>
                  <a:pt x="105343" y="10861"/>
                </a:cubicBezTo>
                <a:cubicBezTo>
                  <a:pt x="105882" y="11184"/>
                  <a:pt x="106525" y="11512"/>
                  <a:pt x="107271" y="11846"/>
                </a:cubicBezTo>
                <a:cubicBezTo>
                  <a:pt x="108568" y="11236"/>
                  <a:pt x="109532" y="10599"/>
                  <a:pt x="110164" y="9936"/>
                </a:cubicBezTo>
                <a:cubicBezTo>
                  <a:pt x="110795" y="9273"/>
                  <a:pt x="111111" y="8504"/>
                  <a:pt x="111111" y="7628"/>
                </a:cubicBezTo>
                <a:moveTo>
                  <a:pt x="111421" y="19500"/>
                </a:moveTo>
                <a:cubicBezTo>
                  <a:pt x="111421" y="19076"/>
                  <a:pt x="111352" y="18664"/>
                  <a:pt x="111214" y="18263"/>
                </a:cubicBezTo>
                <a:cubicBezTo>
                  <a:pt x="111076" y="17861"/>
                  <a:pt x="110830" y="17466"/>
                  <a:pt x="110474" y="17077"/>
                </a:cubicBezTo>
                <a:cubicBezTo>
                  <a:pt x="110118" y="16687"/>
                  <a:pt x="109641" y="16297"/>
                  <a:pt x="109045" y="15908"/>
                </a:cubicBezTo>
                <a:cubicBezTo>
                  <a:pt x="108448" y="15518"/>
                  <a:pt x="107690" y="15117"/>
                  <a:pt x="106772" y="14705"/>
                </a:cubicBezTo>
                <a:cubicBezTo>
                  <a:pt x="105991" y="15083"/>
                  <a:pt x="105334" y="15458"/>
                  <a:pt x="104800" y="15830"/>
                </a:cubicBezTo>
                <a:cubicBezTo>
                  <a:pt x="104266" y="16203"/>
                  <a:pt x="103836" y="16581"/>
                  <a:pt x="103509" y="16965"/>
                </a:cubicBezTo>
                <a:cubicBezTo>
                  <a:pt x="103182" y="17348"/>
                  <a:pt x="102949" y="17747"/>
                  <a:pt x="102811" y="18159"/>
                </a:cubicBezTo>
                <a:cubicBezTo>
                  <a:pt x="102674" y="18572"/>
                  <a:pt x="102605" y="19007"/>
                  <a:pt x="102605" y="19466"/>
                </a:cubicBezTo>
                <a:cubicBezTo>
                  <a:pt x="102605" y="19984"/>
                  <a:pt x="102717" y="20441"/>
                  <a:pt x="102941" y="20838"/>
                </a:cubicBezTo>
                <a:cubicBezTo>
                  <a:pt x="103164" y="21235"/>
                  <a:pt x="103471" y="21572"/>
                  <a:pt x="103862" y="21848"/>
                </a:cubicBezTo>
                <a:cubicBezTo>
                  <a:pt x="104252" y="22125"/>
                  <a:pt x="104717" y="22332"/>
                  <a:pt x="105256" y="22470"/>
                </a:cubicBezTo>
                <a:cubicBezTo>
                  <a:pt x="105796" y="22608"/>
                  <a:pt x="106381" y="22677"/>
                  <a:pt x="107013" y="22677"/>
                </a:cubicBezTo>
                <a:cubicBezTo>
                  <a:pt x="107621" y="22677"/>
                  <a:pt x="108195" y="22614"/>
                  <a:pt x="108735" y="22487"/>
                </a:cubicBezTo>
                <a:cubicBezTo>
                  <a:pt x="109274" y="22360"/>
                  <a:pt x="109742" y="22168"/>
                  <a:pt x="110138" y="21909"/>
                </a:cubicBezTo>
                <a:cubicBezTo>
                  <a:pt x="110534" y="21650"/>
                  <a:pt x="110847" y="21322"/>
                  <a:pt x="111076" y="20924"/>
                </a:cubicBezTo>
                <a:cubicBezTo>
                  <a:pt x="111306" y="20527"/>
                  <a:pt x="111421" y="20053"/>
                  <a:pt x="111421" y="19500"/>
                </a:cubicBezTo>
                <a:close/>
                <a:moveTo>
                  <a:pt x="134232" y="12405"/>
                </a:moveTo>
                <a:cubicBezTo>
                  <a:pt x="134232" y="14599"/>
                  <a:pt x="133968" y="16486"/>
                  <a:pt x="133440" y="18066"/>
                </a:cubicBezTo>
                <a:cubicBezTo>
                  <a:pt x="132912" y="19646"/>
                  <a:pt x="132131" y="20944"/>
                  <a:pt x="131098" y="21960"/>
                </a:cubicBezTo>
                <a:cubicBezTo>
                  <a:pt x="130065" y="22977"/>
                  <a:pt x="128785" y="23726"/>
                  <a:pt x="127258" y="24209"/>
                </a:cubicBezTo>
                <a:cubicBezTo>
                  <a:pt x="125732" y="24691"/>
                  <a:pt x="123970" y="24933"/>
                  <a:pt x="121972" y="24933"/>
                </a:cubicBezTo>
                <a:lnTo>
                  <a:pt x="120095" y="24933"/>
                </a:lnTo>
                <a:lnTo>
                  <a:pt x="120095" y="22315"/>
                </a:lnTo>
                <a:lnTo>
                  <a:pt x="122179" y="22315"/>
                </a:lnTo>
                <a:cubicBezTo>
                  <a:pt x="123660" y="22315"/>
                  <a:pt x="124940" y="22166"/>
                  <a:pt x="126019" y="21868"/>
                </a:cubicBezTo>
                <a:cubicBezTo>
                  <a:pt x="127098" y="21569"/>
                  <a:pt x="127996" y="21130"/>
                  <a:pt x="128713" y="20550"/>
                </a:cubicBezTo>
                <a:cubicBezTo>
                  <a:pt x="129431" y="19971"/>
                  <a:pt x="129979" y="19265"/>
                  <a:pt x="130358" y="18433"/>
                </a:cubicBezTo>
                <a:cubicBezTo>
                  <a:pt x="130737" y="17600"/>
                  <a:pt x="130972" y="16650"/>
                  <a:pt x="131064" y="15583"/>
                </a:cubicBezTo>
                <a:lnTo>
                  <a:pt x="131133" y="14877"/>
                </a:lnTo>
                <a:cubicBezTo>
                  <a:pt x="130409" y="15302"/>
                  <a:pt x="129577" y="15643"/>
                  <a:pt x="128636" y="15901"/>
                </a:cubicBezTo>
                <a:cubicBezTo>
                  <a:pt x="127695" y="16160"/>
                  <a:pt x="126673" y="16289"/>
                  <a:pt x="125571" y="16289"/>
                </a:cubicBezTo>
                <a:cubicBezTo>
                  <a:pt x="124435" y="16289"/>
                  <a:pt x="123436" y="16122"/>
                  <a:pt x="122575" y="15789"/>
                </a:cubicBezTo>
                <a:cubicBezTo>
                  <a:pt x="121714" y="15456"/>
                  <a:pt x="120999" y="14990"/>
                  <a:pt x="120431" y="14393"/>
                </a:cubicBezTo>
                <a:cubicBezTo>
                  <a:pt x="119863" y="13795"/>
                  <a:pt x="119435" y="13085"/>
                  <a:pt x="119148" y="12263"/>
                </a:cubicBezTo>
                <a:cubicBezTo>
                  <a:pt x="118861" y="11442"/>
                  <a:pt x="118718" y="10548"/>
                  <a:pt x="118718" y="9583"/>
                </a:cubicBezTo>
                <a:cubicBezTo>
                  <a:pt x="118718" y="8537"/>
                  <a:pt x="118907" y="7560"/>
                  <a:pt x="119286" y="6652"/>
                </a:cubicBezTo>
                <a:cubicBezTo>
                  <a:pt x="119665" y="5744"/>
                  <a:pt x="120196" y="4954"/>
                  <a:pt x="120879" y="4282"/>
                </a:cubicBezTo>
                <a:cubicBezTo>
                  <a:pt x="121562" y="3609"/>
                  <a:pt x="122380" y="3078"/>
                  <a:pt x="123333" y="2687"/>
                </a:cubicBezTo>
                <a:cubicBezTo>
                  <a:pt x="124285" y="2296"/>
                  <a:pt x="125336" y="2101"/>
                  <a:pt x="126484" y="2101"/>
                </a:cubicBezTo>
                <a:cubicBezTo>
                  <a:pt x="127597" y="2101"/>
                  <a:pt x="128627" y="2285"/>
                  <a:pt x="129574" y="2652"/>
                </a:cubicBezTo>
                <a:cubicBezTo>
                  <a:pt x="130521" y="3020"/>
                  <a:pt x="131339" y="3614"/>
                  <a:pt x="132028" y="4436"/>
                </a:cubicBezTo>
                <a:cubicBezTo>
                  <a:pt x="132717" y="5257"/>
                  <a:pt x="133256" y="6322"/>
                  <a:pt x="133647" y="7632"/>
                </a:cubicBezTo>
                <a:cubicBezTo>
                  <a:pt x="134037" y="8942"/>
                  <a:pt x="134232" y="10533"/>
                  <a:pt x="134232" y="12405"/>
                </a:cubicBezTo>
                <a:moveTo>
                  <a:pt x="126346" y="4563"/>
                </a:moveTo>
                <a:cubicBezTo>
                  <a:pt x="125703" y="4563"/>
                  <a:pt x="125109" y="4669"/>
                  <a:pt x="124564" y="4882"/>
                </a:cubicBezTo>
                <a:cubicBezTo>
                  <a:pt x="124018" y="5095"/>
                  <a:pt x="123548" y="5405"/>
                  <a:pt x="123152" y="5813"/>
                </a:cubicBezTo>
                <a:cubicBezTo>
                  <a:pt x="122756" y="6222"/>
                  <a:pt x="122443" y="6725"/>
                  <a:pt x="122213" y="7323"/>
                </a:cubicBezTo>
                <a:cubicBezTo>
                  <a:pt x="121984" y="7921"/>
                  <a:pt x="121869" y="8606"/>
                  <a:pt x="121869" y="9376"/>
                </a:cubicBezTo>
                <a:cubicBezTo>
                  <a:pt x="121869" y="10077"/>
                  <a:pt x="121952" y="10704"/>
                  <a:pt x="122119" y="11256"/>
                </a:cubicBezTo>
                <a:cubicBezTo>
                  <a:pt x="122285" y="11808"/>
                  <a:pt x="122543" y="12277"/>
                  <a:pt x="122893" y="12662"/>
                </a:cubicBezTo>
                <a:cubicBezTo>
                  <a:pt x="123244" y="13047"/>
                  <a:pt x="123694" y="13344"/>
                  <a:pt x="124245" y="13551"/>
                </a:cubicBezTo>
                <a:cubicBezTo>
                  <a:pt x="124796" y="13758"/>
                  <a:pt x="125450" y="13861"/>
                  <a:pt x="126208" y="13861"/>
                </a:cubicBezTo>
                <a:cubicBezTo>
                  <a:pt x="126633" y="13861"/>
                  <a:pt x="127072" y="13821"/>
                  <a:pt x="127525" y="13740"/>
                </a:cubicBezTo>
                <a:cubicBezTo>
                  <a:pt x="127979" y="13660"/>
                  <a:pt x="128421" y="13551"/>
                  <a:pt x="128851" y="13413"/>
                </a:cubicBezTo>
                <a:cubicBezTo>
                  <a:pt x="129282" y="13276"/>
                  <a:pt x="129692" y="13115"/>
                  <a:pt x="130082" y="12931"/>
                </a:cubicBezTo>
                <a:cubicBezTo>
                  <a:pt x="130473" y="12748"/>
                  <a:pt x="130823" y="12552"/>
                  <a:pt x="131133" y="12346"/>
                </a:cubicBezTo>
                <a:cubicBezTo>
                  <a:pt x="131133" y="10862"/>
                  <a:pt x="131024" y="9622"/>
                  <a:pt x="130805" y="8627"/>
                </a:cubicBezTo>
                <a:cubicBezTo>
                  <a:pt x="130587" y="7632"/>
                  <a:pt x="130272" y="6832"/>
                  <a:pt x="129858" y="6228"/>
                </a:cubicBezTo>
                <a:cubicBezTo>
                  <a:pt x="129445" y="5624"/>
                  <a:pt x="128943" y="5196"/>
                  <a:pt x="128352" y="4943"/>
                </a:cubicBezTo>
                <a:cubicBezTo>
                  <a:pt x="127761" y="4690"/>
                  <a:pt x="127092" y="4563"/>
                  <a:pt x="126346" y="4563"/>
                </a:cubicBezTo>
                <a:close/>
                <a:moveTo>
                  <a:pt x="140771" y="28462"/>
                </a:moveTo>
                <a:cubicBezTo>
                  <a:pt x="141357" y="28485"/>
                  <a:pt x="141925" y="28433"/>
                  <a:pt x="142476" y="28306"/>
                </a:cubicBezTo>
                <a:cubicBezTo>
                  <a:pt x="143027" y="28180"/>
                  <a:pt x="143512" y="27992"/>
                  <a:pt x="143931" y="27744"/>
                </a:cubicBezTo>
                <a:cubicBezTo>
                  <a:pt x="144350" y="27496"/>
                  <a:pt x="144686" y="27188"/>
                  <a:pt x="144938" y="26819"/>
                </a:cubicBezTo>
                <a:cubicBezTo>
                  <a:pt x="145191" y="26450"/>
                  <a:pt x="145317" y="26029"/>
                  <a:pt x="145317" y="25556"/>
                </a:cubicBezTo>
                <a:cubicBezTo>
                  <a:pt x="145317" y="25071"/>
                  <a:pt x="145234" y="24680"/>
                  <a:pt x="145067" y="24382"/>
                </a:cubicBezTo>
                <a:cubicBezTo>
                  <a:pt x="144901" y="24083"/>
                  <a:pt x="144714" y="23808"/>
                  <a:pt x="144508" y="23555"/>
                </a:cubicBezTo>
                <a:cubicBezTo>
                  <a:pt x="144301" y="23303"/>
                  <a:pt x="144115" y="23033"/>
                  <a:pt x="143948" y="22746"/>
                </a:cubicBezTo>
                <a:cubicBezTo>
                  <a:pt x="143782" y="22459"/>
                  <a:pt x="143698" y="22074"/>
                  <a:pt x="143698" y="21592"/>
                </a:cubicBezTo>
                <a:cubicBezTo>
                  <a:pt x="143698" y="21351"/>
                  <a:pt x="143744" y="21099"/>
                  <a:pt x="143836" y="20835"/>
                </a:cubicBezTo>
                <a:cubicBezTo>
                  <a:pt x="143928" y="20571"/>
                  <a:pt x="144069" y="20329"/>
                  <a:pt x="144258" y="20111"/>
                </a:cubicBezTo>
                <a:cubicBezTo>
                  <a:pt x="144447" y="19893"/>
                  <a:pt x="144689" y="19715"/>
                  <a:pt x="144981" y="19578"/>
                </a:cubicBezTo>
                <a:cubicBezTo>
                  <a:pt x="145274" y="19440"/>
                  <a:pt x="145621" y="19371"/>
                  <a:pt x="146023" y="19371"/>
                </a:cubicBezTo>
                <a:cubicBezTo>
                  <a:pt x="146425" y="19371"/>
                  <a:pt x="146812" y="19454"/>
                  <a:pt x="147185" y="19621"/>
                </a:cubicBezTo>
                <a:cubicBezTo>
                  <a:pt x="147558" y="19788"/>
                  <a:pt x="147885" y="20043"/>
                  <a:pt x="148167" y="20388"/>
                </a:cubicBezTo>
                <a:cubicBezTo>
                  <a:pt x="148448" y="20733"/>
                  <a:pt x="148672" y="21164"/>
                  <a:pt x="148838" y="21682"/>
                </a:cubicBezTo>
                <a:cubicBezTo>
                  <a:pt x="149005" y="22199"/>
                  <a:pt x="149088" y="22809"/>
                  <a:pt x="149088" y="23510"/>
                </a:cubicBezTo>
                <a:cubicBezTo>
                  <a:pt x="149088" y="24464"/>
                  <a:pt x="148913" y="25381"/>
                  <a:pt x="148563" y="26260"/>
                </a:cubicBezTo>
                <a:cubicBezTo>
                  <a:pt x="148213" y="27140"/>
                  <a:pt x="147690" y="27919"/>
                  <a:pt x="146996" y="28597"/>
                </a:cubicBezTo>
                <a:cubicBezTo>
                  <a:pt x="146301" y="29275"/>
                  <a:pt x="145435" y="29816"/>
                  <a:pt x="144396" y="30218"/>
                </a:cubicBezTo>
                <a:cubicBezTo>
                  <a:pt x="143357" y="30620"/>
                  <a:pt x="142149" y="30821"/>
                  <a:pt x="140771" y="30821"/>
                </a:cubicBezTo>
                <a:lnTo>
                  <a:pt x="140771" y="28462"/>
                </a:lnTo>
                <a:close/>
                <a:moveTo>
                  <a:pt x="173517" y="24933"/>
                </a:moveTo>
                <a:lnTo>
                  <a:pt x="159381" y="24933"/>
                </a:lnTo>
                <a:lnTo>
                  <a:pt x="159381" y="22143"/>
                </a:lnTo>
                <a:lnTo>
                  <a:pt x="165166" y="22143"/>
                </a:lnTo>
                <a:lnTo>
                  <a:pt x="165166" y="5699"/>
                </a:lnTo>
                <a:lnTo>
                  <a:pt x="159777" y="8644"/>
                </a:lnTo>
                <a:lnTo>
                  <a:pt x="158675" y="6095"/>
                </a:lnTo>
                <a:lnTo>
                  <a:pt x="165838" y="2307"/>
                </a:lnTo>
                <a:lnTo>
                  <a:pt x="168489" y="2307"/>
                </a:lnTo>
                <a:lnTo>
                  <a:pt x="168489" y="22143"/>
                </a:lnTo>
                <a:lnTo>
                  <a:pt x="173517" y="22143"/>
                </a:lnTo>
                <a:lnTo>
                  <a:pt x="173517" y="24933"/>
                </a:lnTo>
                <a:close/>
                <a:moveTo>
                  <a:pt x="192637" y="17795"/>
                </a:moveTo>
                <a:cubicBezTo>
                  <a:pt x="192637" y="18829"/>
                  <a:pt x="192450" y="19801"/>
                  <a:pt x="192077" y="20709"/>
                </a:cubicBezTo>
                <a:cubicBezTo>
                  <a:pt x="191704" y="21617"/>
                  <a:pt x="191173" y="22407"/>
                  <a:pt x="190485" y="23079"/>
                </a:cubicBezTo>
                <a:cubicBezTo>
                  <a:pt x="189796" y="23751"/>
                  <a:pt x="188967" y="24280"/>
                  <a:pt x="187997" y="24665"/>
                </a:cubicBezTo>
                <a:cubicBezTo>
                  <a:pt x="187027" y="25050"/>
                  <a:pt x="185950" y="25243"/>
                  <a:pt x="184768" y="25243"/>
                </a:cubicBezTo>
                <a:cubicBezTo>
                  <a:pt x="183528" y="25243"/>
                  <a:pt x="182432" y="25044"/>
                  <a:pt x="181479" y="24648"/>
                </a:cubicBezTo>
                <a:cubicBezTo>
                  <a:pt x="180527" y="24252"/>
                  <a:pt x="179729" y="23643"/>
                  <a:pt x="179086" y="22822"/>
                </a:cubicBezTo>
                <a:cubicBezTo>
                  <a:pt x="178443" y="22000"/>
                  <a:pt x="177955" y="20964"/>
                  <a:pt x="177622" y="19712"/>
                </a:cubicBezTo>
                <a:cubicBezTo>
                  <a:pt x="177289" y="18459"/>
                  <a:pt x="177123" y="16977"/>
                  <a:pt x="177123" y="15265"/>
                </a:cubicBezTo>
                <a:cubicBezTo>
                  <a:pt x="177123" y="14117"/>
                  <a:pt x="177198" y="13003"/>
                  <a:pt x="177347" y="11923"/>
                </a:cubicBezTo>
                <a:cubicBezTo>
                  <a:pt x="177496" y="10843"/>
                  <a:pt x="177743" y="9826"/>
                  <a:pt x="178087" y="8872"/>
                </a:cubicBezTo>
                <a:cubicBezTo>
                  <a:pt x="178432" y="7919"/>
                  <a:pt x="178891" y="7046"/>
                  <a:pt x="179465" y="6254"/>
                </a:cubicBezTo>
                <a:cubicBezTo>
                  <a:pt x="180039" y="5461"/>
                  <a:pt x="180753" y="4780"/>
                  <a:pt x="181608" y="4212"/>
                </a:cubicBezTo>
                <a:cubicBezTo>
                  <a:pt x="182464" y="3643"/>
                  <a:pt x="183471" y="3200"/>
                  <a:pt x="184630" y="2885"/>
                </a:cubicBezTo>
                <a:cubicBezTo>
                  <a:pt x="185790" y="2569"/>
                  <a:pt x="187133" y="2411"/>
                  <a:pt x="188659" y="2411"/>
                </a:cubicBezTo>
                <a:lnTo>
                  <a:pt x="190881" y="2411"/>
                </a:lnTo>
                <a:lnTo>
                  <a:pt x="190881" y="5028"/>
                </a:lnTo>
                <a:lnTo>
                  <a:pt x="188470" y="5028"/>
                </a:lnTo>
                <a:cubicBezTo>
                  <a:pt x="187127" y="5028"/>
                  <a:pt x="185962" y="5189"/>
                  <a:pt x="184975" y="5511"/>
                </a:cubicBezTo>
                <a:cubicBezTo>
                  <a:pt x="183987" y="5832"/>
                  <a:pt x="183161" y="6286"/>
                  <a:pt x="182495" y="6872"/>
                </a:cubicBezTo>
                <a:cubicBezTo>
                  <a:pt x="181829" y="7458"/>
                  <a:pt x="181319" y="8165"/>
                  <a:pt x="180963" y="8992"/>
                </a:cubicBezTo>
                <a:cubicBezTo>
                  <a:pt x="180607" y="9820"/>
                  <a:pt x="180383" y="10745"/>
                  <a:pt x="180291" y="11767"/>
                </a:cubicBezTo>
                <a:lnTo>
                  <a:pt x="180222" y="12466"/>
                </a:lnTo>
                <a:cubicBezTo>
                  <a:pt x="180946" y="12042"/>
                  <a:pt x="181781" y="11700"/>
                  <a:pt x="182728" y="11442"/>
                </a:cubicBezTo>
                <a:cubicBezTo>
                  <a:pt x="183675" y="11184"/>
                  <a:pt x="184699" y="11054"/>
                  <a:pt x="185801" y="11054"/>
                </a:cubicBezTo>
                <a:cubicBezTo>
                  <a:pt x="186938" y="11054"/>
                  <a:pt x="187933" y="11221"/>
                  <a:pt x="188789" y="11554"/>
                </a:cubicBezTo>
                <a:cubicBezTo>
                  <a:pt x="189644" y="11887"/>
                  <a:pt x="190355" y="12350"/>
                  <a:pt x="190924" y="12942"/>
                </a:cubicBezTo>
                <a:cubicBezTo>
                  <a:pt x="191492" y="13534"/>
                  <a:pt x="191920" y="14244"/>
                  <a:pt x="192206" y="15071"/>
                </a:cubicBezTo>
                <a:cubicBezTo>
                  <a:pt x="192493" y="15899"/>
                  <a:pt x="192637" y="16807"/>
                  <a:pt x="192637" y="17795"/>
                </a:cubicBezTo>
                <a:moveTo>
                  <a:pt x="189503" y="17984"/>
                </a:moveTo>
                <a:cubicBezTo>
                  <a:pt x="189503" y="17295"/>
                  <a:pt x="189420" y="16671"/>
                  <a:pt x="189253" y="16113"/>
                </a:cubicBezTo>
                <a:cubicBezTo>
                  <a:pt x="189087" y="15555"/>
                  <a:pt x="188826" y="15084"/>
                  <a:pt x="188470" y="14698"/>
                </a:cubicBezTo>
                <a:cubicBezTo>
                  <a:pt x="188114" y="14313"/>
                  <a:pt x="187664" y="14014"/>
                  <a:pt x="187118" y="13801"/>
                </a:cubicBezTo>
                <a:cubicBezTo>
                  <a:pt x="186573" y="13589"/>
                  <a:pt x="185922" y="13482"/>
                  <a:pt x="185164" y="13482"/>
                </a:cubicBezTo>
                <a:cubicBezTo>
                  <a:pt x="184728" y="13482"/>
                  <a:pt x="184286" y="13522"/>
                  <a:pt x="183838" y="13603"/>
                </a:cubicBezTo>
                <a:cubicBezTo>
                  <a:pt x="183391" y="13683"/>
                  <a:pt x="182951" y="13795"/>
                  <a:pt x="182521" y="13938"/>
                </a:cubicBezTo>
                <a:cubicBezTo>
                  <a:pt x="182091" y="14082"/>
                  <a:pt x="181680" y="14246"/>
                  <a:pt x="181290" y="14429"/>
                </a:cubicBezTo>
                <a:cubicBezTo>
                  <a:pt x="180900" y="14613"/>
                  <a:pt x="180544" y="14808"/>
                  <a:pt x="180222" y="15015"/>
                </a:cubicBezTo>
                <a:cubicBezTo>
                  <a:pt x="180222" y="16499"/>
                  <a:pt x="180326" y="17738"/>
                  <a:pt x="180532" y="18733"/>
                </a:cubicBezTo>
                <a:cubicBezTo>
                  <a:pt x="180739" y="19728"/>
                  <a:pt x="181046" y="20525"/>
                  <a:pt x="181453" y="21124"/>
                </a:cubicBezTo>
                <a:cubicBezTo>
                  <a:pt x="181861" y="21722"/>
                  <a:pt x="182363" y="22148"/>
                  <a:pt x="182960" y="22401"/>
                </a:cubicBezTo>
                <a:cubicBezTo>
                  <a:pt x="183557" y="22654"/>
                  <a:pt x="184246" y="22780"/>
                  <a:pt x="185026" y="22780"/>
                </a:cubicBezTo>
                <a:cubicBezTo>
                  <a:pt x="185681" y="22780"/>
                  <a:pt x="186280" y="22674"/>
                  <a:pt x="186826" y="22461"/>
                </a:cubicBezTo>
                <a:cubicBezTo>
                  <a:pt x="187371" y="22248"/>
                  <a:pt x="187842" y="21935"/>
                  <a:pt x="188238" y="21521"/>
                </a:cubicBezTo>
                <a:cubicBezTo>
                  <a:pt x="188634" y="21107"/>
                  <a:pt x="188944" y="20604"/>
                  <a:pt x="189167" y="20012"/>
                </a:cubicBezTo>
                <a:cubicBezTo>
                  <a:pt x="189391" y="19419"/>
                  <a:pt x="189503" y="18743"/>
                  <a:pt x="189503" y="17984"/>
                </a:cubicBezTo>
                <a:close/>
                <a:moveTo>
                  <a:pt x="232301" y="16840"/>
                </a:moveTo>
                <a:lnTo>
                  <a:pt x="225534" y="16840"/>
                </a:lnTo>
                <a:lnTo>
                  <a:pt x="225534" y="23865"/>
                </a:lnTo>
                <a:lnTo>
                  <a:pt x="222573" y="23865"/>
                </a:lnTo>
                <a:lnTo>
                  <a:pt x="222573" y="16840"/>
                </a:lnTo>
                <a:lnTo>
                  <a:pt x="215806" y="16840"/>
                </a:lnTo>
                <a:lnTo>
                  <a:pt x="215806" y="14223"/>
                </a:lnTo>
                <a:lnTo>
                  <a:pt x="222573" y="14223"/>
                </a:lnTo>
                <a:lnTo>
                  <a:pt x="222573" y="7232"/>
                </a:lnTo>
                <a:lnTo>
                  <a:pt x="225534" y="7232"/>
                </a:lnTo>
                <a:lnTo>
                  <a:pt x="225534" y="14223"/>
                </a:lnTo>
                <a:lnTo>
                  <a:pt x="232301" y="14223"/>
                </a:lnTo>
                <a:lnTo>
                  <a:pt x="232301" y="16840"/>
                </a:lnTo>
                <a:close/>
                <a:moveTo>
                  <a:pt x="250825" y="17735"/>
                </a:moveTo>
                <a:cubicBezTo>
                  <a:pt x="250825" y="18849"/>
                  <a:pt x="250584" y="19865"/>
                  <a:pt x="250101" y="20783"/>
                </a:cubicBezTo>
                <a:cubicBezTo>
                  <a:pt x="249619" y="21701"/>
                  <a:pt x="248956" y="22490"/>
                  <a:pt x="248113" y="23150"/>
                </a:cubicBezTo>
                <a:cubicBezTo>
                  <a:pt x="247269" y="23811"/>
                  <a:pt x="246273" y="24324"/>
                  <a:pt x="245125" y="24692"/>
                </a:cubicBezTo>
                <a:cubicBezTo>
                  <a:pt x="243977" y="25059"/>
                  <a:pt x="242738" y="25243"/>
                  <a:pt x="241406" y="25243"/>
                </a:cubicBezTo>
                <a:cubicBezTo>
                  <a:pt x="241073" y="25243"/>
                  <a:pt x="240714" y="25233"/>
                  <a:pt x="240330" y="25215"/>
                </a:cubicBezTo>
                <a:cubicBezTo>
                  <a:pt x="239945" y="25197"/>
                  <a:pt x="239564" y="25173"/>
                  <a:pt x="239185" y="25142"/>
                </a:cubicBezTo>
                <a:cubicBezTo>
                  <a:pt x="238806" y="25112"/>
                  <a:pt x="238436" y="25079"/>
                  <a:pt x="238074" y="25042"/>
                </a:cubicBezTo>
                <a:cubicBezTo>
                  <a:pt x="237713" y="25006"/>
                  <a:pt x="237388" y="24964"/>
                  <a:pt x="237101" y="24915"/>
                </a:cubicBezTo>
                <a:lnTo>
                  <a:pt x="237101" y="22195"/>
                </a:lnTo>
                <a:cubicBezTo>
                  <a:pt x="237721" y="22350"/>
                  <a:pt x="238430" y="22464"/>
                  <a:pt x="239228" y="22535"/>
                </a:cubicBezTo>
                <a:cubicBezTo>
                  <a:pt x="240026" y="22607"/>
                  <a:pt x="240832" y="22643"/>
                  <a:pt x="241647" y="22643"/>
                </a:cubicBezTo>
                <a:cubicBezTo>
                  <a:pt x="242565" y="22643"/>
                  <a:pt x="243392" y="22533"/>
                  <a:pt x="244127" y="22315"/>
                </a:cubicBezTo>
                <a:cubicBezTo>
                  <a:pt x="244861" y="22097"/>
                  <a:pt x="245487" y="21784"/>
                  <a:pt x="246003" y="21377"/>
                </a:cubicBezTo>
                <a:cubicBezTo>
                  <a:pt x="246520" y="20969"/>
                  <a:pt x="246916" y="20476"/>
                  <a:pt x="247192" y="19896"/>
                </a:cubicBezTo>
                <a:cubicBezTo>
                  <a:pt x="247467" y="19316"/>
                  <a:pt x="247605" y="18665"/>
                  <a:pt x="247605" y="17942"/>
                </a:cubicBezTo>
                <a:cubicBezTo>
                  <a:pt x="247605" y="16541"/>
                  <a:pt x="247103" y="15523"/>
                  <a:pt x="246098" y="14886"/>
                </a:cubicBezTo>
                <a:cubicBezTo>
                  <a:pt x="245094" y="14248"/>
                  <a:pt x="243650" y="13930"/>
                  <a:pt x="241768" y="13930"/>
                </a:cubicBezTo>
                <a:lnTo>
                  <a:pt x="237497" y="13930"/>
                </a:lnTo>
                <a:lnTo>
                  <a:pt x="237497" y="2411"/>
                </a:lnTo>
                <a:lnTo>
                  <a:pt x="249619" y="2411"/>
                </a:lnTo>
                <a:lnTo>
                  <a:pt x="249619" y="5028"/>
                </a:lnTo>
                <a:lnTo>
                  <a:pt x="240321" y="5028"/>
                </a:lnTo>
                <a:lnTo>
                  <a:pt x="240321" y="11364"/>
                </a:lnTo>
                <a:lnTo>
                  <a:pt x="242284" y="11364"/>
                </a:lnTo>
                <a:cubicBezTo>
                  <a:pt x="243363" y="11364"/>
                  <a:pt x="244414" y="11462"/>
                  <a:pt x="245435" y="11657"/>
                </a:cubicBezTo>
                <a:cubicBezTo>
                  <a:pt x="246457" y="11852"/>
                  <a:pt x="247367" y="12194"/>
                  <a:pt x="248164" y="12682"/>
                </a:cubicBezTo>
                <a:cubicBezTo>
                  <a:pt x="248962" y="13169"/>
                  <a:pt x="249605" y="13824"/>
                  <a:pt x="250093" y="14644"/>
                </a:cubicBezTo>
                <a:cubicBezTo>
                  <a:pt x="250581" y="15465"/>
                  <a:pt x="250825" y="16495"/>
                  <a:pt x="250825" y="17735"/>
                </a:cubicBezTo>
                <a:close/>
                <a:moveTo>
                  <a:pt x="270048" y="19285"/>
                </a:moveTo>
                <a:cubicBezTo>
                  <a:pt x="270048" y="20238"/>
                  <a:pt x="269852" y="21084"/>
                  <a:pt x="269462" y="21825"/>
                </a:cubicBezTo>
                <a:cubicBezTo>
                  <a:pt x="269072" y="22565"/>
                  <a:pt x="268527" y="23188"/>
                  <a:pt x="267826" y="23693"/>
                </a:cubicBezTo>
                <a:cubicBezTo>
                  <a:pt x="267126" y="24198"/>
                  <a:pt x="266300" y="24582"/>
                  <a:pt x="265347" y="24846"/>
                </a:cubicBezTo>
                <a:cubicBezTo>
                  <a:pt x="264394" y="25111"/>
                  <a:pt x="263361" y="25243"/>
                  <a:pt x="262248" y="25243"/>
                </a:cubicBezTo>
                <a:cubicBezTo>
                  <a:pt x="261019" y="25243"/>
                  <a:pt x="259937" y="25105"/>
                  <a:pt x="259002" y="24829"/>
                </a:cubicBezTo>
                <a:cubicBezTo>
                  <a:pt x="258066" y="24554"/>
                  <a:pt x="257283" y="24169"/>
                  <a:pt x="256651" y="23676"/>
                </a:cubicBezTo>
                <a:cubicBezTo>
                  <a:pt x="256020" y="23182"/>
                  <a:pt x="255544" y="22597"/>
                  <a:pt x="255222" y="21919"/>
                </a:cubicBezTo>
                <a:cubicBezTo>
                  <a:pt x="254901" y="21242"/>
                  <a:pt x="254740" y="20496"/>
                  <a:pt x="254740" y="19681"/>
                </a:cubicBezTo>
                <a:cubicBezTo>
                  <a:pt x="254740" y="18303"/>
                  <a:pt x="255125" y="17115"/>
                  <a:pt x="255894" y="16117"/>
                </a:cubicBezTo>
                <a:cubicBezTo>
                  <a:pt x="256663" y="15118"/>
                  <a:pt x="257851" y="14211"/>
                  <a:pt x="259458" y="13396"/>
                </a:cubicBezTo>
                <a:cubicBezTo>
                  <a:pt x="257989" y="12649"/>
                  <a:pt x="256915" y="11818"/>
                  <a:pt x="256238" y="10904"/>
                </a:cubicBezTo>
                <a:cubicBezTo>
                  <a:pt x="255561" y="9990"/>
                  <a:pt x="255222" y="8941"/>
                  <a:pt x="255222" y="7757"/>
                </a:cubicBezTo>
                <a:cubicBezTo>
                  <a:pt x="255222" y="7033"/>
                  <a:pt x="255372" y="6331"/>
                  <a:pt x="255670" y="5653"/>
                </a:cubicBezTo>
                <a:cubicBezTo>
                  <a:pt x="255968" y="4975"/>
                  <a:pt x="256419" y="4371"/>
                  <a:pt x="257022" y="3842"/>
                </a:cubicBezTo>
                <a:cubicBezTo>
                  <a:pt x="257624" y="3314"/>
                  <a:pt x="258379" y="2891"/>
                  <a:pt x="259286" y="2575"/>
                </a:cubicBezTo>
                <a:cubicBezTo>
                  <a:pt x="260193" y="2259"/>
                  <a:pt x="261260" y="2101"/>
                  <a:pt x="262489" y="2101"/>
                </a:cubicBezTo>
                <a:cubicBezTo>
                  <a:pt x="263648" y="2101"/>
                  <a:pt x="264667" y="2224"/>
                  <a:pt x="265545" y="2471"/>
                </a:cubicBezTo>
                <a:cubicBezTo>
                  <a:pt x="266423" y="2719"/>
                  <a:pt x="267161" y="3072"/>
                  <a:pt x="267757" y="3532"/>
                </a:cubicBezTo>
                <a:cubicBezTo>
                  <a:pt x="268354" y="3992"/>
                  <a:pt x="268802" y="4549"/>
                  <a:pt x="269101" y="5205"/>
                </a:cubicBezTo>
                <a:cubicBezTo>
                  <a:pt x="269399" y="5860"/>
                  <a:pt x="269548" y="6590"/>
                  <a:pt x="269548" y="7395"/>
                </a:cubicBezTo>
                <a:cubicBezTo>
                  <a:pt x="269548" y="8706"/>
                  <a:pt x="269184" y="9821"/>
                  <a:pt x="268455" y="10741"/>
                </a:cubicBezTo>
                <a:cubicBezTo>
                  <a:pt x="267726" y="11660"/>
                  <a:pt x="266690" y="12465"/>
                  <a:pt x="265347" y="13155"/>
                </a:cubicBezTo>
                <a:cubicBezTo>
                  <a:pt x="266013" y="13488"/>
                  <a:pt x="266633" y="13855"/>
                  <a:pt x="267206" y="14257"/>
                </a:cubicBezTo>
                <a:cubicBezTo>
                  <a:pt x="267780" y="14659"/>
                  <a:pt x="268280" y="15106"/>
                  <a:pt x="268705" y="15600"/>
                </a:cubicBezTo>
                <a:cubicBezTo>
                  <a:pt x="269129" y="16094"/>
                  <a:pt x="269459" y="16645"/>
                  <a:pt x="269695" y="17253"/>
                </a:cubicBezTo>
                <a:cubicBezTo>
                  <a:pt x="269930" y="17861"/>
                  <a:pt x="270048" y="18539"/>
                  <a:pt x="270048" y="19285"/>
                </a:cubicBezTo>
                <a:moveTo>
                  <a:pt x="266483" y="7628"/>
                </a:moveTo>
                <a:cubicBezTo>
                  <a:pt x="266483" y="6606"/>
                  <a:pt x="266125" y="5846"/>
                  <a:pt x="265407" y="5346"/>
                </a:cubicBezTo>
                <a:cubicBezTo>
                  <a:pt x="264690" y="4847"/>
                  <a:pt x="263682" y="4597"/>
                  <a:pt x="262385" y="4597"/>
                </a:cubicBezTo>
                <a:cubicBezTo>
                  <a:pt x="261100" y="4597"/>
                  <a:pt x="260098" y="4844"/>
                  <a:pt x="259381" y="5338"/>
                </a:cubicBezTo>
                <a:cubicBezTo>
                  <a:pt x="258663" y="5831"/>
                  <a:pt x="258304" y="6572"/>
                  <a:pt x="258304" y="7559"/>
                </a:cubicBezTo>
                <a:cubicBezTo>
                  <a:pt x="258304" y="8008"/>
                  <a:pt x="258391" y="8424"/>
                  <a:pt x="258563" y="8804"/>
                </a:cubicBezTo>
                <a:cubicBezTo>
                  <a:pt x="258735" y="9184"/>
                  <a:pt x="259002" y="9542"/>
                  <a:pt x="259363" y="9876"/>
                </a:cubicBezTo>
                <a:cubicBezTo>
                  <a:pt x="259725" y="10210"/>
                  <a:pt x="260176" y="10538"/>
                  <a:pt x="260715" y="10861"/>
                </a:cubicBezTo>
                <a:cubicBezTo>
                  <a:pt x="261255" y="11184"/>
                  <a:pt x="261897" y="11512"/>
                  <a:pt x="262644" y="11846"/>
                </a:cubicBezTo>
                <a:cubicBezTo>
                  <a:pt x="263941" y="11236"/>
                  <a:pt x="264905" y="10599"/>
                  <a:pt x="265536" y="9936"/>
                </a:cubicBezTo>
                <a:cubicBezTo>
                  <a:pt x="266168" y="9273"/>
                  <a:pt x="266483" y="8504"/>
                  <a:pt x="266483" y="7628"/>
                </a:cubicBezTo>
                <a:moveTo>
                  <a:pt x="266793" y="19500"/>
                </a:moveTo>
                <a:cubicBezTo>
                  <a:pt x="266793" y="19076"/>
                  <a:pt x="266724" y="18664"/>
                  <a:pt x="266587" y="18263"/>
                </a:cubicBezTo>
                <a:cubicBezTo>
                  <a:pt x="266449" y="17861"/>
                  <a:pt x="266202" y="17466"/>
                  <a:pt x="265846" y="17077"/>
                </a:cubicBezTo>
                <a:cubicBezTo>
                  <a:pt x="265490" y="16687"/>
                  <a:pt x="265014" y="16297"/>
                  <a:pt x="264417" y="15908"/>
                </a:cubicBezTo>
                <a:cubicBezTo>
                  <a:pt x="263820" y="15518"/>
                  <a:pt x="263063" y="15117"/>
                  <a:pt x="262144" y="14705"/>
                </a:cubicBezTo>
                <a:cubicBezTo>
                  <a:pt x="261364" y="15083"/>
                  <a:pt x="260706" y="15458"/>
                  <a:pt x="260173" y="15830"/>
                </a:cubicBezTo>
                <a:cubicBezTo>
                  <a:pt x="259639" y="16203"/>
                  <a:pt x="259208" y="16581"/>
                  <a:pt x="258881" y="16965"/>
                </a:cubicBezTo>
                <a:cubicBezTo>
                  <a:pt x="258554" y="17348"/>
                  <a:pt x="258322" y="17747"/>
                  <a:pt x="258184" y="18159"/>
                </a:cubicBezTo>
                <a:cubicBezTo>
                  <a:pt x="258046" y="18572"/>
                  <a:pt x="257977" y="19007"/>
                  <a:pt x="257977" y="19466"/>
                </a:cubicBezTo>
                <a:cubicBezTo>
                  <a:pt x="257977" y="19984"/>
                  <a:pt x="258089" y="20441"/>
                  <a:pt x="258313" y="20838"/>
                </a:cubicBezTo>
                <a:cubicBezTo>
                  <a:pt x="258537" y="21235"/>
                  <a:pt x="258844" y="21572"/>
                  <a:pt x="259234" y="21848"/>
                </a:cubicBezTo>
                <a:cubicBezTo>
                  <a:pt x="259625" y="22125"/>
                  <a:pt x="260089" y="22332"/>
                  <a:pt x="260629" y="22470"/>
                </a:cubicBezTo>
                <a:cubicBezTo>
                  <a:pt x="261168" y="22608"/>
                  <a:pt x="261754" y="22677"/>
                  <a:pt x="262385" y="22677"/>
                </a:cubicBezTo>
                <a:cubicBezTo>
                  <a:pt x="262994" y="22677"/>
                  <a:pt x="263568" y="22614"/>
                  <a:pt x="264107" y="22487"/>
                </a:cubicBezTo>
                <a:cubicBezTo>
                  <a:pt x="264647" y="22360"/>
                  <a:pt x="265114" y="22168"/>
                  <a:pt x="265510" y="21909"/>
                </a:cubicBezTo>
                <a:cubicBezTo>
                  <a:pt x="265906" y="21650"/>
                  <a:pt x="266219" y="21322"/>
                  <a:pt x="266449" y="20924"/>
                </a:cubicBezTo>
                <a:cubicBezTo>
                  <a:pt x="266678" y="20527"/>
                  <a:pt x="266793" y="20053"/>
                  <a:pt x="266793" y="19500"/>
                </a:cubicBezTo>
                <a:close/>
                <a:moveTo>
                  <a:pt x="289604" y="12405"/>
                </a:moveTo>
                <a:cubicBezTo>
                  <a:pt x="289604" y="14599"/>
                  <a:pt x="289340" y="16486"/>
                  <a:pt x="288812" y="18066"/>
                </a:cubicBezTo>
                <a:cubicBezTo>
                  <a:pt x="288284" y="19646"/>
                  <a:pt x="287503" y="20944"/>
                  <a:pt x="286470" y="21960"/>
                </a:cubicBezTo>
                <a:cubicBezTo>
                  <a:pt x="285437" y="22977"/>
                  <a:pt x="284157" y="23726"/>
                  <a:pt x="282631" y="24209"/>
                </a:cubicBezTo>
                <a:cubicBezTo>
                  <a:pt x="281104" y="24691"/>
                  <a:pt x="279342" y="24933"/>
                  <a:pt x="277344" y="24933"/>
                </a:cubicBezTo>
                <a:lnTo>
                  <a:pt x="275468" y="24933"/>
                </a:lnTo>
                <a:lnTo>
                  <a:pt x="275468" y="22315"/>
                </a:lnTo>
                <a:lnTo>
                  <a:pt x="277551" y="22315"/>
                </a:lnTo>
                <a:cubicBezTo>
                  <a:pt x="279032" y="22315"/>
                  <a:pt x="280312" y="22166"/>
                  <a:pt x="281391" y="21868"/>
                </a:cubicBezTo>
                <a:cubicBezTo>
                  <a:pt x="282470" y="21569"/>
                  <a:pt x="283368" y="21130"/>
                  <a:pt x="284086" y="20550"/>
                </a:cubicBezTo>
                <a:cubicBezTo>
                  <a:pt x="284803" y="19971"/>
                  <a:pt x="285351" y="19265"/>
                  <a:pt x="285730" y="18433"/>
                </a:cubicBezTo>
                <a:cubicBezTo>
                  <a:pt x="286109" y="17600"/>
                  <a:pt x="286344" y="16650"/>
                  <a:pt x="286436" y="15583"/>
                </a:cubicBezTo>
                <a:lnTo>
                  <a:pt x="286505" y="14877"/>
                </a:lnTo>
                <a:cubicBezTo>
                  <a:pt x="285782" y="15302"/>
                  <a:pt x="284949" y="15643"/>
                  <a:pt x="284008" y="15901"/>
                </a:cubicBezTo>
                <a:cubicBezTo>
                  <a:pt x="283067" y="16160"/>
                  <a:pt x="282045" y="16289"/>
                  <a:pt x="280943" y="16289"/>
                </a:cubicBezTo>
                <a:cubicBezTo>
                  <a:pt x="279807" y="16289"/>
                  <a:pt x="278808" y="16122"/>
                  <a:pt x="277947" y="15789"/>
                </a:cubicBezTo>
                <a:cubicBezTo>
                  <a:pt x="277086" y="15456"/>
                  <a:pt x="276372" y="14990"/>
                  <a:pt x="275803" y="14393"/>
                </a:cubicBezTo>
                <a:cubicBezTo>
                  <a:pt x="275235" y="13795"/>
                  <a:pt x="274808" y="13085"/>
                  <a:pt x="274521" y="12263"/>
                </a:cubicBezTo>
                <a:cubicBezTo>
                  <a:pt x="274234" y="11442"/>
                  <a:pt x="274090" y="10548"/>
                  <a:pt x="274090" y="9583"/>
                </a:cubicBezTo>
                <a:cubicBezTo>
                  <a:pt x="274090" y="8537"/>
                  <a:pt x="274280" y="7560"/>
                  <a:pt x="274658" y="6652"/>
                </a:cubicBezTo>
                <a:cubicBezTo>
                  <a:pt x="275037" y="5744"/>
                  <a:pt x="275568" y="4954"/>
                  <a:pt x="276251" y="4282"/>
                </a:cubicBezTo>
                <a:cubicBezTo>
                  <a:pt x="276934" y="3609"/>
                  <a:pt x="277752" y="3078"/>
                  <a:pt x="278705" y="2687"/>
                </a:cubicBezTo>
                <a:cubicBezTo>
                  <a:pt x="279657" y="2296"/>
                  <a:pt x="280708" y="2101"/>
                  <a:pt x="281856" y="2101"/>
                </a:cubicBezTo>
                <a:cubicBezTo>
                  <a:pt x="282969" y="2101"/>
                  <a:pt x="283999" y="2285"/>
                  <a:pt x="284946" y="2652"/>
                </a:cubicBezTo>
                <a:cubicBezTo>
                  <a:pt x="285894" y="3020"/>
                  <a:pt x="286711" y="3614"/>
                  <a:pt x="287400" y="4436"/>
                </a:cubicBezTo>
                <a:cubicBezTo>
                  <a:pt x="288089" y="5257"/>
                  <a:pt x="288628" y="6322"/>
                  <a:pt x="289019" y="7632"/>
                </a:cubicBezTo>
                <a:cubicBezTo>
                  <a:pt x="289409" y="8942"/>
                  <a:pt x="289604" y="10533"/>
                  <a:pt x="289604" y="12405"/>
                </a:cubicBezTo>
                <a:moveTo>
                  <a:pt x="281718" y="4563"/>
                </a:moveTo>
                <a:cubicBezTo>
                  <a:pt x="281075" y="4563"/>
                  <a:pt x="280481" y="4669"/>
                  <a:pt x="279936" y="4882"/>
                </a:cubicBezTo>
                <a:cubicBezTo>
                  <a:pt x="279391" y="5095"/>
                  <a:pt x="278920" y="5405"/>
                  <a:pt x="278524" y="5813"/>
                </a:cubicBezTo>
                <a:cubicBezTo>
                  <a:pt x="278128" y="6222"/>
                  <a:pt x="277815" y="6725"/>
                  <a:pt x="277586" y="7323"/>
                </a:cubicBezTo>
                <a:cubicBezTo>
                  <a:pt x="277356" y="7921"/>
                  <a:pt x="277241" y="8606"/>
                  <a:pt x="277241" y="9376"/>
                </a:cubicBezTo>
                <a:cubicBezTo>
                  <a:pt x="277241" y="10077"/>
                  <a:pt x="277324" y="10704"/>
                  <a:pt x="277491" y="11256"/>
                </a:cubicBezTo>
                <a:cubicBezTo>
                  <a:pt x="277657" y="11808"/>
                  <a:pt x="277916" y="12277"/>
                  <a:pt x="278266" y="12662"/>
                </a:cubicBezTo>
                <a:cubicBezTo>
                  <a:pt x="278616" y="13047"/>
                  <a:pt x="279066" y="13344"/>
                  <a:pt x="279617" y="13551"/>
                </a:cubicBezTo>
                <a:cubicBezTo>
                  <a:pt x="280168" y="13758"/>
                  <a:pt x="280823" y="13861"/>
                  <a:pt x="281580" y="13861"/>
                </a:cubicBezTo>
                <a:cubicBezTo>
                  <a:pt x="282005" y="13861"/>
                  <a:pt x="282444" y="13821"/>
                  <a:pt x="282897" y="13740"/>
                </a:cubicBezTo>
                <a:cubicBezTo>
                  <a:pt x="283351" y="13660"/>
                  <a:pt x="283793" y="13551"/>
                  <a:pt x="284223" y="13413"/>
                </a:cubicBezTo>
                <a:cubicBezTo>
                  <a:pt x="284654" y="13276"/>
                  <a:pt x="285064" y="13115"/>
                  <a:pt x="285454" y="12931"/>
                </a:cubicBezTo>
                <a:cubicBezTo>
                  <a:pt x="285845" y="12748"/>
                  <a:pt x="286195" y="12552"/>
                  <a:pt x="286505" y="12346"/>
                </a:cubicBezTo>
                <a:cubicBezTo>
                  <a:pt x="286505" y="10862"/>
                  <a:pt x="286396" y="9622"/>
                  <a:pt x="286178" y="8627"/>
                </a:cubicBezTo>
                <a:cubicBezTo>
                  <a:pt x="285960" y="7632"/>
                  <a:pt x="285644" y="6832"/>
                  <a:pt x="285231" y="6228"/>
                </a:cubicBezTo>
                <a:cubicBezTo>
                  <a:pt x="284817" y="5624"/>
                  <a:pt x="284315" y="5196"/>
                  <a:pt x="283724" y="4943"/>
                </a:cubicBezTo>
                <a:cubicBezTo>
                  <a:pt x="283133" y="4690"/>
                  <a:pt x="282464" y="4563"/>
                  <a:pt x="281718" y="4563"/>
                </a:cubicBezTo>
                <a:close/>
                <a:moveTo>
                  <a:pt x="296143" y="28462"/>
                </a:moveTo>
                <a:cubicBezTo>
                  <a:pt x="296729" y="28485"/>
                  <a:pt x="297297" y="28433"/>
                  <a:pt x="297848" y="28306"/>
                </a:cubicBezTo>
                <a:cubicBezTo>
                  <a:pt x="298399" y="28180"/>
                  <a:pt x="298884" y="27992"/>
                  <a:pt x="299303" y="27744"/>
                </a:cubicBezTo>
                <a:cubicBezTo>
                  <a:pt x="299722" y="27496"/>
                  <a:pt x="300058" y="27188"/>
                  <a:pt x="300310" y="26819"/>
                </a:cubicBezTo>
                <a:cubicBezTo>
                  <a:pt x="300563" y="26450"/>
                  <a:pt x="300689" y="26029"/>
                  <a:pt x="300689" y="25556"/>
                </a:cubicBezTo>
                <a:cubicBezTo>
                  <a:pt x="300689" y="25071"/>
                  <a:pt x="300606" y="24680"/>
                  <a:pt x="300440" y="24382"/>
                </a:cubicBezTo>
                <a:cubicBezTo>
                  <a:pt x="300273" y="24083"/>
                  <a:pt x="300087" y="23808"/>
                  <a:pt x="299880" y="23555"/>
                </a:cubicBezTo>
                <a:cubicBezTo>
                  <a:pt x="299673" y="23303"/>
                  <a:pt x="299487" y="23033"/>
                  <a:pt x="299320" y="22746"/>
                </a:cubicBezTo>
                <a:cubicBezTo>
                  <a:pt x="299154" y="22459"/>
                  <a:pt x="299071" y="22074"/>
                  <a:pt x="299071" y="21592"/>
                </a:cubicBezTo>
                <a:cubicBezTo>
                  <a:pt x="299071" y="21351"/>
                  <a:pt x="299117" y="21099"/>
                  <a:pt x="299208" y="20835"/>
                </a:cubicBezTo>
                <a:cubicBezTo>
                  <a:pt x="299300" y="20571"/>
                  <a:pt x="299441" y="20329"/>
                  <a:pt x="299630" y="20111"/>
                </a:cubicBezTo>
                <a:cubicBezTo>
                  <a:pt x="299820" y="19893"/>
                  <a:pt x="300061" y="19715"/>
                  <a:pt x="300353" y="19578"/>
                </a:cubicBezTo>
                <a:cubicBezTo>
                  <a:pt x="300646" y="19440"/>
                  <a:pt x="300993" y="19371"/>
                  <a:pt x="301395" y="19371"/>
                </a:cubicBezTo>
                <a:cubicBezTo>
                  <a:pt x="301797" y="19371"/>
                  <a:pt x="302184" y="19454"/>
                  <a:pt x="302557" y="19621"/>
                </a:cubicBezTo>
                <a:cubicBezTo>
                  <a:pt x="302930" y="19788"/>
                  <a:pt x="303258" y="20043"/>
                  <a:pt x="303539" y="20388"/>
                </a:cubicBezTo>
                <a:cubicBezTo>
                  <a:pt x="303820" y="20733"/>
                  <a:pt x="304044" y="21164"/>
                  <a:pt x="304210" y="21682"/>
                </a:cubicBezTo>
                <a:cubicBezTo>
                  <a:pt x="304377" y="22199"/>
                  <a:pt x="304460" y="22809"/>
                  <a:pt x="304460" y="23510"/>
                </a:cubicBezTo>
                <a:cubicBezTo>
                  <a:pt x="304460" y="24464"/>
                  <a:pt x="304285" y="25381"/>
                  <a:pt x="303935" y="26260"/>
                </a:cubicBezTo>
                <a:cubicBezTo>
                  <a:pt x="303585" y="27140"/>
                  <a:pt x="303062" y="27919"/>
                  <a:pt x="302368" y="28597"/>
                </a:cubicBezTo>
                <a:cubicBezTo>
                  <a:pt x="301674" y="29275"/>
                  <a:pt x="300807" y="29816"/>
                  <a:pt x="299768" y="30218"/>
                </a:cubicBezTo>
                <a:cubicBezTo>
                  <a:pt x="298729" y="30620"/>
                  <a:pt x="297521" y="30821"/>
                  <a:pt x="296143" y="30821"/>
                </a:cubicBezTo>
                <a:lnTo>
                  <a:pt x="296143" y="28462"/>
                </a:lnTo>
                <a:close/>
                <a:moveTo>
                  <a:pt x="328890" y="24933"/>
                </a:moveTo>
                <a:lnTo>
                  <a:pt x="314753" y="24933"/>
                </a:lnTo>
                <a:lnTo>
                  <a:pt x="314753" y="22143"/>
                </a:lnTo>
                <a:lnTo>
                  <a:pt x="320539" y="22143"/>
                </a:lnTo>
                <a:lnTo>
                  <a:pt x="320539" y="5699"/>
                </a:lnTo>
                <a:lnTo>
                  <a:pt x="315149" y="8644"/>
                </a:lnTo>
                <a:lnTo>
                  <a:pt x="314047" y="6095"/>
                </a:lnTo>
                <a:lnTo>
                  <a:pt x="321210" y="2307"/>
                </a:lnTo>
                <a:lnTo>
                  <a:pt x="323862" y="2307"/>
                </a:lnTo>
                <a:lnTo>
                  <a:pt x="323862" y="22143"/>
                </a:lnTo>
                <a:lnTo>
                  <a:pt x="328890" y="22143"/>
                </a:lnTo>
                <a:lnTo>
                  <a:pt x="328890" y="24933"/>
                </a:lnTo>
                <a:close/>
                <a:moveTo>
                  <a:pt x="347613" y="12405"/>
                </a:moveTo>
                <a:cubicBezTo>
                  <a:pt x="347613" y="14599"/>
                  <a:pt x="347349" y="16486"/>
                  <a:pt x="346821" y="18066"/>
                </a:cubicBezTo>
                <a:cubicBezTo>
                  <a:pt x="346293" y="19646"/>
                  <a:pt x="345512" y="20944"/>
                  <a:pt x="344479" y="21960"/>
                </a:cubicBezTo>
                <a:cubicBezTo>
                  <a:pt x="343446" y="22977"/>
                  <a:pt x="342166" y="23726"/>
                  <a:pt x="340639" y="24209"/>
                </a:cubicBezTo>
                <a:cubicBezTo>
                  <a:pt x="339113" y="24691"/>
                  <a:pt x="337351" y="24933"/>
                  <a:pt x="335353" y="24933"/>
                </a:cubicBezTo>
                <a:lnTo>
                  <a:pt x="333476" y="24933"/>
                </a:lnTo>
                <a:lnTo>
                  <a:pt x="333476" y="22315"/>
                </a:lnTo>
                <a:lnTo>
                  <a:pt x="335560" y="22315"/>
                </a:lnTo>
                <a:cubicBezTo>
                  <a:pt x="337041" y="22315"/>
                  <a:pt x="338321" y="22166"/>
                  <a:pt x="339400" y="21868"/>
                </a:cubicBezTo>
                <a:cubicBezTo>
                  <a:pt x="340479" y="21569"/>
                  <a:pt x="341377" y="21130"/>
                  <a:pt x="342094" y="20550"/>
                </a:cubicBezTo>
                <a:cubicBezTo>
                  <a:pt x="342812" y="19971"/>
                  <a:pt x="343360" y="19265"/>
                  <a:pt x="343739" y="18433"/>
                </a:cubicBezTo>
                <a:cubicBezTo>
                  <a:pt x="344118" y="17600"/>
                  <a:pt x="344353" y="16650"/>
                  <a:pt x="344445" y="15583"/>
                </a:cubicBezTo>
                <a:lnTo>
                  <a:pt x="344514" y="14877"/>
                </a:lnTo>
                <a:cubicBezTo>
                  <a:pt x="343790" y="15302"/>
                  <a:pt x="342958" y="15643"/>
                  <a:pt x="342017" y="15901"/>
                </a:cubicBezTo>
                <a:cubicBezTo>
                  <a:pt x="341076" y="16160"/>
                  <a:pt x="340054" y="16289"/>
                  <a:pt x="338952" y="16289"/>
                </a:cubicBezTo>
                <a:cubicBezTo>
                  <a:pt x="337816" y="16289"/>
                  <a:pt x="336817" y="16122"/>
                  <a:pt x="335956" y="15789"/>
                </a:cubicBezTo>
                <a:cubicBezTo>
                  <a:pt x="335095" y="15456"/>
                  <a:pt x="334380" y="14990"/>
                  <a:pt x="333812" y="14393"/>
                </a:cubicBezTo>
                <a:cubicBezTo>
                  <a:pt x="333244" y="13795"/>
                  <a:pt x="332816" y="13085"/>
                  <a:pt x="332529" y="12263"/>
                </a:cubicBezTo>
                <a:cubicBezTo>
                  <a:pt x="332242" y="11442"/>
                  <a:pt x="332099" y="10548"/>
                  <a:pt x="332099" y="9583"/>
                </a:cubicBezTo>
                <a:cubicBezTo>
                  <a:pt x="332099" y="8537"/>
                  <a:pt x="332288" y="7560"/>
                  <a:pt x="332667" y="6652"/>
                </a:cubicBezTo>
                <a:cubicBezTo>
                  <a:pt x="333046" y="5744"/>
                  <a:pt x="333577" y="4954"/>
                  <a:pt x="334260" y="4282"/>
                </a:cubicBezTo>
                <a:cubicBezTo>
                  <a:pt x="334943" y="3609"/>
                  <a:pt x="335761" y="3078"/>
                  <a:pt x="336714" y="2687"/>
                </a:cubicBezTo>
                <a:cubicBezTo>
                  <a:pt x="337666" y="2296"/>
                  <a:pt x="338717" y="2101"/>
                  <a:pt x="339865" y="2101"/>
                </a:cubicBezTo>
                <a:cubicBezTo>
                  <a:pt x="340978" y="2101"/>
                  <a:pt x="342008" y="2285"/>
                  <a:pt x="342955" y="2652"/>
                </a:cubicBezTo>
                <a:cubicBezTo>
                  <a:pt x="343902" y="3020"/>
                  <a:pt x="344720" y="3614"/>
                  <a:pt x="345409" y="4436"/>
                </a:cubicBezTo>
                <a:cubicBezTo>
                  <a:pt x="346098" y="5257"/>
                  <a:pt x="346637" y="6322"/>
                  <a:pt x="347027" y="7632"/>
                </a:cubicBezTo>
                <a:cubicBezTo>
                  <a:pt x="347418" y="8942"/>
                  <a:pt x="347613" y="10533"/>
                  <a:pt x="347613" y="12405"/>
                </a:cubicBezTo>
                <a:moveTo>
                  <a:pt x="339727" y="4563"/>
                </a:moveTo>
                <a:cubicBezTo>
                  <a:pt x="339084" y="4563"/>
                  <a:pt x="338490" y="4669"/>
                  <a:pt x="337945" y="4882"/>
                </a:cubicBezTo>
                <a:cubicBezTo>
                  <a:pt x="337399" y="5095"/>
                  <a:pt x="336929" y="5405"/>
                  <a:pt x="336533" y="5813"/>
                </a:cubicBezTo>
                <a:cubicBezTo>
                  <a:pt x="336137" y="6222"/>
                  <a:pt x="335824" y="6725"/>
                  <a:pt x="335594" y="7323"/>
                </a:cubicBezTo>
                <a:cubicBezTo>
                  <a:pt x="335365" y="7921"/>
                  <a:pt x="335250" y="8606"/>
                  <a:pt x="335250" y="9376"/>
                </a:cubicBezTo>
                <a:cubicBezTo>
                  <a:pt x="335250" y="10077"/>
                  <a:pt x="335333" y="10704"/>
                  <a:pt x="335500" y="11256"/>
                </a:cubicBezTo>
                <a:cubicBezTo>
                  <a:pt x="335666" y="11808"/>
                  <a:pt x="335924" y="12277"/>
                  <a:pt x="336274" y="12662"/>
                </a:cubicBezTo>
                <a:cubicBezTo>
                  <a:pt x="336625" y="13047"/>
                  <a:pt x="337075" y="13344"/>
                  <a:pt x="337626" y="13551"/>
                </a:cubicBezTo>
                <a:cubicBezTo>
                  <a:pt x="338177" y="13758"/>
                  <a:pt x="338831" y="13861"/>
                  <a:pt x="339589" y="13861"/>
                </a:cubicBezTo>
                <a:cubicBezTo>
                  <a:pt x="340014" y="13861"/>
                  <a:pt x="340453" y="13821"/>
                  <a:pt x="340906" y="13740"/>
                </a:cubicBezTo>
                <a:cubicBezTo>
                  <a:pt x="341360" y="13660"/>
                  <a:pt x="341802" y="13551"/>
                  <a:pt x="342232" y="13413"/>
                </a:cubicBezTo>
                <a:cubicBezTo>
                  <a:pt x="342663" y="13276"/>
                  <a:pt x="343073" y="13115"/>
                  <a:pt x="343463" y="12931"/>
                </a:cubicBezTo>
                <a:cubicBezTo>
                  <a:pt x="343854" y="12748"/>
                  <a:pt x="344204" y="12552"/>
                  <a:pt x="344514" y="12346"/>
                </a:cubicBezTo>
                <a:cubicBezTo>
                  <a:pt x="344514" y="10862"/>
                  <a:pt x="344405" y="9622"/>
                  <a:pt x="344186" y="8627"/>
                </a:cubicBezTo>
                <a:cubicBezTo>
                  <a:pt x="343968" y="7632"/>
                  <a:pt x="343653" y="6832"/>
                  <a:pt x="343239" y="6228"/>
                </a:cubicBezTo>
                <a:cubicBezTo>
                  <a:pt x="342826" y="5624"/>
                  <a:pt x="342324" y="5196"/>
                  <a:pt x="341733" y="4943"/>
                </a:cubicBezTo>
                <a:cubicBezTo>
                  <a:pt x="341142" y="4690"/>
                  <a:pt x="340473" y="4563"/>
                  <a:pt x="339727" y="4563"/>
                </a:cubicBezTo>
                <a:close/>
                <a:moveTo>
                  <a:pt x="383162" y="17896"/>
                </a:moveTo>
                <a:cubicBezTo>
                  <a:pt x="383059" y="18630"/>
                  <a:pt x="383001" y="19237"/>
                  <a:pt x="382990" y="19719"/>
                </a:cubicBezTo>
                <a:cubicBezTo>
                  <a:pt x="382978" y="20200"/>
                  <a:pt x="383010" y="20578"/>
                  <a:pt x="383085" y="20853"/>
                </a:cubicBezTo>
                <a:cubicBezTo>
                  <a:pt x="383159" y="21128"/>
                  <a:pt x="383277" y="21320"/>
                  <a:pt x="383438" y="21429"/>
                </a:cubicBezTo>
                <a:cubicBezTo>
                  <a:pt x="383598" y="21538"/>
                  <a:pt x="383799" y="21592"/>
                  <a:pt x="384040" y="21592"/>
                </a:cubicBezTo>
                <a:cubicBezTo>
                  <a:pt x="384362" y="21592"/>
                  <a:pt x="384666" y="21423"/>
                  <a:pt x="384953" y="21084"/>
                </a:cubicBezTo>
                <a:cubicBezTo>
                  <a:pt x="385240" y="20746"/>
                  <a:pt x="385495" y="20223"/>
                  <a:pt x="385719" y="19517"/>
                </a:cubicBezTo>
                <a:cubicBezTo>
                  <a:pt x="385943" y="18811"/>
                  <a:pt x="386121" y="17919"/>
                  <a:pt x="386253" y="16840"/>
                </a:cubicBezTo>
                <a:cubicBezTo>
                  <a:pt x="386385" y="15761"/>
                  <a:pt x="386451" y="14481"/>
                  <a:pt x="386451" y="13000"/>
                </a:cubicBezTo>
                <a:cubicBezTo>
                  <a:pt x="386451" y="11347"/>
                  <a:pt x="386348" y="9872"/>
                  <a:pt x="386141" y="8575"/>
                </a:cubicBezTo>
                <a:cubicBezTo>
                  <a:pt x="385934" y="7278"/>
                  <a:pt x="385607" y="6176"/>
                  <a:pt x="385159" y="5269"/>
                </a:cubicBezTo>
                <a:cubicBezTo>
                  <a:pt x="384712" y="4362"/>
                  <a:pt x="384129" y="3670"/>
                  <a:pt x="383412" y="3194"/>
                </a:cubicBezTo>
                <a:cubicBezTo>
                  <a:pt x="382694" y="2718"/>
                  <a:pt x="381825" y="2479"/>
                  <a:pt x="380803" y="2479"/>
                </a:cubicBezTo>
                <a:cubicBezTo>
                  <a:pt x="380023" y="2479"/>
                  <a:pt x="379268" y="2678"/>
                  <a:pt x="378539" y="3074"/>
                </a:cubicBezTo>
                <a:cubicBezTo>
                  <a:pt x="377810" y="3470"/>
                  <a:pt x="377133" y="4027"/>
                  <a:pt x="376507" y="4745"/>
                </a:cubicBezTo>
                <a:cubicBezTo>
                  <a:pt x="375881" y="5463"/>
                  <a:pt x="375313" y="6325"/>
                  <a:pt x="374802" y="7330"/>
                </a:cubicBezTo>
                <a:cubicBezTo>
                  <a:pt x="374292" y="8335"/>
                  <a:pt x="373855" y="9446"/>
                  <a:pt x="373494" y="10664"/>
                </a:cubicBezTo>
                <a:cubicBezTo>
                  <a:pt x="373132" y="11881"/>
                  <a:pt x="372851" y="13191"/>
                  <a:pt x="372650" y="14592"/>
                </a:cubicBezTo>
                <a:cubicBezTo>
                  <a:pt x="372449" y="15993"/>
                  <a:pt x="372349" y="17452"/>
                  <a:pt x="372349" y="18968"/>
                </a:cubicBezTo>
                <a:cubicBezTo>
                  <a:pt x="372349" y="22667"/>
                  <a:pt x="372906" y="25426"/>
                  <a:pt x="374019" y="27247"/>
                </a:cubicBezTo>
                <a:cubicBezTo>
                  <a:pt x="375132" y="29067"/>
                  <a:pt x="376699" y="29978"/>
                  <a:pt x="378720" y="29978"/>
                </a:cubicBezTo>
                <a:cubicBezTo>
                  <a:pt x="379741" y="29978"/>
                  <a:pt x="380694" y="29860"/>
                  <a:pt x="381578" y="29625"/>
                </a:cubicBezTo>
                <a:cubicBezTo>
                  <a:pt x="382462" y="29389"/>
                  <a:pt x="383380" y="29036"/>
                  <a:pt x="384333" y="28566"/>
                </a:cubicBezTo>
                <a:lnTo>
                  <a:pt x="384333" y="30787"/>
                </a:lnTo>
                <a:cubicBezTo>
                  <a:pt x="383392" y="31223"/>
                  <a:pt x="382450" y="31550"/>
                  <a:pt x="381509" y="31768"/>
                </a:cubicBezTo>
                <a:cubicBezTo>
                  <a:pt x="380568" y="31986"/>
                  <a:pt x="379581" y="32096"/>
                  <a:pt x="378547" y="32096"/>
                </a:cubicBezTo>
                <a:cubicBezTo>
                  <a:pt x="375620" y="32096"/>
                  <a:pt x="373454" y="30999"/>
                  <a:pt x="372047" y="28805"/>
                </a:cubicBezTo>
                <a:cubicBezTo>
                  <a:pt x="370641" y="26611"/>
                  <a:pt x="369927" y="23344"/>
                  <a:pt x="369904" y="19002"/>
                </a:cubicBezTo>
                <a:cubicBezTo>
                  <a:pt x="369892" y="17268"/>
                  <a:pt x="370007" y="15605"/>
                  <a:pt x="370248" y="14015"/>
                </a:cubicBezTo>
                <a:cubicBezTo>
                  <a:pt x="370489" y="12424"/>
                  <a:pt x="370836" y="10939"/>
                  <a:pt x="371290" y="9561"/>
                </a:cubicBezTo>
                <a:cubicBezTo>
                  <a:pt x="371743" y="8183"/>
                  <a:pt x="372294" y="6928"/>
                  <a:pt x="372943" y="5797"/>
                </a:cubicBezTo>
                <a:cubicBezTo>
                  <a:pt x="373591" y="4666"/>
                  <a:pt x="374326" y="3701"/>
                  <a:pt x="375147" y="2903"/>
                </a:cubicBezTo>
                <a:cubicBezTo>
                  <a:pt x="375968" y="2104"/>
                  <a:pt x="376860" y="1484"/>
                  <a:pt x="377824" y="1042"/>
                </a:cubicBezTo>
                <a:cubicBezTo>
                  <a:pt x="378789" y="600"/>
                  <a:pt x="379816" y="379"/>
                  <a:pt x="380906" y="379"/>
                </a:cubicBezTo>
                <a:cubicBezTo>
                  <a:pt x="382272" y="379"/>
                  <a:pt x="383458" y="657"/>
                  <a:pt x="384462" y="1214"/>
                </a:cubicBezTo>
                <a:cubicBezTo>
                  <a:pt x="385467" y="1771"/>
                  <a:pt x="386296" y="2574"/>
                  <a:pt x="386950" y="3625"/>
                </a:cubicBezTo>
                <a:cubicBezTo>
                  <a:pt x="387604" y="4675"/>
                  <a:pt x="388089" y="5963"/>
                  <a:pt x="388405" y="7490"/>
                </a:cubicBezTo>
                <a:cubicBezTo>
                  <a:pt x="388721" y="9017"/>
                  <a:pt x="388879" y="10756"/>
                  <a:pt x="388879" y="12707"/>
                </a:cubicBezTo>
                <a:cubicBezTo>
                  <a:pt x="388867" y="14682"/>
                  <a:pt x="388738" y="16372"/>
                  <a:pt x="388491" y="17778"/>
                </a:cubicBezTo>
                <a:cubicBezTo>
                  <a:pt x="388244" y="19184"/>
                  <a:pt x="387897" y="20335"/>
                  <a:pt x="387450" y="21231"/>
                </a:cubicBezTo>
                <a:cubicBezTo>
                  <a:pt x="387002" y="22126"/>
                  <a:pt x="386459" y="22783"/>
                  <a:pt x="385822" y="23202"/>
                </a:cubicBezTo>
                <a:cubicBezTo>
                  <a:pt x="385185" y="23621"/>
                  <a:pt x="384476" y="23831"/>
                  <a:pt x="383696" y="23831"/>
                </a:cubicBezTo>
                <a:cubicBezTo>
                  <a:pt x="382800" y="23831"/>
                  <a:pt x="382135" y="23601"/>
                  <a:pt x="381699" y="23143"/>
                </a:cubicBezTo>
                <a:cubicBezTo>
                  <a:pt x="381262" y="22684"/>
                  <a:pt x="381044" y="22065"/>
                  <a:pt x="381044" y="21285"/>
                </a:cubicBezTo>
                <a:cubicBezTo>
                  <a:pt x="380608" y="22168"/>
                  <a:pt x="380137" y="22813"/>
                  <a:pt x="379632" y="23220"/>
                </a:cubicBezTo>
                <a:cubicBezTo>
                  <a:pt x="379127" y="23627"/>
                  <a:pt x="378519" y="23831"/>
                  <a:pt x="377807" y="23831"/>
                </a:cubicBezTo>
                <a:cubicBezTo>
                  <a:pt x="376728" y="23831"/>
                  <a:pt x="375919" y="23426"/>
                  <a:pt x="375379" y="22618"/>
                </a:cubicBezTo>
                <a:cubicBezTo>
                  <a:pt x="374840" y="21810"/>
                  <a:pt x="374570" y="20534"/>
                  <a:pt x="374570" y="18791"/>
                </a:cubicBezTo>
                <a:cubicBezTo>
                  <a:pt x="374570" y="18161"/>
                  <a:pt x="374607" y="17484"/>
                  <a:pt x="374682" y="16762"/>
                </a:cubicBezTo>
                <a:cubicBezTo>
                  <a:pt x="374757" y="16040"/>
                  <a:pt x="374883" y="15315"/>
                  <a:pt x="375061" y="14586"/>
                </a:cubicBezTo>
                <a:cubicBezTo>
                  <a:pt x="375239" y="13858"/>
                  <a:pt x="375471" y="13159"/>
                  <a:pt x="375758" y="12488"/>
                </a:cubicBezTo>
                <a:cubicBezTo>
                  <a:pt x="376045" y="11818"/>
                  <a:pt x="376398" y="11227"/>
                  <a:pt x="376817" y="10717"/>
                </a:cubicBezTo>
                <a:cubicBezTo>
                  <a:pt x="377236" y="10207"/>
                  <a:pt x="377732" y="9797"/>
                  <a:pt x="378306" y="9487"/>
                </a:cubicBezTo>
                <a:cubicBezTo>
                  <a:pt x="378880" y="9177"/>
                  <a:pt x="379535" y="9023"/>
                  <a:pt x="380269" y="9023"/>
                </a:cubicBezTo>
                <a:cubicBezTo>
                  <a:pt x="380706" y="9023"/>
                  <a:pt x="381113" y="9074"/>
                  <a:pt x="381492" y="9178"/>
                </a:cubicBezTo>
                <a:cubicBezTo>
                  <a:pt x="381871" y="9281"/>
                  <a:pt x="382146" y="9384"/>
                  <a:pt x="382318" y="9487"/>
                </a:cubicBezTo>
                <a:lnTo>
                  <a:pt x="384540" y="8954"/>
                </a:lnTo>
                <a:lnTo>
                  <a:pt x="383162" y="17896"/>
                </a:lnTo>
                <a:moveTo>
                  <a:pt x="381406" y="11776"/>
                </a:moveTo>
                <a:cubicBezTo>
                  <a:pt x="381302" y="11639"/>
                  <a:pt x="381145" y="11516"/>
                  <a:pt x="380932" y="11407"/>
                </a:cubicBezTo>
                <a:cubicBezTo>
                  <a:pt x="380720" y="11298"/>
                  <a:pt x="380453" y="11244"/>
                  <a:pt x="380132" y="11244"/>
                </a:cubicBezTo>
                <a:cubicBezTo>
                  <a:pt x="379787" y="11244"/>
                  <a:pt x="379477" y="11364"/>
                  <a:pt x="379202" y="11605"/>
                </a:cubicBezTo>
                <a:cubicBezTo>
                  <a:pt x="378926" y="11846"/>
                  <a:pt x="378682" y="12166"/>
                  <a:pt x="378470" y="12567"/>
                </a:cubicBezTo>
                <a:cubicBezTo>
                  <a:pt x="378258" y="12969"/>
                  <a:pt x="378080" y="13424"/>
                  <a:pt x="377936" y="13934"/>
                </a:cubicBezTo>
                <a:cubicBezTo>
                  <a:pt x="377793" y="14444"/>
                  <a:pt x="377672" y="14968"/>
                  <a:pt x="377575" y="15507"/>
                </a:cubicBezTo>
                <a:cubicBezTo>
                  <a:pt x="377477" y="16045"/>
                  <a:pt x="377408" y="16575"/>
                  <a:pt x="377368" y="17097"/>
                </a:cubicBezTo>
                <a:cubicBezTo>
                  <a:pt x="377328" y="17618"/>
                  <a:pt x="377308" y="18085"/>
                  <a:pt x="377308" y="18498"/>
                </a:cubicBezTo>
                <a:cubicBezTo>
                  <a:pt x="377308" y="19598"/>
                  <a:pt x="377377" y="20389"/>
                  <a:pt x="377514" y="20870"/>
                </a:cubicBezTo>
                <a:cubicBezTo>
                  <a:pt x="377652" y="21351"/>
                  <a:pt x="377916" y="21592"/>
                  <a:pt x="378306" y="21592"/>
                </a:cubicBezTo>
                <a:cubicBezTo>
                  <a:pt x="378444" y="21592"/>
                  <a:pt x="378582" y="21564"/>
                  <a:pt x="378720" y="21507"/>
                </a:cubicBezTo>
                <a:cubicBezTo>
                  <a:pt x="378857" y="21449"/>
                  <a:pt x="379004" y="21337"/>
                  <a:pt x="379159" y="21171"/>
                </a:cubicBezTo>
                <a:cubicBezTo>
                  <a:pt x="379314" y="21005"/>
                  <a:pt x="379483" y="20773"/>
                  <a:pt x="379667" y="20475"/>
                </a:cubicBezTo>
                <a:cubicBezTo>
                  <a:pt x="379850" y="20177"/>
                  <a:pt x="380051" y="19787"/>
                  <a:pt x="380269" y="19306"/>
                </a:cubicBezTo>
                <a:lnTo>
                  <a:pt x="381406" y="11776"/>
                </a:lnTo>
                <a:close/>
                <a:moveTo>
                  <a:pt x="402839" y="17896"/>
                </a:moveTo>
                <a:cubicBezTo>
                  <a:pt x="402736" y="18630"/>
                  <a:pt x="402678" y="19237"/>
                  <a:pt x="402667" y="19719"/>
                </a:cubicBezTo>
                <a:cubicBezTo>
                  <a:pt x="402655" y="20200"/>
                  <a:pt x="402687" y="20578"/>
                  <a:pt x="402762" y="20853"/>
                </a:cubicBezTo>
                <a:cubicBezTo>
                  <a:pt x="402836" y="21128"/>
                  <a:pt x="402954" y="21320"/>
                  <a:pt x="403115" y="21429"/>
                </a:cubicBezTo>
                <a:cubicBezTo>
                  <a:pt x="403275" y="21538"/>
                  <a:pt x="403476" y="21592"/>
                  <a:pt x="403717" y="21592"/>
                </a:cubicBezTo>
                <a:cubicBezTo>
                  <a:pt x="404039" y="21592"/>
                  <a:pt x="404343" y="21423"/>
                  <a:pt x="404630" y="21084"/>
                </a:cubicBezTo>
                <a:cubicBezTo>
                  <a:pt x="404917" y="20746"/>
                  <a:pt x="405172" y="20223"/>
                  <a:pt x="405396" y="19517"/>
                </a:cubicBezTo>
                <a:cubicBezTo>
                  <a:pt x="405620" y="18811"/>
                  <a:pt x="405798" y="17919"/>
                  <a:pt x="405930" y="16840"/>
                </a:cubicBezTo>
                <a:cubicBezTo>
                  <a:pt x="406062" y="15761"/>
                  <a:pt x="406128" y="14481"/>
                  <a:pt x="406128" y="13000"/>
                </a:cubicBezTo>
                <a:cubicBezTo>
                  <a:pt x="406128" y="11347"/>
                  <a:pt x="406025" y="9872"/>
                  <a:pt x="405818" y="8575"/>
                </a:cubicBezTo>
                <a:cubicBezTo>
                  <a:pt x="405611" y="7278"/>
                  <a:pt x="405284" y="6176"/>
                  <a:pt x="404837" y="5269"/>
                </a:cubicBezTo>
                <a:cubicBezTo>
                  <a:pt x="404389" y="4362"/>
                  <a:pt x="403806" y="3670"/>
                  <a:pt x="403089" y="3194"/>
                </a:cubicBezTo>
                <a:cubicBezTo>
                  <a:pt x="402371" y="2718"/>
                  <a:pt x="401502" y="2479"/>
                  <a:pt x="400480" y="2479"/>
                </a:cubicBezTo>
                <a:cubicBezTo>
                  <a:pt x="399700" y="2479"/>
                  <a:pt x="398945" y="2678"/>
                  <a:pt x="398216" y="3074"/>
                </a:cubicBezTo>
                <a:cubicBezTo>
                  <a:pt x="397487" y="3470"/>
                  <a:pt x="396810" y="4027"/>
                  <a:pt x="396184" y="4745"/>
                </a:cubicBezTo>
                <a:cubicBezTo>
                  <a:pt x="395559" y="5463"/>
                  <a:pt x="394990" y="6325"/>
                  <a:pt x="394479" y="7330"/>
                </a:cubicBezTo>
                <a:cubicBezTo>
                  <a:pt x="393969" y="8335"/>
                  <a:pt x="393532" y="9446"/>
                  <a:pt x="393171" y="10664"/>
                </a:cubicBezTo>
                <a:cubicBezTo>
                  <a:pt x="392809" y="11881"/>
                  <a:pt x="392528" y="13191"/>
                  <a:pt x="392327" y="14592"/>
                </a:cubicBezTo>
                <a:cubicBezTo>
                  <a:pt x="392126" y="15993"/>
                  <a:pt x="392026" y="17452"/>
                  <a:pt x="392026" y="18968"/>
                </a:cubicBezTo>
                <a:cubicBezTo>
                  <a:pt x="392026" y="22667"/>
                  <a:pt x="392583" y="25426"/>
                  <a:pt x="393696" y="27247"/>
                </a:cubicBezTo>
                <a:cubicBezTo>
                  <a:pt x="394810" y="29067"/>
                  <a:pt x="396376" y="29978"/>
                  <a:pt x="398397" y="29978"/>
                </a:cubicBezTo>
                <a:cubicBezTo>
                  <a:pt x="399418" y="29978"/>
                  <a:pt x="400371" y="29860"/>
                  <a:pt x="401255" y="29625"/>
                </a:cubicBezTo>
                <a:cubicBezTo>
                  <a:pt x="402139" y="29389"/>
                  <a:pt x="403057" y="29036"/>
                  <a:pt x="404010" y="28566"/>
                </a:cubicBezTo>
                <a:lnTo>
                  <a:pt x="404010" y="30787"/>
                </a:lnTo>
                <a:cubicBezTo>
                  <a:pt x="403069" y="31223"/>
                  <a:pt x="402127" y="31550"/>
                  <a:pt x="401186" y="31768"/>
                </a:cubicBezTo>
                <a:cubicBezTo>
                  <a:pt x="400245" y="31986"/>
                  <a:pt x="399258" y="32096"/>
                  <a:pt x="398225" y="32096"/>
                </a:cubicBezTo>
                <a:cubicBezTo>
                  <a:pt x="395297" y="32096"/>
                  <a:pt x="393131" y="30999"/>
                  <a:pt x="391725" y="28805"/>
                </a:cubicBezTo>
                <a:cubicBezTo>
                  <a:pt x="390318" y="26611"/>
                  <a:pt x="389604" y="23344"/>
                  <a:pt x="389581" y="19002"/>
                </a:cubicBezTo>
                <a:cubicBezTo>
                  <a:pt x="389569" y="17268"/>
                  <a:pt x="389684" y="15605"/>
                  <a:pt x="389925" y="14015"/>
                </a:cubicBezTo>
                <a:cubicBezTo>
                  <a:pt x="390166" y="12424"/>
                  <a:pt x="390513" y="10939"/>
                  <a:pt x="390967" y="9561"/>
                </a:cubicBezTo>
                <a:cubicBezTo>
                  <a:pt x="391420" y="8183"/>
                  <a:pt x="391971" y="6928"/>
                  <a:pt x="392620" y="5797"/>
                </a:cubicBezTo>
                <a:cubicBezTo>
                  <a:pt x="393268" y="4666"/>
                  <a:pt x="394003" y="3701"/>
                  <a:pt x="394824" y="2903"/>
                </a:cubicBezTo>
                <a:cubicBezTo>
                  <a:pt x="395645" y="2104"/>
                  <a:pt x="396537" y="1484"/>
                  <a:pt x="397501" y="1042"/>
                </a:cubicBezTo>
                <a:cubicBezTo>
                  <a:pt x="398466" y="600"/>
                  <a:pt x="399493" y="379"/>
                  <a:pt x="400584" y="379"/>
                </a:cubicBezTo>
                <a:cubicBezTo>
                  <a:pt x="401950" y="379"/>
                  <a:pt x="403135" y="657"/>
                  <a:pt x="404139" y="1214"/>
                </a:cubicBezTo>
                <a:cubicBezTo>
                  <a:pt x="405144" y="1771"/>
                  <a:pt x="405973" y="2574"/>
                  <a:pt x="406627" y="3625"/>
                </a:cubicBezTo>
                <a:cubicBezTo>
                  <a:pt x="407282" y="4675"/>
                  <a:pt x="407767" y="5963"/>
                  <a:pt x="408082" y="7490"/>
                </a:cubicBezTo>
                <a:cubicBezTo>
                  <a:pt x="408398" y="9017"/>
                  <a:pt x="408556" y="10756"/>
                  <a:pt x="408556" y="12707"/>
                </a:cubicBezTo>
                <a:cubicBezTo>
                  <a:pt x="408544" y="14682"/>
                  <a:pt x="408415" y="16372"/>
                  <a:pt x="408168" y="17778"/>
                </a:cubicBezTo>
                <a:cubicBezTo>
                  <a:pt x="407922" y="19184"/>
                  <a:pt x="407574" y="20335"/>
                  <a:pt x="407127" y="21231"/>
                </a:cubicBezTo>
                <a:cubicBezTo>
                  <a:pt x="406679" y="22126"/>
                  <a:pt x="406137" y="22783"/>
                  <a:pt x="405499" y="23202"/>
                </a:cubicBezTo>
                <a:cubicBezTo>
                  <a:pt x="404862" y="23621"/>
                  <a:pt x="404154" y="23831"/>
                  <a:pt x="403373" y="23831"/>
                </a:cubicBezTo>
                <a:cubicBezTo>
                  <a:pt x="402478" y="23831"/>
                  <a:pt x="401812" y="23601"/>
                  <a:pt x="401376" y="23143"/>
                </a:cubicBezTo>
                <a:cubicBezTo>
                  <a:pt x="400939" y="22684"/>
                  <a:pt x="400721" y="22065"/>
                  <a:pt x="400721" y="21285"/>
                </a:cubicBezTo>
                <a:cubicBezTo>
                  <a:pt x="400285" y="22168"/>
                  <a:pt x="399814" y="22813"/>
                  <a:pt x="399309" y="23220"/>
                </a:cubicBezTo>
                <a:cubicBezTo>
                  <a:pt x="398804" y="23627"/>
                  <a:pt x="398196" y="23831"/>
                  <a:pt x="397484" y="23831"/>
                </a:cubicBezTo>
                <a:cubicBezTo>
                  <a:pt x="396405" y="23831"/>
                  <a:pt x="395596" y="23426"/>
                  <a:pt x="395056" y="22618"/>
                </a:cubicBezTo>
                <a:cubicBezTo>
                  <a:pt x="394517" y="21810"/>
                  <a:pt x="394247" y="20534"/>
                  <a:pt x="394247" y="18791"/>
                </a:cubicBezTo>
                <a:cubicBezTo>
                  <a:pt x="394247" y="18161"/>
                  <a:pt x="394284" y="17484"/>
                  <a:pt x="394359" y="16762"/>
                </a:cubicBezTo>
                <a:cubicBezTo>
                  <a:pt x="394434" y="16040"/>
                  <a:pt x="394560" y="15315"/>
                  <a:pt x="394738" y="14586"/>
                </a:cubicBezTo>
                <a:cubicBezTo>
                  <a:pt x="394916" y="13858"/>
                  <a:pt x="395148" y="13159"/>
                  <a:pt x="395435" y="12488"/>
                </a:cubicBezTo>
                <a:cubicBezTo>
                  <a:pt x="395722" y="11818"/>
                  <a:pt x="396075" y="11227"/>
                  <a:pt x="396494" y="10717"/>
                </a:cubicBezTo>
                <a:cubicBezTo>
                  <a:pt x="396913" y="10207"/>
                  <a:pt x="397410" y="9797"/>
                  <a:pt x="397983" y="9487"/>
                </a:cubicBezTo>
                <a:cubicBezTo>
                  <a:pt x="398557" y="9177"/>
                  <a:pt x="399212" y="9023"/>
                  <a:pt x="399946" y="9023"/>
                </a:cubicBezTo>
                <a:cubicBezTo>
                  <a:pt x="400383" y="9023"/>
                  <a:pt x="400790" y="9074"/>
                  <a:pt x="401169" y="9178"/>
                </a:cubicBezTo>
                <a:cubicBezTo>
                  <a:pt x="401548" y="9281"/>
                  <a:pt x="401823" y="9384"/>
                  <a:pt x="401995" y="9487"/>
                </a:cubicBezTo>
                <a:lnTo>
                  <a:pt x="404217" y="8954"/>
                </a:lnTo>
                <a:lnTo>
                  <a:pt x="402839" y="17896"/>
                </a:lnTo>
                <a:moveTo>
                  <a:pt x="401083" y="11776"/>
                </a:moveTo>
                <a:cubicBezTo>
                  <a:pt x="400980" y="11639"/>
                  <a:pt x="400822" y="11516"/>
                  <a:pt x="400609" y="11407"/>
                </a:cubicBezTo>
                <a:cubicBezTo>
                  <a:pt x="400397" y="11298"/>
                  <a:pt x="400130" y="11244"/>
                  <a:pt x="399809" y="11244"/>
                </a:cubicBezTo>
                <a:cubicBezTo>
                  <a:pt x="399464" y="11244"/>
                  <a:pt x="399154" y="11364"/>
                  <a:pt x="398879" y="11605"/>
                </a:cubicBezTo>
                <a:cubicBezTo>
                  <a:pt x="398603" y="11846"/>
                  <a:pt x="398359" y="12166"/>
                  <a:pt x="398147" y="12567"/>
                </a:cubicBezTo>
                <a:cubicBezTo>
                  <a:pt x="397935" y="12969"/>
                  <a:pt x="397757" y="13424"/>
                  <a:pt x="397613" y="13934"/>
                </a:cubicBezTo>
                <a:cubicBezTo>
                  <a:pt x="397470" y="14444"/>
                  <a:pt x="397349" y="14968"/>
                  <a:pt x="397252" y="15507"/>
                </a:cubicBezTo>
                <a:cubicBezTo>
                  <a:pt x="397154" y="16045"/>
                  <a:pt x="397085" y="16575"/>
                  <a:pt x="397045" y="17097"/>
                </a:cubicBezTo>
                <a:cubicBezTo>
                  <a:pt x="397005" y="17618"/>
                  <a:pt x="396985" y="18085"/>
                  <a:pt x="396985" y="18498"/>
                </a:cubicBezTo>
                <a:cubicBezTo>
                  <a:pt x="396985" y="19598"/>
                  <a:pt x="397054" y="20389"/>
                  <a:pt x="397191" y="20870"/>
                </a:cubicBezTo>
                <a:cubicBezTo>
                  <a:pt x="397329" y="21351"/>
                  <a:pt x="397593" y="21592"/>
                  <a:pt x="397983" y="21592"/>
                </a:cubicBezTo>
                <a:cubicBezTo>
                  <a:pt x="398121" y="21592"/>
                  <a:pt x="398259" y="21564"/>
                  <a:pt x="398397" y="21507"/>
                </a:cubicBezTo>
                <a:cubicBezTo>
                  <a:pt x="398534" y="21449"/>
                  <a:pt x="398681" y="21337"/>
                  <a:pt x="398836" y="21171"/>
                </a:cubicBezTo>
                <a:cubicBezTo>
                  <a:pt x="398991" y="21005"/>
                  <a:pt x="399160" y="20773"/>
                  <a:pt x="399344" y="20475"/>
                </a:cubicBezTo>
                <a:cubicBezTo>
                  <a:pt x="399527" y="20177"/>
                  <a:pt x="399728" y="19787"/>
                  <a:pt x="399946" y="19306"/>
                </a:cubicBezTo>
                <a:lnTo>
                  <a:pt x="401083" y="11776"/>
                </a:lnTo>
                <a:close/>
                <a:moveTo>
                  <a:pt x="443925" y="24295"/>
                </a:moveTo>
                <a:cubicBezTo>
                  <a:pt x="443145" y="24594"/>
                  <a:pt x="442344" y="24815"/>
                  <a:pt x="441523" y="24958"/>
                </a:cubicBezTo>
                <a:cubicBezTo>
                  <a:pt x="440703" y="25102"/>
                  <a:pt x="439856" y="25174"/>
                  <a:pt x="438984" y="25174"/>
                </a:cubicBezTo>
                <a:cubicBezTo>
                  <a:pt x="436252" y="25174"/>
                  <a:pt x="434148" y="24433"/>
                  <a:pt x="432673" y="22952"/>
                </a:cubicBezTo>
                <a:cubicBezTo>
                  <a:pt x="431198" y="21472"/>
                  <a:pt x="430461" y="19308"/>
                  <a:pt x="430461" y="16461"/>
                </a:cubicBezTo>
                <a:cubicBezTo>
                  <a:pt x="430461" y="15095"/>
                  <a:pt x="430673" y="13855"/>
                  <a:pt x="431098" y="12742"/>
                </a:cubicBezTo>
                <a:cubicBezTo>
                  <a:pt x="431522" y="11628"/>
                  <a:pt x="432119" y="10676"/>
                  <a:pt x="432888" y="9883"/>
                </a:cubicBezTo>
                <a:cubicBezTo>
                  <a:pt x="433657" y="9091"/>
                  <a:pt x="434576" y="8480"/>
                  <a:pt x="435643" y="8050"/>
                </a:cubicBezTo>
                <a:cubicBezTo>
                  <a:pt x="436711" y="7619"/>
                  <a:pt x="437887" y="7404"/>
                  <a:pt x="439173" y="7404"/>
                </a:cubicBezTo>
                <a:cubicBezTo>
                  <a:pt x="440069" y="7404"/>
                  <a:pt x="440906" y="7469"/>
                  <a:pt x="441687" y="7598"/>
                </a:cubicBezTo>
                <a:cubicBezTo>
                  <a:pt x="442468" y="7727"/>
                  <a:pt x="443214" y="7937"/>
                  <a:pt x="443925" y="8231"/>
                </a:cubicBezTo>
                <a:lnTo>
                  <a:pt x="443925" y="11089"/>
                </a:lnTo>
                <a:cubicBezTo>
                  <a:pt x="443179" y="10692"/>
                  <a:pt x="442419" y="10404"/>
                  <a:pt x="441644" y="10224"/>
                </a:cubicBezTo>
                <a:cubicBezTo>
                  <a:pt x="440869" y="10043"/>
                  <a:pt x="440069" y="9952"/>
                  <a:pt x="439242" y="9952"/>
                </a:cubicBezTo>
                <a:cubicBezTo>
                  <a:pt x="438473" y="9952"/>
                  <a:pt x="437747" y="10099"/>
                  <a:pt x="437064" y="10391"/>
                </a:cubicBezTo>
                <a:cubicBezTo>
                  <a:pt x="436381" y="10684"/>
                  <a:pt x="435781" y="11106"/>
                  <a:pt x="435265" y="11657"/>
                </a:cubicBezTo>
                <a:cubicBezTo>
                  <a:pt x="434748" y="12208"/>
                  <a:pt x="434340" y="12880"/>
                  <a:pt x="434042" y="13672"/>
                </a:cubicBezTo>
                <a:cubicBezTo>
                  <a:pt x="433744" y="14464"/>
                  <a:pt x="433594" y="15359"/>
                  <a:pt x="433594" y="16358"/>
                </a:cubicBezTo>
                <a:cubicBezTo>
                  <a:pt x="433594" y="18447"/>
                  <a:pt x="434102" y="20011"/>
                  <a:pt x="435118" y="21050"/>
                </a:cubicBezTo>
                <a:cubicBezTo>
                  <a:pt x="436134" y="22089"/>
                  <a:pt x="437543" y="22608"/>
                  <a:pt x="439345" y="22608"/>
                </a:cubicBezTo>
                <a:cubicBezTo>
                  <a:pt x="440160" y="22608"/>
                  <a:pt x="440950" y="22516"/>
                  <a:pt x="441713" y="22333"/>
                </a:cubicBezTo>
                <a:cubicBezTo>
                  <a:pt x="442476" y="22149"/>
                  <a:pt x="443214" y="21873"/>
                  <a:pt x="443925" y="21506"/>
                </a:cubicBezTo>
                <a:lnTo>
                  <a:pt x="443925" y="24295"/>
                </a:lnTo>
                <a:close/>
                <a:moveTo>
                  <a:pt x="456061" y="3048"/>
                </a:moveTo>
                <a:lnTo>
                  <a:pt x="450947" y="3048"/>
                </a:lnTo>
                <a:lnTo>
                  <a:pt x="450947" y="585"/>
                </a:lnTo>
                <a:lnTo>
                  <a:pt x="459092" y="585"/>
                </a:lnTo>
                <a:lnTo>
                  <a:pt x="459092" y="22436"/>
                </a:lnTo>
                <a:lnTo>
                  <a:pt x="464240" y="22436"/>
                </a:lnTo>
                <a:lnTo>
                  <a:pt x="464240" y="24933"/>
                </a:lnTo>
                <a:lnTo>
                  <a:pt x="450379" y="24933"/>
                </a:lnTo>
                <a:lnTo>
                  <a:pt x="450379" y="22436"/>
                </a:lnTo>
                <a:lnTo>
                  <a:pt x="456061" y="22436"/>
                </a:lnTo>
                <a:lnTo>
                  <a:pt x="456061" y="3048"/>
                </a:lnTo>
                <a:close/>
                <a:moveTo>
                  <a:pt x="480956" y="24933"/>
                </a:moveTo>
                <a:lnTo>
                  <a:pt x="480887" y="22603"/>
                </a:lnTo>
                <a:cubicBezTo>
                  <a:pt x="479945" y="23535"/>
                  <a:pt x="478990" y="24208"/>
                  <a:pt x="478020" y="24622"/>
                </a:cubicBezTo>
                <a:cubicBezTo>
                  <a:pt x="477050" y="25036"/>
                  <a:pt x="476031" y="25243"/>
                  <a:pt x="474964" y="25243"/>
                </a:cubicBezTo>
                <a:cubicBezTo>
                  <a:pt x="473976" y="25243"/>
                  <a:pt x="473133" y="25116"/>
                  <a:pt x="472432" y="24863"/>
                </a:cubicBezTo>
                <a:cubicBezTo>
                  <a:pt x="471732" y="24610"/>
                  <a:pt x="471155" y="24262"/>
                  <a:pt x="470702" y="23820"/>
                </a:cubicBezTo>
                <a:cubicBezTo>
                  <a:pt x="470248" y="23377"/>
                  <a:pt x="469916" y="22857"/>
                  <a:pt x="469703" y="22259"/>
                </a:cubicBezTo>
                <a:cubicBezTo>
                  <a:pt x="469491" y="21661"/>
                  <a:pt x="469385" y="21011"/>
                  <a:pt x="469385" y="20310"/>
                </a:cubicBezTo>
                <a:cubicBezTo>
                  <a:pt x="469385" y="18574"/>
                  <a:pt x="470030" y="17214"/>
                  <a:pt x="471322" y="16231"/>
                </a:cubicBezTo>
                <a:cubicBezTo>
                  <a:pt x="472613" y="15248"/>
                  <a:pt x="474522" y="14756"/>
                  <a:pt x="477047" y="14756"/>
                </a:cubicBezTo>
                <a:lnTo>
                  <a:pt x="480628" y="14756"/>
                </a:lnTo>
                <a:lnTo>
                  <a:pt x="480628" y="13247"/>
                </a:lnTo>
                <a:cubicBezTo>
                  <a:pt x="480628" y="12228"/>
                  <a:pt x="480301" y="11413"/>
                  <a:pt x="479647" y="10801"/>
                </a:cubicBezTo>
                <a:cubicBezTo>
                  <a:pt x="478993" y="10189"/>
                  <a:pt x="477994" y="9883"/>
                  <a:pt x="476651" y="9883"/>
                </a:cubicBezTo>
                <a:cubicBezTo>
                  <a:pt x="475675" y="9883"/>
                  <a:pt x="474714" y="9994"/>
                  <a:pt x="473767" y="10215"/>
                </a:cubicBezTo>
                <a:cubicBezTo>
                  <a:pt x="472820" y="10436"/>
                  <a:pt x="471841" y="10751"/>
                  <a:pt x="470831" y="11158"/>
                </a:cubicBezTo>
                <a:lnTo>
                  <a:pt x="470831" y="8454"/>
                </a:lnTo>
                <a:cubicBezTo>
                  <a:pt x="471210" y="8314"/>
                  <a:pt x="471632" y="8177"/>
                  <a:pt x="472097" y="8043"/>
                </a:cubicBezTo>
                <a:cubicBezTo>
                  <a:pt x="472562" y="7909"/>
                  <a:pt x="473052" y="7790"/>
                  <a:pt x="473569" y="7685"/>
                </a:cubicBezTo>
                <a:cubicBezTo>
                  <a:pt x="474085" y="7580"/>
                  <a:pt x="474625" y="7495"/>
                  <a:pt x="475187" y="7431"/>
                </a:cubicBezTo>
                <a:cubicBezTo>
                  <a:pt x="475750" y="7367"/>
                  <a:pt x="476318" y="7335"/>
                  <a:pt x="476892" y="7335"/>
                </a:cubicBezTo>
                <a:cubicBezTo>
                  <a:pt x="477937" y="7335"/>
                  <a:pt x="478878" y="7450"/>
                  <a:pt x="479716" y="7680"/>
                </a:cubicBezTo>
                <a:cubicBezTo>
                  <a:pt x="480554" y="7909"/>
                  <a:pt x="481263" y="8259"/>
                  <a:pt x="481842" y="8730"/>
                </a:cubicBezTo>
                <a:cubicBezTo>
                  <a:pt x="482422" y="9200"/>
                  <a:pt x="482867" y="9792"/>
                  <a:pt x="483177" y="10503"/>
                </a:cubicBezTo>
                <a:cubicBezTo>
                  <a:pt x="483487" y="11215"/>
                  <a:pt x="483642" y="12053"/>
                  <a:pt x="483642" y="13017"/>
                </a:cubicBezTo>
                <a:lnTo>
                  <a:pt x="483642" y="24933"/>
                </a:lnTo>
                <a:lnTo>
                  <a:pt x="480956" y="24933"/>
                </a:lnTo>
                <a:moveTo>
                  <a:pt x="480628" y="17046"/>
                </a:moveTo>
                <a:lnTo>
                  <a:pt x="476823" y="17046"/>
                </a:lnTo>
                <a:cubicBezTo>
                  <a:pt x="476077" y="17046"/>
                  <a:pt x="475434" y="17121"/>
                  <a:pt x="474895" y="17271"/>
                </a:cubicBezTo>
                <a:cubicBezTo>
                  <a:pt x="474355" y="17421"/>
                  <a:pt x="473913" y="17634"/>
                  <a:pt x="473569" y="17910"/>
                </a:cubicBezTo>
                <a:cubicBezTo>
                  <a:pt x="473224" y="18186"/>
                  <a:pt x="472969" y="18517"/>
                  <a:pt x="472803" y="18903"/>
                </a:cubicBezTo>
                <a:cubicBezTo>
                  <a:pt x="472636" y="19289"/>
                  <a:pt x="472553" y="19724"/>
                  <a:pt x="472553" y="20207"/>
                </a:cubicBezTo>
                <a:cubicBezTo>
                  <a:pt x="472553" y="20541"/>
                  <a:pt x="472605" y="20861"/>
                  <a:pt x="472708" y="21166"/>
                </a:cubicBezTo>
                <a:cubicBezTo>
                  <a:pt x="472811" y="21471"/>
                  <a:pt x="472978" y="21741"/>
                  <a:pt x="473207" y="21977"/>
                </a:cubicBezTo>
                <a:cubicBezTo>
                  <a:pt x="473437" y="22213"/>
                  <a:pt x="473735" y="22401"/>
                  <a:pt x="474103" y="22539"/>
                </a:cubicBezTo>
                <a:cubicBezTo>
                  <a:pt x="474470" y="22677"/>
                  <a:pt x="474918" y="22746"/>
                  <a:pt x="475446" y="22746"/>
                </a:cubicBezTo>
                <a:cubicBezTo>
                  <a:pt x="476134" y="22746"/>
                  <a:pt x="476924" y="22536"/>
                  <a:pt x="477813" y="22116"/>
                </a:cubicBezTo>
                <a:cubicBezTo>
                  <a:pt x="478703" y="21695"/>
                  <a:pt x="479641" y="21030"/>
                  <a:pt x="480628" y="20121"/>
                </a:cubicBezTo>
                <a:lnTo>
                  <a:pt x="480628" y="17046"/>
                </a:lnTo>
                <a:close/>
                <a:moveTo>
                  <a:pt x="502193" y="20215"/>
                </a:moveTo>
                <a:cubicBezTo>
                  <a:pt x="502193" y="20823"/>
                  <a:pt x="502089" y="21368"/>
                  <a:pt x="501883" y="21850"/>
                </a:cubicBezTo>
                <a:cubicBezTo>
                  <a:pt x="501676" y="22333"/>
                  <a:pt x="501395" y="22760"/>
                  <a:pt x="501039" y="23133"/>
                </a:cubicBezTo>
                <a:cubicBezTo>
                  <a:pt x="500683" y="23506"/>
                  <a:pt x="500270" y="23825"/>
                  <a:pt x="499799" y="24089"/>
                </a:cubicBezTo>
                <a:cubicBezTo>
                  <a:pt x="499329" y="24353"/>
                  <a:pt x="498826" y="24571"/>
                  <a:pt x="498293" y="24743"/>
                </a:cubicBezTo>
                <a:cubicBezTo>
                  <a:pt x="497759" y="24915"/>
                  <a:pt x="497211" y="25042"/>
                  <a:pt x="496648" y="25122"/>
                </a:cubicBezTo>
                <a:cubicBezTo>
                  <a:pt x="496086" y="25202"/>
                  <a:pt x="495535" y="25243"/>
                  <a:pt x="494995" y="25243"/>
                </a:cubicBezTo>
                <a:cubicBezTo>
                  <a:pt x="493824" y="25243"/>
                  <a:pt x="492748" y="25191"/>
                  <a:pt x="491767" y="25088"/>
                </a:cubicBezTo>
                <a:cubicBezTo>
                  <a:pt x="490785" y="24984"/>
                  <a:pt x="489824" y="24818"/>
                  <a:pt x="488883" y="24588"/>
                </a:cubicBezTo>
                <a:lnTo>
                  <a:pt x="488883" y="21833"/>
                </a:lnTo>
                <a:cubicBezTo>
                  <a:pt x="489893" y="22120"/>
                  <a:pt x="490897" y="22338"/>
                  <a:pt x="491896" y="22488"/>
                </a:cubicBezTo>
                <a:cubicBezTo>
                  <a:pt x="492895" y="22637"/>
                  <a:pt x="493888" y="22711"/>
                  <a:pt x="494875" y="22711"/>
                </a:cubicBezTo>
                <a:cubicBezTo>
                  <a:pt x="496310" y="22711"/>
                  <a:pt x="497371" y="22516"/>
                  <a:pt x="498060" y="22126"/>
                </a:cubicBezTo>
                <a:cubicBezTo>
                  <a:pt x="498749" y="21736"/>
                  <a:pt x="499093" y="21179"/>
                  <a:pt x="499093" y="20456"/>
                </a:cubicBezTo>
                <a:cubicBezTo>
                  <a:pt x="499093" y="20146"/>
                  <a:pt x="499039" y="19867"/>
                  <a:pt x="498930" y="19621"/>
                </a:cubicBezTo>
                <a:cubicBezTo>
                  <a:pt x="498821" y="19374"/>
                  <a:pt x="498623" y="19139"/>
                  <a:pt x="498336" y="18915"/>
                </a:cubicBezTo>
                <a:cubicBezTo>
                  <a:pt x="498049" y="18691"/>
                  <a:pt x="497604" y="18458"/>
                  <a:pt x="497001" y="18217"/>
                </a:cubicBezTo>
                <a:cubicBezTo>
                  <a:pt x="496399" y="17976"/>
                  <a:pt x="495575" y="17701"/>
                  <a:pt x="494530" y="17391"/>
                </a:cubicBezTo>
                <a:cubicBezTo>
                  <a:pt x="493750" y="17161"/>
                  <a:pt x="493029" y="16900"/>
                  <a:pt x="492369" y="16607"/>
                </a:cubicBezTo>
                <a:cubicBezTo>
                  <a:pt x="491709" y="16315"/>
                  <a:pt x="491138" y="15967"/>
                  <a:pt x="490656" y="15566"/>
                </a:cubicBezTo>
                <a:cubicBezTo>
                  <a:pt x="490174" y="15164"/>
                  <a:pt x="489795" y="14693"/>
                  <a:pt x="489520" y="14154"/>
                </a:cubicBezTo>
                <a:cubicBezTo>
                  <a:pt x="489244" y="13614"/>
                  <a:pt x="489107" y="12977"/>
                  <a:pt x="489107" y="12242"/>
                </a:cubicBezTo>
                <a:cubicBezTo>
                  <a:pt x="489107" y="11760"/>
                  <a:pt x="489218" y="11232"/>
                  <a:pt x="489442" y="10658"/>
                </a:cubicBezTo>
                <a:cubicBezTo>
                  <a:pt x="489666" y="10084"/>
                  <a:pt x="490048" y="9551"/>
                  <a:pt x="490587" y="9057"/>
                </a:cubicBezTo>
                <a:cubicBezTo>
                  <a:pt x="491127" y="8563"/>
                  <a:pt x="491856" y="8153"/>
                  <a:pt x="492774" y="7826"/>
                </a:cubicBezTo>
                <a:cubicBezTo>
                  <a:pt x="493692" y="7499"/>
                  <a:pt x="494840" y="7335"/>
                  <a:pt x="496218" y="7335"/>
                </a:cubicBezTo>
                <a:cubicBezTo>
                  <a:pt x="496895" y="7335"/>
                  <a:pt x="497647" y="7372"/>
                  <a:pt x="498473" y="7447"/>
                </a:cubicBezTo>
                <a:cubicBezTo>
                  <a:pt x="499300" y="7522"/>
                  <a:pt x="500161" y="7651"/>
                  <a:pt x="501056" y="7834"/>
                </a:cubicBezTo>
                <a:lnTo>
                  <a:pt x="501056" y="10503"/>
                </a:lnTo>
                <a:cubicBezTo>
                  <a:pt x="500115" y="10274"/>
                  <a:pt x="499222" y="10104"/>
                  <a:pt x="498379" y="9995"/>
                </a:cubicBezTo>
                <a:cubicBezTo>
                  <a:pt x="497535" y="9886"/>
                  <a:pt x="496803" y="9832"/>
                  <a:pt x="496183" y="9832"/>
                </a:cubicBezTo>
                <a:cubicBezTo>
                  <a:pt x="495437" y="9832"/>
                  <a:pt x="494809" y="9889"/>
                  <a:pt x="494298" y="10004"/>
                </a:cubicBezTo>
                <a:cubicBezTo>
                  <a:pt x="493787" y="10119"/>
                  <a:pt x="493374" y="10277"/>
                  <a:pt x="493058" y="10478"/>
                </a:cubicBezTo>
                <a:cubicBezTo>
                  <a:pt x="492743" y="10678"/>
                  <a:pt x="492516" y="10914"/>
                  <a:pt x="492378" y="11184"/>
                </a:cubicBezTo>
                <a:cubicBezTo>
                  <a:pt x="492240" y="11453"/>
                  <a:pt x="492171" y="11743"/>
                  <a:pt x="492171" y="12053"/>
                </a:cubicBezTo>
                <a:cubicBezTo>
                  <a:pt x="492171" y="12363"/>
                  <a:pt x="492232" y="12644"/>
                  <a:pt x="492352" y="12897"/>
                </a:cubicBezTo>
                <a:cubicBezTo>
                  <a:pt x="492473" y="13149"/>
                  <a:pt x="492697" y="13393"/>
                  <a:pt x="493024" y="13629"/>
                </a:cubicBezTo>
                <a:cubicBezTo>
                  <a:pt x="493351" y="13864"/>
                  <a:pt x="493807" y="14099"/>
                  <a:pt x="494393" y="14335"/>
                </a:cubicBezTo>
                <a:cubicBezTo>
                  <a:pt x="494978" y="14570"/>
                  <a:pt x="495741" y="14825"/>
                  <a:pt x="496683" y="15101"/>
                </a:cubicBezTo>
                <a:cubicBezTo>
                  <a:pt x="497704" y="15399"/>
                  <a:pt x="498565" y="15712"/>
                  <a:pt x="499266" y="16039"/>
                </a:cubicBezTo>
                <a:cubicBezTo>
                  <a:pt x="499966" y="16366"/>
                  <a:pt x="500534" y="16731"/>
                  <a:pt x="500970" y="17133"/>
                </a:cubicBezTo>
                <a:cubicBezTo>
                  <a:pt x="501406" y="17534"/>
                  <a:pt x="501719" y="17988"/>
                  <a:pt x="501909" y="18493"/>
                </a:cubicBezTo>
                <a:cubicBezTo>
                  <a:pt x="502098" y="18998"/>
                  <a:pt x="502193" y="19572"/>
                  <a:pt x="502193" y="20215"/>
                </a:cubicBezTo>
                <a:close/>
                <a:moveTo>
                  <a:pt x="521870" y="20215"/>
                </a:moveTo>
                <a:cubicBezTo>
                  <a:pt x="521870" y="20823"/>
                  <a:pt x="521767" y="21368"/>
                  <a:pt x="521560" y="21850"/>
                </a:cubicBezTo>
                <a:cubicBezTo>
                  <a:pt x="521353" y="22333"/>
                  <a:pt x="521072" y="22760"/>
                  <a:pt x="520716" y="23133"/>
                </a:cubicBezTo>
                <a:cubicBezTo>
                  <a:pt x="520361" y="23506"/>
                  <a:pt x="519947" y="23825"/>
                  <a:pt x="519477" y="24089"/>
                </a:cubicBezTo>
                <a:cubicBezTo>
                  <a:pt x="519006" y="24353"/>
                  <a:pt x="518504" y="24571"/>
                  <a:pt x="517970" y="24743"/>
                </a:cubicBezTo>
                <a:cubicBezTo>
                  <a:pt x="517436" y="24915"/>
                  <a:pt x="516888" y="25042"/>
                  <a:pt x="516326" y="25122"/>
                </a:cubicBezTo>
                <a:cubicBezTo>
                  <a:pt x="515763" y="25202"/>
                  <a:pt x="515212" y="25243"/>
                  <a:pt x="514673" y="25243"/>
                </a:cubicBezTo>
                <a:cubicBezTo>
                  <a:pt x="513502" y="25243"/>
                  <a:pt x="512426" y="25191"/>
                  <a:pt x="511444" y="25088"/>
                </a:cubicBezTo>
                <a:cubicBezTo>
                  <a:pt x="510463" y="24984"/>
                  <a:pt x="509501" y="24818"/>
                  <a:pt x="508560" y="24588"/>
                </a:cubicBezTo>
                <a:lnTo>
                  <a:pt x="508560" y="21833"/>
                </a:lnTo>
                <a:cubicBezTo>
                  <a:pt x="509570" y="22120"/>
                  <a:pt x="510575" y="22338"/>
                  <a:pt x="511573" y="22488"/>
                </a:cubicBezTo>
                <a:cubicBezTo>
                  <a:pt x="512572" y="22637"/>
                  <a:pt x="513565" y="22711"/>
                  <a:pt x="514552" y="22711"/>
                </a:cubicBezTo>
                <a:cubicBezTo>
                  <a:pt x="515987" y="22711"/>
                  <a:pt x="517049" y="22516"/>
                  <a:pt x="517738" y="22126"/>
                </a:cubicBezTo>
                <a:cubicBezTo>
                  <a:pt x="518426" y="21736"/>
                  <a:pt x="518771" y="21179"/>
                  <a:pt x="518771" y="20456"/>
                </a:cubicBezTo>
                <a:cubicBezTo>
                  <a:pt x="518771" y="20146"/>
                  <a:pt x="518716" y="19867"/>
                  <a:pt x="518607" y="19621"/>
                </a:cubicBezTo>
                <a:cubicBezTo>
                  <a:pt x="518498" y="19374"/>
                  <a:pt x="518300" y="19139"/>
                  <a:pt x="518013" y="18915"/>
                </a:cubicBezTo>
                <a:cubicBezTo>
                  <a:pt x="517726" y="18691"/>
                  <a:pt x="517281" y="18458"/>
                  <a:pt x="516679" y="18217"/>
                </a:cubicBezTo>
                <a:cubicBezTo>
                  <a:pt x="516076" y="17976"/>
                  <a:pt x="515252" y="17701"/>
                  <a:pt x="514208" y="17391"/>
                </a:cubicBezTo>
                <a:cubicBezTo>
                  <a:pt x="513427" y="17161"/>
                  <a:pt x="512707" y="16900"/>
                  <a:pt x="512047" y="16607"/>
                </a:cubicBezTo>
                <a:cubicBezTo>
                  <a:pt x="511387" y="16315"/>
                  <a:pt x="510816" y="15967"/>
                  <a:pt x="510334" y="15566"/>
                </a:cubicBezTo>
                <a:cubicBezTo>
                  <a:pt x="509851" y="15164"/>
                  <a:pt x="509473" y="14693"/>
                  <a:pt x="509197" y="14154"/>
                </a:cubicBezTo>
                <a:cubicBezTo>
                  <a:pt x="508922" y="13614"/>
                  <a:pt x="508784" y="12977"/>
                  <a:pt x="508784" y="12242"/>
                </a:cubicBezTo>
                <a:cubicBezTo>
                  <a:pt x="508784" y="11760"/>
                  <a:pt x="508896" y="11232"/>
                  <a:pt x="509120" y="10658"/>
                </a:cubicBezTo>
                <a:cubicBezTo>
                  <a:pt x="509343" y="10084"/>
                  <a:pt x="509725" y="9551"/>
                  <a:pt x="510265" y="9057"/>
                </a:cubicBezTo>
                <a:cubicBezTo>
                  <a:pt x="510804" y="8563"/>
                  <a:pt x="511533" y="8153"/>
                  <a:pt x="512451" y="7826"/>
                </a:cubicBezTo>
                <a:cubicBezTo>
                  <a:pt x="513370" y="7499"/>
                  <a:pt x="514518" y="7335"/>
                  <a:pt x="515895" y="7335"/>
                </a:cubicBezTo>
                <a:cubicBezTo>
                  <a:pt x="516572" y="7335"/>
                  <a:pt x="517324" y="7372"/>
                  <a:pt x="518151" y="7447"/>
                </a:cubicBezTo>
                <a:cubicBezTo>
                  <a:pt x="518977" y="7522"/>
                  <a:pt x="519838" y="7651"/>
                  <a:pt x="520734" y="7834"/>
                </a:cubicBezTo>
                <a:lnTo>
                  <a:pt x="520734" y="10503"/>
                </a:lnTo>
                <a:cubicBezTo>
                  <a:pt x="519792" y="10274"/>
                  <a:pt x="518900" y="10104"/>
                  <a:pt x="518056" y="9995"/>
                </a:cubicBezTo>
                <a:cubicBezTo>
                  <a:pt x="517212" y="9886"/>
                  <a:pt x="516481" y="9832"/>
                  <a:pt x="515861" y="9832"/>
                </a:cubicBezTo>
                <a:cubicBezTo>
                  <a:pt x="515115" y="9832"/>
                  <a:pt x="514486" y="9889"/>
                  <a:pt x="513975" y="10004"/>
                </a:cubicBezTo>
                <a:cubicBezTo>
                  <a:pt x="513464" y="10119"/>
                  <a:pt x="513051" y="10277"/>
                  <a:pt x="512736" y="10478"/>
                </a:cubicBezTo>
                <a:cubicBezTo>
                  <a:pt x="512420" y="10678"/>
                  <a:pt x="512193" y="10914"/>
                  <a:pt x="512055" y="11184"/>
                </a:cubicBezTo>
                <a:cubicBezTo>
                  <a:pt x="511918" y="11453"/>
                  <a:pt x="511849" y="11743"/>
                  <a:pt x="511849" y="12053"/>
                </a:cubicBezTo>
                <a:cubicBezTo>
                  <a:pt x="511849" y="12363"/>
                  <a:pt x="511909" y="12644"/>
                  <a:pt x="512030" y="12897"/>
                </a:cubicBezTo>
                <a:cubicBezTo>
                  <a:pt x="512150" y="13149"/>
                  <a:pt x="512374" y="13393"/>
                  <a:pt x="512701" y="13629"/>
                </a:cubicBezTo>
                <a:cubicBezTo>
                  <a:pt x="513028" y="13864"/>
                  <a:pt x="513485" y="14099"/>
                  <a:pt x="514070" y="14335"/>
                </a:cubicBezTo>
                <a:cubicBezTo>
                  <a:pt x="514655" y="14570"/>
                  <a:pt x="515419" y="14825"/>
                  <a:pt x="516360" y="15101"/>
                </a:cubicBezTo>
                <a:cubicBezTo>
                  <a:pt x="517382" y="15399"/>
                  <a:pt x="518243" y="15712"/>
                  <a:pt x="518943" y="16039"/>
                </a:cubicBezTo>
                <a:cubicBezTo>
                  <a:pt x="519643" y="16366"/>
                  <a:pt x="520211" y="16731"/>
                  <a:pt x="520648" y="17133"/>
                </a:cubicBezTo>
                <a:cubicBezTo>
                  <a:pt x="521084" y="17534"/>
                  <a:pt x="521397" y="17988"/>
                  <a:pt x="521586" y="18493"/>
                </a:cubicBezTo>
                <a:cubicBezTo>
                  <a:pt x="521775" y="18998"/>
                  <a:pt x="521870" y="19572"/>
                  <a:pt x="521870" y="20215"/>
                </a:cubicBezTo>
                <a:close/>
                <a:moveTo>
                  <a:pt x="562523" y="24089"/>
                </a:moveTo>
                <a:cubicBezTo>
                  <a:pt x="560721" y="24835"/>
                  <a:pt x="558832" y="25208"/>
                  <a:pt x="556858" y="25208"/>
                </a:cubicBezTo>
                <a:cubicBezTo>
                  <a:pt x="553678" y="25208"/>
                  <a:pt x="551236" y="24257"/>
                  <a:pt x="549531" y="22356"/>
                </a:cubicBezTo>
                <a:cubicBezTo>
                  <a:pt x="547827" y="20455"/>
                  <a:pt x="546975" y="17643"/>
                  <a:pt x="546975" y="13921"/>
                </a:cubicBezTo>
                <a:cubicBezTo>
                  <a:pt x="546975" y="12118"/>
                  <a:pt x="547210" y="10487"/>
                  <a:pt x="547680" y="9028"/>
                </a:cubicBezTo>
                <a:cubicBezTo>
                  <a:pt x="548151" y="7569"/>
                  <a:pt x="548823" y="6331"/>
                  <a:pt x="549695" y="5315"/>
                </a:cubicBezTo>
                <a:cubicBezTo>
                  <a:pt x="550567" y="4298"/>
                  <a:pt x="551624" y="3514"/>
                  <a:pt x="552863" y="2962"/>
                </a:cubicBezTo>
                <a:cubicBezTo>
                  <a:pt x="554103" y="2411"/>
                  <a:pt x="555492" y="2135"/>
                  <a:pt x="557030" y="2135"/>
                </a:cubicBezTo>
                <a:cubicBezTo>
                  <a:pt x="558075" y="2135"/>
                  <a:pt x="559045" y="2224"/>
                  <a:pt x="559940" y="2402"/>
                </a:cubicBezTo>
                <a:cubicBezTo>
                  <a:pt x="560836" y="2580"/>
                  <a:pt x="561696" y="2853"/>
                  <a:pt x="562523" y="3220"/>
                </a:cubicBezTo>
                <a:lnTo>
                  <a:pt x="562523" y="6233"/>
                </a:lnTo>
                <a:cubicBezTo>
                  <a:pt x="561708" y="5785"/>
                  <a:pt x="560864" y="5444"/>
                  <a:pt x="559992" y="5209"/>
                </a:cubicBezTo>
                <a:cubicBezTo>
                  <a:pt x="559119" y="4973"/>
                  <a:pt x="558167" y="4856"/>
                  <a:pt x="557134" y="4856"/>
                </a:cubicBezTo>
                <a:cubicBezTo>
                  <a:pt x="556077" y="4856"/>
                  <a:pt x="555122" y="5054"/>
                  <a:pt x="554267" y="5450"/>
                </a:cubicBezTo>
                <a:cubicBezTo>
                  <a:pt x="553411" y="5847"/>
                  <a:pt x="552685" y="6421"/>
                  <a:pt x="552088" y="7174"/>
                </a:cubicBezTo>
                <a:cubicBezTo>
                  <a:pt x="551492" y="7926"/>
                  <a:pt x="551032" y="8846"/>
                  <a:pt x="550711" y="9931"/>
                </a:cubicBezTo>
                <a:cubicBezTo>
                  <a:pt x="550390" y="11017"/>
                  <a:pt x="550229" y="12255"/>
                  <a:pt x="550229" y="13646"/>
                </a:cubicBezTo>
                <a:cubicBezTo>
                  <a:pt x="550229" y="16564"/>
                  <a:pt x="550820" y="18765"/>
                  <a:pt x="552002" y="20247"/>
                </a:cubicBezTo>
                <a:cubicBezTo>
                  <a:pt x="553185" y="21729"/>
                  <a:pt x="554918" y="22470"/>
                  <a:pt x="557202" y="22470"/>
                </a:cubicBezTo>
                <a:cubicBezTo>
                  <a:pt x="558167" y="22470"/>
                  <a:pt x="559091" y="22358"/>
                  <a:pt x="559975" y="22135"/>
                </a:cubicBezTo>
                <a:cubicBezTo>
                  <a:pt x="560858" y="21911"/>
                  <a:pt x="561708" y="21598"/>
                  <a:pt x="562523" y="21196"/>
                </a:cubicBezTo>
                <a:lnTo>
                  <a:pt x="562523" y="24089"/>
                </a:lnTo>
                <a:close/>
                <a:moveTo>
                  <a:pt x="577906" y="24933"/>
                </a:moveTo>
                <a:lnTo>
                  <a:pt x="577837" y="22603"/>
                </a:lnTo>
                <a:cubicBezTo>
                  <a:pt x="576896" y="23535"/>
                  <a:pt x="575940" y="24208"/>
                  <a:pt x="574970" y="24622"/>
                </a:cubicBezTo>
                <a:cubicBezTo>
                  <a:pt x="574000" y="25036"/>
                  <a:pt x="572981" y="25243"/>
                  <a:pt x="571914" y="25243"/>
                </a:cubicBezTo>
                <a:cubicBezTo>
                  <a:pt x="570927" y="25243"/>
                  <a:pt x="570083" y="25116"/>
                  <a:pt x="569383" y="24863"/>
                </a:cubicBezTo>
                <a:cubicBezTo>
                  <a:pt x="568683" y="24610"/>
                  <a:pt x="568106" y="24262"/>
                  <a:pt x="567652" y="23820"/>
                </a:cubicBezTo>
                <a:cubicBezTo>
                  <a:pt x="567199" y="23377"/>
                  <a:pt x="566866" y="22857"/>
                  <a:pt x="566654" y="22259"/>
                </a:cubicBezTo>
                <a:cubicBezTo>
                  <a:pt x="566441" y="21661"/>
                  <a:pt x="566335" y="21011"/>
                  <a:pt x="566335" y="20310"/>
                </a:cubicBezTo>
                <a:cubicBezTo>
                  <a:pt x="566335" y="18574"/>
                  <a:pt x="566981" y="17214"/>
                  <a:pt x="568272" y="16231"/>
                </a:cubicBezTo>
                <a:cubicBezTo>
                  <a:pt x="569564" y="15248"/>
                  <a:pt x="571472" y="14756"/>
                  <a:pt x="573997" y="14756"/>
                </a:cubicBezTo>
                <a:lnTo>
                  <a:pt x="577579" y="14756"/>
                </a:lnTo>
                <a:lnTo>
                  <a:pt x="577579" y="13247"/>
                </a:lnTo>
                <a:cubicBezTo>
                  <a:pt x="577579" y="12228"/>
                  <a:pt x="577252" y="11413"/>
                  <a:pt x="576597" y="10801"/>
                </a:cubicBezTo>
                <a:cubicBezTo>
                  <a:pt x="575943" y="10189"/>
                  <a:pt x="574944" y="9883"/>
                  <a:pt x="573601" y="9883"/>
                </a:cubicBezTo>
                <a:cubicBezTo>
                  <a:pt x="572626" y="9883"/>
                  <a:pt x="571664" y="9994"/>
                  <a:pt x="570717" y="10215"/>
                </a:cubicBezTo>
                <a:cubicBezTo>
                  <a:pt x="569770" y="10436"/>
                  <a:pt x="568792" y="10751"/>
                  <a:pt x="567781" y="11158"/>
                </a:cubicBezTo>
                <a:lnTo>
                  <a:pt x="567781" y="8454"/>
                </a:lnTo>
                <a:cubicBezTo>
                  <a:pt x="568160" y="8314"/>
                  <a:pt x="568582" y="8177"/>
                  <a:pt x="569047" y="8043"/>
                </a:cubicBezTo>
                <a:cubicBezTo>
                  <a:pt x="569512" y="7909"/>
                  <a:pt x="570003" y="7790"/>
                  <a:pt x="570519" y="7685"/>
                </a:cubicBezTo>
                <a:cubicBezTo>
                  <a:pt x="571036" y="7580"/>
                  <a:pt x="571575" y="7495"/>
                  <a:pt x="572138" y="7431"/>
                </a:cubicBezTo>
                <a:cubicBezTo>
                  <a:pt x="572700" y="7367"/>
                  <a:pt x="573268" y="7335"/>
                  <a:pt x="573842" y="7335"/>
                </a:cubicBezTo>
                <a:cubicBezTo>
                  <a:pt x="574887" y="7335"/>
                  <a:pt x="575828" y="7450"/>
                  <a:pt x="576666" y="7680"/>
                </a:cubicBezTo>
                <a:cubicBezTo>
                  <a:pt x="577504" y="7909"/>
                  <a:pt x="578213" y="8259"/>
                  <a:pt x="578793" y="8730"/>
                </a:cubicBezTo>
                <a:cubicBezTo>
                  <a:pt x="579372" y="9200"/>
                  <a:pt x="579817" y="9792"/>
                  <a:pt x="580127" y="10503"/>
                </a:cubicBezTo>
                <a:cubicBezTo>
                  <a:pt x="580437" y="11215"/>
                  <a:pt x="580592" y="12053"/>
                  <a:pt x="580592" y="13017"/>
                </a:cubicBezTo>
                <a:lnTo>
                  <a:pt x="580592" y="24933"/>
                </a:lnTo>
                <a:lnTo>
                  <a:pt x="577906" y="24933"/>
                </a:lnTo>
                <a:moveTo>
                  <a:pt x="577579" y="17046"/>
                </a:moveTo>
                <a:lnTo>
                  <a:pt x="573773" y="17046"/>
                </a:lnTo>
                <a:cubicBezTo>
                  <a:pt x="573027" y="17046"/>
                  <a:pt x="572385" y="17121"/>
                  <a:pt x="571845" y="17271"/>
                </a:cubicBezTo>
                <a:cubicBezTo>
                  <a:pt x="571305" y="17421"/>
                  <a:pt x="570864" y="17634"/>
                  <a:pt x="570519" y="17910"/>
                </a:cubicBezTo>
                <a:cubicBezTo>
                  <a:pt x="570175" y="18186"/>
                  <a:pt x="569919" y="18517"/>
                  <a:pt x="569753" y="18903"/>
                </a:cubicBezTo>
                <a:cubicBezTo>
                  <a:pt x="569586" y="19289"/>
                  <a:pt x="569503" y="19724"/>
                  <a:pt x="569503" y="20207"/>
                </a:cubicBezTo>
                <a:cubicBezTo>
                  <a:pt x="569503" y="20541"/>
                  <a:pt x="569555" y="20861"/>
                  <a:pt x="569658" y="21166"/>
                </a:cubicBezTo>
                <a:cubicBezTo>
                  <a:pt x="569762" y="21471"/>
                  <a:pt x="569928" y="21741"/>
                  <a:pt x="570158" y="21977"/>
                </a:cubicBezTo>
                <a:cubicBezTo>
                  <a:pt x="570387" y="22213"/>
                  <a:pt x="570686" y="22401"/>
                  <a:pt x="571053" y="22539"/>
                </a:cubicBezTo>
                <a:cubicBezTo>
                  <a:pt x="571420" y="22677"/>
                  <a:pt x="571868" y="22746"/>
                  <a:pt x="572396" y="22746"/>
                </a:cubicBezTo>
                <a:cubicBezTo>
                  <a:pt x="573085" y="22746"/>
                  <a:pt x="573874" y="22536"/>
                  <a:pt x="574764" y="22116"/>
                </a:cubicBezTo>
                <a:cubicBezTo>
                  <a:pt x="575653" y="21695"/>
                  <a:pt x="576592" y="21030"/>
                  <a:pt x="577579" y="20121"/>
                </a:cubicBezTo>
                <a:lnTo>
                  <a:pt x="577579" y="17046"/>
                </a:lnTo>
                <a:close/>
                <a:moveTo>
                  <a:pt x="600166" y="20215"/>
                </a:moveTo>
                <a:cubicBezTo>
                  <a:pt x="600166" y="20823"/>
                  <a:pt x="600063" y="21368"/>
                  <a:pt x="599856" y="21850"/>
                </a:cubicBezTo>
                <a:cubicBezTo>
                  <a:pt x="599649" y="22333"/>
                  <a:pt x="599368" y="22760"/>
                  <a:pt x="599012" y="23133"/>
                </a:cubicBezTo>
                <a:cubicBezTo>
                  <a:pt x="598656" y="23506"/>
                  <a:pt x="598243" y="23825"/>
                  <a:pt x="597772" y="24089"/>
                </a:cubicBezTo>
                <a:cubicBezTo>
                  <a:pt x="597302" y="24353"/>
                  <a:pt x="596800" y="24571"/>
                  <a:pt x="596266" y="24743"/>
                </a:cubicBezTo>
                <a:cubicBezTo>
                  <a:pt x="595732" y="24915"/>
                  <a:pt x="595184" y="25042"/>
                  <a:pt x="594621" y="25122"/>
                </a:cubicBezTo>
                <a:cubicBezTo>
                  <a:pt x="594059" y="25202"/>
                  <a:pt x="593508" y="25243"/>
                  <a:pt x="592968" y="25243"/>
                </a:cubicBezTo>
                <a:cubicBezTo>
                  <a:pt x="591798" y="25243"/>
                  <a:pt x="590721" y="25191"/>
                  <a:pt x="589740" y="25088"/>
                </a:cubicBezTo>
                <a:cubicBezTo>
                  <a:pt x="588758" y="24984"/>
                  <a:pt x="587797" y="24818"/>
                  <a:pt x="586856" y="24588"/>
                </a:cubicBezTo>
                <a:lnTo>
                  <a:pt x="586856" y="21833"/>
                </a:lnTo>
                <a:cubicBezTo>
                  <a:pt x="587866" y="22120"/>
                  <a:pt x="588870" y="22338"/>
                  <a:pt x="589869" y="22488"/>
                </a:cubicBezTo>
                <a:cubicBezTo>
                  <a:pt x="590868" y="22637"/>
                  <a:pt x="591861" y="22711"/>
                  <a:pt x="592848" y="22711"/>
                </a:cubicBezTo>
                <a:cubicBezTo>
                  <a:pt x="594283" y="22711"/>
                  <a:pt x="595345" y="22516"/>
                  <a:pt x="596033" y="22126"/>
                </a:cubicBezTo>
                <a:cubicBezTo>
                  <a:pt x="596722" y="21736"/>
                  <a:pt x="597066" y="21179"/>
                  <a:pt x="597066" y="20456"/>
                </a:cubicBezTo>
                <a:cubicBezTo>
                  <a:pt x="597066" y="20146"/>
                  <a:pt x="597012" y="19867"/>
                  <a:pt x="596903" y="19621"/>
                </a:cubicBezTo>
                <a:cubicBezTo>
                  <a:pt x="596794" y="19374"/>
                  <a:pt x="596596" y="19139"/>
                  <a:pt x="596309" y="18915"/>
                </a:cubicBezTo>
                <a:cubicBezTo>
                  <a:pt x="596022" y="18691"/>
                  <a:pt x="595577" y="18458"/>
                  <a:pt x="594974" y="18217"/>
                </a:cubicBezTo>
                <a:cubicBezTo>
                  <a:pt x="594372" y="17976"/>
                  <a:pt x="593548" y="17701"/>
                  <a:pt x="592504" y="17391"/>
                </a:cubicBezTo>
                <a:cubicBezTo>
                  <a:pt x="591723" y="17161"/>
                  <a:pt x="591003" y="16900"/>
                  <a:pt x="590343" y="16607"/>
                </a:cubicBezTo>
                <a:cubicBezTo>
                  <a:pt x="589683" y="16315"/>
                  <a:pt x="589111" y="15967"/>
                  <a:pt x="588629" y="15566"/>
                </a:cubicBezTo>
                <a:cubicBezTo>
                  <a:pt x="588147" y="15164"/>
                  <a:pt x="587768" y="14693"/>
                  <a:pt x="587493" y="14154"/>
                </a:cubicBezTo>
                <a:cubicBezTo>
                  <a:pt x="587217" y="13614"/>
                  <a:pt x="587080" y="12977"/>
                  <a:pt x="587080" y="12242"/>
                </a:cubicBezTo>
                <a:cubicBezTo>
                  <a:pt x="587080" y="11760"/>
                  <a:pt x="587192" y="11232"/>
                  <a:pt x="587415" y="10658"/>
                </a:cubicBezTo>
                <a:cubicBezTo>
                  <a:pt x="587639" y="10084"/>
                  <a:pt x="588021" y="9551"/>
                  <a:pt x="588560" y="9057"/>
                </a:cubicBezTo>
                <a:cubicBezTo>
                  <a:pt x="589100" y="8563"/>
                  <a:pt x="589829" y="8153"/>
                  <a:pt x="590747" y="7826"/>
                </a:cubicBezTo>
                <a:cubicBezTo>
                  <a:pt x="591666" y="7499"/>
                  <a:pt x="592813" y="7335"/>
                  <a:pt x="594191" y="7335"/>
                </a:cubicBezTo>
                <a:cubicBezTo>
                  <a:pt x="594868" y="7335"/>
                  <a:pt x="595620" y="7372"/>
                  <a:pt x="596447" y="7447"/>
                </a:cubicBezTo>
                <a:cubicBezTo>
                  <a:pt x="597273" y="7522"/>
                  <a:pt x="598134" y="7651"/>
                  <a:pt x="599029" y="7834"/>
                </a:cubicBezTo>
                <a:lnTo>
                  <a:pt x="599029" y="10503"/>
                </a:lnTo>
                <a:cubicBezTo>
                  <a:pt x="598088" y="10274"/>
                  <a:pt x="597196" y="10104"/>
                  <a:pt x="596352" y="9995"/>
                </a:cubicBezTo>
                <a:cubicBezTo>
                  <a:pt x="595508" y="9886"/>
                  <a:pt x="594776" y="9832"/>
                  <a:pt x="594157" y="9832"/>
                </a:cubicBezTo>
                <a:cubicBezTo>
                  <a:pt x="593410" y="9832"/>
                  <a:pt x="592782" y="9889"/>
                  <a:pt x="592271" y="10004"/>
                </a:cubicBezTo>
                <a:cubicBezTo>
                  <a:pt x="591760" y="10119"/>
                  <a:pt x="591347" y="10277"/>
                  <a:pt x="591031" y="10478"/>
                </a:cubicBezTo>
                <a:cubicBezTo>
                  <a:pt x="590716" y="10678"/>
                  <a:pt x="590489" y="10914"/>
                  <a:pt x="590351" y="11184"/>
                </a:cubicBezTo>
                <a:cubicBezTo>
                  <a:pt x="590213" y="11453"/>
                  <a:pt x="590145" y="11743"/>
                  <a:pt x="590145" y="12053"/>
                </a:cubicBezTo>
                <a:cubicBezTo>
                  <a:pt x="590145" y="12363"/>
                  <a:pt x="590205" y="12644"/>
                  <a:pt x="590325" y="12897"/>
                </a:cubicBezTo>
                <a:cubicBezTo>
                  <a:pt x="590446" y="13149"/>
                  <a:pt x="590670" y="13393"/>
                  <a:pt x="590997" y="13629"/>
                </a:cubicBezTo>
                <a:cubicBezTo>
                  <a:pt x="591324" y="13864"/>
                  <a:pt x="591780" y="14099"/>
                  <a:pt x="592366" y="14335"/>
                </a:cubicBezTo>
                <a:cubicBezTo>
                  <a:pt x="592951" y="14570"/>
                  <a:pt x="593715" y="14825"/>
                  <a:pt x="594656" y="15101"/>
                </a:cubicBezTo>
                <a:cubicBezTo>
                  <a:pt x="595678" y="15399"/>
                  <a:pt x="596538" y="15712"/>
                  <a:pt x="597239" y="16039"/>
                </a:cubicBezTo>
                <a:cubicBezTo>
                  <a:pt x="597939" y="16366"/>
                  <a:pt x="598507" y="16731"/>
                  <a:pt x="598943" y="17133"/>
                </a:cubicBezTo>
                <a:cubicBezTo>
                  <a:pt x="599380" y="17534"/>
                  <a:pt x="599692" y="17988"/>
                  <a:pt x="599882" y="18493"/>
                </a:cubicBezTo>
                <a:cubicBezTo>
                  <a:pt x="600071" y="18998"/>
                  <a:pt x="600166" y="19572"/>
                  <a:pt x="600166" y="20215"/>
                </a:cubicBezTo>
                <a:close/>
                <a:moveTo>
                  <a:pt x="619585" y="24295"/>
                </a:moveTo>
                <a:cubicBezTo>
                  <a:pt x="618804" y="24594"/>
                  <a:pt x="618003" y="24815"/>
                  <a:pt x="617183" y="24958"/>
                </a:cubicBezTo>
                <a:cubicBezTo>
                  <a:pt x="616362" y="25102"/>
                  <a:pt x="615515" y="25174"/>
                  <a:pt x="614643" y="25174"/>
                </a:cubicBezTo>
                <a:cubicBezTo>
                  <a:pt x="611911" y="25174"/>
                  <a:pt x="609807" y="24433"/>
                  <a:pt x="608332" y="22952"/>
                </a:cubicBezTo>
                <a:cubicBezTo>
                  <a:pt x="606857" y="21472"/>
                  <a:pt x="606120" y="19308"/>
                  <a:pt x="606120" y="16461"/>
                </a:cubicBezTo>
                <a:cubicBezTo>
                  <a:pt x="606120" y="15095"/>
                  <a:pt x="606332" y="13855"/>
                  <a:pt x="606757" y="12742"/>
                </a:cubicBezTo>
                <a:cubicBezTo>
                  <a:pt x="607181" y="11628"/>
                  <a:pt x="607778" y="10676"/>
                  <a:pt x="608547" y="9883"/>
                </a:cubicBezTo>
                <a:cubicBezTo>
                  <a:pt x="609317" y="9091"/>
                  <a:pt x="610235" y="8480"/>
                  <a:pt x="611302" y="8050"/>
                </a:cubicBezTo>
                <a:cubicBezTo>
                  <a:pt x="612370" y="7619"/>
                  <a:pt x="613547" y="7404"/>
                  <a:pt x="614832" y="7404"/>
                </a:cubicBezTo>
                <a:cubicBezTo>
                  <a:pt x="615728" y="7404"/>
                  <a:pt x="616566" y="7469"/>
                  <a:pt x="617346" y="7598"/>
                </a:cubicBezTo>
                <a:cubicBezTo>
                  <a:pt x="618127" y="7727"/>
                  <a:pt x="618873" y="7937"/>
                  <a:pt x="619585" y="8231"/>
                </a:cubicBezTo>
                <a:lnTo>
                  <a:pt x="619585" y="11089"/>
                </a:lnTo>
                <a:cubicBezTo>
                  <a:pt x="618838" y="10692"/>
                  <a:pt x="618078" y="10404"/>
                  <a:pt x="617303" y="10224"/>
                </a:cubicBezTo>
                <a:cubicBezTo>
                  <a:pt x="616528" y="10043"/>
                  <a:pt x="615728" y="9952"/>
                  <a:pt x="614901" y="9952"/>
                </a:cubicBezTo>
                <a:cubicBezTo>
                  <a:pt x="614132" y="9952"/>
                  <a:pt x="613406" y="10099"/>
                  <a:pt x="612723" y="10391"/>
                </a:cubicBezTo>
                <a:cubicBezTo>
                  <a:pt x="612040" y="10684"/>
                  <a:pt x="611440" y="11106"/>
                  <a:pt x="610924" y="11657"/>
                </a:cubicBezTo>
                <a:cubicBezTo>
                  <a:pt x="610407" y="12208"/>
                  <a:pt x="610000" y="12880"/>
                  <a:pt x="609701" y="13672"/>
                </a:cubicBezTo>
                <a:cubicBezTo>
                  <a:pt x="609403" y="14464"/>
                  <a:pt x="609253" y="15359"/>
                  <a:pt x="609253" y="16358"/>
                </a:cubicBezTo>
                <a:cubicBezTo>
                  <a:pt x="609253" y="18447"/>
                  <a:pt x="609761" y="20011"/>
                  <a:pt x="610777" y="21050"/>
                </a:cubicBezTo>
                <a:cubicBezTo>
                  <a:pt x="611793" y="22089"/>
                  <a:pt x="613202" y="22608"/>
                  <a:pt x="615004" y="22608"/>
                </a:cubicBezTo>
                <a:cubicBezTo>
                  <a:pt x="615819" y="22608"/>
                  <a:pt x="616609" y="22516"/>
                  <a:pt x="617372" y="22333"/>
                </a:cubicBezTo>
                <a:cubicBezTo>
                  <a:pt x="618135" y="22149"/>
                  <a:pt x="618873" y="21873"/>
                  <a:pt x="619585" y="21506"/>
                </a:cubicBezTo>
                <a:lnTo>
                  <a:pt x="619585" y="24295"/>
                </a:lnTo>
                <a:close/>
                <a:moveTo>
                  <a:pt x="636938" y="24933"/>
                </a:moveTo>
                <a:lnTo>
                  <a:pt x="636869" y="22603"/>
                </a:lnTo>
                <a:cubicBezTo>
                  <a:pt x="635927" y="23535"/>
                  <a:pt x="634972" y="24208"/>
                  <a:pt x="634002" y="24622"/>
                </a:cubicBezTo>
                <a:cubicBezTo>
                  <a:pt x="633032" y="25036"/>
                  <a:pt x="632013" y="25243"/>
                  <a:pt x="630946" y="25243"/>
                </a:cubicBezTo>
                <a:cubicBezTo>
                  <a:pt x="629958" y="25243"/>
                  <a:pt x="629115" y="25116"/>
                  <a:pt x="628414" y="24863"/>
                </a:cubicBezTo>
                <a:cubicBezTo>
                  <a:pt x="627714" y="24610"/>
                  <a:pt x="627137" y="24262"/>
                  <a:pt x="626684" y="23820"/>
                </a:cubicBezTo>
                <a:cubicBezTo>
                  <a:pt x="626230" y="23377"/>
                  <a:pt x="625898" y="22857"/>
                  <a:pt x="625685" y="22259"/>
                </a:cubicBezTo>
                <a:cubicBezTo>
                  <a:pt x="625473" y="21661"/>
                  <a:pt x="625367" y="21011"/>
                  <a:pt x="625367" y="20310"/>
                </a:cubicBezTo>
                <a:cubicBezTo>
                  <a:pt x="625367" y="18574"/>
                  <a:pt x="626012" y="17214"/>
                  <a:pt x="627304" y="16231"/>
                </a:cubicBezTo>
                <a:cubicBezTo>
                  <a:pt x="628595" y="15248"/>
                  <a:pt x="630504" y="14756"/>
                  <a:pt x="633029" y="14756"/>
                </a:cubicBezTo>
                <a:lnTo>
                  <a:pt x="636610" y="14756"/>
                </a:lnTo>
                <a:lnTo>
                  <a:pt x="636610" y="13247"/>
                </a:lnTo>
                <a:cubicBezTo>
                  <a:pt x="636610" y="12228"/>
                  <a:pt x="636283" y="11413"/>
                  <a:pt x="635629" y="10801"/>
                </a:cubicBezTo>
                <a:cubicBezTo>
                  <a:pt x="634975" y="10189"/>
                  <a:pt x="633976" y="9883"/>
                  <a:pt x="632633" y="9883"/>
                </a:cubicBezTo>
                <a:cubicBezTo>
                  <a:pt x="631657" y="9883"/>
                  <a:pt x="630696" y="9994"/>
                  <a:pt x="629749" y="10215"/>
                </a:cubicBezTo>
                <a:cubicBezTo>
                  <a:pt x="628802" y="10436"/>
                  <a:pt x="627823" y="10751"/>
                  <a:pt x="626813" y="11158"/>
                </a:cubicBezTo>
                <a:lnTo>
                  <a:pt x="626813" y="8454"/>
                </a:lnTo>
                <a:cubicBezTo>
                  <a:pt x="627192" y="8314"/>
                  <a:pt x="627614" y="8177"/>
                  <a:pt x="628079" y="8043"/>
                </a:cubicBezTo>
                <a:cubicBezTo>
                  <a:pt x="628544" y="7909"/>
                  <a:pt x="629034" y="7790"/>
                  <a:pt x="629551" y="7685"/>
                </a:cubicBezTo>
                <a:cubicBezTo>
                  <a:pt x="630067" y="7580"/>
                  <a:pt x="630607" y="7495"/>
                  <a:pt x="631169" y="7431"/>
                </a:cubicBezTo>
                <a:cubicBezTo>
                  <a:pt x="631732" y="7367"/>
                  <a:pt x="632300" y="7335"/>
                  <a:pt x="632874" y="7335"/>
                </a:cubicBezTo>
                <a:cubicBezTo>
                  <a:pt x="633919" y="7335"/>
                  <a:pt x="634860" y="7450"/>
                  <a:pt x="635698" y="7680"/>
                </a:cubicBezTo>
                <a:cubicBezTo>
                  <a:pt x="636536" y="7909"/>
                  <a:pt x="637245" y="8259"/>
                  <a:pt x="637824" y="8730"/>
                </a:cubicBezTo>
                <a:cubicBezTo>
                  <a:pt x="638404" y="9200"/>
                  <a:pt x="638849" y="9792"/>
                  <a:pt x="639159" y="10503"/>
                </a:cubicBezTo>
                <a:cubicBezTo>
                  <a:pt x="639469" y="11215"/>
                  <a:pt x="639624" y="12053"/>
                  <a:pt x="639624" y="13017"/>
                </a:cubicBezTo>
                <a:lnTo>
                  <a:pt x="639624" y="24933"/>
                </a:lnTo>
                <a:lnTo>
                  <a:pt x="636938" y="24933"/>
                </a:lnTo>
                <a:moveTo>
                  <a:pt x="636610" y="17046"/>
                </a:moveTo>
                <a:lnTo>
                  <a:pt x="632805" y="17046"/>
                </a:lnTo>
                <a:cubicBezTo>
                  <a:pt x="632059" y="17046"/>
                  <a:pt x="631416" y="17121"/>
                  <a:pt x="630877" y="17271"/>
                </a:cubicBezTo>
                <a:cubicBezTo>
                  <a:pt x="630337" y="17421"/>
                  <a:pt x="629895" y="17634"/>
                  <a:pt x="629551" y="17910"/>
                </a:cubicBezTo>
                <a:cubicBezTo>
                  <a:pt x="629206" y="18186"/>
                  <a:pt x="628951" y="18517"/>
                  <a:pt x="628785" y="18903"/>
                </a:cubicBezTo>
                <a:cubicBezTo>
                  <a:pt x="628618" y="19289"/>
                  <a:pt x="628535" y="19724"/>
                  <a:pt x="628535" y="20207"/>
                </a:cubicBezTo>
                <a:cubicBezTo>
                  <a:pt x="628535" y="20541"/>
                  <a:pt x="628587" y="20861"/>
                  <a:pt x="628690" y="21166"/>
                </a:cubicBezTo>
                <a:cubicBezTo>
                  <a:pt x="628793" y="21471"/>
                  <a:pt x="628960" y="21741"/>
                  <a:pt x="629189" y="21977"/>
                </a:cubicBezTo>
                <a:cubicBezTo>
                  <a:pt x="629419" y="22213"/>
                  <a:pt x="629717" y="22401"/>
                  <a:pt x="630085" y="22539"/>
                </a:cubicBezTo>
                <a:cubicBezTo>
                  <a:pt x="630452" y="22677"/>
                  <a:pt x="630900" y="22746"/>
                  <a:pt x="631428" y="22746"/>
                </a:cubicBezTo>
                <a:cubicBezTo>
                  <a:pt x="632116" y="22746"/>
                  <a:pt x="632906" y="22536"/>
                  <a:pt x="633795" y="22116"/>
                </a:cubicBezTo>
                <a:cubicBezTo>
                  <a:pt x="634685" y="21695"/>
                  <a:pt x="635623" y="21030"/>
                  <a:pt x="636610" y="20121"/>
                </a:cubicBezTo>
                <a:lnTo>
                  <a:pt x="636610" y="17046"/>
                </a:lnTo>
                <a:close/>
                <a:moveTo>
                  <a:pt x="643608" y="16650"/>
                </a:moveTo>
                <a:cubicBezTo>
                  <a:pt x="643608" y="15181"/>
                  <a:pt x="643808" y="13875"/>
                  <a:pt x="644210" y="12733"/>
                </a:cubicBezTo>
                <a:cubicBezTo>
                  <a:pt x="644612" y="11591"/>
                  <a:pt x="645183" y="10627"/>
                  <a:pt x="645923" y="9840"/>
                </a:cubicBezTo>
                <a:cubicBezTo>
                  <a:pt x="646664" y="9054"/>
                  <a:pt x="647553" y="8457"/>
                  <a:pt x="648592" y="8050"/>
                </a:cubicBezTo>
                <a:cubicBezTo>
                  <a:pt x="649631" y="7642"/>
                  <a:pt x="650788" y="7438"/>
                  <a:pt x="652062" y="7438"/>
                </a:cubicBezTo>
                <a:cubicBezTo>
                  <a:pt x="652613" y="7438"/>
                  <a:pt x="653155" y="7473"/>
                  <a:pt x="653689" y="7542"/>
                </a:cubicBezTo>
                <a:cubicBezTo>
                  <a:pt x="654223" y="7611"/>
                  <a:pt x="654748" y="7720"/>
                  <a:pt x="655265" y="7869"/>
                </a:cubicBezTo>
                <a:lnTo>
                  <a:pt x="655265" y="585"/>
                </a:lnTo>
                <a:lnTo>
                  <a:pt x="658278" y="585"/>
                </a:lnTo>
                <a:lnTo>
                  <a:pt x="658278" y="24933"/>
                </a:lnTo>
                <a:lnTo>
                  <a:pt x="655592" y="24933"/>
                </a:lnTo>
                <a:lnTo>
                  <a:pt x="655488" y="21661"/>
                </a:lnTo>
                <a:cubicBezTo>
                  <a:pt x="654650" y="22878"/>
                  <a:pt x="653744" y="23779"/>
                  <a:pt x="652768" y="24364"/>
                </a:cubicBezTo>
                <a:cubicBezTo>
                  <a:pt x="651792" y="24950"/>
                  <a:pt x="650736" y="25243"/>
                  <a:pt x="649600" y="25243"/>
                </a:cubicBezTo>
                <a:cubicBezTo>
                  <a:pt x="648612" y="25243"/>
                  <a:pt x="647743" y="25036"/>
                  <a:pt x="646991" y="24623"/>
                </a:cubicBezTo>
                <a:cubicBezTo>
                  <a:pt x="646239" y="24209"/>
                  <a:pt x="645614" y="23627"/>
                  <a:pt x="645114" y="22875"/>
                </a:cubicBezTo>
                <a:cubicBezTo>
                  <a:pt x="644615" y="22123"/>
                  <a:pt x="644239" y="21219"/>
                  <a:pt x="643986" y="20163"/>
                </a:cubicBezTo>
                <a:cubicBezTo>
                  <a:pt x="643734" y="19107"/>
                  <a:pt x="643608" y="17936"/>
                  <a:pt x="643608" y="16650"/>
                </a:cubicBezTo>
                <a:moveTo>
                  <a:pt x="646672" y="16461"/>
                </a:moveTo>
                <a:cubicBezTo>
                  <a:pt x="646672" y="18550"/>
                  <a:pt x="646980" y="20108"/>
                  <a:pt x="647594" y="21136"/>
                </a:cubicBezTo>
                <a:cubicBezTo>
                  <a:pt x="648208" y="22163"/>
                  <a:pt x="649077" y="22677"/>
                  <a:pt x="650202" y="22677"/>
                </a:cubicBezTo>
                <a:cubicBezTo>
                  <a:pt x="650960" y="22677"/>
                  <a:pt x="651761" y="22338"/>
                  <a:pt x="652604" y="21661"/>
                </a:cubicBezTo>
                <a:cubicBezTo>
                  <a:pt x="653448" y="20984"/>
                  <a:pt x="654335" y="19979"/>
                  <a:pt x="655265" y="18648"/>
                </a:cubicBezTo>
                <a:lnTo>
                  <a:pt x="655265" y="10624"/>
                </a:lnTo>
                <a:cubicBezTo>
                  <a:pt x="654771" y="10394"/>
                  <a:pt x="654226" y="10219"/>
                  <a:pt x="653629" y="10099"/>
                </a:cubicBezTo>
                <a:cubicBezTo>
                  <a:pt x="653032" y="9978"/>
                  <a:pt x="652441" y="9918"/>
                  <a:pt x="651855" y="9918"/>
                </a:cubicBezTo>
                <a:cubicBezTo>
                  <a:pt x="650225" y="9918"/>
                  <a:pt x="648954" y="10446"/>
                  <a:pt x="648041" y="11502"/>
                </a:cubicBezTo>
                <a:cubicBezTo>
                  <a:pt x="647129" y="12558"/>
                  <a:pt x="646672" y="14211"/>
                  <a:pt x="646672" y="16461"/>
                </a:cubicBezTo>
                <a:close/>
                <a:moveTo>
                  <a:pt x="678764" y="15376"/>
                </a:moveTo>
                <a:cubicBezTo>
                  <a:pt x="678764" y="15801"/>
                  <a:pt x="678759" y="16157"/>
                  <a:pt x="678747" y="16444"/>
                </a:cubicBezTo>
                <a:cubicBezTo>
                  <a:pt x="678736" y="16731"/>
                  <a:pt x="678718" y="17001"/>
                  <a:pt x="678695" y="17253"/>
                </a:cubicBezTo>
                <a:lnTo>
                  <a:pt x="666556" y="17253"/>
                </a:lnTo>
                <a:cubicBezTo>
                  <a:pt x="666556" y="19021"/>
                  <a:pt x="667050" y="20378"/>
                  <a:pt x="668037" y="21325"/>
                </a:cubicBezTo>
                <a:cubicBezTo>
                  <a:pt x="669024" y="22272"/>
                  <a:pt x="670448" y="22746"/>
                  <a:pt x="672307" y="22746"/>
                </a:cubicBezTo>
                <a:cubicBezTo>
                  <a:pt x="672812" y="22746"/>
                  <a:pt x="673318" y="22725"/>
                  <a:pt x="673823" y="22684"/>
                </a:cubicBezTo>
                <a:cubicBezTo>
                  <a:pt x="674328" y="22643"/>
                  <a:pt x="674816" y="22587"/>
                  <a:pt x="675286" y="22517"/>
                </a:cubicBezTo>
                <a:cubicBezTo>
                  <a:pt x="675757" y="22446"/>
                  <a:pt x="676207" y="22367"/>
                  <a:pt x="676638" y="22279"/>
                </a:cubicBezTo>
                <a:cubicBezTo>
                  <a:pt x="677068" y="22191"/>
                  <a:pt x="677467" y="22094"/>
                  <a:pt x="677835" y="21988"/>
                </a:cubicBezTo>
                <a:lnTo>
                  <a:pt x="677835" y="24450"/>
                </a:lnTo>
                <a:cubicBezTo>
                  <a:pt x="677020" y="24685"/>
                  <a:pt x="676098" y="24876"/>
                  <a:pt x="675071" y="25022"/>
                </a:cubicBezTo>
                <a:cubicBezTo>
                  <a:pt x="674044" y="25169"/>
                  <a:pt x="672979" y="25243"/>
                  <a:pt x="671877" y="25243"/>
                </a:cubicBezTo>
                <a:cubicBezTo>
                  <a:pt x="670396" y="25243"/>
                  <a:pt x="669122" y="25042"/>
                  <a:pt x="668054" y="24640"/>
                </a:cubicBezTo>
                <a:cubicBezTo>
                  <a:pt x="666987" y="24238"/>
                  <a:pt x="666112" y="23656"/>
                  <a:pt x="665429" y="22892"/>
                </a:cubicBezTo>
                <a:cubicBezTo>
                  <a:pt x="664746" y="22129"/>
                  <a:pt x="664240" y="21193"/>
                  <a:pt x="663913" y="20086"/>
                </a:cubicBezTo>
                <a:cubicBezTo>
                  <a:pt x="663586" y="18978"/>
                  <a:pt x="663423" y="17724"/>
                  <a:pt x="663423" y="16323"/>
                </a:cubicBezTo>
                <a:cubicBezTo>
                  <a:pt x="663423" y="15106"/>
                  <a:pt x="663598" y="13956"/>
                  <a:pt x="663948" y="12871"/>
                </a:cubicBezTo>
                <a:cubicBezTo>
                  <a:pt x="664298" y="11786"/>
                  <a:pt x="664809" y="10833"/>
                  <a:pt x="665480" y="10013"/>
                </a:cubicBezTo>
                <a:cubicBezTo>
                  <a:pt x="666152" y="9192"/>
                  <a:pt x="666975" y="8540"/>
                  <a:pt x="667951" y="8058"/>
                </a:cubicBezTo>
                <a:cubicBezTo>
                  <a:pt x="668927" y="7576"/>
                  <a:pt x="670035" y="7335"/>
                  <a:pt x="671274" y="7335"/>
                </a:cubicBezTo>
                <a:cubicBezTo>
                  <a:pt x="672480" y="7335"/>
                  <a:pt x="673547" y="7525"/>
                  <a:pt x="674477" y="7903"/>
                </a:cubicBezTo>
                <a:cubicBezTo>
                  <a:pt x="675407" y="8282"/>
                  <a:pt x="676190" y="8819"/>
                  <a:pt x="676827" y="9513"/>
                </a:cubicBezTo>
                <a:cubicBezTo>
                  <a:pt x="677464" y="10208"/>
                  <a:pt x="677946" y="11051"/>
                  <a:pt x="678274" y="12044"/>
                </a:cubicBezTo>
                <a:cubicBezTo>
                  <a:pt x="678601" y="13037"/>
                  <a:pt x="678764" y="14148"/>
                  <a:pt x="678764" y="15376"/>
                </a:cubicBezTo>
                <a:moveTo>
                  <a:pt x="675648" y="14946"/>
                </a:moveTo>
                <a:cubicBezTo>
                  <a:pt x="675682" y="14177"/>
                  <a:pt x="675608" y="13474"/>
                  <a:pt x="675424" y="12836"/>
                </a:cubicBezTo>
                <a:cubicBezTo>
                  <a:pt x="675240" y="12199"/>
                  <a:pt x="674956" y="11651"/>
                  <a:pt x="674572" y="11192"/>
                </a:cubicBezTo>
                <a:cubicBezTo>
                  <a:pt x="674187" y="10733"/>
                  <a:pt x="673708" y="10374"/>
                  <a:pt x="673134" y="10116"/>
                </a:cubicBezTo>
                <a:cubicBezTo>
                  <a:pt x="672560" y="9858"/>
                  <a:pt x="671894" y="9729"/>
                  <a:pt x="671137" y="9729"/>
                </a:cubicBezTo>
                <a:cubicBezTo>
                  <a:pt x="670482" y="9729"/>
                  <a:pt x="669885" y="9855"/>
                  <a:pt x="669346" y="10107"/>
                </a:cubicBezTo>
                <a:cubicBezTo>
                  <a:pt x="668806" y="10360"/>
                  <a:pt x="668341" y="10716"/>
                  <a:pt x="667951" y="11175"/>
                </a:cubicBezTo>
                <a:cubicBezTo>
                  <a:pt x="667561" y="11634"/>
                  <a:pt x="667245" y="12185"/>
                  <a:pt x="667004" y="12828"/>
                </a:cubicBezTo>
                <a:cubicBezTo>
                  <a:pt x="666763" y="13471"/>
                  <a:pt x="666614" y="14177"/>
                  <a:pt x="666556" y="14946"/>
                </a:cubicBezTo>
                <a:lnTo>
                  <a:pt x="675648" y="14946"/>
                </a:lnTo>
                <a:close/>
                <a:moveTo>
                  <a:pt x="684546" y="7645"/>
                </a:moveTo>
                <a:lnTo>
                  <a:pt x="687284" y="7645"/>
                </a:lnTo>
                <a:lnTo>
                  <a:pt x="687370" y="10822"/>
                </a:lnTo>
                <a:cubicBezTo>
                  <a:pt x="688392" y="9597"/>
                  <a:pt x="689399" y="8710"/>
                  <a:pt x="690392" y="8160"/>
                </a:cubicBezTo>
                <a:cubicBezTo>
                  <a:pt x="691385" y="7610"/>
                  <a:pt x="692386" y="7335"/>
                  <a:pt x="693396" y="7335"/>
                </a:cubicBezTo>
                <a:cubicBezTo>
                  <a:pt x="695187" y="7335"/>
                  <a:pt x="696545" y="7913"/>
                  <a:pt x="697469" y="9070"/>
                </a:cubicBezTo>
                <a:cubicBezTo>
                  <a:pt x="698393" y="10226"/>
                  <a:pt x="698820" y="11944"/>
                  <a:pt x="698751" y="14223"/>
                </a:cubicBezTo>
                <a:lnTo>
                  <a:pt x="695721" y="14223"/>
                </a:lnTo>
                <a:cubicBezTo>
                  <a:pt x="695755" y="12713"/>
                  <a:pt x="695534" y="11619"/>
                  <a:pt x="695058" y="10939"/>
                </a:cubicBezTo>
                <a:cubicBezTo>
                  <a:pt x="694582" y="10258"/>
                  <a:pt x="693884" y="9918"/>
                  <a:pt x="692966" y="9918"/>
                </a:cubicBezTo>
                <a:cubicBezTo>
                  <a:pt x="692564" y="9918"/>
                  <a:pt x="692160" y="9989"/>
                  <a:pt x="691752" y="10133"/>
                </a:cubicBezTo>
                <a:cubicBezTo>
                  <a:pt x="691345" y="10275"/>
                  <a:pt x="690926" y="10504"/>
                  <a:pt x="690495" y="10818"/>
                </a:cubicBezTo>
                <a:cubicBezTo>
                  <a:pt x="690065" y="11132"/>
                  <a:pt x="689608" y="11535"/>
                  <a:pt x="689126" y="12027"/>
                </a:cubicBezTo>
                <a:cubicBezTo>
                  <a:pt x="688644" y="12519"/>
                  <a:pt x="688127" y="13113"/>
                  <a:pt x="687576" y="13810"/>
                </a:cubicBezTo>
                <a:lnTo>
                  <a:pt x="687576" y="24933"/>
                </a:lnTo>
                <a:lnTo>
                  <a:pt x="684546" y="24933"/>
                </a:lnTo>
                <a:lnTo>
                  <a:pt x="684546" y="7645"/>
                </a:lnTo>
                <a:close/>
                <a:moveTo>
                  <a:pt x="717929" y="18832"/>
                </a:moveTo>
                <a:cubicBezTo>
                  <a:pt x="717929" y="19901"/>
                  <a:pt x="717711" y="20837"/>
                  <a:pt x="717275" y="21641"/>
                </a:cubicBezTo>
                <a:cubicBezTo>
                  <a:pt x="716839" y="22445"/>
                  <a:pt x="716230" y="23115"/>
                  <a:pt x="715450" y="23649"/>
                </a:cubicBezTo>
                <a:cubicBezTo>
                  <a:pt x="714669" y="24183"/>
                  <a:pt x="713731" y="24582"/>
                  <a:pt x="712635" y="24846"/>
                </a:cubicBezTo>
                <a:cubicBezTo>
                  <a:pt x="711538" y="25111"/>
                  <a:pt x="710330" y="25243"/>
                  <a:pt x="709010" y="25243"/>
                </a:cubicBezTo>
                <a:cubicBezTo>
                  <a:pt x="708413" y="25243"/>
                  <a:pt x="707819" y="25220"/>
                  <a:pt x="707228" y="25174"/>
                </a:cubicBezTo>
                <a:cubicBezTo>
                  <a:pt x="706637" y="25128"/>
                  <a:pt x="706069" y="25070"/>
                  <a:pt x="705523" y="25001"/>
                </a:cubicBezTo>
                <a:cubicBezTo>
                  <a:pt x="704978" y="24933"/>
                  <a:pt x="704464" y="24852"/>
                  <a:pt x="703982" y="24760"/>
                </a:cubicBezTo>
                <a:cubicBezTo>
                  <a:pt x="703500" y="24669"/>
                  <a:pt x="703064" y="24571"/>
                  <a:pt x="702674" y="24468"/>
                </a:cubicBezTo>
                <a:lnTo>
                  <a:pt x="702674" y="21506"/>
                </a:lnTo>
                <a:cubicBezTo>
                  <a:pt x="703535" y="21827"/>
                  <a:pt x="704502" y="22080"/>
                  <a:pt x="705575" y="22264"/>
                </a:cubicBezTo>
                <a:cubicBezTo>
                  <a:pt x="706648" y="22447"/>
                  <a:pt x="707868" y="22539"/>
                  <a:pt x="709234" y="22539"/>
                </a:cubicBezTo>
                <a:cubicBezTo>
                  <a:pt x="710221" y="22539"/>
                  <a:pt x="711062" y="22462"/>
                  <a:pt x="711756" y="22307"/>
                </a:cubicBezTo>
                <a:cubicBezTo>
                  <a:pt x="712451" y="22151"/>
                  <a:pt x="713019" y="21921"/>
                  <a:pt x="713461" y="21617"/>
                </a:cubicBezTo>
                <a:cubicBezTo>
                  <a:pt x="713903" y="21312"/>
                  <a:pt x="714224" y="20941"/>
                  <a:pt x="714425" y="20505"/>
                </a:cubicBezTo>
                <a:cubicBezTo>
                  <a:pt x="714626" y="20068"/>
                  <a:pt x="714727" y="19568"/>
                  <a:pt x="714727" y="19005"/>
                </a:cubicBezTo>
                <a:cubicBezTo>
                  <a:pt x="714727" y="18396"/>
                  <a:pt x="714557" y="17876"/>
                  <a:pt x="714219" y="17445"/>
                </a:cubicBezTo>
                <a:cubicBezTo>
                  <a:pt x="713880" y="17014"/>
                  <a:pt x="713435" y="16630"/>
                  <a:pt x="712884" y="16291"/>
                </a:cubicBezTo>
                <a:cubicBezTo>
                  <a:pt x="712333" y="15952"/>
                  <a:pt x="711705" y="15642"/>
                  <a:pt x="710999" y="15360"/>
                </a:cubicBezTo>
                <a:cubicBezTo>
                  <a:pt x="710293" y="15079"/>
                  <a:pt x="709573" y="14788"/>
                  <a:pt x="708838" y="14490"/>
                </a:cubicBezTo>
                <a:cubicBezTo>
                  <a:pt x="708103" y="14191"/>
                  <a:pt x="707383" y="13867"/>
                  <a:pt x="706677" y="13517"/>
                </a:cubicBezTo>
                <a:cubicBezTo>
                  <a:pt x="705971" y="13166"/>
                  <a:pt x="705343" y="12753"/>
                  <a:pt x="704792" y="12276"/>
                </a:cubicBezTo>
                <a:cubicBezTo>
                  <a:pt x="704241" y="11799"/>
                  <a:pt x="703796" y="11239"/>
                  <a:pt x="703457" y="10596"/>
                </a:cubicBezTo>
                <a:cubicBezTo>
                  <a:pt x="703118" y="9952"/>
                  <a:pt x="702949" y="9188"/>
                  <a:pt x="702949" y="8304"/>
                </a:cubicBezTo>
                <a:cubicBezTo>
                  <a:pt x="702949" y="7534"/>
                  <a:pt x="703110" y="6776"/>
                  <a:pt x="703431" y="6030"/>
                </a:cubicBezTo>
                <a:cubicBezTo>
                  <a:pt x="703753" y="5283"/>
                  <a:pt x="704252" y="4619"/>
                  <a:pt x="704929" y="4039"/>
                </a:cubicBezTo>
                <a:cubicBezTo>
                  <a:pt x="705607" y="3459"/>
                  <a:pt x="706476" y="2991"/>
                  <a:pt x="707538" y="2635"/>
                </a:cubicBezTo>
                <a:cubicBezTo>
                  <a:pt x="708600" y="2279"/>
                  <a:pt x="709865" y="2101"/>
                  <a:pt x="711335" y="2101"/>
                </a:cubicBezTo>
                <a:cubicBezTo>
                  <a:pt x="711713" y="2101"/>
                  <a:pt x="712124" y="2118"/>
                  <a:pt x="712566" y="2152"/>
                </a:cubicBezTo>
                <a:cubicBezTo>
                  <a:pt x="713008" y="2187"/>
                  <a:pt x="713455" y="2236"/>
                  <a:pt x="713909" y="2299"/>
                </a:cubicBezTo>
                <a:cubicBezTo>
                  <a:pt x="714362" y="2362"/>
                  <a:pt x="714810" y="2434"/>
                  <a:pt x="715252" y="2514"/>
                </a:cubicBezTo>
                <a:cubicBezTo>
                  <a:pt x="715694" y="2594"/>
                  <a:pt x="716104" y="2680"/>
                  <a:pt x="716483" y="2772"/>
                </a:cubicBezTo>
                <a:lnTo>
                  <a:pt x="716483" y="5527"/>
                </a:lnTo>
                <a:cubicBezTo>
                  <a:pt x="715599" y="5275"/>
                  <a:pt x="714715" y="5082"/>
                  <a:pt x="713831" y="4950"/>
                </a:cubicBezTo>
                <a:cubicBezTo>
                  <a:pt x="712947" y="4818"/>
                  <a:pt x="712092" y="4752"/>
                  <a:pt x="711266" y="4752"/>
                </a:cubicBezTo>
                <a:cubicBezTo>
                  <a:pt x="709509" y="4752"/>
                  <a:pt x="708218" y="5045"/>
                  <a:pt x="707392" y="5632"/>
                </a:cubicBezTo>
                <a:cubicBezTo>
                  <a:pt x="706565" y="6218"/>
                  <a:pt x="706152" y="7005"/>
                  <a:pt x="706152" y="7994"/>
                </a:cubicBezTo>
                <a:cubicBezTo>
                  <a:pt x="706152" y="8603"/>
                  <a:pt x="706321" y="9125"/>
                  <a:pt x="706660" y="9562"/>
                </a:cubicBezTo>
                <a:cubicBezTo>
                  <a:pt x="706998" y="9998"/>
                  <a:pt x="707443" y="10389"/>
                  <a:pt x="707994" y="10734"/>
                </a:cubicBezTo>
                <a:cubicBezTo>
                  <a:pt x="708545" y="11078"/>
                  <a:pt x="709174" y="11392"/>
                  <a:pt x="709880" y="11673"/>
                </a:cubicBezTo>
                <a:cubicBezTo>
                  <a:pt x="710586" y="11954"/>
                  <a:pt x="711306" y="12244"/>
                  <a:pt x="712041" y="12543"/>
                </a:cubicBezTo>
                <a:cubicBezTo>
                  <a:pt x="712775" y="12842"/>
                  <a:pt x="713496" y="13169"/>
                  <a:pt x="714202" y="13525"/>
                </a:cubicBezTo>
                <a:cubicBezTo>
                  <a:pt x="714907" y="13881"/>
                  <a:pt x="715536" y="14303"/>
                  <a:pt x="716087" y="14791"/>
                </a:cubicBezTo>
                <a:cubicBezTo>
                  <a:pt x="716638" y="15280"/>
                  <a:pt x="717083" y="15851"/>
                  <a:pt x="717421" y="16506"/>
                </a:cubicBezTo>
                <a:cubicBezTo>
                  <a:pt x="717760" y="17161"/>
                  <a:pt x="717929" y="17936"/>
                  <a:pt x="717929" y="18832"/>
                </a:cubicBezTo>
                <a:close/>
                <a:moveTo>
                  <a:pt x="736773" y="15376"/>
                </a:moveTo>
                <a:cubicBezTo>
                  <a:pt x="736773" y="15801"/>
                  <a:pt x="736767" y="16157"/>
                  <a:pt x="736756" y="16444"/>
                </a:cubicBezTo>
                <a:cubicBezTo>
                  <a:pt x="736744" y="16731"/>
                  <a:pt x="736727" y="17001"/>
                  <a:pt x="736704" y="17253"/>
                </a:cubicBezTo>
                <a:lnTo>
                  <a:pt x="724565" y="17253"/>
                </a:lnTo>
                <a:cubicBezTo>
                  <a:pt x="724565" y="19021"/>
                  <a:pt x="725059" y="20378"/>
                  <a:pt x="726046" y="21325"/>
                </a:cubicBezTo>
                <a:cubicBezTo>
                  <a:pt x="727033" y="22272"/>
                  <a:pt x="728456" y="22746"/>
                  <a:pt x="730316" y="22746"/>
                </a:cubicBezTo>
                <a:cubicBezTo>
                  <a:pt x="730821" y="22746"/>
                  <a:pt x="731326" y="22725"/>
                  <a:pt x="731831" y="22684"/>
                </a:cubicBezTo>
                <a:cubicBezTo>
                  <a:pt x="732336" y="22643"/>
                  <a:pt x="732824" y="22587"/>
                  <a:pt x="733295" y="22517"/>
                </a:cubicBezTo>
                <a:cubicBezTo>
                  <a:pt x="733766" y="22446"/>
                  <a:pt x="734216" y="22367"/>
                  <a:pt x="734647" y="22279"/>
                </a:cubicBezTo>
                <a:cubicBezTo>
                  <a:pt x="735077" y="22191"/>
                  <a:pt x="735476" y="22094"/>
                  <a:pt x="735843" y="21988"/>
                </a:cubicBezTo>
                <a:lnTo>
                  <a:pt x="735843" y="24450"/>
                </a:lnTo>
                <a:cubicBezTo>
                  <a:pt x="735028" y="24685"/>
                  <a:pt x="734107" y="24876"/>
                  <a:pt x="733080" y="25022"/>
                </a:cubicBezTo>
                <a:cubicBezTo>
                  <a:pt x="732052" y="25169"/>
                  <a:pt x="730988" y="25243"/>
                  <a:pt x="729886" y="25243"/>
                </a:cubicBezTo>
                <a:cubicBezTo>
                  <a:pt x="728405" y="25243"/>
                  <a:pt x="727131" y="25042"/>
                  <a:pt x="726063" y="24640"/>
                </a:cubicBezTo>
                <a:cubicBezTo>
                  <a:pt x="724996" y="24238"/>
                  <a:pt x="724120" y="23656"/>
                  <a:pt x="723437" y="22892"/>
                </a:cubicBezTo>
                <a:cubicBezTo>
                  <a:pt x="722754" y="22129"/>
                  <a:pt x="722249" y="21193"/>
                  <a:pt x="721922" y="20086"/>
                </a:cubicBezTo>
                <a:cubicBezTo>
                  <a:pt x="721595" y="18978"/>
                  <a:pt x="721431" y="17724"/>
                  <a:pt x="721431" y="16323"/>
                </a:cubicBezTo>
                <a:cubicBezTo>
                  <a:pt x="721431" y="15106"/>
                  <a:pt x="721606" y="13956"/>
                  <a:pt x="721956" y="12871"/>
                </a:cubicBezTo>
                <a:cubicBezTo>
                  <a:pt x="722307" y="11786"/>
                  <a:pt x="722817" y="10833"/>
                  <a:pt x="723489" y="10013"/>
                </a:cubicBezTo>
                <a:cubicBezTo>
                  <a:pt x="724160" y="9192"/>
                  <a:pt x="724984" y="8540"/>
                  <a:pt x="725960" y="8058"/>
                </a:cubicBezTo>
                <a:cubicBezTo>
                  <a:pt x="726936" y="7576"/>
                  <a:pt x="728043" y="7335"/>
                  <a:pt x="729283" y="7335"/>
                </a:cubicBezTo>
                <a:cubicBezTo>
                  <a:pt x="730488" y="7335"/>
                  <a:pt x="731556" y="7525"/>
                  <a:pt x="732486" y="7903"/>
                </a:cubicBezTo>
                <a:cubicBezTo>
                  <a:pt x="733415" y="8282"/>
                  <a:pt x="734199" y="8819"/>
                  <a:pt x="734836" y="9513"/>
                </a:cubicBezTo>
                <a:cubicBezTo>
                  <a:pt x="735473" y="10208"/>
                  <a:pt x="735955" y="11051"/>
                  <a:pt x="736282" y="12044"/>
                </a:cubicBezTo>
                <a:cubicBezTo>
                  <a:pt x="736610" y="13037"/>
                  <a:pt x="736773" y="14148"/>
                  <a:pt x="736773" y="15376"/>
                </a:cubicBezTo>
                <a:moveTo>
                  <a:pt x="733657" y="14946"/>
                </a:moveTo>
                <a:cubicBezTo>
                  <a:pt x="733691" y="14177"/>
                  <a:pt x="733616" y="13474"/>
                  <a:pt x="733433" y="12836"/>
                </a:cubicBezTo>
                <a:cubicBezTo>
                  <a:pt x="733249" y="12199"/>
                  <a:pt x="732965" y="11651"/>
                  <a:pt x="732580" y="11192"/>
                </a:cubicBezTo>
                <a:cubicBezTo>
                  <a:pt x="732196" y="10733"/>
                  <a:pt x="731717" y="10374"/>
                  <a:pt x="731143" y="10116"/>
                </a:cubicBezTo>
                <a:cubicBezTo>
                  <a:pt x="730569" y="9858"/>
                  <a:pt x="729903" y="9729"/>
                  <a:pt x="729145" y="9729"/>
                </a:cubicBezTo>
                <a:cubicBezTo>
                  <a:pt x="728491" y="9729"/>
                  <a:pt x="727894" y="9855"/>
                  <a:pt x="727355" y="10107"/>
                </a:cubicBezTo>
                <a:cubicBezTo>
                  <a:pt x="726815" y="10360"/>
                  <a:pt x="726350" y="10716"/>
                  <a:pt x="725960" y="11175"/>
                </a:cubicBezTo>
                <a:cubicBezTo>
                  <a:pt x="725570" y="11634"/>
                  <a:pt x="725254" y="12185"/>
                  <a:pt x="725013" y="12828"/>
                </a:cubicBezTo>
                <a:cubicBezTo>
                  <a:pt x="724772" y="13471"/>
                  <a:pt x="724622" y="14177"/>
                  <a:pt x="724565" y="14946"/>
                </a:cubicBezTo>
                <a:lnTo>
                  <a:pt x="733657" y="14946"/>
                </a:lnTo>
                <a:close/>
                <a:moveTo>
                  <a:pt x="747738" y="3048"/>
                </a:moveTo>
                <a:lnTo>
                  <a:pt x="742624" y="3048"/>
                </a:lnTo>
                <a:lnTo>
                  <a:pt x="742624" y="585"/>
                </a:lnTo>
                <a:lnTo>
                  <a:pt x="750768" y="585"/>
                </a:lnTo>
                <a:lnTo>
                  <a:pt x="750768" y="22436"/>
                </a:lnTo>
                <a:lnTo>
                  <a:pt x="755916" y="22436"/>
                </a:lnTo>
                <a:lnTo>
                  <a:pt x="755916" y="24933"/>
                </a:lnTo>
                <a:lnTo>
                  <a:pt x="742055" y="24933"/>
                </a:lnTo>
                <a:lnTo>
                  <a:pt x="742055" y="22436"/>
                </a:lnTo>
                <a:lnTo>
                  <a:pt x="747738" y="22436"/>
                </a:lnTo>
                <a:lnTo>
                  <a:pt x="747738" y="3048"/>
                </a:lnTo>
                <a:close/>
                <a:moveTo>
                  <a:pt x="776127" y="15376"/>
                </a:moveTo>
                <a:cubicBezTo>
                  <a:pt x="776127" y="15801"/>
                  <a:pt x="776122" y="16157"/>
                  <a:pt x="776110" y="16444"/>
                </a:cubicBezTo>
                <a:cubicBezTo>
                  <a:pt x="776099" y="16731"/>
                  <a:pt x="776082" y="17001"/>
                  <a:pt x="776059" y="17253"/>
                </a:cubicBezTo>
                <a:lnTo>
                  <a:pt x="763919" y="17253"/>
                </a:lnTo>
                <a:cubicBezTo>
                  <a:pt x="763919" y="19021"/>
                  <a:pt x="764413" y="20378"/>
                  <a:pt x="765400" y="21325"/>
                </a:cubicBezTo>
                <a:cubicBezTo>
                  <a:pt x="766387" y="22272"/>
                  <a:pt x="767811" y="22746"/>
                  <a:pt x="769670" y="22746"/>
                </a:cubicBezTo>
                <a:cubicBezTo>
                  <a:pt x="770176" y="22746"/>
                  <a:pt x="770681" y="22725"/>
                  <a:pt x="771186" y="22684"/>
                </a:cubicBezTo>
                <a:cubicBezTo>
                  <a:pt x="771691" y="22643"/>
                  <a:pt x="772179" y="22587"/>
                  <a:pt x="772649" y="22517"/>
                </a:cubicBezTo>
                <a:cubicBezTo>
                  <a:pt x="773120" y="22446"/>
                  <a:pt x="773570" y="22367"/>
                  <a:pt x="774001" y="22279"/>
                </a:cubicBezTo>
                <a:cubicBezTo>
                  <a:pt x="774431" y="22191"/>
                  <a:pt x="774830" y="22094"/>
                  <a:pt x="775198" y="21988"/>
                </a:cubicBezTo>
                <a:lnTo>
                  <a:pt x="775198" y="24450"/>
                </a:lnTo>
                <a:cubicBezTo>
                  <a:pt x="774383" y="24685"/>
                  <a:pt x="773461" y="24876"/>
                  <a:pt x="772434" y="25022"/>
                </a:cubicBezTo>
                <a:cubicBezTo>
                  <a:pt x="771407" y="25169"/>
                  <a:pt x="770342" y="25243"/>
                  <a:pt x="769240" y="25243"/>
                </a:cubicBezTo>
                <a:cubicBezTo>
                  <a:pt x="767759" y="25243"/>
                  <a:pt x="766485" y="25042"/>
                  <a:pt x="765417" y="24640"/>
                </a:cubicBezTo>
                <a:cubicBezTo>
                  <a:pt x="764350" y="24238"/>
                  <a:pt x="763475" y="23656"/>
                  <a:pt x="762792" y="22892"/>
                </a:cubicBezTo>
                <a:cubicBezTo>
                  <a:pt x="762109" y="22129"/>
                  <a:pt x="761604" y="21193"/>
                  <a:pt x="761276" y="20086"/>
                </a:cubicBezTo>
                <a:cubicBezTo>
                  <a:pt x="760949" y="18978"/>
                  <a:pt x="760786" y="17724"/>
                  <a:pt x="760786" y="16323"/>
                </a:cubicBezTo>
                <a:cubicBezTo>
                  <a:pt x="760786" y="15106"/>
                  <a:pt x="760961" y="13956"/>
                  <a:pt x="761311" y="12871"/>
                </a:cubicBezTo>
                <a:cubicBezTo>
                  <a:pt x="761661" y="11786"/>
                  <a:pt x="762172" y="10833"/>
                  <a:pt x="762843" y="10013"/>
                </a:cubicBezTo>
                <a:cubicBezTo>
                  <a:pt x="763515" y="9192"/>
                  <a:pt x="764338" y="8540"/>
                  <a:pt x="765314" y="8058"/>
                </a:cubicBezTo>
                <a:cubicBezTo>
                  <a:pt x="766290" y="7576"/>
                  <a:pt x="767398" y="7335"/>
                  <a:pt x="768637" y="7335"/>
                </a:cubicBezTo>
                <a:cubicBezTo>
                  <a:pt x="769843" y="7335"/>
                  <a:pt x="770910" y="7525"/>
                  <a:pt x="771840" y="7903"/>
                </a:cubicBezTo>
                <a:cubicBezTo>
                  <a:pt x="772770" y="8282"/>
                  <a:pt x="773553" y="8819"/>
                  <a:pt x="774190" y="9513"/>
                </a:cubicBezTo>
                <a:cubicBezTo>
                  <a:pt x="774827" y="10208"/>
                  <a:pt x="775310" y="11051"/>
                  <a:pt x="775637" y="12044"/>
                </a:cubicBezTo>
                <a:cubicBezTo>
                  <a:pt x="775964" y="13037"/>
                  <a:pt x="776127" y="14148"/>
                  <a:pt x="776127" y="15376"/>
                </a:cubicBezTo>
                <a:moveTo>
                  <a:pt x="773011" y="14946"/>
                </a:moveTo>
                <a:cubicBezTo>
                  <a:pt x="773045" y="14177"/>
                  <a:pt x="772971" y="13474"/>
                  <a:pt x="772787" y="12836"/>
                </a:cubicBezTo>
                <a:cubicBezTo>
                  <a:pt x="772603" y="12199"/>
                  <a:pt x="772319" y="11651"/>
                  <a:pt x="771935" y="11192"/>
                </a:cubicBezTo>
                <a:cubicBezTo>
                  <a:pt x="771550" y="10733"/>
                  <a:pt x="771071" y="10374"/>
                  <a:pt x="770497" y="10116"/>
                </a:cubicBezTo>
                <a:cubicBezTo>
                  <a:pt x="769923" y="9858"/>
                  <a:pt x="769257" y="9729"/>
                  <a:pt x="768500" y="9729"/>
                </a:cubicBezTo>
                <a:cubicBezTo>
                  <a:pt x="767845" y="9729"/>
                  <a:pt x="767248" y="9855"/>
                  <a:pt x="766709" y="10107"/>
                </a:cubicBezTo>
                <a:cubicBezTo>
                  <a:pt x="766169" y="10360"/>
                  <a:pt x="765704" y="10716"/>
                  <a:pt x="765314" y="11175"/>
                </a:cubicBezTo>
                <a:cubicBezTo>
                  <a:pt x="764924" y="11634"/>
                  <a:pt x="764608" y="12185"/>
                  <a:pt x="764367" y="12828"/>
                </a:cubicBezTo>
                <a:cubicBezTo>
                  <a:pt x="764126" y="13471"/>
                  <a:pt x="763977" y="14177"/>
                  <a:pt x="763919" y="14946"/>
                </a:cubicBezTo>
                <a:lnTo>
                  <a:pt x="773011" y="14946"/>
                </a:lnTo>
                <a:close/>
                <a:moveTo>
                  <a:pt x="794634" y="24295"/>
                </a:moveTo>
                <a:cubicBezTo>
                  <a:pt x="793853" y="24594"/>
                  <a:pt x="793053" y="24815"/>
                  <a:pt x="792232" y="24958"/>
                </a:cubicBezTo>
                <a:cubicBezTo>
                  <a:pt x="791411" y="25102"/>
                  <a:pt x="790565" y="25174"/>
                  <a:pt x="789692" y="25174"/>
                </a:cubicBezTo>
                <a:cubicBezTo>
                  <a:pt x="786960" y="25174"/>
                  <a:pt x="784857" y="24433"/>
                  <a:pt x="783382" y="22952"/>
                </a:cubicBezTo>
                <a:cubicBezTo>
                  <a:pt x="781906" y="21472"/>
                  <a:pt x="781169" y="19308"/>
                  <a:pt x="781169" y="16461"/>
                </a:cubicBezTo>
                <a:cubicBezTo>
                  <a:pt x="781169" y="15095"/>
                  <a:pt x="781381" y="13855"/>
                  <a:pt x="781806" y="12742"/>
                </a:cubicBezTo>
                <a:cubicBezTo>
                  <a:pt x="782231" y="11628"/>
                  <a:pt x="782828" y="10676"/>
                  <a:pt x="783597" y="9883"/>
                </a:cubicBezTo>
                <a:cubicBezTo>
                  <a:pt x="784366" y="9091"/>
                  <a:pt x="785284" y="8480"/>
                  <a:pt x="786352" y="8050"/>
                </a:cubicBezTo>
                <a:cubicBezTo>
                  <a:pt x="787419" y="7619"/>
                  <a:pt x="788596" y="7404"/>
                  <a:pt x="789882" y="7404"/>
                </a:cubicBezTo>
                <a:cubicBezTo>
                  <a:pt x="790777" y="7404"/>
                  <a:pt x="791615" y="7469"/>
                  <a:pt x="792395" y="7598"/>
                </a:cubicBezTo>
                <a:cubicBezTo>
                  <a:pt x="793176" y="7727"/>
                  <a:pt x="793922" y="7937"/>
                  <a:pt x="794634" y="8231"/>
                </a:cubicBezTo>
                <a:lnTo>
                  <a:pt x="794634" y="11089"/>
                </a:lnTo>
                <a:cubicBezTo>
                  <a:pt x="793888" y="10692"/>
                  <a:pt x="793127" y="10404"/>
                  <a:pt x="792352" y="10224"/>
                </a:cubicBezTo>
                <a:cubicBezTo>
                  <a:pt x="791578" y="10043"/>
                  <a:pt x="790777" y="9952"/>
                  <a:pt x="789950" y="9952"/>
                </a:cubicBezTo>
                <a:cubicBezTo>
                  <a:pt x="789181" y="9952"/>
                  <a:pt x="788455" y="10099"/>
                  <a:pt x="787772" y="10391"/>
                </a:cubicBezTo>
                <a:cubicBezTo>
                  <a:pt x="787089" y="10684"/>
                  <a:pt x="786489" y="11106"/>
                  <a:pt x="785973" y="11657"/>
                </a:cubicBezTo>
                <a:cubicBezTo>
                  <a:pt x="785456" y="12208"/>
                  <a:pt x="785049" y="12880"/>
                  <a:pt x="784750" y="13672"/>
                </a:cubicBezTo>
                <a:cubicBezTo>
                  <a:pt x="784452" y="14464"/>
                  <a:pt x="784303" y="15359"/>
                  <a:pt x="784303" y="16358"/>
                </a:cubicBezTo>
                <a:cubicBezTo>
                  <a:pt x="784303" y="18447"/>
                  <a:pt x="784811" y="20011"/>
                  <a:pt x="785827" y="21050"/>
                </a:cubicBezTo>
                <a:cubicBezTo>
                  <a:pt x="786842" y="22089"/>
                  <a:pt x="788252" y="22608"/>
                  <a:pt x="790054" y="22608"/>
                </a:cubicBezTo>
                <a:cubicBezTo>
                  <a:pt x="790869" y="22608"/>
                  <a:pt x="791658" y="22516"/>
                  <a:pt x="792421" y="22333"/>
                </a:cubicBezTo>
                <a:cubicBezTo>
                  <a:pt x="793185" y="22149"/>
                  <a:pt x="793922" y="21873"/>
                  <a:pt x="794634" y="21506"/>
                </a:cubicBezTo>
                <a:lnTo>
                  <a:pt x="794634" y="24295"/>
                </a:lnTo>
                <a:close/>
                <a:moveTo>
                  <a:pt x="813787" y="24674"/>
                </a:moveTo>
                <a:cubicBezTo>
                  <a:pt x="813110" y="24853"/>
                  <a:pt x="812410" y="24980"/>
                  <a:pt x="811687" y="25057"/>
                </a:cubicBezTo>
                <a:cubicBezTo>
                  <a:pt x="810963" y="25135"/>
                  <a:pt x="810229" y="25174"/>
                  <a:pt x="809483" y="25174"/>
                </a:cubicBezTo>
                <a:cubicBezTo>
                  <a:pt x="807313" y="25174"/>
                  <a:pt x="805695" y="24683"/>
                  <a:pt x="804627" y="23701"/>
                </a:cubicBezTo>
                <a:cubicBezTo>
                  <a:pt x="803559" y="22720"/>
                  <a:pt x="803026" y="21213"/>
                  <a:pt x="803026" y="19182"/>
                </a:cubicBezTo>
                <a:lnTo>
                  <a:pt x="803026" y="10159"/>
                </a:lnTo>
                <a:lnTo>
                  <a:pt x="798187" y="10159"/>
                </a:lnTo>
                <a:lnTo>
                  <a:pt x="798187" y="7645"/>
                </a:lnTo>
                <a:lnTo>
                  <a:pt x="803026" y="7645"/>
                </a:lnTo>
                <a:lnTo>
                  <a:pt x="803026" y="2878"/>
                </a:lnTo>
                <a:lnTo>
                  <a:pt x="806022" y="2101"/>
                </a:lnTo>
                <a:lnTo>
                  <a:pt x="806022" y="7645"/>
                </a:lnTo>
                <a:lnTo>
                  <a:pt x="813787" y="7645"/>
                </a:lnTo>
                <a:lnTo>
                  <a:pt x="813787" y="10159"/>
                </a:lnTo>
                <a:lnTo>
                  <a:pt x="806022" y="10159"/>
                </a:lnTo>
                <a:lnTo>
                  <a:pt x="806022" y="18941"/>
                </a:lnTo>
                <a:cubicBezTo>
                  <a:pt x="806022" y="20180"/>
                  <a:pt x="806352" y="21107"/>
                  <a:pt x="807012" y="21721"/>
                </a:cubicBezTo>
                <a:cubicBezTo>
                  <a:pt x="807672" y="22335"/>
                  <a:pt x="808645" y="22643"/>
                  <a:pt x="809930" y="22643"/>
                </a:cubicBezTo>
                <a:cubicBezTo>
                  <a:pt x="810481" y="22643"/>
                  <a:pt x="811084" y="22598"/>
                  <a:pt x="811738" y="22510"/>
                </a:cubicBezTo>
                <a:cubicBezTo>
                  <a:pt x="812393" y="22421"/>
                  <a:pt x="813076" y="22281"/>
                  <a:pt x="813787" y="22092"/>
                </a:cubicBezTo>
                <a:lnTo>
                  <a:pt x="813787" y="24674"/>
                </a:lnTo>
                <a:close/>
                <a:moveTo>
                  <a:pt x="854192" y="15376"/>
                </a:moveTo>
                <a:cubicBezTo>
                  <a:pt x="854192" y="15801"/>
                  <a:pt x="854186" y="16157"/>
                  <a:pt x="854175" y="16444"/>
                </a:cubicBezTo>
                <a:cubicBezTo>
                  <a:pt x="854163" y="16731"/>
                  <a:pt x="854146" y="17001"/>
                  <a:pt x="854123" y="17253"/>
                </a:cubicBezTo>
                <a:lnTo>
                  <a:pt x="841984" y="17253"/>
                </a:lnTo>
                <a:cubicBezTo>
                  <a:pt x="841984" y="19021"/>
                  <a:pt x="842477" y="20378"/>
                  <a:pt x="843465" y="21325"/>
                </a:cubicBezTo>
                <a:cubicBezTo>
                  <a:pt x="844452" y="22272"/>
                  <a:pt x="845875" y="22746"/>
                  <a:pt x="847735" y="22746"/>
                </a:cubicBezTo>
                <a:cubicBezTo>
                  <a:pt x="848240" y="22746"/>
                  <a:pt x="848745" y="22725"/>
                  <a:pt x="849250" y="22684"/>
                </a:cubicBezTo>
                <a:cubicBezTo>
                  <a:pt x="849755" y="22643"/>
                  <a:pt x="850243" y="22587"/>
                  <a:pt x="850714" y="22517"/>
                </a:cubicBezTo>
                <a:cubicBezTo>
                  <a:pt x="851184" y="22446"/>
                  <a:pt x="851635" y="22367"/>
                  <a:pt x="852065" y="22279"/>
                </a:cubicBezTo>
                <a:cubicBezTo>
                  <a:pt x="852496" y="22191"/>
                  <a:pt x="852895" y="22094"/>
                  <a:pt x="853262" y="21988"/>
                </a:cubicBezTo>
                <a:lnTo>
                  <a:pt x="853262" y="24450"/>
                </a:lnTo>
                <a:cubicBezTo>
                  <a:pt x="852447" y="24685"/>
                  <a:pt x="851526" y="24876"/>
                  <a:pt x="850498" y="25022"/>
                </a:cubicBezTo>
                <a:cubicBezTo>
                  <a:pt x="849471" y="25169"/>
                  <a:pt x="848406" y="25243"/>
                  <a:pt x="847304" y="25243"/>
                </a:cubicBezTo>
                <a:cubicBezTo>
                  <a:pt x="845823" y="25243"/>
                  <a:pt x="844549" y="25042"/>
                  <a:pt x="843482" y="24640"/>
                </a:cubicBezTo>
                <a:cubicBezTo>
                  <a:pt x="842414" y="24238"/>
                  <a:pt x="841539" y="23656"/>
                  <a:pt x="840856" y="22892"/>
                </a:cubicBezTo>
                <a:cubicBezTo>
                  <a:pt x="840173" y="22129"/>
                  <a:pt x="839668" y="21193"/>
                  <a:pt x="839341" y="20086"/>
                </a:cubicBezTo>
                <a:cubicBezTo>
                  <a:pt x="839014" y="18978"/>
                  <a:pt x="838850" y="17724"/>
                  <a:pt x="838850" y="16323"/>
                </a:cubicBezTo>
                <a:cubicBezTo>
                  <a:pt x="838850" y="15106"/>
                  <a:pt x="839025" y="13956"/>
                  <a:pt x="839375" y="12871"/>
                </a:cubicBezTo>
                <a:cubicBezTo>
                  <a:pt x="839725" y="11786"/>
                  <a:pt x="840236" y="10833"/>
                  <a:pt x="840908" y="10013"/>
                </a:cubicBezTo>
                <a:cubicBezTo>
                  <a:pt x="841579" y="9192"/>
                  <a:pt x="842403" y="8540"/>
                  <a:pt x="843378" y="8058"/>
                </a:cubicBezTo>
                <a:cubicBezTo>
                  <a:pt x="844354" y="7576"/>
                  <a:pt x="845462" y="7335"/>
                  <a:pt x="846702" y="7335"/>
                </a:cubicBezTo>
                <a:cubicBezTo>
                  <a:pt x="847907" y="7335"/>
                  <a:pt x="848975" y="7525"/>
                  <a:pt x="849904" y="7903"/>
                </a:cubicBezTo>
                <a:cubicBezTo>
                  <a:pt x="850834" y="8282"/>
                  <a:pt x="851618" y="8819"/>
                  <a:pt x="852255" y="9513"/>
                </a:cubicBezTo>
                <a:cubicBezTo>
                  <a:pt x="852892" y="10208"/>
                  <a:pt x="853374" y="11051"/>
                  <a:pt x="853701" y="12044"/>
                </a:cubicBezTo>
                <a:cubicBezTo>
                  <a:pt x="854028" y="13037"/>
                  <a:pt x="854192" y="14148"/>
                  <a:pt x="854192" y="15376"/>
                </a:cubicBezTo>
                <a:moveTo>
                  <a:pt x="851075" y="14946"/>
                </a:moveTo>
                <a:cubicBezTo>
                  <a:pt x="851110" y="14177"/>
                  <a:pt x="851035" y="13474"/>
                  <a:pt x="850851" y="12836"/>
                </a:cubicBezTo>
                <a:cubicBezTo>
                  <a:pt x="850668" y="12199"/>
                  <a:pt x="850384" y="11651"/>
                  <a:pt x="849999" y="11192"/>
                </a:cubicBezTo>
                <a:cubicBezTo>
                  <a:pt x="849614" y="10733"/>
                  <a:pt x="849135" y="10374"/>
                  <a:pt x="848561" y="10116"/>
                </a:cubicBezTo>
                <a:cubicBezTo>
                  <a:pt x="847987" y="9858"/>
                  <a:pt x="847322" y="9729"/>
                  <a:pt x="846564" y="9729"/>
                </a:cubicBezTo>
                <a:cubicBezTo>
                  <a:pt x="845910" y="9729"/>
                  <a:pt x="845313" y="9855"/>
                  <a:pt x="844773" y="10107"/>
                </a:cubicBezTo>
                <a:cubicBezTo>
                  <a:pt x="844234" y="10360"/>
                  <a:pt x="843769" y="10716"/>
                  <a:pt x="843378" y="11175"/>
                </a:cubicBezTo>
                <a:cubicBezTo>
                  <a:pt x="842988" y="11634"/>
                  <a:pt x="842672" y="12185"/>
                  <a:pt x="842431" y="12828"/>
                </a:cubicBezTo>
                <a:cubicBezTo>
                  <a:pt x="842190" y="13471"/>
                  <a:pt x="842041" y="14177"/>
                  <a:pt x="841984" y="14946"/>
                </a:cubicBezTo>
                <a:lnTo>
                  <a:pt x="851075" y="14946"/>
                </a:lnTo>
                <a:close/>
                <a:moveTo>
                  <a:pt x="874850" y="24933"/>
                </a:moveTo>
                <a:lnTo>
                  <a:pt x="870873" y="24933"/>
                </a:lnTo>
                <a:lnTo>
                  <a:pt x="866207" y="18338"/>
                </a:lnTo>
                <a:lnTo>
                  <a:pt x="861592" y="24933"/>
                </a:lnTo>
                <a:lnTo>
                  <a:pt x="857718" y="24933"/>
                </a:lnTo>
                <a:lnTo>
                  <a:pt x="864416" y="16254"/>
                </a:lnTo>
                <a:lnTo>
                  <a:pt x="858028" y="7645"/>
                </a:lnTo>
                <a:lnTo>
                  <a:pt x="861867" y="7645"/>
                </a:lnTo>
                <a:lnTo>
                  <a:pt x="866413" y="14291"/>
                </a:lnTo>
                <a:lnTo>
                  <a:pt x="870873" y="7645"/>
                </a:lnTo>
                <a:lnTo>
                  <a:pt x="874575" y="7645"/>
                </a:lnTo>
                <a:lnTo>
                  <a:pt x="868083" y="16323"/>
                </a:lnTo>
                <a:lnTo>
                  <a:pt x="874850" y="24933"/>
                </a:lnTo>
                <a:close/>
                <a:moveTo>
                  <a:pt x="891852" y="24674"/>
                </a:moveTo>
                <a:cubicBezTo>
                  <a:pt x="891174" y="24853"/>
                  <a:pt x="890474" y="24980"/>
                  <a:pt x="889751" y="25057"/>
                </a:cubicBezTo>
                <a:cubicBezTo>
                  <a:pt x="889028" y="25135"/>
                  <a:pt x="888293" y="25174"/>
                  <a:pt x="887547" y="25174"/>
                </a:cubicBezTo>
                <a:cubicBezTo>
                  <a:pt x="885377" y="25174"/>
                  <a:pt x="883759" y="24683"/>
                  <a:pt x="882691" y="23701"/>
                </a:cubicBezTo>
                <a:cubicBezTo>
                  <a:pt x="881624" y="22720"/>
                  <a:pt x="881090" y="21213"/>
                  <a:pt x="881090" y="19182"/>
                </a:cubicBezTo>
                <a:lnTo>
                  <a:pt x="881090" y="10159"/>
                </a:lnTo>
                <a:lnTo>
                  <a:pt x="876252" y="10159"/>
                </a:lnTo>
                <a:lnTo>
                  <a:pt x="876252" y="7645"/>
                </a:lnTo>
                <a:lnTo>
                  <a:pt x="881090" y="7645"/>
                </a:lnTo>
                <a:lnTo>
                  <a:pt x="881090" y="2878"/>
                </a:lnTo>
                <a:lnTo>
                  <a:pt x="884086" y="2101"/>
                </a:lnTo>
                <a:lnTo>
                  <a:pt x="884086" y="7645"/>
                </a:lnTo>
                <a:lnTo>
                  <a:pt x="891852" y="7645"/>
                </a:lnTo>
                <a:lnTo>
                  <a:pt x="891852" y="10159"/>
                </a:lnTo>
                <a:lnTo>
                  <a:pt x="884086" y="10159"/>
                </a:lnTo>
                <a:lnTo>
                  <a:pt x="884086" y="18941"/>
                </a:lnTo>
                <a:cubicBezTo>
                  <a:pt x="884086" y="20180"/>
                  <a:pt x="884416" y="21107"/>
                  <a:pt x="885076" y="21721"/>
                </a:cubicBezTo>
                <a:cubicBezTo>
                  <a:pt x="885736" y="22335"/>
                  <a:pt x="886709" y="22643"/>
                  <a:pt x="887995" y="22643"/>
                </a:cubicBezTo>
                <a:cubicBezTo>
                  <a:pt x="888546" y="22643"/>
                  <a:pt x="889148" y="22598"/>
                  <a:pt x="889803" y="22510"/>
                </a:cubicBezTo>
                <a:cubicBezTo>
                  <a:pt x="890457" y="22421"/>
                  <a:pt x="891140" y="22281"/>
                  <a:pt x="891852" y="22092"/>
                </a:cubicBezTo>
                <a:lnTo>
                  <a:pt x="891852" y="24674"/>
                </a:lnTo>
                <a:close/>
                <a:moveTo>
                  <a:pt x="912200" y="15376"/>
                </a:moveTo>
                <a:cubicBezTo>
                  <a:pt x="912200" y="15801"/>
                  <a:pt x="912195" y="16157"/>
                  <a:pt x="912183" y="16444"/>
                </a:cubicBezTo>
                <a:cubicBezTo>
                  <a:pt x="912172" y="16731"/>
                  <a:pt x="912155" y="17001"/>
                  <a:pt x="912132" y="17253"/>
                </a:cubicBezTo>
                <a:lnTo>
                  <a:pt x="899992" y="17253"/>
                </a:lnTo>
                <a:cubicBezTo>
                  <a:pt x="899992" y="19021"/>
                  <a:pt x="900486" y="20378"/>
                  <a:pt x="901473" y="21325"/>
                </a:cubicBezTo>
                <a:cubicBezTo>
                  <a:pt x="902460" y="22272"/>
                  <a:pt x="903884" y="22746"/>
                  <a:pt x="905743" y="22746"/>
                </a:cubicBezTo>
                <a:cubicBezTo>
                  <a:pt x="906249" y="22746"/>
                  <a:pt x="906754" y="22725"/>
                  <a:pt x="907259" y="22684"/>
                </a:cubicBezTo>
                <a:cubicBezTo>
                  <a:pt x="907764" y="22643"/>
                  <a:pt x="908252" y="22587"/>
                  <a:pt x="908722" y="22517"/>
                </a:cubicBezTo>
                <a:cubicBezTo>
                  <a:pt x="909193" y="22446"/>
                  <a:pt x="909643" y="22367"/>
                  <a:pt x="910074" y="22279"/>
                </a:cubicBezTo>
                <a:cubicBezTo>
                  <a:pt x="910504" y="22191"/>
                  <a:pt x="910903" y="22094"/>
                  <a:pt x="911271" y="21988"/>
                </a:cubicBezTo>
                <a:lnTo>
                  <a:pt x="911271" y="24450"/>
                </a:lnTo>
                <a:cubicBezTo>
                  <a:pt x="910456" y="24685"/>
                  <a:pt x="909534" y="24876"/>
                  <a:pt x="908507" y="25022"/>
                </a:cubicBezTo>
                <a:cubicBezTo>
                  <a:pt x="907480" y="25169"/>
                  <a:pt x="906415" y="25243"/>
                  <a:pt x="905313" y="25243"/>
                </a:cubicBezTo>
                <a:cubicBezTo>
                  <a:pt x="903832" y="25243"/>
                  <a:pt x="902558" y="25042"/>
                  <a:pt x="901490" y="24640"/>
                </a:cubicBezTo>
                <a:cubicBezTo>
                  <a:pt x="900423" y="24238"/>
                  <a:pt x="899548" y="23656"/>
                  <a:pt x="898865" y="22892"/>
                </a:cubicBezTo>
                <a:cubicBezTo>
                  <a:pt x="898182" y="22129"/>
                  <a:pt x="897677" y="21193"/>
                  <a:pt x="897349" y="20086"/>
                </a:cubicBezTo>
                <a:cubicBezTo>
                  <a:pt x="897022" y="18978"/>
                  <a:pt x="896859" y="17724"/>
                  <a:pt x="896859" y="16323"/>
                </a:cubicBezTo>
                <a:cubicBezTo>
                  <a:pt x="896859" y="15106"/>
                  <a:pt x="897034" y="13956"/>
                  <a:pt x="897384" y="12871"/>
                </a:cubicBezTo>
                <a:cubicBezTo>
                  <a:pt x="897734" y="11786"/>
                  <a:pt x="898245" y="10833"/>
                  <a:pt x="898916" y="10013"/>
                </a:cubicBezTo>
                <a:cubicBezTo>
                  <a:pt x="899588" y="9192"/>
                  <a:pt x="900411" y="8540"/>
                  <a:pt x="901387" y="8058"/>
                </a:cubicBezTo>
                <a:cubicBezTo>
                  <a:pt x="902363" y="7576"/>
                  <a:pt x="903471" y="7335"/>
                  <a:pt x="904710" y="7335"/>
                </a:cubicBezTo>
                <a:cubicBezTo>
                  <a:pt x="905916" y="7335"/>
                  <a:pt x="906983" y="7525"/>
                  <a:pt x="907913" y="7903"/>
                </a:cubicBezTo>
                <a:cubicBezTo>
                  <a:pt x="908843" y="8282"/>
                  <a:pt x="909626" y="8819"/>
                  <a:pt x="910263" y="9513"/>
                </a:cubicBezTo>
                <a:cubicBezTo>
                  <a:pt x="910900" y="10208"/>
                  <a:pt x="911383" y="11051"/>
                  <a:pt x="911710" y="12044"/>
                </a:cubicBezTo>
                <a:cubicBezTo>
                  <a:pt x="912037" y="13037"/>
                  <a:pt x="912200" y="14148"/>
                  <a:pt x="912200" y="15376"/>
                </a:cubicBezTo>
                <a:moveTo>
                  <a:pt x="909084" y="14946"/>
                </a:moveTo>
                <a:cubicBezTo>
                  <a:pt x="909118" y="14177"/>
                  <a:pt x="909044" y="13474"/>
                  <a:pt x="908860" y="12836"/>
                </a:cubicBezTo>
                <a:cubicBezTo>
                  <a:pt x="908676" y="12199"/>
                  <a:pt x="908392" y="11651"/>
                  <a:pt x="908008" y="11192"/>
                </a:cubicBezTo>
                <a:cubicBezTo>
                  <a:pt x="907623" y="10733"/>
                  <a:pt x="907144" y="10374"/>
                  <a:pt x="906570" y="10116"/>
                </a:cubicBezTo>
                <a:cubicBezTo>
                  <a:pt x="905996" y="9858"/>
                  <a:pt x="905330" y="9729"/>
                  <a:pt x="904573" y="9729"/>
                </a:cubicBezTo>
                <a:cubicBezTo>
                  <a:pt x="903918" y="9729"/>
                  <a:pt x="903321" y="9855"/>
                  <a:pt x="902782" y="10107"/>
                </a:cubicBezTo>
                <a:cubicBezTo>
                  <a:pt x="902242" y="10360"/>
                  <a:pt x="901777" y="10716"/>
                  <a:pt x="901387" y="11175"/>
                </a:cubicBezTo>
                <a:cubicBezTo>
                  <a:pt x="900997" y="11634"/>
                  <a:pt x="900681" y="12185"/>
                  <a:pt x="900440" y="12828"/>
                </a:cubicBezTo>
                <a:cubicBezTo>
                  <a:pt x="900199" y="13471"/>
                  <a:pt x="900050" y="14177"/>
                  <a:pt x="899992" y="14946"/>
                </a:cubicBezTo>
                <a:lnTo>
                  <a:pt x="909084" y="14946"/>
                </a:lnTo>
                <a:close/>
                <a:moveTo>
                  <a:pt x="917276" y="7645"/>
                </a:moveTo>
                <a:lnTo>
                  <a:pt x="919945" y="7645"/>
                </a:lnTo>
                <a:lnTo>
                  <a:pt x="920066" y="10434"/>
                </a:lnTo>
                <a:cubicBezTo>
                  <a:pt x="920571" y="9838"/>
                  <a:pt x="921058" y="9341"/>
                  <a:pt x="921529" y="8945"/>
                </a:cubicBezTo>
                <a:cubicBezTo>
                  <a:pt x="922000" y="8549"/>
                  <a:pt x="922462" y="8231"/>
                  <a:pt x="922915" y="7989"/>
                </a:cubicBezTo>
                <a:cubicBezTo>
                  <a:pt x="923369" y="7748"/>
                  <a:pt x="923831" y="7579"/>
                  <a:pt x="924301" y="7481"/>
                </a:cubicBezTo>
                <a:cubicBezTo>
                  <a:pt x="924772" y="7384"/>
                  <a:pt x="925260" y="7335"/>
                  <a:pt x="925765" y="7335"/>
                </a:cubicBezTo>
                <a:cubicBezTo>
                  <a:pt x="927544" y="7335"/>
                  <a:pt x="928890" y="7860"/>
                  <a:pt x="929803" y="8911"/>
                </a:cubicBezTo>
                <a:cubicBezTo>
                  <a:pt x="930715" y="9961"/>
                  <a:pt x="931172" y="11542"/>
                  <a:pt x="931172" y="13654"/>
                </a:cubicBezTo>
                <a:lnTo>
                  <a:pt x="931172" y="24933"/>
                </a:lnTo>
                <a:lnTo>
                  <a:pt x="928175" y="24933"/>
                </a:lnTo>
                <a:lnTo>
                  <a:pt x="928175" y="13895"/>
                </a:lnTo>
                <a:cubicBezTo>
                  <a:pt x="928175" y="12541"/>
                  <a:pt x="927923" y="11539"/>
                  <a:pt x="927418" y="10891"/>
                </a:cubicBezTo>
                <a:cubicBezTo>
                  <a:pt x="926913" y="10242"/>
                  <a:pt x="926161" y="9918"/>
                  <a:pt x="925162" y="9918"/>
                </a:cubicBezTo>
                <a:cubicBezTo>
                  <a:pt x="924795" y="9918"/>
                  <a:pt x="924436" y="9972"/>
                  <a:pt x="924086" y="10082"/>
                </a:cubicBezTo>
                <a:cubicBezTo>
                  <a:pt x="923736" y="10191"/>
                  <a:pt x="923371" y="10380"/>
                  <a:pt x="922993" y="10650"/>
                </a:cubicBezTo>
                <a:cubicBezTo>
                  <a:pt x="922614" y="10919"/>
                  <a:pt x="922203" y="11284"/>
                  <a:pt x="921762" y="11743"/>
                </a:cubicBezTo>
                <a:cubicBezTo>
                  <a:pt x="921320" y="12202"/>
                  <a:pt x="920823" y="12776"/>
                  <a:pt x="920272" y="13465"/>
                </a:cubicBezTo>
                <a:lnTo>
                  <a:pt x="920272" y="24933"/>
                </a:lnTo>
                <a:lnTo>
                  <a:pt x="917276" y="24933"/>
                </a:lnTo>
                <a:lnTo>
                  <a:pt x="917276" y="7645"/>
                </a:lnTo>
                <a:close/>
                <a:moveTo>
                  <a:pt x="936075" y="16650"/>
                </a:moveTo>
                <a:cubicBezTo>
                  <a:pt x="936075" y="15181"/>
                  <a:pt x="936276" y="13875"/>
                  <a:pt x="936678" y="12733"/>
                </a:cubicBezTo>
                <a:cubicBezTo>
                  <a:pt x="937080" y="11591"/>
                  <a:pt x="937651" y="10627"/>
                  <a:pt x="938391" y="9840"/>
                </a:cubicBezTo>
                <a:cubicBezTo>
                  <a:pt x="939132" y="9054"/>
                  <a:pt x="940021" y="8457"/>
                  <a:pt x="941060" y="8050"/>
                </a:cubicBezTo>
                <a:cubicBezTo>
                  <a:pt x="942099" y="7642"/>
                  <a:pt x="943255" y="7438"/>
                  <a:pt x="944530" y="7438"/>
                </a:cubicBezTo>
                <a:cubicBezTo>
                  <a:pt x="945081" y="7438"/>
                  <a:pt x="945623" y="7473"/>
                  <a:pt x="946157" y="7542"/>
                </a:cubicBezTo>
                <a:cubicBezTo>
                  <a:pt x="946691" y="7611"/>
                  <a:pt x="947216" y="7720"/>
                  <a:pt x="947732" y="7869"/>
                </a:cubicBezTo>
                <a:lnTo>
                  <a:pt x="947732" y="585"/>
                </a:lnTo>
                <a:lnTo>
                  <a:pt x="950745" y="585"/>
                </a:lnTo>
                <a:lnTo>
                  <a:pt x="950745" y="24933"/>
                </a:lnTo>
                <a:lnTo>
                  <a:pt x="948059" y="24933"/>
                </a:lnTo>
                <a:lnTo>
                  <a:pt x="947956" y="21661"/>
                </a:lnTo>
                <a:cubicBezTo>
                  <a:pt x="947118" y="22878"/>
                  <a:pt x="946211" y="23779"/>
                  <a:pt x="945236" y="24364"/>
                </a:cubicBezTo>
                <a:cubicBezTo>
                  <a:pt x="944260" y="24950"/>
                  <a:pt x="943204" y="25243"/>
                  <a:pt x="942067" y="25243"/>
                </a:cubicBezTo>
                <a:cubicBezTo>
                  <a:pt x="941080" y="25243"/>
                  <a:pt x="940211" y="25036"/>
                  <a:pt x="939459" y="24623"/>
                </a:cubicBezTo>
                <a:cubicBezTo>
                  <a:pt x="938707" y="24209"/>
                  <a:pt x="938081" y="23627"/>
                  <a:pt x="937582" y="22875"/>
                </a:cubicBezTo>
                <a:cubicBezTo>
                  <a:pt x="937083" y="22123"/>
                  <a:pt x="936707" y="21219"/>
                  <a:pt x="936454" y="20163"/>
                </a:cubicBezTo>
                <a:cubicBezTo>
                  <a:pt x="936201" y="19107"/>
                  <a:pt x="936075" y="17936"/>
                  <a:pt x="936075" y="16650"/>
                </a:cubicBezTo>
                <a:moveTo>
                  <a:pt x="939140" y="16461"/>
                </a:moveTo>
                <a:cubicBezTo>
                  <a:pt x="939140" y="18550"/>
                  <a:pt x="939447" y="20108"/>
                  <a:pt x="940061" y="21136"/>
                </a:cubicBezTo>
                <a:cubicBezTo>
                  <a:pt x="940675" y="22163"/>
                  <a:pt x="941545" y="22677"/>
                  <a:pt x="942670" y="22677"/>
                </a:cubicBezTo>
                <a:cubicBezTo>
                  <a:pt x="943428" y="22677"/>
                  <a:pt x="944228" y="22338"/>
                  <a:pt x="945072" y="21661"/>
                </a:cubicBezTo>
                <a:cubicBezTo>
                  <a:pt x="945916" y="20984"/>
                  <a:pt x="946802" y="19979"/>
                  <a:pt x="947732" y="18648"/>
                </a:cubicBezTo>
                <a:lnTo>
                  <a:pt x="947732" y="10624"/>
                </a:lnTo>
                <a:cubicBezTo>
                  <a:pt x="947239" y="10394"/>
                  <a:pt x="946693" y="10219"/>
                  <a:pt x="946096" y="10099"/>
                </a:cubicBezTo>
                <a:cubicBezTo>
                  <a:pt x="945500" y="9978"/>
                  <a:pt x="944908" y="9918"/>
                  <a:pt x="944323" y="9918"/>
                </a:cubicBezTo>
                <a:cubicBezTo>
                  <a:pt x="942693" y="9918"/>
                  <a:pt x="941422" y="10446"/>
                  <a:pt x="940509" y="11502"/>
                </a:cubicBezTo>
                <a:cubicBezTo>
                  <a:pt x="939596" y="12558"/>
                  <a:pt x="939140" y="14211"/>
                  <a:pt x="939140" y="16461"/>
                </a:cubicBezTo>
                <a:close/>
                <a:moveTo>
                  <a:pt x="969296" y="20215"/>
                </a:moveTo>
                <a:cubicBezTo>
                  <a:pt x="969296" y="20823"/>
                  <a:pt x="969193" y="21368"/>
                  <a:pt x="968986" y="21850"/>
                </a:cubicBezTo>
                <a:cubicBezTo>
                  <a:pt x="968780" y="22333"/>
                  <a:pt x="968498" y="22760"/>
                  <a:pt x="968143" y="23133"/>
                </a:cubicBezTo>
                <a:cubicBezTo>
                  <a:pt x="967787" y="23506"/>
                  <a:pt x="967374" y="23825"/>
                  <a:pt x="966903" y="24089"/>
                </a:cubicBezTo>
                <a:cubicBezTo>
                  <a:pt x="966432" y="24353"/>
                  <a:pt x="965930" y="24571"/>
                  <a:pt x="965396" y="24743"/>
                </a:cubicBezTo>
                <a:cubicBezTo>
                  <a:pt x="964862" y="24915"/>
                  <a:pt x="964314" y="25042"/>
                  <a:pt x="963752" y="25122"/>
                </a:cubicBezTo>
                <a:cubicBezTo>
                  <a:pt x="963189" y="25202"/>
                  <a:pt x="962638" y="25243"/>
                  <a:pt x="962099" y="25243"/>
                </a:cubicBezTo>
                <a:cubicBezTo>
                  <a:pt x="960928" y="25243"/>
                  <a:pt x="959852" y="25191"/>
                  <a:pt x="958870" y="25088"/>
                </a:cubicBezTo>
                <a:cubicBezTo>
                  <a:pt x="957889" y="24984"/>
                  <a:pt x="956928" y="24818"/>
                  <a:pt x="955986" y="24588"/>
                </a:cubicBezTo>
                <a:lnTo>
                  <a:pt x="955986" y="21833"/>
                </a:lnTo>
                <a:cubicBezTo>
                  <a:pt x="956996" y="22120"/>
                  <a:pt x="958001" y="22338"/>
                  <a:pt x="959000" y="22488"/>
                </a:cubicBezTo>
                <a:cubicBezTo>
                  <a:pt x="959998" y="22637"/>
                  <a:pt x="960991" y="22711"/>
                  <a:pt x="961978" y="22711"/>
                </a:cubicBezTo>
                <a:cubicBezTo>
                  <a:pt x="963413" y="22711"/>
                  <a:pt x="964475" y="22516"/>
                  <a:pt x="965164" y="22126"/>
                </a:cubicBezTo>
                <a:cubicBezTo>
                  <a:pt x="965853" y="21736"/>
                  <a:pt x="966197" y="21179"/>
                  <a:pt x="966197" y="20456"/>
                </a:cubicBezTo>
                <a:cubicBezTo>
                  <a:pt x="966197" y="20146"/>
                  <a:pt x="966142" y="19867"/>
                  <a:pt x="966033" y="19621"/>
                </a:cubicBezTo>
                <a:cubicBezTo>
                  <a:pt x="965924" y="19374"/>
                  <a:pt x="965726" y="19139"/>
                  <a:pt x="965439" y="18915"/>
                </a:cubicBezTo>
                <a:cubicBezTo>
                  <a:pt x="965152" y="18691"/>
                  <a:pt x="964707" y="18458"/>
                  <a:pt x="964105" y="18217"/>
                </a:cubicBezTo>
                <a:cubicBezTo>
                  <a:pt x="963502" y="17976"/>
                  <a:pt x="962679" y="17701"/>
                  <a:pt x="961634" y="17391"/>
                </a:cubicBezTo>
                <a:cubicBezTo>
                  <a:pt x="960853" y="17161"/>
                  <a:pt x="960133" y="16900"/>
                  <a:pt x="959473" y="16607"/>
                </a:cubicBezTo>
                <a:cubicBezTo>
                  <a:pt x="958813" y="16315"/>
                  <a:pt x="958242" y="15967"/>
                  <a:pt x="957760" y="15566"/>
                </a:cubicBezTo>
                <a:cubicBezTo>
                  <a:pt x="957278" y="15164"/>
                  <a:pt x="956899" y="14693"/>
                  <a:pt x="956623" y="14154"/>
                </a:cubicBezTo>
                <a:cubicBezTo>
                  <a:pt x="956348" y="13614"/>
                  <a:pt x="956210" y="12977"/>
                  <a:pt x="956210" y="12242"/>
                </a:cubicBezTo>
                <a:cubicBezTo>
                  <a:pt x="956210" y="11760"/>
                  <a:pt x="956322" y="11232"/>
                  <a:pt x="956546" y="10658"/>
                </a:cubicBezTo>
                <a:cubicBezTo>
                  <a:pt x="956770" y="10084"/>
                  <a:pt x="957151" y="9551"/>
                  <a:pt x="957691" y="9057"/>
                </a:cubicBezTo>
                <a:cubicBezTo>
                  <a:pt x="958230" y="8563"/>
                  <a:pt x="958959" y="8153"/>
                  <a:pt x="959878" y="7826"/>
                </a:cubicBezTo>
                <a:cubicBezTo>
                  <a:pt x="960796" y="7499"/>
                  <a:pt x="961944" y="7335"/>
                  <a:pt x="963321" y="7335"/>
                </a:cubicBezTo>
                <a:cubicBezTo>
                  <a:pt x="963999" y="7335"/>
                  <a:pt x="964751" y="7372"/>
                  <a:pt x="965577" y="7447"/>
                </a:cubicBezTo>
                <a:cubicBezTo>
                  <a:pt x="966404" y="7522"/>
                  <a:pt x="967264" y="7651"/>
                  <a:pt x="968160" y="7834"/>
                </a:cubicBezTo>
                <a:lnTo>
                  <a:pt x="968160" y="10503"/>
                </a:lnTo>
                <a:cubicBezTo>
                  <a:pt x="967219" y="10274"/>
                  <a:pt x="966326" y="10104"/>
                  <a:pt x="965482" y="9995"/>
                </a:cubicBezTo>
                <a:cubicBezTo>
                  <a:pt x="964639" y="9886"/>
                  <a:pt x="963907" y="9832"/>
                  <a:pt x="963287" y="9832"/>
                </a:cubicBezTo>
                <a:cubicBezTo>
                  <a:pt x="962541" y="9832"/>
                  <a:pt x="961912" y="9889"/>
                  <a:pt x="961402" y="10004"/>
                </a:cubicBezTo>
                <a:cubicBezTo>
                  <a:pt x="960891" y="10119"/>
                  <a:pt x="960477" y="10277"/>
                  <a:pt x="960162" y="10478"/>
                </a:cubicBezTo>
                <a:cubicBezTo>
                  <a:pt x="959846" y="10678"/>
                  <a:pt x="959619" y="10914"/>
                  <a:pt x="959482" y="11184"/>
                </a:cubicBezTo>
                <a:cubicBezTo>
                  <a:pt x="959344" y="11453"/>
                  <a:pt x="959275" y="11743"/>
                  <a:pt x="959275" y="12053"/>
                </a:cubicBezTo>
                <a:cubicBezTo>
                  <a:pt x="959275" y="12363"/>
                  <a:pt x="959335" y="12644"/>
                  <a:pt x="959456" y="12897"/>
                </a:cubicBezTo>
                <a:cubicBezTo>
                  <a:pt x="959576" y="13149"/>
                  <a:pt x="959800" y="13393"/>
                  <a:pt x="960127" y="13629"/>
                </a:cubicBezTo>
                <a:cubicBezTo>
                  <a:pt x="960454" y="13864"/>
                  <a:pt x="960911" y="14099"/>
                  <a:pt x="961496" y="14335"/>
                </a:cubicBezTo>
                <a:cubicBezTo>
                  <a:pt x="962082" y="14570"/>
                  <a:pt x="962845" y="14825"/>
                  <a:pt x="963786" y="15101"/>
                </a:cubicBezTo>
                <a:cubicBezTo>
                  <a:pt x="964808" y="15399"/>
                  <a:pt x="965669" y="15712"/>
                  <a:pt x="966369" y="16039"/>
                </a:cubicBezTo>
                <a:cubicBezTo>
                  <a:pt x="967069" y="16366"/>
                  <a:pt x="967638" y="16731"/>
                  <a:pt x="968074" y="17133"/>
                </a:cubicBezTo>
                <a:cubicBezTo>
                  <a:pt x="968510" y="17534"/>
                  <a:pt x="968823" y="17988"/>
                  <a:pt x="969012" y="18493"/>
                </a:cubicBezTo>
                <a:cubicBezTo>
                  <a:pt x="969202" y="18998"/>
                  <a:pt x="969296" y="19572"/>
                  <a:pt x="969296" y="20215"/>
                </a:cubicBezTo>
                <a:close/>
                <a:moveTo>
                  <a:pt x="1009340" y="24089"/>
                </a:moveTo>
                <a:cubicBezTo>
                  <a:pt x="1007537" y="24835"/>
                  <a:pt x="1005649" y="25208"/>
                  <a:pt x="1003675" y="25208"/>
                </a:cubicBezTo>
                <a:cubicBezTo>
                  <a:pt x="1000495" y="25208"/>
                  <a:pt x="998053" y="24257"/>
                  <a:pt x="996348" y="22356"/>
                </a:cubicBezTo>
                <a:cubicBezTo>
                  <a:pt x="994644" y="20455"/>
                  <a:pt x="993791" y="17643"/>
                  <a:pt x="993791" y="13921"/>
                </a:cubicBezTo>
                <a:cubicBezTo>
                  <a:pt x="993791" y="12118"/>
                  <a:pt x="994027" y="10487"/>
                  <a:pt x="994497" y="9028"/>
                </a:cubicBezTo>
                <a:cubicBezTo>
                  <a:pt x="994968" y="7569"/>
                  <a:pt x="995639" y="6331"/>
                  <a:pt x="996512" y="5315"/>
                </a:cubicBezTo>
                <a:cubicBezTo>
                  <a:pt x="997384" y="4298"/>
                  <a:pt x="998440" y="3514"/>
                  <a:pt x="999680" y="2962"/>
                </a:cubicBezTo>
                <a:cubicBezTo>
                  <a:pt x="1000920" y="2411"/>
                  <a:pt x="1002309" y="2135"/>
                  <a:pt x="1003847" y="2135"/>
                </a:cubicBezTo>
                <a:cubicBezTo>
                  <a:pt x="1004891" y="2135"/>
                  <a:pt x="1005861" y="2224"/>
                  <a:pt x="1006757" y="2402"/>
                </a:cubicBezTo>
                <a:cubicBezTo>
                  <a:pt x="1007652" y="2580"/>
                  <a:pt x="1008513" y="2853"/>
                  <a:pt x="1009340" y="3220"/>
                </a:cubicBezTo>
                <a:lnTo>
                  <a:pt x="1009340" y="6233"/>
                </a:lnTo>
                <a:cubicBezTo>
                  <a:pt x="1008525" y="5785"/>
                  <a:pt x="1007681" y="5444"/>
                  <a:pt x="1006808" y="5209"/>
                </a:cubicBezTo>
                <a:cubicBezTo>
                  <a:pt x="1005936" y="4973"/>
                  <a:pt x="1004983" y="4856"/>
                  <a:pt x="1003950" y="4856"/>
                </a:cubicBezTo>
                <a:cubicBezTo>
                  <a:pt x="1002894" y="4856"/>
                  <a:pt x="1001938" y="5054"/>
                  <a:pt x="1001083" y="5450"/>
                </a:cubicBezTo>
                <a:cubicBezTo>
                  <a:pt x="1000228" y="5847"/>
                  <a:pt x="999502" y="6421"/>
                  <a:pt x="998905" y="7174"/>
                </a:cubicBezTo>
                <a:cubicBezTo>
                  <a:pt x="998308" y="7926"/>
                  <a:pt x="997849" y="8846"/>
                  <a:pt x="997528" y="9931"/>
                </a:cubicBezTo>
                <a:cubicBezTo>
                  <a:pt x="997206" y="11017"/>
                  <a:pt x="997046" y="12255"/>
                  <a:pt x="997046" y="13646"/>
                </a:cubicBezTo>
                <a:cubicBezTo>
                  <a:pt x="997046" y="16564"/>
                  <a:pt x="997637" y="18765"/>
                  <a:pt x="998819" y="20247"/>
                </a:cubicBezTo>
                <a:cubicBezTo>
                  <a:pt x="1000001" y="21729"/>
                  <a:pt x="1001735" y="22470"/>
                  <a:pt x="1004019" y="22470"/>
                </a:cubicBezTo>
                <a:cubicBezTo>
                  <a:pt x="1004983" y="22470"/>
                  <a:pt x="1005907" y="22358"/>
                  <a:pt x="1006791" y="22135"/>
                </a:cubicBezTo>
                <a:cubicBezTo>
                  <a:pt x="1007675" y="21911"/>
                  <a:pt x="1008525" y="21598"/>
                  <a:pt x="1009340" y="21196"/>
                </a:cubicBezTo>
                <a:lnTo>
                  <a:pt x="1009340" y="24089"/>
                </a:lnTo>
                <a:close/>
                <a:moveTo>
                  <a:pt x="1029688" y="16151"/>
                </a:moveTo>
                <a:cubicBezTo>
                  <a:pt x="1029688" y="17494"/>
                  <a:pt x="1029499" y="18725"/>
                  <a:pt x="1029120" y="19844"/>
                </a:cubicBezTo>
                <a:cubicBezTo>
                  <a:pt x="1028741" y="20964"/>
                  <a:pt x="1028196" y="21922"/>
                  <a:pt x="1027484" y="22720"/>
                </a:cubicBezTo>
                <a:cubicBezTo>
                  <a:pt x="1026773" y="23518"/>
                  <a:pt x="1025906" y="24138"/>
                  <a:pt x="1024884" y="24580"/>
                </a:cubicBezTo>
                <a:cubicBezTo>
                  <a:pt x="1023863" y="25022"/>
                  <a:pt x="1022703" y="25243"/>
                  <a:pt x="1021406" y="25243"/>
                </a:cubicBezTo>
                <a:cubicBezTo>
                  <a:pt x="1020166" y="25243"/>
                  <a:pt x="1019056" y="25050"/>
                  <a:pt x="1018074" y="24666"/>
                </a:cubicBezTo>
                <a:cubicBezTo>
                  <a:pt x="1017093" y="24281"/>
                  <a:pt x="1016261" y="23716"/>
                  <a:pt x="1015578" y="22970"/>
                </a:cubicBezTo>
                <a:cubicBezTo>
                  <a:pt x="1014895" y="22224"/>
                  <a:pt x="1014372" y="21299"/>
                  <a:pt x="1014011" y="20197"/>
                </a:cubicBezTo>
                <a:cubicBezTo>
                  <a:pt x="1013649" y="19095"/>
                  <a:pt x="1013468" y="17827"/>
                  <a:pt x="1013468" y="16392"/>
                </a:cubicBezTo>
                <a:cubicBezTo>
                  <a:pt x="1013468" y="15049"/>
                  <a:pt x="1013658" y="13824"/>
                  <a:pt x="1014036" y="12716"/>
                </a:cubicBezTo>
                <a:cubicBezTo>
                  <a:pt x="1014415" y="11608"/>
                  <a:pt x="1014961" y="10655"/>
                  <a:pt x="1015672" y="9858"/>
                </a:cubicBezTo>
                <a:cubicBezTo>
                  <a:pt x="1016384" y="9060"/>
                  <a:pt x="1017251" y="8440"/>
                  <a:pt x="1018272" y="7998"/>
                </a:cubicBezTo>
                <a:cubicBezTo>
                  <a:pt x="1019294" y="7556"/>
                  <a:pt x="1020453" y="7335"/>
                  <a:pt x="1021750" y="7335"/>
                </a:cubicBezTo>
                <a:cubicBezTo>
                  <a:pt x="1022990" y="7335"/>
                  <a:pt x="1024101" y="7527"/>
                  <a:pt x="1025082" y="7912"/>
                </a:cubicBezTo>
                <a:cubicBezTo>
                  <a:pt x="1026064" y="8297"/>
                  <a:pt x="1026896" y="8859"/>
                  <a:pt x="1027579" y="9599"/>
                </a:cubicBezTo>
                <a:cubicBezTo>
                  <a:pt x="1028262" y="10340"/>
                  <a:pt x="1028784" y="11261"/>
                  <a:pt x="1029146" y="12363"/>
                </a:cubicBezTo>
                <a:cubicBezTo>
                  <a:pt x="1029507" y="13465"/>
                  <a:pt x="1029688" y="14728"/>
                  <a:pt x="1029688" y="16151"/>
                </a:cubicBezTo>
                <a:moveTo>
                  <a:pt x="1026623" y="16289"/>
                </a:moveTo>
                <a:cubicBezTo>
                  <a:pt x="1026623" y="15221"/>
                  <a:pt x="1026506" y="14289"/>
                  <a:pt x="1026270" y="13491"/>
                </a:cubicBezTo>
                <a:cubicBezTo>
                  <a:pt x="1026035" y="12693"/>
                  <a:pt x="1025699" y="12027"/>
                  <a:pt x="1025263" y="11493"/>
                </a:cubicBezTo>
                <a:cubicBezTo>
                  <a:pt x="1024827" y="10960"/>
                  <a:pt x="1024296" y="10558"/>
                  <a:pt x="1023670" y="10288"/>
                </a:cubicBezTo>
                <a:cubicBezTo>
                  <a:pt x="1023045" y="10018"/>
                  <a:pt x="1022347" y="9883"/>
                  <a:pt x="1021578" y="9883"/>
                </a:cubicBezTo>
                <a:cubicBezTo>
                  <a:pt x="1020683" y="9883"/>
                  <a:pt x="1019917" y="10059"/>
                  <a:pt x="1019280" y="10409"/>
                </a:cubicBezTo>
                <a:cubicBezTo>
                  <a:pt x="1018642" y="10759"/>
                  <a:pt x="1018120" y="11227"/>
                  <a:pt x="1017713" y="11812"/>
                </a:cubicBezTo>
                <a:cubicBezTo>
                  <a:pt x="1017305" y="12397"/>
                  <a:pt x="1017007" y="13078"/>
                  <a:pt x="1016817" y="13852"/>
                </a:cubicBezTo>
                <a:cubicBezTo>
                  <a:pt x="1016628" y="14627"/>
                  <a:pt x="1016533" y="15439"/>
                  <a:pt x="1016533" y="16289"/>
                </a:cubicBezTo>
                <a:cubicBezTo>
                  <a:pt x="1016533" y="17356"/>
                  <a:pt x="1016651" y="18292"/>
                  <a:pt x="1016886" y="19095"/>
                </a:cubicBezTo>
                <a:cubicBezTo>
                  <a:pt x="1017121" y="19899"/>
                  <a:pt x="1017457" y="20568"/>
                  <a:pt x="1017893" y="21101"/>
                </a:cubicBezTo>
                <a:cubicBezTo>
                  <a:pt x="1018330" y="21635"/>
                  <a:pt x="1018858" y="22037"/>
                  <a:pt x="1019478" y="22307"/>
                </a:cubicBezTo>
                <a:cubicBezTo>
                  <a:pt x="1020097" y="22577"/>
                  <a:pt x="1020798" y="22711"/>
                  <a:pt x="1021578" y="22711"/>
                </a:cubicBezTo>
                <a:cubicBezTo>
                  <a:pt x="1022474" y="22711"/>
                  <a:pt x="1023240" y="22536"/>
                  <a:pt x="1023877" y="22186"/>
                </a:cubicBezTo>
                <a:cubicBezTo>
                  <a:pt x="1024514" y="21836"/>
                  <a:pt x="1025036" y="21368"/>
                  <a:pt x="1025444" y="20783"/>
                </a:cubicBezTo>
                <a:cubicBezTo>
                  <a:pt x="1025851" y="20197"/>
                  <a:pt x="1026150" y="19517"/>
                  <a:pt x="1026339" y="18742"/>
                </a:cubicBezTo>
                <a:cubicBezTo>
                  <a:pt x="1026529" y="17968"/>
                  <a:pt x="1026623" y="17150"/>
                  <a:pt x="1026623" y="16289"/>
                </a:cubicBezTo>
                <a:close/>
                <a:moveTo>
                  <a:pt x="1045622" y="24933"/>
                </a:moveTo>
                <a:lnTo>
                  <a:pt x="1045622" y="12518"/>
                </a:lnTo>
                <a:cubicBezTo>
                  <a:pt x="1045622" y="11978"/>
                  <a:pt x="1045602" y="11536"/>
                  <a:pt x="1045562" y="11192"/>
                </a:cubicBezTo>
                <a:cubicBezTo>
                  <a:pt x="1045522" y="10848"/>
                  <a:pt x="1045458" y="10575"/>
                  <a:pt x="1045372" y="10374"/>
                </a:cubicBezTo>
                <a:cubicBezTo>
                  <a:pt x="1045286" y="10173"/>
                  <a:pt x="1045177" y="10033"/>
                  <a:pt x="1045045" y="9952"/>
                </a:cubicBezTo>
                <a:cubicBezTo>
                  <a:pt x="1044913" y="9872"/>
                  <a:pt x="1044750" y="9832"/>
                  <a:pt x="1044554" y="9832"/>
                </a:cubicBezTo>
                <a:cubicBezTo>
                  <a:pt x="1044325" y="9832"/>
                  <a:pt x="1044112" y="9901"/>
                  <a:pt x="1043917" y="10038"/>
                </a:cubicBezTo>
                <a:cubicBezTo>
                  <a:pt x="1043722" y="10176"/>
                  <a:pt x="1043513" y="10400"/>
                  <a:pt x="1043289" y="10710"/>
                </a:cubicBezTo>
                <a:cubicBezTo>
                  <a:pt x="1043065" y="11020"/>
                  <a:pt x="1042818" y="11430"/>
                  <a:pt x="1042548" y="11941"/>
                </a:cubicBezTo>
                <a:cubicBezTo>
                  <a:pt x="1042279" y="12452"/>
                  <a:pt x="1041960" y="13080"/>
                  <a:pt x="1041593" y="13827"/>
                </a:cubicBezTo>
                <a:lnTo>
                  <a:pt x="1041593" y="24933"/>
                </a:lnTo>
                <a:lnTo>
                  <a:pt x="1038855" y="24933"/>
                </a:lnTo>
                <a:lnTo>
                  <a:pt x="1038855" y="12845"/>
                </a:lnTo>
                <a:cubicBezTo>
                  <a:pt x="1038855" y="12214"/>
                  <a:pt x="1038835" y="11703"/>
                  <a:pt x="1038795" y="11313"/>
                </a:cubicBezTo>
                <a:cubicBezTo>
                  <a:pt x="1038755" y="10922"/>
                  <a:pt x="1038691" y="10618"/>
                  <a:pt x="1038605" y="10400"/>
                </a:cubicBezTo>
                <a:cubicBezTo>
                  <a:pt x="1038519" y="10182"/>
                  <a:pt x="1038407" y="10033"/>
                  <a:pt x="1038270" y="9952"/>
                </a:cubicBezTo>
                <a:cubicBezTo>
                  <a:pt x="1038132" y="9872"/>
                  <a:pt x="1037965" y="9832"/>
                  <a:pt x="1037770" y="9832"/>
                </a:cubicBezTo>
                <a:cubicBezTo>
                  <a:pt x="1037564" y="9832"/>
                  <a:pt x="1037369" y="9889"/>
                  <a:pt x="1037185" y="10004"/>
                </a:cubicBezTo>
                <a:cubicBezTo>
                  <a:pt x="1037001" y="10119"/>
                  <a:pt x="1036797" y="10325"/>
                  <a:pt x="1036574" y="10624"/>
                </a:cubicBezTo>
                <a:cubicBezTo>
                  <a:pt x="1036350" y="10922"/>
                  <a:pt x="1036100" y="11330"/>
                  <a:pt x="1035825" y="11846"/>
                </a:cubicBezTo>
                <a:cubicBezTo>
                  <a:pt x="1035549" y="12363"/>
                  <a:pt x="1035222" y="13023"/>
                  <a:pt x="1034843" y="13827"/>
                </a:cubicBezTo>
                <a:lnTo>
                  <a:pt x="1034843" y="24933"/>
                </a:lnTo>
                <a:lnTo>
                  <a:pt x="1032088" y="24933"/>
                </a:lnTo>
                <a:lnTo>
                  <a:pt x="1032088" y="7645"/>
                </a:lnTo>
                <a:lnTo>
                  <a:pt x="1034378" y="7645"/>
                </a:lnTo>
                <a:lnTo>
                  <a:pt x="1034516" y="10934"/>
                </a:lnTo>
                <a:cubicBezTo>
                  <a:pt x="1034814" y="10280"/>
                  <a:pt x="1035104" y="9723"/>
                  <a:pt x="1035386" y="9264"/>
                </a:cubicBezTo>
                <a:cubicBezTo>
                  <a:pt x="1035667" y="8804"/>
                  <a:pt x="1035957" y="8434"/>
                  <a:pt x="1036255" y="8153"/>
                </a:cubicBezTo>
                <a:cubicBezTo>
                  <a:pt x="1036554" y="7872"/>
                  <a:pt x="1036872" y="7665"/>
                  <a:pt x="1037211" y="7533"/>
                </a:cubicBezTo>
                <a:cubicBezTo>
                  <a:pt x="1037549" y="7401"/>
                  <a:pt x="1037925" y="7335"/>
                  <a:pt x="1038338" y="7335"/>
                </a:cubicBezTo>
                <a:cubicBezTo>
                  <a:pt x="1039268" y="7335"/>
                  <a:pt x="1039974" y="7639"/>
                  <a:pt x="1040456" y="8248"/>
                </a:cubicBezTo>
                <a:cubicBezTo>
                  <a:pt x="1040939" y="8856"/>
                  <a:pt x="1041180" y="9797"/>
                  <a:pt x="1041180" y="11072"/>
                </a:cubicBezTo>
                <a:cubicBezTo>
                  <a:pt x="1041455" y="10475"/>
                  <a:pt x="1041725" y="9944"/>
                  <a:pt x="1041989" y="9479"/>
                </a:cubicBezTo>
                <a:cubicBezTo>
                  <a:pt x="1042253" y="9014"/>
                  <a:pt x="1042537" y="8624"/>
                  <a:pt x="1042841" y="8308"/>
                </a:cubicBezTo>
                <a:cubicBezTo>
                  <a:pt x="1043145" y="7992"/>
                  <a:pt x="1043481" y="7751"/>
                  <a:pt x="1043848" y="7585"/>
                </a:cubicBezTo>
                <a:cubicBezTo>
                  <a:pt x="1044216" y="7418"/>
                  <a:pt x="1044641" y="7335"/>
                  <a:pt x="1045123" y="7335"/>
                </a:cubicBezTo>
                <a:cubicBezTo>
                  <a:pt x="1047292" y="7335"/>
                  <a:pt x="1048377" y="9005"/>
                  <a:pt x="1048377" y="12346"/>
                </a:cubicBezTo>
                <a:lnTo>
                  <a:pt x="1048377" y="24933"/>
                </a:lnTo>
                <a:lnTo>
                  <a:pt x="1045622" y="24933"/>
                </a:lnTo>
                <a:close/>
                <a:moveTo>
                  <a:pt x="1066721" y="15979"/>
                </a:moveTo>
                <a:cubicBezTo>
                  <a:pt x="1066721" y="17517"/>
                  <a:pt x="1066506" y="18860"/>
                  <a:pt x="1066076" y="20008"/>
                </a:cubicBezTo>
                <a:cubicBezTo>
                  <a:pt x="1065645" y="21156"/>
                  <a:pt x="1065051" y="22109"/>
                  <a:pt x="1064294" y="22866"/>
                </a:cubicBezTo>
                <a:cubicBezTo>
                  <a:pt x="1063536" y="23624"/>
                  <a:pt x="1062641" y="24192"/>
                  <a:pt x="1061607" y="24571"/>
                </a:cubicBezTo>
                <a:cubicBezTo>
                  <a:pt x="1060574" y="24950"/>
                  <a:pt x="1059455" y="25139"/>
                  <a:pt x="1058250" y="25139"/>
                </a:cubicBezTo>
                <a:cubicBezTo>
                  <a:pt x="1057699" y="25139"/>
                  <a:pt x="1057151" y="25111"/>
                  <a:pt x="1056605" y="25053"/>
                </a:cubicBezTo>
                <a:cubicBezTo>
                  <a:pt x="1056060" y="24996"/>
                  <a:pt x="1055506" y="24898"/>
                  <a:pt x="1054944" y="24760"/>
                </a:cubicBezTo>
                <a:lnTo>
                  <a:pt x="1054944" y="31992"/>
                </a:lnTo>
                <a:lnTo>
                  <a:pt x="1051948" y="31992"/>
                </a:lnTo>
                <a:lnTo>
                  <a:pt x="1051948" y="7645"/>
                </a:lnTo>
                <a:lnTo>
                  <a:pt x="1054617" y="7645"/>
                </a:lnTo>
                <a:lnTo>
                  <a:pt x="1054806" y="10538"/>
                </a:lnTo>
                <a:cubicBezTo>
                  <a:pt x="1055667" y="9355"/>
                  <a:pt x="1056585" y="8526"/>
                  <a:pt x="1057561" y="8050"/>
                </a:cubicBezTo>
                <a:cubicBezTo>
                  <a:pt x="1058537" y="7573"/>
                  <a:pt x="1059593" y="7335"/>
                  <a:pt x="1060729" y="7335"/>
                </a:cubicBezTo>
                <a:cubicBezTo>
                  <a:pt x="1061716" y="7335"/>
                  <a:pt x="1062583" y="7542"/>
                  <a:pt x="1063329" y="7955"/>
                </a:cubicBezTo>
                <a:cubicBezTo>
                  <a:pt x="1064075" y="8368"/>
                  <a:pt x="1064701" y="8951"/>
                  <a:pt x="1065206" y="9703"/>
                </a:cubicBezTo>
                <a:cubicBezTo>
                  <a:pt x="1065711" y="10455"/>
                  <a:pt x="1066090" y="11361"/>
                  <a:pt x="1066343" y="12423"/>
                </a:cubicBezTo>
                <a:cubicBezTo>
                  <a:pt x="1066595" y="13485"/>
                  <a:pt x="1066721" y="14670"/>
                  <a:pt x="1066721" y="15979"/>
                </a:cubicBezTo>
                <a:moveTo>
                  <a:pt x="1063656" y="16117"/>
                </a:moveTo>
                <a:cubicBezTo>
                  <a:pt x="1063656" y="15210"/>
                  <a:pt x="1063590" y="14378"/>
                  <a:pt x="1063458" y="13620"/>
                </a:cubicBezTo>
                <a:cubicBezTo>
                  <a:pt x="1063326" y="12862"/>
                  <a:pt x="1063117" y="12214"/>
                  <a:pt x="1062830" y="11674"/>
                </a:cubicBezTo>
                <a:cubicBezTo>
                  <a:pt x="1062543" y="11135"/>
                  <a:pt x="1062176" y="10713"/>
                  <a:pt x="1061728" y="10409"/>
                </a:cubicBezTo>
                <a:cubicBezTo>
                  <a:pt x="1061280" y="10104"/>
                  <a:pt x="1060746" y="9952"/>
                  <a:pt x="1060127" y="9952"/>
                </a:cubicBezTo>
                <a:cubicBezTo>
                  <a:pt x="1059748" y="9952"/>
                  <a:pt x="1059363" y="10013"/>
                  <a:pt x="1058973" y="10133"/>
                </a:cubicBezTo>
                <a:cubicBezTo>
                  <a:pt x="1058583" y="10254"/>
                  <a:pt x="1058178" y="10455"/>
                  <a:pt x="1057759" y="10736"/>
                </a:cubicBezTo>
                <a:cubicBezTo>
                  <a:pt x="1057340" y="11017"/>
                  <a:pt x="1056898" y="11390"/>
                  <a:pt x="1056433" y="11855"/>
                </a:cubicBezTo>
                <a:cubicBezTo>
                  <a:pt x="1055968" y="12320"/>
                  <a:pt x="1055472" y="12897"/>
                  <a:pt x="1054944" y="13586"/>
                </a:cubicBezTo>
                <a:lnTo>
                  <a:pt x="1054944" y="21971"/>
                </a:lnTo>
                <a:cubicBezTo>
                  <a:pt x="1055495" y="22201"/>
                  <a:pt x="1056075" y="22381"/>
                  <a:pt x="1056683" y="22513"/>
                </a:cubicBezTo>
                <a:cubicBezTo>
                  <a:pt x="1057291" y="22645"/>
                  <a:pt x="1057888" y="22711"/>
                  <a:pt x="1058474" y="22711"/>
                </a:cubicBezTo>
                <a:cubicBezTo>
                  <a:pt x="1060092" y="22711"/>
                  <a:pt x="1061361" y="22163"/>
                  <a:pt x="1062279" y="21067"/>
                </a:cubicBezTo>
                <a:cubicBezTo>
                  <a:pt x="1063197" y="19971"/>
                  <a:pt x="1063656" y="18321"/>
                  <a:pt x="1063656" y="16117"/>
                </a:cubicBezTo>
                <a:close/>
                <a:moveTo>
                  <a:pt x="1086674" y="16151"/>
                </a:moveTo>
                <a:cubicBezTo>
                  <a:pt x="1086674" y="17494"/>
                  <a:pt x="1086485" y="18725"/>
                  <a:pt x="1086106" y="19844"/>
                </a:cubicBezTo>
                <a:cubicBezTo>
                  <a:pt x="1085727" y="20964"/>
                  <a:pt x="1085182" y="21922"/>
                  <a:pt x="1084470" y="22720"/>
                </a:cubicBezTo>
                <a:cubicBezTo>
                  <a:pt x="1083758" y="23518"/>
                  <a:pt x="1082892" y="24138"/>
                  <a:pt x="1081870" y="24580"/>
                </a:cubicBezTo>
                <a:cubicBezTo>
                  <a:pt x="1080849" y="25022"/>
                  <a:pt x="1079689" y="25243"/>
                  <a:pt x="1078392" y="25243"/>
                </a:cubicBezTo>
                <a:cubicBezTo>
                  <a:pt x="1077152" y="25243"/>
                  <a:pt x="1076042" y="25050"/>
                  <a:pt x="1075060" y="24666"/>
                </a:cubicBezTo>
                <a:cubicBezTo>
                  <a:pt x="1074079" y="24281"/>
                  <a:pt x="1073247" y="23716"/>
                  <a:pt x="1072564" y="22970"/>
                </a:cubicBezTo>
                <a:cubicBezTo>
                  <a:pt x="1071880" y="22224"/>
                  <a:pt x="1071358" y="21299"/>
                  <a:pt x="1070997" y="20197"/>
                </a:cubicBezTo>
                <a:cubicBezTo>
                  <a:pt x="1070635" y="19095"/>
                  <a:pt x="1070454" y="17827"/>
                  <a:pt x="1070454" y="16392"/>
                </a:cubicBezTo>
                <a:cubicBezTo>
                  <a:pt x="1070454" y="15049"/>
                  <a:pt x="1070644" y="13824"/>
                  <a:pt x="1071022" y="12716"/>
                </a:cubicBezTo>
                <a:cubicBezTo>
                  <a:pt x="1071401" y="11608"/>
                  <a:pt x="1071947" y="10655"/>
                  <a:pt x="1072658" y="9858"/>
                </a:cubicBezTo>
                <a:cubicBezTo>
                  <a:pt x="1073370" y="9060"/>
                  <a:pt x="1074237" y="8440"/>
                  <a:pt x="1075258" y="7998"/>
                </a:cubicBezTo>
                <a:cubicBezTo>
                  <a:pt x="1076280" y="7556"/>
                  <a:pt x="1077439" y="7335"/>
                  <a:pt x="1078736" y="7335"/>
                </a:cubicBezTo>
                <a:cubicBezTo>
                  <a:pt x="1079976" y="7335"/>
                  <a:pt x="1081087" y="7527"/>
                  <a:pt x="1082068" y="7912"/>
                </a:cubicBezTo>
                <a:cubicBezTo>
                  <a:pt x="1083050" y="8297"/>
                  <a:pt x="1083882" y="8859"/>
                  <a:pt x="1084565" y="9599"/>
                </a:cubicBezTo>
                <a:cubicBezTo>
                  <a:pt x="1085248" y="10340"/>
                  <a:pt x="1085770" y="11261"/>
                  <a:pt x="1086132" y="12363"/>
                </a:cubicBezTo>
                <a:cubicBezTo>
                  <a:pt x="1086493" y="13465"/>
                  <a:pt x="1086674" y="14728"/>
                  <a:pt x="1086674" y="16151"/>
                </a:cubicBezTo>
                <a:moveTo>
                  <a:pt x="1083609" y="16289"/>
                </a:moveTo>
                <a:cubicBezTo>
                  <a:pt x="1083609" y="15221"/>
                  <a:pt x="1083492" y="14289"/>
                  <a:pt x="1083256" y="13491"/>
                </a:cubicBezTo>
                <a:cubicBezTo>
                  <a:pt x="1083021" y="12693"/>
                  <a:pt x="1082685" y="12027"/>
                  <a:pt x="1082249" y="11493"/>
                </a:cubicBezTo>
                <a:cubicBezTo>
                  <a:pt x="1081813" y="10960"/>
                  <a:pt x="1081282" y="10558"/>
                  <a:pt x="1080656" y="10288"/>
                </a:cubicBezTo>
                <a:cubicBezTo>
                  <a:pt x="1080031" y="10018"/>
                  <a:pt x="1079333" y="9883"/>
                  <a:pt x="1078564" y="9883"/>
                </a:cubicBezTo>
                <a:cubicBezTo>
                  <a:pt x="1077669" y="9883"/>
                  <a:pt x="1076903" y="10059"/>
                  <a:pt x="1076266" y="10409"/>
                </a:cubicBezTo>
                <a:cubicBezTo>
                  <a:pt x="1075628" y="10759"/>
                  <a:pt x="1075106" y="11227"/>
                  <a:pt x="1074699" y="11812"/>
                </a:cubicBezTo>
                <a:cubicBezTo>
                  <a:pt x="1074291" y="12397"/>
                  <a:pt x="1073993" y="13078"/>
                  <a:pt x="1073803" y="13852"/>
                </a:cubicBezTo>
                <a:cubicBezTo>
                  <a:pt x="1073614" y="14627"/>
                  <a:pt x="1073519" y="15439"/>
                  <a:pt x="1073519" y="16289"/>
                </a:cubicBezTo>
                <a:cubicBezTo>
                  <a:pt x="1073519" y="17356"/>
                  <a:pt x="1073637" y="18292"/>
                  <a:pt x="1073872" y="19095"/>
                </a:cubicBezTo>
                <a:cubicBezTo>
                  <a:pt x="1074107" y="19899"/>
                  <a:pt x="1074443" y="20568"/>
                  <a:pt x="1074879" y="21101"/>
                </a:cubicBezTo>
                <a:cubicBezTo>
                  <a:pt x="1075316" y="21635"/>
                  <a:pt x="1075844" y="22037"/>
                  <a:pt x="1076464" y="22307"/>
                </a:cubicBezTo>
                <a:cubicBezTo>
                  <a:pt x="1077083" y="22577"/>
                  <a:pt x="1077784" y="22711"/>
                  <a:pt x="1078564" y="22711"/>
                </a:cubicBezTo>
                <a:cubicBezTo>
                  <a:pt x="1079460" y="22711"/>
                  <a:pt x="1080226" y="22536"/>
                  <a:pt x="1080863" y="22186"/>
                </a:cubicBezTo>
                <a:cubicBezTo>
                  <a:pt x="1081500" y="21836"/>
                  <a:pt x="1082022" y="21368"/>
                  <a:pt x="1082430" y="20783"/>
                </a:cubicBezTo>
                <a:cubicBezTo>
                  <a:pt x="1082837" y="20197"/>
                  <a:pt x="1083136" y="19517"/>
                  <a:pt x="1083325" y="18742"/>
                </a:cubicBezTo>
                <a:cubicBezTo>
                  <a:pt x="1083515" y="17968"/>
                  <a:pt x="1083609" y="17150"/>
                  <a:pt x="1083609" y="16289"/>
                </a:cubicBezTo>
                <a:close/>
                <a:moveTo>
                  <a:pt x="1091302" y="7645"/>
                </a:moveTo>
                <a:lnTo>
                  <a:pt x="1093971" y="7645"/>
                </a:lnTo>
                <a:lnTo>
                  <a:pt x="1094092" y="10434"/>
                </a:lnTo>
                <a:cubicBezTo>
                  <a:pt x="1094597" y="9838"/>
                  <a:pt x="1095084" y="9341"/>
                  <a:pt x="1095555" y="8945"/>
                </a:cubicBezTo>
                <a:cubicBezTo>
                  <a:pt x="1096026" y="8549"/>
                  <a:pt x="1096488" y="8231"/>
                  <a:pt x="1096941" y="7989"/>
                </a:cubicBezTo>
                <a:cubicBezTo>
                  <a:pt x="1097395" y="7748"/>
                  <a:pt x="1097857" y="7579"/>
                  <a:pt x="1098327" y="7481"/>
                </a:cubicBezTo>
                <a:cubicBezTo>
                  <a:pt x="1098798" y="7384"/>
                  <a:pt x="1099286" y="7335"/>
                  <a:pt x="1099791" y="7335"/>
                </a:cubicBezTo>
                <a:cubicBezTo>
                  <a:pt x="1101570" y="7335"/>
                  <a:pt x="1102916" y="7860"/>
                  <a:pt x="1103829" y="8911"/>
                </a:cubicBezTo>
                <a:cubicBezTo>
                  <a:pt x="1104741" y="9961"/>
                  <a:pt x="1105198" y="11542"/>
                  <a:pt x="1105198" y="13654"/>
                </a:cubicBezTo>
                <a:lnTo>
                  <a:pt x="1105198" y="24933"/>
                </a:lnTo>
                <a:lnTo>
                  <a:pt x="1102202" y="24933"/>
                </a:lnTo>
                <a:lnTo>
                  <a:pt x="1102202" y="13895"/>
                </a:lnTo>
                <a:cubicBezTo>
                  <a:pt x="1102202" y="12541"/>
                  <a:pt x="1101949" y="11539"/>
                  <a:pt x="1101444" y="10891"/>
                </a:cubicBezTo>
                <a:cubicBezTo>
                  <a:pt x="1100939" y="10242"/>
                  <a:pt x="1100187" y="9918"/>
                  <a:pt x="1099188" y="9918"/>
                </a:cubicBezTo>
                <a:cubicBezTo>
                  <a:pt x="1098821" y="9918"/>
                  <a:pt x="1098462" y="9972"/>
                  <a:pt x="1098112" y="10082"/>
                </a:cubicBezTo>
                <a:cubicBezTo>
                  <a:pt x="1097762" y="10191"/>
                  <a:pt x="1097398" y="10380"/>
                  <a:pt x="1097019" y="10650"/>
                </a:cubicBezTo>
                <a:cubicBezTo>
                  <a:pt x="1096640" y="10919"/>
                  <a:pt x="1096230" y="11284"/>
                  <a:pt x="1095788" y="11743"/>
                </a:cubicBezTo>
                <a:cubicBezTo>
                  <a:pt x="1095346" y="12202"/>
                  <a:pt x="1094849" y="12776"/>
                  <a:pt x="1094298" y="13465"/>
                </a:cubicBezTo>
                <a:lnTo>
                  <a:pt x="1094298" y="24933"/>
                </a:lnTo>
                <a:lnTo>
                  <a:pt x="1091302" y="24933"/>
                </a:lnTo>
                <a:lnTo>
                  <a:pt x="1091302" y="7645"/>
                </a:lnTo>
                <a:close/>
                <a:moveTo>
                  <a:pt x="1125581" y="15376"/>
                </a:moveTo>
                <a:cubicBezTo>
                  <a:pt x="1125581" y="15801"/>
                  <a:pt x="1125575" y="16157"/>
                  <a:pt x="1125564" y="16444"/>
                </a:cubicBezTo>
                <a:cubicBezTo>
                  <a:pt x="1125552" y="16731"/>
                  <a:pt x="1125535" y="17001"/>
                  <a:pt x="1125512" y="17253"/>
                </a:cubicBezTo>
                <a:lnTo>
                  <a:pt x="1113373" y="17253"/>
                </a:lnTo>
                <a:cubicBezTo>
                  <a:pt x="1113373" y="19021"/>
                  <a:pt x="1113866" y="20378"/>
                  <a:pt x="1114854" y="21325"/>
                </a:cubicBezTo>
                <a:cubicBezTo>
                  <a:pt x="1115841" y="22272"/>
                  <a:pt x="1117264" y="22746"/>
                  <a:pt x="1119124" y="22746"/>
                </a:cubicBezTo>
                <a:cubicBezTo>
                  <a:pt x="1119629" y="22746"/>
                  <a:pt x="1120134" y="22725"/>
                  <a:pt x="1120639" y="22684"/>
                </a:cubicBezTo>
                <a:cubicBezTo>
                  <a:pt x="1121144" y="22643"/>
                  <a:pt x="1121632" y="22587"/>
                  <a:pt x="1122103" y="22517"/>
                </a:cubicBezTo>
                <a:cubicBezTo>
                  <a:pt x="1122573" y="22446"/>
                  <a:pt x="1123024" y="22367"/>
                  <a:pt x="1123454" y="22279"/>
                </a:cubicBezTo>
                <a:cubicBezTo>
                  <a:pt x="1123885" y="22191"/>
                  <a:pt x="1124284" y="22094"/>
                  <a:pt x="1124651" y="21988"/>
                </a:cubicBezTo>
                <a:lnTo>
                  <a:pt x="1124651" y="24450"/>
                </a:lnTo>
                <a:cubicBezTo>
                  <a:pt x="1123836" y="24685"/>
                  <a:pt x="1122915" y="24876"/>
                  <a:pt x="1121887" y="25022"/>
                </a:cubicBezTo>
                <a:cubicBezTo>
                  <a:pt x="1120860" y="25169"/>
                  <a:pt x="1119795" y="25243"/>
                  <a:pt x="1118693" y="25243"/>
                </a:cubicBezTo>
                <a:cubicBezTo>
                  <a:pt x="1117213" y="25243"/>
                  <a:pt x="1115938" y="25042"/>
                  <a:pt x="1114871" y="24640"/>
                </a:cubicBezTo>
                <a:cubicBezTo>
                  <a:pt x="1113803" y="24238"/>
                  <a:pt x="1112928" y="23656"/>
                  <a:pt x="1112245" y="22892"/>
                </a:cubicBezTo>
                <a:cubicBezTo>
                  <a:pt x="1111562" y="22129"/>
                  <a:pt x="1111057" y="21193"/>
                  <a:pt x="1110730" y="20086"/>
                </a:cubicBezTo>
                <a:cubicBezTo>
                  <a:pt x="1110403" y="18978"/>
                  <a:pt x="1110239" y="17724"/>
                  <a:pt x="1110239" y="16323"/>
                </a:cubicBezTo>
                <a:cubicBezTo>
                  <a:pt x="1110239" y="15106"/>
                  <a:pt x="1110414" y="13956"/>
                  <a:pt x="1110764" y="12871"/>
                </a:cubicBezTo>
                <a:cubicBezTo>
                  <a:pt x="1111114" y="11786"/>
                  <a:pt x="1111625" y="10833"/>
                  <a:pt x="1112297" y="10013"/>
                </a:cubicBezTo>
                <a:cubicBezTo>
                  <a:pt x="1112968" y="9192"/>
                  <a:pt x="1113792" y="8540"/>
                  <a:pt x="1114768" y="8058"/>
                </a:cubicBezTo>
                <a:cubicBezTo>
                  <a:pt x="1115743" y="7576"/>
                  <a:pt x="1116851" y="7335"/>
                  <a:pt x="1118091" y="7335"/>
                </a:cubicBezTo>
                <a:cubicBezTo>
                  <a:pt x="1119296" y="7335"/>
                  <a:pt x="1120364" y="7525"/>
                  <a:pt x="1121293" y="7903"/>
                </a:cubicBezTo>
                <a:cubicBezTo>
                  <a:pt x="1122223" y="8282"/>
                  <a:pt x="1123007" y="8819"/>
                  <a:pt x="1123644" y="9513"/>
                </a:cubicBezTo>
                <a:cubicBezTo>
                  <a:pt x="1124281" y="10208"/>
                  <a:pt x="1124763" y="11051"/>
                  <a:pt x="1125090" y="12044"/>
                </a:cubicBezTo>
                <a:cubicBezTo>
                  <a:pt x="1125417" y="13037"/>
                  <a:pt x="1125581" y="14148"/>
                  <a:pt x="1125581" y="15376"/>
                </a:cubicBezTo>
                <a:moveTo>
                  <a:pt x="1122464" y="14946"/>
                </a:moveTo>
                <a:cubicBezTo>
                  <a:pt x="1122499" y="14177"/>
                  <a:pt x="1122424" y="13474"/>
                  <a:pt x="1122240" y="12836"/>
                </a:cubicBezTo>
                <a:cubicBezTo>
                  <a:pt x="1122057" y="12199"/>
                  <a:pt x="1121773" y="11651"/>
                  <a:pt x="1121388" y="11192"/>
                </a:cubicBezTo>
                <a:cubicBezTo>
                  <a:pt x="1121004" y="10733"/>
                  <a:pt x="1120524" y="10374"/>
                  <a:pt x="1119950" y="10116"/>
                </a:cubicBezTo>
                <a:cubicBezTo>
                  <a:pt x="1119376" y="9858"/>
                  <a:pt x="1118711" y="9729"/>
                  <a:pt x="1117953" y="9729"/>
                </a:cubicBezTo>
                <a:cubicBezTo>
                  <a:pt x="1117299" y="9729"/>
                  <a:pt x="1116702" y="9855"/>
                  <a:pt x="1116162" y="10107"/>
                </a:cubicBezTo>
                <a:cubicBezTo>
                  <a:pt x="1115623" y="10360"/>
                  <a:pt x="1115158" y="10716"/>
                  <a:pt x="1114768" y="11175"/>
                </a:cubicBezTo>
                <a:cubicBezTo>
                  <a:pt x="1114377" y="11634"/>
                  <a:pt x="1114062" y="12185"/>
                  <a:pt x="1113821" y="12828"/>
                </a:cubicBezTo>
                <a:cubicBezTo>
                  <a:pt x="1113579" y="13471"/>
                  <a:pt x="1113430" y="14177"/>
                  <a:pt x="1113373" y="14946"/>
                </a:cubicBezTo>
                <a:lnTo>
                  <a:pt x="1122464" y="14946"/>
                </a:lnTo>
                <a:close/>
                <a:moveTo>
                  <a:pt x="1130657" y="7645"/>
                </a:moveTo>
                <a:lnTo>
                  <a:pt x="1133326" y="7645"/>
                </a:lnTo>
                <a:lnTo>
                  <a:pt x="1133446" y="10434"/>
                </a:lnTo>
                <a:cubicBezTo>
                  <a:pt x="1133951" y="9838"/>
                  <a:pt x="1134439" y="9341"/>
                  <a:pt x="1134910" y="8945"/>
                </a:cubicBezTo>
                <a:cubicBezTo>
                  <a:pt x="1135380" y="8549"/>
                  <a:pt x="1135842" y="8231"/>
                  <a:pt x="1136296" y="7989"/>
                </a:cubicBezTo>
                <a:cubicBezTo>
                  <a:pt x="1136749" y="7748"/>
                  <a:pt x="1137211" y="7579"/>
                  <a:pt x="1137682" y="7481"/>
                </a:cubicBezTo>
                <a:cubicBezTo>
                  <a:pt x="1138153" y="7384"/>
                  <a:pt x="1138640" y="7335"/>
                  <a:pt x="1139146" y="7335"/>
                </a:cubicBezTo>
                <a:cubicBezTo>
                  <a:pt x="1140925" y="7335"/>
                  <a:pt x="1142271" y="7860"/>
                  <a:pt x="1143183" y="8911"/>
                </a:cubicBezTo>
                <a:cubicBezTo>
                  <a:pt x="1144096" y="9961"/>
                  <a:pt x="1144552" y="11542"/>
                  <a:pt x="1144552" y="13654"/>
                </a:cubicBezTo>
                <a:lnTo>
                  <a:pt x="1144552" y="24933"/>
                </a:lnTo>
                <a:lnTo>
                  <a:pt x="1141556" y="24933"/>
                </a:lnTo>
                <a:lnTo>
                  <a:pt x="1141556" y="13895"/>
                </a:lnTo>
                <a:cubicBezTo>
                  <a:pt x="1141556" y="12541"/>
                  <a:pt x="1141304" y="11539"/>
                  <a:pt x="1140799" y="10891"/>
                </a:cubicBezTo>
                <a:cubicBezTo>
                  <a:pt x="1140293" y="10242"/>
                  <a:pt x="1139542" y="9918"/>
                  <a:pt x="1138543" y="9918"/>
                </a:cubicBezTo>
                <a:cubicBezTo>
                  <a:pt x="1138176" y="9918"/>
                  <a:pt x="1137817" y="9972"/>
                  <a:pt x="1137467" y="10082"/>
                </a:cubicBezTo>
                <a:cubicBezTo>
                  <a:pt x="1137117" y="10191"/>
                  <a:pt x="1136752" y="10380"/>
                  <a:pt x="1136373" y="10650"/>
                </a:cubicBezTo>
                <a:cubicBezTo>
                  <a:pt x="1135995" y="10919"/>
                  <a:pt x="1135584" y="11284"/>
                  <a:pt x="1135142" y="11743"/>
                </a:cubicBezTo>
                <a:cubicBezTo>
                  <a:pt x="1134700" y="12202"/>
                  <a:pt x="1134204" y="12776"/>
                  <a:pt x="1133653" y="13465"/>
                </a:cubicBezTo>
                <a:lnTo>
                  <a:pt x="1133653" y="24933"/>
                </a:lnTo>
                <a:lnTo>
                  <a:pt x="1130657" y="24933"/>
                </a:lnTo>
                <a:lnTo>
                  <a:pt x="1130657" y="7645"/>
                </a:lnTo>
                <a:close/>
                <a:moveTo>
                  <a:pt x="1163241" y="24674"/>
                </a:moveTo>
                <a:cubicBezTo>
                  <a:pt x="1162563" y="24853"/>
                  <a:pt x="1161863" y="24980"/>
                  <a:pt x="1161140" y="25057"/>
                </a:cubicBezTo>
                <a:cubicBezTo>
                  <a:pt x="1160417" y="25135"/>
                  <a:pt x="1159682" y="25174"/>
                  <a:pt x="1158936" y="25174"/>
                </a:cubicBezTo>
                <a:cubicBezTo>
                  <a:pt x="1156766" y="25174"/>
                  <a:pt x="1155148" y="24683"/>
                  <a:pt x="1154080" y="23701"/>
                </a:cubicBezTo>
                <a:cubicBezTo>
                  <a:pt x="1153013" y="22720"/>
                  <a:pt x="1152479" y="21213"/>
                  <a:pt x="1152479" y="19182"/>
                </a:cubicBezTo>
                <a:lnTo>
                  <a:pt x="1152479" y="10159"/>
                </a:lnTo>
                <a:lnTo>
                  <a:pt x="1147641" y="10159"/>
                </a:lnTo>
                <a:lnTo>
                  <a:pt x="1147641" y="7645"/>
                </a:lnTo>
                <a:lnTo>
                  <a:pt x="1152479" y="7645"/>
                </a:lnTo>
                <a:lnTo>
                  <a:pt x="1152479" y="2878"/>
                </a:lnTo>
                <a:lnTo>
                  <a:pt x="1155475" y="2101"/>
                </a:lnTo>
                <a:lnTo>
                  <a:pt x="1155475" y="7645"/>
                </a:lnTo>
                <a:lnTo>
                  <a:pt x="1163241" y="7645"/>
                </a:lnTo>
                <a:lnTo>
                  <a:pt x="1163241" y="10159"/>
                </a:lnTo>
                <a:lnTo>
                  <a:pt x="1155475" y="10159"/>
                </a:lnTo>
                <a:lnTo>
                  <a:pt x="1155475" y="18941"/>
                </a:lnTo>
                <a:cubicBezTo>
                  <a:pt x="1155475" y="20180"/>
                  <a:pt x="1155805" y="21107"/>
                  <a:pt x="1156465" y="21721"/>
                </a:cubicBezTo>
                <a:cubicBezTo>
                  <a:pt x="1157125" y="22335"/>
                  <a:pt x="1158098" y="22643"/>
                  <a:pt x="1159384" y="22643"/>
                </a:cubicBezTo>
                <a:cubicBezTo>
                  <a:pt x="1159935" y="22643"/>
                  <a:pt x="1160537" y="22598"/>
                  <a:pt x="1161192" y="22510"/>
                </a:cubicBezTo>
                <a:cubicBezTo>
                  <a:pt x="1161846" y="22421"/>
                  <a:pt x="1162529" y="22281"/>
                  <a:pt x="1163241" y="22092"/>
                </a:cubicBezTo>
                <a:lnTo>
                  <a:pt x="1163241" y="24674"/>
                </a:lnTo>
                <a:close/>
                <a:moveTo>
                  <a:pt x="1201356" y="31992"/>
                </a:moveTo>
                <a:lnTo>
                  <a:pt x="1200081" y="31992"/>
                </a:lnTo>
                <a:cubicBezTo>
                  <a:pt x="1197866" y="31992"/>
                  <a:pt x="1196219" y="31473"/>
                  <a:pt x="1195140" y="30434"/>
                </a:cubicBezTo>
                <a:cubicBezTo>
                  <a:pt x="1194061" y="29395"/>
                  <a:pt x="1193521" y="27820"/>
                  <a:pt x="1193521" y="25707"/>
                </a:cubicBezTo>
                <a:lnTo>
                  <a:pt x="1193521" y="19784"/>
                </a:lnTo>
                <a:cubicBezTo>
                  <a:pt x="1193521" y="19222"/>
                  <a:pt x="1193458" y="18720"/>
                  <a:pt x="1193332" y="18278"/>
                </a:cubicBezTo>
                <a:cubicBezTo>
                  <a:pt x="1193205" y="17836"/>
                  <a:pt x="1192984" y="17463"/>
                  <a:pt x="1192669" y="17158"/>
                </a:cubicBezTo>
                <a:cubicBezTo>
                  <a:pt x="1192353" y="16854"/>
                  <a:pt x="1191934" y="16622"/>
                  <a:pt x="1191412" y="16461"/>
                </a:cubicBezTo>
                <a:cubicBezTo>
                  <a:pt x="1190890" y="16300"/>
                  <a:pt x="1190232" y="16220"/>
                  <a:pt x="1189440" y="16220"/>
                </a:cubicBezTo>
                <a:lnTo>
                  <a:pt x="1188700" y="16220"/>
                </a:lnTo>
                <a:lnTo>
                  <a:pt x="1188700" y="13827"/>
                </a:lnTo>
                <a:lnTo>
                  <a:pt x="1189440" y="13827"/>
                </a:lnTo>
                <a:cubicBezTo>
                  <a:pt x="1190278" y="13827"/>
                  <a:pt x="1190961" y="13758"/>
                  <a:pt x="1191489" y="13620"/>
                </a:cubicBezTo>
                <a:cubicBezTo>
                  <a:pt x="1192017" y="13482"/>
                  <a:pt x="1192431" y="13273"/>
                  <a:pt x="1192729" y="12991"/>
                </a:cubicBezTo>
                <a:cubicBezTo>
                  <a:pt x="1193027" y="12710"/>
                  <a:pt x="1193234" y="12352"/>
                  <a:pt x="1193349" y="11915"/>
                </a:cubicBezTo>
                <a:cubicBezTo>
                  <a:pt x="1193464" y="11479"/>
                  <a:pt x="1193521" y="10963"/>
                  <a:pt x="1193521" y="10366"/>
                </a:cubicBezTo>
                <a:lnTo>
                  <a:pt x="1193521" y="6285"/>
                </a:lnTo>
                <a:cubicBezTo>
                  <a:pt x="1193521" y="5321"/>
                  <a:pt x="1193636" y="4451"/>
                  <a:pt x="1193865" y="3676"/>
                </a:cubicBezTo>
                <a:cubicBezTo>
                  <a:pt x="1194095" y="2901"/>
                  <a:pt x="1194471" y="2241"/>
                  <a:pt x="1194993" y="1696"/>
                </a:cubicBezTo>
                <a:cubicBezTo>
                  <a:pt x="1195516" y="1151"/>
                  <a:pt x="1196193" y="732"/>
                  <a:pt x="1197025" y="439"/>
                </a:cubicBezTo>
                <a:cubicBezTo>
                  <a:pt x="1197857" y="146"/>
                  <a:pt x="1198876" y="0"/>
                  <a:pt x="1200081" y="0"/>
                </a:cubicBezTo>
                <a:lnTo>
                  <a:pt x="1201356" y="0"/>
                </a:lnTo>
                <a:lnTo>
                  <a:pt x="1201356" y="2411"/>
                </a:lnTo>
                <a:lnTo>
                  <a:pt x="1200340" y="2411"/>
                </a:lnTo>
                <a:cubicBezTo>
                  <a:pt x="1197677" y="2411"/>
                  <a:pt x="1196345" y="3702"/>
                  <a:pt x="1196345" y="6285"/>
                </a:cubicBezTo>
                <a:lnTo>
                  <a:pt x="1196345" y="10297"/>
                </a:lnTo>
                <a:cubicBezTo>
                  <a:pt x="1196345" y="13098"/>
                  <a:pt x="1195134" y="14676"/>
                  <a:pt x="1192712" y="15032"/>
                </a:cubicBezTo>
                <a:cubicBezTo>
                  <a:pt x="1195157" y="15273"/>
                  <a:pt x="1196379" y="16846"/>
                  <a:pt x="1196379" y="19750"/>
                </a:cubicBezTo>
                <a:lnTo>
                  <a:pt x="1196379" y="25639"/>
                </a:lnTo>
                <a:cubicBezTo>
                  <a:pt x="1196379" y="28267"/>
                  <a:pt x="1197699" y="29582"/>
                  <a:pt x="1200340" y="29582"/>
                </a:cubicBezTo>
                <a:lnTo>
                  <a:pt x="1201356" y="29582"/>
                </a:lnTo>
                <a:lnTo>
                  <a:pt x="1201356" y="31992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Text }">
            <a:extLst xmlns:a="http://schemas.openxmlformats.org/drawingml/2006/main">
              <a:ext uri="{FF2B5EF4-FFF2-40B4-BE49-F238E27FC236}">
                <a16:creationId xmlns:a16="http://schemas.microsoft.com/office/drawing/2014/main" id="{579A7D8E-4789-45BE-B05E-1F343EA5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020" y="8811494"/>
            <a:ext cx="12673" cy="31992"/>
          </a:xfrm>
          <a:custGeom xmlns:a="http://schemas.openxmlformats.org/drawingml/2006/main">
            <a:pathLst>
              <a:path w="12673" h="31992">
                <a:moveTo>
                  <a:pt x="0" y="0"/>
                </a:moveTo>
                <a:lnTo>
                  <a:pt x="1274" y="0"/>
                </a:lnTo>
                <a:cubicBezTo>
                  <a:pt x="3490" y="0"/>
                  <a:pt x="5137" y="519"/>
                  <a:pt x="6216" y="1558"/>
                </a:cubicBezTo>
                <a:cubicBezTo>
                  <a:pt x="7295" y="2597"/>
                  <a:pt x="7834" y="4173"/>
                  <a:pt x="7834" y="6285"/>
                </a:cubicBezTo>
                <a:lnTo>
                  <a:pt x="7834" y="10262"/>
                </a:lnTo>
                <a:cubicBezTo>
                  <a:pt x="7834" y="10825"/>
                  <a:pt x="7898" y="11327"/>
                  <a:pt x="8024" y="11769"/>
                </a:cubicBezTo>
                <a:cubicBezTo>
                  <a:pt x="8150" y="12211"/>
                  <a:pt x="8371" y="12584"/>
                  <a:pt x="8687" y="12888"/>
                </a:cubicBezTo>
                <a:cubicBezTo>
                  <a:pt x="9002" y="13192"/>
                  <a:pt x="9424" y="13425"/>
                  <a:pt x="9952" y="13586"/>
                </a:cubicBezTo>
                <a:cubicBezTo>
                  <a:pt x="10480" y="13746"/>
                  <a:pt x="11140" y="13827"/>
                  <a:pt x="11933" y="13827"/>
                </a:cubicBezTo>
                <a:lnTo>
                  <a:pt x="12673" y="13827"/>
                </a:lnTo>
                <a:lnTo>
                  <a:pt x="12673" y="16220"/>
                </a:lnTo>
                <a:lnTo>
                  <a:pt x="11933" y="16220"/>
                </a:lnTo>
                <a:cubicBezTo>
                  <a:pt x="11095" y="16220"/>
                  <a:pt x="10409" y="16289"/>
                  <a:pt x="9875" y="16427"/>
                </a:cubicBezTo>
                <a:cubicBezTo>
                  <a:pt x="9341" y="16564"/>
                  <a:pt x="8925" y="16774"/>
                  <a:pt x="8627" y="17055"/>
                </a:cubicBezTo>
                <a:cubicBezTo>
                  <a:pt x="8328" y="17336"/>
                  <a:pt x="8121" y="17695"/>
                  <a:pt x="8007" y="18131"/>
                </a:cubicBezTo>
                <a:cubicBezTo>
                  <a:pt x="7892" y="18567"/>
                  <a:pt x="7834" y="19084"/>
                  <a:pt x="7834" y="19681"/>
                </a:cubicBezTo>
                <a:lnTo>
                  <a:pt x="7834" y="25707"/>
                </a:lnTo>
                <a:cubicBezTo>
                  <a:pt x="7834" y="26672"/>
                  <a:pt x="7720" y="27541"/>
                  <a:pt x="7490" y="28316"/>
                </a:cubicBezTo>
                <a:cubicBezTo>
                  <a:pt x="7261" y="29091"/>
                  <a:pt x="6887" y="29751"/>
                  <a:pt x="6371" y="30296"/>
                </a:cubicBezTo>
                <a:cubicBezTo>
                  <a:pt x="5854" y="30841"/>
                  <a:pt x="5177" y="31260"/>
                  <a:pt x="4339" y="31553"/>
                </a:cubicBezTo>
                <a:cubicBezTo>
                  <a:pt x="3501" y="31846"/>
                  <a:pt x="2479" y="31992"/>
                  <a:pt x="1274" y="31992"/>
                </a:cubicBezTo>
                <a:lnTo>
                  <a:pt x="0" y="31992"/>
                </a:lnTo>
                <a:lnTo>
                  <a:pt x="0" y="29582"/>
                </a:lnTo>
                <a:lnTo>
                  <a:pt x="1033" y="29582"/>
                </a:lnTo>
                <a:cubicBezTo>
                  <a:pt x="3685" y="29582"/>
                  <a:pt x="5011" y="28290"/>
                  <a:pt x="5011" y="25707"/>
                </a:cubicBezTo>
                <a:lnTo>
                  <a:pt x="5011" y="19750"/>
                </a:lnTo>
                <a:cubicBezTo>
                  <a:pt x="5011" y="16949"/>
                  <a:pt x="6222" y="15376"/>
                  <a:pt x="8644" y="15032"/>
                </a:cubicBezTo>
                <a:cubicBezTo>
                  <a:pt x="6199" y="14768"/>
                  <a:pt x="4976" y="13189"/>
                  <a:pt x="4976" y="10297"/>
                </a:cubicBezTo>
                <a:lnTo>
                  <a:pt x="4976" y="6354"/>
                </a:lnTo>
                <a:cubicBezTo>
                  <a:pt x="4976" y="3725"/>
                  <a:pt x="3662" y="2411"/>
                  <a:pt x="1033" y="2411"/>
                </a:cubicBezTo>
                <a:lnTo>
                  <a:pt x="0" y="24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Text }">
            <a:extLst xmlns:a="http://schemas.openxmlformats.org/drawingml/2006/main">
              <a:ext uri="{FF2B5EF4-FFF2-40B4-BE49-F238E27FC236}">
                <a16:creationId xmlns:a16="http://schemas.microsoft.com/office/drawing/2014/main" id="{CC442616-B953-42BE-B02C-598ECE5D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232" y="8854018"/>
            <a:ext cx="12673" cy="31992"/>
          </a:xfrm>
          <a:custGeom xmlns:a="http://schemas.openxmlformats.org/drawingml/2006/main">
            <a:pathLst>
              <a:path w="12673" h="31992">
                <a:moveTo>
                  <a:pt x="0" y="0"/>
                </a:moveTo>
                <a:lnTo>
                  <a:pt x="1274" y="0"/>
                </a:lnTo>
                <a:cubicBezTo>
                  <a:pt x="3490" y="0"/>
                  <a:pt x="5137" y="519"/>
                  <a:pt x="6216" y="1558"/>
                </a:cubicBezTo>
                <a:cubicBezTo>
                  <a:pt x="7295" y="2597"/>
                  <a:pt x="7834" y="4173"/>
                  <a:pt x="7834" y="6285"/>
                </a:cubicBezTo>
                <a:lnTo>
                  <a:pt x="7834" y="10262"/>
                </a:lnTo>
                <a:cubicBezTo>
                  <a:pt x="7834" y="10825"/>
                  <a:pt x="7898" y="11327"/>
                  <a:pt x="8024" y="11769"/>
                </a:cubicBezTo>
                <a:cubicBezTo>
                  <a:pt x="8150" y="12211"/>
                  <a:pt x="8371" y="12584"/>
                  <a:pt x="8687" y="12888"/>
                </a:cubicBezTo>
                <a:cubicBezTo>
                  <a:pt x="9002" y="13192"/>
                  <a:pt x="9424" y="13425"/>
                  <a:pt x="9952" y="13586"/>
                </a:cubicBezTo>
                <a:cubicBezTo>
                  <a:pt x="10480" y="13746"/>
                  <a:pt x="11140" y="13827"/>
                  <a:pt x="11933" y="13827"/>
                </a:cubicBezTo>
                <a:lnTo>
                  <a:pt x="12673" y="13827"/>
                </a:lnTo>
                <a:lnTo>
                  <a:pt x="12673" y="16220"/>
                </a:lnTo>
                <a:lnTo>
                  <a:pt x="11933" y="16220"/>
                </a:lnTo>
                <a:cubicBezTo>
                  <a:pt x="11095" y="16220"/>
                  <a:pt x="10409" y="16289"/>
                  <a:pt x="9875" y="16427"/>
                </a:cubicBezTo>
                <a:cubicBezTo>
                  <a:pt x="9341" y="16564"/>
                  <a:pt x="8925" y="16774"/>
                  <a:pt x="8627" y="17055"/>
                </a:cubicBezTo>
                <a:cubicBezTo>
                  <a:pt x="8328" y="17336"/>
                  <a:pt x="8121" y="17695"/>
                  <a:pt x="8007" y="18131"/>
                </a:cubicBezTo>
                <a:cubicBezTo>
                  <a:pt x="7892" y="18567"/>
                  <a:pt x="7834" y="19084"/>
                  <a:pt x="7834" y="19681"/>
                </a:cubicBezTo>
                <a:lnTo>
                  <a:pt x="7834" y="25707"/>
                </a:lnTo>
                <a:cubicBezTo>
                  <a:pt x="7834" y="26672"/>
                  <a:pt x="7720" y="27541"/>
                  <a:pt x="7490" y="28316"/>
                </a:cubicBezTo>
                <a:cubicBezTo>
                  <a:pt x="7261" y="29091"/>
                  <a:pt x="6887" y="29751"/>
                  <a:pt x="6371" y="30296"/>
                </a:cubicBezTo>
                <a:cubicBezTo>
                  <a:pt x="5854" y="30841"/>
                  <a:pt x="5177" y="31260"/>
                  <a:pt x="4339" y="31553"/>
                </a:cubicBezTo>
                <a:cubicBezTo>
                  <a:pt x="3501" y="31846"/>
                  <a:pt x="2479" y="31992"/>
                  <a:pt x="1274" y="31992"/>
                </a:cubicBezTo>
                <a:lnTo>
                  <a:pt x="0" y="31992"/>
                </a:lnTo>
                <a:lnTo>
                  <a:pt x="0" y="29582"/>
                </a:lnTo>
                <a:lnTo>
                  <a:pt x="1033" y="29582"/>
                </a:lnTo>
                <a:cubicBezTo>
                  <a:pt x="3685" y="29582"/>
                  <a:pt x="5011" y="28290"/>
                  <a:pt x="5011" y="25707"/>
                </a:cubicBezTo>
                <a:lnTo>
                  <a:pt x="5011" y="19750"/>
                </a:lnTo>
                <a:cubicBezTo>
                  <a:pt x="5011" y="16949"/>
                  <a:pt x="6222" y="15376"/>
                  <a:pt x="8644" y="15032"/>
                </a:cubicBezTo>
                <a:cubicBezTo>
                  <a:pt x="6199" y="14768"/>
                  <a:pt x="4976" y="13189"/>
                  <a:pt x="4976" y="10297"/>
                </a:cubicBezTo>
                <a:lnTo>
                  <a:pt x="4976" y="6354"/>
                </a:lnTo>
                <a:cubicBezTo>
                  <a:pt x="4976" y="3725"/>
                  <a:pt x="3662" y="2411"/>
                  <a:pt x="1033" y="2411"/>
                </a:cubicBezTo>
                <a:lnTo>
                  <a:pt x="0" y="24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Text -">
            <a:extLst xmlns:a="http://schemas.openxmlformats.org/drawingml/2006/main">
              <a:ext uri="{FF2B5EF4-FFF2-40B4-BE49-F238E27FC236}">
                <a16:creationId xmlns:a16="http://schemas.microsoft.com/office/drawing/2014/main" id="{B41485D4-26F0-43F1-A404-2B8BEE5F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341" y="8953186"/>
            <a:ext cx="10297" cy="2824"/>
          </a:xfrm>
          <a:custGeom xmlns:a="http://schemas.openxmlformats.org/drawingml/2006/main">
            <a:pathLst>
              <a:path w="10297" h="2824">
                <a:moveTo>
                  <a:pt x="10297" y="2824"/>
                </a:moveTo>
                <a:lnTo>
                  <a:pt x="0" y="2824"/>
                </a:lnTo>
                <a:lnTo>
                  <a:pt x="0" y="0"/>
                </a:lnTo>
                <a:lnTo>
                  <a:pt x="10297" y="0"/>
                </a:lnTo>
                <a:lnTo>
                  <a:pt x="10297" y="2824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Text handleAfterOpen(){">
            <a:extLst xmlns:a="http://schemas.openxmlformats.org/drawingml/2006/main">
              <a:ext uri="{FF2B5EF4-FFF2-40B4-BE49-F238E27FC236}">
                <a16:creationId xmlns:a16="http://schemas.microsoft.com/office/drawing/2014/main" id="{D7E1E1B1-E97D-4A1B-BC2A-65AAB2AF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044" y="8938343"/>
            <a:ext cx="363181" cy="32888"/>
          </a:xfrm>
          <a:custGeom xmlns:a="http://schemas.openxmlformats.org/drawingml/2006/main">
            <a:pathLst>
              <a:path w="363181" h="32888">
                <a:moveTo>
                  <a:pt x="13895" y="25656"/>
                </a:moveTo>
                <a:lnTo>
                  <a:pt x="10899" y="25656"/>
                </a:lnTo>
                <a:lnTo>
                  <a:pt x="10899" y="14619"/>
                </a:lnTo>
                <a:cubicBezTo>
                  <a:pt x="10899" y="13287"/>
                  <a:pt x="10650" y="12291"/>
                  <a:pt x="10150" y="11631"/>
                </a:cubicBezTo>
                <a:cubicBezTo>
                  <a:pt x="9651" y="10971"/>
                  <a:pt x="8936" y="10641"/>
                  <a:pt x="8007" y="10641"/>
                </a:cubicBezTo>
                <a:cubicBezTo>
                  <a:pt x="7605" y="10641"/>
                  <a:pt x="7229" y="10696"/>
                  <a:pt x="6879" y="10805"/>
                </a:cubicBezTo>
                <a:cubicBezTo>
                  <a:pt x="6529" y="10914"/>
                  <a:pt x="6164" y="11103"/>
                  <a:pt x="5785" y="11373"/>
                </a:cubicBezTo>
                <a:cubicBezTo>
                  <a:pt x="5407" y="11643"/>
                  <a:pt x="4993" y="12007"/>
                  <a:pt x="4546" y="12466"/>
                </a:cubicBezTo>
                <a:cubicBezTo>
                  <a:pt x="4098" y="12925"/>
                  <a:pt x="3581" y="13499"/>
                  <a:pt x="2996" y="14188"/>
                </a:cubicBezTo>
                <a:lnTo>
                  <a:pt x="2996" y="25656"/>
                </a:lnTo>
                <a:lnTo>
                  <a:pt x="0" y="25656"/>
                </a:lnTo>
                <a:lnTo>
                  <a:pt x="0" y="1309"/>
                </a:lnTo>
                <a:lnTo>
                  <a:pt x="2996" y="1309"/>
                </a:lnTo>
                <a:lnTo>
                  <a:pt x="2996" y="8363"/>
                </a:lnTo>
                <a:lnTo>
                  <a:pt x="2893" y="11089"/>
                </a:lnTo>
                <a:cubicBezTo>
                  <a:pt x="3363" y="10526"/>
                  <a:pt x="3825" y="10053"/>
                  <a:pt x="4279" y="9668"/>
                </a:cubicBezTo>
                <a:cubicBezTo>
                  <a:pt x="4732" y="9284"/>
                  <a:pt x="5186" y="8971"/>
                  <a:pt x="5639" y="8730"/>
                </a:cubicBezTo>
                <a:cubicBezTo>
                  <a:pt x="6093" y="8489"/>
                  <a:pt x="6555" y="8317"/>
                  <a:pt x="7025" y="8213"/>
                </a:cubicBezTo>
                <a:cubicBezTo>
                  <a:pt x="7496" y="8110"/>
                  <a:pt x="7984" y="8058"/>
                  <a:pt x="8489" y="8058"/>
                </a:cubicBezTo>
                <a:cubicBezTo>
                  <a:pt x="10211" y="8058"/>
                  <a:pt x="11542" y="8583"/>
                  <a:pt x="12484" y="9634"/>
                </a:cubicBezTo>
                <a:cubicBezTo>
                  <a:pt x="13425" y="10684"/>
                  <a:pt x="13895" y="12265"/>
                  <a:pt x="13895" y="14378"/>
                </a:cubicBezTo>
                <a:lnTo>
                  <a:pt x="13895" y="25656"/>
                </a:lnTo>
                <a:close/>
                <a:moveTo>
                  <a:pt x="30783" y="25656"/>
                </a:moveTo>
                <a:lnTo>
                  <a:pt x="30714" y="23326"/>
                </a:lnTo>
                <a:cubicBezTo>
                  <a:pt x="29773" y="24258"/>
                  <a:pt x="28817" y="24931"/>
                  <a:pt x="27847" y="25345"/>
                </a:cubicBezTo>
                <a:cubicBezTo>
                  <a:pt x="26877" y="25759"/>
                  <a:pt x="25859" y="25966"/>
                  <a:pt x="24791" y="25966"/>
                </a:cubicBezTo>
                <a:cubicBezTo>
                  <a:pt x="23804" y="25966"/>
                  <a:pt x="22960" y="25839"/>
                  <a:pt x="22260" y="25586"/>
                </a:cubicBezTo>
                <a:cubicBezTo>
                  <a:pt x="21560" y="25333"/>
                  <a:pt x="20983" y="24986"/>
                  <a:pt x="20529" y="24543"/>
                </a:cubicBezTo>
                <a:cubicBezTo>
                  <a:pt x="20076" y="24100"/>
                  <a:pt x="19743" y="23580"/>
                  <a:pt x="19531" y="22982"/>
                </a:cubicBezTo>
                <a:cubicBezTo>
                  <a:pt x="19318" y="22384"/>
                  <a:pt x="19212" y="21734"/>
                  <a:pt x="19212" y="21033"/>
                </a:cubicBezTo>
                <a:cubicBezTo>
                  <a:pt x="19212" y="19297"/>
                  <a:pt x="19858" y="17937"/>
                  <a:pt x="21149" y="16954"/>
                </a:cubicBezTo>
                <a:cubicBezTo>
                  <a:pt x="22441" y="15971"/>
                  <a:pt x="24349" y="15480"/>
                  <a:pt x="26875" y="15480"/>
                </a:cubicBezTo>
                <a:lnTo>
                  <a:pt x="30456" y="15480"/>
                </a:lnTo>
                <a:lnTo>
                  <a:pt x="30456" y="13970"/>
                </a:lnTo>
                <a:cubicBezTo>
                  <a:pt x="30456" y="12952"/>
                  <a:pt x="30129" y="12137"/>
                  <a:pt x="29475" y="11525"/>
                </a:cubicBezTo>
                <a:cubicBezTo>
                  <a:pt x="28820" y="10913"/>
                  <a:pt x="27822" y="10607"/>
                  <a:pt x="26479" y="10607"/>
                </a:cubicBezTo>
                <a:cubicBezTo>
                  <a:pt x="25503" y="10607"/>
                  <a:pt x="24541" y="10717"/>
                  <a:pt x="23594" y="10939"/>
                </a:cubicBezTo>
                <a:cubicBezTo>
                  <a:pt x="22647" y="11160"/>
                  <a:pt x="21669" y="11474"/>
                  <a:pt x="20659" y="11881"/>
                </a:cubicBezTo>
                <a:lnTo>
                  <a:pt x="20659" y="9178"/>
                </a:lnTo>
                <a:cubicBezTo>
                  <a:pt x="21037" y="9038"/>
                  <a:pt x="21459" y="8901"/>
                  <a:pt x="21924" y="8766"/>
                </a:cubicBezTo>
                <a:cubicBezTo>
                  <a:pt x="22389" y="8632"/>
                  <a:pt x="22880" y="8513"/>
                  <a:pt x="23396" y="8408"/>
                </a:cubicBezTo>
                <a:cubicBezTo>
                  <a:pt x="23913" y="8303"/>
                  <a:pt x="24452" y="8218"/>
                  <a:pt x="25015" y="8155"/>
                </a:cubicBezTo>
                <a:cubicBezTo>
                  <a:pt x="25577" y="8090"/>
                  <a:pt x="26146" y="8058"/>
                  <a:pt x="26720" y="8058"/>
                </a:cubicBezTo>
                <a:cubicBezTo>
                  <a:pt x="27764" y="8058"/>
                  <a:pt x="28705" y="8173"/>
                  <a:pt x="29543" y="8403"/>
                </a:cubicBezTo>
                <a:cubicBezTo>
                  <a:pt x="30381" y="8632"/>
                  <a:pt x="31090" y="8982"/>
                  <a:pt x="31670" y="9453"/>
                </a:cubicBezTo>
                <a:cubicBezTo>
                  <a:pt x="32250" y="9924"/>
                  <a:pt x="32694" y="10515"/>
                  <a:pt x="33004" y="11227"/>
                </a:cubicBezTo>
                <a:cubicBezTo>
                  <a:pt x="33314" y="11938"/>
                  <a:pt x="33469" y="12776"/>
                  <a:pt x="33469" y="13740"/>
                </a:cubicBezTo>
                <a:lnTo>
                  <a:pt x="33469" y="25656"/>
                </a:lnTo>
                <a:lnTo>
                  <a:pt x="30783" y="25656"/>
                </a:lnTo>
                <a:moveTo>
                  <a:pt x="30456" y="17770"/>
                </a:moveTo>
                <a:lnTo>
                  <a:pt x="26651" y="17770"/>
                </a:lnTo>
                <a:cubicBezTo>
                  <a:pt x="25905" y="17770"/>
                  <a:pt x="25262" y="17845"/>
                  <a:pt x="24722" y="17995"/>
                </a:cubicBezTo>
                <a:cubicBezTo>
                  <a:pt x="24183" y="18144"/>
                  <a:pt x="23741" y="18357"/>
                  <a:pt x="23396" y="18633"/>
                </a:cubicBezTo>
                <a:cubicBezTo>
                  <a:pt x="23052" y="18909"/>
                  <a:pt x="22797" y="19241"/>
                  <a:pt x="22630" y="19627"/>
                </a:cubicBezTo>
                <a:cubicBezTo>
                  <a:pt x="22464" y="20012"/>
                  <a:pt x="22380" y="20447"/>
                  <a:pt x="22380" y="20930"/>
                </a:cubicBezTo>
                <a:cubicBezTo>
                  <a:pt x="22380" y="21264"/>
                  <a:pt x="22432" y="21584"/>
                  <a:pt x="22535" y="21889"/>
                </a:cubicBezTo>
                <a:cubicBezTo>
                  <a:pt x="22639" y="22194"/>
                  <a:pt x="22805" y="22465"/>
                  <a:pt x="23035" y="22701"/>
                </a:cubicBezTo>
                <a:cubicBezTo>
                  <a:pt x="23264" y="22937"/>
                  <a:pt x="23563" y="23124"/>
                  <a:pt x="23930" y="23262"/>
                </a:cubicBezTo>
                <a:cubicBezTo>
                  <a:pt x="24297" y="23400"/>
                  <a:pt x="24745" y="23469"/>
                  <a:pt x="25273" y="23469"/>
                </a:cubicBezTo>
                <a:cubicBezTo>
                  <a:pt x="25962" y="23469"/>
                  <a:pt x="26751" y="23259"/>
                  <a:pt x="27641" y="22839"/>
                </a:cubicBezTo>
                <a:cubicBezTo>
                  <a:pt x="28530" y="22418"/>
                  <a:pt x="29469" y="21753"/>
                  <a:pt x="30456" y="20844"/>
                </a:cubicBezTo>
                <a:lnTo>
                  <a:pt x="30456" y="17770"/>
                </a:lnTo>
                <a:close/>
                <a:moveTo>
                  <a:pt x="39354" y="8368"/>
                </a:moveTo>
                <a:lnTo>
                  <a:pt x="42023" y="8368"/>
                </a:lnTo>
                <a:lnTo>
                  <a:pt x="42144" y="11158"/>
                </a:lnTo>
                <a:cubicBezTo>
                  <a:pt x="42649" y="10561"/>
                  <a:pt x="43137" y="10064"/>
                  <a:pt x="43607" y="9668"/>
                </a:cubicBezTo>
                <a:cubicBezTo>
                  <a:pt x="44078" y="9272"/>
                  <a:pt x="44540" y="8954"/>
                  <a:pt x="44994" y="8713"/>
                </a:cubicBezTo>
                <a:cubicBezTo>
                  <a:pt x="45447" y="8472"/>
                  <a:pt x="45909" y="8302"/>
                  <a:pt x="46380" y="8205"/>
                </a:cubicBezTo>
                <a:cubicBezTo>
                  <a:pt x="46850" y="8107"/>
                  <a:pt x="47338" y="8058"/>
                  <a:pt x="47843" y="8058"/>
                </a:cubicBezTo>
                <a:cubicBezTo>
                  <a:pt x="49623" y="8058"/>
                  <a:pt x="50968" y="8583"/>
                  <a:pt x="51881" y="9634"/>
                </a:cubicBezTo>
                <a:cubicBezTo>
                  <a:pt x="52794" y="10684"/>
                  <a:pt x="53250" y="12265"/>
                  <a:pt x="53250" y="14378"/>
                </a:cubicBezTo>
                <a:lnTo>
                  <a:pt x="53250" y="25656"/>
                </a:lnTo>
                <a:lnTo>
                  <a:pt x="50254" y="25656"/>
                </a:lnTo>
                <a:lnTo>
                  <a:pt x="50254" y="14619"/>
                </a:lnTo>
                <a:cubicBezTo>
                  <a:pt x="50254" y="13264"/>
                  <a:pt x="50001" y="12263"/>
                  <a:pt x="49496" y="11614"/>
                </a:cubicBezTo>
                <a:cubicBezTo>
                  <a:pt x="48991" y="10965"/>
                  <a:pt x="48239" y="10641"/>
                  <a:pt x="47241" y="10641"/>
                </a:cubicBezTo>
                <a:cubicBezTo>
                  <a:pt x="46873" y="10641"/>
                  <a:pt x="46515" y="10696"/>
                  <a:pt x="46164" y="10805"/>
                </a:cubicBezTo>
                <a:cubicBezTo>
                  <a:pt x="45814" y="10914"/>
                  <a:pt x="45450" y="11103"/>
                  <a:pt x="45071" y="11373"/>
                </a:cubicBezTo>
                <a:cubicBezTo>
                  <a:pt x="44692" y="11643"/>
                  <a:pt x="44282" y="12007"/>
                  <a:pt x="43840" y="12466"/>
                </a:cubicBezTo>
                <a:cubicBezTo>
                  <a:pt x="43398" y="12925"/>
                  <a:pt x="42902" y="13499"/>
                  <a:pt x="42351" y="14188"/>
                </a:cubicBezTo>
                <a:lnTo>
                  <a:pt x="42351" y="25656"/>
                </a:lnTo>
                <a:lnTo>
                  <a:pt x="39354" y="25656"/>
                </a:lnTo>
                <a:lnTo>
                  <a:pt x="39354" y="8368"/>
                </a:lnTo>
                <a:close/>
                <a:moveTo>
                  <a:pt x="58153" y="17374"/>
                </a:moveTo>
                <a:cubicBezTo>
                  <a:pt x="58153" y="15904"/>
                  <a:pt x="58354" y="14599"/>
                  <a:pt x="58756" y="13456"/>
                </a:cubicBezTo>
                <a:cubicBezTo>
                  <a:pt x="59158" y="12314"/>
                  <a:pt x="59729" y="11350"/>
                  <a:pt x="60469" y="10564"/>
                </a:cubicBezTo>
                <a:cubicBezTo>
                  <a:pt x="61210" y="9777"/>
                  <a:pt x="62099" y="9180"/>
                  <a:pt x="63138" y="8773"/>
                </a:cubicBezTo>
                <a:cubicBezTo>
                  <a:pt x="64177" y="8365"/>
                  <a:pt x="65334" y="8162"/>
                  <a:pt x="66608" y="8162"/>
                </a:cubicBezTo>
                <a:cubicBezTo>
                  <a:pt x="67159" y="8162"/>
                  <a:pt x="67701" y="8196"/>
                  <a:pt x="68235" y="8265"/>
                </a:cubicBezTo>
                <a:cubicBezTo>
                  <a:pt x="68769" y="8334"/>
                  <a:pt x="69294" y="8443"/>
                  <a:pt x="69811" y="8592"/>
                </a:cubicBezTo>
                <a:lnTo>
                  <a:pt x="69811" y="1309"/>
                </a:lnTo>
                <a:lnTo>
                  <a:pt x="72824" y="1309"/>
                </a:lnTo>
                <a:lnTo>
                  <a:pt x="72824" y="25656"/>
                </a:lnTo>
                <a:lnTo>
                  <a:pt x="70138" y="25656"/>
                </a:lnTo>
                <a:lnTo>
                  <a:pt x="70034" y="22384"/>
                </a:lnTo>
                <a:cubicBezTo>
                  <a:pt x="69196" y="23601"/>
                  <a:pt x="68290" y="24502"/>
                  <a:pt x="67314" y="25088"/>
                </a:cubicBezTo>
                <a:cubicBezTo>
                  <a:pt x="66338" y="25673"/>
                  <a:pt x="65282" y="25966"/>
                  <a:pt x="64146" y="25966"/>
                </a:cubicBezTo>
                <a:cubicBezTo>
                  <a:pt x="63158" y="25966"/>
                  <a:pt x="62289" y="25759"/>
                  <a:pt x="61537" y="25346"/>
                </a:cubicBezTo>
                <a:cubicBezTo>
                  <a:pt x="60785" y="24933"/>
                  <a:pt x="60159" y="24350"/>
                  <a:pt x="59660" y="23598"/>
                </a:cubicBezTo>
                <a:cubicBezTo>
                  <a:pt x="59161" y="22846"/>
                  <a:pt x="58785" y="21942"/>
                  <a:pt x="58532" y="20886"/>
                </a:cubicBezTo>
                <a:cubicBezTo>
                  <a:pt x="58280" y="19830"/>
                  <a:pt x="58153" y="18659"/>
                  <a:pt x="58153" y="17374"/>
                </a:cubicBezTo>
                <a:moveTo>
                  <a:pt x="61218" y="17184"/>
                </a:moveTo>
                <a:cubicBezTo>
                  <a:pt x="61218" y="19273"/>
                  <a:pt x="61525" y="20832"/>
                  <a:pt x="62140" y="21859"/>
                </a:cubicBezTo>
                <a:cubicBezTo>
                  <a:pt x="62754" y="22886"/>
                  <a:pt x="63623" y="23400"/>
                  <a:pt x="64748" y="23400"/>
                </a:cubicBezTo>
                <a:cubicBezTo>
                  <a:pt x="65506" y="23400"/>
                  <a:pt x="66307" y="23061"/>
                  <a:pt x="67150" y="22384"/>
                </a:cubicBezTo>
                <a:cubicBezTo>
                  <a:pt x="67994" y="21707"/>
                  <a:pt x="68881" y="20703"/>
                  <a:pt x="69811" y="19371"/>
                </a:cubicBezTo>
                <a:lnTo>
                  <a:pt x="69811" y="11347"/>
                </a:lnTo>
                <a:cubicBezTo>
                  <a:pt x="69317" y="11118"/>
                  <a:pt x="68772" y="10942"/>
                  <a:pt x="68175" y="10822"/>
                </a:cubicBezTo>
                <a:cubicBezTo>
                  <a:pt x="67578" y="10701"/>
                  <a:pt x="66987" y="10641"/>
                  <a:pt x="66401" y="10641"/>
                </a:cubicBezTo>
                <a:cubicBezTo>
                  <a:pt x="64771" y="10641"/>
                  <a:pt x="63500" y="11169"/>
                  <a:pt x="62587" y="12225"/>
                </a:cubicBezTo>
                <a:cubicBezTo>
                  <a:pt x="61675" y="13281"/>
                  <a:pt x="61218" y="14934"/>
                  <a:pt x="61218" y="17184"/>
                </a:cubicBezTo>
                <a:close/>
                <a:moveTo>
                  <a:pt x="83575" y="3771"/>
                </a:moveTo>
                <a:lnTo>
                  <a:pt x="78461" y="3771"/>
                </a:lnTo>
                <a:lnTo>
                  <a:pt x="78461" y="1309"/>
                </a:lnTo>
                <a:lnTo>
                  <a:pt x="86606" y="1309"/>
                </a:lnTo>
                <a:lnTo>
                  <a:pt x="86606" y="23159"/>
                </a:lnTo>
                <a:lnTo>
                  <a:pt x="91754" y="23159"/>
                </a:lnTo>
                <a:lnTo>
                  <a:pt x="91754" y="25656"/>
                </a:lnTo>
                <a:lnTo>
                  <a:pt x="77893" y="25656"/>
                </a:lnTo>
                <a:lnTo>
                  <a:pt x="77893" y="23159"/>
                </a:lnTo>
                <a:lnTo>
                  <a:pt x="83575" y="23159"/>
                </a:lnTo>
                <a:lnTo>
                  <a:pt x="83575" y="3771"/>
                </a:lnTo>
                <a:close/>
                <a:moveTo>
                  <a:pt x="111965" y="16099"/>
                </a:moveTo>
                <a:cubicBezTo>
                  <a:pt x="111965" y="16524"/>
                  <a:pt x="111959" y="16880"/>
                  <a:pt x="111948" y="17167"/>
                </a:cubicBezTo>
                <a:cubicBezTo>
                  <a:pt x="111936" y="17454"/>
                  <a:pt x="111919" y="17724"/>
                  <a:pt x="111896" y="17976"/>
                </a:cubicBezTo>
                <a:lnTo>
                  <a:pt x="99757" y="17976"/>
                </a:lnTo>
                <a:cubicBezTo>
                  <a:pt x="99757" y="19744"/>
                  <a:pt x="100250" y="21101"/>
                  <a:pt x="101238" y="22048"/>
                </a:cubicBezTo>
                <a:cubicBezTo>
                  <a:pt x="102225" y="22995"/>
                  <a:pt x="103648" y="23469"/>
                  <a:pt x="105508" y="23469"/>
                </a:cubicBezTo>
                <a:cubicBezTo>
                  <a:pt x="106013" y="23469"/>
                  <a:pt x="106518" y="23449"/>
                  <a:pt x="107023" y="23408"/>
                </a:cubicBezTo>
                <a:cubicBezTo>
                  <a:pt x="107528" y="23366"/>
                  <a:pt x="108016" y="23311"/>
                  <a:pt x="108487" y="23240"/>
                </a:cubicBezTo>
                <a:cubicBezTo>
                  <a:pt x="108957" y="23170"/>
                  <a:pt x="109408" y="23090"/>
                  <a:pt x="109838" y="23002"/>
                </a:cubicBezTo>
                <a:cubicBezTo>
                  <a:pt x="110269" y="22914"/>
                  <a:pt x="110668" y="22817"/>
                  <a:pt x="111035" y="22711"/>
                </a:cubicBezTo>
                <a:lnTo>
                  <a:pt x="111035" y="25174"/>
                </a:lnTo>
                <a:cubicBezTo>
                  <a:pt x="110220" y="25408"/>
                  <a:pt x="109299" y="25599"/>
                  <a:pt x="108271" y="25746"/>
                </a:cubicBezTo>
                <a:cubicBezTo>
                  <a:pt x="107244" y="25892"/>
                  <a:pt x="106179" y="25966"/>
                  <a:pt x="105077" y="25966"/>
                </a:cubicBezTo>
                <a:cubicBezTo>
                  <a:pt x="103597" y="25966"/>
                  <a:pt x="102322" y="25765"/>
                  <a:pt x="101255" y="25363"/>
                </a:cubicBezTo>
                <a:cubicBezTo>
                  <a:pt x="100187" y="24961"/>
                  <a:pt x="99312" y="24379"/>
                  <a:pt x="98629" y="23615"/>
                </a:cubicBezTo>
                <a:cubicBezTo>
                  <a:pt x="97946" y="22852"/>
                  <a:pt x="97441" y="21916"/>
                  <a:pt x="97114" y="20809"/>
                </a:cubicBezTo>
                <a:cubicBezTo>
                  <a:pt x="96787" y="19701"/>
                  <a:pt x="96623" y="18447"/>
                  <a:pt x="96623" y="17046"/>
                </a:cubicBezTo>
                <a:cubicBezTo>
                  <a:pt x="96623" y="15830"/>
                  <a:pt x="96798" y="14679"/>
                  <a:pt x="97148" y="13594"/>
                </a:cubicBezTo>
                <a:cubicBezTo>
                  <a:pt x="97498" y="12509"/>
                  <a:pt x="98009" y="11557"/>
                  <a:pt x="98681" y="10736"/>
                </a:cubicBezTo>
                <a:cubicBezTo>
                  <a:pt x="99352" y="9915"/>
                  <a:pt x="100176" y="9264"/>
                  <a:pt x="101152" y="8782"/>
                </a:cubicBezTo>
                <a:cubicBezTo>
                  <a:pt x="102127" y="8299"/>
                  <a:pt x="103235" y="8058"/>
                  <a:pt x="104475" y="8058"/>
                </a:cubicBezTo>
                <a:cubicBezTo>
                  <a:pt x="105680" y="8058"/>
                  <a:pt x="106748" y="8248"/>
                  <a:pt x="107677" y="8627"/>
                </a:cubicBezTo>
                <a:cubicBezTo>
                  <a:pt x="108607" y="9005"/>
                  <a:pt x="109391" y="9542"/>
                  <a:pt x="110028" y="10236"/>
                </a:cubicBezTo>
                <a:cubicBezTo>
                  <a:pt x="110665" y="10931"/>
                  <a:pt x="111147" y="11775"/>
                  <a:pt x="111474" y="12768"/>
                </a:cubicBezTo>
                <a:cubicBezTo>
                  <a:pt x="111801" y="13761"/>
                  <a:pt x="111965" y="14871"/>
                  <a:pt x="111965" y="16099"/>
                </a:cubicBezTo>
                <a:moveTo>
                  <a:pt x="108848" y="15669"/>
                </a:moveTo>
                <a:cubicBezTo>
                  <a:pt x="108883" y="14900"/>
                  <a:pt x="108808" y="14197"/>
                  <a:pt x="108624" y="13560"/>
                </a:cubicBezTo>
                <a:cubicBezTo>
                  <a:pt x="108441" y="12923"/>
                  <a:pt x="108157" y="12374"/>
                  <a:pt x="107772" y="11915"/>
                </a:cubicBezTo>
                <a:cubicBezTo>
                  <a:pt x="107388" y="11456"/>
                  <a:pt x="106908" y="11097"/>
                  <a:pt x="106334" y="10839"/>
                </a:cubicBezTo>
                <a:cubicBezTo>
                  <a:pt x="105760" y="10581"/>
                  <a:pt x="105095" y="10452"/>
                  <a:pt x="104337" y="10452"/>
                </a:cubicBezTo>
                <a:cubicBezTo>
                  <a:pt x="103683" y="10452"/>
                  <a:pt x="103086" y="10578"/>
                  <a:pt x="102546" y="10831"/>
                </a:cubicBezTo>
                <a:cubicBezTo>
                  <a:pt x="102007" y="11083"/>
                  <a:pt x="101542" y="11439"/>
                  <a:pt x="101152" y="11898"/>
                </a:cubicBezTo>
                <a:cubicBezTo>
                  <a:pt x="100761" y="12357"/>
                  <a:pt x="100446" y="12908"/>
                  <a:pt x="100205" y="13551"/>
                </a:cubicBezTo>
                <a:cubicBezTo>
                  <a:pt x="99963" y="14194"/>
                  <a:pt x="99814" y="14900"/>
                  <a:pt x="99757" y="15669"/>
                </a:cubicBezTo>
                <a:lnTo>
                  <a:pt x="108848" y="15669"/>
                </a:lnTo>
                <a:close/>
                <a:moveTo>
                  <a:pt x="133502" y="25656"/>
                </a:moveTo>
                <a:lnTo>
                  <a:pt x="130161" y="25656"/>
                </a:lnTo>
                <a:lnTo>
                  <a:pt x="128594" y="20731"/>
                </a:lnTo>
                <a:lnTo>
                  <a:pt x="119227" y="20731"/>
                </a:lnTo>
                <a:lnTo>
                  <a:pt x="117643" y="25656"/>
                </a:lnTo>
                <a:lnTo>
                  <a:pt x="114458" y="25656"/>
                </a:lnTo>
                <a:lnTo>
                  <a:pt x="121931" y="3134"/>
                </a:lnTo>
                <a:lnTo>
                  <a:pt x="126132" y="3134"/>
                </a:lnTo>
                <a:lnTo>
                  <a:pt x="133502" y="25656"/>
                </a:lnTo>
                <a:moveTo>
                  <a:pt x="127716" y="17993"/>
                </a:moveTo>
                <a:lnTo>
                  <a:pt x="123911" y="5958"/>
                </a:lnTo>
                <a:lnTo>
                  <a:pt x="120106" y="17993"/>
                </a:lnTo>
                <a:lnTo>
                  <a:pt x="127716" y="17993"/>
                </a:lnTo>
                <a:close/>
                <a:moveTo>
                  <a:pt x="152060" y="4098"/>
                </a:moveTo>
                <a:cubicBezTo>
                  <a:pt x="150487" y="3765"/>
                  <a:pt x="149132" y="3599"/>
                  <a:pt x="147996" y="3599"/>
                </a:cubicBezTo>
                <a:cubicBezTo>
                  <a:pt x="145298" y="3599"/>
                  <a:pt x="143950" y="5011"/>
                  <a:pt x="143950" y="7834"/>
                </a:cubicBezTo>
                <a:lnTo>
                  <a:pt x="143950" y="10865"/>
                </a:lnTo>
                <a:lnTo>
                  <a:pt x="151526" y="10865"/>
                </a:lnTo>
                <a:lnTo>
                  <a:pt x="151526" y="13362"/>
                </a:lnTo>
                <a:lnTo>
                  <a:pt x="143950" y="13362"/>
                </a:lnTo>
                <a:lnTo>
                  <a:pt x="143950" y="25656"/>
                </a:lnTo>
                <a:lnTo>
                  <a:pt x="140902" y="25656"/>
                </a:lnTo>
                <a:lnTo>
                  <a:pt x="140902" y="13362"/>
                </a:lnTo>
                <a:lnTo>
                  <a:pt x="135340" y="13362"/>
                </a:lnTo>
                <a:lnTo>
                  <a:pt x="135340" y="10865"/>
                </a:lnTo>
                <a:lnTo>
                  <a:pt x="140902" y="10865"/>
                </a:lnTo>
                <a:lnTo>
                  <a:pt x="140902" y="8007"/>
                </a:lnTo>
                <a:cubicBezTo>
                  <a:pt x="140902" y="3404"/>
                  <a:pt x="143301" y="1102"/>
                  <a:pt x="148099" y="1102"/>
                </a:cubicBezTo>
                <a:cubicBezTo>
                  <a:pt x="149293" y="1102"/>
                  <a:pt x="150613" y="1240"/>
                  <a:pt x="152060" y="1515"/>
                </a:cubicBezTo>
                <a:lnTo>
                  <a:pt x="152060" y="4098"/>
                </a:lnTo>
                <a:moveTo>
                  <a:pt x="133963" y="8368"/>
                </a:moveTo>
                <a:lnTo>
                  <a:pt x="133963" y="8368"/>
                </a:lnTo>
                <a:close/>
                <a:moveTo>
                  <a:pt x="169302" y="25397"/>
                </a:moveTo>
                <a:cubicBezTo>
                  <a:pt x="168625" y="25576"/>
                  <a:pt x="167925" y="25703"/>
                  <a:pt x="167202" y="25781"/>
                </a:cubicBezTo>
                <a:cubicBezTo>
                  <a:pt x="166478" y="25858"/>
                  <a:pt x="165744" y="25897"/>
                  <a:pt x="164998" y="25897"/>
                </a:cubicBezTo>
                <a:cubicBezTo>
                  <a:pt x="162828" y="25897"/>
                  <a:pt x="161210" y="25406"/>
                  <a:pt x="160142" y="24425"/>
                </a:cubicBezTo>
                <a:cubicBezTo>
                  <a:pt x="159074" y="23443"/>
                  <a:pt x="158541" y="21937"/>
                  <a:pt x="158541" y="19905"/>
                </a:cubicBezTo>
                <a:lnTo>
                  <a:pt x="158541" y="10882"/>
                </a:lnTo>
                <a:lnTo>
                  <a:pt x="153702" y="10882"/>
                </a:lnTo>
                <a:lnTo>
                  <a:pt x="153702" y="8368"/>
                </a:lnTo>
                <a:lnTo>
                  <a:pt x="158541" y="8368"/>
                </a:lnTo>
                <a:lnTo>
                  <a:pt x="158541" y="3601"/>
                </a:lnTo>
                <a:lnTo>
                  <a:pt x="161537" y="2824"/>
                </a:lnTo>
                <a:lnTo>
                  <a:pt x="161537" y="8368"/>
                </a:lnTo>
                <a:lnTo>
                  <a:pt x="169302" y="8368"/>
                </a:lnTo>
                <a:lnTo>
                  <a:pt x="169302" y="10882"/>
                </a:lnTo>
                <a:lnTo>
                  <a:pt x="161537" y="10882"/>
                </a:lnTo>
                <a:lnTo>
                  <a:pt x="161537" y="19664"/>
                </a:lnTo>
                <a:cubicBezTo>
                  <a:pt x="161537" y="20903"/>
                  <a:pt x="161867" y="21830"/>
                  <a:pt x="162527" y="22444"/>
                </a:cubicBezTo>
                <a:cubicBezTo>
                  <a:pt x="163187" y="23059"/>
                  <a:pt x="164160" y="23366"/>
                  <a:pt x="165445" y="23366"/>
                </a:cubicBezTo>
                <a:cubicBezTo>
                  <a:pt x="165996" y="23366"/>
                  <a:pt x="166599" y="23321"/>
                  <a:pt x="167253" y="23233"/>
                </a:cubicBezTo>
                <a:cubicBezTo>
                  <a:pt x="167908" y="23144"/>
                  <a:pt x="168591" y="23004"/>
                  <a:pt x="169302" y="22815"/>
                </a:cubicBezTo>
                <a:lnTo>
                  <a:pt x="169302" y="25397"/>
                </a:lnTo>
                <a:close/>
                <a:moveTo>
                  <a:pt x="189651" y="16099"/>
                </a:moveTo>
                <a:cubicBezTo>
                  <a:pt x="189651" y="16524"/>
                  <a:pt x="189645" y="16880"/>
                  <a:pt x="189634" y="17167"/>
                </a:cubicBezTo>
                <a:cubicBezTo>
                  <a:pt x="189622" y="17454"/>
                  <a:pt x="189605" y="17724"/>
                  <a:pt x="189582" y="17976"/>
                </a:cubicBezTo>
                <a:lnTo>
                  <a:pt x="177443" y="17976"/>
                </a:lnTo>
                <a:cubicBezTo>
                  <a:pt x="177443" y="19744"/>
                  <a:pt x="177937" y="21101"/>
                  <a:pt x="178924" y="22048"/>
                </a:cubicBezTo>
                <a:cubicBezTo>
                  <a:pt x="179911" y="22995"/>
                  <a:pt x="181334" y="23469"/>
                  <a:pt x="183194" y="23469"/>
                </a:cubicBezTo>
                <a:cubicBezTo>
                  <a:pt x="183699" y="23469"/>
                  <a:pt x="184204" y="23449"/>
                  <a:pt x="184709" y="23408"/>
                </a:cubicBezTo>
                <a:cubicBezTo>
                  <a:pt x="185214" y="23366"/>
                  <a:pt x="185702" y="23311"/>
                  <a:pt x="186173" y="23240"/>
                </a:cubicBezTo>
                <a:cubicBezTo>
                  <a:pt x="186643" y="23170"/>
                  <a:pt x="187094" y="23090"/>
                  <a:pt x="187524" y="23002"/>
                </a:cubicBezTo>
                <a:cubicBezTo>
                  <a:pt x="187955" y="22914"/>
                  <a:pt x="188354" y="22817"/>
                  <a:pt x="188721" y="22711"/>
                </a:cubicBezTo>
                <a:lnTo>
                  <a:pt x="188721" y="25174"/>
                </a:lnTo>
                <a:cubicBezTo>
                  <a:pt x="187906" y="25408"/>
                  <a:pt x="186985" y="25599"/>
                  <a:pt x="185958" y="25746"/>
                </a:cubicBezTo>
                <a:cubicBezTo>
                  <a:pt x="184930" y="25892"/>
                  <a:pt x="183866" y="25966"/>
                  <a:pt x="182764" y="25966"/>
                </a:cubicBezTo>
                <a:cubicBezTo>
                  <a:pt x="181283" y="25966"/>
                  <a:pt x="180009" y="25765"/>
                  <a:pt x="178941" y="25363"/>
                </a:cubicBezTo>
                <a:cubicBezTo>
                  <a:pt x="177873" y="24961"/>
                  <a:pt x="176998" y="24379"/>
                  <a:pt x="176315" y="23615"/>
                </a:cubicBezTo>
                <a:cubicBezTo>
                  <a:pt x="175632" y="22852"/>
                  <a:pt x="175127" y="21916"/>
                  <a:pt x="174800" y="20809"/>
                </a:cubicBezTo>
                <a:cubicBezTo>
                  <a:pt x="174473" y="19701"/>
                  <a:pt x="174309" y="18447"/>
                  <a:pt x="174309" y="17046"/>
                </a:cubicBezTo>
                <a:cubicBezTo>
                  <a:pt x="174309" y="15830"/>
                  <a:pt x="174484" y="14679"/>
                  <a:pt x="174834" y="13594"/>
                </a:cubicBezTo>
                <a:cubicBezTo>
                  <a:pt x="175184" y="12509"/>
                  <a:pt x="175695" y="11557"/>
                  <a:pt x="176367" y="10736"/>
                </a:cubicBezTo>
                <a:cubicBezTo>
                  <a:pt x="177038" y="9915"/>
                  <a:pt x="177862" y="9264"/>
                  <a:pt x="178838" y="8782"/>
                </a:cubicBezTo>
                <a:cubicBezTo>
                  <a:pt x="179813" y="8299"/>
                  <a:pt x="180921" y="8058"/>
                  <a:pt x="182161" y="8058"/>
                </a:cubicBezTo>
                <a:cubicBezTo>
                  <a:pt x="183366" y="8058"/>
                  <a:pt x="184434" y="8248"/>
                  <a:pt x="185364" y="8627"/>
                </a:cubicBezTo>
                <a:cubicBezTo>
                  <a:pt x="186293" y="9005"/>
                  <a:pt x="187077" y="9542"/>
                  <a:pt x="187714" y="10236"/>
                </a:cubicBezTo>
                <a:cubicBezTo>
                  <a:pt x="188351" y="10931"/>
                  <a:pt x="188833" y="11775"/>
                  <a:pt x="189160" y="12768"/>
                </a:cubicBezTo>
                <a:cubicBezTo>
                  <a:pt x="189487" y="13761"/>
                  <a:pt x="189651" y="14871"/>
                  <a:pt x="189651" y="16099"/>
                </a:cubicBezTo>
                <a:moveTo>
                  <a:pt x="186534" y="15669"/>
                </a:moveTo>
                <a:cubicBezTo>
                  <a:pt x="186569" y="14900"/>
                  <a:pt x="186494" y="14197"/>
                  <a:pt x="186311" y="13560"/>
                </a:cubicBezTo>
                <a:cubicBezTo>
                  <a:pt x="186127" y="12923"/>
                  <a:pt x="185843" y="12374"/>
                  <a:pt x="185458" y="11915"/>
                </a:cubicBezTo>
                <a:cubicBezTo>
                  <a:pt x="185074" y="11456"/>
                  <a:pt x="184594" y="11097"/>
                  <a:pt x="184020" y="10839"/>
                </a:cubicBezTo>
                <a:cubicBezTo>
                  <a:pt x="183447" y="10581"/>
                  <a:pt x="182781" y="10452"/>
                  <a:pt x="182023" y="10452"/>
                </a:cubicBezTo>
                <a:cubicBezTo>
                  <a:pt x="181369" y="10452"/>
                  <a:pt x="180772" y="10578"/>
                  <a:pt x="180232" y="10831"/>
                </a:cubicBezTo>
                <a:cubicBezTo>
                  <a:pt x="179693" y="11083"/>
                  <a:pt x="179228" y="11439"/>
                  <a:pt x="178838" y="11898"/>
                </a:cubicBezTo>
                <a:cubicBezTo>
                  <a:pt x="178447" y="12357"/>
                  <a:pt x="178132" y="12908"/>
                  <a:pt x="177891" y="13551"/>
                </a:cubicBezTo>
                <a:cubicBezTo>
                  <a:pt x="177650" y="14194"/>
                  <a:pt x="177500" y="14900"/>
                  <a:pt x="177443" y="15669"/>
                </a:cubicBezTo>
                <a:lnTo>
                  <a:pt x="186534" y="15669"/>
                </a:lnTo>
                <a:close/>
                <a:moveTo>
                  <a:pt x="195433" y="8368"/>
                </a:moveTo>
                <a:lnTo>
                  <a:pt x="198170" y="8368"/>
                </a:lnTo>
                <a:lnTo>
                  <a:pt x="198257" y="11546"/>
                </a:lnTo>
                <a:cubicBezTo>
                  <a:pt x="199278" y="10320"/>
                  <a:pt x="200285" y="9433"/>
                  <a:pt x="201278" y="8883"/>
                </a:cubicBezTo>
                <a:cubicBezTo>
                  <a:pt x="202271" y="8333"/>
                  <a:pt x="203273" y="8058"/>
                  <a:pt x="204283" y="8058"/>
                </a:cubicBezTo>
                <a:cubicBezTo>
                  <a:pt x="206074" y="8058"/>
                  <a:pt x="207431" y="8637"/>
                  <a:pt x="208355" y="9793"/>
                </a:cubicBezTo>
                <a:cubicBezTo>
                  <a:pt x="209279" y="10950"/>
                  <a:pt x="209707" y="12667"/>
                  <a:pt x="209638" y="14946"/>
                </a:cubicBezTo>
                <a:lnTo>
                  <a:pt x="206608" y="14946"/>
                </a:lnTo>
                <a:cubicBezTo>
                  <a:pt x="206642" y="13437"/>
                  <a:pt x="206421" y="12342"/>
                  <a:pt x="205945" y="11662"/>
                </a:cubicBezTo>
                <a:cubicBezTo>
                  <a:pt x="205468" y="10981"/>
                  <a:pt x="204771" y="10641"/>
                  <a:pt x="203853" y="10641"/>
                </a:cubicBezTo>
                <a:cubicBezTo>
                  <a:pt x="203451" y="10641"/>
                  <a:pt x="203046" y="10713"/>
                  <a:pt x="202639" y="10856"/>
                </a:cubicBezTo>
                <a:cubicBezTo>
                  <a:pt x="202231" y="10999"/>
                  <a:pt x="201812" y="11227"/>
                  <a:pt x="201382" y="11541"/>
                </a:cubicBezTo>
                <a:cubicBezTo>
                  <a:pt x="200951" y="11856"/>
                  <a:pt x="200495" y="12259"/>
                  <a:pt x="200013" y="12750"/>
                </a:cubicBezTo>
                <a:cubicBezTo>
                  <a:pt x="199531" y="13242"/>
                  <a:pt x="199014" y="13836"/>
                  <a:pt x="198463" y="14534"/>
                </a:cubicBezTo>
                <a:lnTo>
                  <a:pt x="198463" y="25656"/>
                </a:lnTo>
                <a:lnTo>
                  <a:pt x="195433" y="25656"/>
                </a:lnTo>
                <a:lnTo>
                  <a:pt x="195433" y="8368"/>
                </a:lnTo>
                <a:close/>
                <a:moveTo>
                  <a:pt x="230090" y="14248"/>
                </a:moveTo>
                <a:cubicBezTo>
                  <a:pt x="230090" y="16270"/>
                  <a:pt x="229852" y="18016"/>
                  <a:pt x="229376" y="19487"/>
                </a:cubicBezTo>
                <a:cubicBezTo>
                  <a:pt x="228899" y="20957"/>
                  <a:pt x="228256" y="22172"/>
                  <a:pt x="227447" y="23131"/>
                </a:cubicBezTo>
                <a:cubicBezTo>
                  <a:pt x="226638" y="24090"/>
                  <a:pt x="225691" y="24803"/>
                  <a:pt x="224606" y="25268"/>
                </a:cubicBezTo>
                <a:cubicBezTo>
                  <a:pt x="223521" y="25733"/>
                  <a:pt x="222376" y="25966"/>
                  <a:pt x="221171" y="25966"/>
                </a:cubicBezTo>
                <a:cubicBezTo>
                  <a:pt x="219725" y="25966"/>
                  <a:pt x="218465" y="25704"/>
                  <a:pt x="217391" y="25182"/>
                </a:cubicBezTo>
                <a:cubicBezTo>
                  <a:pt x="216318" y="24659"/>
                  <a:pt x="215429" y="23904"/>
                  <a:pt x="214723" y="22916"/>
                </a:cubicBezTo>
                <a:cubicBezTo>
                  <a:pt x="214017" y="21928"/>
                  <a:pt x="213491" y="20725"/>
                  <a:pt x="213147" y="19306"/>
                </a:cubicBezTo>
                <a:cubicBezTo>
                  <a:pt x="212803" y="17887"/>
                  <a:pt x="212631" y="16287"/>
                  <a:pt x="212631" y="14507"/>
                </a:cubicBezTo>
                <a:cubicBezTo>
                  <a:pt x="212631" y="12508"/>
                  <a:pt x="212866" y="10773"/>
                  <a:pt x="213336" y="9303"/>
                </a:cubicBezTo>
                <a:cubicBezTo>
                  <a:pt x="213807" y="7833"/>
                  <a:pt x="214447" y="6618"/>
                  <a:pt x="215256" y="5658"/>
                </a:cubicBezTo>
                <a:cubicBezTo>
                  <a:pt x="216066" y="4699"/>
                  <a:pt x="217010" y="3987"/>
                  <a:pt x="218089" y="3522"/>
                </a:cubicBezTo>
                <a:cubicBezTo>
                  <a:pt x="219168" y="3056"/>
                  <a:pt x="220310" y="2824"/>
                  <a:pt x="221515" y="2824"/>
                </a:cubicBezTo>
                <a:cubicBezTo>
                  <a:pt x="222962" y="2824"/>
                  <a:pt x="224222" y="3088"/>
                  <a:pt x="225295" y="3616"/>
                </a:cubicBezTo>
                <a:cubicBezTo>
                  <a:pt x="226368" y="4145"/>
                  <a:pt x="227261" y="4900"/>
                  <a:pt x="227972" y="5882"/>
                </a:cubicBezTo>
                <a:cubicBezTo>
                  <a:pt x="228684" y="6864"/>
                  <a:pt x="229215" y="8062"/>
                  <a:pt x="229565" y="9475"/>
                </a:cubicBezTo>
                <a:cubicBezTo>
                  <a:pt x="229915" y="10888"/>
                  <a:pt x="230090" y="12479"/>
                  <a:pt x="230090" y="14248"/>
                </a:cubicBezTo>
                <a:moveTo>
                  <a:pt x="226905" y="14472"/>
                </a:moveTo>
                <a:cubicBezTo>
                  <a:pt x="226905" y="13151"/>
                  <a:pt x="226804" y="11942"/>
                  <a:pt x="226603" y="10845"/>
                </a:cubicBezTo>
                <a:cubicBezTo>
                  <a:pt x="226403" y="9747"/>
                  <a:pt x="226078" y="8802"/>
                  <a:pt x="225631" y="8009"/>
                </a:cubicBezTo>
                <a:cubicBezTo>
                  <a:pt x="225183" y="7216"/>
                  <a:pt x="224606" y="6601"/>
                  <a:pt x="223900" y="6165"/>
                </a:cubicBezTo>
                <a:cubicBezTo>
                  <a:pt x="223194" y="5728"/>
                  <a:pt x="222342" y="5510"/>
                  <a:pt x="221343" y="5510"/>
                </a:cubicBezTo>
                <a:cubicBezTo>
                  <a:pt x="220379" y="5510"/>
                  <a:pt x="219550" y="5743"/>
                  <a:pt x="218855" y="6208"/>
                </a:cubicBezTo>
                <a:cubicBezTo>
                  <a:pt x="218161" y="6674"/>
                  <a:pt x="217590" y="7306"/>
                  <a:pt x="217142" y="8104"/>
                </a:cubicBezTo>
                <a:cubicBezTo>
                  <a:pt x="216694" y="8903"/>
                  <a:pt x="216361" y="9839"/>
                  <a:pt x="216143" y="10913"/>
                </a:cubicBezTo>
                <a:cubicBezTo>
                  <a:pt x="215925" y="11988"/>
                  <a:pt x="215816" y="13128"/>
                  <a:pt x="215816" y="14335"/>
                </a:cubicBezTo>
                <a:cubicBezTo>
                  <a:pt x="215816" y="15667"/>
                  <a:pt x="215919" y="16882"/>
                  <a:pt x="216126" y="17979"/>
                </a:cubicBezTo>
                <a:cubicBezTo>
                  <a:pt x="216333" y="19077"/>
                  <a:pt x="216657" y="20019"/>
                  <a:pt x="217099" y="20807"/>
                </a:cubicBezTo>
                <a:cubicBezTo>
                  <a:pt x="217541" y="21594"/>
                  <a:pt x="218112" y="22205"/>
                  <a:pt x="218812" y="22642"/>
                </a:cubicBezTo>
                <a:cubicBezTo>
                  <a:pt x="219512" y="23079"/>
                  <a:pt x="220356" y="23297"/>
                  <a:pt x="221343" y="23297"/>
                </a:cubicBezTo>
                <a:cubicBezTo>
                  <a:pt x="222307" y="23297"/>
                  <a:pt x="223140" y="23064"/>
                  <a:pt x="223840" y="22599"/>
                </a:cubicBezTo>
                <a:cubicBezTo>
                  <a:pt x="224540" y="22133"/>
                  <a:pt x="225117" y="21501"/>
                  <a:pt x="225570" y="20703"/>
                </a:cubicBezTo>
                <a:cubicBezTo>
                  <a:pt x="226024" y="19904"/>
                  <a:pt x="226360" y="18971"/>
                  <a:pt x="226578" y="17902"/>
                </a:cubicBezTo>
                <a:cubicBezTo>
                  <a:pt x="226796" y="16833"/>
                  <a:pt x="226905" y="15690"/>
                  <a:pt x="226905" y="14472"/>
                </a:cubicBezTo>
                <a:close/>
                <a:moveTo>
                  <a:pt x="247832" y="16702"/>
                </a:moveTo>
                <a:cubicBezTo>
                  <a:pt x="247832" y="18240"/>
                  <a:pt x="247617" y="19583"/>
                  <a:pt x="247186" y="20731"/>
                </a:cubicBezTo>
                <a:cubicBezTo>
                  <a:pt x="246756" y="21879"/>
                  <a:pt x="246162" y="22832"/>
                  <a:pt x="245404" y="23590"/>
                </a:cubicBezTo>
                <a:cubicBezTo>
                  <a:pt x="244647" y="24347"/>
                  <a:pt x="243751" y="24915"/>
                  <a:pt x="242718" y="25294"/>
                </a:cubicBezTo>
                <a:cubicBezTo>
                  <a:pt x="241685" y="25673"/>
                  <a:pt x="240566" y="25862"/>
                  <a:pt x="239361" y="25862"/>
                </a:cubicBezTo>
                <a:cubicBezTo>
                  <a:pt x="238810" y="25862"/>
                  <a:pt x="238261" y="25834"/>
                  <a:pt x="237716" y="25776"/>
                </a:cubicBezTo>
                <a:cubicBezTo>
                  <a:pt x="237171" y="25719"/>
                  <a:pt x="236617" y="25621"/>
                  <a:pt x="236055" y="25484"/>
                </a:cubicBezTo>
                <a:lnTo>
                  <a:pt x="236055" y="32715"/>
                </a:lnTo>
                <a:lnTo>
                  <a:pt x="233059" y="32715"/>
                </a:lnTo>
                <a:lnTo>
                  <a:pt x="233059" y="8368"/>
                </a:lnTo>
                <a:lnTo>
                  <a:pt x="235727" y="8368"/>
                </a:lnTo>
                <a:lnTo>
                  <a:pt x="235917" y="11261"/>
                </a:lnTo>
                <a:cubicBezTo>
                  <a:pt x="236778" y="10079"/>
                  <a:pt x="237696" y="9249"/>
                  <a:pt x="238672" y="8773"/>
                </a:cubicBezTo>
                <a:cubicBezTo>
                  <a:pt x="239648" y="8297"/>
                  <a:pt x="240704" y="8058"/>
                  <a:pt x="241840" y="8058"/>
                </a:cubicBezTo>
                <a:cubicBezTo>
                  <a:pt x="242827" y="8058"/>
                  <a:pt x="243694" y="8265"/>
                  <a:pt x="244440" y="8678"/>
                </a:cubicBezTo>
                <a:cubicBezTo>
                  <a:pt x="245186" y="9091"/>
                  <a:pt x="245812" y="9674"/>
                  <a:pt x="246317" y="10426"/>
                </a:cubicBezTo>
                <a:cubicBezTo>
                  <a:pt x="246822" y="11178"/>
                  <a:pt x="247201" y="12085"/>
                  <a:pt x="247453" y="13146"/>
                </a:cubicBezTo>
                <a:cubicBezTo>
                  <a:pt x="247706" y="14208"/>
                  <a:pt x="247832" y="15393"/>
                  <a:pt x="247832" y="16702"/>
                </a:cubicBezTo>
                <a:moveTo>
                  <a:pt x="244767" y="16840"/>
                </a:moveTo>
                <a:cubicBezTo>
                  <a:pt x="244767" y="15933"/>
                  <a:pt x="244701" y="15101"/>
                  <a:pt x="244569" y="14343"/>
                </a:cubicBezTo>
                <a:cubicBezTo>
                  <a:pt x="244437" y="13586"/>
                  <a:pt x="244228" y="12937"/>
                  <a:pt x="243941" y="12397"/>
                </a:cubicBezTo>
                <a:cubicBezTo>
                  <a:pt x="243654" y="11858"/>
                  <a:pt x="243286" y="11436"/>
                  <a:pt x="242839" y="11132"/>
                </a:cubicBezTo>
                <a:cubicBezTo>
                  <a:pt x="242391" y="10828"/>
                  <a:pt x="241857" y="10676"/>
                  <a:pt x="241237" y="10676"/>
                </a:cubicBezTo>
                <a:cubicBezTo>
                  <a:pt x="240859" y="10676"/>
                  <a:pt x="240474" y="10736"/>
                  <a:pt x="240084" y="10856"/>
                </a:cubicBezTo>
                <a:cubicBezTo>
                  <a:pt x="239693" y="10977"/>
                  <a:pt x="239289" y="11178"/>
                  <a:pt x="238870" y="11459"/>
                </a:cubicBezTo>
                <a:cubicBezTo>
                  <a:pt x="238451" y="11740"/>
                  <a:pt x="238009" y="12113"/>
                  <a:pt x="237544" y="12578"/>
                </a:cubicBezTo>
                <a:cubicBezTo>
                  <a:pt x="237079" y="13043"/>
                  <a:pt x="236583" y="13620"/>
                  <a:pt x="236055" y="14309"/>
                </a:cubicBezTo>
                <a:lnTo>
                  <a:pt x="236055" y="22694"/>
                </a:lnTo>
                <a:cubicBezTo>
                  <a:pt x="236606" y="22924"/>
                  <a:pt x="237185" y="23105"/>
                  <a:pt x="237794" y="23237"/>
                </a:cubicBezTo>
                <a:cubicBezTo>
                  <a:pt x="238402" y="23369"/>
                  <a:pt x="238999" y="23435"/>
                  <a:pt x="239584" y="23435"/>
                </a:cubicBezTo>
                <a:cubicBezTo>
                  <a:pt x="241203" y="23435"/>
                  <a:pt x="242471" y="22886"/>
                  <a:pt x="243390" y="21790"/>
                </a:cubicBezTo>
                <a:cubicBezTo>
                  <a:pt x="244308" y="20694"/>
                  <a:pt x="244767" y="19044"/>
                  <a:pt x="244767" y="16840"/>
                </a:cubicBezTo>
                <a:close/>
                <a:moveTo>
                  <a:pt x="267337" y="16099"/>
                </a:moveTo>
                <a:cubicBezTo>
                  <a:pt x="267337" y="16524"/>
                  <a:pt x="267331" y="16880"/>
                  <a:pt x="267320" y="17167"/>
                </a:cubicBezTo>
                <a:cubicBezTo>
                  <a:pt x="267308" y="17454"/>
                  <a:pt x="267291" y="17724"/>
                  <a:pt x="267268" y="17976"/>
                </a:cubicBezTo>
                <a:lnTo>
                  <a:pt x="255129" y="17976"/>
                </a:lnTo>
                <a:cubicBezTo>
                  <a:pt x="255129" y="19744"/>
                  <a:pt x="255623" y="21101"/>
                  <a:pt x="256610" y="22048"/>
                </a:cubicBezTo>
                <a:cubicBezTo>
                  <a:pt x="257597" y="22995"/>
                  <a:pt x="259020" y="23469"/>
                  <a:pt x="260880" y="23469"/>
                </a:cubicBezTo>
                <a:cubicBezTo>
                  <a:pt x="261385" y="23469"/>
                  <a:pt x="261890" y="23449"/>
                  <a:pt x="262395" y="23408"/>
                </a:cubicBezTo>
                <a:cubicBezTo>
                  <a:pt x="262900" y="23366"/>
                  <a:pt x="263388" y="23311"/>
                  <a:pt x="263859" y="23240"/>
                </a:cubicBezTo>
                <a:cubicBezTo>
                  <a:pt x="264330" y="23170"/>
                  <a:pt x="264780" y="23090"/>
                  <a:pt x="265211" y="23002"/>
                </a:cubicBezTo>
                <a:cubicBezTo>
                  <a:pt x="265641" y="22914"/>
                  <a:pt x="266040" y="22817"/>
                  <a:pt x="266407" y="22711"/>
                </a:cubicBezTo>
                <a:lnTo>
                  <a:pt x="266407" y="25174"/>
                </a:lnTo>
                <a:cubicBezTo>
                  <a:pt x="265592" y="25408"/>
                  <a:pt x="264671" y="25599"/>
                  <a:pt x="263644" y="25746"/>
                </a:cubicBezTo>
                <a:cubicBezTo>
                  <a:pt x="262616" y="25892"/>
                  <a:pt x="261552" y="25966"/>
                  <a:pt x="260450" y="25966"/>
                </a:cubicBezTo>
                <a:cubicBezTo>
                  <a:pt x="258969" y="25966"/>
                  <a:pt x="257695" y="25765"/>
                  <a:pt x="256627" y="25363"/>
                </a:cubicBezTo>
                <a:cubicBezTo>
                  <a:pt x="255560" y="24961"/>
                  <a:pt x="254684" y="24379"/>
                  <a:pt x="254001" y="23615"/>
                </a:cubicBezTo>
                <a:cubicBezTo>
                  <a:pt x="253318" y="22852"/>
                  <a:pt x="252813" y="21916"/>
                  <a:pt x="252486" y="20809"/>
                </a:cubicBezTo>
                <a:cubicBezTo>
                  <a:pt x="252159" y="19701"/>
                  <a:pt x="251995" y="18447"/>
                  <a:pt x="251995" y="17046"/>
                </a:cubicBezTo>
                <a:cubicBezTo>
                  <a:pt x="251995" y="15830"/>
                  <a:pt x="252170" y="14679"/>
                  <a:pt x="252520" y="13594"/>
                </a:cubicBezTo>
                <a:cubicBezTo>
                  <a:pt x="252871" y="12509"/>
                  <a:pt x="253381" y="11557"/>
                  <a:pt x="254053" y="10736"/>
                </a:cubicBezTo>
                <a:cubicBezTo>
                  <a:pt x="254724" y="9915"/>
                  <a:pt x="255548" y="9264"/>
                  <a:pt x="256524" y="8782"/>
                </a:cubicBezTo>
                <a:cubicBezTo>
                  <a:pt x="257499" y="8299"/>
                  <a:pt x="258607" y="8058"/>
                  <a:pt x="259847" y="8058"/>
                </a:cubicBezTo>
                <a:cubicBezTo>
                  <a:pt x="261052" y="8058"/>
                  <a:pt x="262120" y="8248"/>
                  <a:pt x="263050" y="8627"/>
                </a:cubicBezTo>
                <a:cubicBezTo>
                  <a:pt x="263979" y="9005"/>
                  <a:pt x="264763" y="9542"/>
                  <a:pt x="265400" y="10236"/>
                </a:cubicBezTo>
                <a:cubicBezTo>
                  <a:pt x="266037" y="10931"/>
                  <a:pt x="266519" y="11775"/>
                  <a:pt x="266846" y="12768"/>
                </a:cubicBezTo>
                <a:cubicBezTo>
                  <a:pt x="267174" y="13761"/>
                  <a:pt x="267337" y="14871"/>
                  <a:pt x="267337" y="16099"/>
                </a:cubicBezTo>
                <a:moveTo>
                  <a:pt x="264221" y="15669"/>
                </a:moveTo>
                <a:cubicBezTo>
                  <a:pt x="264255" y="14900"/>
                  <a:pt x="264180" y="14197"/>
                  <a:pt x="263997" y="13560"/>
                </a:cubicBezTo>
                <a:cubicBezTo>
                  <a:pt x="263813" y="12923"/>
                  <a:pt x="263529" y="12374"/>
                  <a:pt x="263144" y="11915"/>
                </a:cubicBezTo>
                <a:cubicBezTo>
                  <a:pt x="262760" y="11456"/>
                  <a:pt x="262281" y="11097"/>
                  <a:pt x="261707" y="10839"/>
                </a:cubicBezTo>
                <a:cubicBezTo>
                  <a:pt x="261133" y="10581"/>
                  <a:pt x="260467" y="10452"/>
                  <a:pt x="259709" y="10452"/>
                </a:cubicBezTo>
                <a:cubicBezTo>
                  <a:pt x="259055" y="10452"/>
                  <a:pt x="258458" y="10578"/>
                  <a:pt x="257918" y="10831"/>
                </a:cubicBezTo>
                <a:cubicBezTo>
                  <a:pt x="257379" y="11083"/>
                  <a:pt x="256914" y="11439"/>
                  <a:pt x="256524" y="11898"/>
                </a:cubicBezTo>
                <a:cubicBezTo>
                  <a:pt x="256133" y="12357"/>
                  <a:pt x="255818" y="12908"/>
                  <a:pt x="255577" y="13551"/>
                </a:cubicBezTo>
                <a:cubicBezTo>
                  <a:pt x="255336" y="14194"/>
                  <a:pt x="255186" y="14900"/>
                  <a:pt x="255129" y="15669"/>
                </a:cubicBezTo>
                <a:lnTo>
                  <a:pt x="264221" y="15669"/>
                </a:lnTo>
                <a:close/>
                <a:moveTo>
                  <a:pt x="272413" y="8368"/>
                </a:moveTo>
                <a:lnTo>
                  <a:pt x="275082" y="8368"/>
                </a:lnTo>
                <a:lnTo>
                  <a:pt x="275202" y="11158"/>
                </a:lnTo>
                <a:cubicBezTo>
                  <a:pt x="275707" y="10561"/>
                  <a:pt x="276195" y="10064"/>
                  <a:pt x="276666" y="9668"/>
                </a:cubicBezTo>
                <a:cubicBezTo>
                  <a:pt x="277136" y="9272"/>
                  <a:pt x="277598" y="8954"/>
                  <a:pt x="278052" y="8713"/>
                </a:cubicBezTo>
                <a:cubicBezTo>
                  <a:pt x="278505" y="8472"/>
                  <a:pt x="278967" y="8302"/>
                  <a:pt x="279438" y="8205"/>
                </a:cubicBezTo>
                <a:cubicBezTo>
                  <a:pt x="279909" y="8107"/>
                  <a:pt x="280396" y="8058"/>
                  <a:pt x="280902" y="8058"/>
                </a:cubicBezTo>
                <a:cubicBezTo>
                  <a:pt x="282681" y="8058"/>
                  <a:pt x="284027" y="8583"/>
                  <a:pt x="284939" y="9634"/>
                </a:cubicBezTo>
                <a:cubicBezTo>
                  <a:pt x="285852" y="10684"/>
                  <a:pt x="286308" y="12265"/>
                  <a:pt x="286308" y="14378"/>
                </a:cubicBezTo>
                <a:lnTo>
                  <a:pt x="286308" y="25656"/>
                </a:lnTo>
                <a:lnTo>
                  <a:pt x="283312" y="25656"/>
                </a:lnTo>
                <a:lnTo>
                  <a:pt x="283312" y="14619"/>
                </a:lnTo>
                <a:cubicBezTo>
                  <a:pt x="283312" y="13264"/>
                  <a:pt x="283060" y="12263"/>
                  <a:pt x="282555" y="11614"/>
                </a:cubicBezTo>
                <a:cubicBezTo>
                  <a:pt x="282049" y="10965"/>
                  <a:pt x="281298" y="10641"/>
                  <a:pt x="280299" y="10641"/>
                </a:cubicBezTo>
                <a:cubicBezTo>
                  <a:pt x="279932" y="10641"/>
                  <a:pt x="279573" y="10696"/>
                  <a:pt x="279223" y="10805"/>
                </a:cubicBezTo>
                <a:cubicBezTo>
                  <a:pt x="278873" y="10914"/>
                  <a:pt x="278508" y="11103"/>
                  <a:pt x="278129" y="11373"/>
                </a:cubicBezTo>
                <a:cubicBezTo>
                  <a:pt x="277751" y="11643"/>
                  <a:pt x="277340" y="12007"/>
                  <a:pt x="276898" y="12466"/>
                </a:cubicBezTo>
                <a:cubicBezTo>
                  <a:pt x="276456" y="12925"/>
                  <a:pt x="275960" y="13499"/>
                  <a:pt x="275409" y="14188"/>
                </a:cubicBezTo>
                <a:lnTo>
                  <a:pt x="275409" y="25656"/>
                </a:lnTo>
                <a:lnTo>
                  <a:pt x="272413" y="25656"/>
                </a:lnTo>
                <a:lnTo>
                  <a:pt x="272413" y="8368"/>
                </a:lnTo>
                <a:close/>
                <a:moveTo>
                  <a:pt x="302830" y="32888"/>
                </a:moveTo>
                <a:cubicBezTo>
                  <a:pt x="297538" y="27984"/>
                  <a:pt x="294893" y="22563"/>
                  <a:pt x="294893" y="16625"/>
                </a:cubicBezTo>
                <a:cubicBezTo>
                  <a:pt x="294893" y="15235"/>
                  <a:pt x="295033" y="13848"/>
                  <a:pt x="295314" y="12464"/>
                </a:cubicBezTo>
                <a:cubicBezTo>
                  <a:pt x="295596" y="11080"/>
                  <a:pt x="296049" y="9693"/>
                  <a:pt x="296675" y="8304"/>
                </a:cubicBezTo>
                <a:cubicBezTo>
                  <a:pt x="297300" y="6914"/>
                  <a:pt x="298127" y="5524"/>
                  <a:pt x="299154" y="4135"/>
                </a:cubicBezTo>
                <a:cubicBezTo>
                  <a:pt x="300182" y="2745"/>
                  <a:pt x="301430" y="1367"/>
                  <a:pt x="302899" y="0"/>
                </a:cubicBezTo>
                <a:lnTo>
                  <a:pt x="304638" y="1775"/>
                </a:lnTo>
                <a:cubicBezTo>
                  <a:pt x="300184" y="6173"/>
                  <a:pt x="297957" y="11049"/>
                  <a:pt x="297957" y="16401"/>
                </a:cubicBezTo>
                <a:cubicBezTo>
                  <a:pt x="297957" y="19065"/>
                  <a:pt x="298520" y="21627"/>
                  <a:pt x="299645" y="24085"/>
                </a:cubicBezTo>
                <a:cubicBezTo>
                  <a:pt x="300770" y="26542"/>
                  <a:pt x="302434" y="28862"/>
                  <a:pt x="304638" y="31044"/>
                </a:cubicBezTo>
                <a:lnTo>
                  <a:pt x="302830" y="32888"/>
                </a:lnTo>
                <a:close/>
                <a:moveTo>
                  <a:pt x="314666" y="0"/>
                </a:moveTo>
                <a:cubicBezTo>
                  <a:pt x="319958" y="4904"/>
                  <a:pt x="322604" y="10360"/>
                  <a:pt x="322604" y="16366"/>
                </a:cubicBezTo>
                <a:cubicBezTo>
                  <a:pt x="322604" y="17607"/>
                  <a:pt x="322478" y="18893"/>
                  <a:pt x="322225" y="20225"/>
                </a:cubicBezTo>
                <a:cubicBezTo>
                  <a:pt x="321973" y="21558"/>
                  <a:pt x="321542" y="22922"/>
                  <a:pt x="320934" y="24317"/>
                </a:cubicBezTo>
                <a:cubicBezTo>
                  <a:pt x="320325" y="25712"/>
                  <a:pt x="319508" y="27128"/>
                  <a:pt x="318480" y="28564"/>
                </a:cubicBezTo>
                <a:cubicBezTo>
                  <a:pt x="317453" y="29999"/>
                  <a:pt x="316159" y="31441"/>
                  <a:pt x="314597" y="32888"/>
                </a:cubicBezTo>
                <a:lnTo>
                  <a:pt x="312858" y="31113"/>
                </a:lnTo>
                <a:cubicBezTo>
                  <a:pt x="315097" y="28896"/>
                  <a:pt x="316767" y="26582"/>
                  <a:pt x="317869" y="24171"/>
                </a:cubicBezTo>
                <a:cubicBezTo>
                  <a:pt x="318971" y="21759"/>
                  <a:pt x="319522" y="19232"/>
                  <a:pt x="319522" y="16590"/>
                </a:cubicBezTo>
                <a:cubicBezTo>
                  <a:pt x="319522" y="11123"/>
                  <a:pt x="317301" y="6208"/>
                  <a:pt x="312858" y="1843"/>
                </a:cubicBezTo>
                <a:lnTo>
                  <a:pt x="314666" y="0"/>
                </a:lnTo>
                <a:close/>
                <a:moveTo>
                  <a:pt x="363181" y="32715"/>
                </a:moveTo>
                <a:lnTo>
                  <a:pt x="361907" y="32715"/>
                </a:lnTo>
                <a:cubicBezTo>
                  <a:pt x="359691" y="32715"/>
                  <a:pt x="358044" y="32196"/>
                  <a:pt x="356965" y="31157"/>
                </a:cubicBezTo>
                <a:cubicBezTo>
                  <a:pt x="355886" y="30118"/>
                  <a:pt x="355346" y="28543"/>
                  <a:pt x="355346" y="26431"/>
                </a:cubicBezTo>
                <a:lnTo>
                  <a:pt x="355346" y="20507"/>
                </a:lnTo>
                <a:cubicBezTo>
                  <a:pt x="355346" y="19945"/>
                  <a:pt x="355283" y="19443"/>
                  <a:pt x="355157" y="19001"/>
                </a:cubicBezTo>
                <a:cubicBezTo>
                  <a:pt x="355031" y="18559"/>
                  <a:pt x="354810" y="18186"/>
                  <a:pt x="354494" y="17882"/>
                </a:cubicBezTo>
                <a:cubicBezTo>
                  <a:pt x="354178" y="17577"/>
                  <a:pt x="353759" y="17345"/>
                  <a:pt x="353237" y="17184"/>
                </a:cubicBezTo>
                <a:cubicBezTo>
                  <a:pt x="352715" y="17023"/>
                  <a:pt x="352058" y="16943"/>
                  <a:pt x="351266" y="16943"/>
                </a:cubicBezTo>
                <a:lnTo>
                  <a:pt x="350525" y="16943"/>
                </a:lnTo>
                <a:lnTo>
                  <a:pt x="350525" y="14550"/>
                </a:lnTo>
                <a:lnTo>
                  <a:pt x="351266" y="14550"/>
                </a:lnTo>
                <a:cubicBezTo>
                  <a:pt x="352104" y="14550"/>
                  <a:pt x="352787" y="14481"/>
                  <a:pt x="353315" y="14343"/>
                </a:cubicBezTo>
                <a:cubicBezTo>
                  <a:pt x="353843" y="14205"/>
                  <a:pt x="354256" y="13996"/>
                  <a:pt x="354554" y="13715"/>
                </a:cubicBezTo>
                <a:cubicBezTo>
                  <a:pt x="354853" y="13433"/>
                  <a:pt x="355059" y="13075"/>
                  <a:pt x="355174" y="12638"/>
                </a:cubicBezTo>
                <a:cubicBezTo>
                  <a:pt x="355289" y="12202"/>
                  <a:pt x="355346" y="11686"/>
                  <a:pt x="355346" y="11089"/>
                </a:cubicBezTo>
                <a:lnTo>
                  <a:pt x="355346" y="7008"/>
                </a:lnTo>
                <a:cubicBezTo>
                  <a:pt x="355346" y="6044"/>
                  <a:pt x="355461" y="5174"/>
                  <a:pt x="355691" y="4399"/>
                </a:cubicBezTo>
                <a:cubicBezTo>
                  <a:pt x="355920" y="3625"/>
                  <a:pt x="356296" y="2964"/>
                  <a:pt x="356819" y="2419"/>
                </a:cubicBezTo>
                <a:cubicBezTo>
                  <a:pt x="357341" y="1874"/>
                  <a:pt x="358018" y="1455"/>
                  <a:pt x="358850" y="1162"/>
                </a:cubicBezTo>
                <a:cubicBezTo>
                  <a:pt x="359683" y="870"/>
                  <a:pt x="360701" y="723"/>
                  <a:pt x="361907" y="723"/>
                </a:cubicBezTo>
                <a:lnTo>
                  <a:pt x="363181" y="723"/>
                </a:lnTo>
                <a:lnTo>
                  <a:pt x="363181" y="3134"/>
                </a:lnTo>
                <a:lnTo>
                  <a:pt x="362165" y="3134"/>
                </a:lnTo>
                <a:cubicBezTo>
                  <a:pt x="359502" y="3134"/>
                  <a:pt x="358170" y="4425"/>
                  <a:pt x="358170" y="7008"/>
                </a:cubicBezTo>
                <a:lnTo>
                  <a:pt x="358170" y="11020"/>
                </a:lnTo>
                <a:cubicBezTo>
                  <a:pt x="358170" y="13821"/>
                  <a:pt x="356959" y="15399"/>
                  <a:pt x="354537" y="15755"/>
                </a:cubicBezTo>
                <a:cubicBezTo>
                  <a:pt x="356982" y="15996"/>
                  <a:pt x="358205" y="17569"/>
                  <a:pt x="358205" y="20473"/>
                </a:cubicBezTo>
                <a:lnTo>
                  <a:pt x="358205" y="26362"/>
                </a:lnTo>
                <a:cubicBezTo>
                  <a:pt x="358205" y="28990"/>
                  <a:pt x="359525" y="30305"/>
                  <a:pt x="362165" y="30305"/>
                </a:cubicBezTo>
                <a:lnTo>
                  <a:pt x="363181" y="30305"/>
                </a:lnTo>
                <a:lnTo>
                  <a:pt x="363181" y="32715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Text -">
            <a:extLst xmlns:a="http://schemas.openxmlformats.org/drawingml/2006/main">
              <a:ext uri="{FF2B5EF4-FFF2-40B4-BE49-F238E27FC236}">
                <a16:creationId xmlns:a16="http://schemas.microsoft.com/office/drawing/2014/main" id="{DB4F9FD5-98DD-48A2-8752-11995B7B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341" y="8995710"/>
            <a:ext cx="10297" cy="2824"/>
          </a:xfrm>
          <a:custGeom xmlns:a="http://schemas.openxmlformats.org/drawingml/2006/main">
            <a:pathLst>
              <a:path w="10297" h="2824">
                <a:moveTo>
                  <a:pt x="10297" y="2824"/>
                </a:moveTo>
                <a:lnTo>
                  <a:pt x="0" y="2824"/>
                </a:lnTo>
                <a:lnTo>
                  <a:pt x="0" y="0"/>
                </a:lnTo>
                <a:lnTo>
                  <a:pt x="10297" y="0"/>
                </a:lnTo>
                <a:lnTo>
                  <a:pt x="10297" y="2824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Text if(!this.popup){">
            <a:extLst xmlns:a="http://schemas.openxmlformats.org/drawingml/2006/main">
              <a:ext uri="{FF2B5EF4-FFF2-40B4-BE49-F238E27FC236}">
                <a16:creationId xmlns:a16="http://schemas.microsoft.com/office/drawing/2014/main" id="{D6C98124-4C95-46C7-96C7-A1EA6E97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039" y="8980867"/>
            <a:ext cx="343297" cy="32888"/>
          </a:xfrm>
          <a:custGeom xmlns:a="http://schemas.openxmlformats.org/drawingml/2006/main">
            <a:pathLst>
              <a:path w="343297" h="32888">
                <a:moveTo>
                  <a:pt x="5682" y="10848"/>
                </a:moveTo>
                <a:lnTo>
                  <a:pt x="568" y="10848"/>
                </a:lnTo>
                <a:lnTo>
                  <a:pt x="568" y="8368"/>
                </a:lnTo>
                <a:lnTo>
                  <a:pt x="8713" y="8368"/>
                </a:lnTo>
                <a:lnTo>
                  <a:pt x="8713" y="23159"/>
                </a:lnTo>
                <a:lnTo>
                  <a:pt x="13861" y="23159"/>
                </a:lnTo>
                <a:lnTo>
                  <a:pt x="13861" y="25656"/>
                </a:lnTo>
                <a:lnTo>
                  <a:pt x="0" y="25656"/>
                </a:lnTo>
                <a:lnTo>
                  <a:pt x="0" y="23159"/>
                </a:lnTo>
                <a:lnTo>
                  <a:pt x="5682" y="23159"/>
                </a:lnTo>
                <a:lnTo>
                  <a:pt x="5682" y="10848"/>
                </a:lnTo>
                <a:moveTo>
                  <a:pt x="6732" y="1102"/>
                </a:moveTo>
                <a:cubicBezTo>
                  <a:pt x="7065" y="1102"/>
                  <a:pt x="7375" y="1162"/>
                  <a:pt x="7662" y="1283"/>
                </a:cubicBezTo>
                <a:cubicBezTo>
                  <a:pt x="7949" y="1403"/>
                  <a:pt x="8199" y="1573"/>
                  <a:pt x="8411" y="1791"/>
                </a:cubicBezTo>
                <a:cubicBezTo>
                  <a:pt x="8624" y="2009"/>
                  <a:pt x="8790" y="2259"/>
                  <a:pt x="8911" y="2540"/>
                </a:cubicBezTo>
                <a:cubicBezTo>
                  <a:pt x="9031" y="2821"/>
                  <a:pt x="9091" y="3128"/>
                  <a:pt x="9091" y="3461"/>
                </a:cubicBezTo>
                <a:cubicBezTo>
                  <a:pt x="9091" y="3782"/>
                  <a:pt x="9031" y="4087"/>
                  <a:pt x="8911" y="4374"/>
                </a:cubicBezTo>
                <a:cubicBezTo>
                  <a:pt x="8790" y="4661"/>
                  <a:pt x="8624" y="4913"/>
                  <a:pt x="8411" y="5131"/>
                </a:cubicBezTo>
                <a:cubicBezTo>
                  <a:pt x="8199" y="5349"/>
                  <a:pt x="7949" y="5519"/>
                  <a:pt x="7662" y="5639"/>
                </a:cubicBezTo>
                <a:cubicBezTo>
                  <a:pt x="7375" y="5760"/>
                  <a:pt x="7065" y="5820"/>
                  <a:pt x="6732" y="5820"/>
                </a:cubicBezTo>
                <a:cubicBezTo>
                  <a:pt x="6400" y="5820"/>
                  <a:pt x="6090" y="5760"/>
                  <a:pt x="5803" y="5639"/>
                </a:cubicBezTo>
                <a:cubicBezTo>
                  <a:pt x="5516" y="5519"/>
                  <a:pt x="5266" y="5349"/>
                  <a:pt x="5054" y="5131"/>
                </a:cubicBezTo>
                <a:cubicBezTo>
                  <a:pt x="4841" y="4913"/>
                  <a:pt x="4675" y="4661"/>
                  <a:pt x="4554" y="4374"/>
                </a:cubicBezTo>
                <a:cubicBezTo>
                  <a:pt x="4434" y="4087"/>
                  <a:pt x="4374" y="3782"/>
                  <a:pt x="4374" y="3461"/>
                </a:cubicBezTo>
                <a:cubicBezTo>
                  <a:pt x="4374" y="3128"/>
                  <a:pt x="4434" y="2821"/>
                  <a:pt x="4554" y="2540"/>
                </a:cubicBezTo>
                <a:cubicBezTo>
                  <a:pt x="4675" y="2259"/>
                  <a:pt x="4841" y="2009"/>
                  <a:pt x="5054" y="1791"/>
                </a:cubicBezTo>
                <a:cubicBezTo>
                  <a:pt x="5266" y="1573"/>
                  <a:pt x="5516" y="1403"/>
                  <a:pt x="5803" y="1283"/>
                </a:cubicBezTo>
                <a:cubicBezTo>
                  <a:pt x="6090" y="1162"/>
                  <a:pt x="6400" y="1102"/>
                  <a:pt x="6732" y="1102"/>
                </a:cubicBezTo>
                <a:close/>
                <a:moveTo>
                  <a:pt x="34813" y="4098"/>
                </a:moveTo>
                <a:cubicBezTo>
                  <a:pt x="33240" y="3765"/>
                  <a:pt x="31885" y="3599"/>
                  <a:pt x="30749" y="3599"/>
                </a:cubicBezTo>
                <a:cubicBezTo>
                  <a:pt x="28051" y="3599"/>
                  <a:pt x="26703" y="5011"/>
                  <a:pt x="26703" y="7834"/>
                </a:cubicBezTo>
                <a:lnTo>
                  <a:pt x="26703" y="10865"/>
                </a:lnTo>
                <a:lnTo>
                  <a:pt x="34279" y="10865"/>
                </a:lnTo>
                <a:lnTo>
                  <a:pt x="34279" y="13362"/>
                </a:lnTo>
                <a:lnTo>
                  <a:pt x="26703" y="13362"/>
                </a:lnTo>
                <a:lnTo>
                  <a:pt x="26703" y="25656"/>
                </a:lnTo>
                <a:lnTo>
                  <a:pt x="23655" y="25656"/>
                </a:lnTo>
                <a:lnTo>
                  <a:pt x="23655" y="13362"/>
                </a:lnTo>
                <a:lnTo>
                  <a:pt x="18093" y="13362"/>
                </a:lnTo>
                <a:lnTo>
                  <a:pt x="18093" y="10865"/>
                </a:lnTo>
                <a:lnTo>
                  <a:pt x="23655" y="10865"/>
                </a:lnTo>
                <a:lnTo>
                  <a:pt x="23655" y="8007"/>
                </a:lnTo>
                <a:cubicBezTo>
                  <a:pt x="23655" y="3404"/>
                  <a:pt x="26054" y="1102"/>
                  <a:pt x="30852" y="1102"/>
                </a:cubicBezTo>
                <a:cubicBezTo>
                  <a:pt x="32046" y="1102"/>
                  <a:pt x="33366" y="1240"/>
                  <a:pt x="34813" y="1515"/>
                </a:cubicBezTo>
                <a:lnTo>
                  <a:pt x="34813" y="4098"/>
                </a:lnTo>
                <a:moveTo>
                  <a:pt x="16716" y="8368"/>
                </a:moveTo>
                <a:lnTo>
                  <a:pt x="16716" y="8368"/>
                </a:lnTo>
                <a:close/>
                <a:moveTo>
                  <a:pt x="69173" y="32888"/>
                </a:moveTo>
                <a:cubicBezTo>
                  <a:pt x="63882" y="27984"/>
                  <a:pt x="61236" y="22563"/>
                  <a:pt x="61236" y="16625"/>
                </a:cubicBezTo>
                <a:cubicBezTo>
                  <a:pt x="61236" y="15235"/>
                  <a:pt x="61376" y="13848"/>
                  <a:pt x="61657" y="12464"/>
                </a:cubicBezTo>
                <a:cubicBezTo>
                  <a:pt x="61939" y="11080"/>
                  <a:pt x="62392" y="9693"/>
                  <a:pt x="63018" y="8304"/>
                </a:cubicBezTo>
                <a:cubicBezTo>
                  <a:pt x="63643" y="6914"/>
                  <a:pt x="64470" y="5524"/>
                  <a:pt x="65497" y="4135"/>
                </a:cubicBezTo>
                <a:cubicBezTo>
                  <a:pt x="66525" y="2745"/>
                  <a:pt x="67773" y="1367"/>
                  <a:pt x="69242" y="0"/>
                </a:cubicBezTo>
                <a:lnTo>
                  <a:pt x="70981" y="1775"/>
                </a:lnTo>
                <a:cubicBezTo>
                  <a:pt x="66527" y="6173"/>
                  <a:pt x="64301" y="11049"/>
                  <a:pt x="64301" y="16401"/>
                </a:cubicBezTo>
                <a:cubicBezTo>
                  <a:pt x="64301" y="19065"/>
                  <a:pt x="64863" y="21627"/>
                  <a:pt x="65988" y="24085"/>
                </a:cubicBezTo>
                <a:cubicBezTo>
                  <a:pt x="67113" y="26542"/>
                  <a:pt x="68777" y="28862"/>
                  <a:pt x="70981" y="31044"/>
                </a:cubicBezTo>
                <a:lnTo>
                  <a:pt x="69173" y="32888"/>
                </a:lnTo>
                <a:close/>
                <a:moveTo>
                  <a:pt x="86192" y="1309"/>
                </a:moveTo>
                <a:lnTo>
                  <a:pt x="85727" y="19044"/>
                </a:lnTo>
                <a:lnTo>
                  <a:pt x="83076" y="19044"/>
                </a:lnTo>
                <a:lnTo>
                  <a:pt x="82559" y="1309"/>
                </a:lnTo>
                <a:lnTo>
                  <a:pt x="86192" y="1309"/>
                </a:lnTo>
                <a:moveTo>
                  <a:pt x="84384" y="21420"/>
                </a:moveTo>
                <a:cubicBezTo>
                  <a:pt x="84694" y="21420"/>
                  <a:pt x="84987" y="21480"/>
                  <a:pt x="85263" y="21601"/>
                </a:cubicBezTo>
                <a:cubicBezTo>
                  <a:pt x="85538" y="21721"/>
                  <a:pt x="85776" y="21885"/>
                  <a:pt x="85977" y="22092"/>
                </a:cubicBezTo>
                <a:cubicBezTo>
                  <a:pt x="86178" y="22298"/>
                  <a:pt x="86339" y="22542"/>
                  <a:pt x="86459" y="22823"/>
                </a:cubicBezTo>
                <a:cubicBezTo>
                  <a:pt x="86580" y="23105"/>
                  <a:pt x="86640" y="23400"/>
                  <a:pt x="86640" y="23710"/>
                </a:cubicBezTo>
                <a:cubicBezTo>
                  <a:pt x="86640" y="24020"/>
                  <a:pt x="86580" y="24313"/>
                  <a:pt x="86459" y="24588"/>
                </a:cubicBezTo>
                <a:cubicBezTo>
                  <a:pt x="86339" y="24864"/>
                  <a:pt x="86178" y="25102"/>
                  <a:pt x="85977" y="25303"/>
                </a:cubicBezTo>
                <a:cubicBezTo>
                  <a:pt x="85776" y="25504"/>
                  <a:pt x="85538" y="25664"/>
                  <a:pt x="85263" y="25785"/>
                </a:cubicBezTo>
                <a:cubicBezTo>
                  <a:pt x="84987" y="25905"/>
                  <a:pt x="84694" y="25966"/>
                  <a:pt x="84384" y="25966"/>
                </a:cubicBezTo>
                <a:cubicBezTo>
                  <a:pt x="84063" y="25966"/>
                  <a:pt x="83764" y="25905"/>
                  <a:pt x="83489" y="25785"/>
                </a:cubicBezTo>
                <a:cubicBezTo>
                  <a:pt x="83213" y="25664"/>
                  <a:pt x="82972" y="25504"/>
                  <a:pt x="82766" y="25303"/>
                </a:cubicBezTo>
                <a:cubicBezTo>
                  <a:pt x="82559" y="25102"/>
                  <a:pt x="82396" y="24864"/>
                  <a:pt x="82275" y="24588"/>
                </a:cubicBezTo>
                <a:cubicBezTo>
                  <a:pt x="82155" y="24313"/>
                  <a:pt x="82094" y="24020"/>
                  <a:pt x="82094" y="23710"/>
                </a:cubicBezTo>
                <a:cubicBezTo>
                  <a:pt x="82094" y="23400"/>
                  <a:pt x="82155" y="23105"/>
                  <a:pt x="82275" y="22823"/>
                </a:cubicBezTo>
                <a:cubicBezTo>
                  <a:pt x="82396" y="22542"/>
                  <a:pt x="82559" y="22298"/>
                  <a:pt x="82766" y="22092"/>
                </a:cubicBezTo>
                <a:cubicBezTo>
                  <a:pt x="82972" y="21885"/>
                  <a:pt x="83213" y="21721"/>
                  <a:pt x="83489" y="21601"/>
                </a:cubicBezTo>
                <a:cubicBezTo>
                  <a:pt x="83764" y="21480"/>
                  <a:pt x="84063" y="21420"/>
                  <a:pt x="84384" y="21420"/>
                </a:cubicBezTo>
                <a:close/>
                <a:moveTo>
                  <a:pt x="111217" y="25397"/>
                </a:moveTo>
                <a:cubicBezTo>
                  <a:pt x="110540" y="25576"/>
                  <a:pt x="109840" y="25703"/>
                  <a:pt x="109117" y="25781"/>
                </a:cubicBezTo>
                <a:cubicBezTo>
                  <a:pt x="108393" y="25858"/>
                  <a:pt x="107659" y="25897"/>
                  <a:pt x="106913" y="25897"/>
                </a:cubicBezTo>
                <a:cubicBezTo>
                  <a:pt x="104743" y="25897"/>
                  <a:pt x="103125" y="25406"/>
                  <a:pt x="102057" y="24425"/>
                </a:cubicBezTo>
                <a:cubicBezTo>
                  <a:pt x="100989" y="23443"/>
                  <a:pt x="100456" y="21937"/>
                  <a:pt x="100456" y="19905"/>
                </a:cubicBezTo>
                <a:lnTo>
                  <a:pt x="100456" y="10882"/>
                </a:lnTo>
                <a:lnTo>
                  <a:pt x="95617" y="10882"/>
                </a:lnTo>
                <a:lnTo>
                  <a:pt x="95617" y="8368"/>
                </a:lnTo>
                <a:lnTo>
                  <a:pt x="100456" y="8368"/>
                </a:lnTo>
                <a:lnTo>
                  <a:pt x="100456" y="3601"/>
                </a:lnTo>
                <a:lnTo>
                  <a:pt x="103452" y="2824"/>
                </a:lnTo>
                <a:lnTo>
                  <a:pt x="103452" y="8368"/>
                </a:lnTo>
                <a:lnTo>
                  <a:pt x="111217" y="8368"/>
                </a:lnTo>
                <a:lnTo>
                  <a:pt x="111217" y="10882"/>
                </a:lnTo>
                <a:lnTo>
                  <a:pt x="103452" y="10882"/>
                </a:lnTo>
                <a:lnTo>
                  <a:pt x="103452" y="19664"/>
                </a:lnTo>
                <a:cubicBezTo>
                  <a:pt x="103452" y="20903"/>
                  <a:pt x="103782" y="21830"/>
                  <a:pt x="104442" y="22444"/>
                </a:cubicBezTo>
                <a:cubicBezTo>
                  <a:pt x="105102" y="23059"/>
                  <a:pt x="106075" y="23366"/>
                  <a:pt x="107360" y="23366"/>
                </a:cubicBezTo>
                <a:cubicBezTo>
                  <a:pt x="107911" y="23366"/>
                  <a:pt x="108514" y="23321"/>
                  <a:pt x="109168" y="23233"/>
                </a:cubicBezTo>
                <a:cubicBezTo>
                  <a:pt x="109823" y="23144"/>
                  <a:pt x="110506" y="23004"/>
                  <a:pt x="111217" y="22815"/>
                </a:cubicBezTo>
                <a:lnTo>
                  <a:pt x="111217" y="25397"/>
                </a:lnTo>
                <a:close/>
                <a:moveTo>
                  <a:pt x="130860" y="25656"/>
                </a:moveTo>
                <a:lnTo>
                  <a:pt x="127864" y="25656"/>
                </a:lnTo>
                <a:lnTo>
                  <a:pt x="127864" y="14619"/>
                </a:lnTo>
                <a:cubicBezTo>
                  <a:pt x="127864" y="13287"/>
                  <a:pt x="127614" y="12291"/>
                  <a:pt x="127115" y="11631"/>
                </a:cubicBezTo>
                <a:cubicBezTo>
                  <a:pt x="126616" y="10971"/>
                  <a:pt x="125901" y="10641"/>
                  <a:pt x="124971" y="10641"/>
                </a:cubicBezTo>
                <a:cubicBezTo>
                  <a:pt x="124569" y="10641"/>
                  <a:pt x="124194" y="10696"/>
                  <a:pt x="123843" y="10805"/>
                </a:cubicBezTo>
                <a:cubicBezTo>
                  <a:pt x="123493" y="10914"/>
                  <a:pt x="123129" y="11103"/>
                  <a:pt x="122750" y="11373"/>
                </a:cubicBezTo>
                <a:cubicBezTo>
                  <a:pt x="122371" y="11643"/>
                  <a:pt x="121958" y="12007"/>
                  <a:pt x="121510" y="12466"/>
                </a:cubicBezTo>
                <a:cubicBezTo>
                  <a:pt x="121063" y="12925"/>
                  <a:pt x="120546" y="13499"/>
                  <a:pt x="119961" y="14188"/>
                </a:cubicBezTo>
                <a:lnTo>
                  <a:pt x="119961" y="25656"/>
                </a:lnTo>
                <a:lnTo>
                  <a:pt x="116965" y="25656"/>
                </a:lnTo>
                <a:lnTo>
                  <a:pt x="116965" y="1309"/>
                </a:lnTo>
                <a:lnTo>
                  <a:pt x="119961" y="1309"/>
                </a:lnTo>
                <a:lnTo>
                  <a:pt x="119961" y="8363"/>
                </a:lnTo>
                <a:lnTo>
                  <a:pt x="119857" y="11089"/>
                </a:lnTo>
                <a:cubicBezTo>
                  <a:pt x="120328" y="10526"/>
                  <a:pt x="120790" y="10053"/>
                  <a:pt x="121243" y="9668"/>
                </a:cubicBezTo>
                <a:cubicBezTo>
                  <a:pt x="121697" y="9284"/>
                  <a:pt x="122150" y="8971"/>
                  <a:pt x="122604" y="8730"/>
                </a:cubicBezTo>
                <a:cubicBezTo>
                  <a:pt x="123057" y="8489"/>
                  <a:pt x="123519" y="8317"/>
                  <a:pt x="123990" y="8213"/>
                </a:cubicBezTo>
                <a:cubicBezTo>
                  <a:pt x="124460" y="8110"/>
                  <a:pt x="124948" y="8058"/>
                  <a:pt x="125453" y="8058"/>
                </a:cubicBezTo>
                <a:cubicBezTo>
                  <a:pt x="127175" y="8058"/>
                  <a:pt x="128507" y="8583"/>
                  <a:pt x="129448" y="9634"/>
                </a:cubicBezTo>
                <a:cubicBezTo>
                  <a:pt x="130389" y="10684"/>
                  <a:pt x="130860" y="12265"/>
                  <a:pt x="130860" y="14378"/>
                </a:cubicBezTo>
                <a:lnTo>
                  <a:pt x="130860" y="25656"/>
                </a:lnTo>
                <a:close/>
                <a:moveTo>
                  <a:pt x="142530" y="10848"/>
                </a:moveTo>
                <a:lnTo>
                  <a:pt x="137417" y="10848"/>
                </a:lnTo>
                <a:lnTo>
                  <a:pt x="137417" y="8368"/>
                </a:lnTo>
                <a:lnTo>
                  <a:pt x="145561" y="8368"/>
                </a:lnTo>
                <a:lnTo>
                  <a:pt x="145561" y="23159"/>
                </a:lnTo>
                <a:lnTo>
                  <a:pt x="150709" y="23159"/>
                </a:lnTo>
                <a:lnTo>
                  <a:pt x="150709" y="25656"/>
                </a:lnTo>
                <a:lnTo>
                  <a:pt x="136848" y="25656"/>
                </a:lnTo>
                <a:lnTo>
                  <a:pt x="136848" y="23159"/>
                </a:lnTo>
                <a:lnTo>
                  <a:pt x="142530" y="23159"/>
                </a:lnTo>
                <a:lnTo>
                  <a:pt x="142530" y="10848"/>
                </a:lnTo>
                <a:moveTo>
                  <a:pt x="143581" y="1102"/>
                </a:moveTo>
                <a:cubicBezTo>
                  <a:pt x="143914" y="1102"/>
                  <a:pt x="144224" y="1162"/>
                  <a:pt x="144511" y="1283"/>
                </a:cubicBezTo>
                <a:cubicBezTo>
                  <a:pt x="144798" y="1403"/>
                  <a:pt x="145047" y="1573"/>
                  <a:pt x="145260" y="1791"/>
                </a:cubicBezTo>
                <a:cubicBezTo>
                  <a:pt x="145472" y="2009"/>
                  <a:pt x="145638" y="2259"/>
                  <a:pt x="145759" y="2540"/>
                </a:cubicBezTo>
                <a:cubicBezTo>
                  <a:pt x="145880" y="2821"/>
                  <a:pt x="145940" y="3128"/>
                  <a:pt x="145940" y="3461"/>
                </a:cubicBezTo>
                <a:cubicBezTo>
                  <a:pt x="145940" y="3782"/>
                  <a:pt x="145880" y="4087"/>
                  <a:pt x="145759" y="4374"/>
                </a:cubicBezTo>
                <a:cubicBezTo>
                  <a:pt x="145638" y="4661"/>
                  <a:pt x="145472" y="4913"/>
                  <a:pt x="145260" y="5131"/>
                </a:cubicBezTo>
                <a:cubicBezTo>
                  <a:pt x="145047" y="5349"/>
                  <a:pt x="144798" y="5519"/>
                  <a:pt x="144511" y="5639"/>
                </a:cubicBezTo>
                <a:cubicBezTo>
                  <a:pt x="144224" y="5760"/>
                  <a:pt x="143914" y="5820"/>
                  <a:pt x="143581" y="5820"/>
                </a:cubicBezTo>
                <a:cubicBezTo>
                  <a:pt x="143248" y="5820"/>
                  <a:pt x="142938" y="5760"/>
                  <a:pt x="142651" y="5639"/>
                </a:cubicBezTo>
                <a:cubicBezTo>
                  <a:pt x="142364" y="5519"/>
                  <a:pt x="142114" y="5349"/>
                  <a:pt x="141902" y="5131"/>
                </a:cubicBezTo>
                <a:cubicBezTo>
                  <a:pt x="141690" y="4913"/>
                  <a:pt x="141523" y="4661"/>
                  <a:pt x="141403" y="4374"/>
                </a:cubicBezTo>
                <a:cubicBezTo>
                  <a:pt x="141282" y="4087"/>
                  <a:pt x="141222" y="3782"/>
                  <a:pt x="141222" y="3461"/>
                </a:cubicBezTo>
                <a:cubicBezTo>
                  <a:pt x="141222" y="3128"/>
                  <a:pt x="141282" y="2821"/>
                  <a:pt x="141403" y="2540"/>
                </a:cubicBezTo>
                <a:cubicBezTo>
                  <a:pt x="141523" y="2259"/>
                  <a:pt x="141690" y="2009"/>
                  <a:pt x="141902" y="1791"/>
                </a:cubicBezTo>
                <a:cubicBezTo>
                  <a:pt x="142114" y="1573"/>
                  <a:pt x="142364" y="1403"/>
                  <a:pt x="142651" y="1283"/>
                </a:cubicBezTo>
                <a:cubicBezTo>
                  <a:pt x="142938" y="1162"/>
                  <a:pt x="143248" y="1102"/>
                  <a:pt x="143581" y="1102"/>
                </a:cubicBezTo>
                <a:close/>
                <a:moveTo>
                  <a:pt x="168985" y="20938"/>
                </a:moveTo>
                <a:cubicBezTo>
                  <a:pt x="168985" y="21546"/>
                  <a:pt x="168882" y="22092"/>
                  <a:pt x="168675" y="22574"/>
                </a:cubicBezTo>
                <a:cubicBezTo>
                  <a:pt x="168468" y="23056"/>
                  <a:pt x="168187" y="23483"/>
                  <a:pt x="167831" y="23856"/>
                </a:cubicBezTo>
                <a:cubicBezTo>
                  <a:pt x="167475" y="24229"/>
                  <a:pt x="167062" y="24548"/>
                  <a:pt x="166592" y="24812"/>
                </a:cubicBezTo>
                <a:cubicBezTo>
                  <a:pt x="166121" y="25076"/>
                  <a:pt x="165619" y="25294"/>
                  <a:pt x="165085" y="25466"/>
                </a:cubicBezTo>
                <a:cubicBezTo>
                  <a:pt x="164551" y="25639"/>
                  <a:pt x="164003" y="25765"/>
                  <a:pt x="163441" y="25845"/>
                </a:cubicBezTo>
                <a:cubicBezTo>
                  <a:pt x="162878" y="25926"/>
                  <a:pt x="162327" y="25966"/>
                  <a:pt x="161788" y="25966"/>
                </a:cubicBezTo>
                <a:cubicBezTo>
                  <a:pt x="160617" y="25966"/>
                  <a:pt x="159540" y="25914"/>
                  <a:pt x="158559" y="25811"/>
                </a:cubicBezTo>
                <a:cubicBezTo>
                  <a:pt x="157578" y="25707"/>
                  <a:pt x="156616" y="25541"/>
                  <a:pt x="155675" y="25311"/>
                </a:cubicBezTo>
                <a:lnTo>
                  <a:pt x="155675" y="22556"/>
                </a:lnTo>
                <a:cubicBezTo>
                  <a:pt x="156685" y="22843"/>
                  <a:pt x="157689" y="23061"/>
                  <a:pt x="158688" y="23211"/>
                </a:cubicBezTo>
                <a:cubicBezTo>
                  <a:pt x="159687" y="23360"/>
                  <a:pt x="160680" y="23435"/>
                  <a:pt x="161667" y="23435"/>
                </a:cubicBezTo>
                <a:cubicBezTo>
                  <a:pt x="163102" y="23435"/>
                  <a:pt x="164164" y="23239"/>
                  <a:pt x="164852" y="22849"/>
                </a:cubicBezTo>
                <a:cubicBezTo>
                  <a:pt x="165541" y="22459"/>
                  <a:pt x="165886" y="21902"/>
                  <a:pt x="165886" y="21179"/>
                </a:cubicBezTo>
                <a:cubicBezTo>
                  <a:pt x="165886" y="20869"/>
                  <a:pt x="165831" y="20591"/>
                  <a:pt x="165722" y="20344"/>
                </a:cubicBezTo>
                <a:cubicBezTo>
                  <a:pt x="165613" y="20097"/>
                  <a:pt x="165415" y="19862"/>
                  <a:pt x="165128" y="19638"/>
                </a:cubicBezTo>
                <a:cubicBezTo>
                  <a:pt x="164841" y="19414"/>
                  <a:pt x="164396" y="19182"/>
                  <a:pt x="163793" y="18941"/>
                </a:cubicBezTo>
                <a:cubicBezTo>
                  <a:pt x="163191" y="18699"/>
                  <a:pt x="162367" y="18424"/>
                  <a:pt x="161323" y="18114"/>
                </a:cubicBezTo>
                <a:cubicBezTo>
                  <a:pt x="160542" y="17884"/>
                  <a:pt x="159822" y="17623"/>
                  <a:pt x="159162" y="17331"/>
                </a:cubicBezTo>
                <a:cubicBezTo>
                  <a:pt x="158502" y="17038"/>
                  <a:pt x="157931" y="16691"/>
                  <a:pt x="157448" y="16289"/>
                </a:cubicBezTo>
                <a:cubicBezTo>
                  <a:pt x="156966" y="15887"/>
                  <a:pt x="156587" y="15416"/>
                  <a:pt x="156312" y="14877"/>
                </a:cubicBezTo>
                <a:cubicBezTo>
                  <a:pt x="156036" y="14337"/>
                  <a:pt x="155899" y="13700"/>
                  <a:pt x="155899" y="12966"/>
                </a:cubicBezTo>
                <a:cubicBezTo>
                  <a:pt x="155899" y="12484"/>
                  <a:pt x="156011" y="11955"/>
                  <a:pt x="156235" y="11382"/>
                </a:cubicBezTo>
                <a:cubicBezTo>
                  <a:pt x="156458" y="10808"/>
                  <a:pt x="156840" y="10274"/>
                  <a:pt x="157380" y="9780"/>
                </a:cubicBezTo>
                <a:cubicBezTo>
                  <a:pt x="157919" y="9287"/>
                  <a:pt x="158648" y="8876"/>
                  <a:pt x="159566" y="8549"/>
                </a:cubicBezTo>
                <a:cubicBezTo>
                  <a:pt x="160485" y="8222"/>
                  <a:pt x="161633" y="8058"/>
                  <a:pt x="163010" y="8058"/>
                </a:cubicBezTo>
                <a:cubicBezTo>
                  <a:pt x="163687" y="8058"/>
                  <a:pt x="164439" y="8096"/>
                  <a:pt x="165266" y="8170"/>
                </a:cubicBezTo>
                <a:cubicBezTo>
                  <a:pt x="166092" y="8245"/>
                  <a:pt x="166953" y="8374"/>
                  <a:pt x="167848" y="8558"/>
                </a:cubicBezTo>
                <a:lnTo>
                  <a:pt x="167848" y="11227"/>
                </a:lnTo>
                <a:cubicBezTo>
                  <a:pt x="166907" y="10997"/>
                  <a:pt x="166015" y="10828"/>
                  <a:pt x="165171" y="10719"/>
                </a:cubicBezTo>
                <a:cubicBezTo>
                  <a:pt x="164327" y="10610"/>
                  <a:pt x="163595" y="10555"/>
                  <a:pt x="162976" y="10555"/>
                </a:cubicBezTo>
                <a:cubicBezTo>
                  <a:pt x="162229" y="10555"/>
                  <a:pt x="161601" y="10612"/>
                  <a:pt x="161090" y="10727"/>
                </a:cubicBezTo>
                <a:cubicBezTo>
                  <a:pt x="160579" y="10842"/>
                  <a:pt x="160166" y="11000"/>
                  <a:pt x="159850" y="11201"/>
                </a:cubicBezTo>
                <a:cubicBezTo>
                  <a:pt x="159535" y="11402"/>
                  <a:pt x="159308" y="11637"/>
                  <a:pt x="159170" y="11907"/>
                </a:cubicBezTo>
                <a:cubicBezTo>
                  <a:pt x="159033" y="12176"/>
                  <a:pt x="158964" y="12466"/>
                  <a:pt x="158964" y="12776"/>
                </a:cubicBezTo>
                <a:cubicBezTo>
                  <a:pt x="158964" y="13086"/>
                  <a:pt x="159024" y="13367"/>
                  <a:pt x="159144" y="13620"/>
                </a:cubicBezTo>
                <a:cubicBezTo>
                  <a:pt x="159265" y="13872"/>
                  <a:pt x="159489" y="14116"/>
                  <a:pt x="159816" y="14352"/>
                </a:cubicBezTo>
                <a:cubicBezTo>
                  <a:pt x="160143" y="14587"/>
                  <a:pt x="160599" y="14822"/>
                  <a:pt x="161185" y="15058"/>
                </a:cubicBezTo>
                <a:cubicBezTo>
                  <a:pt x="161770" y="15293"/>
                  <a:pt x="162534" y="15548"/>
                  <a:pt x="163475" y="15824"/>
                </a:cubicBezTo>
                <a:cubicBezTo>
                  <a:pt x="164497" y="16122"/>
                  <a:pt x="165358" y="16435"/>
                  <a:pt x="166058" y="16762"/>
                </a:cubicBezTo>
                <a:cubicBezTo>
                  <a:pt x="166758" y="17089"/>
                  <a:pt x="167326" y="17454"/>
                  <a:pt x="167762" y="17856"/>
                </a:cubicBezTo>
                <a:cubicBezTo>
                  <a:pt x="168199" y="18257"/>
                  <a:pt x="168511" y="18711"/>
                  <a:pt x="168701" y="19216"/>
                </a:cubicBezTo>
                <a:cubicBezTo>
                  <a:pt x="168890" y="19721"/>
                  <a:pt x="168985" y="20295"/>
                  <a:pt x="168985" y="20938"/>
                </a:cubicBezTo>
                <a:close/>
                <a:moveTo>
                  <a:pt x="181775" y="20232"/>
                </a:moveTo>
                <a:cubicBezTo>
                  <a:pt x="182165" y="20232"/>
                  <a:pt x="182535" y="20307"/>
                  <a:pt x="182885" y="20456"/>
                </a:cubicBezTo>
                <a:cubicBezTo>
                  <a:pt x="183236" y="20605"/>
                  <a:pt x="183540" y="20812"/>
                  <a:pt x="183798" y="21076"/>
                </a:cubicBezTo>
                <a:cubicBezTo>
                  <a:pt x="184056" y="21340"/>
                  <a:pt x="184260" y="21647"/>
                  <a:pt x="184409" y="21997"/>
                </a:cubicBezTo>
                <a:cubicBezTo>
                  <a:pt x="184559" y="22347"/>
                  <a:pt x="184633" y="22723"/>
                  <a:pt x="184633" y="23125"/>
                </a:cubicBezTo>
                <a:cubicBezTo>
                  <a:pt x="184633" y="23515"/>
                  <a:pt x="184559" y="23882"/>
                  <a:pt x="184409" y="24227"/>
                </a:cubicBezTo>
                <a:cubicBezTo>
                  <a:pt x="184260" y="24571"/>
                  <a:pt x="184056" y="24872"/>
                  <a:pt x="183798" y="25131"/>
                </a:cubicBezTo>
                <a:cubicBezTo>
                  <a:pt x="183540" y="25389"/>
                  <a:pt x="183236" y="25593"/>
                  <a:pt x="182885" y="25742"/>
                </a:cubicBezTo>
                <a:cubicBezTo>
                  <a:pt x="182535" y="25891"/>
                  <a:pt x="182165" y="25966"/>
                  <a:pt x="181775" y="25966"/>
                </a:cubicBezTo>
                <a:cubicBezTo>
                  <a:pt x="181373" y="25966"/>
                  <a:pt x="181000" y="25891"/>
                  <a:pt x="180656" y="25742"/>
                </a:cubicBezTo>
                <a:cubicBezTo>
                  <a:pt x="180311" y="25593"/>
                  <a:pt x="180010" y="25389"/>
                  <a:pt x="179752" y="25131"/>
                </a:cubicBezTo>
                <a:cubicBezTo>
                  <a:pt x="179493" y="24872"/>
                  <a:pt x="179290" y="24571"/>
                  <a:pt x="179140" y="24227"/>
                </a:cubicBezTo>
                <a:cubicBezTo>
                  <a:pt x="178991" y="23882"/>
                  <a:pt x="178917" y="23515"/>
                  <a:pt x="178917" y="23125"/>
                </a:cubicBezTo>
                <a:cubicBezTo>
                  <a:pt x="178917" y="22723"/>
                  <a:pt x="178991" y="22347"/>
                  <a:pt x="179140" y="21997"/>
                </a:cubicBezTo>
                <a:cubicBezTo>
                  <a:pt x="179290" y="21647"/>
                  <a:pt x="179493" y="21340"/>
                  <a:pt x="179752" y="21076"/>
                </a:cubicBezTo>
                <a:cubicBezTo>
                  <a:pt x="180010" y="20812"/>
                  <a:pt x="180311" y="20605"/>
                  <a:pt x="180656" y="20456"/>
                </a:cubicBezTo>
                <a:cubicBezTo>
                  <a:pt x="181000" y="20307"/>
                  <a:pt x="181373" y="20232"/>
                  <a:pt x="181775" y="20232"/>
                </a:cubicBezTo>
                <a:close/>
                <a:moveTo>
                  <a:pt x="209424" y="16702"/>
                </a:moveTo>
                <a:cubicBezTo>
                  <a:pt x="209424" y="18240"/>
                  <a:pt x="209209" y="19583"/>
                  <a:pt x="208779" y="20731"/>
                </a:cubicBezTo>
                <a:cubicBezTo>
                  <a:pt x="208348" y="21879"/>
                  <a:pt x="207754" y="22832"/>
                  <a:pt x="206996" y="23590"/>
                </a:cubicBezTo>
                <a:cubicBezTo>
                  <a:pt x="206239" y="24347"/>
                  <a:pt x="205343" y="24915"/>
                  <a:pt x="204310" y="25294"/>
                </a:cubicBezTo>
                <a:cubicBezTo>
                  <a:pt x="203277" y="25673"/>
                  <a:pt x="202158" y="25862"/>
                  <a:pt x="200953" y="25862"/>
                </a:cubicBezTo>
                <a:cubicBezTo>
                  <a:pt x="200402" y="25862"/>
                  <a:pt x="199854" y="25834"/>
                  <a:pt x="199308" y="25776"/>
                </a:cubicBezTo>
                <a:cubicBezTo>
                  <a:pt x="198763" y="25719"/>
                  <a:pt x="198209" y="25621"/>
                  <a:pt x="197647" y="25484"/>
                </a:cubicBezTo>
                <a:lnTo>
                  <a:pt x="197647" y="32715"/>
                </a:lnTo>
                <a:lnTo>
                  <a:pt x="194651" y="32715"/>
                </a:lnTo>
                <a:lnTo>
                  <a:pt x="194651" y="8368"/>
                </a:lnTo>
                <a:lnTo>
                  <a:pt x="197320" y="8368"/>
                </a:lnTo>
                <a:lnTo>
                  <a:pt x="197509" y="11261"/>
                </a:lnTo>
                <a:cubicBezTo>
                  <a:pt x="198370" y="10079"/>
                  <a:pt x="199288" y="9249"/>
                  <a:pt x="200264" y="8773"/>
                </a:cubicBezTo>
                <a:cubicBezTo>
                  <a:pt x="201240" y="8297"/>
                  <a:pt x="202296" y="8058"/>
                  <a:pt x="203432" y="8058"/>
                </a:cubicBezTo>
                <a:cubicBezTo>
                  <a:pt x="204419" y="8058"/>
                  <a:pt x="205286" y="8265"/>
                  <a:pt x="206032" y="8678"/>
                </a:cubicBezTo>
                <a:cubicBezTo>
                  <a:pt x="206778" y="9091"/>
                  <a:pt x="207404" y="9674"/>
                  <a:pt x="207909" y="10426"/>
                </a:cubicBezTo>
                <a:cubicBezTo>
                  <a:pt x="208414" y="11178"/>
                  <a:pt x="208793" y="12085"/>
                  <a:pt x="209045" y="13146"/>
                </a:cubicBezTo>
                <a:cubicBezTo>
                  <a:pt x="209298" y="14208"/>
                  <a:pt x="209424" y="15393"/>
                  <a:pt x="209424" y="16702"/>
                </a:cubicBezTo>
                <a:moveTo>
                  <a:pt x="206359" y="16840"/>
                </a:moveTo>
                <a:cubicBezTo>
                  <a:pt x="206359" y="15933"/>
                  <a:pt x="206293" y="15101"/>
                  <a:pt x="206161" y="14343"/>
                </a:cubicBezTo>
                <a:cubicBezTo>
                  <a:pt x="206029" y="13586"/>
                  <a:pt x="205820" y="12937"/>
                  <a:pt x="205533" y="12397"/>
                </a:cubicBezTo>
                <a:cubicBezTo>
                  <a:pt x="205246" y="11858"/>
                  <a:pt x="204879" y="11436"/>
                  <a:pt x="204431" y="11132"/>
                </a:cubicBezTo>
                <a:cubicBezTo>
                  <a:pt x="203983" y="10828"/>
                  <a:pt x="203449" y="10676"/>
                  <a:pt x="202830" y="10676"/>
                </a:cubicBezTo>
                <a:cubicBezTo>
                  <a:pt x="202451" y="10676"/>
                  <a:pt x="202066" y="10736"/>
                  <a:pt x="201676" y="10856"/>
                </a:cubicBezTo>
                <a:cubicBezTo>
                  <a:pt x="201286" y="10977"/>
                  <a:pt x="200881" y="11178"/>
                  <a:pt x="200462" y="11459"/>
                </a:cubicBezTo>
                <a:cubicBezTo>
                  <a:pt x="200043" y="11740"/>
                  <a:pt x="199601" y="12113"/>
                  <a:pt x="199136" y="12578"/>
                </a:cubicBezTo>
                <a:cubicBezTo>
                  <a:pt x="198671" y="13043"/>
                  <a:pt x="198175" y="13620"/>
                  <a:pt x="197647" y="14309"/>
                </a:cubicBezTo>
                <a:lnTo>
                  <a:pt x="197647" y="22694"/>
                </a:lnTo>
                <a:cubicBezTo>
                  <a:pt x="198198" y="22924"/>
                  <a:pt x="198777" y="23105"/>
                  <a:pt x="199386" y="23237"/>
                </a:cubicBezTo>
                <a:cubicBezTo>
                  <a:pt x="199994" y="23369"/>
                  <a:pt x="200591" y="23435"/>
                  <a:pt x="201177" y="23435"/>
                </a:cubicBezTo>
                <a:cubicBezTo>
                  <a:pt x="202795" y="23435"/>
                  <a:pt x="204064" y="22886"/>
                  <a:pt x="204982" y="21790"/>
                </a:cubicBezTo>
                <a:cubicBezTo>
                  <a:pt x="205900" y="20694"/>
                  <a:pt x="206359" y="19044"/>
                  <a:pt x="206359" y="16840"/>
                </a:cubicBezTo>
                <a:close/>
                <a:moveTo>
                  <a:pt x="229377" y="16874"/>
                </a:moveTo>
                <a:cubicBezTo>
                  <a:pt x="229377" y="18217"/>
                  <a:pt x="229187" y="19448"/>
                  <a:pt x="228809" y="20568"/>
                </a:cubicBezTo>
                <a:cubicBezTo>
                  <a:pt x="228430" y="21687"/>
                  <a:pt x="227885" y="22645"/>
                  <a:pt x="227173" y="23443"/>
                </a:cubicBezTo>
                <a:cubicBezTo>
                  <a:pt x="226461" y="24241"/>
                  <a:pt x="225594" y="24861"/>
                  <a:pt x="224573" y="25303"/>
                </a:cubicBezTo>
                <a:cubicBezTo>
                  <a:pt x="223551" y="25745"/>
                  <a:pt x="222392" y="25966"/>
                  <a:pt x="221095" y="25966"/>
                </a:cubicBezTo>
                <a:cubicBezTo>
                  <a:pt x="219855" y="25966"/>
                  <a:pt x="218744" y="25773"/>
                  <a:pt x="217763" y="25389"/>
                </a:cubicBezTo>
                <a:cubicBezTo>
                  <a:pt x="216781" y="25004"/>
                  <a:pt x="215949" y="24439"/>
                  <a:pt x="215266" y="23693"/>
                </a:cubicBezTo>
                <a:cubicBezTo>
                  <a:pt x="214583" y="22947"/>
                  <a:pt x="214061" y="22023"/>
                  <a:pt x="213699" y="20921"/>
                </a:cubicBezTo>
                <a:cubicBezTo>
                  <a:pt x="213338" y="19819"/>
                  <a:pt x="213157" y="18550"/>
                  <a:pt x="213157" y="17115"/>
                </a:cubicBezTo>
                <a:cubicBezTo>
                  <a:pt x="213157" y="15772"/>
                  <a:pt x="213346" y="14547"/>
                  <a:pt x="213725" y="13439"/>
                </a:cubicBezTo>
                <a:cubicBezTo>
                  <a:pt x="214104" y="12331"/>
                  <a:pt x="214649" y="11379"/>
                  <a:pt x="215361" y="10581"/>
                </a:cubicBezTo>
                <a:cubicBezTo>
                  <a:pt x="216073" y="9783"/>
                  <a:pt x="216939" y="9163"/>
                  <a:pt x="217961" y="8721"/>
                </a:cubicBezTo>
                <a:cubicBezTo>
                  <a:pt x="218983" y="8279"/>
                  <a:pt x="220142" y="8058"/>
                  <a:pt x="221439" y="8058"/>
                </a:cubicBezTo>
                <a:cubicBezTo>
                  <a:pt x="222679" y="8058"/>
                  <a:pt x="223789" y="8251"/>
                  <a:pt x="224771" y="8635"/>
                </a:cubicBezTo>
                <a:cubicBezTo>
                  <a:pt x="225752" y="9020"/>
                  <a:pt x="226585" y="9582"/>
                  <a:pt x="227268" y="10323"/>
                </a:cubicBezTo>
                <a:cubicBezTo>
                  <a:pt x="227951" y="11063"/>
                  <a:pt x="228473" y="11984"/>
                  <a:pt x="228834" y="13086"/>
                </a:cubicBezTo>
                <a:cubicBezTo>
                  <a:pt x="229196" y="14188"/>
                  <a:pt x="229377" y="15451"/>
                  <a:pt x="229377" y="16874"/>
                </a:cubicBezTo>
                <a:moveTo>
                  <a:pt x="226312" y="17012"/>
                </a:moveTo>
                <a:cubicBezTo>
                  <a:pt x="226312" y="15944"/>
                  <a:pt x="226194" y="15012"/>
                  <a:pt x="225959" y="14214"/>
                </a:cubicBezTo>
                <a:cubicBezTo>
                  <a:pt x="225724" y="13416"/>
                  <a:pt x="225388" y="12750"/>
                  <a:pt x="224952" y="12217"/>
                </a:cubicBezTo>
                <a:cubicBezTo>
                  <a:pt x="224515" y="11683"/>
                  <a:pt x="223985" y="11281"/>
                  <a:pt x="223359" y="11011"/>
                </a:cubicBezTo>
                <a:cubicBezTo>
                  <a:pt x="222733" y="10742"/>
                  <a:pt x="222036" y="10607"/>
                  <a:pt x="221267" y="10607"/>
                </a:cubicBezTo>
                <a:cubicBezTo>
                  <a:pt x="220372" y="10607"/>
                  <a:pt x="219605" y="10782"/>
                  <a:pt x="218968" y="11132"/>
                </a:cubicBezTo>
                <a:cubicBezTo>
                  <a:pt x="218331" y="11482"/>
                  <a:pt x="217809" y="11950"/>
                  <a:pt x="217401" y="12535"/>
                </a:cubicBezTo>
                <a:cubicBezTo>
                  <a:pt x="216994" y="13121"/>
                  <a:pt x="216695" y="13801"/>
                  <a:pt x="216506" y="14576"/>
                </a:cubicBezTo>
                <a:cubicBezTo>
                  <a:pt x="216317" y="15350"/>
                  <a:pt x="216222" y="16163"/>
                  <a:pt x="216222" y="17012"/>
                </a:cubicBezTo>
                <a:cubicBezTo>
                  <a:pt x="216222" y="18080"/>
                  <a:pt x="216339" y="19015"/>
                  <a:pt x="216575" y="19819"/>
                </a:cubicBezTo>
                <a:cubicBezTo>
                  <a:pt x="216810" y="20622"/>
                  <a:pt x="217146" y="21291"/>
                  <a:pt x="217582" y="21825"/>
                </a:cubicBezTo>
                <a:cubicBezTo>
                  <a:pt x="218018" y="22358"/>
                  <a:pt x="218546" y="22760"/>
                  <a:pt x="219166" y="23030"/>
                </a:cubicBezTo>
                <a:cubicBezTo>
                  <a:pt x="219786" y="23300"/>
                  <a:pt x="220486" y="23435"/>
                  <a:pt x="221267" y="23435"/>
                </a:cubicBezTo>
                <a:cubicBezTo>
                  <a:pt x="222162" y="23435"/>
                  <a:pt x="222928" y="23260"/>
                  <a:pt x="223566" y="22909"/>
                </a:cubicBezTo>
                <a:cubicBezTo>
                  <a:pt x="224203" y="22559"/>
                  <a:pt x="224725" y="22092"/>
                  <a:pt x="225132" y="21506"/>
                </a:cubicBezTo>
                <a:cubicBezTo>
                  <a:pt x="225540" y="20921"/>
                  <a:pt x="225838" y="20241"/>
                  <a:pt x="226028" y="19466"/>
                </a:cubicBezTo>
                <a:cubicBezTo>
                  <a:pt x="226217" y="18691"/>
                  <a:pt x="226312" y="17873"/>
                  <a:pt x="226312" y="17012"/>
                </a:cubicBezTo>
                <a:close/>
                <a:moveTo>
                  <a:pt x="247756" y="16702"/>
                </a:moveTo>
                <a:cubicBezTo>
                  <a:pt x="247756" y="18240"/>
                  <a:pt x="247540" y="19583"/>
                  <a:pt x="247110" y="20731"/>
                </a:cubicBezTo>
                <a:cubicBezTo>
                  <a:pt x="246680" y="21879"/>
                  <a:pt x="246085" y="22832"/>
                  <a:pt x="245328" y="23590"/>
                </a:cubicBezTo>
                <a:cubicBezTo>
                  <a:pt x="244570" y="24347"/>
                  <a:pt x="243675" y="24915"/>
                  <a:pt x="242642" y="25294"/>
                </a:cubicBezTo>
                <a:cubicBezTo>
                  <a:pt x="241609" y="25673"/>
                  <a:pt x="240489" y="25862"/>
                  <a:pt x="239284" y="25862"/>
                </a:cubicBezTo>
                <a:cubicBezTo>
                  <a:pt x="238733" y="25862"/>
                  <a:pt x="238185" y="25834"/>
                  <a:pt x="237640" y="25776"/>
                </a:cubicBezTo>
                <a:cubicBezTo>
                  <a:pt x="237094" y="25719"/>
                  <a:pt x="236541" y="25621"/>
                  <a:pt x="235978" y="25484"/>
                </a:cubicBezTo>
                <a:lnTo>
                  <a:pt x="235978" y="32715"/>
                </a:lnTo>
                <a:lnTo>
                  <a:pt x="232982" y="32715"/>
                </a:lnTo>
                <a:lnTo>
                  <a:pt x="232982" y="8368"/>
                </a:lnTo>
                <a:lnTo>
                  <a:pt x="235651" y="8368"/>
                </a:lnTo>
                <a:lnTo>
                  <a:pt x="235840" y="11261"/>
                </a:lnTo>
                <a:cubicBezTo>
                  <a:pt x="236701" y="10079"/>
                  <a:pt x="237620" y="9249"/>
                  <a:pt x="238595" y="8773"/>
                </a:cubicBezTo>
                <a:cubicBezTo>
                  <a:pt x="239571" y="8297"/>
                  <a:pt x="240627" y="8058"/>
                  <a:pt x="241764" y="8058"/>
                </a:cubicBezTo>
                <a:cubicBezTo>
                  <a:pt x="242751" y="8058"/>
                  <a:pt x="243617" y="8265"/>
                  <a:pt x="244364" y="8678"/>
                </a:cubicBezTo>
                <a:cubicBezTo>
                  <a:pt x="245110" y="9091"/>
                  <a:pt x="245735" y="9674"/>
                  <a:pt x="246240" y="10426"/>
                </a:cubicBezTo>
                <a:cubicBezTo>
                  <a:pt x="246746" y="11178"/>
                  <a:pt x="247124" y="12085"/>
                  <a:pt x="247377" y="13146"/>
                </a:cubicBezTo>
                <a:cubicBezTo>
                  <a:pt x="247629" y="14208"/>
                  <a:pt x="247756" y="15393"/>
                  <a:pt x="247756" y="16702"/>
                </a:cubicBezTo>
                <a:moveTo>
                  <a:pt x="244691" y="16840"/>
                </a:moveTo>
                <a:cubicBezTo>
                  <a:pt x="244691" y="15933"/>
                  <a:pt x="244625" y="15101"/>
                  <a:pt x="244493" y="14343"/>
                </a:cubicBezTo>
                <a:cubicBezTo>
                  <a:pt x="244361" y="13586"/>
                  <a:pt x="244151" y="12937"/>
                  <a:pt x="243864" y="12397"/>
                </a:cubicBezTo>
                <a:cubicBezTo>
                  <a:pt x="243577" y="11858"/>
                  <a:pt x="243210" y="11436"/>
                  <a:pt x="242762" y="11132"/>
                </a:cubicBezTo>
                <a:cubicBezTo>
                  <a:pt x="242315" y="10828"/>
                  <a:pt x="241781" y="10676"/>
                  <a:pt x="241161" y="10676"/>
                </a:cubicBezTo>
                <a:cubicBezTo>
                  <a:pt x="240782" y="10676"/>
                  <a:pt x="240398" y="10736"/>
                  <a:pt x="240007" y="10856"/>
                </a:cubicBezTo>
                <a:cubicBezTo>
                  <a:pt x="239617" y="10977"/>
                  <a:pt x="239212" y="11178"/>
                  <a:pt x="238793" y="11459"/>
                </a:cubicBezTo>
                <a:cubicBezTo>
                  <a:pt x="238374" y="11740"/>
                  <a:pt x="237932" y="12113"/>
                  <a:pt x="237468" y="12578"/>
                </a:cubicBezTo>
                <a:cubicBezTo>
                  <a:pt x="237003" y="13043"/>
                  <a:pt x="236506" y="13620"/>
                  <a:pt x="235978" y="14309"/>
                </a:cubicBezTo>
                <a:lnTo>
                  <a:pt x="235978" y="22694"/>
                </a:lnTo>
                <a:cubicBezTo>
                  <a:pt x="236529" y="22924"/>
                  <a:pt x="237109" y="23105"/>
                  <a:pt x="237717" y="23237"/>
                </a:cubicBezTo>
                <a:cubicBezTo>
                  <a:pt x="238326" y="23369"/>
                  <a:pt x="238923" y="23435"/>
                  <a:pt x="239508" y="23435"/>
                </a:cubicBezTo>
                <a:cubicBezTo>
                  <a:pt x="241127" y="23435"/>
                  <a:pt x="242395" y="22886"/>
                  <a:pt x="243313" y="21790"/>
                </a:cubicBezTo>
                <a:cubicBezTo>
                  <a:pt x="244232" y="20694"/>
                  <a:pt x="244691" y="19044"/>
                  <a:pt x="244691" y="16840"/>
                </a:cubicBezTo>
                <a:close/>
                <a:moveTo>
                  <a:pt x="266555" y="25656"/>
                </a:moveTo>
                <a:lnTo>
                  <a:pt x="263869" y="25656"/>
                </a:lnTo>
                <a:lnTo>
                  <a:pt x="263765" y="22866"/>
                </a:lnTo>
                <a:cubicBezTo>
                  <a:pt x="263249" y="23463"/>
                  <a:pt x="262758" y="23960"/>
                  <a:pt x="262293" y="24356"/>
                </a:cubicBezTo>
                <a:cubicBezTo>
                  <a:pt x="261828" y="24752"/>
                  <a:pt x="261366" y="25070"/>
                  <a:pt x="260907" y="25311"/>
                </a:cubicBezTo>
                <a:cubicBezTo>
                  <a:pt x="260448" y="25552"/>
                  <a:pt x="259986" y="25722"/>
                  <a:pt x="259521" y="25819"/>
                </a:cubicBezTo>
                <a:cubicBezTo>
                  <a:pt x="259056" y="25917"/>
                  <a:pt x="258565" y="25966"/>
                  <a:pt x="258049" y="25966"/>
                </a:cubicBezTo>
                <a:cubicBezTo>
                  <a:pt x="256270" y="25966"/>
                  <a:pt x="254927" y="25443"/>
                  <a:pt x="254020" y="24399"/>
                </a:cubicBezTo>
                <a:cubicBezTo>
                  <a:pt x="253113" y="23354"/>
                  <a:pt x="252659" y="21776"/>
                  <a:pt x="252659" y="19664"/>
                </a:cubicBezTo>
                <a:lnTo>
                  <a:pt x="252659" y="8368"/>
                </a:lnTo>
                <a:lnTo>
                  <a:pt x="255655" y="8368"/>
                </a:lnTo>
                <a:lnTo>
                  <a:pt x="255655" y="19423"/>
                </a:lnTo>
                <a:cubicBezTo>
                  <a:pt x="255655" y="22074"/>
                  <a:pt x="256654" y="23400"/>
                  <a:pt x="258651" y="23400"/>
                </a:cubicBezTo>
                <a:cubicBezTo>
                  <a:pt x="259019" y="23400"/>
                  <a:pt x="259378" y="23346"/>
                  <a:pt x="259728" y="23237"/>
                </a:cubicBezTo>
                <a:cubicBezTo>
                  <a:pt x="260078" y="23127"/>
                  <a:pt x="260445" y="22938"/>
                  <a:pt x="260830" y="22668"/>
                </a:cubicBezTo>
                <a:cubicBezTo>
                  <a:pt x="261214" y="22399"/>
                  <a:pt x="261627" y="22034"/>
                  <a:pt x="262069" y="21575"/>
                </a:cubicBezTo>
                <a:cubicBezTo>
                  <a:pt x="262511" y="21116"/>
                  <a:pt x="263008" y="20536"/>
                  <a:pt x="263559" y="19836"/>
                </a:cubicBezTo>
                <a:lnTo>
                  <a:pt x="263559" y="8368"/>
                </a:lnTo>
                <a:lnTo>
                  <a:pt x="266555" y="8368"/>
                </a:lnTo>
                <a:lnTo>
                  <a:pt x="266555" y="25656"/>
                </a:lnTo>
                <a:close/>
                <a:moveTo>
                  <a:pt x="287110" y="16702"/>
                </a:moveTo>
                <a:cubicBezTo>
                  <a:pt x="287110" y="18240"/>
                  <a:pt x="286895" y="19583"/>
                  <a:pt x="286464" y="20731"/>
                </a:cubicBezTo>
                <a:cubicBezTo>
                  <a:pt x="286034" y="21879"/>
                  <a:pt x="285440" y="22832"/>
                  <a:pt x="284682" y="23590"/>
                </a:cubicBezTo>
                <a:cubicBezTo>
                  <a:pt x="283925" y="24347"/>
                  <a:pt x="283029" y="24915"/>
                  <a:pt x="281996" y="25294"/>
                </a:cubicBezTo>
                <a:cubicBezTo>
                  <a:pt x="280963" y="25673"/>
                  <a:pt x="279844" y="25862"/>
                  <a:pt x="278638" y="25862"/>
                </a:cubicBezTo>
                <a:cubicBezTo>
                  <a:pt x="278087" y="25862"/>
                  <a:pt x="277539" y="25834"/>
                  <a:pt x="276994" y="25776"/>
                </a:cubicBezTo>
                <a:cubicBezTo>
                  <a:pt x="276449" y="25719"/>
                  <a:pt x="275895" y="25621"/>
                  <a:pt x="275332" y="25484"/>
                </a:cubicBezTo>
                <a:lnTo>
                  <a:pt x="275332" y="32715"/>
                </a:lnTo>
                <a:lnTo>
                  <a:pt x="272336" y="32715"/>
                </a:lnTo>
                <a:lnTo>
                  <a:pt x="272336" y="8368"/>
                </a:lnTo>
                <a:lnTo>
                  <a:pt x="275005" y="8368"/>
                </a:lnTo>
                <a:lnTo>
                  <a:pt x="275195" y="11261"/>
                </a:lnTo>
                <a:cubicBezTo>
                  <a:pt x="276056" y="10079"/>
                  <a:pt x="276974" y="9249"/>
                  <a:pt x="277950" y="8773"/>
                </a:cubicBezTo>
                <a:cubicBezTo>
                  <a:pt x="278925" y="8297"/>
                  <a:pt x="279982" y="8058"/>
                  <a:pt x="281118" y="8058"/>
                </a:cubicBezTo>
                <a:cubicBezTo>
                  <a:pt x="282105" y="8058"/>
                  <a:pt x="282972" y="8265"/>
                  <a:pt x="283718" y="8678"/>
                </a:cubicBezTo>
                <a:cubicBezTo>
                  <a:pt x="284464" y="9091"/>
                  <a:pt x="285090" y="9674"/>
                  <a:pt x="285595" y="10426"/>
                </a:cubicBezTo>
                <a:cubicBezTo>
                  <a:pt x="286100" y="11178"/>
                  <a:pt x="286479" y="12085"/>
                  <a:pt x="286731" y="13146"/>
                </a:cubicBezTo>
                <a:cubicBezTo>
                  <a:pt x="286984" y="14208"/>
                  <a:pt x="287110" y="15393"/>
                  <a:pt x="287110" y="16702"/>
                </a:cubicBezTo>
                <a:moveTo>
                  <a:pt x="284045" y="16840"/>
                </a:moveTo>
                <a:cubicBezTo>
                  <a:pt x="284045" y="15933"/>
                  <a:pt x="283979" y="15101"/>
                  <a:pt x="283847" y="14343"/>
                </a:cubicBezTo>
                <a:cubicBezTo>
                  <a:pt x="283715" y="13586"/>
                  <a:pt x="283506" y="12937"/>
                  <a:pt x="283219" y="12397"/>
                </a:cubicBezTo>
                <a:cubicBezTo>
                  <a:pt x="282932" y="11858"/>
                  <a:pt x="282564" y="11436"/>
                  <a:pt x="282117" y="11132"/>
                </a:cubicBezTo>
                <a:cubicBezTo>
                  <a:pt x="281669" y="10828"/>
                  <a:pt x="281135" y="10676"/>
                  <a:pt x="280515" y="10676"/>
                </a:cubicBezTo>
                <a:cubicBezTo>
                  <a:pt x="280136" y="10676"/>
                  <a:pt x="279752" y="10736"/>
                  <a:pt x="279362" y="10856"/>
                </a:cubicBezTo>
                <a:cubicBezTo>
                  <a:pt x="278971" y="10977"/>
                  <a:pt x="278567" y="11178"/>
                  <a:pt x="278148" y="11459"/>
                </a:cubicBezTo>
                <a:cubicBezTo>
                  <a:pt x="277729" y="11740"/>
                  <a:pt x="277287" y="12113"/>
                  <a:pt x="276822" y="12578"/>
                </a:cubicBezTo>
                <a:cubicBezTo>
                  <a:pt x="276357" y="13043"/>
                  <a:pt x="275861" y="13620"/>
                  <a:pt x="275332" y="14309"/>
                </a:cubicBezTo>
                <a:lnTo>
                  <a:pt x="275332" y="22694"/>
                </a:lnTo>
                <a:cubicBezTo>
                  <a:pt x="275883" y="22924"/>
                  <a:pt x="276463" y="23105"/>
                  <a:pt x="277072" y="23237"/>
                </a:cubicBezTo>
                <a:cubicBezTo>
                  <a:pt x="277680" y="23369"/>
                  <a:pt x="278277" y="23435"/>
                  <a:pt x="278862" y="23435"/>
                </a:cubicBezTo>
                <a:cubicBezTo>
                  <a:pt x="280481" y="23435"/>
                  <a:pt x="281749" y="22886"/>
                  <a:pt x="282668" y="21790"/>
                </a:cubicBezTo>
                <a:cubicBezTo>
                  <a:pt x="283586" y="20694"/>
                  <a:pt x="284045" y="19044"/>
                  <a:pt x="284045" y="16840"/>
                </a:cubicBezTo>
                <a:close/>
                <a:moveTo>
                  <a:pt x="295805" y="0"/>
                </a:moveTo>
                <a:cubicBezTo>
                  <a:pt x="301097" y="4904"/>
                  <a:pt x="303743" y="10360"/>
                  <a:pt x="303743" y="16366"/>
                </a:cubicBezTo>
                <a:cubicBezTo>
                  <a:pt x="303743" y="17607"/>
                  <a:pt x="303617" y="18893"/>
                  <a:pt x="303364" y="20225"/>
                </a:cubicBezTo>
                <a:cubicBezTo>
                  <a:pt x="303111" y="21558"/>
                  <a:pt x="302681" y="22922"/>
                  <a:pt x="302073" y="24317"/>
                </a:cubicBezTo>
                <a:cubicBezTo>
                  <a:pt x="301464" y="25712"/>
                  <a:pt x="300646" y="27128"/>
                  <a:pt x="299619" y="28564"/>
                </a:cubicBezTo>
                <a:cubicBezTo>
                  <a:pt x="298592" y="29999"/>
                  <a:pt x="297297" y="31441"/>
                  <a:pt x="295736" y="32888"/>
                </a:cubicBezTo>
                <a:lnTo>
                  <a:pt x="293997" y="31113"/>
                </a:lnTo>
                <a:cubicBezTo>
                  <a:pt x="296236" y="28896"/>
                  <a:pt x="297906" y="26582"/>
                  <a:pt x="299008" y="24171"/>
                </a:cubicBezTo>
                <a:cubicBezTo>
                  <a:pt x="300110" y="21759"/>
                  <a:pt x="300661" y="19232"/>
                  <a:pt x="300661" y="16590"/>
                </a:cubicBezTo>
                <a:cubicBezTo>
                  <a:pt x="300661" y="11123"/>
                  <a:pt x="298439" y="6208"/>
                  <a:pt x="293997" y="1843"/>
                </a:cubicBezTo>
                <a:lnTo>
                  <a:pt x="295805" y="0"/>
                </a:lnTo>
                <a:close/>
                <a:moveTo>
                  <a:pt x="343297" y="32715"/>
                </a:moveTo>
                <a:lnTo>
                  <a:pt x="342023" y="32715"/>
                </a:lnTo>
                <a:cubicBezTo>
                  <a:pt x="339807" y="32715"/>
                  <a:pt x="338160" y="32196"/>
                  <a:pt x="337081" y="31157"/>
                </a:cubicBezTo>
                <a:cubicBezTo>
                  <a:pt x="336002" y="30118"/>
                  <a:pt x="335463" y="28543"/>
                  <a:pt x="335463" y="26431"/>
                </a:cubicBezTo>
                <a:lnTo>
                  <a:pt x="335463" y="20507"/>
                </a:lnTo>
                <a:cubicBezTo>
                  <a:pt x="335463" y="19945"/>
                  <a:pt x="335399" y="19443"/>
                  <a:pt x="335273" y="19001"/>
                </a:cubicBezTo>
                <a:cubicBezTo>
                  <a:pt x="335147" y="18559"/>
                  <a:pt x="334926" y="18186"/>
                  <a:pt x="334610" y="17882"/>
                </a:cubicBezTo>
                <a:cubicBezTo>
                  <a:pt x="334295" y="17577"/>
                  <a:pt x="333876" y="17345"/>
                  <a:pt x="333353" y="17184"/>
                </a:cubicBezTo>
                <a:cubicBezTo>
                  <a:pt x="332831" y="17023"/>
                  <a:pt x="332174" y="16943"/>
                  <a:pt x="331382" y="16943"/>
                </a:cubicBezTo>
                <a:lnTo>
                  <a:pt x="330641" y="16943"/>
                </a:lnTo>
                <a:lnTo>
                  <a:pt x="330641" y="14550"/>
                </a:lnTo>
                <a:lnTo>
                  <a:pt x="331382" y="14550"/>
                </a:lnTo>
                <a:cubicBezTo>
                  <a:pt x="332220" y="14550"/>
                  <a:pt x="332903" y="14481"/>
                  <a:pt x="333431" y="14343"/>
                </a:cubicBezTo>
                <a:cubicBezTo>
                  <a:pt x="333959" y="14205"/>
                  <a:pt x="334372" y="13996"/>
                  <a:pt x="334670" y="13715"/>
                </a:cubicBezTo>
                <a:cubicBezTo>
                  <a:pt x="334969" y="13433"/>
                  <a:pt x="335176" y="13075"/>
                  <a:pt x="335290" y="12638"/>
                </a:cubicBezTo>
                <a:cubicBezTo>
                  <a:pt x="335405" y="12202"/>
                  <a:pt x="335463" y="11686"/>
                  <a:pt x="335463" y="11089"/>
                </a:cubicBezTo>
                <a:lnTo>
                  <a:pt x="335463" y="7008"/>
                </a:lnTo>
                <a:cubicBezTo>
                  <a:pt x="335463" y="6044"/>
                  <a:pt x="335577" y="5174"/>
                  <a:pt x="335807" y="4399"/>
                </a:cubicBezTo>
                <a:cubicBezTo>
                  <a:pt x="336036" y="3625"/>
                  <a:pt x="336412" y="2964"/>
                  <a:pt x="336935" y="2419"/>
                </a:cubicBezTo>
                <a:cubicBezTo>
                  <a:pt x="337457" y="1874"/>
                  <a:pt x="338134" y="1455"/>
                  <a:pt x="338967" y="1162"/>
                </a:cubicBezTo>
                <a:cubicBezTo>
                  <a:pt x="339799" y="870"/>
                  <a:pt x="340818" y="723"/>
                  <a:pt x="342023" y="723"/>
                </a:cubicBezTo>
                <a:lnTo>
                  <a:pt x="343297" y="723"/>
                </a:lnTo>
                <a:lnTo>
                  <a:pt x="343297" y="3134"/>
                </a:lnTo>
                <a:lnTo>
                  <a:pt x="342281" y="3134"/>
                </a:lnTo>
                <a:cubicBezTo>
                  <a:pt x="339618" y="3134"/>
                  <a:pt x="338286" y="4425"/>
                  <a:pt x="338286" y="7008"/>
                </a:cubicBezTo>
                <a:lnTo>
                  <a:pt x="338286" y="11020"/>
                </a:lnTo>
                <a:cubicBezTo>
                  <a:pt x="338286" y="13821"/>
                  <a:pt x="337075" y="15399"/>
                  <a:pt x="334653" y="15755"/>
                </a:cubicBezTo>
                <a:cubicBezTo>
                  <a:pt x="337098" y="15996"/>
                  <a:pt x="338321" y="17569"/>
                  <a:pt x="338321" y="20473"/>
                </a:cubicBezTo>
                <a:lnTo>
                  <a:pt x="338321" y="26362"/>
                </a:lnTo>
                <a:cubicBezTo>
                  <a:pt x="338321" y="28990"/>
                  <a:pt x="339641" y="30305"/>
                  <a:pt x="342281" y="30305"/>
                </a:cubicBezTo>
                <a:lnTo>
                  <a:pt x="343297" y="30305"/>
                </a:lnTo>
                <a:lnTo>
                  <a:pt x="343297" y="32715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Text -">
            <a:extLst xmlns:a="http://schemas.openxmlformats.org/drawingml/2006/main">
              <a:ext uri="{FF2B5EF4-FFF2-40B4-BE49-F238E27FC236}">
                <a16:creationId xmlns:a16="http://schemas.microsoft.com/office/drawing/2014/main" id="{0AF5A44E-3220-4BE2-8FEE-3A4CDE9E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341" y="9038234"/>
            <a:ext cx="10297" cy="2824"/>
          </a:xfrm>
          <a:custGeom xmlns:a="http://schemas.openxmlformats.org/drawingml/2006/main">
            <a:pathLst>
              <a:path w="10297" h="2824">
                <a:moveTo>
                  <a:pt x="10297" y="2824"/>
                </a:moveTo>
                <a:lnTo>
                  <a:pt x="0" y="2824"/>
                </a:lnTo>
                <a:lnTo>
                  <a:pt x="0" y="0"/>
                </a:lnTo>
                <a:lnTo>
                  <a:pt x="10297" y="0"/>
                </a:lnTo>
                <a:lnTo>
                  <a:pt x="10297" y="2824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return;">
            <a:extLst xmlns:a="http://schemas.openxmlformats.org/drawingml/2006/main">
              <a:ext uri="{FF2B5EF4-FFF2-40B4-BE49-F238E27FC236}">
                <a16:creationId xmlns:a16="http://schemas.microsoft.com/office/drawing/2014/main" id="{42E31F30-2EB5-4C83-9CC2-48477F4D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326" y="9026215"/>
            <a:ext cx="126201" cy="28721"/>
          </a:xfrm>
          <a:custGeom xmlns:a="http://schemas.openxmlformats.org/drawingml/2006/main">
            <a:pathLst>
              <a:path w="126201" h="28721">
                <a:moveTo>
                  <a:pt x="0" y="5544"/>
                </a:moveTo>
                <a:lnTo>
                  <a:pt x="2738" y="5544"/>
                </a:lnTo>
                <a:lnTo>
                  <a:pt x="2824" y="8722"/>
                </a:lnTo>
                <a:cubicBezTo>
                  <a:pt x="3845" y="7496"/>
                  <a:pt x="4853" y="6609"/>
                  <a:pt x="5846" y="6059"/>
                </a:cubicBezTo>
                <a:cubicBezTo>
                  <a:pt x="6839" y="5509"/>
                  <a:pt x="7840" y="5234"/>
                  <a:pt x="8850" y="5234"/>
                </a:cubicBezTo>
                <a:cubicBezTo>
                  <a:pt x="10641" y="5234"/>
                  <a:pt x="11999" y="5813"/>
                  <a:pt x="12923" y="6969"/>
                </a:cubicBezTo>
                <a:cubicBezTo>
                  <a:pt x="13847" y="8126"/>
                  <a:pt x="14274" y="9843"/>
                  <a:pt x="14205" y="12122"/>
                </a:cubicBezTo>
                <a:lnTo>
                  <a:pt x="11175" y="12122"/>
                </a:lnTo>
                <a:cubicBezTo>
                  <a:pt x="11209" y="10613"/>
                  <a:pt x="10988" y="9518"/>
                  <a:pt x="10512" y="8838"/>
                </a:cubicBezTo>
                <a:cubicBezTo>
                  <a:pt x="10036" y="8158"/>
                  <a:pt x="9338" y="7817"/>
                  <a:pt x="8420" y="7817"/>
                </a:cubicBezTo>
                <a:cubicBezTo>
                  <a:pt x="8018" y="7817"/>
                  <a:pt x="7614" y="7889"/>
                  <a:pt x="7206" y="8032"/>
                </a:cubicBezTo>
                <a:cubicBezTo>
                  <a:pt x="6798" y="8175"/>
                  <a:pt x="6380" y="8403"/>
                  <a:pt x="5949" y="8717"/>
                </a:cubicBezTo>
                <a:cubicBezTo>
                  <a:pt x="5519" y="9032"/>
                  <a:pt x="5062" y="9435"/>
                  <a:pt x="4580" y="9927"/>
                </a:cubicBezTo>
                <a:cubicBezTo>
                  <a:pt x="4098" y="10418"/>
                  <a:pt x="3581" y="11012"/>
                  <a:pt x="3030" y="11710"/>
                </a:cubicBezTo>
                <a:lnTo>
                  <a:pt x="3030" y="22832"/>
                </a:lnTo>
                <a:lnTo>
                  <a:pt x="0" y="22832"/>
                </a:lnTo>
                <a:lnTo>
                  <a:pt x="0" y="5544"/>
                </a:lnTo>
                <a:close/>
                <a:moveTo>
                  <a:pt x="33573" y="13276"/>
                </a:moveTo>
                <a:cubicBezTo>
                  <a:pt x="33573" y="13700"/>
                  <a:pt x="33567" y="14056"/>
                  <a:pt x="33556" y="14343"/>
                </a:cubicBezTo>
                <a:cubicBezTo>
                  <a:pt x="33544" y="14630"/>
                  <a:pt x="33527" y="14900"/>
                  <a:pt x="33504" y="15152"/>
                </a:cubicBezTo>
                <a:lnTo>
                  <a:pt x="21365" y="15152"/>
                </a:lnTo>
                <a:cubicBezTo>
                  <a:pt x="21365" y="16920"/>
                  <a:pt x="21858" y="18278"/>
                  <a:pt x="22846" y="19225"/>
                </a:cubicBezTo>
                <a:cubicBezTo>
                  <a:pt x="23833" y="20172"/>
                  <a:pt x="25256" y="20645"/>
                  <a:pt x="27116" y="20645"/>
                </a:cubicBezTo>
                <a:cubicBezTo>
                  <a:pt x="27621" y="20645"/>
                  <a:pt x="28126" y="20625"/>
                  <a:pt x="28631" y="20584"/>
                </a:cubicBezTo>
                <a:cubicBezTo>
                  <a:pt x="29136" y="20543"/>
                  <a:pt x="29624" y="20487"/>
                  <a:pt x="30095" y="20416"/>
                </a:cubicBezTo>
                <a:cubicBezTo>
                  <a:pt x="30565" y="20346"/>
                  <a:pt x="31016" y="20267"/>
                  <a:pt x="31446" y="20179"/>
                </a:cubicBezTo>
                <a:cubicBezTo>
                  <a:pt x="31877" y="20090"/>
                  <a:pt x="32276" y="19993"/>
                  <a:pt x="32643" y="19888"/>
                </a:cubicBezTo>
                <a:lnTo>
                  <a:pt x="32643" y="22350"/>
                </a:lnTo>
                <a:cubicBezTo>
                  <a:pt x="31828" y="22584"/>
                  <a:pt x="30907" y="22775"/>
                  <a:pt x="29879" y="22922"/>
                </a:cubicBezTo>
                <a:cubicBezTo>
                  <a:pt x="28852" y="23068"/>
                  <a:pt x="27787" y="23142"/>
                  <a:pt x="26685" y="23142"/>
                </a:cubicBezTo>
                <a:cubicBezTo>
                  <a:pt x="25205" y="23142"/>
                  <a:pt x="23930" y="22941"/>
                  <a:pt x="22863" y="22539"/>
                </a:cubicBezTo>
                <a:cubicBezTo>
                  <a:pt x="21795" y="22137"/>
                  <a:pt x="20920" y="21555"/>
                  <a:pt x="20237" y="20792"/>
                </a:cubicBezTo>
                <a:cubicBezTo>
                  <a:pt x="19554" y="20028"/>
                  <a:pt x="19049" y="19093"/>
                  <a:pt x="18722" y="17985"/>
                </a:cubicBezTo>
                <a:cubicBezTo>
                  <a:pt x="18395" y="16877"/>
                  <a:pt x="18231" y="15623"/>
                  <a:pt x="18231" y="14223"/>
                </a:cubicBezTo>
                <a:cubicBezTo>
                  <a:pt x="18231" y="13006"/>
                  <a:pt x="18406" y="11855"/>
                  <a:pt x="18756" y="10770"/>
                </a:cubicBezTo>
                <a:cubicBezTo>
                  <a:pt x="19106" y="9685"/>
                  <a:pt x="19617" y="8733"/>
                  <a:pt x="20289" y="7912"/>
                </a:cubicBezTo>
                <a:cubicBezTo>
                  <a:pt x="20960" y="7091"/>
                  <a:pt x="21784" y="6440"/>
                  <a:pt x="22760" y="5958"/>
                </a:cubicBezTo>
                <a:cubicBezTo>
                  <a:pt x="23735" y="5476"/>
                  <a:pt x="24843" y="5234"/>
                  <a:pt x="26083" y="5234"/>
                </a:cubicBezTo>
                <a:cubicBezTo>
                  <a:pt x="27288" y="5234"/>
                  <a:pt x="28356" y="5424"/>
                  <a:pt x="29285" y="5803"/>
                </a:cubicBezTo>
                <a:cubicBezTo>
                  <a:pt x="30215" y="6181"/>
                  <a:pt x="30999" y="6718"/>
                  <a:pt x="31636" y="7413"/>
                </a:cubicBezTo>
                <a:cubicBezTo>
                  <a:pt x="32273" y="8107"/>
                  <a:pt x="32755" y="8951"/>
                  <a:pt x="33082" y="9944"/>
                </a:cubicBezTo>
                <a:cubicBezTo>
                  <a:pt x="33409" y="10937"/>
                  <a:pt x="33573" y="12047"/>
                  <a:pt x="33573" y="13276"/>
                </a:cubicBezTo>
                <a:moveTo>
                  <a:pt x="30456" y="12845"/>
                </a:moveTo>
                <a:cubicBezTo>
                  <a:pt x="30491" y="12076"/>
                  <a:pt x="30416" y="11373"/>
                  <a:pt x="30232" y="10736"/>
                </a:cubicBezTo>
                <a:cubicBezTo>
                  <a:pt x="30049" y="10099"/>
                  <a:pt x="29765" y="9551"/>
                  <a:pt x="29380" y="9091"/>
                </a:cubicBezTo>
                <a:cubicBezTo>
                  <a:pt x="28996" y="8632"/>
                  <a:pt x="28516" y="8274"/>
                  <a:pt x="27942" y="8015"/>
                </a:cubicBezTo>
                <a:cubicBezTo>
                  <a:pt x="27368" y="7757"/>
                  <a:pt x="26703" y="7628"/>
                  <a:pt x="25945" y="7628"/>
                </a:cubicBezTo>
                <a:cubicBezTo>
                  <a:pt x="25291" y="7628"/>
                  <a:pt x="24694" y="7754"/>
                  <a:pt x="24154" y="8007"/>
                </a:cubicBezTo>
                <a:cubicBezTo>
                  <a:pt x="23615" y="8259"/>
                  <a:pt x="23150" y="8615"/>
                  <a:pt x="22760" y="9074"/>
                </a:cubicBezTo>
                <a:cubicBezTo>
                  <a:pt x="22369" y="9533"/>
                  <a:pt x="22054" y="10084"/>
                  <a:pt x="21812" y="10727"/>
                </a:cubicBezTo>
                <a:cubicBezTo>
                  <a:pt x="21571" y="11370"/>
                  <a:pt x="21422" y="12076"/>
                  <a:pt x="21365" y="12845"/>
                </a:cubicBezTo>
                <a:lnTo>
                  <a:pt x="30456" y="12845"/>
                </a:lnTo>
                <a:close/>
                <a:moveTo>
                  <a:pt x="52578" y="22574"/>
                </a:moveTo>
                <a:cubicBezTo>
                  <a:pt x="51901" y="22752"/>
                  <a:pt x="51201" y="22880"/>
                  <a:pt x="50478" y="22957"/>
                </a:cubicBezTo>
                <a:cubicBezTo>
                  <a:pt x="49755" y="23034"/>
                  <a:pt x="49020" y="23073"/>
                  <a:pt x="48274" y="23073"/>
                </a:cubicBezTo>
                <a:cubicBezTo>
                  <a:pt x="46104" y="23073"/>
                  <a:pt x="44486" y="22582"/>
                  <a:pt x="43418" y="21601"/>
                </a:cubicBezTo>
                <a:cubicBezTo>
                  <a:pt x="42351" y="20619"/>
                  <a:pt x="41817" y="19113"/>
                  <a:pt x="41817" y="17081"/>
                </a:cubicBezTo>
                <a:lnTo>
                  <a:pt x="41817" y="8058"/>
                </a:lnTo>
                <a:lnTo>
                  <a:pt x="36978" y="8058"/>
                </a:lnTo>
                <a:lnTo>
                  <a:pt x="36978" y="5544"/>
                </a:lnTo>
                <a:lnTo>
                  <a:pt x="41817" y="5544"/>
                </a:lnTo>
                <a:lnTo>
                  <a:pt x="41817" y="777"/>
                </a:lnTo>
                <a:lnTo>
                  <a:pt x="44813" y="0"/>
                </a:lnTo>
                <a:lnTo>
                  <a:pt x="44813" y="5544"/>
                </a:lnTo>
                <a:lnTo>
                  <a:pt x="52578" y="5544"/>
                </a:lnTo>
                <a:lnTo>
                  <a:pt x="52578" y="8058"/>
                </a:lnTo>
                <a:lnTo>
                  <a:pt x="44813" y="8058"/>
                </a:lnTo>
                <a:lnTo>
                  <a:pt x="44813" y="16840"/>
                </a:lnTo>
                <a:cubicBezTo>
                  <a:pt x="44813" y="18080"/>
                  <a:pt x="45143" y="19007"/>
                  <a:pt x="45803" y="19621"/>
                </a:cubicBezTo>
                <a:cubicBezTo>
                  <a:pt x="46463" y="20235"/>
                  <a:pt x="47436" y="20542"/>
                  <a:pt x="48721" y="20542"/>
                </a:cubicBezTo>
                <a:cubicBezTo>
                  <a:pt x="49272" y="20542"/>
                  <a:pt x="49875" y="20498"/>
                  <a:pt x="50529" y="20409"/>
                </a:cubicBezTo>
                <a:cubicBezTo>
                  <a:pt x="51184" y="20320"/>
                  <a:pt x="51867" y="20181"/>
                  <a:pt x="52578" y="19991"/>
                </a:cubicBezTo>
                <a:lnTo>
                  <a:pt x="52578" y="22574"/>
                </a:lnTo>
                <a:close/>
                <a:moveTo>
                  <a:pt x="72221" y="22832"/>
                </a:moveTo>
                <a:lnTo>
                  <a:pt x="69535" y="22832"/>
                </a:lnTo>
                <a:lnTo>
                  <a:pt x="69432" y="20042"/>
                </a:lnTo>
                <a:cubicBezTo>
                  <a:pt x="68915" y="20639"/>
                  <a:pt x="68424" y="21136"/>
                  <a:pt x="67959" y="21532"/>
                </a:cubicBezTo>
                <a:cubicBezTo>
                  <a:pt x="67495" y="21928"/>
                  <a:pt x="67033" y="22246"/>
                  <a:pt x="66573" y="22488"/>
                </a:cubicBezTo>
                <a:cubicBezTo>
                  <a:pt x="66114" y="22729"/>
                  <a:pt x="65652" y="22898"/>
                  <a:pt x="65187" y="22995"/>
                </a:cubicBezTo>
                <a:cubicBezTo>
                  <a:pt x="64722" y="23093"/>
                  <a:pt x="64232" y="23142"/>
                  <a:pt x="63715" y="23142"/>
                </a:cubicBezTo>
                <a:cubicBezTo>
                  <a:pt x="61936" y="23142"/>
                  <a:pt x="60593" y="22620"/>
                  <a:pt x="59686" y="21575"/>
                </a:cubicBezTo>
                <a:cubicBezTo>
                  <a:pt x="58779" y="20530"/>
                  <a:pt x="58326" y="18952"/>
                  <a:pt x="58326" y="16840"/>
                </a:cubicBezTo>
                <a:lnTo>
                  <a:pt x="58326" y="5544"/>
                </a:lnTo>
                <a:lnTo>
                  <a:pt x="61322" y="5544"/>
                </a:lnTo>
                <a:lnTo>
                  <a:pt x="61322" y="16599"/>
                </a:lnTo>
                <a:cubicBezTo>
                  <a:pt x="61322" y="19250"/>
                  <a:pt x="62320" y="20576"/>
                  <a:pt x="64318" y="20576"/>
                </a:cubicBezTo>
                <a:cubicBezTo>
                  <a:pt x="64685" y="20576"/>
                  <a:pt x="65044" y="20522"/>
                  <a:pt x="65394" y="20413"/>
                </a:cubicBezTo>
                <a:cubicBezTo>
                  <a:pt x="65744" y="20304"/>
                  <a:pt x="66111" y="20114"/>
                  <a:pt x="66496" y="19844"/>
                </a:cubicBezTo>
                <a:cubicBezTo>
                  <a:pt x="66880" y="19575"/>
                  <a:pt x="67294" y="19210"/>
                  <a:pt x="67736" y="18751"/>
                </a:cubicBezTo>
                <a:cubicBezTo>
                  <a:pt x="68178" y="18292"/>
                  <a:pt x="68674" y="17712"/>
                  <a:pt x="69225" y="17012"/>
                </a:cubicBezTo>
                <a:lnTo>
                  <a:pt x="69225" y="5544"/>
                </a:lnTo>
                <a:lnTo>
                  <a:pt x="72221" y="5544"/>
                </a:lnTo>
                <a:lnTo>
                  <a:pt x="72221" y="22832"/>
                </a:lnTo>
                <a:close/>
                <a:moveTo>
                  <a:pt x="77686" y="5544"/>
                </a:moveTo>
                <a:lnTo>
                  <a:pt x="80424" y="5544"/>
                </a:lnTo>
                <a:lnTo>
                  <a:pt x="80510" y="8722"/>
                </a:lnTo>
                <a:cubicBezTo>
                  <a:pt x="81532" y="7496"/>
                  <a:pt x="82539" y="6609"/>
                  <a:pt x="83532" y="6059"/>
                </a:cubicBezTo>
                <a:cubicBezTo>
                  <a:pt x="84525" y="5509"/>
                  <a:pt x="85526" y="5234"/>
                  <a:pt x="86536" y="5234"/>
                </a:cubicBezTo>
                <a:cubicBezTo>
                  <a:pt x="88327" y="5234"/>
                  <a:pt x="89685" y="5813"/>
                  <a:pt x="90609" y="6969"/>
                </a:cubicBezTo>
                <a:cubicBezTo>
                  <a:pt x="91533" y="8126"/>
                  <a:pt x="91960" y="9843"/>
                  <a:pt x="91891" y="12122"/>
                </a:cubicBezTo>
                <a:lnTo>
                  <a:pt x="88861" y="12122"/>
                </a:lnTo>
                <a:cubicBezTo>
                  <a:pt x="88895" y="10613"/>
                  <a:pt x="88674" y="9518"/>
                  <a:pt x="88198" y="8838"/>
                </a:cubicBezTo>
                <a:cubicBezTo>
                  <a:pt x="87722" y="8158"/>
                  <a:pt x="87024" y="7817"/>
                  <a:pt x="86106" y="7817"/>
                </a:cubicBezTo>
                <a:cubicBezTo>
                  <a:pt x="85704" y="7817"/>
                  <a:pt x="85300" y="7889"/>
                  <a:pt x="84892" y="8032"/>
                </a:cubicBezTo>
                <a:cubicBezTo>
                  <a:pt x="84485" y="8175"/>
                  <a:pt x="84066" y="8403"/>
                  <a:pt x="83635" y="8717"/>
                </a:cubicBezTo>
                <a:cubicBezTo>
                  <a:pt x="83205" y="9032"/>
                  <a:pt x="82748" y="9435"/>
                  <a:pt x="82266" y="9927"/>
                </a:cubicBezTo>
                <a:cubicBezTo>
                  <a:pt x="81784" y="10418"/>
                  <a:pt x="81268" y="11012"/>
                  <a:pt x="80717" y="11710"/>
                </a:cubicBezTo>
                <a:lnTo>
                  <a:pt x="80717" y="22832"/>
                </a:lnTo>
                <a:lnTo>
                  <a:pt x="77686" y="22832"/>
                </a:lnTo>
                <a:lnTo>
                  <a:pt x="77686" y="5544"/>
                </a:lnTo>
                <a:close/>
                <a:moveTo>
                  <a:pt x="96657" y="5544"/>
                </a:moveTo>
                <a:lnTo>
                  <a:pt x="99326" y="5544"/>
                </a:lnTo>
                <a:lnTo>
                  <a:pt x="99447" y="8334"/>
                </a:lnTo>
                <a:cubicBezTo>
                  <a:pt x="99952" y="7737"/>
                  <a:pt x="100440" y="7240"/>
                  <a:pt x="100910" y="6844"/>
                </a:cubicBezTo>
                <a:cubicBezTo>
                  <a:pt x="101381" y="6448"/>
                  <a:pt x="101843" y="6130"/>
                  <a:pt x="102296" y="5889"/>
                </a:cubicBezTo>
                <a:cubicBezTo>
                  <a:pt x="102750" y="5648"/>
                  <a:pt x="103212" y="5478"/>
                  <a:pt x="103682" y="5381"/>
                </a:cubicBezTo>
                <a:cubicBezTo>
                  <a:pt x="104153" y="5283"/>
                  <a:pt x="104641" y="5234"/>
                  <a:pt x="105146" y="5234"/>
                </a:cubicBezTo>
                <a:cubicBezTo>
                  <a:pt x="106925" y="5234"/>
                  <a:pt x="108271" y="5760"/>
                  <a:pt x="109184" y="6810"/>
                </a:cubicBezTo>
                <a:cubicBezTo>
                  <a:pt x="110096" y="7860"/>
                  <a:pt x="110553" y="9442"/>
                  <a:pt x="110553" y="11554"/>
                </a:cubicBezTo>
                <a:lnTo>
                  <a:pt x="110553" y="22832"/>
                </a:lnTo>
                <a:lnTo>
                  <a:pt x="107557" y="22832"/>
                </a:lnTo>
                <a:lnTo>
                  <a:pt x="107557" y="11795"/>
                </a:lnTo>
                <a:cubicBezTo>
                  <a:pt x="107557" y="10440"/>
                  <a:pt x="107304" y="9439"/>
                  <a:pt x="106799" y="8790"/>
                </a:cubicBezTo>
                <a:cubicBezTo>
                  <a:pt x="106294" y="8142"/>
                  <a:pt x="105542" y="7817"/>
                  <a:pt x="104543" y="7817"/>
                </a:cubicBezTo>
                <a:cubicBezTo>
                  <a:pt x="104176" y="7817"/>
                  <a:pt x="103817" y="7872"/>
                  <a:pt x="103467" y="7981"/>
                </a:cubicBezTo>
                <a:cubicBezTo>
                  <a:pt x="103117" y="8090"/>
                  <a:pt x="102753" y="8279"/>
                  <a:pt x="102374" y="8549"/>
                </a:cubicBezTo>
                <a:cubicBezTo>
                  <a:pt x="101995" y="8819"/>
                  <a:pt x="101585" y="9183"/>
                  <a:pt x="101143" y="9642"/>
                </a:cubicBezTo>
                <a:cubicBezTo>
                  <a:pt x="100701" y="10102"/>
                  <a:pt x="100204" y="10676"/>
                  <a:pt x="99653" y="11364"/>
                </a:cubicBezTo>
                <a:lnTo>
                  <a:pt x="99653" y="22832"/>
                </a:lnTo>
                <a:lnTo>
                  <a:pt x="96657" y="22832"/>
                </a:lnTo>
                <a:lnTo>
                  <a:pt x="96657" y="5544"/>
                </a:lnTo>
                <a:close/>
                <a:moveTo>
                  <a:pt x="117884" y="26362"/>
                </a:moveTo>
                <a:cubicBezTo>
                  <a:pt x="118470" y="26385"/>
                  <a:pt x="119038" y="26333"/>
                  <a:pt x="119589" y="26206"/>
                </a:cubicBezTo>
                <a:cubicBezTo>
                  <a:pt x="120140" y="26079"/>
                  <a:pt x="120625" y="25892"/>
                  <a:pt x="121044" y="25643"/>
                </a:cubicBezTo>
                <a:cubicBezTo>
                  <a:pt x="121463" y="25396"/>
                  <a:pt x="121799" y="25087"/>
                  <a:pt x="122051" y="24718"/>
                </a:cubicBezTo>
                <a:cubicBezTo>
                  <a:pt x="122304" y="24349"/>
                  <a:pt x="122430" y="23928"/>
                  <a:pt x="122430" y="23455"/>
                </a:cubicBezTo>
                <a:cubicBezTo>
                  <a:pt x="122430" y="22971"/>
                  <a:pt x="122347" y="22579"/>
                  <a:pt x="122180" y="22281"/>
                </a:cubicBezTo>
                <a:cubicBezTo>
                  <a:pt x="122014" y="21982"/>
                  <a:pt x="121827" y="21707"/>
                  <a:pt x="121621" y="21454"/>
                </a:cubicBezTo>
                <a:cubicBezTo>
                  <a:pt x="121414" y="21202"/>
                  <a:pt x="121228" y="20932"/>
                  <a:pt x="121061" y="20645"/>
                </a:cubicBezTo>
                <a:cubicBezTo>
                  <a:pt x="120895" y="20358"/>
                  <a:pt x="120811" y="19974"/>
                  <a:pt x="120811" y="19491"/>
                </a:cubicBezTo>
                <a:cubicBezTo>
                  <a:pt x="120811" y="19250"/>
                  <a:pt x="120857" y="18998"/>
                  <a:pt x="120949" y="18734"/>
                </a:cubicBezTo>
                <a:cubicBezTo>
                  <a:pt x="121041" y="18470"/>
                  <a:pt x="121182" y="18229"/>
                  <a:pt x="121371" y="18011"/>
                </a:cubicBezTo>
                <a:cubicBezTo>
                  <a:pt x="121560" y="17793"/>
                  <a:pt x="121801" y="17615"/>
                  <a:pt x="122094" y="17477"/>
                </a:cubicBezTo>
                <a:cubicBezTo>
                  <a:pt x="122387" y="17339"/>
                  <a:pt x="122734" y="17270"/>
                  <a:pt x="123136" y="17270"/>
                </a:cubicBezTo>
                <a:cubicBezTo>
                  <a:pt x="123538" y="17270"/>
                  <a:pt x="123925" y="17354"/>
                  <a:pt x="124298" y="17521"/>
                </a:cubicBezTo>
                <a:cubicBezTo>
                  <a:pt x="124671" y="17687"/>
                  <a:pt x="124998" y="17943"/>
                  <a:pt x="125280" y="18288"/>
                </a:cubicBezTo>
                <a:cubicBezTo>
                  <a:pt x="125561" y="18633"/>
                  <a:pt x="125785" y="19064"/>
                  <a:pt x="125951" y="19581"/>
                </a:cubicBezTo>
                <a:cubicBezTo>
                  <a:pt x="126118" y="20099"/>
                  <a:pt x="126201" y="20708"/>
                  <a:pt x="126201" y="21409"/>
                </a:cubicBezTo>
                <a:cubicBezTo>
                  <a:pt x="126201" y="22363"/>
                  <a:pt x="126026" y="23280"/>
                  <a:pt x="125676" y="24159"/>
                </a:cubicBezTo>
                <a:cubicBezTo>
                  <a:pt x="125326" y="25039"/>
                  <a:pt x="124803" y="25818"/>
                  <a:pt x="124109" y="26496"/>
                </a:cubicBezTo>
                <a:cubicBezTo>
                  <a:pt x="123414" y="27175"/>
                  <a:pt x="122548" y="27715"/>
                  <a:pt x="121509" y="28117"/>
                </a:cubicBezTo>
                <a:cubicBezTo>
                  <a:pt x="120470" y="28519"/>
                  <a:pt x="119262" y="28721"/>
                  <a:pt x="117884" y="28721"/>
                </a:cubicBezTo>
                <a:lnTo>
                  <a:pt x="117884" y="26362"/>
                </a:lnTo>
                <a:moveTo>
                  <a:pt x="123274" y="5234"/>
                </a:moveTo>
                <a:cubicBezTo>
                  <a:pt x="123630" y="5234"/>
                  <a:pt x="123968" y="5306"/>
                  <a:pt x="124290" y="5450"/>
                </a:cubicBezTo>
                <a:cubicBezTo>
                  <a:pt x="124611" y="5593"/>
                  <a:pt x="124892" y="5785"/>
                  <a:pt x="125133" y="6027"/>
                </a:cubicBezTo>
                <a:cubicBezTo>
                  <a:pt x="125374" y="6268"/>
                  <a:pt x="125567" y="6549"/>
                  <a:pt x="125710" y="6870"/>
                </a:cubicBezTo>
                <a:cubicBezTo>
                  <a:pt x="125854" y="7192"/>
                  <a:pt x="125925" y="7530"/>
                  <a:pt x="125925" y="7886"/>
                </a:cubicBezTo>
                <a:cubicBezTo>
                  <a:pt x="125925" y="8253"/>
                  <a:pt x="125854" y="8595"/>
                  <a:pt x="125710" y="8911"/>
                </a:cubicBezTo>
                <a:cubicBezTo>
                  <a:pt x="125567" y="9226"/>
                  <a:pt x="125374" y="9505"/>
                  <a:pt x="125133" y="9746"/>
                </a:cubicBezTo>
                <a:cubicBezTo>
                  <a:pt x="124892" y="9987"/>
                  <a:pt x="124611" y="10176"/>
                  <a:pt x="124290" y="10314"/>
                </a:cubicBezTo>
                <a:cubicBezTo>
                  <a:pt x="123968" y="10452"/>
                  <a:pt x="123630" y="10521"/>
                  <a:pt x="123274" y="10521"/>
                </a:cubicBezTo>
                <a:cubicBezTo>
                  <a:pt x="122906" y="10521"/>
                  <a:pt x="122565" y="10452"/>
                  <a:pt x="122249" y="10314"/>
                </a:cubicBezTo>
                <a:cubicBezTo>
                  <a:pt x="121933" y="10176"/>
                  <a:pt x="121655" y="9987"/>
                  <a:pt x="121414" y="9746"/>
                </a:cubicBezTo>
                <a:cubicBezTo>
                  <a:pt x="121173" y="9505"/>
                  <a:pt x="120984" y="9226"/>
                  <a:pt x="120846" y="8911"/>
                </a:cubicBezTo>
                <a:cubicBezTo>
                  <a:pt x="120708" y="8595"/>
                  <a:pt x="120639" y="8253"/>
                  <a:pt x="120639" y="7886"/>
                </a:cubicBezTo>
                <a:cubicBezTo>
                  <a:pt x="120639" y="7530"/>
                  <a:pt x="120708" y="7192"/>
                  <a:pt x="120846" y="6870"/>
                </a:cubicBezTo>
                <a:cubicBezTo>
                  <a:pt x="120984" y="6549"/>
                  <a:pt x="121173" y="6268"/>
                  <a:pt x="121414" y="6027"/>
                </a:cubicBezTo>
                <a:cubicBezTo>
                  <a:pt x="121655" y="5785"/>
                  <a:pt x="121933" y="5593"/>
                  <a:pt x="122249" y="5450"/>
                </a:cubicBezTo>
                <a:cubicBezTo>
                  <a:pt x="122565" y="5306"/>
                  <a:pt x="122906" y="5234"/>
                  <a:pt x="123274" y="5234"/>
                </a:cubicBez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Text -">
            <a:extLst xmlns:a="http://schemas.openxmlformats.org/drawingml/2006/main">
              <a:ext uri="{FF2B5EF4-FFF2-40B4-BE49-F238E27FC236}">
                <a16:creationId xmlns:a16="http://schemas.microsoft.com/office/drawing/2014/main" id="{2648CF4C-7E19-47E7-8410-0C057EC9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341" y="9080758"/>
            <a:ext cx="10297" cy="2824"/>
          </a:xfrm>
          <a:custGeom xmlns:a="http://schemas.openxmlformats.org/drawingml/2006/main">
            <a:pathLst>
              <a:path w="10297" h="2824">
                <a:moveTo>
                  <a:pt x="10297" y="2824"/>
                </a:moveTo>
                <a:lnTo>
                  <a:pt x="0" y="2824"/>
                </a:lnTo>
                <a:lnTo>
                  <a:pt x="0" y="0"/>
                </a:lnTo>
                <a:lnTo>
                  <a:pt x="10297" y="0"/>
                </a:lnTo>
                <a:lnTo>
                  <a:pt x="10297" y="2824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Text }">
            <a:extLst xmlns:a="http://schemas.openxmlformats.org/drawingml/2006/main">
              <a:ext uri="{FF2B5EF4-FFF2-40B4-BE49-F238E27FC236}">
                <a16:creationId xmlns:a16="http://schemas.microsoft.com/office/drawing/2014/main" id="{D8E7111D-8FE7-4FFF-9978-CF96DA1F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020" y="9066639"/>
            <a:ext cx="12673" cy="31992"/>
          </a:xfrm>
          <a:custGeom xmlns:a="http://schemas.openxmlformats.org/drawingml/2006/main">
            <a:pathLst>
              <a:path w="12673" h="31992">
                <a:moveTo>
                  <a:pt x="0" y="0"/>
                </a:moveTo>
                <a:lnTo>
                  <a:pt x="1274" y="0"/>
                </a:lnTo>
                <a:cubicBezTo>
                  <a:pt x="3490" y="0"/>
                  <a:pt x="5137" y="519"/>
                  <a:pt x="6216" y="1558"/>
                </a:cubicBezTo>
                <a:cubicBezTo>
                  <a:pt x="7295" y="2597"/>
                  <a:pt x="7834" y="4173"/>
                  <a:pt x="7834" y="6285"/>
                </a:cubicBezTo>
                <a:lnTo>
                  <a:pt x="7834" y="10262"/>
                </a:lnTo>
                <a:cubicBezTo>
                  <a:pt x="7834" y="10825"/>
                  <a:pt x="7898" y="11327"/>
                  <a:pt x="8024" y="11769"/>
                </a:cubicBezTo>
                <a:cubicBezTo>
                  <a:pt x="8150" y="12211"/>
                  <a:pt x="8371" y="12584"/>
                  <a:pt x="8687" y="12888"/>
                </a:cubicBezTo>
                <a:cubicBezTo>
                  <a:pt x="9002" y="13192"/>
                  <a:pt x="9424" y="13425"/>
                  <a:pt x="9952" y="13586"/>
                </a:cubicBezTo>
                <a:cubicBezTo>
                  <a:pt x="10480" y="13746"/>
                  <a:pt x="11140" y="13827"/>
                  <a:pt x="11933" y="13827"/>
                </a:cubicBezTo>
                <a:lnTo>
                  <a:pt x="12673" y="13827"/>
                </a:lnTo>
                <a:lnTo>
                  <a:pt x="12673" y="16220"/>
                </a:lnTo>
                <a:lnTo>
                  <a:pt x="11933" y="16220"/>
                </a:lnTo>
                <a:cubicBezTo>
                  <a:pt x="11095" y="16220"/>
                  <a:pt x="10409" y="16289"/>
                  <a:pt x="9875" y="16427"/>
                </a:cubicBezTo>
                <a:cubicBezTo>
                  <a:pt x="9341" y="16564"/>
                  <a:pt x="8925" y="16774"/>
                  <a:pt x="8627" y="17055"/>
                </a:cubicBezTo>
                <a:cubicBezTo>
                  <a:pt x="8328" y="17336"/>
                  <a:pt x="8121" y="17695"/>
                  <a:pt x="8007" y="18131"/>
                </a:cubicBezTo>
                <a:cubicBezTo>
                  <a:pt x="7892" y="18567"/>
                  <a:pt x="7834" y="19084"/>
                  <a:pt x="7834" y="19681"/>
                </a:cubicBezTo>
                <a:lnTo>
                  <a:pt x="7834" y="25707"/>
                </a:lnTo>
                <a:cubicBezTo>
                  <a:pt x="7834" y="26672"/>
                  <a:pt x="7720" y="27541"/>
                  <a:pt x="7490" y="28316"/>
                </a:cubicBezTo>
                <a:cubicBezTo>
                  <a:pt x="7261" y="29091"/>
                  <a:pt x="6887" y="29751"/>
                  <a:pt x="6371" y="30296"/>
                </a:cubicBezTo>
                <a:cubicBezTo>
                  <a:pt x="5854" y="30841"/>
                  <a:pt x="5177" y="31260"/>
                  <a:pt x="4339" y="31553"/>
                </a:cubicBezTo>
                <a:cubicBezTo>
                  <a:pt x="3501" y="31846"/>
                  <a:pt x="2479" y="31992"/>
                  <a:pt x="1274" y="31992"/>
                </a:cubicBezTo>
                <a:lnTo>
                  <a:pt x="0" y="31992"/>
                </a:lnTo>
                <a:lnTo>
                  <a:pt x="0" y="29582"/>
                </a:lnTo>
                <a:lnTo>
                  <a:pt x="1033" y="29582"/>
                </a:lnTo>
                <a:cubicBezTo>
                  <a:pt x="3685" y="29582"/>
                  <a:pt x="5011" y="28290"/>
                  <a:pt x="5011" y="25707"/>
                </a:cubicBezTo>
                <a:lnTo>
                  <a:pt x="5011" y="19750"/>
                </a:lnTo>
                <a:cubicBezTo>
                  <a:pt x="5011" y="16949"/>
                  <a:pt x="6222" y="15376"/>
                  <a:pt x="8644" y="15032"/>
                </a:cubicBezTo>
                <a:cubicBezTo>
                  <a:pt x="6199" y="14768"/>
                  <a:pt x="4976" y="13189"/>
                  <a:pt x="4976" y="10297"/>
                </a:cubicBezTo>
                <a:lnTo>
                  <a:pt x="4976" y="6354"/>
                </a:lnTo>
                <a:cubicBezTo>
                  <a:pt x="4976" y="3725"/>
                  <a:pt x="3662" y="2411"/>
                  <a:pt x="1033" y="2411"/>
                </a:cubicBezTo>
                <a:lnTo>
                  <a:pt x="0" y="24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Text +handleAfterOpen(){">
            <a:extLst xmlns:a="http://schemas.openxmlformats.org/drawingml/2006/main">
              <a:ext uri="{FF2B5EF4-FFF2-40B4-BE49-F238E27FC236}">
                <a16:creationId xmlns:a16="http://schemas.microsoft.com/office/drawing/2014/main" id="{3DE00E23-8BD8-4115-85FB-0DA1E9E1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242" y="9108439"/>
            <a:ext cx="384196" cy="32888"/>
          </a:xfrm>
          <a:custGeom xmlns:a="http://schemas.openxmlformats.org/drawingml/2006/main">
            <a:pathLst>
              <a:path w="384196" h="32888">
                <a:moveTo>
                  <a:pt x="16495" y="17563"/>
                </a:moveTo>
                <a:lnTo>
                  <a:pt x="9729" y="17563"/>
                </a:lnTo>
                <a:lnTo>
                  <a:pt x="9729" y="24588"/>
                </a:lnTo>
                <a:lnTo>
                  <a:pt x="6767" y="24588"/>
                </a:lnTo>
                <a:lnTo>
                  <a:pt x="6767" y="17563"/>
                </a:lnTo>
                <a:lnTo>
                  <a:pt x="0" y="17563"/>
                </a:lnTo>
                <a:lnTo>
                  <a:pt x="0" y="14946"/>
                </a:lnTo>
                <a:lnTo>
                  <a:pt x="6767" y="14946"/>
                </a:lnTo>
                <a:lnTo>
                  <a:pt x="6767" y="7955"/>
                </a:lnTo>
                <a:lnTo>
                  <a:pt x="9729" y="7955"/>
                </a:lnTo>
                <a:lnTo>
                  <a:pt x="9729" y="14946"/>
                </a:lnTo>
                <a:lnTo>
                  <a:pt x="16495" y="14946"/>
                </a:lnTo>
                <a:lnTo>
                  <a:pt x="16495" y="17563"/>
                </a:lnTo>
                <a:close/>
                <a:moveTo>
                  <a:pt x="34910" y="25656"/>
                </a:moveTo>
                <a:lnTo>
                  <a:pt x="31914" y="25656"/>
                </a:lnTo>
                <a:lnTo>
                  <a:pt x="31914" y="14619"/>
                </a:lnTo>
                <a:cubicBezTo>
                  <a:pt x="31914" y="13287"/>
                  <a:pt x="31664" y="12291"/>
                  <a:pt x="31165" y="11631"/>
                </a:cubicBezTo>
                <a:cubicBezTo>
                  <a:pt x="30666" y="10971"/>
                  <a:pt x="29951" y="10641"/>
                  <a:pt x="29021" y="10641"/>
                </a:cubicBezTo>
                <a:cubicBezTo>
                  <a:pt x="28620" y="10641"/>
                  <a:pt x="28244" y="10696"/>
                  <a:pt x="27894" y="10805"/>
                </a:cubicBezTo>
                <a:cubicBezTo>
                  <a:pt x="27543" y="10914"/>
                  <a:pt x="27179" y="11103"/>
                  <a:pt x="26800" y="11373"/>
                </a:cubicBezTo>
                <a:cubicBezTo>
                  <a:pt x="26421" y="11643"/>
                  <a:pt x="26008" y="12007"/>
                  <a:pt x="25560" y="12466"/>
                </a:cubicBezTo>
                <a:cubicBezTo>
                  <a:pt x="25113" y="12925"/>
                  <a:pt x="24596" y="13499"/>
                  <a:pt x="24011" y="14188"/>
                </a:cubicBezTo>
                <a:lnTo>
                  <a:pt x="24011" y="25656"/>
                </a:lnTo>
                <a:lnTo>
                  <a:pt x="21015" y="25656"/>
                </a:lnTo>
                <a:lnTo>
                  <a:pt x="21015" y="1309"/>
                </a:lnTo>
                <a:lnTo>
                  <a:pt x="24011" y="1309"/>
                </a:lnTo>
                <a:lnTo>
                  <a:pt x="24011" y="8363"/>
                </a:lnTo>
                <a:lnTo>
                  <a:pt x="23907" y="11089"/>
                </a:lnTo>
                <a:cubicBezTo>
                  <a:pt x="24378" y="10526"/>
                  <a:pt x="24840" y="10053"/>
                  <a:pt x="25294" y="9668"/>
                </a:cubicBezTo>
                <a:cubicBezTo>
                  <a:pt x="25747" y="9284"/>
                  <a:pt x="26200" y="8971"/>
                  <a:pt x="26654" y="8730"/>
                </a:cubicBezTo>
                <a:cubicBezTo>
                  <a:pt x="27107" y="8489"/>
                  <a:pt x="27569" y="8317"/>
                  <a:pt x="28040" y="8213"/>
                </a:cubicBezTo>
                <a:cubicBezTo>
                  <a:pt x="28511" y="8110"/>
                  <a:pt x="28998" y="8058"/>
                  <a:pt x="29504" y="8058"/>
                </a:cubicBezTo>
                <a:cubicBezTo>
                  <a:pt x="31225" y="8058"/>
                  <a:pt x="32557" y="8583"/>
                  <a:pt x="33498" y="9634"/>
                </a:cubicBezTo>
                <a:cubicBezTo>
                  <a:pt x="34440" y="10684"/>
                  <a:pt x="34910" y="12265"/>
                  <a:pt x="34910" y="14378"/>
                </a:cubicBezTo>
                <a:lnTo>
                  <a:pt x="34910" y="25656"/>
                </a:lnTo>
                <a:close/>
                <a:moveTo>
                  <a:pt x="51798" y="25656"/>
                </a:moveTo>
                <a:lnTo>
                  <a:pt x="51729" y="23326"/>
                </a:lnTo>
                <a:cubicBezTo>
                  <a:pt x="50788" y="24258"/>
                  <a:pt x="49832" y="24931"/>
                  <a:pt x="48862" y="25345"/>
                </a:cubicBezTo>
                <a:cubicBezTo>
                  <a:pt x="47892" y="25759"/>
                  <a:pt x="46873" y="25966"/>
                  <a:pt x="45806" y="25966"/>
                </a:cubicBezTo>
                <a:cubicBezTo>
                  <a:pt x="44819" y="25966"/>
                  <a:pt x="43975" y="25839"/>
                  <a:pt x="43275" y="25586"/>
                </a:cubicBezTo>
                <a:cubicBezTo>
                  <a:pt x="42574" y="25333"/>
                  <a:pt x="41998" y="24986"/>
                  <a:pt x="41544" y="24543"/>
                </a:cubicBezTo>
                <a:cubicBezTo>
                  <a:pt x="41091" y="24100"/>
                  <a:pt x="40758" y="23580"/>
                  <a:pt x="40546" y="22982"/>
                </a:cubicBezTo>
                <a:cubicBezTo>
                  <a:pt x="40333" y="22384"/>
                  <a:pt x="40227" y="21734"/>
                  <a:pt x="40227" y="21033"/>
                </a:cubicBezTo>
                <a:cubicBezTo>
                  <a:pt x="40227" y="19297"/>
                  <a:pt x="40873" y="17937"/>
                  <a:pt x="42164" y="16954"/>
                </a:cubicBezTo>
                <a:cubicBezTo>
                  <a:pt x="43455" y="15971"/>
                  <a:pt x="45364" y="15480"/>
                  <a:pt x="47889" y="15480"/>
                </a:cubicBezTo>
                <a:lnTo>
                  <a:pt x="51471" y="15480"/>
                </a:lnTo>
                <a:lnTo>
                  <a:pt x="51471" y="13970"/>
                </a:lnTo>
                <a:cubicBezTo>
                  <a:pt x="51471" y="12952"/>
                  <a:pt x="51144" y="12137"/>
                  <a:pt x="50489" y="11525"/>
                </a:cubicBezTo>
                <a:cubicBezTo>
                  <a:pt x="49835" y="10913"/>
                  <a:pt x="48836" y="10607"/>
                  <a:pt x="47493" y="10607"/>
                </a:cubicBezTo>
                <a:cubicBezTo>
                  <a:pt x="46518" y="10607"/>
                  <a:pt x="45556" y="10717"/>
                  <a:pt x="44609" y="10939"/>
                </a:cubicBezTo>
                <a:cubicBezTo>
                  <a:pt x="43662" y="11160"/>
                  <a:pt x="42684" y="11474"/>
                  <a:pt x="41673" y="11881"/>
                </a:cubicBezTo>
                <a:lnTo>
                  <a:pt x="41673" y="9178"/>
                </a:lnTo>
                <a:cubicBezTo>
                  <a:pt x="42052" y="9038"/>
                  <a:pt x="42474" y="8901"/>
                  <a:pt x="42939" y="8766"/>
                </a:cubicBezTo>
                <a:cubicBezTo>
                  <a:pt x="43404" y="8632"/>
                  <a:pt x="43895" y="8513"/>
                  <a:pt x="44411" y="8408"/>
                </a:cubicBezTo>
                <a:cubicBezTo>
                  <a:pt x="44928" y="8303"/>
                  <a:pt x="45467" y="8218"/>
                  <a:pt x="46030" y="8155"/>
                </a:cubicBezTo>
                <a:cubicBezTo>
                  <a:pt x="46592" y="8090"/>
                  <a:pt x="47160" y="8058"/>
                  <a:pt x="47734" y="8058"/>
                </a:cubicBezTo>
                <a:cubicBezTo>
                  <a:pt x="48779" y="8058"/>
                  <a:pt x="49720" y="8173"/>
                  <a:pt x="50558" y="8403"/>
                </a:cubicBezTo>
                <a:cubicBezTo>
                  <a:pt x="51396" y="8632"/>
                  <a:pt x="52105" y="8982"/>
                  <a:pt x="52685" y="9453"/>
                </a:cubicBezTo>
                <a:cubicBezTo>
                  <a:pt x="53264" y="9924"/>
                  <a:pt x="53709" y="10515"/>
                  <a:pt x="54019" y="11227"/>
                </a:cubicBezTo>
                <a:cubicBezTo>
                  <a:pt x="54329" y="11938"/>
                  <a:pt x="54484" y="12776"/>
                  <a:pt x="54484" y="13740"/>
                </a:cubicBezTo>
                <a:lnTo>
                  <a:pt x="54484" y="25656"/>
                </a:lnTo>
                <a:lnTo>
                  <a:pt x="51798" y="25656"/>
                </a:lnTo>
                <a:moveTo>
                  <a:pt x="51471" y="17770"/>
                </a:moveTo>
                <a:lnTo>
                  <a:pt x="47665" y="17770"/>
                </a:lnTo>
                <a:cubicBezTo>
                  <a:pt x="46919" y="17770"/>
                  <a:pt x="46276" y="17845"/>
                  <a:pt x="45737" y="17995"/>
                </a:cubicBezTo>
                <a:cubicBezTo>
                  <a:pt x="45197" y="18144"/>
                  <a:pt x="44755" y="18357"/>
                  <a:pt x="44411" y="18633"/>
                </a:cubicBezTo>
                <a:cubicBezTo>
                  <a:pt x="44067" y="18909"/>
                  <a:pt x="43811" y="19241"/>
                  <a:pt x="43645" y="19627"/>
                </a:cubicBezTo>
                <a:cubicBezTo>
                  <a:pt x="43478" y="20012"/>
                  <a:pt x="43395" y="20447"/>
                  <a:pt x="43395" y="20930"/>
                </a:cubicBezTo>
                <a:cubicBezTo>
                  <a:pt x="43395" y="21264"/>
                  <a:pt x="43447" y="21584"/>
                  <a:pt x="43550" y="21889"/>
                </a:cubicBezTo>
                <a:cubicBezTo>
                  <a:pt x="43653" y="22194"/>
                  <a:pt x="43820" y="22465"/>
                  <a:pt x="44050" y="22701"/>
                </a:cubicBezTo>
                <a:cubicBezTo>
                  <a:pt x="44279" y="22937"/>
                  <a:pt x="44578" y="23124"/>
                  <a:pt x="44945" y="23262"/>
                </a:cubicBezTo>
                <a:cubicBezTo>
                  <a:pt x="45312" y="23400"/>
                  <a:pt x="45760" y="23469"/>
                  <a:pt x="46288" y="23469"/>
                </a:cubicBezTo>
                <a:cubicBezTo>
                  <a:pt x="46977" y="23469"/>
                  <a:pt x="47766" y="23259"/>
                  <a:pt x="48656" y="22839"/>
                </a:cubicBezTo>
                <a:cubicBezTo>
                  <a:pt x="49545" y="22418"/>
                  <a:pt x="50484" y="21753"/>
                  <a:pt x="51471" y="20844"/>
                </a:cubicBezTo>
                <a:lnTo>
                  <a:pt x="51471" y="17770"/>
                </a:lnTo>
                <a:close/>
                <a:moveTo>
                  <a:pt x="60369" y="8368"/>
                </a:moveTo>
                <a:lnTo>
                  <a:pt x="63038" y="8368"/>
                </a:lnTo>
                <a:lnTo>
                  <a:pt x="63159" y="11158"/>
                </a:lnTo>
                <a:cubicBezTo>
                  <a:pt x="63664" y="10561"/>
                  <a:pt x="64152" y="10064"/>
                  <a:pt x="64622" y="9668"/>
                </a:cubicBezTo>
                <a:cubicBezTo>
                  <a:pt x="65093" y="9272"/>
                  <a:pt x="65555" y="8954"/>
                  <a:pt x="66008" y="8713"/>
                </a:cubicBezTo>
                <a:cubicBezTo>
                  <a:pt x="66462" y="8472"/>
                  <a:pt x="66924" y="8302"/>
                  <a:pt x="67394" y="8205"/>
                </a:cubicBezTo>
                <a:cubicBezTo>
                  <a:pt x="67865" y="8107"/>
                  <a:pt x="68353" y="8058"/>
                  <a:pt x="68858" y="8058"/>
                </a:cubicBezTo>
                <a:cubicBezTo>
                  <a:pt x="70637" y="8058"/>
                  <a:pt x="71983" y="8583"/>
                  <a:pt x="72896" y="9634"/>
                </a:cubicBezTo>
                <a:cubicBezTo>
                  <a:pt x="73808" y="10684"/>
                  <a:pt x="74265" y="12265"/>
                  <a:pt x="74265" y="14378"/>
                </a:cubicBezTo>
                <a:lnTo>
                  <a:pt x="74265" y="25656"/>
                </a:lnTo>
                <a:lnTo>
                  <a:pt x="71269" y="25656"/>
                </a:lnTo>
                <a:lnTo>
                  <a:pt x="71269" y="14619"/>
                </a:lnTo>
                <a:cubicBezTo>
                  <a:pt x="71269" y="13264"/>
                  <a:pt x="71016" y="12263"/>
                  <a:pt x="70511" y="11614"/>
                </a:cubicBezTo>
                <a:cubicBezTo>
                  <a:pt x="70006" y="10965"/>
                  <a:pt x="69254" y="10641"/>
                  <a:pt x="68255" y="10641"/>
                </a:cubicBezTo>
                <a:cubicBezTo>
                  <a:pt x="67888" y="10641"/>
                  <a:pt x="67529" y="10696"/>
                  <a:pt x="67179" y="10805"/>
                </a:cubicBezTo>
                <a:cubicBezTo>
                  <a:pt x="66829" y="10914"/>
                  <a:pt x="66465" y="11103"/>
                  <a:pt x="66086" y="11373"/>
                </a:cubicBezTo>
                <a:cubicBezTo>
                  <a:pt x="65707" y="11643"/>
                  <a:pt x="65297" y="12007"/>
                  <a:pt x="64855" y="12466"/>
                </a:cubicBezTo>
                <a:cubicBezTo>
                  <a:pt x="64413" y="12925"/>
                  <a:pt x="63916" y="13499"/>
                  <a:pt x="63365" y="14188"/>
                </a:cubicBezTo>
                <a:lnTo>
                  <a:pt x="63365" y="25656"/>
                </a:lnTo>
                <a:lnTo>
                  <a:pt x="60369" y="25656"/>
                </a:lnTo>
                <a:lnTo>
                  <a:pt x="60369" y="8368"/>
                </a:lnTo>
                <a:close/>
                <a:moveTo>
                  <a:pt x="79168" y="17374"/>
                </a:moveTo>
                <a:cubicBezTo>
                  <a:pt x="79168" y="15904"/>
                  <a:pt x="79369" y="14599"/>
                  <a:pt x="79771" y="13456"/>
                </a:cubicBezTo>
                <a:cubicBezTo>
                  <a:pt x="80173" y="12314"/>
                  <a:pt x="80744" y="11350"/>
                  <a:pt x="81484" y="10564"/>
                </a:cubicBezTo>
                <a:cubicBezTo>
                  <a:pt x="82225" y="9777"/>
                  <a:pt x="83114" y="9180"/>
                  <a:pt x="84153" y="8773"/>
                </a:cubicBezTo>
                <a:cubicBezTo>
                  <a:pt x="85192" y="8365"/>
                  <a:pt x="86348" y="8162"/>
                  <a:pt x="87623" y="8162"/>
                </a:cubicBezTo>
                <a:cubicBezTo>
                  <a:pt x="88174" y="8162"/>
                  <a:pt x="88716" y="8196"/>
                  <a:pt x="89250" y="8265"/>
                </a:cubicBezTo>
                <a:cubicBezTo>
                  <a:pt x="89784" y="8334"/>
                  <a:pt x="90309" y="8443"/>
                  <a:pt x="90825" y="8592"/>
                </a:cubicBezTo>
                <a:lnTo>
                  <a:pt x="90825" y="1309"/>
                </a:lnTo>
                <a:lnTo>
                  <a:pt x="93839" y="1309"/>
                </a:lnTo>
                <a:lnTo>
                  <a:pt x="93839" y="25656"/>
                </a:lnTo>
                <a:lnTo>
                  <a:pt x="91152" y="25656"/>
                </a:lnTo>
                <a:lnTo>
                  <a:pt x="91049" y="22384"/>
                </a:lnTo>
                <a:cubicBezTo>
                  <a:pt x="90211" y="23601"/>
                  <a:pt x="89304" y="24502"/>
                  <a:pt x="88329" y="25088"/>
                </a:cubicBezTo>
                <a:cubicBezTo>
                  <a:pt x="87353" y="25673"/>
                  <a:pt x="86297" y="25966"/>
                  <a:pt x="85160" y="25966"/>
                </a:cubicBezTo>
                <a:cubicBezTo>
                  <a:pt x="84173" y="25966"/>
                  <a:pt x="83304" y="25759"/>
                  <a:pt x="82552" y="25346"/>
                </a:cubicBezTo>
                <a:cubicBezTo>
                  <a:pt x="81800" y="24933"/>
                  <a:pt x="81174" y="24350"/>
                  <a:pt x="80675" y="23598"/>
                </a:cubicBezTo>
                <a:cubicBezTo>
                  <a:pt x="80176" y="22846"/>
                  <a:pt x="79800" y="21942"/>
                  <a:pt x="79547" y="20886"/>
                </a:cubicBezTo>
                <a:cubicBezTo>
                  <a:pt x="79295" y="19830"/>
                  <a:pt x="79168" y="18659"/>
                  <a:pt x="79168" y="17374"/>
                </a:cubicBezTo>
                <a:moveTo>
                  <a:pt x="82233" y="17184"/>
                </a:moveTo>
                <a:cubicBezTo>
                  <a:pt x="82233" y="19273"/>
                  <a:pt x="82540" y="20832"/>
                  <a:pt x="83154" y="21859"/>
                </a:cubicBezTo>
                <a:cubicBezTo>
                  <a:pt x="83768" y="22886"/>
                  <a:pt x="84638" y="23400"/>
                  <a:pt x="85763" y="23400"/>
                </a:cubicBezTo>
                <a:cubicBezTo>
                  <a:pt x="86521" y="23400"/>
                  <a:pt x="87321" y="23061"/>
                  <a:pt x="88165" y="22384"/>
                </a:cubicBezTo>
                <a:cubicBezTo>
                  <a:pt x="89009" y="21707"/>
                  <a:pt x="89895" y="20703"/>
                  <a:pt x="90825" y="19371"/>
                </a:cubicBezTo>
                <a:lnTo>
                  <a:pt x="90825" y="11347"/>
                </a:lnTo>
                <a:cubicBezTo>
                  <a:pt x="90332" y="11118"/>
                  <a:pt x="89786" y="10942"/>
                  <a:pt x="89189" y="10822"/>
                </a:cubicBezTo>
                <a:cubicBezTo>
                  <a:pt x="88593" y="10701"/>
                  <a:pt x="88001" y="10641"/>
                  <a:pt x="87416" y="10641"/>
                </a:cubicBezTo>
                <a:cubicBezTo>
                  <a:pt x="85786" y="10641"/>
                  <a:pt x="84515" y="11169"/>
                  <a:pt x="83602" y="12225"/>
                </a:cubicBezTo>
                <a:cubicBezTo>
                  <a:pt x="82689" y="13281"/>
                  <a:pt x="82233" y="14934"/>
                  <a:pt x="82233" y="17184"/>
                </a:cubicBezTo>
                <a:close/>
                <a:moveTo>
                  <a:pt x="104590" y="3771"/>
                </a:moveTo>
                <a:lnTo>
                  <a:pt x="99476" y="3771"/>
                </a:lnTo>
                <a:lnTo>
                  <a:pt x="99476" y="1309"/>
                </a:lnTo>
                <a:lnTo>
                  <a:pt x="107620" y="1309"/>
                </a:lnTo>
                <a:lnTo>
                  <a:pt x="107620" y="23159"/>
                </a:lnTo>
                <a:lnTo>
                  <a:pt x="112768" y="23159"/>
                </a:lnTo>
                <a:lnTo>
                  <a:pt x="112768" y="25656"/>
                </a:lnTo>
                <a:lnTo>
                  <a:pt x="98907" y="25656"/>
                </a:lnTo>
                <a:lnTo>
                  <a:pt x="98907" y="23159"/>
                </a:lnTo>
                <a:lnTo>
                  <a:pt x="104590" y="23159"/>
                </a:lnTo>
                <a:lnTo>
                  <a:pt x="104590" y="3771"/>
                </a:lnTo>
                <a:close/>
                <a:moveTo>
                  <a:pt x="132980" y="16099"/>
                </a:moveTo>
                <a:cubicBezTo>
                  <a:pt x="132980" y="16524"/>
                  <a:pt x="132974" y="16880"/>
                  <a:pt x="132962" y="17167"/>
                </a:cubicBezTo>
                <a:cubicBezTo>
                  <a:pt x="132951" y="17454"/>
                  <a:pt x="132934" y="17724"/>
                  <a:pt x="132911" y="17976"/>
                </a:cubicBezTo>
                <a:lnTo>
                  <a:pt x="120772" y="17976"/>
                </a:lnTo>
                <a:cubicBezTo>
                  <a:pt x="120772" y="19744"/>
                  <a:pt x="121265" y="21101"/>
                  <a:pt x="122252" y="22048"/>
                </a:cubicBezTo>
                <a:cubicBezTo>
                  <a:pt x="123240" y="22995"/>
                  <a:pt x="124663" y="23469"/>
                  <a:pt x="126523" y="23469"/>
                </a:cubicBezTo>
                <a:cubicBezTo>
                  <a:pt x="127028" y="23469"/>
                  <a:pt x="127533" y="23449"/>
                  <a:pt x="128038" y="23408"/>
                </a:cubicBezTo>
                <a:cubicBezTo>
                  <a:pt x="128543" y="23366"/>
                  <a:pt x="129031" y="23311"/>
                  <a:pt x="129501" y="23240"/>
                </a:cubicBezTo>
                <a:cubicBezTo>
                  <a:pt x="129972" y="23170"/>
                  <a:pt x="130423" y="23090"/>
                  <a:pt x="130853" y="23002"/>
                </a:cubicBezTo>
                <a:cubicBezTo>
                  <a:pt x="131284" y="22914"/>
                  <a:pt x="131682" y="22817"/>
                  <a:pt x="132050" y="22711"/>
                </a:cubicBezTo>
                <a:lnTo>
                  <a:pt x="132050" y="25174"/>
                </a:lnTo>
                <a:cubicBezTo>
                  <a:pt x="131235" y="25408"/>
                  <a:pt x="130314" y="25599"/>
                  <a:pt x="129286" y="25746"/>
                </a:cubicBezTo>
                <a:cubicBezTo>
                  <a:pt x="128259" y="25892"/>
                  <a:pt x="127194" y="25966"/>
                  <a:pt x="126092" y="25966"/>
                </a:cubicBezTo>
                <a:cubicBezTo>
                  <a:pt x="124611" y="25966"/>
                  <a:pt x="123337" y="25765"/>
                  <a:pt x="122270" y="25363"/>
                </a:cubicBezTo>
                <a:cubicBezTo>
                  <a:pt x="121202" y="24961"/>
                  <a:pt x="120327" y="24379"/>
                  <a:pt x="119644" y="23615"/>
                </a:cubicBezTo>
                <a:cubicBezTo>
                  <a:pt x="118961" y="22852"/>
                  <a:pt x="118456" y="21916"/>
                  <a:pt x="118128" y="20809"/>
                </a:cubicBezTo>
                <a:cubicBezTo>
                  <a:pt x="117801" y="19701"/>
                  <a:pt x="117638" y="18447"/>
                  <a:pt x="117638" y="17046"/>
                </a:cubicBezTo>
                <a:cubicBezTo>
                  <a:pt x="117638" y="15830"/>
                  <a:pt x="117813" y="14679"/>
                  <a:pt x="118163" y="13594"/>
                </a:cubicBezTo>
                <a:cubicBezTo>
                  <a:pt x="118513" y="12509"/>
                  <a:pt x="119024" y="11557"/>
                  <a:pt x="119695" y="10736"/>
                </a:cubicBezTo>
                <a:cubicBezTo>
                  <a:pt x="120367" y="9915"/>
                  <a:pt x="121191" y="9264"/>
                  <a:pt x="122166" y="8782"/>
                </a:cubicBezTo>
                <a:cubicBezTo>
                  <a:pt x="123142" y="8299"/>
                  <a:pt x="124250" y="8058"/>
                  <a:pt x="125489" y="8058"/>
                </a:cubicBezTo>
                <a:cubicBezTo>
                  <a:pt x="126695" y="8058"/>
                  <a:pt x="127762" y="8248"/>
                  <a:pt x="128692" y="8627"/>
                </a:cubicBezTo>
                <a:cubicBezTo>
                  <a:pt x="129622" y="9005"/>
                  <a:pt x="130405" y="9542"/>
                  <a:pt x="131042" y="10236"/>
                </a:cubicBezTo>
                <a:cubicBezTo>
                  <a:pt x="131680" y="10931"/>
                  <a:pt x="132162" y="11775"/>
                  <a:pt x="132489" y="12768"/>
                </a:cubicBezTo>
                <a:cubicBezTo>
                  <a:pt x="132816" y="13761"/>
                  <a:pt x="132980" y="14871"/>
                  <a:pt x="132980" y="16099"/>
                </a:cubicBezTo>
                <a:moveTo>
                  <a:pt x="129863" y="15669"/>
                </a:moveTo>
                <a:cubicBezTo>
                  <a:pt x="129897" y="14900"/>
                  <a:pt x="129823" y="14197"/>
                  <a:pt x="129639" y="13560"/>
                </a:cubicBezTo>
                <a:cubicBezTo>
                  <a:pt x="129455" y="12923"/>
                  <a:pt x="129171" y="12374"/>
                  <a:pt x="128787" y="11915"/>
                </a:cubicBezTo>
                <a:cubicBezTo>
                  <a:pt x="128402" y="11456"/>
                  <a:pt x="127923" y="11097"/>
                  <a:pt x="127349" y="10839"/>
                </a:cubicBezTo>
                <a:cubicBezTo>
                  <a:pt x="126775" y="10581"/>
                  <a:pt x="126109" y="10452"/>
                  <a:pt x="125352" y="10452"/>
                </a:cubicBezTo>
                <a:cubicBezTo>
                  <a:pt x="124697" y="10452"/>
                  <a:pt x="124100" y="10578"/>
                  <a:pt x="123561" y="10831"/>
                </a:cubicBezTo>
                <a:cubicBezTo>
                  <a:pt x="123021" y="11083"/>
                  <a:pt x="122557" y="11439"/>
                  <a:pt x="122166" y="11898"/>
                </a:cubicBezTo>
                <a:cubicBezTo>
                  <a:pt x="121776" y="12357"/>
                  <a:pt x="121460" y="12908"/>
                  <a:pt x="121219" y="13551"/>
                </a:cubicBezTo>
                <a:cubicBezTo>
                  <a:pt x="120978" y="14194"/>
                  <a:pt x="120829" y="14900"/>
                  <a:pt x="120772" y="15669"/>
                </a:cubicBezTo>
                <a:lnTo>
                  <a:pt x="129863" y="15669"/>
                </a:lnTo>
                <a:close/>
                <a:moveTo>
                  <a:pt x="154516" y="25656"/>
                </a:moveTo>
                <a:lnTo>
                  <a:pt x="151176" y="25656"/>
                </a:lnTo>
                <a:lnTo>
                  <a:pt x="149609" y="20731"/>
                </a:lnTo>
                <a:lnTo>
                  <a:pt x="140242" y="20731"/>
                </a:lnTo>
                <a:lnTo>
                  <a:pt x="138658" y="25656"/>
                </a:lnTo>
                <a:lnTo>
                  <a:pt x="135473" y="25656"/>
                </a:lnTo>
                <a:lnTo>
                  <a:pt x="142945" y="3134"/>
                </a:lnTo>
                <a:lnTo>
                  <a:pt x="147147" y="3134"/>
                </a:lnTo>
                <a:lnTo>
                  <a:pt x="154516" y="25656"/>
                </a:lnTo>
                <a:moveTo>
                  <a:pt x="148731" y="17993"/>
                </a:moveTo>
                <a:lnTo>
                  <a:pt x="144926" y="5958"/>
                </a:lnTo>
                <a:lnTo>
                  <a:pt x="141120" y="17993"/>
                </a:lnTo>
                <a:lnTo>
                  <a:pt x="148731" y="17993"/>
                </a:lnTo>
                <a:close/>
                <a:moveTo>
                  <a:pt x="173074" y="4098"/>
                </a:moveTo>
                <a:cubicBezTo>
                  <a:pt x="171502" y="3765"/>
                  <a:pt x="170147" y="3599"/>
                  <a:pt x="169011" y="3599"/>
                </a:cubicBezTo>
                <a:cubicBezTo>
                  <a:pt x="166313" y="3599"/>
                  <a:pt x="164964" y="5011"/>
                  <a:pt x="164964" y="7834"/>
                </a:cubicBezTo>
                <a:lnTo>
                  <a:pt x="164964" y="10865"/>
                </a:lnTo>
                <a:lnTo>
                  <a:pt x="172541" y="10865"/>
                </a:lnTo>
                <a:lnTo>
                  <a:pt x="172541" y="13362"/>
                </a:lnTo>
                <a:lnTo>
                  <a:pt x="164964" y="13362"/>
                </a:lnTo>
                <a:lnTo>
                  <a:pt x="164964" y="25656"/>
                </a:lnTo>
                <a:lnTo>
                  <a:pt x="161917" y="25656"/>
                </a:lnTo>
                <a:lnTo>
                  <a:pt x="161917" y="13362"/>
                </a:lnTo>
                <a:lnTo>
                  <a:pt x="156355" y="13362"/>
                </a:lnTo>
                <a:lnTo>
                  <a:pt x="156355" y="10865"/>
                </a:lnTo>
                <a:lnTo>
                  <a:pt x="161917" y="10865"/>
                </a:lnTo>
                <a:lnTo>
                  <a:pt x="161917" y="8007"/>
                </a:lnTo>
                <a:cubicBezTo>
                  <a:pt x="161917" y="3404"/>
                  <a:pt x="164316" y="1102"/>
                  <a:pt x="169114" y="1102"/>
                </a:cubicBezTo>
                <a:cubicBezTo>
                  <a:pt x="170308" y="1102"/>
                  <a:pt x="171628" y="1240"/>
                  <a:pt x="173074" y="1515"/>
                </a:cubicBezTo>
                <a:lnTo>
                  <a:pt x="173074" y="4098"/>
                </a:lnTo>
                <a:moveTo>
                  <a:pt x="154978" y="8368"/>
                </a:moveTo>
                <a:lnTo>
                  <a:pt x="154978" y="8368"/>
                </a:lnTo>
                <a:close/>
                <a:moveTo>
                  <a:pt x="190317" y="25397"/>
                </a:moveTo>
                <a:cubicBezTo>
                  <a:pt x="189640" y="25576"/>
                  <a:pt x="188940" y="25703"/>
                  <a:pt x="188216" y="25781"/>
                </a:cubicBezTo>
                <a:cubicBezTo>
                  <a:pt x="187493" y="25858"/>
                  <a:pt x="186758" y="25897"/>
                  <a:pt x="186012" y="25897"/>
                </a:cubicBezTo>
                <a:cubicBezTo>
                  <a:pt x="183843" y="25897"/>
                  <a:pt x="182224" y="25406"/>
                  <a:pt x="181157" y="24425"/>
                </a:cubicBezTo>
                <a:cubicBezTo>
                  <a:pt x="180089" y="23443"/>
                  <a:pt x="179555" y="21937"/>
                  <a:pt x="179555" y="19905"/>
                </a:cubicBezTo>
                <a:lnTo>
                  <a:pt x="179555" y="10882"/>
                </a:lnTo>
                <a:lnTo>
                  <a:pt x="174717" y="10882"/>
                </a:lnTo>
                <a:lnTo>
                  <a:pt x="174717" y="8368"/>
                </a:lnTo>
                <a:lnTo>
                  <a:pt x="179555" y="8368"/>
                </a:lnTo>
                <a:lnTo>
                  <a:pt x="179555" y="3601"/>
                </a:lnTo>
                <a:lnTo>
                  <a:pt x="182551" y="2824"/>
                </a:lnTo>
                <a:lnTo>
                  <a:pt x="182551" y="8368"/>
                </a:lnTo>
                <a:lnTo>
                  <a:pt x="190317" y="8368"/>
                </a:lnTo>
                <a:lnTo>
                  <a:pt x="190317" y="10882"/>
                </a:lnTo>
                <a:lnTo>
                  <a:pt x="182551" y="10882"/>
                </a:lnTo>
                <a:lnTo>
                  <a:pt x="182551" y="19664"/>
                </a:lnTo>
                <a:cubicBezTo>
                  <a:pt x="182551" y="20903"/>
                  <a:pt x="182881" y="21830"/>
                  <a:pt x="183541" y="22444"/>
                </a:cubicBezTo>
                <a:cubicBezTo>
                  <a:pt x="184202" y="23059"/>
                  <a:pt x="185174" y="23366"/>
                  <a:pt x="186460" y="23366"/>
                </a:cubicBezTo>
                <a:cubicBezTo>
                  <a:pt x="187011" y="23366"/>
                  <a:pt x="187614" y="23321"/>
                  <a:pt x="188268" y="23233"/>
                </a:cubicBezTo>
                <a:cubicBezTo>
                  <a:pt x="188922" y="23144"/>
                  <a:pt x="189605" y="23004"/>
                  <a:pt x="190317" y="22815"/>
                </a:cubicBezTo>
                <a:lnTo>
                  <a:pt x="190317" y="25397"/>
                </a:lnTo>
                <a:close/>
                <a:moveTo>
                  <a:pt x="210666" y="16099"/>
                </a:moveTo>
                <a:cubicBezTo>
                  <a:pt x="210666" y="16524"/>
                  <a:pt x="210660" y="16880"/>
                  <a:pt x="210649" y="17167"/>
                </a:cubicBezTo>
                <a:cubicBezTo>
                  <a:pt x="210637" y="17454"/>
                  <a:pt x="210620" y="17724"/>
                  <a:pt x="210597" y="17976"/>
                </a:cubicBezTo>
                <a:lnTo>
                  <a:pt x="198458" y="17976"/>
                </a:lnTo>
                <a:cubicBezTo>
                  <a:pt x="198458" y="19744"/>
                  <a:pt x="198951" y="21101"/>
                  <a:pt x="199939" y="22048"/>
                </a:cubicBezTo>
                <a:cubicBezTo>
                  <a:pt x="200926" y="22995"/>
                  <a:pt x="202349" y="23469"/>
                  <a:pt x="204209" y="23469"/>
                </a:cubicBezTo>
                <a:cubicBezTo>
                  <a:pt x="204714" y="23469"/>
                  <a:pt x="205219" y="23449"/>
                  <a:pt x="205724" y="23408"/>
                </a:cubicBezTo>
                <a:cubicBezTo>
                  <a:pt x="206229" y="23366"/>
                  <a:pt x="206717" y="23311"/>
                  <a:pt x="207188" y="23240"/>
                </a:cubicBezTo>
                <a:cubicBezTo>
                  <a:pt x="207658" y="23170"/>
                  <a:pt x="208109" y="23090"/>
                  <a:pt x="208539" y="23002"/>
                </a:cubicBezTo>
                <a:cubicBezTo>
                  <a:pt x="208970" y="22914"/>
                  <a:pt x="209369" y="22817"/>
                  <a:pt x="209736" y="22711"/>
                </a:cubicBezTo>
                <a:lnTo>
                  <a:pt x="209736" y="25174"/>
                </a:lnTo>
                <a:cubicBezTo>
                  <a:pt x="208921" y="25408"/>
                  <a:pt x="208000" y="25599"/>
                  <a:pt x="206972" y="25746"/>
                </a:cubicBezTo>
                <a:cubicBezTo>
                  <a:pt x="205945" y="25892"/>
                  <a:pt x="204880" y="25966"/>
                  <a:pt x="203778" y="25966"/>
                </a:cubicBezTo>
                <a:cubicBezTo>
                  <a:pt x="202297" y="25966"/>
                  <a:pt x="201023" y="25765"/>
                  <a:pt x="199956" y="25363"/>
                </a:cubicBezTo>
                <a:cubicBezTo>
                  <a:pt x="198888" y="24961"/>
                  <a:pt x="198013" y="24379"/>
                  <a:pt x="197330" y="23615"/>
                </a:cubicBezTo>
                <a:cubicBezTo>
                  <a:pt x="196647" y="22852"/>
                  <a:pt x="196142" y="21916"/>
                  <a:pt x="195815" y="20809"/>
                </a:cubicBezTo>
                <a:cubicBezTo>
                  <a:pt x="195488" y="19701"/>
                  <a:pt x="195324" y="18447"/>
                  <a:pt x="195324" y="17046"/>
                </a:cubicBezTo>
                <a:cubicBezTo>
                  <a:pt x="195324" y="15830"/>
                  <a:pt x="195499" y="14679"/>
                  <a:pt x="195849" y="13594"/>
                </a:cubicBezTo>
                <a:cubicBezTo>
                  <a:pt x="196199" y="12509"/>
                  <a:pt x="196710" y="11557"/>
                  <a:pt x="197382" y="10736"/>
                </a:cubicBezTo>
                <a:cubicBezTo>
                  <a:pt x="198053" y="9915"/>
                  <a:pt x="198877" y="9264"/>
                  <a:pt x="199852" y="8782"/>
                </a:cubicBezTo>
                <a:cubicBezTo>
                  <a:pt x="200828" y="8299"/>
                  <a:pt x="201936" y="8058"/>
                  <a:pt x="203176" y="8058"/>
                </a:cubicBezTo>
                <a:cubicBezTo>
                  <a:pt x="204381" y="8058"/>
                  <a:pt x="205448" y="8248"/>
                  <a:pt x="206378" y="8627"/>
                </a:cubicBezTo>
                <a:cubicBezTo>
                  <a:pt x="207308" y="9005"/>
                  <a:pt x="208092" y="9542"/>
                  <a:pt x="208729" y="10236"/>
                </a:cubicBezTo>
                <a:cubicBezTo>
                  <a:pt x="209366" y="10931"/>
                  <a:pt x="209848" y="11775"/>
                  <a:pt x="210175" y="12768"/>
                </a:cubicBezTo>
                <a:cubicBezTo>
                  <a:pt x="210502" y="13761"/>
                  <a:pt x="210666" y="14871"/>
                  <a:pt x="210666" y="16099"/>
                </a:cubicBezTo>
                <a:moveTo>
                  <a:pt x="207549" y="15669"/>
                </a:moveTo>
                <a:cubicBezTo>
                  <a:pt x="207584" y="14900"/>
                  <a:pt x="207509" y="14197"/>
                  <a:pt x="207325" y="13560"/>
                </a:cubicBezTo>
                <a:cubicBezTo>
                  <a:pt x="207142" y="12923"/>
                  <a:pt x="206858" y="12374"/>
                  <a:pt x="206473" y="11915"/>
                </a:cubicBezTo>
                <a:cubicBezTo>
                  <a:pt x="206088" y="11456"/>
                  <a:pt x="205609" y="11097"/>
                  <a:pt x="205035" y="10839"/>
                </a:cubicBezTo>
                <a:cubicBezTo>
                  <a:pt x="204461" y="10581"/>
                  <a:pt x="203795" y="10452"/>
                  <a:pt x="203038" y="10452"/>
                </a:cubicBezTo>
                <a:cubicBezTo>
                  <a:pt x="202384" y="10452"/>
                  <a:pt x="201787" y="10578"/>
                  <a:pt x="201247" y="10831"/>
                </a:cubicBezTo>
                <a:cubicBezTo>
                  <a:pt x="200708" y="11083"/>
                  <a:pt x="200243" y="11439"/>
                  <a:pt x="199852" y="11898"/>
                </a:cubicBezTo>
                <a:cubicBezTo>
                  <a:pt x="199462" y="12357"/>
                  <a:pt x="199146" y="12908"/>
                  <a:pt x="198905" y="13551"/>
                </a:cubicBezTo>
                <a:cubicBezTo>
                  <a:pt x="198664" y="14194"/>
                  <a:pt x="198515" y="14900"/>
                  <a:pt x="198458" y="15669"/>
                </a:cubicBezTo>
                <a:lnTo>
                  <a:pt x="207549" y="15669"/>
                </a:lnTo>
                <a:close/>
                <a:moveTo>
                  <a:pt x="216447" y="8368"/>
                </a:moveTo>
                <a:lnTo>
                  <a:pt x="219185" y="8368"/>
                </a:lnTo>
                <a:lnTo>
                  <a:pt x="219271" y="11546"/>
                </a:lnTo>
                <a:cubicBezTo>
                  <a:pt x="220293" y="10320"/>
                  <a:pt x="221300" y="9433"/>
                  <a:pt x="222293" y="8883"/>
                </a:cubicBezTo>
                <a:cubicBezTo>
                  <a:pt x="223286" y="8333"/>
                  <a:pt x="224288" y="8058"/>
                  <a:pt x="225298" y="8058"/>
                </a:cubicBezTo>
                <a:cubicBezTo>
                  <a:pt x="227089" y="8058"/>
                  <a:pt x="228446" y="8637"/>
                  <a:pt x="229370" y="9793"/>
                </a:cubicBezTo>
                <a:cubicBezTo>
                  <a:pt x="230294" y="10950"/>
                  <a:pt x="230722" y="12667"/>
                  <a:pt x="230653" y="14946"/>
                </a:cubicBezTo>
                <a:lnTo>
                  <a:pt x="227622" y="14946"/>
                </a:lnTo>
                <a:cubicBezTo>
                  <a:pt x="227657" y="13437"/>
                  <a:pt x="227436" y="12342"/>
                  <a:pt x="226959" y="11662"/>
                </a:cubicBezTo>
                <a:cubicBezTo>
                  <a:pt x="226483" y="10981"/>
                  <a:pt x="225786" y="10641"/>
                  <a:pt x="224867" y="10641"/>
                </a:cubicBezTo>
                <a:cubicBezTo>
                  <a:pt x="224466" y="10641"/>
                  <a:pt x="224061" y="10713"/>
                  <a:pt x="223653" y="10856"/>
                </a:cubicBezTo>
                <a:cubicBezTo>
                  <a:pt x="223246" y="10999"/>
                  <a:pt x="222827" y="11227"/>
                  <a:pt x="222396" y="11541"/>
                </a:cubicBezTo>
                <a:cubicBezTo>
                  <a:pt x="221966" y="11856"/>
                  <a:pt x="221510" y="12259"/>
                  <a:pt x="221028" y="12750"/>
                </a:cubicBezTo>
                <a:cubicBezTo>
                  <a:pt x="220545" y="13242"/>
                  <a:pt x="220029" y="13836"/>
                  <a:pt x="219478" y="14534"/>
                </a:cubicBezTo>
                <a:lnTo>
                  <a:pt x="219478" y="25656"/>
                </a:lnTo>
                <a:lnTo>
                  <a:pt x="216447" y="25656"/>
                </a:lnTo>
                <a:lnTo>
                  <a:pt x="216447" y="8368"/>
                </a:lnTo>
                <a:close/>
                <a:moveTo>
                  <a:pt x="251105" y="14248"/>
                </a:moveTo>
                <a:cubicBezTo>
                  <a:pt x="251105" y="16270"/>
                  <a:pt x="250867" y="18016"/>
                  <a:pt x="250390" y="19487"/>
                </a:cubicBezTo>
                <a:cubicBezTo>
                  <a:pt x="249914" y="20957"/>
                  <a:pt x="249271" y="22172"/>
                  <a:pt x="248462" y="23131"/>
                </a:cubicBezTo>
                <a:cubicBezTo>
                  <a:pt x="247653" y="24090"/>
                  <a:pt x="246706" y="24803"/>
                  <a:pt x="245621" y="25268"/>
                </a:cubicBezTo>
                <a:cubicBezTo>
                  <a:pt x="244536" y="25733"/>
                  <a:pt x="243391" y="25966"/>
                  <a:pt x="242186" y="25966"/>
                </a:cubicBezTo>
                <a:cubicBezTo>
                  <a:pt x="240739" y="25966"/>
                  <a:pt x="239480" y="25704"/>
                  <a:pt x="238406" y="25182"/>
                </a:cubicBezTo>
                <a:cubicBezTo>
                  <a:pt x="237333" y="24659"/>
                  <a:pt x="236443" y="23904"/>
                  <a:pt x="235737" y="22916"/>
                </a:cubicBezTo>
                <a:cubicBezTo>
                  <a:pt x="235031" y="21928"/>
                  <a:pt x="234506" y="20725"/>
                  <a:pt x="234162" y="19306"/>
                </a:cubicBezTo>
                <a:cubicBezTo>
                  <a:pt x="233817" y="17887"/>
                  <a:pt x="233645" y="16287"/>
                  <a:pt x="233645" y="14507"/>
                </a:cubicBezTo>
                <a:cubicBezTo>
                  <a:pt x="233645" y="12508"/>
                  <a:pt x="233881" y="10773"/>
                  <a:pt x="234351" y="9303"/>
                </a:cubicBezTo>
                <a:cubicBezTo>
                  <a:pt x="234822" y="7833"/>
                  <a:pt x="235462" y="6618"/>
                  <a:pt x="236271" y="5658"/>
                </a:cubicBezTo>
                <a:cubicBezTo>
                  <a:pt x="237080" y="4699"/>
                  <a:pt x="238025" y="3987"/>
                  <a:pt x="239104" y="3522"/>
                </a:cubicBezTo>
                <a:cubicBezTo>
                  <a:pt x="240183" y="3056"/>
                  <a:pt x="241325" y="2824"/>
                  <a:pt x="242530" y="2824"/>
                </a:cubicBezTo>
                <a:cubicBezTo>
                  <a:pt x="243976" y="2824"/>
                  <a:pt x="245236" y="3088"/>
                  <a:pt x="246310" y="3616"/>
                </a:cubicBezTo>
                <a:cubicBezTo>
                  <a:pt x="247383" y="4145"/>
                  <a:pt x="248275" y="4900"/>
                  <a:pt x="248987" y="5882"/>
                </a:cubicBezTo>
                <a:cubicBezTo>
                  <a:pt x="249699" y="6864"/>
                  <a:pt x="250230" y="8062"/>
                  <a:pt x="250580" y="9475"/>
                </a:cubicBezTo>
                <a:cubicBezTo>
                  <a:pt x="250930" y="10888"/>
                  <a:pt x="251105" y="12479"/>
                  <a:pt x="251105" y="14248"/>
                </a:cubicBezTo>
                <a:moveTo>
                  <a:pt x="247920" y="14472"/>
                </a:moveTo>
                <a:cubicBezTo>
                  <a:pt x="247920" y="13151"/>
                  <a:pt x="247819" y="11942"/>
                  <a:pt x="247618" y="10845"/>
                </a:cubicBezTo>
                <a:cubicBezTo>
                  <a:pt x="247417" y="9747"/>
                  <a:pt x="247093" y="8802"/>
                  <a:pt x="246645" y="8009"/>
                </a:cubicBezTo>
                <a:cubicBezTo>
                  <a:pt x="246198" y="7216"/>
                  <a:pt x="245621" y="6601"/>
                  <a:pt x="244915" y="6165"/>
                </a:cubicBezTo>
                <a:cubicBezTo>
                  <a:pt x="244209" y="5728"/>
                  <a:pt x="243357" y="5510"/>
                  <a:pt x="242358" y="5510"/>
                </a:cubicBezTo>
                <a:cubicBezTo>
                  <a:pt x="241394" y="5510"/>
                  <a:pt x="240564" y="5743"/>
                  <a:pt x="239870" y="6208"/>
                </a:cubicBezTo>
                <a:cubicBezTo>
                  <a:pt x="239175" y="6674"/>
                  <a:pt x="238604" y="7306"/>
                  <a:pt x="238157" y="8104"/>
                </a:cubicBezTo>
                <a:cubicBezTo>
                  <a:pt x="237709" y="8903"/>
                  <a:pt x="237376" y="9839"/>
                  <a:pt x="237158" y="10913"/>
                </a:cubicBezTo>
                <a:cubicBezTo>
                  <a:pt x="236940" y="11988"/>
                  <a:pt x="236831" y="13128"/>
                  <a:pt x="236831" y="14335"/>
                </a:cubicBezTo>
                <a:cubicBezTo>
                  <a:pt x="236831" y="15667"/>
                  <a:pt x="236934" y="16882"/>
                  <a:pt x="237141" y="17979"/>
                </a:cubicBezTo>
                <a:cubicBezTo>
                  <a:pt x="237347" y="19077"/>
                  <a:pt x="237672" y="20019"/>
                  <a:pt x="238114" y="20807"/>
                </a:cubicBezTo>
                <a:cubicBezTo>
                  <a:pt x="238555" y="21594"/>
                  <a:pt x="239127" y="22205"/>
                  <a:pt x="239827" y="22642"/>
                </a:cubicBezTo>
                <a:cubicBezTo>
                  <a:pt x="240527" y="23079"/>
                  <a:pt x="241371" y="23297"/>
                  <a:pt x="242358" y="23297"/>
                </a:cubicBezTo>
                <a:cubicBezTo>
                  <a:pt x="243322" y="23297"/>
                  <a:pt x="244154" y="23064"/>
                  <a:pt x="244855" y="22599"/>
                </a:cubicBezTo>
                <a:cubicBezTo>
                  <a:pt x="245555" y="22133"/>
                  <a:pt x="246132" y="21501"/>
                  <a:pt x="246585" y="20703"/>
                </a:cubicBezTo>
                <a:cubicBezTo>
                  <a:pt x="247039" y="19904"/>
                  <a:pt x="247374" y="18971"/>
                  <a:pt x="247592" y="17902"/>
                </a:cubicBezTo>
                <a:cubicBezTo>
                  <a:pt x="247810" y="16833"/>
                  <a:pt x="247920" y="15690"/>
                  <a:pt x="247920" y="14472"/>
                </a:cubicBezTo>
                <a:close/>
                <a:moveTo>
                  <a:pt x="268847" y="16702"/>
                </a:moveTo>
                <a:cubicBezTo>
                  <a:pt x="268847" y="18240"/>
                  <a:pt x="268632" y="19583"/>
                  <a:pt x="268201" y="20731"/>
                </a:cubicBezTo>
                <a:cubicBezTo>
                  <a:pt x="267771" y="21879"/>
                  <a:pt x="267177" y="22832"/>
                  <a:pt x="266419" y="23590"/>
                </a:cubicBezTo>
                <a:cubicBezTo>
                  <a:pt x="265661" y="24347"/>
                  <a:pt x="264766" y="24915"/>
                  <a:pt x="263733" y="25294"/>
                </a:cubicBezTo>
                <a:cubicBezTo>
                  <a:pt x="262700" y="25673"/>
                  <a:pt x="261581" y="25862"/>
                  <a:pt x="260375" y="25862"/>
                </a:cubicBezTo>
                <a:cubicBezTo>
                  <a:pt x="259824" y="25862"/>
                  <a:pt x="259276" y="25834"/>
                  <a:pt x="258731" y="25776"/>
                </a:cubicBezTo>
                <a:cubicBezTo>
                  <a:pt x="258186" y="25719"/>
                  <a:pt x="257632" y="25621"/>
                  <a:pt x="257069" y="25484"/>
                </a:cubicBezTo>
                <a:lnTo>
                  <a:pt x="257069" y="32715"/>
                </a:lnTo>
                <a:lnTo>
                  <a:pt x="254073" y="32715"/>
                </a:lnTo>
                <a:lnTo>
                  <a:pt x="254073" y="8368"/>
                </a:lnTo>
                <a:lnTo>
                  <a:pt x="256742" y="8368"/>
                </a:lnTo>
                <a:lnTo>
                  <a:pt x="256932" y="11261"/>
                </a:lnTo>
                <a:cubicBezTo>
                  <a:pt x="257793" y="10079"/>
                  <a:pt x="258711" y="9249"/>
                  <a:pt x="259687" y="8773"/>
                </a:cubicBezTo>
                <a:cubicBezTo>
                  <a:pt x="260662" y="8297"/>
                  <a:pt x="261718" y="8058"/>
                  <a:pt x="262855" y="8058"/>
                </a:cubicBezTo>
                <a:cubicBezTo>
                  <a:pt x="263842" y="8058"/>
                  <a:pt x="264709" y="8265"/>
                  <a:pt x="265455" y="8678"/>
                </a:cubicBezTo>
                <a:cubicBezTo>
                  <a:pt x="266201" y="9091"/>
                  <a:pt x="266827" y="9674"/>
                  <a:pt x="267332" y="10426"/>
                </a:cubicBezTo>
                <a:cubicBezTo>
                  <a:pt x="267837" y="11178"/>
                  <a:pt x="268216" y="12085"/>
                  <a:pt x="268468" y="13146"/>
                </a:cubicBezTo>
                <a:cubicBezTo>
                  <a:pt x="268721" y="14208"/>
                  <a:pt x="268847" y="15393"/>
                  <a:pt x="268847" y="16702"/>
                </a:cubicBezTo>
                <a:moveTo>
                  <a:pt x="265782" y="16840"/>
                </a:moveTo>
                <a:cubicBezTo>
                  <a:pt x="265782" y="15933"/>
                  <a:pt x="265716" y="15101"/>
                  <a:pt x="265584" y="14343"/>
                </a:cubicBezTo>
                <a:cubicBezTo>
                  <a:pt x="265452" y="13586"/>
                  <a:pt x="265242" y="12937"/>
                  <a:pt x="264955" y="12397"/>
                </a:cubicBezTo>
                <a:cubicBezTo>
                  <a:pt x="264668" y="11858"/>
                  <a:pt x="264301" y="11436"/>
                  <a:pt x="263853" y="11132"/>
                </a:cubicBezTo>
                <a:cubicBezTo>
                  <a:pt x="263406" y="10828"/>
                  <a:pt x="262872" y="10676"/>
                  <a:pt x="262252" y="10676"/>
                </a:cubicBezTo>
                <a:cubicBezTo>
                  <a:pt x="261873" y="10676"/>
                  <a:pt x="261489" y="10736"/>
                  <a:pt x="261098" y="10856"/>
                </a:cubicBezTo>
                <a:cubicBezTo>
                  <a:pt x="260708" y="10977"/>
                  <a:pt x="260304" y="11178"/>
                  <a:pt x="259885" y="11459"/>
                </a:cubicBezTo>
                <a:cubicBezTo>
                  <a:pt x="259466" y="11740"/>
                  <a:pt x="259024" y="12113"/>
                  <a:pt x="258559" y="12578"/>
                </a:cubicBezTo>
                <a:cubicBezTo>
                  <a:pt x="258094" y="13043"/>
                  <a:pt x="257597" y="13620"/>
                  <a:pt x="257069" y="14309"/>
                </a:cubicBezTo>
                <a:lnTo>
                  <a:pt x="257069" y="22694"/>
                </a:lnTo>
                <a:cubicBezTo>
                  <a:pt x="257620" y="22924"/>
                  <a:pt x="258200" y="23105"/>
                  <a:pt x="258808" y="23237"/>
                </a:cubicBezTo>
                <a:cubicBezTo>
                  <a:pt x="259417" y="23369"/>
                  <a:pt x="260014" y="23435"/>
                  <a:pt x="260599" y="23435"/>
                </a:cubicBezTo>
                <a:cubicBezTo>
                  <a:pt x="262218" y="23435"/>
                  <a:pt x="263486" y="22886"/>
                  <a:pt x="264404" y="21790"/>
                </a:cubicBezTo>
                <a:cubicBezTo>
                  <a:pt x="265323" y="20694"/>
                  <a:pt x="265782" y="19044"/>
                  <a:pt x="265782" y="16840"/>
                </a:cubicBezTo>
                <a:close/>
                <a:moveTo>
                  <a:pt x="288352" y="16099"/>
                </a:moveTo>
                <a:cubicBezTo>
                  <a:pt x="288352" y="16524"/>
                  <a:pt x="288346" y="16880"/>
                  <a:pt x="288335" y="17167"/>
                </a:cubicBezTo>
                <a:cubicBezTo>
                  <a:pt x="288323" y="17454"/>
                  <a:pt x="288306" y="17724"/>
                  <a:pt x="288283" y="17976"/>
                </a:cubicBezTo>
                <a:lnTo>
                  <a:pt x="276144" y="17976"/>
                </a:lnTo>
                <a:cubicBezTo>
                  <a:pt x="276144" y="19744"/>
                  <a:pt x="276637" y="21101"/>
                  <a:pt x="277625" y="22048"/>
                </a:cubicBezTo>
                <a:cubicBezTo>
                  <a:pt x="278612" y="22995"/>
                  <a:pt x="280035" y="23469"/>
                  <a:pt x="281895" y="23469"/>
                </a:cubicBezTo>
                <a:cubicBezTo>
                  <a:pt x="282400" y="23469"/>
                  <a:pt x="282905" y="23449"/>
                  <a:pt x="283410" y="23408"/>
                </a:cubicBezTo>
                <a:cubicBezTo>
                  <a:pt x="283915" y="23366"/>
                  <a:pt x="284403" y="23311"/>
                  <a:pt x="284874" y="23240"/>
                </a:cubicBezTo>
                <a:cubicBezTo>
                  <a:pt x="285344" y="23170"/>
                  <a:pt x="285795" y="23090"/>
                  <a:pt x="286225" y="23002"/>
                </a:cubicBezTo>
                <a:cubicBezTo>
                  <a:pt x="286656" y="22914"/>
                  <a:pt x="287055" y="22817"/>
                  <a:pt x="287422" y="22711"/>
                </a:cubicBezTo>
                <a:lnTo>
                  <a:pt x="287422" y="25174"/>
                </a:lnTo>
                <a:cubicBezTo>
                  <a:pt x="286607" y="25408"/>
                  <a:pt x="285686" y="25599"/>
                  <a:pt x="284658" y="25746"/>
                </a:cubicBezTo>
                <a:cubicBezTo>
                  <a:pt x="283631" y="25892"/>
                  <a:pt x="282566" y="25966"/>
                  <a:pt x="281464" y="25966"/>
                </a:cubicBezTo>
                <a:cubicBezTo>
                  <a:pt x="279984" y="25966"/>
                  <a:pt x="278709" y="25765"/>
                  <a:pt x="277642" y="25363"/>
                </a:cubicBezTo>
                <a:cubicBezTo>
                  <a:pt x="276574" y="24961"/>
                  <a:pt x="275699" y="24379"/>
                  <a:pt x="275016" y="23615"/>
                </a:cubicBezTo>
                <a:cubicBezTo>
                  <a:pt x="274333" y="22852"/>
                  <a:pt x="273828" y="21916"/>
                  <a:pt x="273501" y="20809"/>
                </a:cubicBezTo>
                <a:cubicBezTo>
                  <a:pt x="273174" y="19701"/>
                  <a:pt x="273010" y="18447"/>
                  <a:pt x="273010" y="17046"/>
                </a:cubicBezTo>
                <a:cubicBezTo>
                  <a:pt x="273010" y="15830"/>
                  <a:pt x="273185" y="14679"/>
                  <a:pt x="273535" y="13594"/>
                </a:cubicBezTo>
                <a:cubicBezTo>
                  <a:pt x="273885" y="12509"/>
                  <a:pt x="274396" y="11557"/>
                  <a:pt x="275068" y="10736"/>
                </a:cubicBezTo>
                <a:cubicBezTo>
                  <a:pt x="275739" y="9915"/>
                  <a:pt x="276563" y="9264"/>
                  <a:pt x="277539" y="8782"/>
                </a:cubicBezTo>
                <a:cubicBezTo>
                  <a:pt x="278514" y="8299"/>
                  <a:pt x="279622" y="8058"/>
                  <a:pt x="280862" y="8058"/>
                </a:cubicBezTo>
                <a:cubicBezTo>
                  <a:pt x="282067" y="8058"/>
                  <a:pt x="283135" y="8248"/>
                  <a:pt x="284064" y="8627"/>
                </a:cubicBezTo>
                <a:cubicBezTo>
                  <a:pt x="284994" y="9005"/>
                  <a:pt x="285778" y="9542"/>
                  <a:pt x="286415" y="10236"/>
                </a:cubicBezTo>
                <a:cubicBezTo>
                  <a:pt x="287052" y="10931"/>
                  <a:pt x="287534" y="11775"/>
                  <a:pt x="287861" y="12768"/>
                </a:cubicBezTo>
                <a:cubicBezTo>
                  <a:pt x="288188" y="13761"/>
                  <a:pt x="288352" y="14871"/>
                  <a:pt x="288352" y="16099"/>
                </a:cubicBezTo>
                <a:moveTo>
                  <a:pt x="285235" y="15669"/>
                </a:moveTo>
                <a:cubicBezTo>
                  <a:pt x="285270" y="14900"/>
                  <a:pt x="285195" y="14197"/>
                  <a:pt x="285011" y="13560"/>
                </a:cubicBezTo>
                <a:cubicBezTo>
                  <a:pt x="284828" y="12923"/>
                  <a:pt x="284544" y="12374"/>
                  <a:pt x="284159" y="11915"/>
                </a:cubicBezTo>
                <a:cubicBezTo>
                  <a:pt x="283775" y="11456"/>
                  <a:pt x="283295" y="11097"/>
                  <a:pt x="282721" y="10839"/>
                </a:cubicBezTo>
                <a:cubicBezTo>
                  <a:pt x="282147" y="10581"/>
                  <a:pt x="281482" y="10452"/>
                  <a:pt x="280724" y="10452"/>
                </a:cubicBezTo>
                <a:cubicBezTo>
                  <a:pt x="280070" y="10452"/>
                  <a:pt x="279473" y="10578"/>
                  <a:pt x="278933" y="10831"/>
                </a:cubicBezTo>
                <a:cubicBezTo>
                  <a:pt x="278394" y="11083"/>
                  <a:pt x="277929" y="11439"/>
                  <a:pt x="277539" y="11898"/>
                </a:cubicBezTo>
                <a:cubicBezTo>
                  <a:pt x="277148" y="12357"/>
                  <a:pt x="276833" y="12908"/>
                  <a:pt x="276592" y="13551"/>
                </a:cubicBezTo>
                <a:cubicBezTo>
                  <a:pt x="276350" y="14194"/>
                  <a:pt x="276201" y="14900"/>
                  <a:pt x="276144" y="15669"/>
                </a:cubicBezTo>
                <a:lnTo>
                  <a:pt x="285235" y="15669"/>
                </a:lnTo>
                <a:close/>
                <a:moveTo>
                  <a:pt x="293428" y="8368"/>
                </a:moveTo>
                <a:lnTo>
                  <a:pt x="296097" y="8368"/>
                </a:lnTo>
                <a:lnTo>
                  <a:pt x="296217" y="11158"/>
                </a:lnTo>
                <a:cubicBezTo>
                  <a:pt x="296722" y="10561"/>
                  <a:pt x="297210" y="10064"/>
                  <a:pt x="297681" y="9668"/>
                </a:cubicBezTo>
                <a:cubicBezTo>
                  <a:pt x="298151" y="9272"/>
                  <a:pt x="298613" y="8954"/>
                  <a:pt x="299067" y="8713"/>
                </a:cubicBezTo>
                <a:cubicBezTo>
                  <a:pt x="299520" y="8472"/>
                  <a:pt x="299982" y="8302"/>
                  <a:pt x="300453" y="8205"/>
                </a:cubicBezTo>
                <a:cubicBezTo>
                  <a:pt x="300924" y="8107"/>
                  <a:pt x="301411" y="8058"/>
                  <a:pt x="301917" y="8058"/>
                </a:cubicBezTo>
                <a:cubicBezTo>
                  <a:pt x="303696" y="8058"/>
                  <a:pt x="305042" y="8583"/>
                  <a:pt x="305954" y="9634"/>
                </a:cubicBezTo>
                <a:cubicBezTo>
                  <a:pt x="306867" y="10684"/>
                  <a:pt x="307323" y="12265"/>
                  <a:pt x="307323" y="14378"/>
                </a:cubicBezTo>
                <a:lnTo>
                  <a:pt x="307323" y="25656"/>
                </a:lnTo>
                <a:lnTo>
                  <a:pt x="304327" y="25656"/>
                </a:lnTo>
                <a:lnTo>
                  <a:pt x="304327" y="14619"/>
                </a:lnTo>
                <a:cubicBezTo>
                  <a:pt x="304327" y="13264"/>
                  <a:pt x="304075" y="12263"/>
                  <a:pt x="303570" y="11614"/>
                </a:cubicBezTo>
                <a:cubicBezTo>
                  <a:pt x="303064" y="10965"/>
                  <a:pt x="302313" y="10641"/>
                  <a:pt x="301314" y="10641"/>
                </a:cubicBezTo>
                <a:cubicBezTo>
                  <a:pt x="300947" y="10641"/>
                  <a:pt x="300588" y="10696"/>
                  <a:pt x="300238" y="10805"/>
                </a:cubicBezTo>
                <a:cubicBezTo>
                  <a:pt x="299888" y="10914"/>
                  <a:pt x="299523" y="11103"/>
                  <a:pt x="299144" y="11373"/>
                </a:cubicBezTo>
                <a:cubicBezTo>
                  <a:pt x="298766" y="11643"/>
                  <a:pt x="298355" y="12007"/>
                  <a:pt x="297913" y="12466"/>
                </a:cubicBezTo>
                <a:cubicBezTo>
                  <a:pt x="297471" y="12925"/>
                  <a:pt x="296975" y="13499"/>
                  <a:pt x="296424" y="14188"/>
                </a:cubicBezTo>
                <a:lnTo>
                  <a:pt x="296424" y="25656"/>
                </a:lnTo>
                <a:lnTo>
                  <a:pt x="293428" y="25656"/>
                </a:lnTo>
                <a:lnTo>
                  <a:pt x="293428" y="8368"/>
                </a:lnTo>
                <a:close/>
                <a:moveTo>
                  <a:pt x="323845" y="32888"/>
                </a:moveTo>
                <a:cubicBezTo>
                  <a:pt x="318553" y="27984"/>
                  <a:pt x="315907" y="22563"/>
                  <a:pt x="315907" y="16625"/>
                </a:cubicBezTo>
                <a:cubicBezTo>
                  <a:pt x="315907" y="15235"/>
                  <a:pt x="316048" y="13848"/>
                  <a:pt x="316329" y="12464"/>
                </a:cubicBezTo>
                <a:cubicBezTo>
                  <a:pt x="316610" y="11080"/>
                  <a:pt x="317064" y="9693"/>
                  <a:pt x="317689" y="8304"/>
                </a:cubicBezTo>
                <a:cubicBezTo>
                  <a:pt x="318315" y="6914"/>
                  <a:pt x="319142" y="5524"/>
                  <a:pt x="320169" y="4135"/>
                </a:cubicBezTo>
                <a:cubicBezTo>
                  <a:pt x="321196" y="2745"/>
                  <a:pt x="322445" y="1367"/>
                  <a:pt x="323914" y="0"/>
                </a:cubicBezTo>
                <a:lnTo>
                  <a:pt x="325653" y="1775"/>
                </a:lnTo>
                <a:cubicBezTo>
                  <a:pt x="321199" y="6173"/>
                  <a:pt x="318972" y="11049"/>
                  <a:pt x="318972" y="16401"/>
                </a:cubicBezTo>
                <a:cubicBezTo>
                  <a:pt x="318972" y="19065"/>
                  <a:pt x="319535" y="21627"/>
                  <a:pt x="320660" y="24085"/>
                </a:cubicBezTo>
                <a:cubicBezTo>
                  <a:pt x="321785" y="26542"/>
                  <a:pt x="323449" y="28862"/>
                  <a:pt x="325653" y="31044"/>
                </a:cubicBezTo>
                <a:lnTo>
                  <a:pt x="323845" y="32888"/>
                </a:lnTo>
                <a:close/>
                <a:moveTo>
                  <a:pt x="335681" y="0"/>
                </a:moveTo>
                <a:cubicBezTo>
                  <a:pt x="340973" y="4904"/>
                  <a:pt x="343618" y="10360"/>
                  <a:pt x="343618" y="16366"/>
                </a:cubicBezTo>
                <a:cubicBezTo>
                  <a:pt x="343618" y="17607"/>
                  <a:pt x="343492" y="18893"/>
                  <a:pt x="343240" y="20225"/>
                </a:cubicBezTo>
                <a:cubicBezTo>
                  <a:pt x="342987" y="21558"/>
                  <a:pt x="342557" y="22922"/>
                  <a:pt x="341948" y="24317"/>
                </a:cubicBezTo>
                <a:cubicBezTo>
                  <a:pt x="341340" y="25712"/>
                  <a:pt x="340522" y="27128"/>
                  <a:pt x="339495" y="28564"/>
                </a:cubicBezTo>
                <a:cubicBezTo>
                  <a:pt x="338467" y="29999"/>
                  <a:pt x="337173" y="31441"/>
                  <a:pt x="335612" y="32888"/>
                </a:cubicBezTo>
                <a:lnTo>
                  <a:pt x="333873" y="31113"/>
                </a:lnTo>
                <a:cubicBezTo>
                  <a:pt x="336111" y="28896"/>
                  <a:pt x="337781" y="26582"/>
                  <a:pt x="338883" y="24171"/>
                </a:cubicBezTo>
                <a:cubicBezTo>
                  <a:pt x="339985" y="21759"/>
                  <a:pt x="340536" y="19232"/>
                  <a:pt x="340536" y="16590"/>
                </a:cubicBezTo>
                <a:cubicBezTo>
                  <a:pt x="340536" y="11123"/>
                  <a:pt x="338315" y="6208"/>
                  <a:pt x="333873" y="1843"/>
                </a:cubicBezTo>
                <a:lnTo>
                  <a:pt x="335681" y="0"/>
                </a:lnTo>
                <a:close/>
                <a:moveTo>
                  <a:pt x="384196" y="32715"/>
                </a:moveTo>
                <a:lnTo>
                  <a:pt x="382921" y="32715"/>
                </a:lnTo>
                <a:cubicBezTo>
                  <a:pt x="380706" y="32715"/>
                  <a:pt x="379059" y="32196"/>
                  <a:pt x="377980" y="31157"/>
                </a:cubicBezTo>
                <a:cubicBezTo>
                  <a:pt x="376901" y="30118"/>
                  <a:pt x="376361" y="28543"/>
                  <a:pt x="376361" y="26431"/>
                </a:cubicBezTo>
                <a:lnTo>
                  <a:pt x="376361" y="20507"/>
                </a:lnTo>
                <a:cubicBezTo>
                  <a:pt x="376361" y="19945"/>
                  <a:pt x="376298" y="19443"/>
                  <a:pt x="376172" y="19001"/>
                </a:cubicBezTo>
                <a:cubicBezTo>
                  <a:pt x="376045" y="18559"/>
                  <a:pt x="375824" y="18186"/>
                  <a:pt x="375509" y="17882"/>
                </a:cubicBezTo>
                <a:cubicBezTo>
                  <a:pt x="375193" y="17577"/>
                  <a:pt x="374774" y="17345"/>
                  <a:pt x="374252" y="17184"/>
                </a:cubicBezTo>
                <a:cubicBezTo>
                  <a:pt x="373730" y="17023"/>
                  <a:pt x="373072" y="16943"/>
                  <a:pt x="372280" y="16943"/>
                </a:cubicBezTo>
                <a:lnTo>
                  <a:pt x="371540" y="16943"/>
                </a:lnTo>
                <a:lnTo>
                  <a:pt x="371540" y="14550"/>
                </a:lnTo>
                <a:lnTo>
                  <a:pt x="372280" y="14550"/>
                </a:lnTo>
                <a:cubicBezTo>
                  <a:pt x="373118" y="14550"/>
                  <a:pt x="373801" y="14481"/>
                  <a:pt x="374329" y="14343"/>
                </a:cubicBezTo>
                <a:cubicBezTo>
                  <a:pt x="374857" y="14205"/>
                  <a:pt x="375271" y="13996"/>
                  <a:pt x="375569" y="13715"/>
                </a:cubicBezTo>
                <a:cubicBezTo>
                  <a:pt x="375867" y="13433"/>
                  <a:pt x="376074" y="13075"/>
                  <a:pt x="376189" y="12638"/>
                </a:cubicBezTo>
                <a:cubicBezTo>
                  <a:pt x="376304" y="12202"/>
                  <a:pt x="376361" y="11686"/>
                  <a:pt x="376361" y="11089"/>
                </a:cubicBezTo>
                <a:lnTo>
                  <a:pt x="376361" y="7008"/>
                </a:lnTo>
                <a:cubicBezTo>
                  <a:pt x="376361" y="6044"/>
                  <a:pt x="376476" y="5174"/>
                  <a:pt x="376705" y="4399"/>
                </a:cubicBezTo>
                <a:cubicBezTo>
                  <a:pt x="376935" y="3625"/>
                  <a:pt x="377311" y="2964"/>
                  <a:pt x="377833" y="2419"/>
                </a:cubicBezTo>
                <a:cubicBezTo>
                  <a:pt x="378356" y="1874"/>
                  <a:pt x="379033" y="1455"/>
                  <a:pt x="379865" y="1162"/>
                </a:cubicBezTo>
                <a:cubicBezTo>
                  <a:pt x="380697" y="870"/>
                  <a:pt x="381716" y="723"/>
                  <a:pt x="382921" y="723"/>
                </a:cubicBezTo>
                <a:lnTo>
                  <a:pt x="384196" y="723"/>
                </a:lnTo>
                <a:lnTo>
                  <a:pt x="384196" y="3134"/>
                </a:lnTo>
                <a:lnTo>
                  <a:pt x="383180" y="3134"/>
                </a:lnTo>
                <a:cubicBezTo>
                  <a:pt x="380517" y="3134"/>
                  <a:pt x="379185" y="4425"/>
                  <a:pt x="379185" y="7008"/>
                </a:cubicBezTo>
                <a:lnTo>
                  <a:pt x="379185" y="11020"/>
                </a:lnTo>
                <a:cubicBezTo>
                  <a:pt x="379185" y="13821"/>
                  <a:pt x="377974" y="15399"/>
                  <a:pt x="375552" y="15755"/>
                </a:cubicBezTo>
                <a:cubicBezTo>
                  <a:pt x="377997" y="15996"/>
                  <a:pt x="379219" y="17569"/>
                  <a:pt x="379219" y="20473"/>
                </a:cubicBezTo>
                <a:lnTo>
                  <a:pt x="379219" y="26362"/>
                </a:lnTo>
                <a:cubicBezTo>
                  <a:pt x="379219" y="28990"/>
                  <a:pt x="380539" y="30305"/>
                  <a:pt x="383180" y="30305"/>
                </a:cubicBezTo>
                <a:lnTo>
                  <a:pt x="384196" y="30305"/>
                </a:lnTo>
                <a:lnTo>
                  <a:pt x="384196" y="32715"/>
                </a:ln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Text +">
            <a:extLst xmlns:a="http://schemas.openxmlformats.org/drawingml/2006/main">
              <a:ext uri="{FF2B5EF4-FFF2-40B4-BE49-F238E27FC236}">
                <a16:creationId xmlns:a16="http://schemas.microsoft.com/office/drawing/2014/main" id="{83BC0284-A922-4D43-9506-D5E8754B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242" y="9158918"/>
            <a:ext cx="16495" cy="16633"/>
          </a:xfrm>
          <a:custGeom xmlns:a="http://schemas.openxmlformats.org/drawingml/2006/main">
            <a:pathLst>
              <a:path w="16495" h="16633">
                <a:moveTo>
                  <a:pt x="16495" y="9608"/>
                </a:moveTo>
                <a:lnTo>
                  <a:pt x="9729" y="9608"/>
                </a:lnTo>
                <a:lnTo>
                  <a:pt x="9729" y="16633"/>
                </a:lnTo>
                <a:lnTo>
                  <a:pt x="6767" y="16633"/>
                </a:lnTo>
                <a:lnTo>
                  <a:pt x="6767" y="9608"/>
                </a:lnTo>
                <a:lnTo>
                  <a:pt x="0" y="9608"/>
                </a:lnTo>
                <a:lnTo>
                  <a:pt x="0" y="6991"/>
                </a:lnTo>
                <a:lnTo>
                  <a:pt x="6767" y="6991"/>
                </a:lnTo>
                <a:lnTo>
                  <a:pt x="6767" y="0"/>
                </a:lnTo>
                <a:lnTo>
                  <a:pt x="9729" y="0"/>
                </a:lnTo>
                <a:lnTo>
                  <a:pt x="9729" y="6991"/>
                </a:lnTo>
                <a:lnTo>
                  <a:pt x="16495" y="6991"/>
                </a:lnTo>
                <a:lnTo>
                  <a:pt x="16495" y="9608"/>
                </a:ln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Text if(!this.popup){">
            <a:extLst xmlns:a="http://schemas.openxmlformats.org/drawingml/2006/main">
              <a:ext uri="{FF2B5EF4-FFF2-40B4-BE49-F238E27FC236}">
                <a16:creationId xmlns:a16="http://schemas.microsoft.com/office/drawing/2014/main" id="{FE217429-327C-49B6-B8A2-A2EDB30A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251" y="9150963"/>
            <a:ext cx="343297" cy="32888"/>
          </a:xfrm>
          <a:custGeom xmlns:a="http://schemas.openxmlformats.org/drawingml/2006/main">
            <a:pathLst>
              <a:path w="343297" h="32888">
                <a:moveTo>
                  <a:pt x="5682" y="10848"/>
                </a:moveTo>
                <a:lnTo>
                  <a:pt x="568" y="10848"/>
                </a:lnTo>
                <a:lnTo>
                  <a:pt x="568" y="8368"/>
                </a:lnTo>
                <a:lnTo>
                  <a:pt x="8713" y="8368"/>
                </a:lnTo>
                <a:lnTo>
                  <a:pt x="8713" y="23159"/>
                </a:lnTo>
                <a:lnTo>
                  <a:pt x="13861" y="23159"/>
                </a:lnTo>
                <a:lnTo>
                  <a:pt x="13861" y="25656"/>
                </a:lnTo>
                <a:lnTo>
                  <a:pt x="0" y="25656"/>
                </a:lnTo>
                <a:lnTo>
                  <a:pt x="0" y="23159"/>
                </a:lnTo>
                <a:lnTo>
                  <a:pt x="5682" y="23159"/>
                </a:lnTo>
                <a:lnTo>
                  <a:pt x="5682" y="10848"/>
                </a:lnTo>
                <a:moveTo>
                  <a:pt x="6732" y="1102"/>
                </a:moveTo>
                <a:cubicBezTo>
                  <a:pt x="7065" y="1102"/>
                  <a:pt x="7375" y="1162"/>
                  <a:pt x="7662" y="1283"/>
                </a:cubicBezTo>
                <a:cubicBezTo>
                  <a:pt x="7949" y="1403"/>
                  <a:pt x="8199" y="1573"/>
                  <a:pt x="8411" y="1791"/>
                </a:cubicBezTo>
                <a:cubicBezTo>
                  <a:pt x="8624" y="2009"/>
                  <a:pt x="8790" y="2259"/>
                  <a:pt x="8911" y="2540"/>
                </a:cubicBezTo>
                <a:cubicBezTo>
                  <a:pt x="9031" y="2821"/>
                  <a:pt x="9091" y="3128"/>
                  <a:pt x="9091" y="3461"/>
                </a:cubicBezTo>
                <a:cubicBezTo>
                  <a:pt x="9091" y="3782"/>
                  <a:pt x="9031" y="4087"/>
                  <a:pt x="8911" y="4374"/>
                </a:cubicBezTo>
                <a:cubicBezTo>
                  <a:pt x="8790" y="4661"/>
                  <a:pt x="8624" y="4913"/>
                  <a:pt x="8411" y="5131"/>
                </a:cubicBezTo>
                <a:cubicBezTo>
                  <a:pt x="8199" y="5349"/>
                  <a:pt x="7949" y="5519"/>
                  <a:pt x="7662" y="5639"/>
                </a:cubicBezTo>
                <a:cubicBezTo>
                  <a:pt x="7375" y="5760"/>
                  <a:pt x="7065" y="5820"/>
                  <a:pt x="6732" y="5820"/>
                </a:cubicBezTo>
                <a:cubicBezTo>
                  <a:pt x="6400" y="5820"/>
                  <a:pt x="6090" y="5760"/>
                  <a:pt x="5803" y="5639"/>
                </a:cubicBezTo>
                <a:cubicBezTo>
                  <a:pt x="5516" y="5519"/>
                  <a:pt x="5266" y="5349"/>
                  <a:pt x="5054" y="5131"/>
                </a:cubicBezTo>
                <a:cubicBezTo>
                  <a:pt x="4841" y="4913"/>
                  <a:pt x="4675" y="4661"/>
                  <a:pt x="4554" y="4374"/>
                </a:cubicBezTo>
                <a:cubicBezTo>
                  <a:pt x="4434" y="4087"/>
                  <a:pt x="4374" y="3782"/>
                  <a:pt x="4374" y="3461"/>
                </a:cubicBezTo>
                <a:cubicBezTo>
                  <a:pt x="4374" y="3128"/>
                  <a:pt x="4434" y="2821"/>
                  <a:pt x="4554" y="2540"/>
                </a:cubicBezTo>
                <a:cubicBezTo>
                  <a:pt x="4675" y="2259"/>
                  <a:pt x="4841" y="2009"/>
                  <a:pt x="5054" y="1791"/>
                </a:cubicBezTo>
                <a:cubicBezTo>
                  <a:pt x="5266" y="1573"/>
                  <a:pt x="5516" y="1403"/>
                  <a:pt x="5803" y="1283"/>
                </a:cubicBezTo>
                <a:cubicBezTo>
                  <a:pt x="6090" y="1162"/>
                  <a:pt x="6400" y="1102"/>
                  <a:pt x="6732" y="1102"/>
                </a:cubicBezTo>
                <a:close/>
                <a:moveTo>
                  <a:pt x="34812" y="4098"/>
                </a:moveTo>
                <a:cubicBezTo>
                  <a:pt x="33240" y="3765"/>
                  <a:pt x="31885" y="3599"/>
                  <a:pt x="30749" y="3599"/>
                </a:cubicBezTo>
                <a:cubicBezTo>
                  <a:pt x="28051" y="3599"/>
                  <a:pt x="26702" y="5011"/>
                  <a:pt x="26702" y="7834"/>
                </a:cubicBezTo>
                <a:lnTo>
                  <a:pt x="26702" y="10865"/>
                </a:lnTo>
                <a:lnTo>
                  <a:pt x="34279" y="10865"/>
                </a:lnTo>
                <a:lnTo>
                  <a:pt x="34279" y="13362"/>
                </a:lnTo>
                <a:lnTo>
                  <a:pt x="26702" y="13362"/>
                </a:lnTo>
                <a:lnTo>
                  <a:pt x="26702" y="25656"/>
                </a:lnTo>
                <a:lnTo>
                  <a:pt x="23655" y="25656"/>
                </a:lnTo>
                <a:lnTo>
                  <a:pt x="23655" y="13362"/>
                </a:lnTo>
                <a:lnTo>
                  <a:pt x="18093" y="13362"/>
                </a:lnTo>
                <a:lnTo>
                  <a:pt x="18093" y="10865"/>
                </a:lnTo>
                <a:lnTo>
                  <a:pt x="23655" y="10865"/>
                </a:lnTo>
                <a:lnTo>
                  <a:pt x="23655" y="8007"/>
                </a:lnTo>
                <a:cubicBezTo>
                  <a:pt x="23655" y="3404"/>
                  <a:pt x="26054" y="1102"/>
                  <a:pt x="30852" y="1102"/>
                </a:cubicBezTo>
                <a:cubicBezTo>
                  <a:pt x="32046" y="1102"/>
                  <a:pt x="33366" y="1240"/>
                  <a:pt x="34812" y="1515"/>
                </a:cubicBezTo>
                <a:lnTo>
                  <a:pt x="34812" y="4098"/>
                </a:lnTo>
                <a:moveTo>
                  <a:pt x="16716" y="8368"/>
                </a:moveTo>
                <a:lnTo>
                  <a:pt x="16716" y="8368"/>
                </a:lnTo>
                <a:close/>
                <a:moveTo>
                  <a:pt x="69173" y="32888"/>
                </a:moveTo>
                <a:cubicBezTo>
                  <a:pt x="63882" y="27984"/>
                  <a:pt x="61236" y="22563"/>
                  <a:pt x="61236" y="16625"/>
                </a:cubicBezTo>
                <a:cubicBezTo>
                  <a:pt x="61236" y="15235"/>
                  <a:pt x="61376" y="13848"/>
                  <a:pt x="61657" y="12464"/>
                </a:cubicBezTo>
                <a:cubicBezTo>
                  <a:pt x="61939" y="11080"/>
                  <a:pt x="62392" y="9693"/>
                  <a:pt x="63018" y="8304"/>
                </a:cubicBezTo>
                <a:cubicBezTo>
                  <a:pt x="63643" y="6914"/>
                  <a:pt x="64470" y="5524"/>
                  <a:pt x="65497" y="4135"/>
                </a:cubicBezTo>
                <a:cubicBezTo>
                  <a:pt x="66525" y="2745"/>
                  <a:pt x="67773" y="1367"/>
                  <a:pt x="69242" y="0"/>
                </a:cubicBezTo>
                <a:lnTo>
                  <a:pt x="70981" y="1775"/>
                </a:lnTo>
                <a:cubicBezTo>
                  <a:pt x="66527" y="6173"/>
                  <a:pt x="64301" y="11049"/>
                  <a:pt x="64301" y="16401"/>
                </a:cubicBezTo>
                <a:cubicBezTo>
                  <a:pt x="64301" y="19065"/>
                  <a:pt x="64863" y="21627"/>
                  <a:pt x="65988" y="24085"/>
                </a:cubicBezTo>
                <a:cubicBezTo>
                  <a:pt x="67113" y="26542"/>
                  <a:pt x="68777" y="28862"/>
                  <a:pt x="70981" y="31044"/>
                </a:cubicBezTo>
                <a:lnTo>
                  <a:pt x="69173" y="32888"/>
                </a:lnTo>
                <a:close/>
                <a:moveTo>
                  <a:pt x="86192" y="1309"/>
                </a:moveTo>
                <a:lnTo>
                  <a:pt x="85727" y="19044"/>
                </a:lnTo>
                <a:lnTo>
                  <a:pt x="83076" y="19044"/>
                </a:lnTo>
                <a:lnTo>
                  <a:pt x="82559" y="1309"/>
                </a:lnTo>
                <a:lnTo>
                  <a:pt x="86192" y="1309"/>
                </a:lnTo>
                <a:moveTo>
                  <a:pt x="84384" y="21420"/>
                </a:moveTo>
                <a:cubicBezTo>
                  <a:pt x="84694" y="21420"/>
                  <a:pt x="84987" y="21480"/>
                  <a:pt x="85263" y="21601"/>
                </a:cubicBezTo>
                <a:cubicBezTo>
                  <a:pt x="85538" y="21721"/>
                  <a:pt x="85776" y="21885"/>
                  <a:pt x="85977" y="22092"/>
                </a:cubicBezTo>
                <a:cubicBezTo>
                  <a:pt x="86178" y="22298"/>
                  <a:pt x="86339" y="22542"/>
                  <a:pt x="86459" y="22823"/>
                </a:cubicBezTo>
                <a:cubicBezTo>
                  <a:pt x="86580" y="23105"/>
                  <a:pt x="86640" y="23400"/>
                  <a:pt x="86640" y="23710"/>
                </a:cubicBezTo>
                <a:cubicBezTo>
                  <a:pt x="86640" y="24020"/>
                  <a:pt x="86580" y="24313"/>
                  <a:pt x="86459" y="24588"/>
                </a:cubicBezTo>
                <a:cubicBezTo>
                  <a:pt x="86339" y="24864"/>
                  <a:pt x="86178" y="25102"/>
                  <a:pt x="85977" y="25303"/>
                </a:cubicBezTo>
                <a:cubicBezTo>
                  <a:pt x="85776" y="25504"/>
                  <a:pt x="85538" y="25664"/>
                  <a:pt x="85263" y="25785"/>
                </a:cubicBezTo>
                <a:cubicBezTo>
                  <a:pt x="84987" y="25905"/>
                  <a:pt x="84694" y="25966"/>
                  <a:pt x="84384" y="25966"/>
                </a:cubicBezTo>
                <a:cubicBezTo>
                  <a:pt x="84063" y="25966"/>
                  <a:pt x="83764" y="25905"/>
                  <a:pt x="83489" y="25785"/>
                </a:cubicBezTo>
                <a:cubicBezTo>
                  <a:pt x="83213" y="25664"/>
                  <a:pt x="82972" y="25504"/>
                  <a:pt x="82766" y="25303"/>
                </a:cubicBezTo>
                <a:cubicBezTo>
                  <a:pt x="82559" y="25102"/>
                  <a:pt x="82396" y="24864"/>
                  <a:pt x="82275" y="24588"/>
                </a:cubicBezTo>
                <a:cubicBezTo>
                  <a:pt x="82155" y="24313"/>
                  <a:pt x="82094" y="24020"/>
                  <a:pt x="82094" y="23710"/>
                </a:cubicBezTo>
                <a:cubicBezTo>
                  <a:pt x="82094" y="23400"/>
                  <a:pt x="82155" y="23105"/>
                  <a:pt x="82275" y="22823"/>
                </a:cubicBezTo>
                <a:cubicBezTo>
                  <a:pt x="82396" y="22542"/>
                  <a:pt x="82559" y="22298"/>
                  <a:pt x="82766" y="22092"/>
                </a:cubicBezTo>
                <a:cubicBezTo>
                  <a:pt x="82972" y="21885"/>
                  <a:pt x="83213" y="21721"/>
                  <a:pt x="83489" y="21601"/>
                </a:cubicBezTo>
                <a:cubicBezTo>
                  <a:pt x="83764" y="21480"/>
                  <a:pt x="84063" y="21420"/>
                  <a:pt x="84384" y="21420"/>
                </a:cubicBezTo>
                <a:close/>
                <a:moveTo>
                  <a:pt x="111217" y="25397"/>
                </a:moveTo>
                <a:cubicBezTo>
                  <a:pt x="110540" y="25576"/>
                  <a:pt x="109840" y="25703"/>
                  <a:pt x="109117" y="25781"/>
                </a:cubicBezTo>
                <a:cubicBezTo>
                  <a:pt x="108393" y="25858"/>
                  <a:pt x="107659" y="25897"/>
                  <a:pt x="106913" y="25897"/>
                </a:cubicBezTo>
                <a:cubicBezTo>
                  <a:pt x="104743" y="25897"/>
                  <a:pt x="103125" y="25406"/>
                  <a:pt x="102057" y="24425"/>
                </a:cubicBezTo>
                <a:cubicBezTo>
                  <a:pt x="100989" y="23443"/>
                  <a:pt x="100456" y="21937"/>
                  <a:pt x="100456" y="19905"/>
                </a:cubicBezTo>
                <a:lnTo>
                  <a:pt x="100456" y="10882"/>
                </a:lnTo>
                <a:lnTo>
                  <a:pt x="95617" y="10882"/>
                </a:lnTo>
                <a:lnTo>
                  <a:pt x="95617" y="8368"/>
                </a:lnTo>
                <a:lnTo>
                  <a:pt x="100456" y="8368"/>
                </a:lnTo>
                <a:lnTo>
                  <a:pt x="100456" y="3601"/>
                </a:lnTo>
                <a:lnTo>
                  <a:pt x="103452" y="2824"/>
                </a:lnTo>
                <a:lnTo>
                  <a:pt x="103452" y="8368"/>
                </a:lnTo>
                <a:lnTo>
                  <a:pt x="111217" y="8368"/>
                </a:lnTo>
                <a:lnTo>
                  <a:pt x="111217" y="10882"/>
                </a:lnTo>
                <a:lnTo>
                  <a:pt x="103452" y="10882"/>
                </a:lnTo>
                <a:lnTo>
                  <a:pt x="103452" y="19664"/>
                </a:lnTo>
                <a:cubicBezTo>
                  <a:pt x="103452" y="20903"/>
                  <a:pt x="103782" y="21830"/>
                  <a:pt x="104442" y="22444"/>
                </a:cubicBezTo>
                <a:cubicBezTo>
                  <a:pt x="105102" y="23059"/>
                  <a:pt x="106075" y="23366"/>
                  <a:pt x="107360" y="23366"/>
                </a:cubicBezTo>
                <a:cubicBezTo>
                  <a:pt x="107911" y="23366"/>
                  <a:pt x="108514" y="23321"/>
                  <a:pt x="109168" y="23233"/>
                </a:cubicBezTo>
                <a:cubicBezTo>
                  <a:pt x="109823" y="23144"/>
                  <a:pt x="110506" y="23004"/>
                  <a:pt x="111217" y="22815"/>
                </a:cubicBezTo>
                <a:lnTo>
                  <a:pt x="111217" y="25397"/>
                </a:lnTo>
                <a:close/>
                <a:moveTo>
                  <a:pt x="130860" y="25656"/>
                </a:moveTo>
                <a:lnTo>
                  <a:pt x="127864" y="25656"/>
                </a:lnTo>
                <a:lnTo>
                  <a:pt x="127864" y="14619"/>
                </a:lnTo>
                <a:cubicBezTo>
                  <a:pt x="127864" y="13287"/>
                  <a:pt x="127614" y="12291"/>
                  <a:pt x="127115" y="11631"/>
                </a:cubicBezTo>
                <a:cubicBezTo>
                  <a:pt x="126616" y="10971"/>
                  <a:pt x="125901" y="10641"/>
                  <a:pt x="124971" y="10641"/>
                </a:cubicBezTo>
                <a:cubicBezTo>
                  <a:pt x="124569" y="10641"/>
                  <a:pt x="124194" y="10696"/>
                  <a:pt x="123843" y="10805"/>
                </a:cubicBezTo>
                <a:cubicBezTo>
                  <a:pt x="123493" y="10914"/>
                  <a:pt x="123129" y="11103"/>
                  <a:pt x="122750" y="11373"/>
                </a:cubicBezTo>
                <a:cubicBezTo>
                  <a:pt x="122371" y="11643"/>
                  <a:pt x="121958" y="12007"/>
                  <a:pt x="121510" y="12466"/>
                </a:cubicBezTo>
                <a:cubicBezTo>
                  <a:pt x="121063" y="12925"/>
                  <a:pt x="120546" y="13499"/>
                  <a:pt x="119961" y="14188"/>
                </a:cubicBezTo>
                <a:lnTo>
                  <a:pt x="119961" y="25656"/>
                </a:lnTo>
                <a:lnTo>
                  <a:pt x="116965" y="25656"/>
                </a:lnTo>
                <a:lnTo>
                  <a:pt x="116965" y="1309"/>
                </a:lnTo>
                <a:lnTo>
                  <a:pt x="119961" y="1309"/>
                </a:lnTo>
                <a:lnTo>
                  <a:pt x="119961" y="8363"/>
                </a:lnTo>
                <a:lnTo>
                  <a:pt x="119857" y="11089"/>
                </a:lnTo>
                <a:cubicBezTo>
                  <a:pt x="120328" y="10526"/>
                  <a:pt x="120790" y="10053"/>
                  <a:pt x="121243" y="9668"/>
                </a:cubicBezTo>
                <a:cubicBezTo>
                  <a:pt x="121697" y="9284"/>
                  <a:pt x="122150" y="8971"/>
                  <a:pt x="122604" y="8730"/>
                </a:cubicBezTo>
                <a:cubicBezTo>
                  <a:pt x="123057" y="8489"/>
                  <a:pt x="123519" y="8317"/>
                  <a:pt x="123990" y="8213"/>
                </a:cubicBezTo>
                <a:cubicBezTo>
                  <a:pt x="124460" y="8110"/>
                  <a:pt x="124948" y="8058"/>
                  <a:pt x="125453" y="8058"/>
                </a:cubicBezTo>
                <a:cubicBezTo>
                  <a:pt x="127175" y="8058"/>
                  <a:pt x="128507" y="8583"/>
                  <a:pt x="129448" y="9634"/>
                </a:cubicBezTo>
                <a:cubicBezTo>
                  <a:pt x="130389" y="10684"/>
                  <a:pt x="130860" y="12265"/>
                  <a:pt x="130860" y="14378"/>
                </a:cubicBezTo>
                <a:lnTo>
                  <a:pt x="130860" y="25656"/>
                </a:lnTo>
                <a:close/>
                <a:moveTo>
                  <a:pt x="142530" y="10848"/>
                </a:moveTo>
                <a:lnTo>
                  <a:pt x="137417" y="10848"/>
                </a:lnTo>
                <a:lnTo>
                  <a:pt x="137417" y="8368"/>
                </a:lnTo>
                <a:lnTo>
                  <a:pt x="145561" y="8368"/>
                </a:lnTo>
                <a:lnTo>
                  <a:pt x="145561" y="23159"/>
                </a:lnTo>
                <a:lnTo>
                  <a:pt x="150709" y="23159"/>
                </a:lnTo>
                <a:lnTo>
                  <a:pt x="150709" y="25656"/>
                </a:lnTo>
                <a:lnTo>
                  <a:pt x="136848" y="25656"/>
                </a:lnTo>
                <a:lnTo>
                  <a:pt x="136848" y="23159"/>
                </a:lnTo>
                <a:lnTo>
                  <a:pt x="142530" y="23159"/>
                </a:lnTo>
                <a:lnTo>
                  <a:pt x="142530" y="10848"/>
                </a:lnTo>
                <a:moveTo>
                  <a:pt x="143581" y="1102"/>
                </a:moveTo>
                <a:cubicBezTo>
                  <a:pt x="143914" y="1102"/>
                  <a:pt x="144224" y="1162"/>
                  <a:pt x="144511" y="1283"/>
                </a:cubicBezTo>
                <a:cubicBezTo>
                  <a:pt x="144798" y="1403"/>
                  <a:pt x="145047" y="1573"/>
                  <a:pt x="145260" y="1791"/>
                </a:cubicBezTo>
                <a:cubicBezTo>
                  <a:pt x="145472" y="2009"/>
                  <a:pt x="145638" y="2259"/>
                  <a:pt x="145759" y="2540"/>
                </a:cubicBezTo>
                <a:cubicBezTo>
                  <a:pt x="145880" y="2821"/>
                  <a:pt x="145940" y="3128"/>
                  <a:pt x="145940" y="3461"/>
                </a:cubicBezTo>
                <a:cubicBezTo>
                  <a:pt x="145940" y="3782"/>
                  <a:pt x="145880" y="4087"/>
                  <a:pt x="145759" y="4374"/>
                </a:cubicBezTo>
                <a:cubicBezTo>
                  <a:pt x="145638" y="4661"/>
                  <a:pt x="145472" y="4913"/>
                  <a:pt x="145260" y="5131"/>
                </a:cubicBezTo>
                <a:cubicBezTo>
                  <a:pt x="145047" y="5349"/>
                  <a:pt x="144798" y="5519"/>
                  <a:pt x="144511" y="5639"/>
                </a:cubicBezTo>
                <a:cubicBezTo>
                  <a:pt x="144224" y="5760"/>
                  <a:pt x="143914" y="5820"/>
                  <a:pt x="143581" y="5820"/>
                </a:cubicBezTo>
                <a:cubicBezTo>
                  <a:pt x="143248" y="5820"/>
                  <a:pt x="142938" y="5760"/>
                  <a:pt x="142651" y="5639"/>
                </a:cubicBezTo>
                <a:cubicBezTo>
                  <a:pt x="142364" y="5519"/>
                  <a:pt x="142114" y="5349"/>
                  <a:pt x="141902" y="5131"/>
                </a:cubicBezTo>
                <a:cubicBezTo>
                  <a:pt x="141690" y="4913"/>
                  <a:pt x="141523" y="4661"/>
                  <a:pt x="141403" y="4374"/>
                </a:cubicBezTo>
                <a:cubicBezTo>
                  <a:pt x="141282" y="4087"/>
                  <a:pt x="141222" y="3782"/>
                  <a:pt x="141222" y="3461"/>
                </a:cubicBezTo>
                <a:cubicBezTo>
                  <a:pt x="141222" y="3128"/>
                  <a:pt x="141282" y="2821"/>
                  <a:pt x="141403" y="2540"/>
                </a:cubicBezTo>
                <a:cubicBezTo>
                  <a:pt x="141523" y="2259"/>
                  <a:pt x="141690" y="2009"/>
                  <a:pt x="141902" y="1791"/>
                </a:cubicBezTo>
                <a:cubicBezTo>
                  <a:pt x="142114" y="1573"/>
                  <a:pt x="142364" y="1403"/>
                  <a:pt x="142651" y="1283"/>
                </a:cubicBezTo>
                <a:cubicBezTo>
                  <a:pt x="142938" y="1162"/>
                  <a:pt x="143248" y="1102"/>
                  <a:pt x="143581" y="1102"/>
                </a:cubicBezTo>
                <a:close/>
                <a:moveTo>
                  <a:pt x="168985" y="20938"/>
                </a:moveTo>
                <a:cubicBezTo>
                  <a:pt x="168985" y="21546"/>
                  <a:pt x="168882" y="22092"/>
                  <a:pt x="168675" y="22574"/>
                </a:cubicBezTo>
                <a:cubicBezTo>
                  <a:pt x="168469" y="23056"/>
                  <a:pt x="168187" y="23483"/>
                  <a:pt x="167832" y="23856"/>
                </a:cubicBezTo>
                <a:cubicBezTo>
                  <a:pt x="167476" y="24229"/>
                  <a:pt x="167062" y="24548"/>
                  <a:pt x="166592" y="24812"/>
                </a:cubicBezTo>
                <a:cubicBezTo>
                  <a:pt x="166121" y="25076"/>
                  <a:pt x="165619" y="25294"/>
                  <a:pt x="165085" y="25466"/>
                </a:cubicBezTo>
                <a:cubicBezTo>
                  <a:pt x="164551" y="25639"/>
                  <a:pt x="164003" y="25765"/>
                  <a:pt x="163441" y="25845"/>
                </a:cubicBezTo>
                <a:cubicBezTo>
                  <a:pt x="162878" y="25926"/>
                  <a:pt x="162327" y="25966"/>
                  <a:pt x="161788" y="25966"/>
                </a:cubicBezTo>
                <a:cubicBezTo>
                  <a:pt x="160617" y="25966"/>
                  <a:pt x="159541" y="25914"/>
                  <a:pt x="158559" y="25811"/>
                </a:cubicBezTo>
                <a:cubicBezTo>
                  <a:pt x="157578" y="25707"/>
                  <a:pt x="156616" y="25541"/>
                  <a:pt x="155675" y="25311"/>
                </a:cubicBezTo>
                <a:lnTo>
                  <a:pt x="155675" y="22556"/>
                </a:lnTo>
                <a:cubicBezTo>
                  <a:pt x="156685" y="22843"/>
                  <a:pt x="157690" y="23061"/>
                  <a:pt x="158688" y="23211"/>
                </a:cubicBezTo>
                <a:cubicBezTo>
                  <a:pt x="159687" y="23360"/>
                  <a:pt x="160680" y="23435"/>
                  <a:pt x="161667" y="23435"/>
                </a:cubicBezTo>
                <a:cubicBezTo>
                  <a:pt x="163102" y="23435"/>
                  <a:pt x="164164" y="23239"/>
                  <a:pt x="164853" y="22849"/>
                </a:cubicBezTo>
                <a:cubicBezTo>
                  <a:pt x="165541" y="22459"/>
                  <a:pt x="165886" y="21902"/>
                  <a:pt x="165886" y="21179"/>
                </a:cubicBezTo>
                <a:cubicBezTo>
                  <a:pt x="165886" y="20869"/>
                  <a:pt x="165831" y="20591"/>
                  <a:pt x="165722" y="20344"/>
                </a:cubicBezTo>
                <a:cubicBezTo>
                  <a:pt x="165613" y="20097"/>
                  <a:pt x="165415" y="19862"/>
                  <a:pt x="165128" y="19638"/>
                </a:cubicBezTo>
                <a:cubicBezTo>
                  <a:pt x="164841" y="19414"/>
                  <a:pt x="164396" y="19182"/>
                  <a:pt x="163794" y="18941"/>
                </a:cubicBezTo>
                <a:cubicBezTo>
                  <a:pt x="163191" y="18699"/>
                  <a:pt x="162367" y="18424"/>
                  <a:pt x="161323" y="18114"/>
                </a:cubicBezTo>
                <a:cubicBezTo>
                  <a:pt x="160542" y="17884"/>
                  <a:pt x="159822" y="17623"/>
                  <a:pt x="159162" y="17331"/>
                </a:cubicBezTo>
                <a:cubicBezTo>
                  <a:pt x="158502" y="17038"/>
                  <a:pt x="157931" y="16691"/>
                  <a:pt x="157449" y="16289"/>
                </a:cubicBezTo>
                <a:cubicBezTo>
                  <a:pt x="156967" y="15887"/>
                  <a:pt x="156588" y="15416"/>
                  <a:pt x="156312" y="14877"/>
                </a:cubicBezTo>
                <a:cubicBezTo>
                  <a:pt x="156037" y="14337"/>
                  <a:pt x="155899" y="13700"/>
                  <a:pt x="155899" y="12966"/>
                </a:cubicBezTo>
                <a:cubicBezTo>
                  <a:pt x="155899" y="12484"/>
                  <a:pt x="156011" y="11955"/>
                  <a:pt x="156235" y="11382"/>
                </a:cubicBezTo>
                <a:cubicBezTo>
                  <a:pt x="156459" y="10808"/>
                  <a:pt x="156840" y="10274"/>
                  <a:pt x="157380" y="9780"/>
                </a:cubicBezTo>
                <a:cubicBezTo>
                  <a:pt x="157919" y="9287"/>
                  <a:pt x="158648" y="8876"/>
                  <a:pt x="159567" y="8549"/>
                </a:cubicBezTo>
                <a:cubicBezTo>
                  <a:pt x="160485" y="8222"/>
                  <a:pt x="161633" y="8058"/>
                  <a:pt x="163010" y="8058"/>
                </a:cubicBezTo>
                <a:cubicBezTo>
                  <a:pt x="163688" y="8058"/>
                  <a:pt x="164439" y="8096"/>
                  <a:pt x="165266" y="8170"/>
                </a:cubicBezTo>
                <a:cubicBezTo>
                  <a:pt x="166092" y="8245"/>
                  <a:pt x="166953" y="8374"/>
                  <a:pt x="167849" y="8558"/>
                </a:cubicBezTo>
                <a:lnTo>
                  <a:pt x="167849" y="11227"/>
                </a:lnTo>
                <a:cubicBezTo>
                  <a:pt x="166907" y="10997"/>
                  <a:pt x="166015" y="10828"/>
                  <a:pt x="165171" y="10719"/>
                </a:cubicBezTo>
                <a:cubicBezTo>
                  <a:pt x="164328" y="10610"/>
                  <a:pt x="163596" y="10555"/>
                  <a:pt x="162976" y="10555"/>
                </a:cubicBezTo>
                <a:cubicBezTo>
                  <a:pt x="162230" y="10555"/>
                  <a:pt x="161601" y="10612"/>
                  <a:pt x="161090" y="10727"/>
                </a:cubicBezTo>
                <a:cubicBezTo>
                  <a:pt x="160580" y="10842"/>
                  <a:pt x="160166" y="11000"/>
                  <a:pt x="159851" y="11201"/>
                </a:cubicBezTo>
                <a:cubicBezTo>
                  <a:pt x="159535" y="11402"/>
                  <a:pt x="159308" y="11637"/>
                  <a:pt x="159171" y="11907"/>
                </a:cubicBezTo>
                <a:cubicBezTo>
                  <a:pt x="159033" y="12176"/>
                  <a:pt x="158964" y="12466"/>
                  <a:pt x="158964" y="12776"/>
                </a:cubicBezTo>
                <a:cubicBezTo>
                  <a:pt x="158964" y="13086"/>
                  <a:pt x="159024" y="13367"/>
                  <a:pt x="159145" y="13620"/>
                </a:cubicBezTo>
                <a:cubicBezTo>
                  <a:pt x="159265" y="13872"/>
                  <a:pt x="159489" y="14116"/>
                  <a:pt x="159816" y="14352"/>
                </a:cubicBezTo>
                <a:cubicBezTo>
                  <a:pt x="160143" y="14587"/>
                  <a:pt x="160600" y="14822"/>
                  <a:pt x="161185" y="15058"/>
                </a:cubicBezTo>
                <a:cubicBezTo>
                  <a:pt x="161771" y="15293"/>
                  <a:pt x="162534" y="15548"/>
                  <a:pt x="163475" y="15824"/>
                </a:cubicBezTo>
                <a:cubicBezTo>
                  <a:pt x="164497" y="16122"/>
                  <a:pt x="165358" y="16435"/>
                  <a:pt x="166058" y="16762"/>
                </a:cubicBezTo>
                <a:cubicBezTo>
                  <a:pt x="166758" y="17089"/>
                  <a:pt x="167326" y="17454"/>
                  <a:pt x="167763" y="17856"/>
                </a:cubicBezTo>
                <a:cubicBezTo>
                  <a:pt x="168199" y="18257"/>
                  <a:pt x="168512" y="18711"/>
                  <a:pt x="168701" y="19216"/>
                </a:cubicBezTo>
                <a:cubicBezTo>
                  <a:pt x="168890" y="19721"/>
                  <a:pt x="168985" y="20295"/>
                  <a:pt x="168985" y="20938"/>
                </a:cubicBezTo>
                <a:close/>
                <a:moveTo>
                  <a:pt x="181775" y="20232"/>
                </a:moveTo>
                <a:cubicBezTo>
                  <a:pt x="182165" y="20232"/>
                  <a:pt x="182535" y="20307"/>
                  <a:pt x="182885" y="20456"/>
                </a:cubicBezTo>
                <a:cubicBezTo>
                  <a:pt x="183236" y="20605"/>
                  <a:pt x="183540" y="20812"/>
                  <a:pt x="183798" y="21076"/>
                </a:cubicBezTo>
                <a:cubicBezTo>
                  <a:pt x="184056" y="21340"/>
                  <a:pt x="184260" y="21647"/>
                  <a:pt x="184409" y="21997"/>
                </a:cubicBezTo>
                <a:cubicBezTo>
                  <a:pt x="184559" y="22347"/>
                  <a:pt x="184633" y="22723"/>
                  <a:pt x="184633" y="23125"/>
                </a:cubicBezTo>
                <a:cubicBezTo>
                  <a:pt x="184633" y="23515"/>
                  <a:pt x="184559" y="23882"/>
                  <a:pt x="184409" y="24227"/>
                </a:cubicBezTo>
                <a:cubicBezTo>
                  <a:pt x="184260" y="24571"/>
                  <a:pt x="184056" y="24872"/>
                  <a:pt x="183798" y="25131"/>
                </a:cubicBezTo>
                <a:cubicBezTo>
                  <a:pt x="183540" y="25389"/>
                  <a:pt x="183236" y="25593"/>
                  <a:pt x="182885" y="25742"/>
                </a:cubicBezTo>
                <a:cubicBezTo>
                  <a:pt x="182535" y="25891"/>
                  <a:pt x="182165" y="25966"/>
                  <a:pt x="181775" y="25966"/>
                </a:cubicBezTo>
                <a:cubicBezTo>
                  <a:pt x="181373" y="25966"/>
                  <a:pt x="181000" y="25891"/>
                  <a:pt x="180656" y="25742"/>
                </a:cubicBezTo>
                <a:cubicBezTo>
                  <a:pt x="180311" y="25593"/>
                  <a:pt x="180010" y="25389"/>
                  <a:pt x="179752" y="25131"/>
                </a:cubicBezTo>
                <a:cubicBezTo>
                  <a:pt x="179493" y="24872"/>
                  <a:pt x="179290" y="24571"/>
                  <a:pt x="179140" y="24227"/>
                </a:cubicBezTo>
                <a:cubicBezTo>
                  <a:pt x="178991" y="23882"/>
                  <a:pt x="178917" y="23515"/>
                  <a:pt x="178917" y="23125"/>
                </a:cubicBezTo>
                <a:cubicBezTo>
                  <a:pt x="178917" y="22723"/>
                  <a:pt x="178991" y="22347"/>
                  <a:pt x="179140" y="21997"/>
                </a:cubicBezTo>
                <a:cubicBezTo>
                  <a:pt x="179290" y="21647"/>
                  <a:pt x="179493" y="21340"/>
                  <a:pt x="179752" y="21076"/>
                </a:cubicBezTo>
                <a:cubicBezTo>
                  <a:pt x="180010" y="20812"/>
                  <a:pt x="180311" y="20605"/>
                  <a:pt x="180656" y="20456"/>
                </a:cubicBezTo>
                <a:cubicBezTo>
                  <a:pt x="181000" y="20307"/>
                  <a:pt x="181373" y="20232"/>
                  <a:pt x="181775" y="20232"/>
                </a:cubicBezTo>
                <a:close/>
                <a:moveTo>
                  <a:pt x="209424" y="16702"/>
                </a:moveTo>
                <a:cubicBezTo>
                  <a:pt x="209424" y="18240"/>
                  <a:pt x="209209" y="19583"/>
                  <a:pt x="208779" y="20731"/>
                </a:cubicBezTo>
                <a:cubicBezTo>
                  <a:pt x="208348" y="21879"/>
                  <a:pt x="207754" y="22832"/>
                  <a:pt x="206996" y="23590"/>
                </a:cubicBezTo>
                <a:cubicBezTo>
                  <a:pt x="206239" y="24347"/>
                  <a:pt x="205343" y="24915"/>
                  <a:pt x="204310" y="25294"/>
                </a:cubicBezTo>
                <a:cubicBezTo>
                  <a:pt x="203277" y="25673"/>
                  <a:pt x="202158" y="25862"/>
                  <a:pt x="200953" y="25862"/>
                </a:cubicBezTo>
                <a:cubicBezTo>
                  <a:pt x="200402" y="25862"/>
                  <a:pt x="199854" y="25834"/>
                  <a:pt x="199308" y="25776"/>
                </a:cubicBezTo>
                <a:cubicBezTo>
                  <a:pt x="198763" y="25719"/>
                  <a:pt x="198209" y="25621"/>
                  <a:pt x="197647" y="25484"/>
                </a:cubicBezTo>
                <a:lnTo>
                  <a:pt x="197647" y="32715"/>
                </a:lnTo>
                <a:lnTo>
                  <a:pt x="194651" y="32715"/>
                </a:lnTo>
                <a:lnTo>
                  <a:pt x="194651" y="8368"/>
                </a:lnTo>
                <a:lnTo>
                  <a:pt x="197320" y="8368"/>
                </a:lnTo>
                <a:lnTo>
                  <a:pt x="197509" y="11261"/>
                </a:lnTo>
                <a:cubicBezTo>
                  <a:pt x="198370" y="10079"/>
                  <a:pt x="199288" y="9249"/>
                  <a:pt x="200264" y="8773"/>
                </a:cubicBezTo>
                <a:cubicBezTo>
                  <a:pt x="201240" y="8297"/>
                  <a:pt x="202296" y="8058"/>
                  <a:pt x="203432" y="8058"/>
                </a:cubicBezTo>
                <a:cubicBezTo>
                  <a:pt x="204419" y="8058"/>
                  <a:pt x="205286" y="8265"/>
                  <a:pt x="206032" y="8678"/>
                </a:cubicBezTo>
                <a:cubicBezTo>
                  <a:pt x="206778" y="9091"/>
                  <a:pt x="207404" y="9674"/>
                  <a:pt x="207909" y="10426"/>
                </a:cubicBezTo>
                <a:cubicBezTo>
                  <a:pt x="208414" y="11178"/>
                  <a:pt x="208793" y="12085"/>
                  <a:pt x="209045" y="13146"/>
                </a:cubicBezTo>
                <a:cubicBezTo>
                  <a:pt x="209298" y="14208"/>
                  <a:pt x="209424" y="15393"/>
                  <a:pt x="209424" y="16702"/>
                </a:cubicBezTo>
                <a:moveTo>
                  <a:pt x="206359" y="16840"/>
                </a:moveTo>
                <a:cubicBezTo>
                  <a:pt x="206359" y="15933"/>
                  <a:pt x="206293" y="15101"/>
                  <a:pt x="206161" y="14343"/>
                </a:cubicBezTo>
                <a:cubicBezTo>
                  <a:pt x="206029" y="13586"/>
                  <a:pt x="205820" y="12937"/>
                  <a:pt x="205533" y="12397"/>
                </a:cubicBezTo>
                <a:cubicBezTo>
                  <a:pt x="205246" y="11858"/>
                  <a:pt x="204879" y="11436"/>
                  <a:pt x="204431" y="11132"/>
                </a:cubicBezTo>
                <a:cubicBezTo>
                  <a:pt x="203983" y="10828"/>
                  <a:pt x="203449" y="10676"/>
                  <a:pt x="202830" y="10676"/>
                </a:cubicBezTo>
                <a:cubicBezTo>
                  <a:pt x="202451" y="10676"/>
                  <a:pt x="202066" y="10736"/>
                  <a:pt x="201676" y="10856"/>
                </a:cubicBezTo>
                <a:cubicBezTo>
                  <a:pt x="201286" y="10977"/>
                  <a:pt x="200881" y="11178"/>
                  <a:pt x="200462" y="11459"/>
                </a:cubicBezTo>
                <a:cubicBezTo>
                  <a:pt x="200043" y="11740"/>
                  <a:pt x="199601" y="12113"/>
                  <a:pt x="199136" y="12578"/>
                </a:cubicBezTo>
                <a:cubicBezTo>
                  <a:pt x="198671" y="13043"/>
                  <a:pt x="198175" y="13620"/>
                  <a:pt x="197647" y="14309"/>
                </a:cubicBezTo>
                <a:lnTo>
                  <a:pt x="197647" y="22694"/>
                </a:lnTo>
                <a:cubicBezTo>
                  <a:pt x="198198" y="22924"/>
                  <a:pt x="198777" y="23105"/>
                  <a:pt x="199386" y="23237"/>
                </a:cubicBezTo>
                <a:cubicBezTo>
                  <a:pt x="199994" y="23369"/>
                  <a:pt x="200591" y="23435"/>
                  <a:pt x="201177" y="23435"/>
                </a:cubicBezTo>
                <a:cubicBezTo>
                  <a:pt x="202795" y="23435"/>
                  <a:pt x="204064" y="22886"/>
                  <a:pt x="204982" y="21790"/>
                </a:cubicBezTo>
                <a:cubicBezTo>
                  <a:pt x="205900" y="20694"/>
                  <a:pt x="206359" y="19044"/>
                  <a:pt x="206359" y="16840"/>
                </a:cubicBezTo>
                <a:close/>
                <a:moveTo>
                  <a:pt x="229377" y="16874"/>
                </a:moveTo>
                <a:cubicBezTo>
                  <a:pt x="229377" y="18217"/>
                  <a:pt x="229188" y="19448"/>
                  <a:pt x="228809" y="20568"/>
                </a:cubicBezTo>
                <a:cubicBezTo>
                  <a:pt x="228430" y="21687"/>
                  <a:pt x="227885" y="22645"/>
                  <a:pt x="227173" y="23443"/>
                </a:cubicBezTo>
                <a:cubicBezTo>
                  <a:pt x="226461" y="24241"/>
                  <a:pt x="225595" y="24861"/>
                  <a:pt x="224573" y="25303"/>
                </a:cubicBezTo>
                <a:cubicBezTo>
                  <a:pt x="223551" y="25745"/>
                  <a:pt x="222392" y="25966"/>
                  <a:pt x="221095" y="25966"/>
                </a:cubicBezTo>
                <a:cubicBezTo>
                  <a:pt x="219855" y="25966"/>
                  <a:pt x="218745" y="25773"/>
                  <a:pt x="217763" y="25389"/>
                </a:cubicBezTo>
                <a:cubicBezTo>
                  <a:pt x="216782" y="25004"/>
                  <a:pt x="215949" y="24439"/>
                  <a:pt x="215266" y="23693"/>
                </a:cubicBezTo>
                <a:cubicBezTo>
                  <a:pt x="214583" y="22947"/>
                  <a:pt x="214061" y="22023"/>
                  <a:pt x="213700" y="20921"/>
                </a:cubicBezTo>
                <a:cubicBezTo>
                  <a:pt x="213338" y="19819"/>
                  <a:pt x="213157" y="18550"/>
                  <a:pt x="213157" y="17115"/>
                </a:cubicBezTo>
                <a:cubicBezTo>
                  <a:pt x="213157" y="15772"/>
                  <a:pt x="213347" y="14547"/>
                  <a:pt x="213725" y="13439"/>
                </a:cubicBezTo>
                <a:cubicBezTo>
                  <a:pt x="214104" y="12331"/>
                  <a:pt x="214649" y="11379"/>
                  <a:pt x="215361" y="10581"/>
                </a:cubicBezTo>
                <a:cubicBezTo>
                  <a:pt x="216073" y="9783"/>
                  <a:pt x="216940" y="9163"/>
                  <a:pt x="217961" y="8721"/>
                </a:cubicBezTo>
                <a:cubicBezTo>
                  <a:pt x="218983" y="8279"/>
                  <a:pt x="220142" y="8058"/>
                  <a:pt x="221439" y="8058"/>
                </a:cubicBezTo>
                <a:cubicBezTo>
                  <a:pt x="222679" y="8058"/>
                  <a:pt x="223790" y="8251"/>
                  <a:pt x="224771" y="8635"/>
                </a:cubicBezTo>
                <a:cubicBezTo>
                  <a:pt x="225753" y="9020"/>
                  <a:pt x="226585" y="9582"/>
                  <a:pt x="227268" y="10323"/>
                </a:cubicBezTo>
                <a:cubicBezTo>
                  <a:pt x="227951" y="11063"/>
                  <a:pt x="228473" y="11984"/>
                  <a:pt x="228835" y="13086"/>
                </a:cubicBezTo>
                <a:cubicBezTo>
                  <a:pt x="229196" y="14188"/>
                  <a:pt x="229377" y="15451"/>
                  <a:pt x="229377" y="16874"/>
                </a:cubicBezTo>
                <a:moveTo>
                  <a:pt x="226312" y="17012"/>
                </a:moveTo>
                <a:cubicBezTo>
                  <a:pt x="226312" y="15944"/>
                  <a:pt x="226195" y="15012"/>
                  <a:pt x="225959" y="14214"/>
                </a:cubicBezTo>
                <a:cubicBezTo>
                  <a:pt x="225724" y="13416"/>
                  <a:pt x="225388" y="12750"/>
                  <a:pt x="224952" y="12217"/>
                </a:cubicBezTo>
                <a:cubicBezTo>
                  <a:pt x="224516" y="11683"/>
                  <a:pt x="223985" y="11281"/>
                  <a:pt x="223359" y="11011"/>
                </a:cubicBezTo>
                <a:cubicBezTo>
                  <a:pt x="222734" y="10742"/>
                  <a:pt x="222036" y="10607"/>
                  <a:pt x="221267" y="10607"/>
                </a:cubicBezTo>
                <a:cubicBezTo>
                  <a:pt x="220372" y="10607"/>
                  <a:pt x="219606" y="10782"/>
                  <a:pt x="218968" y="11132"/>
                </a:cubicBezTo>
                <a:cubicBezTo>
                  <a:pt x="218331" y="11482"/>
                  <a:pt x="217809" y="11950"/>
                  <a:pt x="217402" y="12535"/>
                </a:cubicBezTo>
                <a:cubicBezTo>
                  <a:pt x="216994" y="13121"/>
                  <a:pt x="216696" y="13801"/>
                  <a:pt x="216506" y="14576"/>
                </a:cubicBezTo>
                <a:cubicBezTo>
                  <a:pt x="216317" y="15350"/>
                  <a:pt x="216222" y="16163"/>
                  <a:pt x="216222" y="17012"/>
                </a:cubicBezTo>
                <a:cubicBezTo>
                  <a:pt x="216222" y="18080"/>
                  <a:pt x="216340" y="19015"/>
                  <a:pt x="216575" y="19819"/>
                </a:cubicBezTo>
                <a:cubicBezTo>
                  <a:pt x="216810" y="20622"/>
                  <a:pt x="217146" y="21291"/>
                  <a:pt x="217582" y="21825"/>
                </a:cubicBezTo>
                <a:cubicBezTo>
                  <a:pt x="218019" y="22358"/>
                  <a:pt x="218547" y="22760"/>
                  <a:pt x="219166" y="23030"/>
                </a:cubicBezTo>
                <a:cubicBezTo>
                  <a:pt x="219786" y="23300"/>
                  <a:pt x="220487" y="23435"/>
                  <a:pt x="221267" y="23435"/>
                </a:cubicBezTo>
                <a:cubicBezTo>
                  <a:pt x="222162" y="23435"/>
                  <a:pt x="222929" y="23260"/>
                  <a:pt x="223566" y="22909"/>
                </a:cubicBezTo>
                <a:cubicBezTo>
                  <a:pt x="224203" y="22559"/>
                  <a:pt x="224725" y="22092"/>
                  <a:pt x="225133" y="21506"/>
                </a:cubicBezTo>
                <a:cubicBezTo>
                  <a:pt x="225540" y="20921"/>
                  <a:pt x="225839" y="20241"/>
                  <a:pt x="226028" y="19466"/>
                </a:cubicBezTo>
                <a:cubicBezTo>
                  <a:pt x="226217" y="18691"/>
                  <a:pt x="226312" y="17873"/>
                  <a:pt x="226312" y="17012"/>
                </a:cubicBezTo>
                <a:close/>
                <a:moveTo>
                  <a:pt x="247756" y="16702"/>
                </a:moveTo>
                <a:cubicBezTo>
                  <a:pt x="247756" y="18240"/>
                  <a:pt x="247541" y="19583"/>
                  <a:pt x="247110" y="20731"/>
                </a:cubicBezTo>
                <a:cubicBezTo>
                  <a:pt x="246680" y="21879"/>
                  <a:pt x="246086" y="22832"/>
                  <a:pt x="245328" y="23590"/>
                </a:cubicBezTo>
                <a:cubicBezTo>
                  <a:pt x="244570" y="24347"/>
                  <a:pt x="243675" y="24915"/>
                  <a:pt x="242642" y="25294"/>
                </a:cubicBezTo>
                <a:cubicBezTo>
                  <a:pt x="241609" y="25673"/>
                  <a:pt x="240490" y="25862"/>
                  <a:pt x="239284" y="25862"/>
                </a:cubicBezTo>
                <a:cubicBezTo>
                  <a:pt x="238733" y="25862"/>
                  <a:pt x="238185" y="25834"/>
                  <a:pt x="237640" y="25776"/>
                </a:cubicBezTo>
                <a:cubicBezTo>
                  <a:pt x="237095" y="25719"/>
                  <a:pt x="236541" y="25621"/>
                  <a:pt x="235978" y="25484"/>
                </a:cubicBezTo>
                <a:lnTo>
                  <a:pt x="235978" y="32715"/>
                </a:lnTo>
                <a:lnTo>
                  <a:pt x="232982" y="32715"/>
                </a:lnTo>
                <a:lnTo>
                  <a:pt x="232982" y="8368"/>
                </a:lnTo>
                <a:lnTo>
                  <a:pt x="235651" y="8368"/>
                </a:lnTo>
                <a:lnTo>
                  <a:pt x="235841" y="11261"/>
                </a:lnTo>
                <a:cubicBezTo>
                  <a:pt x="236701" y="10079"/>
                  <a:pt x="237620" y="9249"/>
                  <a:pt x="238596" y="8773"/>
                </a:cubicBezTo>
                <a:cubicBezTo>
                  <a:pt x="239571" y="8297"/>
                  <a:pt x="240627" y="8058"/>
                  <a:pt x="241764" y="8058"/>
                </a:cubicBezTo>
                <a:cubicBezTo>
                  <a:pt x="242751" y="8058"/>
                  <a:pt x="243618" y="8265"/>
                  <a:pt x="244364" y="8678"/>
                </a:cubicBezTo>
                <a:cubicBezTo>
                  <a:pt x="245110" y="9091"/>
                  <a:pt x="245736" y="9674"/>
                  <a:pt x="246241" y="10426"/>
                </a:cubicBezTo>
                <a:cubicBezTo>
                  <a:pt x="246746" y="11178"/>
                  <a:pt x="247125" y="12085"/>
                  <a:pt x="247377" y="13146"/>
                </a:cubicBezTo>
                <a:cubicBezTo>
                  <a:pt x="247630" y="14208"/>
                  <a:pt x="247756" y="15393"/>
                  <a:pt x="247756" y="16702"/>
                </a:cubicBezTo>
                <a:moveTo>
                  <a:pt x="244691" y="16840"/>
                </a:moveTo>
                <a:cubicBezTo>
                  <a:pt x="244691" y="15933"/>
                  <a:pt x="244625" y="15101"/>
                  <a:pt x="244493" y="14343"/>
                </a:cubicBezTo>
                <a:cubicBezTo>
                  <a:pt x="244361" y="13586"/>
                  <a:pt x="244151" y="12937"/>
                  <a:pt x="243864" y="12397"/>
                </a:cubicBezTo>
                <a:cubicBezTo>
                  <a:pt x="243577" y="11858"/>
                  <a:pt x="243210" y="11436"/>
                  <a:pt x="242762" y="11132"/>
                </a:cubicBezTo>
                <a:cubicBezTo>
                  <a:pt x="242315" y="10828"/>
                  <a:pt x="241781" y="10676"/>
                  <a:pt x="241161" y="10676"/>
                </a:cubicBezTo>
                <a:cubicBezTo>
                  <a:pt x="240782" y="10676"/>
                  <a:pt x="240398" y="10736"/>
                  <a:pt x="240007" y="10856"/>
                </a:cubicBezTo>
                <a:cubicBezTo>
                  <a:pt x="239617" y="10977"/>
                  <a:pt x="239213" y="11178"/>
                  <a:pt x="238794" y="11459"/>
                </a:cubicBezTo>
                <a:cubicBezTo>
                  <a:pt x="238375" y="11740"/>
                  <a:pt x="237933" y="12113"/>
                  <a:pt x="237468" y="12578"/>
                </a:cubicBezTo>
                <a:cubicBezTo>
                  <a:pt x="237003" y="13043"/>
                  <a:pt x="236506" y="13620"/>
                  <a:pt x="235978" y="14309"/>
                </a:cubicBezTo>
                <a:lnTo>
                  <a:pt x="235978" y="22694"/>
                </a:lnTo>
                <a:cubicBezTo>
                  <a:pt x="236529" y="22924"/>
                  <a:pt x="237109" y="23105"/>
                  <a:pt x="237717" y="23237"/>
                </a:cubicBezTo>
                <a:cubicBezTo>
                  <a:pt x="238326" y="23369"/>
                  <a:pt x="238923" y="23435"/>
                  <a:pt x="239508" y="23435"/>
                </a:cubicBezTo>
                <a:cubicBezTo>
                  <a:pt x="241127" y="23435"/>
                  <a:pt x="242395" y="22886"/>
                  <a:pt x="243313" y="21790"/>
                </a:cubicBezTo>
                <a:cubicBezTo>
                  <a:pt x="244232" y="20694"/>
                  <a:pt x="244691" y="19044"/>
                  <a:pt x="244691" y="16840"/>
                </a:cubicBezTo>
                <a:close/>
                <a:moveTo>
                  <a:pt x="266555" y="25656"/>
                </a:moveTo>
                <a:lnTo>
                  <a:pt x="263869" y="25656"/>
                </a:lnTo>
                <a:lnTo>
                  <a:pt x="263766" y="22866"/>
                </a:lnTo>
                <a:cubicBezTo>
                  <a:pt x="263249" y="23463"/>
                  <a:pt x="262758" y="23960"/>
                  <a:pt x="262293" y="24356"/>
                </a:cubicBezTo>
                <a:cubicBezTo>
                  <a:pt x="261829" y="24752"/>
                  <a:pt x="261367" y="25070"/>
                  <a:pt x="260907" y="25311"/>
                </a:cubicBezTo>
                <a:cubicBezTo>
                  <a:pt x="260448" y="25552"/>
                  <a:pt x="259986" y="25722"/>
                  <a:pt x="259521" y="25819"/>
                </a:cubicBezTo>
                <a:cubicBezTo>
                  <a:pt x="259056" y="25917"/>
                  <a:pt x="258566" y="25966"/>
                  <a:pt x="258049" y="25966"/>
                </a:cubicBezTo>
                <a:cubicBezTo>
                  <a:pt x="256270" y="25966"/>
                  <a:pt x="254927" y="25443"/>
                  <a:pt x="254020" y="24399"/>
                </a:cubicBezTo>
                <a:cubicBezTo>
                  <a:pt x="253113" y="23354"/>
                  <a:pt x="252660" y="21776"/>
                  <a:pt x="252660" y="19664"/>
                </a:cubicBezTo>
                <a:lnTo>
                  <a:pt x="252660" y="8368"/>
                </a:lnTo>
                <a:lnTo>
                  <a:pt x="255656" y="8368"/>
                </a:lnTo>
                <a:lnTo>
                  <a:pt x="255656" y="19423"/>
                </a:lnTo>
                <a:cubicBezTo>
                  <a:pt x="255656" y="22074"/>
                  <a:pt x="256654" y="23400"/>
                  <a:pt x="258652" y="23400"/>
                </a:cubicBezTo>
                <a:cubicBezTo>
                  <a:pt x="259019" y="23400"/>
                  <a:pt x="259378" y="23346"/>
                  <a:pt x="259728" y="23237"/>
                </a:cubicBezTo>
                <a:cubicBezTo>
                  <a:pt x="260078" y="23127"/>
                  <a:pt x="260445" y="22938"/>
                  <a:pt x="260830" y="22668"/>
                </a:cubicBezTo>
                <a:cubicBezTo>
                  <a:pt x="261214" y="22399"/>
                  <a:pt x="261628" y="22034"/>
                  <a:pt x="262070" y="21575"/>
                </a:cubicBezTo>
                <a:cubicBezTo>
                  <a:pt x="262512" y="21116"/>
                  <a:pt x="263008" y="20536"/>
                  <a:pt x="263559" y="19836"/>
                </a:cubicBezTo>
                <a:lnTo>
                  <a:pt x="263559" y="8368"/>
                </a:lnTo>
                <a:lnTo>
                  <a:pt x="266555" y="8368"/>
                </a:lnTo>
                <a:lnTo>
                  <a:pt x="266555" y="25656"/>
                </a:lnTo>
                <a:close/>
                <a:moveTo>
                  <a:pt x="287110" y="16702"/>
                </a:moveTo>
                <a:cubicBezTo>
                  <a:pt x="287110" y="18240"/>
                  <a:pt x="286895" y="19583"/>
                  <a:pt x="286465" y="20731"/>
                </a:cubicBezTo>
                <a:cubicBezTo>
                  <a:pt x="286034" y="21879"/>
                  <a:pt x="285440" y="22832"/>
                  <a:pt x="284682" y="23590"/>
                </a:cubicBezTo>
                <a:cubicBezTo>
                  <a:pt x="283925" y="24347"/>
                  <a:pt x="283029" y="24915"/>
                  <a:pt x="281996" y="25294"/>
                </a:cubicBezTo>
                <a:cubicBezTo>
                  <a:pt x="280963" y="25673"/>
                  <a:pt x="279844" y="25862"/>
                  <a:pt x="278639" y="25862"/>
                </a:cubicBezTo>
                <a:cubicBezTo>
                  <a:pt x="278088" y="25862"/>
                  <a:pt x="277540" y="25834"/>
                  <a:pt x="276994" y="25776"/>
                </a:cubicBezTo>
                <a:cubicBezTo>
                  <a:pt x="276449" y="25719"/>
                  <a:pt x="275895" y="25621"/>
                  <a:pt x="275333" y="25484"/>
                </a:cubicBezTo>
                <a:lnTo>
                  <a:pt x="275333" y="32715"/>
                </a:lnTo>
                <a:lnTo>
                  <a:pt x="272337" y="32715"/>
                </a:lnTo>
                <a:lnTo>
                  <a:pt x="272337" y="8368"/>
                </a:lnTo>
                <a:lnTo>
                  <a:pt x="275006" y="8368"/>
                </a:lnTo>
                <a:lnTo>
                  <a:pt x="275195" y="11261"/>
                </a:lnTo>
                <a:cubicBezTo>
                  <a:pt x="276056" y="10079"/>
                  <a:pt x="276974" y="9249"/>
                  <a:pt x="277950" y="8773"/>
                </a:cubicBezTo>
                <a:cubicBezTo>
                  <a:pt x="278926" y="8297"/>
                  <a:pt x="279982" y="8058"/>
                  <a:pt x="281118" y="8058"/>
                </a:cubicBezTo>
                <a:cubicBezTo>
                  <a:pt x="282105" y="8058"/>
                  <a:pt x="282972" y="8265"/>
                  <a:pt x="283718" y="8678"/>
                </a:cubicBezTo>
                <a:cubicBezTo>
                  <a:pt x="284464" y="9091"/>
                  <a:pt x="285090" y="9674"/>
                  <a:pt x="285595" y="10426"/>
                </a:cubicBezTo>
                <a:cubicBezTo>
                  <a:pt x="286100" y="11178"/>
                  <a:pt x="286479" y="12085"/>
                  <a:pt x="286731" y="13146"/>
                </a:cubicBezTo>
                <a:cubicBezTo>
                  <a:pt x="286984" y="14208"/>
                  <a:pt x="287110" y="15393"/>
                  <a:pt x="287110" y="16702"/>
                </a:cubicBezTo>
                <a:moveTo>
                  <a:pt x="284045" y="16840"/>
                </a:moveTo>
                <a:cubicBezTo>
                  <a:pt x="284045" y="15933"/>
                  <a:pt x="283979" y="15101"/>
                  <a:pt x="283847" y="14343"/>
                </a:cubicBezTo>
                <a:cubicBezTo>
                  <a:pt x="283715" y="13586"/>
                  <a:pt x="283506" y="12937"/>
                  <a:pt x="283219" y="12397"/>
                </a:cubicBezTo>
                <a:cubicBezTo>
                  <a:pt x="282932" y="11858"/>
                  <a:pt x="282565" y="11436"/>
                  <a:pt x="282117" y="11132"/>
                </a:cubicBezTo>
                <a:cubicBezTo>
                  <a:pt x="281669" y="10828"/>
                  <a:pt x="281135" y="10676"/>
                  <a:pt x="280516" y="10676"/>
                </a:cubicBezTo>
                <a:cubicBezTo>
                  <a:pt x="280137" y="10676"/>
                  <a:pt x="279752" y="10736"/>
                  <a:pt x="279362" y="10856"/>
                </a:cubicBezTo>
                <a:cubicBezTo>
                  <a:pt x="278972" y="10977"/>
                  <a:pt x="278567" y="11178"/>
                  <a:pt x="278148" y="11459"/>
                </a:cubicBezTo>
                <a:cubicBezTo>
                  <a:pt x="277729" y="11740"/>
                  <a:pt x="277287" y="12113"/>
                  <a:pt x="276822" y="12578"/>
                </a:cubicBezTo>
                <a:cubicBezTo>
                  <a:pt x="276357" y="13043"/>
                  <a:pt x="275861" y="13620"/>
                  <a:pt x="275333" y="14309"/>
                </a:cubicBezTo>
                <a:lnTo>
                  <a:pt x="275333" y="22694"/>
                </a:lnTo>
                <a:cubicBezTo>
                  <a:pt x="275884" y="22924"/>
                  <a:pt x="276463" y="23105"/>
                  <a:pt x="277072" y="23237"/>
                </a:cubicBezTo>
                <a:cubicBezTo>
                  <a:pt x="277680" y="23369"/>
                  <a:pt x="278277" y="23435"/>
                  <a:pt x="278863" y="23435"/>
                </a:cubicBezTo>
                <a:cubicBezTo>
                  <a:pt x="280481" y="23435"/>
                  <a:pt x="281750" y="22886"/>
                  <a:pt x="282668" y="21790"/>
                </a:cubicBezTo>
                <a:cubicBezTo>
                  <a:pt x="283586" y="20694"/>
                  <a:pt x="284045" y="19044"/>
                  <a:pt x="284045" y="16840"/>
                </a:cubicBezTo>
                <a:close/>
                <a:moveTo>
                  <a:pt x="295805" y="0"/>
                </a:moveTo>
                <a:cubicBezTo>
                  <a:pt x="301097" y="4904"/>
                  <a:pt x="303743" y="10360"/>
                  <a:pt x="303743" y="16366"/>
                </a:cubicBezTo>
                <a:cubicBezTo>
                  <a:pt x="303743" y="17607"/>
                  <a:pt x="303617" y="18893"/>
                  <a:pt x="303364" y="20225"/>
                </a:cubicBezTo>
                <a:cubicBezTo>
                  <a:pt x="303112" y="21558"/>
                  <a:pt x="302681" y="22922"/>
                  <a:pt x="302073" y="24317"/>
                </a:cubicBezTo>
                <a:cubicBezTo>
                  <a:pt x="301464" y="25712"/>
                  <a:pt x="300646" y="27128"/>
                  <a:pt x="299619" y="28564"/>
                </a:cubicBezTo>
                <a:cubicBezTo>
                  <a:pt x="298592" y="29999"/>
                  <a:pt x="297297" y="31441"/>
                  <a:pt x="295736" y="32888"/>
                </a:cubicBezTo>
                <a:lnTo>
                  <a:pt x="293997" y="31113"/>
                </a:lnTo>
                <a:cubicBezTo>
                  <a:pt x="296236" y="28896"/>
                  <a:pt x="297906" y="26582"/>
                  <a:pt x="299008" y="24171"/>
                </a:cubicBezTo>
                <a:cubicBezTo>
                  <a:pt x="300110" y="21759"/>
                  <a:pt x="300661" y="19232"/>
                  <a:pt x="300661" y="16590"/>
                </a:cubicBezTo>
                <a:cubicBezTo>
                  <a:pt x="300661" y="11123"/>
                  <a:pt x="298440" y="6208"/>
                  <a:pt x="293997" y="1843"/>
                </a:cubicBezTo>
                <a:lnTo>
                  <a:pt x="295805" y="0"/>
                </a:lnTo>
                <a:close/>
                <a:moveTo>
                  <a:pt x="343297" y="32715"/>
                </a:moveTo>
                <a:lnTo>
                  <a:pt x="342023" y="32715"/>
                </a:lnTo>
                <a:cubicBezTo>
                  <a:pt x="339807" y="32715"/>
                  <a:pt x="338160" y="32196"/>
                  <a:pt x="337081" y="31157"/>
                </a:cubicBezTo>
                <a:cubicBezTo>
                  <a:pt x="336002" y="30118"/>
                  <a:pt x="335462" y="28543"/>
                  <a:pt x="335462" y="26431"/>
                </a:cubicBezTo>
                <a:lnTo>
                  <a:pt x="335462" y="20507"/>
                </a:lnTo>
                <a:cubicBezTo>
                  <a:pt x="335462" y="19945"/>
                  <a:pt x="335399" y="19443"/>
                  <a:pt x="335273" y="19001"/>
                </a:cubicBezTo>
                <a:cubicBezTo>
                  <a:pt x="335147" y="18559"/>
                  <a:pt x="334926" y="18186"/>
                  <a:pt x="334610" y="17882"/>
                </a:cubicBezTo>
                <a:cubicBezTo>
                  <a:pt x="334294" y="17577"/>
                  <a:pt x="333876" y="17345"/>
                  <a:pt x="333353" y="17184"/>
                </a:cubicBezTo>
                <a:cubicBezTo>
                  <a:pt x="332831" y="17023"/>
                  <a:pt x="332174" y="16943"/>
                  <a:pt x="331382" y="16943"/>
                </a:cubicBezTo>
                <a:lnTo>
                  <a:pt x="330641" y="16943"/>
                </a:lnTo>
                <a:lnTo>
                  <a:pt x="330641" y="14550"/>
                </a:lnTo>
                <a:lnTo>
                  <a:pt x="331382" y="14550"/>
                </a:lnTo>
                <a:cubicBezTo>
                  <a:pt x="332220" y="14550"/>
                  <a:pt x="332903" y="14481"/>
                  <a:pt x="333431" y="14343"/>
                </a:cubicBezTo>
                <a:cubicBezTo>
                  <a:pt x="333959" y="14205"/>
                  <a:pt x="334372" y="13996"/>
                  <a:pt x="334670" y="13715"/>
                </a:cubicBezTo>
                <a:cubicBezTo>
                  <a:pt x="334969" y="13433"/>
                  <a:pt x="335176" y="13075"/>
                  <a:pt x="335290" y="12638"/>
                </a:cubicBezTo>
                <a:cubicBezTo>
                  <a:pt x="335405" y="12202"/>
                  <a:pt x="335462" y="11686"/>
                  <a:pt x="335462" y="11089"/>
                </a:cubicBezTo>
                <a:lnTo>
                  <a:pt x="335462" y="7008"/>
                </a:lnTo>
                <a:cubicBezTo>
                  <a:pt x="335462" y="6044"/>
                  <a:pt x="335577" y="5174"/>
                  <a:pt x="335807" y="4399"/>
                </a:cubicBezTo>
                <a:cubicBezTo>
                  <a:pt x="336036" y="3625"/>
                  <a:pt x="336412" y="2964"/>
                  <a:pt x="336935" y="2419"/>
                </a:cubicBezTo>
                <a:cubicBezTo>
                  <a:pt x="337457" y="1874"/>
                  <a:pt x="338134" y="1455"/>
                  <a:pt x="338966" y="1162"/>
                </a:cubicBezTo>
                <a:cubicBezTo>
                  <a:pt x="339799" y="870"/>
                  <a:pt x="340817" y="723"/>
                  <a:pt x="342023" y="723"/>
                </a:cubicBezTo>
                <a:lnTo>
                  <a:pt x="343297" y="723"/>
                </a:lnTo>
                <a:lnTo>
                  <a:pt x="343297" y="3134"/>
                </a:lnTo>
                <a:lnTo>
                  <a:pt x="342281" y="3134"/>
                </a:lnTo>
                <a:cubicBezTo>
                  <a:pt x="339618" y="3134"/>
                  <a:pt x="338286" y="4425"/>
                  <a:pt x="338286" y="7008"/>
                </a:cubicBezTo>
                <a:lnTo>
                  <a:pt x="338286" y="11020"/>
                </a:lnTo>
                <a:cubicBezTo>
                  <a:pt x="338286" y="13821"/>
                  <a:pt x="337075" y="15399"/>
                  <a:pt x="334653" y="15755"/>
                </a:cubicBezTo>
                <a:cubicBezTo>
                  <a:pt x="337098" y="15996"/>
                  <a:pt x="338321" y="17569"/>
                  <a:pt x="338321" y="20473"/>
                </a:cubicBezTo>
                <a:lnTo>
                  <a:pt x="338321" y="26362"/>
                </a:lnTo>
                <a:cubicBezTo>
                  <a:pt x="338321" y="28990"/>
                  <a:pt x="339641" y="30305"/>
                  <a:pt x="342281" y="30305"/>
                </a:cubicBezTo>
                <a:lnTo>
                  <a:pt x="343297" y="30305"/>
                </a:lnTo>
                <a:lnTo>
                  <a:pt x="343297" y="32715"/>
                </a:ln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Text +">
            <a:extLst xmlns:a="http://schemas.openxmlformats.org/drawingml/2006/main">
              <a:ext uri="{FF2B5EF4-FFF2-40B4-BE49-F238E27FC236}">
                <a16:creationId xmlns:a16="http://schemas.microsoft.com/office/drawing/2014/main" id="{CB0CC923-63DD-4790-84C6-CEF7F44A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242" y="9201441"/>
            <a:ext cx="16495" cy="16633"/>
          </a:xfrm>
          <a:custGeom xmlns:a="http://schemas.openxmlformats.org/drawingml/2006/main">
            <a:pathLst>
              <a:path w="16495" h="16633">
                <a:moveTo>
                  <a:pt x="16495" y="9608"/>
                </a:moveTo>
                <a:lnTo>
                  <a:pt x="9729" y="9608"/>
                </a:lnTo>
                <a:lnTo>
                  <a:pt x="9729" y="16633"/>
                </a:lnTo>
                <a:lnTo>
                  <a:pt x="6767" y="16633"/>
                </a:lnTo>
                <a:lnTo>
                  <a:pt x="6767" y="9608"/>
                </a:lnTo>
                <a:lnTo>
                  <a:pt x="0" y="9608"/>
                </a:lnTo>
                <a:lnTo>
                  <a:pt x="0" y="6991"/>
                </a:lnTo>
                <a:lnTo>
                  <a:pt x="6767" y="6991"/>
                </a:lnTo>
                <a:lnTo>
                  <a:pt x="6767" y="0"/>
                </a:lnTo>
                <a:lnTo>
                  <a:pt x="9729" y="0"/>
                </a:lnTo>
                <a:lnTo>
                  <a:pt x="9729" y="6991"/>
                </a:lnTo>
                <a:lnTo>
                  <a:pt x="16495" y="6991"/>
                </a:lnTo>
                <a:lnTo>
                  <a:pt x="16495" y="9608"/>
                </a:ln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Text return;">
            <a:extLst xmlns:a="http://schemas.openxmlformats.org/drawingml/2006/main">
              <a:ext uri="{FF2B5EF4-FFF2-40B4-BE49-F238E27FC236}">
                <a16:creationId xmlns:a16="http://schemas.microsoft.com/office/drawing/2014/main" id="{4E9F9B6C-A3DF-49CF-A430-FF44A722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538" y="9196310"/>
            <a:ext cx="126201" cy="28721"/>
          </a:xfrm>
          <a:custGeom xmlns:a="http://schemas.openxmlformats.org/drawingml/2006/main">
            <a:pathLst>
              <a:path w="126201" h="28721">
                <a:moveTo>
                  <a:pt x="0" y="5544"/>
                </a:moveTo>
                <a:lnTo>
                  <a:pt x="2738" y="5544"/>
                </a:lnTo>
                <a:lnTo>
                  <a:pt x="2824" y="8722"/>
                </a:lnTo>
                <a:cubicBezTo>
                  <a:pt x="3845" y="7496"/>
                  <a:pt x="4853" y="6609"/>
                  <a:pt x="5846" y="6059"/>
                </a:cubicBezTo>
                <a:cubicBezTo>
                  <a:pt x="6839" y="5509"/>
                  <a:pt x="7840" y="5234"/>
                  <a:pt x="8850" y="5234"/>
                </a:cubicBezTo>
                <a:cubicBezTo>
                  <a:pt x="10641" y="5234"/>
                  <a:pt x="11999" y="5813"/>
                  <a:pt x="12923" y="6969"/>
                </a:cubicBezTo>
                <a:cubicBezTo>
                  <a:pt x="13847" y="8126"/>
                  <a:pt x="14274" y="9843"/>
                  <a:pt x="14205" y="12122"/>
                </a:cubicBezTo>
                <a:lnTo>
                  <a:pt x="11175" y="12122"/>
                </a:lnTo>
                <a:cubicBezTo>
                  <a:pt x="11209" y="10613"/>
                  <a:pt x="10988" y="9518"/>
                  <a:pt x="10512" y="8838"/>
                </a:cubicBezTo>
                <a:cubicBezTo>
                  <a:pt x="10036" y="8158"/>
                  <a:pt x="9338" y="7817"/>
                  <a:pt x="8420" y="7817"/>
                </a:cubicBezTo>
                <a:cubicBezTo>
                  <a:pt x="8018" y="7817"/>
                  <a:pt x="7614" y="7889"/>
                  <a:pt x="7206" y="8032"/>
                </a:cubicBezTo>
                <a:cubicBezTo>
                  <a:pt x="6798" y="8175"/>
                  <a:pt x="6380" y="8403"/>
                  <a:pt x="5949" y="8717"/>
                </a:cubicBezTo>
                <a:cubicBezTo>
                  <a:pt x="5519" y="9032"/>
                  <a:pt x="5062" y="9435"/>
                  <a:pt x="4580" y="9927"/>
                </a:cubicBezTo>
                <a:cubicBezTo>
                  <a:pt x="4098" y="10418"/>
                  <a:pt x="3581" y="11012"/>
                  <a:pt x="3030" y="11710"/>
                </a:cubicBezTo>
                <a:lnTo>
                  <a:pt x="3030" y="22832"/>
                </a:lnTo>
                <a:lnTo>
                  <a:pt x="0" y="22832"/>
                </a:lnTo>
                <a:lnTo>
                  <a:pt x="0" y="5544"/>
                </a:lnTo>
                <a:close/>
                <a:moveTo>
                  <a:pt x="33573" y="13276"/>
                </a:moveTo>
                <a:cubicBezTo>
                  <a:pt x="33573" y="13700"/>
                  <a:pt x="33567" y="14056"/>
                  <a:pt x="33556" y="14343"/>
                </a:cubicBezTo>
                <a:cubicBezTo>
                  <a:pt x="33544" y="14630"/>
                  <a:pt x="33527" y="14900"/>
                  <a:pt x="33504" y="15152"/>
                </a:cubicBezTo>
                <a:lnTo>
                  <a:pt x="21365" y="15152"/>
                </a:lnTo>
                <a:cubicBezTo>
                  <a:pt x="21365" y="16920"/>
                  <a:pt x="21858" y="18278"/>
                  <a:pt x="22846" y="19225"/>
                </a:cubicBezTo>
                <a:cubicBezTo>
                  <a:pt x="23833" y="20172"/>
                  <a:pt x="25256" y="20645"/>
                  <a:pt x="27116" y="20645"/>
                </a:cubicBezTo>
                <a:cubicBezTo>
                  <a:pt x="27621" y="20645"/>
                  <a:pt x="28126" y="20625"/>
                  <a:pt x="28631" y="20584"/>
                </a:cubicBezTo>
                <a:cubicBezTo>
                  <a:pt x="29136" y="20543"/>
                  <a:pt x="29624" y="20487"/>
                  <a:pt x="30095" y="20416"/>
                </a:cubicBezTo>
                <a:cubicBezTo>
                  <a:pt x="30565" y="20346"/>
                  <a:pt x="31016" y="20267"/>
                  <a:pt x="31446" y="20179"/>
                </a:cubicBezTo>
                <a:cubicBezTo>
                  <a:pt x="31877" y="20090"/>
                  <a:pt x="32276" y="19993"/>
                  <a:pt x="32643" y="19888"/>
                </a:cubicBezTo>
                <a:lnTo>
                  <a:pt x="32643" y="22350"/>
                </a:lnTo>
                <a:cubicBezTo>
                  <a:pt x="31828" y="22584"/>
                  <a:pt x="30907" y="22775"/>
                  <a:pt x="29879" y="22922"/>
                </a:cubicBezTo>
                <a:cubicBezTo>
                  <a:pt x="28852" y="23068"/>
                  <a:pt x="27787" y="23142"/>
                  <a:pt x="26685" y="23142"/>
                </a:cubicBezTo>
                <a:cubicBezTo>
                  <a:pt x="25205" y="23142"/>
                  <a:pt x="23930" y="22941"/>
                  <a:pt x="22863" y="22539"/>
                </a:cubicBezTo>
                <a:cubicBezTo>
                  <a:pt x="21795" y="22137"/>
                  <a:pt x="20920" y="21555"/>
                  <a:pt x="20237" y="20792"/>
                </a:cubicBezTo>
                <a:cubicBezTo>
                  <a:pt x="19554" y="20028"/>
                  <a:pt x="19049" y="19093"/>
                  <a:pt x="18722" y="17985"/>
                </a:cubicBezTo>
                <a:cubicBezTo>
                  <a:pt x="18395" y="16877"/>
                  <a:pt x="18231" y="15623"/>
                  <a:pt x="18231" y="14223"/>
                </a:cubicBezTo>
                <a:cubicBezTo>
                  <a:pt x="18231" y="13006"/>
                  <a:pt x="18406" y="11855"/>
                  <a:pt x="18756" y="10770"/>
                </a:cubicBezTo>
                <a:cubicBezTo>
                  <a:pt x="19106" y="9685"/>
                  <a:pt x="19617" y="8733"/>
                  <a:pt x="20289" y="7912"/>
                </a:cubicBezTo>
                <a:cubicBezTo>
                  <a:pt x="20960" y="7091"/>
                  <a:pt x="21784" y="6440"/>
                  <a:pt x="22760" y="5958"/>
                </a:cubicBezTo>
                <a:cubicBezTo>
                  <a:pt x="23735" y="5476"/>
                  <a:pt x="24843" y="5234"/>
                  <a:pt x="26083" y="5234"/>
                </a:cubicBezTo>
                <a:cubicBezTo>
                  <a:pt x="27288" y="5234"/>
                  <a:pt x="28356" y="5424"/>
                  <a:pt x="29285" y="5803"/>
                </a:cubicBezTo>
                <a:cubicBezTo>
                  <a:pt x="30215" y="6181"/>
                  <a:pt x="30999" y="6718"/>
                  <a:pt x="31636" y="7413"/>
                </a:cubicBezTo>
                <a:cubicBezTo>
                  <a:pt x="32273" y="8107"/>
                  <a:pt x="32755" y="8951"/>
                  <a:pt x="33082" y="9944"/>
                </a:cubicBezTo>
                <a:cubicBezTo>
                  <a:pt x="33409" y="10937"/>
                  <a:pt x="33573" y="12047"/>
                  <a:pt x="33573" y="13276"/>
                </a:cubicBezTo>
                <a:moveTo>
                  <a:pt x="30456" y="12845"/>
                </a:moveTo>
                <a:cubicBezTo>
                  <a:pt x="30491" y="12076"/>
                  <a:pt x="30416" y="11373"/>
                  <a:pt x="30232" y="10736"/>
                </a:cubicBezTo>
                <a:cubicBezTo>
                  <a:pt x="30049" y="10099"/>
                  <a:pt x="29765" y="9551"/>
                  <a:pt x="29380" y="9091"/>
                </a:cubicBezTo>
                <a:cubicBezTo>
                  <a:pt x="28996" y="8632"/>
                  <a:pt x="28516" y="8274"/>
                  <a:pt x="27942" y="8015"/>
                </a:cubicBezTo>
                <a:cubicBezTo>
                  <a:pt x="27368" y="7757"/>
                  <a:pt x="26703" y="7628"/>
                  <a:pt x="25945" y="7628"/>
                </a:cubicBezTo>
                <a:cubicBezTo>
                  <a:pt x="25291" y="7628"/>
                  <a:pt x="24694" y="7754"/>
                  <a:pt x="24154" y="8007"/>
                </a:cubicBezTo>
                <a:cubicBezTo>
                  <a:pt x="23615" y="8259"/>
                  <a:pt x="23150" y="8615"/>
                  <a:pt x="22760" y="9074"/>
                </a:cubicBezTo>
                <a:cubicBezTo>
                  <a:pt x="22369" y="9533"/>
                  <a:pt x="22054" y="10084"/>
                  <a:pt x="21812" y="10727"/>
                </a:cubicBezTo>
                <a:cubicBezTo>
                  <a:pt x="21571" y="11370"/>
                  <a:pt x="21422" y="12076"/>
                  <a:pt x="21365" y="12845"/>
                </a:cubicBezTo>
                <a:lnTo>
                  <a:pt x="30456" y="12845"/>
                </a:lnTo>
                <a:close/>
                <a:moveTo>
                  <a:pt x="52578" y="22574"/>
                </a:moveTo>
                <a:cubicBezTo>
                  <a:pt x="51901" y="22752"/>
                  <a:pt x="51201" y="22880"/>
                  <a:pt x="50478" y="22957"/>
                </a:cubicBezTo>
                <a:cubicBezTo>
                  <a:pt x="49755" y="23034"/>
                  <a:pt x="49020" y="23073"/>
                  <a:pt x="48274" y="23073"/>
                </a:cubicBezTo>
                <a:cubicBezTo>
                  <a:pt x="46104" y="23073"/>
                  <a:pt x="44486" y="22582"/>
                  <a:pt x="43418" y="21601"/>
                </a:cubicBezTo>
                <a:cubicBezTo>
                  <a:pt x="42351" y="20619"/>
                  <a:pt x="41817" y="19113"/>
                  <a:pt x="41817" y="17081"/>
                </a:cubicBezTo>
                <a:lnTo>
                  <a:pt x="41817" y="8058"/>
                </a:lnTo>
                <a:lnTo>
                  <a:pt x="36978" y="8058"/>
                </a:lnTo>
                <a:lnTo>
                  <a:pt x="36978" y="5544"/>
                </a:lnTo>
                <a:lnTo>
                  <a:pt x="41817" y="5544"/>
                </a:lnTo>
                <a:lnTo>
                  <a:pt x="41817" y="777"/>
                </a:lnTo>
                <a:lnTo>
                  <a:pt x="44813" y="0"/>
                </a:lnTo>
                <a:lnTo>
                  <a:pt x="44813" y="5544"/>
                </a:lnTo>
                <a:lnTo>
                  <a:pt x="52578" y="5544"/>
                </a:lnTo>
                <a:lnTo>
                  <a:pt x="52578" y="8058"/>
                </a:lnTo>
                <a:lnTo>
                  <a:pt x="44813" y="8058"/>
                </a:lnTo>
                <a:lnTo>
                  <a:pt x="44813" y="16840"/>
                </a:lnTo>
                <a:cubicBezTo>
                  <a:pt x="44813" y="18080"/>
                  <a:pt x="45143" y="19007"/>
                  <a:pt x="45803" y="19621"/>
                </a:cubicBezTo>
                <a:cubicBezTo>
                  <a:pt x="46463" y="20235"/>
                  <a:pt x="47436" y="20542"/>
                  <a:pt x="48721" y="20542"/>
                </a:cubicBezTo>
                <a:cubicBezTo>
                  <a:pt x="49272" y="20542"/>
                  <a:pt x="49875" y="20498"/>
                  <a:pt x="50529" y="20409"/>
                </a:cubicBezTo>
                <a:cubicBezTo>
                  <a:pt x="51184" y="20320"/>
                  <a:pt x="51867" y="20181"/>
                  <a:pt x="52578" y="19991"/>
                </a:cubicBezTo>
                <a:lnTo>
                  <a:pt x="52578" y="22574"/>
                </a:lnTo>
                <a:close/>
                <a:moveTo>
                  <a:pt x="72221" y="22832"/>
                </a:moveTo>
                <a:lnTo>
                  <a:pt x="69535" y="22832"/>
                </a:lnTo>
                <a:lnTo>
                  <a:pt x="69432" y="20042"/>
                </a:lnTo>
                <a:cubicBezTo>
                  <a:pt x="68915" y="20639"/>
                  <a:pt x="68424" y="21136"/>
                  <a:pt x="67959" y="21532"/>
                </a:cubicBezTo>
                <a:cubicBezTo>
                  <a:pt x="67495" y="21928"/>
                  <a:pt x="67033" y="22246"/>
                  <a:pt x="66573" y="22488"/>
                </a:cubicBezTo>
                <a:cubicBezTo>
                  <a:pt x="66114" y="22729"/>
                  <a:pt x="65652" y="22898"/>
                  <a:pt x="65187" y="22995"/>
                </a:cubicBezTo>
                <a:cubicBezTo>
                  <a:pt x="64722" y="23093"/>
                  <a:pt x="64232" y="23142"/>
                  <a:pt x="63715" y="23142"/>
                </a:cubicBezTo>
                <a:cubicBezTo>
                  <a:pt x="61936" y="23142"/>
                  <a:pt x="60593" y="22620"/>
                  <a:pt x="59686" y="21575"/>
                </a:cubicBezTo>
                <a:cubicBezTo>
                  <a:pt x="58779" y="20530"/>
                  <a:pt x="58326" y="18952"/>
                  <a:pt x="58326" y="16840"/>
                </a:cubicBezTo>
                <a:lnTo>
                  <a:pt x="58326" y="5544"/>
                </a:lnTo>
                <a:lnTo>
                  <a:pt x="61322" y="5544"/>
                </a:lnTo>
                <a:lnTo>
                  <a:pt x="61322" y="16599"/>
                </a:lnTo>
                <a:cubicBezTo>
                  <a:pt x="61322" y="19250"/>
                  <a:pt x="62320" y="20576"/>
                  <a:pt x="64318" y="20576"/>
                </a:cubicBezTo>
                <a:cubicBezTo>
                  <a:pt x="64685" y="20576"/>
                  <a:pt x="65044" y="20522"/>
                  <a:pt x="65394" y="20413"/>
                </a:cubicBezTo>
                <a:cubicBezTo>
                  <a:pt x="65744" y="20304"/>
                  <a:pt x="66111" y="20114"/>
                  <a:pt x="66496" y="19844"/>
                </a:cubicBezTo>
                <a:cubicBezTo>
                  <a:pt x="66880" y="19575"/>
                  <a:pt x="67294" y="19210"/>
                  <a:pt x="67736" y="18751"/>
                </a:cubicBezTo>
                <a:cubicBezTo>
                  <a:pt x="68178" y="18292"/>
                  <a:pt x="68674" y="17712"/>
                  <a:pt x="69225" y="17012"/>
                </a:cubicBezTo>
                <a:lnTo>
                  <a:pt x="69225" y="5544"/>
                </a:lnTo>
                <a:lnTo>
                  <a:pt x="72221" y="5544"/>
                </a:lnTo>
                <a:lnTo>
                  <a:pt x="72221" y="22832"/>
                </a:lnTo>
                <a:close/>
                <a:moveTo>
                  <a:pt x="77686" y="5544"/>
                </a:moveTo>
                <a:lnTo>
                  <a:pt x="80424" y="5544"/>
                </a:lnTo>
                <a:lnTo>
                  <a:pt x="80510" y="8722"/>
                </a:lnTo>
                <a:cubicBezTo>
                  <a:pt x="81532" y="7496"/>
                  <a:pt x="82539" y="6609"/>
                  <a:pt x="83532" y="6059"/>
                </a:cubicBezTo>
                <a:cubicBezTo>
                  <a:pt x="84525" y="5509"/>
                  <a:pt x="85527" y="5234"/>
                  <a:pt x="86537" y="5234"/>
                </a:cubicBezTo>
                <a:cubicBezTo>
                  <a:pt x="88327" y="5234"/>
                  <a:pt x="89685" y="5813"/>
                  <a:pt x="90609" y="6969"/>
                </a:cubicBezTo>
                <a:cubicBezTo>
                  <a:pt x="91533" y="8126"/>
                  <a:pt x="91961" y="9843"/>
                  <a:pt x="91892" y="12122"/>
                </a:cubicBezTo>
                <a:lnTo>
                  <a:pt x="88861" y="12122"/>
                </a:lnTo>
                <a:cubicBezTo>
                  <a:pt x="88896" y="10613"/>
                  <a:pt x="88675" y="9518"/>
                  <a:pt x="88198" y="8838"/>
                </a:cubicBezTo>
                <a:cubicBezTo>
                  <a:pt x="87722" y="8158"/>
                  <a:pt x="87025" y="7817"/>
                  <a:pt x="86106" y="7817"/>
                </a:cubicBezTo>
                <a:cubicBezTo>
                  <a:pt x="85704" y="7817"/>
                  <a:pt x="85300" y="7889"/>
                  <a:pt x="84892" y="8032"/>
                </a:cubicBezTo>
                <a:cubicBezTo>
                  <a:pt x="84485" y="8175"/>
                  <a:pt x="84066" y="8403"/>
                  <a:pt x="83635" y="8717"/>
                </a:cubicBezTo>
                <a:cubicBezTo>
                  <a:pt x="83205" y="9032"/>
                  <a:pt x="82749" y="9435"/>
                  <a:pt x="82266" y="9927"/>
                </a:cubicBezTo>
                <a:cubicBezTo>
                  <a:pt x="81784" y="10418"/>
                  <a:pt x="81268" y="11012"/>
                  <a:pt x="80717" y="11710"/>
                </a:cubicBezTo>
                <a:lnTo>
                  <a:pt x="80717" y="22832"/>
                </a:lnTo>
                <a:lnTo>
                  <a:pt x="77686" y="22832"/>
                </a:lnTo>
                <a:lnTo>
                  <a:pt x="77686" y="5544"/>
                </a:lnTo>
                <a:close/>
                <a:moveTo>
                  <a:pt x="96657" y="5544"/>
                </a:moveTo>
                <a:lnTo>
                  <a:pt x="99326" y="5544"/>
                </a:lnTo>
                <a:lnTo>
                  <a:pt x="99447" y="8334"/>
                </a:lnTo>
                <a:cubicBezTo>
                  <a:pt x="99952" y="7737"/>
                  <a:pt x="100440" y="7240"/>
                  <a:pt x="100910" y="6844"/>
                </a:cubicBezTo>
                <a:cubicBezTo>
                  <a:pt x="101381" y="6448"/>
                  <a:pt x="101843" y="6130"/>
                  <a:pt x="102297" y="5889"/>
                </a:cubicBezTo>
                <a:cubicBezTo>
                  <a:pt x="102750" y="5648"/>
                  <a:pt x="103212" y="5478"/>
                  <a:pt x="103683" y="5381"/>
                </a:cubicBezTo>
                <a:cubicBezTo>
                  <a:pt x="104153" y="5283"/>
                  <a:pt x="104641" y="5234"/>
                  <a:pt x="105146" y="5234"/>
                </a:cubicBezTo>
                <a:cubicBezTo>
                  <a:pt x="106926" y="5234"/>
                  <a:pt x="108271" y="5760"/>
                  <a:pt x="109184" y="6810"/>
                </a:cubicBezTo>
                <a:cubicBezTo>
                  <a:pt x="110097" y="7860"/>
                  <a:pt x="110553" y="9442"/>
                  <a:pt x="110553" y="11554"/>
                </a:cubicBezTo>
                <a:lnTo>
                  <a:pt x="110553" y="22832"/>
                </a:lnTo>
                <a:lnTo>
                  <a:pt x="107557" y="22832"/>
                </a:lnTo>
                <a:lnTo>
                  <a:pt x="107557" y="11795"/>
                </a:lnTo>
                <a:cubicBezTo>
                  <a:pt x="107557" y="10440"/>
                  <a:pt x="107304" y="9439"/>
                  <a:pt x="106799" y="8790"/>
                </a:cubicBezTo>
                <a:cubicBezTo>
                  <a:pt x="106294" y="8142"/>
                  <a:pt x="105542" y="7817"/>
                  <a:pt x="104544" y="7817"/>
                </a:cubicBezTo>
                <a:cubicBezTo>
                  <a:pt x="104176" y="7817"/>
                  <a:pt x="103818" y="7872"/>
                  <a:pt x="103467" y="7981"/>
                </a:cubicBezTo>
                <a:cubicBezTo>
                  <a:pt x="103117" y="8090"/>
                  <a:pt x="102753" y="8279"/>
                  <a:pt x="102374" y="8549"/>
                </a:cubicBezTo>
                <a:cubicBezTo>
                  <a:pt x="101995" y="8819"/>
                  <a:pt x="101585" y="9183"/>
                  <a:pt x="101143" y="9642"/>
                </a:cubicBezTo>
                <a:cubicBezTo>
                  <a:pt x="100701" y="10102"/>
                  <a:pt x="100205" y="10676"/>
                  <a:pt x="99654" y="11364"/>
                </a:cubicBezTo>
                <a:lnTo>
                  <a:pt x="99654" y="22832"/>
                </a:lnTo>
                <a:lnTo>
                  <a:pt x="96657" y="22832"/>
                </a:lnTo>
                <a:lnTo>
                  <a:pt x="96657" y="5544"/>
                </a:lnTo>
                <a:close/>
                <a:moveTo>
                  <a:pt x="117884" y="26362"/>
                </a:moveTo>
                <a:cubicBezTo>
                  <a:pt x="118470" y="26385"/>
                  <a:pt x="119038" y="26333"/>
                  <a:pt x="119589" y="26206"/>
                </a:cubicBezTo>
                <a:cubicBezTo>
                  <a:pt x="120140" y="26079"/>
                  <a:pt x="120625" y="25892"/>
                  <a:pt x="121044" y="25643"/>
                </a:cubicBezTo>
                <a:cubicBezTo>
                  <a:pt x="121463" y="25396"/>
                  <a:pt x="121799" y="25087"/>
                  <a:pt x="122051" y="24718"/>
                </a:cubicBezTo>
                <a:cubicBezTo>
                  <a:pt x="122304" y="24349"/>
                  <a:pt x="122430" y="23928"/>
                  <a:pt x="122430" y="23455"/>
                </a:cubicBezTo>
                <a:cubicBezTo>
                  <a:pt x="122430" y="22971"/>
                  <a:pt x="122347" y="22579"/>
                  <a:pt x="122180" y="22281"/>
                </a:cubicBezTo>
                <a:cubicBezTo>
                  <a:pt x="122014" y="21982"/>
                  <a:pt x="121827" y="21707"/>
                  <a:pt x="121621" y="21454"/>
                </a:cubicBezTo>
                <a:cubicBezTo>
                  <a:pt x="121414" y="21202"/>
                  <a:pt x="121228" y="20932"/>
                  <a:pt x="121061" y="20645"/>
                </a:cubicBezTo>
                <a:cubicBezTo>
                  <a:pt x="120895" y="20358"/>
                  <a:pt x="120811" y="19974"/>
                  <a:pt x="120811" y="19491"/>
                </a:cubicBezTo>
                <a:cubicBezTo>
                  <a:pt x="120811" y="19250"/>
                  <a:pt x="120857" y="18998"/>
                  <a:pt x="120949" y="18734"/>
                </a:cubicBezTo>
                <a:cubicBezTo>
                  <a:pt x="121041" y="18470"/>
                  <a:pt x="121182" y="18229"/>
                  <a:pt x="121371" y="18011"/>
                </a:cubicBezTo>
                <a:cubicBezTo>
                  <a:pt x="121560" y="17793"/>
                  <a:pt x="121802" y="17615"/>
                  <a:pt x="122094" y="17477"/>
                </a:cubicBezTo>
                <a:cubicBezTo>
                  <a:pt x="122387" y="17339"/>
                  <a:pt x="122734" y="17270"/>
                  <a:pt x="123136" y="17270"/>
                </a:cubicBezTo>
                <a:cubicBezTo>
                  <a:pt x="123538" y="17270"/>
                  <a:pt x="123925" y="17354"/>
                  <a:pt x="124298" y="17521"/>
                </a:cubicBezTo>
                <a:cubicBezTo>
                  <a:pt x="124671" y="17687"/>
                  <a:pt x="124998" y="17943"/>
                  <a:pt x="125280" y="18288"/>
                </a:cubicBezTo>
                <a:cubicBezTo>
                  <a:pt x="125561" y="18633"/>
                  <a:pt x="125785" y="19064"/>
                  <a:pt x="125951" y="19581"/>
                </a:cubicBezTo>
                <a:cubicBezTo>
                  <a:pt x="126118" y="20099"/>
                  <a:pt x="126201" y="20708"/>
                  <a:pt x="126201" y="21409"/>
                </a:cubicBezTo>
                <a:cubicBezTo>
                  <a:pt x="126201" y="22363"/>
                  <a:pt x="126026" y="23280"/>
                  <a:pt x="125676" y="24159"/>
                </a:cubicBezTo>
                <a:cubicBezTo>
                  <a:pt x="125326" y="25039"/>
                  <a:pt x="124803" y="25818"/>
                  <a:pt x="124109" y="26496"/>
                </a:cubicBezTo>
                <a:cubicBezTo>
                  <a:pt x="123414" y="27175"/>
                  <a:pt x="122548" y="27715"/>
                  <a:pt x="121509" y="28117"/>
                </a:cubicBezTo>
                <a:cubicBezTo>
                  <a:pt x="120470" y="28519"/>
                  <a:pt x="119262" y="28721"/>
                  <a:pt x="117884" y="28721"/>
                </a:cubicBezTo>
                <a:lnTo>
                  <a:pt x="117884" y="26362"/>
                </a:lnTo>
                <a:moveTo>
                  <a:pt x="123274" y="5234"/>
                </a:moveTo>
                <a:cubicBezTo>
                  <a:pt x="123630" y="5234"/>
                  <a:pt x="123968" y="5306"/>
                  <a:pt x="124290" y="5450"/>
                </a:cubicBezTo>
                <a:cubicBezTo>
                  <a:pt x="124611" y="5593"/>
                  <a:pt x="124892" y="5785"/>
                  <a:pt x="125133" y="6027"/>
                </a:cubicBezTo>
                <a:cubicBezTo>
                  <a:pt x="125374" y="6268"/>
                  <a:pt x="125567" y="6549"/>
                  <a:pt x="125710" y="6870"/>
                </a:cubicBezTo>
                <a:cubicBezTo>
                  <a:pt x="125854" y="7192"/>
                  <a:pt x="125925" y="7530"/>
                  <a:pt x="125925" y="7886"/>
                </a:cubicBezTo>
                <a:cubicBezTo>
                  <a:pt x="125925" y="8253"/>
                  <a:pt x="125854" y="8595"/>
                  <a:pt x="125710" y="8911"/>
                </a:cubicBezTo>
                <a:cubicBezTo>
                  <a:pt x="125567" y="9226"/>
                  <a:pt x="125374" y="9505"/>
                  <a:pt x="125133" y="9746"/>
                </a:cubicBezTo>
                <a:cubicBezTo>
                  <a:pt x="124892" y="9987"/>
                  <a:pt x="124611" y="10176"/>
                  <a:pt x="124290" y="10314"/>
                </a:cubicBezTo>
                <a:cubicBezTo>
                  <a:pt x="123968" y="10452"/>
                  <a:pt x="123630" y="10521"/>
                  <a:pt x="123274" y="10521"/>
                </a:cubicBezTo>
                <a:cubicBezTo>
                  <a:pt x="122906" y="10521"/>
                  <a:pt x="122565" y="10452"/>
                  <a:pt x="122249" y="10314"/>
                </a:cubicBezTo>
                <a:cubicBezTo>
                  <a:pt x="121934" y="10176"/>
                  <a:pt x="121655" y="9987"/>
                  <a:pt x="121414" y="9746"/>
                </a:cubicBezTo>
                <a:cubicBezTo>
                  <a:pt x="121173" y="9505"/>
                  <a:pt x="120984" y="9226"/>
                  <a:pt x="120846" y="8911"/>
                </a:cubicBezTo>
                <a:cubicBezTo>
                  <a:pt x="120708" y="8595"/>
                  <a:pt x="120639" y="8253"/>
                  <a:pt x="120639" y="7886"/>
                </a:cubicBezTo>
                <a:cubicBezTo>
                  <a:pt x="120639" y="7530"/>
                  <a:pt x="120708" y="7192"/>
                  <a:pt x="120846" y="6870"/>
                </a:cubicBezTo>
                <a:cubicBezTo>
                  <a:pt x="120984" y="6549"/>
                  <a:pt x="121173" y="6268"/>
                  <a:pt x="121414" y="6027"/>
                </a:cubicBezTo>
                <a:cubicBezTo>
                  <a:pt x="121655" y="5785"/>
                  <a:pt x="121934" y="5593"/>
                  <a:pt x="122249" y="5450"/>
                </a:cubicBezTo>
                <a:cubicBezTo>
                  <a:pt x="122565" y="5306"/>
                  <a:pt x="122906" y="5234"/>
                  <a:pt x="123274" y="5234"/>
                </a:cubicBez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Text +">
            <a:extLst xmlns:a="http://schemas.openxmlformats.org/drawingml/2006/main">
              <a:ext uri="{FF2B5EF4-FFF2-40B4-BE49-F238E27FC236}">
                <a16:creationId xmlns:a16="http://schemas.microsoft.com/office/drawing/2014/main" id="{141BBB51-A29F-40E1-BEC9-A6C061ED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242" y="9243965"/>
            <a:ext cx="16495" cy="16633"/>
          </a:xfrm>
          <a:custGeom xmlns:a="http://schemas.openxmlformats.org/drawingml/2006/main">
            <a:pathLst>
              <a:path w="16495" h="16633">
                <a:moveTo>
                  <a:pt x="16495" y="9608"/>
                </a:moveTo>
                <a:lnTo>
                  <a:pt x="9729" y="9608"/>
                </a:lnTo>
                <a:lnTo>
                  <a:pt x="9729" y="16633"/>
                </a:lnTo>
                <a:lnTo>
                  <a:pt x="6767" y="16633"/>
                </a:lnTo>
                <a:lnTo>
                  <a:pt x="6767" y="9608"/>
                </a:lnTo>
                <a:lnTo>
                  <a:pt x="0" y="9608"/>
                </a:lnTo>
                <a:lnTo>
                  <a:pt x="0" y="6991"/>
                </a:lnTo>
                <a:lnTo>
                  <a:pt x="6767" y="6991"/>
                </a:lnTo>
                <a:lnTo>
                  <a:pt x="6767" y="0"/>
                </a:lnTo>
                <a:lnTo>
                  <a:pt x="9729" y="0"/>
                </a:lnTo>
                <a:lnTo>
                  <a:pt x="9729" y="6991"/>
                </a:lnTo>
                <a:lnTo>
                  <a:pt x="16495" y="6991"/>
                </a:lnTo>
                <a:lnTo>
                  <a:pt x="16495" y="9608"/>
                </a:ln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Text }">
            <a:extLst xmlns:a="http://schemas.openxmlformats.org/drawingml/2006/main">
              <a:ext uri="{FF2B5EF4-FFF2-40B4-BE49-F238E27FC236}">
                <a16:creationId xmlns:a16="http://schemas.microsoft.com/office/drawing/2014/main" id="{CC5E6469-98E7-4685-9BD0-8E888BC2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232" y="9236734"/>
            <a:ext cx="12673" cy="31992"/>
          </a:xfrm>
          <a:custGeom xmlns:a="http://schemas.openxmlformats.org/drawingml/2006/main">
            <a:pathLst>
              <a:path w="12673" h="31992">
                <a:moveTo>
                  <a:pt x="0" y="0"/>
                </a:moveTo>
                <a:lnTo>
                  <a:pt x="1274" y="0"/>
                </a:lnTo>
                <a:cubicBezTo>
                  <a:pt x="3490" y="0"/>
                  <a:pt x="5137" y="519"/>
                  <a:pt x="6216" y="1558"/>
                </a:cubicBezTo>
                <a:cubicBezTo>
                  <a:pt x="7295" y="2597"/>
                  <a:pt x="7834" y="4173"/>
                  <a:pt x="7834" y="6285"/>
                </a:cubicBezTo>
                <a:lnTo>
                  <a:pt x="7834" y="10262"/>
                </a:lnTo>
                <a:cubicBezTo>
                  <a:pt x="7834" y="10825"/>
                  <a:pt x="7898" y="11327"/>
                  <a:pt x="8024" y="11769"/>
                </a:cubicBezTo>
                <a:cubicBezTo>
                  <a:pt x="8150" y="12211"/>
                  <a:pt x="8371" y="12584"/>
                  <a:pt x="8687" y="12888"/>
                </a:cubicBezTo>
                <a:cubicBezTo>
                  <a:pt x="9002" y="13192"/>
                  <a:pt x="9424" y="13425"/>
                  <a:pt x="9952" y="13586"/>
                </a:cubicBezTo>
                <a:cubicBezTo>
                  <a:pt x="10480" y="13746"/>
                  <a:pt x="11140" y="13827"/>
                  <a:pt x="11933" y="13827"/>
                </a:cubicBezTo>
                <a:lnTo>
                  <a:pt x="12673" y="13827"/>
                </a:lnTo>
                <a:lnTo>
                  <a:pt x="12673" y="16220"/>
                </a:lnTo>
                <a:lnTo>
                  <a:pt x="11933" y="16220"/>
                </a:lnTo>
                <a:cubicBezTo>
                  <a:pt x="11095" y="16220"/>
                  <a:pt x="10409" y="16289"/>
                  <a:pt x="9875" y="16427"/>
                </a:cubicBezTo>
                <a:cubicBezTo>
                  <a:pt x="9341" y="16564"/>
                  <a:pt x="8925" y="16774"/>
                  <a:pt x="8627" y="17055"/>
                </a:cubicBezTo>
                <a:cubicBezTo>
                  <a:pt x="8328" y="17336"/>
                  <a:pt x="8121" y="17695"/>
                  <a:pt x="8007" y="18131"/>
                </a:cubicBezTo>
                <a:cubicBezTo>
                  <a:pt x="7892" y="18567"/>
                  <a:pt x="7834" y="19084"/>
                  <a:pt x="7834" y="19681"/>
                </a:cubicBezTo>
                <a:lnTo>
                  <a:pt x="7834" y="25707"/>
                </a:lnTo>
                <a:cubicBezTo>
                  <a:pt x="7834" y="26672"/>
                  <a:pt x="7720" y="27541"/>
                  <a:pt x="7490" y="28316"/>
                </a:cubicBezTo>
                <a:cubicBezTo>
                  <a:pt x="7261" y="29091"/>
                  <a:pt x="6887" y="29751"/>
                  <a:pt x="6371" y="30296"/>
                </a:cubicBezTo>
                <a:cubicBezTo>
                  <a:pt x="5854" y="30841"/>
                  <a:pt x="5177" y="31260"/>
                  <a:pt x="4339" y="31553"/>
                </a:cubicBezTo>
                <a:cubicBezTo>
                  <a:pt x="3501" y="31846"/>
                  <a:pt x="2479" y="31992"/>
                  <a:pt x="1274" y="31992"/>
                </a:cubicBezTo>
                <a:lnTo>
                  <a:pt x="0" y="31992"/>
                </a:lnTo>
                <a:lnTo>
                  <a:pt x="0" y="29582"/>
                </a:lnTo>
                <a:lnTo>
                  <a:pt x="1033" y="29582"/>
                </a:lnTo>
                <a:cubicBezTo>
                  <a:pt x="3685" y="29582"/>
                  <a:pt x="5011" y="28290"/>
                  <a:pt x="5011" y="25707"/>
                </a:cubicBezTo>
                <a:lnTo>
                  <a:pt x="5011" y="19750"/>
                </a:lnTo>
                <a:cubicBezTo>
                  <a:pt x="5011" y="16949"/>
                  <a:pt x="6222" y="15376"/>
                  <a:pt x="8644" y="15032"/>
                </a:cubicBezTo>
                <a:cubicBezTo>
                  <a:pt x="6199" y="14768"/>
                  <a:pt x="4976" y="13189"/>
                  <a:pt x="4976" y="10297"/>
                </a:cubicBezTo>
                <a:lnTo>
                  <a:pt x="4976" y="6354"/>
                </a:lnTo>
                <a:cubicBezTo>
                  <a:pt x="4976" y="3725"/>
                  <a:pt x="3662" y="2411"/>
                  <a:pt x="1033" y="2411"/>
                </a:cubicBezTo>
                <a:lnTo>
                  <a:pt x="0" y="24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-">
            <a:extLst xmlns:a="http://schemas.openxmlformats.org/drawingml/2006/main">
              <a:ext uri="{FF2B5EF4-FFF2-40B4-BE49-F238E27FC236}">
                <a16:creationId xmlns:a16="http://schemas.microsoft.com/office/drawing/2014/main" id="{10B93293-8C70-41BC-97EB-814CF230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341" y="9335901"/>
            <a:ext cx="10297" cy="2824"/>
          </a:xfrm>
          <a:custGeom xmlns:a="http://schemas.openxmlformats.org/drawingml/2006/main">
            <a:pathLst>
              <a:path w="10297" h="2824">
                <a:moveTo>
                  <a:pt x="10297" y="2824"/>
                </a:moveTo>
                <a:lnTo>
                  <a:pt x="0" y="2824"/>
                </a:lnTo>
                <a:lnTo>
                  <a:pt x="0" y="0"/>
                </a:lnTo>
                <a:lnTo>
                  <a:pt x="10297" y="0"/>
                </a:lnTo>
                <a:lnTo>
                  <a:pt x="10297" y="2824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const{prefix,popupProps}=this.props;">
            <a:extLst xmlns:a="http://schemas.openxmlformats.org/drawingml/2006/main">
              <a:ext uri="{FF2B5EF4-FFF2-40B4-BE49-F238E27FC236}">
                <a16:creationId xmlns:a16="http://schemas.microsoft.com/office/drawing/2014/main" id="{B3594440-F16F-4E40-980E-EB7A967A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798" y="9321782"/>
            <a:ext cx="807485" cy="31992"/>
          </a:xfrm>
          <a:custGeom xmlns:a="http://schemas.openxmlformats.org/drawingml/2006/main">
            <a:pathLst>
              <a:path w="807485" h="31992">
                <a:moveTo>
                  <a:pt x="13465" y="24295"/>
                </a:moveTo>
                <a:cubicBezTo>
                  <a:pt x="12684" y="24594"/>
                  <a:pt x="11884" y="24815"/>
                  <a:pt x="11063" y="24958"/>
                </a:cubicBezTo>
                <a:cubicBezTo>
                  <a:pt x="10242" y="25102"/>
                  <a:pt x="9396" y="25174"/>
                  <a:pt x="8523" y="25174"/>
                </a:cubicBezTo>
                <a:cubicBezTo>
                  <a:pt x="5791" y="25174"/>
                  <a:pt x="3688" y="24433"/>
                  <a:pt x="2213" y="22952"/>
                </a:cubicBezTo>
                <a:cubicBezTo>
                  <a:pt x="738" y="21472"/>
                  <a:pt x="0" y="19308"/>
                  <a:pt x="0" y="16461"/>
                </a:cubicBezTo>
                <a:cubicBezTo>
                  <a:pt x="0" y="15095"/>
                  <a:pt x="212" y="13855"/>
                  <a:pt x="637" y="12742"/>
                </a:cubicBezTo>
                <a:cubicBezTo>
                  <a:pt x="1062" y="11628"/>
                  <a:pt x="1659" y="10676"/>
                  <a:pt x="2428" y="9883"/>
                </a:cubicBezTo>
                <a:cubicBezTo>
                  <a:pt x="3197" y="9091"/>
                  <a:pt x="4115" y="8480"/>
                  <a:pt x="5183" y="8050"/>
                </a:cubicBezTo>
                <a:cubicBezTo>
                  <a:pt x="6250" y="7619"/>
                  <a:pt x="7427" y="7404"/>
                  <a:pt x="8713" y="7404"/>
                </a:cubicBezTo>
                <a:cubicBezTo>
                  <a:pt x="9608" y="7404"/>
                  <a:pt x="10446" y="7469"/>
                  <a:pt x="11227" y="7598"/>
                </a:cubicBezTo>
                <a:cubicBezTo>
                  <a:pt x="12007" y="7727"/>
                  <a:pt x="12753" y="7937"/>
                  <a:pt x="13465" y="8231"/>
                </a:cubicBezTo>
                <a:lnTo>
                  <a:pt x="13465" y="11089"/>
                </a:lnTo>
                <a:cubicBezTo>
                  <a:pt x="12719" y="10692"/>
                  <a:pt x="11958" y="10404"/>
                  <a:pt x="11184" y="10224"/>
                </a:cubicBezTo>
                <a:cubicBezTo>
                  <a:pt x="10409" y="10043"/>
                  <a:pt x="9608" y="9952"/>
                  <a:pt x="8782" y="9952"/>
                </a:cubicBezTo>
                <a:cubicBezTo>
                  <a:pt x="8012" y="9952"/>
                  <a:pt x="7286" y="10099"/>
                  <a:pt x="6603" y="10391"/>
                </a:cubicBezTo>
                <a:cubicBezTo>
                  <a:pt x="5920" y="10684"/>
                  <a:pt x="5321" y="11106"/>
                  <a:pt x="4804" y="11657"/>
                </a:cubicBezTo>
                <a:cubicBezTo>
                  <a:pt x="4287" y="12208"/>
                  <a:pt x="3880" y="12880"/>
                  <a:pt x="3581" y="13672"/>
                </a:cubicBezTo>
                <a:cubicBezTo>
                  <a:pt x="3283" y="14464"/>
                  <a:pt x="3134" y="15359"/>
                  <a:pt x="3134" y="16358"/>
                </a:cubicBezTo>
                <a:cubicBezTo>
                  <a:pt x="3134" y="18447"/>
                  <a:pt x="3642" y="20011"/>
                  <a:pt x="4658" y="21050"/>
                </a:cubicBezTo>
                <a:cubicBezTo>
                  <a:pt x="5674" y="22089"/>
                  <a:pt x="7083" y="22608"/>
                  <a:pt x="8885" y="22608"/>
                </a:cubicBezTo>
                <a:cubicBezTo>
                  <a:pt x="9700" y="22608"/>
                  <a:pt x="10489" y="22516"/>
                  <a:pt x="11252" y="22333"/>
                </a:cubicBezTo>
                <a:cubicBezTo>
                  <a:pt x="12016" y="22149"/>
                  <a:pt x="12753" y="21873"/>
                  <a:pt x="13465" y="21506"/>
                </a:cubicBezTo>
                <a:lnTo>
                  <a:pt x="13465" y="24295"/>
                </a:lnTo>
                <a:close/>
                <a:moveTo>
                  <a:pt x="34761" y="16151"/>
                </a:moveTo>
                <a:cubicBezTo>
                  <a:pt x="34761" y="17494"/>
                  <a:pt x="34571" y="18725"/>
                  <a:pt x="34193" y="19844"/>
                </a:cubicBezTo>
                <a:cubicBezTo>
                  <a:pt x="33814" y="20964"/>
                  <a:pt x="33269" y="21922"/>
                  <a:pt x="32557" y="22720"/>
                </a:cubicBezTo>
                <a:cubicBezTo>
                  <a:pt x="31845" y="23518"/>
                  <a:pt x="30979" y="24138"/>
                  <a:pt x="29957" y="24580"/>
                </a:cubicBezTo>
                <a:cubicBezTo>
                  <a:pt x="28935" y="25022"/>
                  <a:pt x="27776" y="25243"/>
                  <a:pt x="26479" y="25243"/>
                </a:cubicBezTo>
                <a:cubicBezTo>
                  <a:pt x="25239" y="25243"/>
                  <a:pt x="24128" y="25050"/>
                  <a:pt x="23147" y="24666"/>
                </a:cubicBezTo>
                <a:cubicBezTo>
                  <a:pt x="22165" y="24281"/>
                  <a:pt x="21333" y="23716"/>
                  <a:pt x="20650" y="22970"/>
                </a:cubicBezTo>
                <a:cubicBezTo>
                  <a:pt x="19967" y="22224"/>
                  <a:pt x="19445" y="21299"/>
                  <a:pt x="19083" y="20197"/>
                </a:cubicBezTo>
                <a:cubicBezTo>
                  <a:pt x="18722" y="19095"/>
                  <a:pt x="18541" y="17827"/>
                  <a:pt x="18541" y="16392"/>
                </a:cubicBezTo>
                <a:cubicBezTo>
                  <a:pt x="18541" y="15049"/>
                  <a:pt x="18730" y="13824"/>
                  <a:pt x="19109" y="12716"/>
                </a:cubicBezTo>
                <a:cubicBezTo>
                  <a:pt x="19488" y="11608"/>
                  <a:pt x="20033" y="10655"/>
                  <a:pt x="20745" y="9858"/>
                </a:cubicBezTo>
                <a:cubicBezTo>
                  <a:pt x="21457" y="9060"/>
                  <a:pt x="22323" y="8440"/>
                  <a:pt x="23345" y="7998"/>
                </a:cubicBezTo>
                <a:cubicBezTo>
                  <a:pt x="24367" y="7556"/>
                  <a:pt x="25526" y="7335"/>
                  <a:pt x="26823" y="7335"/>
                </a:cubicBezTo>
                <a:cubicBezTo>
                  <a:pt x="28063" y="7335"/>
                  <a:pt x="29173" y="7527"/>
                  <a:pt x="30155" y="7912"/>
                </a:cubicBezTo>
                <a:cubicBezTo>
                  <a:pt x="31136" y="8297"/>
                  <a:pt x="31969" y="8859"/>
                  <a:pt x="32652" y="9599"/>
                </a:cubicBezTo>
                <a:cubicBezTo>
                  <a:pt x="33335" y="10340"/>
                  <a:pt x="33857" y="11261"/>
                  <a:pt x="34219" y="12363"/>
                </a:cubicBezTo>
                <a:cubicBezTo>
                  <a:pt x="34580" y="13465"/>
                  <a:pt x="34761" y="14728"/>
                  <a:pt x="34761" y="16151"/>
                </a:cubicBezTo>
                <a:moveTo>
                  <a:pt x="31696" y="16289"/>
                </a:moveTo>
                <a:cubicBezTo>
                  <a:pt x="31696" y="15221"/>
                  <a:pt x="31578" y="14289"/>
                  <a:pt x="31343" y="13491"/>
                </a:cubicBezTo>
                <a:cubicBezTo>
                  <a:pt x="31108" y="12693"/>
                  <a:pt x="30772" y="12027"/>
                  <a:pt x="30336" y="11493"/>
                </a:cubicBezTo>
                <a:cubicBezTo>
                  <a:pt x="29900" y="10960"/>
                  <a:pt x="29369" y="10558"/>
                  <a:pt x="28743" y="10288"/>
                </a:cubicBezTo>
                <a:cubicBezTo>
                  <a:pt x="28117" y="10018"/>
                  <a:pt x="27420" y="9883"/>
                  <a:pt x="26651" y="9883"/>
                </a:cubicBezTo>
                <a:cubicBezTo>
                  <a:pt x="25756" y="9883"/>
                  <a:pt x="24989" y="10059"/>
                  <a:pt x="24352" y="10409"/>
                </a:cubicBezTo>
                <a:cubicBezTo>
                  <a:pt x="23715" y="10759"/>
                  <a:pt x="23193" y="11227"/>
                  <a:pt x="22785" y="11812"/>
                </a:cubicBezTo>
                <a:cubicBezTo>
                  <a:pt x="22378" y="12397"/>
                  <a:pt x="22079" y="13078"/>
                  <a:pt x="21890" y="13852"/>
                </a:cubicBezTo>
                <a:cubicBezTo>
                  <a:pt x="21701" y="14627"/>
                  <a:pt x="21606" y="15439"/>
                  <a:pt x="21606" y="16289"/>
                </a:cubicBezTo>
                <a:cubicBezTo>
                  <a:pt x="21606" y="17356"/>
                  <a:pt x="21724" y="18292"/>
                  <a:pt x="21959" y="19095"/>
                </a:cubicBezTo>
                <a:cubicBezTo>
                  <a:pt x="22194" y="19899"/>
                  <a:pt x="22530" y="20568"/>
                  <a:pt x="22966" y="21101"/>
                </a:cubicBezTo>
                <a:cubicBezTo>
                  <a:pt x="23402" y="21635"/>
                  <a:pt x="23930" y="22037"/>
                  <a:pt x="24550" y="22307"/>
                </a:cubicBezTo>
                <a:cubicBezTo>
                  <a:pt x="25170" y="22577"/>
                  <a:pt x="25870" y="22711"/>
                  <a:pt x="26651" y="22711"/>
                </a:cubicBezTo>
                <a:cubicBezTo>
                  <a:pt x="27546" y="22711"/>
                  <a:pt x="28313" y="22536"/>
                  <a:pt x="28950" y="22186"/>
                </a:cubicBezTo>
                <a:cubicBezTo>
                  <a:pt x="29587" y="21836"/>
                  <a:pt x="30109" y="21368"/>
                  <a:pt x="30517" y="20783"/>
                </a:cubicBezTo>
                <a:cubicBezTo>
                  <a:pt x="30924" y="20197"/>
                  <a:pt x="31222" y="19517"/>
                  <a:pt x="31412" y="18742"/>
                </a:cubicBezTo>
                <a:cubicBezTo>
                  <a:pt x="31601" y="17968"/>
                  <a:pt x="31696" y="17150"/>
                  <a:pt x="31696" y="16289"/>
                </a:cubicBezTo>
                <a:close/>
                <a:moveTo>
                  <a:pt x="39389" y="7645"/>
                </a:moveTo>
                <a:lnTo>
                  <a:pt x="42058" y="7645"/>
                </a:lnTo>
                <a:lnTo>
                  <a:pt x="42178" y="10434"/>
                </a:lnTo>
                <a:cubicBezTo>
                  <a:pt x="42683" y="9838"/>
                  <a:pt x="43171" y="9341"/>
                  <a:pt x="43642" y="8945"/>
                </a:cubicBezTo>
                <a:cubicBezTo>
                  <a:pt x="44113" y="8549"/>
                  <a:pt x="44575" y="8231"/>
                  <a:pt x="45028" y="7989"/>
                </a:cubicBezTo>
                <a:cubicBezTo>
                  <a:pt x="45481" y="7748"/>
                  <a:pt x="45943" y="7579"/>
                  <a:pt x="46414" y="7481"/>
                </a:cubicBezTo>
                <a:cubicBezTo>
                  <a:pt x="46885" y="7384"/>
                  <a:pt x="47373" y="7335"/>
                  <a:pt x="47878" y="7335"/>
                </a:cubicBezTo>
                <a:cubicBezTo>
                  <a:pt x="49657" y="7335"/>
                  <a:pt x="51003" y="7860"/>
                  <a:pt x="51915" y="8911"/>
                </a:cubicBezTo>
                <a:cubicBezTo>
                  <a:pt x="52828" y="9961"/>
                  <a:pt x="53284" y="11542"/>
                  <a:pt x="53284" y="13654"/>
                </a:cubicBezTo>
                <a:lnTo>
                  <a:pt x="53284" y="24933"/>
                </a:lnTo>
                <a:lnTo>
                  <a:pt x="50288" y="24933"/>
                </a:lnTo>
                <a:lnTo>
                  <a:pt x="50288" y="13895"/>
                </a:lnTo>
                <a:cubicBezTo>
                  <a:pt x="50288" y="12541"/>
                  <a:pt x="50036" y="11539"/>
                  <a:pt x="49531" y="10891"/>
                </a:cubicBezTo>
                <a:cubicBezTo>
                  <a:pt x="49026" y="10242"/>
                  <a:pt x="48274" y="9918"/>
                  <a:pt x="47275" y="9918"/>
                </a:cubicBezTo>
                <a:cubicBezTo>
                  <a:pt x="46908" y="9918"/>
                  <a:pt x="46549" y="9972"/>
                  <a:pt x="46199" y="10082"/>
                </a:cubicBezTo>
                <a:cubicBezTo>
                  <a:pt x="45849" y="10191"/>
                  <a:pt x="45484" y="10380"/>
                  <a:pt x="45106" y="10650"/>
                </a:cubicBezTo>
                <a:cubicBezTo>
                  <a:pt x="44727" y="10919"/>
                  <a:pt x="44316" y="11284"/>
                  <a:pt x="43874" y="11743"/>
                </a:cubicBezTo>
                <a:cubicBezTo>
                  <a:pt x="43432" y="12202"/>
                  <a:pt x="42936" y="12776"/>
                  <a:pt x="42385" y="13465"/>
                </a:cubicBezTo>
                <a:lnTo>
                  <a:pt x="42385" y="24933"/>
                </a:lnTo>
                <a:lnTo>
                  <a:pt x="39389" y="24933"/>
                </a:lnTo>
                <a:lnTo>
                  <a:pt x="39389" y="7645"/>
                </a:lnTo>
                <a:close/>
                <a:moveTo>
                  <a:pt x="72755" y="20215"/>
                </a:moveTo>
                <a:cubicBezTo>
                  <a:pt x="72755" y="20823"/>
                  <a:pt x="72652" y="21368"/>
                  <a:pt x="72445" y="21850"/>
                </a:cubicBezTo>
                <a:cubicBezTo>
                  <a:pt x="72238" y="22333"/>
                  <a:pt x="71957" y="22760"/>
                  <a:pt x="71601" y="23133"/>
                </a:cubicBezTo>
                <a:cubicBezTo>
                  <a:pt x="71245" y="23506"/>
                  <a:pt x="70832" y="23825"/>
                  <a:pt x="70361" y="24089"/>
                </a:cubicBezTo>
                <a:cubicBezTo>
                  <a:pt x="69891" y="24353"/>
                  <a:pt x="69389" y="24571"/>
                  <a:pt x="68855" y="24743"/>
                </a:cubicBezTo>
                <a:cubicBezTo>
                  <a:pt x="68321" y="24915"/>
                  <a:pt x="67773" y="25042"/>
                  <a:pt x="67210" y="25122"/>
                </a:cubicBezTo>
                <a:cubicBezTo>
                  <a:pt x="66648" y="25202"/>
                  <a:pt x="66097" y="25243"/>
                  <a:pt x="65557" y="25243"/>
                </a:cubicBezTo>
                <a:cubicBezTo>
                  <a:pt x="64387" y="25243"/>
                  <a:pt x="63310" y="25191"/>
                  <a:pt x="62329" y="25088"/>
                </a:cubicBezTo>
                <a:cubicBezTo>
                  <a:pt x="61348" y="24984"/>
                  <a:pt x="60386" y="24818"/>
                  <a:pt x="59445" y="24588"/>
                </a:cubicBezTo>
                <a:lnTo>
                  <a:pt x="59445" y="21833"/>
                </a:lnTo>
                <a:cubicBezTo>
                  <a:pt x="60455" y="22120"/>
                  <a:pt x="61459" y="22338"/>
                  <a:pt x="62458" y="22488"/>
                </a:cubicBezTo>
                <a:cubicBezTo>
                  <a:pt x="63457" y="22637"/>
                  <a:pt x="64450" y="22711"/>
                  <a:pt x="65437" y="22711"/>
                </a:cubicBezTo>
                <a:cubicBezTo>
                  <a:pt x="66872" y="22711"/>
                  <a:pt x="67934" y="22516"/>
                  <a:pt x="68622" y="22126"/>
                </a:cubicBezTo>
                <a:cubicBezTo>
                  <a:pt x="69311" y="21736"/>
                  <a:pt x="69656" y="21179"/>
                  <a:pt x="69656" y="20456"/>
                </a:cubicBezTo>
                <a:cubicBezTo>
                  <a:pt x="69656" y="20146"/>
                  <a:pt x="69601" y="19867"/>
                  <a:pt x="69492" y="19621"/>
                </a:cubicBezTo>
                <a:cubicBezTo>
                  <a:pt x="69383" y="19374"/>
                  <a:pt x="69185" y="19139"/>
                  <a:pt x="68898" y="18915"/>
                </a:cubicBezTo>
                <a:cubicBezTo>
                  <a:pt x="68611" y="18691"/>
                  <a:pt x="68166" y="18458"/>
                  <a:pt x="67563" y="18217"/>
                </a:cubicBezTo>
                <a:cubicBezTo>
                  <a:pt x="66961" y="17976"/>
                  <a:pt x="66137" y="17701"/>
                  <a:pt x="65093" y="17391"/>
                </a:cubicBezTo>
                <a:cubicBezTo>
                  <a:pt x="64312" y="17161"/>
                  <a:pt x="63592" y="16900"/>
                  <a:pt x="62932" y="16607"/>
                </a:cubicBezTo>
                <a:cubicBezTo>
                  <a:pt x="62272" y="16315"/>
                  <a:pt x="61701" y="15967"/>
                  <a:pt x="61218" y="15566"/>
                </a:cubicBezTo>
                <a:cubicBezTo>
                  <a:pt x="60736" y="15164"/>
                  <a:pt x="60357" y="14693"/>
                  <a:pt x="60082" y="14154"/>
                </a:cubicBezTo>
                <a:cubicBezTo>
                  <a:pt x="59806" y="13614"/>
                  <a:pt x="59669" y="12977"/>
                  <a:pt x="59669" y="12242"/>
                </a:cubicBezTo>
                <a:cubicBezTo>
                  <a:pt x="59669" y="11760"/>
                  <a:pt x="59781" y="11232"/>
                  <a:pt x="60004" y="10658"/>
                </a:cubicBezTo>
                <a:cubicBezTo>
                  <a:pt x="60228" y="10084"/>
                  <a:pt x="60610" y="9551"/>
                  <a:pt x="61150" y="9057"/>
                </a:cubicBezTo>
                <a:cubicBezTo>
                  <a:pt x="61689" y="8563"/>
                  <a:pt x="62418" y="8153"/>
                  <a:pt x="63336" y="7826"/>
                </a:cubicBezTo>
                <a:cubicBezTo>
                  <a:pt x="64255" y="7499"/>
                  <a:pt x="65403" y="7335"/>
                  <a:pt x="66780" y="7335"/>
                </a:cubicBezTo>
                <a:cubicBezTo>
                  <a:pt x="67457" y="7335"/>
                  <a:pt x="68209" y="7372"/>
                  <a:pt x="69036" y="7447"/>
                </a:cubicBezTo>
                <a:cubicBezTo>
                  <a:pt x="69862" y="7522"/>
                  <a:pt x="70723" y="7651"/>
                  <a:pt x="71618" y="7834"/>
                </a:cubicBezTo>
                <a:lnTo>
                  <a:pt x="71618" y="10503"/>
                </a:lnTo>
                <a:cubicBezTo>
                  <a:pt x="70677" y="10274"/>
                  <a:pt x="69785" y="10104"/>
                  <a:pt x="68941" y="9995"/>
                </a:cubicBezTo>
                <a:cubicBezTo>
                  <a:pt x="68097" y="9886"/>
                  <a:pt x="67365" y="9832"/>
                  <a:pt x="66746" y="9832"/>
                </a:cubicBezTo>
                <a:cubicBezTo>
                  <a:pt x="65999" y="9832"/>
                  <a:pt x="65371" y="9889"/>
                  <a:pt x="64860" y="10004"/>
                </a:cubicBezTo>
                <a:cubicBezTo>
                  <a:pt x="64349" y="10119"/>
                  <a:pt x="63936" y="10277"/>
                  <a:pt x="63620" y="10478"/>
                </a:cubicBezTo>
                <a:cubicBezTo>
                  <a:pt x="63305" y="10678"/>
                  <a:pt x="63078" y="10914"/>
                  <a:pt x="62940" y="11184"/>
                </a:cubicBezTo>
                <a:cubicBezTo>
                  <a:pt x="62803" y="11453"/>
                  <a:pt x="62734" y="11743"/>
                  <a:pt x="62734" y="12053"/>
                </a:cubicBezTo>
                <a:cubicBezTo>
                  <a:pt x="62734" y="12363"/>
                  <a:pt x="62794" y="12644"/>
                  <a:pt x="62914" y="12897"/>
                </a:cubicBezTo>
                <a:cubicBezTo>
                  <a:pt x="63035" y="13149"/>
                  <a:pt x="63259" y="13393"/>
                  <a:pt x="63586" y="13629"/>
                </a:cubicBezTo>
                <a:cubicBezTo>
                  <a:pt x="63913" y="13864"/>
                  <a:pt x="64369" y="14099"/>
                  <a:pt x="64955" y="14335"/>
                </a:cubicBezTo>
                <a:cubicBezTo>
                  <a:pt x="65540" y="14570"/>
                  <a:pt x="66304" y="14825"/>
                  <a:pt x="67245" y="15101"/>
                </a:cubicBezTo>
                <a:cubicBezTo>
                  <a:pt x="68267" y="15399"/>
                  <a:pt x="69127" y="15712"/>
                  <a:pt x="69828" y="16039"/>
                </a:cubicBezTo>
                <a:cubicBezTo>
                  <a:pt x="70528" y="16366"/>
                  <a:pt x="71096" y="16731"/>
                  <a:pt x="71532" y="17133"/>
                </a:cubicBezTo>
                <a:cubicBezTo>
                  <a:pt x="71969" y="17534"/>
                  <a:pt x="72281" y="17988"/>
                  <a:pt x="72471" y="18493"/>
                </a:cubicBezTo>
                <a:cubicBezTo>
                  <a:pt x="72660" y="18998"/>
                  <a:pt x="72755" y="19572"/>
                  <a:pt x="72755" y="20215"/>
                </a:cubicBezTo>
                <a:close/>
                <a:moveTo>
                  <a:pt x="91651" y="24674"/>
                </a:moveTo>
                <a:cubicBezTo>
                  <a:pt x="90973" y="24853"/>
                  <a:pt x="90273" y="24980"/>
                  <a:pt x="89550" y="25057"/>
                </a:cubicBezTo>
                <a:cubicBezTo>
                  <a:pt x="88827" y="25135"/>
                  <a:pt x="88092" y="25174"/>
                  <a:pt x="87346" y="25174"/>
                </a:cubicBezTo>
                <a:cubicBezTo>
                  <a:pt x="85176" y="25174"/>
                  <a:pt x="83558" y="24683"/>
                  <a:pt x="82490" y="23701"/>
                </a:cubicBezTo>
                <a:cubicBezTo>
                  <a:pt x="81423" y="22720"/>
                  <a:pt x="80889" y="21213"/>
                  <a:pt x="80889" y="19182"/>
                </a:cubicBezTo>
                <a:lnTo>
                  <a:pt x="80889" y="10159"/>
                </a:lnTo>
                <a:lnTo>
                  <a:pt x="76051" y="10159"/>
                </a:lnTo>
                <a:lnTo>
                  <a:pt x="76051" y="7645"/>
                </a:lnTo>
                <a:lnTo>
                  <a:pt x="80889" y="7645"/>
                </a:lnTo>
                <a:lnTo>
                  <a:pt x="80889" y="2878"/>
                </a:lnTo>
                <a:lnTo>
                  <a:pt x="83885" y="2101"/>
                </a:lnTo>
                <a:lnTo>
                  <a:pt x="83885" y="7645"/>
                </a:lnTo>
                <a:lnTo>
                  <a:pt x="91651" y="7645"/>
                </a:lnTo>
                <a:lnTo>
                  <a:pt x="91651" y="10159"/>
                </a:lnTo>
                <a:lnTo>
                  <a:pt x="83885" y="10159"/>
                </a:lnTo>
                <a:lnTo>
                  <a:pt x="83885" y="18941"/>
                </a:lnTo>
                <a:cubicBezTo>
                  <a:pt x="83885" y="20180"/>
                  <a:pt x="84215" y="21107"/>
                  <a:pt x="84875" y="21721"/>
                </a:cubicBezTo>
                <a:cubicBezTo>
                  <a:pt x="85535" y="22335"/>
                  <a:pt x="86508" y="22643"/>
                  <a:pt x="87794" y="22643"/>
                </a:cubicBezTo>
                <a:cubicBezTo>
                  <a:pt x="88345" y="22643"/>
                  <a:pt x="88947" y="22598"/>
                  <a:pt x="89602" y="22510"/>
                </a:cubicBezTo>
                <a:cubicBezTo>
                  <a:pt x="90256" y="22421"/>
                  <a:pt x="90939" y="22281"/>
                  <a:pt x="91651" y="22092"/>
                </a:cubicBezTo>
                <a:lnTo>
                  <a:pt x="91651" y="24674"/>
                </a:lnTo>
                <a:close/>
                <a:moveTo>
                  <a:pt x="129765" y="31992"/>
                </a:moveTo>
                <a:lnTo>
                  <a:pt x="128491" y="31992"/>
                </a:lnTo>
                <a:cubicBezTo>
                  <a:pt x="126276" y="31992"/>
                  <a:pt x="124628" y="31473"/>
                  <a:pt x="123549" y="30434"/>
                </a:cubicBezTo>
                <a:cubicBezTo>
                  <a:pt x="122470" y="29395"/>
                  <a:pt x="121931" y="27820"/>
                  <a:pt x="121931" y="25707"/>
                </a:cubicBezTo>
                <a:lnTo>
                  <a:pt x="121931" y="19784"/>
                </a:lnTo>
                <a:cubicBezTo>
                  <a:pt x="121931" y="19222"/>
                  <a:pt x="121868" y="18720"/>
                  <a:pt x="121741" y="18278"/>
                </a:cubicBezTo>
                <a:cubicBezTo>
                  <a:pt x="121615" y="17836"/>
                  <a:pt x="121394" y="17463"/>
                  <a:pt x="121078" y="17158"/>
                </a:cubicBezTo>
                <a:cubicBezTo>
                  <a:pt x="120763" y="16854"/>
                  <a:pt x="120344" y="16622"/>
                  <a:pt x="119821" y="16461"/>
                </a:cubicBezTo>
                <a:cubicBezTo>
                  <a:pt x="119299" y="16300"/>
                  <a:pt x="118642" y="16220"/>
                  <a:pt x="117850" y="16220"/>
                </a:cubicBezTo>
                <a:lnTo>
                  <a:pt x="117109" y="16220"/>
                </a:lnTo>
                <a:lnTo>
                  <a:pt x="117109" y="13827"/>
                </a:lnTo>
                <a:lnTo>
                  <a:pt x="117850" y="13827"/>
                </a:lnTo>
                <a:cubicBezTo>
                  <a:pt x="118688" y="13827"/>
                  <a:pt x="119371" y="13758"/>
                  <a:pt x="119899" y="13620"/>
                </a:cubicBezTo>
                <a:cubicBezTo>
                  <a:pt x="120427" y="13482"/>
                  <a:pt x="120840" y="13273"/>
                  <a:pt x="121139" y="12991"/>
                </a:cubicBezTo>
                <a:cubicBezTo>
                  <a:pt x="121437" y="12710"/>
                  <a:pt x="121644" y="12352"/>
                  <a:pt x="121759" y="11915"/>
                </a:cubicBezTo>
                <a:cubicBezTo>
                  <a:pt x="121873" y="11479"/>
                  <a:pt x="121931" y="10963"/>
                  <a:pt x="121931" y="10366"/>
                </a:cubicBezTo>
                <a:lnTo>
                  <a:pt x="121931" y="6285"/>
                </a:lnTo>
                <a:cubicBezTo>
                  <a:pt x="121931" y="5321"/>
                  <a:pt x="122045" y="4451"/>
                  <a:pt x="122275" y="3676"/>
                </a:cubicBezTo>
                <a:cubicBezTo>
                  <a:pt x="122505" y="2901"/>
                  <a:pt x="122881" y="2241"/>
                  <a:pt x="123403" y="1696"/>
                </a:cubicBezTo>
                <a:cubicBezTo>
                  <a:pt x="123925" y="1151"/>
                  <a:pt x="124602" y="732"/>
                  <a:pt x="125435" y="439"/>
                </a:cubicBezTo>
                <a:cubicBezTo>
                  <a:pt x="126267" y="146"/>
                  <a:pt x="127286" y="0"/>
                  <a:pt x="128491" y="0"/>
                </a:cubicBezTo>
                <a:lnTo>
                  <a:pt x="129765" y="0"/>
                </a:lnTo>
                <a:lnTo>
                  <a:pt x="129765" y="2411"/>
                </a:lnTo>
                <a:lnTo>
                  <a:pt x="128749" y="2411"/>
                </a:lnTo>
                <a:cubicBezTo>
                  <a:pt x="126086" y="2411"/>
                  <a:pt x="124755" y="3702"/>
                  <a:pt x="124755" y="6285"/>
                </a:cubicBezTo>
                <a:lnTo>
                  <a:pt x="124755" y="10297"/>
                </a:lnTo>
                <a:cubicBezTo>
                  <a:pt x="124755" y="13098"/>
                  <a:pt x="123544" y="14676"/>
                  <a:pt x="121121" y="15032"/>
                </a:cubicBezTo>
                <a:cubicBezTo>
                  <a:pt x="123566" y="15273"/>
                  <a:pt x="124789" y="16846"/>
                  <a:pt x="124789" y="19750"/>
                </a:cubicBezTo>
                <a:lnTo>
                  <a:pt x="124789" y="25639"/>
                </a:lnTo>
                <a:cubicBezTo>
                  <a:pt x="124789" y="28267"/>
                  <a:pt x="126109" y="29582"/>
                  <a:pt x="128749" y="29582"/>
                </a:cubicBezTo>
                <a:lnTo>
                  <a:pt x="129765" y="29582"/>
                </a:lnTo>
                <a:lnTo>
                  <a:pt x="129765" y="31992"/>
                </a:lnTo>
                <a:close/>
                <a:moveTo>
                  <a:pt x="170180" y="15979"/>
                </a:moveTo>
                <a:cubicBezTo>
                  <a:pt x="170180" y="17517"/>
                  <a:pt x="169965" y="18860"/>
                  <a:pt x="169534" y="20008"/>
                </a:cubicBezTo>
                <a:cubicBezTo>
                  <a:pt x="169104" y="21156"/>
                  <a:pt x="168510" y="22109"/>
                  <a:pt x="167752" y="22866"/>
                </a:cubicBezTo>
                <a:cubicBezTo>
                  <a:pt x="166995" y="23624"/>
                  <a:pt x="166099" y="24192"/>
                  <a:pt x="165066" y="24571"/>
                </a:cubicBezTo>
                <a:cubicBezTo>
                  <a:pt x="164033" y="24950"/>
                  <a:pt x="162914" y="25139"/>
                  <a:pt x="161709" y="25139"/>
                </a:cubicBezTo>
                <a:cubicBezTo>
                  <a:pt x="161158" y="25139"/>
                  <a:pt x="160609" y="25111"/>
                  <a:pt x="160064" y="25053"/>
                </a:cubicBezTo>
                <a:cubicBezTo>
                  <a:pt x="159519" y="24996"/>
                  <a:pt x="158965" y="24898"/>
                  <a:pt x="158403" y="24760"/>
                </a:cubicBezTo>
                <a:lnTo>
                  <a:pt x="158403" y="31992"/>
                </a:lnTo>
                <a:lnTo>
                  <a:pt x="155407" y="31992"/>
                </a:lnTo>
                <a:lnTo>
                  <a:pt x="155407" y="7645"/>
                </a:lnTo>
                <a:lnTo>
                  <a:pt x="158075" y="7645"/>
                </a:lnTo>
                <a:lnTo>
                  <a:pt x="158265" y="10538"/>
                </a:lnTo>
                <a:cubicBezTo>
                  <a:pt x="159126" y="9355"/>
                  <a:pt x="160044" y="8526"/>
                  <a:pt x="161020" y="8050"/>
                </a:cubicBezTo>
                <a:cubicBezTo>
                  <a:pt x="161996" y="7573"/>
                  <a:pt x="163052" y="7335"/>
                  <a:pt x="164188" y="7335"/>
                </a:cubicBezTo>
                <a:cubicBezTo>
                  <a:pt x="165175" y="7335"/>
                  <a:pt x="166042" y="7542"/>
                  <a:pt x="166788" y="7955"/>
                </a:cubicBezTo>
                <a:cubicBezTo>
                  <a:pt x="167534" y="8368"/>
                  <a:pt x="168160" y="8951"/>
                  <a:pt x="168665" y="9703"/>
                </a:cubicBezTo>
                <a:cubicBezTo>
                  <a:pt x="169170" y="10455"/>
                  <a:pt x="169549" y="11361"/>
                  <a:pt x="169801" y="12423"/>
                </a:cubicBezTo>
                <a:cubicBezTo>
                  <a:pt x="170054" y="13485"/>
                  <a:pt x="170180" y="14670"/>
                  <a:pt x="170180" y="15979"/>
                </a:cubicBezTo>
                <a:moveTo>
                  <a:pt x="167115" y="16117"/>
                </a:moveTo>
                <a:cubicBezTo>
                  <a:pt x="167115" y="15210"/>
                  <a:pt x="167049" y="14378"/>
                  <a:pt x="166917" y="13620"/>
                </a:cubicBezTo>
                <a:cubicBezTo>
                  <a:pt x="166785" y="12862"/>
                  <a:pt x="166576" y="12214"/>
                  <a:pt x="166289" y="11674"/>
                </a:cubicBezTo>
                <a:cubicBezTo>
                  <a:pt x="166002" y="11135"/>
                  <a:pt x="165634" y="10713"/>
                  <a:pt x="165187" y="10409"/>
                </a:cubicBezTo>
                <a:cubicBezTo>
                  <a:pt x="164739" y="10104"/>
                  <a:pt x="164205" y="9952"/>
                  <a:pt x="163585" y="9952"/>
                </a:cubicBezTo>
                <a:cubicBezTo>
                  <a:pt x="163207" y="9952"/>
                  <a:pt x="162822" y="10013"/>
                  <a:pt x="162432" y="10133"/>
                </a:cubicBezTo>
                <a:cubicBezTo>
                  <a:pt x="162041" y="10254"/>
                  <a:pt x="161637" y="10455"/>
                  <a:pt x="161218" y="10736"/>
                </a:cubicBezTo>
                <a:cubicBezTo>
                  <a:pt x="160799" y="11017"/>
                  <a:pt x="160357" y="11390"/>
                  <a:pt x="159892" y="11855"/>
                </a:cubicBezTo>
                <a:cubicBezTo>
                  <a:pt x="159427" y="12320"/>
                  <a:pt x="158931" y="12897"/>
                  <a:pt x="158403" y="13586"/>
                </a:cubicBezTo>
                <a:lnTo>
                  <a:pt x="158403" y="21971"/>
                </a:lnTo>
                <a:cubicBezTo>
                  <a:pt x="158954" y="22201"/>
                  <a:pt x="159533" y="22381"/>
                  <a:pt x="160142" y="22513"/>
                </a:cubicBezTo>
                <a:cubicBezTo>
                  <a:pt x="160750" y="22645"/>
                  <a:pt x="161347" y="22711"/>
                  <a:pt x="161932" y="22711"/>
                </a:cubicBezTo>
                <a:cubicBezTo>
                  <a:pt x="163551" y="22711"/>
                  <a:pt x="164819" y="22163"/>
                  <a:pt x="165738" y="21067"/>
                </a:cubicBezTo>
                <a:cubicBezTo>
                  <a:pt x="166656" y="19971"/>
                  <a:pt x="167115" y="18321"/>
                  <a:pt x="167115" y="16117"/>
                </a:cubicBezTo>
                <a:close/>
                <a:moveTo>
                  <a:pt x="175790" y="7645"/>
                </a:moveTo>
                <a:lnTo>
                  <a:pt x="178528" y="7645"/>
                </a:lnTo>
                <a:lnTo>
                  <a:pt x="178614" y="10822"/>
                </a:lnTo>
                <a:cubicBezTo>
                  <a:pt x="179635" y="9597"/>
                  <a:pt x="180643" y="8710"/>
                  <a:pt x="181636" y="8160"/>
                </a:cubicBezTo>
                <a:cubicBezTo>
                  <a:pt x="182629" y="7610"/>
                  <a:pt x="183630" y="7335"/>
                  <a:pt x="184640" y="7335"/>
                </a:cubicBezTo>
                <a:cubicBezTo>
                  <a:pt x="186431" y="7335"/>
                  <a:pt x="187788" y="7913"/>
                  <a:pt x="188713" y="9070"/>
                </a:cubicBezTo>
                <a:cubicBezTo>
                  <a:pt x="189637" y="10226"/>
                  <a:pt x="190064" y="11944"/>
                  <a:pt x="189995" y="14223"/>
                </a:cubicBezTo>
                <a:lnTo>
                  <a:pt x="186965" y="14223"/>
                </a:lnTo>
                <a:cubicBezTo>
                  <a:pt x="186999" y="12713"/>
                  <a:pt x="186778" y="11619"/>
                  <a:pt x="186302" y="10939"/>
                </a:cubicBezTo>
                <a:cubicBezTo>
                  <a:pt x="185826" y="10258"/>
                  <a:pt x="185128" y="9918"/>
                  <a:pt x="184210" y="9918"/>
                </a:cubicBezTo>
                <a:cubicBezTo>
                  <a:pt x="183808" y="9918"/>
                  <a:pt x="183403" y="9989"/>
                  <a:pt x="182996" y="10133"/>
                </a:cubicBezTo>
                <a:cubicBezTo>
                  <a:pt x="182588" y="10275"/>
                  <a:pt x="182169" y="10504"/>
                  <a:pt x="181739" y="10818"/>
                </a:cubicBezTo>
                <a:cubicBezTo>
                  <a:pt x="181309" y="11132"/>
                  <a:pt x="180852" y="11535"/>
                  <a:pt x="180370" y="12027"/>
                </a:cubicBezTo>
                <a:cubicBezTo>
                  <a:pt x="179888" y="12519"/>
                  <a:pt x="179371" y="13113"/>
                  <a:pt x="178820" y="13810"/>
                </a:cubicBezTo>
                <a:lnTo>
                  <a:pt x="178820" y="24933"/>
                </a:lnTo>
                <a:lnTo>
                  <a:pt x="175790" y="24933"/>
                </a:lnTo>
                <a:lnTo>
                  <a:pt x="175790" y="7645"/>
                </a:lnTo>
                <a:close/>
                <a:moveTo>
                  <a:pt x="209363" y="15376"/>
                </a:moveTo>
                <a:cubicBezTo>
                  <a:pt x="209363" y="15801"/>
                  <a:pt x="209357" y="16157"/>
                  <a:pt x="209345" y="16444"/>
                </a:cubicBezTo>
                <a:cubicBezTo>
                  <a:pt x="209334" y="16731"/>
                  <a:pt x="209317" y="17001"/>
                  <a:pt x="209294" y="17253"/>
                </a:cubicBezTo>
                <a:lnTo>
                  <a:pt x="197155" y="17253"/>
                </a:lnTo>
                <a:cubicBezTo>
                  <a:pt x="197155" y="19021"/>
                  <a:pt x="197648" y="20378"/>
                  <a:pt x="198635" y="21325"/>
                </a:cubicBezTo>
                <a:cubicBezTo>
                  <a:pt x="199623" y="22272"/>
                  <a:pt x="201046" y="22746"/>
                  <a:pt x="202906" y="22746"/>
                </a:cubicBezTo>
                <a:cubicBezTo>
                  <a:pt x="203411" y="22746"/>
                  <a:pt x="203916" y="22725"/>
                  <a:pt x="204421" y="22684"/>
                </a:cubicBezTo>
                <a:cubicBezTo>
                  <a:pt x="204926" y="22643"/>
                  <a:pt x="205414" y="22587"/>
                  <a:pt x="205884" y="22517"/>
                </a:cubicBezTo>
                <a:cubicBezTo>
                  <a:pt x="206355" y="22446"/>
                  <a:pt x="206806" y="22367"/>
                  <a:pt x="207236" y="22279"/>
                </a:cubicBezTo>
                <a:cubicBezTo>
                  <a:pt x="207667" y="22191"/>
                  <a:pt x="208065" y="22094"/>
                  <a:pt x="208433" y="21988"/>
                </a:cubicBezTo>
                <a:lnTo>
                  <a:pt x="208433" y="24450"/>
                </a:lnTo>
                <a:cubicBezTo>
                  <a:pt x="207618" y="24685"/>
                  <a:pt x="206697" y="24876"/>
                  <a:pt x="205669" y="25022"/>
                </a:cubicBezTo>
                <a:cubicBezTo>
                  <a:pt x="204642" y="25169"/>
                  <a:pt x="203577" y="25243"/>
                  <a:pt x="202475" y="25243"/>
                </a:cubicBezTo>
                <a:cubicBezTo>
                  <a:pt x="200994" y="25243"/>
                  <a:pt x="199720" y="25042"/>
                  <a:pt x="198653" y="24640"/>
                </a:cubicBezTo>
                <a:cubicBezTo>
                  <a:pt x="197585" y="24238"/>
                  <a:pt x="196710" y="23656"/>
                  <a:pt x="196027" y="22892"/>
                </a:cubicBezTo>
                <a:cubicBezTo>
                  <a:pt x="195344" y="22129"/>
                  <a:pt x="194839" y="21193"/>
                  <a:pt x="194511" y="20086"/>
                </a:cubicBezTo>
                <a:cubicBezTo>
                  <a:pt x="194184" y="18978"/>
                  <a:pt x="194021" y="17724"/>
                  <a:pt x="194021" y="16323"/>
                </a:cubicBezTo>
                <a:cubicBezTo>
                  <a:pt x="194021" y="15106"/>
                  <a:pt x="194196" y="13956"/>
                  <a:pt x="194546" y="12871"/>
                </a:cubicBezTo>
                <a:cubicBezTo>
                  <a:pt x="194896" y="11786"/>
                  <a:pt x="195407" y="10833"/>
                  <a:pt x="196078" y="10013"/>
                </a:cubicBezTo>
                <a:cubicBezTo>
                  <a:pt x="196750" y="9192"/>
                  <a:pt x="197574" y="8540"/>
                  <a:pt x="198549" y="8058"/>
                </a:cubicBezTo>
                <a:cubicBezTo>
                  <a:pt x="199525" y="7576"/>
                  <a:pt x="200633" y="7335"/>
                  <a:pt x="201872" y="7335"/>
                </a:cubicBezTo>
                <a:cubicBezTo>
                  <a:pt x="203078" y="7335"/>
                  <a:pt x="204145" y="7525"/>
                  <a:pt x="205075" y="7903"/>
                </a:cubicBezTo>
                <a:cubicBezTo>
                  <a:pt x="206005" y="8282"/>
                  <a:pt x="206788" y="8819"/>
                  <a:pt x="207425" y="9513"/>
                </a:cubicBezTo>
                <a:cubicBezTo>
                  <a:pt x="208063" y="10208"/>
                  <a:pt x="208545" y="11051"/>
                  <a:pt x="208872" y="12044"/>
                </a:cubicBezTo>
                <a:cubicBezTo>
                  <a:pt x="209199" y="13037"/>
                  <a:pt x="209363" y="14148"/>
                  <a:pt x="209363" y="15376"/>
                </a:cubicBezTo>
                <a:moveTo>
                  <a:pt x="206246" y="14946"/>
                </a:moveTo>
                <a:cubicBezTo>
                  <a:pt x="206280" y="14177"/>
                  <a:pt x="206206" y="13474"/>
                  <a:pt x="206022" y="12836"/>
                </a:cubicBezTo>
                <a:cubicBezTo>
                  <a:pt x="205838" y="12199"/>
                  <a:pt x="205554" y="11651"/>
                  <a:pt x="205170" y="11192"/>
                </a:cubicBezTo>
                <a:cubicBezTo>
                  <a:pt x="204785" y="10733"/>
                  <a:pt x="204306" y="10374"/>
                  <a:pt x="203732" y="10116"/>
                </a:cubicBezTo>
                <a:cubicBezTo>
                  <a:pt x="203158" y="9858"/>
                  <a:pt x="202492" y="9729"/>
                  <a:pt x="201735" y="9729"/>
                </a:cubicBezTo>
                <a:cubicBezTo>
                  <a:pt x="201080" y="9729"/>
                  <a:pt x="200483" y="9855"/>
                  <a:pt x="199944" y="10107"/>
                </a:cubicBezTo>
                <a:cubicBezTo>
                  <a:pt x="199404" y="10360"/>
                  <a:pt x="198940" y="10716"/>
                  <a:pt x="198549" y="11175"/>
                </a:cubicBezTo>
                <a:cubicBezTo>
                  <a:pt x="198159" y="11634"/>
                  <a:pt x="197843" y="12185"/>
                  <a:pt x="197602" y="12828"/>
                </a:cubicBezTo>
                <a:cubicBezTo>
                  <a:pt x="197361" y="13471"/>
                  <a:pt x="197212" y="14177"/>
                  <a:pt x="197155" y="14946"/>
                </a:cubicBezTo>
                <a:lnTo>
                  <a:pt x="206246" y="14946"/>
                </a:lnTo>
                <a:close/>
                <a:moveTo>
                  <a:pt x="229780" y="3375"/>
                </a:moveTo>
                <a:cubicBezTo>
                  <a:pt x="228207" y="3042"/>
                  <a:pt x="226853" y="2876"/>
                  <a:pt x="225716" y="2876"/>
                </a:cubicBezTo>
                <a:cubicBezTo>
                  <a:pt x="223019" y="2876"/>
                  <a:pt x="221670" y="4287"/>
                  <a:pt x="221670" y="7111"/>
                </a:cubicBezTo>
                <a:lnTo>
                  <a:pt x="221670" y="10142"/>
                </a:lnTo>
                <a:lnTo>
                  <a:pt x="229246" y="10142"/>
                </a:lnTo>
                <a:lnTo>
                  <a:pt x="229246" y="12638"/>
                </a:lnTo>
                <a:lnTo>
                  <a:pt x="221670" y="12638"/>
                </a:lnTo>
                <a:lnTo>
                  <a:pt x="221670" y="24933"/>
                </a:lnTo>
                <a:lnTo>
                  <a:pt x="218622" y="24933"/>
                </a:lnTo>
                <a:lnTo>
                  <a:pt x="218622" y="12638"/>
                </a:lnTo>
                <a:lnTo>
                  <a:pt x="213061" y="12638"/>
                </a:lnTo>
                <a:lnTo>
                  <a:pt x="213061" y="10142"/>
                </a:lnTo>
                <a:lnTo>
                  <a:pt x="218622" y="10142"/>
                </a:lnTo>
                <a:lnTo>
                  <a:pt x="218622" y="7283"/>
                </a:lnTo>
                <a:cubicBezTo>
                  <a:pt x="218622" y="2680"/>
                  <a:pt x="221021" y="379"/>
                  <a:pt x="225820" y="379"/>
                </a:cubicBezTo>
                <a:cubicBezTo>
                  <a:pt x="227014" y="379"/>
                  <a:pt x="228334" y="517"/>
                  <a:pt x="229780" y="792"/>
                </a:cubicBezTo>
                <a:lnTo>
                  <a:pt x="229780" y="3375"/>
                </a:lnTo>
                <a:moveTo>
                  <a:pt x="211683" y="7645"/>
                </a:moveTo>
                <a:lnTo>
                  <a:pt x="211683" y="7645"/>
                </a:lnTo>
                <a:close/>
                <a:moveTo>
                  <a:pt x="238981" y="10125"/>
                </a:moveTo>
                <a:lnTo>
                  <a:pt x="233867" y="10125"/>
                </a:lnTo>
                <a:lnTo>
                  <a:pt x="233867" y="7645"/>
                </a:lnTo>
                <a:lnTo>
                  <a:pt x="242012" y="7645"/>
                </a:lnTo>
                <a:lnTo>
                  <a:pt x="242012" y="22436"/>
                </a:lnTo>
                <a:lnTo>
                  <a:pt x="247160" y="22436"/>
                </a:lnTo>
                <a:lnTo>
                  <a:pt x="247160" y="24933"/>
                </a:lnTo>
                <a:lnTo>
                  <a:pt x="233299" y="24933"/>
                </a:lnTo>
                <a:lnTo>
                  <a:pt x="233299" y="22436"/>
                </a:lnTo>
                <a:lnTo>
                  <a:pt x="238981" y="22436"/>
                </a:lnTo>
                <a:lnTo>
                  <a:pt x="238981" y="10125"/>
                </a:lnTo>
                <a:moveTo>
                  <a:pt x="240032" y="379"/>
                </a:moveTo>
                <a:cubicBezTo>
                  <a:pt x="240365" y="379"/>
                  <a:pt x="240675" y="439"/>
                  <a:pt x="240961" y="560"/>
                </a:cubicBezTo>
                <a:cubicBezTo>
                  <a:pt x="241248" y="680"/>
                  <a:pt x="241498" y="849"/>
                  <a:pt x="241710" y="1068"/>
                </a:cubicBezTo>
                <a:cubicBezTo>
                  <a:pt x="241923" y="1286"/>
                  <a:pt x="242089" y="1535"/>
                  <a:pt x="242210" y="1817"/>
                </a:cubicBezTo>
                <a:cubicBezTo>
                  <a:pt x="242330" y="2098"/>
                  <a:pt x="242391" y="2405"/>
                  <a:pt x="242391" y="2738"/>
                </a:cubicBezTo>
                <a:cubicBezTo>
                  <a:pt x="242391" y="3059"/>
                  <a:pt x="242330" y="3363"/>
                  <a:pt x="242210" y="3650"/>
                </a:cubicBezTo>
                <a:cubicBezTo>
                  <a:pt x="242089" y="3937"/>
                  <a:pt x="241923" y="4190"/>
                  <a:pt x="241710" y="4408"/>
                </a:cubicBezTo>
                <a:cubicBezTo>
                  <a:pt x="241498" y="4626"/>
                  <a:pt x="241248" y="4795"/>
                  <a:pt x="240961" y="4916"/>
                </a:cubicBezTo>
                <a:cubicBezTo>
                  <a:pt x="240675" y="5036"/>
                  <a:pt x="240365" y="5097"/>
                  <a:pt x="240032" y="5097"/>
                </a:cubicBezTo>
                <a:cubicBezTo>
                  <a:pt x="239699" y="5097"/>
                  <a:pt x="239389" y="5036"/>
                  <a:pt x="239102" y="4916"/>
                </a:cubicBezTo>
                <a:cubicBezTo>
                  <a:pt x="238815" y="4795"/>
                  <a:pt x="238565" y="4626"/>
                  <a:pt x="238353" y="4408"/>
                </a:cubicBezTo>
                <a:cubicBezTo>
                  <a:pt x="238140" y="4190"/>
                  <a:pt x="237974" y="3937"/>
                  <a:pt x="237854" y="3650"/>
                </a:cubicBezTo>
                <a:cubicBezTo>
                  <a:pt x="237733" y="3363"/>
                  <a:pt x="237673" y="3059"/>
                  <a:pt x="237673" y="2738"/>
                </a:cubicBezTo>
                <a:cubicBezTo>
                  <a:pt x="237673" y="2405"/>
                  <a:pt x="237733" y="2098"/>
                  <a:pt x="237854" y="1817"/>
                </a:cubicBezTo>
                <a:cubicBezTo>
                  <a:pt x="237974" y="1535"/>
                  <a:pt x="238140" y="1286"/>
                  <a:pt x="238353" y="1068"/>
                </a:cubicBezTo>
                <a:cubicBezTo>
                  <a:pt x="238565" y="849"/>
                  <a:pt x="238815" y="680"/>
                  <a:pt x="239102" y="560"/>
                </a:cubicBezTo>
                <a:cubicBezTo>
                  <a:pt x="239389" y="439"/>
                  <a:pt x="239699" y="379"/>
                  <a:pt x="240032" y="379"/>
                </a:cubicBezTo>
                <a:close/>
                <a:moveTo>
                  <a:pt x="268353" y="24933"/>
                </a:moveTo>
                <a:lnTo>
                  <a:pt x="264375" y="24933"/>
                </a:lnTo>
                <a:lnTo>
                  <a:pt x="259709" y="18338"/>
                </a:lnTo>
                <a:lnTo>
                  <a:pt x="255094" y="24933"/>
                </a:lnTo>
                <a:lnTo>
                  <a:pt x="251220" y="24933"/>
                </a:lnTo>
                <a:lnTo>
                  <a:pt x="257918" y="16254"/>
                </a:lnTo>
                <a:lnTo>
                  <a:pt x="251530" y="7645"/>
                </a:lnTo>
                <a:lnTo>
                  <a:pt x="255370" y="7645"/>
                </a:lnTo>
                <a:lnTo>
                  <a:pt x="259916" y="14291"/>
                </a:lnTo>
                <a:lnTo>
                  <a:pt x="264375" y="7645"/>
                </a:lnTo>
                <a:lnTo>
                  <a:pt x="268077" y="7645"/>
                </a:lnTo>
                <a:lnTo>
                  <a:pt x="261586" y="16323"/>
                </a:lnTo>
                <a:lnTo>
                  <a:pt x="268353" y="24933"/>
                </a:lnTo>
                <a:close/>
                <a:moveTo>
                  <a:pt x="273790" y="28462"/>
                </a:moveTo>
                <a:cubicBezTo>
                  <a:pt x="274375" y="28485"/>
                  <a:pt x="274944" y="28433"/>
                  <a:pt x="275495" y="28306"/>
                </a:cubicBezTo>
                <a:cubicBezTo>
                  <a:pt x="276046" y="28180"/>
                  <a:pt x="276531" y="27992"/>
                  <a:pt x="276950" y="27744"/>
                </a:cubicBezTo>
                <a:cubicBezTo>
                  <a:pt x="277369" y="27496"/>
                  <a:pt x="277704" y="27188"/>
                  <a:pt x="277957" y="26819"/>
                </a:cubicBezTo>
                <a:cubicBezTo>
                  <a:pt x="278209" y="26450"/>
                  <a:pt x="278336" y="26029"/>
                  <a:pt x="278336" y="25556"/>
                </a:cubicBezTo>
                <a:cubicBezTo>
                  <a:pt x="278336" y="25071"/>
                  <a:pt x="278252" y="24680"/>
                  <a:pt x="278086" y="24382"/>
                </a:cubicBezTo>
                <a:cubicBezTo>
                  <a:pt x="277920" y="24083"/>
                  <a:pt x="277733" y="23808"/>
                  <a:pt x="277526" y="23555"/>
                </a:cubicBezTo>
                <a:cubicBezTo>
                  <a:pt x="277320" y="23303"/>
                  <a:pt x="277133" y="23033"/>
                  <a:pt x="276967" y="22746"/>
                </a:cubicBezTo>
                <a:cubicBezTo>
                  <a:pt x="276800" y="22459"/>
                  <a:pt x="276717" y="22074"/>
                  <a:pt x="276717" y="21592"/>
                </a:cubicBezTo>
                <a:cubicBezTo>
                  <a:pt x="276717" y="21351"/>
                  <a:pt x="276763" y="21099"/>
                  <a:pt x="276855" y="20835"/>
                </a:cubicBezTo>
                <a:cubicBezTo>
                  <a:pt x="276947" y="20571"/>
                  <a:pt x="277087" y="20329"/>
                  <a:pt x="277277" y="20111"/>
                </a:cubicBezTo>
                <a:cubicBezTo>
                  <a:pt x="277466" y="19893"/>
                  <a:pt x="277707" y="19715"/>
                  <a:pt x="278000" y="19578"/>
                </a:cubicBezTo>
                <a:cubicBezTo>
                  <a:pt x="278293" y="19440"/>
                  <a:pt x="278640" y="19371"/>
                  <a:pt x="279042" y="19371"/>
                </a:cubicBezTo>
                <a:cubicBezTo>
                  <a:pt x="279443" y="19371"/>
                  <a:pt x="279831" y="19454"/>
                  <a:pt x="280204" y="19621"/>
                </a:cubicBezTo>
                <a:cubicBezTo>
                  <a:pt x="280577" y="19788"/>
                  <a:pt x="280904" y="20043"/>
                  <a:pt x="281185" y="20388"/>
                </a:cubicBezTo>
                <a:cubicBezTo>
                  <a:pt x="281467" y="20733"/>
                  <a:pt x="281690" y="21164"/>
                  <a:pt x="281857" y="21682"/>
                </a:cubicBezTo>
                <a:cubicBezTo>
                  <a:pt x="282023" y="22199"/>
                  <a:pt x="282107" y="22809"/>
                  <a:pt x="282107" y="23510"/>
                </a:cubicBezTo>
                <a:cubicBezTo>
                  <a:pt x="282107" y="24464"/>
                  <a:pt x="281932" y="25381"/>
                  <a:pt x="281581" y="26260"/>
                </a:cubicBezTo>
                <a:cubicBezTo>
                  <a:pt x="281231" y="27140"/>
                  <a:pt x="280709" y="27919"/>
                  <a:pt x="280015" y="28597"/>
                </a:cubicBezTo>
                <a:cubicBezTo>
                  <a:pt x="279320" y="29275"/>
                  <a:pt x="278453" y="29816"/>
                  <a:pt x="277414" y="30218"/>
                </a:cubicBezTo>
                <a:cubicBezTo>
                  <a:pt x="276376" y="30620"/>
                  <a:pt x="275167" y="30821"/>
                  <a:pt x="273790" y="30821"/>
                </a:cubicBezTo>
                <a:lnTo>
                  <a:pt x="273790" y="28462"/>
                </a:lnTo>
                <a:close/>
                <a:moveTo>
                  <a:pt x="325959" y="15979"/>
                </a:moveTo>
                <a:cubicBezTo>
                  <a:pt x="325959" y="17517"/>
                  <a:pt x="325744" y="18860"/>
                  <a:pt x="325313" y="20008"/>
                </a:cubicBezTo>
                <a:cubicBezTo>
                  <a:pt x="324883" y="21156"/>
                  <a:pt x="324289" y="22109"/>
                  <a:pt x="323531" y="22866"/>
                </a:cubicBezTo>
                <a:cubicBezTo>
                  <a:pt x="322774" y="23624"/>
                  <a:pt x="321878" y="24192"/>
                  <a:pt x="320845" y="24571"/>
                </a:cubicBezTo>
                <a:cubicBezTo>
                  <a:pt x="319812" y="24950"/>
                  <a:pt x="318693" y="25139"/>
                  <a:pt x="317487" y="25139"/>
                </a:cubicBezTo>
                <a:cubicBezTo>
                  <a:pt x="316936" y="25139"/>
                  <a:pt x="316388" y="25111"/>
                  <a:pt x="315843" y="25053"/>
                </a:cubicBezTo>
                <a:cubicBezTo>
                  <a:pt x="315298" y="24996"/>
                  <a:pt x="314744" y="24898"/>
                  <a:pt x="314182" y="24760"/>
                </a:cubicBezTo>
                <a:lnTo>
                  <a:pt x="314182" y="31992"/>
                </a:lnTo>
                <a:lnTo>
                  <a:pt x="311185" y="31992"/>
                </a:lnTo>
                <a:lnTo>
                  <a:pt x="311185" y="7645"/>
                </a:lnTo>
                <a:lnTo>
                  <a:pt x="313854" y="7645"/>
                </a:lnTo>
                <a:lnTo>
                  <a:pt x="314044" y="10538"/>
                </a:lnTo>
                <a:cubicBezTo>
                  <a:pt x="314905" y="9355"/>
                  <a:pt x="315823" y="8526"/>
                  <a:pt x="316799" y="8050"/>
                </a:cubicBezTo>
                <a:cubicBezTo>
                  <a:pt x="317774" y="7573"/>
                  <a:pt x="318831" y="7335"/>
                  <a:pt x="319967" y="7335"/>
                </a:cubicBezTo>
                <a:cubicBezTo>
                  <a:pt x="320954" y="7335"/>
                  <a:pt x="321821" y="7542"/>
                  <a:pt x="322567" y="7955"/>
                </a:cubicBezTo>
                <a:cubicBezTo>
                  <a:pt x="323313" y="8368"/>
                  <a:pt x="323939" y="8951"/>
                  <a:pt x="324444" y="9703"/>
                </a:cubicBezTo>
                <a:cubicBezTo>
                  <a:pt x="324949" y="10455"/>
                  <a:pt x="325328" y="11361"/>
                  <a:pt x="325580" y="12423"/>
                </a:cubicBezTo>
                <a:cubicBezTo>
                  <a:pt x="325833" y="13485"/>
                  <a:pt x="325959" y="14670"/>
                  <a:pt x="325959" y="15979"/>
                </a:cubicBezTo>
                <a:moveTo>
                  <a:pt x="322894" y="16117"/>
                </a:moveTo>
                <a:cubicBezTo>
                  <a:pt x="322894" y="15210"/>
                  <a:pt x="322828" y="14378"/>
                  <a:pt x="322696" y="13620"/>
                </a:cubicBezTo>
                <a:cubicBezTo>
                  <a:pt x="322564" y="12862"/>
                  <a:pt x="322355" y="12214"/>
                  <a:pt x="322068" y="11674"/>
                </a:cubicBezTo>
                <a:cubicBezTo>
                  <a:pt x="321781" y="11135"/>
                  <a:pt x="321413" y="10713"/>
                  <a:pt x="320966" y="10409"/>
                </a:cubicBezTo>
                <a:cubicBezTo>
                  <a:pt x="320518" y="10104"/>
                  <a:pt x="319984" y="9952"/>
                  <a:pt x="319364" y="9952"/>
                </a:cubicBezTo>
                <a:cubicBezTo>
                  <a:pt x="318986" y="9952"/>
                  <a:pt x="318601" y="10013"/>
                  <a:pt x="318211" y="10133"/>
                </a:cubicBezTo>
                <a:cubicBezTo>
                  <a:pt x="317820" y="10254"/>
                  <a:pt x="317416" y="10455"/>
                  <a:pt x="316997" y="10736"/>
                </a:cubicBezTo>
                <a:cubicBezTo>
                  <a:pt x="316578" y="11017"/>
                  <a:pt x="316136" y="11390"/>
                  <a:pt x="315671" y="11855"/>
                </a:cubicBezTo>
                <a:cubicBezTo>
                  <a:pt x="315206" y="12320"/>
                  <a:pt x="314710" y="12897"/>
                  <a:pt x="314182" y="13586"/>
                </a:cubicBezTo>
                <a:lnTo>
                  <a:pt x="314182" y="21971"/>
                </a:lnTo>
                <a:cubicBezTo>
                  <a:pt x="314733" y="22201"/>
                  <a:pt x="315312" y="22381"/>
                  <a:pt x="315921" y="22513"/>
                </a:cubicBezTo>
                <a:cubicBezTo>
                  <a:pt x="316529" y="22645"/>
                  <a:pt x="317126" y="22711"/>
                  <a:pt x="317711" y="22711"/>
                </a:cubicBezTo>
                <a:cubicBezTo>
                  <a:pt x="319330" y="22711"/>
                  <a:pt x="320598" y="22163"/>
                  <a:pt x="321517" y="21067"/>
                </a:cubicBezTo>
                <a:cubicBezTo>
                  <a:pt x="322435" y="19971"/>
                  <a:pt x="322894" y="18321"/>
                  <a:pt x="322894" y="16117"/>
                </a:cubicBezTo>
                <a:close/>
                <a:moveTo>
                  <a:pt x="345912" y="16151"/>
                </a:moveTo>
                <a:cubicBezTo>
                  <a:pt x="345912" y="17494"/>
                  <a:pt x="345722" y="18725"/>
                  <a:pt x="345344" y="19844"/>
                </a:cubicBezTo>
                <a:cubicBezTo>
                  <a:pt x="344965" y="20964"/>
                  <a:pt x="344420" y="21922"/>
                  <a:pt x="343708" y="22720"/>
                </a:cubicBezTo>
                <a:cubicBezTo>
                  <a:pt x="342996" y="23518"/>
                  <a:pt x="342130" y="24138"/>
                  <a:pt x="341108" y="24580"/>
                </a:cubicBezTo>
                <a:cubicBezTo>
                  <a:pt x="340086" y="25022"/>
                  <a:pt x="338927" y="25243"/>
                  <a:pt x="337630" y="25243"/>
                </a:cubicBezTo>
                <a:cubicBezTo>
                  <a:pt x="336390" y="25243"/>
                  <a:pt x="335279" y="25050"/>
                  <a:pt x="334298" y="24666"/>
                </a:cubicBezTo>
                <a:cubicBezTo>
                  <a:pt x="333316" y="24281"/>
                  <a:pt x="332484" y="23716"/>
                  <a:pt x="331801" y="22970"/>
                </a:cubicBezTo>
                <a:cubicBezTo>
                  <a:pt x="331118" y="22224"/>
                  <a:pt x="330596" y="21299"/>
                  <a:pt x="330234" y="20197"/>
                </a:cubicBezTo>
                <a:cubicBezTo>
                  <a:pt x="329873" y="19095"/>
                  <a:pt x="329692" y="17827"/>
                  <a:pt x="329692" y="16392"/>
                </a:cubicBezTo>
                <a:cubicBezTo>
                  <a:pt x="329692" y="15049"/>
                  <a:pt x="329881" y="13824"/>
                  <a:pt x="330260" y="12716"/>
                </a:cubicBezTo>
                <a:cubicBezTo>
                  <a:pt x="330639" y="11608"/>
                  <a:pt x="331184" y="10655"/>
                  <a:pt x="331896" y="9858"/>
                </a:cubicBezTo>
                <a:cubicBezTo>
                  <a:pt x="332608" y="9060"/>
                  <a:pt x="333474" y="8440"/>
                  <a:pt x="334496" y="7998"/>
                </a:cubicBezTo>
                <a:cubicBezTo>
                  <a:pt x="335518" y="7556"/>
                  <a:pt x="336677" y="7335"/>
                  <a:pt x="337974" y="7335"/>
                </a:cubicBezTo>
                <a:cubicBezTo>
                  <a:pt x="339214" y="7335"/>
                  <a:pt x="340324" y="7527"/>
                  <a:pt x="341306" y="7912"/>
                </a:cubicBezTo>
                <a:cubicBezTo>
                  <a:pt x="342287" y="8297"/>
                  <a:pt x="343120" y="8859"/>
                  <a:pt x="343803" y="9599"/>
                </a:cubicBezTo>
                <a:cubicBezTo>
                  <a:pt x="344486" y="10340"/>
                  <a:pt x="345008" y="11261"/>
                  <a:pt x="345369" y="12363"/>
                </a:cubicBezTo>
                <a:cubicBezTo>
                  <a:pt x="345731" y="13465"/>
                  <a:pt x="345912" y="14728"/>
                  <a:pt x="345912" y="16151"/>
                </a:cubicBezTo>
                <a:moveTo>
                  <a:pt x="342847" y="16289"/>
                </a:moveTo>
                <a:cubicBezTo>
                  <a:pt x="342847" y="15221"/>
                  <a:pt x="342729" y="14289"/>
                  <a:pt x="342494" y="13491"/>
                </a:cubicBezTo>
                <a:cubicBezTo>
                  <a:pt x="342259" y="12693"/>
                  <a:pt x="341923" y="12027"/>
                  <a:pt x="341487" y="11493"/>
                </a:cubicBezTo>
                <a:cubicBezTo>
                  <a:pt x="341050" y="10960"/>
                  <a:pt x="340520" y="10558"/>
                  <a:pt x="339894" y="10288"/>
                </a:cubicBezTo>
                <a:cubicBezTo>
                  <a:pt x="339268" y="10018"/>
                  <a:pt x="338571" y="9883"/>
                  <a:pt x="337802" y="9883"/>
                </a:cubicBezTo>
                <a:cubicBezTo>
                  <a:pt x="336907" y="9883"/>
                  <a:pt x="336140" y="10059"/>
                  <a:pt x="335503" y="10409"/>
                </a:cubicBezTo>
                <a:cubicBezTo>
                  <a:pt x="334866" y="10759"/>
                  <a:pt x="334344" y="11227"/>
                  <a:pt x="333936" y="11812"/>
                </a:cubicBezTo>
                <a:cubicBezTo>
                  <a:pt x="333529" y="12397"/>
                  <a:pt x="333230" y="13078"/>
                  <a:pt x="333041" y="13852"/>
                </a:cubicBezTo>
                <a:cubicBezTo>
                  <a:pt x="332852" y="14627"/>
                  <a:pt x="332757" y="15439"/>
                  <a:pt x="332757" y="16289"/>
                </a:cubicBezTo>
                <a:cubicBezTo>
                  <a:pt x="332757" y="17356"/>
                  <a:pt x="332874" y="18292"/>
                  <a:pt x="333110" y="19095"/>
                </a:cubicBezTo>
                <a:cubicBezTo>
                  <a:pt x="333345" y="19899"/>
                  <a:pt x="333681" y="20568"/>
                  <a:pt x="334117" y="21101"/>
                </a:cubicBezTo>
                <a:cubicBezTo>
                  <a:pt x="334553" y="21635"/>
                  <a:pt x="335081" y="22037"/>
                  <a:pt x="335701" y="22307"/>
                </a:cubicBezTo>
                <a:cubicBezTo>
                  <a:pt x="336321" y="22577"/>
                  <a:pt x="337021" y="22711"/>
                  <a:pt x="337802" y="22711"/>
                </a:cubicBezTo>
                <a:cubicBezTo>
                  <a:pt x="338697" y="22711"/>
                  <a:pt x="339463" y="22536"/>
                  <a:pt x="340101" y="22186"/>
                </a:cubicBezTo>
                <a:cubicBezTo>
                  <a:pt x="340738" y="21836"/>
                  <a:pt x="341260" y="21368"/>
                  <a:pt x="341667" y="20783"/>
                </a:cubicBezTo>
                <a:cubicBezTo>
                  <a:pt x="342075" y="20197"/>
                  <a:pt x="342373" y="19517"/>
                  <a:pt x="342563" y="18742"/>
                </a:cubicBezTo>
                <a:cubicBezTo>
                  <a:pt x="342752" y="17968"/>
                  <a:pt x="342847" y="17150"/>
                  <a:pt x="342847" y="16289"/>
                </a:cubicBezTo>
                <a:close/>
                <a:moveTo>
                  <a:pt x="365313" y="15979"/>
                </a:moveTo>
                <a:cubicBezTo>
                  <a:pt x="365313" y="17517"/>
                  <a:pt x="365098" y="18860"/>
                  <a:pt x="364668" y="20008"/>
                </a:cubicBezTo>
                <a:cubicBezTo>
                  <a:pt x="364237" y="21156"/>
                  <a:pt x="363643" y="22109"/>
                  <a:pt x="362886" y="22866"/>
                </a:cubicBezTo>
                <a:cubicBezTo>
                  <a:pt x="362128" y="23624"/>
                  <a:pt x="361233" y="24192"/>
                  <a:pt x="360199" y="24571"/>
                </a:cubicBezTo>
                <a:cubicBezTo>
                  <a:pt x="359166" y="24950"/>
                  <a:pt x="358047" y="25139"/>
                  <a:pt x="356842" y="25139"/>
                </a:cubicBezTo>
                <a:cubicBezTo>
                  <a:pt x="356291" y="25139"/>
                  <a:pt x="355743" y="25111"/>
                  <a:pt x="355197" y="25053"/>
                </a:cubicBezTo>
                <a:cubicBezTo>
                  <a:pt x="354652" y="24996"/>
                  <a:pt x="354098" y="24898"/>
                  <a:pt x="353536" y="24760"/>
                </a:cubicBezTo>
                <a:lnTo>
                  <a:pt x="353536" y="31992"/>
                </a:lnTo>
                <a:lnTo>
                  <a:pt x="350540" y="31992"/>
                </a:lnTo>
                <a:lnTo>
                  <a:pt x="350540" y="7645"/>
                </a:lnTo>
                <a:lnTo>
                  <a:pt x="353209" y="7645"/>
                </a:lnTo>
                <a:lnTo>
                  <a:pt x="353398" y="10538"/>
                </a:lnTo>
                <a:cubicBezTo>
                  <a:pt x="354259" y="9355"/>
                  <a:pt x="355177" y="8526"/>
                  <a:pt x="356153" y="8050"/>
                </a:cubicBezTo>
                <a:cubicBezTo>
                  <a:pt x="357129" y="7573"/>
                  <a:pt x="358185" y="7335"/>
                  <a:pt x="359321" y="7335"/>
                </a:cubicBezTo>
                <a:cubicBezTo>
                  <a:pt x="360309" y="7335"/>
                  <a:pt x="361175" y="7542"/>
                  <a:pt x="361921" y="7955"/>
                </a:cubicBezTo>
                <a:cubicBezTo>
                  <a:pt x="362667" y="8368"/>
                  <a:pt x="363293" y="8951"/>
                  <a:pt x="363798" y="9703"/>
                </a:cubicBezTo>
                <a:cubicBezTo>
                  <a:pt x="364303" y="10455"/>
                  <a:pt x="364682" y="11361"/>
                  <a:pt x="364935" y="12423"/>
                </a:cubicBezTo>
                <a:cubicBezTo>
                  <a:pt x="365187" y="13485"/>
                  <a:pt x="365313" y="14670"/>
                  <a:pt x="365313" y="15979"/>
                </a:cubicBezTo>
                <a:moveTo>
                  <a:pt x="362248" y="16117"/>
                </a:moveTo>
                <a:cubicBezTo>
                  <a:pt x="362248" y="15210"/>
                  <a:pt x="362182" y="14378"/>
                  <a:pt x="362050" y="13620"/>
                </a:cubicBezTo>
                <a:cubicBezTo>
                  <a:pt x="361918" y="12862"/>
                  <a:pt x="361709" y="12214"/>
                  <a:pt x="361422" y="11674"/>
                </a:cubicBezTo>
                <a:cubicBezTo>
                  <a:pt x="361135" y="11135"/>
                  <a:pt x="360768" y="10713"/>
                  <a:pt x="360320" y="10409"/>
                </a:cubicBezTo>
                <a:cubicBezTo>
                  <a:pt x="359872" y="10104"/>
                  <a:pt x="359339" y="9952"/>
                  <a:pt x="358719" y="9952"/>
                </a:cubicBezTo>
                <a:cubicBezTo>
                  <a:pt x="358340" y="9952"/>
                  <a:pt x="357955" y="10013"/>
                  <a:pt x="357565" y="10133"/>
                </a:cubicBezTo>
                <a:cubicBezTo>
                  <a:pt x="357175" y="10254"/>
                  <a:pt x="356770" y="10455"/>
                  <a:pt x="356351" y="10736"/>
                </a:cubicBezTo>
                <a:cubicBezTo>
                  <a:pt x="355932" y="11017"/>
                  <a:pt x="355490" y="11390"/>
                  <a:pt x="355025" y="11855"/>
                </a:cubicBezTo>
                <a:cubicBezTo>
                  <a:pt x="354560" y="12320"/>
                  <a:pt x="354064" y="12897"/>
                  <a:pt x="353536" y="13586"/>
                </a:cubicBezTo>
                <a:lnTo>
                  <a:pt x="353536" y="21971"/>
                </a:lnTo>
                <a:cubicBezTo>
                  <a:pt x="354087" y="22201"/>
                  <a:pt x="354667" y="22381"/>
                  <a:pt x="355275" y="22513"/>
                </a:cubicBezTo>
                <a:cubicBezTo>
                  <a:pt x="355883" y="22645"/>
                  <a:pt x="356480" y="22711"/>
                  <a:pt x="357066" y="22711"/>
                </a:cubicBezTo>
                <a:cubicBezTo>
                  <a:pt x="358684" y="22711"/>
                  <a:pt x="359953" y="22163"/>
                  <a:pt x="360871" y="21067"/>
                </a:cubicBezTo>
                <a:cubicBezTo>
                  <a:pt x="361789" y="19971"/>
                  <a:pt x="362248" y="18321"/>
                  <a:pt x="362248" y="16117"/>
                </a:cubicBezTo>
                <a:close/>
                <a:moveTo>
                  <a:pt x="384113" y="24933"/>
                </a:moveTo>
                <a:lnTo>
                  <a:pt x="381426" y="24933"/>
                </a:lnTo>
                <a:lnTo>
                  <a:pt x="381323" y="22143"/>
                </a:lnTo>
                <a:cubicBezTo>
                  <a:pt x="380807" y="22740"/>
                  <a:pt x="380316" y="23237"/>
                  <a:pt x="379851" y="23633"/>
                </a:cubicBezTo>
                <a:cubicBezTo>
                  <a:pt x="379386" y="24029"/>
                  <a:pt x="378924" y="24347"/>
                  <a:pt x="378465" y="24588"/>
                </a:cubicBezTo>
                <a:cubicBezTo>
                  <a:pt x="378006" y="24829"/>
                  <a:pt x="377544" y="24999"/>
                  <a:pt x="377079" y="25096"/>
                </a:cubicBezTo>
                <a:cubicBezTo>
                  <a:pt x="376614" y="25194"/>
                  <a:pt x="376123" y="25243"/>
                  <a:pt x="375607" y="25243"/>
                </a:cubicBezTo>
                <a:cubicBezTo>
                  <a:pt x="373827" y="25243"/>
                  <a:pt x="372484" y="24720"/>
                  <a:pt x="371577" y="23676"/>
                </a:cubicBezTo>
                <a:cubicBezTo>
                  <a:pt x="370671" y="22631"/>
                  <a:pt x="370217" y="21053"/>
                  <a:pt x="370217" y="18941"/>
                </a:cubicBezTo>
                <a:lnTo>
                  <a:pt x="370217" y="7645"/>
                </a:lnTo>
                <a:lnTo>
                  <a:pt x="373213" y="7645"/>
                </a:lnTo>
                <a:lnTo>
                  <a:pt x="373213" y="18699"/>
                </a:lnTo>
                <a:cubicBezTo>
                  <a:pt x="373213" y="21351"/>
                  <a:pt x="374212" y="22677"/>
                  <a:pt x="376209" y="22677"/>
                </a:cubicBezTo>
                <a:cubicBezTo>
                  <a:pt x="376577" y="22677"/>
                  <a:pt x="376935" y="22622"/>
                  <a:pt x="377285" y="22513"/>
                </a:cubicBezTo>
                <a:cubicBezTo>
                  <a:pt x="377635" y="22404"/>
                  <a:pt x="378003" y="22215"/>
                  <a:pt x="378387" y="21945"/>
                </a:cubicBezTo>
                <a:cubicBezTo>
                  <a:pt x="378772" y="21675"/>
                  <a:pt x="379185" y="21311"/>
                  <a:pt x="379627" y="20852"/>
                </a:cubicBezTo>
                <a:cubicBezTo>
                  <a:pt x="380069" y="20393"/>
                  <a:pt x="380566" y="19813"/>
                  <a:pt x="381117" y="19113"/>
                </a:cubicBezTo>
                <a:lnTo>
                  <a:pt x="381117" y="7645"/>
                </a:lnTo>
                <a:lnTo>
                  <a:pt x="384113" y="7645"/>
                </a:lnTo>
                <a:lnTo>
                  <a:pt x="384113" y="24933"/>
                </a:lnTo>
                <a:close/>
                <a:moveTo>
                  <a:pt x="403645" y="15979"/>
                </a:moveTo>
                <a:cubicBezTo>
                  <a:pt x="403645" y="17517"/>
                  <a:pt x="403430" y="18860"/>
                  <a:pt x="402999" y="20008"/>
                </a:cubicBezTo>
                <a:cubicBezTo>
                  <a:pt x="402569" y="21156"/>
                  <a:pt x="401975" y="22109"/>
                  <a:pt x="401217" y="22866"/>
                </a:cubicBezTo>
                <a:cubicBezTo>
                  <a:pt x="400460" y="23624"/>
                  <a:pt x="399564" y="24192"/>
                  <a:pt x="398531" y="24571"/>
                </a:cubicBezTo>
                <a:cubicBezTo>
                  <a:pt x="397498" y="24950"/>
                  <a:pt x="396379" y="25139"/>
                  <a:pt x="395173" y="25139"/>
                </a:cubicBezTo>
                <a:cubicBezTo>
                  <a:pt x="394622" y="25139"/>
                  <a:pt x="394074" y="25111"/>
                  <a:pt x="393529" y="25053"/>
                </a:cubicBezTo>
                <a:cubicBezTo>
                  <a:pt x="392984" y="24996"/>
                  <a:pt x="392430" y="24898"/>
                  <a:pt x="391868" y="24760"/>
                </a:cubicBezTo>
                <a:lnTo>
                  <a:pt x="391868" y="31992"/>
                </a:lnTo>
                <a:lnTo>
                  <a:pt x="388871" y="31992"/>
                </a:lnTo>
                <a:lnTo>
                  <a:pt x="388871" y="7645"/>
                </a:lnTo>
                <a:lnTo>
                  <a:pt x="391540" y="7645"/>
                </a:lnTo>
                <a:lnTo>
                  <a:pt x="391730" y="10538"/>
                </a:lnTo>
                <a:cubicBezTo>
                  <a:pt x="392591" y="9355"/>
                  <a:pt x="393509" y="8526"/>
                  <a:pt x="394485" y="8050"/>
                </a:cubicBezTo>
                <a:cubicBezTo>
                  <a:pt x="395460" y="7573"/>
                  <a:pt x="396517" y="7335"/>
                  <a:pt x="397653" y="7335"/>
                </a:cubicBezTo>
                <a:cubicBezTo>
                  <a:pt x="398640" y="7335"/>
                  <a:pt x="399507" y="7542"/>
                  <a:pt x="400253" y="7955"/>
                </a:cubicBezTo>
                <a:cubicBezTo>
                  <a:pt x="400999" y="8368"/>
                  <a:pt x="401625" y="8951"/>
                  <a:pt x="402130" y="9703"/>
                </a:cubicBezTo>
                <a:cubicBezTo>
                  <a:pt x="402635" y="10455"/>
                  <a:pt x="403014" y="11361"/>
                  <a:pt x="403266" y="12423"/>
                </a:cubicBezTo>
                <a:cubicBezTo>
                  <a:pt x="403519" y="13485"/>
                  <a:pt x="403645" y="14670"/>
                  <a:pt x="403645" y="15979"/>
                </a:cubicBezTo>
                <a:moveTo>
                  <a:pt x="400580" y="16117"/>
                </a:moveTo>
                <a:cubicBezTo>
                  <a:pt x="400580" y="15210"/>
                  <a:pt x="400514" y="14378"/>
                  <a:pt x="400382" y="13620"/>
                </a:cubicBezTo>
                <a:cubicBezTo>
                  <a:pt x="400250" y="12862"/>
                  <a:pt x="400041" y="12214"/>
                  <a:pt x="399754" y="11674"/>
                </a:cubicBezTo>
                <a:cubicBezTo>
                  <a:pt x="399467" y="11135"/>
                  <a:pt x="399099" y="10713"/>
                  <a:pt x="398652" y="10409"/>
                </a:cubicBezTo>
                <a:cubicBezTo>
                  <a:pt x="398204" y="10104"/>
                  <a:pt x="397670" y="9952"/>
                  <a:pt x="397050" y="9952"/>
                </a:cubicBezTo>
                <a:cubicBezTo>
                  <a:pt x="396672" y="9952"/>
                  <a:pt x="396287" y="10013"/>
                  <a:pt x="395897" y="10133"/>
                </a:cubicBezTo>
                <a:cubicBezTo>
                  <a:pt x="395506" y="10254"/>
                  <a:pt x="395102" y="10455"/>
                  <a:pt x="394683" y="10736"/>
                </a:cubicBezTo>
                <a:cubicBezTo>
                  <a:pt x="394264" y="11017"/>
                  <a:pt x="393822" y="11390"/>
                  <a:pt x="393357" y="11855"/>
                </a:cubicBezTo>
                <a:cubicBezTo>
                  <a:pt x="392892" y="12320"/>
                  <a:pt x="392396" y="12897"/>
                  <a:pt x="391868" y="13586"/>
                </a:cubicBezTo>
                <a:lnTo>
                  <a:pt x="391868" y="21971"/>
                </a:lnTo>
                <a:cubicBezTo>
                  <a:pt x="392419" y="22201"/>
                  <a:pt x="392998" y="22381"/>
                  <a:pt x="393607" y="22513"/>
                </a:cubicBezTo>
                <a:cubicBezTo>
                  <a:pt x="394215" y="22645"/>
                  <a:pt x="394812" y="22711"/>
                  <a:pt x="395397" y="22711"/>
                </a:cubicBezTo>
                <a:cubicBezTo>
                  <a:pt x="397016" y="22711"/>
                  <a:pt x="398284" y="22163"/>
                  <a:pt x="399203" y="21067"/>
                </a:cubicBezTo>
                <a:cubicBezTo>
                  <a:pt x="400121" y="19971"/>
                  <a:pt x="400580" y="18321"/>
                  <a:pt x="400580" y="16117"/>
                </a:cubicBezTo>
                <a:close/>
                <a:moveTo>
                  <a:pt x="423288" y="9298"/>
                </a:moveTo>
                <a:cubicBezTo>
                  <a:pt x="423288" y="10216"/>
                  <a:pt x="423116" y="11126"/>
                  <a:pt x="422771" y="12027"/>
                </a:cubicBezTo>
                <a:cubicBezTo>
                  <a:pt x="422427" y="12928"/>
                  <a:pt x="421893" y="13735"/>
                  <a:pt x="421170" y="14446"/>
                </a:cubicBezTo>
                <a:cubicBezTo>
                  <a:pt x="420447" y="15158"/>
                  <a:pt x="419523" y="15735"/>
                  <a:pt x="418398" y="16177"/>
                </a:cubicBezTo>
                <a:cubicBezTo>
                  <a:pt x="417273" y="16619"/>
                  <a:pt x="415930" y="16840"/>
                  <a:pt x="414369" y="16840"/>
                </a:cubicBezTo>
                <a:lnTo>
                  <a:pt x="411579" y="16840"/>
                </a:lnTo>
                <a:lnTo>
                  <a:pt x="411579" y="24933"/>
                </a:lnTo>
                <a:lnTo>
                  <a:pt x="408514" y="24933"/>
                </a:lnTo>
                <a:lnTo>
                  <a:pt x="408514" y="2411"/>
                </a:lnTo>
                <a:lnTo>
                  <a:pt x="414851" y="2411"/>
                </a:lnTo>
                <a:cubicBezTo>
                  <a:pt x="415964" y="2411"/>
                  <a:pt x="417032" y="2534"/>
                  <a:pt x="418053" y="2781"/>
                </a:cubicBezTo>
                <a:cubicBezTo>
                  <a:pt x="419075" y="3028"/>
                  <a:pt x="419973" y="3427"/>
                  <a:pt x="420748" y="3978"/>
                </a:cubicBezTo>
                <a:cubicBezTo>
                  <a:pt x="421523" y="4529"/>
                  <a:pt x="422140" y="5240"/>
                  <a:pt x="422599" y="6113"/>
                </a:cubicBezTo>
                <a:cubicBezTo>
                  <a:pt x="423058" y="6985"/>
                  <a:pt x="423288" y="8047"/>
                  <a:pt x="423288" y="9298"/>
                </a:cubicBezTo>
                <a:moveTo>
                  <a:pt x="420102" y="9436"/>
                </a:moveTo>
                <a:cubicBezTo>
                  <a:pt x="420102" y="7989"/>
                  <a:pt x="419629" y="6882"/>
                  <a:pt x="418682" y="6113"/>
                </a:cubicBezTo>
                <a:cubicBezTo>
                  <a:pt x="417735" y="5344"/>
                  <a:pt x="416412" y="4959"/>
                  <a:pt x="414713" y="4959"/>
                </a:cubicBezTo>
                <a:lnTo>
                  <a:pt x="411579" y="4959"/>
                </a:lnTo>
                <a:lnTo>
                  <a:pt x="411579" y="14223"/>
                </a:lnTo>
                <a:lnTo>
                  <a:pt x="414437" y="14223"/>
                </a:lnTo>
                <a:cubicBezTo>
                  <a:pt x="416251" y="14223"/>
                  <a:pt x="417649" y="13827"/>
                  <a:pt x="418630" y="13035"/>
                </a:cubicBezTo>
                <a:cubicBezTo>
                  <a:pt x="419612" y="12242"/>
                  <a:pt x="420102" y="11043"/>
                  <a:pt x="420102" y="9436"/>
                </a:cubicBezTo>
                <a:close/>
                <a:moveTo>
                  <a:pt x="428932" y="7645"/>
                </a:moveTo>
                <a:lnTo>
                  <a:pt x="431670" y="7645"/>
                </a:lnTo>
                <a:lnTo>
                  <a:pt x="431756" y="10822"/>
                </a:lnTo>
                <a:cubicBezTo>
                  <a:pt x="432777" y="9597"/>
                  <a:pt x="433785" y="8710"/>
                  <a:pt x="434778" y="8160"/>
                </a:cubicBezTo>
                <a:cubicBezTo>
                  <a:pt x="435770" y="7610"/>
                  <a:pt x="436772" y="7335"/>
                  <a:pt x="437782" y="7335"/>
                </a:cubicBezTo>
                <a:cubicBezTo>
                  <a:pt x="439573" y="7335"/>
                  <a:pt x="440930" y="7913"/>
                  <a:pt x="441854" y="9070"/>
                </a:cubicBezTo>
                <a:cubicBezTo>
                  <a:pt x="442778" y="10226"/>
                  <a:pt x="443206" y="11944"/>
                  <a:pt x="443137" y="14223"/>
                </a:cubicBezTo>
                <a:lnTo>
                  <a:pt x="440107" y="14223"/>
                </a:lnTo>
                <a:cubicBezTo>
                  <a:pt x="440141" y="12713"/>
                  <a:pt x="439920" y="11619"/>
                  <a:pt x="439444" y="10939"/>
                </a:cubicBezTo>
                <a:cubicBezTo>
                  <a:pt x="438967" y="10258"/>
                  <a:pt x="438270" y="9918"/>
                  <a:pt x="437352" y="9918"/>
                </a:cubicBezTo>
                <a:cubicBezTo>
                  <a:pt x="436950" y="9918"/>
                  <a:pt x="436545" y="9989"/>
                  <a:pt x="436138" y="10133"/>
                </a:cubicBezTo>
                <a:cubicBezTo>
                  <a:pt x="435730" y="10275"/>
                  <a:pt x="435311" y="10504"/>
                  <a:pt x="434881" y="10818"/>
                </a:cubicBezTo>
                <a:cubicBezTo>
                  <a:pt x="434450" y="11132"/>
                  <a:pt x="433994" y="11535"/>
                  <a:pt x="433512" y="12027"/>
                </a:cubicBezTo>
                <a:cubicBezTo>
                  <a:pt x="433030" y="12519"/>
                  <a:pt x="432513" y="13113"/>
                  <a:pt x="431962" y="13810"/>
                </a:cubicBezTo>
                <a:lnTo>
                  <a:pt x="431962" y="24933"/>
                </a:lnTo>
                <a:lnTo>
                  <a:pt x="428932" y="24933"/>
                </a:lnTo>
                <a:lnTo>
                  <a:pt x="428932" y="7645"/>
                </a:lnTo>
                <a:close/>
                <a:moveTo>
                  <a:pt x="462952" y="16151"/>
                </a:moveTo>
                <a:cubicBezTo>
                  <a:pt x="462952" y="17494"/>
                  <a:pt x="462763" y="18725"/>
                  <a:pt x="462384" y="19844"/>
                </a:cubicBezTo>
                <a:cubicBezTo>
                  <a:pt x="462005" y="20964"/>
                  <a:pt x="461460" y="21922"/>
                  <a:pt x="460748" y="22720"/>
                </a:cubicBezTo>
                <a:cubicBezTo>
                  <a:pt x="460036" y="23518"/>
                  <a:pt x="459170" y="24138"/>
                  <a:pt x="458148" y="24580"/>
                </a:cubicBezTo>
                <a:cubicBezTo>
                  <a:pt x="457126" y="25022"/>
                  <a:pt x="455967" y="25243"/>
                  <a:pt x="454670" y="25243"/>
                </a:cubicBezTo>
                <a:cubicBezTo>
                  <a:pt x="453430" y="25243"/>
                  <a:pt x="452319" y="25050"/>
                  <a:pt x="451338" y="24666"/>
                </a:cubicBezTo>
                <a:cubicBezTo>
                  <a:pt x="450356" y="24281"/>
                  <a:pt x="449524" y="23716"/>
                  <a:pt x="448841" y="22970"/>
                </a:cubicBezTo>
                <a:cubicBezTo>
                  <a:pt x="448158" y="22224"/>
                  <a:pt x="447636" y="21299"/>
                  <a:pt x="447274" y="20197"/>
                </a:cubicBezTo>
                <a:cubicBezTo>
                  <a:pt x="446913" y="19095"/>
                  <a:pt x="446732" y="17827"/>
                  <a:pt x="446732" y="16392"/>
                </a:cubicBezTo>
                <a:cubicBezTo>
                  <a:pt x="446732" y="15049"/>
                  <a:pt x="446921" y="13824"/>
                  <a:pt x="447300" y="12716"/>
                </a:cubicBezTo>
                <a:cubicBezTo>
                  <a:pt x="447679" y="11608"/>
                  <a:pt x="448224" y="10655"/>
                  <a:pt x="448936" y="9858"/>
                </a:cubicBezTo>
                <a:cubicBezTo>
                  <a:pt x="449648" y="9060"/>
                  <a:pt x="450514" y="8440"/>
                  <a:pt x="451536" y="7998"/>
                </a:cubicBezTo>
                <a:cubicBezTo>
                  <a:pt x="452558" y="7556"/>
                  <a:pt x="453717" y="7335"/>
                  <a:pt x="455014" y="7335"/>
                </a:cubicBezTo>
                <a:cubicBezTo>
                  <a:pt x="456254" y="7335"/>
                  <a:pt x="457364" y="7527"/>
                  <a:pt x="458346" y="7912"/>
                </a:cubicBezTo>
                <a:cubicBezTo>
                  <a:pt x="459327" y="8297"/>
                  <a:pt x="460160" y="8859"/>
                  <a:pt x="460843" y="9599"/>
                </a:cubicBezTo>
                <a:cubicBezTo>
                  <a:pt x="461526" y="10340"/>
                  <a:pt x="462048" y="11261"/>
                  <a:pt x="462410" y="12363"/>
                </a:cubicBezTo>
                <a:cubicBezTo>
                  <a:pt x="462771" y="13465"/>
                  <a:pt x="462952" y="14728"/>
                  <a:pt x="462952" y="16151"/>
                </a:cubicBezTo>
                <a:moveTo>
                  <a:pt x="459887" y="16289"/>
                </a:moveTo>
                <a:cubicBezTo>
                  <a:pt x="459887" y="15221"/>
                  <a:pt x="459769" y="14289"/>
                  <a:pt x="459534" y="13491"/>
                </a:cubicBezTo>
                <a:cubicBezTo>
                  <a:pt x="459299" y="12693"/>
                  <a:pt x="458963" y="12027"/>
                  <a:pt x="458527" y="11493"/>
                </a:cubicBezTo>
                <a:cubicBezTo>
                  <a:pt x="458091" y="10960"/>
                  <a:pt x="457560" y="10558"/>
                  <a:pt x="456934" y="10288"/>
                </a:cubicBezTo>
                <a:cubicBezTo>
                  <a:pt x="456308" y="10018"/>
                  <a:pt x="455611" y="9883"/>
                  <a:pt x="454842" y="9883"/>
                </a:cubicBezTo>
                <a:cubicBezTo>
                  <a:pt x="453947" y="9883"/>
                  <a:pt x="453180" y="10059"/>
                  <a:pt x="452543" y="10409"/>
                </a:cubicBezTo>
                <a:cubicBezTo>
                  <a:pt x="451906" y="10759"/>
                  <a:pt x="451384" y="11227"/>
                  <a:pt x="450976" y="11812"/>
                </a:cubicBezTo>
                <a:cubicBezTo>
                  <a:pt x="450569" y="12397"/>
                  <a:pt x="450270" y="13078"/>
                  <a:pt x="450081" y="13852"/>
                </a:cubicBezTo>
                <a:cubicBezTo>
                  <a:pt x="449892" y="14627"/>
                  <a:pt x="449797" y="15439"/>
                  <a:pt x="449797" y="16289"/>
                </a:cubicBezTo>
                <a:cubicBezTo>
                  <a:pt x="449797" y="17356"/>
                  <a:pt x="449915" y="18292"/>
                  <a:pt x="450150" y="19095"/>
                </a:cubicBezTo>
                <a:cubicBezTo>
                  <a:pt x="450385" y="19899"/>
                  <a:pt x="450721" y="20568"/>
                  <a:pt x="451157" y="21101"/>
                </a:cubicBezTo>
                <a:cubicBezTo>
                  <a:pt x="451593" y="21635"/>
                  <a:pt x="452121" y="22037"/>
                  <a:pt x="452741" y="22307"/>
                </a:cubicBezTo>
                <a:cubicBezTo>
                  <a:pt x="453361" y="22577"/>
                  <a:pt x="454061" y="22711"/>
                  <a:pt x="454842" y="22711"/>
                </a:cubicBezTo>
                <a:cubicBezTo>
                  <a:pt x="455737" y="22711"/>
                  <a:pt x="456504" y="22536"/>
                  <a:pt x="457141" y="22186"/>
                </a:cubicBezTo>
                <a:cubicBezTo>
                  <a:pt x="457778" y="21836"/>
                  <a:pt x="458300" y="21368"/>
                  <a:pt x="458708" y="20783"/>
                </a:cubicBezTo>
                <a:cubicBezTo>
                  <a:pt x="459115" y="20197"/>
                  <a:pt x="459414" y="19517"/>
                  <a:pt x="459603" y="18742"/>
                </a:cubicBezTo>
                <a:cubicBezTo>
                  <a:pt x="459792" y="17968"/>
                  <a:pt x="459887" y="17150"/>
                  <a:pt x="459887" y="16289"/>
                </a:cubicBezTo>
                <a:close/>
                <a:moveTo>
                  <a:pt x="481331" y="15979"/>
                </a:moveTo>
                <a:cubicBezTo>
                  <a:pt x="481331" y="17517"/>
                  <a:pt x="481116" y="18860"/>
                  <a:pt x="480685" y="20008"/>
                </a:cubicBezTo>
                <a:cubicBezTo>
                  <a:pt x="480255" y="21156"/>
                  <a:pt x="479661" y="22109"/>
                  <a:pt x="478903" y="22866"/>
                </a:cubicBezTo>
                <a:cubicBezTo>
                  <a:pt x="478146" y="23624"/>
                  <a:pt x="477250" y="24192"/>
                  <a:pt x="476217" y="24571"/>
                </a:cubicBezTo>
                <a:cubicBezTo>
                  <a:pt x="475184" y="24950"/>
                  <a:pt x="474065" y="25139"/>
                  <a:pt x="472859" y="25139"/>
                </a:cubicBezTo>
                <a:cubicBezTo>
                  <a:pt x="472308" y="25139"/>
                  <a:pt x="471760" y="25111"/>
                  <a:pt x="471215" y="25053"/>
                </a:cubicBezTo>
                <a:cubicBezTo>
                  <a:pt x="470670" y="24996"/>
                  <a:pt x="470116" y="24898"/>
                  <a:pt x="469554" y="24760"/>
                </a:cubicBezTo>
                <a:lnTo>
                  <a:pt x="469554" y="31992"/>
                </a:lnTo>
                <a:lnTo>
                  <a:pt x="466557" y="31992"/>
                </a:lnTo>
                <a:lnTo>
                  <a:pt x="466557" y="7645"/>
                </a:lnTo>
                <a:lnTo>
                  <a:pt x="469226" y="7645"/>
                </a:lnTo>
                <a:lnTo>
                  <a:pt x="469416" y="10538"/>
                </a:lnTo>
                <a:cubicBezTo>
                  <a:pt x="470277" y="9355"/>
                  <a:pt x="471195" y="8526"/>
                  <a:pt x="472171" y="8050"/>
                </a:cubicBezTo>
                <a:cubicBezTo>
                  <a:pt x="473146" y="7573"/>
                  <a:pt x="474203" y="7335"/>
                  <a:pt x="475339" y="7335"/>
                </a:cubicBezTo>
                <a:cubicBezTo>
                  <a:pt x="476326" y="7335"/>
                  <a:pt x="477193" y="7542"/>
                  <a:pt x="477939" y="7955"/>
                </a:cubicBezTo>
                <a:cubicBezTo>
                  <a:pt x="478685" y="8368"/>
                  <a:pt x="479311" y="8951"/>
                  <a:pt x="479816" y="9703"/>
                </a:cubicBezTo>
                <a:cubicBezTo>
                  <a:pt x="480321" y="10455"/>
                  <a:pt x="480700" y="11361"/>
                  <a:pt x="480952" y="12423"/>
                </a:cubicBezTo>
                <a:cubicBezTo>
                  <a:pt x="481205" y="13485"/>
                  <a:pt x="481331" y="14670"/>
                  <a:pt x="481331" y="15979"/>
                </a:cubicBezTo>
                <a:moveTo>
                  <a:pt x="478266" y="16117"/>
                </a:moveTo>
                <a:cubicBezTo>
                  <a:pt x="478266" y="15210"/>
                  <a:pt x="478200" y="14378"/>
                  <a:pt x="478068" y="13620"/>
                </a:cubicBezTo>
                <a:cubicBezTo>
                  <a:pt x="477936" y="12862"/>
                  <a:pt x="477727" y="12214"/>
                  <a:pt x="477440" y="11674"/>
                </a:cubicBezTo>
                <a:cubicBezTo>
                  <a:pt x="477153" y="11135"/>
                  <a:pt x="476785" y="10713"/>
                  <a:pt x="476338" y="10409"/>
                </a:cubicBezTo>
                <a:cubicBezTo>
                  <a:pt x="475890" y="10104"/>
                  <a:pt x="475356" y="9952"/>
                  <a:pt x="474736" y="9952"/>
                </a:cubicBezTo>
                <a:cubicBezTo>
                  <a:pt x="474358" y="9952"/>
                  <a:pt x="473973" y="10013"/>
                  <a:pt x="473583" y="10133"/>
                </a:cubicBezTo>
                <a:cubicBezTo>
                  <a:pt x="473192" y="10254"/>
                  <a:pt x="472788" y="10455"/>
                  <a:pt x="472369" y="10736"/>
                </a:cubicBezTo>
                <a:cubicBezTo>
                  <a:pt x="471950" y="11017"/>
                  <a:pt x="471508" y="11390"/>
                  <a:pt x="471043" y="11855"/>
                </a:cubicBezTo>
                <a:cubicBezTo>
                  <a:pt x="470578" y="12320"/>
                  <a:pt x="470082" y="12897"/>
                  <a:pt x="469554" y="13586"/>
                </a:cubicBezTo>
                <a:lnTo>
                  <a:pt x="469554" y="21971"/>
                </a:lnTo>
                <a:cubicBezTo>
                  <a:pt x="470104" y="22201"/>
                  <a:pt x="470684" y="22381"/>
                  <a:pt x="471293" y="22513"/>
                </a:cubicBezTo>
                <a:cubicBezTo>
                  <a:pt x="471901" y="22645"/>
                  <a:pt x="472498" y="22711"/>
                  <a:pt x="473083" y="22711"/>
                </a:cubicBezTo>
                <a:cubicBezTo>
                  <a:pt x="474702" y="22711"/>
                  <a:pt x="475970" y="22163"/>
                  <a:pt x="476889" y="21067"/>
                </a:cubicBezTo>
                <a:cubicBezTo>
                  <a:pt x="477807" y="19971"/>
                  <a:pt x="478266" y="18321"/>
                  <a:pt x="478266" y="16117"/>
                </a:cubicBezTo>
                <a:close/>
                <a:moveTo>
                  <a:pt x="499923" y="20215"/>
                </a:moveTo>
                <a:cubicBezTo>
                  <a:pt x="499923" y="20823"/>
                  <a:pt x="499820" y="21368"/>
                  <a:pt x="499613" y="21850"/>
                </a:cubicBezTo>
                <a:cubicBezTo>
                  <a:pt x="499407" y="22333"/>
                  <a:pt x="499126" y="22760"/>
                  <a:pt x="498770" y="23133"/>
                </a:cubicBezTo>
                <a:cubicBezTo>
                  <a:pt x="498414" y="23506"/>
                  <a:pt x="498001" y="23825"/>
                  <a:pt x="497530" y="24089"/>
                </a:cubicBezTo>
                <a:cubicBezTo>
                  <a:pt x="497059" y="24353"/>
                  <a:pt x="496557" y="24571"/>
                  <a:pt x="496023" y="24743"/>
                </a:cubicBezTo>
                <a:cubicBezTo>
                  <a:pt x="495490" y="24915"/>
                  <a:pt x="494941" y="25042"/>
                  <a:pt x="494379" y="25122"/>
                </a:cubicBezTo>
                <a:cubicBezTo>
                  <a:pt x="493816" y="25202"/>
                  <a:pt x="493265" y="25243"/>
                  <a:pt x="492726" y="25243"/>
                </a:cubicBezTo>
                <a:cubicBezTo>
                  <a:pt x="491555" y="25243"/>
                  <a:pt x="490479" y="25191"/>
                  <a:pt x="489497" y="25088"/>
                </a:cubicBezTo>
                <a:cubicBezTo>
                  <a:pt x="488516" y="24984"/>
                  <a:pt x="487555" y="24818"/>
                  <a:pt x="486613" y="24588"/>
                </a:cubicBezTo>
                <a:lnTo>
                  <a:pt x="486613" y="21833"/>
                </a:lnTo>
                <a:cubicBezTo>
                  <a:pt x="487623" y="22120"/>
                  <a:pt x="488628" y="22338"/>
                  <a:pt x="489627" y="22488"/>
                </a:cubicBezTo>
                <a:cubicBezTo>
                  <a:pt x="490625" y="22637"/>
                  <a:pt x="491618" y="22711"/>
                  <a:pt x="492605" y="22711"/>
                </a:cubicBezTo>
                <a:cubicBezTo>
                  <a:pt x="494040" y="22711"/>
                  <a:pt x="495102" y="22516"/>
                  <a:pt x="495791" y="22126"/>
                </a:cubicBezTo>
                <a:cubicBezTo>
                  <a:pt x="496480" y="21736"/>
                  <a:pt x="496824" y="21179"/>
                  <a:pt x="496824" y="20456"/>
                </a:cubicBezTo>
                <a:cubicBezTo>
                  <a:pt x="496824" y="20146"/>
                  <a:pt x="496769" y="19867"/>
                  <a:pt x="496660" y="19621"/>
                </a:cubicBezTo>
                <a:cubicBezTo>
                  <a:pt x="496551" y="19374"/>
                  <a:pt x="496353" y="19139"/>
                  <a:pt x="496066" y="18915"/>
                </a:cubicBezTo>
                <a:cubicBezTo>
                  <a:pt x="495779" y="18691"/>
                  <a:pt x="495335" y="18458"/>
                  <a:pt x="494732" y="18217"/>
                </a:cubicBezTo>
                <a:cubicBezTo>
                  <a:pt x="494129" y="17976"/>
                  <a:pt x="493306" y="17701"/>
                  <a:pt x="492261" y="17391"/>
                </a:cubicBezTo>
                <a:cubicBezTo>
                  <a:pt x="491480" y="17161"/>
                  <a:pt x="490760" y="16900"/>
                  <a:pt x="490100" y="16607"/>
                </a:cubicBezTo>
                <a:cubicBezTo>
                  <a:pt x="489440" y="16315"/>
                  <a:pt x="488869" y="15967"/>
                  <a:pt x="488387" y="15566"/>
                </a:cubicBezTo>
                <a:cubicBezTo>
                  <a:pt x="487905" y="15164"/>
                  <a:pt x="487526" y="14693"/>
                  <a:pt x="487250" y="14154"/>
                </a:cubicBezTo>
                <a:cubicBezTo>
                  <a:pt x="486975" y="13614"/>
                  <a:pt x="486837" y="12977"/>
                  <a:pt x="486837" y="12242"/>
                </a:cubicBezTo>
                <a:cubicBezTo>
                  <a:pt x="486837" y="11760"/>
                  <a:pt x="486949" y="11232"/>
                  <a:pt x="487173" y="10658"/>
                </a:cubicBezTo>
                <a:cubicBezTo>
                  <a:pt x="487397" y="10084"/>
                  <a:pt x="487778" y="9551"/>
                  <a:pt x="488318" y="9057"/>
                </a:cubicBezTo>
                <a:cubicBezTo>
                  <a:pt x="488857" y="8563"/>
                  <a:pt x="489586" y="8153"/>
                  <a:pt x="490505" y="7826"/>
                </a:cubicBezTo>
                <a:cubicBezTo>
                  <a:pt x="491423" y="7499"/>
                  <a:pt x="492571" y="7335"/>
                  <a:pt x="493948" y="7335"/>
                </a:cubicBezTo>
                <a:cubicBezTo>
                  <a:pt x="494626" y="7335"/>
                  <a:pt x="495378" y="7372"/>
                  <a:pt x="496204" y="7447"/>
                </a:cubicBezTo>
                <a:cubicBezTo>
                  <a:pt x="497031" y="7522"/>
                  <a:pt x="497892" y="7651"/>
                  <a:pt x="498787" y="7834"/>
                </a:cubicBezTo>
                <a:lnTo>
                  <a:pt x="498787" y="10503"/>
                </a:lnTo>
                <a:cubicBezTo>
                  <a:pt x="497846" y="10274"/>
                  <a:pt x="496953" y="10104"/>
                  <a:pt x="496109" y="9995"/>
                </a:cubicBezTo>
                <a:cubicBezTo>
                  <a:pt x="495266" y="9886"/>
                  <a:pt x="494534" y="9832"/>
                  <a:pt x="493914" y="9832"/>
                </a:cubicBezTo>
                <a:cubicBezTo>
                  <a:pt x="493168" y="9832"/>
                  <a:pt x="492539" y="9889"/>
                  <a:pt x="492029" y="10004"/>
                </a:cubicBezTo>
                <a:cubicBezTo>
                  <a:pt x="491518" y="10119"/>
                  <a:pt x="491104" y="10277"/>
                  <a:pt x="490789" y="10478"/>
                </a:cubicBezTo>
                <a:cubicBezTo>
                  <a:pt x="490473" y="10678"/>
                  <a:pt x="490246" y="10914"/>
                  <a:pt x="490109" y="11184"/>
                </a:cubicBezTo>
                <a:cubicBezTo>
                  <a:pt x="489971" y="11453"/>
                  <a:pt x="489902" y="11743"/>
                  <a:pt x="489902" y="12053"/>
                </a:cubicBezTo>
                <a:cubicBezTo>
                  <a:pt x="489902" y="12363"/>
                  <a:pt x="489962" y="12644"/>
                  <a:pt x="490083" y="12897"/>
                </a:cubicBezTo>
                <a:cubicBezTo>
                  <a:pt x="490203" y="13149"/>
                  <a:pt x="490427" y="13393"/>
                  <a:pt x="490754" y="13629"/>
                </a:cubicBezTo>
                <a:cubicBezTo>
                  <a:pt x="491082" y="13864"/>
                  <a:pt x="491538" y="14099"/>
                  <a:pt x="492123" y="14335"/>
                </a:cubicBezTo>
                <a:cubicBezTo>
                  <a:pt x="492709" y="14570"/>
                  <a:pt x="493472" y="14825"/>
                  <a:pt x="494413" y="15101"/>
                </a:cubicBezTo>
                <a:cubicBezTo>
                  <a:pt x="495435" y="15399"/>
                  <a:pt x="496296" y="15712"/>
                  <a:pt x="496996" y="16039"/>
                </a:cubicBezTo>
                <a:cubicBezTo>
                  <a:pt x="497696" y="16366"/>
                  <a:pt x="498265" y="16731"/>
                  <a:pt x="498701" y="17133"/>
                </a:cubicBezTo>
                <a:cubicBezTo>
                  <a:pt x="499137" y="17534"/>
                  <a:pt x="499450" y="17988"/>
                  <a:pt x="499639" y="18493"/>
                </a:cubicBezTo>
                <a:cubicBezTo>
                  <a:pt x="499829" y="18998"/>
                  <a:pt x="499923" y="19572"/>
                  <a:pt x="499923" y="20215"/>
                </a:cubicBezTo>
                <a:close/>
                <a:moveTo>
                  <a:pt x="527068" y="0"/>
                </a:moveTo>
                <a:lnTo>
                  <a:pt x="528342" y="0"/>
                </a:lnTo>
                <a:cubicBezTo>
                  <a:pt x="530557" y="0"/>
                  <a:pt x="532205" y="519"/>
                  <a:pt x="533284" y="1558"/>
                </a:cubicBezTo>
                <a:cubicBezTo>
                  <a:pt x="534363" y="2597"/>
                  <a:pt x="534902" y="4173"/>
                  <a:pt x="534902" y="6285"/>
                </a:cubicBezTo>
                <a:lnTo>
                  <a:pt x="534902" y="10262"/>
                </a:lnTo>
                <a:cubicBezTo>
                  <a:pt x="534902" y="10825"/>
                  <a:pt x="534965" y="11327"/>
                  <a:pt x="535092" y="11769"/>
                </a:cubicBezTo>
                <a:cubicBezTo>
                  <a:pt x="535218" y="12211"/>
                  <a:pt x="535439" y="12584"/>
                  <a:pt x="535755" y="12888"/>
                </a:cubicBezTo>
                <a:cubicBezTo>
                  <a:pt x="536070" y="13192"/>
                  <a:pt x="536492" y="13425"/>
                  <a:pt x="537020" y="13586"/>
                </a:cubicBezTo>
                <a:cubicBezTo>
                  <a:pt x="537548" y="13746"/>
                  <a:pt x="538208" y="13827"/>
                  <a:pt x="539000" y="13827"/>
                </a:cubicBezTo>
                <a:lnTo>
                  <a:pt x="539741" y="13827"/>
                </a:lnTo>
                <a:lnTo>
                  <a:pt x="539741" y="16220"/>
                </a:lnTo>
                <a:lnTo>
                  <a:pt x="539000" y="16220"/>
                </a:lnTo>
                <a:cubicBezTo>
                  <a:pt x="538162" y="16220"/>
                  <a:pt x="537476" y="16289"/>
                  <a:pt x="536943" y="16427"/>
                </a:cubicBezTo>
                <a:cubicBezTo>
                  <a:pt x="536409" y="16564"/>
                  <a:pt x="535993" y="16774"/>
                  <a:pt x="535694" y="17055"/>
                </a:cubicBezTo>
                <a:cubicBezTo>
                  <a:pt x="535396" y="17336"/>
                  <a:pt x="535189" y="17695"/>
                  <a:pt x="535074" y="18131"/>
                </a:cubicBezTo>
                <a:cubicBezTo>
                  <a:pt x="534960" y="18567"/>
                  <a:pt x="534902" y="19084"/>
                  <a:pt x="534902" y="19681"/>
                </a:cubicBezTo>
                <a:lnTo>
                  <a:pt x="534902" y="25707"/>
                </a:lnTo>
                <a:cubicBezTo>
                  <a:pt x="534902" y="26672"/>
                  <a:pt x="534788" y="27541"/>
                  <a:pt x="534558" y="28316"/>
                </a:cubicBezTo>
                <a:cubicBezTo>
                  <a:pt x="534328" y="29091"/>
                  <a:pt x="533955" y="29751"/>
                  <a:pt x="533439" y="30296"/>
                </a:cubicBezTo>
                <a:cubicBezTo>
                  <a:pt x="532922" y="30841"/>
                  <a:pt x="532245" y="31260"/>
                  <a:pt x="531407" y="31553"/>
                </a:cubicBezTo>
                <a:cubicBezTo>
                  <a:pt x="530569" y="31846"/>
                  <a:pt x="529547" y="31992"/>
                  <a:pt x="528342" y="31992"/>
                </a:cubicBezTo>
                <a:lnTo>
                  <a:pt x="527068" y="31992"/>
                </a:lnTo>
                <a:lnTo>
                  <a:pt x="527068" y="29582"/>
                </a:lnTo>
                <a:lnTo>
                  <a:pt x="528101" y="29582"/>
                </a:lnTo>
                <a:cubicBezTo>
                  <a:pt x="530753" y="29582"/>
                  <a:pt x="532078" y="28290"/>
                  <a:pt x="532078" y="25707"/>
                </a:cubicBezTo>
                <a:lnTo>
                  <a:pt x="532078" y="19750"/>
                </a:lnTo>
                <a:cubicBezTo>
                  <a:pt x="532078" y="16949"/>
                  <a:pt x="533289" y="15376"/>
                  <a:pt x="535712" y="15032"/>
                </a:cubicBezTo>
                <a:cubicBezTo>
                  <a:pt x="533267" y="14768"/>
                  <a:pt x="532044" y="13189"/>
                  <a:pt x="532044" y="10297"/>
                </a:cubicBezTo>
                <a:lnTo>
                  <a:pt x="532044" y="6354"/>
                </a:lnTo>
                <a:cubicBezTo>
                  <a:pt x="532044" y="3725"/>
                  <a:pt x="530730" y="2411"/>
                  <a:pt x="528101" y="2411"/>
                </a:cubicBezTo>
                <a:lnTo>
                  <a:pt x="527068" y="2411"/>
                </a:lnTo>
                <a:lnTo>
                  <a:pt x="527068" y="0"/>
                </a:lnTo>
                <a:close/>
                <a:moveTo>
                  <a:pt x="578554" y="13809"/>
                </a:moveTo>
                <a:lnTo>
                  <a:pt x="563746" y="13809"/>
                </a:lnTo>
                <a:lnTo>
                  <a:pt x="563746" y="11278"/>
                </a:lnTo>
                <a:lnTo>
                  <a:pt x="578554" y="11278"/>
                </a:lnTo>
                <a:lnTo>
                  <a:pt x="578554" y="13809"/>
                </a:lnTo>
                <a:moveTo>
                  <a:pt x="578554" y="19819"/>
                </a:moveTo>
                <a:lnTo>
                  <a:pt x="563746" y="19819"/>
                </a:lnTo>
                <a:lnTo>
                  <a:pt x="563746" y="17288"/>
                </a:lnTo>
                <a:lnTo>
                  <a:pt x="578554" y="17288"/>
                </a:lnTo>
                <a:lnTo>
                  <a:pt x="578554" y="19819"/>
                </a:lnTo>
                <a:close/>
                <a:moveTo>
                  <a:pt x="617597" y="24674"/>
                </a:moveTo>
                <a:cubicBezTo>
                  <a:pt x="616920" y="24853"/>
                  <a:pt x="616220" y="24980"/>
                  <a:pt x="615497" y="25057"/>
                </a:cubicBezTo>
                <a:cubicBezTo>
                  <a:pt x="614773" y="25135"/>
                  <a:pt x="614039" y="25174"/>
                  <a:pt x="613293" y="25174"/>
                </a:cubicBezTo>
                <a:cubicBezTo>
                  <a:pt x="611123" y="25174"/>
                  <a:pt x="609505" y="24683"/>
                  <a:pt x="608437" y="23701"/>
                </a:cubicBezTo>
                <a:cubicBezTo>
                  <a:pt x="607369" y="22720"/>
                  <a:pt x="606836" y="21213"/>
                  <a:pt x="606836" y="19182"/>
                </a:cubicBezTo>
                <a:lnTo>
                  <a:pt x="606836" y="10159"/>
                </a:lnTo>
                <a:lnTo>
                  <a:pt x="601997" y="10159"/>
                </a:lnTo>
                <a:lnTo>
                  <a:pt x="601997" y="7645"/>
                </a:lnTo>
                <a:lnTo>
                  <a:pt x="606836" y="7645"/>
                </a:lnTo>
                <a:lnTo>
                  <a:pt x="606836" y="2878"/>
                </a:lnTo>
                <a:lnTo>
                  <a:pt x="609832" y="2101"/>
                </a:lnTo>
                <a:lnTo>
                  <a:pt x="609832" y="7645"/>
                </a:lnTo>
                <a:lnTo>
                  <a:pt x="617597" y="7645"/>
                </a:lnTo>
                <a:lnTo>
                  <a:pt x="617597" y="10159"/>
                </a:lnTo>
                <a:lnTo>
                  <a:pt x="609832" y="10159"/>
                </a:lnTo>
                <a:lnTo>
                  <a:pt x="609832" y="18941"/>
                </a:lnTo>
                <a:cubicBezTo>
                  <a:pt x="609832" y="20180"/>
                  <a:pt x="610162" y="21107"/>
                  <a:pt x="610822" y="21721"/>
                </a:cubicBezTo>
                <a:cubicBezTo>
                  <a:pt x="611482" y="22335"/>
                  <a:pt x="612455" y="22643"/>
                  <a:pt x="613740" y="22643"/>
                </a:cubicBezTo>
                <a:cubicBezTo>
                  <a:pt x="614291" y="22643"/>
                  <a:pt x="614894" y="22598"/>
                  <a:pt x="615548" y="22510"/>
                </a:cubicBezTo>
                <a:cubicBezTo>
                  <a:pt x="616203" y="22421"/>
                  <a:pt x="616886" y="22281"/>
                  <a:pt x="617597" y="22092"/>
                </a:cubicBezTo>
                <a:lnTo>
                  <a:pt x="617597" y="24674"/>
                </a:lnTo>
                <a:close/>
                <a:moveTo>
                  <a:pt x="636217" y="24933"/>
                </a:moveTo>
                <a:lnTo>
                  <a:pt x="633221" y="24933"/>
                </a:lnTo>
                <a:lnTo>
                  <a:pt x="633221" y="13895"/>
                </a:lnTo>
                <a:cubicBezTo>
                  <a:pt x="633221" y="12564"/>
                  <a:pt x="632971" y="11568"/>
                  <a:pt x="632472" y="10908"/>
                </a:cubicBezTo>
                <a:cubicBezTo>
                  <a:pt x="631973" y="10248"/>
                  <a:pt x="631258" y="9918"/>
                  <a:pt x="630328" y="9918"/>
                </a:cubicBezTo>
                <a:cubicBezTo>
                  <a:pt x="629926" y="9918"/>
                  <a:pt x="629550" y="9972"/>
                  <a:pt x="629200" y="10082"/>
                </a:cubicBezTo>
                <a:cubicBezTo>
                  <a:pt x="628850" y="10191"/>
                  <a:pt x="628486" y="10380"/>
                  <a:pt x="628107" y="10650"/>
                </a:cubicBezTo>
                <a:cubicBezTo>
                  <a:pt x="627728" y="10919"/>
                  <a:pt x="627315" y="11284"/>
                  <a:pt x="626867" y="11743"/>
                </a:cubicBezTo>
                <a:cubicBezTo>
                  <a:pt x="626420" y="12202"/>
                  <a:pt x="625903" y="12776"/>
                  <a:pt x="625318" y="13465"/>
                </a:cubicBezTo>
                <a:lnTo>
                  <a:pt x="625318" y="24933"/>
                </a:lnTo>
                <a:lnTo>
                  <a:pt x="622321" y="24933"/>
                </a:lnTo>
                <a:lnTo>
                  <a:pt x="622321" y="585"/>
                </a:lnTo>
                <a:lnTo>
                  <a:pt x="625318" y="585"/>
                </a:lnTo>
                <a:lnTo>
                  <a:pt x="625318" y="7640"/>
                </a:lnTo>
                <a:lnTo>
                  <a:pt x="625214" y="10366"/>
                </a:lnTo>
                <a:cubicBezTo>
                  <a:pt x="625685" y="9803"/>
                  <a:pt x="626147" y="9330"/>
                  <a:pt x="626600" y="8945"/>
                </a:cubicBezTo>
                <a:cubicBezTo>
                  <a:pt x="627054" y="8561"/>
                  <a:pt x="627507" y="8248"/>
                  <a:pt x="627961" y="8007"/>
                </a:cubicBezTo>
                <a:cubicBezTo>
                  <a:pt x="628414" y="7766"/>
                  <a:pt x="628876" y="7593"/>
                  <a:pt x="629347" y="7490"/>
                </a:cubicBezTo>
                <a:cubicBezTo>
                  <a:pt x="629817" y="7387"/>
                  <a:pt x="630305" y="7335"/>
                  <a:pt x="630810" y="7335"/>
                </a:cubicBezTo>
                <a:cubicBezTo>
                  <a:pt x="632532" y="7335"/>
                  <a:pt x="633864" y="7860"/>
                  <a:pt x="634805" y="8911"/>
                </a:cubicBezTo>
                <a:cubicBezTo>
                  <a:pt x="635746" y="9961"/>
                  <a:pt x="636217" y="11542"/>
                  <a:pt x="636217" y="13654"/>
                </a:cubicBezTo>
                <a:lnTo>
                  <a:pt x="636217" y="24933"/>
                </a:lnTo>
                <a:close/>
                <a:moveTo>
                  <a:pt x="647888" y="10125"/>
                </a:moveTo>
                <a:lnTo>
                  <a:pt x="642774" y="10125"/>
                </a:lnTo>
                <a:lnTo>
                  <a:pt x="642774" y="7645"/>
                </a:lnTo>
                <a:lnTo>
                  <a:pt x="650918" y="7645"/>
                </a:lnTo>
                <a:lnTo>
                  <a:pt x="650918" y="22436"/>
                </a:lnTo>
                <a:lnTo>
                  <a:pt x="656066" y="22436"/>
                </a:lnTo>
                <a:lnTo>
                  <a:pt x="656066" y="24933"/>
                </a:lnTo>
                <a:lnTo>
                  <a:pt x="642205" y="24933"/>
                </a:lnTo>
                <a:lnTo>
                  <a:pt x="642205" y="22436"/>
                </a:lnTo>
                <a:lnTo>
                  <a:pt x="647888" y="22436"/>
                </a:lnTo>
                <a:lnTo>
                  <a:pt x="647888" y="10125"/>
                </a:lnTo>
                <a:moveTo>
                  <a:pt x="648938" y="379"/>
                </a:moveTo>
                <a:cubicBezTo>
                  <a:pt x="649271" y="379"/>
                  <a:pt x="649581" y="439"/>
                  <a:pt x="649868" y="560"/>
                </a:cubicBezTo>
                <a:cubicBezTo>
                  <a:pt x="650155" y="680"/>
                  <a:pt x="650404" y="849"/>
                  <a:pt x="650617" y="1068"/>
                </a:cubicBezTo>
                <a:cubicBezTo>
                  <a:pt x="650829" y="1286"/>
                  <a:pt x="650996" y="1535"/>
                  <a:pt x="651116" y="1817"/>
                </a:cubicBezTo>
                <a:cubicBezTo>
                  <a:pt x="651237" y="2098"/>
                  <a:pt x="651297" y="2405"/>
                  <a:pt x="651297" y="2738"/>
                </a:cubicBezTo>
                <a:cubicBezTo>
                  <a:pt x="651297" y="3059"/>
                  <a:pt x="651237" y="3363"/>
                  <a:pt x="651116" y="3650"/>
                </a:cubicBezTo>
                <a:cubicBezTo>
                  <a:pt x="650996" y="3937"/>
                  <a:pt x="650829" y="4190"/>
                  <a:pt x="650617" y="4408"/>
                </a:cubicBezTo>
                <a:cubicBezTo>
                  <a:pt x="650404" y="4626"/>
                  <a:pt x="650155" y="4795"/>
                  <a:pt x="649868" y="4916"/>
                </a:cubicBezTo>
                <a:cubicBezTo>
                  <a:pt x="649581" y="5036"/>
                  <a:pt x="649271" y="5097"/>
                  <a:pt x="648938" y="5097"/>
                </a:cubicBezTo>
                <a:cubicBezTo>
                  <a:pt x="648605" y="5097"/>
                  <a:pt x="648295" y="5036"/>
                  <a:pt x="648008" y="4916"/>
                </a:cubicBezTo>
                <a:cubicBezTo>
                  <a:pt x="647721" y="4795"/>
                  <a:pt x="647471" y="4626"/>
                  <a:pt x="647259" y="4408"/>
                </a:cubicBezTo>
                <a:cubicBezTo>
                  <a:pt x="647047" y="4190"/>
                  <a:pt x="646880" y="3937"/>
                  <a:pt x="646760" y="3650"/>
                </a:cubicBezTo>
                <a:cubicBezTo>
                  <a:pt x="646639" y="3363"/>
                  <a:pt x="646579" y="3059"/>
                  <a:pt x="646579" y="2738"/>
                </a:cubicBezTo>
                <a:cubicBezTo>
                  <a:pt x="646579" y="2405"/>
                  <a:pt x="646639" y="2098"/>
                  <a:pt x="646760" y="1817"/>
                </a:cubicBezTo>
                <a:cubicBezTo>
                  <a:pt x="646880" y="1535"/>
                  <a:pt x="647047" y="1286"/>
                  <a:pt x="647259" y="1068"/>
                </a:cubicBezTo>
                <a:cubicBezTo>
                  <a:pt x="647471" y="849"/>
                  <a:pt x="647721" y="680"/>
                  <a:pt x="648008" y="560"/>
                </a:cubicBezTo>
                <a:cubicBezTo>
                  <a:pt x="648295" y="439"/>
                  <a:pt x="648605" y="379"/>
                  <a:pt x="648938" y="379"/>
                </a:cubicBezTo>
                <a:close/>
                <a:moveTo>
                  <a:pt x="675365" y="20215"/>
                </a:moveTo>
                <a:cubicBezTo>
                  <a:pt x="675365" y="20823"/>
                  <a:pt x="675262" y="21368"/>
                  <a:pt x="675055" y="21850"/>
                </a:cubicBezTo>
                <a:cubicBezTo>
                  <a:pt x="674848" y="22333"/>
                  <a:pt x="674567" y="22760"/>
                  <a:pt x="674211" y="23133"/>
                </a:cubicBezTo>
                <a:cubicBezTo>
                  <a:pt x="673855" y="23506"/>
                  <a:pt x="673442" y="23825"/>
                  <a:pt x="672972" y="24089"/>
                </a:cubicBezTo>
                <a:cubicBezTo>
                  <a:pt x="672501" y="24353"/>
                  <a:pt x="671999" y="24571"/>
                  <a:pt x="671465" y="24743"/>
                </a:cubicBezTo>
                <a:cubicBezTo>
                  <a:pt x="670931" y="24915"/>
                  <a:pt x="670383" y="25042"/>
                  <a:pt x="669821" y="25122"/>
                </a:cubicBezTo>
                <a:cubicBezTo>
                  <a:pt x="669258" y="25202"/>
                  <a:pt x="668707" y="25243"/>
                  <a:pt x="668168" y="25243"/>
                </a:cubicBezTo>
                <a:cubicBezTo>
                  <a:pt x="666997" y="25243"/>
                  <a:pt x="665921" y="25191"/>
                  <a:pt x="664939" y="25088"/>
                </a:cubicBezTo>
                <a:cubicBezTo>
                  <a:pt x="663958" y="24984"/>
                  <a:pt x="662996" y="24818"/>
                  <a:pt x="662055" y="24588"/>
                </a:cubicBezTo>
                <a:lnTo>
                  <a:pt x="662055" y="21833"/>
                </a:lnTo>
                <a:cubicBezTo>
                  <a:pt x="663065" y="22120"/>
                  <a:pt x="664070" y="22338"/>
                  <a:pt x="665068" y="22488"/>
                </a:cubicBezTo>
                <a:cubicBezTo>
                  <a:pt x="666067" y="22637"/>
                  <a:pt x="667060" y="22711"/>
                  <a:pt x="668047" y="22711"/>
                </a:cubicBezTo>
                <a:cubicBezTo>
                  <a:pt x="669482" y="22711"/>
                  <a:pt x="670544" y="22516"/>
                  <a:pt x="671232" y="22126"/>
                </a:cubicBezTo>
                <a:cubicBezTo>
                  <a:pt x="671921" y="21736"/>
                  <a:pt x="672266" y="21179"/>
                  <a:pt x="672266" y="20456"/>
                </a:cubicBezTo>
                <a:cubicBezTo>
                  <a:pt x="672266" y="20146"/>
                  <a:pt x="672211" y="19867"/>
                  <a:pt x="672102" y="19621"/>
                </a:cubicBezTo>
                <a:cubicBezTo>
                  <a:pt x="671993" y="19374"/>
                  <a:pt x="671795" y="19139"/>
                  <a:pt x="671508" y="18915"/>
                </a:cubicBezTo>
                <a:cubicBezTo>
                  <a:pt x="671221" y="18691"/>
                  <a:pt x="670776" y="18458"/>
                  <a:pt x="670174" y="18217"/>
                </a:cubicBezTo>
                <a:cubicBezTo>
                  <a:pt x="669571" y="17976"/>
                  <a:pt x="668747" y="17701"/>
                  <a:pt x="667703" y="17391"/>
                </a:cubicBezTo>
                <a:cubicBezTo>
                  <a:pt x="666922" y="17161"/>
                  <a:pt x="666202" y="16900"/>
                  <a:pt x="665542" y="16607"/>
                </a:cubicBezTo>
                <a:cubicBezTo>
                  <a:pt x="664882" y="16315"/>
                  <a:pt x="664311" y="15967"/>
                  <a:pt x="663828" y="15566"/>
                </a:cubicBezTo>
                <a:cubicBezTo>
                  <a:pt x="663346" y="15164"/>
                  <a:pt x="662968" y="14693"/>
                  <a:pt x="662692" y="14154"/>
                </a:cubicBezTo>
                <a:cubicBezTo>
                  <a:pt x="662417" y="13614"/>
                  <a:pt x="662279" y="12977"/>
                  <a:pt x="662279" y="12242"/>
                </a:cubicBezTo>
                <a:cubicBezTo>
                  <a:pt x="662279" y="11760"/>
                  <a:pt x="662391" y="11232"/>
                  <a:pt x="662615" y="10658"/>
                </a:cubicBezTo>
                <a:cubicBezTo>
                  <a:pt x="662838" y="10084"/>
                  <a:pt x="663220" y="9551"/>
                  <a:pt x="663760" y="9057"/>
                </a:cubicBezTo>
                <a:cubicBezTo>
                  <a:pt x="664299" y="8563"/>
                  <a:pt x="665028" y="8153"/>
                  <a:pt x="665946" y="7826"/>
                </a:cubicBezTo>
                <a:cubicBezTo>
                  <a:pt x="666865" y="7499"/>
                  <a:pt x="668013" y="7335"/>
                  <a:pt x="669390" y="7335"/>
                </a:cubicBezTo>
                <a:cubicBezTo>
                  <a:pt x="670067" y="7335"/>
                  <a:pt x="670819" y="7372"/>
                  <a:pt x="671646" y="7447"/>
                </a:cubicBezTo>
                <a:cubicBezTo>
                  <a:pt x="672472" y="7522"/>
                  <a:pt x="673333" y="7651"/>
                  <a:pt x="674229" y="7834"/>
                </a:cubicBezTo>
                <a:lnTo>
                  <a:pt x="674229" y="10503"/>
                </a:lnTo>
                <a:cubicBezTo>
                  <a:pt x="673287" y="10274"/>
                  <a:pt x="672395" y="10104"/>
                  <a:pt x="671551" y="9995"/>
                </a:cubicBezTo>
                <a:cubicBezTo>
                  <a:pt x="670707" y="9886"/>
                  <a:pt x="669976" y="9832"/>
                  <a:pt x="669356" y="9832"/>
                </a:cubicBezTo>
                <a:cubicBezTo>
                  <a:pt x="668610" y="9832"/>
                  <a:pt x="667981" y="9889"/>
                  <a:pt x="667470" y="10004"/>
                </a:cubicBezTo>
                <a:cubicBezTo>
                  <a:pt x="666959" y="10119"/>
                  <a:pt x="666546" y="10277"/>
                  <a:pt x="666230" y="10478"/>
                </a:cubicBezTo>
                <a:cubicBezTo>
                  <a:pt x="665915" y="10678"/>
                  <a:pt x="665688" y="10914"/>
                  <a:pt x="665550" y="11184"/>
                </a:cubicBezTo>
                <a:cubicBezTo>
                  <a:pt x="665413" y="11453"/>
                  <a:pt x="665344" y="11743"/>
                  <a:pt x="665344" y="12053"/>
                </a:cubicBezTo>
                <a:cubicBezTo>
                  <a:pt x="665344" y="12363"/>
                  <a:pt x="665404" y="12644"/>
                  <a:pt x="665524" y="12897"/>
                </a:cubicBezTo>
                <a:cubicBezTo>
                  <a:pt x="665645" y="13149"/>
                  <a:pt x="665869" y="13393"/>
                  <a:pt x="666196" y="13629"/>
                </a:cubicBezTo>
                <a:cubicBezTo>
                  <a:pt x="666523" y="13864"/>
                  <a:pt x="666979" y="14099"/>
                  <a:pt x="667565" y="14335"/>
                </a:cubicBezTo>
                <a:cubicBezTo>
                  <a:pt x="668150" y="14570"/>
                  <a:pt x="668914" y="14825"/>
                  <a:pt x="669855" y="15101"/>
                </a:cubicBezTo>
                <a:cubicBezTo>
                  <a:pt x="670877" y="15399"/>
                  <a:pt x="671738" y="15712"/>
                  <a:pt x="672438" y="16039"/>
                </a:cubicBezTo>
                <a:cubicBezTo>
                  <a:pt x="673138" y="16366"/>
                  <a:pt x="673706" y="16731"/>
                  <a:pt x="674142" y="17133"/>
                </a:cubicBezTo>
                <a:cubicBezTo>
                  <a:pt x="674579" y="17534"/>
                  <a:pt x="674891" y="17988"/>
                  <a:pt x="675081" y="18493"/>
                </a:cubicBezTo>
                <a:cubicBezTo>
                  <a:pt x="675270" y="18998"/>
                  <a:pt x="675365" y="19572"/>
                  <a:pt x="675365" y="20215"/>
                </a:cubicBezTo>
                <a:close/>
                <a:moveTo>
                  <a:pt x="688155" y="19509"/>
                </a:moveTo>
                <a:cubicBezTo>
                  <a:pt x="688545" y="19509"/>
                  <a:pt x="688915" y="19583"/>
                  <a:pt x="689265" y="19733"/>
                </a:cubicBezTo>
                <a:cubicBezTo>
                  <a:pt x="689615" y="19882"/>
                  <a:pt x="689919" y="20088"/>
                  <a:pt x="690178" y="20352"/>
                </a:cubicBezTo>
                <a:cubicBezTo>
                  <a:pt x="690436" y="20616"/>
                  <a:pt x="690640" y="20924"/>
                  <a:pt x="690789" y="21274"/>
                </a:cubicBezTo>
                <a:cubicBezTo>
                  <a:pt x="690938" y="21624"/>
                  <a:pt x="691013" y="22000"/>
                  <a:pt x="691013" y="22401"/>
                </a:cubicBezTo>
                <a:cubicBezTo>
                  <a:pt x="691013" y="22792"/>
                  <a:pt x="690938" y="23159"/>
                  <a:pt x="690789" y="23503"/>
                </a:cubicBezTo>
                <a:cubicBezTo>
                  <a:pt x="690640" y="23848"/>
                  <a:pt x="690436" y="24149"/>
                  <a:pt x="690178" y="24407"/>
                </a:cubicBezTo>
                <a:cubicBezTo>
                  <a:pt x="689919" y="24666"/>
                  <a:pt x="689615" y="24869"/>
                  <a:pt x="689265" y="25019"/>
                </a:cubicBezTo>
                <a:cubicBezTo>
                  <a:pt x="688915" y="25168"/>
                  <a:pt x="688545" y="25243"/>
                  <a:pt x="688155" y="25243"/>
                </a:cubicBezTo>
                <a:cubicBezTo>
                  <a:pt x="687753" y="25243"/>
                  <a:pt x="687380" y="25168"/>
                  <a:pt x="687035" y="25019"/>
                </a:cubicBezTo>
                <a:cubicBezTo>
                  <a:pt x="686691" y="24869"/>
                  <a:pt x="686390" y="24666"/>
                  <a:pt x="686131" y="24407"/>
                </a:cubicBezTo>
                <a:cubicBezTo>
                  <a:pt x="685873" y="24149"/>
                  <a:pt x="685669" y="23848"/>
                  <a:pt x="685520" y="23503"/>
                </a:cubicBezTo>
                <a:cubicBezTo>
                  <a:pt x="685371" y="23159"/>
                  <a:pt x="685296" y="22792"/>
                  <a:pt x="685296" y="22401"/>
                </a:cubicBezTo>
                <a:cubicBezTo>
                  <a:pt x="685296" y="22000"/>
                  <a:pt x="685371" y="21624"/>
                  <a:pt x="685520" y="21274"/>
                </a:cubicBezTo>
                <a:cubicBezTo>
                  <a:pt x="685669" y="20924"/>
                  <a:pt x="685873" y="20616"/>
                  <a:pt x="686131" y="20352"/>
                </a:cubicBezTo>
                <a:cubicBezTo>
                  <a:pt x="686390" y="20088"/>
                  <a:pt x="686691" y="19882"/>
                  <a:pt x="687035" y="19733"/>
                </a:cubicBezTo>
                <a:cubicBezTo>
                  <a:pt x="687380" y="19583"/>
                  <a:pt x="687753" y="19509"/>
                  <a:pt x="688155" y="19509"/>
                </a:cubicBezTo>
                <a:close/>
                <a:moveTo>
                  <a:pt x="714781" y="15979"/>
                </a:moveTo>
                <a:cubicBezTo>
                  <a:pt x="714781" y="17517"/>
                  <a:pt x="714566" y="18860"/>
                  <a:pt x="714135" y="20008"/>
                </a:cubicBezTo>
                <a:cubicBezTo>
                  <a:pt x="713705" y="21156"/>
                  <a:pt x="713111" y="22109"/>
                  <a:pt x="712353" y="22866"/>
                </a:cubicBezTo>
                <a:cubicBezTo>
                  <a:pt x="711596" y="23624"/>
                  <a:pt x="710700" y="24192"/>
                  <a:pt x="709667" y="24571"/>
                </a:cubicBezTo>
                <a:cubicBezTo>
                  <a:pt x="708634" y="24950"/>
                  <a:pt x="707515" y="25139"/>
                  <a:pt x="706310" y="25139"/>
                </a:cubicBezTo>
                <a:cubicBezTo>
                  <a:pt x="705759" y="25139"/>
                  <a:pt x="705210" y="25111"/>
                  <a:pt x="704665" y="25053"/>
                </a:cubicBezTo>
                <a:cubicBezTo>
                  <a:pt x="704120" y="24996"/>
                  <a:pt x="703566" y="24898"/>
                  <a:pt x="703004" y="24760"/>
                </a:cubicBezTo>
                <a:lnTo>
                  <a:pt x="703004" y="31992"/>
                </a:lnTo>
                <a:lnTo>
                  <a:pt x="700007" y="31992"/>
                </a:lnTo>
                <a:lnTo>
                  <a:pt x="700007" y="7645"/>
                </a:lnTo>
                <a:lnTo>
                  <a:pt x="702676" y="7645"/>
                </a:lnTo>
                <a:lnTo>
                  <a:pt x="702866" y="10538"/>
                </a:lnTo>
                <a:cubicBezTo>
                  <a:pt x="703727" y="9355"/>
                  <a:pt x="704645" y="8526"/>
                  <a:pt x="705621" y="8050"/>
                </a:cubicBezTo>
                <a:cubicBezTo>
                  <a:pt x="706596" y="7573"/>
                  <a:pt x="707653" y="7335"/>
                  <a:pt x="708789" y="7335"/>
                </a:cubicBezTo>
                <a:cubicBezTo>
                  <a:pt x="709776" y="7335"/>
                  <a:pt x="710643" y="7542"/>
                  <a:pt x="711389" y="7955"/>
                </a:cubicBezTo>
                <a:cubicBezTo>
                  <a:pt x="712135" y="8368"/>
                  <a:pt x="712761" y="8951"/>
                  <a:pt x="713266" y="9703"/>
                </a:cubicBezTo>
                <a:cubicBezTo>
                  <a:pt x="713771" y="10455"/>
                  <a:pt x="714150" y="11361"/>
                  <a:pt x="714402" y="12423"/>
                </a:cubicBezTo>
                <a:cubicBezTo>
                  <a:pt x="714655" y="13485"/>
                  <a:pt x="714781" y="14670"/>
                  <a:pt x="714781" y="15979"/>
                </a:cubicBezTo>
                <a:moveTo>
                  <a:pt x="711716" y="16117"/>
                </a:moveTo>
                <a:cubicBezTo>
                  <a:pt x="711716" y="15210"/>
                  <a:pt x="711650" y="14378"/>
                  <a:pt x="711518" y="13620"/>
                </a:cubicBezTo>
                <a:cubicBezTo>
                  <a:pt x="711386" y="12862"/>
                  <a:pt x="711177" y="12214"/>
                  <a:pt x="710890" y="11674"/>
                </a:cubicBezTo>
                <a:cubicBezTo>
                  <a:pt x="710603" y="11135"/>
                  <a:pt x="710235" y="10713"/>
                  <a:pt x="709788" y="10409"/>
                </a:cubicBezTo>
                <a:cubicBezTo>
                  <a:pt x="709340" y="10104"/>
                  <a:pt x="708806" y="9952"/>
                  <a:pt x="708186" y="9952"/>
                </a:cubicBezTo>
                <a:cubicBezTo>
                  <a:pt x="707808" y="9952"/>
                  <a:pt x="707423" y="10013"/>
                  <a:pt x="707033" y="10133"/>
                </a:cubicBezTo>
                <a:cubicBezTo>
                  <a:pt x="706642" y="10254"/>
                  <a:pt x="706238" y="10455"/>
                  <a:pt x="705819" y="10736"/>
                </a:cubicBezTo>
                <a:cubicBezTo>
                  <a:pt x="705400" y="11017"/>
                  <a:pt x="704958" y="11390"/>
                  <a:pt x="704493" y="11855"/>
                </a:cubicBezTo>
                <a:cubicBezTo>
                  <a:pt x="704028" y="12320"/>
                  <a:pt x="703532" y="12897"/>
                  <a:pt x="703004" y="13586"/>
                </a:cubicBezTo>
                <a:lnTo>
                  <a:pt x="703004" y="21971"/>
                </a:lnTo>
                <a:cubicBezTo>
                  <a:pt x="703555" y="22201"/>
                  <a:pt x="704134" y="22381"/>
                  <a:pt x="704743" y="22513"/>
                </a:cubicBezTo>
                <a:cubicBezTo>
                  <a:pt x="705351" y="22645"/>
                  <a:pt x="705948" y="22711"/>
                  <a:pt x="706533" y="22711"/>
                </a:cubicBezTo>
                <a:cubicBezTo>
                  <a:pt x="708152" y="22711"/>
                  <a:pt x="709420" y="22163"/>
                  <a:pt x="710339" y="21067"/>
                </a:cubicBezTo>
                <a:cubicBezTo>
                  <a:pt x="711257" y="19971"/>
                  <a:pt x="711716" y="18321"/>
                  <a:pt x="711716" y="16117"/>
                </a:cubicBezTo>
                <a:close/>
                <a:moveTo>
                  <a:pt x="720391" y="7645"/>
                </a:moveTo>
                <a:lnTo>
                  <a:pt x="723129" y="7645"/>
                </a:lnTo>
                <a:lnTo>
                  <a:pt x="723215" y="10822"/>
                </a:lnTo>
                <a:cubicBezTo>
                  <a:pt x="724236" y="9597"/>
                  <a:pt x="725244" y="8710"/>
                  <a:pt x="726237" y="8160"/>
                </a:cubicBezTo>
                <a:cubicBezTo>
                  <a:pt x="727229" y="7610"/>
                  <a:pt x="728231" y="7335"/>
                  <a:pt x="729241" y="7335"/>
                </a:cubicBezTo>
                <a:cubicBezTo>
                  <a:pt x="731032" y="7335"/>
                  <a:pt x="732389" y="7913"/>
                  <a:pt x="733313" y="9070"/>
                </a:cubicBezTo>
                <a:cubicBezTo>
                  <a:pt x="734237" y="10226"/>
                  <a:pt x="734665" y="11944"/>
                  <a:pt x="734596" y="14223"/>
                </a:cubicBezTo>
                <a:lnTo>
                  <a:pt x="731566" y="14223"/>
                </a:lnTo>
                <a:cubicBezTo>
                  <a:pt x="731600" y="12713"/>
                  <a:pt x="731379" y="11619"/>
                  <a:pt x="730903" y="10939"/>
                </a:cubicBezTo>
                <a:cubicBezTo>
                  <a:pt x="730426" y="10258"/>
                  <a:pt x="729729" y="9918"/>
                  <a:pt x="728811" y="9918"/>
                </a:cubicBezTo>
                <a:cubicBezTo>
                  <a:pt x="728409" y="9918"/>
                  <a:pt x="728004" y="9989"/>
                  <a:pt x="727597" y="10133"/>
                </a:cubicBezTo>
                <a:cubicBezTo>
                  <a:pt x="727189" y="10275"/>
                  <a:pt x="726770" y="10504"/>
                  <a:pt x="726340" y="10818"/>
                </a:cubicBezTo>
                <a:cubicBezTo>
                  <a:pt x="725909" y="11132"/>
                  <a:pt x="725453" y="11535"/>
                  <a:pt x="724971" y="12027"/>
                </a:cubicBezTo>
                <a:cubicBezTo>
                  <a:pt x="724489" y="12519"/>
                  <a:pt x="723972" y="13113"/>
                  <a:pt x="723421" y="13810"/>
                </a:cubicBezTo>
                <a:lnTo>
                  <a:pt x="723421" y="24933"/>
                </a:lnTo>
                <a:lnTo>
                  <a:pt x="720391" y="24933"/>
                </a:lnTo>
                <a:lnTo>
                  <a:pt x="720391" y="7645"/>
                </a:lnTo>
                <a:close/>
                <a:moveTo>
                  <a:pt x="754411" y="16151"/>
                </a:moveTo>
                <a:cubicBezTo>
                  <a:pt x="754411" y="17494"/>
                  <a:pt x="754222" y="18725"/>
                  <a:pt x="753843" y="19844"/>
                </a:cubicBezTo>
                <a:cubicBezTo>
                  <a:pt x="753464" y="20964"/>
                  <a:pt x="752919" y="21922"/>
                  <a:pt x="752207" y="22720"/>
                </a:cubicBezTo>
                <a:cubicBezTo>
                  <a:pt x="751495" y="23518"/>
                  <a:pt x="750629" y="24138"/>
                  <a:pt x="749607" y="24580"/>
                </a:cubicBezTo>
                <a:cubicBezTo>
                  <a:pt x="748585" y="25022"/>
                  <a:pt x="747426" y="25243"/>
                  <a:pt x="746129" y="25243"/>
                </a:cubicBezTo>
                <a:cubicBezTo>
                  <a:pt x="744889" y="25243"/>
                  <a:pt x="743778" y="25050"/>
                  <a:pt x="742797" y="24666"/>
                </a:cubicBezTo>
                <a:cubicBezTo>
                  <a:pt x="741815" y="24281"/>
                  <a:pt x="740983" y="23716"/>
                  <a:pt x="740300" y="22970"/>
                </a:cubicBezTo>
                <a:cubicBezTo>
                  <a:pt x="739617" y="22224"/>
                  <a:pt x="739095" y="21299"/>
                  <a:pt x="738733" y="20197"/>
                </a:cubicBezTo>
                <a:cubicBezTo>
                  <a:pt x="738372" y="19095"/>
                  <a:pt x="738191" y="17827"/>
                  <a:pt x="738191" y="16392"/>
                </a:cubicBezTo>
                <a:cubicBezTo>
                  <a:pt x="738191" y="15049"/>
                  <a:pt x="738380" y="13824"/>
                  <a:pt x="738759" y="12716"/>
                </a:cubicBezTo>
                <a:cubicBezTo>
                  <a:pt x="739138" y="11608"/>
                  <a:pt x="739683" y="10655"/>
                  <a:pt x="740395" y="9858"/>
                </a:cubicBezTo>
                <a:cubicBezTo>
                  <a:pt x="741107" y="9060"/>
                  <a:pt x="741973" y="8440"/>
                  <a:pt x="742995" y="7998"/>
                </a:cubicBezTo>
                <a:cubicBezTo>
                  <a:pt x="744017" y="7556"/>
                  <a:pt x="745176" y="7335"/>
                  <a:pt x="746473" y="7335"/>
                </a:cubicBezTo>
                <a:cubicBezTo>
                  <a:pt x="747713" y="7335"/>
                  <a:pt x="748823" y="7527"/>
                  <a:pt x="749805" y="7912"/>
                </a:cubicBezTo>
                <a:cubicBezTo>
                  <a:pt x="750786" y="8297"/>
                  <a:pt x="751619" y="8859"/>
                  <a:pt x="752302" y="9599"/>
                </a:cubicBezTo>
                <a:cubicBezTo>
                  <a:pt x="752985" y="10340"/>
                  <a:pt x="753507" y="11261"/>
                  <a:pt x="753869" y="12363"/>
                </a:cubicBezTo>
                <a:cubicBezTo>
                  <a:pt x="754230" y="13465"/>
                  <a:pt x="754411" y="14728"/>
                  <a:pt x="754411" y="16151"/>
                </a:cubicBezTo>
                <a:moveTo>
                  <a:pt x="751346" y="16289"/>
                </a:moveTo>
                <a:cubicBezTo>
                  <a:pt x="751346" y="15221"/>
                  <a:pt x="751228" y="14289"/>
                  <a:pt x="750993" y="13491"/>
                </a:cubicBezTo>
                <a:cubicBezTo>
                  <a:pt x="750758" y="12693"/>
                  <a:pt x="750422" y="12027"/>
                  <a:pt x="749986" y="11493"/>
                </a:cubicBezTo>
                <a:cubicBezTo>
                  <a:pt x="749550" y="10960"/>
                  <a:pt x="749019" y="10558"/>
                  <a:pt x="748393" y="10288"/>
                </a:cubicBezTo>
                <a:cubicBezTo>
                  <a:pt x="747767" y="10018"/>
                  <a:pt x="747070" y="9883"/>
                  <a:pt x="746301" y="9883"/>
                </a:cubicBezTo>
                <a:cubicBezTo>
                  <a:pt x="745406" y="9883"/>
                  <a:pt x="744639" y="10059"/>
                  <a:pt x="744002" y="10409"/>
                </a:cubicBezTo>
                <a:cubicBezTo>
                  <a:pt x="743365" y="10759"/>
                  <a:pt x="742843" y="11227"/>
                  <a:pt x="742435" y="11812"/>
                </a:cubicBezTo>
                <a:cubicBezTo>
                  <a:pt x="742028" y="12397"/>
                  <a:pt x="741729" y="13078"/>
                  <a:pt x="741540" y="13852"/>
                </a:cubicBezTo>
                <a:cubicBezTo>
                  <a:pt x="741351" y="14627"/>
                  <a:pt x="741256" y="15439"/>
                  <a:pt x="741256" y="16289"/>
                </a:cubicBezTo>
                <a:cubicBezTo>
                  <a:pt x="741256" y="17356"/>
                  <a:pt x="741374" y="18292"/>
                  <a:pt x="741609" y="19095"/>
                </a:cubicBezTo>
                <a:cubicBezTo>
                  <a:pt x="741844" y="19899"/>
                  <a:pt x="742180" y="20568"/>
                  <a:pt x="742616" y="21101"/>
                </a:cubicBezTo>
                <a:cubicBezTo>
                  <a:pt x="743052" y="21635"/>
                  <a:pt x="743580" y="22037"/>
                  <a:pt x="744200" y="22307"/>
                </a:cubicBezTo>
                <a:cubicBezTo>
                  <a:pt x="744820" y="22577"/>
                  <a:pt x="745520" y="22711"/>
                  <a:pt x="746301" y="22711"/>
                </a:cubicBezTo>
                <a:cubicBezTo>
                  <a:pt x="747196" y="22711"/>
                  <a:pt x="747963" y="22536"/>
                  <a:pt x="748600" y="22186"/>
                </a:cubicBezTo>
                <a:cubicBezTo>
                  <a:pt x="749237" y="21836"/>
                  <a:pt x="749759" y="21368"/>
                  <a:pt x="750167" y="20783"/>
                </a:cubicBezTo>
                <a:cubicBezTo>
                  <a:pt x="750574" y="20197"/>
                  <a:pt x="750873" y="19517"/>
                  <a:pt x="751062" y="18742"/>
                </a:cubicBezTo>
                <a:cubicBezTo>
                  <a:pt x="751251" y="17968"/>
                  <a:pt x="751346" y="17150"/>
                  <a:pt x="751346" y="16289"/>
                </a:cubicBezTo>
                <a:close/>
                <a:moveTo>
                  <a:pt x="773813" y="15979"/>
                </a:moveTo>
                <a:cubicBezTo>
                  <a:pt x="773813" y="17517"/>
                  <a:pt x="773598" y="18860"/>
                  <a:pt x="773167" y="20008"/>
                </a:cubicBezTo>
                <a:cubicBezTo>
                  <a:pt x="772737" y="21156"/>
                  <a:pt x="772143" y="22109"/>
                  <a:pt x="771385" y="22866"/>
                </a:cubicBezTo>
                <a:cubicBezTo>
                  <a:pt x="770627" y="23624"/>
                  <a:pt x="769732" y="24192"/>
                  <a:pt x="768699" y="24571"/>
                </a:cubicBezTo>
                <a:cubicBezTo>
                  <a:pt x="767666" y="24950"/>
                  <a:pt x="766546" y="25139"/>
                  <a:pt x="765341" y="25139"/>
                </a:cubicBezTo>
                <a:cubicBezTo>
                  <a:pt x="764790" y="25139"/>
                  <a:pt x="764242" y="25111"/>
                  <a:pt x="763697" y="25053"/>
                </a:cubicBezTo>
                <a:cubicBezTo>
                  <a:pt x="763152" y="24996"/>
                  <a:pt x="762598" y="24898"/>
                  <a:pt x="762035" y="24760"/>
                </a:cubicBezTo>
                <a:lnTo>
                  <a:pt x="762035" y="31992"/>
                </a:lnTo>
                <a:lnTo>
                  <a:pt x="759039" y="31992"/>
                </a:lnTo>
                <a:lnTo>
                  <a:pt x="759039" y="7645"/>
                </a:lnTo>
                <a:lnTo>
                  <a:pt x="761708" y="7645"/>
                </a:lnTo>
                <a:lnTo>
                  <a:pt x="761897" y="10538"/>
                </a:lnTo>
                <a:cubicBezTo>
                  <a:pt x="762758" y="9355"/>
                  <a:pt x="763677" y="8526"/>
                  <a:pt x="764652" y="8050"/>
                </a:cubicBezTo>
                <a:cubicBezTo>
                  <a:pt x="765628" y="7573"/>
                  <a:pt x="766684" y="7335"/>
                  <a:pt x="767821" y="7335"/>
                </a:cubicBezTo>
                <a:cubicBezTo>
                  <a:pt x="768808" y="7335"/>
                  <a:pt x="769675" y="7542"/>
                  <a:pt x="770421" y="7955"/>
                </a:cubicBezTo>
                <a:cubicBezTo>
                  <a:pt x="771167" y="8368"/>
                  <a:pt x="771792" y="8951"/>
                  <a:pt x="772298" y="9703"/>
                </a:cubicBezTo>
                <a:cubicBezTo>
                  <a:pt x="772803" y="10455"/>
                  <a:pt x="773181" y="11361"/>
                  <a:pt x="773434" y="12423"/>
                </a:cubicBezTo>
                <a:cubicBezTo>
                  <a:pt x="773686" y="13485"/>
                  <a:pt x="773813" y="14670"/>
                  <a:pt x="773813" y="15979"/>
                </a:cubicBezTo>
                <a:moveTo>
                  <a:pt x="770748" y="16117"/>
                </a:moveTo>
                <a:cubicBezTo>
                  <a:pt x="770748" y="15210"/>
                  <a:pt x="770682" y="14378"/>
                  <a:pt x="770550" y="13620"/>
                </a:cubicBezTo>
                <a:cubicBezTo>
                  <a:pt x="770418" y="12862"/>
                  <a:pt x="770208" y="12214"/>
                  <a:pt x="769921" y="11674"/>
                </a:cubicBezTo>
                <a:cubicBezTo>
                  <a:pt x="769634" y="11135"/>
                  <a:pt x="769267" y="10713"/>
                  <a:pt x="768819" y="10409"/>
                </a:cubicBezTo>
                <a:cubicBezTo>
                  <a:pt x="768372" y="10104"/>
                  <a:pt x="767838" y="9952"/>
                  <a:pt x="767218" y="9952"/>
                </a:cubicBezTo>
                <a:cubicBezTo>
                  <a:pt x="766839" y="9952"/>
                  <a:pt x="766455" y="10013"/>
                  <a:pt x="766064" y="10133"/>
                </a:cubicBezTo>
                <a:cubicBezTo>
                  <a:pt x="765674" y="10254"/>
                  <a:pt x="765269" y="10455"/>
                  <a:pt x="764850" y="10736"/>
                </a:cubicBezTo>
                <a:cubicBezTo>
                  <a:pt x="764431" y="11017"/>
                  <a:pt x="763990" y="11390"/>
                  <a:pt x="763525" y="11855"/>
                </a:cubicBezTo>
                <a:cubicBezTo>
                  <a:pt x="763060" y="12320"/>
                  <a:pt x="762563" y="12897"/>
                  <a:pt x="762035" y="13586"/>
                </a:cubicBezTo>
                <a:lnTo>
                  <a:pt x="762035" y="21971"/>
                </a:lnTo>
                <a:cubicBezTo>
                  <a:pt x="762586" y="22201"/>
                  <a:pt x="763166" y="22381"/>
                  <a:pt x="763774" y="22513"/>
                </a:cubicBezTo>
                <a:cubicBezTo>
                  <a:pt x="764383" y="22645"/>
                  <a:pt x="764980" y="22711"/>
                  <a:pt x="765565" y="22711"/>
                </a:cubicBezTo>
                <a:cubicBezTo>
                  <a:pt x="767184" y="22711"/>
                  <a:pt x="768452" y="22163"/>
                  <a:pt x="769370" y="21067"/>
                </a:cubicBezTo>
                <a:cubicBezTo>
                  <a:pt x="770289" y="19971"/>
                  <a:pt x="770748" y="18321"/>
                  <a:pt x="770748" y="16117"/>
                </a:cubicBezTo>
                <a:close/>
                <a:moveTo>
                  <a:pt x="791382" y="20215"/>
                </a:moveTo>
                <a:cubicBezTo>
                  <a:pt x="791382" y="20823"/>
                  <a:pt x="791279" y="21368"/>
                  <a:pt x="791072" y="21850"/>
                </a:cubicBezTo>
                <a:cubicBezTo>
                  <a:pt x="790866" y="22333"/>
                  <a:pt x="790584" y="22760"/>
                  <a:pt x="790229" y="23133"/>
                </a:cubicBezTo>
                <a:cubicBezTo>
                  <a:pt x="789873" y="23506"/>
                  <a:pt x="789460" y="23825"/>
                  <a:pt x="788989" y="24089"/>
                </a:cubicBezTo>
                <a:cubicBezTo>
                  <a:pt x="788518" y="24353"/>
                  <a:pt x="788016" y="24571"/>
                  <a:pt x="787482" y="24743"/>
                </a:cubicBezTo>
                <a:cubicBezTo>
                  <a:pt x="786948" y="24915"/>
                  <a:pt x="786400" y="25042"/>
                  <a:pt x="785838" y="25122"/>
                </a:cubicBezTo>
                <a:cubicBezTo>
                  <a:pt x="785275" y="25202"/>
                  <a:pt x="784724" y="25243"/>
                  <a:pt x="784185" y="25243"/>
                </a:cubicBezTo>
                <a:cubicBezTo>
                  <a:pt x="783014" y="25243"/>
                  <a:pt x="781938" y="25191"/>
                  <a:pt x="780956" y="25088"/>
                </a:cubicBezTo>
                <a:cubicBezTo>
                  <a:pt x="779975" y="24984"/>
                  <a:pt x="779014" y="24818"/>
                  <a:pt x="778072" y="24588"/>
                </a:cubicBezTo>
                <a:lnTo>
                  <a:pt x="778072" y="21833"/>
                </a:lnTo>
                <a:cubicBezTo>
                  <a:pt x="779082" y="22120"/>
                  <a:pt x="780087" y="22338"/>
                  <a:pt x="781086" y="22488"/>
                </a:cubicBezTo>
                <a:cubicBezTo>
                  <a:pt x="782084" y="22637"/>
                  <a:pt x="783077" y="22711"/>
                  <a:pt x="784064" y="22711"/>
                </a:cubicBezTo>
                <a:cubicBezTo>
                  <a:pt x="785499" y="22711"/>
                  <a:pt x="786561" y="22516"/>
                  <a:pt x="787250" y="22126"/>
                </a:cubicBezTo>
                <a:cubicBezTo>
                  <a:pt x="787939" y="21736"/>
                  <a:pt x="788283" y="21179"/>
                  <a:pt x="788283" y="20456"/>
                </a:cubicBezTo>
                <a:cubicBezTo>
                  <a:pt x="788283" y="20146"/>
                  <a:pt x="788228" y="19867"/>
                  <a:pt x="788119" y="19621"/>
                </a:cubicBezTo>
                <a:cubicBezTo>
                  <a:pt x="788010" y="19374"/>
                  <a:pt x="787812" y="19139"/>
                  <a:pt x="787525" y="18915"/>
                </a:cubicBezTo>
                <a:cubicBezTo>
                  <a:pt x="787238" y="18691"/>
                  <a:pt x="786793" y="18458"/>
                  <a:pt x="786191" y="18217"/>
                </a:cubicBezTo>
                <a:cubicBezTo>
                  <a:pt x="785588" y="17976"/>
                  <a:pt x="784765" y="17701"/>
                  <a:pt x="783720" y="17391"/>
                </a:cubicBezTo>
                <a:cubicBezTo>
                  <a:pt x="782939" y="17161"/>
                  <a:pt x="782219" y="16900"/>
                  <a:pt x="781559" y="16607"/>
                </a:cubicBezTo>
                <a:cubicBezTo>
                  <a:pt x="780899" y="16315"/>
                  <a:pt x="780328" y="15967"/>
                  <a:pt x="779846" y="15566"/>
                </a:cubicBezTo>
                <a:cubicBezTo>
                  <a:pt x="779364" y="15164"/>
                  <a:pt x="778985" y="14693"/>
                  <a:pt x="778709" y="14154"/>
                </a:cubicBezTo>
                <a:cubicBezTo>
                  <a:pt x="778434" y="13614"/>
                  <a:pt x="778296" y="12977"/>
                  <a:pt x="778296" y="12242"/>
                </a:cubicBezTo>
                <a:cubicBezTo>
                  <a:pt x="778296" y="11760"/>
                  <a:pt x="778408" y="11232"/>
                  <a:pt x="778632" y="10658"/>
                </a:cubicBezTo>
                <a:cubicBezTo>
                  <a:pt x="778856" y="10084"/>
                  <a:pt x="779237" y="9551"/>
                  <a:pt x="779777" y="9057"/>
                </a:cubicBezTo>
                <a:cubicBezTo>
                  <a:pt x="780316" y="8563"/>
                  <a:pt x="781045" y="8153"/>
                  <a:pt x="781964" y="7826"/>
                </a:cubicBezTo>
                <a:cubicBezTo>
                  <a:pt x="782882" y="7499"/>
                  <a:pt x="784030" y="7335"/>
                  <a:pt x="785407" y="7335"/>
                </a:cubicBezTo>
                <a:cubicBezTo>
                  <a:pt x="786085" y="7335"/>
                  <a:pt x="786837" y="7372"/>
                  <a:pt x="787663" y="7447"/>
                </a:cubicBezTo>
                <a:cubicBezTo>
                  <a:pt x="788490" y="7522"/>
                  <a:pt x="789350" y="7651"/>
                  <a:pt x="790246" y="7834"/>
                </a:cubicBezTo>
                <a:lnTo>
                  <a:pt x="790246" y="10503"/>
                </a:lnTo>
                <a:cubicBezTo>
                  <a:pt x="789305" y="10274"/>
                  <a:pt x="788412" y="10104"/>
                  <a:pt x="787568" y="9995"/>
                </a:cubicBezTo>
                <a:cubicBezTo>
                  <a:pt x="786725" y="9886"/>
                  <a:pt x="785993" y="9832"/>
                  <a:pt x="785373" y="9832"/>
                </a:cubicBezTo>
                <a:cubicBezTo>
                  <a:pt x="784627" y="9832"/>
                  <a:pt x="783998" y="9889"/>
                  <a:pt x="783488" y="10004"/>
                </a:cubicBezTo>
                <a:cubicBezTo>
                  <a:pt x="782977" y="10119"/>
                  <a:pt x="782563" y="10277"/>
                  <a:pt x="782248" y="10478"/>
                </a:cubicBezTo>
                <a:cubicBezTo>
                  <a:pt x="781932" y="10678"/>
                  <a:pt x="781705" y="10914"/>
                  <a:pt x="781568" y="11184"/>
                </a:cubicBezTo>
                <a:cubicBezTo>
                  <a:pt x="781430" y="11453"/>
                  <a:pt x="781361" y="11743"/>
                  <a:pt x="781361" y="12053"/>
                </a:cubicBezTo>
                <a:cubicBezTo>
                  <a:pt x="781361" y="12363"/>
                  <a:pt x="781421" y="12644"/>
                  <a:pt x="781542" y="12897"/>
                </a:cubicBezTo>
                <a:cubicBezTo>
                  <a:pt x="781662" y="13149"/>
                  <a:pt x="781886" y="13393"/>
                  <a:pt x="782213" y="13629"/>
                </a:cubicBezTo>
                <a:cubicBezTo>
                  <a:pt x="782540" y="13864"/>
                  <a:pt x="782997" y="14099"/>
                  <a:pt x="783582" y="14335"/>
                </a:cubicBezTo>
                <a:cubicBezTo>
                  <a:pt x="784168" y="14570"/>
                  <a:pt x="784931" y="14825"/>
                  <a:pt x="785872" y="15101"/>
                </a:cubicBezTo>
                <a:cubicBezTo>
                  <a:pt x="786894" y="15399"/>
                  <a:pt x="787755" y="15712"/>
                  <a:pt x="788455" y="16039"/>
                </a:cubicBezTo>
                <a:cubicBezTo>
                  <a:pt x="789155" y="16366"/>
                  <a:pt x="789724" y="16731"/>
                  <a:pt x="790160" y="17133"/>
                </a:cubicBezTo>
                <a:cubicBezTo>
                  <a:pt x="790596" y="17534"/>
                  <a:pt x="790909" y="17988"/>
                  <a:pt x="791098" y="18493"/>
                </a:cubicBezTo>
                <a:cubicBezTo>
                  <a:pt x="791288" y="18998"/>
                  <a:pt x="791382" y="19572"/>
                  <a:pt x="791382" y="20215"/>
                </a:cubicBezTo>
                <a:close/>
                <a:moveTo>
                  <a:pt x="799168" y="28462"/>
                </a:moveTo>
                <a:cubicBezTo>
                  <a:pt x="799753" y="28485"/>
                  <a:pt x="800322" y="28433"/>
                  <a:pt x="800873" y="28306"/>
                </a:cubicBezTo>
                <a:cubicBezTo>
                  <a:pt x="801424" y="28180"/>
                  <a:pt x="801909" y="27992"/>
                  <a:pt x="802328" y="27744"/>
                </a:cubicBezTo>
                <a:cubicBezTo>
                  <a:pt x="802747" y="27496"/>
                  <a:pt x="803082" y="27188"/>
                  <a:pt x="803335" y="26819"/>
                </a:cubicBezTo>
                <a:cubicBezTo>
                  <a:pt x="803587" y="26450"/>
                  <a:pt x="803714" y="26029"/>
                  <a:pt x="803714" y="25556"/>
                </a:cubicBezTo>
                <a:cubicBezTo>
                  <a:pt x="803714" y="25071"/>
                  <a:pt x="803630" y="24680"/>
                  <a:pt x="803464" y="24382"/>
                </a:cubicBezTo>
                <a:cubicBezTo>
                  <a:pt x="803298" y="24083"/>
                  <a:pt x="803111" y="23808"/>
                  <a:pt x="802904" y="23555"/>
                </a:cubicBezTo>
                <a:cubicBezTo>
                  <a:pt x="802698" y="23303"/>
                  <a:pt x="802511" y="23033"/>
                  <a:pt x="802345" y="22746"/>
                </a:cubicBezTo>
                <a:cubicBezTo>
                  <a:pt x="802178" y="22459"/>
                  <a:pt x="802095" y="22074"/>
                  <a:pt x="802095" y="21592"/>
                </a:cubicBezTo>
                <a:cubicBezTo>
                  <a:pt x="802095" y="21351"/>
                  <a:pt x="802141" y="21099"/>
                  <a:pt x="802233" y="20835"/>
                </a:cubicBezTo>
                <a:cubicBezTo>
                  <a:pt x="802325" y="20571"/>
                  <a:pt x="802465" y="20329"/>
                  <a:pt x="802655" y="20111"/>
                </a:cubicBezTo>
                <a:cubicBezTo>
                  <a:pt x="802844" y="19893"/>
                  <a:pt x="803085" y="19715"/>
                  <a:pt x="803378" y="19578"/>
                </a:cubicBezTo>
                <a:cubicBezTo>
                  <a:pt x="803671" y="19440"/>
                  <a:pt x="804018" y="19371"/>
                  <a:pt x="804420" y="19371"/>
                </a:cubicBezTo>
                <a:cubicBezTo>
                  <a:pt x="804821" y="19371"/>
                  <a:pt x="805209" y="19454"/>
                  <a:pt x="805582" y="19621"/>
                </a:cubicBezTo>
                <a:cubicBezTo>
                  <a:pt x="805955" y="19788"/>
                  <a:pt x="806282" y="20043"/>
                  <a:pt x="806563" y="20388"/>
                </a:cubicBezTo>
                <a:cubicBezTo>
                  <a:pt x="806845" y="20733"/>
                  <a:pt x="807068" y="21164"/>
                  <a:pt x="807235" y="21682"/>
                </a:cubicBezTo>
                <a:cubicBezTo>
                  <a:pt x="807401" y="22199"/>
                  <a:pt x="807485" y="22809"/>
                  <a:pt x="807485" y="23510"/>
                </a:cubicBezTo>
                <a:cubicBezTo>
                  <a:pt x="807485" y="24464"/>
                  <a:pt x="807309" y="25381"/>
                  <a:pt x="806959" y="26260"/>
                </a:cubicBezTo>
                <a:cubicBezTo>
                  <a:pt x="806609" y="27140"/>
                  <a:pt x="806087" y="27919"/>
                  <a:pt x="805392" y="28597"/>
                </a:cubicBezTo>
                <a:cubicBezTo>
                  <a:pt x="804698" y="29275"/>
                  <a:pt x="803831" y="29816"/>
                  <a:pt x="802792" y="30218"/>
                </a:cubicBezTo>
                <a:cubicBezTo>
                  <a:pt x="801754" y="30620"/>
                  <a:pt x="800545" y="30821"/>
                  <a:pt x="799168" y="30821"/>
                </a:cubicBezTo>
                <a:lnTo>
                  <a:pt x="799168" y="28462"/>
                </a:lnTo>
                <a:moveTo>
                  <a:pt x="804557" y="7335"/>
                </a:moveTo>
                <a:cubicBezTo>
                  <a:pt x="804913" y="7335"/>
                  <a:pt x="805252" y="7407"/>
                  <a:pt x="805573" y="7550"/>
                </a:cubicBezTo>
                <a:cubicBezTo>
                  <a:pt x="805895" y="7694"/>
                  <a:pt x="806176" y="7886"/>
                  <a:pt x="806417" y="8127"/>
                </a:cubicBezTo>
                <a:cubicBezTo>
                  <a:pt x="806658" y="8368"/>
                  <a:pt x="806850" y="8649"/>
                  <a:pt x="806994" y="8971"/>
                </a:cubicBezTo>
                <a:cubicBezTo>
                  <a:pt x="807137" y="9292"/>
                  <a:pt x="807209" y="9631"/>
                  <a:pt x="807209" y="9987"/>
                </a:cubicBezTo>
                <a:cubicBezTo>
                  <a:pt x="807209" y="10354"/>
                  <a:pt x="807137" y="10696"/>
                  <a:pt x="806994" y="11011"/>
                </a:cubicBezTo>
                <a:cubicBezTo>
                  <a:pt x="806850" y="11327"/>
                  <a:pt x="806658" y="11605"/>
                  <a:pt x="806417" y="11846"/>
                </a:cubicBezTo>
                <a:cubicBezTo>
                  <a:pt x="806176" y="12087"/>
                  <a:pt x="805895" y="12277"/>
                  <a:pt x="805573" y="12415"/>
                </a:cubicBezTo>
                <a:cubicBezTo>
                  <a:pt x="805252" y="12552"/>
                  <a:pt x="804913" y="12621"/>
                  <a:pt x="804557" y="12621"/>
                </a:cubicBezTo>
                <a:cubicBezTo>
                  <a:pt x="804190" y="12621"/>
                  <a:pt x="803849" y="12552"/>
                  <a:pt x="803533" y="12415"/>
                </a:cubicBezTo>
                <a:cubicBezTo>
                  <a:pt x="803217" y="12277"/>
                  <a:pt x="802939" y="12087"/>
                  <a:pt x="802698" y="11846"/>
                </a:cubicBezTo>
                <a:cubicBezTo>
                  <a:pt x="802457" y="11605"/>
                  <a:pt x="802267" y="11327"/>
                  <a:pt x="802130" y="11011"/>
                </a:cubicBezTo>
                <a:cubicBezTo>
                  <a:pt x="801992" y="10696"/>
                  <a:pt x="801923" y="10354"/>
                  <a:pt x="801923" y="9987"/>
                </a:cubicBezTo>
                <a:cubicBezTo>
                  <a:pt x="801923" y="9631"/>
                  <a:pt x="801992" y="9292"/>
                  <a:pt x="802130" y="8971"/>
                </a:cubicBezTo>
                <a:cubicBezTo>
                  <a:pt x="802267" y="8649"/>
                  <a:pt x="802457" y="8368"/>
                  <a:pt x="802698" y="8127"/>
                </a:cubicBezTo>
                <a:cubicBezTo>
                  <a:pt x="802939" y="7886"/>
                  <a:pt x="803217" y="7694"/>
                  <a:pt x="803533" y="7550"/>
                </a:cubicBezTo>
                <a:cubicBezTo>
                  <a:pt x="803849" y="7407"/>
                  <a:pt x="804190" y="7335"/>
                  <a:pt x="804557" y="7335"/>
                </a:cubicBez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Text -">
            <a:extLst xmlns:a="http://schemas.openxmlformats.org/drawingml/2006/main">
              <a:ext uri="{FF2B5EF4-FFF2-40B4-BE49-F238E27FC236}">
                <a16:creationId xmlns:a16="http://schemas.microsoft.com/office/drawing/2014/main" id="{2F020A57-4BD4-452B-A65F-96CCE4AD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341" y="9378426"/>
            <a:ext cx="10297" cy="2824"/>
          </a:xfrm>
          <a:custGeom xmlns:a="http://schemas.openxmlformats.org/drawingml/2006/main">
            <a:pathLst>
              <a:path w="10297" h="2824">
                <a:moveTo>
                  <a:pt x="10297" y="2824"/>
                </a:moveTo>
                <a:lnTo>
                  <a:pt x="0" y="2824"/>
                </a:lnTo>
                <a:lnTo>
                  <a:pt x="0" y="0"/>
                </a:lnTo>
                <a:lnTo>
                  <a:pt x="10297" y="0"/>
                </a:lnTo>
                <a:lnTo>
                  <a:pt x="10297" y="2824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Text constdropDownNode=this.popup">
            <a:extLst xmlns:a="http://schemas.openxmlformats.org/drawingml/2006/main">
              <a:ext uri="{FF2B5EF4-FFF2-40B4-BE49-F238E27FC236}">
                <a16:creationId xmlns:a16="http://schemas.microsoft.com/office/drawing/2014/main" id="{3D29F029-954F-4D94-91C9-F828873C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798" y="9364685"/>
            <a:ext cx="598502" cy="31613"/>
          </a:xfrm>
          <a:custGeom xmlns:a="http://schemas.openxmlformats.org/drawingml/2006/main">
            <a:pathLst>
              <a:path w="598502" h="31613">
                <a:moveTo>
                  <a:pt x="13465" y="23917"/>
                </a:moveTo>
                <a:cubicBezTo>
                  <a:pt x="12684" y="24215"/>
                  <a:pt x="11884" y="24436"/>
                  <a:pt x="11063" y="24580"/>
                </a:cubicBezTo>
                <a:cubicBezTo>
                  <a:pt x="10242" y="24723"/>
                  <a:pt x="9396" y="24795"/>
                  <a:pt x="8523" y="24795"/>
                </a:cubicBezTo>
                <a:cubicBezTo>
                  <a:pt x="5791" y="24795"/>
                  <a:pt x="3688" y="24054"/>
                  <a:pt x="2213" y="22574"/>
                </a:cubicBezTo>
                <a:cubicBezTo>
                  <a:pt x="738" y="21093"/>
                  <a:pt x="0" y="18929"/>
                  <a:pt x="0" y="16082"/>
                </a:cubicBezTo>
                <a:cubicBezTo>
                  <a:pt x="0" y="14716"/>
                  <a:pt x="212" y="13476"/>
                  <a:pt x="637" y="12363"/>
                </a:cubicBezTo>
                <a:cubicBezTo>
                  <a:pt x="1062" y="11250"/>
                  <a:pt x="1659" y="10297"/>
                  <a:pt x="2428" y="9505"/>
                </a:cubicBezTo>
                <a:cubicBezTo>
                  <a:pt x="3197" y="8713"/>
                  <a:pt x="4115" y="8101"/>
                  <a:pt x="5183" y="7671"/>
                </a:cubicBezTo>
                <a:cubicBezTo>
                  <a:pt x="6250" y="7240"/>
                  <a:pt x="7427" y="7025"/>
                  <a:pt x="8713" y="7025"/>
                </a:cubicBezTo>
                <a:cubicBezTo>
                  <a:pt x="9608" y="7025"/>
                  <a:pt x="10446" y="7090"/>
                  <a:pt x="11227" y="7219"/>
                </a:cubicBezTo>
                <a:cubicBezTo>
                  <a:pt x="12007" y="7348"/>
                  <a:pt x="12753" y="7559"/>
                  <a:pt x="13465" y="7852"/>
                </a:cubicBezTo>
                <a:lnTo>
                  <a:pt x="13465" y="10710"/>
                </a:lnTo>
                <a:cubicBezTo>
                  <a:pt x="12719" y="10314"/>
                  <a:pt x="11958" y="10025"/>
                  <a:pt x="11184" y="9845"/>
                </a:cubicBezTo>
                <a:cubicBezTo>
                  <a:pt x="10409" y="9664"/>
                  <a:pt x="9608" y="9574"/>
                  <a:pt x="8782" y="9574"/>
                </a:cubicBezTo>
                <a:cubicBezTo>
                  <a:pt x="8012" y="9574"/>
                  <a:pt x="7286" y="9720"/>
                  <a:pt x="6603" y="10013"/>
                </a:cubicBezTo>
                <a:cubicBezTo>
                  <a:pt x="5920" y="10305"/>
                  <a:pt x="5321" y="10727"/>
                  <a:pt x="4804" y="11278"/>
                </a:cubicBezTo>
                <a:cubicBezTo>
                  <a:pt x="4287" y="11829"/>
                  <a:pt x="3880" y="12501"/>
                  <a:pt x="3581" y="13293"/>
                </a:cubicBezTo>
                <a:cubicBezTo>
                  <a:pt x="3283" y="14085"/>
                  <a:pt x="3134" y="14980"/>
                  <a:pt x="3134" y="15979"/>
                </a:cubicBezTo>
                <a:cubicBezTo>
                  <a:pt x="3134" y="18068"/>
                  <a:pt x="3642" y="19632"/>
                  <a:pt x="4658" y="20671"/>
                </a:cubicBezTo>
                <a:cubicBezTo>
                  <a:pt x="5674" y="21710"/>
                  <a:pt x="7083" y="22229"/>
                  <a:pt x="8885" y="22229"/>
                </a:cubicBezTo>
                <a:cubicBezTo>
                  <a:pt x="9700" y="22229"/>
                  <a:pt x="10489" y="22137"/>
                  <a:pt x="11252" y="21954"/>
                </a:cubicBezTo>
                <a:cubicBezTo>
                  <a:pt x="12016" y="21770"/>
                  <a:pt x="12753" y="21495"/>
                  <a:pt x="13465" y="21127"/>
                </a:cubicBezTo>
                <a:lnTo>
                  <a:pt x="13465" y="23917"/>
                </a:lnTo>
                <a:close/>
                <a:moveTo>
                  <a:pt x="34761" y="15772"/>
                </a:moveTo>
                <a:cubicBezTo>
                  <a:pt x="34761" y="17115"/>
                  <a:pt x="34571" y="18346"/>
                  <a:pt x="34193" y="19466"/>
                </a:cubicBezTo>
                <a:cubicBezTo>
                  <a:pt x="33814" y="20585"/>
                  <a:pt x="33269" y="21543"/>
                  <a:pt x="32557" y="22341"/>
                </a:cubicBezTo>
                <a:cubicBezTo>
                  <a:pt x="31845" y="23139"/>
                  <a:pt x="30979" y="23759"/>
                  <a:pt x="29957" y="24201"/>
                </a:cubicBezTo>
                <a:cubicBezTo>
                  <a:pt x="28935" y="24643"/>
                  <a:pt x="27776" y="24864"/>
                  <a:pt x="26479" y="24864"/>
                </a:cubicBezTo>
                <a:cubicBezTo>
                  <a:pt x="25239" y="24864"/>
                  <a:pt x="24128" y="24671"/>
                  <a:pt x="23147" y="24287"/>
                </a:cubicBezTo>
                <a:cubicBezTo>
                  <a:pt x="22165" y="23902"/>
                  <a:pt x="21333" y="23337"/>
                  <a:pt x="20650" y="22591"/>
                </a:cubicBezTo>
                <a:cubicBezTo>
                  <a:pt x="19967" y="21845"/>
                  <a:pt x="19445" y="20921"/>
                  <a:pt x="19083" y="19819"/>
                </a:cubicBezTo>
                <a:cubicBezTo>
                  <a:pt x="18722" y="18717"/>
                  <a:pt x="18541" y="17448"/>
                  <a:pt x="18541" y="16013"/>
                </a:cubicBezTo>
                <a:cubicBezTo>
                  <a:pt x="18541" y="14670"/>
                  <a:pt x="18730" y="13445"/>
                  <a:pt x="19109" y="12337"/>
                </a:cubicBezTo>
                <a:cubicBezTo>
                  <a:pt x="19488" y="11229"/>
                  <a:pt x="20033" y="10277"/>
                  <a:pt x="20745" y="9479"/>
                </a:cubicBezTo>
                <a:cubicBezTo>
                  <a:pt x="21457" y="8681"/>
                  <a:pt x="22323" y="8061"/>
                  <a:pt x="23345" y="7619"/>
                </a:cubicBezTo>
                <a:cubicBezTo>
                  <a:pt x="24367" y="7177"/>
                  <a:pt x="25526" y="6956"/>
                  <a:pt x="26823" y="6956"/>
                </a:cubicBezTo>
                <a:cubicBezTo>
                  <a:pt x="28063" y="6956"/>
                  <a:pt x="29173" y="7149"/>
                  <a:pt x="30155" y="7533"/>
                </a:cubicBezTo>
                <a:cubicBezTo>
                  <a:pt x="31136" y="7918"/>
                  <a:pt x="31969" y="8480"/>
                  <a:pt x="32652" y="9221"/>
                </a:cubicBezTo>
                <a:cubicBezTo>
                  <a:pt x="33335" y="9961"/>
                  <a:pt x="33857" y="10882"/>
                  <a:pt x="34219" y="11984"/>
                </a:cubicBezTo>
                <a:cubicBezTo>
                  <a:pt x="34580" y="13086"/>
                  <a:pt x="34761" y="14349"/>
                  <a:pt x="34761" y="15772"/>
                </a:cubicBezTo>
                <a:moveTo>
                  <a:pt x="31696" y="15910"/>
                </a:moveTo>
                <a:cubicBezTo>
                  <a:pt x="31696" y="14842"/>
                  <a:pt x="31578" y="13910"/>
                  <a:pt x="31343" y="13112"/>
                </a:cubicBezTo>
                <a:cubicBezTo>
                  <a:pt x="31108" y="12314"/>
                  <a:pt x="30772" y="11648"/>
                  <a:pt x="30336" y="11115"/>
                </a:cubicBezTo>
                <a:cubicBezTo>
                  <a:pt x="29900" y="10581"/>
                  <a:pt x="29369" y="10179"/>
                  <a:pt x="28743" y="9909"/>
                </a:cubicBezTo>
                <a:cubicBezTo>
                  <a:pt x="28117" y="9640"/>
                  <a:pt x="27420" y="9505"/>
                  <a:pt x="26651" y="9505"/>
                </a:cubicBezTo>
                <a:cubicBezTo>
                  <a:pt x="25756" y="9505"/>
                  <a:pt x="24989" y="9680"/>
                  <a:pt x="24352" y="10030"/>
                </a:cubicBezTo>
                <a:cubicBezTo>
                  <a:pt x="23715" y="10380"/>
                  <a:pt x="23193" y="10848"/>
                  <a:pt x="22785" y="11433"/>
                </a:cubicBezTo>
                <a:cubicBezTo>
                  <a:pt x="22378" y="12019"/>
                  <a:pt x="22079" y="12699"/>
                  <a:pt x="21890" y="13474"/>
                </a:cubicBezTo>
                <a:cubicBezTo>
                  <a:pt x="21701" y="14248"/>
                  <a:pt x="21606" y="15061"/>
                  <a:pt x="21606" y="15910"/>
                </a:cubicBezTo>
                <a:cubicBezTo>
                  <a:pt x="21606" y="16978"/>
                  <a:pt x="21724" y="17913"/>
                  <a:pt x="21959" y="18717"/>
                </a:cubicBezTo>
                <a:cubicBezTo>
                  <a:pt x="22194" y="19520"/>
                  <a:pt x="22530" y="20189"/>
                  <a:pt x="22966" y="20723"/>
                </a:cubicBezTo>
                <a:cubicBezTo>
                  <a:pt x="23402" y="21256"/>
                  <a:pt x="23930" y="21658"/>
                  <a:pt x="24550" y="21928"/>
                </a:cubicBezTo>
                <a:cubicBezTo>
                  <a:pt x="25170" y="22198"/>
                  <a:pt x="25870" y="22333"/>
                  <a:pt x="26651" y="22333"/>
                </a:cubicBezTo>
                <a:cubicBezTo>
                  <a:pt x="27546" y="22333"/>
                  <a:pt x="28313" y="22158"/>
                  <a:pt x="28950" y="21807"/>
                </a:cubicBezTo>
                <a:cubicBezTo>
                  <a:pt x="29587" y="21457"/>
                  <a:pt x="30109" y="20990"/>
                  <a:pt x="30517" y="20404"/>
                </a:cubicBezTo>
                <a:cubicBezTo>
                  <a:pt x="30924" y="19819"/>
                  <a:pt x="31222" y="19139"/>
                  <a:pt x="31412" y="18364"/>
                </a:cubicBezTo>
                <a:cubicBezTo>
                  <a:pt x="31601" y="17589"/>
                  <a:pt x="31696" y="16771"/>
                  <a:pt x="31696" y="15910"/>
                </a:cubicBezTo>
                <a:close/>
                <a:moveTo>
                  <a:pt x="39389" y="7266"/>
                </a:moveTo>
                <a:lnTo>
                  <a:pt x="42058" y="7266"/>
                </a:lnTo>
                <a:lnTo>
                  <a:pt x="42178" y="10056"/>
                </a:lnTo>
                <a:cubicBezTo>
                  <a:pt x="42683" y="9459"/>
                  <a:pt x="43171" y="8962"/>
                  <a:pt x="43642" y="8566"/>
                </a:cubicBezTo>
                <a:cubicBezTo>
                  <a:pt x="44113" y="8170"/>
                  <a:pt x="44575" y="7852"/>
                  <a:pt x="45028" y="7611"/>
                </a:cubicBezTo>
                <a:cubicBezTo>
                  <a:pt x="45481" y="7370"/>
                  <a:pt x="45943" y="7200"/>
                  <a:pt x="46414" y="7103"/>
                </a:cubicBezTo>
                <a:cubicBezTo>
                  <a:pt x="46885" y="7005"/>
                  <a:pt x="47373" y="6956"/>
                  <a:pt x="47878" y="6956"/>
                </a:cubicBezTo>
                <a:cubicBezTo>
                  <a:pt x="49657" y="6956"/>
                  <a:pt x="51003" y="7481"/>
                  <a:pt x="51915" y="8532"/>
                </a:cubicBezTo>
                <a:cubicBezTo>
                  <a:pt x="52828" y="9582"/>
                  <a:pt x="53284" y="11163"/>
                  <a:pt x="53284" y="13276"/>
                </a:cubicBezTo>
                <a:lnTo>
                  <a:pt x="53284" y="24554"/>
                </a:lnTo>
                <a:lnTo>
                  <a:pt x="50288" y="24554"/>
                </a:lnTo>
                <a:lnTo>
                  <a:pt x="50288" y="13517"/>
                </a:lnTo>
                <a:cubicBezTo>
                  <a:pt x="50288" y="12162"/>
                  <a:pt x="50036" y="11161"/>
                  <a:pt x="49531" y="10512"/>
                </a:cubicBezTo>
                <a:cubicBezTo>
                  <a:pt x="49026" y="9863"/>
                  <a:pt x="48274" y="9539"/>
                  <a:pt x="47275" y="9539"/>
                </a:cubicBezTo>
                <a:cubicBezTo>
                  <a:pt x="46908" y="9539"/>
                  <a:pt x="46549" y="9594"/>
                  <a:pt x="46199" y="9703"/>
                </a:cubicBezTo>
                <a:cubicBezTo>
                  <a:pt x="45849" y="9812"/>
                  <a:pt x="45484" y="10001"/>
                  <a:pt x="45106" y="10271"/>
                </a:cubicBezTo>
                <a:cubicBezTo>
                  <a:pt x="44727" y="10541"/>
                  <a:pt x="44316" y="10905"/>
                  <a:pt x="43874" y="11364"/>
                </a:cubicBezTo>
                <a:cubicBezTo>
                  <a:pt x="43432" y="11823"/>
                  <a:pt x="42936" y="12397"/>
                  <a:pt x="42385" y="13086"/>
                </a:cubicBezTo>
                <a:lnTo>
                  <a:pt x="42385" y="24554"/>
                </a:lnTo>
                <a:lnTo>
                  <a:pt x="39389" y="24554"/>
                </a:lnTo>
                <a:lnTo>
                  <a:pt x="39389" y="7266"/>
                </a:lnTo>
                <a:close/>
                <a:moveTo>
                  <a:pt x="72755" y="19836"/>
                </a:moveTo>
                <a:cubicBezTo>
                  <a:pt x="72755" y="20444"/>
                  <a:pt x="72652" y="20990"/>
                  <a:pt x="72445" y="21472"/>
                </a:cubicBezTo>
                <a:cubicBezTo>
                  <a:pt x="72238" y="21954"/>
                  <a:pt x="71957" y="22381"/>
                  <a:pt x="71601" y="22754"/>
                </a:cubicBezTo>
                <a:cubicBezTo>
                  <a:pt x="71245" y="23127"/>
                  <a:pt x="70832" y="23446"/>
                  <a:pt x="70361" y="23710"/>
                </a:cubicBezTo>
                <a:cubicBezTo>
                  <a:pt x="69891" y="23974"/>
                  <a:pt x="69389" y="24192"/>
                  <a:pt x="68855" y="24364"/>
                </a:cubicBezTo>
                <a:cubicBezTo>
                  <a:pt x="68321" y="24537"/>
                  <a:pt x="67773" y="24663"/>
                  <a:pt x="67210" y="24743"/>
                </a:cubicBezTo>
                <a:cubicBezTo>
                  <a:pt x="66648" y="24824"/>
                  <a:pt x="66097" y="24864"/>
                  <a:pt x="65557" y="24864"/>
                </a:cubicBezTo>
                <a:cubicBezTo>
                  <a:pt x="64387" y="24864"/>
                  <a:pt x="63310" y="24812"/>
                  <a:pt x="62329" y="24709"/>
                </a:cubicBezTo>
                <a:cubicBezTo>
                  <a:pt x="61348" y="24605"/>
                  <a:pt x="60386" y="24439"/>
                  <a:pt x="59445" y="24209"/>
                </a:cubicBezTo>
                <a:lnTo>
                  <a:pt x="59445" y="21454"/>
                </a:lnTo>
                <a:cubicBezTo>
                  <a:pt x="60455" y="21741"/>
                  <a:pt x="61459" y="21960"/>
                  <a:pt x="62458" y="22109"/>
                </a:cubicBezTo>
                <a:cubicBezTo>
                  <a:pt x="63457" y="22258"/>
                  <a:pt x="64450" y="22333"/>
                  <a:pt x="65437" y="22333"/>
                </a:cubicBezTo>
                <a:cubicBezTo>
                  <a:pt x="66872" y="22333"/>
                  <a:pt x="67934" y="22137"/>
                  <a:pt x="68622" y="21747"/>
                </a:cubicBezTo>
                <a:cubicBezTo>
                  <a:pt x="69311" y="21357"/>
                  <a:pt x="69656" y="20800"/>
                  <a:pt x="69656" y="20077"/>
                </a:cubicBezTo>
                <a:cubicBezTo>
                  <a:pt x="69656" y="19767"/>
                  <a:pt x="69601" y="19489"/>
                  <a:pt x="69492" y="19242"/>
                </a:cubicBezTo>
                <a:cubicBezTo>
                  <a:pt x="69383" y="18995"/>
                  <a:pt x="69185" y="18760"/>
                  <a:pt x="68898" y="18536"/>
                </a:cubicBezTo>
                <a:cubicBezTo>
                  <a:pt x="68611" y="18312"/>
                  <a:pt x="68166" y="18080"/>
                  <a:pt x="67563" y="17839"/>
                </a:cubicBezTo>
                <a:cubicBezTo>
                  <a:pt x="66961" y="17597"/>
                  <a:pt x="66137" y="17322"/>
                  <a:pt x="65093" y="17012"/>
                </a:cubicBezTo>
                <a:cubicBezTo>
                  <a:pt x="64312" y="16782"/>
                  <a:pt x="63592" y="16521"/>
                  <a:pt x="62932" y="16229"/>
                </a:cubicBezTo>
                <a:cubicBezTo>
                  <a:pt x="62272" y="15936"/>
                  <a:pt x="61701" y="15589"/>
                  <a:pt x="61218" y="15187"/>
                </a:cubicBezTo>
                <a:cubicBezTo>
                  <a:pt x="60736" y="14785"/>
                  <a:pt x="60357" y="14314"/>
                  <a:pt x="60082" y="13775"/>
                </a:cubicBezTo>
                <a:cubicBezTo>
                  <a:pt x="59806" y="13235"/>
                  <a:pt x="59669" y="12598"/>
                  <a:pt x="59669" y="11864"/>
                </a:cubicBezTo>
                <a:cubicBezTo>
                  <a:pt x="59669" y="11382"/>
                  <a:pt x="59781" y="10853"/>
                  <a:pt x="60004" y="10280"/>
                </a:cubicBezTo>
                <a:cubicBezTo>
                  <a:pt x="60228" y="9706"/>
                  <a:pt x="60610" y="9172"/>
                  <a:pt x="61150" y="8678"/>
                </a:cubicBezTo>
                <a:cubicBezTo>
                  <a:pt x="61689" y="8185"/>
                  <a:pt x="62418" y="7774"/>
                  <a:pt x="63336" y="7447"/>
                </a:cubicBezTo>
                <a:cubicBezTo>
                  <a:pt x="64255" y="7120"/>
                  <a:pt x="65403" y="6956"/>
                  <a:pt x="66780" y="6956"/>
                </a:cubicBezTo>
                <a:cubicBezTo>
                  <a:pt x="67457" y="6956"/>
                  <a:pt x="68209" y="6994"/>
                  <a:pt x="69036" y="7068"/>
                </a:cubicBezTo>
                <a:cubicBezTo>
                  <a:pt x="69862" y="7143"/>
                  <a:pt x="70723" y="7272"/>
                  <a:pt x="71618" y="7456"/>
                </a:cubicBezTo>
                <a:lnTo>
                  <a:pt x="71618" y="10125"/>
                </a:lnTo>
                <a:cubicBezTo>
                  <a:pt x="70677" y="9895"/>
                  <a:pt x="69785" y="9726"/>
                  <a:pt x="68941" y="9617"/>
                </a:cubicBezTo>
                <a:cubicBezTo>
                  <a:pt x="68097" y="9508"/>
                  <a:pt x="67365" y="9453"/>
                  <a:pt x="66746" y="9453"/>
                </a:cubicBezTo>
                <a:cubicBezTo>
                  <a:pt x="65999" y="9453"/>
                  <a:pt x="65371" y="9510"/>
                  <a:pt x="64860" y="9625"/>
                </a:cubicBezTo>
                <a:cubicBezTo>
                  <a:pt x="64349" y="9740"/>
                  <a:pt x="63936" y="9898"/>
                  <a:pt x="63620" y="10099"/>
                </a:cubicBezTo>
                <a:cubicBezTo>
                  <a:pt x="63305" y="10300"/>
                  <a:pt x="63078" y="10535"/>
                  <a:pt x="62940" y="10805"/>
                </a:cubicBezTo>
                <a:cubicBezTo>
                  <a:pt x="62803" y="11074"/>
                  <a:pt x="62734" y="11364"/>
                  <a:pt x="62734" y="11674"/>
                </a:cubicBezTo>
                <a:cubicBezTo>
                  <a:pt x="62734" y="11984"/>
                  <a:pt x="62794" y="12265"/>
                  <a:pt x="62914" y="12518"/>
                </a:cubicBezTo>
                <a:cubicBezTo>
                  <a:pt x="63035" y="12770"/>
                  <a:pt x="63259" y="13014"/>
                  <a:pt x="63586" y="13250"/>
                </a:cubicBezTo>
                <a:cubicBezTo>
                  <a:pt x="63913" y="13485"/>
                  <a:pt x="64369" y="13720"/>
                  <a:pt x="64955" y="13956"/>
                </a:cubicBezTo>
                <a:cubicBezTo>
                  <a:pt x="65540" y="14191"/>
                  <a:pt x="66304" y="14446"/>
                  <a:pt x="67245" y="14722"/>
                </a:cubicBezTo>
                <a:cubicBezTo>
                  <a:pt x="68267" y="15020"/>
                  <a:pt x="69127" y="15333"/>
                  <a:pt x="69828" y="15660"/>
                </a:cubicBezTo>
                <a:cubicBezTo>
                  <a:pt x="70528" y="15988"/>
                  <a:pt x="71096" y="16352"/>
                  <a:pt x="71532" y="16754"/>
                </a:cubicBezTo>
                <a:cubicBezTo>
                  <a:pt x="71969" y="17156"/>
                  <a:pt x="72281" y="17609"/>
                  <a:pt x="72471" y="18114"/>
                </a:cubicBezTo>
                <a:cubicBezTo>
                  <a:pt x="72660" y="18619"/>
                  <a:pt x="72755" y="19193"/>
                  <a:pt x="72755" y="19836"/>
                </a:cubicBezTo>
                <a:close/>
                <a:moveTo>
                  <a:pt x="91651" y="24295"/>
                </a:moveTo>
                <a:cubicBezTo>
                  <a:pt x="90973" y="24474"/>
                  <a:pt x="90273" y="24601"/>
                  <a:pt x="89550" y="24679"/>
                </a:cubicBezTo>
                <a:cubicBezTo>
                  <a:pt x="88827" y="24756"/>
                  <a:pt x="88092" y="24795"/>
                  <a:pt x="87346" y="24795"/>
                </a:cubicBezTo>
                <a:cubicBezTo>
                  <a:pt x="85176" y="24795"/>
                  <a:pt x="83558" y="24304"/>
                  <a:pt x="82490" y="23323"/>
                </a:cubicBezTo>
                <a:cubicBezTo>
                  <a:pt x="81423" y="22341"/>
                  <a:pt x="80889" y="20835"/>
                  <a:pt x="80889" y="18803"/>
                </a:cubicBezTo>
                <a:lnTo>
                  <a:pt x="80889" y="9780"/>
                </a:lnTo>
                <a:lnTo>
                  <a:pt x="76051" y="9780"/>
                </a:lnTo>
                <a:lnTo>
                  <a:pt x="76051" y="7266"/>
                </a:lnTo>
                <a:lnTo>
                  <a:pt x="80889" y="7266"/>
                </a:lnTo>
                <a:lnTo>
                  <a:pt x="80889" y="2499"/>
                </a:lnTo>
                <a:lnTo>
                  <a:pt x="83885" y="1722"/>
                </a:lnTo>
                <a:lnTo>
                  <a:pt x="83885" y="7266"/>
                </a:lnTo>
                <a:lnTo>
                  <a:pt x="91651" y="7266"/>
                </a:lnTo>
                <a:lnTo>
                  <a:pt x="91651" y="9780"/>
                </a:lnTo>
                <a:lnTo>
                  <a:pt x="83885" y="9780"/>
                </a:lnTo>
                <a:lnTo>
                  <a:pt x="83885" y="18562"/>
                </a:lnTo>
                <a:cubicBezTo>
                  <a:pt x="83885" y="19801"/>
                  <a:pt x="84215" y="20728"/>
                  <a:pt x="84875" y="21343"/>
                </a:cubicBezTo>
                <a:cubicBezTo>
                  <a:pt x="85535" y="21957"/>
                  <a:pt x="86508" y="22264"/>
                  <a:pt x="87794" y="22264"/>
                </a:cubicBezTo>
                <a:cubicBezTo>
                  <a:pt x="88345" y="22264"/>
                  <a:pt x="88947" y="22219"/>
                  <a:pt x="89602" y="22131"/>
                </a:cubicBezTo>
                <a:cubicBezTo>
                  <a:pt x="90256" y="22042"/>
                  <a:pt x="90939" y="21902"/>
                  <a:pt x="91651" y="21713"/>
                </a:cubicBezTo>
                <a:lnTo>
                  <a:pt x="91651" y="24295"/>
                </a:lnTo>
                <a:close/>
                <a:moveTo>
                  <a:pt x="116357" y="16272"/>
                </a:moveTo>
                <a:cubicBezTo>
                  <a:pt x="116357" y="14802"/>
                  <a:pt x="116558" y="13497"/>
                  <a:pt x="116959" y="12354"/>
                </a:cubicBezTo>
                <a:cubicBezTo>
                  <a:pt x="117361" y="11212"/>
                  <a:pt x="117932" y="10248"/>
                  <a:pt x="118673" y="9462"/>
                </a:cubicBezTo>
                <a:cubicBezTo>
                  <a:pt x="119413" y="8675"/>
                  <a:pt x="120303" y="8078"/>
                  <a:pt x="121342" y="7671"/>
                </a:cubicBezTo>
                <a:cubicBezTo>
                  <a:pt x="122380" y="7263"/>
                  <a:pt x="123537" y="7060"/>
                  <a:pt x="124811" y="7060"/>
                </a:cubicBezTo>
                <a:cubicBezTo>
                  <a:pt x="125362" y="7060"/>
                  <a:pt x="125904" y="7094"/>
                  <a:pt x="126438" y="7163"/>
                </a:cubicBezTo>
                <a:cubicBezTo>
                  <a:pt x="126972" y="7232"/>
                  <a:pt x="127497" y="7341"/>
                  <a:pt x="128014" y="7490"/>
                </a:cubicBezTo>
                <a:lnTo>
                  <a:pt x="128014" y="207"/>
                </a:lnTo>
                <a:lnTo>
                  <a:pt x="131027" y="207"/>
                </a:lnTo>
                <a:lnTo>
                  <a:pt x="131027" y="24554"/>
                </a:lnTo>
                <a:lnTo>
                  <a:pt x="128341" y="24554"/>
                </a:lnTo>
                <a:lnTo>
                  <a:pt x="128238" y="21282"/>
                </a:lnTo>
                <a:cubicBezTo>
                  <a:pt x="127400" y="22499"/>
                  <a:pt x="126493" y="23400"/>
                  <a:pt x="125517" y="23986"/>
                </a:cubicBezTo>
                <a:cubicBezTo>
                  <a:pt x="124541" y="24571"/>
                  <a:pt x="123485" y="24864"/>
                  <a:pt x="122349" y="24864"/>
                </a:cubicBezTo>
                <a:cubicBezTo>
                  <a:pt x="121362" y="24864"/>
                  <a:pt x="120492" y="24657"/>
                  <a:pt x="119740" y="24244"/>
                </a:cubicBezTo>
                <a:cubicBezTo>
                  <a:pt x="118988" y="23831"/>
                  <a:pt x="118363" y="23248"/>
                  <a:pt x="117863" y="22496"/>
                </a:cubicBezTo>
                <a:cubicBezTo>
                  <a:pt x="117364" y="21744"/>
                  <a:pt x="116988" y="20840"/>
                  <a:pt x="116736" y="19784"/>
                </a:cubicBezTo>
                <a:cubicBezTo>
                  <a:pt x="116483" y="18728"/>
                  <a:pt x="116357" y="17557"/>
                  <a:pt x="116357" y="16272"/>
                </a:cubicBezTo>
                <a:moveTo>
                  <a:pt x="119422" y="16082"/>
                </a:moveTo>
                <a:cubicBezTo>
                  <a:pt x="119422" y="18171"/>
                  <a:pt x="119729" y="19730"/>
                  <a:pt x="120343" y="20757"/>
                </a:cubicBezTo>
                <a:cubicBezTo>
                  <a:pt x="120957" y="21784"/>
                  <a:pt x="121826" y="22298"/>
                  <a:pt x="122951" y="22298"/>
                </a:cubicBezTo>
                <a:cubicBezTo>
                  <a:pt x="123709" y="22298"/>
                  <a:pt x="124510" y="21960"/>
                  <a:pt x="125353" y="21282"/>
                </a:cubicBezTo>
                <a:cubicBezTo>
                  <a:pt x="126197" y="20605"/>
                  <a:pt x="127084" y="19601"/>
                  <a:pt x="128014" y="18269"/>
                </a:cubicBezTo>
                <a:lnTo>
                  <a:pt x="128014" y="10245"/>
                </a:lnTo>
                <a:cubicBezTo>
                  <a:pt x="127520" y="10016"/>
                  <a:pt x="126975" y="9840"/>
                  <a:pt x="126378" y="9720"/>
                </a:cubicBezTo>
                <a:cubicBezTo>
                  <a:pt x="125781" y="9599"/>
                  <a:pt x="125190" y="9539"/>
                  <a:pt x="124604" y="9539"/>
                </a:cubicBezTo>
                <a:cubicBezTo>
                  <a:pt x="122974" y="9539"/>
                  <a:pt x="121703" y="10067"/>
                  <a:pt x="120791" y="11123"/>
                </a:cubicBezTo>
                <a:cubicBezTo>
                  <a:pt x="119878" y="12179"/>
                  <a:pt x="119422" y="13832"/>
                  <a:pt x="119422" y="16082"/>
                </a:cubicBezTo>
                <a:close/>
                <a:moveTo>
                  <a:pt x="137618" y="7266"/>
                </a:moveTo>
                <a:lnTo>
                  <a:pt x="140356" y="7266"/>
                </a:lnTo>
                <a:lnTo>
                  <a:pt x="140442" y="10444"/>
                </a:lnTo>
                <a:cubicBezTo>
                  <a:pt x="141463" y="9218"/>
                  <a:pt x="142471" y="8331"/>
                  <a:pt x="143464" y="7781"/>
                </a:cubicBezTo>
                <a:cubicBezTo>
                  <a:pt x="144457" y="7231"/>
                  <a:pt x="145458" y="6956"/>
                  <a:pt x="146468" y="6956"/>
                </a:cubicBezTo>
                <a:cubicBezTo>
                  <a:pt x="148259" y="6956"/>
                  <a:pt x="149616" y="7535"/>
                  <a:pt x="150541" y="8691"/>
                </a:cubicBezTo>
                <a:cubicBezTo>
                  <a:pt x="151465" y="9848"/>
                  <a:pt x="151892" y="11565"/>
                  <a:pt x="151823" y="13844"/>
                </a:cubicBezTo>
                <a:lnTo>
                  <a:pt x="148793" y="13844"/>
                </a:lnTo>
                <a:cubicBezTo>
                  <a:pt x="148827" y="12335"/>
                  <a:pt x="148606" y="11240"/>
                  <a:pt x="148130" y="10560"/>
                </a:cubicBezTo>
                <a:cubicBezTo>
                  <a:pt x="147654" y="9879"/>
                  <a:pt x="146956" y="9539"/>
                  <a:pt x="146038" y="9539"/>
                </a:cubicBezTo>
                <a:cubicBezTo>
                  <a:pt x="145636" y="9539"/>
                  <a:pt x="145231" y="9611"/>
                  <a:pt x="144824" y="9754"/>
                </a:cubicBezTo>
                <a:cubicBezTo>
                  <a:pt x="144416" y="9897"/>
                  <a:pt x="143997" y="10125"/>
                  <a:pt x="143567" y="10439"/>
                </a:cubicBezTo>
                <a:cubicBezTo>
                  <a:pt x="143137" y="10754"/>
                  <a:pt x="142680" y="11157"/>
                  <a:pt x="142198" y="11648"/>
                </a:cubicBezTo>
                <a:cubicBezTo>
                  <a:pt x="141716" y="12140"/>
                  <a:pt x="141199" y="12734"/>
                  <a:pt x="140648" y="13432"/>
                </a:cubicBezTo>
                <a:lnTo>
                  <a:pt x="140648" y="24554"/>
                </a:lnTo>
                <a:lnTo>
                  <a:pt x="137618" y="24554"/>
                </a:lnTo>
                <a:lnTo>
                  <a:pt x="137618" y="7266"/>
                </a:lnTo>
                <a:close/>
                <a:moveTo>
                  <a:pt x="170615" y="15772"/>
                </a:moveTo>
                <a:cubicBezTo>
                  <a:pt x="170615" y="17115"/>
                  <a:pt x="170426" y="18346"/>
                  <a:pt x="170047" y="19466"/>
                </a:cubicBezTo>
                <a:cubicBezTo>
                  <a:pt x="169668" y="20585"/>
                  <a:pt x="169123" y="21543"/>
                  <a:pt x="168411" y="22341"/>
                </a:cubicBezTo>
                <a:cubicBezTo>
                  <a:pt x="167700" y="23139"/>
                  <a:pt x="166833" y="23759"/>
                  <a:pt x="165811" y="24201"/>
                </a:cubicBezTo>
                <a:cubicBezTo>
                  <a:pt x="164790" y="24643"/>
                  <a:pt x="163630" y="24864"/>
                  <a:pt x="162333" y="24864"/>
                </a:cubicBezTo>
                <a:cubicBezTo>
                  <a:pt x="161093" y="24864"/>
                  <a:pt x="159983" y="24671"/>
                  <a:pt x="159001" y="24287"/>
                </a:cubicBezTo>
                <a:cubicBezTo>
                  <a:pt x="158020" y="23902"/>
                  <a:pt x="157188" y="23337"/>
                  <a:pt x="156505" y="22591"/>
                </a:cubicBezTo>
                <a:cubicBezTo>
                  <a:pt x="155822" y="21845"/>
                  <a:pt x="155299" y="20921"/>
                  <a:pt x="154938" y="19819"/>
                </a:cubicBezTo>
                <a:cubicBezTo>
                  <a:pt x="154576" y="18717"/>
                  <a:pt x="154395" y="17448"/>
                  <a:pt x="154395" y="16013"/>
                </a:cubicBezTo>
                <a:cubicBezTo>
                  <a:pt x="154395" y="14670"/>
                  <a:pt x="154585" y="13445"/>
                  <a:pt x="154964" y="12337"/>
                </a:cubicBezTo>
                <a:cubicBezTo>
                  <a:pt x="155342" y="11229"/>
                  <a:pt x="155888" y="10277"/>
                  <a:pt x="156599" y="9479"/>
                </a:cubicBezTo>
                <a:cubicBezTo>
                  <a:pt x="157311" y="8681"/>
                  <a:pt x="158178" y="8061"/>
                  <a:pt x="159199" y="7619"/>
                </a:cubicBezTo>
                <a:cubicBezTo>
                  <a:pt x="160221" y="7177"/>
                  <a:pt x="161380" y="6956"/>
                  <a:pt x="162678" y="6956"/>
                </a:cubicBezTo>
                <a:cubicBezTo>
                  <a:pt x="163917" y="6956"/>
                  <a:pt x="165028" y="7149"/>
                  <a:pt x="166009" y="7533"/>
                </a:cubicBezTo>
                <a:cubicBezTo>
                  <a:pt x="166991" y="7918"/>
                  <a:pt x="167823" y="8480"/>
                  <a:pt x="168506" y="9221"/>
                </a:cubicBezTo>
                <a:cubicBezTo>
                  <a:pt x="169189" y="9961"/>
                  <a:pt x="169711" y="10882"/>
                  <a:pt x="170073" y="11984"/>
                </a:cubicBezTo>
                <a:cubicBezTo>
                  <a:pt x="170435" y="13086"/>
                  <a:pt x="170615" y="14349"/>
                  <a:pt x="170615" y="15772"/>
                </a:cubicBezTo>
                <a:moveTo>
                  <a:pt x="167550" y="15910"/>
                </a:moveTo>
                <a:cubicBezTo>
                  <a:pt x="167550" y="14842"/>
                  <a:pt x="167433" y="13910"/>
                  <a:pt x="167197" y="13112"/>
                </a:cubicBezTo>
                <a:cubicBezTo>
                  <a:pt x="166962" y="12314"/>
                  <a:pt x="166626" y="11648"/>
                  <a:pt x="166190" y="11115"/>
                </a:cubicBezTo>
                <a:cubicBezTo>
                  <a:pt x="165754" y="10581"/>
                  <a:pt x="165223" y="10179"/>
                  <a:pt x="164597" y="9909"/>
                </a:cubicBezTo>
                <a:cubicBezTo>
                  <a:pt x="163972" y="9640"/>
                  <a:pt x="163274" y="9505"/>
                  <a:pt x="162505" y="9505"/>
                </a:cubicBezTo>
                <a:cubicBezTo>
                  <a:pt x="161610" y="9505"/>
                  <a:pt x="160844" y="9680"/>
                  <a:pt x="160207" y="10030"/>
                </a:cubicBezTo>
                <a:cubicBezTo>
                  <a:pt x="159570" y="10380"/>
                  <a:pt x="159047" y="10848"/>
                  <a:pt x="158640" y="11433"/>
                </a:cubicBezTo>
                <a:cubicBezTo>
                  <a:pt x="158232" y="12019"/>
                  <a:pt x="157934" y="12699"/>
                  <a:pt x="157744" y="13474"/>
                </a:cubicBezTo>
                <a:cubicBezTo>
                  <a:pt x="157555" y="14248"/>
                  <a:pt x="157460" y="15061"/>
                  <a:pt x="157460" y="15910"/>
                </a:cubicBezTo>
                <a:cubicBezTo>
                  <a:pt x="157460" y="16978"/>
                  <a:pt x="157578" y="17913"/>
                  <a:pt x="157813" y="18717"/>
                </a:cubicBezTo>
                <a:cubicBezTo>
                  <a:pt x="158049" y="19520"/>
                  <a:pt x="158384" y="20189"/>
                  <a:pt x="158821" y="20723"/>
                </a:cubicBezTo>
                <a:cubicBezTo>
                  <a:pt x="159257" y="21256"/>
                  <a:pt x="159785" y="21658"/>
                  <a:pt x="160405" y="21928"/>
                </a:cubicBezTo>
                <a:cubicBezTo>
                  <a:pt x="161025" y="22198"/>
                  <a:pt x="161725" y="22333"/>
                  <a:pt x="162505" y="22333"/>
                </a:cubicBezTo>
                <a:cubicBezTo>
                  <a:pt x="163401" y="22333"/>
                  <a:pt x="164167" y="22158"/>
                  <a:pt x="164804" y="21807"/>
                </a:cubicBezTo>
                <a:cubicBezTo>
                  <a:pt x="165441" y="21457"/>
                  <a:pt x="165963" y="20990"/>
                  <a:pt x="166371" y="20404"/>
                </a:cubicBezTo>
                <a:cubicBezTo>
                  <a:pt x="166778" y="19819"/>
                  <a:pt x="167077" y="19139"/>
                  <a:pt x="167266" y="18364"/>
                </a:cubicBezTo>
                <a:cubicBezTo>
                  <a:pt x="167456" y="17589"/>
                  <a:pt x="167550" y="16771"/>
                  <a:pt x="167550" y="15910"/>
                </a:cubicBezTo>
                <a:close/>
                <a:moveTo>
                  <a:pt x="190017" y="15600"/>
                </a:moveTo>
                <a:cubicBezTo>
                  <a:pt x="190017" y="17138"/>
                  <a:pt x="189802" y="18481"/>
                  <a:pt x="189371" y="19629"/>
                </a:cubicBezTo>
                <a:cubicBezTo>
                  <a:pt x="188941" y="20777"/>
                  <a:pt x="188347" y="21730"/>
                  <a:pt x="187589" y="22488"/>
                </a:cubicBezTo>
                <a:cubicBezTo>
                  <a:pt x="186832" y="23245"/>
                  <a:pt x="185936" y="23813"/>
                  <a:pt x="184903" y="24192"/>
                </a:cubicBezTo>
                <a:cubicBezTo>
                  <a:pt x="183870" y="24571"/>
                  <a:pt x="182751" y="24760"/>
                  <a:pt x="181546" y="24760"/>
                </a:cubicBezTo>
                <a:cubicBezTo>
                  <a:pt x="180995" y="24760"/>
                  <a:pt x="180446" y="24732"/>
                  <a:pt x="179901" y="24674"/>
                </a:cubicBezTo>
                <a:cubicBezTo>
                  <a:pt x="179356" y="24617"/>
                  <a:pt x="178802" y="24519"/>
                  <a:pt x="178240" y="24382"/>
                </a:cubicBezTo>
                <a:lnTo>
                  <a:pt x="178240" y="31613"/>
                </a:lnTo>
                <a:lnTo>
                  <a:pt x="175244" y="31613"/>
                </a:lnTo>
                <a:lnTo>
                  <a:pt x="175244" y="7266"/>
                </a:lnTo>
                <a:lnTo>
                  <a:pt x="177912" y="7266"/>
                </a:lnTo>
                <a:lnTo>
                  <a:pt x="178102" y="10159"/>
                </a:lnTo>
                <a:cubicBezTo>
                  <a:pt x="178963" y="8977"/>
                  <a:pt x="179881" y="8147"/>
                  <a:pt x="180857" y="7671"/>
                </a:cubicBezTo>
                <a:cubicBezTo>
                  <a:pt x="181833" y="7195"/>
                  <a:pt x="182889" y="6956"/>
                  <a:pt x="184025" y="6956"/>
                </a:cubicBezTo>
                <a:cubicBezTo>
                  <a:pt x="185012" y="6956"/>
                  <a:pt x="185879" y="7163"/>
                  <a:pt x="186625" y="7576"/>
                </a:cubicBezTo>
                <a:cubicBezTo>
                  <a:pt x="187371" y="7989"/>
                  <a:pt x="187997" y="8572"/>
                  <a:pt x="188502" y="9324"/>
                </a:cubicBezTo>
                <a:cubicBezTo>
                  <a:pt x="189007" y="10076"/>
                  <a:pt x="189386" y="10983"/>
                  <a:pt x="189638" y="12044"/>
                </a:cubicBezTo>
                <a:cubicBezTo>
                  <a:pt x="189891" y="13106"/>
                  <a:pt x="190017" y="14291"/>
                  <a:pt x="190017" y="15600"/>
                </a:cubicBezTo>
                <a:moveTo>
                  <a:pt x="186952" y="15738"/>
                </a:moveTo>
                <a:cubicBezTo>
                  <a:pt x="186952" y="14831"/>
                  <a:pt x="186886" y="13999"/>
                  <a:pt x="186754" y="13241"/>
                </a:cubicBezTo>
                <a:cubicBezTo>
                  <a:pt x="186622" y="12484"/>
                  <a:pt x="186413" y="11835"/>
                  <a:pt x="186126" y="11295"/>
                </a:cubicBezTo>
                <a:cubicBezTo>
                  <a:pt x="185839" y="10756"/>
                  <a:pt x="185471" y="10334"/>
                  <a:pt x="185024" y="10030"/>
                </a:cubicBezTo>
                <a:cubicBezTo>
                  <a:pt x="184576" y="9726"/>
                  <a:pt x="184042" y="9574"/>
                  <a:pt x="183422" y="9574"/>
                </a:cubicBezTo>
                <a:cubicBezTo>
                  <a:pt x="183044" y="9574"/>
                  <a:pt x="182659" y="9634"/>
                  <a:pt x="182269" y="9754"/>
                </a:cubicBezTo>
                <a:cubicBezTo>
                  <a:pt x="181879" y="9875"/>
                  <a:pt x="181474" y="10076"/>
                  <a:pt x="181055" y="10357"/>
                </a:cubicBezTo>
                <a:cubicBezTo>
                  <a:pt x="180636" y="10638"/>
                  <a:pt x="180194" y="11011"/>
                  <a:pt x="179729" y="11476"/>
                </a:cubicBezTo>
                <a:cubicBezTo>
                  <a:pt x="179264" y="11941"/>
                  <a:pt x="178768" y="12518"/>
                  <a:pt x="178240" y="13207"/>
                </a:cubicBezTo>
                <a:lnTo>
                  <a:pt x="178240" y="21592"/>
                </a:lnTo>
                <a:cubicBezTo>
                  <a:pt x="178791" y="21822"/>
                  <a:pt x="179370" y="22003"/>
                  <a:pt x="179979" y="22135"/>
                </a:cubicBezTo>
                <a:cubicBezTo>
                  <a:pt x="180587" y="22267"/>
                  <a:pt x="181184" y="22333"/>
                  <a:pt x="181769" y="22333"/>
                </a:cubicBezTo>
                <a:cubicBezTo>
                  <a:pt x="183388" y="22333"/>
                  <a:pt x="184656" y="21784"/>
                  <a:pt x="185575" y="20688"/>
                </a:cubicBezTo>
                <a:cubicBezTo>
                  <a:pt x="186493" y="19592"/>
                  <a:pt x="186952" y="17942"/>
                  <a:pt x="186952" y="15738"/>
                </a:cubicBezTo>
                <a:close/>
                <a:moveTo>
                  <a:pt x="210297" y="13043"/>
                </a:moveTo>
                <a:cubicBezTo>
                  <a:pt x="210297" y="14123"/>
                  <a:pt x="210214" y="15157"/>
                  <a:pt x="210047" y="16145"/>
                </a:cubicBezTo>
                <a:cubicBezTo>
                  <a:pt x="209881" y="17133"/>
                  <a:pt x="209614" y="18052"/>
                  <a:pt x="209247" y="18902"/>
                </a:cubicBezTo>
                <a:cubicBezTo>
                  <a:pt x="208879" y="19752"/>
                  <a:pt x="208403" y="20525"/>
                  <a:pt x="207817" y="21220"/>
                </a:cubicBezTo>
                <a:cubicBezTo>
                  <a:pt x="207232" y="21915"/>
                  <a:pt x="206515" y="22509"/>
                  <a:pt x="205665" y="23003"/>
                </a:cubicBezTo>
                <a:cubicBezTo>
                  <a:pt x="204816" y="23497"/>
                  <a:pt x="203828" y="23879"/>
                  <a:pt x="202703" y="24149"/>
                </a:cubicBezTo>
                <a:cubicBezTo>
                  <a:pt x="201579" y="24419"/>
                  <a:pt x="200299" y="24554"/>
                  <a:pt x="198864" y="24554"/>
                </a:cubicBezTo>
                <a:lnTo>
                  <a:pt x="194043" y="24554"/>
                </a:lnTo>
                <a:lnTo>
                  <a:pt x="194043" y="2032"/>
                </a:lnTo>
                <a:lnTo>
                  <a:pt x="199845" y="2032"/>
                </a:lnTo>
                <a:cubicBezTo>
                  <a:pt x="203358" y="2032"/>
                  <a:pt x="205978" y="2936"/>
                  <a:pt x="207705" y="4746"/>
                </a:cubicBezTo>
                <a:cubicBezTo>
                  <a:pt x="209433" y="6555"/>
                  <a:pt x="210297" y="9321"/>
                  <a:pt x="210297" y="13043"/>
                </a:cubicBezTo>
                <a:moveTo>
                  <a:pt x="207077" y="13267"/>
                </a:moveTo>
                <a:cubicBezTo>
                  <a:pt x="207077" y="11670"/>
                  <a:pt x="206928" y="10320"/>
                  <a:pt x="206629" y="9217"/>
                </a:cubicBezTo>
                <a:cubicBezTo>
                  <a:pt x="206331" y="8113"/>
                  <a:pt x="205877" y="7223"/>
                  <a:pt x="205269" y="6545"/>
                </a:cubicBezTo>
                <a:cubicBezTo>
                  <a:pt x="204661" y="5867"/>
                  <a:pt x="203897" y="5376"/>
                  <a:pt x="202979" y="5071"/>
                </a:cubicBezTo>
                <a:cubicBezTo>
                  <a:pt x="202061" y="4767"/>
                  <a:pt x="200982" y="4615"/>
                  <a:pt x="199742" y="4615"/>
                </a:cubicBezTo>
                <a:lnTo>
                  <a:pt x="197107" y="4615"/>
                </a:lnTo>
                <a:lnTo>
                  <a:pt x="197107" y="21902"/>
                </a:lnTo>
                <a:lnTo>
                  <a:pt x="199397" y="21902"/>
                </a:lnTo>
                <a:cubicBezTo>
                  <a:pt x="204517" y="21902"/>
                  <a:pt x="207077" y="19024"/>
                  <a:pt x="207077" y="13267"/>
                </a:cubicBezTo>
                <a:close/>
                <a:moveTo>
                  <a:pt x="229647" y="15772"/>
                </a:moveTo>
                <a:cubicBezTo>
                  <a:pt x="229647" y="17115"/>
                  <a:pt x="229458" y="18346"/>
                  <a:pt x="229079" y="19466"/>
                </a:cubicBezTo>
                <a:cubicBezTo>
                  <a:pt x="228700" y="20585"/>
                  <a:pt x="228155" y="21543"/>
                  <a:pt x="227443" y="22341"/>
                </a:cubicBezTo>
                <a:cubicBezTo>
                  <a:pt x="226731" y="23139"/>
                  <a:pt x="225865" y="23759"/>
                  <a:pt x="224843" y="24201"/>
                </a:cubicBezTo>
                <a:cubicBezTo>
                  <a:pt x="223821" y="24643"/>
                  <a:pt x="222662" y="24864"/>
                  <a:pt x="221365" y="24864"/>
                </a:cubicBezTo>
                <a:cubicBezTo>
                  <a:pt x="220125" y="24864"/>
                  <a:pt x="219014" y="24671"/>
                  <a:pt x="218033" y="24287"/>
                </a:cubicBezTo>
                <a:cubicBezTo>
                  <a:pt x="217052" y="23902"/>
                  <a:pt x="216219" y="23337"/>
                  <a:pt x="215536" y="22591"/>
                </a:cubicBezTo>
                <a:cubicBezTo>
                  <a:pt x="214853" y="21845"/>
                  <a:pt x="214331" y="20921"/>
                  <a:pt x="213969" y="19819"/>
                </a:cubicBezTo>
                <a:cubicBezTo>
                  <a:pt x="213608" y="18717"/>
                  <a:pt x="213427" y="17448"/>
                  <a:pt x="213427" y="16013"/>
                </a:cubicBezTo>
                <a:cubicBezTo>
                  <a:pt x="213427" y="14670"/>
                  <a:pt x="213616" y="13445"/>
                  <a:pt x="213995" y="12337"/>
                </a:cubicBezTo>
                <a:cubicBezTo>
                  <a:pt x="214374" y="11229"/>
                  <a:pt x="214919" y="10277"/>
                  <a:pt x="215631" y="9479"/>
                </a:cubicBezTo>
                <a:cubicBezTo>
                  <a:pt x="216343" y="8681"/>
                  <a:pt x="217209" y="8061"/>
                  <a:pt x="218231" y="7619"/>
                </a:cubicBezTo>
                <a:cubicBezTo>
                  <a:pt x="219253" y="7177"/>
                  <a:pt x="220412" y="6956"/>
                  <a:pt x="221709" y="6956"/>
                </a:cubicBezTo>
                <a:cubicBezTo>
                  <a:pt x="222949" y="6956"/>
                  <a:pt x="224060" y="7149"/>
                  <a:pt x="225041" y="7533"/>
                </a:cubicBezTo>
                <a:cubicBezTo>
                  <a:pt x="226022" y="7918"/>
                  <a:pt x="226855" y="8480"/>
                  <a:pt x="227538" y="9221"/>
                </a:cubicBezTo>
                <a:cubicBezTo>
                  <a:pt x="228221" y="9961"/>
                  <a:pt x="228743" y="10882"/>
                  <a:pt x="229105" y="11984"/>
                </a:cubicBezTo>
                <a:cubicBezTo>
                  <a:pt x="229466" y="13086"/>
                  <a:pt x="229647" y="14349"/>
                  <a:pt x="229647" y="15772"/>
                </a:cubicBezTo>
                <a:moveTo>
                  <a:pt x="226582" y="15910"/>
                </a:moveTo>
                <a:cubicBezTo>
                  <a:pt x="226582" y="14842"/>
                  <a:pt x="226464" y="13910"/>
                  <a:pt x="226229" y="13112"/>
                </a:cubicBezTo>
                <a:cubicBezTo>
                  <a:pt x="225994" y="12314"/>
                  <a:pt x="225658" y="11648"/>
                  <a:pt x="225222" y="11115"/>
                </a:cubicBezTo>
                <a:cubicBezTo>
                  <a:pt x="224786" y="10581"/>
                  <a:pt x="224255" y="10179"/>
                  <a:pt x="223629" y="9909"/>
                </a:cubicBezTo>
                <a:cubicBezTo>
                  <a:pt x="223003" y="9640"/>
                  <a:pt x="222306" y="9505"/>
                  <a:pt x="221537" y="9505"/>
                </a:cubicBezTo>
                <a:cubicBezTo>
                  <a:pt x="220642" y="9505"/>
                  <a:pt x="219875" y="9680"/>
                  <a:pt x="219238" y="10030"/>
                </a:cubicBezTo>
                <a:cubicBezTo>
                  <a:pt x="218601" y="10380"/>
                  <a:pt x="218079" y="10848"/>
                  <a:pt x="217671" y="11433"/>
                </a:cubicBezTo>
                <a:cubicBezTo>
                  <a:pt x="217264" y="12019"/>
                  <a:pt x="216965" y="12699"/>
                  <a:pt x="216776" y="13474"/>
                </a:cubicBezTo>
                <a:cubicBezTo>
                  <a:pt x="216587" y="14248"/>
                  <a:pt x="216492" y="15061"/>
                  <a:pt x="216492" y="15910"/>
                </a:cubicBezTo>
                <a:cubicBezTo>
                  <a:pt x="216492" y="16978"/>
                  <a:pt x="216610" y="17913"/>
                  <a:pt x="216845" y="18717"/>
                </a:cubicBezTo>
                <a:cubicBezTo>
                  <a:pt x="217080" y="19520"/>
                  <a:pt x="217416" y="20189"/>
                  <a:pt x="217852" y="20723"/>
                </a:cubicBezTo>
                <a:cubicBezTo>
                  <a:pt x="218288" y="21256"/>
                  <a:pt x="218816" y="21658"/>
                  <a:pt x="219436" y="21928"/>
                </a:cubicBezTo>
                <a:cubicBezTo>
                  <a:pt x="220056" y="22198"/>
                  <a:pt x="220756" y="22333"/>
                  <a:pt x="221537" y="22333"/>
                </a:cubicBezTo>
                <a:cubicBezTo>
                  <a:pt x="222432" y="22333"/>
                  <a:pt x="223199" y="22158"/>
                  <a:pt x="223836" y="21807"/>
                </a:cubicBezTo>
                <a:cubicBezTo>
                  <a:pt x="224473" y="21457"/>
                  <a:pt x="224995" y="20990"/>
                  <a:pt x="225403" y="20404"/>
                </a:cubicBezTo>
                <a:cubicBezTo>
                  <a:pt x="225810" y="19819"/>
                  <a:pt x="226109" y="19139"/>
                  <a:pt x="226298" y="18364"/>
                </a:cubicBezTo>
                <a:cubicBezTo>
                  <a:pt x="226487" y="17589"/>
                  <a:pt x="226582" y="16771"/>
                  <a:pt x="226582" y="15910"/>
                </a:cubicBezTo>
                <a:close/>
                <a:moveTo>
                  <a:pt x="249265" y="7266"/>
                </a:moveTo>
                <a:lnTo>
                  <a:pt x="246751" y="24554"/>
                </a:lnTo>
                <a:lnTo>
                  <a:pt x="243118" y="24554"/>
                </a:lnTo>
                <a:lnTo>
                  <a:pt x="240622" y="17322"/>
                </a:lnTo>
                <a:lnTo>
                  <a:pt x="240122" y="15566"/>
                </a:lnTo>
                <a:lnTo>
                  <a:pt x="239554" y="17425"/>
                </a:lnTo>
                <a:lnTo>
                  <a:pt x="237161" y="24554"/>
                </a:lnTo>
                <a:lnTo>
                  <a:pt x="233631" y="24554"/>
                </a:lnTo>
                <a:lnTo>
                  <a:pt x="231134" y="7266"/>
                </a:lnTo>
                <a:lnTo>
                  <a:pt x="234061" y="7266"/>
                </a:lnTo>
                <a:lnTo>
                  <a:pt x="235508" y="19009"/>
                </a:lnTo>
                <a:lnTo>
                  <a:pt x="235818" y="21627"/>
                </a:lnTo>
                <a:lnTo>
                  <a:pt x="236558" y="19337"/>
                </a:lnTo>
                <a:lnTo>
                  <a:pt x="239072" y="11571"/>
                </a:lnTo>
                <a:lnTo>
                  <a:pt x="241224" y="11571"/>
                </a:lnTo>
                <a:lnTo>
                  <a:pt x="243928" y="19233"/>
                </a:lnTo>
                <a:lnTo>
                  <a:pt x="244702" y="21523"/>
                </a:lnTo>
                <a:lnTo>
                  <a:pt x="244961" y="19095"/>
                </a:lnTo>
                <a:lnTo>
                  <a:pt x="246304" y="7266"/>
                </a:lnTo>
                <a:lnTo>
                  <a:pt x="249265" y="7266"/>
                </a:lnTo>
                <a:close/>
                <a:moveTo>
                  <a:pt x="252929" y="7266"/>
                </a:moveTo>
                <a:lnTo>
                  <a:pt x="255598" y="7266"/>
                </a:lnTo>
                <a:lnTo>
                  <a:pt x="255719" y="10056"/>
                </a:lnTo>
                <a:cubicBezTo>
                  <a:pt x="256224" y="9459"/>
                  <a:pt x="256712" y="8962"/>
                  <a:pt x="257182" y="8566"/>
                </a:cubicBezTo>
                <a:cubicBezTo>
                  <a:pt x="257653" y="8170"/>
                  <a:pt x="258115" y="7852"/>
                  <a:pt x="258568" y="7611"/>
                </a:cubicBezTo>
                <a:cubicBezTo>
                  <a:pt x="259022" y="7370"/>
                  <a:pt x="259484" y="7200"/>
                  <a:pt x="259955" y="7103"/>
                </a:cubicBezTo>
                <a:cubicBezTo>
                  <a:pt x="260425" y="7005"/>
                  <a:pt x="260913" y="6956"/>
                  <a:pt x="261418" y="6956"/>
                </a:cubicBezTo>
                <a:cubicBezTo>
                  <a:pt x="263197" y="6956"/>
                  <a:pt x="264543" y="7481"/>
                  <a:pt x="265456" y="8532"/>
                </a:cubicBezTo>
                <a:cubicBezTo>
                  <a:pt x="266368" y="9582"/>
                  <a:pt x="266825" y="11163"/>
                  <a:pt x="266825" y="13276"/>
                </a:cubicBezTo>
                <a:lnTo>
                  <a:pt x="266825" y="24554"/>
                </a:lnTo>
                <a:lnTo>
                  <a:pt x="263829" y="24554"/>
                </a:lnTo>
                <a:lnTo>
                  <a:pt x="263829" y="13517"/>
                </a:lnTo>
                <a:cubicBezTo>
                  <a:pt x="263829" y="12162"/>
                  <a:pt x="263576" y="11161"/>
                  <a:pt x="263071" y="10512"/>
                </a:cubicBezTo>
                <a:cubicBezTo>
                  <a:pt x="262566" y="9863"/>
                  <a:pt x="261814" y="9539"/>
                  <a:pt x="260815" y="9539"/>
                </a:cubicBezTo>
                <a:cubicBezTo>
                  <a:pt x="260448" y="9539"/>
                  <a:pt x="260089" y="9594"/>
                  <a:pt x="259739" y="9703"/>
                </a:cubicBezTo>
                <a:cubicBezTo>
                  <a:pt x="259389" y="9812"/>
                  <a:pt x="259025" y="10001"/>
                  <a:pt x="258646" y="10271"/>
                </a:cubicBezTo>
                <a:cubicBezTo>
                  <a:pt x="258267" y="10541"/>
                  <a:pt x="257857" y="10905"/>
                  <a:pt x="257415" y="11364"/>
                </a:cubicBezTo>
                <a:cubicBezTo>
                  <a:pt x="256973" y="11823"/>
                  <a:pt x="256476" y="12397"/>
                  <a:pt x="255925" y="13086"/>
                </a:cubicBezTo>
                <a:lnTo>
                  <a:pt x="255925" y="24554"/>
                </a:lnTo>
                <a:lnTo>
                  <a:pt x="252929" y="24554"/>
                </a:lnTo>
                <a:lnTo>
                  <a:pt x="252929" y="7266"/>
                </a:lnTo>
                <a:close/>
                <a:moveTo>
                  <a:pt x="287208" y="24554"/>
                </a:moveTo>
                <a:lnTo>
                  <a:pt x="283213" y="24554"/>
                </a:lnTo>
                <a:lnTo>
                  <a:pt x="276653" y="10508"/>
                </a:lnTo>
                <a:lnTo>
                  <a:pt x="274759" y="5992"/>
                </a:lnTo>
                <a:lnTo>
                  <a:pt x="274759" y="17350"/>
                </a:lnTo>
                <a:lnTo>
                  <a:pt x="274759" y="24554"/>
                </a:lnTo>
                <a:lnTo>
                  <a:pt x="271901" y="24554"/>
                </a:lnTo>
                <a:lnTo>
                  <a:pt x="271901" y="2032"/>
                </a:lnTo>
                <a:lnTo>
                  <a:pt x="275844" y="2032"/>
                </a:lnTo>
                <a:lnTo>
                  <a:pt x="282094" y="15337"/>
                </a:lnTo>
                <a:lnTo>
                  <a:pt x="284350" y="20490"/>
                </a:lnTo>
                <a:lnTo>
                  <a:pt x="284350" y="8426"/>
                </a:lnTo>
                <a:lnTo>
                  <a:pt x="284350" y="2032"/>
                </a:lnTo>
                <a:lnTo>
                  <a:pt x="287208" y="2032"/>
                </a:lnTo>
                <a:lnTo>
                  <a:pt x="287208" y="24554"/>
                </a:lnTo>
                <a:close/>
                <a:moveTo>
                  <a:pt x="307333" y="15772"/>
                </a:moveTo>
                <a:cubicBezTo>
                  <a:pt x="307333" y="17115"/>
                  <a:pt x="307143" y="18346"/>
                  <a:pt x="306765" y="19466"/>
                </a:cubicBezTo>
                <a:cubicBezTo>
                  <a:pt x="306386" y="20585"/>
                  <a:pt x="305840" y="21543"/>
                  <a:pt x="305129" y="22341"/>
                </a:cubicBezTo>
                <a:cubicBezTo>
                  <a:pt x="304417" y="23139"/>
                  <a:pt x="303550" y="23759"/>
                  <a:pt x="302529" y="24201"/>
                </a:cubicBezTo>
                <a:cubicBezTo>
                  <a:pt x="301507" y="24643"/>
                  <a:pt x="300348" y="24864"/>
                  <a:pt x="299051" y="24864"/>
                </a:cubicBezTo>
                <a:cubicBezTo>
                  <a:pt x="297811" y="24864"/>
                  <a:pt x="296700" y="24671"/>
                  <a:pt x="295719" y="24287"/>
                </a:cubicBezTo>
                <a:cubicBezTo>
                  <a:pt x="294737" y="23902"/>
                  <a:pt x="293905" y="23337"/>
                  <a:pt x="293222" y="22591"/>
                </a:cubicBezTo>
                <a:cubicBezTo>
                  <a:pt x="292539" y="21845"/>
                  <a:pt x="292017" y="20921"/>
                  <a:pt x="291655" y="19819"/>
                </a:cubicBezTo>
                <a:cubicBezTo>
                  <a:pt x="291294" y="18717"/>
                  <a:pt x="291113" y="17448"/>
                  <a:pt x="291113" y="16013"/>
                </a:cubicBezTo>
                <a:cubicBezTo>
                  <a:pt x="291113" y="14670"/>
                  <a:pt x="291302" y="13445"/>
                  <a:pt x="291681" y="12337"/>
                </a:cubicBezTo>
                <a:cubicBezTo>
                  <a:pt x="292060" y="11229"/>
                  <a:pt x="292605" y="10277"/>
                  <a:pt x="293317" y="9479"/>
                </a:cubicBezTo>
                <a:cubicBezTo>
                  <a:pt x="294029" y="8681"/>
                  <a:pt x="294895" y="8061"/>
                  <a:pt x="295917" y="7619"/>
                </a:cubicBezTo>
                <a:cubicBezTo>
                  <a:pt x="296938" y="7177"/>
                  <a:pt x="298098" y="6956"/>
                  <a:pt x="299395" y="6956"/>
                </a:cubicBezTo>
                <a:cubicBezTo>
                  <a:pt x="300635" y="6956"/>
                  <a:pt x="301745" y="7149"/>
                  <a:pt x="302727" y="7533"/>
                </a:cubicBezTo>
                <a:cubicBezTo>
                  <a:pt x="303708" y="7918"/>
                  <a:pt x="304540" y="8480"/>
                  <a:pt x="305223" y="9221"/>
                </a:cubicBezTo>
                <a:cubicBezTo>
                  <a:pt x="305906" y="9961"/>
                  <a:pt x="306429" y="10882"/>
                  <a:pt x="306790" y="11984"/>
                </a:cubicBezTo>
                <a:cubicBezTo>
                  <a:pt x="307152" y="13086"/>
                  <a:pt x="307333" y="14349"/>
                  <a:pt x="307333" y="15772"/>
                </a:cubicBezTo>
                <a:moveTo>
                  <a:pt x="304268" y="15910"/>
                </a:moveTo>
                <a:cubicBezTo>
                  <a:pt x="304268" y="14842"/>
                  <a:pt x="304150" y="13910"/>
                  <a:pt x="303915" y="13112"/>
                </a:cubicBezTo>
                <a:cubicBezTo>
                  <a:pt x="303680" y="12314"/>
                  <a:pt x="303344" y="11648"/>
                  <a:pt x="302908" y="11115"/>
                </a:cubicBezTo>
                <a:cubicBezTo>
                  <a:pt x="302471" y="10581"/>
                  <a:pt x="301940" y="10179"/>
                  <a:pt x="301315" y="9909"/>
                </a:cubicBezTo>
                <a:cubicBezTo>
                  <a:pt x="300689" y="9640"/>
                  <a:pt x="299992" y="9505"/>
                  <a:pt x="299223" y="9505"/>
                </a:cubicBezTo>
                <a:cubicBezTo>
                  <a:pt x="298327" y="9505"/>
                  <a:pt x="297561" y="9680"/>
                  <a:pt x="296924" y="10030"/>
                </a:cubicBezTo>
                <a:cubicBezTo>
                  <a:pt x="296287" y="10380"/>
                  <a:pt x="295765" y="10848"/>
                  <a:pt x="295357" y="11433"/>
                </a:cubicBezTo>
                <a:cubicBezTo>
                  <a:pt x="294950" y="12019"/>
                  <a:pt x="294651" y="12699"/>
                  <a:pt x="294462" y="13474"/>
                </a:cubicBezTo>
                <a:cubicBezTo>
                  <a:pt x="294272" y="14248"/>
                  <a:pt x="294178" y="15061"/>
                  <a:pt x="294178" y="15910"/>
                </a:cubicBezTo>
                <a:cubicBezTo>
                  <a:pt x="294178" y="16978"/>
                  <a:pt x="294295" y="17913"/>
                  <a:pt x="294531" y="18717"/>
                </a:cubicBezTo>
                <a:cubicBezTo>
                  <a:pt x="294766" y="19520"/>
                  <a:pt x="295102" y="20189"/>
                  <a:pt x="295538" y="20723"/>
                </a:cubicBezTo>
                <a:cubicBezTo>
                  <a:pt x="295974" y="21256"/>
                  <a:pt x="296502" y="21658"/>
                  <a:pt x="297122" y="21928"/>
                </a:cubicBezTo>
                <a:cubicBezTo>
                  <a:pt x="297742" y="22198"/>
                  <a:pt x="298442" y="22333"/>
                  <a:pt x="299223" y="22333"/>
                </a:cubicBezTo>
                <a:cubicBezTo>
                  <a:pt x="300118" y="22333"/>
                  <a:pt x="300884" y="22158"/>
                  <a:pt x="301521" y="21807"/>
                </a:cubicBezTo>
                <a:cubicBezTo>
                  <a:pt x="302159" y="21457"/>
                  <a:pt x="302681" y="20990"/>
                  <a:pt x="303088" y="20404"/>
                </a:cubicBezTo>
                <a:cubicBezTo>
                  <a:pt x="303496" y="19819"/>
                  <a:pt x="303794" y="19139"/>
                  <a:pt x="303984" y="18364"/>
                </a:cubicBezTo>
                <a:cubicBezTo>
                  <a:pt x="304173" y="17589"/>
                  <a:pt x="304268" y="16771"/>
                  <a:pt x="304268" y="15910"/>
                </a:cubicBezTo>
                <a:close/>
                <a:moveTo>
                  <a:pt x="310060" y="16272"/>
                </a:moveTo>
                <a:cubicBezTo>
                  <a:pt x="310060" y="14802"/>
                  <a:pt x="310261" y="13497"/>
                  <a:pt x="310663" y="12354"/>
                </a:cubicBezTo>
                <a:cubicBezTo>
                  <a:pt x="311065" y="11212"/>
                  <a:pt x="311636" y="10248"/>
                  <a:pt x="312376" y="9462"/>
                </a:cubicBezTo>
                <a:cubicBezTo>
                  <a:pt x="313116" y="8675"/>
                  <a:pt x="314006" y="8078"/>
                  <a:pt x="315045" y="7671"/>
                </a:cubicBezTo>
                <a:cubicBezTo>
                  <a:pt x="316084" y="7263"/>
                  <a:pt x="317240" y="7060"/>
                  <a:pt x="318514" y="7060"/>
                </a:cubicBezTo>
                <a:cubicBezTo>
                  <a:pt x="319065" y="7060"/>
                  <a:pt x="319608" y="7094"/>
                  <a:pt x="320142" y="7163"/>
                </a:cubicBezTo>
                <a:cubicBezTo>
                  <a:pt x="320675" y="7232"/>
                  <a:pt x="321201" y="7341"/>
                  <a:pt x="321717" y="7490"/>
                </a:cubicBezTo>
                <a:lnTo>
                  <a:pt x="321717" y="207"/>
                </a:lnTo>
                <a:lnTo>
                  <a:pt x="324730" y="207"/>
                </a:lnTo>
                <a:lnTo>
                  <a:pt x="324730" y="24554"/>
                </a:lnTo>
                <a:lnTo>
                  <a:pt x="322044" y="24554"/>
                </a:lnTo>
                <a:lnTo>
                  <a:pt x="321941" y="21282"/>
                </a:lnTo>
                <a:cubicBezTo>
                  <a:pt x="321103" y="22499"/>
                  <a:pt x="320196" y="23400"/>
                  <a:pt x="319220" y="23986"/>
                </a:cubicBezTo>
                <a:cubicBezTo>
                  <a:pt x="318245" y="24571"/>
                  <a:pt x="317189" y="24864"/>
                  <a:pt x="316052" y="24864"/>
                </a:cubicBezTo>
                <a:cubicBezTo>
                  <a:pt x="315065" y="24864"/>
                  <a:pt x="314195" y="24657"/>
                  <a:pt x="313444" y="24244"/>
                </a:cubicBezTo>
                <a:cubicBezTo>
                  <a:pt x="312692" y="23831"/>
                  <a:pt x="312066" y="23248"/>
                  <a:pt x="311567" y="22496"/>
                </a:cubicBezTo>
                <a:cubicBezTo>
                  <a:pt x="311067" y="21744"/>
                  <a:pt x="310691" y="20840"/>
                  <a:pt x="310439" y="19784"/>
                </a:cubicBezTo>
                <a:cubicBezTo>
                  <a:pt x="310186" y="18728"/>
                  <a:pt x="310060" y="17557"/>
                  <a:pt x="310060" y="16272"/>
                </a:cubicBezTo>
                <a:moveTo>
                  <a:pt x="313125" y="16082"/>
                </a:moveTo>
                <a:cubicBezTo>
                  <a:pt x="313125" y="18171"/>
                  <a:pt x="313432" y="19730"/>
                  <a:pt x="314046" y="20757"/>
                </a:cubicBezTo>
                <a:cubicBezTo>
                  <a:pt x="314660" y="21784"/>
                  <a:pt x="315530" y="22298"/>
                  <a:pt x="316655" y="22298"/>
                </a:cubicBezTo>
                <a:cubicBezTo>
                  <a:pt x="317412" y="22298"/>
                  <a:pt x="318213" y="21960"/>
                  <a:pt x="319057" y="21282"/>
                </a:cubicBezTo>
                <a:cubicBezTo>
                  <a:pt x="319901" y="20605"/>
                  <a:pt x="320787" y="19601"/>
                  <a:pt x="321717" y="18269"/>
                </a:cubicBezTo>
                <a:lnTo>
                  <a:pt x="321717" y="10245"/>
                </a:lnTo>
                <a:cubicBezTo>
                  <a:pt x="321224" y="10016"/>
                  <a:pt x="320678" y="9840"/>
                  <a:pt x="320081" y="9720"/>
                </a:cubicBezTo>
                <a:cubicBezTo>
                  <a:pt x="319484" y="9599"/>
                  <a:pt x="318893" y="9539"/>
                  <a:pt x="318308" y="9539"/>
                </a:cubicBezTo>
                <a:cubicBezTo>
                  <a:pt x="316678" y="9539"/>
                  <a:pt x="315407" y="10067"/>
                  <a:pt x="314494" y="11123"/>
                </a:cubicBezTo>
                <a:cubicBezTo>
                  <a:pt x="313581" y="12179"/>
                  <a:pt x="313125" y="13832"/>
                  <a:pt x="313125" y="16082"/>
                </a:cubicBezTo>
                <a:close/>
                <a:moveTo>
                  <a:pt x="345217" y="14997"/>
                </a:moveTo>
                <a:cubicBezTo>
                  <a:pt x="345217" y="15422"/>
                  <a:pt x="345211" y="15778"/>
                  <a:pt x="345200" y="16065"/>
                </a:cubicBezTo>
                <a:cubicBezTo>
                  <a:pt x="345188" y="16352"/>
                  <a:pt x="345171" y="16622"/>
                  <a:pt x="345148" y="16874"/>
                </a:cubicBezTo>
                <a:lnTo>
                  <a:pt x="333009" y="16874"/>
                </a:lnTo>
                <a:cubicBezTo>
                  <a:pt x="333009" y="18642"/>
                  <a:pt x="333502" y="19999"/>
                  <a:pt x="334490" y="20946"/>
                </a:cubicBezTo>
                <a:cubicBezTo>
                  <a:pt x="335477" y="21893"/>
                  <a:pt x="336900" y="22367"/>
                  <a:pt x="338760" y="22367"/>
                </a:cubicBezTo>
                <a:cubicBezTo>
                  <a:pt x="339265" y="22367"/>
                  <a:pt x="339770" y="22347"/>
                  <a:pt x="340275" y="22306"/>
                </a:cubicBezTo>
                <a:cubicBezTo>
                  <a:pt x="340780" y="22264"/>
                  <a:pt x="341268" y="22209"/>
                  <a:pt x="341739" y="22138"/>
                </a:cubicBezTo>
                <a:cubicBezTo>
                  <a:pt x="342209" y="22068"/>
                  <a:pt x="342660" y="21988"/>
                  <a:pt x="343090" y="21900"/>
                </a:cubicBezTo>
                <a:cubicBezTo>
                  <a:pt x="343521" y="21812"/>
                  <a:pt x="343920" y="21715"/>
                  <a:pt x="344287" y="21609"/>
                </a:cubicBezTo>
                <a:lnTo>
                  <a:pt x="344287" y="24072"/>
                </a:lnTo>
                <a:cubicBezTo>
                  <a:pt x="343472" y="24306"/>
                  <a:pt x="342551" y="24497"/>
                  <a:pt x="341523" y="24644"/>
                </a:cubicBezTo>
                <a:cubicBezTo>
                  <a:pt x="340496" y="24790"/>
                  <a:pt x="339431" y="24864"/>
                  <a:pt x="338329" y="24864"/>
                </a:cubicBezTo>
                <a:cubicBezTo>
                  <a:pt x="336848" y="24864"/>
                  <a:pt x="335574" y="24663"/>
                  <a:pt x="334507" y="24261"/>
                </a:cubicBezTo>
                <a:cubicBezTo>
                  <a:pt x="333439" y="23859"/>
                  <a:pt x="332564" y="23277"/>
                  <a:pt x="331881" y="22513"/>
                </a:cubicBezTo>
                <a:cubicBezTo>
                  <a:pt x="331198" y="21750"/>
                  <a:pt x="330693" y="20814"/>
                  <a:pt x="330366" y="19707"/>
                </a:cubicBezTo>
                <a:cubicBezTo>
                  <a:pt x="330039" y="18599"/>
                  <a:pt x="329875" y="17345"/>
                  <a:pt x="329875" y="15944"/>
                </a:cubicBezTo>
                <a:cubicBezTo>
                  <a:pt x="329875" y="14728"/>
                  <a:pt x="330050" y="13577"/>
                  <a:pt x="330400" y="12492"/>
                </a:cubicBezTo>
                <a:cubicBezTo>
                  <a:pt x="330750" y="11407"/>
                  <a:pt x="331261" y="10455"/>
                  <a:pt x="331933" y="9634"/>
                </a:cubicBezTo>
                <a:cubicBezTo>
                  <a:pt x="332604" y="8813"/>
                  <a:pt x="333428" y="8162"/>
                  <a:pt x="334403" y="7680"/>
                </a:cubicBezTo>
                <a:cubicBezTo>
                  <a:pt x="335379" y="7197"/>
                  <a:pt x="336487" y="6956"/>
                  <a:pt x="337727" y="6956"/>
                </a:cubicBezTo>
                <a:cubicBezTo>
                  <a:pt x="338932" y="6956"/>
                  <a:pt x="339999" y="7146"/>
                  <a:pt x="340929" y="7525"/>
                </a:cubicBezTo>
                <a:cubicBezTo>
                  <a:pt x="341859" y="7903"/>
                  <a:pt x="342643" y="8440"/>
                  <a:pt x="343280" y="9134"/>
                </a:cubicBezTo>
                <a:cubicBezTo>
                  <a:pt x="343917" y="9829"/>
                  <a:pt x="344399" y="10673"/>
                  <a:pt x="344726" y="11666"/>
                </a:cubicBezTo>
                <a:cubicBezTo>
                  <a:pt x="345053" y="12659"/>
                  <a:pt x="345217" y="13769"/>
                  <a:pt x="345217" y="14997"/>
                </a:cubicBezTo>
                <a:moveTo>
                  <a:pt x="342100" y="14567"/>
                </a:moveTo>
                <a:cubicBezTo>
                  <a:pt x="342135" y="13798"/>
                  <a:pt x="342060" y="13095"/>
                  <a:pt x="341876" y="12458"/>
                </a:cubicBezTo>
                <a:cubicBezTo>
                  <a:pt x="341693" y="11821"/>
                  <a:pt x="341409" y="11272"/>
                  <a:pt x="341024" y="10813"/>
                </a:cubicBezTo>
                <a:cubicBezTo>
                  <a:pt x="340639" y="10354"/>
                  <a:pt x="340160" y="9995"/>
                  <a:pt x="339586" y="9737"/>
                </a:cubicBezTo>
                <a:cubicBezTo>
                  <a:pt x="339012" y="9479"/>
                  <a:pt x="338346" y="9350"/>
                  <a:pt x="337589" y="9350"/>
                </a:cubicBezTo>
                <a:cubicBezTo>
                  <a:pt x="336935" y="9350"/>
                  <a:pt x="336338" y="9476"/>
                  <a:pt x="335798" y="9729"/>
                </a:cubicBezTo>
                <a:cubicBezTo>
                  <a:pt x="335259" y="9981"/>
                  <a:pt x="334794" y="10337"/>
                  <a:pt x="334403" y="10796"/>
                </a:cubicBezTo>
                <a:cubicBezTo>
                  <a:pt x="334013" y="11255"/>
                  <a:pt x="333697" y="11806"/>
                  <a:pt x="333456" y="12449"/>
                </a:cubicBezTo>
                <a:cubicBezTo>
                  <a:pt x="333215" y="13092"/>
                  <a:pt x="333066" y="13798"/>
                  <a:pt x="333009" y="14567"/>
                </a:cubicBezTo>
                <a:lnTo>
                  <a:pt x="342100" y="14567"/>
                </a:lnTo>
                <a:close/>
                <a:moveTo>
                  <a:pt x="384647" y="13431"/>
                </a:moveTo>
                <a:lnTo>
                  <a:pt x="369839" y="13431"/>
                </a:lnTo>
                <a:lnTo>
                  <a:pt x="369839" y="10899"/>
                </a:lnTo>
                <a:lnTo>
                  <a:pt x="384647" y="10899"/>
                </a:lnTo>
                <a:lnTo>
                  <a:pt x="384647" y="13431"/>
                </a:lnTo>
                <a:moveTo>
                  <a:pt x="384647" y="19440"/>
                </a:moveTo>
                <a:lnTo>
                  <a:pt x="369839" y="19440"/>
                </a:lnTo>
                <a:lnTo>
                  <a:pt x="369839" y="16909"/>
                </a:lnTo>
                <a:lnTo>
                  <a:pt x="384647" y="16909"/>
                </a:lnTo>
                <a:lnTo>
                  <a:pt x="384647" y="19440"/>
                </a:lnTo>
                <a:close/>
                <a:moveTo>
                  <a:pt x="422609" y="24295"/>
                </a:moveTo>
                <a:cubicBezTo>
                  <a:pt x="421932" y="24474"/>
                  <a:pt x="421232" y="24601"/>
                  <a:pt x="420509" y="24679"/>
                </a:cubicBezTo>
                <a:cubicBezTo>
                  <a:pt x="419785" y="24756"/>
                  <a:pt x="419051" y="24795"/>
                  <a:pt x="418305" y="24795"/>
                </a:cubicBezTo>
                <a:cubicBezTo>
                  <a:pt x="416135" y="24795"/>
                  <a:pt x="414516" y="24304"/>
                  <a:pt x="413449" y="23323"/>
                </a:cubicBezTo>
                <a:cubicBezTo>
                  <a:pt x="412381" y="22341"/>
                  <a:pt x="411848" y="20835"/>
                  <a:pt x="411848" y="18803"/>
                </a:cubicBezTo>
                <a:lnTo>
                  <a:pt x="411848" y="9780"/>
                </a:lnTo>
                <a:lnTo>
                  <a:pt x="407009" y="9780"/>
                </a:lnTo>
                <a:lnTo>
                  <a:pt x="407009" y="7266"/>
                </a:lnTo>
                <a:lnTo>
                  <a:pt x="411848" y="7266"/>
                </a:lnTo>
                <a:lnTo>
                  <a:pt x="411848" y="2499"/>
                </a:lnTo>
                <a:lnTo>
                  <a:pt x="414844" y="1722"/>
                </a:lnTo>
                <a:lnTo>
                  <a:pt x="414844" y="7266"/>
                </a:lnTo>
                <a:lnTo>
                  <a:pt x="422609" y="7266"/>
                </a:lnTo>
                <a:lnTo>
                  <a:pt x="422609" y="9780"/>
                </a:lnTo>
                <a:lnTo>
                  <a:pt x="414844" y="9780"/>
                </a:lnTo>
                <a:lnTo>
                  <a:pt x="414844" y="18562"/>
                </a:lnTo>
                <a:cubicBezTo>
                  <a:pt x="414844" y="19801"/>
                  <a:pt x="415174" y="20728"/>
                  <a:pt x="415834" y="21343"/>
                </a:cubicBezTo>
                <a:cubicBezTo>
                  <a:pt x="416494" y="21957"/>
                  <a:pt x="417467" y="22264"/>
                  <a:pt x="418752" y="22264"/>
                </a:cubicBezTo>
                <a:cubicBezTo>
                  <a:pt x="419303" y="22264"/>
                  <a:pt x="419906" y="22219"/>
                  <a:pt x="420560" y="22131"/>
                </a:cubicBezTo>
                <a:cubicBezTo>
                  <a:pt x="421215" y="22042"/>
                  <a:pt x="421898" y="21902"/>
                  <a:pt x="422609" y="21713"/>
                </a:cubicBezTo>
                <a:lnTo>
                  <a:pt x="422609" y="24295"/>
                </a:lnTo>
                <a:close/>
                <a:moveTo>
                  <a:pt x="442252" y="24554"/>
                </a:moveTo>
                <a:lnTo>
                  <a:pt x="439256" y="24554"/>
                </a:lnTo>
                <a:lnTo>
                  <a:pt x="439256" y="13517"/>
                </a:lnTo>
                <a:cubicBezTo>
                  <a:pt x="439256" y="12185"/>
                  <a:pt x="439006" y="11189"/>
                  <a:pt x="438507" y="10529"/>
                </a:cubicBezTo>
                <a:cubicBezTo>
                  <a:pt x="438008" y="9869"/>
                  <a:pt x="437293" y="9539"/>
                  <a:pt x="436363" y="9539"/>
                </a:cubicBezTo>
                <a:cubicBezTo>
                  <a:pt x="435962" y="9539"/>
                  <a:pt x="435586" y="9594"/>
                  <a:pt x="435236" y="9703"/>
                </a:cubicBezTo>
                <a:cubicBezTo>
                  <a:pt x="434885" y="9812"/>
                  <a:pt x="434521" y="10001"/>
                  <a:pt x="434142" y="10271"/>
                </a:cubicBezTo>
                <a:cubicBezTo>
                  <a:pt x="433763" y="10541"/>
                  <a:pt x="433350" y="10905"/>
                  <a:pt x="432902" y="11364"/>
                </a:cubicBezTo>
                <a:cubicBezTo>
                  <a:pt x="432455" y="11823"/>
                  <a:pt x="431938" y="12397"/>
                  <a:pt x="431353" y="13086"/>
                </a:cubicBezTo>
                <a:lnTo>
                  <a:pt x="431353" y="24554"/>
                </a:lnTo>
                <a:lnTo>
                  <a:pt x="428357" y="24554"/>
                </a:lnTo>
                <a:lnTo>
                  <a:pt x="428357" y="207"/>
                </a:lnTo>
                <a:lnTo>
                  <a:pt x="431353" y="207"/>
                </a:lnTo>
                <a:lnTo>
                  <a:pt x="431353" y="7261"/>
                </a:lnTo>
                <a:lnTo>
                  <a:pt x="431249" y="9987"/>
                </a:lnTo>
                <a:cubicBezTo>
                  <a:pt x="431720" y="9424"/>
                  <a:pt x="432182" y="8951"/>
                  <a:pt x="432636" y="8566"/>
                </a:cubicBezTo>
                <a:cubicBezTo>
                  <a:pt x="433089" y="8182"/>
                  <a:pt x="433542" y="7869"/>
                  <a:pt x="433996" y="7628"/>
                </a:cubicBezTo>
                <a:cubicBezTo>
                  <a:pt x="434449" y="7387"/>
                  <a:pt x="434911" y="7215"/>
                  <a:pt x="435382" y="7111"/>
                </a:cubicBezTo>
                <a:cubicBezTo>
                  <a:pt x="435853" y="7008"/>
                  <a:pt x="436340" y="6956"/>
                  <a:pt x="436845" y="6956"/>
                </a:cubicBezTo>
                <a:cubicBezTo>
                  <a:pt x="438567" y="6956"/>
                  <a:pt x="439899" y="7481"/>
                  <a:pt x="440840" y="8532"/>
                </a:cubicBezTo>
                <a:cubicBezTo>
                  <a:pt x="441781" y="9582"/>
                  <a:pt x="442252" y="11163"/>
                  <a:pt x="442252" y="13276"/>
                </a:cubicBezTo>
                <a:lnTo>
                  <a:pt x="442252" y="24554"/>
                </a:lnTo>
                <a:close/>
                <a:moveTo>
                  <a:pt x="453922" y="9746"/>
                </a:moveTo>
                <a:lnTo>
                  <a:pt x="448809" y="9746"/>
                </a:lnTo>
                <a:lnTo>
                  <a:pt x="448809" y="7266"/>
                </a:lnTo>
                <a:lnTo>
                  <a:pt x="456953" y="7266"/>
                </a:lnTo>
                <a:lnTo>
                  <a:pt x="456953" y="22057"/>
                </a:lnTo>
                <a:lnTo>
                  <a:pt x="462101" y="22057"/>
                </a:lnTo>
                <a:lnTo>
                  <a:pt x="462101" y="24554"/>
                </a:lnTo>
                <a:lnTo>
                  <a:pt x="448240" y="24554"/>
                </a:lnTo>
                <a:lnTo>
                  <a:pt x="448240" y="22057"/>
                </a:lnTo>
                <a:lnTo>
                  <a:pt x="453922" y="22057"/>
                </a:lnTo>
                <a:lnTo>
                  <a:pt x="453922" y="9746"/>
                </a:lnTo>
                <a:moveTo>
                  <a:pt x="454973" y="0"/>
                </a:moveTo>
                <a:cubicBezTo>
                  <a:pt x="455306" y="0"/>
                  <a:pt x="455616" y="60"/>
                  <a:pt x="455903" y="181"/>
                </a:cubicBezTo>
                <a:cubicBezTo>
                  <a:pt x="456190" y="301"/>
                  <a:pt x="456439" y="471"/>
                  <a:pt x="456652" y="689"/>
                </a:cubicBezTo>
                <a:cubicBezTo>
                  <a:pt x="456864" y="907"/>
                  <a:pt x="457030" y="1157"/>
                  <a:pt x="457151" y="1438"/>
                </a:cubicBezTo>
                <a:cubicBezTo>
                  <a:pt x="457272" y="1719"/>
                  <a:pt x="457332" y="2026"/>
                  <a:pt x="457332" y="2359"/>
                </a:cubicBezTo>
                <a:cubicBezTo>
                  <a:pt x="457332" y="2680"/>
                  <a:pt x="457272" y="2985"/>
                  <a:pt x="457151" y="3272"/>
                </a:cubicBezTo>
                <a:cubicBezTo>
                  <a:pt x="457030" y="3559"/>
                  <a:pt x="456864" y="3811"/>
                  <a:pt x="456652" y="4029"/>
                </a:cubicBezTo>
                <a:cubicBezTo>
                  <a:pt x="456439" y="4247"/>
                  <a:pt x="456190" y="4417"/>
                  <a:pt x="455903" y="4537"/>
                </a:cubicBezTo>
                <a:cubicBezTo>
                  <a:pt x="455616" y="4658"/>
                  <a:pt x="455306" y="4718"/>
                  <a:pt x="454973" y="4718"/>
                </a:cubicBezTo>
                <a:cubicBezTo>
                  <a:pt x="454640" y="4718"/>
                  <a:pt x="454330" y="4658"/>
                  <a:pt x="454043" y="4537"/>
                </a:cubicBezTo>
                <a:cubicBezTo>
                  <a:pt x="453756" y="4417"/>
                  <a:pt x="453506" y="4247"/>
                  <a:pt x="453294" y="4029"/>
                </a:cubicBezTo>
                <a:cubicBezTo>
                  <a:pt x="453082" y="3811"/>
                  <a:pt x="452915" y="3559"/>
                  <a:pt x="452795" y="3272"/>
                </a:cubicBezTo>
                <a:cubicBezTo>
                  <a:pt x="452674" y="2985"/>
                  <a:pt x="452614" y="2680"/>
                  <a:pt x="452614" y="2359"/>
                </a:cubicBezTo>
                <a:cubicBezTo>
                  <a:pt x="452614" y="2026"/>
                  <a:pt x="452674" y="1719"/>
                  <a:pt x="452795" y="1438"/>
                </a:cubicBezTo>
                <a:cubicBezTo>
                  <a:pt x="452915" y="1157"/>
                  <a:pt x="453082" y="907"/>
                  <a:pt x="453294" y="689"/>
                </a:cubicBezTo>
                <a:cubicBezTo>
                  <a:pt x="453506" y="471"/>
                  <a:pt x="453756" y="301"/>
                  <a:pt x="454043" y="181"/>
                </a:cubicBezTo>
                <a:cubicBezTo>
                  <a:pt x="454330" y="60"/>
                  <a:pt x="454640" y="0"/>
                  <a:pt x="454973" y="0"/>
                </a:cubicBezTo>
                <a:close/>
                <a:moveTo>
                  <a:pt x="480377" y="19836"/>
                </a:moveTo>
                <a:cubicBezTo>
                  <a:pt x="480377" y="20444"/>
                  <a:pt x="480274" y="20990"/>
                  <a:pt x="480067" y="21472"/>
                </a:cubicBezTo>
                <a:cubicBezTo>
                  <a:pt x="479861" y="21954"/>
                  <a:pt x="479579" y="22381"/>
                  <a:pt x="479223" y="22754"/>
                </a:cubicBezTo>
                <a:cubicBezTo>
                  <a:pt x="478868" y="23127"/>
                  <a:pt x="478454" y="23446"/>
                  <a:pt x="477984" y="23710"/>
                </a:cubicBezTo>
                <a:cubicBezTo>
                  <a:pt x="477513" y="23974"/>
                  <a:pt x="477011" y="24192"/>
                  <a:pt x="476477" y="24364"/>
                </a:cubicBezTo>
                <a:cubicBezTo>
                  <a:pt x="475943" y="24537"/>
                  <a:pt x="475395" y="24663"/>
                  <a:pt x="474833" y="24743"/>
                </a:cubicBezTo>
                <a:cubicBezTo>
                  <a:pt x="474270" y="24824"/>
                  <a:pt x="473719" y="24864"/>
                  <a:pt x="473180" y="24864"/>
                </a:cubicBezTo>
                <a:cubicBezTo>
                  <a:pt x="472009" y="24864"/>
                  <a:pt x="470933" y="24812"/>
                  <a:pt x="469951" y="24709"/>
                </a:cubicBezTo>
                <a:cubicBezTo>
                  <a:pt x="468970" y="24605"/>
                  <a:pt x="468008" y="24439"/>
                  <a:pt x="467067" y="24209"/>
                </a:cubicBezTo>
                <a:lnTo>
                  <a:pt x="467067" y="21454"/>
                </a:lnTo>
                <a:cubicBezTo>
                  <a:pt x="468077" y="21741"/>
                  <a:pt x="469082" y="21960"/>
                  <a:pt x="470080" y="22109"/>
                </a:cubicBezTo>
                <a:cubicBezTo>
                  <a:pt x="471079" y="22258"/>
                  <a:pt x="472072" y="22333"/>
                  <a:pt x="473059" y="22333"/>
                </a:cubicBezTo>
                <a:cubicBezTo>
                  <a:pt x="474494" y="22333"/>
                  <a:pt x="475556" y="22137"/>
                  <a:pt x="476245" y="21747"/>
                </a:cubicBezTo>
                <a:cubicBezTo>
                  <a:pt x="476933" y="21357"/>
                  <a:pt x="477278" y="20800"/>
                  <a:pt x="477278" y="20077"/>
                </a:cubicBezTo>
                <a:cubicBezTo>
                  <a:pt x="477278" y="19767"/>
                  <a:pt x="477223" y="19489"/>
                  <a:pt x="477114" y="19242"/>
                </a:cubicBezTo>
                <a:cubicBezTo>
                  <a:pt x="477005" y="18995"/>
                  <a:pt x="476807" y="18760"/>
                  <a:pt x="476520" y="18536"/>
                </a:cubicBezTo>
                <a:cubicBezTo>
                  <a:pt x="476233" y="18312"/>
                  <a:pt x="475788" y="18080"/>
                  <a:pt x="475186" y="17839"/>
                </a:cubicBezTo>
                <a:cubicBezTo>
                  <a:pt x="474583" y="17597"/>
                  <a:pt x="473759" y="17322"/>
                  <a:pt x="472715" y="17012"/>
                </a:cubicBezTo>
                <a:cubicBezTo>
                  <a:pt x="471934" y="16782"/>
                  <a:pt x="471214" y="16521"/>
                  <a:pt x="470554" y="16229"/>
                </a:cubicBezTo>
                <a:cubicBezTo>
                  <a:pt x="469894" y="15936"/>
                  <a:pt x="469323" y="15589"/>
                  <a:pt x="468841" y="15187"/>
                </a:cubicBezTo>
                <a:cubicBezTo>
                  <a:pt x="468358" y="14785"/>
                  <a:pt x="467980" y="14314"/>
                  <a:pt x="467704" y="13775"/>
                </a:cubicBezTo>
                <a:cubicBezTo>
                  <a:pt x="467429" y="13235"/>
                  <a:pt x="467291" y="12598"/>
                  <a:pt x="467291" y="11864"/>
                </a:cubicBezTo>
                <a:cubicBezTo>
                  <a:pt x="467291" y="11382"/>
                  <a:pt x="467403" y="10853"/>
                  <a:pt x="467627" y="10280"/>
                </a:cubicBezTo>
                <a:cubicBezTo>
                  <a:pt x="467851" y="9706"/>
                  <a:pt x="468232" y="9172"/>
                  <a:pt x="468772" y="8678"/>
                </a:cubicBezTo>
                <a:cubicBezTo>
                  <a:pt x="469311" y="8185"/>
                  <a:pt x="470040" y="7774"/>
                  <a:pt x="470958" y="7447"/>
                </a:cubicBezTo>
                <a:cubicBezTo>
                  <a:pt x="471877" y="7120"/>
                  <a:pt x="473025" y="6956"/>
                  <a:pt x="474402" y="6956"/>
                </a:cubicBezTo>
                <a:cubicBezTo>
                  <a:pt x="475079" y="6956"/>
                  <a:pt x="475831" y="6994"/>
                  <a:pt x="476658" y="7068"/>
                </a:cubicBezTo>
                <a:cubicBezTo>
                  <a:pt x="477484" y="7143"/>
                  <a:pt x="478345" y="7272"/>
                  <a:pt x="479241" y="7456"/>
                </a:cubicBezTo>
                <a:lnTo>
                  <a:pt x="479241" y="10125"/>
                </a:lnTo>
                <a:cubicBezTo>
                  <a:pt x="478299" y="9895"/>
                  <a:pt x="477407" y="9726"/>
                  <a:pt x="476563" y="9617"/>
                </a:cubicBezTo>
                <a:cubicBezTo>
                  <a:pt x="475719" y="9508"/>
                  <a:pt x="474988" y="9453"/>
                  <a:pt x="474368" y="9453"/>
                </a:cubicBezTo>
                <a:cubicBezTo>
                  <a:pt x="473622" y="9453"/>
                  <a:pt x="472993" y="9510"/>
                  <a:pt x="472482" y="9625"/>
                </a:cubicBezTo>
                <a:cubicBezTo>
                  <a:pt x="471972" y="9740"/>
                  <a:pt x="471558" y="9898"/>
                  <a:pt x="471243" y="10099"/>
                </a:cubicBezTo>
                <a:cubicBezTo>
                  <a:pt x="470927" y="10300"/>
                  <a:pt x="470700" y="10535"/>
                  <a:pt x="470562" y="10805"/>
                </a:cubicBezTo>
                <a:cubicBezTo>
                  <a:pt x="470425" y="11074"/>
                  <a:pt x="470356" y="11364"/>
                  <a:pt x="470356" y="11674"/>
                </a:cubicBezTo>
                <a:cubicBezTo>
                  <a:pt x="470356" y="11984"/>
                  <a:pt x="470416" y="12265"/>
                  <a:pt x="470537" y="12518"/>
                </a:cubicBezTo>
                <a:cubicBezTo>
                  <a:pt x="470657" y="12770"/>
                  <a:pt x="470881" y="13014"/>
                  <a:pt x="471208" y="13250"/>
                </a:cubicBezTo>
                <a:cubicBezTo>
                  <a:pt x="471535" y="13485"/>
                  <a:pt x="471992" y="13720"/>
                  <a:pt x="472577" y="13956"/>
                </a:cubicBezTo>
                <a:cubicBezTo>
                  <a:pt x="473162" y="14191"/>
                  <a:pt x="473926" y="14446"/>
                  <a:pt x="474867" y="14722"/>
                </a:cubicBezTo>
                <a:cubicBezTo>
                  <a:pt x="475889" y="15020"/>
                  <a:pt x="476750" y="15333"/>
                  <a:pt x="477450" y="15660"/>
                </a:cubicBezTo>
                <a:cubicBezTo>
                  <a:pt x="478150" y="15988"/>
                  <a:pt x="478718" y="16352"/>
                  <a:pt x="479155" y="16754"/>
                </a:cubicBezTo>
                <a:cubicBezTo>
                  <a:pt x="479591" y="17156"/>
                  <a:pt x="479904" y="17609"/>
                  <a:pt x="480093" y="18114"/>
                </a:cubicBezTo>
                <a:cubicBezTo>
                  <a:pt x="480282" y="18619"/>
                  <a:pt x="480377" y="19193"/>
                  <a:pt x="480377" y="19836"/>
                </a:cubicBezTo>
                <a:close/>
                <a:moveTo>
                  <a:pt x="493167" y="19130"/>
                </a:moveTo>
                <a:cubicBezTo>
                  <a:pt x="493557" y="19130"/>
                  <a:pt x="493927" y="19205"/>
                  <a:pt x="494277" y="19354"/>
                </a:cubicBezTo>
                <a:cubicBezTo>
                  <a:pt x="494627" y="19503"/>
                  <a:pt x="494932" y="19710"/>
                  <a:pt x="495190" y="19974"/>
                </a:cubicBezTo>
                <a:cubicBezTo>
                  <a:pt x="495448" y="20238"/>
                  <a:pt x="495652" y="20545"/>
                  <a:pt x="495801" y="20895"/>
                </a:cubicBezTo>
                <a:cubicBezTo>
                  <a:pt x="495950" y="21245"/>
                  <a:pt x="496025" y="21621"/>
                  <a:pt x="496025" y="22023"/>
                </a:cubicBezTo>
                <a:cubicBezTo>
                  <a:pt x="496025" y="22413"/>
                  <a:pt x="495950" y="22780"/>
                  <a:pt x="495801" y="23125"/>
                </a:cubicBezTo>
                <a:cubicBezTo>
                  <a:pt x="495652" y="23469"/>
                  <a:pt x="495448" y="23770"/>
                  <a:pt x="495190" y="24029"/>
                </a:cubicBezTo>
                <a:cubicBezTo>
                  <a:pt x="494932" y="24287"/>
                  <a:pt x="494627" y="24491"/>
                  <a:pt x="494277" y="24640"/>
                </a:cubicBezTo>
                <a:cubicBezTo>
                  <a:pt x="493927" y="24789"/>
                  <a:pt x="493557" y="24864"/>
                  <a:pt x="493167" y="24864"/>
                </a:cubicBezTo>
                <a:cubicBezTo>
                  <a:pt x="492765" y="24864"/>
                  <a:pt x="492392" y="24789"/>
                  <a:pt x="492048" y="24640"/>
                </a:cubicBezTo>
                <a:cubicBezTo>
                  <a:pt x="491703" y="24491"/>
                  <a:pt x="491402" y="24287"/>
                  <a:pt x="491144" y="24029"/>
                </a:cubicBezTo>
                <a:cubicBezTo>
                  <a:pt x="490885" y="23770"/>
                  <a:pt x="490682" y="23469"/>
                  <a:pt x="490532" y="23125"/>
                </a:cubicBezTo>
                <a:cubicBezTo>
                  <a:pt x="490383" y="22780"/>
                  <a:pt x="490308" y="22413"/>
                  <a:pt x="490308" y="22023"/>
                </a:cubicBezTo>
                <a:cubicBezTo>
                  <a:pt x="490308" y="21621"/>
                  <a:pt x="490383" y="21245"/>
                  <a:pt x="490532" y="20895"/>
                </a:cubicBezTo>
                <a:cubicBezTo>
                  <a:pt x="490682" y="20545"/>
                  <a:pt x="490885" y="20238"/>
                  <a:pt x="491144" y="19974"/>
                </a:cubicBezTo>
                <a:cubicBezTo>
                  <a:pt x="491402" y="19710"/>
                  <a:pt x="491703" y="19503"/>
                  <a:pt x="492048" y="19354"/>
                </a:cubicBezTo>
                <a:cubicBezTo>
                  <a:pt x="492392" y="19205"/>
                  <a:pt x="492765" y="19130"/>
                  <a:pt x="493167" y="19130"/>
                </a:cubicBezTo>
                <a:close/>
                <a:moveTo>
                  <a:pt x="520816" y="15600"/>
                </a:moveTo>
                <a:cubicBezTo>
                  <a:pt x="520816" y="17138"/>
                  <a:pt x="520601" y="18481"/>
                  <a:pt x="520170" y="19629"/>
                </a:cubicBezTo>
                <a:cubicBezTo>
                  <a:pt x="519740" y="20777"/>
                  <a:pt x="519146" y="21730"/>
                  <a:pt x="518388" y="22488"/>
                </a:cubicBezTo>
                <a:cubicBezTo>
                  <a:pt x="517631" y="23245"/>
                  <a:pt x="516735" y="23813"/>
                  <a:pt x="515702" y="24192"/>
                </a:cubicBezTo>
                <a:cubicBezTo>
                  <a:pt x="514669" y="24571"/>
                  <a:pt x="513550" y="24760"/>
                  <a:pt x="512344" y="24760"/>
                </a:cubicBezTo>
                <a:cubicBezTo>
                  <a:pt x="511793" y="24760"/>
                  <a:pt x="511245" y="24732"/>
                  <a:pt x="510700" y="24674"/>
                </a:cubicBezTo>
                <a:cubicBezTo>
                  <a:pt x="510155" y="24617"/>
                  <a:pt x="509601" y="24519"/>
                  <a:pt x="509038" y="24382"/>
                </a:cubicBezTo>
                <a:lnTo>
                  <a:pt x="509038" y="31613"/>
                </a:lnTo>
                <a:lnTo>
                  <a:pt x="506042" y="31613"/>
                </a:lnTo>
                <a:lnTo>
                  <a:pt x="506042" y="7266"/>
                </a:lnTo>
                <a:lnTo>
                  <a:pt x="508711" y="7266"/>
                </a:lnTo>
                <a:lnTo>
                  <a:pt x="508901" y="10159"/>
                </a:lnTo>
                <a:cubicBezTo>
                  <a:pt x="509762" y="8977"/>
                  <a:pt x="510680" y="8147"/>
                  <a:pt x="511656" y="7671"/>
                </a:cubicBezTo>
                <a:cubicBezTo>
                  <a:pt x="512631" y="7195"/>
                  <a:pt x="513687" y="6956"/>
                  <a:pt x="514824" y="6956"/>
                </a:cubicBezTo>
                <a:cubicBezTo>
                  <a:pt x="515811" y="6956"/>
                  <a:pt x="516678" y="7163"/>
                  <a:pt x="517424" y="7576"/>
                </a:cubicBezTo>
                <a:cubicBezTo>
                  <a:pt x="518170" y="7989"/>
                  <a:pt x="518796" y="8572"/>
                  <a:pt x="519301" y="9324"/>
                </a:cubicBezTo>
                <a:cubicBezTo>
                  <a:pt x="519806" y="10076"/>
                  <a:pt x="520185" y="10983"/>
                  <a:pt x="520437" y="12044"/>
                </a:cubicBezTo>
                <a:cubicBezTo>
                  <a:pt x="520690" y="13106"/>
                  <a:pt x="520816" y="14291"/>
                  <a:pt x="520816" y="15600"/>
                </a:cubicBezTo>
                <a:moveTo>
                  <a:pt x="517751" y="15738"/>
                </a:moveTo>
                <a:cubicBezTo>
                  <a:pt x="517751" y="14831"/>
                  <a:pt x="517685" y="13999"/>
                  <a:pt x="517553" y="13241"/>
                </a:cubicBezTo>
                <a:cubicBezTo>
                  <a:pt x="517421" y="12484"/>
                  <a:pt x="517212" y="11835"/>
                  <a:pt x="516925" y="11295"/>
                </a:cubicBezTo>
                <a:cubicBezTo>
                  <a:pt x="516638" y="10756"/>
                  <a:pt x="516270" y="10334"/>
                  <a:pt x="515823" y="10030"/>
                </a:cubicBezTo>
                <a:cubicBezTo>
                  <a:pt x="515375" y="9726"/>
                  <a:pt x="514841" y="9574"/>
                  <a:pt x="514221" y="9574"/>
                </a:cubicBezTo>
                <a:cubicBezTo>
                  <a:pt x="513842" y="9574"/>
                  <a:pt x="513458" y="9634"/>
                  <a:pt x="513068" y="9754"/>
                </a:cubicBezTo>
                <a:cubicBezTo>
                  <a:pt x="512677" y="9875"/>
                  <a:pt x="512273" y="10076"/>
                  <a:pt x="511854" y="10357"/>
                </a:cubicBezTo>
                <a:cubicBezTo>
                  <a:pt x="511435" y="10638"/>
                  <a:pt x="510993" y="11011"/>
                  <a:pt x="510528" y="11476"/>
                </a:cubicBezTo>
                <a:cubicBezTo>
                  <a:pt x="510063" y="11941"/>
                  <a:pt x="509566" y="12518"/>
                  <a:pt x="509038" y="13207"/>
                </a:cubicBezTo>
                <a:lnTo>
                  <a:pt x="509038" y="21592"/>
                </a:lnTo>
                <a:cubicBezTo>
                  <a:pt x="509589" y="21822"/>
                  <a:pt x="510169" y="22003"/>
                  <a:pt x="510778" y="22135"/>
                </a:cubicBezTo>
                <a:cubicBezTo>
                  <a:pt x="511386" y="22267"/>
                  <a:pt x="511983" y="22333"/>
                  <a:pt x="512568" y="22333"/>
                </a:cubicBezTo>
                <a:cubicBezTo>
                  <a:pt x="514187" y="22333"/>
                  <a:pt x="515455" y="21784"/>
                  <a:pt x="516374" y="20688"/>
                </a:cubicBezTo>
                <a:cubicBezTo>
                  <a:pt x="517292" y="19592"/>
                  <a:pt x="517751" y="17942"/>
                  <a:pt x="517751" y="15738"/>
                </a:cubicBezTo>
                <a:close/>
                <a:moveTo>
                  <a:pt x="540769" y="15772"/>
                </a:moveTo>
                <a:cubicBezTo>
                  <a:pt x="540769" y="17115"/>
                  <a:pt x="540580" y="18346"/>
                  <a:pt x="540201" y="19466"/>
                </a:cubicBezTo>
                <a:cubicBezTo>
                  <a:pt x="539822" y="20585"/>
                  <a:pt x="539277" y="21543"/>
                  <a:pt x="538565" y="22341"/>
                </a:cubicBezTo>
                <a:cubicBezTo>
                  <a:pt x="537853" y="23139"/>
                  <a:pt x="536987" y="23759"/>
                  <a:pt x="535965" y="24201"/>
                </a:cubicBezTo>
                <a:cubicBezTo>
                  <a:pt x="534943" y="24643"/>
                  <a:pt x="533784" y="24864"/>
                  <a:pt x="532487" y="24864"/>
                </a:cubicBezTo>
                <a:cubicBezTo>
                  <a:pt x="531247" y="24864"/>
                  <a:pt x="530136" y="24671"/>
                  <a:pt x="529155" y="24287"/>
                </a:cubicBezTo>
                <a:cubicBezTo>
                  <a:pt x="528174" y="23902"/>
                  <a:pt x="527341" y="23337"/>
                  <a:pt x="526658" y="22591"/>
                </a:cubicBezTo>
                <a:cubicBezTo>
                  <a:pt x="525975" y="21845"/>
                  <a:pt x="525453" y="20921"/>
                  <a:pt x="525091" y="19819"/>
                </a:cubicBezTo>
                <a:cubicBezTo>
                  <a:pt x="524730" y="18717"/>
                  <a:pt x="524549" y="17448"/>
                  <a:pt x="524549" y="16013"/>
                </a:cubicBezTo>
                <a:cubicBezTo>
                  <a:pt x="524549" y="14670"/>
                  <a:pt x="524738" y="13445"/>
                  <a:pt x="525117" y="12337"/>
                </a:cubicBezTo>
                <a:cubicBezTo>
                  <a:pt x="525496" y="11229"/>
                  <a:pt x="526041" y="10277"/>
                  <a:pt x="526753" y="9479"/>
                </a:cubicBezTo>
                <a:cubicBezTo>
                  <a:pt x="527465" y="8681"/>
                  <a:pt x="528331" y="8061"/>
                  <a:pt x="529353" y="7619"/>
                </a:cubicBezTo>
                <a:cubicBezTo>
                  <a:pt x="530375" y="7177"/>
                  <a:pt x="531534" y="6956"/>
                  <a:pt x="532831" y="6956"/>
                </a:cubicBezTo>
                <a:cubicBezTo>
                  <a:pt x="534071" y="6956"/>
                  <a:pt x="535182" y="7149"/>
                  <a:pt x="536163" y="7533"/>
                </a:cubicBezTo>
                <a:cubicBezTo>
                  <a:pt x="537144" y="7918"/>
                  <a:pt x="537977" y="8480"/>
                  <a:pt x="538660" y="9221"/>
                </a:cubicBezTo>
                <a:cubicBezTo>
                  <a:pt x="539343" y="9961"/>
                  <a:pt x="539865" y="10882"/>
                  <a:pt x="540227" y="11984"/>
                </a:cubicBezTo>
                <a:cubicBezTo>
                  <a:pt x="540588" y="13086"/>
                  <a:pt x="540769" y="14349"/>
                  <a:pt x="540769" y="15772"/>
                </a:cubicBezTo>
                <a:moveTo>
                  <a:pt x="537704" y="15910"/>
                </a:moveTo>
                <a:cubicBezTo>
                  <a:pt x="537704" y="14842"/>
                  <a:pt x="537586" y="13910"/>
                  <a:pt x="537351" y="13112"/>
                </a:cubicBezTo>
                <a:cubicBezTo>
                  <a:pt x="537116" y="12314"/>
                  <a:pt x="536780" y="11648"/>
                  <a:pt x="536344" y="11115"/>
                </a:cubicBezTo>
                <a:cubicBezTo>
                  <a:pt x="535908" y="10581"/>
                  <a:pt x="535377" y="10179"/>
                  <a:pt x="534751" y="9909"/>
                </a:cubicBezTo>
                <a:cubicBezTo>
                  <a:pt x="534125" y="9640"/>
                  <a:pt x="533428" y="9505"/>
                  <a:pt x="532659" y="9505"/>
                </a:cubicBezTo>
                <a:cubicBezTo>
                  <a:pt x="531764" y="9505"/>
                  <a:pt x="530997" y="9680"/>
                  <a:pt x="530360" y="10030"/>
                </a:cubicBezTo>
                <a:cubicBezTo>
                  <a:pt x="529723" y="10380"/>
                  <a:pt x="529201" y="10848"/>
                  <a:pt x="528793" y="11433"/>
                </a:cubicBezTo>
                <a:cubicBezTo>
                  <a:pt x="528386" y="12019"/>
                  <a:pt x="528087" y="12699"/>
                  <a:pt x="527898" y="13474"/>
                </a:cubicBezTo>
                <a:cubicBezTo>
                  <a:pt x="527709" y="14248"/>
                  <a:pt x="527614" y="15061"/>
                  <a:pt x="527614" y="15910"/>
                </a:cubicBezTo>
                <a:cubicBezTo>
                  <a:pt x="527614" y="16978"/>
                  <a:pt x="527732" y="17913"/>
                  <a:pt x="527967" y="18717"/>
                </a:cubicBezTo>
                <a:cubicBezTo>
                  <a:pt x="528202" y="19520"/>
                  <a:pt x="528538" y="20189"/>
                  <a:pt x="528974" y="20723"/>
                </a:cubicBezTo>
                <a:cubicBezTo>
                  <a:pt x="529410" y="21256"/>
                  <a:pt x="529938" y="21658"/>
                  <a:pt x="530558" y="21928"/>
                </a:cubicBezTo>
                <a:cubicBezTo>
                  <a:pt x="531178" y="22198"/>
                  <a:pt x="531878" y="22333"/>
                  <a:pt x="532659" y="22333"/>
                </a:cubicBezTo>
                <a:cubicBezTo>
                  <a:pt x="533554" y="22333"/>
                  <a:pt x="534321" y="22158"/>
                  <a:pt x="534958" y="21807"/>
                </a:cubicBezTo>
                <a:cubicBezTo>
                  <a:pt x="535595" y="21457"/>
                  <a:pt x="536117" y="20990"/>
                  <a:pt x="536525" y="20404"/>
                </a:cubicBezTo>
                <a:cubicBezTo>
                  <a:pt x="536932" y="19819"/>
                  <a:pt x="537231" y="19139"/>
                  <a:pt x="537420" y="18364"/>
                </a:cubicBezTo>
                <a:cubicBezTo>
                  <a:pt x="537609" y="17589"/>
                  <a:pt x="537704" y="16771"/>
                  <a:pt x="537704" y="15910"/>
                </a:cubicBezTo>
                <a:close/>
                <a:moveTo>
                  <a:pt x="559148" y="15600"/>
                </a:moveTo>
                <a:cubicBezTo>
                  <a:pt x="559148" y="17138"/>
                  <a:pt x="558932" y="18481"/>
                  <a:pt x="558502" y="19629"/>
                </a:cubicBezTo>
                <a:cubicBezTo>
                  <a:pt x="558071" y="20777"/>
                  <a:pt x="557477" y="21730"/>
                  <a:pt x="556720" y="22488"/>
                </a:cubicBezTo>
                <a:cubicBezTo>
                  <a:pt x="555962" y="23245"/>
                  <a:pt x="555067" y="23813"/>
                  <a:pt x="554034" y="24192"/>
                </a:cubicBezTo>
                <a:cubicBezTo>
                  <a:pt x="553001" y="24571"/>
                  <a:pt x="551881" y="24760"/>
                  <a:pt x="550676" y="24760"/>
                </a:cubicBezTo>
                <a:cubicBezTo>
                  <a:pt x="550125" y="24760"/>
                  <a:pt x="549577" y="24732"/>
                  <a:pt x="549032" y="24674"/>
                </a:cubicBezTo>
                <a:cubicBezTo>
                  <a:pt x="548486" y="24617"/>
                  <a:pt x="547933" y="24519"/>
                  <a:pt x="547370" y="24382"/>
                </a:cubicBezTo>
                <a:lnTo>
                  <a:pt x="547370" y="31613"/>
                </a:lnTo>
                <a:lnTo>
                  <a:pt x="544374" y="31613"/>
                </a:lnTo>
                <a:lnTo>
                  <a:pt x="544374" y="7266"/>
                </a:lnTo>
                <a:lnTo>
                  <a:pt x="547043" y="7266"/>
                </a:lnTo>
                <a:lnTo>
                  <a:pt x="547232" y="10159"/>
                </a:lnTo>
                <a:cubicBezTo>
                  <a:pt x="548093" y="8977"/>
                  <a:pt x="549012" y="8147"/>
                  <a:pt x="549987" y="7671"/>
                </a:cubicBezTo>
                <a:cubicBezTo>
                  <a:pt x="550963" y="7195"/>
                  <a:pt x="552019" y="6956"/>
                  <a:pt x="553156" y="6956"/>
                </a:cubicBezTo>
                <a:cubicBezTo>
                  <a:pt x="554143" y="6956"/>
                  <a:pt x="555009" y="7163"/>
                  <a:pt x="555756" y="7576"/>
                </a:cubicBezTo>
                <a:cubicBezTo>
                  <a:pt x="556502" y="7989"/>
                  <a:pt x="557127" y="8572"/>
                  <a:pt x="557632" y="9324"/>
                </a:cubicBezTo>
                <a:cubicBezTo>
                  <a:pt x="558137" y="10076"/>
                  <a:pt x="558516" y="10983"/>
                  <a:pt x="558769" y="12044"/>
                </a:cubicBezTo>
                <a:cubicBezTo>
                  <a:pt x="559021" y="13106"/>
                  <a:pt x="559148" y="14291"/>
                  <a:pt x="559148" y="15600"/>
                </a:cubicBezTo>
                <a:moveTo>
                  <a:pt x="556083" y="15738"/>
                </a:moveTo>
                <a:cubicBezTo>
                  <a:pt x="556083" y="14831"/>
                  <a:pt x="556017" y="13999"/>
                  <a:pt x="555885" y="13241"/>
                </a:cubicBezTo>
                <a:cubicBezTo>
                  <a:pt x="555753" y="12484"/>
                  <a:pt x="555543" y="11835"/>
                  <a:pt x="555256" y="11295"/>
                </a:cubicBezTo>
                <a:cubicBezTo>
                  <a:pt x="554969" y="10756"/>
                  <a:pt x="554602" y="10334"/>
                  <a:pt x="554154" y="10030"/>
                </a:cubicBezTo>
                <a:cubicBezTo>
                  <a:pt x="553707" y="9726"/>
                  <a:pt x="553173" y="9574"/>
                  <a:pt x="552553" y="9574"/>
                </a:cubicBezTo>
                <a:cubicBezTo>
                  <a:pt x="552174" y="9574"/>
                  <a:pt x="551790" y="9634"/>
                  <a:pt x="551399" y="9754"/>
                </a:cubicBezTo>
                <a:cubicBezTo>
                  <a:pt x="551009" y="9875"/>
                  <a:pt x="550604" y="10076"/>
                  <a:pt x="550185" y="10357"/>
                </a:cubicBezTo>
                <a:cubicBezTo>
                  <a:pt x="549766" y="10638"/>
                  <a:pt x="549324" y="11011"/>
                  <a:pt x="548859" y="11476"/>
                </a:cubicBezTo>
                <a:cubicBezTo>
                  <a:pt x="548395" y="11941"/>
                  <a:pt x="547898" y="12518"/>
                  <a:pt x="547370" y="13207"/>
                </a:cubicBezTo>
                <a:lnTo>
                  <a:pt x="547370" y="21592"/>
                </a:lnTo>
                <a:cubicBezTo>
                  <a:pt x="547921" y="21822"/>
                  <a:pt x="548501" y="22003"/>
                  <a:pt x="549109" y="22135"/>
                </a:cubicBezTo>
                <a:cubicBezTo>
                  <a:pt x="549718" y="22267"/>
                  <a:pt x="550314" y="22333"/>
                  <a:pt x="550900" y="22333"/>
                </a:cubicBezTo>
                <a:cubicBezTo>
                  <a:pt x="552518" y="22333"/>
                  <a:pt x="553787" y="21784"/>
                  <a:pt x="554705" y="20688"/>
                </a:cubicBezTo>
                <a:cubicBezTo>
                  <a:pt x="555624" y="19592"/>
                  <a:pt x="556083" y="17942"/>
                  <a:pt x="556083" y="15738"/>
                </a:cubicBezTo>
                <a:close/>
                <a:moveTo>
                  <a:pt x="577947" y="24554"/>
                </a:moveTo>
                <a:lnTo>
                  <a:pt x="575261" y="24554"/>
                </a:lnTo>
                <a:lnTo>
                  <a:pt x="575157" y="21764"/>
                </a:lnTo>
                <a:cubicBezTo>
                  <a:pt x="574641" y="22361"/>
                  <a:pt x="574150" y="22858"/>
                  <a:pt x="573685" y="23254"/>
                </a:cubicBezTo>
                <a:cubicBezTo>
                  <a:pt x="573220" y="23650"/>
                  <a:pt x="572758" y="23968"/>
                  <a:pt x="572299" y="24209"/>
                </a:cubicBezTo>
                <a:cubicBezTo>
                  <a:pt x="571840" y="24450"/>
                  <a:pt x="571378" y="24620"/>
                  <a:pt x="570913" y="24717"/>
                </a:cubicBezTo>
                <a:cubicBezTo>
                  <a:pt x="570448" y="24815"/>
                  <a:pt x="569957" y="24864"/>
                  <a:pt x="569441" y="24864"/>
                </a:cubicBezTo>
                <a:cubicBezTo>
                  <a:pt x="567661" y="24864"/>
                  <a:pt x="566318" y="24341"/>
                  <a:pt x="565412" y="23297"/>
                </a:cubicBezTo>
                <a:cubicBezTo>
                  <a:pt x="564505" y="22252"/>
                  <a:pt x="564051" y="20674"/>
                  <a:pt x="564051" y="18562"/>
                </a:cubicBezTo>
                <a:lnTo>
                  <a:pt x="564051" y="7266"/>
                </a:lnTo>
                <a:lnTo>
                  <a:pt x="567047" y="7266"/>
                </a:lnTo>
                <a:lnTo>
                  <a:pt x="567047" y="18321"/>
                </a:lnTo>
                <a:cubicBezTo>
                  <a:pt x="567047" y="20972"/>
                  <a:pt x="568046" y="22298"/>
                  <a:pt x="570043" y="22298"/>
                </a:cubicBezTo>
                <a:cubicBezTo>
                  <a:pt x="570411" y="22298"/>
                  <a:pt x="570769" y="22244"/>
                  <a:pt x="571120" y="22135"/>
                </a:cubicBezTo>
                <a:cubicBezTo>
                  <a:pt x="571470" y="22026"/>
                  <a:pt x="571837" y="21836"/>
                  <a:pt x="572222" y="21566"/>
                </a:cubicBezTo>
                <a:cubicBezTo>
                  <a:pt x="572606" y="21297"/>
                  <a:pt x="573019" y="20932"/>
                  <a:pt x="573461" y="20473"/>
                </a:cubicBezTo>
                <a:cubicBezTo>
                  <a:pt x="573903" y="20014"/>
                  <a:pt x="574400" y="19434"/>
                  <a:pt x="574951" y="18734"/>
                </a:cubicBezTo>
                <a:lnTo>
                  <a:pt x="574951" y="7266"/>
                </a:lnTo>
                <a:lnTo>
                  <a:pt x="577947" y="7266"/>
                </a:lnTo>
                <a:lnTo>
                  <a:pt x="577947" y="24554"/>
                </a:lnTo>
                <a:close/>
                <a:moveTo>
                  <a:pt x="598502" y="15600"/>
                </a:moveTo>
                <a:cubicBezTo>
                  <a:pt x="598502" y="17138"/>
                  <a:pt x="598287" y="18481"/>
                  <a:pt x="597856" y="19629"/>
                </a:cubicBezTo>
                <a:cubicBezTo>
                  <a:pt x="597426" y="20777"/>
                  <a:pt x="596832" y="21730"/>
                  <a:pt x="596074" y="22488"/>
                </a:cubicBezTo>
                <a:cubicBezTo>
                  <a:pt x="595317" y="23245"/>
                  <a:pt x="594421" y="23813"/>
                  <a:pt x="593388" y="24192"/>
                </a:cubicBezTo>
                <a:cubicBezTo>
                  <a:pt x="592355" y="24571"/>
                  <a:pt x="591236" y="24760"/>
                  <a:pt x="590030" y="24760"/>
                </a:cubicBezTo>
                <a:cubicBezTo>
                  <a:pt x="589479" y="24760"/>
                  <a:pt x="588931" y="24732"/>
                  <a:pt x="588386" y="24674"/>
                </a:cubicBezTo>
                <a:cubicBezTo>
                  <a:pt x="587841" y="24617"/>
                  <a:pt x="587287" y="24519"/>
                  <a:pt x="586724" y="24382"/>
                </a:cubicBezTo>
                <a:lnTo>
                  <a:pt x="586724" y="31613"/>
                </a:lnTo>
                <a:lnTo>
                  <a:pt x="583728" y="31613"/>
                </a:lnTo>
                <a:lnTo>
                  <a:pt x="583728" y="7266"/>
                </a:lnTo>
                <a:lnTo>
                  <a:pt x="586397" y="7266"/>
                </a:lnTo>
                <a:lnTo>
                  <a:pt x="586587" y="10159"/>
                </a:lnTo>
                <a:cubicBezTo>
                  <a:pt x="587448" y="8977"/>
                  <a:pt x="588366" y="8147"/>
                  <a:pt x="589342" y="7671"/>
                </a:cubicBezTo>
                <a:cubicBezTo>
                  <a:pt x="590317" y="7195"/>
                  <a:pt x="591373" y="6956"/>
                  <a:pt x="592510" y="6956"/>
                </a:cubicBezTo>
                <a:cubicBezTo>
                  <a:pt x="593497" y="6956"/>
                  <a:pt x="594364" y="7163"/>
                  <a:pt x="595110" y="7576"/>
                </a:cubicBezTo>
                <a:cubicBezTo>
                  <a:pt x="595856" y="7989"/>
                  <a:pt x="596482" y="8572"/>
                  <a:pt x="596987" y="9324"/>
                </a:cubicBezTo>
                <a:cubicBezTo>
                  <a:pt x="597492" y="10076"/>
                  <a:pt x="597871" y="10983"/>
                  <a:pt x="598123" y="12044"/>
                </a:cubicBezTo>
                <a:cubicBezTo>
                  <a:pt x="598376" y="13106"/>
                  <a:pt x="598502" y="14291"/>
                  <a:pt x="598502" y="15600"/>
                </a:cubicBezTo>
                <a:moveTo>
                  <a:pt x="595437" y="15738"/>
                </a:moveTo>
                <a:cubicBezTo>
                  <a:pt x="595437" y="14831"/>
                  <a:pt x="595371" y="13999"/>
                  <a:pt x="595239" y="13241"/>
                </a:cubicBezTo>
                <a:cubicBezTo>
                  <a:pt x="595107" y="12484"/>
                  <a:pt x="594898" y="11835"/>
                  <a:pt x="594611" y="11295"/>
                </a:cubicBezTo>
                <a:cubicBezTo>
                  <a:pt x="594324" y="10756"/>
                  <a:pt x="593956" y="10334"/>
                  <a:pt x="593509" y="10030"/>
                </a:cubicBezTo>
                <a:cubicBezTo>
                  <a:pt x="593061" y="9726"/>
                  <a:pt x="592527" y="9574"/>
                  <a:pt x="591907" y="9574"/>
                </a:cubicBezTo>
                <a:cubicBezTo>
                  <a:pt x="591528" y="9574"/>
                  <a:pt x="591144" y="9634"/>
                  <a:pt x="590754" y="9754"/>
                </a:cubicBezTo>
                <a:cubicBezTo>
                  <a:pt x="590363" y="9875"/>
                  <a:pt x="589959" y="10076"/>
                  <a:pt x="589540" y="10357"/>
                </a:cubicBezTo>
                <a:cubicBezTo>
                  <a:pt x="589121" y="10638"/>
                  <a:pt x="588679" y="11011"/>
                  <a:pt x="588214" y="11476"/>
                </a:cubicBezTo>
                <a:cubicBezTo>
                  <a:pt x="587749" y="11941"/>
                  <a:pt x="587252" y="12518"/>
                  <a:pt x="586724" y="13207"/>
                </a:cubicBezTo>
                <a:lnTo>
                  <a:pt x="586724" y="21592"/>
                </a:lnTo>
                <a:cubicBezTo>
                  <a:pt x="587275" y="21822"/>
                  <a:pt x="587855" y="22003"/>
                  <a:pt x="588464" y="22135"/>
                </a:cubicBezTo>
                <a:cubicBezTo>
                  <a:pt x="589072" y="22267"/>
                  <a:pt x="589669" y="22333"/>
                  <a:pt x="590254" y="22333"/>
                </a:cubicBezTo>
                <a:cubicBezTo>
                  <a:pt x="591873" y="22333"/>
                  <a:pt x="593141" y="21784"/>
                  <a:pt x="594060" y="20688"/>
                </a:cubicBezTo>
                <a:cubicBezTo>
                  <a:pt x="594978" y="19592"/>
                  <a:pt x="595437" y="17942"/>
                  <a:pt x="595437" y="15738"/>
                </a:cubicBez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Text -">
            <a:extLst xmlns:a="http://schemas.openxmlformats.org/drawingml/2006/main">
              <a:ext uri="{FF2B5EF4-FFF2-40B4-BE49-F238E27FC236}">
                <a16:creationId xmlns:a16="http://schemas.microsoft.com/office/drawing/2014/main" id="{CA84BED7-E946-450E-B378-050F4FB8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341" y="9420950"/>
            <a:ext cx="10297" cy="2824"/>
          </a:xfrm>
          <a:custGeom xmlns:a="http://schemas.openxmlformats.org/drawingml/2006/main">
            <a:pathLst>
              <a:path w="10297" h="2824">
                <a:moveTo>
                  <a:pt x="10297" y="2824"/>
                </a:moveTo>
                <a:lnTo>
                  <a:pt x="0" y="2824"/>
                </a:lnTo>
                <a:lnTo>
                  <a:pt x="0" y="0"/>
                </a:lnTo>
                <a:lnTo>
                  <a:pt x="10297" y="0"/>
                </a:lnTo>
                <a:lnTo>
                  <a:pt x="10297" y="2824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.getInstance()">
            <a:extLst xmlns:a="http://schemas.openxmlformats.org/drawingml/2006/main">
              <a:ext uri="{FF2B5EF4-FFF2-40B4-BE49-F238E27FC236}">
                <a16:creationId xmlns:a16="http://schemas.microsoft.com/office/drawing/2014/main" id="{778A7CAC-2D36-4A99-8221-BB1AE67F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63" y="9406107"/>
            <a:ext cx="260594" cy="32888"/>
          </a:xfrm>
          <a:custGeom xmlns:a="http://schemas.openxmlformats.org/drawingml/2006/main">
            <a:pathLst>
              <a:path w="260594" h="32888">
                <a:moveTo>
                  <a:pt x="2858" y="20232"/>
                </a:moveTo>
                <a:cubicBezTo>
                  <a:pt x="3249" y="20232"/>
                  <a:pt x="3619" y="20307"/>
                  <a:pt x="3969" y="20456"/>
                </a:cubicBezTo>
                <a:cubicBezTo>
                  <a:pt x="4319" y="20605"/>
                  <a:pt x="4623" y="20812"/>
                  <a:pt x="4881" y="21076"/>
                </a:cubicBezTo>
                <a:cubicBezTo>
                  <a:pt x="5140" y="21340"/>
                  <a:pt x="5344" y="21647"/>
                  <a:pt x="5493" y="21997"/>
                </a:cubicBezTo>
                <a:cubicBezTo>
                  <a:pt x="5642" y="22347"/>
                  <a:pt x="5717" y="22723"/>
                  <a:pt x="5717" y="23125"/>
                </a:cubicBezTo>
                <a:cubicBezTo>
                  <a:pt x="5717" y="23515"/>
                  <a:pt x="5642" y="23882"/>
                  <a:pt x="5493" y="24227"/>
                </a:cubicBezTo>
                <a:cubicBezTo>
                  <a:pt x="5344" y="24571"/>
                  <a:pt x="5140" y="24872"/>
                  <a:pt x="4881" y="25131"/>
                </a:cubicBezTo>
                <a:cubicBezTo>
                  <a:pt x="4623" y="25389"/>
                  <a:pt x="4319" y="25593"/>
                  <a:pt x="3969" y="25742"/>
                </a:cubicBezTo>
                <a:cubicBezTo>
                  <a:pt x="3619" y="25891"/>
                  <a:pt x="3249" y="25966"/>
                  <a:pt x="2858" y="25966"/>
                </a:cubicBezTo>
                <a:cubicBezTo>
                  <a:pt x="2457" y="25966"/>
                  <a:pt x="2083" y="25891"/>
                  <a:pt x="1739" y="25742"/>
                </a:cubicBezTo>
                <a:cubicBezTo>
                  <a:pt x="1395" y="25593"/>
                  <a:pt x="1093" y="25389"/>
                  <a:pt x="835" y="25131"/>
                </a:cubicBezTo>
                <a:cubicBezTo>
                  <a:pt x="577" y="24872"/>
                  <a:pt x="373" y="24571"/>
                  <a:pt x="224" y="24227"/>
                </a:cubicBezTo>
                <a:cubicBezTo>
                  <a:pt x="75" y="23882"/>
                  <a:pt x="0" y="23515"/>
                  <a:pt x="0" y="23125"/>
                </a:cubicBezTo>
                <a:cubicBezTo>
                  <a:pt x="0" y="22723"/>
                  <a:pt x="75" y="22347"/>
                  <a:pt x="224" y="21997"/>
                </a:cubicBezTo>
                <a:cubicBezTo>
                  <a:pt x="373" y="21647"/>
                  <a:pt x="577" y="21340"/>
                  <a:pt x="835" y="21076"/>
                </a:cubicBezTo>
                <a:cubicBezTo>
                  <a:pt x="1093" y="20812"/>
                  <a:pt x="1395" y="20605"/>
                  <a:pt x="1739" y="20456"/>
                </a:cubicBezTo>
                <a:cubicBezTo>
                  <a:pt x="2083" y="20307"/>
                  <a:pt x="2457" y="20232"/>
                  <a:pt x="2858" y="20232"/>
                </a:cubicBezTo>
                <a:close/>
                <a:moveTo>
                  <a:pt x="28212" y="10813"/>
                </a:moveTo>
                <a:cubicBezTo>
                  <a:pt x="28534" y="11215"/>
                  <a:pt x="28783" y="11683"/>
                  <a:pt x="28961" y="12217"/>
                </a:cubicBezTo>
                <a:cubicBezTo>
                  <a:pt x="29139" y="12750"/>
                  <a:pt x="29228" y="13327"/>
                  <a:pt x="29228" y="13947"/>
                </a:cubicBezTo>
                <a:cubicBezTo>
                  <a:pt x="29228" y="14842"/>
                  <a:pt x="29065" y="15660"/>
                  <a:pt x="28738" y="16401"/>
                </a:cubicBezTo>
                <a:cubicBezTo>
                  <a:pt x="28410" y="17141"/>
                  <a:pt x="27948" y="17775"/>
                  <a:pt x="27351" y="18303"/>
                </a:cubicBezTo>
                <a:cubicBezTo>
                  <a:pt x="26755" y="18831"/>
                  <a:pt x="26040" y="19242"/>
                  <a:pt x="25208" y="19535"/>
                </a:cubicBezTo>
                <a:cubicBezTo>
                  <a:pt x="24375" y="19827"/>
                  <a:pt x="23460" y="19974"/>
                  <a:pt x="22461" y="19974"/>
                </a:cubicBezTo>
                <a:cubicBezTo>
                  <a:pt x="21738" y="19974"/>
                  <a:pt x="21061" y="19896"/>
                  <a:pt x="20430" y="19741"/>
                </a:cubicBezTo>
                <a:cubicBezTo>
                  <a:pt x="19798" y="19586"/>
                  <a:pt x="19299" y="19394"/>
                  <a:pt x="18932" y="19164"/>
                </a:cubicBezTo>
                <a:cubicBezTo>
                  <a:pt x="18713" y="19486"/>
                  <a:pt x="18530" y="19789"/>
                  <a:pt x="18381" y="20075"/>
                </a:cubicBezTo>
                <a:cubicBezTo>
                  <a:pt x="18231" y="20361"/>
                  <a:pt x="18157" y="20680"/>
                  <a:pt x="18157" y="21034"/>
                </a:cubicBezTo>
                <a:cubicBezTo>
                  <a:pt x="18157" y="21468"/>
                  <a:pt x="18366" y="21827"/>
                  <a:pt x="18785" y="22112"/>
                </a:cubicBezTo>
                <a:cubicBezTo>
                  <a:pt x="19204" y="22397"/>
                  <a:pt x="19758" y="22551"/>
                  <a:pt x="20447" y="22574"/>
                </a:cubicBezTo>
                <a:lnTo>
                  <a:pt x="24992" y="22746"/>
                </a:lnTo>
                <a:cubicBezTo>
                  <a:pt x="25853" y="22769"/>
                  <a:pt x="26648" y="22878"/>
                  <a:pt x="27377" y="23074"/>
                </a:cubicBezTo>
                <a:cubicBezTo>
                  <a:pt x="28106" y="23269"/>
                  <a:pt x="28732" y="23551"/>
                  <a:pt x="29254" y="23919"/>
                </a:cubicBezTo>
                <a:cubicBezTo>
                  <a:pt x="29776" y="24287"/>
                  <a:pt x="30184" y="24741"/>
                  <a:pt x="30477" y="25281"/>
                </a:cubicBezTo>
                <a:cubicBezTo>
                  <a:pt x="30769" y="25821"/>
                  <a:pt x="30916" y="26448"/>
                  <a:pt x="30916" y="27161"/>
                </a:cubicBezTo>
                <a:cubicBezTo>
                  <a:pt x="30916" y="27932"/>
                  <a:pt x="30749" y="28662"/>
                  <a:pt x="30416" y="29352"/>
                </a:cubicBezTo>
                <a:cubicBezTo>
                  <a:pt x="30083" y="30042"/>
                  <a:pt x="29570" y="30648"/>
                  <a:pt x="28875" y="31171"/>
                </a:cubicBezTo>
                <a:cubicBezTo>
                  <a:pt x="28181" y="31694"/>
                  <a:pt x="27300" y="32111"/>
                  <a:pt x="26232" y="32422"/>
                </a:cubicBezTo>
                <a:cubicBezTo>
                  <a:pt x="25165" y="32732"/>
                  <a:pt x="23896" y="32888"/>
                  <a:pt x="22427" y="32888"/>
                </a:cubicBezTo>
                <a:cubicBezTo>
                  <a:pt x="21026" y="32888"/>
                  <a:pt x="19835" y="32775"/>
                  <a:pt x="18854" y="32551"/>
                </a:cubicBezTo>
                <a:cubicBezTo>
                  <a:pt x="17873" y="32327"/>
                  <a:pt x="17066" y="32017"/>
                  <a:pt x="16435" y="31620"/>
                </a:cubicBezTo>
                <a:cubicBezTo>
                  <a:pt x="15803" y="31223"/>
                  <a:pt x="15344" y="30752"/>
                  <a:pt x="15057" y="30205"/>
                </a:cubicBezTo>
                <a:cubicBezTo>
                  <a:pt x="14770" y="29659"/>
                  <a:pt x="14627" y="29059"/>
                  <a:pt x="14627" y="28403"/>
                </a:cubicBezTo>
                <a:cubicBezTo>
                  <a:pt x="14627" y="27564"/>
                  <a:pt x="14822" y="26828"/>
                  <a:pt x="15212" y="26195"/>
                </a:cubicBezTo>
                <a:cubicBezTo>
                  <a:pt x="15603" y="25563"/>
                  <a:pt x="16205" y="24954"/>
                  <a:pt x="17020" y="24368"/>
                </a:cubicBezTo>
                <a:cubicBezTo>
                  <a:pt x="16722" y="24230"/>
                  <a:pt x="16464" y="24058"/>
                  <a:pt x="16245" y="23852"/>
                </a:cubicBezTo>
                <a:cubicBezTo>
                  <a:pt x="16027" y="23646"/>
                  <a:pt x="15849" y="23420"/>
                  <a:pt x="15712" y="23174"/>
                </a:cubicBezTo>
                <a:cubicBezTo>
                  <a:pt x="15574" y="22927"/>
                  <a:pt x="15471" y="22667"/>
                  <a:pt x="15402" y="22392"/>
                </a:cubicBezTo>
                <a:cubicBezTo>
                  <a:pt x="15333" y="22117"/>
                  <a:pt x="15298" y="21847"/>
                  <a:pt x="15298" y="21584"/>
                </a:cubicBezTo>
                <a:cubicBezTo>
                  <a:pt x="15298" y="20839"/>
                  <a:pt x="15473" y="20158"/>
                  <a:pt x="15824" y="19539"/>
                </a:cubicBezTo>
                <a:cubicBezTo>
                  <a:pt x="16174" y="18921"/>
                  <a:pt x="16590" y="18337"/>
                  <a:pt x="17072" y="17787"/>
                </a:cubicBezTo>
                <a:cubicBezTo>
                  <a:pt x="16854" y="17523"/>
                  <a:pt x="16662" y="17265"/>
                  <a:pt x="16495" y="17012"/>
                </a:cubicBezTo>
                <a:cubicBezTo>
                  <a:pt x="16329" y="16759"/>
                  <a:pt x="16185" y="16487"/>
                  <a:pt x="16065" y="16194"/>
                </a:cubicBezTo>
                <a:cubicBezTo>
                  <a:pt x="15944" y="15901"/>
                  <a:pt x="15852" y="15586"/>
                  <a:pt x="15789" y="15247"/>
                </a:cubicBezTo>
                <a:cubicBezTo>
                  <a:pt x="15726" y="14908"/>
                  <a:pt x="15694" y="14521"/>
                  <a:pt x="15694" y="14085"/>
                </a:cubicBezTo>
                <a:cubicBezTo>
                  <a:pt x="15694" y="13189"/>
                  <a:pt x="15858" y="12372"/>
                  <a:pt x="16185" y="11631"/>
                </a:cubicBezTo>
                <a:cubicBezTo>
                  <a:pt x="16512" y="10891"/>
                  <a:pt x="16971" y="10257"/>
                  <a:pt x="17563" y="9729"/>
                </a:cubicBezTo>
                <a:cubicBezTo>
                  <a:pt x="18154" y="9200"/>
                  <a:pt x="18866" y="8790"/>
                  <a:pt x="19698" y="8497"/>
                </a:cubicBezTo>
                <a:cubicBezTo>
                  <a:pt x="20530" y="8205"/>
                  <a:pt x="21451" y="8058"/>
                  <a:pt x="22461" y="8058"/>
                </a:cubicBezTo>
                <a:cubicBezTo>
                  <a:pt x="22886" y="8058"/>
                  <a:pt x="23294" y="8087"/>
                  <a:pt x="23684" y="8144"/>
                </a:cubicBezTo>
                <a:cubicBezTo>
                  <a:pt x="24074" y="8202"/>
                  <a:pt x="24419" y="8276"/>
                  <a:pt x="24717" y="8368"/>
                </a:cubicBezTo>
                <a:lnTo>
                  <a:pt x="30985" y="8368"/>
                </a:lnTo>
                <a:lnTo>
                  <a:pt x="30985" y="10813"/>
                </a:lnTo>
                <a:lnTo>
                  <a:pt x="28212" y="10813"/>
                </a:lnTo>
                <a:moveTo>
                  <a:pt x="17812" y="28145"/>
                </a:moveTo>
                <a:cubicBezTo>
                  <a:pt x="17812" y="28962"/>
                  <a:pt x="18237" y="29558"/>
                  <a:pt x="19086" y="29932"/>
                </a:cubicBezTo>
                <a:cubicBezTo>
                  <a:pt x="19936" y="30307"/>
                  <a:pt x="21118" y="30494"/>
                  <a:pt x="22634" y="30494"/>
                </a:cubicBezTo>
                <a:cubicBezTo>
                  <a:pt x="23586" y="30494"/>
                  <a:pt x="24387" y="30408"/>
                  <a:pt x="25036" y="30235"/>
                </a:cubicBezTo>
                <a:cubicBezTo>
                  <a:pt x="25684" y="30062"/>
                  <a:pt x="26206" y="29835"/>
                  <a:pt x="26602" y="29553"/>
                </a:cubicBezTo>
                <a:cubicBezTo>
                  <a:pt x="26998" y="29270"/>
                  <a:pt x="27283" y="28948"/>
                  <a:pt x="27455" y="28585"/>
                </a:cubicBezTo>
                <a:cubicBezTo>
                  <a:pt x="27627" y="28222"/>
                  <a:pt x="27713" y="27851"/>
                  <a:pt x="27713" y="27471"/>
                </a:cubicBezTo>
                <a:cubicBezTo>
                  <a:pt x="27713" y="26768"/>
                  <a:pt x="27426" y="26250"/>
                  <a:pt x="26852" y="25916"/>
                </a:cubicBezTo>
                <a:cubicBezTo>
                  <a:pt x="26278" y="25582"/>
                  <a:pt x="25400" y="25386"/>
                  <a:pt x="24218" y="25329"/>
                </a:cubicBezTo>
                <a:lnTo>
                  <a:pt x="19706" y="25174"/>
                </a:lnTo>
                <a:cubicBezTo>
                  <a:pt x="19328" y="25427"/>
                  <a:pt x="19015" y="25674"/>
                  <a:pt x="18768" y="25916"/>
                </a:cubicBezTo>
                <a:cubicBezTo>
                  <a:pt x="18521" y="26158"/>
                  <a:pt x="18329" y="26403"/>
                  <a:pt x="18191" y="26651"/>
                </a:cubicBezTo>
                <a:cubicBezTo>
                  <a:pt x="18053" y="26898"/>
                  <a:pt x="17956" y="27146"/>
                  <a:pt x="17898" y="27393"/>
                </a:cubicBezTo>
                <a:cubicBezTo>
                  <a:pt x="17841" y="27641"/>
                  <a:pt x="17812" y="27892"/>
                  <a:pt x="17812" y="28145"/>
                </a:cubicBezTo>
                <a:moveTo>
                  <a:pt x="18725" y="14016"/>
                </a:moveTo>
                <a:cubicBezTo>
                  <a:pt x="18725" y="14567"/>
                  <a:pt x="18817" y="15072"/>
                  <a:pt x="19000" y="15531"/>
                </a:cubicBezTo>
                <a:cubicBezTo>
                  <a:pt x="19184" y="15990"/>
                  <a:pt x="19442" y="16381"/>
                  <a:pt x="19775" y="16702"/>
                </a:cubicBezTo>
                <a:cubicBezTo>
                  <a:pt x="20108" y="17023"/>
                  <a:pt x="20501" y="17273"/>
                  <a:pt x="20955" y="17451"/>
                </a:cubicBezTo>
                <a:cubicBezTo>
                  <a:pt x="21408" y="17629"/>
                  <a:pt x="21910" y="17718"/>
                  <a:pt x="22461" y="17718"/>
                </a:cubicBezTo>
                <a:cubicBezTo>
                  <a:pt x="23058" y="17718"/>
                  <a:pt x="23589" y="17618"/>
                  <a:pt x="24054" y="17417"/>
                </a:cubicBezTo>
                <a:cubicBezTo>
                  <a:pt x="24519" y="17216"/>
                  <a:pt x="24909" y="16943"/>
                  <a:pt x="25225" y="16599"/>
                </a:cubicBezTo>
                <a:cubicBezTo>
                  <a:pt x="25541" y="16254"/>
                  <a:pt x="25782" y="15858"/>
                  <a:pt x="25948" y="15411"/>
                </a:cubicBezTo>
                <a:cubicBezTo>
                  <a:pt x="26115" y="14963"/>
                  <a:pt x="26198" y="14498"/>
                  <a:pt x="26198" y="14016"/>
                </a:cubicBezTo>
                <a:cubicBezTo>
                  <a:pt x="26198" y="13465"/>
                  <a:pt x="26106" y="12960"/>
                  <a:pt x="25922" y="12501"/>
                </a:cubicBezTo>
                <a:cubicBezTo>
                  <a:pt x="25739" y="12042"/>
                  <a:pt x="25480" y="11651"/>
                  <a:pt x="25147" y="11330"/>
                </a:cubicBezTo>
                <a:cubicBezTo>
                  <a:pt x="24815" y="11008"/>
                  <a:pt x="24421" y="10759"/>
                  <a:pt x="23968" y="10581"/>
                </a:cubicBezTo>
                <a:cubicBezTo>
                  <a:pt x="23515" y="10403"/>
                  <a:pt x="23012" y="10314"/>
                  <a:pt x="22461" y="10314"/>
                </a:cubicBezTo>
                <a:cubicBezTo>
                  <a:pt x="21864" y="10314"/>
                  <a:pt x="21334" y="10417"/>
                  <a:pt x="20869" y="10624"/>
                </a:cubicBezTo>
                <a:cubicBezTo>
                  <a:pt x="20404" y="10831"/>
                  <a:pt x="20013" y="11103"/>
                  <a:pt x="19698" y="11442"/>
                </a:cubicBezTo>
                <a:cubicBezTo>
                  <a:pt x="19382" y="11780"/>
                  <a:pt x="19141" y="12174"/>
                  <a:pt x="18975" y="12621"/>
                </a:cubicBezTo>
                <a:cubicBezTo>
                  <a:pt x="18808" y="13069"/>
                  <a:pt x="18725" y="13534"/>
                  <a:pt x="18725" y="14016"/>
                </a:cubicBezTo>
                <a:close/>
                <a:moveTo>
                  <a:pt x="50042" y="16099"/>
                </a:moveTo>
                <a:cubicBezTo>
                  <a:pt x="50042" y="16524"/>
                  <a:pt x="50036" y="16880"/>
                  <a:pt x="50025" y="17167"/>
                </a:cubicBezTo>
                <a:cubicBezTo>
                  <a:pt x="50013" y="17454"/>
                  <a:pt x="49996" y="17724"/>
                  <a:pt x="49973" y="17976"/>
                </a:cubicBezTo>
                <a:lnTo>
                  <a:pt x="37834" y="17976"/>
                </a:lnTo>
                <a:cubicBezTo>
                  <a:pt x="37834" y="19744"/>
                  <a:pt x="38327" y="21101"/>
                  <a:pt x="39315" y="22048"/>
                </a:cubicBezTo>
                <a:cubicBezTo>
                  <a:pt x="40302" y="22995"/>
                  <a:pt x="41725" y="23469"/>
                  <a:pt x="43585" y="23469"/>
                </a:cubicBezTo>
                <a:cubicBezTo>
                  <a:pt x="44090" y="23469"/>
                  <a:pt x="44595" y="23449"/>
                  <a:pt x="45100" y="23408"/>
                </a:cubicBezTo>
                <a:cubicBezTo>
                  <a:pt x="45605" y="23366"/>
                  <a:pt x="46093" y="23311"/>
                  <a:pt x="46564" y="23240"/>
                </a:cubicBezTo>
                <a:cubicBezTo>
                  <a:pt x="47034" y="23170"/>
                  <a:pt x="47485" y="23090"/>
                  <a:pt x="47915" y="23002"/>
                </a:cubicBezTo>
                <a:cubicBezTo>
                  <a:pt x="48346" y="22914"/>
                  <a:pt x="48745" y="22817"/>
                  <a:pt x="49112" y="22711"/>
                </a:cubicBezTo>
                <a:lnTo>
                  <a:pt x="49112" y="25174"/>
                </a:lnTo>
                <a:cubicBezTo>
                  <a:pt x="48297" y="25408"/>
                  <a:pt x="47376" y="25599"/>
                  <a:pt x="46348" y="25746"/>
                </a:cubicBezTo>
                <a:cubicBezTo>
                  <a:pt x="45321" y="25892"/>
                  <a:pt x="44256" y="25966"/>
                  <a:pt x="43154" y="25966"/>
                </a:cubicBezTo>
                <a:cubicBezTo>
                  <a:pt x="41674" y="25966"/>
                  <a:pt x="40399" y="25765"/>
                  <a:pt x="39332" y="25363"/>
                </a:cubicBezTo>
                <a:cubicBezTo>
                  <a:pt x="38264" y="24961"/>
                  <a:pt x="37389" y="24379"/>
                  <a:pt x="36706" y="23615"/>
                </a:cubicBezTo>
                <a:cubicBezTo>
                  <a:pt x="36023" y="22852"/>
                  <a:pt x="35518" y="21916"/>
                  <a:pt x="35191" y="20809"/>
                </a:cubicBezTo>
                <a:cubicBezTo>
                  <a:pt x="34864" y="19701"/>
                  <a:pt x="34700" y="18447"/>
                  <a:pt x="34700" y="17046"/>
                </a:cubicBezTo>
                <a:cubicBezTo>
                  <a:pt x="34700" y="15830"/>
                  <a:pt x="34875" y="14679"/>
                  <a:pt x="35225" y="13594"/>
                </a:cubicBezTo>
                <a:cubicBezTo>
                  <a:pt x="35575" y="12509"/>
                  <a:pt x="36086" y="11557"/>
                  <a:pt x="36758" y="10736"/>
                </a:cubicBezTo>
                <a:cubicBezTo>
                  <a:pt x="37429" y="9915"/>
                  <a:pt x="38253" y="9264"/>
                  <a:pt x="39229" y="8782"/>
                </a:cubicBezTo>
                <a:cubicBezTo>
                  <a:pt x="40204" y="8299"/>
                  <a:pt x="41312" y="8058"/>
                  <a:pt x="42552" y="8058"/>
                </a:cubicBezTo>
                <a:cubicBezTo>
                  <a:pt x="43757" y="8058"/>
                  <a:pt x="44825" y="8248"/>
                  <a:pt x="45754" y="8627"/>
                </a:cubicBezTo>
                <a:cubicBezTo>
                  <a:pt x="46684" y="9005"/>
                  <a:pt x="47468" y="9542"/>
                  <a:pt x="48105" y="10236"/>
                </a:cubicBezTo>
                <a:cubicBezTo>
                  <a:pt x="48742" y="10931"/>
                  <a:pt x="49224" y="11775"/>
                  <a:pt x="49551" y="12768"/>
                </a:cubicBezTo>
                <a:cubicBezTo>
                  <a:pt x="49878" y="13761"/>
                  <a:pt x="50042" y="14871"/>
                  <a:pt x="50042" y="16099"/>
                </a:cubicBezTo>
                <a:moveTo>
                  <a:pt x="46925" y="15669"/>
                </a:moveTo>
                <a:cubicBezTo>
                  <a:pt x="46960" y="14900"/>
                  <a:pt x="46885" y="14197"/>
                  <a:pt x="46701" y="13560"/>
                </a:cubicBezTo>
                <a:cubicBezTo>
                  <a:pt x="46518" y="12923"/>
                  <a:pt x="46234" y="12374"/>
                  <a:pt x="45849" y="11915"/>
                </a:cubicBezTo>
                <a:cubicBezTo>
                  <a:pt x="45465" y="11456"/>
                  <a:pt x="44985" y="11097"/>
                  <a:pt x="44411" y="10839"/>
                </a:cubicBezTo>
                <a:cubicBezTo>
                  <a:pt x="43837" y="10581"/>
                  <a:pt x="43172" y="10452"/>
                  <a:pt x="42414" y="10452"/>
                </a:cubicBezTo>
                <a:cubicBezTo>
                  <a:pt x="41760" y="10452"/>
                  <a:pt x="41163" y="10578"/>
                  <a:pt x="40623" y="10831"/>
                </a:cubicBezTo>
                <a:cubicBezTo>
                  <a:pt x="40084" y="11083"/>
                  <a:pt x="39619" y="11439"/>
                  <a:pt x="39229" y="11898"/>
                </a:cubicBezTo>
                <a:cubicBezTo>
                  <a:pt x="38838" y="12357"/>
                  <a:pt x="38523" y="12908"/>
                  <a:pt x="38282" y="13551"/>
                </a:cubicBezTo>
                <a:cubicBezTo>
                  <a:pt x="38040" y="14194"/>
                  <a:pt x="37891" y="14900"/>
                  <a:pt x="37834" y="15669"/>
                </a:cubicBezTo>
                <a:lnTo>
                  <a:pt x="46925" y="15669"/>
                </a:lnTo>
                <a:close/>
                <a:moveTo>
                  <a:pt x="69047" y="25397"/>
                </a:moveTo>
                <a:cubicBezTo>
                  <a:pt x="68370" y="25576"/>
                  <a:pt x="67670" y="25703"/>
                  <a:pt x="66947" y="25781"/>
                </a:cubicBezTo>
                <a:cubicBezTo>
                  <a:pt x="66224" y="25858"/>
                  <a:pt x="65489" y="25897"/>
                  <a:pt x="64743" y="25897"/>
                </a:cubicBezTo>
                <a:cubicBezTo>
                  <a:pt x="62573" y="25897"/>
                  <a:pt x="60955" y="25406"/>
                  <a:pt x="59887" y="24425"/>
                </a:cubicBezTo>
                <a:cubicBezTo>
                  <a:pt x="58820" y="23443"/>
                  <a:pt x="58286" y="21937"/>
                  <a:pt x="58286" y="19905"/>
                </a:cubicBezTo>
                <a:lnTo>
                  <a:pt x="58286" y="10882"/>
                </a:lnTo>
                <a:lnTo>
                  <a:pt x="53447" y="10882"/>
                </a:lnTo>
                <a:lnTo>
                  <a:pt x="53447" y="8368"/>
                </a:lnTo>
                <a:lnTo>
                  <a:pt x="58286" y="8368"/>
                </a:lnTo>
                <a:lnTo>
                  <a:pt x="58286" y="3601"/>
                </a:lnTo>
                <a:lnTo>
                  <a:pt x="61282" y="2824"/>
                </a:lnTo>
                <a:lnTo>
                  <a:pt x="61282" y="8368"/>
                </a:lnTo>
                <a:lnTo>
                  <a:pt x="69047" y="8368"/>
                </a:lnTo>
                <a:lnTo>
                  <a:pt x="69047" y="10882"/>
                </a:lnTo>
                <a:lnTo>
                  <a:pt x="61282" y="10882"/>
                </a:lnTo>
                <a:lnTo>
                  <a:pt x="61282" y="19664"/>
                </a:lnTo>
                <a:cubicBezTo>
                  <a:pt x="61282" y="20903"/>
                  <a:pt x="61612" y="21830"/>
                  <a:pt x="62272" y="22444"/>
                </a:cubicBezTo>
                <a:cubicBezTo>
                  <a:pt x="62932" y="23059"/>
                  <a:pt x="63905" y="23366"/>
                  <a:pt x="65190" y="23366"/>
                </a:cubicBezTo>
                <a:cubicBezTo>
                  <a:pt x="65741" y="23366"/>
                  <a:pt x="66344" y="23321"/>
                  <a:pt x="66998" y="23233"/>
                </a:cubicBezTo>
                <a:cubicBezTo>
                  <a:pt x="67653" y="23144"/>
                  <a:pt x="68336" y="23004"/>
                  <a:pt x="69047" y="22815"/>
                </a:cubicBezTo>
                <a:lnTo>
                  <a:pt x="69047" y="25397"/>
                </a:lnTo>
                <a:close/>
                <a:moveTo>
                  <a:pt x="79161" y="5717"/>
                </a:moveTo>
                <a:lnTo>
                  <a:pt x="73979" y="5717"/>
                </a:lnTo>
                <a:lnTo>
                  <a:pt x="73979" y="3134"/>
                </a:lnTo>
                <a:lnTo>
                  <a:pt x="87444" y="3134"/>
                </a:lnTo>
                <a:lnTo>
                  <a:pt x="87444" y="5717"/>
                </a:lnTo>
                <a:lnTo>
                  <a:pt x="82261" y="5717"/>
                </a:lnTo>
                <a:lnTo>
                  <a:pt x="82261" y="23039"/>
                </a:lnTo>
                <a:lnTo>
                  <a:pt x="87444" y="23039"/>
                </a:lnTo>
                <a:lnTo>
                  <a:pt x="87444" y="25656"/>
                </a:lnTo>
                <a:lnTo>
                  <a:pt x="73979" y="25656"/>
                </a:lnTo>
                <a:lnTo>
                  <a:pt x="73979" y="23039"/>
                </a:lnTo>
                <a:lnTo>
                  <a:pt x="79161" y="23039"/>
                </a:lnTo>
                <a:lnTo>
                  <a:pt x="79161" y="5717"/>
                </a:lnTo>
                <a:close/>
                <a:moveTo>
                  <a:pt x="93449" y="8368"/>
                </a:moveTo>
                <a:lnTo>
                  <a:pt x="96118" y="8368"/>
                </a:lnTo>
                <a:lnTo>
                  <a:pt x="96239" y="11158"/>
                </a:lnTo>
                <a:cubicBezTo>
                  <a:pt x="96744" y="10561"/>
                  <a:pt x="97232" y="10064"/>
                  <a:pt x="97702" y="9668"/>
                </a:cubicBezTo>
                <a:cubicBezTo>
                  <a:pt x="98173" y="9272"/>
                  <a:pt x="98635" y="8954"/>
                  <a:pt x="99088" y="8713"/>
                </a:cubicBezTo>
                <a:cubicBezTo>
                  <a:pt x="99542" y="8472"/>
                  <a:pt x="100004" y="8302"/>
                  <a:pt x="100475" y="8205"/>
                </a:cubicBezTo>
                <a:cubicBezTo>
                  <a:pt x="100945" y="8107"/>
                  <a:pt x="101433" y="8058"/>
                  <a:pt x="101938" y="8058"/>
                </a:cubicBezTo>
                <a:cubicBezTo>
                  <a:pt x="103717" y="8058"/>
                  <a:pt x="105063" y="8583"/>
                  <a:pt x="105976" y="9634"/>
                </a:cubicBezTo>
                <a:cubicBezTo>
                  <a:pt x="106889" y="10684"/>
                  <a:pt x="107345" y="12265"/>
                  <a:pt x="107345" y="14378"/>
                </a:cubicBezTo>
                <a:lnTo>
                  <a:pt x="107345" y="25656"/>
                </a:lnTo>
                <a:lnTo>
                  <a:pt x="104349" y="25656"/>
                </a:lnTo>
                <a:lnTo>
                  <a:pt x="104349" y="14619"/>
                </a:lnTo>
                <a:cubicBezTo>
                  <a:pt x="104349" y="13264"/>
                  <a:pt x="104096" y="12263"/>
                  <a:pt x="103591" y="11614"/>
                </a:cubicBezTo>
                <a:cubicBezTo>
                  <a:pt x="103086" y="10965"/>
                  <a:pt x="102334" y="10641"/>
                  <a:pt x="101336" y="10641"/>
                </a:cubicBezTo>
                <a:cubicBezTo>
                  <a:pt x="100968" y="10641"/>
                  <a:pt x="100609" y="10696"/>
                  <a:pt x="100259" y="10805"/>
                </a:cubicBezTo>
                <a:cubicBezTo>
                  <a:pt x="99909" y="10914"/>
                  <a:pt x="99545" y="11103"/>
                  <a:pt x="99166" y="11373"/>
                </a:cubicBezTo>
                <a:cubicBezTo>
                  <a:pt x="98787" y="11643"/>
                  <a:pt x="98377" y="12007"/>
                  <a:pt x="97935" y="12466"/>
                </a:cubicBezTo>
                <a:cubicBezTo>
                  <a:pt x="97493" y="12925"/>
                  <a:pt x="96996" y="13499"/>
                  <a:pt x="96445" y="14188"/>
                </a:cubicBezTo>
                <a:lnTo>
                  <a:pt x="96445" y="25656"/>
                </a:lnTo>
                <a:lnTo>
                  <a:pt x="93449" y="25656"/>
                </a:lnTo>
                <a:lnTo>
                  <a:pt x="93449" y="8368"/>
                </a:lnTo>
                <a:close/>
                <a:moveTo>
                  <a:pt x="126815" y="20938"/>
                </a:moveTo>
                <a:cubicBezTo>
                  <a:pt x="126815" y="21546"/>
                  <a:pt x="126712" y="22092"/>
                  <a:pt x="126505" y="22574"/>
                </a:cubicBezTo>
                <a:cubicBezTo>
                  <a:pt x="126299" y="23056"/>
                  <a:pt x="126018" y="23483"/>
                  <a:pt x="125662" y="23856"/>
                </a:cubicBezTo>
                <a:cubicBezTo>
                  <a:pt x="125306" y="24229"/>
                  <a:pt x="124893" y="24548"/>
                  <a:pt x="124422" y="24812"/>
                </a:cubicBezTo>
                <a:cubicBezTo>
                  <a:pt x="123951" y="25076"/>
                  <a:pt x="123449" y="25294"/>
                  <a:pt x="122915" y="25466"/>
                </a:cubicBezTo>
                <a:cubicBezTo>
                  <a:pt x="122382" y="25639"/>
                  <a:pt x="121833" y="25765"/>
                  <a:pt x="121271" y="25845"/>
                </a:cubicBezTo>
                <a:cubicBezTo>
                  <a:pt x="120708" y="25926"/>
                  <a:pt x="120157" y="25966"/>
                  <a:pt x="119618" y="25966"/>
                </a:cubicBezTo>
                <a:cubicBezTo>
                  <a:pt x="118447" y="25966"/>
                  <a:pt x="117371" y="25914"/>
                  <a:pt x="116389" y="25811"/>
                </a:cubicBezTo>
                <a:cubicBezTo>
                  <a:pt x="115408" y="25707"/>
                  <a:pt x="114447" y="25541"/>
                  <a:pt x="113505" y="25311"/>
                </a:cubicBezTo>
                <a:lnTo>
                  <a:pt x="113505" y="22556"/>
                </a:lnTo>
                <a:cubicBezTo>
                  <a:pt x="114516" y="22843"/>
                  <a:pt x="115520" y="23061"/>
                  <a:pt x="116519" y="23211"/>
                </a:cubicBezTo>
                <a:cubicBezTo>
                  <a:pt x="117517" y="23360"/>
                  <a:pt x="118510" y="23435"/>
                  <a:pt x="119497" y="23435"/>
                </a:cubicBezTo>
                <a:cubicBezTo>
                  <a:pt x="120932" y="23435"/>
                  <a:pt x="121994" y="23239"/>
                  <a:pt x="122683" y="22849"/>
                </a:cubicBezTo>
                <a:cubicBezTo>
                  <a:pt x="123372" y="22459"/>
                  <a:pt x="123716" y="21902"/>
                  <a:pt x="123716" y="21179"/>
                </a:cubicBezTo>
                <a:cubicBezTo>
                  <a:pt x="123716" y="20869"/>
                  <a:pt x="123661" y="20591"/>
                  <a:pt x="123552" y="20344"/>
                </a:cubicBezTo>
                <a:cubicBezTo>
                  <a:pt x="123443" y="20097"/>
                  <a:pt x="123245" y="19862"/>
                  <a:pt x="122958" y="19638"/>
                </a:cubicBezTo>
                <a:cubicBezTo>
                  <a:pt x="122671" y="19414"/>
                  <a:pt x="122227" y="19182"/>
                  <a:pt x="121624" y="18941"/>
                </a:cubicBezTo>
                <a:cubicBezTo>
                  <a:pt x="121021" y="18699"/>
                  <a:pt x="120198" y="18424"/>
                  <a:pt x="119153" y="18114"/>
                </a:cubicBezTo>
                <a:cubicBezTo>
                  <a:pt x="118372" y="17884"/>
                  <a:pt x="117652" y="17623"/>
                  <a:pt x="116992" y="17331"/>
                </a:cubicBezTo>
                <a:cubicBezTo>
                  <a:pt x="116332" y="17038"/>
                  <a:pt x="115761" y="16691"/>
                  <a:pt x="115279" y="16289"/>
                </a:cubicBezTo>
                <a:cubicBezTo>
                  <a:pt x="114797" y="15887"/>
                  <a:pt x="114418" y="15416"/>
                  <a:pt x="114142" y="14877"/>
                </a:cubicBezTo>
                <a:cubicBezTo>
                  <a:pt x="113867" y="14337"/>
                  <a:pt x="113729" y="13700"/>
                  <a:pt x="113729" y="12966"/>
                </a:cubicBezTo>
                <a:cubicBezTo>
                  <a:pt x="113729" y="12484"/>
                  <a:pt x="113841" y="11955"/>
                  <a:pt x="114065" y="11382"/>
                </a:cubicBezTo>
                <a:cubicBezTo>
                  <a:pt x="114289" y="10808"/>
                  <a:pt x="114670" y="10274"/>
                  <a:pt x="115210" y="9780"/>
                </a:cubicBezTo>
                <a:cubicBezTo>
                  <a:pt x="115750" y="9287"/>
                  <a:pt x="116478" y="8876"/>
                  <a:pt x="117397" y="8549"/>
                </a:cubicBezTo>
                <a:cubicBezTo>
                  <a:pt x="118315" y="8222"/>
                  <a:pt x="119463" y="8058"/>
                  <a:pt x="120840" y="8058"/>
                </a:cubicBezTo>
                <a:cubicBezTo>
                  <a:pt x="121518" y="8058"/>
                  <a:pt x="122270" y="8096"/>
                  <a:pt x="123096" y="8170"/>
                </a:cubicBezTo>
                <a:cubicBezTo>
                  <a:pt x="123923" y="8245"/>
                  <a:pt x="124784" y="8374"/>
                  <a:pt x="125679" y="8558"/>
                </a:cubicBezTo>
                <a:lnTo>
                  <a:pt x="125679" y="11227"/>
                </a:lnTo>
                <a:cubicBezTo>
                  <a:pt x="124738" y="10997"/>
                  <a:pt x="123845" y="10828"/>
                  <a:pt x="123001" y="10719"/>
                </a:cubicBezTo>
                <a:cubicBezTo>
                  <a:pt x="122158" y="10610"/>
                  <a:pt x="121426" y="10555"/>
                  <a:pt x="120806" y="10555"/>
                </a:cubicBezTo>
                <a:cubicBezTo>
                  <a:pt x="120060" y="10555"/>
                  <a:pt x="119431" y="10612"/>
                  <a:pt x="118921" y="10727"/>
                </a:cubicBezTo>
                <a:cubicBezTo>
                  <a:pt x="118410" y="10842"/>
                  <a:pt x="117997" y="11000"/>
                  <a:pt x="117681" y="11201"/>
                </a:cubicBezTo>
                <a:cubicBezTo>
                  <a:pt x="117365" y="11402"/>
                  <a:pt x="117138" y="11637"/>
                  <a:pt x="117001" y="11907"/>
                </a:cubicBezTo>
                <a:cubicBezTo>
                  <a:pt x="116863" y="12176"/>
                  <a:pt x="116794" y="12466"/>
                  <a:pt x="116794" y="12776"/>
                </a:cubicBezTo>
                <a:cubicBezTo>
                  <a:pt x="116794" y="13086"/>
                  <a:pt x="116854" y="13367"/>
                  <a:pt x="116975" y="13620"/>
                </a:cubicBezTo>
                <a:cubicBezTo>
                  <a:pt x="117095" y="13872"/>
                  <a:pt x="117319" y="14116"/>
                  <a:pt x="117646" y="14352"/>
                </a:cubicBezTo>
                <a:cubicBezTo>
                  <a:pt x="117974" y="14587"/>
                  <a:pt x="118430" y="14822"/>
                  <a:pt x="119015" y="15058"/>
                </a:cubicBezTo>
                <a:cubicBezTo>
                  <a:pt x="119601" y="15293"/>
                  <a:pt x="120364" y="15548"/>
                  <a:pt x="121305" y="15824"/>
                </a:cubicBezTo>
                <a:cubicBezTo>
                  <a:pt x="122327" y="16122"/>
                  <a:pt x="123188" y="16435"/>
                  <a:pt x="123888" y="16762"/>
                </a:cubicBezTo>
                <a:cubicBezTo>
                  <a:pt x="124588" y="17089"/>
                  <a:pt x="125157" y="17454"/>
                  <a:pt x="125593" y="17856"/>
                </a:cubicBezTo>
                <a:cubicBezTo>
                  <a:pt x="126029" y="18257"/>
                  <a:pt x="126342" y="18711"/>
                  <a:pt x="126531" y="19216"/>
                </a:cubicBezTo>
                <a:cubicBezTo>
                  <a:pt x="126721" y="19721"/>
                  <a:pt x="126815" y="20295"/>
                  <a:pt x="126815" y="20938"/>
                </a:cubicBezTo>
                <a:close/>
                <a:moveTo>
                  <a:pt x="146734" y="25397"/>
                </a:moveTo>
                <a:cubicBezTo>
                  <a:pt x="146056" y="25576"/>
                  <a:pt x="145356" y="25703"/>
                  <a:pt x="144633" y="25781"/>
                </a:cubicBezTo>
                <a:cubicBezTo>
                  <a:pt x="143910" y="25858"/>
                  <a:pt x="143175" y="25897"/>
                  <a:pt x="142429" y="25897"/>
                </a:cubicBezTo>
                <a:cubicBezTo>
                  <a:pt x="140259" y="25897"/>
                  <a:pt x="138641" y="25406"/>
                  <a:pt x="137573" y="24425"/>
                </a:cubicBezTo>
                <a:cubicBezTo>
                  <a:pt x="136506" y="23443"/>
                  <a:pt x="135972" y="21937"/>
                  <a:pt x="135972" y="19905"/>
                </a:cubicBezTo>
                <a:lnTo>
                  <a:pt x="135972" y="10882"/>
                </a:lnTo>
                <a:lnTo>
                  <a:pt x="131133" y="10882"/>
                </a:lnTo>
                <a:lnTo>
                  <a:pt x="131133" y="8368"/>
                </a:lnTo>
                <a:lnTo>
                  <a:pt x="135972" y="8368"/>
                </a:lnTo>
                <a:lnTo>
                  <a:pt x="135972" y="3601"/>
                </a:lnTo>
                <a:lnTo>
                  <a:pt x="138968" y="2824"/>
                </a:lnTo>
                <a:lnTo>
                  <a:pt x="138968" y="8368"/>
                </a:lnTo>
                <a:lnTo>
                  <a:pt x="146734" y="8368"/>
                </a:lnTo>
                <a:lnTo>
                  <a:pt x="146734" y="10882"/>
                </a:lnTo>
                <a:lnTo>
                  <a:pt x="138968" y="10882"/>
                </a:lnTo>
                <a:lnTo>
                  <a:pt x="138968" y="19664"/>
                </a:lnTo>
                <a:cubicBezTo>
                  <a:pt x="138968" y="20903"/>
                  <a:pt x="139298" y="21830"/>
                  <a:pt x="139958" y="22444"/>
                </a:cubicBezTo>
                <a:cubicBezTo>
                  <a:pt x="140618" y="23059"/>
                  <a:pt x="141591" y="23366"/>
                  <a:pt x="142877" y="23366"/>
                </a:cubicBezTo>
                <a:cubicBezTo>
                  <a:pt x="143428" y="23366"/>
                  <a:pt x="144030" y="23321"/>
                  <a:pt x="144684" y="23233"/>
                </a:cubicBezTo>
                <a:cubicBezTo>
                  <a:pt x="145339" y="23144"/>
                  <a:pt x="146022" y="23004"/>
                  <a:pt x="146734" y="22815"/>
                </a:cubicBezTo>
                <a:lnTo>
                  <a:pt x="146734" y="25397"/>
                </a:lnTo>
                <a:close/>
                <a:moveTo>
                  <a:pt x="162564" y="25656"/>
                </a:moveTo>
                <a:lnTo>
                  <a:pt x="162495" y="23326"/>
                </a:lnTo>
                <a:cubicBezTo>
                  <a:pt x="161554" y="24258"/>
                  <a:pt x="160598" y="24931"/>
                  <a:pt x="159628" y="25345"/>
                </a:cubicBezTo>
                <a:cubicBezTo>
                  <a:pt x="158658" y="25759"/>
                  <a:pt x="157639" y="25966"/>
                  <a:pt x="156572" y="25966"/>
                </a:cubicBezTo>
                <a:cubicBezTo>
                  <a:pt x="155585" y="25966"/>
                  <a:pt x="154741" y="25839"/>
                  <a:pt x="154041" y="25586"/>
                </a:cubicBezTo>
                <a:cubicBezTo>
                  <a:pt x="153341" y="25333"/>
                  <a:pt x="152764" y="24986"/>
                  <a:pt x="152310" y="24543"/>
                </a:cubicBezTo>
                <a:cubicBezTo>
                  <a:pt x="151857" y="24100"/>
                  <a:pt x="151524" y="23580"/>
                  <a:pt x="151312" y="22982"/>
                </a:cubicBezTo>
                <a:cubicBezTo>
                  <a:pt x="151099" y="22384"/>
                  <a:pt x="150993" y="21734"/>
                  <a:pt x="150993" y="21033"/>
                </a:cubicBezTo>
                <a:cubicBezTo>
                  <a:pt x="150993" y="19297"/>
                  <a:pt x="151639" y="17937"/>
                  <a:pt x="152930" y="16954"/>
                </a:cubicBezTo>
                <a:cubicBezTo>
                  <a:pt x="154222" y="15971"/>
                  <a:pt x="156130" y="15480"/>
                  <a:pt x="158655" y="15480"/>
                </a:cubicBezTo>
                <a:lnTo>
                  <a:pt x="162237" y="15480"/>
                </a:lnTo>
                <a:lnTo>
                  <a:pt x="162237" y="13970"/>
                </a:lnTo>
                <a:cubicBezTo>
                  <a:pt x="162237" y="12952"/>
                  <a:pt x="161910" y="12137"/>
                  <a:pt x="161255" y="11525"/>
                </a:cubicBezTo>
                <a:cubicBezTo>
                  <a:pt x="160601" y="10913"/>
                  <a:pt x="159602" y="10607"/>
                  <a:pt x="158259" y="10607"/>
                </a:cubicBezTo>
                <a:cubicBezTo>
                  <a:pt x="157284" y="10607"/>
                  <a:pt x="156322" y="10717"/>
                  <a:pt x="155375" y="10939"/>
                </a:cubicBezTo>
                <a:cubicBezTo>
                  <a:pt x="154428" y="11160"/>
                  <a:pt x="153450" y="11474"/>
                  <a:pt x="152439" y="11881"/>
                </a:cubicBezTo>
                <a:lnTo>
                  <a:pt x="152439" y="9178"/>
                </a:lnTo>
                <a:cubicBezTo>
                  <a:pt x="152818" y="9038"/>
                  <a:pt x="153240" y="8901"/>
                  <a:pt x="153705" y="8766"/>
                </a:cubicBezTo>
                <a:cubicBezTo>
                  <a:pt x="154170" y="8632"/>
                  <a:pt x="154661" y="8513"/>
                  <a:pt x="155177" y="8408"/>
                </a:cubicBezTo>
                <a:cubicBezTo>
                  <a:pt x="155694" y="8303"/>
                  <a:pt x="156233" y="8218"/>
                  <a:pt x="156796" y="8155"/>
                </a:cubicBezTo>
                <a:cubicBezTo>
                  <a:pt x="157358" y="8090"/>
                  <a:pt x="157926" y="8058"/>
                  <a:pt x="158500" y="8058"/>
                </a:cubicBezTo>
                <a:cubicBezTo>
                  <a:pt x="159545" y="8058"/>
                  <a:pt x="160486" y="8173"/>
                  <a:pt x="161324" y="8403"/>
                </a:cubicBezTo>
                <a:cubicBezTo>
                  <a:pt x="162162" y="8632"/>
                  <a:pt x="162871" y="8982"/>
                  <a:pt x="163451" y="9453"/>
                </a:cubicBezTo>
                <a:cubicBezTo>
                  <a:pt x="164030" y="9924"/>
                  <a:pt x="164475" y="10515"/>
                  <a:pt x="164785" y="11227"/>
                </a:cubicBezTo>
                <a:cubicBezTo>
                  <a:pt x="165095" y="11938"/>
                  <a:pt x="165250" y="12776"/>
                  <a:pt x="165250" y="13740"/>
                </a:cubicBezTo>
                <a:lnTo>
                  <a:pt x="165250" y="25656"/>
                </a:lnTo>
                <a:lnTo>
                  <a:pt x="162564" y="25656"/>
                </a:lnTo>
                <a:moveTo>
                  <a:pt x="162237" y="17770"/>
                </a:moveTo>
                <a:lnTo>
                  <a:pt x="158432" y="17770"/>
                </a:lnTo>
                <a:cubicBezTo>
                  <a:pt x="157685" y="17770"/>
                  <a:pt x="157043" y="17845"/>
                  <a:pt x="156503" y="17995"/>
                </a:cubicBezTo>
                <a:cubicBezTo>
                  <a:pt x="155963" y="18144"/>
                  <a:pt x="155522" y="18357"/>
                  <a:pt x="155177" y="18633"/>
                </a:cubicBezTo>
                <a:cubicBezTo>
                  <a:pt x="154833" y="18909"/>
                  <a:pt x="154577" y="19241"/>
                  <a:pt x="154411" y="19627"/>
                </a:cubicBezTo>
                <a:cubicBezTo>
                  <a:pt x="154245" y="20012"/>
                  <a:pt x="154161" y="20447"/>
                  <a:pt x="154161" y="20930"/>
                </a:cubicBezTo>
                <a:cubicBezTo>
                  <a:pt x="154161" y="21264"/>
                  <a:pt x="154213" y="21584"/>
                  <a:pt x="154316" y="21889"/>
                </a:cubicBezTo>
                <a:cubicBezTo>
                  <a:pt x="154420" y="22194"/>
                  <a:pt x="154586" y="22465"/>
                  <a:pt x="154816" y="22701"/>
                </a:cubicBezTo>
                <a:cubicBezTo>
                  <a:pt x="155045" y="22937"/>
                  <a:pt x="155344" y="23124"/>
                  <a:pt x="155711" y="23262"/>
                </a:cubicBezTo>
                <a:cubicBezTo>
                  <a:pt x="156078" y="23400"/>
                  <a:pt x="156526" y="23469"/>
                  <a:pt x="157054" y="23469"/>
                </a:cubicBezTo>
                <a:cubicBezTo>
                  <a:pt x="157743" y="23469"/>
                  <a:pt x="158532" y="23259"/>
                  <a:pt x="159422" y="22839"/>
                </a:cubicBezTo>
                <a:cubicBezTo>
                  <a:pt x="160311" y="22418"/>
                  <a:pt x="161250" y="21753"/>
                  <a:pt x="162237" y="20844"/>
                </a:cubicBezTo>
                <a:lnTo>
                  <a:pt x="162237" y="17770"/>
                </a:lnTo>
                <a:close/>
                <a:moveTo>
                  <a:pt x="171135" y="8368"/>
                </a:moveTo>
                <a:lnTo>
                  <a:pt x="173804" y="8368"/>
                </a:lnTo>
                <a:lnTo>
                  <a:pt x="173925" y="11158"/>
                </a:lnTo>
                <a:cubicBezTo>
                  <a:pt x="174430" y="10561"/>
                  <a:pt x="174918" y="10064"/>
                  <a:pt x="175388" y="9668"/>
                </a:cubicBezTo>
                <a:cubicBezTo>
                  <a:pt x="175859" y="9272"/>
                  <a:pt x="176321" y="8954"/>
                  <a:pt x="176774" y="8713"/>
                </a:cubicBezTo>
                <a:cubicBezTo>
                  <a:pt x="177228" y="8472"/>
                  <a:pt x="177690" y="8302"/>
                  <a:pt x="178160" y="8205"/>
                </a:cubicBezTo>
                <a:cubicBezTo>
                  <a:pt x="178631" y="8107"/>
                  <a:pt x="179119" y="8058"/>
                  <a:pt x="179624" y="8058"/>
                </a:cubicBezTo>
                <a:cubicBezTo>
                  <a:pt x="181403" y="8058"/>
                  <a:pt x="182749" y="8583"/>
                  <a:pt x="183662" y="9634"/>
                </a:cubicBezTo>
                <a:cubicBezTo>
                  <a:pt x="184574" y="10684"/>
                  <a:pt x="185031" y="12265"/>
                  <a:pt x="185031" y="14378"/>
                </a:cubicBezTo>
                <a:lnTo>
                  <a:pt x="185031" y="25656"/>
                </a:lnTo>
                <a:lnTo>
                  <a:pt x="182035" y="25656"/>
                </a:lnTo>
                <a:lnTo>
                  <a:pt x="182035" y="14619"/>
                </a:lnTo>
                <a:cubicBezTo>
                  <a:pt x="182035" y="13264"/>
                  <a:pt x="181782" y="12263"/>
                  <a:pt x="181277" y="11614"/>
                </a:cubicBezTo>
                <a:cubicBezTo>
                  <a:pt x="180772" y="10965"/>
                  <a:pt x="180020" y="10641"/>
                  <a:pt x="179021" y="10641"/>
                </a:cubicBezTo>
                <a:cubicBezTo>
                  <a:pt x="178654" y="10641"/>
                  <a:pt x="178295" y="10696"/>
                  <a:pt x="177945" y="10805"/>
                </a:cubicBezTo>
                <a:cubicBezTo>
                  <a:pt x="177595" y="10914"/>
                  <a:pt x="177231" y="11103"/>
                  <a:pt x="176852" y="11373"/>
                </a:cubicBezTo>
                <a:cubicBezTo>
                  <a:pt x="176473" y="11643"/>
                  <a:pt x="176063" y="12007"/>
                  <a:pt x="175621" y="12466"/>
                </a:cubicBezTo>
                <a:cubicBezTo>
                  <a:pt x="175179" y="12925"/>
                  <a:pt x="174682" y="13499"/>
                  <a:pt x="174131" y="14188"/>
                </a:cubicBezTo>
                <a:lnTo>
                  <a:pt x="174131" y="25656"/>
                </a:lnTo>
                <a:lnTo>
                  <a:pt x="171135" y="25656"/>
                </a:lnTo>
                <a:lnTo>
                  <a:pt x="171135" y="8368"/>
                </a:lnTo>
                <a:close/>
                <a:moveTo>
                  <a:pt x="204243" y="25019"/>
                </a:moveTo>
                <a:cubicBezTo>
                  <a:pt x="203462" y="25317"/>
                  <a:pt x="202662" y="25538"/>
                  <a:pt x="201841" y="25682"/>
                </a:cubicBezTo>
                <a:cubicBezTo>
                  <a:pt x="201020" y="25825"/>
                  <a:pt x="200174" y="25897"/>
                  <a:pt x="199301" y="25897"/>
                </a:cubicBezTo>
                <a:cubicBezTo>
                  <a:pt x="196569" y="25897"/>
                  <a:pt x="194466" y="25156"/>
                  <a:pt x="192990" y="23676"/>
                </a:cubicBezTo>
                <a:cubicBezTo>
                  <a:pt x="191515" y="22195"/>
                  <a:pt x="190778" y="20031"/>
                  <a:pt x="190778" y="17184"/>
                </a:cubicBezTo>
                <a:cubicBezTo>
                  <a:pt x="190778" y="15818"/>
                  <a:pt x="190990" y="14578"/>
                  <a:pt x="191415" y="13465"/>
                </a:cubicBezTo>
                <a:cubicBezTo>
                  <a:pt x="191840" y="12352"/>
                  <a:pt x="192437" y="11399"/>
                  <a:pt x="193206" y="10607"/>
                </a:cubicBezTo>
                <a:cubicBezTo>
                  <a:pt x="193975" y="9815"/>
                  <a:pt x="194893" y="9203"/>
                  <a:pt x="195961" y="8773"/>
                </a:cubicBezTo>
                <a:cubicBezTo>
                  <a:pt x="197028" y="8342"/>
                  <a:pt x="198205" y="8127"/>
                  <a:pt x="199490" y="8127"/>
                </a:cubicBezTo>
                <a:cubicBezTo>
                  <a:pt x="200386" y="8127"/>
                  <a:pt x="201224" y="8192"/>
                  <a:pt x="202004" y="8321"/>
                </a:cubicBezTo>
                <a:cubicBezTo>
                  <a:pt x="202785" y="8450"/>
                  <a:pt x="203531" y="8661"/>
                  <a:pt x="204243" y="8954"/>
                </a:cubicBezTo>
                <a:lnTo>
                  <a:pt x="204243" y="11812"/>
                </a:lnTo>
                <a:cubicBezTo>
                  <a:pt x="203497" y="11416"/>
                  <a:pt x="202736" y="11127"/>
                  <a:pt x="201961" y="10947"/>
                </a:cubicBezTo>
                <a:cubicBezTo>
                  <a:pt x="201187" y="10766"/>
                  <a:pt x="200386" y="10676"/>
                  <a:pt x="199559" y="10676"/>
                </a:cubicBezTo>
                <a:cubicBezTo>
                  <a:pt x="198790" y="10676"/>
                  <a:pt x="198064" y="10822"/>
                  <a:pt x="197381" y="11115"/>
                </a:cubicBezTo>
                <a:cubicBezTo>
                  <a:pt x="196698" y="11407"/>
                  <a:pt x="196098" y="11829"/>
                  <a:pt x="195582" y="12380"/>
                </a:cubicBezTo>
                <a:cubicBezTo>
                  <a:pt x="195065" y="12931"/>
                  <a:pt x="194658" y="13603"/>
                  <a:pt x="194359" y="14395"/>
                </a:cubicBezTo>
                <a:cubicBezTo>
                  <a:pt x="194061" y="15187"/>
                  <a:pt x="193912" y="16082"/>
                  <a:pt x="193912" y="17081"/>
                </a:cubicBezTo>
                <a:cubicBezTo>
                  <a:pt x="193912" y="19170"/>
                  <a:pt x="194420" y="20734"/>
                  <a:pt x="195436" y="21773"/>
                </a:cubicBezTo>
                <a:cubicBezTo>
                  <a:pt x="196451" y="22812"/>
                  <a:pt x="197860" y="23331"/>
                  <a:pt x="199663" y="23331"/>
                </a:cubicBezTo>
                <a:cubicBezTo>
                  <a:pt x="200478" y="23331"/>
                  <a:pt x="201267" y="23239"/>
                  <a:pt x="202030" y="23056"/>
                </a:cubicBezTo>
                <a:cubicBezTo>
                  <a:pt x="202794" y="22872"/>
                  <a:pt x="203531" y="22597"/>
                  <a:pt x="204243" y="22229"/>
                </a:cubicBezTo>
                <a:lnTo>
                  <a:pt x="204243" y="25019"/>
                </a:lnTo>
                <a:close/>
                <a:moveTo>
                  <a:pt x="225091" y="16099"/>
                </a:moveTo>
                <a:cubicBezTo>
                  <a:pt x="225091" y="16524"/>
                  <a:pt x="225085" y="16880"/>
                  <a:pt x="225074" y="17167"/>
                </a:cubicBezTo>
                <a:cubicBezTo>
                  <a:pt x="225062" y="17454"/>
                  <a:pt x="225045" y="17724"/>
                  <a:pt x="225022" y="17976"/>
                </a:cubicBezTo>
                <a:lnTo>
                  <a:pt x="212883" y="17976"/>
                </a:lnTo>
                <a:cubicBezTo>
                  <a:pt x="212883" y="19744"/>
                  <a:pt x="213377" y="21101"/>
                  <a:pt x="214364" y="22048"/>
                </a:cubicBezTo>
                <a:cubicBezTo>
                  <a:pt x="215351" y="22995"/>
                  <a:pt x="216774" y="23469"/>
                  <a:pt x="218634" y="23469"/>
                </a:cubicBezTo>
                <a:cubicBezTo>
                  <a:pt x="219139" y="23469"/>
                  <a:pt x="219644" y="23449"/>
                  <a:pt x="220149" y="23408"/>
                </a:cubicBezTo>
                <a:cubicBezTo>
                  <a:pt x="220654" y="23366"/>
                  <a:pt x="221142" y="23311"/>
                  <a:pt x="221613" y="23240"/>
                </a:cubicBezTo>
                <a:cubicBezTo>
                  <a:pt x="222084" y="23170"/>
                  <a:pt x="222534" y="23090"/>
                  <a:pt x="222965" y="23002"/>
                </a:cubicBezTo>
                <a:cubicBezTo>
                  <a:pt x="223395" y="22914"/>
                  <a:pt x="223794" y="22817"/>
                  <a:pt x="224161" y="22711"/>
                </a:cubicBezTo>
                <a:lnTo>
                  <a:pt x="224161" y="25174"/>
                </a:lnTo>
                <a:cubicBezTo>
                  <a:pt x="223346" y="25408"/>
                  <a:pt x="222425" y="25599"/>
                  <a:pt x="221398" y="25746"/>
                </a:cubicBezTo>
                <a:cubicBezTo>
                  <a:pt x="220370" y="25892"/>
                  <a:pt x="219306" y="25966"/>
                  <a:pt x="218204" y="25966"/>
                </a:cubicBezTo>
                <a:cubicBezTo>
                  <a:pt x="216723" y="25966"/>
                  <a:pt x="215449" y="25765"/>
                  <a:pt x="214381" y="25363"/>
                </a:cubicBezTo>
                <a:cubicBezTo>
                  <a:pt x="213313" y="24961"/>
                  <a:pt x="212438" y="24379"/>
                  <a:pt x="211755" y="23615"/>
                </a:cubicBezTo>
                <a:cubicBezTo>
                  <a:pt x="211072" y="22852"/>
                  <a:pt x="210567" y="21916"/>
                  <a:pt x="210240" y="20809"/>
                </a:cubicBezTo>
                <a:cubicBezTo>
                  <a:pt x="209913" y="19701"/>
                  <a:pt x="209749" y="18447"/>
                  <a:pt x="209749" y="17046"/>
                </a:cubicBezTo>
                <a:cubicBezTo>
                  <a:pt x="209749" y="15830"/>
                  <a:pt x="209924" y="14679"/>
                  <a:pt x="210274" y="13594"/>
                </a:cubicBezTo>
                <a:cubicBezTo>
                  <a:pt x="210624" y="12509"/>
                  <a:pt x="211135" y="11557"/>
                  <a:pt x="211807" y="10736"/>
                </a:cubicBezTo>
                <a:cubicBezTo>
                  <a:pt x="212478" y="9915"/>
                  <a:pt x="213302" y="9264"/>
                  <a:pt x="214278" y="8782"/>
                </a:cubicBezTo>
                <a:cubicBezTo>
                  <a:pt x="215253" y="8299"/>
                  <a:pt x="216361" y="8058"/>
                  <a:pt x="217601" y="8058"/>
                </a:cubicBezTo>
                <a:cubicBezTo>
                  <a:pt x="218806" y="8058"/>
                  <a:pt x="219874" y="8248"/>
                  <a:pt x="220804" y="8627"/>
                </a:cubicBezTo>
                <a:cubicBezTo>
                  <a:pt x="221733" y="9005"/>
                  <a:pt x="222517" y="9542"/>
                  <a:pt x="223154" y="10236"/>
                </a:cubicBezTo>
                <a:cubicBezTo>
                  <a:pt x="223791" y="10931"/>
                  <a:pt x="224273" y="11775"/>
                  <a:pt x="224600" y="12768"/>
                </a:cubicBezTo>
                <a:cubicBezTo>
                  <a:pt x="224927" y="13761"/>
                  <a:pt x="225091" y="14871"/>
                  <a:pt x="225091" y="16099"/>
                </a:cubicBezTo>
                <a:moveTo>
                  <a:pt x="221974" y="15669"/>
                </a:moveTo>
                <a:cubicBezTo>
                  <a:pt x="222009" y="14900"/>
                  <a:pt x="221934" y="14197"/>
                  <a:pt x="221751" y="13560"/>
                </a:cubicBezTo>
                <a:cubicBezTo>
                  <a:pt x="221567" y="12923"/>
                  <a:pt x="221283" y="12374"/>
                  <a:pt x="220898" y="11915"/>
                </a:cubicBezTo>
                <a:cubicBezTo>
                  <a:pt x="220514" y="11456"/>
                  <a:pt x="220034" y="11097"/>
                  <a:pt x="219461" y="10839"/>
                </a:cubicBezTo>
                <a:cubicBezTo>
                  <a:pt x="218887" y="10581"/>
                  <a:pt x="218221" y="10452"/>
                  <a:pt x="217463" y="10452"/>
                </a:cubicBezTo>
                <a:cubicBezTo>
                  <a:pt x="216809" y="10452"/>
                  <a:pt x="216212" y="10578"/>
                  <a:pt x="215672" y="10831"/>
                </a:cubicBezTo>
                <a:cubicBezTo>
                  <a:pt x="215133" y="11083"/>
                  <a:pt x="214668" y="11439"/>
                  <a:pt x="214278" y="11898"/>
                </a:cubicBezTo>
                <a:cubicBezTo>
                  <a:pt x="213887" y="12357"/>
                  <a:pt x="213572" y="12908"/>
                  <a:pt x="213331" y="13551"/>
                </a:cubicBezTo>
                <a:cubicBezTo>
                  <a:pt x="213090" y="14194"/>
                  <a:pt x="212940" y="14900"/>
                  <a:pt x="212883" y="15669"/>
                </a:cubicBezTo>
                <a:lnTo>
                  <a:pt x="221974" y="15669"/>
                </a:lnTo>
                <a:close/>
                <a:moveTo>
                  <a:pt x="239769" y="32888"/>
                </a:moveTo>
                <a:cubicBezTo>
                  <a:pt x="234477" y="27984"/>
                  <a:pt x="231831" y="22563"/>
                  <a:pt x="231831" y="16625"/>
                </a:cubicBezTo>
                <a:cubicBezTo>
                  <a:pt x="231831" y="15235"/>
                  <a:pt x="231971" y="13848"/>
                  <a:pt x="232253" y="12464"/>
                </a:cubicBezTo>
                <a:cubicBezTo>
                  <a:pt x="232534" y="11080"/>
                  <a:pt x="232987" y="9693"/>
                  <a:pt x="233613" y="8304"/>
                </a:cubicBezTo>
                <a:cubicBezTo>
                  <a:pt x="234239" y="6914"/>
                  <a:pt x="235065" y="5524"/>
                  <a:pt x="236092" y="4135"/>
                </a:cubicBezTo>
                <a:cubicBezTo>
                  <a:pt x="237120" y="2745"/>
                  <a:pt x="238368" y="1367"/>
                  <a:pt x="239838" y="0"/>
                </a:cubicBezTo>
                <a:lnTo>
                  <a:pt x="241577" y="1775"/>
                </a:lnTo>
                <a:cubicBezTo>
                  <a:pt x="237123" y="6173"/>
                  <a:pt x="234896" y="11049"/>
                  <a:pt x="234896" y="16401"/>
                </a:cubicBezTo>
                <a:cubicBezTo>
                  <a:pt x="234896" y="19065"/>
                  <a:pt x="235458" y="21627"/>
                  <a:pt x="236583" y="24085"/>
                </a:cubicBezTo>
                <a:cubicBezTo>
                  <a:pt x="237708" y="26542"/>
                  <a:pt x="239373" y="28862"/>
                  <a:pt x="241577" y="31044"/>
                </a:cubicBezTo>
                <a:lnTo>
                  <a:pt x="239769" y="32888"/>
                </a:lnTo>
                <a:close/>
                <a:moveTo>
                  <a:pt x="252656" y="0"/>
                </a:moveTo>
                <a:cubicBezTo>
                  <a:pt x="257948" y="4904"/>
                  <a:pt x="260594" y="10360"/>
                  <a:pt x="260594" y="16366"/>
                </a:cubicBezTo>
                <a:cubicBezTo>
                  <a:pt x="260594" y="17607"/>
                  <a:pt x="260468" y="18893"/>
                  <a:pt x="260215" y="20225"/>
                </a:cubicBezTo>
                <a:cubicBezTo>
                  <a:pt x="259963" y="21558"/>
                  <a:pt x="259532" y="22922"/>
                  <a:pt x="258924" y="24317"/>
                </a:cubicBezTo>
                <a:cubicBezTo>
                  <a:pt x="258315" y="25712"/>
                  <a:pt x="257498" y="27128"/>
                  <a:pt x="256470" y="28564"/>
                </a:cubicBezTo>
                <a:cubicBezTo>
                  <a:pt x="255443" y="29999"/>
                  <a:pt x="254149" y="31441"/>
                  <a:pt x="252587" y="32888"/>
                </a:cubicBezTo>
                <a:lnTo>
                  <a:pt x="250848" y="31113"/>
                </a:lnTo>
                <a:cubicBezTo>
                  <a:pt x="253087" y="28896"/>
                  <a:pt x="254757" y="26582"/>
                  <a:pt x="255859" y="24171"/>
                </a:cubicBezTo>
                <a:cubicBezTo>
                  <a:pt x="256961" y="21759"/>
                  <a:pt x="257512" y="19232"/>
                  <a:pt x="257512" y="16590"/>
                </a:cubicBezTo>
                <a:cubicBezTo>
                  <a:pt x="257512" y="11123"/>
                  <a:pt x="255291" y="6208"/>
                  <a:pt x="250848" y="1843"/>
                </a:cubicBezTo>
                <a:lnTo>
                  <a:pt x="252656" y="0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Text -">
            <a:extLst xmlns:a="http://schemas.openxmlformats.org/drawingml/2006/main">
              <a:ext uri="{FF2B5EF4-FFF2-40B4-BE49-F238E27FC236}">
                <a16:creationId xmlns:a16="http://schemas.microsoft.com/office/drawing/2014/main" id="{A90949EA-10B7-4A7B-9698-517E9147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341" y="9463474"/>
            <a:ext cx="10297" cy="2824"/>
          </a:xfrm>
          <a:custGeom xmlns:a="http://schemas.openxmlformats.org/drawingml/2006/main">
            <a:pathLst>
              <a:path w="10297" h="2824">
                <a:moveTo>
                  <a:pt x="10297" y="2824"/>
                </a:moveTo>
                <a:lnTo>
                  <a:pt x="0" y="2824"/>
                </a:lnTo>
                <a:lnTo>
                  <a:pt x="0" y="0"/>
                </a:lnTo>
                <a:lnTo>
                  <a:pt x="10297" y="0"/>
                </a:lnTo>
                <a:lnTo>
                  <a:pt x="10297" y="2824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Text .overlay.getInstance()">
            <a:extLst xmlns:a="http://schemas.openxmlformats.org/drawingml/2006/main">
              <a:ext uri="{FF2B5EF4-FFF2-40B4-BE49-F238E27FC236}">
                <a16:creationId xmlns:a16="http://schemas.microsoft.com/office/drawing/2014/main" id="{1D57DB14-5919-4341-8A7C-0197F8F1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63" y="9448631"/>
            <a:ext cx="416170" cy="32888"/>
          </a:xfrm>
          <a:custGeom xmlns:a="http://schemas.openxmlformats.org/drawingml/2006/main">
            <a:pathLst>
              <a:path w="416170" h="32888">
                <a:moveTo>
                  <a:pt x="2858" y="20232"/>
                </a:moveTo>
                <a:cubicBezTo>
                  <a:pt x="3249" y="20232"/>
                  <a:pt x="3619" y="20307"/>
                  <a:pt x="3969" y="20456"/>
                </a:cubicBezTo>
                <a:cubicBezTo>
                  <a:pt x="4319" y="20605"/>
                  <a:pt x="4623" y="20812"/>
                  <a:pt x="4881" y="21076"/>
                </a:cubicBezTo>
                <a:cubicBezTo>
                  <a:pt x="5140" y="21340"/>
                  <a:pt x="5344" y="21647"/>
                  <a:pt x="5493" y="21997"/>
                </a:cubicBezTo>
                <a:cubicBezTo>
                  <a:pt x="5642" y="22347"/>
                  <a:pt x="5717" y="22723"/>
                  <a:pt x="5717" y="23125"/>
                </a:cubicBezTo>
                <a:cubicBezTo>
                  <a:pt x="5717" y="23515"/>
                  <a:pt x="5642" y="23882"/>
                  <a:pt x="5493" y="24227"/>
                </a:cubicBezTo>
                <a:cubicBezTo>
                  <a:pt x="5344" y="24571"/>
                  <a:pt x="5140" y="24872"/>
                  <a:pt x="4881" y="25131"/>
                </a:cubicBezTo>
                <a:cubicBezTo>
                  <a:pt x="4623" y="25389"/>
                  <a:pt x="4319" y="25593"/>
                  <a:pt x="3969" y="25742"/>
                </a:cubicBezTo>
                <a:cubicBezTo>
                  <a:pt x="3619" y="25891"/>
                  <a:pt x="3249" y="25966"/>
                  <a:pt x="2858" y="25966"/>
                </a:cubicBezTo>
                <a:cubicBezTo>
                  <a:pt x="2457" y="25966"/>
                  <a:pt x="2083" y="25891"/>
                  <a:pt x="1739" y="25742"/>
                </a:cubicBezTo>
                <a:cubicBezTo>
                  <a:pt x="1395" y="25593"/>
                  <a:pt x="1093" y="25389"/>
                  <a:pt x="835" y="25131"/>
                </a:cubicBezTo>
                <a:cubicBezTo>
                  <a:pt x="577" y="24872"/>
                  <a:pt x="373" y="24571"/>
                  <a:pt x="224" y="24227"/>
                </a:cubicBezTo>
                <a:cubicBezTo>
                  <a:pt x="75" y="23882"/>
                  <a:pt x="0" y="23515"/>
                  <a:pt x="0" y="23125"/>
                </a:cubicBezTo>
                <a:cubicBezTo>
                  <a:pt x="0" y="22723"/>
                  <a:pt x="75" y="22347"/>
                  <a:pt x="224" y="21997"/>
                </a:cubicBezTo>
                <a:cubicBezTo>
                  <a:pt x="373" y="21647"/>
                  <a:pt x="577" y="21340"/>
                  <a:pt x="835" y="21076"/>
                </a:cubicBezTo>
                <a:cubicBezTo>
                  <a:pt x="1093" y="20812"/>
                  <a:pt x="1395" y="20605"/>
                  <a:pt x="1739" y="20456"/>
                </a:cubicBezTo>
                <a:cubicBezTo>
                  <a:pt x="2083" y="20307"/>
                  <a:pt x="2457" y="20232"/>
                  <a:pt x="2858" y="20232"/>
                </a:cubicBezTo>
                <a:close/>
                <a:moveTo>
                  <a:pt x="30812" y="16874"/>
                </a:moveTo>
                <a:cubicBezTo>
                  <a:pt x="30812" y="18217"/>
                  <a:pt x="30623" y="19448"/>
                  <a:pt x="30244" y="20568"/>
                </a:cubicBezTo>
                <a:cubicBezTo>
                  <a:pt x="29865" y="21687"/>
                  <a:pt x="29320" y="22645"/>
                  <a:pt x="28608" y="23443"/>
                </a:cubicBezTo>
                <a:cubicBezTo>
                  <a:pt x="27897" y="24241"/>
                  <a:pt x="27030" y="24861"/>
                  <a:pt x="26008" y="25303"/>
                </a:cubicBezTo>
                <a:cubicBezTo>
                  <a:pt x="24987" y="25745"/>
                  <a:pt x="23827" y="25966"/>
                  <a:pt x="22530" y="25966"/>
                </a:cubicBezTo>
                <a:cubicBezTo>
                  <a:pt x="21290" y="25966"/>
                  <a:pt x="20180" y="25773"/>
                  <a:pt x="19198" y="25389"/>
                </a:cubicBezTo>
                <a:cubicBezTo>
                  <a:pt x="18217" y="25004"/>
                  <a:pt x="17385" y="24439"/>
                  <a:pt x="16702" y="23693"/>
                </a:cubicBezTo>
                <a:cubicBezTo>
                  <a:pt x="16019" y="22947"/>
                  <a:pt x="15496" y="22023"/>
                  <a:pt x="15135" y="20921"/>
                </a:cubicBezTo>
                <a:cubicBezTo>
                  <a:pt x="14773" y="19819"/>
                  <a:pt x="14592" y="18550"/>
                  <a:pt x="14592" y="17115"/>
                </a:cubicBezTo>
                <a:cubicBezTo>
                  <a:pt x="14592" y="15772"/>
                  <a:pt x="14782" y="14547"/>
                  <a:pt x="15161" y="13439"/>
                </a:cubicBezTo>
                <a:cubicBezTo>
                  <a:pt x="15539" y="12331"/>
                  <a:pt x="16085" y="11379"/>
                  <a:pt x="16796" y="10581"/>
                </a:cubicBezTo>
                <a:cubicBezTo>
                  <a:pt x="17508" y="9783"/>
                  <a:pt x="18375" y="9163"/>
                  <a:pt x="19396" y="8721"/>
                </a:cubicBezTo>
                <a:cubicBezTo>
                  <a:pt x="20418" y="8279"/>
                  <a:pt x="21577" y="8058"/>
                  <a:pt x="22875" y="8058"/>
                </a:cubicBezTo>
                <a:cubicBezTo>
                  <a:pt x="24114" y="8058"/>
                  <a:pt x="25225" y="8251"/>
                  <a:pt x="26206" y="8635"/>
                </a:cubicBezTo>
                <a:cubicBezTo>
                  <a:pt x="27188" y="9020"/>
                  <a:pt x="28020" y="9582"/>
                  <a:pt x="28703" y="10323"/>
                </a:cubicBezTo>
                <a:cubicBezTo>
                  <a:pt x="29386" y="11063"/>
                  <a:pt x="29908" y="11984"/>
                  <a:pt x="30270" y="13086"/>
                </a:cubicBezTo>
                <a:cubicBezTo>
                  <a:pt x="30632" y="14188"/>
                  <a:pt x="30812" y="15451"/>
                  <a:pt x="30812" y="16874"/>
                </a:cubicBezTo>
                <a:moveTo>
                  <a:pt x="27747" y="17012"/>
                </a:moveTo>
                <a:cubicBezTo>
                  <a:pt x="27747" y="15944"/>
                  <a:pt x="27630" y="15012"/>
                  <a:pt x="27394" y="14214"/>
                </a:cubicBezTo>
                <a:cubicBezTo>
                  <a:pt x="27159" y="13416"/>
                  <a:pt x="26823" y="12750"/>
                  <a:pt x="26387" y="12217"/>
                </a:cubicBezTo>
                <a:cubicBezTo>
                  <a:pt x="25951" y="11683"/>
                  <a:pt x="25420" y="11281"/>
                  <a:pt x="24794" y="11011"/>
                </a:cubicBezTo>
                <a:cubicBezTo>
                  <a:pt x="24169" y="10742"/>
                  <a:pt x="23471" y="10607"/>
                  <a:pt x="22702" y="10607"/>
                </a:cubicBezTo>
                <a:cubicBezTo>
                  <a:pt x="21807" y="10607"/>
                  <a:pt x="21041" y="10782"/>
                  <a:pt x="20404" y="11132"/>
                </a:cubicBezTo>
                <a:cubicBezTo>
                  <a:pt x="19767" y="11482"/>
                  <a:pt x="19244" y="11950"/>
                  <a:pt x="18837" y="12535"/>
                </a:cubicBezTo>
                <a:cubicBezTo>
                  <a:pt x="18429" y="13121"/>
                  <a:pt x="18131" y="13801"/>
                  <a:pt x="17941" y="14576"/>
                </a:cubicBezTo>
                <a:cubicBezTo>
                  <a:pt x="17752" y="15350"/>
                  <a:pt x="17657" y="16163"/>
                  <a:pt x="17657" y="17012"/>
                </a:cubicBezTo>
                <a:cubicBezTo>
                  <a:pt x="17657" y="18080"/>
                  <a:pt x="17775" y="19015"/>
                  <a:pt x="18010" y="19819"/>
                </a:cubicBezTo>
                <a:cubicBezTo>
                  <a:pt x="18246" y="20622"/>
                  <a:pt x="18581" y="21291"/>
                  <a:pt x="19018" y="21825"/>
                </a:cubicBezTo>
                <a:cubicBezTo>
                  <a:pt x="19454" y="22358"/>
                  <a:pt x="19982" y="22760"/>
                  <a:pt x="20602" y="23030"/>
                </a:cubicBezTo>
                <a:cubicBezTo>
                  <a:pt x="21222" y="23300"/>
                  <a:pt x="21922" y="23435"/>
                  <a:pt x="22702" y="23435"/>
                </a:cubicBezTo>
                <a:cubicBezTo>
                  <a:pt x="23598" y="23435"/>
                  <a:pt x="24364" y="23260"/>
                  <a:pt x="25001" y="22909"/>
                </a:cubicBezTo>
                <a:cubicBezTo>
                  <a:pt x="25638" y="22559"/>
                  <a:pt x="26160" y="22092"/>
                  <a:pt x="26568" y="21506"/>
                </a:cubicBezTo>
                <a:cubicBezTo>
                  <a:pt x="26975" y="20921"/>
                  <a:pt x="27274" y="20241"/>
                  <a:pt x="27463" y="19466"/>
                </a:cubicBezTo>
                <a:cubicBezTo>
                  <a:pt x="27653" y="18691"/>
                  <a:pt x="27747" y="17873"/>
                  <a:pt x="27747" y="17012"/>
                </a:cubicBezTo>
                <a:close/>
                <a:moveTo>
                  <a:pt x="33822" y="8368"/>
                </a:moveTo>
                <a:lnTo>
                  <a:pt x="37231" y="8368"/>
                </a:lnTo>
                <a:lnTo>
                  <a:pt x="41467" y="19801"/>
                </a:lnTo>
                <a:lnTo>
                  <a:pt x="42380" y="22591"/>
                </a:lnTo>
                <a:lnTo>
                  <a:pt x="43327" y="19733"/>
                </a:lnTo>
                <a:lnTo>
                  <a:pt x="47528" y="8368"/>
                </a:lnTo>
                <a:lnTo>
                  <a:pt x="50817" y="8368"/>
                </a:lnTo>
                <a:lnTo>
                  <a:pt x="44033" y="25656"/>
                </a:lnTo>
                <a:lnTo>
                  <a:pt x="40589" y="25656"/>
                </a:lnTo>
                <a:lnTo>
                  <a:pt x="33822" y="8368"/>
                </a:lnTo>
                <a:close/>
                <a:moveTo>
                  <a:pt x="69719" y="16099"/>
                </a:moveTo>
                <a:cubicBezTo>
                  <a:pt x="69719" y="16524"/>
                  <a:pt x="69713" y="16880"/>
                  <a:pt x="69702" y="17167"/>
                </a:cubicBezTo>
                <a:cubicBezTo>
                  <a:pt x="69690" y="17454"/>
                  <a:pt x="69673" y="17724"/>
                  <a:pt x="69650" y="17976"/>
                </a:cubicBezTo>
                <a:lnTo>
                  <a:pt x="57511" y="17976"/>
                </a:lnTo>
                <a:cubicBezTo>
                  <a:pt x="57511" y="19744"/>
                  <a:pt x="58005" y="21101"/>
                  <a:pt x="58992" y="22048"/>
                </a:cubicBezTo>
                <a:cubicBezTo>
                  <a:pt x="59979" y="22995"/>
                  <a:pt x="61402" y="23469"/>
                  <a:pt x="63262" y="23469"/>
                </a:cubicBezTo>
                <a:cubicBezTo>
                  <a:pt x="63767" y="23469"/>
                  <a:pt x="64272" y="23449"/>
                  <a:pt x="64777" y="23408"/>
                </a:cubicBezTo>
                <a:cubicBezTo>
                  <a:pt x="65282" y="23366"/>
                  <a:pt x="65770" y="23311"/>
                  <a:pt x="66241" y="23240"/>
                </a:cubicBezTo>
                <a:cubicBezTo>
                  <a:pt x="66711" y="23170"/>
                  <a:pt x="67162" y="23090"/>
                  <a:pt x="67592" y="23002"/>
                </a:cubicBezTo>
                <a:cubicBezTo>
                  <a:pt x="68023" y="22914"/>
                  <a:pt x="68422" y="22817"/>
                  <a:pt x="68789" y="22711"/>
                </a:cubicBezTo>
                <a:lnTo>
                  <a:pt x="68789" y="25174"/>
                </a:lnTo>
                <a:cubicBezTo>
                  <a:pt x="67974" y="25408"/>
                  <a:pt x="67053" y="25599"/>
                  <a:pt x="66026" y="25746"/>
                </a:cubicBezTo>
                <a:cubicBezTo>
                  <a:pt x="64998" y="25892"/>
                  <a:pt x="63934" y="25966"/>
                  <a:pt x="62832" y="25966"/>
                </a:cubicBezTo>
                <a:cubicBezTo>
                  <a:pt x="61351" y="25966"/>
                  <a:pt x="60077" y="25765"/>
                  <a:pt x="59009" y="25363"/>
                </a:cubicBezTo>
                <a:cubicBezTo>
                  <a:pt x="57941" y="24961"/>
                  <a:pt x="57066" y="24379"/>
                  <a:pt x="56383" y="23615"/>
                </a:cubicBezTo>
                <a:cubicBezTo>
                  <a:pt x="55700" y="22852"/>
                  <a:pt x="55195" y="21916"/>
                  <a:pt x="54868" y="20809"/>
                </a:cubicBezTo>
                <a:cubicBezTo>
                  <a:pt x="54541" y="19701"/>
                  <a:pt x="54377" y="18447"/>
                  <a:pt x="54377" y="17046"/>
                </a:cubicBezTo>
                <a:cubicBezTo>
                  <a:pt x="54377" y="15830"/>
                  <a:pt x="54552" y="14679"/>
                  <a:pt x="54902" y="13594"/>
                </a:cubicBezTo>
                <a:cubicBezTo>
                  <a:pt x="55252" y="12509"/>
                  <a:pt x="55763" y="11557"/>
                  <a:pt x="56435" y="10736"/>
                </a:cubicBezTo>
                <a:cubicBezTo>
                  <a:pt x="57106" y="9915"/>
                  <a:pt x="57930" y="9264"/>
                  <a:pt x="58906" y="8782"/>
                </a:cubicBezTo>
                <a:cubicBezTo>
                  <a:pt x="59881" y="8299"/>
                  <a:pt x="60989" y="8058"/>
                  <a:pt x="62229" y="8058"/>
                </a:cubicBezTo>
                <a:cubicBezTo>
                  <a:pt x="63434" y="8058"/>
                  <a:pt x="64502" y="8248"/>
                  <a:pt x="65432" y="8627"/>
                </a:cubicBezTo>
                <a:cubicBezTo>
                  <a:pt x="66361" y="9005"/>
                  <a:pt x="67145" y="9542"/>
                  <a:pt x="67782" y="10236"/>
                </a:cubicBezTo>
                <a:cubicBezTo>
                  <a:pt x="68419" y="10931"/>
                  <a:pt x="68901" y="11775"/>
                  <a:pt x="69228" y="12768"/>
                </a:cubicBezTo>
                <a:cubicBezTo>
                  <a:pt x="69555" y="13761"/>
                  <a:pt x="69719" y="14871"/>
                  <a:pt x="69719" y="16099"/>
                </a:cubicBezTo>
                <a:moveTo>
                  <a:pt x="66602" y="15669"/>
                </a:moveTo>
                <a:cubicBezTo>
                  <a:pt x="66637" y="14900"/>
                  <a:pt x="66562" y="14197"/>
                  <a:pt x="66379" y="13560"/>
                </a:cubicBezTo>
                <a:cubicBezTo>
                  <a:pt x="66195" y="12923"/>
                  <a:pt x="65911" y="12374"/>
                  <a:pt x="65526" y="11915"/>
                </a:cubicBezTo>
                <a:cubicBezTo>
                  <a:pt x="65142" y="11456"/>
                  <a:pt x="64662" y="11097"/>
                  <a:pt x="64088" y="10839"/>
                </a:cubicBezTo>
                <a:cubicBezTo>
                  <a:pt x="63515" y="10581"/>
                  <a:pt x="62849" y="10452"/>
                  <a:pt x="62091" y="10452"/>
                </a:cubicBezTo>
                <a:cubicBezTo>
                  <a:pt x="61437" y="10452"/>
                  <a:pt x="60840" y="10578"/>
                  <a:pt x="60300" y="10831"/>
                </a:cubicBezTo>
                <a:cubicBezTo>
                  <a:pt x="59761" y="11083"/>
                  <a:pt x="59296" y="11439"/>
                  <a:pt x="58906" y="11898"/>
                </a:cubicBezTo>
                <a:cubicBezTo>
                  <a:pt x="58515" y="12357"/>
                  <a:pt x="58200" y="12908"/>
                  <a:pt x="57959" y="13551"/>
                </a:cubicBezTo>
                <a:cubicBezTo>
                  <a:pt x="57718" y="14194"/>
                  <a:pt x="57568" y="14900"/>
                  <a:pt x="57511" y="15669"/>
                </a:cubicBezTo>
                <a:lnTo>
                  <a:pt x="66602" y="15669"/>
                </a:lnTo>
                <a:close/>
                <a:moveTo>
                  <a:pt x="74478" y="8368"/>
                </a:moveTo>
                <a:lnTo>
                  <a:pt x="77216" y="8368"/>
                </a:lnTo>
                <a:lnTo>
                  <a:pt x="77302" y="11546"/>
                </a:lnTo>
                <a:cubicBezTo>
                  <a:pt x="78323" y="10320"/>
                  <a:pt x="79331" y="9433"/>
                  <a:pt x="80324" y="8883"/>
                </a:cubicBezTo>
                <a:cubicBezTo>
                  <a:pt x="81317" y="8333"/>
                  <a:pt x="82318" y="8058"/>
                  <a:pt x="83328" y="8058"/>
                </a:cubicBezTo>
                <a:cubicBezTo>
                  <a:pt x="85119" y="8058"/>
                  <a:pt x="86476" y="8637"/>
                  <a:pt x="87401" y="9793"/>
                </a:cubicBezTo>
                <a:cubicBezTo>
                  <a:pt x="88325" y="10950"/>
                  <a:pt x="88752" y="12667"/>
                  <a:pt x="88683" y="14946"/>
                </a:cubicBezTo>
                <a:lnTo>
                  <a:pt x="85653" y="14946"/>
                </a:lnTo>
                <a:cubicBezTo>
                  <a:pt x="85687" y="13437"/>
                  <a:pt x="85466" y="12342"/>
                  <a:pt x="84990" y="11662"/>
                </a:cubicBezTo>
                <a:cubicBezTo>
                  <a:pt x="84514" y="10981"/>
                  <a:pt x="83816" y="10641"/>
                  <a:pt x="82898" y="10641"/>
                </a:cubicBezTo>
                <a:cubicBezTo>
                  <a:pt x="82496" y="10641"/>
                  <a:pt x="82091" y="10713"/>
                  <a:pt x="81684" y="10856"/>
                </a:cubicBezTo>
                <a:cubicBezTo>
                  <a:pt x="81276" y="10999"/>
                  <a:pt x="80857" y="11227"/>
                  <a:pt x="80427" y="11541"/>
                </a:cubicBezTo>
                <a:cubicBezTo>
                  <a:pt x="79996" y="11856"/>
                  <a:pt x="79540" y="12259"/>
                  <a:pt x="79058" y="12750"/>
                </a:cubicBezTo>
                <a:cubicBezTo>
                  <a:pt x="78576" y="13242"/>
                  <a:pt x="78059" y="13836"/>
                  <a:pt x="77508" y="14534"/>
                </a:cubicBezTo>
                <a:lnTo>
                  <a:pt x="77508" y="25656"/>
                </a:lnTo>
                <a:lnTo>
                  <a:pt x="74478" y="25656"/>
                </a:lnTo>
                <a:lnTo>
                  <a:pt x="74478" y="8368"/>
                </a:lnTo>
                <a:close/>
                <a:moveTo>
                  <a:pt x="99338" y="3771"/>
                </a:moveTo>
                <a:lnTo>
                  <a:pt x="94224" y="3771"/>
                </a:lnTo>
                <a:lnTo>
                  <a:pt x="94224" y="1309"/>
                </a:lnTo>
                <a:lnTo>
                  <a:pt x="102369" y="1309"/>
                </a:lnTo>
                <a:lnTo>
                  <a:pt x="102369" y="23159"/>
                </a:lnTo>
                <a:lnTo>
                  <a:pt x="107517" y="23159"/>
                </a:lnTo>
                <a:lnTo>
                  <a:pt x="107517" y="25656"/>
                </a:lnTo>
                <a:lnTo>
                  <a:pt x="93656" y="25656"/>
                </a:lnTo>
                <a:lnTo>
                  <a:pt x="93656" y="23159"/>
                </a:lnTo>
                <a:lnTo>
                  <a:pt x="99338" y="23159"/>
                </a:lnTo>
                <a:lnTo>
                  <a:pt x="99338" y="3771"/>
                </a:lnTo>
                <a:close/>
                <a:moveTo>
                  <a:pt x="124233" y="25656"/>
                </a:moveTo>
                <a:lnTo>
                  <a:pt x="124164" y="23326"/>
                </a:lnTo>
                <a:cubicBezTo>
                  <a:pt x="123222" y="24258"/>
                  <a:pt x="122267" y="24931"/>
                  <a:pt x="121297" y="25345"/>
                </a:cubicBezTo>
                <a:cubicBezTo>
                  <a:pt x="120327" y="25759"/>
                  <a:pt x="119308" y="25966"/>
                  <a:pt x="118240" y="25966"/>
                </a:cubicBezTo>
                <a:cubicBezTo>
                  <a:pt x="117253" y="25966"/>
                  <a:pt x="116410" y="25839"/>
                  <a:pt x="115709" y="25586"/>
                </a:cubicBezTo>
                <a:cubicBezTo>
                  <a:pt x="115009" y="25333"/>
                  <a:pt x="114432" y="24986"/>
                  <a:pt x="113979" y="24543"/>
                </a:cubicBezTo>
                <a:cubicBezTo>
                  <a:pt x="113525" y="24100"/>
                  <a:pt x="113193" y="23580"/>
                  <a:pt x="112980" y="22982"/>
                </a:cubicBezTo>
                <a:cubicBezTo>
                  <a:pt x="112768" y="22384"/>
                  <a:pt x="112662" y="21734"/>
                  <a:pt x="112662" y="21033"/>
                </a:cubicBezTo>
                <a:cubicBezTo>
                  <a:pt x="112662" y="19297"/>
                  <a:pt x="113307" y="17937"/>
                  <a:pt x="114599" y="16954"/>
                </a:cubicBezTo>
                <a:cubicBezTo>
                  <a:pt x="115890" y="15971"/>
                  <a:pt x="117799" y="15480"/>
                  <a:pt x="120324" y="15480"/>
                </a:cubicBezTo>
                <a:lnTo>
                  <a:pt x="123905" y="15480"/>
                </a:lnTo>
                <a:lnTo>
                  <a:pt x="123905" y="13970"/>
                </a:lnTo>
                <a:cubicBezTo>
                  <a:pt x="123905" y="12952"/>
                  <a:pt x="123578" y="12137"/>
                  <a:pt x="122924" y="11525"/>
                </a:cubicBezTo>
                <a:cubicBezTo>
                  <a:pt x="122270" y="10913"/>
                  <a:pt x="121271" y="10607"/>
                  <a:pt x="119928" y="10607"/>
                </a:cubicBezTo>
                <a:cubicBezTo>
                  <a:pt x="118952" y="10607"/>
                  <a:pt x="117991" y="10717"/>
                  <a:pt x="117044" y="10939"/>
                </a:cubicBezTo>
                <a:cubicBezTo>
                  <a:pt x="116097" y="11160"/>
                  <a:pt x="115118" y="11474"/>
                  <a:pt x="114108" y="11881"/>
                </a:cubicBezTo>
                <a:lnTo>
                  <a:pt x="114108" y="9178"/>
                </a:lnTo>
                <a:cubicBezTo>
                  <a:pt x="114487" y="9038"/>
                  <a:pt x="114909" y="8901"/>
                  <a:pt x="115374" y="8766"/>
                </a:cubicBezTo>
                <a:cubicBezTo>
                  <a:pt x="115838" y="8632"/>
                  <a:pt x="116329" y="8513"/>
                  <a:pt x="116846" y="8408"/>
                </a:cubicBezTo>
                <a:cubicBezTo>
                  <a:pt x="117362" y="8303"/>
                  <a:pt x="117902" y="8218"/>
                  <a:pt x="118464" y="8155"/>
                </a:cubicBezTo>
                <a:cubicBezTo>
                  <a:pt x="119027" y="8090"/>
                  <a:pt x="119595" y="8058"/>
                  <a:pt x="120169" y="8058"/>
                </a:cubicBezTo>
                <a:cubicBezTo>
                  <a:pt x="121214" y="8058"/>
                  <a:pt x="122155" y="8173"/>
                  <a:pt x="122993" y="8403"/>
                </a:cubicBezTo>
                <a:cubicBezTo>
                  <a:pt x="123831" y="8632"/>
                  <a:pt x="124540" y="8982"/>
                  <a:pt x="125119" y="9453"/>
                </a:cubicBezTo>
                <a:cubicBezTo>
                  <a:pt x="125699" y="9924"/>
                  <a:pt x="126144" y="10515"/>
                  <a:pt x="126454" y="11227"/>
                </a:cubicBezTo>
                <a:cubicBezTo>
                  <a:pt x="126764" y="11938"/>
                  <a:pt x="126919" y="12776"/>
                  <a:pt x="126919" y="13740"/>
                </a:cubicBezTo>
                <a:lnTo>
                  <a:pt x="126919" y="25656"/>
                </a:lnTo>
                <a:lnTo>
                  <a:pt x="124233" y="25656"/>
                </a:lnTo>
                <a:moveTo>
                  <a:pt x="123905" y="17770"/>
                </a:moveTo>
                <a:lnTo>
                  <a:pt x="120100" y="17770"/>
                </a:lnTo>
                <a:cubicBezTo>
                  <a:pt x="119354" y="17770"/>
                  <a:pt x="118711" y="17845"/>
                  <a:pt x="118172" y="17995"/>
                </a:cubicBezTo>
                <a:cubicBezTo>
                  <a:pt x="117632" y="18144"/>
                  <a:pt x="117190" y="18357"/>
                  <a:pt x="116846" y="18633"/>
                </a:cubicBezTo>
                <a:cubicBezTo>
                  <a:pt x="116501" y="18909"/>
                  <a:pt x="116246" y="19241"/>
                  <a:pt x="116080" y="19627"/>
                </a:cubicBezTo>
                <a:cubicBezTo>
                  <a:pt x="115913" y="20012"/>
                  <a:pt x="115830" y="20447"/>
                  <a:pt x="115830" y="20930"/>
                </a:cubicBezTo>
                <a:cubicBezTo>
                  <a:pt x="115830" y="21264"/>
                  <a:pt x="115882" y="21584"/>
                  <a:pt x="115985" y="21889"/>
                </a:cubicBezTo>
                <a:cubicBezTo>
                  <a:pt x="116088" y="22194"/>
                  <a:pt x="116255" y="22465"/>
                  <a:pt x="116484" y="22701"/>
                </a:cubicBezTo>
                <a:cubicBezTo>
                  <a:pt x="116714" y="22937"/>
                  <a:pt x="117012" y="23124"/>
                  <a:pt x="117380" y="23262"/>
                </a:cubicBezTo>
                <a:cubicBezTo>
                  <a:pt x="117747" y="23400"/>
                  <a:pt x="118195" y="23469"/>
                  <a:pt x="118723" y="23469"/>
                </a:cubicBezTo>
                <a:cubicBezTo>
                  <a:pt x="119411" y="23469"/>
                  <a:pt x="120201" y="23259"/>
                  <a:pt x="121090" y="22839"/>
                </a:cubicBezTo>
                <a:cubicBezTo>
                  <a:pt x="121980" y="22418"/>
                  <a:pt x="122918" y="21753"/>
                  <a:pt x="123905" y="20844"/>
                </a:cubicBezTo>
                <a:lnTo>
                  <a:pt x="123905" y="17770"/>
                </a:lnTo>
                <a:close/>
                <a:moveTo>
                  <a:pt x="148180" y="8368"/>
                </a:moveTo>
                <a:lnTo>
                  <a:pt x="142291" y="23831"/>
                </a:lnTo>
                <a:cubicBezTo>
                  <a:pt x="141683" y="25403"/>
                  <a:pt x="141054" y="26758"/>
                  <a:pt x="140406" y="27894"/>
                </a:cubicBezTo>
                <a:cubicBezTo>
                  <a:pt x="139757" y="29031"/>
                  <a:pt x="139048" y="29963"/>
                  <a:pt x="138279" y="30692"/>
                </a:cubicBezTo>
                <a:cubicBezTo>
                  <a:pt x="137510" y="31421"/>
                  <a:pt x="136666" y="31958"/>
                  <a:pt x="135748" y="32302"/>
                </a:cubicBezTo>
                <a:cubicBezTo>
                  <a:pt x="134830" y="32647"/>
                  <a:pt x="133802" y="32819"/>
                  <a:pt x="132666" y="32819"/>
                </a:cubicBezTo>
                <a:cubicBezTo>
                  <a:pt x="132367" y="32819"/>
                  <a:pt x="132098" y="32813"/>
                  <a:pt x="131857" y="32802"/>
                </a:cubicBezTo>
                <a:cubicBezTo>
                  <a:pt x="131616" y="32790"/>
                  <a:pt x="131352" y="32773"/>
                  <a:pt x="131065" y="32750"/>
                </a:cubicBezTo>
                <a:lnTo>
                  <a:pt x="131065" y="30029"/>
                </a:lnTo>
                <a:cubicBezTo>
                  <a:pt x="131317" y="30064"/>
                  <a:pt x="131593" y="30095"/>
                  <a:pt x="131891" y="30124"/>
                </a:cubicBezTo>
                <a:cubicBezTo>
                  <a:pt x="132189" y="30153"/>
                  <a:pt x="132505" y="30167"/>
                  <a:pt x="132838" y="30167"/>
                </a:cubicBezTo>
                <a:cubicBezTo>
                  <a:pt x="133389" y="30167"/>
                  <a:pt x="133903" y="30087"/>
                  <a:pt x="134379" y="29926"/>
                </a:cubicBezTo>
                <a:cubicBezTo>
                  <a:pt x="134856" y="29765"/>
                  <a:pt x="135306" y="29504"/>
                  <a:pt x="135731" y="29143"/>
                </a:cubicBezTo>
                <a:cubicBezTo>
                  <a:pt x="136156" y="28781"/>
                  <a:pt x="136563" y="28313"/>
                  <a:pt x="136953" y="27739"/>
                </a:cubicBezTo>
                <a:cubicBezTo>
                  <a:pt x="137344" y="27165"/>
                  <a:pt x="137722" y="26471"/>
                  <a:pt x="138090" y="25656"/>
                </a:cubicBezTo>
                <a:lnTo>
                  <a:pt x="131185" y="8368"/>
                </a:lnTo>
                <a:lnTo>
                  <a:pt x="134594" y="8368"/>
                </a:lnTo>
                <a:lnTo>
                  <a:pt x="138968" y="19801"/>
                </a:lnTo>
                <a:lnTo>
                  <a:pt x="139846" y="22488"/>
                </a:lnTo>
                <a:lnTo>
                  <a:pt x="140845" y="19733"/>
                </a:lnTo>
                <a:lnTo>
                  <a:pt x="144891" y="8368"/>
                </a:lnTo>
                <a:lnTo>
                  <a:pt x="148180" y="8368"/>
                </a:lnTo>
                <a:close/>
                <a:moveTo>
                  <a:pt x="158259" y="20232"/>
                </a:moveTo>
                <a:cubicBezTo>
                  <a:pt x="158650" y="20232"/>
                  <a:pt x="159020" y="20307"/>
                  <a:pt x="159370" y="20456"/>
                </a:cubicBezTo>
                <a:cubicBezTo>
                  <a:pt x="159720" y="20605"/>
                  <a:pt x="160024" y="20812"/>
                  <a:pt x="160283" y="21076"/>
                </a:cubicBezTo>
                <a:cubicBezTo>
                  <a:pt x="160541" y="21340"/>
                  <a:pt x="160745" y="21647"/>
                  <a:pt x="160894" y="21997"/>
                </a:cubicBezTo>
                <a:cubicBezTo>
                  <a:pt x="161043" y="22347"/>
                  <a:pt x="161118" y="22723"/>
                  <a:pt x="161118" y="23125"/>
                </a:cubicBezTo>
                <a:cubicBezTo>
                  <a:pt x="161118" y="23515"/>
                  <a:pt x="161043" y="23882"/>
                  <a:pt x="160894" y="24227"/>
                </a:cubicBezTo>
                <a:cubicBezTo>
                  <a:pt x="160745" y="24571"/>
                  <a:pt x="160541" y="24872"/>
                  <a:pt x="160283" y="25131"/>
                </a:cubicBezTo>
                <a:cubicBezTo>
                  <a:pt x="160024" y="25389"/>
                  <a:pt x="159720" y="25593"/>
                  <a:pt x="159370" y="25742"/>
                </a:cubicBezTo>
                <a:cubicBezTo>
                  <a:pt x="159020" y="25891"/>
                  <a:pt x="158650" y="25966"/>
                  <a:pt x="158259" y="25966"/>
                </a:cubicBezTo>
                <a:cubicBezTo>
                  <a:pt x="157858" y="25966"/>
                  <a:pt x="157484" y="25891"/>
                  <a:pt x="157140" y="25742"/>
                </a:cubicBezTo>
                <a:cubicBezTo>
                  <a:pt x="156796" y="25593"/>
                  <a:pt x="156494" y="25389"/>
                  <a:pt x="156236" y="25131"/>
                </a:cubicBezTo>
                <a:cubicBezTo>
                  <a:pt x="155978" y="24872"/>
                  <a:pt x="155774" y="24571"/>
                  <a:pt x="155625" y="24227"/>
                </a:cubicBezTo>
                <a:cubicBezTo>
                  <a:pt x="155476" y="23882"/>
                  <a:pt x="155401" y="23515"/>
                  <a:pt x="155401" y="23125"/>
                </a:cubicBezTo>
                <a:cubicBezTo>
                  <a:pt x="155401" y="22723"/>
                  <a:pt x="155476" y="22347"/>
                  <a:pt x="155625" y="21997"/>
                </a:cubicBezTo>
                <a:cubicBezTo>
                  <a:pt x="155774" y="21647"/>
                  <a:pt x="155978" y="21340"/>
                  <a:pt x="156236" y="21076"/>
                </a:cubicBezTo>
                <a:cubicBezTo>
                  <a:pt x="156494" y="20812"/>
                  <a:pt x="156796" y="20605"/>
                  <a:pt x="157140" y="20456"/>
                </a:cubicBezTo>
                <a:cubicBezTo>
                  <a:pt x="157484" y="20307"/>
                  <a:pt x="157858" y="20232"/>
                  <a:pt x="158259" y="20232"/>
                </a:cubicBezTo>
                <a:close/>
                <a:moveTo>
                  <a:pt x="183584" y="10813"/>
                </a:moveTo>
                <a:cubicBezTo>
                  <a:pt x="183906" y="11215"/>
                  <a:pt x="184155" y="11683"/>
                  <a:pt x="184333" y="12217"/>
                </a:cubicBezTo>
                <a:cubicBezTo>
                  <a:pt x="184511" y="12750"/>
                  <a:pt x="184600" y="13327"/>
                  <a:pt x="184600" y="13947"/>
                </a:cubicBezTo>
                <a:cubicBezTo>
                  <a:pt x="184600" y="14842"/>
                  <a:pt x="184437" y="15660"/>
                  <a:pt x="184110" y="16401"/>
                </a:cubicBezTo>
                <a:cubicBezTo>
                  <a:pt x="183782" y="17141"/>
                  <a:pt x="183320" y="17775"/>
                  <a:pt x="182723" y="18303"/>
                </a:cubicBezTo>
                <a:cubicBezTo>
                  <a:pt x="182127" y="18831"/>
                  <a:pt x="181412" y="19242"/>
                  <a:pt x="180580" y="19535"/>
                </a:cubicBezTo>
                <a:cubicBezTo>
                  <a:pt x="179747" y="19827"/>
                  <a:pt x="178832" y="19974"/>
                  <a:pt x="177833" y="19974"/>
                </a:cubicBezTo>
                <a:cubicBezTo>
                  <a:pt x="177110" y="19974"/>
                  <a:pt x="176433" y="19896"/>
                  <a:pt x="175802" y="19741"/>
                </a:cubicBezTo>
                <a:cubicBezTo>
                  <a:pt x="175170" y="19586"/>
                  <a:pt x="174671" y="19394"/>
                  <a:pt x="174304" y="19164"/>
                </a:cubicBezTo>
                <a:cubicBezTo>
                  <a:pt x="174085" y="19486"/>
                  <a:pt x="173902" y="19789"/>
                  <a:pt x="173753" y="20075"/>
                </a:cubicBezTo>
                <a:cubicBezTo>
                  <a:pt x="173603" y="20361"/>
                  <a:pt x="173529" y="20680"/>
                  <a:pt x="173529" y="21034"/>
                </a:cubicBezTo>
                <a:cubicBezTo>
                  <a:pt x="173529" y="21468"/>
                  <a:pt x="173738" y="21827"/>
                  <a:pt x="174157" y="22112"/>
                </a:cubicBezTo>
                <a:cubicBezTo>
                  <a:pt x="174576" y="22397"/>
                  <a:pt x="175130" y="22551"/>
                  <a:pt x="175819" y="22574"/>
                </a:cubicBezTo>
                <a:lnTo>
                  <a:pt x="180364" y="22746"/>
                </a:lnTo>
                <a:cubicBezTo>
                  <a:pt x="181225" y="22769"/>
                  <a:pt x="182020" y="22878"/>
                  <a:pt x="182749" y="23074"/>
                </a:cubicBezTo>
                <a:cubicBezTo>
                  <a:pt x="183478" y="23269"/>
                  <a:pt x="184104" y="23551"/>
                  <a:pt x="184626" y="23919"/>
                </a:cubicBezTo>
                <a:cubicBezTo>
                  <a:pt x="185148" y="24287"/>
                  <a:pt x="185556" y="24741"/>
                  <a:pt x="185849" y="25281"/>
                </a:cubicBezTo>
                <a:cubicBezTo>
                  <a:pt x="186141" y="25821"/>
                  <a:pt x="186288" y="26448"/>
                  <a:pt x="186288" y="27161"/>
                </a:cubicBezTo>
                <a:cubicBezTo>
                  <a:pt x="186288" y="27932"/>
                  <a:pt x="186121" y="28662"/>
                  <a:pt x="185788" y="29352"/>
                </a:cubicBezTo>
                <a:cubicBezTo>
                  <a:pt x="185455" y="30042"/>
                  <a:pt x="184942" y="30648"/>
                  <a:pt x="184247" y="31171"/>
                </a:cubicBezTo>
                <a:cubicBezTo>
                  <a:pt x="183553" y="31694"/>
                  <a:pt x="182672" y="32111"/>
                  <a:pt x="181604" y="32422"/>
                </a:cubicBezTo>
                <a:cubicBezTo>
                  <a:pt x="180537" y="32732"/>
                  <a:pt x="179268" y="32888"/>
                  <a:pt x="177799" y="32888"/>
                </a:cubicBezTo>
                <a:cubicBezTo>
                  <a:pt x="176398" y="32888"/>
                  <a:pt x="175207" y="32775"/>
                  <a:pt x="174226" y="32551"/>
                </a:cubicBezTo>
                <a:cubicBezTo>
                  <a:pt x="173245" y="32327"/>
                  <a:pt x="172438" y="32017"/>
                  <a:pt x="171807" y="31620"/>
                </a:cubicBezTo>
                <a:cubicBezTo>
                  <a:pt x="171175" y="31223"/>
                  <a:pt x="170716" y="30752"/>
                  <a:pt x="170429" y="30205"/>
                </a:cubicBezTo>
                <a:cubicBezTo>
                  <a:pt x="170142" y="29659"/>
                  <a:pt x="169999" y="29059"/>
                  <a:pt x="169999" y="28403"/>
                </a:cubicBezTo>
                <a:cubicBezTo>
                  <a:pt x="169999" y="27564"/>
                  <a:pt x="170194" y="26828"/>
                  <a:pt x="170584" y="26195"/>
                </a:cubicBezTo>
                <a:cubicBezTo>
                  <a:pt x="170975" y="25563"/>
                  <a:pt x="171577" y="24954"/>
                  <a:pt x="172392" y="24368"/>
                </a:cubicBezTo>
                <a:cubicBezTo>
                  <a:pt x="172094" y="24230"/>
                  <a:pt x="171835" y="24058"/>
                  <a:pt x="171617" y="23852"/>
                </a:cubicBezTo>
                <a:cubicBezTo>
                  <a:pt x="171399" y="23646"/>
                  <a:pt x="171221" y="23420"/>
                  <a:pt x="171084" y="23174"/>
                </a:cubicBezTo>
                <a:cubicBezTo>
                  <a:pt x="170946" y="22927"/>
                  <a:pt x="170843" y="22667"/>
                  <a:pt x="170774" y="22392"/>
                </a:cubicBezTo>
                <a:cubicBezTo>
                  <a:pt x="170705" y="22117"/>
                  <a:pt x="170670" y="21847"/>
                  <a:pt x="170670" y="21584"/>
                </a:cubicBezTo>
                <a:cubicBezTo>
                  <a:pt x="170670" y="20839"/>
                  <a:pt x="170845" y="20158"/>
                  <a:pt x="171196" y="19539"/>
                </a:cubicBezTo>
                <a:cubicBezTo>
                  <a:pt x="171546" y="18921"/>
                  <a:pt x="171962" y="18337"/>
                  <a:pt x="172444" y="17787"/>
                </a:cubicBezTo>
                <a:cubicBezTo>
                  <a:pt x="172226" y="17523"/>
                  <a:pt x="172034" y="17265"/>
                  <a:pt x="171867" y="17012"/>
                </a:cubicBezTo>
                <a:cubicBezTo>
                  <a:pt x="171701" y="16759"/>
                  <a:pt x="171557" y="16487"/>
                  <a:pt x="171437" y="16194"/>
                </a:cubicBezTo>
                <a:cubicBezTo>
                  <a:pt x="171316" y="15901"/>
                  <a:pt x="171224" y="15586"/>
                  <a:pt x="171161" y="15247"/>
                </a:cubicBezTo>
                <a:cubicBezTo>
                  <a:pt x="171098" y="14908"/>
                  <a:pt x="171066" y="14521"/>
                  <a:pt x="171066" y="14085"/>
                </a:cubicBezTo>
                <a:cubicBezTo>
                  <a:pt x="171066" y="13189"/>
                  <a:pt x="171230" y="12372"/>
                  <a:pt x="171557" y="11631"/>
                </a:cubicBezTo>
                <a:cubicBezTo>
                  <a:pt x="171884" y="10891"/>
                  <a:pt x="172343" y="10257"/>
                  <a:pt x="172935" y="9729"/>
                </a:cubicBezTo>
                <a:cubicBezTo>
                  <a:pt x="173526" y="9200"/>
                  <a:pt x="174237" y="8790"/>
                  <a:pt x="175070" y="8497"/>
                </a:cubicBezTo>
                <a:cubicBezTo>
                  <a:pt x="175902" y="8205"/>
                  <a:pt x="176823" y="8058"/>
                  <a:pt x="177833" y="8058"/>
                </a:cubicBezTo>
                <a:cubicBezTo>
                  <a:pt x="178258" y="8058"/>
                  <a:pt x="178666" y="8087"/>
                  <a:pt x="179056" y="8144"/>
                </a:cubicBezTo>
                <a:cubicBezTo>
                  <a:pt x="179446" y="8202"/>
                  <a:pt x="179791" y="8276"/>
                  <a:pt x="180089" y="8368"/>
                </a:cubicBezTo>
                <a:lnTo>
                  <a:pt x="186357" y="8368"/>
                </a:lnTo>
                <a:lnTo>
                  <a:pt x="186357" y="10813"/>
                </a:lnTo>
                <a:lnTo>
                  <a:pt x="183584" y="10813"/>
                </a:lnTo>
                <a:moveTo>
                  <a:pt x="173184" y="28145"/>
                </a:moveTo>
                <a:cubicBezTo>
                  <a:pt x="173184" y="28962"/>
                  <a:pt x="173609" y="29558"/>
                  <a:pt x="174458" y="29932"/>
                </a:cubicBezTo>
                <a:cubicBezTo>
                  <a:pt x="175308" y="30307"/>
                  <a:pt x="176490" y="30494"/>
                  <a:pt x="178006" y="30494"/>
                </a:cubicBezTo>
                <a:cubicBezTo>
                  <a:pt x="178958" y="30494"/>
                  <a:pt x="179759" y="30408"/>
                  <a:pt x="180408" y="30235"/>
                </a:cubicBezTo>
                <a:cubicBezTo>
                  <a:pt x="181056" y="30062"/>
                  <a:pt x="181578" y="29835"/>
                  <a:pt x="181974" y="29553"/>
                </a:cubicBezTo>
                <a:cubicBezTo>
                  <a:pt x="182370" y="29270"/>
                  <a:pt x="182655" y="28948"/>
                  <a:pt x="182827" y="28585"/>
                </a:cubicBezTo>
                <a:cubicBezTo>
                  <a:pt x="182999" y="28222"/>
                  <a:pt x="183085" y="27851"/>
                  <a:pt x="183085" y="27471"/>
                </a:cubicBezTo>
                <a:cubicBezTo>
                  <a:pt x="183085" y="26768"/>
                  <a:pt x="182798" y="26250"/>
                  <a:pt x="182224" y="25916"/>
                </a:cubicBezTo>
                <a:cubicBezTo>
                  <a:pt x="181650" y="25582"/>
                  <a:pt x="180772" y="25386"/>
                  <a:pt x="179590" y="25329"/>
                </a:cubicBezTo>
                <a:lnTo>
                  <a:pt x="175078" y="25174"/>
                </a:lnTo>
                <a:cubicBezTo>
                  <a:pt x="174700" y="25427"/>
                  <a:pt x="174387" y="25674"/>
                  <a:pt x="174140" y="25916"/>
                </a:cubicBezTo>
                <a:cubicBezTo>
                  <a:pt x="173893" y="26158"/>
                  <a:pt x="173701" y="26403"/>
                  <a:pt x="173563" y="26651"/>
                </a:cubicBezTo>
                <a:cubicBezTo>
                  <a:pt x="173425" y="26898"/>
                  <a:pt x="173328" y="27146"/>
                  <a:pt x="173270" y="27393"/>
                </a:cubicBezTo>
                <a:cubicBezTo>
                  <a:pt x="173213" y="27641"/>
                  <a:pt x="173184" y="27892"/>
                  <a:pt x="173184" y="28145"/>
                </a:cubicBezTo>
                <a:moveTo>
                  <a:pt x="174097" y="14016"/>
                </a:moveTo>
                <a:cubicBezTo>
                  <a:pt x="174097" y="14567"/>
                  <a:pt x="174189" y="15072"/>
                  <a:pt x="174372" y="15531"/>
                </a:cubicBezTo>
                <a:cubicBezTo>
                  <a:pt x="174556" y="15990"/>
                  <a:pt x="174814" y="16381"/>
                  <a:pt x="175147" y="16702"/>
                </a:cubicBezTo>
                <a:cubicBezTo>
                  <a:pt x="175480" y="17023"/>
                  <a:pt x="175873" y="17273"/>
                  <a:pt x="176327" y="17451"/>
                </a:cubicBezTo>
                <a:cubicBezTo>
                  <a:pt x="176780" y="17629"/>
                  <a:pt x="177282" y="17718"/>
                  <a:pt x="177833" y="17718"/>
                </a:cubicBezTo>
                <a:cubicBezTo>
                  <a:pt x="178430" y="17718"/>
                  <a:pt x="178961" y="17618"/>
                  <a:pt x="179426" y="17417"/>
                </a:cubicBezTo>
                <a:cubicBezTo>
                  <a:pt x="179891" y="17216"/>
                  <a:pt x="180281" y="16943"/>
                  <a:pt x="180597" y="16599"/>
                </a:cubicBezTo>
                <a:cubicBezTo>
                  <a:pt x="180913" y="16254"/>
                  <a:pt x="181154" y="15858"/>
                  <a:pt x="181320" y="15411"/>
                </a:cubicBezTo>
                <a:cubicBezTo>
                  <a:pt x="181487" y="14963"/>
                  <a:pt x="181570" y="14498"/>
                  <a:pt x="181570" y="14016"/>
                </a:cubicBezTo>
                <a:cubicBezTo>
                  <a:pt x="181570" y="13465"/>
                  <a:pt x="181478" y="12960"/>
                  <a:pt x="181294" y="12501"/>
                </a:cubicBezTo>
                <a:cubicBezTo>
                  <a:pt x="181111" y="12042"/>
                  <a:pt x="180852" y="11651"/>
                  <a:pt x="180519" y="11330"/>
                </a:cubicBezTo>
                <a:cubicBezTo>
                  <a:pt x="180187" y="11008"/>
                  <a:pt x="179793" y="10759"/>
                  <a:pt x="179340" y="10581"/>
                </a:cubicBezTo>
                <a:cubicBezTo>
                  <a:pt x="178887" y="10403"/>
                  <a:pt x="178384" y="10314"/>
                  <a:pt x="177833" y="10314"/>
                </a:cubicBezTo>
                <a:cubicBezTo>
                  <a:pt x="177236" y="10314"/>
                  <a:pt x="176706" y="10417"/>
                  <a:pt x="176241" y="10624"/>
                </a:cubicBezTo>
                <a:cubicBezTo>
                  <a:pt x="175776" y="10831"/>
                  <a:pt x="175385" y="11103"/>
                  <a:pt x="175070" y="11442"/>
                </a:cubicBezTo>
                <a:cubicBezTo>
                  <a:pt x="174754" y="11780"/>
                  <a:pt x="174513" y="12174"/>
                  <a:pt x="174347" y="12621"/>
                </a:cubicBezTo>
                <a:cubicBezTo>
                  <a:pt x="174180" y="13069"/>
                  <a:pt x="174097" y="13534"/>
                  <a:pt x="174097" y="14016"/>
                </a:cubicBezTo>
                <a:close/>
                <a:moveTo>
                  <a:pt x="205414" y="16099"/>
                </a:moveTo>
                <a:cubicBezTo>
                  <a:pt x="205414" y="16524"/>
                  <a:pt x="205408" y="16880"/>
                  <a:pt x="205396" y="17167"/>
                </a:cubicBezTo>
                <a:cubicBezTo>
                  <a:pt x="205385" y="17454"/>
                  <a:pt x="205368" y="17724"/>
                  <a:pt x="205345" y="17976"/>
                </a:cubicBezTo>
                <a:lnTo>
                  <a:pt x="193206" y="17976"/>
                </a:lnTo>
                <a:cubicBezTo>
                  <a:pt x="193206" y="19744"/>
                  <a:pt x="193699" y="21101"/>
                  <a:pt x="194686" y="22048"/>
                </a:cubicBezTo>
                <a:cubicBezTo>
                  <a:pt x="195674" y="22995"/>
                  <a:pt x="197097" y="23469"/>
                  <a:pt x="198957" y="23469"/>
                </a:cubicBezTo>
                <a:cubicBezTo>
                  <a:pt x="199462" y="23469"/>
                  <a:pt x="199967" y="23449"/>
                  <a:pt x="200472" y="23408"/>
                </a:cubicBezTo>
                <a:cubicBezTo>
                  <a:pt x="200977" y="23366"/>
                  <a:pt x="201465" y="23311"/>
                  <a:pt x="201936" y="23240"/>
                </a:cubicBezTo>
                <a:cubicBezTo>
                  <a:pt x="202406" y="23170"/>
                  <a:pt x="202857" y="23090"/>
                  <a:pt x="203287" y="23002"/>
                </a:cubicBezTo>
                <a:cubicBezTo>
                  <a:pt x="203718" y="22914"/>
                  <a:pt x="204117" y="22817"/>
                  <a:pt x="204484" y="22711"/>
                </a:cubicBezTo>
                <a:lnTo>
                  <a:pt x="204484" y="25174"/>
                </a:lnTo>
                <a:cubicBezTo>
                  <a:pt x="203669" y="25408"/>
                  <a:pt x="202748" y="25599"/>
                  <a:pt x="201720" y="25746"/>
                </a:cubicBezTo>
                <a:cubicBezTo>
                  <a:pt x="200693" y="25892"/>
                  <a:pt x="199628" y="25966"/>
                  <a:pt x="198526" y="25966"/>
                </a:cubicBezTo>
                <a:cubicBezTo>
                  <a:pt x="197045" y="25966"/>
                  <a:pt x="195771" y="25765"/>
                  <a:pt x="194704" y="25363"/>
                </a:cubicBezTo>
                <a:cubicBezTo>
                  <a:pt x="193636" y="24961"/>
                  <a:pt x="192761" y="24379"/>
                  <a:pt x="192078" y="23615"/>
                </a:cubicBezTo>
                <a:cubicBezTo>
                  <a:pt x="191395" y="22852"/>
                  <a:pt x="190890" y="21916"/>
                  <a:pt x="190563" y="20809"/>
                </a:cubicBezTo>
                <a:cubicBezTo>
                  <a:pt x="190235" y="19701"/>
                  <a:pt x="190072" y="18447"/>
                  <a:pt x="190072" y="17046"/>
                </a:cubicBezTo>
                <a:cubicBezTo>
                  <a:pt x="190072" y="15830"/>
                  <a:pt x="190247" y="14679"/>
                  <a:pt x="190597" y="13594"/>
                </a:cubicBezTo>
                <a:cubicBezTo>
                  <a:pt x="190947" y="12509"/>
                  <a:pt x="191458" y="11557"/>
                  <a:pt x="192130" y="10736"/>
                </a:cubicBezTo>
                <a:cubicBezTo>
                  <a:pt x="192801" y="9915"/>
                  <a:pt x="193625" y="9264"/>
                  <a:pt x="194600" y="8782"/>
                </a:cubicBezTo>
                <a:cubicBezTo>
                  <a:pt x="195576" y="8299"/>
                  <a:pt x="196684" y="8058"/>
                  <a:pt x="197924" y="8058"/>
                </a:cubicBezTo>
                <a:cubicBezTo>
                  <a:pt x="199129" y="8058"/>
                  <a:pt x="200196" y="8248"/>
                  <a:pt x="201126" y="8627"/>
                </a:cubicBezTo>
                <a:cubicBezTo>
                  <a:pt x="202056" y="9005"/>
                  <a:pt x="202840" y="9542"/>
                  <a:pt x="203477" y="10236"/>
                </a:cubicBezTo>
                <a:cubicBezTo>
                  <a:pt x="204114" y="10931"/>
                  <a:pt x="204596" y="11775"/>
                  <a:pt x="204923" y="12768"/>
                </a:cubicBezTo>
                <a:cubicBezTo>
                  <a:pt x="205250" y="13761"/>
                  <a:pt x="205414" y="14871"/>
                  <a:pt x="205414" y="16099"/>
                </a:cubicBezTo>
                <a:moveTo>
                  <a:pt x="202297" y="15669"/>
                </a:moveTo>
                <a:cubicBezTo>
                  <a:pt x="202332" y="14900"/>
                  <a:pt x="202257" y="14197"/>
                  <a:pt x="202073" y="13560"/>
                </a:cubicBezTo>
                <a:cubicBezTo>
                  <a:pt x="201890" y="12923"/>
                  <a:pt x="201606" y="12374"/>
                  <a:pt x="201221" y="11915"/>
                </a:cubicBezTo>
                <a:cubicBezTo>
                  <a:pt x="200836" y="11456"/>
                  <a:pt x="200357" y="11097"/>
                  <a:pt x="199783" y="10839"/>
                </a:cubicBezTo>
                <a:cubicBezTo>
                  <a:pt x="199209" y="10581"/>
                  <a:pt x="198543" y="10452"/>
                  <a:pt x="197786" y="10452"/>
                </a:cubicBezTo>
                <a:cubicBezTo>
                  <a:pt x="197132" y="10452"/>
                  <a:pt x="196535" y="10578"/>
                  <a:pt x="195995" y="10831"/>
                </a:cubicBezTo>
                <a:cubicBezTo>
                  <a:pt x="195456" y="11083"/>
                  <a:pt x="194991" y="11439"/>
                  <a:pt x="194600" y="11898"/>
                </a:cubicBezTo>
                <a:cubicBezTo>
                  <a:pt x="194210" y="12357"/>
                  <a:pt x="193894" y="12908"/>
                  <a:pt x="193653" y="13551"/>
                </a:cubicBezTo>
                <a:cubicBezTo>
                  <a:pt x="193412" y="14194"/>
                  <a:pt x="193263" y="14900"/>
                  <a:pt x="193206" y="15669"/>
                </a:cubicBezTo>
                <a:lnTo>
                  <a:pt x="202297" y="15669"/>
                </a:lnTo>
                <a:close/>
                <a:moveTo>
                  <a:pt x="224419" y="25397"/>
                </a:moveTo>
                <a:cubicBezTo>
                  <a:pt x="223742" y="25576"/>
                  <a:pt x="223042" y="25703"/>
                  <a:pt x="222319" y="25781"/>
                </a:cubicBezTo>
                <a:cubicBezTo>
                  <a:pt x="221596" y="25858"/>
                  <a:pt x="220861" y="25897"/>
                  <a:pt x="220115" y="25897"/>
                </a:cubicBezTo>
                <a:cubicBezTo>
                  <a:pt x="217945" y="25897"/>
                  <a:pt x="216327" y="25406"/>
                  <a:pt x="215259" y="24425"/>
                </a:cubicBezTo>
                <a:cubicBezTo>
                  <a:pt x="214192" y="23443"/>
                  <a:pt x="213658" y="21937"/>
                  <a:pt x="213658" y="19905"/>
                </a:cubicBezTo>
                <a:lnTo>
                  <a:pt x="213658" y="10882"/>
                </a:lnTo>
                <a:lnTo>
                  <a:pt x="208819" y="10882"/>
                </a:lnTo>
                <a:lnTo>
                  <a:pt x="208819" y="8368"/>
                </a:lnTo>
                <a:lnTo>
                  <a:pt x="213658" y="8368"/>
                </a:lnTo>
                <a:lnTo>
                  <a:pt x="213658" y="3601"/>
                </a:lnTo>
                <a:lnTo>
                  <a:pt x="216654" y="2824"/>
                </a:lnTo>
                <a:lnTo>
                  <a:pt x="216654" y="8368"/>
                </a:lnTo>
                <a:lnTo>
                  <a:pt x="224419" y="8368"/>
                </a:lnTo>
                <a:lnTo>
                  <a:pt x="224419" y="10882"/>
                </a:lnTo>
                <a:lnTo>
                  <a:pt x="216654" y="10882"/>
                </a:lnTo>
                <a:lnTo>
                  <a:pt x="216654" y="19664"/>
                </a:lnTo>
                <a:cubicBezTo>
                  <a:pt x="216654" y="20903"/>
                  <a:pt x="216984" y="21830"/>
                  <a:pt x="217644" y="22444"/>
                </a:cubicBezTo>
                <a:cubicBezTo>
                  <a:pt x="218304" y="23059"/>
                  <a:pt x="219277" y="23366"/>
                  <a:pt x="220563" y="23366"/>
                </a:cubicBezTo>
                <a:cubicBezTo>
                  <a:pt x="221114" y="23366"/>
                  <a:pt x="221716" y="23321"/>
                  <a:pt x="222370" y="23233"/>
                </a:cubicBezTo>
                <a:cubicBezTo>
                  <a:pt x="223025" y="23144"/>
                  <a:pt x="223708" y="23004"/>
                  <a:pt x="224419" y="22815"/>
                </a:cubicBezTo>
                <a:lnTo>
                  <a:pt x="224419" y="25397"/>
                </a:lnTo>
                <a:close/>
                <a:moveTo>
                  <a:pt x="234533" y="5717"/>
                </a:moveTo>
                <a:lnTo>
                  <a:pt x="229351" y="5717"/>
                </a:lnTo>
                <a:lnTo>
                  <a:pt x="229351" y="3134"/>
                </a:lnTo>
                <a:lnTo>
                  <a:pt x="242816" y="3134"/>
                </a:lnTo>
                <a:lnTo>
                  <a:pt x="242816" y="5717"/>
                </a:lnTo>
                <a:lnTo>
                  <a:pt x="237633" y="5717"/>
                </a:lnTo>
                <a:lnTo>
                  <a:pt x="237633" y="23039"/>
                </a:lnTo>
                <a:lnTo>
                  <a:pt x="242816" y="23039"/>
                </a:lnTo>
                <a:lnTo>
                  <a:pt x="242816" y="25656"/>
                </a:lnTo>
                <a:lnTo>
                  <a:pt x="229351" y="25656"/>
                </a:lnTo>
                <a:lnTo>
                  <a:pt x="229351" y="23039"/>
                </a:lnTo>
                <a:lnTo>
                  <a:pt x="234533" y="23039"/>
                </a:lnTo>
                <a:lnTo>
                  <a:pt x="234533" y="5717"/>
                </a:lnTo>
                <a:close/>
                <a:moveTo>
                  <a:pt x="248821" y="8368"/>
                </a:moveTo>
                <a:lnTo>
                  <a:pt x="251490" y="8368"/>
                </a:lnTo>
                <a:lnTo>
                  <a:pt x="251611" y="11158"/>
                </a:lnTo>
                <a:cubicBezTo>
                  <a:pt x="252116" y="10561"/>
                  <a:pt x="252604" y="10064"/>
                  <a:pt x="253074" y="9668"/>
                </a:cubicBezTo>
                <a:cubicBezTo>
                  <a:pt x="253545" y="9272"/>
                  <a:pt x="254007" y="8954"/>
                  <a:pt x="254460" y="8713"/>
                </a:cubicBezTo>
                <a:cubicBezTo>
                  <a:pt x="254914" y="8472"/>
                  <a:pt x="255376" y="8302"/>
                  <a:pt x="255846" y="8205"/>
                </a:cubicBezTo>
                <a:cubicBezTo>
                  <a:pt x="256317" y="8107"/>
                  <a:pt x="256805" y="8058"/>
                  <a:pt x="257310" y="8058"/>
                </a:cubicBezTo>
                <a:cubicBezTo>
                  <a:pt x="259089" y="8058"/>
                  <a:pt x="260435" y="8583"/>
                  <a:pt x="261348" y="9634"/>
                </a:cubicBezTo>
                <a:cubicBezTo>
                  <a:pt x="262260" y="10684"/>
                  <a:pt x="262717" y="12265"/>
                  <a:pt x="262717" y="14378"/>
                </a:cubicBezTo>
                <a:lnTo>
                  <a:pt x="262717" y="25656"/>
                </a:lnTo>
                <a:lnTo>
                  <a:pt x="259721" y="25656"/>
                </a:lnTo>
                <a:lnTo>
                  <a:pt x="259721" y="14619"/>
                </a:lnTo>
                <a:cubicBezTo>
                  <a:pt x="259721" y="13264"/>
                  <a:pt x="259468" y="12263"/>
                  <a:pt x="258963" y="11614"/>
                </a:cubicBezTo>
                <a:cubicBezTo>
                  <a:pt x="258458" y="10965"/>
                  <a:pt x="257706" y="10641"/>
                  <a:pt x="256707" y="10641"/>
                </a:cubicBezTo>
                <a:cubicBezTo>
                  <a:pt x="256340" y="10641"/>
                  <a:pt x="255981" y="10696"/>
                  <a:pt x="255631" y="10805"/>
                </a:cubicBezTo>
                <a:cubicBezTo>
                  <a:pt x="255281" y="10914"/>
                  <a:pt x="254917" y="11103"/>
                  <a:pt x="254538" y="11373"/>
                </a:cubicBezTo>
                <a:cubicBezTo>
                  <a:pt x="254159" y="11643"/>
                  <a:pt x="253749" y="12007"/>
                  <a:pt x="253307" y="12466"/>
                </a:cubicBezTo>
                <a:cubicBezTo>
                  <a:pt x="252865" y="12925"/>
                  <a:pt x="252368" y="13499"/>
                  <a:pt x="251817" y="14188"/>
                </a:cubicBezTo>
                <a:lnTo>
                  <a:pt x="251817" y="25656"/>
                </a:lnTo>
                <a:lnTo>
                  <a:pt x="248821" y="25656"/>
                </a:lnTo>
                <a:lnTo>
                  <a:pt x="248821" y="8368"/>
                </a:lnTo>
                <a:close/>
                <a:moveTo>
                  <a:pt x="282187" y="20938"/>
                </a:moveTo>
                <a:cubicBezTo>
                  <a:pt x="282187" y="21546"/>
                  <a:pt x="282084" y="22092"/>
                  <a:pt x="281877" y="22574"/>
                </a:cubicBezTo>
                <a:cubicBezTo>
                  <a:pt x="281671" y="23056"/>
                  <a:pt x="281389" y="23483"/>
                  <a:pt x="281033" y="23856"/>
                </a:cubicBezTo>
                <a:cubicBezTo>
                  <a:pt x="280678" y="24229"/>
                  <a:pt x="280264" y="24548"/>
                  <a:pt x="279794" y="24812"/>
                </a:cubicBezTo>
                <a:cubicBezTo>
                  <a:pt x="279323" y="25076"/>
                  <a:pt x="278821" y="25294"/>
                  <a:pt x="278287" y="25466"/>
                </a:cubicBezTo>
                <a:cubicBezTo>
                  <a:pt x="277753" y="25639"/>
                  <a:pt x="277205" y="25765"/>
                  <a:pt x="276643" y="25845"/>
                </a:cubicBezTo>
                <a:cubicBezTo>
                  <a:pt x="276080" y="25926"/>
                  <a:pt x="275529" y="25966"/>
                  <a:pt x="274990" y="25966"/>
                </a:cubicBezTo>
                <a:cubicBezTo>
                  <a:pt x="273819" y="25966"/>
                  <a:pt x="272743" y="25914"/>
                  <a:pt x="271761" y="25811"/>
                </a:cubicBezTo>
                <a:cubicBezTo>
                  <a:pt x="270780" y="25707"/>
                  <a:pt x="269818" y="25541"/>
                  <a:pt x="268877" y="25311"/>
                </a:cubicBezTo>
                <a:lnTo>
                  <a:pt x="268877" y="22556"/>
                </a:lnTo>
                <a:cubicBezTo>
                  <a:pt x="269887" y="22843"/>
                  <a:pt x="270892" y="23061"/>
                  <a:pt x="271890" y="23211"/>
                </a:cubicBezTo>
                <a:cubicBezTo>
                  <a:pt x="272889" y="23360"/>
                  <a:pt x="273882" y="23435"/>
                  <a:pt x="274869" y="23435"/>
                </a:cubicBezTo>
                <a:cubicBezTo>
                  <a:pt x="276304" y="23435"/>
                  <a:pt x="277366" y="23239"/>
                  <a:pt x="278055" y="22849"/>
                </a:cubicBezTo>
                <a:cubicBezTo>
                  <a:pt x="278743" y="22459"/>
                  <a:pt x="279088" y="21902"/>
                  <a:pt x="279088" y="21179"/>
                </a:cubicBezTo>
                <a:cubicBezTo>
                  <a:pt x="279088" y="20869"/>
                  <a:pt x="279033" y="20591"/>
                  <a:pt x="278924" y="20344"/>
                </a:cubicBezTo>
                <a:cubicBezTo>
                  <a:pt x="278815" y="20097"/>
                  <a:pt x="278617" y="19862"/>
                  <a:pt x="278330" y="19638"/>
                </a:cubicBezTo>
                <a:cubicBezTo>
                  <a:pt x="278043" y="19414"/>
                  <a:pt x="277598" y="19182"/>
                  <a:pt x="276996" y="18941"/>
                </a:cubicBezTo>
                <a:cubicBezTo>
                  <a:pt x="276393" y="18699"/>
                  <a:pt x="275569" y="18424"/>
                  <a:pt x="274525" y="18114"/>
                </a:cubicBezTo>
                <a:cubicBezTo>
                  <a:pt x="273744" y="17884"/>
                  <a:pt x="273024" y="17623"/>
                  <a:pt x="272364" y="17331"/>
                </a:cubicBezTo>
                <a:cubicBezTo>
                  <a:pt x="271704" y="17038"/>
                  <a:pt x="271133" y="16691"/>
                  <a:pt x="270651" y="16289"/>
                </a:cubicBezTo>
                <a:cubicBezTo>
                  <a:pt x="270169" y="15887"/>
                  <a:pt x="269790" y="15416"/>
                  <a:pt x="269514" y="14877"/>
                </a:cubicBezTo>
                <a:cubicBezTo>
                  <a:pt x="269239" y="14337"/>
                  <a:pt x="269101" y="13700"/>
                  <a:pt x="269101" y="12966"/>
                </a:cubicBezTo>
                <a:cubicBezTo>
                  <a:pt x="269101" y="12484"/>
                  <a:pt x="269213" y="11955"/>
                  <a:pt x="269437" y="11382"/>
                </a:cubicBezTo>
                <a:cubicBezTo>
                  <a:pt x="269661" y="10808"/>
                  <a:pt x="270042" y="10274"/>
                  <a:pt x="270582" y="9780"/>
                </a:cubicBezTo>
                <a:cubicBezTo>
                  <a:pt x="271121" y="9287"/>
                  <a:pt x="271850" y="8876"/>
                  <a:pt x="272769" y="8549"/>
                </a:cubicBezTo>
                <a:cubicBezTo>
                  <a:pt x="273687" y="8222"/>
                  <a:pt x="274835" y="8058"/>
                  <a:pt x="276212" y="8058"/>
                </a:cubicBezTo>
                <a:cubicBezTo>
                  <a:pt x="276890" y="8058"/>
                  <a:pt x="277641" y="8096"/>
                  <a:pt x="278468" y="8170"/>
                </a:cubicBezTo>
                <a:cubicBezTo>
                  <a:pt x="279294" y="8245"/>
                  <a:pt x="280155" y="8374"/>
                  <a:pt x="281051" y="8558"/>
                </a:cubicBezTo>
                <a:lnTo>
                  <a:pt x="281051" y="11227"/>
                </a:lnTo>
                <a:cubicBezTo>
                  <a:pt x="280109" y="10997"/>
                  <a:pt x="279217" y="10828"/>
                  <a:pt x="278373" y="10719"/>
                </a:cubicBezTo>
                <a:cubicBezTo>
                  <a:pt x="277529" y="10610"/>
                  <a:pt x="276798" y="10555"/>
                  <a:pt x="276178" y="10555"/>
                </a:cubicBezTo>
                <a:cubicBezTo>
                  <a:pt x="275432" y="10555"/>
                  <a:pt x="274803" y="10612"/>
                  <a:pt x="274292" y="10727"/>
                </a:cubicBezTo>
                <a:cubicBezTo>
                  <a:pt x="273782" y="10842"/>
                  <a:pt x="273368" y="11000"/>
                  <a:pt x="273053" y="11201"/>
                </a:cubicBezTo>
                <a:cubicBezTo>
                  <a:pt x="272737" y="11402"/>
                  <a:pt x="272510" y="11637"/>
                  <a:pt x="272372" y="11907"/>
                </a:cubicBezTo>
                <a:cubicBezTo>
                  <a:pt x="272235" y="12176"/>
                  <a:pt x="272166" y="12466"/>
                  <a:pt x="272166" y="12776"/>
                </a:cubicBezTo>
                <a:cubicBezTo>
                  <a:pt x="272166" y="13086"/>
                  <a:pt x="272226" y="13367"/>
                  <a:pt x="272347" y="13620"/>
                </a:cubicBezTo>
                <a:cubicBezTo>
                  <a:pt x="272467" y="13872"/>
                  <a:pt x="272691" y="14116"/>
                  <a:pt x="273018" y="14352"/>
                </a:cubicBezTo>
                <a:cubicBezTo>
                  <a:pt x="273345" y="14587"/>
                  <a:pt x="273802" y="14822"/>
                  <a:pt x="274387" y="15058"/>
                </a:cubicBezTo>
                <a:cubicBezTo>
                  <a:pt x="274973" y="15293"/>
                  <a:pt x="275736" y="15548"/>
                  <a:pt x="276677" y="15824"/>
                </a:cubicBezTo>
                <a:cubicBezTo>
                  <a:pt x="277699" y="16122"/>
                  <a:pt x="278560" y="16435"/>
                  <a:pt x="279260" y="16762"/>
                </a:cubicBezTo>
                <a:cubicBezTo>
                  <a:pt x="279960" y="17089"/>
                  <a:pt x="280528" y="17454"/>
                  <a:pt x="280965" y="17856"/>
                </a:cubicBezTo>
                <a:cubicBezTo>
                  <a:pt x="281401" y="18257"/>
                  <a:pt x="281714" y="18711"/>
                  <a:pt x="281903" y="19216"/>
                </a:cubicBezTo>
                <a:cubicBezTo>
                  <a:pt x="282092" y="19721"/>
                  <a:pt x="282187" y="20295"/>
                  <a:pt x="282187" y="20938"/>
                </a:cubicBezTo>
                <a:close/>
                <a:moveTo>
                  <a:pt x="302105" y="25397"/>
                </a:moveTo>
                <a:cubicBezTo>
                  <a:pt x="301428" y="25576"/>
                  <a:pt x="300728" y="25703"/>
                  <a:pt x="300005" y="25781"/>
                </a:cubicBezTo>
                <a:cubicBezTo>
                  <a:pt x="299281" y="25858"/>
                  <a:pt x="298547" y="25897"/>
                  <a:pt x="297801" y="25897"/>
                </a:cubicBezTo>
                <a:cubicBezTo>
                  <a:pt x="295631" y="25897"/>
                  <a:pt x="294012" y="25406"/>
                  <a:pt x="292945" y="24425"/>
                </a:cubicBezTo>
                <a:cubicBezTo>
                  <a:pt x="291877" y="23443"/>
                  <a:pt x="291344" y="21937"/>
                  <a:pt x="291344" y="19905"/>
                </a:cubicBezTo>
                <a:lnTo>
                  <a:pt x="291344" y="10882"/>
                </a:lnTo>
                <a:lnTo>
                  <a:pt x="286505" y="10882"/>
                </a:lnTo>
                <a:lnTo>
                  <a:pt x="286505" y="8368"/>
                </a:lnTo>
                <a:lnTo>
                  <a:pt x="291344" y="8368"/>
                </a:lnTo>
                <a:lnTo>
                  <a:pt x="291344" y="3601"/>
                </a:lnTo>
                <a:lnTo>
                  <a:pt x="294340" y="2824"/>
                </a:lnTo>
                <a:lnTo>
                  <a:pt x="294340" y="8368"/>
                </a:lnTo>
                <a:lnTo>
                  <a:pt x="302105" y="8368"/>
                </a:lnTo>
                <a:lnTo>
                  <a:pt x="302105" y="10882"/>
                </a:lnTo>
                <a:lnTo>
                  <a:pt x="294340" y="10882"/>
                </a:lnTo>
                <a:lnTo>
                  <a:pt x="294340" y="19664"/>
                </a:lnTo>
                <a:cubicBezTo>
                  <a:pt x="294340" y="20903"/>
                  <a:pt x="294670" y="21830"/>
                  <a:pt x="295330" y="22444"/>
                </a:cubicBezTo>
                <a:cubicBezTo>
                  <a:pt x="295990" y="23059"/>
                  <a:pt x="296963" y="23366"/>
                  <a:pt x="298248" y="23366"/>
                </a:cubicBezTo>
                <a:cubicBezTo>
                  <a:pt x="298799" y="23366"/>
                  <a:pt x="299402" y="23321"/>
                  <a:pt x="300056" y="23233"/>
                </a:cubicBezTo>
                <a:cubicBezTo>
                  <a:pt x="300710" y="23144"/>
                  <a:pt x="301394" y="23004"/>
                  <a:pt x="302105" y="22815"/>
                </a:cubicBezTo>
                <a:lnTo>
                  <a:pt x="302105" y="25397"/>
                </a:lnTo>
                <a:close/>
                <a:moveTo>
                  <a:pt x="317936" y="25656"/>
                </a:moveTo>
                <a:lnTo>
                  <a:pt x="317867" y="23326"/>
                </a:lnTo>
                <a:cubicBezTo>
                  <a:pt x="316926" y="24258"/>
                  <a:pt x="315970" y="24931"/>
                  <a:pt x="315000" y="25345"/>
                </a:cubicBezTo>
                <a:cubicBezTo>
                  <a:pt x="314030" y="25759"/>
                  <a:pt x="313011" y="25966"/>
                  <a:pt x="311944" y="25966"/>
                </a:cubicBezTo>
                <a:cubicBezTo>
                  <a:pt x="310957" y="25966"/>
                  <a:pt x="310113" y="25839"/>
                  <a:pt x="309413" y="25586"/>
                </a:cubicBezTo>
                <a:cubicBezTo>
                  <a:pt x="308713" y="25333"/>
                  <a:pt x="308136" y="24986"/>
                  <a:pt x="307682" y="24543"/>
                </a:cubicBezTo>
                <a:cubicBezTo>
                  <a:pt x="307229" y="24100"/>
                  <a:pt x="306896" y="23580"/>
                  <a:pt x="306684" y="22982"/>
                </a:cubicBezTo>
                <a:cubicBezTo>
                  <a:pt x="306471" y="22384"/>
                  <a:pt x="306365" y="21734"/>
                  <a:pt x="306365" y="21033"/>
                </a:cubicBezTo>
                <a:cubicBezTo>
                  <a:pt x="306365" y="19297"/>
                  <a:pt x="307011" y="17937"/>
                  <a:pt x="308302" y="16954"/>
                </a:cubicBezTo>
                <a:cubicBezTo>
                  <a:pt x="309594" y="15971"/>
                  <a:pt x="311502" y="15480"/>
                  <a:pt x="314027" y="15480"/>
                </a:cubicBezTo>
                <a:lnTo>
                  <a:pt x="317609" y="15480"/>
                </a:lnTo>
                <a:lnTo>
                  <a:pt x="317609" y="13970"/>
                </a:lnTo>
                <a:cubicBezTo>
                  <a:pt x="317609" y="12952"/>
                  <a:pt x="317282" y="12137"/>
                  <a:pt x="316627" y="11525"/>
                </a:cubicBezTo>
                <a:cubicBezTo>
                  <a:pt x="315973" y="10913"/>
                  <a:pt x="314974" y="10607"/>
                  <a:pt x="313631" y="10607"/>
                </a:cubicBezTo>
                <a:cubicBezTo>
                  <a:pt x="312656" y="10607"/>
                  <a:pt x="311694" y="10717"/>
                  <a:pt x="310747" y="10939"/>
                </a:cubicBezTo>
                <a:cubicBezTo>
                  <a:pt x="309800" y="11160"/>
                  <a:pt x="308822" y="11474"/>
                  <a:pt x="307811" y="11881"/>
                </a:cubicBezTo>
                <a:lnTo>
                  <a:pt x="307811" y="9178"/>
                </a:lnTo>
                <a:cubicBezTo>
                  <a:pt x="308190" y="9038"/>
                  <a:pt x="308612" y="8901"/>
                  <a:pt x="309077" y="8766"/>
                </a:cubicBezTo>
                <a:cubicBezTo>
                  <a:pt x="309542" y="8632"/>
                  <a:pt x="310033" y="8513"/>
                  <a:pt x="310549" y="8408"/>
                </a:cubicBezTo>
                <a:cubicBezTo>
                  <a:pt x="311066" y="8303"/>
                  <a:pt x="311605" y="8218"/>
                  <a:pt x="312168" y="8155"/>
                </a:cubicBezTo>
                <a:cubicBezTo>
                  <a:pt x="312730" y="8090"/>
                  <a:pt x="313298" y="8058"/>
                  <a:pt x="313872" y="8058"/>
                </a:cubicBezTo>
                <a:cubicBezTo>
                  <a:pt x="314917" y="8058"/>
                  <a:pt x="315858" y="8173"/>
                  <a:pt x="316696" y="8403"/>
                </a:cubicBezTo>
                <a:cubicBezTo>
                  <a:pt x="317534" y="8632"/>
                  <a:pt x="318243" y="8982"/>
                  <a:pt x="318823" y="9453"/>
                </a:cubicBezTo>
                <a:cubicBezTo>
                  <a:pt x="319402" y="9924"/>
                  <a:pt x="319847" y="10515"/>
                  <a:pt x="320157" y="11227"/>
                </a:cubicBezTo>
                <a:cubicBezTo>
                  <a:pt x="320467" y="11938"/>
                  <a:pt x="320622" y="12776"/>
                  <a:pt x="320622" y="13740"/>
                </a:cubicBezTo>
                <a:lnTo>
                  <a:pt x="320622" y="25656"/>
                </a:lnTo>
                <a:lnTo>
                  <a:pt x="317936" y="25656"/>
                </a:lnTo>
                <a:moveTo>
                  <a:pt x="317609" y="17770"/>
                </a:moveTo>
                <a:lnTo>
                  <a:pt x="313803" y="17770"/>
                </a:lnTo>
                <a:cubicBezTo>
                  <a:pt x="313057" y="17770"/>
                  <a:pt x="312415" y="17845"/>
                  <a:pt x="311875" y="17995"/>
                </a:cubicBezTo>
                <a:cubicBezTo>
                  <a:pt x="311335" y="18144"/>
                  <a:pt x="310894" y="18357"/>
                  <a:pt x="310549" y="18633"/>
                </a:cubicBezTo>
                <a:cubicBezTo>
                  <a:pt x="310205" y="18909"/>
                  <a:pt x="309949" y="19241"/>
                  <a:pt x="309783" y="19627"/>
                </a:cubicBezTo>
                <a:cubicBezTo>
                  <a:pt x="309616" y="20012"/>
                  <a:pt x="309533" y="20447"/>
                  <a:pt x="309533" y="20930"/>
                </a:cubicBezTo>
                <a:cubicBezTo>
                  <a:pt x="309533" y="21264"/>
                  <a:pt x="309585" y="21584"/>
                  <a:pt x="309688" y="21889"/>
                </a:cubicBezTo>
                <a:cubicBezTo>
                  <a:pt x="309792" y="22194"/>
                  <a:pt x="309958" y="22465"/>
                  <a:pt x="310188" y="22701"/>
                </a:cubicBezTo>
                <a:cubicBezTo>
                  <a:pt x="310417" y="22937"/>
                  <a:pt x="310716" y="23124"/>
                  <a:pt x="311083" y="23262"/>
                </a:cubicBezTo>
                <a:cubicBezTo>
                  <a:pt x="311450" y="23400"/>
                  <a:pt x="311898" y="23469"/>
                  <a:pt x="312426" y="23469"/>
                </a:cubicBezTo>
                <a:cubicBezTo>
                  <a:pt x="313115" y="23469"/>
                  <a:pt x="313904" y="23259"/>
                  <a:pt x="314794" y="22839"/>
                </a:cubicBezTo>
                <a:cubicBezTo>
                  <a:pt x="315683" y="22418"/>
                  <a:pt x="316622" y="21753"/>
                  <a:pt x="317609" y="20844"/>
                </a:cubicBezTo>
                <a:lnTo>
                  <a:pt x="317609" y="17770"/>
                </a:lnTo>
                <a:close/>
                <a:moveTo>
                  <a:pt x="326507" y="8368"/>
                </a:moveTo>
                <a:lnTo>
                  <a:pt x="329176" y="8368"/>
                </a:lnTo>
                <a:lnTo>
                  <a:pt x="329296" y="11158"/>
                </a:lnTo>
                <a:cubicBezTo>
                  <a:pt x="329801" y="10561"/>
                  <a:pt x="330289" y="10064"/>
                  <a:pt x="330760" y="9668"/>
                </a:cubicBezTo>
                <a:cubicBezTo>
                  <a:pt x="331231" y="9272"/>
                  <a:pt x="331693" y="8954"/>
                  <a:pt x="332146" y="8713"/>
                </a:cubicBezTo>
                <a:cubicBezTo>
                  <a:pt x="332600" y="8472"/>
                  <a:pt x="333062" y="8302"/>
                  <a:pt x="333532" y="8205"/>
                </a:cubicBezTo>
                <a:cubicBezTo>
                  <a:pt x="334003" y="8107"/>
                  <a:pt x="334491" y="8058"/>
                  <a:pt x="334996" y="8058"/>
                </a:cubicBezTo>
                <a:cubicBezTo>
                  <a:pt x="336775" y="8058"/>
                  <a:pt x="338121" y="8583"/>
                  <a:pt x="339034" y="9634"/>
                </a:cubicBezTo>
                <a:cubicBezTo>
                  <a:pt x="339946" y="10684"/>
                  <a:pt x="340402" y="12265"/>
                  <a:pt x="340402" y="14378"/>
                </a:cubicBezTo>
                <a:lnTo>
                  <a:pt x="340402" y="25656"/>
                </a:lnTo>
                <a:lnTo>
                  <a:pt x="337406" y="25656"/>
                </a:lnTo>
                <a:lnTo>
                  <a:pt x="337406" y="14619"/>
                </a:lnTo>
                <a:cubicBezTo>
                  <a:pt x="337406" y="13264"/>
                  <a:pt x="337154" y="12263"/>
                  <a:pt x="336649" y="11614"/>
                </a:cubicBezTo>
                <a:cubicBezTo>
                  <a:pt x="336144" y="10965"/>
                  <a:pt x="335392" y="10641"/>
                  <a:pt x="334393" y="10641"/>
                </a:cubicBezTo>
                <a:cubicBezTo>
                  <a:pt x="334026" y="10641"/>
                  <a:pt x="333667" y="10696"/>
                  <a:pt x="333317" y="10805"/>
                </a:cubicBezTo>
                <a:cubicBezTo>
                  <a:pt x="332967" y="10914"/>
                  <a:pt x="332602" y="11103"/>
                  <a:pt x="332224" y="11373"/>
                </a:cubicBezTo>
                <a:cubicBezTo>
                  <a:pt x="331845" y="11643"/>
                  <a:pt x="331434" y="12007"/>
                  <a:pt x="330992" y="12466"/>
                </a:cubicBezTo>
                <a:cubicBezTo>
                  <a:pt x="330550" y="12925"/>
                  <a:pt x="330054" y="13499"/>
                  <a:pt x="329503" y="14188"/>
                </a:cubicBezTo>
                <a:lnTo>
                  <a:pt x="329503" y="25656"/>
                </a:lnTo>
                <a:lnTo>
                  <a:pt x="326507" y="25656"/>
                </a:lnTo>
                <a:lnTo>
                  <a:pt x="326507" y="8368"/>
                </a:lnTo>
                <a:close/>
                <a:moveTo>
                  <a:pt x="359615" y="25019"/>
                </a:moveTo>
                <a:cubicBezTo>
                  <a:pt x="358834" y="25317"/>
                  <a:pt x="358034" y="25538"/>
                  <a:pt x="357213" y="25682"/>
                </a:cubicBezTo>
                <a:cubicBezTo>
                  <a:pt x="356392" y="25825"/>
                  <a:pt x="355545" y="25897"/>
                  <a:pt x="354673" y="25897"/>
                </a:cubicBezTo>
                <a:cubicBezTo>
                  <a:pt x="351941" y="25897"/>
                  <a:pt x="349837" y="25156"/>
                  <a:pt x="348362" y="23676"/>
                </a:cubicBezTo>
                <a:cubicBezTo>
                  <a:pt x="346887" y="22195"/>
                  <a:pt x="346150" y="20031"/>
                  <a:pt x="346150" y="17184"/>
                </a:cubicBezTo>
                <a:cubicBezTo>
                  <a:pt x="346150" y="15818"/>
                  <a:pt x="346362" y="14578"/>
                  <a:pt x="346787" y="13465"/>
                </a:cubicBezTo>
                <a:cubicBezTo>
                  <a:pt x="347212" y="12352"/>
                  <a:pt x="347809" y="11399"/>
                  <a:pt x="348578" y="10607"/>
                </a:cubicBezTo>
                <a:cubicBezTo>
                  <a:pt x="349347" y="9815"/>
                  <a:pt x="350265" y="9203"/>
                  <a:pt x="351333" y="8773"/>
                </a:cubicBezTo>
                <a:cubicBezTo>
                  <a:pt x="352400" y="8342"/>
                  <a:pt x="353577" y="8127"/>
                  <a:pt x="354862" y="8127"/>
                </a:cubicBezTo>
                <a:cubicBezTo>
                  <a:pt x="355758" y="8127"/>
                  <a:pt x="356596" y="8192"/>
                  <a:pt x="357376" y="8321"/>
                </a:cubicBezTo>
                <a:cubicBezTo>
                  <a:pt x="358157" y="8450"/>
                  <a:pt x="358903" y="8661"/>
                  <a:pt x="359615" y="8954"/>
                </a:cubicBezTo>
                <a:lnTo>
                  <a:pt x="359615" y="11812"/>
                </a:lnTo>
                <a:cubicBezTo>
                  <a:pt x="358869" y="11416"/>
                  <a:pt x="358108" y="11127"/>
                  <a:pt x="357333" y="10947"/>
                </a:cubicBezTo>
                <a:cubicBezTo>
                  <a:pt x="356558" y="10766"/>
                  <a:pt x="355758" y="10676"/>
                  <a:pt x="354931" y="10676"/>
                </a:cubicBezTo>
                <a:cubicBezTo>
                  <a:pt x="354162" y="10676"/>
                  <a:pt x="353436" y="10822"/>
                  <a:pt x="352753" y="11115"/>
                </a:cubicBezTo>
                <a:cubicBezTo>
                  <a:pt x="352070" y="11407"/>
                  <a:pt x="351470" y="11829"/>
                  <a:pt x="350954" y="12380"/>
                </a:cubicBezTo>
                <a:cubicBezTo>
                  <a:pt x="350437" y="12931"/>
                  <a:pt x="350030" y="13603"/>
                  <a:pt x="349731" y="14395"/>
                </a:cubicBezTo>
                <a:cubicBezTo>
                  <a:pt x="349433" y="15187"/>
                  <a:pt x="349284" y="16082"/>
                  <a:pt x="349284" y="17081"/>
                </a:cubicBezTo>
                <a:cubicBezTo>
                  <a:pt x="349284" y="19170"/>
                  <a:pt x="349792" y="20734"/>
                  <a:pt x="350807" y="21773"/>
                </a:cubicBezTo>
                <a:cubicBezTo>
                  <a:pt x="351823" y="22812"/>
                  <a:pt x="353232" y="23331"/>
                  <a:pt x="355035" y="23331"/>
                </a:cubicBezTo>
                <a:cubicBezTo>
                  <a:pt x="355850" y="23331"/>
                  <a:pt x="356639" y="23239"/>
                  <a:pt x="357402" y="23056"/>
                </a:cubicBezTo>
                <a:cubicBezTo>
                  <a:pt x="358166" y="22872"/>
                  <a:pt x="358903" y="22597"/>
                  <a:pt x="359615" y="22229"/>
                </a:cubicBezTo>
                <a:lnTo>
                  <a:pt x="359615" y="25019"/>
                </a:lnTo>
                <a:close/>
                <a:moveTo>
                  <a:pt x="380463" y="16099"/>
                </a:moveTo>
                <a:cubicBezTo>
                  <a:pt x="380463" y="16524"/>
                  <a:pt x="380457" y="16880"/>
                  <a:pt x="380446" y="17167"/>
                </a:cubicBezTo>
                <a:cubicBezTo>
                  <a:pt x="380434" y="17454"/>
                  <a:pt x="380417" y="17724"/>
                  <a:pt x="380394" y="17976"/>
                </a:cubicBezTo>
                <a:lnTo>
                  <a:pt x="368255" y="17976"/>
                </a:lnTo>
                <a:cubicBezTo>
                  <a:pt x="368255" y="19744"/>
                  <a:pt x="368748" y="21101"/>
                  <a:pt x="369736" y="22048"/>
                </a:cubicBezTo>
                <a:cubicBezTo>
                  <a:pt x="370723" y="22995"/>
                  <a:pt x="372146" y="23469"/>
                  <a:pt x="374006" y="23469"/>
                </a:cubicBezTo>
                <a:cubicBezTo>
                  <a:pt x="374511" y="23469"/>
                  <a:pt x="375016" y="23449"/>
                  <a:pt x="375521" y="23408"/>
                </a:cubicBezTo>
                <a:cubicBezTo>
                  <a:pt x="376026" y="23366"/>
                  <a:pt x="376514" y="23311"/>
                  <a:pt x="376985" y="23240"/>
                </a:cubicBezTo>
                <a:cubicBezTo>
                  <a:pt x="377455" y="23170"/>
                  <a:pt x="377906" y="23090"/>
                  <a:pt x="378336" y="23002"/>
                </a:cubicBezTo>
                <a:cubicBezTo>
                  <a:pt x="378767" y="22914"/>
                  <a:pt x="379166" y="22817"/>
                  <a:pt x="379533" y="22711"/>
                </a:cubicBezTo>
                <a:lnTo>
                  <a:pt x="379533" y="25174"/>
                </a:lnTo>
                <a:cubicBezTo>
                  <a:pt x="378718" y="25408"/>
                  <a:pt x="377797" y="25599"/>
                  <a:pt x="376769" y="25746"/>
                </a:cubicBezTo>
                <a:cubicBezTo>
                  <a:pt x="375742" y="25892"/>
                  <a:pt x="374677" y="25966"/>
                  <a:pt x="373575" y="25966"/>
                </a:cubicBezTo>
                <a:cubicBezTo>
                  <a:pt x="372094" y="25966"/>
                  <a:pt x="370820" y="25765"/>
                  <a:pt x="369753" y="25363"/>
                </a:cubicBezTo>
                <a:cubicBezTo>
                  <a:pt x="368685" y="24961"/>
                  <a:pt x="367810" y="24379"/>
                  <a:pt x="367127" y="23615"/>
                </a:cubicBezTo>
                <a:cubicBezTo>
                  <a:pt x="366444" y="22852"/>
                  <a:pt x="365939" y="21916"/>
                  <a:pt x="365612" y="20809"/>
                </a:cubicBezTo>
                <a:cubicBezTo>
                  <a:pt x="365284" y="19701"/>
                  <a:pt x="365121" y="18447"/>
                  <a:pt x="365121" y="17046"/>
                </a:cubicBezTo>
                <a:cubicBezTo>
                  <a:pt x="365121" y="15830"/>
                  <a:pt x="365296" y="14679"/>
                  <a:pt x="365646" y="13594"/>
                </a:cubicBezTo>
                <a:cubicBezTo>
                  <a:pt x="365996" y="12509"/>
                  <a:pt x="366507" y="11557"/>
                  <a:pt x="367179" y="10736"/>
                </a:cubicBezTo>
                <a:cubicBezTo>
                  <a:pt x="367850" y="9915"/>
                  <a:pt x="368674" y="9264"/>
                  <a:pt x="369649" y="8782"/>
                </a:cubicBezTo>
                <a:cubicBezTo>
                  <a:pt x="370625" y="8299"/>
                  <a:pt x="371733" y="8058"/>
                  <a:pt x="372973" y="8058"/>
                </a:cubicBezTo>
                <a:cubicBezTo>
                  <a:pt x="374178" y="8058"/>
                  <a:pt x="375245" y="8248"/>
                  <a:pt x="376175" y="8627"/>
                </a:cubicBezTo>
                <a:cubicBezTo>
                  <a:pt x="377105" y="9005"/>
                  <a:pt x="377889" y="9542"/>
                  <a:pt x="378526" y="10236"/>
                </a:cubicBezTo>
                <a:cubicBezTo>
                  <a:pt x="379163" y="10931"/>
                  <a:pt x="379645" y="11775"/>
                  <a:pt x="379972" y="12768"/>
                </a:cubicBezTo>
                <a:cubicBezTo>
                  <a:pt x="380299" y="13761"/>
                  <a:pt x="380463" y="14871"/>
                  <a:pt x="380463" y="16099"/>
                </a:cubicBezTo>
                <a:moveTo>
                  <a:pt x="377346" y="15669"/>
                </a:moveTo>
                <a:cubicBezTo>
                  <a:pt x="377381" y="14900"/>
                  <a:pt x="377306" y="14197"/>
                  <a:pt x="377122" y="13560"/>
                </a:cubicBezTo>
                <a:cubicBezTo>
                  <a:pt x="376939" y="12923"/>
                  <a:pt x="376655" y="12374"/>
                  <a:pt x="376270" y="11915"/>
                </a:cubicBezTo>
                <a:cubicBezTo>
                  <a:pt x="375885" y="11456"/>
                  <a:pt x="375406" y="11097"/>
                  <a:pt x="374832" y="10839"/>
                </a:cubicBezTo>
                <a:cubicBezTo>
                  <a:pt x="374258" y="10581"/>
                  <a:pt x="373592" y="10452"/>
                  <a:pt x="372835" y="10452"/>
                </a:cubicBezTo>
                <a:cubicBezTo>
                  <a:pt x="372181" y="10452"/>
                  <a:pt x="371584" y="10578"/>
                  <a:pt x="371044" y="10831"/>
                </a:cubicBezTo>
                <a:cubicBezTo>
                  <a:pt x="370505" y="11083"/>
                  <a:pt x="370040" y="11439"/>
                  <a:pt x="369649" y="11898"/>
                </a:cubicBezTo>
                <a:cubicBezTo>
                  <a:pt x="369259" y="12357"/>
                  <a:pt x="368943" y="12908"/>
                  <a:pt x="368702" y="13551"/>
                </a:cubicBezTo>
                <a:cubicBezTo>
                  <a:pt x="368461" y="14194"/>
                  <a:pt x="368312" y="14900"/>
                  <a:pt x="368255" y="15669"/>
                </a:cubicBezTo>
                <a:lnTo>
                  <a:pt x="377346" y="15669"/>
                </a:lnTo>
                <a:close/>
                <a:moveTo>
                  <a:pt x="395344" y="32888"/>
                </a:moveTo>
                <a:cubicBezTo>
                  <a:pt x="390052" y="27984"/>
                  <a:pt x="387406" y="22563"/>
                  <a:pt x="387406" y="16625"/>
                </a:cubicBezTo>
                <a:cubicBezTo>
                  <a:pt x="387406" y="15235"/>
                  <a:pt x="387547" y="13848"/>
                  <a:pt x="387828" y="12464"/>
                </a:cubicBezTo>
                <a:cubicBezTo>
                  <a:pt x="388109" y="11080"/>
                  <a:pt x="388563" y="9693"/>
                  <a:pt x="389188" y="8304"/>
                </a:cubicBezTo>
                <a:cubicBezTo>
                  <a:pt x="389814" y="6914"/>
                  <a:pt x="390641" y="5524"/>
                  <a:pt x="391668" y="4135"/>
                </a:cubicBezTo>
                <a:cubicBezTo>
                  <a:pt x="392695" y="2745"/>
                  <a:pt x="393944" y="1367"/>
                  <a:pt x="395413" y="0"/>
                </a:cubicBezTo>
                <a:lnTo>
                  <a:pt x="397152" y="1775"/>
                </a:lnTo>
                <a:cubicBezTo>
                  <a:pt x="392698" y="6173"/>
                  <a:pt x="390471" y="11049"/>
                  <a:pt x="390471" y="16401"/>
                </a:cubicBezTo>
                <a:cubicBezTo>
                  <a:pt x="390471" y="19065"/>
                  <a:pt x="391034" y="21627"/>
                  <a:pt x="392159" y="24085"/>
                </a:cubicBezTo>
                <a:cubicBezTo>
                  <a:pt x="393284" y="26542"/>
                  <a:pt x="394948" y="28862"/>
                  <a:pt x="397152" y="31044"/>
                </a:cubicBezTo>
                <a:lnTo>
                  <a:pt x="395344" y="32888"/>
                </a:lnTo>
                <a:close/>
                <a:moveTo>
                  <a:pt x="408232" y="0"/>
                </a:moveTo>
                <a:cubicBezTo>
                  <a:pt x="413524" y="4904"/>
                  <a:pt x="416170" y="10360"/>
                  <a:pt x="416170" y="16366"/>
                </a:cubicBezTo>
                <a:cubicBezTo>
                  <a:pt x="416170" y="17607"/>
                  <a:pt x="416043" y="18893"/>
                  <a:pt x="415791" y="20225"/>
                </a:cubicBezTo>
                <a:cubicBezTo>
                  <a:pt x="415538" y="21558"/>
                  <a:pt x="415108" y="22922"/>
                  <a:pt x="414499" y="24317"/>
                </a:cubicBezTo>
                <a:cubicBezTo>
                  <a:pt x="413891" y="25712"/>
                  <a:pt x="413073" y="27128"/>
                  <a:pt x="412046" y="28564"/>
                </a:cubicBezTo>
                <a:cubicBezTo>
                  <a:pt x="411018" y="29999"/>
                  <a:pt x="409724" y="31441"/>
                  <a:pt x="408163" y="32888"/>
                </a:cubicBezTo>
                <a:lnTo>
                  <a:pt x="406424" y="31113"/>
                </a:lnTo>
                <a:cubicBezTo>
                  <a:pt x="408662" y="28896"/>
                  <a:pt x="410332" y="26582"/>
                  <a:pt x="411434" y="24171"/>
                </a:cubicBezTo>
                <a:cubicBezTo>
                  <a:pt x="412536" y="21759"/>
                  <a:pt x="413087" y="19232"/>
                  <a:pt x="413087" y="16590"/>
                </a:cubicBezTo>
                <a:cubicBezTo>
                  <a:pt x="413087" y="11123"/>
                  <a:pt x="410866" y="6208"/>
                  <a:pt x="406424" y="1843"/>
                </a:cubicBezTo>
                <a:lnTo>
                  <a:pt x="408232" y="0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Text -">
            <a:extLst xmlns:a="http://schemas.openxmlformats.org/drawingml/2006/main">
              <a:ext uri="{FF2B5EF4-FFF2-40B4-BE49-F238E27FC236}">
                <a16:creationId xmlns:a16="http://schemas.microsoft.com/office/drawing/2014/main" id="{AE161D36-CD2C-48C6-8353-08A9088D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341" y="9505997"/>
            <a:ext cx="10297" cy="2824"/>
          </a:xfrm>
          <a:custGeom xmlns:a="http://schemas.openxmlformats.org/drawingml/2006/main">
            <a:pathLst>
              <a:path w="10297" h="2824">
                <a:moveTo>
                  <a:pt x="10297" y="2824"/>
                </a:moveTo>
                <a:lnTo>
                  <a:pt x="0" y="2824"/>
                </a:lnTo>
                <a:lnTo>
                  <a:pt x="0" y="0"/>
                </a:lnTo>
                <a:lnTo>
                  <a:pt x="10297" y="0"/>
                </a:lnTo>
                <a:lnTo>
                  <a:pt x="10297" y="2824"/>
                </a:ln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Text .getContentNode();">
            <a:extLst xmlns:a="http://schemas.openxmlformats.org/drawingml/2006/main">
              <a:ext uri="{FF2B5EF4-FFF2-40B4-BE49-F238E27FC236}">
                <a16:creationId xmlns:a16="http://schemas.microsoft.com/office/drawing/2014/main" id="{0F435100-2C0F-45A4-82BC-077E8C89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63" y="9491155"/>
            <a:ext cx="336737" cy="32888"/>
          </a:xfrm>
          <a:custGeom xmlns:a="http://schemas.openxmlformats.org/drawingml/2006/main">
            <a:pathLst>
              <a:path w="336737" h="32888">
                <a:moveTo>
                  <a:pt x="2858" y="20232"/>
                </a:moveTo>
                <a:cubicBezTo>
                  <a:pt x="3249" y="20232"/>
                  <a:pt x="3619" y="20307"/>
                  <a:pt x="3969" y="20456"/>
                </a:cubicBezTo>
                <a:cubicBezTo>
                  <a:pt x="4319" y="20605"/>
                  <a:pt x="4623" y="20812"/>
                  <a:pt x="4881" y="21076"/>
                </a:cubicBezTo>
                <a:cubicBezTo>
                  <a:pt x="5140" y="21340"/>
                  <a:pt x="5344" y="21647"/>
                  <a:pt x="5493" y="21997"/>
                </a:cubicBezTo>
                <a:cubicBezTo>
                  <a:pt x="5642" y="22347"/>
                  <a:pt x="5717" y="22723"/>
                  <a:pt x="5717" y="23125"/>
                </a:cubicBezTo>
                <a:cubicBezTo>
                  <a:pt x="5717" y="23515"/>
                  <a:pt x="5642" y="23882"/>
                  <a:pt x="5493" y="24227"/>
                </a:cubicBezTo>
                <a:cubicBezTo>
                  <a:pt x="5344" y="24571"/>
                  <a:pt x="5140" y="24872"/>
                  <a:pt x="4881" y="25131"/>
                </a:cubicBezTo>
                <a:cubicBezTo>
                  <a:pt x="4623" y="25389"/>
                  <a:pt x="4319" y="25593"/>
                  <a:pt x="3969" y="25742"/>
                </a:cubicBezTo>
                <a:cubicBezTo>
                  <a:pt x="3619" y="25891"/>
                  <a:pt x="3249" y="25966"/>
                  <a:pt x="2858" y="25966"/>
                </a:cubicBezTo>
                <a:cubicBezTo>
                  <a:pt x="2457" y="25966"/>
                  <a:pt x="2083" y="25891"/>
                  <a:pt x="1739" y="25742"/>
                </a:cubicBezTo>
                <a:cubicBezTo>
                  <a:pt x="1395" y="25593"/>
                  <a:pt x="1093" y="25389"/>
                  <a:pt x="835" y="25131"/>
                </a:cubicBezTo>
                <a:cubicBezTo>
                  <a:pt x="577" y="24872"/>
                  <a:pt x="373" y="24571"/>
                  <a:pt x="224" y="24227"/>
                </a:cubicBezTo>
                <a:cubicBezTo>
                  <a:pt x="75" y="23882"/>
                  <a:pt x="0" y="23515"/>
                  <a:pt x="0" y="23125"/>
                </a:cubicBezTo>
                <a:cubicBezTo>
                  <a:pt x="0" y="22723"/>
                  <a:pt x="75" y="22347"/>
                  <a:pt x="224" y="21997"/>
                </a:cubicBezTo>
                <a:cubicBezTo>
                  <a:pt x="373" y="21647"/>
                  <a:pt x="577" y="21340"/>
                  <a:pt x="835" y="21076"/>
                </a:cubicBezTo>
                <a:cubicBezTo>
                  <a:pt x="1093" y="20812"/>
                  <a:pt x="1395" y="20605"/>
                  <a:pt x="1739" y="20456"/>
                </a:cubicBezTo>
                <a:cubicBezTo>
                  <a:pt x="2083" y="20307"/>
                  <a:pt x="2457" y="20232"/>
                  <a:pt x="2858" y="20232"/>
                </a:cubicBezTo>
                <a:close/>
                <a:moveTo>
                  <a:pt x="28212" y="10813"/>
                </a:moveTo>
                <a:cubicBezTo>
                  <a:pt x="28534" y="11215"/>
                  <a:pt x="28783" y="11683"/>
                  <a:pt x="28961" y="12217"/>
                </a:cubicBezTo>
                <a:cubicBezTo>
                  <a:pt x="29139" y="12750"/>
                  <a:pt x="29228" y="13327"/>
                  <a:pt x="29228" y="13947"/>
                </a:cubicBezTo>
                <a:cubicBezTo>
                  <a:pt x="29228" y="14842"/>
                  <a:pt x="29065" y="15660"/>
                  <a:pt x="28738" y="16401"/>
                </a:cubicBezTo>
                <a:cubicBezTo>
                  <a:pt x="28410" y="17141"/>
                  <a:pt x="27948" y="17775"/>
                  <a:pt x="27351" y="18303"/>
                </a:cubicBezTo>
                <a:cubicBezTo>
                  <a:pt x="26755" y="18831"/>
                  <a:pt x="26040" y="19242"/>
                  <a:pt x="25208" y="19535"/>
                </a:cubicBezTo>
                <a:cubicBezTo>
                  <a:pt x="24375" y="19827"/>
                  <a:pt x="23460" y="19974"/>
                  <a:pt x="22461" y="19974"/>
                </a:cubicBezTo>
                <a:cubicBezTo>
                  <a:pt x="21738" y="19974"/>
                  <a:pt x="21061" y="19896"/>
                  <a:pt x="20430" y="19741"/>
                </a:cubicBezTo>
                <a:cubicBezTo>
                  <a:pt x="19798" y="19586"/>
                  <a:pt x="19299" y="19394"/>
                  <a:pt x="18932" y="19164"/>
                </a:cubicBezTo>
                <a:cubicBezTo>
                  <a:pt x="18713" y="19486"/>
                  <a:pt x="18530" y="19789"/>
                  <a:pt x="18381" y="20075"/>
                </a:cubicBezTo>
                <a:cubicBezTo>
                  <a:pt x="18231" y="20361"/>
                  <a:pt x="18157" y="20680"/>
                  <a:pt x="18157" y="21034"/>
                </a:cubicBezTo>
                <a:cubicBezTo>
                  <a:pt x="18157" y="21468"/>
                  <a:pt x="18366" y="21827"/>
                  <a:pt x="18785" y="22112"/>
                </a:cubicBezTo>
                <a:cubicBezTo>
                  <a:pt x="19204" y="22397"/>
                  <a:pt x="19758" y="22551"/>
                  <a:pt x="20447" y="22574"/>
                </a:cubicBezTo>
                <a:lnTo>
                  <a:pt x="24992" y="22746"/>
                </a:lnTo>
                <a:cubicBezTo>
                  <a:pt x="25853" y="22769"/>
                  <a:pt x="26648" y="22878"/>
                  <a:pt x="27377" y="23074"/>
                </a:cubicBezTo>
                <a:cubicBezTo>
                  <a:pt x="28106" y="23269"/>
                  <a:pt x="28732" y="23551"/>
                  <a:pt x="29254" y="23919"/>
                </a:cubicBezTo>
                <a:cubicBezTo>
                  <a:pt x="29776" y="24287"/>
                  <a:pt x="30184" y="24741"/>
                  <a:pt x="30477" y="25281"/>
                </a:cubicBezTo>
                <a:cubicBezTo>
                  <a:pt x="30769" y="25821"/>
                  <a:pt x="30916" y="26448"/>
                  <a:pt x="30916" y="27161"/>
                </a:cubicBezTo>
                <a:cubicBezTo>
                  <a:pt x="30916" y="27932"/>
                  <a:pt x="30749" y="28662"/>
                  <a:pt x="30416" y="29352"/>
                </a:cubicBezTo>
                <a:cubicBezTo>
                  <a:pt x="30083" y="30042"/>
                  <a:pt x="29570" y="30648"/>
                  <a:pt x="28875" y="31171"/>
                </a:cubicBezTo>
                <a:cubicBezTo>
                  <a:pt x="28181" y="31694"/>
                  <a:pt x="27300" y="32111"/>
                  <a:pt x="26232" y="32422"/>
                </a:cubicBezTo>
                <a:cubicBezTo>
                  <a:pt x="25165" y="32732"/>
                  <a:pt x="23896" y="32888"/>
                  <a:pt x="22427" y="32888"/>
                </a:cubicBezTo>
                <a:cubicBezTo>
                  <a:pt x="21026" y="32888"/>
                  <a:pt x="19835" y="32775"/>
                  <a:pt x="18854" y="32551"/>
                </a:cubicBezTo>
                <a:cubicBezTo>
                  <a:pt x="17873" y="32327"/>
                  <a:pt x="17066" y="32017"/>
                  <a:pt x="16435" y="31620"/>
                </a:cubicBezTo>
                <a:cubicBezTo>
                  <a:pt x="15803" y="31223"/>
                  <a:pt x="15344" y="30752"/>
                  <a:pt x="15057" y="30205"/>
                </a:cubicBezTo>
                <a:cubicBezTo>
                  <a:pt x="14770" y="29659"/>
                  <a:pt x="14627" y="29059"/>
                  <a:pt x="14627" y="28403"/>
                </a:cubicBezTo>
                <a:cubicBezTo>
                  <a:pt x="14627" y="27564"/>
                  <a:pt x="14822" y="26828"/>
                  <a:pt x="15212" y="26195"/>
                </a:cubicBezTo>
                <a:cubicBezTo>
                  <a:pt x="15603" y="25563"/>
                  <a:pt x="16205" y="24954"/>
                  <a:pt x="17020" y="24368"/>
                </a:cubicBezTo>
                <a:cubicBezTo>
                  <a:pt x="16722" y="24230"/>
                  <a:pt x="16464" y="24058"/>
                  <a:pt x="16245" y="23852"/>
                </a:cubicBezTo>
                <a:cubicBezTo>
                  <a:pt x="16027" y="23646"/>
                  <a:pt x="15849" y="23420"/>
                  <a:pt x="15712" y="23174"/>
                </a:cubicBezTo>
                <a:cubicBezTo>
                  <a:pt x="15574" y="22927"/>
                  <a:pt x="15471" y="22667"/>
                  <a:pt x="15402" y="22392"/>
                </a:cubicBezTo>
                <a:cubicBezTo>
                  <a:pt x="15333" y="22117"/>
                  <a:pt x="15298" y="21847"/>
                  <a:pt x="15298" y="21584"/>
                </a:cubicBezTo>
                <a:cubicBezTo>
                  <a:pt x="15298" y="20839"/>
                  <a:pt x="15473" y="20158"/>
                  <a:pt x="15824" y="19539"/>
                </a:cubicBezTo>
                <a:cubicBezTo>
                  <a:pt x="16174" y="18921"/>
                  <a:pt x="16590" y="18337"/>
                  <a:pt x="17072" y="17787"/>
                </a:cubicBezTo>
                <a:cubicBezTo>
                  <a:pt x="16854" y="17523"/>
                  <a:pt x="16662" y="17265"/>
                  <a:pt x="16495" y="17012"/>
                </a:cubicBezTo>
                <a:cubicBezTo>
                  <a:pt x="16329" y="16759"/>
                  <a:pt x="16185" y="16487"/>
                  <a:pt x="16065" y="16194"/>
                </a:cubicBezTo>
                <a:cubicBezTo>
                  <a:pt x="15944" y="15901"/>
                  <a:pt x="15852" y="15586"/>
                  <a:pt x="15789" y="15247"/>
                </a:cubicBezTo>
                <a:cubicBezTo>
                  <a:pt x="15726" y="14908"/>
                  <a:pt x="15694" y="14521"/>
                  <a:pt x="15694" y="14085"/>
                </a:cubicBezTo>
                <a:cubicBezTo>
                  <a:pt x="15694" y="13189"/>
                  <a:pt x="15858" y="12372"/>
                  <a:pt x="16185" y="11631"/>
                </a:cubicBezTo>
                <a:cubicBezTo>
                  <a:pt x="16512" y="10891"/>
                  <a:pt x="16971" y="10257"/>
                  <a:pt x="17563" y="9729"/>
                </a:cubicBezTo>
                <a:cubicBezTo>
                  <a:pt x="18154" y="9200"/>
                  <a:pt x="18866" y="8790"/>
                  <a:pt x="19698" y="8497"/>
                </a:cubicBezTo>
                <a:cubicBezTo>
                  <a:pt x="20530" y="8205"/>
                  <a:pt x="21451" y="8058"/>
                  <a:pt x="22461" y="8058"/>
                </a:cubicBezTo>
                <a:cubicBezTo>
                  <a:pt x="22886" y="8058"/>
                  <a:pt x="23294" y="8087"/>
                  <a:pt x="23684" y="8144"/>
                </a:cubicBezTo>
                <a:cubicBezTo>
                  <a:pt x="24074" y="8202"/>
                  <a:pt x="24419" y="8276"/>
                  <a:pt x="24717" y="8368"/>
                </a:cubicBezTo>
                <a:lnTo>
                  <a:pt x="30985" y="8368"/>
                </a:lnTo>
                <a:lnTo>
                  <a:pt x="30985" y="10813"/>
                </a:lnTo>
                <a:lnTo>
                  <a:pt x="28212" y="10813"/>
                </a:lnTo>
                <a:moveTo>
                  <a:pt x="17812" y="28145"/>
                </a:moveTo>
                <a:cubicBezTo>
                  <a:pt x="17812" y="28962"/>
                  <a:pt x="18237" y="29558"/>
                  <a:pt x="19086" y="29932"/>
                </a:cubicBezTo>
                <a:cubicBezTo>
                  <a:pt x="19936" y="30307"/>
                  <a:pt x="21118" y="30494"/>
                  <a:pt x="22634" y="30494"/>
                </a:cubicBezTo>
                <a:cubicBezTo>
                  <a:pt x="23586" y="30494"/>
                  <a:pt x="24387" y="30408"/>
                  <a:pt x="25036" y="30235"/>
                </a:cubicBezTo>
                <a:cubicBezTo>
                  <a:pt x="25684" y="30062"/>
                  <a:pt x="26206" y="29835"/>
                  <a:pt x="26602" y="29553"/>
                </a:cubicBezTo>
                <a:cubicBezTo>
                  <a:pt x="26998" y="29270"/>
                  <a:pt x="27283" y="28948"/>
                  <a:pt x="27455" y="28585"/>
                </a:cubicBezTo>
                <a:cubicBezTo>
                  <a:pt x="27627" y="28222"/>
                  <a:pt x="27713" y="27851"/>
                  <a:pt x="27713" y="27471"/>
                </a:cubicBezTo>
                <a:cubicBezTo>
                  <a:pt x="27713" y="26768"/>
                  <a:pt x="27426" y="26250"/>
                  <a:pt x="26852" y="25916"/>
                </a:cubicBezTo>
                <a:cubicBezTo>
                  <a:pt x="26278" y="25582"/>
                  <a:pt x="25400" y="25386"/>
                  <a:pt x="24218" y="25329"/>
                </a:cubicBezTo>
                <a:lnTo>
                  <a:pt x="19706" y="25174"/>
                </a:lnTo>
                <a:cubicBezTo>
                  <a:pt x="19328" y="25427"/>
                  <a:pt x="19015" y="25674"/>
                  <a:pt x="18768" y="25916"/>
                </a:cubicBezTo>
                <a:cubicBezTo>
                  <a:pt x="18521" y="26158"/>
                  <a:pt x="18329" y="26403"/>
                  <a:pt x="18191" y="26651"/>
                </a:cubicBezTo>
                <a:cubicBezTo>
                  <a:pt x="18053" y="26898"/>
                  <a:pt x="17956" y="27146"/>
                  <a:pt x="17898" y="27393"/>
                </a:cubicBezTo>
                <a:cubicBezTo>
                  <a:pt x="17841" y="27641"/>
                  <a:pt x="17812" y="27892"/>
                  <a:pt x="17812" y="28145"/>
                </a:cubicBezTo>
                <a:moveTo>
                  <a:pt x="18725" y="14016"/>
                </a:moveTo>
                <a:cubicBezTo>
                  <a:pt x="18725" y="14567"/>
                  <a:pt x="18817" y="15072"/>
                  <a:pt x="19000" y="15531"/>
                </a:cubicBezTo>
                <a:cubicBezTo>
                  <a:pt x="19184" y="15990"/>
                  <a:pt x="19442" y="16381"/>
                  <a:pt x="19775" y="16702"/>
                </a:cubicBezTo>
                <a:cubicBezTo>
                  <a:pt x="20108" y="17023"/>
                  <a:pt x="20501" y="17273"/>
                  <a:pt x="20955" y="17451"/>
                </a:cubicBezTo>
                <a:cubicBezTo>
                  <a:pt x="21408" y="17629"/>
                  <a:pt x="21910" y="17718"/>
                  <a:pt x="22461" y="17718"/>
                </a:cubicBezTo>
                <a:cubicBezTo>
                  <a:pt x="23058" y="17718"/>
                  <a:pt x="23589" y="17618"/>
                  <a:pt x="24054" y="17417"/>
                </a:cubicBezTo>
                <a:cubicBezTo>
                  <a:pt x="24519" y="17216"/>
                  <a:pt x="24909" y="16943"/>
                  <a:pt x="25225" y="16599"/>
                </a:cubicBezTo>
                <a:cubicBezTo>
                  <a:pt x="25541" y="16254"/>
                  <a:pt x="25782" y="15858"/>
                  <a:pt x="25948" y="15411"/>
                </a:cubicBezTo>
                <a:cubicBezTo>
                  <a:pt x="26115" y="14963"/>
                  <a:pt x="26198" y="14498"/>
                  <a:pt x="26198" y="14016"/>
                </a:cubicBezTo>
                <a:cubicBezTo>
                  <a:pt x="26198" y="13465"/>
                  <a:pt x="26106" y="12960"/>
                  <a:pt x="25922" y="12501"/>
                </a:cubicBezTo>
                <a:cubicBezTo>
                  <a:pt x="25739" y="12042"/>
                  <a:pt x="25480" y="11651"/>
                  <a:pt x="25147" y="11330"/>
                </a:cubicBezTo>
                <a:cubicBezTo>
                  <a:pt x="24815" y="11008"/>
                  <a:pt x="24421" y="10759"/>
                  <a:pt x="23968" y="10581"/>
                </a:cubicBezTo>
                <a:cubicBezTo>
                  <a:pt x="23515" y="10403"/>
                  <a:pt x="23012" y="10314"/>
                  <a:pt x="22461" y="10314"/>
                </a:cubicBezTo>
                <a:cubicBezTo>
                  <a:pt x="21864" y="10314"/>
                  <a:pt x="21334" y="10417"/>
                  <a:pt x="20869" y="10624"/>
                </a:cubicBezTo>
                <a:cubicBezTo>
                  <a:pt x="20404" y="10831"/>
                  <a:pt x="20013" y="11103"/>
                  <a:pt x="19698" y="11442"/>
                </a:cubicBezTo>
                <a:cubicBezTo>
                  <a:pt x="19382" y="11780"/>
                  <a:pt x="19141" y="12174"/>
                  <a:pt x="18975" y="12621"/>
                </a:cubicBezTo>
                <a:cubicBezTo>
                  <a:pt x="18808" y="13069"/>
                  <a:pt x="18725" y="13534"/>
                  <a:pt x="18725" y="14016"/>
                </a:cubicBezTo>
                <a:close/>
                <a:moveTo>
                  <a:pt x="50042" y="16099"/>
                </a:moveTo>
                <a:cubicBezTo>
                  <a:pt x="50042" y="16524"/>
                  <a:pt x="50036" y="16880"/>
                  <a:pt x="50025" y="17167"/>
                </a:cubicBezTo>
                <a:cubicBezTo>
                  <a:pt x="50013" y="17454"/>
                  <a:pt x="49996" y="17724"/>
                  <a:pt x="49973" y="17976"/>
                </a:cubicBezTo>
                <a:lnTo>
                  <a:pt x="37834" y="17976"/>
                </a:lnTo>
                <a:cubicBezTo>
                  <a:pt x="37834" y="19744"/>
                  <a:pt x="38327" y="21101"/>
                  <a:pt x="39315" y="22048"/>
                </a:cubicBezTo>
                <a:cubicBezTo>
                  <a:pt x="40302" y="22995"/>
                  <a:pt x="41725" y="23469"/>
                  <a:pt x="43585" y="23469"/>
                </a:cubicBezTo>
                <a:cubicBezTo>
                  <a:pt x="44090" y="23469"/>
                  <a:pt x="44595" y="23449"/>
                  <a:pt x="45100" y="23408"/>
                </a:cubicBezTo>
                <a:cubicBezTo>
                  <a:pt x="45605" y="23366"/>
                  <a:pt x="46093" y="23311"/>
                  <a:pt x="46564" y="23240"/>
                </a:cubicBezTo>
                <a:cubicBezTo>
                  <a:pt x="47034" y="23170"/>
                  <a:pt x="47485" y="23090"/>
                  <a:pt x="47915" y="23002"/>
                </a:cubicBezTo>
                <a:cubicBezTo>
                  <a:pt x="48346" y="22914"/>
                  <a:pt x="48745" y="22817"/>
                  <a:pt x="49112" y="22711"/>
                </a:cubicBezTo>
                <a:lnTo>
                  <a:pt x="49112" y="25174"/>
                </a:lnTo>
                <a:cubicBezTo>
                  <a:pt x="48297" y="25408"/>
                  <a:pt x="47376" y="25599"/>
                  <a:pt x="46348" y="25746"/>
                </a:cubicBezTo>
                <a:cubicBezTo>
                  <a:pt x="45321" y="25892"/>
                  <a:pt x="44256" y="25966"/>
                  <a:pt x="43154" y="25966"/>
                </a:cubicBezTo>
                <a:cubicBezTo>
                  <a:pt x="41674" y="25966"/>
                  <a:pt x="40399" y="25765"/>
                  <a:pt x="39332" y="25363"/>
                </a:cubicBezTo>
                <a:cubicBezTo>
                  <a:pt x="38264" y="24961"/>
                  <a:pt x="37389" y="24379"/>
                  <a:pt x="36706" y="23615"/>
                </a:cubicBezTo>
                <a:cubicBezTo>
                  <a:pt x="36023" y="22852"/>
                  <a:pt x="35518" y="21916"/>
                  <a:pt x="35191" y="20809"/>
                </a:cubicBezTo>
                <a:cubicBezTo>
                  <a:pt x="34864" y="19701"/>
                  <a:pt x="34700" y="18447"/>
                  <a:pt x="34700" y="17046"/>
                </a:cubicBezTo>
                <a:cubicBezTo>
                  <a:pt x="34700" y="15830"/>
                  <a:pt x="34875" y="14679"/>
                  <a:pt x="35225" y="13594"/>
                </a:cubicBezTo>
                <a:cubicBezTo>
                  <a:pt x="35575" y="12509"/>
                  <a:pt x="36086" y="11557"/>
                  <a:pt x="36758" y="10736"/>
                </a:cubicBezTo>
                <a:cubicBezTo>
                  <a:pt x="37429" y="9915"/>
                  <a:pt x="38253" y="9264"/>
                  <a:pt x="39229" y="8782"/>
                </a:cubicBezTo>
                <a:cubicBezTo>
                  <a:pt x="40204" y="8299"/>
                  <a:pt x="41312" y="8058"/>
                  <a:pt x="42552" y="8058"/>
                </a:cubicBezTo>
                <a:cubicBezTo>
                  <a:pt x="43757" y="8058"/>
                  <a:pt x="44825" y="8248"/>
                  <a:pt x="45754" y="8627"/>
                </a:cubicBezTo>
                <a:cubicBezTo>
                  <a:pt x="46684" y="9005"/>
                  <a:pt x="47468" y="9542"/>
                  <a:pt x="48105" y="10236"/>
                </a:cubicBezTo>
                <a:cubicBezTo>
                  <a:pt x="48742" y="10931"/>
                  <a:pt x="49224" y="11775"/>
                  <a:pt x="49551" y="12768"/>
                </a:cubicBezTo>
                <a:cubicBezTo>
                  <a:pt x="49878" y="13761"/>
                  <a:pt x="50042" y="14871"/>
                  <a:pt x="50042" y="16099"/>
                </a:cubicBezTo>
                <a:moveTo>
                  <a:pt x="46925" y="15669"/>
                </a:moveTo>
                <a:cubicBezTo>
                  <a:pt x="46960" y="14900"/>
                  <a:pt x="46885" y="14197"/>
                  <a:pt x="46701" y="13560"/>
                </a:cubicBezTo>
                <a:cubicBezTo>
                  <a:pt x="46518" y="12923"/>
                  <a:pt x="46234" y="12374"/>
                  <a:pt x="45849" y="11915"/>
                </a:cubicBezTo>
                <a:cubicBezTo>
                  <a:pt x="45465" y="11456"/>
                  <a:pt x="44985" y="11097"/>
                  <a:pt x="44411" y="10839"/>
                </a:cubicBezTo>
                <a:cubicBezTo>
                  <a:pt x="43837" y="10581"/>
                  <a:pt x="43172" y="10452"/>
                  <a:pt x="42414" y="10452"/>
                </a:cubicBezTo>
                <a:cubicBezTo>
                  <a:pt x="41760" y="10452"/>
                  <a:pt x="41163" y="10578"/>
                  <a:pt x="40623" y="10831"/>
                </a:cubicBezTo>
                <a:cubicBezTo>
                  <a:pt x="40084" y="11083"/>
                  <a:pt x="39619" y="11439"/>
                  <a:pt x="39229" y="11898"/>
                </a:cubicBezTo>
                <a:cubicBezTo>
                  <a:pt x="38838" y="12357"/>
                  <a:pt x="38523" y="12908"/>
                  <a:pt x="38282" y="13551"/>
                </a:cubicBezTo>
                <a:cubicBezTo>
                  <a:pt x="38040" y="14194"/>
                  <a:pt x="37891" y="14900"/>
                  <a:pt x="37834" y="15669"/>
                </a:cubicBezTo>
                <a:lnTo>
                  <a:pt x="46925" y="15669"/>
                </a:lnTo>
                <a:close/>
                <a:moveTo>
                  <a:pt x="69047" y="25397"/>
                </a:moveTo>
                <a:cubicBezTo>
                  <a:pt x="68370" y="25576"/>
                  <a:pt x="67670" y="25703"/>
                  <a:pt x="66947" y="25781"/>
                </a:cubicBezTo>
                <a:cubicBezTo>
                  <a:pt x="66224" y="25858"/>
                  <a:pt x="65489" y="25897"/>
                  <a:pt x="64743" y="25897"/>
                </a:cubicBezTo>
                <a:cubicBezTo>
                  <a:pt x="62573" y="25897"/>
                  <a:pt x="60955" y="25406"/>
                  <a:pt x="59887" y="24425"/>
                </a:cubicBezTo>
                <a:cubicBezTo>
                  <a:pt x="58820" y="23443"/>
                  <a:pt x="58286" y="21937"/>
                  <a:pt x="58286" y="19905"/>
                </a:cubicBezTo>
                <a:lnTo>
                  <a:pt x="58286" y="10882"/>
                </a:lnTo>
                <a:lnTo>
                  <a:pt x="53447" y="10882"/>
                </a:lnTo>
                <a:lnTo>
                  <a:pt x="53447" y="8368"/>
                </a:lnTo>
                <a:lnTo>
                  <a:pt x="58286" y="8368"/>
                </a:lnTo>
                <a:lnTo>
                  <a:pt x="58286" y="3601"/>
                </a:lnTo>
                <a:lnTo>
                  <a:pt x="61282" y="2824"/>
                </a:lnTo>
                <a:lnTo>
                  <a:pt x="61282" y="8368"/>
                </a:lnTo>
                <a:lnTo>
                  <a:pt x="69047" y="8368"/>
                </a:lnTo>
                <a:lnTo>
                  <a:pt x="69047" y="10882"/>
                </a:lnTo>
                <a:lnTo>
                  <a:pt x="61282" y="10882"/>
                </a:lnTo>
                <a:lnTo>
                  <a:pt x="61282" y="19664"/>
                </a:lnTo>
                <a:cubicBezTo>
                  <a:pt x="61282" y="20903"/>
                  <a:pt x="61612" y="21830"/>
                  <a:pt x="62272" y="22444"/>
                </a:cubicBezTo>
                <a:cubicBezTo>
                  <a:pt x="62932" y="23059"/>
                  <a:pt x="63905" y="23366"/>
                  <a:pt x="65190" y="23366"/>
                </a:cubicBezTo>
                <a:cubicBezTo>
                  <a:pt x="65741" y="23366"/>
                  <a:pt x="66344" y="23321"/>
                  <a:pt x="66998" y="23233"/>
                </a:cubicBezTo>
                <a:cubicBezTo>
                  <a:pt x="67653" y="23144"/>
                  <a:pt x="68336" y="23004"/>
                  <a:pt x="69047" y="22815"/>
                </a:cubicBezTo>
                <a:lnTo>
                  <a:pt x="69047" y="25397"/>
                </a:lnTo>
                <a:close/>
                <a:moveTo>
                  <a:pt x="88150" y="24812"/>
                </a:moveTo>
                <a:cubicBezTo>
                  <a:pt x="86347" y="25558"/>
                  <a:pt x="84459" y="25931"/>
                  <a:pt x="82485" y="25931"/>
                </a:cubicBezTo>
                <a:cubicBezTo>
                  <a:pt x="79305" y="25931"/>
                  <a:pt x="76863" y="24981"/>
                  <a:pt x="75158" y="23079"/>
                </a:cubicBezTo>
                <a:cubicBezTo>
                  <a:pt x="73453" y="21178"/>
                  <a:pt x="72601" y="18367"/>
                  <a:pt x="72601" y="14644"/>
                </a:cubicBezTo>
                <a:cubicBezTo>
                  <a:pt x="72601" y="12841"/>
                  <a:pt x="72836" y="11210"/>
                  <a:pt x="73307" y="9751"/>
                </a:cubicBezTo>
                <a:cubicBezTo>
                  <a:pt x="73778" y="8292"/>
                  <a:pt x="74449" y="7054"/>
                  <a:pt x="75322" y="6038"/>
                </a:cubicBezTo>
                <a:cubicBezTo>
                  <a:pt x="76194" y="5021"/>
                  <a:pt x="77250" y="4237"/>
                  <a:pt x="78490" y="3685"/>
                </a:cubicBezTo>
                <a:cubicBezTo>
                  <a:pt x="79730" y="3134"/>
                  <a:pt x="81119" y="2858"/>
                  <a:pt x="82657" y="2858"/>
                </a:cubicBezTo>
                <a:cubicBezTo>
                  <a:pt x="83701" y="2858"/>
                  <a:pt x="84671" y="2947"/>
                  <a:pt x="85567" y="3125"/>
                </a:cubicBezTo>
                <a:cubicBezTo>
                  <a:pt x="86462" y="3303"/>
                  <a:pt x="87323" y="3576"/>
                  <a:pt x="88150" y="3943"/>
                </a:cubicBezTo>
                <a:lnTo>
                  <a:pt x="88150" y="6956"/>
                </a:lnTo>
                <a:cubicBezTo>
                  <a:pt x="87335" y="6509"/>
                  <a:pt x="86491" y="6167"/>
                  <a:pt x="85618" y="5932"/>
                </a:cubicBezTo>
                <a:cubicBezTo>
                  <a:pt x="84746" y="5697"/>
                  <a:pt x="83793" y="5579"/>
                  <a:pt x="82760" y="5579"/>
                </a:cubicBezTo>
                <a:cubicBezTo>
                  <a:pt x="81704" y="5579"/>
                  <a:pt x="80748" y="5777"/>
                  <a:pt x="79893" y="6173"/>
                </a:cubicBezTo>
                <a:cubicBezTo>
                  <a:pt x="79038" y="6570"/>
                  <a:pt x="78312" y="7144"/>
                  <a:pt x="77715" y="7897"/>
                </a:cubicBezTo>
                <a:cubicBezTo>
                  <a:pt x="77118" y="8649"/>
                  <a:pt x="76659" y="9569"/>
                  <a:pt x="76338" y="10655"/>
                </a:cubicBezTo>
                <a:cubicBezTo>
                  <a:pt x="76016" y="11740"/>
                  <a:pt x="75855" y="12979"/>
                  <a:pt x="75855" y="14369"/>
                </a:cubicBezTo>
                <a:cubicBezTo>
                  <a:pt x="75855" y="17288"/>
                  <a:pt x="76447" y="19488"/>
                  <a:pt x="77629" y="20970"/>
                </a:cubicBezTo>
                <a:cubicBezTo>
                  <a:pt x="78811" y="22452"/>
                  <a:pt x="80545" y="23194"/>
                  <a:pt x="82829" y="23194"/>
                </a:cubicBezTo>
                <a:cubicBezTo>
                  <a:pt x="83793" y="23194"/>
                  <a:pt x="84717" y="23082"/>
                  <a:pt x="85601" y="22858"/>
                </a:cubicBezTo>
                <a:cubicBezTo>
                  <a:pt x="86485" y="22634"/>
                  <a:pt x="87335" y="22321"/>
                  <a:pt x="88150" y="21919"/>
                </a:cubicBezTo>
                <a:lnTo>
                  <a:pt x="88150" y="24812"/>
                </a:lnTo>
                <a:close/>
                <a:moveTo>
                  <a:pt x="108498" y="16874"/>
                </a:moveTo>
                <a:cubicBezTo>
                  <a:pt x="108498" y="18217"/>
                  <a:pt x="108309" y="19448"/>
                  <a:pt x="107930" y="20568"/>
                </a:cubicBezTo>
                <a:cubicBezTo>
                  <a:pt x="107551" y="21687"/>
                  <a:pt x="107006" y="22645"/>
                  <a:pt x="106294" y="23443"/>
                </a:cubicBezTo>
                <a:cubicBezTo>
                  <a:pt x="105583" y="24241"/>
                  <a:pt x="104716" y="24861"/>
                  <a:pt x="103694" y="25303"/>
                </a:cubicBezTo>
                <a:cubicBezTo>
                  <a:pt x="102673" y="25745"/>
                  <a:pt x="101513" y="25966"/>
                  <a:pt x="100216" y="25966"/>
                </a:cubicBezTo>
                <a:cubicBezTo>
                  <a:pt x="98977" y="25966"/>
                  <a:pt x="97866" y="25773"/>
                  <a:pt x="96885" y="25389"/>
                </a:cubicBezTo>
                <a:cubicBezTo>
                  <a:pt x="95903" y="25004"/>
                  <a:pt x="95071" y="24439"/>
                  <a:pt x="94388" y="23693"/>
                </a:cubicBezTo>
                <a:cubicBezTo>
                  <a:pt x="93705" y="22947"/>
                  <a:pt x="93183" y="22023"/>
                  <a:pt x="92821" y="20921"/>
                </a:cubicBezTo>
                <a:cubicBezTo>
                  <a:pt x="92459" y="19819"/>
                  <a:pt x="92279" y="18550"/>
                  <a:pt x="92279" y="17115"/>
                </a:cubicBezTo>
                <a:cubicBezTo>
                  <a:pt x="92279" y="15772"/>
                  <a:pt x="92468" y="14547"/>
                  <a:pt x="92847" y="13439"/>
                </a:cubicBezTo>
                <a:cubicBezTo>
                  <a:pt x="93226" y="12331"/>
                  <a:pt x="93771" y="11379"/>
                  <a:pt x="94483" y="10581"/>
                </a:cubicBezTo>
                <a:cubicBezTo>
                  <a:pt x="95194" y="9783"/>
                  <a:pt x="96061" y="9163"/>
                  <a:pt x="97083" y="8721"/>
                </a:cubicBezTo>
                <a:cubicBezTo>
                  <a:pt x="98104" y="8279"/>
                  <a:pt x="99264" y="8058"/>
                  <a:pt x="100561" y="8058"/>
                </a:cubicBezTo>
                <a:cubicBezTo>
                  <a:pt x="101800" y="8058"/>
                  <a:pt x="102911" y="8251"/>
                  <a:pt x="103892" y="8635"/>
                </a:cubicBezTo>
                <a:cubicBezTo>
                  <a:pt x="104874" y="9020"/>
                  <a:pt x="105706" y="9582"/>
                  <a:pt x="106389" y="10323"/>
                </a:cubicBezTo>
                <a:cubicBezTo>
                  <a:pt x="107072" y="11063"/>
                  <a:pt x="107595" y="11984"/>
                  <a:pt x="107956" y="13086"/>
                </a:cubicBezTo>
                <a:cubicBezTo>
                  <a:pt x="108318" y="14188"/>
                  <a:pt x="108498" y="15451"/>
                  <a:pt x="108498" y="16874"/>
                </a:cubicBezTo>
                <a:moveTo>
                  <a:pt x="105434" y="17012"/>
                </a:moveTo>
                <a:cubicBezTo>
                  <a:pt x="105434" y="15944"/>
                  <a:pt x="105316" y="15012"/>
                  <a:pt x="105081" y="14214"/>
                </a:cubicBezTo>
                <a:cubicBezTo>
                  <a:pt x="104845" y="13416"/>
                  <a:pt x="104509" y="12750"/>
                  <a:pt x="104073" y="12217"/>
                </a:cubicBezTo>
                <a:cubicBezTo>
                  <a:pt x="103637" y="11683"/>
                  <a:pt x="103106" y="11281"/>
                  <a:pt x="102481" y="11011"/>
                </a:cubicBezTo>
                <a:cubicBezTo>
                  <a:pt x="101855" y="10742"/>
                  <a:pt x="101158" y="10607"/>
                  <a:pt x="100389" y="10607"/>
                </a:cubicBezTo>
                <a:cubicBezTo>
                  <a:pt x="99493" y="10607"/>
                  <a:pt x="98727" y="10782"/>
                  <a:pt x="98090" y="11132"/>
                </a:cubicBezTo>
                <a:cubicBezTo>
                  <a:pt x="97453" y="11482"/>
                  <a:pt x="96930" y="11950"/>
                  <a:pt x="96523" y="12535"/>
                </a:cubicBezTo>
                <a:cubicBezTo>
                  <a:pt x="96115" y="13121"/>
                  <a:pt x="95817" y="13801"/>
                  <a:pt x="95628" y="14576"/>
                </a:cubicBezTo>
                <a:cubicBezTo>
                  <a:pt x="95438" y="15350"/>
                  <a:pt x="95343" y="16163"/>
                  <a:pt x="95343" y="17012"/>
                </a:cubicBezTo>
                <a:cubicBezTo>
                  <a:pt x="95343" y="18080"/>
                  <a:pt x="95461" y="19015"/>
                  <a:pt x="95696" y="19819"/>
                </a:cubicBezTo>
                <a:cubicBezTo>
                  <a:pt x="95932" y="20622"/>
                  <a:pt x="96268" y="21291"/>
                  <a:pt x="96704" y="21825"/>
                </a:cubicBezTo>
                <a:cubicBezTo>
                  <a:pt x="97140" y="22358"/>
                  <a:pt x="97668" y="22760"/>
                  <a:pt x="98288" y="23030"/>
                </a:cubicBezTo>
                <a:cubicBezTo>
                  <a:pt x="98908" y="23300"/>
                  <a:pt x="99608" y="23435"/>
                  <a:pt x="100389" y="23435"/>
                </a:cubicBezTo>
                <a:cubicBezTo>
                  <a:pt x="101284" y="23435"/>
                  <a:pt x="102050" y="23260"/>
                  <a:pt x="102687" y="22909"/>
                </a:cubicBezTo>
                <a:cubicBezTo>
                  <a:pt x="103324" y="22559"/>
                  <a:pt x="103847" y="22092"/>
                  <a:pt x="104254" y="21506"/>
                </a:cubicBezTo>
                <a:cubicBezTo>
                  <a:pt x="104662" y="20921"/>
                  <a:pt x="104960" y="20241"/>
                  <a:pt x="105149" y="19466"/>
                </a:cubicBezTo>
                <a:cubicBezTo>
                  <a:pt x="105339" y="18691"/>
                  <a:pt x="105434" y="17873"/>
                  <a:pt x="105434" y="17012"/>
                </a:cubicBezTo>
                <a:close/>
                <a:moveTo>
                  <a:pt x="113127" y="8368"/>
                </a:moveTo>
                <a:lnTo>
                  <a:pt x="115795" y="8368"/>
                </a:lnTo>
                <a:lnTo>
                  <a:pt x="115916" y="11158"/>
                </a:lnTo>
                <a:cubicBezTo>
                  <a:pt x="116421" y="10561"/>
                  <a:pt x="116909" y="10064"/>
                  <a:pt x="117380" y="9668"/>
                </a:cubicBezTo>
                <a:cubicBezTo>
                  <a:pt x="117850" y="9272"/>
                  <a:pt x="118312" y="8954"/>
                  <a:pt x="118766" y="8713"/>
                </a:cubicBezTo>
                <a:cubicBezTo>
                  <a:pt x="119219" y="8472"/>
                  <a:pt x="119681" y="8302"/>
                  <a:pt x="120152" y="8205"/>
                </a:cubicBezTo>
                <a:cubicBezTo>
                  <a:pt x="120622" y="8107"/>
                  <a:pt x="121110" y="8058"/>
                  <a:pt x="121615" y="8058"/>
                </a:cubicBezTo>
                <a:cubicBezTo>
                  <a:pt x="123395" y="8058"/>
                  <a:pt x="124741" y="8583"/>
                  <a:pt x="125653" y="9634"/>
                </a:cubicBezTo>
                <a:cubicBezTo>
                  <a:pt x="126566" y="10684"/>
                  <a:pt x="127022" y="12265"/>
                  <a:pt x="127022" y="14378"/>
                </a:cubicBezTo>
                <a:lnTo>
                  <a:pt x="127022" y="25656"/>
                </a:lnTo>
                <a:lnTo>
                  <a:pt x="124026" y="25656"/>
                </a:lnTo>
                <a:lnTo>
                  <a:pt x="124026" y="14619"/>
                </a:lnTo>
                <a:cubicBezTo>
                  <a:pt x="124026" y="13264"/>
                  <a:pt x="123773" y="12263"/>
                  <a:pt x="123268" y="11614"/>
                </a:cubicBezTo>
                <a:cubicBezTo>
                  <a:pt x="122763" y="10965"/>
                  <a:pt x="122011" y="10641"/>
                  <a:pt x="121013" y="10641"/>
                </a:cubicBezTo>
                <a:cubicBezTo>
                  <a:pt x="120645" y="10641"/>
                  <a:pt x="120287" y="10696"/>
                  <a:pt x="119937" y="10805"/>
                </a:cubicBezTo>
                <a:cubicBezTo>
                  <a:pt x="119586" y="10914"/>
                  <a:pt x="119222" y="11103"/>
                  <a:pt x="118843" y="11373"/>
                </a:cubicBezTo>
                <a:cubicBezTo>
                  <a:pt x="118464" y="11643"/>
                  <a:pt x="118054" y="12007"/>
                  <a:pt x="117612" y="12466"/>
                </a:cubicBezTo>
                <a:cubicBezTo>
                  <a:pt x="117170" y="12925"/>
                  <a:pt x="116674" y="13499"/>
                  <a:pt x="116123" y="14188"/>
                </a:cubicBezTo>
                <a:lnTo>
                  <a:pt x="116123" y="25656"/>
                </a:lnTo>
                <a:lnTo>
                  <a:pt x="113127" y="25656"/>
                </a:lnTo>
                <a:lnTo>
                  <a:pt x="113127" y="8368"/>
                </a:lnTo>
                <a:close/>
                <a:moveTo>
                  <a:pt x="146734" y="25397"/>
                </a:moveTo>
                <a:cubicBezTo>
                  <a:pt x="146056" y="25576"/>
                  <a:pt x="145356" y="25703"/>
                  <a:pt x="144633" y="25781"/>
                </a:cubicBezTo>
                <a:cubicBezTo>
                  <a:pt x="143910" y="25858"/>
                  <a:pt x="143175" y="25897"/>
                  <a:pt x="142429" y="25897"/>
                </a:cubicBezTo>
                <a:cubicBezTo>
                  <a:pt x="140259" y="25897"/>
                  <a:pt x="138641" y="25406"/>
                  <a:pt x="137573" y="24425"/>
                </a:cubicBezTo>
                <a:cubicBezTo>
                  <a:pt x="136506" y="23443"/>
                  <a:pt x="135972" y="21937"/>
                  <a:pt x="135972" y="19905"/>
                </a:cubicBezTo>
                <a:lnTo>
                  <a:pt x="135972" y="10882"/>
                </a:lnTo>
                <a:lnTo>
                  <a:pt x="131133" y="10882"/>
                </a:lnTo>
                <a:lnTo>
                  <a:pt x="131133" y="8368"/>
                </a:lnTo>
                <a:lnTo>
                  <a:pt x="135972" y="8368"/>
                </a:lnTo>
                <a:lnTo>
                  <a:pt x="135972" y="3601"/>
                </a:lnTo>
                <a:lnTo>
                  <a:pt x="138968" y="2824"/>
                </a:lnTo>
                <a:lnTo>
                  <a:pt x="138968" y="8368"/>
                </a:lnTo>
                <a:lnTo>
                  <a:pt x="146734" y="8368"/>
                </a:lnTo>
                <a:lnTo>
                  <a:pt x="146734" y="10882"/>
                </a:lnTo>
                <a:lnTo>
                  <a:pt x="138968" y="10882"/>
                </a:lnTo>
                <a:lnTo>
                  <a:pt x="138968" y="19664"/>
                </a:lnTo>
                <a:cubicBezTo>
                  <a:pt x="138968" y="20903"/>
                  <a:pt x="139298" y="21830"/>
                  <a:pt x="139958" y="22444"/>
                </a:cubicBezTo>
                <a:cubicBezTo>
                  <a:pt x="140618" y="23059"/>
                  <a:pt x="141591" y="23366"/>
                  <a:pt x="142877" y="23366"/>
                </a:cubicBezTo>
                <a:cubicBezTo>
                  <a:pt x="143428" y="23366"/>
                  <a:pt x="144030" y="23321"/>
                  <a:pt x="144684" y="23233"/>
                </a:cubicBezTo>
                <a:cubicBezTo>
                  <a:pt x="145339" y="23144"/>
                  <a:pt x="146022" y="23004"/>
                  <a:pt x="146734" y="22815"/>
                </a:cubicBezTo>
                <a:lnTo>
                  <a:pt x="146734" y="25397"/>
                </a:lnTo>
                <a:close/>
                <a:moveTo>
                  <a:pt x="166059" y="16099"/>
                </a:moveTo>
                <a:cubicBezTo>
                  <a:pt x="166059" y="16524"/>
                  <a:pt x="166054" y="16880"/>
                  <a:pt x="166042" y="17167"/>
                </a:cubicBezTo>
                <a:cubicBezTo>
                  <a:pt x="166031" y="17454"/>
                  <a:pt x="166013" y="17724"/>
                  <a:pt x="165990" y="17976"/>
                </a:cubicBezTo>
                <a:lnTo>
                  <a:pt x="153851" y="17976"/>
                </a:lnTo>
                <a:cubicBezTo>
                  <a:pt x="153851" y="19744"/>
                  <a:pt x="154345" y="21101"/>
                  <a:pt x="155332" y="22048"/>
                </a:cubicBezTo>
                <a:cubicBezTo>
                  <a:pt x="156319" y="22995"/>
                  <a:pt x="157743" y="23469"/>
                  <a:pt x="159602" y="23469"/>
                </a:cubicBezTo>
                <a:cubicBezTo>
                  <a:pt x="160107" y="23469"/>
                  <a:pt x="160613" y="23449"/>
                  <a:pt x="161118" y="23408"/>
                </a:cubicBezTo>
                <a:cubicBezTo>
                  <a:pt x="161623" y="23366"/>
                  <a:pt x="162111" y="23311"/>
                  <a:pt x="162581" y="23240"/>
                </a:cubicBezTo>
                <a:cubicBezTo>
                  <a:pt x="163052" y="23170"/>
                  <a:pt x="163502" y="23090"/>
                  <a:pt x="163933" y="23002"/>
                </a:cubicBezTo>
                <a:cubicBezTo>
                  <a:pt x="164363" y="22914"/>
                  <a:pt x="164762" y="22817"/>
                  <a:pt x="165130" y="22711"/>
                </a:cubicBezTo>
                <a:lnTo>
                  <a:pt x="165130" y="25174"/>
                </a:lnTo>
                <a:cubicBezTo>
                  <a:pt x="164315" y="25408"/>
                  <a:pt x="163393" y="25599"/>
                  <a:pt x="162366" y="25746"/>
                </a:cubicBezTo>
                <a:cubicBezTo>
                  <a:pt x="161339" y="25892"/>
                  <a:pt x="160274" y="25966"/>
                  <a:pt x="159172" y="25966"/>
                </a:cubicBezTo>
                <a:cubicBezTo>
                  <a:pt x="157691" y="25966"/>
                  <a:pt x="156417" y="25765"/>
                  <a:pt x="155349" y="25363"/>
                </a:cubicBezTo>
                <a:cubicBezTo>
                  <a:pt x="154282" y="24961"/>
                  <a:pt x="153407" y="24379"/>
                  <a:pt x="152724" y="23615"/>
                </a:cubicBezTo>
                <a:cubicBezTo>
                  <a:pt x="152041" y="22852"/>
                  <a:pt x="151535" y="21916"/>
                  <a:pt x="151208" y="20809"/>
                </a:cubicBezTo>
                <a:cubicBezTo>
                  <a:pt x="150881" y="19701"/>
                  <a:pt x="150718" y="18447"/>
                  <a:pt x="150718" y="17046"/>
                </a:cubicBezTo>
                <a:cubicBezTo>
                  <a:pt x="150718" y="15830"/>
                  <a:pt x="150893" y="14679"/>
                  <a:pt x="151243" y="13594"/>
                </a:cubicBezTo>
                <a:cubicBezTo>
                  <a:pt x="151593" y="12509"/>
                  <a:pt x="152104" y="11557"/>
                  <a:pt x="152775" y="10736"/>
                </a:cubicBezTo>
                <a:cubicBezTo>
                  <a:pt x="153447" y="9915"/>
                  <a:pt x="154270" y="9264"/>
                  <a:pt x="155246" y="8782"/>
                </a:cubicBezTo>
                <a:cubicBezTo>
                  <a:pt x="156222" y="8299"/>
                  <a:pt x="157330" y="8058"/>
                  <a:pt x="158569" y="8058"/>
                </a:cubicBezTo>
                <a:cubicBezTo>
                  <a:pt x="159775" y="8058"/>
                  <a:pt x="160842" y="8248"/>
                  <a:pt x="161772" y="8627"/>
                </a:cubicBezTo>
                <a:cubicBezTo>
                  <a:pt x="162702" y="9005"/>
                  <a:pt x="163485" y="9542"/>
                  <a:pt x="164122" y="10236"/>
                </a:cubicBezTo>
                <a:cubicBezTo>
                  <a:pt x="164759" y="10931"/>
                  <a:pt x="165241" y="11775"/>
                  <a:pt x="165569" y="12768"/>
                </a:cubicBezTo>
                <a:cubicBezTo>
                  <a:pt x="165896" y="13761"/>
                  <a:pt x="166059" y="14871"/>
                  <a:pt x="166059" y="16099"/>
                </a:cubicBezTo>
                <a:moveTo>
                  <a:pt x="162943" y="15669"/>
                </a:moveTo>
                <a:cubicBezTo>
                  <a:pt x="162977" y="14900"/>
                  <a:pt x="162903" y="14197"/>
                  <a:pt x="162719" y="13560"/>
                </a:cubicBezTo>
                <a:cubicBezTo>
                  <a:pt x="162535" y="12923"/>
                  <a:pt x="162251" y="12374"/>
                  <a:pt x="161867" y="11915"/>
                </a:cubicBezTo>
                <a:cubicBezTo>
                  <a:pt x="161482" y="11456"/>
                  <a:pt x="161003" y="11097"/>
                  <a:pt x="160429" y="10839"/>
                </a:cubicBezTo>
                <a:cubicBezTo>
                  <a:pt x="159855" y="10581"/>
                  <a:pt x="159189" y="10452"/>
                  <a:pt x="158432" y="10452"/>
                </a:cubicBezTo>
                <a:cubicBezTo>
                  <a:pt x="157777" y="10452"/>
                  <a:pt x="157180" y="10578"/>
                  <a:pt x="156641" y="10831"/>
                </a:cubicBezTo>
                <a:cubicBezTo>
                  <a:pt x="156101" y="11083"/>
                  <a:pt x="155636" y="11439"/>
                  <a:pt x="155246" y="11898"/>
                </a:cubicBezTo>
                <a:cubicBezTo>
                  <a:pt x="154856" y="12357"/>
                  <a:pt x="154540" y="12908"/>
                  <a:pt x="154299" y="13551"/>
                </a:cubicBezTo>
                <a:cubicBezTo>
                  <a:pt x="154058" y="14194"/>
                  <a:pt x="153909" y="14900"/>
                  <a:pt x="153851" y="15669"/>
                </a:cubicBezTo>
                <a:lnTo>
                  <a:pt x="162943" y="15669"/>
                </a:lnTo>
                <a:close/>
                <a:moveTo>
                  <a:pt x="171135" y="8368"/>
                </a:moveTo>
                <a:lnTo>
                  <a:pt x="173804" y="8368"/>
                </a:lnTo>
                <a:lnTo>
                  <a:pt x="173925" y="11158"/>
                </a:lnTo>
                <a:cubicBezTo>
                  <a:pt x="174430" y="10561"/>
                  <a:pt x="174918" y="10064"/>
                  <a:pt x="175388" y="9668"/>
                </a:cubicBezTo>
                <a:cubicBezTo>
                  <a:pt x="175859" y="9272"/>
                  <a:pt x="176321" y="8954"/>
                  <a:pt x="176774" y="8713"/>
                </a:cubicBezTo>
                <a:cubicBezTo>
                  <a:pt x="177228" y="8472"/>
                  <a:pt x="177690" y="8302"/>
                  <a:pt x="178160" y="8205"/>
                </a:cubicBezTo>
                <a:cubicBezTo>
                  <a:pt x="178631" y="8107"/>
                  <a:pt x="179119" y="8058"/>
                  <a:pt x="179624" y="8058"/>
                </a:cubicBezTo>
                <a:cubicBezTo>
                  <a:pt x="181403" y="8058"/>
                  <a:pt x="182749" y="8583"/>
                  <a:pt x="183662" y="9634"/>
                </a:cubicBezTo>
                <a:cubicBezTo>
                  <a:pt x="184574" y="10684"/>
                  <a:pt x="185031" y="12265"/>
                  <a:pt x="185031" y="14378"/>
                </a:cubicBezTo>
                <a:lnTo>
                  <a:pt x="185031" y="25656"/>
                </a:lnTo>
                <a:lnTo>
                  <a:pt x="182035" y="25656"/>
                </a:lnTo>
                <a:lnTo>
                  <a:pt x="182035" y="14619"/>
                </a:lnTo>
                <a:cubicBezTo>
                  <a:pt x="182035" y="13264"/>
                  <a:pt x="181782" y="12263"/>
                  <a:pt x="181277" y="11614"/>
                </a:cubicBezTo>
                <a:cubicBezTo>
                  <a:pt x="180772" y="10965"/>
                  <a:pt x="180020" y="10641"/>
                  <a:pt x="179021" y="10641"/>
                </a:cubicBezTo>
                <a:cubicBezTo>
                  <a:pt x="178654" y="10641"/>
                  <a:pt x="178295" y="10696"/>
                  <a:pt x="177945" y="10805"/>
                </a:cubicBezTo>
                <a:cubicBezTo>
                  <a:pt x="177595" y="10914"/>
                  <a:pt x="177231" y="11103"/>
                  <a:pt x="176852" y="11373"/>
                </a:cubicBezTo>
                <a:cubicBezTo>
                  <a:pt x="176473" y="11643"/>
                  <a:pt x="176063" y="12007"/>
                  <a:pt x="175621" y="12466"/>
                </a:cubicBezTo>
                <a:cubicBezTo>
                  <a:pt x="175179" y="12925"/>
                  <a:pt x="174682" y="13499"/>
                  <a:pt x="174131" y="14188"/>
                </a:cubicBezTo>
                <a:lnTo>
                  <a:pt x="174131" y="25656"/>
                </a:lnTo>
                <a:lnTo>
                  <a:pt x="171135" y="25656"/>
                </a:lnTo>
                <a:lnTo>
                  <a:pt x="171135" y="8368"/>
                </a:lnTo>
                <a:close/>
                <a:moveTo>
                  <a:pt x="204742" y="25397"/>
                </a:moveTo>
                <a:cubicBezTo>
                  <a:pt x="204065" y="25576"/>
                  <a:pt x="203365" y="25703"/>
                  <a:pt x="202642" y="25781"/>
                </a:cubicBezTo>
                <a:cubicBezTo>
                  <a:pt x="201918" y="25858"/>
                  <a:pt x="201184" y="25897"/>
                  <a:pt x="200438" y="25897"/>
                </a:cubicBezTo>
                <a:cubicBezTo>
                  <a:pt x="198268" y="25897"/>
                  <a:pt x="196649" y="25406"/>
                  <a:pt x="195582" y="24425"/>
                </a:cubicBezTo>
                <a:cubicBezTo>
                  <a:pt x="194514" y="23443"/>
                  <a:pt x="193981" y="21937"/>
                  <a:pt x="193981" y="19905"/>
                </a:cubicBezTo>
                <a:lnTo>
                  <a:pt x="193981" y="10882"/>
                </a:lnTo>
                <a:lnTo>
                  <a:pt x="189142" y="10882"/>
                </a:lnTo>
                <a:lnTo>
                  <a:pt x="189142" y="8368"/>
                </a:lnTo>
                <a:lnTo>
                  <a:pt x="193981" y="8368"/>
                </a:lnTo>
                <a:lnTo>
                  <a:pt x="193981" y="3601"/>
                </a:lnTo>
                <a:lnTo>
                  <a:pt x="196977" y="2824"/>
                </a:lnTo>
                <a:lnTo>
                  <a:pt x="196977" y="8368"/>
                </a:lnTo>
                <a:lnTo>
                  <a:pt x="204742" y="8368"/>
                </a:lnTo>
                <a:lnTo>
                  <a:pt x="204742" y="10882"/>
                </a:lnTo>
                <a:lnTo>
                  <a:pt x="196977" y="10882"/>
                </a:lnTo>
                <a:lnTo>
                  <a:pt x="196977" y="19664"/>
                </a:lnTo>
                <a:cubicBezTo>
                  <a:pt x="196977" y="20903"/>
                  <a:pt x="197307" y="21830"/>
                  <a:pt x="197967" y="22444"/>
                </a:cubicBezTo>
                <a:cubicBezTo>
                  <a:pt x="198627" y="23059"/>
                  <a:pt x="199600" y="23366"/>
                  <a:pt x="200885" y="23366"/>
                </a:cubicBezTo>
                <a:cubicBezTo>
                  <a:pt x="201436" y="23366"/>
                  <a:pt x="202039" y="23321"/>
                  <a:pt x="202693" y="23233"/>
                </a:cubicBezTo>
                <a:cubicBezTo>
                  <a:pt x="203347" y="23144"/>
                  <a:pt x="204030" y="23004"/>
                  <a:pt x="204742" y="22815"/>
                </a:cubicBezTo>
                <a:lnTo>
                  <a:pt x="204742" y="25397"/>
                </a:lnTo>
                <a:close/>
                <a:moveTo>
                  <a:pt x="225091" y="25656"/>
                </a:moveTo>
                <a:lnTo>
                  <a:pt x="221096" y="25656"/>
                </a:lnTo>
                <a:lnTo>
                  <a:pt x="214536" y="11610"/>
                </a:lnTo>
                <a:lnTo>
                  <a:pt x="212642" y="7094"/>
                </a:lnTo>
                <a:lnTo>
                  <a:pt x="212642" y="18452"/>
                </a:lnTo>
                <a:lnTo>
                  <a:pt x="212642" y="25656"/>
                </a:lnTo>
                <a:lnTo>
                  <a:pt x="209784" y="25656"/>
                </a:lnTo>
                <a:lnTo>
                  <a:pt x="209784" y="3134"/>
                </a:lnTo>
                <a:lnTo>
                  <a:pt x="213727" y="3134"/>
                </a:lnTo>
                <a:lnTo>
                  <a:pt x="219977" y="16439"/>
                </a:lnTo>
                <a:lnTo>
                  <a:pt x="222233" y="21592"/>
                </a:lnTo>
                <a:lnTo>
                  <a:pt x="222233" y="9528"/>
                </a:lnTo>
                <a:lnTo>
                  <a:pt x="222233" y="3134"/>
                </a:lnTo>
                <a:lnTo>
                  <a:pt x="225091" y="3134"/>
                </a:lnTo>
                <a:lnTo>
                  <a:pt x="225091" y="25656"/>
                </a:lnTo>
                <a:close/>
                <a:moveTo>
                  <a:pt x="244193" y="16874"/>
                </a:moveTo>
                <a:cubicBezTo>
                  <a:pt x="244193" y="18217"/>
                  <a:pt x="244004" y="19448"/>
                  <a:pt x="243625" y="20568"/>
                </a:cubicBezTo>
                <a:cubicBezTo>
                  <a:pt x="243246" y="21687"/>
                  <a:pt x="242701" y="22645"/>
                  <a:pt x="241989" y="23443"/>
                </a:cubicBezTo>
                <a:cubicBezTo>
                  <a:pt x="241277" y="24241"/>
                  <a:pt x="240411" y="24861"/>
                  <a:pt x="239389" y="25303"/>
                </a:cubicBezTo>
                <a:cubicBezTo>
                  <a:pt x="238367" y="25745"/>
                  <a:pt x="237208" y="25966"/>
                  <a:pt x="235911" y="25966"/>
                </a:cubicBezTo>
                <a:cubicBezTo>
                  <a:pt x="234671" y="25966"/>
                  <a:pt x="233561" y="25773"/>
                  <a:pt x="232579" y="25389"/>
                </a:cubicBezTo>
                <a:cubicBezTo>
                  <a:pt x="231598" y="25004"/>
                  <a:pt x="230765" y="24439"/>
                  <a:pt x="230082" y="23693"/>
                </a:cubicBezTo>
                <a:cubicBezTo>
                  <a:pt x="229399" y="22947"/>
                  <a:pt x="228877" y="22023"/>
                  <a:pt x="228515" y="20921"/>
                </a:cubicBezTo>
                <a:cubicBezTo>
                  <a:pt x="228154" y="19819"/>
                  <a:pt x="227973" y="18550"/>
                  <a:pt x="227973" y="17115"/>
                </a:cubicBezTo>
                <a:cubicBezTo>
                  <a:pt x="227973" y="15772"/>
                  <a:pt x="228162" y="14547"/>
                  <a:pt x="228541" y="13439"/>
                </a:cubicBezTo>
                <a:cubicBezTo>
                  <a:pt x="228920" y="12331"/>
                  <a:pt x="229465" y="11379"/>
                  <a:pt x="230177" y="10581"/>
                </a:cubicBezTo>
                <a:cubicBezTo>
                  <a:pt x="230889" y="9783"/>
                  <a:pt x="231755" y="9163"/>
                  <a:pt x="232777" y="8721"/>
                </a:cubicBezTo>
                <a:cubicBezTo>
                  <a:pt x="233799" y="8279"/>
                  <a:pt x="234958" y="8058"/>
                  <a:pt x="236255" y="8058"/>
                </a:cubicBezTo>
                <a:cubicBezTo>
                  <a:pt x="237495" y="8058"/>
                  <a:pt x="238606" y="8251"/>
                  <a:pt x="239587" y="8635"/>
                </a:cubicBezTo>
                <a:cubicBezTo>
                  <a:pt x="240569" y="9020"/>
                  <a:pt x="241401" y="9582"/>
                  <a:pt x="242084" y="10323"/>
                </a:cubicBezTo>
                <a:cubicBezTo>
                  <a:pt x="242767" y="11063"/>
                  <a:pt x="243289" y="11984"/>
                  <a:pt x="243651" y="13086"/>
                </a:cubicBezTo>
                <a:cubicBezTo>
                  <a:pt x="244012" y="14188"/>
                  <a:pt x="244193" y="15451"/>
                  <a:pt x="244193" y="16874"/>
                </a:cubicBezTo>
                <a:moveTo>
                  <a:pt x="241128" y="17012"/>
                </a:moveTo>
                <a:cubicBezTo>
                  <a:pt x="241128" y="15944"/>
                  <a:pt x="241010" y="15012"/>
                  <a:pt x="240775" y="14214"/>
                </a:cubicBezTo>
                <a:cubicBezTo>
                  <a:pt x="240540" y="13416"/>
                  <a:pt x="240204" y="12750"/>
                  <a:pt x="239768" y="12217"/>
                </a:cubicBezTo>
                <a:cubicBezTo>
                  <a:pt x="239332" y="11683"/>
                  <a:pt x="238801" y="11281"/>
                  <a:pt x="238175" y="11011"/>
                </a:cubicBezTo>
                <a:cubicBezTo>
                  <a:pt x="237550" y="10742"/>
                  <a:pt x="236852" y="10607"/>
                  <a:pt x="236083" y="10607"/>
                </a:cubicBezTo>
                <a:cubicBezTo>
                  <a:pt x="235188" y="10607"/>
                  <a:pt x="234421" y="10782"/>
                  <a:pt x="233784" y="11132"/>
                </a:cubicBezTo>
                <a:cubicBezTo>
                  <a:pt x="233147" y="11482"/>
                  <a:pt x="232625" y="11950"/>
                  <a:pt x="232217" y="12535"/>
                </a:cubicBezTo>
                <a:cubicBezTo>
                  <a:pt x="231810" y="13121"/>
                  <a:pt x="231512" y="13801"/>
                  <a:pt x="231322" y="14576"/>
                </a:cubicBezTo>
                <a:cubicBezTo>
                  <a:pt x="231133" y="15350"/>
                  <a:pt x="231038" y="16163"/>
                  <a:pt x="231038" y="17012"/>
                </a:cubicBezTo>
                <a:cubicBezTo>
                  <a:pt x="231038" y="18080"/>
                  <a:pt x="231156" y="19015"/>
                  <a:pt x="231391" y="19819"/>
                </a:cubicBezTo>
                <a:cubicBezTo>
                  <a:pt x="231626" y="20622"/>
                  <a:pt x="231962" y="21291"/>
                  <a:pt x="232398" y="21825"/>
                </a:cubicBezTo>
                <a:cubicBezTo>
                  <a:pt x="232834" y="22358"/>
                  <a:pt x="233363" y="22760"/>
                  <a:pt x="233982" y="23030"/>
                </a:cubicBezTo>
                <a:cubicBezTo>
                  <a:pt x="234602" y="23300"/>
                  <a:pt x="235302" y="23435"/>
                  <a:pt x="236083" y="23435"/>
                </a:cubicBezTo>
                <a:cubicBezTo>
                  <a:pt x="236978" y="23435"/>
                  <a:pt x="237745" y="23260"/>
                  <a:pt x="238382" y="22909"/>
                </a:cubicBezTo>
                <a:cubicBezTo>
                  <a:pt x="239019" y="22559"/>
                  <a:pt x="239541" y="22092"/>
                  <a:pt x="239949" y="21506"/>
                </a:cubicBezTo>
                <a:cubicBezTo>
                  <a:pt x="240356" y="20921"/>
                  <a:pt x="240655" y="20241"/>
                  <a:pt x="240844" y="19466"/>
                </a:cubicBezTo>
                <a:cubicBezTo>
                  <a:pt x="241033" y="18691"/>
                  <a:pt x="241128" y="17873"/>
                  <a:pt x="241128" y="17012"/>
                </a:cubicBezTo>
                <a:close/>
                <a:moveTo>
                  <a:pt x="247943" y="17374"/>
                </a:moveTo>
                <a:cubicBezTo>
                  <a:pt x="247943" y="15904"/>
                  <a:pt x="248144" y="14599"/>
                  <a:pt x="248546" y="13456"/>
                </a:cubicBezTo>
                <a:cubicBezTo>
                  <a:pt x="248947" y="12314"/>
                  <a:pt x="249519" y="11350"/>
                  <a:pt x="250259" y="10564"/>
                </a:cubicBezTo>
                <a:cubicBezTo>
                  <a:pt x="250999" y="9777"/>
                  <a:pt x="251889" y="9180"/>
                  <a:pt x="252928" y="8773"/>
                </a:cubicBezTo>
                <a:cubicBezTo>
                  <a:pt x="253967" y="8365"/>
                  <a:pt x="255123" y="8162"/>
                  <a:pt x="256397" y="8162"/>
                </a:cubicBezTo>
                <a:cubicBezTo>
                  <a:pt x="256948" y="8162"/>
                  <a:pt x="257491" y="8196"/>
                  <a:pt x="258025" y="8265"/>
                </a:cubicBezTo>
                <a:cubicBezTo>
                  <a:pt x="258558" y="8334"/>
                  <a:pt x="259084" y="8443"/>
                  <a:pt x="259600" y="8592"/>
                </a:cubicBezTo>
                <a:lnTo>
                  <a:pt x="259600" y="1309"/>
                </a:lnTo>
                <a:lnTo>
                  <a:pt x="262613" y="1309"/>
                </a:lnTo>
                <a:lnTo>
                  <a:pt x="262613" y="25656"/>
                </a:lnTo>
                <a:lnTo>
                  <a:pt x="259927" y="25656"/>
                </a:lnTo>
                <a:lnTo>
                  <a:pt x="259824" y="22384"/>
                </a:lnTo>
                <a:cubicBezTo>
                  <a:pt x="258986" y="23601"/>
                  <a:pt x="258079" y="24502"/>
                  <a:pt x="257103" y="25088"/>
                </a:cubicBezTo>
                <a:cubicBezTo>
                  <a:pt x="256128" y="25673"/>
                  <a:pt x="255072" y="25966"/>
                  <a:pt x="253935" y="25966"/>
                </a:cubicBezTo>
                <a:cubicBezTo>
                  <a:pt x="252948" y="25966"/>
                  <a:pt x="252078" y="25759"/>
                  <a:pt x="251327" y="25346"/>
                </a:cubicBezTo>
                <a:cubicBezTo>
                  <a:pt x="250575" y="24933"/>
                  <a:pt x="249949" y="24350"/>
                  <a:pt x="249450" y="23598"/>
                </a:cubicBezTo>
                <a:cubicBezTo>
                  <a:pt x="248950" y="22846"/>
                  <a:pt x="248574" y="21942"/>
                  <a:pt x="248322" y="20886"/>
                </a:cubicBezTo>
                <a:cubicBezTo>
                  <a:pt x="248069" y="19830"/>
                  <a:pt x="247943" y="18659"/>
                  <a:pt x="247943" y="17374"/>
                </a:cubicBezTo>
                <a:moveTo>
                  <a:pt x="251008" y="17184"/>
                </a:moveTo>
                <a:cubicBezTo>
                  <a:pt x="251008" y="19273"/>
                  <a:pt x="251315" y="20832"/>
                  <a:pt x="251929" y="21859"/>
                </a:cubicBezTo>
                <a:cubicBezTo>
                  <a:pt x="252543" y="22886"/>
                  <a:pt x="253413" y="23400"/>
                  <a:pt x="254538" y="23400"/>
                </a:cubicBezTo>
                <a:cubicBezTo>
                  <a:pt x="255295" y="23400"/>
                  <a:pt x="256096" y="23061"/>
                  <a:pt x="256940" y="22384"/>
                </a:cubicBezTo>
                <a:cubicBezTo>
                  <a:pt x="257784" y="21707"/>
                  <a:pt x="258670" y="20703"/>
                  <a:pt x="259600" y="19371"/>
                </a:cubicBezTo>
                <a:lnTo>
                  <a:pt x="259600" y="11347"/>
                </a:lnTo>
                <a:cubicBezTo>
                  <a:pt x="259106" y="11118"/>
                  <a:pt x="258561" y="10942"/>
                  <a:pt x="257964" y="10822"/>
                </a:cubicBezTo>
                <a:cubicBezTo>
                  <a:pt x="257367" y="10701"/>
                  <a:pt x="256776" y="10641"/>
                  <a:pt x="256191" y="10641"/>
                </a:cubicBezTo>
                <a:cubicBezTo>
                  <a:pt x="254561" y="10641"/>
                  <a:pt x="253289" y="11169"/>
                  <a:pt x="252377" y="12225"/>
                </a:cubicBezTo>
                <a:cubicBezTo>
                  <a:pt x="251464" y="13281"/>
                  <a:pt x="251008" y="14934"/>
                  <a:pt x="251008" y="17184"/>
                </a:cubicBezTo>
                <a:close/>
                <a:moveTo>
                  <a:pt x="283100" y="16099"/>
                </a:moveTo>
                <a:cubicBezTo>
                  <a:pt x="283100" y="16524"/>
                  <a:pt x="283094" y="16880"/>
                  <a:pt x="283082" y="17167"/>
                </a:cubicBezTo>
                <a:cubicBezTo>
                  <a:pt x="283071" y="17454"/>
                  <a:pt x="283054" y="17724"/>
                  <a:pt x="283031" y="17976"/>
                </a:cubicBezTo>
                <a:lnTo>
                  <a:pt x="270892" y="17976"/>
                </a:lnTo>
                <a:cubicBezTo>
                  <a:pt x="270892" y="19744"/>
                  <a:pt x="271385" y="21101"/>
                  <a:pt x="272372" y="22048"/>
                </a:cubicBezTo>
                <a:cubicBezTo>
                  <a:pt x="273360" y="22995"/>
                  <a:pt x="274783" y="23469"/>
                  <a:pt x="276643" y="23469"/>
                </a:cubicBezTo>
                <a:cubicBezTo>
                  <a:pt x="277148" y="23469"/>
                  <a:pt x="277653" y="23449"/>
                  <a:pt x="278158" y="23408"/>
                </a:cubicBezTo>
                <a:cubicBezTo>
                  <a:pt x="278663" y="23366"/>
                  <a:pt x="279151" y="23311"/>
                  <a:pt x="279622" y="23240"/>
                </a:cubicBezTo>
                <a:cubicBezTo>
                  <a:pt x="280092" y="23170"/>
                  <a:pt x="280543" y="23090"/>
                  <a:pt x="280973" y="23002"/>
                </a:cubicBezTo>
                <a:cubicBezTo>
                  <a:pt x="281404" y="22914"/>
                  <a:pt x="281803" y="22817"/>
                  <a:pt x="282170" y="22711"/>
                </a:cubicBezTo>
                <a:lnTo>
                  <a:pt x="282170" y="25174"/>
                </a:lnTo>
                <a:cubicBezTo>
                  <a:pt x="281355" y="25408"/>
                  <a:pt x="280434" y="25599"/>
                  <a:pt x="279406" y="25746"/>
                </a:cubicBezTo>
                <a:cubicBezTo>
                  <a:pt x="278379" y="25892"/>
                  <a:pt x="277314" y="25966"/>
                  <a:pt x="276212" y="25966"/>
                </a:cubicBezTo>
                <a:cubicBezTo>
                  <a:pt x="274731" y="25966"/>
                  <a:pt x="273457" y="25765"/>
                  <a:pt x="272390" y="25363"/>
                </a:cubicBezTo>
                <a:cubicBezTo>
                  <a:pt x="271322" y="24961"/>
                  <a:pt x="270447" y="24379"/>
                  <a:pt x="269764" y="23615"/>
                </a:cubicBezTo>
                <a:cubicBezTo>
                  <a:pt x="269081" y="22852"/>
                  <a:pt x="268576" y="21916"/>
                  <a:pt x="268249" y="20809"/>
                </a:cubicBezTo>
                <a:cubicBezTo>
                  <a:pt x="267921" y="19701"/>
                  <a:pt x="267758" y="18447"/>
                  <a:pt x="267758" y="17046"/>
                </a:cubicBezTo>
                <a:cubicBezTo>
                  <a:pt x="267758" y="15830"/>
                  <a:pt x="267933" y="14679"/>
                  <a:pt x="268283" y="13594"/>
                </a:cubicBezTo>
                <a:cubicBezTo>
                  <a:pt x="268633" y="12509"/>
                  <a:pt x="269144" y="11557"/>
                  <a:pt x="269816" y="10736"/>
                </a:cubicBezTo>
                <a:cubicBezTo>
                  <a:pt x="270487" y="9915"/>
                  <a:pt x="271311" y="9264"/>
                  <a:pt x="272286" y="8782"/>
                </a:cubicBezTo>
                <a:cubicBezTo>
                  <a:pt x="273262" y="8299"/>
                  <a:pt x="274370" y="8058"/>
                  <a:pt x="275610" y="8058"/>
                </a:cubicBezTo>
                <a:cubicBezTo>
                  <a:pt x="276815" y="8058"/>
                  <a:pt x="277882" y="8248"/>
                  <a:pt x="278812" y="8627"/>
                </a:cubicBezTo>
                <a:cubicBezTo>
                  <a:pt x="279742" y="9005"/>
                  <a:pt x="280526" y="9542"/>
                  <a:pt x="281163" y="10236"/>
                </a:cubicBezTo>
                <a:cubicBezTo>
                  <a:pt x="281800" y="10931"/>
                  <a:pt x="282282" y="11775"/>
                  <a:pt x="282609" y="12768"/>
                </a:cubicBezTo>
                <a:cubicBezTo>
                  <a:pt x="282936" y="13761"/>
                  <a:pt x="283100" y="14871"/>
                  <a:pt x="283100" y="16099"/>
                </a:cubicBezTo>
                <a:moveTo>
                  <a:pt x="279983" y="15669"/>
                </a:moveTo>
                <a:cubicBezTo>
                  <a:pt x="280018" y="14900"/>
                  <a:pt x="279943" y="14197"/>
                  <a:pt x="279759" y="13560"/>
                </a:cubicBezTo>
                <a:cubicBezTo>
                  <a:pt x="279576" y="12923"/>
                  <a:pt x="279292" y="12374"/>
                  <a:pt x="278907" y="11915"/>
                </a:cubicBezTo>
                <a:cubicBezTo>
                  <a:pt x="278522" y="11456"/>
                  <a:pt x="278043" y="11097"/>
                  <a:pt x="277469" y="10839"/>
                </a:cubicBezTo>
                <a:cubicBezTo>
                  <a:pt x="276895" y="10581"/>
                  <a:pt x="276229" y="10452"/>
                  <a:pt x="275472" y="10452"/>
                </a:cubicBezTo>
                <a:cubicBezTo>
                  <a:pt x="274818" y="10452"/>
                  <a:pt x="274221" y="10578"/>
                  <a:pt x="273681" y="10831"/>
                </a:cubicBezTo>
                <a:cubicBezTo>
                  <a:pt x="273142" y="11083"/>
                  <a:pt x="272677" y="11439"/>
                  <a:pt x="272286" y="11898"/>
                </a:cubicBezTo>
                <a:cubicBezTo>
                  <a:pt x="271896" y="12357"/>
                  <a:pt x="271580" y="12908"/>
                  <a:pt x="271339" y="13551"/>
                </a:cubicBezTo>
                <a:cubicBezTo>
                  <a:pt x="271098" y="14194"/>
                  <a:pt x="270949" y="14900"/>
                  <a:pt x="270892" y="15669"/>
                </a:cubicBezTo>
                <a:lnTo>
                  <a:pt x="279983" y="15669"/>
                </a:lnTo>
                <a:close/>
                <a:moveTo>
                  <a:pt x="298887" y="32888"/>
                </a:moveTo>
                <a:cubicBezTo>
                  <a:pt x="293595" y="27984"/>
                  <a:pt x="290949" y="22563"/>
                  <a:pt x="290949" y="16625"/>
                </a:cubicBezTo>
                <a:cubicBezTo>
                  <a:pt x="290949" y="15235"/>
                  <a:pt x="291090" y="13848"/>
                  <a:pt x="291371" y="12464"/>
                </a:cubicBezTo>
                <a:cubicBezTo>
                  <a:pt x="291653" y="11080"/>
                  <a:pt x="292106" y="9693"/>
                  <a:pt x="292732" y="8304"/>
                </a:cubicBezTo>
                <a:cubicBezTo>
                  <a:pt x="293357" y="6914"/>
                  <a:pt x="294184" y="5524"/>
                  <a:pt x="295211" y="4135"/>
                </a:cubicBezTo>
                <a:cubicBezTo>
                  <a:pt x="296238" y="2745"/>
                  <a:pt x="297487" y="1367"/>
                  <a:pt x="298956" y="0"/>
                </a:cubicBezTo>
                <a:lnTo>
                  <a:pt x="300695" y="1775"/>
                </a:lnTo>
                <a:cubicBezTo>
                  <a:pt x="296241" y="6173"/>
                  <a:pt x="294014" y="11049"/>
                  <a:pt x="294014" y="16401"/>
                </a:cubicBezTo>
                <a:cubicBezTo>
                  <a:pt x="294014" y="19065"/>
                  <a:pt x="294577" y="21627"/>
                  <a:pt x="295702" y="24085"/>
                </a:cubicBezTo>
                <a:cubicBezTo>
                  <a:pt x="296827" y="26542"/>
                  <a:pt x="298491" y="28862"/>
                  <a:pt x="300695" y="31044"/>
                </a:cubicBezTo>
                <a:lnTo>
                  <a:pt x="298887" y="32888"/>
                </a:lnTo>
                <a:close/>
                <a:moveTo>
                  <a:pt x="310723" y="0"/>
                </a:moveTo>
                <a:cubicBezTo>
                  <a:pt x="316015" y="4904"/>
                  <a:pt x="318661" y="10360"/>
                  <a:pt x="318661" y="16366"/>
                </a:cubicBezTo>
                <a:cubicBezTo>
                  <a:pt x="318661" y="17607"/>
                  <a:pt x="318535" y="18893"/>
                  <a:pt x="318282" y="20225"/>
                </a:cubicBezTo>
                <a:cubicBezTo>
                  <a:pt x="318030" y="21558"/>
                  <a:pt x="317599" y="22922"/>
                  <a:pt x="316991" y="24317"/>
                </a:cubicBezTo>
                <a:cubicBezTo>
                  <a:pt x="316382" y="25712"/>
                  <a:pt x="315564" y="27128"/>
                  <a:pt x="314537" y="28564"/>
                </a:cubicBezTo>
                <a:cubicBezTo>
                  <a:pt x="313510" y="29999"/>
                  <a:pt x="312215" y="31441"/>
                  <a:pt x="310654" y="32888"/>
                </a:cubicBezTo>
                <a:lnTo>
                  <a:pt x="308915" y="31113"/>
                </a:lnTo>
                <a:cubicBezTo>
                  <a:pt x="311154" y="28896"/>
                  <a:pt x="312824" y="26582"/>
                  <a:pt x="313926" y="24171"/>
                </a:cubicBezTo>
                <a:cubicBezTo>
                  <a:pt x="315028" y="21759"/>
                  <a:pt x="315579" y="19232"/>
                  <a:pt x="315579" y="16590"/>
                </a:cubicBezTo>
                <a:cubicBezTo>
                  <a:pt x="315579" y="11123"/>
                  <a:pt x="313358" y="6208"/>
                  <a:pt x="308915" y="1843"/>
                </a:cubicBezTo>
                <a:lnTo>
                  <a:pt x="310723" y="0"/>
                </a:lnTo>
                <a:close/>
                <a:moveTo>
                  <a:pt x="328420" y="29186"/>
                </a:moveTo>
                <a:cubicBezTo>
                  <a:pt x="329006" y="29209"/>
                  <a:pt x="329574" y="29157"/>
                  <a:pt x="330125" y="29030"/>
                </a:cubicBezTo>
                <a:cubicBezTo>
                  <a:pt x="330676" y="28903"/>
                  <a:pt x="331161" y="28715"/>
                  <a:pt x="331580" y="28467"/>
                </a:cubicBezTo>
                <a:cubicBezTo>
                  <a:pt x="331999" y="28219"/>
                  <a:pt x="332334" y="27911"/>
                  <a:pt x="332587" y="27542"/>
                </a:cubicBezTo>
                <a:cubicBezTo>
                  <a:pt x="332840" y="27173"/>
                  <a:pt x="332966" y="26752"/>
                  <a:pt x="332966" y="26279"/>
                </a:cubicBezTo>
                <a:cubicBezTo>
                  <a:pt x="332966" y="25795"/>
                  <a:pt x="332883" y="25403"/>
                  <a:pt x="332716" y="25105"/>
                </a:cubicBezTo>
                <a:cubicBezTo>
                  <a:pt x="332550" y="24806"/>
                  <a:pt x="332363" y="24531"/>
                  <a:pt x="332157" y="24278"/>
                </a:cubicBezTo>
                <a:cubicBezTo>
                  <a:pt x="331950" y="24026"/>
                  <a:pt x="331763" y="23756"/>
                  <a:pt x="331597" y="23469"/>
                </a:cubicBezTo>
                <a:cubicBezTo>
                  <a:pt x="331431" y="23182"/>
                  <a:pt x="331347" y="22797"/>
                  <a:pt x="331347" y="22315"/>
                </a:cubicBezTo>
                <a:cubicBezTo>
                  <a:pt x="331347" y="22074"/>
                  <a:pt x="331393" y="21822"/>
                  <a:pt x="331485" y="21558"/>
                </a:cubicBezTo>
                <a:cubicBezTo>
                  <a:pt x="331577" y="21294"/>
                  <a:pt x="331717" y="21053"/>
                  <a:pt x="331907" y="20835"/>
                </a:cubicBezTo>
                <a:cubicBezTo>
                  <a:pt x="332096" y="20616"/>
                  <a:pt x="332337" y="20439"/>
                  <a:pt x="332630" y="20301"/>
                </a:cubicBezTo>
                <a:cubicBezTo>
                  <a:pt x="332923" y="20163"/>
                  <a:pt x="333270" y="20094"/>
                  <a:pt x="333672" y="20094"/>
                </a:cubicBezTo>
                <a:cubicBezTo>
                  <a:pt x="334074" y="20094"/>
                  <a:pt x="334461" y="20178"/>
                  <a:pt x="334834" y="20344"/>
                </a:cubicBezTo>
                <a:cubicBezTo>
                  <a:pt x="335207" y="20511"/>
                  <a:pt x="335534" y="20767"/>
                  <a:pt x="335816" y="21112"/>
                </a:cubicBezTo>
                <a:cubicBezTo>
                  <a:pt x="336097" y="21456"/>
                  <a:pt x="336321" y="21888"/>
                  <a:pt x="336487" y="22405"/>
                </a:cubicBezTo>
                <a:cubicBezTo>
                  <a:pt x="336654" y="22922"/>
                  <a:pt x="336737" y="23532"/>
                  <a:pt x="336737" y="24233"/>
                </a:cubicBezTo>
                <a:cubicBezTo>
                  <a:pt x="336737" y="25187"/>
                  <a:pt x="336562" y="26104"/>
                  <a:pt x="336212" y="26983"/>
                </a:cubicBezTo>
                <a:cubicBezTo>
                  <a:pt x="335861" y="27863"/>
                  <a:pt x="335339" y="28642"/>
                  <a:pt x="334645" y="29320"/>
                </a:cubicBezTo>
                <a:cubicBezTo>
                  <a:pt x="333950" y="29998"/>
                  <a:pt x="333084" y="30539"/>
                  <a:pt x="332045" y="30941"/>
                </a:cubicBezTo>
                <a:cubicBezTo>
                  <a:pt x="331006" y="31343"/>
                  <a:pt x="329798" y="31545"/>
                  <a:pt x="328420" y="31545"/>
                </a:cubicBezTo>
                <a:lnTo>
                  <a:pt x="328420" y="29186"/>
                </a:lnTo>
                <a:moveTo>
                  <a:pt x="333810" y="8058"/>
                </a:moveTo>
                <a:cubicBezTo>
                  <a:pt x="334165" y="8058"/>
                  <a:pt x="334504" y="8130"/>
                  <a:pt x="334825" y="8274"/>
                </a:cubicBezTo>
                <a:cubicBezTo>
                  <a:pt x="335147" y="8417"/>
                  <a:pt x="335428" y="8609"/>
                  <a:pt x="335669" y="8850"/>
                </a:cubicBezTo>
                <a:cubicBezTo>
                  <a:pt x="335910" y="9091"/>
                  <a:pt x="336103" y="9373"/>
                  <a:pt x="336246" y="9694"/>
                </a:cubicBezTo>
                <a:cubicBezTo>
                  <a:pt x="336389" y="10016"/>
                  <a:pt x="336461" y="10354"/>
                  <a:pt x="336461" y="10710"/>
                </a:cubicBezTo>
                <a:cubicBezTo>
                  <a:pt x="336461" y="11077"/>
                  <a:pt x="336389" y="11419"/>
                  <a:pt x="336246" y="11735"/>
                </a:cubicBezTo>
                <a:cubicBezTo>
                  <a:pt x="336103" y="12050"/>
                  <a:pt x="335910" y="12329"/>
                  <a:pt x="335669" y="12570"/>
                </a:cubicBezTo>
                <a:cubicBezTo>
                  <a:pt x="335428" y="12811"/>
                  <a:pt x="335147" y="13000"/>
                  <a:pt x="334825" y="13138"/>
                </a:cubicBezTo>
                <a:cubicBezTo>
                  <a:pt x="334504" y="13276"/>
                  <a:pt x="334165" y="13344"/>
                  <a:pt x="333810" y="13344"/>
                </a:cubicBezTo>
                <a:cubicBezTo>
                  <a:pt x="333442" y="13344"/>
                  <a:pt x="333101" y="13276"/>
                  <a:pt x="332785" y="13138"/>
                </a:cubicBezTo>
                <a:cubicBezTo>
                  <a:pt x="332469" y="13000"/>
                  <a:pt x="332191" y="12811"/>
                  <a:pt x="331950" y="12570"/>
                </a:cubicBezTo>
                <a:cubicBezTo>
                  <a:pt x="331709" y="12329"/>
                  <a:pt x="331519" y="12050"/>
                  <a:pt x="331382" y="11735"/>
                </a:cubicBezTo>
                <a:cubicBezTo>
                  <a:pt x="331244" y="11419"/>
                  <a:pt x="331175" y="11077"/>
                  <a:pt x="331175" y="10710"/>
                </a:cubicBezTo>
                <a:cubicBezTo>
                  <a:pt x="331175" y="10354"/>
                  <a:pt x="331244" y="10016"/>
                  <a:pt x="331382" y="9694"/>
                </a:cubicBezTo>
                <a:cubicBezTo>
                  <a:pt x="331519" y="9373"/>
                  <a:pt x="331709" y="9091"/>
                  <a:pt x="331950" y="8850"/>
                </a:cubicBezTo>
                <a:cubicBezTo>
                  <a:pt x="332191" y="8609"/>
                  <a:pt x="332469" y="8417"/>
                  <a:pt x="332785" y="8274"/>
                </a:cubicBezTo>
                <a:cubicBezTo>
                  <a:pt x="333101" y="8130"/>
                  <a:pt x="333442" y="8058"/>
                  <a:pt x="333810" y="8058"/>
                </a:cubicBezTo>
                <a:close/>
              </a:path>
            </a:pathLst>
          </a:custGeom>
          <a:solidFill xmlns:a="http://schemas.openxmlformats.org/drawingml/2006/main">
            <a:srgbClr val="CE917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Text +">
            <a:extLst xmlns:a="http://schemas.openxmlformats.org/drawingml/2006/main">
              <a:ext uri="{FF2B5EF4-FFF2-40B4-BE49-F238E27FC236}">
                <a16:creationId xmlns:a16="http://schemas.microsoft.com/office/drawing/2014/main" id="{DC6A62C9-A6FB-4FA9-99C5-59548B6F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242" y="9541634"/>
            <a:ext cx="16495" cy="16633"/>
          </a:xfrm>
          <a:custGeom xmlns:a="http://schemas.openxmlformats.org/drawingml/2006/main">
            <a:pathLst>
              <a:path w="16495" h="16633">
                <a:moveTo>
                  <a:pt x="16495" y="9608"/>
                </a:moveTo>
                <a:lnTo>
                  <a:pt x="9729" y="9608"/>
                </a:lnTo>
                <a:lnTo>
                  <a:pt x="9729" y="16633"/>
                </a:lnTo>
                <a:lnTo>
                  <a:pt x="6767" y="16633"/>
                </a:lnTo>
                <a:lnTo>
                  <a:pt x="6767" y="9608"/>
                </a:lnTo>
                <a:lnTo>
                  <a:pt x="0" y="9608"/>
                </a:lnTo>
                <a:lnTo>
                  <a:pt x="0" y="6991"/>
                </a:lnTo>
                <a:lnTo>
                  <a:pt x="6767" y="6991"/>
                </a:lnTo>
                <a:lnTo>
                  <a:pt x="6767" y="0"/>
                </a:lnTo>
                <a:lnTo>
                  <a:pt x="9729" y="0"/>
                </a:lnTo>
                <a:lnTo>
                  <a:pt x="9729" y="6991"/>
                </a:lnTo>
                <a:lnTo>
                  <a:pt x="16495" y="6991"/>
                </a:lnTo>
                <a:lnTo>
                  <a:pt x="16495" y="9608"/>
                </a:ln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Text const{prefix,popupProps}=this.props;">
            <a:extLst xmlns:a="http://schemas.openxmlformats.org/drawingml/2006/main">
              <a:ext uri="{FF2B5EF4-FFF2-40B4-BE49-F238E27FC236}">
                <a16:creationId xmlns:a16="http://schemas.microsoft.com/office/drawing/2014/main" id="{C40EEE62-8BDF-4E78-9BEB-8149CC0F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010" y="9534402"/>
            <a:ext cx="807484" cy="31992"/>
          </a:xfrm>
          <a:custGeom xmlns:a="http://schemas.openxmlformats.org/drawingml/2006/main">
            <a:pathLst>
              <a:path w="807484" h="31992">
                <a:moveTo>
                  <a:pt x="13465" y="24295"/>
                </a:moveTo>
                <a:cubicBezTo>
                  <a:pt x="12684" y="24594"/>
                  <a:pt x="11884" y="24815"/>
                  <a:pt x="11063" y="24958"/>
                </a:cubicBezTo>
                <a:cubicBezTo>
                  <a:pt x="10242" y="25102"/>
                  <a:pt x="9396" y="25174"/>
                  <a:pt x="8523" y="25174"/>
                </a:cubicBezTo>
                <a:cubicBezTo>
                  <a:pt x="5791" y="25174"/>
                  <a:pt x="3688" y="24433"/>
                  <a:pt x="2213" y="22952"/>
                </a:cubicBezTo>
                <a:cubicBezTo>
                  <a:pt x="738" y="21472"/>
                  <a:pt x="0" y="19308"/>
                  <a:pt x="0" y="16461"/>
                </a:cubicBezTo>
                <a:cubicBezTo>
                  <a:pt x="0" y="15095"/>
                  <a:pt x="212" y="13855"/>
                  <a:pt x="637" y="12742"/>
                </a:cubicBezTo>
                <a:cubicBezTo>
                  <a:pt x="1062" y="11628"/>
                  <a:pt x="1659" y="10676"/>
                  <a:pt x="2428" y="9883"/>
                </a:cubicBezTo>
                <a:cubicBezTo>
                  <a:pt x="3197" y="9091"/>
                  <a:pt x="4115" y="8480"/>
                  <a:pt x="5183" y="8050"/>
                </a:cubicBezTo>
                <a:cubicBezTo>
                  <a:pt x="6250" y="7619"/>
                  <a:pt x="7427" y="7404"/>
                  <a:pt x="8713" y="7404"/>
                </a:cubicBezTo>
                <a:cubicBezTo>
                  <a:pt x="9608" y="7404"/>
                  <a:pt x="10446" y="7469"/>
                  <a:pt x="11227" y="7598"/>
                </a:cubicBezTo>
                <a:cubicBezTo>
                  <a:pt x="12007" y="7727"/>
                  <a:pt x="12753" y="7937"/>
                  <a:pt x="13465" y="8231"/>
                </a:cubicBezTo>
                <a:lnTo>
                  <a:pt x="13465" y="11089"/>
                </a:lnTo>
                <a:cubicBezTo>
                  <a:pt x="12719" y="10692"/>
                  <a:pt x="11958" y="10404"/>
                  <a:pt x="11184" y="10224"/>
                </a:cubicBezTo>
                <a:cubicBezTo>
                  <a:pt x="10409" y="10043"/>
                  <a:pt x="9608" y="9952"/>
                  <a:pt x="8782" y="9952"/>
                </a:cubicBezTo>
                <a:cubicBezTo>
                  <a:pt x="8012" y="9952"/>
                  <a:pt x="7286" y="10099"/>
                  <a:pt x="6603" y="10391"/>
                </a:cubicBezTo>
                <a:cubicBezTo>
                  <a:pt x="5920" y="10684"/>
                  <a:pt x="5321" y="11106"/>
                  <a:pt x="4804" y="11657"/>
                </a:cubicBezTo>
                <a:cubicBezTo>
                  <a:pt x="4287" y="12208"/>
                  <a:pt x="3880" y="12880"/>
                  <a:pt x="3581" y="13672"/>
                </a:cubicBezTo>
                <a:cubicBezTo>
                  <a:pt x="3283" y="14464"/>
                  <a:pt x="3134" y="15359"/>
                  <a:pt x="3134" y="16358"/>
                </a:cubicBezTo>
                <a:cubicBezTo>
                  <a:pt x="3134" y="18447"/>
                  <a:pt x="3642" y="20011"/>
                  <a:pt x="4658" y="21050"/>
                </a:cubicBezTo>
                <a:cubicBezTo>
                  <a:pt x="5674" y="22089"/>
                  <a:pt x="7083" y="22608"/>
                  <a:pt x="8885" y="22608"/>
                </a:cubicBezTo>
                <a:cubicBezTo>
                  <a:pt x="9700" y="22608"/>
                  <a:pt x="10489" y="22516"/>
                  <a:pt x="11252" y="22333"/>
                </a:cubicBezTo>
                <a:cubicBezTo>
                  <a:pt x="12016" y="22149"/>
                  <a:pt x="12753" y="21873"/>
                  <a:pt x="13465" y="21506"/>
                </a:cubicBezTo>
                <a:lnTo>
                  <a:pt x="13465" y="24295"/>
                </a:lnTo>
                <a:close/>
                <a:moveTo>
                  <a:pt x="34761" y="16151"/>
                </a:moveTo>
                <a:cubicBezTo>
                  <a:pt x="34761" y="17494"/>
                  <a:pt x="34571" y="18725"/>
                  <a:pt x="34192" y="19844"/>
                </a:cubicBezTo>
                <a:cubicBezTo>
                  <a:pt x="33814" y="20964"/>
                  <a:pt x="33268" y="21922"/>
                  <a:pt x="32557" y="22720"/>
                </a:cubicBezTo>
                <a:cubicBezTo>
                  <a:pt x="31845" y="23518"/>
                  <a:pt x="30978" y="24138"/>
                  <a:pt x="29957" y="24580"/>
                </a:cubicBezTo>
                <a:cubicBezTo>
                  <a:pt x="28935" y="25022"/>
                  <a:pt x="27776" y="25243"/>
                  <a:pt x="26479" y="25243"/>
                </a:cubicBezTo>
                <a:cubicBezTo>
                  <a:pt x="25239" y="25243"/>
                  <a:pt x="24128" y="25050"/>
                  <a:pt x="23147" y="24666"/>
                </a:cubicBezTo>
                <a:cubicBezTo>
                  <a:pt x="22165" y="24281"/>
                  <a:pt x="21333" y="23716"/>
                  <a:pt x="20650" y="22970"/>
                </a:cubicBezTo>
                <a:cubicBezTo>
                  <a:pt x="19967" y="22224"/>
                  <a:pt x="19445" y="21299"/>
                  <a:pt x="19083" y="20197"/>
                </a:cubicBezTo>
                <a:cubicBezTo>
                  <a:pt x="18722" y="19095"/>
                  <a:pt x="18541" y="17827"/>
                  <a:pt x="18541" y="16392"/>
                </a:cubicBezTo>
                <a:cubicBezTo>
                  <a:pt x="18541" y="15049"/>
                  <a:pt x="18730" y="13824"/>
                  <a:pt x="19109" y="12716"/>
                </a:cubicBezTo>
                <a:cubicBezTo>
                  <a:pt x="19488" y="11608"/>
                  <a:pt x="20033" y="10655"/>
                  <a:pt x="20745" y="9858"/>
                </a:cubicBezTo>
                <a:cubicBezTo>
                  <a:pt x="21456" y="9060"/>
                  <a:pt x="22323" y="8440"/>
                  <a:pt x="23345" y="7998"/>
                </a:cubicBezTo>
                <a:cubicBezTo>
                  <a:pt x="24366" y="7556"/>
                  <a:pt x="25526" y="7335"/>
                  <a:pt x="26823" y="7335"/>
                </a:cubicBezTo>
                <a:cubicBezTo>
                  <a:pt x="28063" y="7335"/>
                  <a:pt x="29173" y="7527"/>
                  <a:pt x="30155" y="7912"/>
                </a:cubicBezTo>
                <a:cubicBezTo>
                  <a:pt x="31136" y="8297"/>
                  <a:pt x="31968" y="8859"/>
                  <a:pt x="32651" y="9599"/>
                </a:cubicBezTo>
                <a:cubicBezTo>
                  <a:pt x="33334" y="10340"/>
                  <a:pt x="33857" y="11261"/>
                  <a:pt x="34218" y="12363"/>
                </a:cubicBezTo>
                <a:cubicBezTo>
                  <a:pt x="34580" y="13465"/>
                  <a:pt x="34761" y="14728"/>
                  <a:pt x="34761" y="16151"/>
                </a:cubicBezTo>
                <a:moveTo>
                  <a:pt x="31696" y="16289"/>
                </a:moveTo>
                <a:cubicBezTo>
                  <a:pt x="31696" y="15221"/>
                  <a:pt x="31578" y="14289"/>
                  <a:pt x="31343" y="13491"/>
                </a:cubicBezTo>
                <a:cubicBezTo>
                  <a:pt x="31107" y="12693"/>
                  <a:pt x="30772" y="12027"/>
                  <a:pt x="30335" y="11493"/>
                </a:cubicBezTo>
                <a:cubicBezTo>
                  <a:pt x="29899" y="10960"/>
                  <a:pt x="29368" y="10558"/>
                  <a:pt x="28743" y="10288"/>
                </a:cubicBezTo>
                <a:cubicBezTo>
                  <a:pt x="28117" y="10018"/>
                  <a:pt x="27420" y="9883"/>
                  <a:pt x="26651" y="9883"/>
                </a:cubicBezTo>
                <a:cubicBezTo>
                  <a:pt x="25755" y="9883"/>
                  <a:pt x="24989" y="10059"/>
                  <a:pt x="24352" y="10409"/>
                </a:cubicBezTo>
                <a:cubicBezTo>
                  <a:pt x="23715" y="10759"/>
                  <a:pt x="23193" y="11227"/>
                  <a:pt x="22785" y="11812"/>
                </a:cubicBezTo>
                <a:cubicBezTo>
                  <a:pt x="22378" y="12397"/>
                  <a:pt x="22079" y="13078"/>
                  <a:pt x="21890" y="13852"/>
                </a:cubicBezTo>
                <a:cubicBezTo>
                  <a:pt x="21700" y="14627"/>
                  <a:pt x="21606" y="15439"/>
                  <a:pt x="21606" y="16289"/>
                </a:cubicBezTo>
                <a:cubicBezTo>
                  <a:pt x="21606" y="17356"/>
                  <a:pt x="21723" y="18292"/>
                  <a:pt x="21959" y="19095"/>
                </a:cubicBezTo>
                <a:cubicBezTo>
                  <a:pt x="22194" y="19899"/>
                  <a:pt x="22530" y="20568"/>
                  <a:pt x="22966" y="21101"/>
                </a:cubicBezTo>
                <a:cubicBezTo>
                  <a:pt x="23402" y="21635"/>
                  <a:pt x="23930" y="22037"/>
                  <a:pt x="24550" y="22307"/>
                </a:cubicBezTo>
                <a:cubicBezTo>
                  <a:pt x="25170" y="22577"/>
                  <a:pt x="25870" y="22711"/>
                  <a:pt x="26651" y="22711"/>
                </a:cubicBezTo>
                <a:cubicBezTo>
                  <a:pt x="27546" y="22711"/>
                  <a:pt x="28312" y="22536"/>
                  <a:pt x="28949" y="22186"/>
                </a:cubicBezTo>
                <a:cubicBezTo>
                  <a:pt x="29586" y="21836"/>
                  <a:pt x="30109" y="21368"/>
                  <a:pt x="30516" y="20783"/>
                </a:cubicBezTo>
                <a:cubicBezTo>
                  <a:pt x="30924" y="20197"/>
                  <a:pt x="31222" y="19517"/>
                  <a:pt x="31412" y="18742"/>
                </a:cubicBezTo>
                <a:cubicBezTo>
                  <a:pt x="31601" y="17968"/>
                  <a:pt x="31696" y="17150"/>
                  <a:pt x="31696" y="16289"/>
                </a:cubicBezTo>
                <a:close/>
                <a:moveTo>
                  <a:pt x="39389" y="7645"/>
                </a:moveTo>
                <a:lnTo>
                  <a:pt x="42058" y="7645"/>
                </a:lnTo>
                <a:lnTo>
                  <a:pt x="42178" y="10434"/>
                </a:lnTo>
                <a:cubicBezTo>
                  <a:pt x="42683" y="9838"/>
                  <a:pt x="43171" y="9341"/>
                  <a:pt x="43642" y="8945"/>
                </a:cubicBezTo>
                <a:cubicBezTo>
                  <a:pt x="44113" y="8549"/>
                  <a:pt x="44575" y="8231"/>
                  <a:pt x="45028" y="7989"/>
                </a:cubicBezTo>
                <a:cubicBezTo>
                  <a:pt x="45481" y="7748"/>
                  <a:pt x="45943" y="7579"/>
                  <a:pt x="46414" y="7481"/>
                </a:cubicBezTo>
                <a:cubicBezTo>
                  <a:pt x="46885" y="7384"/>
                  <a:pt x="47373" y="7335"/>
                  <a:pt x="47878" y="7335"/>
                </a:cubicBezTo>
                <a:cubicBezTo>
                  <a:pt x="49657" y="7335"/>
                  <a:pt x="51003" y="7860"/>
                  <a:pt x="51915" y="8911"/>
                </a:cubicBezTo>
                <a:cubicBezTo>
                  <a:pt x="52828" y="9961"/>
                  <a:pt x="53284" y="11542"/>
                  <a:pt x="53284" y="13654"/>
                </a:cubicBezTo>
                <a:lnTo>
                  <a:pt x="53284" y="24933"/>
                </a:lnTo>
                <a:lnTo>
                  <a:pt x="50288" y="24933"/>
                </a:lnTo>
                <a:lnTo>
                  <a:pt x="50288" y="13895"/>
                </a:lnTo>
                <a:cubicBezTo>
                  <a:pt x="50288" y="12541"/>
                  <a:pt x="50036" y="11539"/>
                  <a:pt x="49531" y="10891"/>
                </a:cubicBezTo>
                <a:cubicBezTo>
                  <a:pt x="49026" y="10242"/>
                  <a:pt x="48274" y="9918"/>
                  <a:pt x="47275" y="9918"/>
                </a:cubicBezTo>
                <a:cubicBezTo>
                  <a:pt x="46908" y="9918"/>
                  <a:pt x="46549" y="9972"/>
                  <a:pt x="46199" y="10082"/>
                </a:cubicBezTo>
                <a:cubicBezTo>
                  <a:pt x="45849" y="10191"/>
                  <a:pt x="45484" y="10380"/>
                  <a:pt x="45105" y="10650"/>
                </a:cubicBezTo>
                <a:cubicBezTo>
                  <a:pt x="44727" y="10919"/>
                  <a:pt x="44316" y="11284"/>
                  <a:pt x="43874" y="11743"/>
                </a:cubicBezTo>
                <a:cubicBezTo>
                  <a:pt x="43432" y="12202"/>
                  <a:pt x="42936" y="12776"/>
                  <a:pt x="42385" y="13465"/>
                </a:cubicBezTo>
                <a:lnTo>
                  <a:pt x="42385" y="24933"/>
                </a:lnTo>
                <a:lnTo>
                  <a:pt x="39389" y="24933"/>
                </a:lnTo>
                <a:lnTo>
                  <a:pt x="39389" y="7645"/>
                </a:lnTo>
                <a:close/>
                <a:moveTo>
                  <a:pt x="72755" y="20215"/>
                </a:moveTo>
                <a:cubicBezTo>
                  <a:pt x="72755" y="20823"/>
                  <a:pt x="72652" y="21368"/>
                  <a:pt x="72445" y="21850"/>
                </a:cubicBezTo>
                <a:cubicBezTo>
                  <a:pt x="72238" y="22333"/>
                  <a:pt x="71957" y="22760"/>
                  <a:pt x="71601" y="23133"/>
                </a:cubicBezTo>
                <a:cubicBezTo>
                  <a:pt x="71245" y="23506"/>
                  <a:pt x="70832" y="23825"/>
                  <a:pt x="70361" y="24089"/>
                </a:cubicBezTo>
                <a:cubicBezTo>
                  <a:pt x="69891" y="24353"/>
                  <a:pt x="69389" y="24571"/>
                  <a:pt x="68855" y="24743"/>
                </a:cubicBezTo>
                <a:cubicBezTo>
                  <a:pt x="68321" y="24915"/>
                  <a:pt x="67773" y="25042"/>
                  <a:pt x="67210" y="25122"/>
                </a:cubicBezTo>
                <a:cubicBezTo>
                  <a:pt x="66648" y="25202"/>
                  <a:pt x="66097" y="25243"/>
                  <a:pt x="65557" y="25243"/>
                </a:cubicBezTo>
                <a:cubicBezTo>
                  <a:pt x="64387" y="25243"/>
                  <a:pt x="63310" y="25191"/>
                  <a:pt x="62329" y="25088"/>
                </a:cubicBezTo>
                <a:cubicBezTo>
                  <a:pt x="61348" y="24984"/>
                  <a:pt x="60386" y="24818"/>
                  <a:pt x="59445" y="24588"/>
                </a:cubicBezTo>
                <a:lnTo>
                  <a:pt x="59445" y="21833"/>
                </a:lnTo>
                <a:cubicBezTo>
                  <a:pt x="60455" y="22120"/>
                  <a:pt x="61459" y="22338"/>
                  <a:pt x="62458" y="22488"/>
                </a:cubicBezTo>
                <a:cubicBezTo>
                  <a:pt x="63457" y="22637"/>
                  <a:pt x="64450" y="22711"/>
                  <a:pt x="65437" y="22711"/>
                </a:cubicBezTo>
                <a:cubicBezTo>
                  <a:pt x="66872" y="22711"/>
                  <a:pt x="67934" y="22516"/>
                  <a:pt x="68622" y="22126"/>
                </a:cubicBezTo>
                <a:cubicBezTo>
                  <a:pt x="69311" y="21736"/>
                  <a:pt x="69656" y="21179"/>
                  <a:pt x="69656" y="20456"/>
                </a:cubicBezTo>
                <a:cubicBezTo>
                  <a:pt x="69656" y="20146"/>
                  <a:pt x="69601" y="19867"/>
                  <a:pt x="69492" y="19621"/>
                </a:cubicBezTo>
                <a:cubicBezTo>
                  <a:pt x="69383" y="19374"/>
                  <a:pt x="69185" y="19139"/>
                  <a:pt x="68898" y="18915"/>
                </a:cubicBezTo>
                <a:cubicBezTo>
                  <a:pt x="68611" y="18691"/>
                  <a:pt x="68166" y="18458"/>
                  <a:pt x="67563" y="18217"/>
                </a:cubicBezTo>
                <a:cubicBezTo>
                  <a:pt x="66961" y="17976"/>
                  <a:pt x="66137" y="17701"/>
                  <a:pt x="65093" y="17391"/>
                </a:cubicBezTo>
                <a:cubicBezTo>
                  <a:pt x="64312" y="17161"/>
                  <a:pt x="63592" y="16900"/>
                  <a:pt x="62932" y="16607"/>
                </a:cubicBezTo>
                <a:cubicBezTo>
                  <a:pt x="62272" y="16315"/>
                  <a:pt x="61701" y="15967"/>
                  <a:pt x="61218" y="15566"/>
                </a:cubicBezTo>
                <a:cubicBezTo>
                  <a:pt x="60736" y="15164"/>
                  <a:pt x="60357" y="14693"/>
                  <a:pt x="60082" y="14154"/>
                </a:cubicBezTo>
                <a:cubicBezTo>
                  <a:pt x="59806" y="13614"/>
                  <a:pt x="59669" y="12977"/>
                  <a:pt x="59669" y="12242"/>
                </a:cubicBezTo>
                <a:cubicBezTo>
                  <a:pt x="59669" y="11760"/>
                  <a:pt x="59781" y="11232"/>
                  <a:pt x="60004" y="10658"/>
                </a:cubicBezTo>
                <a:cubicBezTo>
                  <a:pt x="60228" y="10084"/>
                  <a:pt x="60610" y="9551"/>
                  <a:pt x="61150" y="9057"/>
                </a:cubicBezTo>
                <a:cubicBezTo>
                  <a:pt x="61689" y="8563"/>
                  <a:pt x="62418" y="8153"/>
                  <a:pt x="63336" y="7826"/>
                </a:cubicBezTo>
                <a:cubicBezTo>
                  <a:pt x="64255" y="7499"/>
                  <a:pt x="65403" y="7335"/>
                  <a:pt x="66780" y="7335"/>
                </a:cubicBezTo>
                <a:cubicBezTo>
                  <a:pt x="67457" y="7335"/>
                  <a:pt x="68209" y="7372"/>
                  <a:pt x="69036" y="7447"/>
                </a:cubicBezTo>
                <a:cubicBezTo>
                  <a:pt x="69862" y="7522"/>
                  <a:pt x="70723" y="7651"/>
                  <a:pt x="71618" y="7834"/>
                </a:cubicBezTo>
                <a:lnTo>
                  <a:pt x="71618" y="10503"/>
                </a:lnTo>
                <a:cubicBezTo>
                  <a:pt x="70677" y="10274"/>
                  <a:pt x="69785" y="10104"/>
                  <a:pt x="68941" y="9995"/>
                </a:cubicBezTo>
                <a:cubicBezTo>
                  <a:pt x="68097" y="9886"/>
                  <a:pt x="67365" y="9832"/>
                  <a:pt x="66746" y="9832"/>
                </a:cubicBezTo>
                <a:cubicBezTo>
                  <a:pt x="65999" y="9832"/>
                  <a:pt x="65371" y="9889"/>
                  <a:pt x="64860" y="10004"/>
                </a:cubicBezTo>
                <a:cubicBezTo>
                  <a:pt x="64349" y="10119"/>
                  <a:pt x="63936" y="10277"/>
                  <a:pt x="63620" y="10478"/>
                </a:cubicBezTo>
                <a:cubicBezTo>
                  <a:pt x="63305" y="10678"/>
                  <a:pt x="63078" y="10914"/>
                  <a:pt x="62940" y="11184"/>
                </a:cubicBezTo>
                <a:cubicBezTo>
                  <a:pt x="62803" y="11453"/>
                  <a:pt x="62734" y="11743"/>
                  <a:pt x="62734" y="12053"/>
                </a:cubicBezTo>
                <a:cubicBezTo>
                  <a:pt x="62734" y="12363"/>
                  <a:pt x="62794" y="12644"/>
                  <a:pt x="62914" y="12897"/>
                </a:cubicBezTo>
                <a:cubicBezTo>
                  <a:pt x="63035" y="13149"/>
                  <a:pt x="63259" y="13393"/>
                  <a:pt x="63586" y="13629"/>
                </a:cubicBezTo>
                <a:cubicBezTo>
                  <a:pt x="63913" y="13864"/>
                  <a:pt x="64369" y="14099"/>
                  <a:pt x="64955" y="14335"/>
                </a:cubicBezTo>
                <a:cubicBezTo>
                  <a:pt x="65540" y="14570"/>
                  <a:pt x="66304" y="14825"/>
                  <a:pt x="67245" y="15101"/>
                </a:cubicBezTo>
                <a:cubicBezTo>
                  <a:pt x="68267" y="15399"/>
                  <a:pt x="69127" y="15712"/>
                  <a:pt x="69828" y="16039"/>
                </a:cubicBezTo>
                <a:cubicBezTo>
                  <a:pt x="70528" y="16366"/>
                  <a:pt x="71096" y="16731"/>
                  <a:pt x="71532" y="17133"/>
                </a:cubicBezTo>
                <a:cubicBezTo>
                  <a:pt x="71969" y="17534"/>
                  <a:pt x="72281" y="17988"/>
                  <a:pt x="72471" y="18493"/>
                </a:cubicBezTo>
                <a:cubicBezTo>
                  <a:pt x="72660" y="18998"/>
                  <a:pt x="72755" y="19572"/>
                  <a:pt x="72755" y="20215"/>
                </a:cubicBezTo>
                <a:close/>
                <a:moveTo>
                  <a:pt x="91651" y="24674"/>
                </a:moveTo>
                <a:cubicBezTo>
                  <a:pt x="90973" y="24853"/>
                  <a:pt x="90273" y="24980"/>
                  <a:pt x="89550" y="25057"/>
                </a:cubicBezTo>
                <a:cubicBezTo>
                  <a:pt x="88827" y="25135"/>
                  <a:pt x="88092" y="25174"/>
                  <a:pt x="87346" y="25174"/>
                </a:cubicBezTo>
                <a:cubicBezTo>
                  <a:pt x="85176" y="25174"/>
                  <a:pt x="83558" y="24683"/>
                  <a:pt x="82490" y="23701"/>
                </a:cubicBezTo>
                <a:cubicBezTo>
                  <a:pt x="81423" y="22720"/>
                  <a:pt x="80889" y="21213"/>
                  <a:pt x="80889" y="19182"/>
                </a:cubicBezTo>
                <a:lnTo>
                  <a:pt x="80889" y="10159"/>
                </a:lnTo>
                <a:lnTo>
                  <a:pt x="76051" y="10159"/>
                </a:lnTo>
                <a:lnTo>
                  <a:pt x="76051" y="7645"/>
                </a:lnTo>
                <a:lnTo>
                  <a:pt x="80889" y="7645"/>
                </a:lnTo>
                <a:lnTo>
                  <a:pt x="80889" y="2878"/>
                </a:lnTo>
                <a:lnTo>
                  <a:pt x="83885" y="2101"/>
                </a:lnTo>
                <a:lnTo>
                  <a:pt x="83885" y="7645"/>
                </a:lnTo>
                <a:lnTo>
                  <a:pt x="91651" y="7645"/>
                </a:lnTo>
                <a:lnTo>
                  <a:pt x="91651" y="10159"/>
                </a:lnTo>
                <a:lnTo>
                  <a:pt x="83885" y="10159"/>
                </a:lnTo>
                <a:lnTo>
                  <a:pt x="83885" y="18941"/>
                </a:lnTo>
                <a:cubicBezTo>
                  <a:pt x="83885" y="20180"/>
                  <a:pt x="84215" y="21107"/>
                  <a:pt x="84875" y="21721"/>
                </a:cubicBezTo>
                <a:cubicBezTo>
                  <a:pt x="85535" y="22335"/>
                  <a:pt x="86508" y="22643"/>
                  <a:pt x="87794" y="22643"/>
                </a:cubicBezTo>
                <a:cubicBezTo>
                  <a:pt x="88345" y="22643"/>
                  <a:pt x="88947" y="22598"/>
                  <a:pt x="89602" y="22510"/>
                </a:cubicBezTo>
                <a:cubicBezTo>
                  <a:pt x="90256" y="22421"/>
                  <a:pt x="90939" y="22281"/>
                  <a:pt x="91651" y="22092"/>
                </a:cubicBezTo>
                <a:lnTo>
                  <a:pt x="91651" y="24674"/>
                </a:lnTo>
                <a:close/>
                <a:moveTo>
                  <a:pt x="129765" y="31992"/>
                </a:moveTo>
                <a:lnTo>
                  <a:pt x="128491" y="31992"/>
                </a:lnTo>
                <a:cubicBezTo>
                  <a:pt x="126276" y="31992"/>
                  <a:pt x="124628" y="31473"/>
                  <a:pt x="123549" y="30434"/>
                </a:cubicBezTo>
                <a:cubicBezTo>
                  <a:pt x="122470" y="29395"/>
                  <a:pt x="121931" y="27820"/>
                  <a:pt x="121931" y="25707"/>
                </a:cubicBezTo>
                <a:lnTo>
                  <a:pt x="121931" y="19784"/>
                </a:lnTo>
                <a:cubicBezTo>
                  <a:pt x="121931" y="19222"/>
                  <a:pt x="121868" y="18720"/>
                  <a:pt x="121741" y="18278"/>
                </a:cubicBezTo>
                <a:cubicBezTo>
                  <a:pt x="121615" y="17836"/>
                  <a:pt x="121394" y="17463"/>
                  <a:pt x="121078" y="17158"/>
                </a:cubicBezTo>
                <a:cubicBezTo>
                  <a:pt x="120763" y="16854"/>
                  <a:pt x="120344" y="16622"/>
                  <a:pt x="119821" y="16461"/>
                </a:cubicBezTo>
                <a:cubicBezTo>
                  <a:pt x="119299" y="16300"/>
                  <a:pt x="118642" y="16220"/>
                  <a:pt x="117850" y="16220"/>
                </a:cubicBezTo>
                <a:lnTo>
                  <a:pt x="117109" y="16220"/>
                </a:lnTo>
                <a:lnTo>
                  <a:pt x="117109" y="13827"/>
                </a:lnTo>
                <a:lnTo>
                  <a:pt x="117850" y="13827"/>
                </a:lnTo>
                <a:cubicBezTo>
                  <a:pt x="118688" y="13827"/>
                  <a:pt x="119371" y="13758"/>
                  <a:pt x="119899" y="13620"/>
                </a:cubicBezTo>
                <a:cubicBezTo>
                  <a:pt x="120427" y="13482"/>
                  <a:pt x="120840" y="13273"/>
                  <a:pt x="121139" y="12991"/>
                </a:cubicBezTo>
                <a:cubicBezTo>
                  <a:pt x="121437" y="12710"/>
                  <a:pt x="121644" y="12352"/>
                  <a:pt x="121759" y="11915"/>
                </a:cubicBezTo>
                <a:cubicBezTo>
                  <a:pt x="121873" y="11479"/>
                  <a:pt x="121931" y="10963"/>
                  <a:pt x="121931" y="10366"/>
                </a:cubicBezTo>
                <a:lnTo>
                  <a:pt x="121931" y="6285"/>
                </a:lnTo>
                <a:cubicBezTo>
                  <a:pt x="121931" y="5321"/>
                  <a:pt x="122045" y="4451"/>
                  <a:pt x="122275" y="3676"/>
                </a:cubicBezTo>
                <a:cubicBezTo>
                  <a:pt x="122505" y="2901"/>
                  <a:pt x="122881" y="2241"/>
                  <a:pt x="123403" y="1696"/>
                </a:cubicBezTo>
                <a:cubicBezTo>
                  <a:pt x="123925" y="1151"/>
                  <a:pt x="124602" y="732"/>
                  <a:pt x="125435" y="439"/>
                </a:cubicBezTo>
                <a:cubicBezTo>
                  <a:pt x="126267" y="146"/>
                  <a:pt x="127286" y="0"/>
                  <a:pt x="128491" y="0"/>
                </a:cubicBezTo>
                <a:lnTo>
                  <a:pt x="129765" y="0"/>
                </a:lnTo>
                <a:lnTo>
                  <a:pt x="129765" y="2411"/>
                </a:lnTo>
                <a:lnTo>
                  <a:pt x="128749" y="2411"/>
                </a:lnTo>
                <a:cubicBezTo>
                  <a:pt x="126086" y="2411"/>
                  <a:pt x="124755" y="3702"/>
                  <a:pt x="124755" y="6285"/>
                </a:cubicBezTo>
                <a:lnTo>
                  <a:pt x="124755" y="10297"/>
                </a:lnTo>
                <a:cubicBezTo>
                  <a:pt x="124755" y="13098"/>
                  <a:pt x="123544" y="14676"/>
                  <a:pt x="121121" y="15032"/>
                </a:cubicBezTo>
                <a:cubicBezTo>
                  <a:pt x="123566" y="15273"/>
                  <a:pt x="124789" y="16846"/>
                  <a:pt x="124789" y="19750"/>
                </a:cubicBezTo>
                <a:lnTo>
                  <a:pt x="124789" y="25639"/>
                </a:lnTo>
                <a:cubicBezTo>
                  <a:pt x="124789" y="28267"/>
                  <a:pt x="126109" y="29582"/>
                  <a:pt x="128749" y="29582"/>
                </a:cubicBezTo>
                <a:lnTo>
                  <a:pt x="129765" y="29582"/>
                </a:lnTo>
                <a:lnTo>
                  <a:pt x="129765" y="31992"/>
                </a:lnTo>
                <a:close/>
                <a:moveTo>
                  <a:pt x="170180" y="15979"/>
                </a:moveTo>
                <a:cubicBezTo>
                  <a:pt x="170180" y="17517"/>
                  <a:pt x="169965" y="18860"/>
                  <a:pt x="169535" y="20008"/>
                </a:cubicBezTo>
                <a:cubicBezTo>
                  <a:pt x="169104" y="21156"/>
                  <a:pt x="168510" y="22109"/>
                  <a:pt x="167753" y="22866"/>
                </a:cubicBezTo>
                <a:cubicBezTo>
                  <a:pt x="166995" y="23624"/>
                  <a:pt x="166100" y="24192"/>
                  <a:pt x="165066" y="24571"/>
                </a:cubicBezTo>
                <a:cubicBezTo>
                  <a:pt x="164033" y="24950"/>
                  <a:pt x="162914" y="25139"/>
                  <a:pt x="161709" y="25139"/>
                </a:cubicBezTo>
                <a:cubicBezTo>
                  <a:pt x="161158" y="25139"/>
                  <a:pt x="160610" y="25111"/>
                  <a:pt x="160064" y="25053"/>
                </a:cubicBezTo>
                <a:cubicBezTo>
                  <a:pt x="159519" y="24996"/>
                  <a:pt x="158965" y="24898"/>
                  <a:pt x="158403" y="24760"/>
                </a:cubicBezTo>
                <a:lnTo>
                  <a:pt x="158403" y="31992"/>
                </a:lnTo>
                <a:lnTo>
                  <a:pt x="155407" y="31992"/>
                </a:lnTo>
                <a:lnTo>
                  <a:pt x="155407" y="7645"/>
                </a:lnTo>
                <a:lnTo>
                  <a:pt x="158076" y="7645"/>
                </a:lnTo>
                <a:lnTo>
                  <a:pt x="158265" y="10538"/>
                </a:lnTo>
                <a:cubicBezTo>
                  <a:pt x="159126" y="9355"/>
                  <a:pt x="160044" y="8526"/>
                  <a:pt x="161020" y="8050"/>
                </a:cubicBezTo>
                <a:cubicBezTo>
                  <a:pt x="161996" y="7573"/>
                  <a:pt x="163052" y="7335"/>
                  <a:pt x="164188" y="7335"/>
                </a:cubicBezTo>
                <a:cubicBezTo>
                  <a:pt x="165176" y="7335"/>
                  <a:pt x="166042" y="7542"/>
                  <a:pt x="166788" y="7955"/>
                </a:cubicBezTo>
                <a:cubicBezTo>
                  <a:pt x="167534" y="8368"/>
                  <a:pt x="168160" y="8951"/>
                  <a:pt x="168665" y="9703"/>
                </a:cubicBezTo>
                <a:cubicBezTo>
                  <a:pt x="169170" y="10455"/>
                  <a:pt x="169549" y="11361"/>
                  <a:pt x="169802" y="12423"/>
                </a:cubicBezTo>
                <a:cubicBezTo>
                  <a:pt x="170054" y="13485"/>
                  <a:pt x="170180" y="14670"/>
                  <a:pt x="170180" y="15979"/>
                </a:cubicBezTo>
                <a:moveTo>
                  <a:pt x="167116" y="16117"/>
                </a:moveTo>
                <a:cubicBezTo>
                  <a:pt x="167116" y="15210"/>
                  <a:pt x="167049" y="14378"/>
                  <a:pt x="166917" y="13620"/>
                </a:cubicBezTo>
                <a:cubicBezTo>
                  <a:pt x="166785" y="12862"/>
                  <a:pt x="166576" y="12214"/>
                  <a:pt x="166289" y="11674"/>
                </a:cubicBezTo>
                <a:cubicBezTo>
                  <a:pt x="166002" y="11135"/>
                  <a:pt x="165635" y="10713"/>
                  <a:pt x="165187" y="10409"/>
                </a:cubicBezTo>
                <a:cubicBezTo>
                  <a:pt x="164739" y="10104"/>
                  <a:pt x="164206" y="9952"/>
                  <a:pt x="163586" y="9952"/>
                </a:cubicBezTo>
                <a:cubicBezTo>
                  <a:pt x="163207" y="9952"/>
                  <a:pt x="162822" y="10013"/>
                  <a:pt x="162432" y="10133"/>
                </a:cubicBezTo>
                <a:cubicBezTo>
                  <a:pt x="162042" y="10254"/>
                  <a:pt x="161637" y="10455"/>
                  <a:pt x="161218" y="10736"/>
                </a:cubicBezTo>
                <a:cubicBezTo>
                  <a:pt x="160799" y="11017"/>
                  <a:pt x="160357" y="11390"/>
                  <a:pt x="159892" y="11855"/>
                </a:cubicBezTo>
                <a:cubicBezTo>
                  <a:pt x="159427" y="12320"/>
                  <a:pt x="158931" y="12897"/>
                  <a:pt x="158403" y="13586"/>
                </a:cubicBezTo>
                <a:lnTo>
                  <a:pt x="158403" y="21971"/>
                </a:lnTo>
                <a:cubicBezTo>
                  <a:pt x="158954" y="22201"/>
                  <a:pt x="159534" y="22381"/>
                  <a:pt x="160142" y="22513"/>
                </a:cubicBezTo>
                <a:cubicBezTo>
                  <a:pt x="160750" y="22645"/>
                  <a:pt x="161347" y="22711"/>
                  <a:pt x="161933" y="22711"/>
                </a:cubicBezTo>
                <a:cubicBezTo>
                  <a:pt x="163551" y="22711"/>
                  <a:pt x="164820" y="22163"/>
                  <a:pt x="165738" y="21067"/>
                </a:cubicBezTo>
                <a:cubicBezTo>
                  <a:pt x="166656" y="19971"/>
                  <a:pt x="167116" y="18321"/>
                  <a:pt x="167116" y="16117"/>
                </a:cubicBezTo>
                <a:close/>
                <a:moveTo>
                  <a:pt x="175790" y="7645"/>
                </a:moveTo>
                <a:lnTo>
                  <a:pt x="178528" y="7645"/>
                </a:lnTo>
                <a:lnTo>
                  <a:pt x="178614" y="10822"/>
                </a:lnTo>
                <a:cubicBezTo>
                  <a:pt x="179635" y="9597"/>
                  <a:pt x="180643" y="8710"/>
                  <a:pt x="181636" y="8160"/>
                </a:cubicBezTo>
                <a:cubicBezTo>
                  <a:pt x="182629" y="7610"/>
                  <a:pt x="183630" y="7335"/>
                  <a:pt x="184640" y="7335"/>
                </a:cubicBezTo>
                <a:cubicBezTo>
                  <a:pt x="186431" y="7335"/>
                  <a:pt x="187788" y="7913"/>
                  <a:pt x="188713" y="9070"/>
                </a:cubicBezTo>
                <a:cubicBezTo>
                  <a:pt x="189637" y="10226"/>
                  <a:pt x="190064" y="11944"/>
                  <a:pt x="189995" y="14223"/>
                </a:cubicBezTo>
                <a:lnTo>
                  <a:pt x="186965" y="14223"/>
                </a:lnTo>
                <a:cubicBezTo>
                  <a:pt x="186999" y="12713"/>
                  <a:pt x="186778" y="11619"/>
                  <a:pt x="186302" y="10939"/>
                </a:cubicBezTo>
                <a:cubicBezTo>
                  <a:pt x="185826" y="10258"/>
                  <a:pt x="185128" y="9918"/>
                  <a:pt x="184210" y="9918"/>
                </a:cubicBezTo>
                <a:cubicBezTo>
                  <a:pt x="183808" y="9918"/>
                  <a:pt x="183403" y="9989"/>
                  <a:pt x="182996" y="10133"/>
                </a:cubicBezTo>
                <a:cubicBezTo>
                  <a:pt x="182588" y="10275"/>
                  <a:pt x="182169" y="10504"/>
                  <a:pt x="181739" y="10818"/>
                </a:cubicBezTo>
                <a:cubicBezTo>
                  <a:pt x="181309" y="11132"/>
                  <a:pt x="180852" y="11535"/>
                  <a:pt x="180370" y="12027"/>
                </a:cubicBezTo>
                <a:cubicBezTo>
                  <a:pt x="179888" y="12519"/>
                  <a:pt x="179371" y="13113"/>
                  <a:pt x="178820" y="13810"/>
                </a:cubicBezTo>
                <a:lnTo>
                  <a:pt x="178820" y="24933"/>
                </a:lnTo>
                <a:lnTo>
                  <a:pt x="175790" y="24933"/>
                </a:lnTo>
                <a:lnTo>
                  <a:pt x="175790" y="7645"/>
                </a:lnTo>
                <a:close/>
                <a:moveTo>
                  <a:pt x="209363" y="15376"/>
                </a:moveTo>
                <a:cubicBezTo>
                  <a:pt x="209363" y="15801"/>
                  <a:pt x="209357" y="16157"/>
                  <a:pt x="209345" y="16444"/>
                </a:cubicBezTo>
                <a:cubicBezTo>
                  <a:pt x="209334" y="16731"/>
                  <a:pt x="209317" y="17001"/>
                  <a:pt x="209294" y="17253"/>
                </a:cubicBezTo>
                <a:lnTo>
                  <a:pt x="197155" y="17253"/>
                </a:lnTo>
                <a:cubicBezTo>
                  <a:pt x="197155" y="19021"/>
                  <a:pt x="197648" y="20378"/>
                  <a:pt x="198635" y="21325"/>
                </a:cubicBezTo>
                <a:cubicBezTo>
                  <a:pt x="199623" y="22272"/>
                  <a:pt x="201046" y="22746"/>
                  <a:pt x="202906" y="22746"/>
                </a:cubicBezTo>
                <a:cubicBezTo>
                  <a:pt x="203411" y="22746"/>
                  <a:pt x="203916" y="22725"/>
                  <a:pt x="204421" y="22684"/>
                </a:cubicBezTo>
                <a:cubicBezTo>
                  <a:pt x="204926" y="22643"/>
                  <a:pt x="205414" y="22587"/>
                  <a:pt x="205884" y="22517"/>
                </a:cubicBezTo>
                <a:cubicBezTo>
                  <a:pt x="206355" y="22446"/>
                  <a:pt x="206806" y="22367"/>
                  <a:pt x="207236" y="22279"/>
                </a:cubicBezTo>
                <a:cubicBezTo>
                  <a:pt x="207667" y="22191"/>
                  <a:pt x="208065" y="22094"/>
                  <a:pt x="208433" y="21988"/>
                </a:cubicBezTo>
                <a:lnTo>
                  <a:pt x="208433" y="24450"/>
                </a:lnTo>
                <a:cubicBezTo>
                  <a:pt x="207618" y="24685"/>
                  <a:pt x="206697" y="24876"/>
                  <a:pt x="205669" y="25022"/>
                </a:cubicBezTo>
                <a:cubicBezTo>
                  <a:pt x="204642" y="25169"/>
                  <a:pt x="203577" y="25243"/>
                  <a:pt x="202475" y="25243"/>
                </a:cubicBezTo>
                <a:cubicBezTo>
                  <a:pt x="200994" y="25243"/>
                  <a:pt x="199720" y="25042"/>
                  <a:pt x="198653" y="24640"/>
                </a:cubicBezTo>
                <a:cubicBezTo>
                  <a:pt x="197585" y="24238"/>
                  <a:pt x="196710" y="23656"/>
                  <a:pt x="196027" y="22892"/>
                </a:cubicBezTo>
                <a:cubicBezTo>
                  <a:pt x="195344" y="22129"/>
                  <a:pt x="194839" y="21193"/>
                  <a:pt x="194511" y="20086"/>
                </a:cubicBezTo>
                <a:cubicBezTo>
                  <a:pt x="194184" y="18978"/>
                  <a:pt x="194021" y="17724"/>
                  <a:pt x="194021" y="16323"/>
                </a:cubicBezTo>
                <a:cubicBezTo>
                  <a:pt x="194021" y="15106"/>
                  <a:pt x="194196" y="13956"/>
                  <a:pt x="194546" y="12871"/>
                </a:cubicBezTo>
                <a:cubicBezTo>
                  <a:pt x="194896" y="11786"/>
                  <a:pt x="195407" y="10833"/>
                  <a:pt x="196078" y="10013"/>
                </a:cubicBezTo>
                <a:cubicBezTo>
                  <a:pt x="196750" y="9192"/>
                  <a:pt x="197574" y="8540"/>
                  <a:pt x="198549" y="8058"/>
                </a:cubicBezTo>
                <a:cubicBezTo>
                  <a:pt x="199525" y="7576"/>
                  <a:pt x="200633" y="7335"/>
                  <a:pt x="201872" y="7335"/>
                </a:cubicBezTo>
                <a:cubicBezTo>
                  <a:pt x="203078" y="7335"/>
                  <a:pt x="204145" y="7525"/>
                  <a:pt x="205075" y="7903"/>
                </a:cubicBezTo>
                <a:cubicBezTo>
                  <a:pt x="206005" y="8282"/>
                  <a:pt x="206788" y="8819"/>
                  <a:pt x="207425" y="9513"/>
                </a:cubicBezTo>
                <a:cubicBezTo>
                  <a:pt x="208063" y="10208"/>
                  <a:pt x="208545" y="11051"/>
                  <a:pt x="208872" y="12044"/>
                </a:cubicBezTo>
                <a:cubicBezTo>
                  <a:pt x="209199" y="13037"/>
                  <a:pt x="209363" y="14148"/>
                  <a:pt x="209363" y="15376"/>
                </a:cubicBezTo>
                <a:moveTo>
                  <a:pt x="206246" y="14946"/>
                </a:moveTo>
                <a:cubicBezTo>
                  <a:pt x="206280" y="14177"/>
                  <a:pt x="206206" y="13474"/>
                  <a:pt x="206022" y="12836"/>
                </a:cubicBezTo>
                <a:cubicBezTo>
                  <a:pt x="205838" y="12199"/>
                  <a:pt x="205554" y="11651"/>
                  <a:pt x="205170" y="11192"/>
                </a:cubicBezTo>
                <a:cubicBezTo>
                  <a:pt x="204785" y="10733"/>
                  <a:pt x="204306" y="10374"/>
                  <a:pt x="203732" y="10116"/>
                </a:cubicBezTo>
                <a:cubicBezTo>
                  <a:pt x="203158" y="9858"/>
                  <a:pt x="202492" y="9729"/>
                  <a:pt x="201735" y="9729"/>
                </a:cubicBezTo>
                <a:cubicBezTo>
                  <a:pt x="201080" y="9729"/>
                  <a:pt x="200483" y="9855"/>
                  <a:pt x="199944" y="10107"/>
                </a:cubicBezTo>
                <a:cubicBezTo>
                  <a:pt x="199404" y="10360"/>
                  <a:pt x="198940" y="10716"/>
                  <a:pt x="198549" y="11175"/>
                </a:cubicBezTo>
                <a:cubicBezTo>
                  <a:pt x="198159" y="11634"/>
                  <a:pt x="197843" y="12185"/>
                  <a:pt x="197602" y="12828"/>
                </a:cubicBezTo>
                <a:cubicBezTo>
                  <a:pt x="197361" y="13471"/>
                  <a:pt x="197212" y="14177"/>
                  <a:pt x="197155" y="14946"/>
                </a:cubicBezTo>
                <a:lnTo>
                  <a:pt x="206246" y="14946"/>
                </a:lnTo>
                <a:close/>
                <a:moveTo>
                  <a:pt x="229780" y="3375"/>
                </a:moveTo>
                <a:cubicBezTo>
                  <a:pt x="228208" y="3042"/>
                  <a:pt x="226853" y="2876"/>
                  <a:pt x="225717" y="2876"/>
                </a:cubicBezTo>
                <a:cubicBezTo>
                  <a:pt x="223019" y="2876"/>
                  <a:pt x="221670" y="4287"/>
                  <a:pt x="221670" y="7111"/>
                </a:cubicBezTo>
                <a:lnTo>
                  <a:pt x="221670" y="10142"/>
                </a:lnTo>
                <a:lnTo>
                  <a:pt x="229247" y="10142"/>
                </a:lnTo>
                <a:lnTo>
                  <a:pt x="229247" y="12638"/>
                </a:lnTo>
                <a:lnTo>
                  <a:pt x="221670" y="12638"/>
                </a:lnTo>
                <a:lnTo>
                  <a:pt x="221670" y="24933"/>
                </a:lnTo>
                <a:lnTo>
                  <a:pt x="218623" y="24933"/>
                </a:lnTo>
                <a:lnTo>
                  <a:pt x="218623" y="12638"/>
                </a:lnTo>
                <a:lnTo>
                  <a:pt x="213061" y="12638"/>
                </a:lnTo>
                <a:lnTo>
                  <a:pt x="213061" y="10142"/>
                </a:lnTo>
                <a:lnTo>
                  <a:pt x="218623" y="10142"/>
                </a:lnTo>
                <a:lnTo>
                  <a:pt x="218623" y="7283"/>
                </a:lnTo>
                <a:cubicBezTo>
                  <a:pt x="218623" y="2680"/>
                  <a:pt x="221022" y="379"/>
                  <a:pt x="225820" y="379"/>
                </a:cubicBezTo>
                <a:cubicBezTo>
                  <a:pt x="227014" y="379"/>
                  <a:pt x="228334" y="517"/>
                  <a:pt x="229780" y="792"/>
                </a:cubicBezTo>
                <a:lnTo>
                  <a:pt x="229780" y="3375"/>
                </a:lnTo>
                <a:moveTo>
                  <a:pt x="211684" y="7645"/>
                </a:moveTo>
                <a:lnTo>
                  <a:pt x="211684" y="7645"/>
                </a:lnTo>
                <a:close/>
                <a:moveTo>
                  <a:pt x="238982" y="10125"/>
                </a:moveTo>
                <a:lnTo>
                  <a:pt x="233868" y="10125"/>
                </a:lnTo>
                <a:lnTo>
                  <a:pt x="233868" y="7645"/>
                </a:lnTo>
                <a:lnTo>
                  <a:pt x="242012" y="7645"/>
                </a:lnTo>
                <a:lnTo>
                  <a:pt x="242012" y="22436"/>
                </a:lnTo>
                <a:lnTo>
                  <a:pt x="247161" y="22436"/>
                </a:lnTo>
                <a:lnTo>
                  <a:pt x="247161" y="24933"/>
                </a:lnTo>
                <a:lnTo>
                  <a:pt x="233300" y="24933"/>
                </a:lnTo>
                <a:lnTo>
                  <a:pt x="233300" y="22436"/>
                </a:lnTo>
                <a:lnTo>
                  <a:pt x="238982" y="22436"/>
                </a:lnTo>
                <a:lnTo>
                  <a:pt x="238982" y="10125"/>
                </a:lnTo>
                <a:moveTo>
                  <a:pt x="240032" y="379"/>
                </a:moveTo>
                <a:cubicBezTo>
                  <a:pt x="240365" y="379"/>
                  <a:pt x="240675" y="439"/>
                  <a:pt x="240962" y="560"/>
                </a:cubicBezTo>
                <a:cubicBezTo>
                  <a:pt x="241249" y="680"/>
                  <a:pt x="241499" y="849"/>
                  <a:pt x="241711" y="1068"/>
                </a:cubicBezTo>
                <a:cubicBezTo>
                  <a:pt x="241923" y="1286"/>
                  <a:pt x="242090" y="1535"/>
                  <a:pt x="242210" y="1817"/>
                </a:cubicBezTo>
                <a:cubicBezTo>
                  <a:pt x="242331" y="2098"/>
                  <a:pt x="242391" y="2405"/>
                  <a:pt x="242391" y="2738"/>
                </a:cubicBezTo>
                <a:cubicBezTo>
                  <a:pt x="242391" y="3059"/>
                  <a:pt x="242331" y="3363"/>
                  <a:pt x="242210" y="3650"/>
                </a:cubicBezTo>
                <a:cubicBezTo>
                  <a:pt x="242090" y="3937"/>
                  <a:pt x="241923" y="4190"/>
                  <a:pt x="241711" y="4408"/>
                </a:cubicBezTo>
                <a:cubicBezTo>
                  <a:pt x="241499" y="4626"/>
                  <a:pt x="241249" y="4795"/>
                  <a:pt x="240962" y="4916"/>
                </a:cubicBezTo>
                <a:cubicBezTo>
                  <a:pt x="240675" y="5036"/>
                  <a:pt x="240365" y="5097"/>
                  <a:pt x="240032" y="5097"/>
                </a:cubicBezTo>
                <a:cubicBezTo>
                  <a:pt x="239699" y="5097"/>
                  <a:pt x="239389" y="5036"/>
                  <a:pt x="239102" y="4916"/>
                </a:cubicBezTo>
                <a:cubicBezTo>
                  <a:pt x="238815" y="4795"/>
                  <a:pt x="238566" y="4626"/>
                  <a:pt x="238353" y="4408"/>
                </a:cubicBezTo>
                <a:cubicBezTo>
                  <a:pt x="238141" y="4190"/>
                  <a:pt x="237974" y="3937"/>
                  <a:pt x="237854" y="3650"/>
                </a:cubicBezTo>
                <a:cubicBezTo>
                  <a:pt x="237733" y="3363"/>
                  <a:pt x="237673" y="3059"/>
                  <a:pt x="237673" y="2738"/>
                </a:cubicBezTo>
                <a:cubicBezTo>
                  <a:pt x="237673" y="2405"/>
                  <a:pt x="237733" y="2098"/>
                  <a:pt x="237854" y="1817"/>
                </a:cubicBezTo>
                <a:cubicBezTo>
                  <a:pt x="237974" y="1535"/>
                  <a:pt x="238141" y="1286"/>
                  <a:pt x="238353" y="1068"/>
                </a:cubicBezTo>
                <a:cubicBezTo>
                  <a:pt x="238566" y="849"/>
                  <a:pt x="238815" y="680"/>
                  <a:pt x="239102" y="560"/>
                </a:cubicBezTo>
                <a:cubicBezTo>
                  <a:pt x="239389" y="439"/>
                  <a:pt x="239699" y="379"/>
                  <a:pt x="240032" y="379"/>
                </a:cubicBezTo>
                <a:close/>
                <a:moveTo>
                  <a:pt x="268353" y="24933"/>
                </a:moveTo>
                <a:lnTo>
                  <a:pt x="264375" y="24933"/>
                </a:lnTo>
                <a:lnTo>
                  <a:pt x="259709" y="18338"/>
                </a:lnTo>
                <a:lnTo>
                  <a:pt x="255095" y="24933"/>
                </a:lnTo>
                <a:lnTo>
                  <a:pt x="251220" y="24933"/>
                </a:lnTo>
                <a:lnTo>
                  <a:pt x="257918" y="16254"/>
                </a:lnTo>
                <a:lnTo>
                  <a:pt x="251530" y="7645"/>
                </a:lnTo>
                <a:lnTo>
                  <a:pt x="255370" y="7645"/>
                </a:lnTo>
                <a:lnTo>
                  <a:pt x="259916" y="14291"/>
                </a:lnTo>
                <a:lnTo>
                  <a:pt x="264375" y="7645"/>
                </a:lnTo>
                <a:lnTo>
                  <a:pt x="268077" y="7645"/>
                </a:lnTo>
                <a:lnTo>
                  <a:pt x="261586" y="16323"/>
                </a:lnTo>
                <a:lnTo>
                  <a:pt x="268353" y="24933"/>
                </a:lnTo>
                <a:close/>
                <a:moveTo>
                  <a:pt x="273790" y="28462"/>
                </a:moveTo>
                <a:cubicBezTo>
                  <a:pt x="274376" y="28485"/>
                  <a:pt x="274944" y="28433"/>
                  <a:pt x="275495" y="28306"/>
                </a:cubicBezTo>
                <a:cubicBezTo>
                  <a:pt x="276046" y="28180"/>
                  <a:pt x="276531" y="27992"/>
                  <a:pt x="276950" y="27744"/>
                </a:cubicBezTo>
                <a:cubicBezTo>
                  <a:pt x="277369" y="27496"/>
                  <a:pt x="277705" y="27188"/>
                  <a:pt x="277957" y="26819"/>
                </a:cubicBezTo>
                <a:cubicBezTo>
                  <a:pt x="278210" y="26450"/>
                  <a:pt x="278336" y="26029"/>
                  <a:pt x="278336" y="25556"/>
                </a:cubicBezTo>
                <a:cubicBezTo>
                  <a:pt x="278336" y="25071"/>
                  <a:pt x="278253" y="24680"/>
                  <a:pt x="278086" y="24382"/>
                </a:cubicBezTo>
                <a:cubicBezTo>
                  <a:pt x="277920" y="24083"/>
                  <a:pt x="277733" y="23808"/>
                  <a:pt x="277527" y="23555"/>
                </a:cubicBezTo>
                <a:cubicBezTo>
                  <a:pt x="277320" y="23303"/>
                  <a:pt x="277134" y="23033"/>
                  <a:pt x="276967" y="22746"/>
                </a:cubicBezTo>
                <a:cubicBezTo>
                  <a:pt x="276801" y="22459"/>
                  <a:pt x="276717" y="22074"/>
                  <a:pt x="276717" y="21592"/>
                </a:cubicBezTo>
                <a:cubicBezTo>
                  <a:pt x="276717" y="21351"/>
                  <a:pt x="276763" y="21099"/>
                  <a:pt x="276855" y="20835"/>
                </a:cubicBezTo>
                <a:cubicBezTo>
                  <a:pt x="276947" y="20571"/>
                  <a:pt x="277088" y="20329"/>
                  <a:pt x="277277" y="20111"/>
                </a:cubicBezTo>
                <a:cubicBezTo>
                  <a:pt x="277466" y="19893"/>
                  <a:pt x="277707" y="19715"/>
                  <a:pt x="278000" y="19578"/>
                </a:cubicBezTo>
                <a:cubicBezTo>
                  <a:pt x="278293" y="19440"/>
                  <a:pt x="278640" y="19371"/>
                  <a:pt x="279042" y="19371"/>
                </a:cubicBezTo>
                <a:cubicBezTo>
                  <a:pt x="279444" y="19371"/>
                  <a:pt x="279831" y="19454"/>
                  <a:pt x="280204" y="19621"/>
                </a:cubicBezTo>
                <a:cubicBezTo>
                  <a:pt x="280577" y="19788"/>
                  <a:pt x="280904" y="20043"/>
                  <a:pt x="281186" y="20388"/>
                </a:cubicBezTo>
                <a:cubicBezTo>
                  <a:pt x="281467" y="20733"/>
                  <a:pt x="281691" y="21164"/>
                  <a:pt x="281857" y="21682"/>
                </a:cubicBezTo>
                <a:cubicBezTo>
                  <a:pt x="282024" y="22199"/>
                  <a:pt x="282107" y="22809"/>
                  <a:pt x="282107" y="23510"/>
                </a:cubicBezTo>
                <a:cubicBezTo>
                  <a:pt x="282107" y="24464"/>
                  <a:pt x="281932" y="25381"/>
                  <a:pt x="281582" y="26260"/>
                </a:cubicBezTo>
                <a:cubicBezTo>
                  <a:pt x="281232" y="27140"/>
                  <a:pt x="280709" y="27919"/>
                  <a:pt x="280015" y="28597"/>
                </a:cubicBezTo>
                <a:cubicBezTo>
                  <a:pt x="279320" y="29275"/>
                  <a:pt x="278454" y="29816"/>
                  <a:pt x="277415" y="30218"/>
                </a:cubicBezTo>
                <a:cubicBezTo>
                  <a:pt x="276376" y="30620"/>
                  <a:pt x="275168" y="30821"/>
                  <a:pt x="273790" y="30821"/>
                </a:cubicBezTo>
                <a:lnTo>
                  <a:pt x="273790" y="28462"/>
                </a:lnTo>
                <a:close/>
                <a:moveTo>
                  <a:pt x="325959" y="15979"/>
                </a:moveTo>
                <a:cubicBezTo>
                  <a:pt x="325959" y="17517"/>
                  <a:pt x="325744" y="18860"/>
                  <a:pt x="325313" y="20008"/>
                </a:cubicBezTo>
                <a:cubicBezTo>
                  <a:pt x="324883" y="21156"/>
                  <a:pt x="324289" y="22109"/>
                  <a:pt x="323531" y="22866"/>
                </a:cubicBezTo>
                <a:cubicBezTo>
                  <a:pt x="322774" y="23624"/>
                  <a:pt x="321878" y="24192"/>
                  <a:pt x="320845" y="24571"/>
                </a:cubicBezTo>
                <a:cubicBezTo>
                  <a:pt x="319812" y="24950"/>
                  <a:pt x="318693" y="25139"/>
                  <a:pt x="317487" y="25139"/>
                </a:cubicBezTo>
                <a:cubicBezTo>
                  <a:pt x="316936" y="25139"/>
                  <a:pt x="316388" y="25111"/>
                  <a:pt x="315843" y="25053"/>
                </a:cubicBezTo>
                <a:cubicBezTo>
                  <a:pt x="315298" y="24996"/>
                  <a:pt x="314744" y="24898"/>
                  <a:pt x="314181" y="24760"/>
                </a:cubicBezTo>
                <a:lnTo>
                  <a:pt x="314181" y="31992"/>
                </a:lnTo>
                <a:lnTo>
                  <a:pt x="311185" y="31992"/>
                </a:lnTo>
                <a:lnTo>
                  <a:pt x="311185" y="7645"/>
                </a:lnTo>
                <a:lnTo>
                  <a:pt x="313854" y="7645"/>
                </a:lnTo>
                <a:lnTo>
                  <a:pt x="314044" y="10538"/>
                </a:lnTo>
                <a:cubicBezTo>
                  <a:pt x="314905" y="9355"/>
                  <a:pt x="315823" y="8526"/>
                  <a:pt x="316799" y="8050"/>
                </a:cubicBezTo>
                <a:cubicBezTo>
                  <a:pt x="317774" y="7573"/>
                  <a:pt x="318831" y="7335"/>
                  <a:pt x="319967" y="7335"/>
                </a:cubicBezTo>
                <a:cubicBezTo>
                  <a:pt x="320954" y="7335"/>
                  <a:pt x="321821" y="7542"/>
                  <a:pt x="322567" y="7955"/>
                </a:cubicBezTo>
                <a:cubicBezTo>
                  <a:pt x="323313" y="8368"/>
                  <a:pt x="323939" y="8951"/>
                  <a:pt x="324444" y="9703"/>
                </a:cubicBezTo>
                <a:cubicBezTo>
                  <a:pt x="324949" y="10455"/>
                  <a:pt x="325328" y="11361"/>
                  <a:pt x="325580" y="12423"/>
                </a:cubicBezTo>
                <a:cubicBezTo>
                  <a:pt x="325833" y="13485"/>
                  <a:pt x="325959" y="14670"/>
                  <a:pt x="325959" y="15979"/>
                </a:cubicBezTo>
                <a:moveTo>
                  <a:pt x="322894" y="16117"/>
                </a:moveTo>
                <a:cubicBezTo>
                  <a:pt x="322894" y="15210"/>
                  <a:pt x="322828" y="14378"/>
                  <a:pt x="322696" y="13620"/>
                </a:cubicBezTo>
                <a:cubicBezTo>
                  <a:pt x="322564" y="12862"/>
                  <a:pt x="322355" y="12214"/>
                  <a:pt x="322068" y="11674"/>
                </a:cubicBezTo>
                <a:cubicBezTo>
                  <a:pt x="321781" y="11135"/>
                  <a:pt x="321413" y="10713"/>
                  <a:pt x="320966" y="10409"/>
                </a:cubicBezTo>
                <a:cubicBezTo>
                  <a:pt x="320518" y="10104"/>
                  <a:pt x="319984" y="9952"/>
                  <a:pt x="319364" y="9952"/>
                </a:cubicBezTo>
                <a:cubicBezTo>
                  <a:pt x="318985" y="9952"/>
                  <a:pt x="318601" y="10013"/>
                  <a:pt x="318211" y="10133"/>
                </a:cubicBezTo>
                <a:cubicBezTo>
                  <a:pt x="317820" y="10254"/>
                  <a:pt x="317416" y="10455"/>
                  <a:pt x="316997" y="10736"/>
                </a:cubicBezTo>
                <a:cubicBezTo>
                  <a:pt x="316578" y="11017"/>
                  <a:pt x="316136" y="11390"/>
                  <a:pt x="315671" y="11855"/>
                </a:cubicBezTo>
                <a:cubicBezTo>
                  <a:pt x="315206" y="12320"/>
                  <a:pt x="314710" y="12897"/>
                  <a:pt x="314181" y="13586"/>
                </a:cubicBezTo>
                <a:lnTo>
                  <a:pt x="314181" y="21971"/>
                </a:lnTo>
                <a:cubicBezTo>
                  <a:pt x="314732" y="22201"/>
                  <a:pt x="315312" y="22381"/>
                  <a:pt x="315921" y="22513"/>
                </a:cubicBezTo>
                <a:cubicBezTo>
                  <a:pt x="316529" y="22645"/>
                  <a:pt x="317126" y="22711"/>
                  <a:pt x="317711" y="22711"/>
                </a:cubicBezTo>
                <a:cubicBezTo>
                  <a:pt x="319330" y="22711"/>
                  <a:pt x="320598" y="22163"/>
                  <a:pt x="321517" y="21067"/>
                </a:cubicBezTo>
                <a:cubicBezTo>
                  <a:pt x="322435" y="19971"/>
                  <a:pt x="322894" y="18321"/>
                  <a:pt x="322894" y="16117"/>
                </a:cubicBezTo>
                <a:close/>
                <a:moveTo>
                  <a:pt x="345912" y="16151"/>
                </a:moveTo>
                <a:cubicBezTo>
                  <a:pt x="345912" y="17494"/>
                  <a:pt x="345722" y="18725"/>
                  <a:pt x="345344" y="19844"/>
                </a:cubicBezTo>
                <a:cubicBezTo>
                  <a:pt x="344965" y="20964"/>
                  <a:pt x="344420" y="21922"/>
                  <a:pt x="343708" y="22720"/>
                </a:cubicBezTo>
                <a:cubicBezTo>
                  <a:pt x="342996" y="23518"/>
                  <a:pt x="342129" y="24138"/>
                  <a:pt x="341108" y="24580"/>
                </a:cubicBezTo>
                <a:cubicBezTo>
                  <a:pt x="340086" y="25022"/>
                  <a:pt x="338927" y="25243"/>
                  <a:pt x="337630" y="25243"/>
                </a:cubicBezTo>
                <a:cubicBezTo>
                  <a:pt x="336390" y="25243"/>
                  <a:pt x="335279" y="25050"/>
                  <a:pt x="334298" y="24666"/>
                </a:cubicBezTo>
                <a:cubicBezTo>
                  <a:pt x="333316" y="24281"/>
                  <a:pt x="332484" y="23716"/>
                  <a:pt x="331801" y="22970"/>
                </a:cubicBezTo>
                <a:cubicBezTo>
                  <a:pt x="331118" y="22224"/>
                  <a:pt x="330596" y="21299"/>
                  <a:pt x="330234" y="20197"/>
                </a:cubicBezTo>
                <a:cubicBezTo>
                  <a:pt x="329873" y="19095"/>
                  <a:pt x="329692" y="17827"/>
                  <a:pt x="329692" y="16392"/>
                </a:cubicBezTo>
                <a:cubicBezTo>
                  <a:pt x="329692" y="15049"/>
                  <a:pt x="329881" y="13824"/>
                  <a:pt x="330260" y="12716"/>
                </a:cubicBezTo>
                <a:cubicBezTo>
                  <a:pt x="330639" y="11608"/>
                  <a:pt x="331184" y="10655"/>
                  <a:pt x="331896" y="9858"/>
                </a:cubicBezTo>
                <a:cubicBezTo>
                  <a:pt x="332608" y="9060"/>
                  <a:pt x="333474" y="8440"/>
                  <a:pt x="334496" y="7998"/>
                </a:cubicBezTo>
                <a:cubicBezTo>
                  <a:pt x="335518" y="7556"/>
                  <a:pt x="336677" y="7335"/>
                  <a:pt x="337974" y="7335"/>
                </a:cubicBezTo>
                <a:cubicBezTo>
                  <a:pt x="339214" y="7335"/>
                  <a:pt x="340324" y="7527"/>
                  <a:pt x="341306" y="7912"/>
                </a:cubicBezTo>
                <a:cubicBezTo>
                  <a:pt x="342287" y="8297"/>
                  <a:pt x="343120" y="8859"/>
                  <a:pt x="343803" y="9599"/>
                </a:cubicBezTo>
                <a:cubicBezTo>
                  <a:pt x="344486" y="10340"/>
                  <a:pt x="345008" y="11261"/>
                  <a:pt x="345369" y="12363"/>
                </a:cubicBezTo>
                <a:cubicBezTo>
                  <a:pt x="345731" y="13465"/>
                  <a:pt x="345912" y="14728"/>
                  <a:pt x="345912" y="16151"/>
                </a:cubicBezTo>
                <a:moveTo>
                  <a:pt x="342847" y="16289"/>
                </a:moveTo>
                <a:cubicBezTo>
                  <a:pt x="342847" y="15221"/>
                  <a:pt x="342729" y="14289"/>
                  <a:pt x="342494" y="13491"/>
                </a:cubicBezTo>
                <a:cubicBezTo>
                  <a:pt x="342259" y="12693"/>
                  <a:pt x="341923" y="12027"/>
                  <a:pt x="341487" y="11493"/>
                </a:cubicBezTo>
                <a:cubicBezTo>
                  <a:pt x="341050" y="10960"/>
                  <a:pt x="340520" y="10558"/>
                  <a:pt x="339894" y="10288"/>
                </a:cubicBezTo>
                <a:cubicBezTo>
                  <a:pt x="339268" y="10018"/>
                  <a:pt x="338571" y="9883"/>
                  <a:pt x="337802" y="9883"/>
                </a:cubicBezTo>
                <a:cubicBezTo>
                  <a:pt x="336906" y="9883"/>
                  <a:pt x="336140" y="10059"/>
                  <a:pt x="335503" y="10409"/>
                </a:cubicBezTo>
                <a:cubicBezTo>
                  <a:pt x="334866" y="10759"/>
                  <a:pt x="334344" y="11227"/>
                  <a:pt x="333936" y="11812"/>
                </a:cubicBezTo>
                <a:cubicBezTo>
                  <a:pt x="333529" y="12397"/>
                  <a:pt x="333230" y="13078"/>
                  <a:pt x="333041" y="13852"/>
                </a:cubicBezTo>
                <a:cubicBezTo>
                  <a:pt x="332852" y="14627"/>
                  <a:pt x="332757" y="15439"/>
                  <a:pt x="332757" y="16289"/>
                </a:cubicBezTo>
                <a:cubicBezTo>
                  <a:pt x="332757" y="17356"/>
                  <a:pt x="332874" y="18292"/>
                  <a:pt x="333110" y="19095"/>
                </a:cubicBezTo>
                <a:cubicBezTo>
                  <a:pt x="333345" y="19899"/>
                  <a:pt x="333681" y="20568"/>
                  <a:pt x="334117" y="21101"/>
                </a:cubicBezTo>
                <a:cubicBezTo>
                  <a:pt x="334553" y="21635"/>
                  <a:pt x="335081" y="22037"/>
                  <a:pt x="335701" y="22307"/>
                </a:cubicBezTo>
                <a:cubicBezTo>
                  <a:pt x="336321" y="22577"/>
                  <a:pt x="337021" y="22711"/>
                  <a:pt x="337802" y="22711"/>
                </a:cubicBezTo>
                <a:cubicBezTo>
                  <a:pt x="338697" y="22711"/>
                  <a:pt x="339463" y="22536"/>
                  <a:pt x="340101" y="22186"/>
                </a:cubicBezTo>
                <a:cubicBezTo>
                  <a:pt x="340738" y="21836"/>
                  <a:pt x="341260" y="21368"/>
                  <a:pt x="341667" y="20783"/>
                </a:cubicBezTo>
                <a:cubicBezTo>
                  <a:pt x="342075" y="20197"/>
                  <a:pt x="342373" y="19517"/>
                  <a:pt x="342563" y="18742"/>
                </a:cubicBezTo>
                <a:cubicBezTo>
                  <a:pt x="342752" y="17968"/>
                  <a:pt x="342847" y="17150"/>
                  <a:pt x="342847" y="16289"/>
                </a:cubicBezTo>
                <a:close/>
                <a:moveTo>
                  <a:pt x="365313" y="15979"/>
                </a:moveTo>
                <a:cubicBezTo>
                  <a:pt x="365313" y="17517"/>
                  <a:pt x="365098" y="18860"/>
                  <a:pt x="364668" y="20008"/>
                </a:cubicBezTo>
                <a:cubicBezTo>
                  <a:pt x="364237" y="21156"/>
                  <a:pt x="363643" y="22109"/>
                  <a:pt x="362886" y="22866"/>
                </a:cubicBezTo>
                <a:cubicBezTo>
                  <a:pt x="362128" y="23624"/>
                  <a:pt x="361233" y="24192"/>
                  <a:pt x="360199" y="24571"/>
                </a:cubicBezTo>
                <a:cubicBezTo>
                  <a:pt x="359166" y="24950"/>
                  <a:pt x="358047" y="25139"/>
                  <a:pt x="356842" y="25139"/>
                </a:cubicBezTo>
                <a:cubicBezTo>
                  <a:pt x="356291" y="25139"/>
                  <a:pt x="355743" y="25111"/>
                  <a:pt x="355197" y="25053"/>
                </a:cubicBezTo>
                <a:cubicBezTo>
                  <a:pt x="354652" y="24996"/>
                  <a:pt x="354098" y="24898"/>
                  <a:pt x="353536" y="24760"/>
                </a:cubicBezTo>
                <a:lnTo>
                  <a:pt x="353536" y="31992"/>
                </a:lnTo>
                <a:lnTo>
                  <a:pt x="350540" y="31992"/>
                </a:lnTo>
                <a:lnTo>
                  <a:pt x="350540" y="7645"/>
                </a:lnTo>
                <a:lnTo>
                  <a:pt x="353209" y="7645"/>
                </a:lnTo>
                <a:lnTo>
                  <a:pt x="353398" y="10538"/>
                </a:lnTo>
                <a:cubicBezTo>
                  <a:pt x="354259" y="9355"/>
                  <a:pt x="355177" y="8526"/>
                  <a:pt x="356153" y="8050"/>
                </a:cubicBezTo>
                <a:cubicBezTo>
                  <a:pt x="357129" y="7573"/>
                  <a:pt x="358185" y="7335"/>
                  <a:pt x="359321" y="7335"/>
                </a:cubicBezTo>
                <a:cubicBezTo>
                  <a:pt x="360308" y="7335"/>
                  <a:pt x="361175" y="7542"/>
                  <a:pt x="361921" y="7955"/>
                </a:cubicBezTo>
                <a:cubicBezTo>
                  <a:pt x="362667" y="8368"/>
                  <a:pt x="363293" y="8951"/>
                  <a:pt x="363798" y="9703"/>
                </a:cubicBezTo>
                <a:cubicBezTo>
                  <a:pt x="364303" y="10455"/>
                  <a:pt x="364682" y="11361"/>
                  <a:pt x="364935" y="12423"/>
                </a:cubicBezTo>
                <a:cubicBezTo>
                  <a:pt x="365187" y="13485"/>
                  <a:pt x="365313" y="14670"/>
                  <a:pt x="365313" y="15979"/>
                </a:cubicBezTo>
                <a:moveTo>
                  <a:pt x="362248" y="16117"/>
                </a:moveTo>
                <a:cubicBezTo>
                  <a:pt x="362248" y="15210"/>
                  <a:pt x="362182" y="14378"/>
                  <a:pt x="362050" y="13620"/>
                </a:cubicBezTo>
                <a:cubicBezTo>
                  <a:pt x="361918" y="12862"/>
                  <a:pt x="361709" y="12214"/>
                  <a:pt x="361422" y="11674"/>
                </a:cubicBezTo>
                <a:cubicBezTo>
                  <a:pt x="361135" y="11135"/>
                  <a:pt x="360768" y="10713"/>
                  <a:pt x="360320" y="10409"/>
                </a:cubicBezTo>
                <a:cubicBezTo>
                  <a:pt x="359872" y="10104"/>
                  <a:pt x="359339" y="9952"/>
                  <a:pt x="358719" y="9952"/>
                </a:cubicBezTo>
                <a:cubicBezTo>
                  <a:pt x="358340" y="9952"/>
                  <a:pt x="357955" y="10013"/>
                  <a:pt x="357565" y="10133"/>
                </a:cubicBezTo>
                <a:cubicBezTo>
                  <a:pt x="357175" y="10254"/>
                  <a:pt x="356770" y="10455"/>
                  <a:pt x="356351" y="10736"/>
                </a:cubicBezTo>
                <a:cubicBezTo>
                  <a:pt x="355932" y="11017"/>
                  <a:pt x="355490" y="11390"/>
                  <a:pt x="355025" y="11855"/>
                </a:cubicBezTo>
                <a:cubicBezTo>
                  <a:pt x="354560" y="12320"/>
                  <a:pt x="354064" y="12897"/>
                  <a:pt x="353536" y="13586"/>
                </a:cubicBezTo>
                <a:lnTo>
                  <a:pt x="353536" y="21971"/>
                </a:lnTo>
                <a:cubicBezTo>
                  <a:pt x="354087" y="22201"/>
                  <a:pt x="354667" y="22381"/>
                  <a:pt x="355275" y="22513"/>
                </a:cubicBezTo>
                <a:cubicBezTo>
                  <a:pt x="355883" y="22645"/>
                  <a:pt x="356480" y="22711"/>
                  <a:pt x="357066" y="22711"/>
                </a:cubicBezTo>
                <a:cubicBezTo>
                  <a:pt x="358684" y="22711"/>
                  <a:pt x="359953" y="22163"/>
                  <a:pt x="360871" y="21067"/>
                </a:cubicBezTo>
                <a:cubicBezTo>
                  <a:pt x="361789" y="19971"/>
                  <a:pt x="362248" y="18321"/>
                  <a:pt x="362248" y="16117"/>
                </a:cubicBezTo>
                <a:close/>
                <a:moveTo>
                  <a:pt x="384113" y="24933"/>
                </a:moveTo>
                <a:lnTo>
                  <a:pt x="381426" y="24933"/>
                </a:lnTo>
                <a:lnTo>
                  <a:pt x="381323" y="22143"/>
                </a:lnTo>
                <a:cubicBezTo>
                  <a:pt x="380807" y="22740"/>
                  <a:pt x="380316" y="23237"/>
                  <a:pt x="379851" y="23633"/>
                </a:cubicBezTo>
                <a:cubicBezTo>
                  <a:pt x="379386" y="24029"/>
                  <a:pt x="378924" y="24347"/>
                  <a:pt x="378465" y="24588"/>
                </a:cubicBezTo>
                <a:cubicBezTo>
                  <a:pt x="378006" y="24829"/>
                  <a:pt x="377544" y="24999"/>
                  <a:pt x="377079" y="25096"/>
                </a:cubicBezTo>
                <a:cubicBezTo>
                  <a:pt x="376614" y="25194"/>
                  <a:pt x="376123" y="25243"/>
                  <a:pt x="375607" y="25243"/>
                </a:cubicBezTo>
                <a:cubicBezTo>
                  <a:pt x="373827" y="25243"/>
                  <a:pt x="372484" y="24720"/>
                  <a:pt x="371577" y="23676"/>
                </a:cubicBezTo>
                <a:cubicBezTo>
                  <a:pt x="370671" y="22631"/>
                  <a:pt x="370217" y="21053"/>
                  <a:pt x="370217" y="18941"/>
                </a:cubicBezTo>
                <a:lnTo>
                  <a:pt x="370217" y="7645"/>
                </a:lnTo>
                <a:lnTo>
                  <a:pt x="373213" y="7645"/>
                </a:lnTo>
                <a:lnTo>
                  <a:pt x="373213" y="18699"/>
                </a:lnTo>
                <a:cubicBezTo>
                  <a:pt x="373213" y="21351"/>
                  <a:pt x="374212" y="22677"/>
                  <a:pt x="376209" y="22677"/>
                </a:cubicBezTo>
                <a:cubicBezTo>
                  <a:pt x="376577" y="22677"/>
                  <a:pt x="376935" y="22622"/>
                  <a:pt x="377285" y="22513"/>
                </a:cubicBezTo>
                <a:cubicBezTo>
                  <a:pt x="377635" y="22404"/>
                  <a:pt x="378003" y="22215"/>
                  <a:pt x="378387" y="21945"/>
                </a:cubicBezTo>
                <a:cubicBezTo>
                  <a:pt x="378772" y="21675"/>
                  <a:pt x="379185" y="21311"/>
                  <a:pt x="379627" y="20852"/>
                </a:cubicBezTo>
                <a:cubicBezTo>
                  <a:pt x="380069" y="20393"/>
                  <a:pt x="380566" y="19813"/>
                  <a:pt x="381117" y="19113"/>
                </a:cubicBezTo>
                <a:lnTo>
                  <a:pt x="381117" y="7645"/>
                </a:lnTo>
                <a:lnTo>
                  <a:pt x="384113" y="7645"/>
                </a:lnTo>
                <a:lnTo>
                  <a:pt x="384113" y="24933"/>
                </a:lnTo>
                <a:close/>
                <a:moveTo>
                  <a:pt x="403645" y="15979"/>
                </a:moveTo>
                <a:cubicBezTo>
                  <a:pt x="403645" y="17517"/>
                  <a:pt x="403430" y="18860"/>
                  <a:pt x="402999" y="20008"/>
                </a:cubicBezTo>
                <a:cubicBezTo>
                  <a:pt x="402569" y="21156"/>
                  <a:pt x="401975" y="22109"/>
                  <a:pt x="401217" y="22866"/>
                </a:cubicBezTo>
                <a:cubicBezTo>
                  <a:pt x="400460" y="23624"/>
                  <a:pt x="399564" y="24192"/>
                  <a:pt x="398531" y="24571"/>
                </a:cubicBezTo>
                <a:cubicBezTo>
                  <a:pt x="397498" y="24950"/>
                  <a:pt x="396379" y="25139"/>
                  <a:pt x="395173" y="25139"/>
                </a:cubicBezTo>
                <a:cubicBezTo>
                  <a:pt x="394622" y="25139"/>
                  <a:pt x="394074" y="25111"/>
                  <a:pt x="393529" y="25053"/>
                </a:cubicBezTo>
                <a:cubicBezTo>
                  <a:pt x="392984" y="24996"/>
                  <a:pt x="392430" y="24898"/>
                  <a:pt x="391867" y="24760"/>
                </a:cubicBezTo>
                <a:lnTo>
                  <a:pt x="391867" y="31992"/>
                </a:lnTo>
                <a:lnTo>
                  <a:pt x="388871" y="31992"/>
                </a:lnTo>
                <a:lnTo>
                  <a:pt x="388871" y="7645"/>
                </a:lnTo>
                <a:lnTo>
                  <a:pt x="391540" y="7645"/>
                </a:lnTo>
                <a:lnTo>
                  <a:pt x="391730" y="10538"/>
                </a:lnTo>
                <a:cubicBezTo>
                  <a:pt x="392591" y="9355"/>
                  <a:pt x="393509" y="8526"/>
                  <a:pt x="394485" y="8050"/>
                </a:cubicBezTo>
                <a:cubicBezTo>
                  <a:pt x="395460" y="7573"/>
                  <a:pt x="396516" y="7335"/>
                  <a:pt x="397653" y="7335"/>
                </a:cubicBezTo>
                <a:cubicBezTo>
                  <a:pt x="398640" y="7335"/>
                  <a:pt x="399507" y="7542"/>
                  <a:pt x="400253" y="7955"/>
                </a:cubicBezTo>
                <a:cubicBezTo>
                  <a:pt x="400999" y="8368"/>
                  <a:pt x="401625" y="8951"/>
                  <a:pt x="402130" y="9703"/>
                </a:cubicBezTo>
                <a:cubicBezTo>
                  <a:pt x="402635" y="10455"/>
                  <a:pt x="403014" y="11361"/>
                  <a:pt x="403266" y="12423"/>
                </a:cubicBezTo>
                <a:cubicBezTo>
                  <a:pt x="403519" y="13485"/>
                  <a:pt x="403645" y="14670"/>
                  <a:pt x="403645" y="15979"/>
                </a:cubicBezTo>
                <a:moveTo>
                  <a:pt x="400580" y="16117"/>
                </a:moveTo>
                <a:cubicBezTo>
                  <a:pt x="400580" y="15210"/>
                  <a:pt x="400514" y="14378"/>
                  <a:pt x="400382" y="13620"/>
                </a:cubicBezTo>
                <a:cubicBezTo>
                  <a:pt x="400250" y="12862"/>
                  <a:pt x="400041" y="12214"/>
                  <a:pt x="399754" y="11674"/>
                </a:cubicBezTo>
                <a:cubicBezTo>
                  <a:pt x="399467" y="11135"/>
                  <a:pt x="399099" y="10713"/>
                  <a:pt x="398652" y="10409"/>
                </a:cubicBezTo>
                <a:cubicBezTo>
                  <a:pt x="398204" y="10104"/>
                  <a:pt x="397670" y="9952"/>
                  <a:pt x="397050" y="9952"/>
                </a:cubicBezTo>
                <a:cubicBezTo>
                  <a:pt x="396671" y="9952"/>
                  <a:pt x="396287" y="10013"/>
                  <a:pt x="395897" y="10133"/>
                </a:cubicBezTo>
                <a:cubicBezTo>
                  <a:pt x="395506" y="10254"/>
                  <a:pt x="395102" y="10455"/>
                  <a:pt x="394683" y="10736"/>
                </a:cubicBezTo>
                <a:cubicBezTo>
                  <a:pt x="394264" y="11017"/>
                  <a:pt x="393822" y="11390"/>
                  <a:pt x="393357" y="11855"/>
                </a:cubicBezTo>
                <a:cubicBezTo>
                  <a:pt x="392892" y="12320"/>
                  <a:pt x="392395" y="12897"/>
                  <a:pt x="391867" y="13586"/>
                </a:cubicBezTo>
                <a:lnTo>
                  <a:pt x="391867" y="21971"/>
                </a:lnTo>
                <a:cubicBezTo>
                  <a:pt x="392418" y="22201"/>
                  <a:pt x="392998" y="22381"/>
                  <a:pt x="393607" y="22513"/>
                </a:cubicBezTo>
                <a:cubicBezTo>
                  <a:pt x="394215" y="22645"/>
                  <a:pt x="394812" y="22711"/>
                  <a:pt x="395397" y="22711"/>
                </a:cubicBezTo>
                <a:cubicBezTo>
                  <a:pt x="397016" y="22711"/>
                  <a:pt x="398284" y="22163"/>
                  <a:pt x="399203" y="21067"/>
                </a:cubicBezTo>
                <a:cubicBezTo>
                  <a:pt x="400121" y="19971"/>
                  <a:pt x="400580" y="18321"/>
                  <a:pt x="400580" y="16117"/>
                </a:cubicBezTo>
                <a:close/>
                <a:moveTo>
                  <a:pt x="423288" y="9298"/>
                </a:moveTo>
                <a:cubicBezTo>
                  <a:pt x="423288" y="10216"/>
                  <a:pt x="423116" y="11126"/>
                  <a:pt x="422771" y="12027"/>
                </a:cubicBezTo>
                <a:cubicBezTo>
                  <a:pt x="422427" y="12928"/>
                  <a:pt x="421893" y="13735"/>
                  <a:pt x="421170" y="14446"/>
                </a:cubicBezTo>
                <a:cubicBezTo>
                  <a:pt x="420447" y="15158"/>
                  <a:pt x="419523" y="15735"/>
                  <a:pt x="418398" y="16177"/>
                </a:cubicBezTo>
                <a:cubicBezTo>
                  <a:pt x="417273" y="16619"/>
                  <a:pt x="415930" y="16840"/>
                  <a:pt x="414369" y="16840"/>
                </a:cubicBezTo>
                <a:lnTo>
                  <a:pt x="411579" y="16840"/>
                </a:lnTo>
                <a:lnTo>
                  <a:pt x="411579" y="24933"/>
                </a:lnTo>
                <a:lnTo>
                  <a:pt x="408514" y="24933"/>
                </a:lnTo>
                <a:lnTo>
                  <a:pt x="408514" y="2411"/>
                </a:lnTo>
                <a:lnTo>
                  <a:pt x="414851" y="2411"/>
                </a:lnTo>
                <a:cubicBezTo>
                  <a:pt x="415964" y="2411"/>
                  <a:pt x="417032" y="2534"/>
                  <a:pt x="418053" y="2781"/>
                </a:cubicBezTo>
                <a:cubicBezTo>
                  <a:pt x="419075" y="3028"/>
                  <a:pt x="419973" y="3427"/>
                  <a:pt x="420748" y="3978"/>
                </a:cubicBezTo>
                <a:cubicBezTo>
                  <a:pt x="421523" y="4529"/>
                  <a:pt x="422140" y="5240"/>
                  <a:pt x="422599" y="6113"/>
                </a:cubicBezTo>
                <a:cubicBezTo>
                  <a:pt x="423058" y="6985"/>
                  <a:pt x="423288" y="8047"/>
                  <a:pt x="423288" y="9298"/>
                </a:cubicBezTo>
                <a:moveTo>
                  <a:pt x="420102" y="9436"/>
                </a:moveTo>
                <a:cubicBezTo>
                  <a:pt x="420102" y="7989"/>
                  <a:pt x="419629" y="6882"/>
                  <a:pt x="418682" y="6113"/>
                </a:cubicBezTo>
                <a:cubicBezTo>
                  <a:pt x="417735" y="5344"/>
                  <a:pt x="416412" y="4959"/>
                  <a:pt x="414713" y="4959"/>
                </a:cubicBezTo>
                <a:lnTo>
                  <a:pt x="411579" y="4959"/>
                </a:lnTo>
                <a:lnTo>
                  <a:pt x="411579" y="14223"/>
                </a:lnTo>
                <a:lnTo>
                  <a:pt x="414437" y="14223"/>
                </a:lnTo>
                <a:cubicBezTo>
                  <a:pt x="416251" y="14223"/>
                  <a:pt x="417649" y="13827"/>
                  <a:pt x="418630" y="13035"/>
                </a:cubicBezTo>
                <a:cubicBezTo>
                  <a:pt x="419612" y="12242"/>
                  <a:pt x="420102" y="11043"/>
                  <a:pt x="420102" y="9436"/>
                </a:cubicBezTo>
                <a:close/>
                <a:moveTo>
                  <a:pt x="428932" y="7645"/>
                </a:moveTo>
                <a:lnTo>
                  <a:pt x="431670" y="7645"/>
                </a:lnTo>
                <a:lnTo>
                  <a:pt x="431756" y="10822"/>
                </a:lnTo>
                <a:cubicBezTo>
                  <a:pt x="432777" y="9597"/>
                  <a:pt x="433785" y="8710"/>
                  <a:pt x="434777" y="8160"/>
                </a:cubicBezTo>
                <a:cubicBezTo>
                  <a:pt x="435770" y="7610"/>
                  <a:pt x="436772" y="7335"/>
                  <a:pt x="437782" y="7335"/>
                </a:cubicBezTo>
                <a:cubicBezTo>
                  <a:pt x="439573" y="7335"/>
                  <a:pt x="440930" y="7913"/>
                  <a:pt x="441854" y="9070"/>
                </a:cubicBezTo>
                <a:cubicBezTo>
                  <a:pt x="442778" y="10226"/>
                  <a:pt x="443206" y="11944"/>
                  <a:pt x="443137" y="14223"/>
                </a:cubicBezTo>
                <a:lnTo>
                  <a:pt x="440107" y="14223"/>
                </a:lnTo>
                <a:cubicBezTo>
                  <a:pt x="440141" y="12713"/>
                  <a:pt x="439920" y="11619"/>
                  <a:pt x="439444" y="10939"/>
                </a:cubicBezTo>
                <a:cubicBezTo>
                  <a:pt x="438967" y="10258"/>
                  <a:pt x="438270" y="9918"/>
                  <a:pt x="437352" y="9918"/>
                </a:cubicBezTo>
                <a:cubicBezTo>
                  <a:pt x="436950" y="9918"/>
                  <a:pt x="436545" y="9989"/>
                  <a:pt x="436138" y="10133"/>
                </a:cubicBezTo>
                <a:cubicBezTo>
                  <a:pt x="435730" y="10275"/>
                  <a:pt x="435311" y="10504"/>
                  <a:pt x="434881" y="10818"/>
                </a:cubicBezTo>
                <a:cubicBezTo>
                  <a:pt x="434450" y="11132"/>
                  <a:pt x="433994" y="11535"/>
                  <a:pt x="433512" y="12027"/>
                </a:cubicBezTo>
                <a:cubicBezTo>
                  <a:pt x="433030" y="12519"/>
                  <a:pt x="432513" y="13113"/>
                  <a:pt x="431962" y="13810"/>
                </a:cubicBezTo>
                <a:lnTo>
                  <a:pt x="431962" y="24933"/>
                </a:lnTo>
                <a:lnTo>
                  <a:pt x="428932" y="24933"/>
                </a:lnTo>
                <a:lnTo>
                  <a:pt x="428932" y="7645"/>
                </a:lnTo>
                <a:close/>
                <a:moveTo>
                  <a:pt x="462952" y="16151"/>
                </a:moveTo>
                <a:cubicBezTo>
                  <a:pt x="462952" y="17494"/>
                  <a:pt x="462762" y="18725"/>
                  <a:pt x="462384" y="19844"/>
                </a:cubicBezTo>
                <a:cubicBezTo>
                  <a:pt x="462005" y="20964"/>
                  <a:pt x="461460" y="21922"/>
                  <a:pt x="460748" y="22720"/>
                </a:cubicBezTo>
                <a:cubicBezTo>
                  <a:pt x="460036" y="23518"/>
                  <a:pt x="459170" y="24138"/>
                  <a:pt x="458148" y="24580"/>
                </a:cubicBezTo>
                <a:cubicBezTo>
                  <a:pt x="457126" y="25022"/>
                  <a:pt x="455967" y="25243"/>
                  <a:pt x="454670" y="25243"/>
                </a:cubicBezTo>
                <a:cubicBezTo>
                  <a:pt x="453430" y="25243"/>
                  <a:pt x="452319" y="25050"/>
                  <a:pt x="451338" y="24666"/>
                </a:cubicBezTo>
                <a:cubicBezTo>
                  <a:pt x="450356" y="24281"/>
                  <a:pt x="449524" y="23716"/>
                  <a:pt x="448841" y="22970"/>
                </a:cubicBezTo>
                <a:cubicBezTo>
                  <a:pt x="448158" y="22224"/>
                  <a:pt x="447636" y="21299"/>
                  <a:pt x="447274" y="20197"/>
                </a:cubicBezTo>
                <a:cubicBezTo>
                  <a:pt x="446913" y="19095"/>
                  <a:pt x="446732" y="17827"/>
                  <a:pt x="446732" y="16392"/>
                </a:cubicBezTo>
                <a:cubicBezTo>
                  <a:pt x="446732" y="15049"/>
                  <a:pt x="446921" y="13824"/>
                  <a:pt x="447300" y="12716"/>
                </a:cubicBezTo>
                <a:cubicBezTo>
                  <a:pt x="447679" y="11608"/>
                  <a:pt x="448224" y="10655"/>
                  <a:pt x="448936" y="9858"/>
                </a:cubicBezTo>
                <a:cubicBezTo>
                  <a:pt x="449648" y="9060"/>
                  <a:pt x="450514" y="8440"/>
                  <a:pt x="451536" y="7998"/>
                </a:cubicBezTo>
                <a:cubicBezTo>
                  <a:pt x="452558" y="7556"/>
                  <a:pt x="453717" y="7335"/>
                  <a:pt x="455014" y="7335"/>
                </a:cubicBezTo>
                <a:cubicBezTo>
                  <a:pt x="456254" y="7335"/>
                  <a:pt x="457364" y="7527"/>
                  <a:pt x="458346" y="7912"/>
                </a:cubicBezTo>
                <a:cubicBezTo>
                  <a:pt x="459327" y="8297"/>
                  <a:pt x="460160" y="8859"/>
                  <a:pt x="460843" y="9599"/>
                </a:cubicBezTo>
                <a:cubicBezTo>
                  <a:pt x="461526" y="10340"/>
                  <a:pt x="462048" y="11261"/>
                  <a:pt x="462410" y="12363"/>
                </a:cubicBezTo>
                <a:cubicBezTo>
                  <a:pt x="462771" y="13465"/>
                  <a:pt x="462952" y="14728"/>
                  <a:pt x="462952" y="16151"/>
                </a:cubicBezTo>
                <a:moveTo>
                  <a:pt x="459887" y="16289"/>
                </a:moveTo>
                <a:cubicBezTo>
                  <a:pt x="459887" y="15221"/>
                  <a:pt x="459769" y="14289"/>
                  <a:pt x="459534" y="13491"/>
                </a:cubicBezTo>
                <a:cubicBezTo>
                  <a:pt x="459299" y="12693"/>
                  <a:pt x="458963" y="12027"/>
                  <a:pt x="458527" y="11493"/>
                </a:cubicBezTo>
                <a:cubicBezTo>
                  <a:pt x="458091" y="10960"/>
                  <a:pt x="457560" y="10558"/>
                  <a:pt x="456934" y="10288"/>
                </a:cubicBezTo>
                <a:cubicBezTo>
                  <a:pt x="456308" y="10018"/>
                  <a:pt x="455611" y="9883"/>
                  <a:pt x="454842" y="9883"/>
                </a:cubicBezTo>
                <a:cubicBezTo>
                  <a:pt x="453947" y="9883"/>
                  <a:pt x="453180" y="10059"/>
                  <a:pt x="452543" y="10409"/>
                </a:cubicBezTo>
                <a:cubicBezTo>
                  <a:pt x="451906" y="10759"/>
                  <a:pt x="451384" y="11227"/>
                  <a:pt x="450976" y="11812"/>
                </a:cubicBezTo>
                <a:cubicBezTo>
                  <a:pt x="450569" y="12397"/>
                  <a:pt x="450270" y="13078"/>
                  <a:pt x="450081" y="13852"/>
                </a:cubicBezTo>
                <a:cubicBezTo>
                  <a:pt x="449892" y="14627"/>
                  <a:pt x="449797" y="15439"/>
                  <a:pt x="449797" y="16289"/>
                </a:cubicBezTo>
                <a:cubicBezTo>
                  <a:pt x="449797" y="17356"/>
                  <a:pt x="449915" y="18292"/>
                  <a:pt x="450150" y="19095"/>
                </a:cubicBezTo>
                <a:cubicBezTo>
                  <a:pt x="450385" y="19899"/>
                  <a:pt x="450721" y="20568"/>
                  <a:pt x="451157" y="21101"/>
                </a:cubicBezTo>
                <a:cubicBezTo>
                  <a:pt x="451593" y="21635"/>
                  <a:pt x="452121" y="22037"/>
                  <a:pt x="452741" y="22307"/>
                </a:cubicBezTo>
                <a:cubicBezTo>
                  <a:pt x="453361" y="22577"/>
                  <a:pt x="454061" y="22711"/>
                  <a:pt x="454842" y="22711"/>
                </a:cubicBezTo>
                <a:cubicBezTo>
                  <a:pt x="455737" y="22711"/>
                  <a:pt x="456504" y="22536"/>
                  <a:pt x="457141" y="22186"/>
                </a:cubicBezTo>
                <a:cubicBezTo>
                  <a:pt x="457778" y="21836"/>
                  <a:pt x="458300" y="21368"/>
                  <a:pt x="458708" y="20783"/>
                </a:cubicBezTo>
                <a:cubicBezTo>
                  <a:pt x="459115" y="20197"/>
                  <a:pt x="459413" y="19517"/>
                  <a:pt x="459603" y="18742"/>
                </a:cubicBezTo>
                <a:cubicBezTo>
                  <a:pt x="459792" y="17968"/>
                  <a:pt x="459887" y="17150"/>
                  <a:pt x="459887" y="16289"/>
                </a:cubicBezTo>
                <a:close/>
                <a:moveTo>
                  <a:pt x="481331" y="15979"/>
                </a:moveTo>
                <a:cubicBezTo>
                  <a:pt x="481331" y="17517"/>
                  <a:pt x="481116" y="18860"/>
                  <a:pt x="480685" y="20008"/>
                </a:cubicBezTo>
                <a:cubicBezTo>
                  <a:pt x="480255" y="21156"/>
                  <a:pt x="479661" y="22109"/>
                  <a:pt x="478903" y="22866"/>
                </a:cubicBezTo>
                <a:cubicBezTo>
                  <a:pt x="478146" y="23624"/>
                  <a:pt x="477250" y="24192"/>
                  <a:pt x="476217" y="24571"/>
                </a:cubicBezTo>
                <a:cubicBezTo>
                  <a:pt x="475184" y="24950"/>
                  <a:pt x="474065" y="25139"/>
                  <a:pt x="472859" y="25139"/>
                </a:cubicBezTo>
                <a:cubicBezTo>
                  <a:pt x="472308" y="25139"/>
                  <a:pt x="471760" y="25111"/>
                  <a:pt x="471215" y="25053"/>
                </a:cubicBezTo>
                <a:cubicBezTo>
                  <a:pt x="470670" y="24996"/>
                  <a:pt x="470116" y="24898"/>
                  <a:pt x="469553" y="24760"/>
                </a:cubicBezTo>
                <a:lnTo>
                  <a:pt x="469553" y="31992"/>
                </a:lnTo>
                <a:lnTo>
                  <a:pt x="466557" y="31992"/>
                </a:lnTo>
                <a:lnTo>
                  <a:pt x="466557" y="7645"/>
                </a:lnTo>
                <a:lnTo>
                  <a:pt x="469226" y="7645"/>
                </a:lnTo>
                <a:lnTo>
                  <a:pt x="469416" y="10538"/>
                </a:lnTo>
                <a:cubicBezTo>
                  <a:pt x="470277" y="9355"/>
                  <a:pt x="471195" y="8526"/>
                  <a:pt x="472171" y="8050"/>
                </a:cubicBezTo>
                <a:cubicBezTo>
                  <a:pt x="473146" y="7573"/>
                  <a:pt x="474203" y="7335"/>
                  <a:pt x="475339" y="7335"/>
                </a:cubicBezTo>
                <a:cubicBezTo>
                  <a:pt x="476326" y="7335"/>
                  <a:pt x="477193" y="7542"/>
                  <a:pt x="477939" y="7955"/>
                </a:cubicBezTo>
                <a:cubicBezTo>
                  <a:pt x="478685" y="8368"/>
                  <a:pt x="479311" y="8951"/>
                  <a:pt x="479816" y="9703"/>
                </a:cubicBezTo>
                <a:cubicBezTo>
                  <a:pt x="480321" y="10455"/>
                  <a:pt x="480700" y="11361"/>
                  <a:pt x="480952" y="12423"/>
                </a:cubicBezTo>
                <a:cubicBezTo>
                  <a:pt x="481205" y="13485"/>
                  <a:pt x="481331" y="14670"/>
                  <a:pt x="481331" y="15979"/>
                </a:cubicBezTo>
                <a:moveTo>
                  <a:pt x="478266" y="16117"/>
                </a:moveTo>
                <a:cubicBezTo>
                  <a:pt x="478266" y="15210"/>
                  <a:pt x="478200" y="14378"/>
                  <a:pt x="478068" y="13620"/>
                </a:cubicBezTo>
                <a:cubicBezTo>
                  <a:pt x="477936" y="12862"/>
                  <a:pt x="477727" y="12214"/>
                  <a:pt x="477440" y="11674"/>
                </a:cubicBezTo>
                <a:cubicBezTo>
                  <a:pt x="477153" y="11135"/>
                  <a:pt x="476785" y="10713"/>
                  <a:pt x="476338" y="10409"/>
                </a:cubicBezTo>
                <a:cubicBezTo>
                  <a:pt x="475890" y="10104"/>
                  <a:pt x="475356" y="9952"/>
                  <a:pt x="474736" y="9952"/>
                </a:cubicBezTo>
                <a:cubicBezTo>
                  <a:pt x="474357" y="9952"/>
                  <a:pt x="473973" y="10013"/>
                  <a:pt x="473583" y="10133"/>
                </a:cubicBezTo>
                <a:cubicBezTo>
                  <a:pt x="473192" y="10254"/>
                  <a:pt x="472788" y="10455"/>
                  <a:pt x="472369" y="10736"/>
                </a:cubicBezTo>
                <a:cubicBezTo>
                  <a:pt x="471950" y="11017"/>
                  <a:pt x="471508" y="11390"/>
                  <a:pt x="471043" y="11855"/>
                </a:cubicBezTo>
                <a:cubicBezTo>
                  <a:pt x="470578" y="12320"/>
                  <a:pt x="470082" y="12897"/>
                  <a:pt x="469553" y="13586"/>
                </a:cubicBezTo>
                <a:lnTo>
                  <a:pt x="469553" y="21971"/>
                </a:lnTo>
                <a:cubicBezTo>
                  <a:pt x="470104" y="22201"/>
                  <a:pt x="470684" y="22381"/>
                  <a:pt x="471293" y="22513"/>
                </a:cubicBezTo>
                <a:cubicBezTo>
                  <a:pt x="471901" y="22645"/>
                  <a:pt x="472498" y="22711"/>
                  <a:pt x="473083" y="22711"/>
                </a:cubicBezTo>
                <a:cubicBezTo>
                  <a:pt x="474702" y="22711"/>
                  <a:pt x="475970" y="22163"/>
                  <a:pt x="476889" y="21067"/>
                </a:cubicBezTo>
                <a:cubicBezTo>
                  <a:pt x="477807" y="19971"/>
                  <a:pt x="478266" y="18321"/>
                  <a:pt x="478266" y="16117"/>
                </a:cubicBezTo>
                <a:close/>
                <a:moveTo>
                  <a:pt x="499923" y="20215"/>
                </a:moveTo>
                <a:cubicBezTo>
                  <a:pt x="499923" y="20823"/>
                  <a:pt x="499820" y="21368"/>
                  <a:pt x="499613" y="21850"/>
                </a:cubicBezTo>
                <a:cubicBezTo>
                  <a:pt x="499407" y="22333"/>
                  <a:pt x="499125" y="22760"/>
                  <a:pt x="498770" y="23133"/>
                </a:cubicBezTo>
                <a:cubicBezTo>
                  <a:pt x="498414" y="23506"/>
                  <a:pt x="498001" y="23825"/>
                  <a:pt x="497530" y="24089"/>
                </a:cubicBezTo>
                <a:cubicBezTo>
                  <a:pt x="497059" y="24353"/>
                  <a:pt x="496557" y="24571"/>
                  <a:pt x="496023" y="24743"/>
                </a:cubicBezTo>
                <a:cubicBezTo>
                  <a:pt x="495489" y="24915"/>
                  <a:pt x="494941" y="25042"/>
                  <a:pt x="494379" y="25122"/>
                </a:cubicBezTo>
                <a:cubicBezTo>
                  <a:pt x="493816" y="25202"/>
                  <a:pt x="493265" y="25243"/>
                  <a:pt x="492726" y="25243"/>
                </a:cubicBezTo>
                <a:cubicBezTo>
                  <a:pt x="491555" y="25243"/>
                  <a:pt x="490479" y="25191"/>
                  <a:pt x="489497" y="25088"/>
                </a:cubicBezTo>
                <a:cubicBezTo>
                  <a:pt x="488516" y="24984"/>
                  <a:pt x="487555" y="24818"/>
                  <a:pt x="486613" y="24588"/>
                </a:cubicBezTo>
                <a:lnTo>
                  <a:pt x="486613" y="21833"/>
                </a:lnTo>
                <a:cubicBezTo>
                  <a:pt x="487623" y="22120"/>
                  <a:pt x="488628" y="22338"/>
                  <a:pt x="489627" y="22488"/>
                </a:cubicBezTo>
                <a:cubicBezTo>
                  <a:pt x="490625" y="22637"/>
                  <a:pt x="491618" y="22711"/>
                  <a:pt x="492605" y="22711"/>
                </a:cubicBezTo>
                <a:cubicBezTo>
                  <a:pt x="494040" y="22711"/>
                  <a:pt x="495102" y="22516"/>
                  <a:pt x="495791" y="22126"/>
                </a:cubicBezTo>
                <a:cubicBezTo>
                  <a:pt x="496480" y="21736"/>
                  <a:pt x="496824" y="21179"/>
                  <a:pt x="496824" y="20456"/>
                </a:cubicBezTo>
                <a:cubicBezTo>
                  <a:pt x="496824" y="20146"/>
                  <a:pt x="496769" y="19867"/>
                  <a:pt x="496660" y="19621"/>
                </a:cubicBezTo>
                <a:cubicBezTo>
                  <a:pt x="496551" y="19374"/>
                  <a:pt x="496353" y="19139"/>
                  <a:pt x="496066" y="18915"/>
                </a:cubicBezTo>
                <a:cubicBezTo>
                  <a:pt x="495779" y="18691"/>
                  <a:pt x="495335" y="18458"/>
                  <a:pt x="494732" y="18217"/>
                </a:cubicBezTo>
                <a:cubicBezTo>
                  <a:pt x="494129" y="17976"/>
                  <a:pt x="493306" y="17701"/>
                  <a:pt x="492261" y="17391"/>
                </a:cubicBezTo>
                <a:cubicBezTo>
                  <a:pt x="491480" y="17161"/>
                  <a:pt x="490760" y="16900"/>
                  <a:pt x="490100" y="16607"/>
                </a:cubicBezTo>
                <a:cubicBezTo>
                  <a:pt x="489440" y="16315"/>
                  <a:pt x="488869" y="15967"/>
                  <a:pt x="488387" y="15566"/>
                </a:cubicBezTo>
                <a:cubicBezTo>
                  <a:pt x="487905" y="15164"/>
                  <a:pt x="487526" y="14693"/>
                  <a:pt x="487250" y="14154"/>
                </a:cubicBezTo>
                <a:cubicBezTo>
                  <a:pt x="486975" y="13614"/>
                  <a:pt x="486837" y="12977"/>
                  <a:pt x="486837" y="12242"/>
                </a:cubicBezTo>
                <a:cubicBezTo>
                  <a:pt x="486837" y="11760"/>
                  <a:pt x="486949" y="11232"/>
                  <a:pt x="487173" y="10658"/>
                </a:cubicBezTo>
                <a:cubicBezTo>
                  <a:pt x="487397" y="10084"/>
                  <a:pt x="487778" y="9551"/>
                  <a:pt x="488318" y="9057"/>
                </a:cubicBezTo>
                <a:cubicBezTo>
                  <a:pt x="488857" y="8563"/>
                  <a:pt x="489586" y="8153"/>
                  <a:pt x="490505" y="7826"/>
                </a:cubicBezTo>
                <a:cubicBezTo>
                  <a:pt x="491423" y="7499"/>
                  <a:pt x="492571" y="7335"/>
                  <a:pt x="493948" y="7335"/>
                </a:cubicBezTo>
                <a:cubicBezTo>
                  <a:pt x="494626" y="7335"/>
                  <a:pt x="495378" y="7372"/>
                  <a:pt x="496204" y="7447"/>
                </a:cubicBezTo>
                <a:cubicBezTo>
                  <a:pt x="497031" y="7522"/>
                  <a:pt x="497891" y="7651"/>
                  <a:pt x="498787" y="7834"/>
                </a:cubicBezTo>
                <a:lnTo>
                  <a:pt x="498787" y="10503"/>
                </a:lnTo>
                <a:cubicBezTo>
                  <a:pt x="497846" y="10274"/>
                  <a:pt x="496953" y="10104"/>
                  <a:pt x="496109" y="9995"/>
                </a:cubicBezTo>
                <a:cubicBezTo>
                  <a:pt x="495266" y="9886"/>
                  <a:pt x="494534" y="9832"/>
                  <a:pt x="493914" y="9832"/>
                </a:cubicBezTo>
                <a:cubicBezTo>
                  <a:pt x="493168" y="9832"/>
                  <a:pt x="492539" y="9889"/>
                  <a:pt x="492029" y="10004"/>
                </a:cubicBezTo>
                <a:cubicBezTo>
                  <a:pt x="491518" y="10119"/>
                  <a:pt x="491104" y="10277"/>
                  <a:pt x="490789" y="10478"/>
                </a:cubicBezTo>
                <a:cubicBezTo>
                  <a:pt x="490473" y="10678"/>
                  <a:pt x="490246" y="10914"/>
                  <a:pt x="490109" y="11184"/>
                </a:cubicBezTo>
                <a:cubicBezTo>
                  <a:pt x="489971" y="11453"/>
                  <a:pt x="489902" y="11743"/>
                  <a:pt x="489902" y="12053"/>
                </a:cubicBezTo>
                <a:cubicBezTo>
                  <a:pt x="489902" y="12363"/>
                  <a:pt x="489962" y="12644"/>
                  <a:pt x="490083" y="12897"/>
                </a:cubicBezTo>
                <a:cubicBezTo>
                  <a:pt x="490203" y="13149"/>
                  <a:pt x="490427" y="13393"/>
                  <a:pt x="490754" y="13629"/>
                </a:cubicBezTo>
                <a:cubicBezTo>
                  <a:pt x="491082" y="13864"/>
                  <a:pt x="491538" y="14099"/>
                  <a:pt x="492123" y="14335"/>
                </a:cubicBezTo>
                <a:cubicBezTo>
                  <a:pt x="492709" y="14570"/>
                  <a:pt x="493472" y="14825"/>
                  <a:pt x="494413" y="15101"/>
                </a:cubicBezTo>
                <a:cubicBezTo>
                  <a:pt x="495435" y="15399"/>
                  <a:pt x="496296" y="15712"/>
                  <a:pt x="496996" y="16039"/>
                </a:cubicBezTo>
                <a:cubicBezTo>
                  <a:pt x="497696" y="16366"/>
                  <a:pt x="498265" y="16731"/>
                  <a:pt x="498701" y="17133"/>
                </a:cubicBezTo>
                <a:cubicBezTo>
                  <a:pt x="499137" y="17534"/>
                  <a:pt x="499450" y="17988"/>
                  <a:pt x="499639" y="18493"/>
                </a:cubicBezTo>
                <a:cubicBezTo>
                  <a:pt x="499829" y="18998"/>
                  <a:pt x="499923" y="19572"/>
                  <a:pt x="499923" y="20215"/>
                </a:cubicBezTo>
                <a:close/>
                <a:moveTo>
                  <a:pt x="527068" y="0"/>
                </a:moveTo>
                <a:lnTo>
                  <a:pt x="528342" y="0"/>
                </a:lnTo>
                <a:cubicBezTo>
                  <a:pt x="530557" y="0"/>
                  <a:pt x="532205" y="519"/>
                  <a:pt x="533284" y="1558"/>
                </a:cubicBezTo>
                <a:cubicBezTo>
                  <a:pt x="534363" y="2597"/>
                  <a:pt x="534902" y="4173"/>
                  <a:pt x="534902" y="6285"/>
                </a:cubicBezTo>
                <a:lnTo>
                  <a:pt x="534902" y="10262"/>
                </a:lnTo>
                <a:cubicBezTo>
                  <a:pt x="534902" y="10825"/>
                  <a:pt x="534965" y="11327"/>
                  <a:pt x="535092" y="11769"/>
                </a:cubicBezTo>
                <a:cubicBezTo>
                  <a:pt x="535218" y="12211"/>
                  <a:pt x="535439" y="12584"/>
                  <a:pt x="535755" y="12888"/>
                </a:cubicBezTo>
                <a:cubicBezTo>
                  <a:pt x="536070" y="13192"/>
                  <a:pt x="536492" y="13425"/>
                  <a:pt x="537020" y="13586"/>
                </a:cubicBezTo>
                <a:cubicBezTo>
                  <a:pt x="537548" y="13746"/>
                  <a:pt x="538208" y="13827"/>
                  <a:pt x="539000" y="13827"/>
                </a:cubicBezTo>
                <a:lnTo>
                  <a:pt x="539741" y="13827"/>
                </a:lnTo>
                <a:lnTo>
                  <a:pt x="539741" y="16220"/>
                </a:lnTo>
                <a:lnTo>
                  <a:pt x="539000" y="16220"/>
                </a:lnTo>
                <a:cubicBezTo>
                  <a:pt x="538162" y="16220"/>
                  <a:pt x="537476" y="16289"/>
                  <a:pt x="536943" y="16427"/>
                </a:cubicBezTo>
                <a:cubicBezTo>
                  <a:pt x="536409" y="16564"/>
                  <a:pt x="535993" y="16774"/>
                  <a:pt x="535694" y="17055"/>
                </a:cubicBezTo>
                <a:cubicBezTo>
                  <a:pt x="535396" y="17336"/>
                  <a:pt x="535189" y="17695"/>
                  <a:pt x="535074" y="18131"/>
                </a:cubicBezTo>
                <a:cubicBezTo>
                  <a:pt x="534960" y="18567"/>
                  <a:pt x="534902" y="19084"/>
                  <a:pt x="534902" y="19681"/>
                </a:cubicBezTo>
                <a:lnTo>
                  <a:pt x="534902" y="25707"/>
                </a:lnTo>
                <a:cubicBezTo>
                  <a:pt x="534902" y="26672"/>
                  <a:pt x="534787" y="27541"/>
                  <a:pt x="534558" y="28316"/>
                </a:cubicBezTo>
                <a:cubicBezTo>
                  <a:pt x="534328" y="29091"/>
                  <a:pt x="533955" y="29751"/>
                  <a:pt x="533439" y="30296"/>
                </a:cubicBezTo>
                <a:cubicBezTo>
                  <a:pt x="532922" y="30841"/>
                  <a:pt x="532245" y="31260"/>
                  <a:pt x="531407" y="31553"/>
                </a:cubicBezTo>
                <a:cubicBezTo>
                  <a:pt x="530569" y="31846"/>
                  <a:pt x="529547" y="31992"/>
                  <a:pt x="528342" y="31992"/>
                </a:cubicBezTo>
                <a:lnTo>
                  <a:pt x="527068" y="31992"/>
                </a:lnTo>
                <a:lnTo>
                  <a:pt x="527068" y="29582"/>
                </a:lnTo>
                <a:lnTo>
                  <a:pt x="528101" y="29582"/>
                </a:lnTo>
                <a:cubicBezTo>
                  <a:pt x="530753" y="29582"/>
                  <a:pt x="532078" y="28290"/>
                  <a:pt x="532078" y="25707"/>
                </a:cubicBezTo>
                <a:lnTo>
                  <a:pt x="532078" y="19750"/>
                </a:lnTo>
                <a:cubicBezTo>
                  <a:pt x="532078" y="16949"/>
                  <a:pt x="533289" y="15376"/>
                  <a:pt x="535712" y="15032"/>
                </a:cubicBezTo>
                <a:cubicBezTo>
                  <a:pt x="533266" y="14768"/>
                  <a:pt x="532044" y="13189"/>
                  <a:pt x="532044" y="10297"/>
                </a:cubicBezTo>
                <a:lnTo>
                  <a:pt x="532044" y="6354"/>
                </a:lnTo>
                <a:cubicBezTo>
                  <a:pt x="532044" y="3725"/>
                  <a:pt x="530730" y="2411"/>
                  <a:pt x="528101" y="2411"/>
                </a:cubicBezTo>
                <a:lnTo>
                  <a:pt x="527068" y="2411"/>
                </a:lnTo>
                <a:lnTo>
                  <a:pt x="527068" y="0"/>
                </a:lnTo>
                <a:close/>
                <a:moveTo>
                  <a:pt x="578554" y="13809"/>
                </a:moveTo>
                <a:lnTo>
                  <a:pt x="563746" y="13809"/>
                </a:lnTo>
                <a:lnTo>
                  <a:pt x="563746" y="11278"/>
                </a:lnTo>
                <a:lnTo>
                  <a:pt x="578554" y="11278"/>
                </a:lnTo>
                <a:lnTo>
                  <a:pt x="578554" y="13809"/>
                </a:lnTo>
                <a:moveTo>
                  <a:pt x="578554" y="19819"/>
                </a:moveTo>
                <a:lnTo>
                  <a:pt x="563746" y="19819"/>
                </a:lnTo>
                <a:lnTo>
                  <a:pt x="563746" y="17288"/>
                </a:lnTo>
                <a:lnTo>
                  <a:pt x="578554" y="17288"/>
                </a:lnTo>
                <a:lnTo>
                  <a:pt x="578554" y="19819"/>
                </a:lnTo>
                <a:close/>
                <a:moveTo>
                  <a:pt x="617597" y="24674"/>
                </a:moveTo>
                <a:cubicBezTo>
                  <a:pt x="616920" y="24853"/>
                  <a:pt x="616220" y="24980"/>
                  <a:pt x="615497" y="25057"/>
                </a:cubicBezTo>
                <a:cubicBezTo>
                  <a:pt x="614773" y="25135"/>
                  <a:pt x="614039" y="25174"/>
                  <a:pt x="613293" y="25174"/>
                </a:cubicBezTo>
                <a:cubicBezTo>
                  <a:pt x="611123" y="25174"/>
                  <a:pt x="609505" y="24683"/>
                  <a:pt x="608437" y="23701"/>
                </a:cubicBezTo>
                <a:cubicBezTo>
                  <a:pt x="607369" y="22720"/>
                  <a:pt x="606836" y="21213"/>
                  <a:pt x="606836" y="19182"/>
                </a:cubicBezTo>
                <a:lnTo>
                  <a:pt x="606836" y="10159"/>
                </a:lnTo>
                <a:lnTo>
                  <a:pt x="601997" y="10159"/>
                </a:lnTo>
                <a:lnTo>
                  <a:pt x="601997" y="7645"/>
                </a:lnTo>
                <a:lnTo>
                  <a:pt x="606836" y="7645"/>
                </a:lnTo>
                <a:lnTo>
                  <a:pt x="606836" y="2878"/>
                </a:lnTo>
                <a:lnTo>
                  <a:pt x="609832" y="2101"/>
                </a:lnTo>
                <a:lnTo>
                  <a:pt x="609832" y="7645"/>
                </a:lnTo>
                <a:lnTo>
                  <a:pt x="617597" y="7645"/>
                </a:lnTo>
                <a:lnTo>
                  <a:pt x="617597" y="10159"/>
                </a:lnTo>
                <a:lnTo>
                  <a:pt x="609832" y="10159"/>
                </a:lnTo>
                <a:lnTo>
                  <a:pt x="609832" y="18941"/>
                </a:lnTo>
                <a:cubicBezTo>
                  <a:pt x="609832" y="20180"/>
                  <a:pt x="610162" y="21107"/>
                  <a:pt x="610822" y="21721"/>
                </a:cubicBezTo>
                <a:cubicBezTo>
                  <a:pt x="611482" y="22335"/>
                  <a:pt x="612455" y="22643"/>
                  <a:pt x="613740" y="22643"/>
                </a:cubicBezTo>
                <a:cubicBezTo>
                  <a:pt x="614291" y="22643"/>
                  <a:pt x="614894" y="22598"/>
                  <a:pt x="615548" y="22510"/>
                </a:cubicBezTo>
                <a:cubicBezTo>
                  <a:pt x="616203" y="22421"/>
                  <a:pt x="616886" y="22281"/>
                  <a:pt x="617597" y="22092"/>
                </a:cubicBezTo>
                <a:lnTo>
                  <a:pt x="617597" y="24674"/>
                </a:lnTo>
                <a:close/>
                <a:moveTo>
                  <a:pt x="636217" y="24933"/>
                </a:moveTo>
                <a:lnTo>
                  <a:pt x="633221" y="24933"/>
                </a:lnTo>
                <a:lnTo>
                  <a:pt x="633221" y="13895"/>
                </a:lnTo>
                <a:cubicBezTo>
                  <a:pt x="633221" y="12564"/>
                  <a:pt x="632971" y="11568"/>
                  <a:pt x="632472" y="10908"/>
                </a:cubicBezTo>
                <a:cubicBezTo>
                  <a:pt x="631973" y="10248"/>
                  <a:pt x="631258" y="9918"/>
                  <a:pt x="630328" y="9918"/>
                </a:cubicBezTo>
                <a:cubicBezTo>
                  <a:pt x="629926" y="9918"/>
                  <a:pt x="629550" y="9972"/>
                  <a:pt x="629200" y="10082"/>
                </a:cubicBezTo>
                <a:cubicBezTo>
                  <a:pt x="628850" y="10191"/>
                  <a:pt x="628486" y="10380"/>
                  <a:pt x="628107" y="10650"/>
                </a:cubicBezTo>
                <a:cubicBezTo>
                  <a:pt x="627728" y="10919"/>
                  <a:pt x="627315" y="11284"/>
                  <a:pt x="626867" y="11743"/>
                </a:cubicBezTo>
                <a:cubicBezTo>
                  <a:pt x="626420" y="12202"/>
                  <a:pt x="625903" y="12776"/>
                  <a:pt x="625318" y="13465"/>
                </a:cubicBezTo>
                <a:lnTo>
                  <a:pt x="625318" y="24933"/>
                </a:lnTo>
                <a:lnTo>
                  <a:pt x="622321" y="24933"/>
                </a:lnTo>
                <a:lnTo>
                  <a:pt x="622321" y="585"/>
                </a:lnTo>
                <a:lnTo>
                  <a:pt x="625318" y="585"/>
                </a:lnTo>
                <a:lnTo>
                  <a:pt x="625318" y="7640"/>
                </a:lnTo>
                <a:lnTo>
                  <a:pt x="625214" y="10366"/>
                </a:lnTo>
                <a:cubicBezTo>
                  <a:pt x="625685" y="9803"/>
                  <a:pt x="626147" y="9330"/>
                  <a:pt x="626600" y="8945"/>
                </a:cubicBezTo>
                <a:cubicBezTo>
                  <a:pt x="627054" y="8561"/>
                  <a:pt x="627507" y="8248"/>
                  <a:pt x="627961" y="8007"/>
                </a:cubicBezTo>
                <a:cubicBezTo>
                  <a:pt x="628414" y="7766"/>
                  <a:pt x="628876" y="7593"/>
                  <a:pt x="629347" y="7490"/>
                </a:cubicBezTo>
                <a:cubicBezTo>
                  <a:pt x="629817" y="7387"/>
                  <a:pt x="630305" y="7335"/>
                  <a:pt x="630810" y="7335"/>
                </a:cubicBezTo>
                <a:cubicBezTo>
                  <a:pt x="632532" y="7335"/>
                  <a:pt x="633864" y="7860"/>
                  <a:pt x="634805" y="8911"/>
                </a:cubicBezTo>
                <a:cubicBezTo>
                  <a:pt x="635746" y="9961"/>
                  <a:pt x="636217" y="11542"/>
                  <a:pt x="636217" y="13654"/>
                </a:cubicBezTo>
                <a:lnTo>
                  <a:pt x="636217" y="24933"/>
                </a:lnTo>
                <a:close/>
                <a:moveTo>
                  <a:pt x="647888" y="10125"/>
                </a:moveTo>
                <a:lnTo>
                  <a:pt x="642774" y="10125"/>
                </a:lnTo>
                <a:lnTo>
                  <a:pt x="642774" y="7645"/>
                </a:lnTo>
                <a:lnTo>
                  <a:pt x="650918" y="7645"/>
                </a:lnTo>
                <a:lnTo>
                  <a:pt x="650918" y="22436"/>
                </a:lnTo>
                <a:lnTo>
                  <a:pt x="656066" y="22436"/>
                </a:lnTo>
                <a:lnTo>
                  <a:pt x="656066" y="24933"/>
                </a:lnTo>
                <a:lnTo>
                  <a:pt x="642205" y="24933"/>
                </a:lnTo>
                <a:lnTo>
                  <a:pt x="642205" y="22436"/>
                </a:lnTo>
                <a:lnTo>
                  <a:pt x="647888" y="22436"/>
                </a:lnTo>
                <a:lnTo>
                  <a:pt x="647888" y="10125"/>
                </a:lnTo>
                <a:moveTo>
                  <a:pt x="648938" y="379"/>
                </a:moveTo>
                <a:cubicBezTo>
                  <a:pt x="649271" y="379"/>
                  <a:pt x="649581" y="439"/>
                  <a:pt x="649868" y="560"/>
                </a:cubicBezTo>
                <a:cubicBezTo>
                  <a:pt x="650155" y="680"/>
                  <a:pt x="650404" y="849"/>
                  <a:pt x="650617" y="1068"/>
                </a:cubicBezTo>
                <a:cubicBezTo>
                  <a:pt x="650829" y="1286"/>
                  <a:pt x="650996" y="1535"/>
                  <a:pt x="651116" y="1817"/>
                </a:cubicBezTo>
                <a:cubicBezTo>
                  <a:pt x="651237" y="2098"/>
                  <a:pt x="651297" y="2405"/>
                  <a:pt x="651297" y="2738"/>
                </a:cubicBezTo>
                <a:cubicBezTo>
                  <a:pt x="651297" y="3059"/>
                  <a:pt x="651237" y="3363"/>
                  <a:pt x="651116" y="3650"/>
                </a:cubicBezTo>
                <a:cubicBezTo>
                  <a:pt x="650996" y="3937"/>
                  <a:pt x="650829" y="4190"/>
                  <a:pt x="650617" y="4408"/>
                </a:cubicBezTo>
                <a:cubicBezTo>
                  <a:pt x="650404" y="4626"/>
                  <a:pt x="650155" y="4795"/>
                  <a:pt x="649868" y="4916"/>
                </a:cubicBezTo>
                <a:cubicBezTo>
                  <a:pt x="649581" y="5036"/>
                  <a:pt x="649271" y="5097"/>
                  <a:pt x="648938" y="5097"/>
                </a:cubicBezTo>
                <a:cubicBezTo>
                  <a:pt x="648605" y="5097"/>
                  <a:pt x="648295" y="5036"/>
                  <a:pt x="648008" y="4916"/>
                </a:cubicBezTo>
                <a:cubicBezTo>
                  <a:pt x="647721" y="4795"/>
                  <a:pt x="647471" y="4626"/>
                  <a:pt x="647259" y="4408"/>
                </a:cubicBezTo>
                <a:cubicBezTo>
                  <a:pt x="647047" y="4190"/>
                  <a:pt x="646880" y="3937"/>
                  <a:pt x="646760" y="3650"/>
                </a:cubicBezTo>
                <a:cubicBezTo>
                  <a:pt x="646639" y="3363"/>
                  <a:pt x="646579" y="3059"/>
                  <a:pt x="646579" y="2738"/>
                </a:cubicBezTo>
                <a:cubicBezTo>
                  <a:pt x="646579" y="2405"/>
                  <a:pt x="646639" y="2098"/>
                  <a:pt x="646760" y="1817"/>
                </a:cubicBezTo>
                <a:cubicBezTo>
                  <a:pt x="646880" y="1535"/>
                  <a:pt x="647047" y="1286"/>
                  <a:pt x="647259" y="1068"/>
                </a:cubicBezTo>
                <a:cubicBezTo>
                  <a:pt x="647471" y="849"/>
                  <a:pt x="647721" y="680"/>
                  <a:pt x="648008" y="560"/>
                </a:cubicBezTo>
                <a:cubicBezTo>
                  <a:pt x="648295" y="439"/>
                  <a:pt x="648605" y="379"/>
                  <a:pt x="648938" y="379"/>
                </a:cubicBezTo>
                <a:close/>
                <a:moveTo>
                  <a:pt x="675365" y="20215"/>
                </a:moveTo>
                <a:cubicBezTo>
                  <a:pt x="675365" y="20823"/>
                  <a:pt x="675262" y="21368"/>
                  <a:pt x="675055" y="21850"/>
                </a:cubicBezTo>
                <a:cubicBezTo>
                  <a:pt x="674848" y="22333"/>
                  <a:pt x="674567" y="22760"/>
                  <a:pt x="674211" y="23133"/>
                </a:cubicBezTo>
                <a:cubicBezTo>
                  <a:pt x="673855" y="23506"/>
                  <a:pt x="673442" y="23825"/>
                  <a:pt x="672972" y="24089"/>
                </a:cubicBezTo>
                <a:cubicBezTo>
                  <a:pt x="672501" y="24353"/>
                  <a:pt x="671999" y="24571"/>
                  <a:pt x="671465" y="24743"/>
                </a:cubicBezTo>
                <a:cubicBezTo>
                  <a:pt x="670931" y="24915"/>
                  <a:pt x="670383" y="25042"/>
                  <a:pt x="669821" y="25122"/>
                </a:cubicBezTo>
                <a:cubicBezTo>
                  <a:pt x="669258" y="25202"/>
                  <a:pt x="668707" y="25243"/>
                  <a:pt x="668168" y="25243"/>
                </a:cubicBezTo>
                <a:cubicBezTo>
                  <a:pt x="666997" y="25243"/>
                  <a:pt x="665920" y="25191"/>
                  <a:pt x="664939" y="25088"/>
                </a:cubicBezTo>
                <a:cubicBezTo>
                  <a:pt x="663958" y="24984"/>
                  <a:pt x="662996" y="24818"/>
                  <a:pt x="662055" y="24588"/>
                </a:cubicBezTo>
                <a:lnTo>
                  <a:pt x="662055" y="21833"/>
                </a:lnTo>
                <a:cubicBezTo>
                  <a:pt x="663065" y="22120"/>
                  <a:pt x="664069" y="22338"/>
                  <a:pt x="665068" y="22488"/>
                </a:cubicBezTo>
                <a:cubicBezTo>
                  <a:pt x="666067" y="22637"/>
                  <a:pt x="667060" y="22711"/>
                  <a:pt x="668047" y="22711"/>
                </a:cubicBezTo>
                <a:cubicBezTo>
                  <a:pt x="669482" y="22711"/>
                  <a:pt x="670544" y="22516"/>
                  <a:pt x="671232" y="22126"/>
                </a:cubicBezTo>
                <a:cubicBezTo>
                  <a:pt x="671921" y="21736"/>
                  <a:pt x="672266" y="21179"/>
                  <a:pt x="672266" y="20456"/>
                </a:cubicBezTo>
                <a:cubicBezTo>
                  <a:pt x="672266" y="20146"/>
                  <a:pt x="672211" y="19867"/>
                  <a:pt x="672102" y="19621"/>
                </a:cubicBezTo>
                <a:cubicBezTo>
                  <a:pt x="671993" y="19374"/>
                  <a:pt x="671795" y="19139"/>
                  <a:pt x="671508" y="18915"/>
                </a:cubicBezTo>
                <a:cubicBezTo>
                  <a:pt x="671221" y="18691"/>
                  <a:pt x="670776" y="18458"/>
                  <a:pt x="670174" y="18217"/>
                </a:cubicBezTo>
                <a:cubicBezTo>
                  <a:pt x="669571" y="17976"/>
                  <a:pt x="668747" y="17701"/>
                  <a:pt x="667703" y="17391"/>
                </a:cubicBezTo>
                <a:cubicBezTo>
                  <a:pt x="666922" y="17161"/>
                  <a:pt x="666202" y="16900"/>
                  <a:pt x="665542" y="16607"/>
                </a:cubicBezTo>
                <a:cubicBezTo>
                  <a:pt x="664882" y="16315"/>
                  <a:pt x="664311" y="15967"/>
                  <a:pt x="663828" y="15566"/>
                </a:cubicBezTo>
                <a:cubicBezTo>
                  <a:pt x="663346" y="15164"/>
                  <a:pt x="662968" y="14693"/>
                  <a:pt x="662692" y="14154"/>
                </a:cubicBezTo>
                <a:cubicBezTo>
                  <a:pt x="662417" y="13614"/>
                  <a:pt x="662279" y="12977"/>
                  <a:pt x="662279" y="12242"/>
                </a:cubicBezTo>
                <a:cubicBezTo>
                  <a:pt x="662279" y="11760"/>
                  <a:pt x="662391" y="11232"/>
                  <a:pt x="662615" y="10658"/>
                </a:cubicBezTo>
                <a:cubicBezTo>
                  <a:pt x="662838" y="10084"/>
                  <a:pt x="663220" y="9551"/>
                  <a:pt x="663760" y="9057"/>
                </a:cubicBezTo>
                <a:cubicBezTo>
                  <a:pt x="664299" y="8563"/>
                  <a:pt x="665028" y="8153"/>
                  <a:pt x="665946" y="7826"/>
                </a:cubicBezTo>
                <a:cubicBezTo>
                  <a:pt x="666865" y="7499"/>
                  <a:pt x="668013" y="7335"/>
                  <a:pt x="669390" y="7335"/>
                </a:cubicBezTo>
                <a:cubicBezTo>
                  <a:pt x="670067" y="7335"/>
                  <a:pt x="670819" y="7372"/>
                  <a:pt x="671646" y="7447"/>
                </a:cubicBezTo>
                <a:cubicBezTo>
                  <a:pt x="672472" y="7522"/>
                  <a:pt x="673333" y="7651"/>
                  <a:pt x="674228" y="7834"/>
                </a:cubicBezTo>
                <a:lnTo>
                  <a:pt x="674228" y="10503"/>
                </a:lnTo>
                <a:cubicBezTo>
                  <a:pt x="673287" y="10274"/>
                  <a:pt x="672395" y="10104"/>
                  <a:pt x="671551" y="9995"/>
                </a:cubicBezTo>
                <a:cubicBezTo>
                  <a:pt x="670707" y="9886"/>
                  <a:pt x="669975" y="9832"/>
                  <a:pt x="669356" y="9832"/>
                </a:cubicBezTo>
                <a:cubicBezTo>
                  <a:pt x="668609" y="9832"/>
                  <a:pt x="667981" y="9889"/>
                  <a:pt x="667470" y="10004"/>
                </a:cubicBezTo>
                <a:cubicBezTo>
                  <a:pt x="666959" y="10119"/>
                  <a:pt x="666546" y="10277"/>
                  <a:pt x="666230" y="10478"/>
                </a:cubicBezTo>
                <a:cubicBezTo>
                  <a:pt x="665915" y="10678"/>
                  <a:pt x="665688" y="10914"/>
                  <a:pt x="665550" y="11184"/>
                </a:cubicBezTo>
                <a:cubicBezTo>
                  <a:pt x="665413" y="11453"/>
                  <a:pt x="665344" y="11743"/>
                  <a:pt x="665344" y="12053"/>
                </a:cubicBezTo>
                <a:cubicBezTo>
                  <a:pt x="665344" y="12363"/>
                  <a:pt x="665404" y="12644"/>
                  <a:pt x="665524" y="12897"/>
                </a:cubicBezTo>
                <a:cubicBezTo>
                  <a:pt x="665645" y="13149"/>
                  <a:pt x="665869" y="13393"/>
                  <a:pt x="666196" y="13629"/>
                </a:cubicBezTo>
                <a:cubicBezTo>
                  <a:pt x="666523" y="13864"/>
                  <a:pt x="666979" y="14099"/>
                  <a:pt x="667565" y="14335"/>
                </a:cubicBezTo>
                <a:cubicBezTo>
                  <a:pt x="668150" y="14570"/>
                  <a:pt x="668914" y="14825"/>
                  <a:pt x="669855" y="15101"/>
                </a:cubicBezTo>
                <a:cubicBezTo>
                  <a:pt x="670877" y="15399"/>
                  <a:pt x="671738" y="15712"/>
                  <a:pt x="672438" y="16039"/>
                </a:cubicBezTo>
                <a:cubicBezTo>
                  <a:pt x="673138" y="16366"/>
                  <a:pt x="673706" y="16731"/>
                  <a:pt x="674142" y="17133"/>
                </a:cubicBezTo>
                <a:cubicBezTo>
                  <a:pt x="674579" y="17534"/>
                  <a:pt x="674891" y="17988"/>
                  <a:pt x="675081" y="18493"/>
                </a:cubicBezTo>
                <a:cubicBezTo>
                  <a:pt x="675270" y="18998"/>
                  <a:pt x="675365" y="19572"/>
                  <a:pt x="675365" y="20215"/>
                </a:cubicBezTo>
                <a:close/>
                <a:moveTo>
                  <a:pt x="688154" y="19509"/>
                </a:moveTo>
                <a:cubicBezTo>
                  <a:pt x="688545" y="19509"/>
                  <a:pt x="688915" y="19583"/>
                  <a:pt x="689265" y="19733"/>
                </a:cubicBezTo>
                <a:cubicBezTo>
                  <a:pt x="689615" y="19882"/>
                  <a:pt x="689919" y="20088"/>
                  <a:pt x="690178" y="20352"/>
                </a:cubicBezTo>
                <a:cubicBezTo>
                  <a:pt x="690436" y="20616"/>
                  <a:pt x="690640" y="20924"/>
                  <a:pt x="690789" y="21274"/>
                </a:cubicBezTo>
                <a:cubicBezTo>
                  <a:pt x="690938" y="21624"/>
                  <a:pt x="691013" y="22000"/>
                  <a:pt x="691013" y="22401"/>
                </a:cubicBezTo>
                <a:cubicBezTo>
                  <a:pt x="691013" y="22792"/>
                  <a:pt x="690938" y="23159"/>
                  <a:pt x="690789" y="23503"/>
                </a:cubicBezTo>
                <a:cubicBezTo>
                  <a:pt x="690640" y="23848"/>
                  <a:pt x="690436" y="24149"/>
                  <a:pt x="690178" y="24407"/>
                </a:cubicBezTo>
                <a:cubicBezTo>
                  <a:pt x="689919" y="24666"/>
                  <a:pt x="689615" y="24869"/>
                  <a:pt x="689265" y="25019"/>
                </a:cubicBezTo>
                <a:cubicBezTo>
                  <a:pt x="688915" y="25168"/>
                  <a:pt x="688545" y="25243"/>
                  <a:pt x="688154" y="25243"/>
                </a:cubicBezTo>
                <a:cubicBezTo>
                  <a:pt x="687753" y="25243"/>
                  <a:pt x="687380" y="25168"/>
                  <a:pt x="687035" y="25019"/>
                </a:cubicBezTo>
                <a:cubicBezTo>
                  <a:pt x="686691" y="24869"/>
                  <a:pt x="686390" y="24666"/>
                  <a:pt x="686131" y="24407"/>
                </a:cubicBezTo>
                <a:cubicBezTo>
                  <a:pt x="685873" y="24149"/>
                  <a:pt x="685669" y="23848"/>
                  <a:pt x="685520" y="23503"/>
                </a:cubicBezTo>
                <a:cubicBezTo>
                  <a:pt x="685371" y="23159"/>
                  <a:pt x="685296" y="22792"/>
                  <a:pt x="685296" y="22401"/>
                </a:cubicBezTo>
                <a:cubicBezTo>
                  <a:pt x="685296" y="22000"/>
                  <a:pt x="685371" y="21624"/>
                  <a:pt x="685520" y="21274"/>
                </a:cubicBezTo>
                <a:cubicBezTo>
                  <a:pt x="685669" y="20924"/>
                  <a:pt x="685873" y="20616"/>
                  <a:pt x="686131" y="20352"/>
                </a:cubicBezTo>
                <a:cubicBezTo>
                  <a:pt x="686390" y="20088"/>
                  <a:pt x="686691" y="19882"/>
                  <a:pt x="687035" y="19733"/>
                </a:cubicBezTo>
                <a:cubicBezTo>
                  <a:pt x="687380" y="19583"/>
                  <a:pt x="687753" y="19509"/>
                  <a:pt x="688154" y="19509"/>
                </a:cubicBezTo>
                <a:close/>
                <a:moveTo>
                  <a:pt x="714781" y="15979"/>
                </a:moveTo>
                <a:cubicBezTo>
                  <a:pt x="714781" y="17517"/>
                  <a:pt x="714566" y="18860"/>
                  <a:pt x="714135" y="20008"/>
                </a:cubicBezTo>
                <a:cubicBezTo>
                  <a:pt x="713705" y="21156"/>
                  <a:pt x="713111" y="22109"/>
                  <a:pt x="712353" y="22866"/>
                </a:cubicBezTo>
                <a:cubicBezTo>
                  <a:pt x="711596" y="23624"/>
                  <a:pt x="710700" y="24192"/>
                  <a:pt x="709667" y="24571"/>
                </a:cubicBezTo>
                <a:cubicBezTo>
                  <a:pt x="708634" y="24950"/>
                  <a:pt x="707515" y="25139"/>
                  <a:pt x="706309" y="25139"/>
                </a:cubicBezTo>
                <a:cubicBezTo>
                  <a:pt x="705758" y="25139"/>
                  <a:pt x="705210" y="25111"/>
                  <a:pt x="704665" y="25053"/>
                </a:cubicBezTo>
                <a:cubicBezTo>
                  <a:pt x="704120" y="24996"/>
                  <a:pt x="703566" y="24898"/>
                  <a:pt x="703004" y="24760"/>
                </a:cubicBezTo>
                <a:lnTo>
                  <a:pt x="703004" y="31992"/>
                </a:lnTo>
                <a:lnTo>
                  <a:pt x="700007" y="31992"/>
                </a:lnTo>
                <a:lnTo>
                  <a:pt x="700007" y="7645"/>
                </a:lnTo>
                <a:lnTo>
                  <a:pt x="702676" y="7645"/>
                </a:lnTo>
                <a:lnTo>
                  <a:pt x="702866" y="10538"/>
                </a:lnTo>
                <a:cubicBezTo>
                  <a:pt x="703727" y="9355"/>
                  <a:pt x="704645" y="8526"/>
                  <a:pt x="705621" y="8050"/>
                </a:cubicBezTo>
                <a:cubicBezTo>
                  <a:pt x="706596" y="7573"/>
                  <a:pt x="707653" y="7335"/>
                  <a:pt x="708789" y="7335"/>
                </a:cubicBezTo>
                <a:cubicBezTo>
                  <a:pt x="709776" y="7335"/>
                  <a:pt x="710643" y="7542"/>
                  <a:pt x="711389" y="7955"/>
                </a:cubicBezTo>
                <a:cubicBezTo>
                  <a:pt x="712135" y="8368"/>
                  <a:pt x="712761" y="8951"/>
                  <a:pt x="713266" y="9703"/>
                </a:cubicBezTo>
                <a:cubicBezTo>
                  <a:pt x="713771" y="10455"/>
                  <a:pt x="714150" y="11361"/>
                  <a:pt x="714402" y="12423"/>
                </a:cubicBezTo>
                <a:cubicBezTo>
                  <a:pt x="714655" y="13485"/>
                  <a:pt x="714781" y="14670"/>
                  <a:pt x="714781" y="15979"/>
                </a:cubicBezTo>
                <a:moveTo>
                  <a:pt x="711716" y="16117"/>
                </a:moveTo>
                <a:cubicBezTo>
                  <a:pt x="711716" y="15210"/>
                  <a:pt x="711650" y="14378"/>
                  <a:pt x="711518" y="13620"/>
                </a:cubicBezTo>
                <a:cubicBezTo>
                  <a:pt x="711386" y="12862"/>
                  <a:pt x="711177" y="12214"/>
                  <a:pt x="710890" y="11674"/>
                </a:cubicBezTo>
                <a:cubicBezTo>
                  <a:pt x="710603" y="11135"/>
                  <a:pt x="710235" y="10713"/>
                  <a:pt x="709788" y="10409"/>
                </a:cubicBezTo>
                <a:cubicBezTo>
                  <a:pt x="709340" y="10104"/>
                  <a:pt x="708806" y="9952"/>
                  <a:pt x="708186" y="9952"/>
                </a:cubicBezTo>
                <a:cubicBezTo>
                  <a:pt x="707808" y="9952"/>
                  <a:pt x="707423" y="10013"/>
                  <a:pt x="707033" y="10133"/>
                </a:cubicBezTo>
                <a:cubicBezTo>
                  <a:pt x="706642" y="10254"/>
                  <a:pt x="706238" y="10455"/>
                  <a:pt x="705819" y="10736"/>
                </a:cubicBezTo>
                <a:cubicBezTo>
                  <a:pt x="705400" y="11017"/>
                  <a:pt x="704958" y="11390"/>
                  <a:pt x="704493" y="11855"/>
                </a:cubicBezTo>
                <a:cubicBezTo>
                  <a:pt x="704028" y="12320"/>
                  <a:pt x="703532" y="12897"/>
                  <a:pt x="703004" y="13586"/>
                </a:cubicBezTo>
                <a:lnTo>
                  <a:pt x="703004" y="21971"/>
                </a:lnTo>
                <a:cubicBezTo>
                  <a:pt x="703555" y="22201"/>
                  <a:pt x="704134" y="22381"/>
                  <a:pt x="704743" y="22513"/>
                </a:cubicBezTo>
                <a:cubicBezTo>
                  <a:pt x="705351" y="22645"/>
                  <a:pt x="705948" y="22711"/>
                  <a:pt x="706533" y="22711"/>
                </a:cubicBezTo>
                <a:cubicBezTo>
                  <a:pt x="708152" y="22711"/>
                  <a:pt x="709420" y="22163"/>
                  <a:pt x="710339" y="21067"/>
                </a:cubicBezTo>
                <a:cubicBezTo>
                  <a:pt x="711257" y="19971"/>
                  <a:pt x="711716" y="18321"/>
                  <a:pt x="711716" y="16117"/>
                </a:cubicBezTo>
                <a:close/>
                <a:moveTo>
                  <a:pt x="720390" y="7645"/>
                </a:moveTo>
                <a:lnTo>
                  <a:pt x="723128" y="7645"/>
                </a:lnTo>
                <a:lnTo>
                  <a:pt x="723214" y="10822"/>
                </a:lnTo>
                <a:cubicBezTo>
                  <a:pt x="724236" y="9597"/>
                  <a:pt x="725243" y="8710"/>
                  <a:pt x="726236" y="8160"/>
                </a:cubicBezTo>
                <a:cubicBezTo>
                  <a:pt x="727229" y="7610"/>
                  <a:pt x="728231" y="7335"/>
                  <a:pt x="729241" y="7335"/>
                </a:cubicBezTo>
                <a:cubicBezTo>
                  <a:pt x="731032" y="7335"/>
                  <a:pt x="732389" y="7913"/>
                  <a:pt x="733313" y="9070"/>
                </a:cubicBezTo>
                <a:cubicBezTo>
                  <a:pt x="734237" y="10226"/>
                  <a:pt x="734665" y="11944"/>
                  <a:pt x="734596" y="14223"/>
                </a:cubicBezTo>
                <a:lnTo>
                  <a:pt x="731565" y="14223"/>
                </a:lnTo>
                <a:cubicBezTo>
                  <a:pt x="731600" y="12713"/>
                  <a:pt x="731379" y="11619"/>
                  <a:pt x="730902" y="10939"/>
                </a:cubicBezTo>
                <a:cubicBezTo>
                  <a:pt x="730426" y="10258"/>
                  <a:pt x="729729" y="9918"/>
                  <a:pt x="728810" y="9918"/>
                </a:cubicBezTo>
                <a:cubicBezTo>
                  <a:pt x="728409" y="9918"/>
                  <a:pt x="728004" y="9989"/>
                  <a:pt x="727596" y="10133"/>
                </a:cubicBezTo>
                <a:cubicBezTo>
                  <a:pt x="727189" y="10275"/>
                  <a:pt x="726770" y="10504"/>
                  <a:pt x="726339" y="10818"/>
                </a:cubicBezTo>
                <a:cubicBezTo>
                  <a:pt x="725909" y="11132"/>
                  <a:pt x="725453" y="11535"/>
                  <a:pt x="724971" y="12027"/>
                </a:cubicBezTo>
                <a:cubicBezTo>
                  <a:pt x="724488" y="12519"/>
                  <a:pt x="723972" y="13113"/>
                  <a:pt x="723421" y="13810"/>
                </a:cubicBezTo>
                <a:lnTo>
                  <a:pt x="723421" y="24933"/>
                </a:lnTo>
                <a:lnTo>
                  <a:pt x="720390" y="24933"/>
                </a:lnTo>
                <a:lnTo>
                  <a:pt x="720390" y="7645"/>
                </a:lnTo>
                <a:close/>
                <a:moveTo>
                  <a:pt x="754411" y="16151"/>
                </a:moveTo>
                <a:cubicBezTo>
                  <a:pt x="754411" y="17494"/>
                  <a:pt x="754222" y="18725"/>
                  <a:pt x="753843" y="19844"/>
                </a:cubicBezTo>
                <a:cubicBezTo>
                  <a:pt x="753464" y="20964"/>
                  <a:pt x="752919" y="21922"/>
                  <a:pt x="752207" y="22720"/>
                </a:cubicBezTo>
                <a:cubicBezTo>
                  <a:pt x="751495" y="23518"/>
                  <a:pt x="750629" y="24138"/>
                  <a:pt x="749607" y="24580"/>
                </a:cubicBezTo>
                <a:cubicBezTo>
                  <a:pt x="748585" y="25022"/>
                  <a:pt x="747426" y="25243"/>
                  <a:pt x="746129" y="25243"/>
                </a:cubicBezTo>
                <a:cubicBezTo>
                  <a:pt x="744889" y="25243"/>
                  <a:pt x="743779" y="25050"/>
                  <a:pt x="742797" y="24666"/>
                </a:cubicBezTo>
                <a:cubicBezTo>
                  <a:pt x="741816" y="24281"/>
                  <a:pt x="740983" y="23716"/>
                  <a:pt x="740300" y="22970"/>
                </a:cubicBezTo>
                <a:cubicBezTo>
                  <a:pt x="739617" y="22224"/>
                  <a:pt x="739095" y="21299"/>
                  <a:pt x="738734" y="20197"/>
                </a:cubicBezTo>
                <a:cubicBezTo>
                  <a:pt x="738372" y="19095"/>
                  <a:pt x="738191" y="17827"/>
                  <a:pt x="738191" y="16392"/>
                </a:cubicBezTo>
                <a:cubicBezTo>
                  <a:pt x="738191" y="15049"/>
                  <a:pt x="738381" y="13824"/>
                  <a:pt x="738759" y="12716"/>
                </a:cubicBezTo>
                <a:cubicBezTo>
                  <a:pt x="739138" y="11608"/>
                  <a:pt x="739683" y="10655"/>
                  <a:pt x="740395" y="9858"/>
                </a:cubicBezTo>
                <a:cubicBezTo>
                  <a:pt x="741107" y="9060"/>
                  <a:pt x="741974" y="8440"/>
                  <a:pt x="742995" y="7998"/>
                </a:cubicBezTo>
                <a:cubicBezTo>
                  <a:pt x="744017" y="7556"/>
                  <a:pt x="745176" y="7335"/>
                  <a:pt x="746473" y="7335"/>
                </a:cubicBezTo>
                <a:cubicBezTo>
                  <a:pt x="747713" y="7335"/>
                  <a:pt x="748824" y="7527"/>
                  <a:pt x="749805" y="7912"/>
                </a:cubicBezTo>
                <a:cubicBezTo>
                  <a:pt x="750787" y="8297"/>
                  <a:pt x="751619" y="8859"/>
                  <a:pt x="752302" y="9599"/>
                </a:cubicBezTo>
                <a:cubicBezTo>
                  <a:pt x="752985" y="10340"/>
                  <a:pt x="753507" y="11261"/>
                  <a:pt x="753869" y="12363"/>
                </a:cubicBezTo>
                <a:cubicBezTo>
                  <a:pt x="754230" y="13465"/>
                  <a:pt x="754411" y="14728"/>
                  <a:pt x="754411" y="16151"/>
                </a:cubicBezTo>
                <a:moveTo>
                  <a:pt x="751346" y="16289"/>
                </a:moveTo>
                <a:cubicBezTo>
                  <a:pt x="751346" y="15221"/>
                  <a:pt x="751229" y="14289"/>
                  <a:pt x="750993" y="13491"/>
                </a:cubicBezTo>
                <a:cubicBezTo>
                  <a:pt x="750758" y="12693"/>
                  <a:pt x="750422" y="12027"/>
                  <a:pt x="749986" y="11493"/>
                </a:cubicBezTo>
                <a:cubicBezTo>
                  <a:pt x="749550" y="10960"/>
                  <a:pt x="749019" y="10558"/>
                  <a:pt x="748393" y="10288"/>
                </a:cubicBezTo>
                <a:cubicBezTo>
                  <a:pt x="747768" y="10018"/>
                  <a:pt x="747070" y="9883"/>
                  <a:pt x="746301" y="9883"/>
                </a:cubicBezTo>
                <a:cubicBezTo>
                  <a:pt x="745406" y="9883"/>
                  <a:pt x="744640" y="10059"/>
                  <a:pt x="744002" y="10409"/>
                </a:cubicBezTo>
                <a:cubicBezTo>
                  <a:pt x="743365" y="10759"/>
                  <a:pt x="742843" y="11227"/>
                  <a:pt x="742436" y="11812"/>
                </a:cubicBezTo>
                <a:cubicBezTo>
                  <a:pt x="742028" y="12397"/>
                  <a:pt x="741730" y="13078"/>
                  <a:pt x="741540" y="13852"/>
                </a:cubicBezTo>
                <a:cubicBezTo>
                  <a:pt x="741351" y="14627"/>
                  <a:pt x="741256" y="15439"/>
                  <a:pt x="741256" y="16289"/>
                </a:cubicBezTo>
                <a:cubicBezTo>
                  <a:pt x="741256" y="17356"/>
                  <a:pt x="741374" y="18292"/>
                  <a:pt x="741609" y="19095"/>
                </a:cubicBezTo>
                <a:cubicBezTo>
                  <a:pt x="741844" y="19899"/>
                  <a:pt x="742180" y="20568"/>
                  <a:pt x="742616" y="21101"/>
                </a:cubicBezTo>
                <a:cubicBezTo>
                  <a:pt x="743053" y="21635"/>
                  <a:pt x="743581" y="22037"/>
                  <a:pt x="744200" y="22307"/>
                </a:cubicBezTo>
                <a:cubicBezTo>
                  <a:pt x="744820" y="22577"/>
                  <a:pt x="745521" y="22711"/>
                  <a:pt x="746301" y="22711"/>
                </a:cubicBezTo>
                <a:cubicBezTo>
                  <a:pt x="747197" y="22711"/>
                  <a:pt x="747963" y="22536"/>
                  <a:pt x="748600" y="22186"/>
                </a:cubicBezTo>
                <a:cubicBezTo>
                  <a:pt x="749237" y="21836"/>
                  <a:pt x="749759" y="21368"/>
                  <a:pt x="750167" y="20783"/>
                </a:cubicBezTo>
                <a:cubicBezTo>
                  <a:pt x="750574" y="20197"/>
                  <a:pt x="750873" y="19517"/>
                  <a:pt x="751062" y="18742"/>
                </a:cubicBezTo>
                <a:cubicBezTo>
                  <a:pt x="751252" y="17968"/>
                  <a:pt x="751346" y="17150"/>
                  <a:pt x="751346" y="16289"/>
                </a:cubicBezTo>
                <a:close/>
                <a:moveTo>
                  <a:pt x="773813" y="15979"/>
                </a:moveTo>
                <a:cubicBezTo>
                  <a:pt x="773813" y="17517"/>
                  <a:pt x="773597" y="18860"/>
                  <a:pt x="773167" y="20008"/>
                </a:cubicBezTo>
                <a:cubicBezTo>
                  <a:pt x="772737" y="21156"/>
                  <a:pt x="772143" y="22109"/>
                  <a:pt x="771385" y="22866"/>
                </a:cubicBezTo>
                <a:cubicBezTo>
                  <a:pt x="770627" y="23624"/>
                  <a:pt x="769732" y="24192"/>
                  <a:pt x="768699" y="24571"/>
                </a:cubicBezTo>
                <a:cubicBezTo>
                  <a:pt x="767666" y="24950"/>
                  <a:pt x="766546" y="25139"/>
                  <a:pt x="765341" y="25139"/>
                </a:cubicBezTo>
                <a:cubicBezTo>
                  <a:pt x="764790" y="25139"/>
                  <a:pt x="764242" y="25111"/>
                  <a:pt x="763697" y="25053"/>
                </a:cubicBezTo>
                <a:cubicBezTo>
                  <a:pt x="763152" y="24996"/>
                  <a:pt x="762598" y="24898"/>
                  <a:pt x="762035" y="24760"/>
                </a:cubicBezTo>
                <a:lnTo>
                  <a:pt x="762035" y="31992"/>
                </a:lnTo>
                <a:lnTo>
                  <a:pt x="759039" y="31992"/>
                </a:lnTo>
                <a:lnTo>
                  <a:pt x="759039" y="7645"/>
                </a:lnTo>
                <a:lnTo>
                  <a:pt x="761708" y="7645"/>
                </a:lnTo>
                <a:lnTo>
                  <a:pt x="761897" y="10538"/>
                </a:lnTo>
                <a:cubicBezTo>
                  <a:pt x="762758" y="9355"/>
                  <a:pt x="763677" y="8526"/>
                  <a:pt x="764652" y="8050"/>
                </a:cubicBezTo>
                <a:cubicBezTo>
                  <a:pt x="765628" y="7573"/>
                  <a:pt x="766684" y="7335"/>
                  <a:pt x="767821" y="7335"/>
                </a:cubicBezTo>
                <a:cubicBezTo>
                  <a:pt x="768808" y="7335"/>
                  <a:pt x="769675" y="7542"/>
                  <a:pt x="770421" y="7955"/>
                </a:cubicBezTo>
                <a:cubicBezTo>
                  <a:pt x="771167" y="8368"/>
                  <a:pt x="771792" y="8951"/>
                  <a:pt x="772297" y="9703"/>
                </a:cubicBezTo>
                <a:cubicBezTo>
                  <a:pt x="772803" y="10455"/>
                  <a:pt x="773181" y="11361"/>
                  <a:pt x="773434" y="12423"/>
                </a:cubicBezTo>
                <a:cubicBezTo>
                  <a:pt x="773686" y="13485"/>
                  <a:pt x="773813" y="14670"/>
                  <a:pt x="773813" y="15979"/>
                </a:cubicBezTo>
                <a:moveTo>
                  <a:pt x="770748" y="16117"/>
                </a:moveTo>
                <a:cubicBezTo>
                  <a:pt x="770748" y="15210"/>
                  <a:pt x="770682" y="14378"/>
                  <a:pt x="770550" y="13620"/>
                </a:cubicBezTo>
                <a:cubicBezTo>
                  <a:pt x="770418" y="12862"/>
                  <a:pt x="770208" y="12214"/>
                  <a:pt x="769921" y="11674"/>
                </a:cubicBezTo>
                <a:cubicBezTo>
                  <a:pt x="769634" y="11135"/>
                  <a:pt x="769267" y="10713"/>
                  <a:pt x="768819" y="10409"/>
                </a:cubicBezTo>
                <a:cubicBezTo>
                  <a:pt x="768372" y="10104"/>
                  <a:pt x="767838" y="9952"/>
                  <a:pt x="767218" y="9952"/>
                </a:cubicBezTo>
                <a:cubicBezTo>
                  <a:pt x="766839" y="9952"/>
                  <a:pt x="766455" y="10013"/>
                  <a:pt x="766064" y="10133"/>
                </a:cubicBezTo>
                <a:cubicBezTo>
                  <a:pt x="765674" y="10254"/>
                  <a:pt x="765269" y="10455"/>
                  <a:pt x="764850" y="10736"/>
                </a:cubicBezTo>
                <a:cubicBezTo>
                  <a:pt x="764431" y="11017"/>
                  <a:pt x="763989" y="11390"/>
                  <a:pt x="763525" y="11855"/>
                </a:cubicBezTo>
                <a:cubicBezTo>
                  <a:pt x="763060" y="12320"/>
                  <a:pt x="762563" y="12897"/>
                  <a:pt x="762035" y="13586"/>
                </a:cubicBezTo>
                <a:lnTo>
                  <a:pt x="762035" y="21971"/>
                </a:lnTo>
                <a:cubicBezTo>
                  <a:pt x="762586" y="22201"/>
                  <a:pt x="763166" y="22381"/>
                  <a:pt x="763774" y="22513"/>
                </a:cubicBezTo>
                <a:cubicBezTo>
                  <a:pt x="764383" y="22645"/>
                  <a:pt x="764980" y="22711"/>
                  <a:pt x="765565" y="22711"/>
                </a:cubicBezTo>
                <a:cubicBezTo>
                  <a:pt x="767184" y="22711"/>
                  <a:pt x="768452" y="22163"/>
                  <a:pt x="769370" y="21067"/>
                </a:cubicBezTo>
                <a:cubicBezTo>
                  <a:pt x="770289" y="19971"/>
                  <a:pt x="770748" y="18321"/>
                  <a:pt x="770748" y="16117"/>
                </a:cubicBezTo>
                <a:close/>
                <a:moveTo>
                  <a:pt x="791382" y="20215"/>
                </a:moveTo>
                <a:cubicBezTo>
                  <a:pt x="791382" y="20823"/>
                  <a:pt x="791279" y="21368"/>
                  <a:pt x="791072" y="21850"/>
                </a:cubicBezTo>
                <a:cubicBezTo>
                  <a:pt x="790866" y="22333"/>
                  <a:pt x="790584" y="22760"/>
                  <a:pt x="790229" y="23133"/>
                </a:cubicBezTo>
                <a:cubicBezTo>
                  <a:pt x="789873" y="23506"/>
                  <a:pt x="789460" y="23825"/>
                  <a:pt x="788989" y="24089"/>
                </a:cubicBezTo>
                <a:cubicBezTo>
                  <a:pt x="788518" y="24353"/>
                  <a:pt x="788016" y="24571"/>
                  <a:pt x="787482" y="24743"/>
                </a:cubicBezTo>
                <a:cubicBezTo>
                  <a:pt x="786948" y="24915"/>
                  <a:pt x="786400" y="25042"/>
                  <a:pt x="785838" y="25122"/>
                </a:cubicBezTo>
                <a:cubicBezTo>
                  <a:pt x="785275" y="25202"/>
                  <a:pt x="784724" y="25243"/>
                  <a:pt x="784185" y="25243"/>
                </a:cubicBezTo>
                <a:cubicBezTo>
                  <a:pt x="783014" y="25243"/>
                  <a:pt x="781938" y="25191"/>
                  <a:pt x="780956" y="25088"/>
                </a:cubicBezTo>
                <a:cubicBezTo>
                  <a:pt x="779975" y="24984"/>
                  <a:pt x="779014" y="24818"/>
                  <a:pt x="778072" y="24588"/>
                </a:cubicBezTo>
                <a:lnTo>
                  <a:pt x="778072" y="21833"/>
                </a:lnTo>
                <a:cubicBezTo>
                  <a:pt x="779082" y="22120"/>
                  <a:pt x="780087" y="22338"/>
                  <a:pt x="781086" y="22488"/>
                </a:cubicBezTo>
                <a:cubicBezTo>
                  <a:pt x="782084" y="22637"/>
                  <a:pt x="783077" y="22711"/>
                  <a:pt x="784064" y="22711"/>
                </a:cubicBezTo>
                <a:cubicBezTo>
                  <a:pt x="785499" y="22711"/>
                  <a:pt x="786561" y="22516"/>
                  <a:pt x="787250" y="22126"/>
                </a:cubicBezTo>
                <a:cubicBezTo>
                  <a:pt x="787939" y="21736"/>
                  <a:pt x="788283" y="21179"/>
                  <a:pt x="788283" y="20456"/>
                </a:cubicBezTo>
                <a:cubicBezTo>
                  <a:pt x="788283" y="20146"/>
                  <a:pt x="788228" y="19867"/>
                  <a:pt x="788119" y="19621"/>
                </a:cubicBezTo>
                <a:cubicBezTo>
                  <a:pt x="788010" y="19374"/>
                  <a:pt x="787812" y="19139"/>
                  <a:pt x="787525" y="18915"/>
                </a:cubicBezTo>
                <a:cubicBezTo>
                  <a:pt x="787238" y="18691"/>
                  <a:pt x="786793" y="18458"/>
                  <a:pt x="786191" y="18217"/>
                </a:cubicBezTo>
                <a:cubicBezTo>
                  <a:pt x="785588" y="17976"/>
                  <a:pt x="784765" y="17701"/>
                  <a:pt x="783720" y="17391"/>
                </a:cubicBezTo>
                <a:cubicBezTo>
                  <a:pt x="782939" y="17161"/>
                  <a:pt x="782219" y="16900"/>
                  <a:pt x="781559" y="16607"/>
                </a:cubicBezTo>
                <a:cubicBezTo>
                  <a:pt x="780899" y="16315"/>
                  <a:pt x="780328" y="15967"/>
                  <a:pt x="779846" y="15566"/>
                </a:cubicBezTo>
                <a:cubicBezTo>
                  <a:pt x="779364" y="15164"/>
                  <a:pt x="778985" y="14693"/>
                  <a:pt x="778709" y="14154"/>
                </a:cubicBezTo>
                <a:cubicBezTo>
                  <a:pt x="778434" y="13614"/>
                  <a:pt x="778296" y="12977"/>
                  <a:pt x="778296" y="12242"/>
                </a:cubicBezTo>
                <a:cubicBezTo>
                  <a:pt x="778296" y="11760"/>
                  <a:pt x="778408" y="11232"/>
                  <a:pt x="778632" y="10658"/>
                </a:cubicBezTo>
                <a:cubicBezTo>
                  <a:pt x="778856" y="10084"/>
                  <a:pt x="779237" y="9551"/>
                  <a:pt x="779777" y="9057"/>
                </a:cubicBezTo>
                <a:cubicBezTo>
                  <a:pt x="780316" y="8563"/>
                  <a:pt x="781045" y="8153"/>
                  <a:pt x="781964" y="7826"/>
                </a:cubicBezTo>
                <a:cubicBezTo>
                  <a:pt x="782882" y="7499"/>
                  <a:pt x="784030" y="7335"/>
                  <a:pt x="785407" y="7335"/>
                </a:cubicBezTo>
                <a:cubicBezTo>
                  <a:pt x="786085" y="7335"/>
                  <a:pt x="786837" y="7372"/>
                  <a:pt x="787663" y="7447"/>
                </a:cubicBezTo>
                <a:cubicBezTo>
                  <a:pt x="788490" y="7522"/>
                  <a:pt x="789350" y="7651"/>
                  <a:pt x="790246" y="7834"/>
                </a:cubicBezTo>
                <a:lnTo>
                  <a:pt x="790246" y="10503"/>
                </a:lnTo>
                <a:cubicBezTo>
                  <a:pt x="789305" y="10274"/>
                  <a:pt x="788412" y="10104"/>
                  <a:pt x="787568" y="9995"/>
                </a:cubicBezTo>
                <a:cubicBezTo>
                  <a:pt x="786725" y="9886"/>
                  <a:pt x="785993" y="9832"/>
                  <a:pt x="785373" y="9832"/>
                </a:cubicBezTo>
                <a:cubicBezTo>
                  <a:pt x="784627" y="9832"/>
                  <a:pt x="783998" y="9889"/>
                  <a:pt x="783488" y="10004"/>
                </a:cubicBezTo>
                <a:cubicBezTo>
                  <a:pt x="782977" y="10119"/>
                  <a:pt x="782563" y="10277"/>
                  <a:pt x="782248" y="10478"/>
                </a:cubicBezTo>
                <a:cubicBezTo>
                  <a:pt x="781932" y="10678"/>
                  <a:pt x="781705" y="10914"/>
                  <a:pt x="781568" y="11184"/>
                </a:cubicBezTo>
                <a:cubicBezTo>
                  <a:pt x="781430" y="11453"/>
                  <a:pt x="781361" y="11743"/>
                  <a:pt x="781361" y="12053"/>
                </a:cubicBezTo>
                <a:cubicBezTo>
                  <a:pt x="781361" y="12363"/>
                  <a:pt x="781421" y="12644"/>
                  <a:pt x="781542" y="12897"/>
                </a:cubicBezTo>
                <a:cubicBezTo>
                  <a:pt x="781662" y="13149"/>
                  <a:pt x="781886" y="13393"/>
                  <a:pt x="782213" y="13629"/>
                </a:cubicBezTo>
                <a:cubicBezTo>
                  <a:pt x="782540" y="13864"/>
                  <a:pt x="782997" y="14099"/>
                  <a:pt x="783582" y="14335"/>
                </a:cubicBezTo>
                <a:cubicBezTo>
                  <a:pt x="784168" y="14570"/>
                  <a:pt x="784931" y="14825"/>
                  <a:pt x="785872" y="15101"/>
                </a:cubicBezTo>
                <a:cubicBezTo>
                  <a:pt x="786894" y="15399"/>
                  <a:pt x="787755" y="15712"/>
                  <a:pt x="788455" y="16039"/>
                </a:cubicBezTo>
                <a:cubicBezTo>
                  <a:pt x="789155" y="16366"/>
                  <a:pt x="789724" y="16731"/>
                  <a:pt x="790160" y="17133"/>
                </a:cubicBezTo>
                <a:cubicBezTo>
                  <a:pt x="790596" y="17534"/>
                  <a:pt x="790909" y="17988"/>
                  <a:pt x="791098" y="18493"/>
                </a:cubicBezTo>
                <a:cubicBezTo>
                  <a:pt x="791288" y="18998"/>
                  <a:pt x="791382" y="19572"/>
                  <a:pt x="791382" y="20215"/>
                </a:cubicBezTo>
                <a:close/>
                <a:moveTo>
                  <a:pt x="799168" y="28462"/>
                </a:moveTo>
                <a:cubicBezTo>
                  <a:pt x="799753" y="28485"/>
                  <a:pt x="800321" y="28433"/>
                  <a:pt x="800872" y="28306"/>
                </a:cubicBezTo>
                <a:cubicBezTo>
                  <a:pt x="801423" y="28180"/>
                  <a:pt x="801908" y="27992"/>
                  <a:pt x="802327" y="27744"/>
                </a:cubicBezTo>
                <a:cubicBezTo>
                  <a:pt x="802746" y="27496"/>
                  <a:pt x="803082" y="27188"/>
                  <a:pt x="803335" y="26819"/>
                </a:cubicBezTo>
                <a:cubicBezTo>
                  <a:pt x="803587" y="26450"/>
                  <a:pt x="803713" y="26029"/>
                  <a:pt x="803713" y="25556"/>
                </a:cubicBezTo>
                <a:cubicBezTo>
                  <a:pt x="803713" y="25071"/>
                  <a:pt x="803630" y="24680"/>
                  <a:pt x="803464" y="24382"/>
                </a:cubicBezTo>
                <a:cubicBezTo>
                  <a:pt x="803297" y="24083"/>
                  <a:pt x="803111" y="23808"/>
                  <a:pt x="802904" y="23555"/>
                </a:cubicBezTo>
                <a:cubicBezTo>
                  <a:pt x="802697" y="23303"/>
                  <a:pt x="802511" y="23033"/>
                  <a:pt x="802344" y="22746"/>
                </a:cubicBezTo>
                <a:cubicBezTo>
                  <a:pt x="802178" y="22459"/>
                  <a:pt x="802095" y="22074"/>
                  <a:pt x="802095" y="21592"/>
                </a:cubicBezTo>
                <a:cubicBezTo>
                  <a:pt x="802095" y="21351"/>
                  <a:pt x="802141" y="21099"/>
                  <a:pt x="802233" y="20835"/>
                </a:cubicBezTo>
                <a:cubicBezTo>
                  <a:pt x="802324" y="20571"/>
                  <a:pt x="802465" y="20329"/>
                  <a:pt x="802654" y="20111"/>
                </a:cubicBezTo>
                <a:cubicBezTo>
                  <a:pt x="802844" y="19893"/>
                  <a:pt x="803085" y="19715"/>
                  <a:pt x="803378" y="19578"/>
                </a:cubicBezTo>
                <a:cubicBezTo>
                  <a:pt x="803670" y="19440"/>
                  <a:pt x="804018" y="19371"/>
                  <a:pt x="804419" y="19371"/>
                </a:cubicBezTo>
                <a:cubicBezTo>
                  <a:pt x="804821" y="19371"/>
                  <a:pt x="805209" y="19454"/>
                  <a:pt x="805582" y="19621"/>
                </a:cubicBezTo>
                <a:cubicBezTo>
                  <a:pt x="805955" y="19788"/>
                  <a:pt x="806282" y="20043"/>
                  <a:pt x="806563" y="20388"/>
                </a:cubicBezTo>
                <a:cubicBezTo>
                  <a:pt x="806844" y="20733"/>
                  <a:pt x="807068" y="21164"/>
                  <a:pt x="807235" y="21682"/>
                </a:cubicBezTo>
                <a:cubicBezTo>
                  <a:pt x="807401" y="22199"/>
                  <a:pt x="807484" y="22809"/>
                  <a:pt x="807484" y="23510"/>
                </a:cubicBezTo>
                <a:cubicBezTo>
                  <a:pt x="807484" y="24464"/>
                  <a:pt x="807309" y="25381"/>
                  <a:pt x="806959" y="26260"/>
                </a:cubicBezTo>
                <a:cubicBezTo>
                  <a:pt x="806609" y="27140"/>
                  <a:pt x="806087" y="27919"/>
                  <a:pt x="805392" y="28597"/>
                </a:cubicBezTo>
                <a:cubicBezTo>
                  <a:pt x="804698" y="29275"/>
                  <a:pt x="803831" y="29816"/>
                  <a:pt x="802792" y="30218"/>
                </a:cubicBezTo>
                <a:cubicBezTo>
                  <a:pt x="801753" y="30620"/>
                  <a:pt x="800545" y="30821"/>
                  <a:pt x="799168" y="30821"/>
                </a:cubicBezTo>
                <a:lnTo>
                  <a:pt x="799168" y="28462"/>
                </a:lnTo>
                <a:moveTo>
                  <a:pt x="804557" y="7335"/>
                </a:moveTo>
                <a:cubicBezTo>
                  <a:pt x="804913" y="7335"/>
                  <a:pt x="805252" y="7407"/>
                  <a:pt x="805573" y="7550"/>
                </a:cubicBezTo>
                <a:cubicBezTo>
                  <a:pt x="805894" y="7694"/>
                  <a:pt x="806176" y="7886"/>
                  <a:pt x="806417" y="8127"/>
                </a:cubicBezTo>
                <a:cubicBezTo>
                  <a:pt x="806658" y="8368"/>
                  <a:pt x="806850" y="8649"/>
                  <a:pt x="806993" y="8971"/>
                </a:cubicBezTo>
                <a:cubicBezTo>
                  <a:pt x="807137" y="9292"/>
                  <a:pt x="807209" y="9631"/>
                  <a:pt x="807209" y="9987"/>
                </a:cubicBezTo>
                <a:cubicBezTo>
                  <a:pt x="807209" y="10354"/>
                  <a:pt x="807137" y="10696"/>
                  <a:pt x="806993" y="11011"/>
                </a:cubicBezTo>
                <a:cubicBezTo>
                  <a:pt x="806850" y="11327"/>
                  <a:pt x="806658" y="11605"/>
                  <a:pt x="806417" y="11846"/>
                </a:cubicBezTo>
                <a:cubicBezTo>
                  <a:pt x="806176" y="12087"/>
                  <a:pt x="805894" y="12277"/>
                  <a:pt x="805573" y="12415"/>
                </a:cubicBezTo>
                <a:cubicBezTo>
                  <a:pt x="805252" y="12552"/>
                  <a:pt x="804913" y="12621"/>
                  <a:pt x="804557" y="12621"/>
                </a:cubicBezTo>
                <a:cubicBezTo>
                  <a:pt x="804190" y="12621"/>
                  <a:pt x="803848" y="12552"/>
                  <a:pt x="803533" y="12415"/>
                </a:cubicBezTo>
                <a:cubicBezTo>
                  <a:pt x="803217" y="12277"/>
                  <a:pt x="802939" y="12087"/>
                  <a:pt x="802697" y="11846"/>
                </a:cubicBezTo>
                <a:cubicBezTo>
                  <a:pt x="802456" y="11605"/>
                  <a:pt x="802267" y="11327"/>
                  <a:pt x="802129" y="11011"/>
                </a:cubicBezTo>
                <a:cubicBezTo>
                  <a:pt x="801991" y="10696"/>
                  <a:pt x="801923" y="10354"/>
                  <a:pt x="801923" y="9987"/>
                </a:cubicBezTo>
                <a:cubicBezTo>
                  <a:pt x="801923" y="9631"/>
                  <a:pt x="801991" y="9292"/>
                  <a:pt x="802129" y="8971"/>
                </a:cubicBezTo>
                <a:cubicBezTo>
                  <a:pt x="802267" y="8649"/>
                  <a:pt x="802456" y="8368"/>
                  <a:pt x="802697" y="8127"/>
                </a:cubicBezTo>
                <a:cubicBezTo>
                  <a:pt x="802939" y="7886"/>
                  <a:pt x="803217" y="7694"/>
                  <a:pt x="803533" y="7550"/>
                </a:cubicBezTo>
                <a:cubicBezTo>
                  <a:pt x="803848" y="7407"/>
                  <a:pt x="804190" y="7335"/>
                  <a:pt x="804557" y="7335"/>
                </a:cubicBez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Text +">
            <a:extLst xmlns:a="http://schemas.openxmlformats.org/drawingml/2006/main">
              <a:ext uri="{FF2B5EF4-FFF2-40B4-BE49-F238E27FC236}">
                <a16:creationId xmlns:a16="http://schemas.microsoft.com/office/drawing/2014/main" id="{D43A28A9-4CBD-4529-9C4D-ADAA5C15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242" y="9584156"/>
            <a:ext cx="16495" cy="16633"/>
          </a:xfrm>
          <a:custGeom xmlns:a="http://schemas.openxmlformats.org/drawingml/2006/main">
            <a:pathLst>
              <a:path w="16495" h="16633">
                <a:moveTo>
                  <a:pt x="16495" y="9608"/>
                </a:moveTo>
                <a:lnTo>
                  <a:pt x="9729" y="9608"/>
                </a:lnTo>
                <a:lnTo>
                  <a:pt x="9729" y="16633"/>
                </a:lnTo>
                <a:lnTo>
                  <a:pt x="6767" y="16633"/>
                </a:lnTo>
                <a:lnTo>
                  <a:pt x="6767" y="9608"/>
                </a:lnTo>
                <a:lnTo>
                  <a:pt x="0" y="9608"/>
                </a:lnTo>
                <a:lnTo>
                  <a:pt x="0" y="6991"/>
                </a:lnTo>
                <a:lnTo>
                  <a:pt x="6767" y="6991"/>
                </a:lnTo>
                <a:lnTo>
                  <a:pt x="6767" y="0"/>
                </a:lnTo>
                <a:lnTo>
                  <a:pt x="9729" y="0"/>
                </a:lnTo>
                <a:lnTo>
                  <a:pt x="9729" y="6991"/>
                </a:lnTo>
                <a:lnTo>
                  <a:pt x="16495" y="6991"/>
                </a:lnTo>
                <a:lnTo>
                  <a:pt x="16495" y="9608"/>
                </a:ln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Text constdropDownNode=this.popup.getInstance&amp;&amp;this.popup.getInstance();">
            <a:extLst xmlns:a="http://schemas.openxmlformats.org/drawingml/2006/main">
              <a:ext uri="{FF2B5EF4-FFF2-40B4-BE49-F238E27FC236}">
                <a16:creationId xmlns:a16="http://schemas.microsoft.com/office/drawing/2014/main" id="{887600A4-4DBF-4C50-AAC8-CA61563D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010" y="9576201"/>
            <a:ext cx="1390503" cy="32888"/>
          </a:xfrm>
          <a:custGeom xmlns:a="http://schemas.openxmlformats.org/drawingml/2006/main">
            <a:pathLst>
              <a:path w="1390503" h="32888">
                <a:moveTo>
                  <a:pt x="13465" y="25019"/>
                </a:moveTo>
                <a:cubicBezTo>
                  <a:pt x="12684" y="25317"/>
                  <a:pt x="11884" y="25538"/>
                  <a:pt x="11063" y="25682"/>
                </a:cubicBezTo>
                <a:cubicBezTo>
                  <a:pt x="10242" y="25825"/>
                  <a:pt x="9396" y="25897"/>
                  <a:pt x="8523" y="25897"/>
                </a:cubicBezTo>
                <a:cubicBezTo>
                  <a:pt x="5791" y="25897"/>
                  <a:pt x="3688" y="25156"/>
                  <a:pt x="2213" y="23676"/>
                </a:cubicBezTo>
                <a:cubicBezTo>
                  <a:pt x="738" y="22195"/>
                  <a:pt x="0" y="20031"/>
                  <a:pt x="0" y="17184"/>
                </a:cubicBezTo>
                <a:cubicBezTo>
                  <a:pt x="0" y="15818"/>
                  <a:pt x="212" y="14578"/>
                  <a:pt x="637" y="13465"/>
                </a:cubicBezTo>
                <a:cubicBezTo>
                  <a:pt x="1062" y="12352"/>
                  <a:pt x="1659" y="11399"/>
                  <a:pt x="2428" y="10607"/>
                </a:cubicBezTo>
                <a:cubicBezTo>
                  <a:pt x="3197" y="9815"/>
                  <a:pt x="4115" y="9203"/>
                  <a:pt x="5183" y="8773"/>
                </a:cubicBezTo>
                <a:cubicBezTo>
                  <a:pt x="6250" y="8342"/>
                  <a:pt x="7427" y="8127"/>
                  <a:pt x="8713" y="8127"/>
                </a:cubicBezTo>
                <a:cubicBezTo>
                  <a:pt x="9608" y="8127"/>
                  <a:pt x="10446" y="8192"/>
                  <a:pt x="11227" y="8321"/>
                </a:cubicBezTo>
                <a:cubicBezTo>
                  <a:pt x="12007" y="8450"/>
                  <a:pt x="12753" y="8661"/>
                  <a:pt x="13465" y="8954"/>
                </a:cubicBezTo>
                <a:lnTo>
                  <a:pt x="13465" y="11812"/>
                </a:lnTo>
                <a:cubicBezTo>
                  <a:pt x="12719" y="11416"/>
                  <a:pt x="11958" y="11127"/>
                  <a:pt x="11184" y="10947"/>
                </a:cubicBezTo>
                <a:cubicBezTo>
                  <a:pt x="10409" y="10766"/>
                  <a:pt x="9608" y="10676"/>
                  <a:pt x="8782" y="10676"/>
                </a:cubicBezTo>
                <a:cubicBezTo>
                  <a:pt x="8012" y="10676"/>
                  <a:pt x="7286" y="10822"/>
                  <a:pt x="6603" y="11115"/>
                </a:cubicBezTo>
                <a:cubicBezTo>
                  <a:pt x="5920" y="11407"/>
                  <a:pt x="5321" y="11829"/>
                  <a:pt x="4804" y="12380"/>
                </a:cubicBezTo>
                <a:cubicBezTo>
                  <a:pt x="4287" y="12931"/>
                  <a:pt x="3880" y="13603"/>
                  <a:pt x="3581" y="14395"/>
                </a:cubicBezTo>
                <a:cubicBezTo>
                  <a:pt x="3283" y="15187"/>
                  <a:pt x="3134" y="16082"/>
                  <a:pt x="3134" y="17081"/>
                </a:cubicBezTo>
                <a:cubicBezTo>
                  <a:pt x="3134" y="19170"/>
                  <a:pt x="3642" y="20734"/>
                  <a:pt x="4658" y="21773"/>
                </a:cubicBezTo>
                <a:cubicBezTo>
                  <a:pt x="5674" y="22812"/>
                  <a:pt x="7083" y="23331"/>
                  <a:pt x="8885" y="23331"/>
                </a:cubicBezTo>
                <a:cubicBezTo>
                  <a:pt x="9700" y="23331"/>
                  <a:pt x="10489" y="23239"/>
                  <a:pt x="11252" y="23056"/>
                </a:cubicBezTo>
                <a:cubicBezTo>
                  <a:pt x="12016" y="22872"/>
                  <a:pt x="12753" y="22597"/>
                  <a:pt x="13465" y="22229"/>
                </a:cubicBezTo>
                <a:lnTo>
                  <a:pt x="13465" y="25019"/>
                </a:lnTo>
                <a:close/>
                <a:moveTo>
                  <a:pt x="34761" y="16874"/>
                </a:moveTo>
                <a:cubicBezTo>
                  <a:pt x="34761" y="18217"/>
                  <a:pt x="34571" y="19448"/>
                  <a:pt x="34192" y="20568"/>
                </a:cubicBezTo>
                <a:cubicBezTo>
                  <a:pt x="33814" y="21687"/>
                  <a:pt x="33268" y="22645"/>
                  <a:pt x="32557" y="23443"/>
                </a:cubicBezTo>
                <a:cubicBezTo>
                  <a:pt x="31845" y="24241"/>
                  <a:pt x="30978" y="24861"/>
                  <a:pt x="29957" y="25303"/>
                </a:cubicBezTo>
                <a:cubicBezTo>
                  <a:pt x="28935" y="25745"/>
                  <a:pt x="27776" y="25966"/>
                  <a:pt x="26479" y="25966"/>
                </a:cubicBezTo>
                <a:cubicBezTo>
                  <a:pt x="25239" y="25966"/>
                  <a:pt x="24128" y="25773"/>
                  <a:pt x="23147" y="25389"/>
                </a:cubicBezTo>
                <a:cubicBezTo>
                  <a:pt x="22165" y="25004"/>
                  <a:pt x="21333" y="24439"/>
                  <a:pt x="20650" y="23693"/>
                </a:cubicBezTo>
                <a:cubicBezTo>
                  <a:pt x="19967" y="22947"/>
                  <a:pt x="19445" y="22023"/>
                  <a:pt x="19083" y="20921"/>
                </a:cubicBezTo>
                <a:cubicBezTo>
                  <a:pt x="18722" y="19819"/>
                  <a:pt x="18541" y="18550"/>
                  <a:pt x="18541" y="17115"/>
                </a:cubicBezTo>
                <a:cubicBezTo>
                  <a:pt x="18541" y="15772"/>
                  <a:pt x="18730" y="14547"/>
                  <a:pt x="19109" y="13439"/>
                </a:cubicBezTo>
                <a:cubicBezTo>
                  <a:pt x="19488" y="12331"/>
                  <a:pt x="20033" y="11379"/>
                  <a:pt x="20745" y="10581"/>
                </a:cubicBezTo>
                <a:cubicBezTo>
                  <a:pt x="21456" y="9783"/>
                  <a:pt x="22323" y="9163"/>
                  <a:pt x="23345" y="8721"/>
                </a:cubicBezTo>
                <a:cubicBezTo>
                  <a:pt x="24366" y="8279"/>
                  <a:pt x="25526" y="8058"/>
                  <a:pt x="26823" y="8058"/>
                </a:cubicBezTo>
                <a:cubicBezTo>
                  <a:pt x="28063" y="8058"/>
                  <a:pt x="29173" y="8251"/>
                  <a:pt x="30155" y="8635"/>
                </a:cubicBezTo>
                <a:cubicBezTo>
                  <a:pt x="31136" y="9020"/>
                  <a:pt x="31968" y="9582"/>
                  <a:pt x="32651" y="10323"/>
                </a:cubicBezTo>
                <a:cubicBezTo>
                  <a:pt x="33334" y="11063"/>
                  <a:pt x="33857" y="11984"/>
                  <a:pt x="34218" y="13086"/>
                </a:cubicBezTo>
                <a:cubicBezTo>
                  <a:pt x="34580" y="14188"/>
                  <a:pt x="34761" y="15451"/>
                  <a:pt x="34761" y="16874"/>
                </a:cubicBezTo>
                <a:moveTo>
                  <a:pt x="31696" y="17012"/>
                </a:moveTo>
                <a:cubicBezTo>
                  <a:pt x="31696" y="15944"/>
                  <a:pt x="31578" y="15012"/>
                  <a:pt x="31343" y="14214"/>
                </a:cubicBezTo>
                <a:cubicBezTo>
                  <a:pt x="31107" y="13416"/>
                  <a:pt x="30772" y="12750"/>
                  <a:pt x="30335" y="12217"/>
                </a:cubicBezTo>
                <a:cubicBezTo>
                  <a:pt x="29899" y="11683"/>
                  <a:pt x="29368" y="11281"/>
                  <a:pt x="28743" y="11011"/>
                </a:cubicBezTo>
                <a:cubicBezTo>
                  <a:pt x="28117" y="10742"/>
                  <a:pt x="27420" y="10607"/>
                  <a:pt x="26651" y="10607"/>
                </a:cubicBezTo>
                <a:cubicBezTo>
                  <a:pt x="25755" y="10607"/>
                  <a:pt x="24989" y="10782"/>
                  <a:pt x="24352" y="11132"/>
                </a:cubicBezTo>
                <a:cubicBezTo>
                  <a:pt x="23715" y="11482"/>
                  <a:pt x="23193" y="11950"/>
                  <a:pt x="22785" y="12535"/>
                </a:cubicBezTo>
                <a:cubicBezTo>
                  <a:pt x="22378" y="13121"/>
                  <a:pt x="22079" y="13801"/>
                  <a:pt x="21890" y="14576"/>
                </a:cubicBezTo>
                <a:cubicBezTo>
                  <a:pt x="21700" y="15350"/>
                  <a:pt x="21606" y="16163"/>
                  <a:pt x="21606" y="17012"/>
                </a:cubicBezTo>
                <a:cubicBezTo>
                  <a:pt x="21606" y="18080"/>
                  <a:pt x="21723" y="19015"/>
                  <a:pt x="21959" y="19819"/>
                </a:cubicBezTo>
                <a:cubicBezTo>
                  <a:pt x="22194" y="20622"/>
                  <a:pt x="22530" y="21291"/>
                  <a:pt x="22966" y="21825"/>
                </a:cubicBezTo>
                <a:cubicBezTo>
                  <a:pt x="23402" y="22358"/>
                  <a:pt x="23930" y="22760"/>
                  <a:pt x="24550" y="23030"/>
                </a:cubicBezTo>
                <a:cubicBezTo>
                  <a:pt x="25170" y="23300"/>
                  <a:pt x="25870" y="23435"/>
                  <a:pt x="26651" y="23435"/>
                </a:cubicBezTo>
                <a:cubicBezTo>
                  <a:pt x="27546" y="23435"/>
                  <a:pt x="28312" y="23260"/>
                  <a:pt x="28949" y="22909"/>
                </a:cubicBezTo>
                <a:cubicBezTo>
                  <a:pt x="29586" y="22559"/>
                  <a:pt x="30109" y="22092"/>
                  <a:pt x="30516" y="21506"/>
                </a:cubicBezTo>
                <a:cubicBezTo>
                  <a:pt x="30924" y="20921"/>
                  <a:pt x="31222" y="20241"/>
                  <a:pt x="31412" y="19466"/>
                </a:cubicBezTo>
                <a:cubicBezTo>
                  <a:pt x="31601" y="18691"/>
                  <a:pt x="31696" y="17873"/>
                  <a:pt x="31696" y="17012"/>
                </a:cubicBezTo>
                <a:close/>
                <a:moveTo>
                  <a:pt x="39389" y="8368"/>
                </a:moveTo>
                <a:lnTo>
                  <a:pt x="42058" y="8368"/>
                </a:lnTo>
                <a:lnTo>
                  <a:pt x="42178" y="11158"/>
                </a:lnTo>
                <a:cubicBezTo>
                  <a:pt x="42683" y="10561"/>
                  <a:pt x="43171" y="10064"/>
                  <a:pt x="43642" y="9668"/>
                </a:cubicBezTo>
                <a:cubicBezTo>
                  <a:pt x="44113" y="9272"/>
                  <a:pt x="44575" y="8954"/>
                  <a:pt x="45028" y="8713"/>
                </a:cubicBezTo>
                <a:cubicBezTo>
                  <a:pt x="45481" y="8472"/>
                  <a:pt x="45943" y="8302"/>
                  <a:pt x="46414" y="8205"/>
                </a:cubicBezTo>
                <a:cubicBezTo>
                  <a:pt x="46885" y="8107"/>
                  <a:pt x="47373" y="8058"/>
                  <a:pt x="47878" y="8058"/>
                </a:cubicBezTo>
                <a:cubicBezTo>
                  <a:pt x="49657" y="8058"/>
                  <a:pt x="51003" y="8583"/>
                  <a:pt x="51915" y="9634"/>
                </a:cubicBezTo>
                <a:cubicBezTo>
                  <a:pt x="52828" y="10684"/>
                  <a:pt x="53284" y="12265"/>
                  <a:pt x="53284" y="14378"/>
                </a:cubicBezTo>
                <a:lnTo>
                  <a:pt x="53284" y="25656"/>
                </a:lnTo>
                <a:lnTo>
                  <a:pt x="50288" y="25656"/>
                </a:lnTo>
                <a:lnTo>
                  <a:pt x="50288" y="14619"/>
                </a:lnTo>
                <a:cubicBezTo>
                  <a:pt x="50288" y="13264"/>
                  <a:pt x="50036" y="12263"/>
                  <a:pt x="49531" y="11614"/>
                </a:cubicBezTo>
                <a:cubicBezTo>
                  <a:pt x="49026" y="10965"/>
                  <a:pt x="48274" y="10641"/>
                  <a:pt x="47275" y="10641"/>
                </a:cubicBezTo>
                <a:cubicBezTo>
                  <a:pt x="46908" y="10641"/>
                  <a:pt x="46549" y="10696"/>
                  <a:pt x="46199" y="10805"/>
                </a:cubicBezTo>
                <a:cubicBezTo>
                  <a:pt x="45849" y="10914"/>
                  <a:pt x="45484" y="11103"/>
                  <a:pt x="45105" y="11373"/>
                </a:cubicBezTo>
                <a:cubicBezTo>
                  <a:pt x="44727" y="11643"/>
                  <a:pt x="44316" y="12007"/>
                  <a:pt x="43874" y="12466"/>
                </a:cubicBezTo>
                <a:cubicBezTo>
                  <a:pt x="43432" y="12925"/>
                  <a:pt x="42936" y="13499"/>
                  <a:pt x="42385" y="14188"/>
                </a:cubicBezTo>
                <a:lnTo>
                  <a:pt x="42385" y="25656"/>
                </a:lnTo>
                <a:lnTo>
                  <a:pt x="39389" y="25656"/>
                </a:lnTo>
                <a:lnTo>
                  <a:pt x="39389" y="8368"/>
                </a:lnTo>
                <a:close/>
                <a:moveTo>
                  <a:pt x="72755" y="20938"/>
                </a:moveTo>
                <a:cubicBezTo>
                  <a:pt x="72755" y="21546"/>
                  <a:pt x="72652" y="22092"/>
                  <a:pt x="72445" y="22574"/>
                </a:cubicBezTo>
                <a:cubicBezTo>
                  <a:pt x="72238" y="23056"/>
                  <a:pt x="71957" y="23483"/>
                  <a:pt x="71601" y="23856"/>
                </a:cubicBezTo>
                <a:cubicBezTo>
                  <a:pt x="71245" y="24229"/>
                  <a:pt x="70832" y="24548"/>
                  <a:pt x="70361" y="24812"/>
                </a:cubicBezTo>
                <a:cubicBezTo>
                  <a:pt x="69891" y="25076"/>
                  <a:pt x="69389" y="25294"/>
                  <a:pt x="68855" y="25466"/>
                </a:cubicBezTo>
                <a:cubicBezTo>
                  <a:pt x="68321" y="25639"/>
                  <a:pt x="67773" y="25765"/>
                  <a:pt x="67210" y="25845"/>
                </a:cubicBezTo>
                <a:cubicBezTo>
                  <a:pt x="66648" y="25926"/>
                  <a:pt x="66097" y="25966"/>
                  <a:pt x="65557" y="25966"/>
                </a:cubicBezTo>
                <a:cubicBezTo>
                  <a:pt x="64387" y="25966"/>
                  <a:pt x="63310" y="25914"/>
                  <a:pt x="62329" y="25811"/>
                </a:cubicBezTo>
                <a:cubicBezTo>
                  <a:pt x="61348" y="25707"/>
                  <a:pt x="60386" y="25541"/>
                  <a:pt x="59445" y="25311"/>
                </a:cubicBezTo>
                <a:lnTo>
                  <a:pt x="59445" y="22556"/>
                </a:lnTo>
                <a:cubicBezTo>
                  <a:pt x="60455" y="22843"/>
                  <a:pt x="61459" y="23061"/>
                  <a:pt x="62458" y="23211"/>
                </a:cubicBezTo>
                <a:cubicBezTo>
                  <a:pt x="63457" y="23360"/>
                  <a:pt x="64450" y="23435"/>
                  <a:pt x="65437" y="23435"/>
                </a:cubicBezTo>
                <a:cubicBezTo>
                  <a:pt x="66872" y="23435"/>
                  <a:pt x="67934" y="23239"/>
                  <a:pt x="68622" y="22849"/>
                </a:cubicBezTo>
                <a:cubicBezTo>
                  <a:pt x="69311" y="22459"/>
                  <a:pt x="69656" y="21902"/>
                  <a:pt x="69656" y="21179"/>
                </a:cubicBezTo>
                <a:cubicBezTo>
                  <a:pt x="69656" y="20869"/>
                  <a:pt x="69601" y="20591"/>
                  <a:pt x="69492" y="20344"/>
                </a:cubicBezTo>
                <a:cubicBezTo>
                  <a:pt x="69383" y="20097"/>
                  <a:pt x="69185" y="19862"/>
                  <a:pt x="68898" y="19638"/>
                </a:cubicBezTo>
                <a:cubicBezTo>
                  <a:pt x="68611" y="19414"/>
                  <a:pt x="68166" y="19182"/>
                  <a:pt x="67563" y="18941"/>
                </a:cubicBezTo>
                <a:cubicBezTo>
                  <a:pt x="66961" y="18699"/>
                  <a:pt x="66137" y="18424"/>
                  <a:pt x="65093" y="18114"/>
                </a:cubicBezTo>
                <a:cubicBezTo>
                  <a:pt x="64312" y="17884"/>
                  <a:pt x="63592" y="17623"/>
                  <a:pt x="62932" y="17331"/>
                </a:cubicBezTo>
                <a:cubicBezTo>
                  <a:pt x="62272" y="17038"/>
                  <a:pt x="61701" y="16691"/>
                  <a:pt x="61218" y="16289"/>
                </a:cubicBezTo>
                <a:cubicBezTo>
                  <a:pt x="60736" y="15887"/>
                  <a:pt x="60357" y="15416"/>
                  <a:pt x="60082" y="14877"/>
                </a:cubicBezTo>
                <a:cubicBezTo>
                  <a:pt x="59806" y="14337"/>
                  <a:pt x="59669" y="13700"/>
                  <a:pt x="59669" y="12966"/>
                </a:cubicBezTo>
                <a:cubicBezTo>
                  <a:pt x="59669" y="12484"/>
                  <a:pt x="59781" y="11955"/>
                  <a:pt x="60004" y="11382"/>
                </a:cubicBezTo>
                <a:cubicBezTo>
                  <a:pt x="60228" y="10808"/>
                  <a:pt x="60610" y="10274"/>
                  <a:pt x="61150" y="9780"/>
                </a:cubicBezTo>
                <a:cubicBezTo>
                  <a:pt x="61689" y="9287"/>
                  <a:pt x="62418" y="8876"/>
                  <a:pt x="63336" y="8549"/>
                </a:cubicBezTo>
                <a:cubicBezTo>
                  <a:pt x="64255" y="8222"/>
                  <a:pt x="65403" y="8058"/>
                  <a:pt x="66780" y="8058"/>
                </a:cubicBezTo>
                <a:cubicBezTo>
                  <a:pt x="67457" y="8058"/>
                  <a:pt x="68209" y="8096"/>
                  <a:pt x="69036" y="8170"/>
                </a:cubicBezTo>
                <a:cubicBezTo>
                  <a:pt x="69862" y="8245"/>
                  <a:pt x="70723" y="8374"/>
                  <a:pt x="71618" y="8558"/>
                </a:cubicBezTo>
                <a:lnTo>
                  <a:pt x="71618" y="11227"/>
                </a:lnTo>
                <a:cubicBezTo>
                  <a:pt x="70677" y="10997"/>
                  <a:pt x="69785" y="10828"/>
                  <a:pt x="68941" y="10719"/>
                </a:cubicBezTo>
                <a:cubicBezTo>
                  <a:pt x="68097" y="10610"/>
                  <a:pt x="67365" y="10555"/>
                  <a:pt x="66746" y="10555"/>
                </a:cubicBezTo>
                <a:cubicBezTo>
                  <a:pt x="65999" y="10555"/>
                  <a:pt x="65371" y="10612"/>
                  <a:pt x="64860" y="10727"/>
                </a:cubicBezTo>
                <a:cubicBezTo>
                  <a:pt x="64349" y="10842"/>
                  <a:pt x="63936" y="11000"/>
                  <a:pt x="63620" y="11201"/>
                </a:cubicBezTo>
                <a:cubicBezTo>
                  <a:pt x="63305" y="11402"/>
                  <a:pt x="63078" y="11637"/>
                  <a:pt x="62940" y="11907"/>
                </a:cubicBezTo>
                <a:cubicBezTo>
                  <a:pt x="62803" y="12176"/>
                  <a:pt x="62734" y="12466"/>
                  <a:pt x="62734" y="12776"/>
                </a:cubicBezTo>
                <a:cubicBezTo>
                  <a:pt x="62734" y="13086"/>
                  <a:pt x="62794" y="13367"/>
                  <a:pt x="62914" y="13620"/>
                </a:cubicBezTo>
                <a:cubicBezTo>
                  <a:pt x="63035" y="13872"/>
                  <a:pt x="63259" y="14116"/>
                  <a:pt x="63586" y="14352"/>
                </a:cubicBezTo>
                <a:cubicBezTo>
                  <a:pt x="63913" y="14587"/>
                  <a:pt x="64369" y="14822"/>
                  <a:pt x="64955" y="15058"/>
                </a:cubicBezTo>
                <a:cubicBezTo>
                  <a:pt x="65540" y="15293"/>
                  <a:pt x="66304" y="15548"/>
                  <a:pt x="67245" y="15824"/>
                </a:cubicBezTo>
                <a:cubicBezTo>
                  <a:pt x="68267" y="16122"/>
                  <a:pt x="69127" y="16435"/>
                  <a:pt x="69828" y="16762"/>
                </a:cubicBezTo>
                <a:cubicBezTo>
                  <a:pt x="70528" y="17089"/>
                  <a:pt x="71096" y="17454"/>
                  <a:pt x="71532" y="17856"/>
                </a:cubicBezTo>
                <a:cubicBezTo>
                  <a:pt x="71969" y="18257"/>
                  <a:pt x="72281" y="18711"/>
                  <a:pt x="72471" y="19216"/>
                </a:cubicBezTo>
                <a:cubicBezTo>
                  <a:pt x="72660" y="19721"/>
                  <a:pt x="72755" y="20295"/>
                  <a:pt x="72755" y="20938"/>
                </a:cubicBezTo>
                <a:close/>
                <a:moveTo>
                  <a:pt x="91651" y="25397"/>
                </a:moveTo>
                <a:cubicBezTo>
                  <a:pt x="90973" y="25576"/>
                  <a:pt x="90273" y="25703"/>
                  <a:pt x="89550" y="25781"/>
                </a:cubicBezTo>
                <a:cubicBezTo>
                  <a:pt x="88827" y="25858"/>
                  <a:pt x="88092" y="25897"/>
                  <a:pt x="87346" y="25897"/>
                </a:cubicBezTo>
                <a:cubicBezTo>
                  <a:pt x="85176" y="25897"/>
                  <a:pt x="83558" y="25406"/>
                  <a:pt x="82490" y="24425"/>
                </a:cubicBezTo>
                <a:cubicBezTo>
                  <a:pt x="81423" y="23443"/>
                  <a:pt x="80889" y="21937"/>
                  <a:pt x="80889" y="19905"/>
                </a:cubicBezTo>
                <a:lnTo>
                  <a:pt x="80889" y="10882"/>
                </a:lnTo>
                <a:lnTo>
                  <a:pt x="76051" y="10882"/>
                </a:lnTo>
                <a:lnTo>
                  <a:pt x="76051" y="8368"/>
                </a:lnTo>
                <a:lnTo>
                  <a:pt x="80889" y="8368"/>
                </a:lnTo>
                <a:lnTo>
                  <a:pt x="80889" y="3601"/>
                </a:lnTo>
                <a:lnTo>
                  <a:pt x="83885" y="2824"/>
                </a:lnTo>
                <a:lnTo>
                  <a:pt x="83885" y="8368"/>
                </a:lnTo>
                <a:lnTo>
                  <a:pt x="91651" y="8368"/>
                </a:lnTo>
                <a:lnTo>
                  <a:pt x="91651" y="10882"/>
                </a:lnTo>
                <a:lnTo>
                  <a:pt x="83885" y="10882"/>
                </a:lnTo>
                <a:lnTo>
                  <a:pt x="83885" y="19664"/>
                </a:lnTo>
                <a:cubicBezTo>
                  <a:pt x="83885" y="20903"/>
                  <a:pt x="84215" y="21830"/>
                  <a:pt x="84875" y="22444"/>
                </a:cubicBezTo>
                <a:cubicBezTo>
                  <a:pt x="85535" y="23059"/>
                  <a:pt x="86508" y="23366"/>
                  <a:pt x="87794" y="23366"/>
                </a:cubicBezTo>
                <a:cubicBezTo>
                  <a:pt x="88345" y="23366"/>
                  <a:pt x="88947" y="23321"/>
                  <a:pt x="89602" y="23233"/>
                </a:cubicBezTo>
                <a:cubicBezTo>
                  <a:pt x="90256" y="23144"/>
                  <a:pt x="90939" y="23004"/>
                  <a:pt x="91651" y="22815"/>
                </a:cubicBezTo>
                <a:lnTo>
                  <a:pt x="91651" y="25397"/>
                </a:lnTo>
                <a:close/>
                <a:moveTo>
                  <a:pt x="116357" y="17374"/>
                </a:moveTo>
                <a:cubicBezTo>
                  <a:pt x="116357" y="15904"/>
                  <a:pt x="116558" y="14599"/>
                  <a:pt x="116959" y="13456"/>
                </a:cubicBezTo>
                <a:cubicBezTo>
                  <a:pt x="117361" y="12314"/>
                  <a:pt x="117932" y="11350"/>
                  <a:pt x="118673" y="10564"/>
                </a:cubicBezTo>
                <a:cubicBezTo>
                  <a:pt x="119413" y="9777"/>
                  <a:pt x="120303" y="9180"/>
                  <a:pt x="121342" y="8773"/>
                </a:cubicBezTo>
                <a:cubicBezTo>
                  <a:pt x="122380" y="8365"/>
                  <a:pt x="123537" y="8162"/>
                  <a:pt x="124811" y="8162"/>
                </a:cubicBezTo>
                <a:cubicBezTo>
                  <a:pt x="125362" y="8162"/>
                  <a:pt x="125904" y="8196"/>
                  <a:pt x="126438" y="8265"/>
                </a:cubicBezTo>
                <a:cubicBezTo>
                  <a:pt x="126972" y="8334"/>
                  <a:pt x="127497" y="8443"/>
                  <a:pt x="128014" y="8592"/>
                </a:cubicBezTo>
                <a:lnTo>
                  <a:pt x="128014" y="1309"/>
                </a:lnTo>
                <a:lnTo>
                  <a:pt x="131027" y="1309"/>
                </a:lnTo>
                <a:lnTo>
                  <a:pt x="131027" y="25656"/>
                </a:lnTo>
                <a:lnTo>
                  <a:pt x="128341" y="25656"/>
                </a:lnTo>
                <a:lnTo>
                  <a:pt x="128238" y="22384"/>
                </a:lnTo>
                <a:cubicBezTo>
                  <a:pt x="127400" y="23601"/>
                  <a:pt x="126493" y="24502"/>
                  <a:pt x="125517" y="25088"/>
                </a:cubicBezTo>
                <a:cubicBezTo>
                  <a:pt x="124541" y="25673"/>
                  <a:pt x="123485" y="25966"/>
                  <a:pt x="122349" y="25966"/>
                </a:cubicBezTo>
                <a:cubicBezTo>
                  <a:pt x="121362" y="25966"/>
                  <a:pt x="120492" y="25759"/>
                  <a:pt x="119740" y="25346"/>
                </a:cubicBezTo>
                <a:cubicBezTo>
                  <a:pt x="118988" y="24933"/>
                  <a:pt x="118363" y="24350"/>
                  <a:pt x="117863" y="23598"/>
                </a:cubicBezTo>
                <a:cubicBezTo>
                  <a:pt x="117364" y="22846"/>
                  <a:pt x="116988" y="21942"/>
                  <a:pt x="116736" y="20886"/>
                </a:cubicBezTo>
                <a:cubicBezTo>
                  <a:pt x="116483" y="19830"/>
                  <a:pt x="116357" y="18659"/>
                  <a:pt x="116357" y="17374"/>
                </a:cubicBezTo>
                <a:moveTo>
                  <a:pt x="119422" y="17184"/>
                </a:moveTo>
                <a:cubicBezTo>
                  <a:pt x="119422" y="19273"/>
                  <a:pt x="119729" y="20832"/>
                  <a:pt x="120343" y="21859"/>
                </a:cubicBezTo>
                <a:cubicBezTo>
                  <a:pt x="120957" y="22886"/>
                  <a:pt x="121826" y="23400"/>
                  <a:pt x="122951" y="23400"/>
                </a:cubicBezTo>
                <a:cubicBezTo>
                  <a:pt x="123709" y="23400"/>
                  <a:pt x="124510" y="23061"/>
                  <a:pt x="125353" y="22384"/>
                </a:cubicBezTo>
                <a:cubicBezTo>
                  <a:pt x="126197" y="21707"/>
                  <a:pt x="127084" y="20703"/>
                  <a:pt x="128014" y="19371"/>
                </a:cubicBezTo>
                <a:lnTo>
                  <a:pt x="128014" y="11347"/>
                </a:lnTo>
                <a:cubicBezTo>
                  <a:pt x="127520" y="11118"/>
                  <a:pt x="126975" y="10942"/>
                  <a:pt x="126378" y="10822"/>
                </a:cubicBezTo>
                <a:cubicBezTo>
                  <a:pt x="125781" y="10701"/>
                  <a:pt x="125190" y="10641"/>
                  <a:pt x="124604" y="10641"/>
                </a:cubicBezTo>
                <a:cubicBezTo>
                  <a:pt x="122974" y="10641"/>
                  <a:pt x="121703" y="11169"/>
                  <a:pt x="120791" y="12225"/>
                </a:cubicBezTo>
                <a:cubicBezTo>
                  <a:pt x="119878" y="13281"/>
                  <a:pt x="119422" y="14934"/>
                  <a:pt x="119422" y="17184"/>
                </a:cubicBezTo>
                <a:close/>
                <a:moveTo>
                  <a:pt x="137618" y="8368"/>
                </a:moveTo>
                <a:lnTo>
                  <a:pt x="140356" y="8368"/>
                </a:lnTo>
                <a:lnTo>
                  <a:pt x="140442" y="11546"/>
                </a:lnTo>
                <a:cubicBezTo>
                  <a:pt x="141463" y="10320"/>
                  <a:pt x="142471" y="9433"/>
                  <a:pt x="143464" y="8883"/>
                </a:cubicBezTo>
                <a:cubicBezTo>
                  <a:pt x="144457" y="8333"/>
                  <a:pt x="145458" y="8058"/>
                  <a:pt x="146468" y="8058"/>
                </a:cubicBezTo>
                <a:cubicBezTo>
                  <a:pt x="148259" y="8058"/>
                  <a:pt x="149616" y="8637"/>
                  <a:pt x="150540" y="9793"/>
                </a:cubicBezTo>
                <a:cubicBezTo>
                  <a:pt x="151465" y="10950"/>
                  <a:pt x="151892" y="12667"/>
                  <a:pt x="151823" y="14946"/>
                </a:cubicBezTo>
                <a:lnTo>
                  <a:pt x="148793" y="14946"/>
                </a:lnTo>
                <a:cubicBezTo>
                  <a:pt x="148827" y="13437"/>
                  <a:pt x="148606" y="12342"/>
                  <a:pt x="148130" y="11662"/>
                </a:cubicBezTo>
                <a:cubicBezTo>
                  <a:pt x="147654" y="10981"/>
                  <a:pt x="146956" y="10641"/>
                  <a:pt x="146038" y="10641"/>
                </a:cubicBezTo>
                <a:cubicBezTo>
                  <a:pt x="145636" y="10641"/>
                  <a:pt x="145231" y="10713"/>
                  <a:pt x="144824" y="10856"/>
                </a:cubicBezTo>
                <a:cubicBezTo>
                  <a:pt x="144416" y="10999"/>
                  <a:pt x="143997" y="11227"/>
                  <a:pt x="143567" y="11541"/>
                </a:cubicBezTo>
                <a:cubicBezTo>
                  <a:pt x="143136" y="11856"/>
                  <a:pt x="142680" y="12259"/>
                  <a:pt x="142198" y="12750"/>
                </a:cubicBezTo>
                <a:cubicBezTo>
                  <a:pt x="141716" y="13242"/>
                  <a:pt x="141199" y="13836"/>
                  <a:pt x="140648" y="14534"/>
                </a:cubicBezTo>
                <a:lnTo>
                  <a:pt x="140648" y="25656"/>
                </a:lnTo>
                <a:lnTo>
                  <a:pt x="137618" y="25656"/>
                </a:lnTo>
                <a:lnTo>
                  <a:pt x="137618" y="8368"/>
                </a:lnTo>
                <a:close/>
                <a:moveTo>
                  <a:pt x="170616" y="16874"/>
                </a:moveTo>
                <a:cubicBezTo>
                  <a:pt x="170616" y="18217"/>
                  <a:pt x="170426" y="19448"/>
                  <a:pt x="170047" y="20568"/>
                </a:cubicBezTo>
                <a:cubicBezTo>
                  <a:pt x="169669" y="21687"/>
                  <a:pt x="169123" y="22645"/>
                  <a:pt x="168412" y="23443"/>
                </a:cubicBezTo>
                <a:cubicBezTo>
                  <a:pt x="167700" y="24241"/>
                  <a:pt x="166833" y="24861"/>
                  <a:pt x="165812" y="25303"/>
                </a:cubicBezTo>
                <a:cubicBezTo>
                  <a:pt x="164790" y="25745"/>
                  <a:pt x="163631" y="25966"/>
                  <a:pt x="162333" y="25966"/>
                </a:cubicBezTo>
                <a:cubicBezTo>
                  <a:pt x="161094" y="25966"/>
                  <a:pt x="159983" y="25773"/>
                  <a:pt x="159002" y="25389"/>
                </a:cubicBezTo>
                <a:cubicBezTo>
                  <a:pt x="158020" y="25004"/>
                  <a:pt x="157188" y="24439"/>
                  <a:pt x="156505" y="23693"/>
                </a:cubicBezTo>
                <a:cubicBezTo>
                  <a:pt x="155822" y="22947"/>
                  <a:pt x="155300" y="22023"/>
                  <a:pt x="154938" y="20921"/>
                </a:cubicBezTo>
                <a:cubicBezTo>
                  <a:pt x="154576" y="19819"/>
                  <a:pt x="154396" y="18550"/>
                  <a:pt x="154396" y="17115"/>
                </a:cubicBezTo>
                <a:cubicBezTo>
                  <a:pt x="154396" y="15772"/>
                  <a:pt x="154585" y="14547"/>
                  <a:pt x="154964" y="13439"/>
                </a:cubicBezTo>
                <a:cubicBezTo>
                  <a:pt x="155343" y="12331"/>
                  <a:pt x="155888" y="11379"/>
                  <a:pt x="156600" y="10581"/>
                </a:cubicBezTo>
                <a:cubicBezTo>
                  <a:pt x="157311" y="9783"/>
                  <a:pt x="158178" y="9163"/>
                  <a:pt x="159200" y="8721"/>
                </a:cubicBezTo>
                <a:cubicBezTo>
                  <a:pt x="160221" y="8279"/>
                  <a:pt x="161381" y="8058"/>
                  <a:pt x="162678" y="8058"/>
                </a:cubicBezTo>
                <a:cubicBezTo>
                  <a:pt x="163917" y="8058"/>
                  <a:pt x="165028" y="8251"/>
                  <a:pt x="166010" y="8635"/>
                </a:cubicBezTo>
                <a:cubicBezTo>
                  <a:pt x="166991" y="9020"/>
                  <a:pt x="167823" y="9582"/>
                  <a:pt x="168506" y="10323"/>
                </a:cubicBezTo>
                <a:cubicBezTo>
                  <a:pt x="169189" y="11063"/>
                  <a:pt x="169712" y="11984"/>
                  <a:pt x="170073" y="13086"/>
                </a:cubicBezTo>
                <a:cubicBezTo>
                  <a:pt x="170435" y="14188"/>
                  <a:pt x="170616" y="15451"/>
                  <a:pt x="170616" y="16874"/>
                </a:cubicBezTo>
                <a:moveTo>
                  <a:pt x="167551" y="17012"/>
                </a:moveTo>
                <a:cubicBezTo>
                  <a:pt x="167551" y="15944"/>
                  <a:pt x="167433" y="15012"/>
                  <a:pt x="167198" y="14214"/>
                </a:cubicBezTo>
                <a:cubicBezTo>
                  <a:pt x="166962" y="13416"/>
                  <a:pt x="166627" y="12750"/>
                  <a:pt x="166190" y="12217"/>
                </a:cubicBezTo>
                <a:cubicBezTo>
                  <a:pt x="165754" y="11683"/>
                  <a:pt x="165223" y="11281"/>
                  <a:pt x="164598" y="11011"/>
                </a:cubicBezTo>
                <a:cubicBezTo>
                  <a:pt x="163972" y="10742"/>
                  <a:pt x="163275" y="10607"/>
                  <a:pt x="162506" y="10607"/>
                </a:cubicBezTo>
                <a:cubicBezTo>
                  <a:pt x="161610" y="10607"/>
                  <a:pt x="160844" y="10782"/>
                  <a:pt x="160207" y="11132"/>
                </a:cubicBezTo>
                <a:cubicBezTo>
                  <a:pt x="159570" y="11482"/>
                  <a:pt x="159047" y="11950"/>
                  <a:pt x="158640" y="12535"/>
                </a:cubicBezTo>
                <a:cubicBezTo>
                  <a:pt x="158232" y="13121"/>
                  <a:pt x="157934" y="13801"/>
                  <a:pt x="157745" y="14576"/>
                </a:cubicBezTo>
                <a:cubicBezTo>
                  <a:pt x="157555" y="15350"/>
                  <a:pt x="157460" y="16163"/>
                  <a:pt x="157460" y="17012"/>
                </a:cubicBezTo>
                <a:cubicBezTo>
                  <a:pt x="157460" y="18080"/>
                  <a:pt x="157578" y="19015"/>
                  <a:pt x="157813" y="19819"/>
                </a:cubicBezTo>
                <a:cubicBezTo>
                  <a:pt x="158049" y="20622"/>
                  <a:pt x="158385" y="21291"/>
                  <a:pt x="158821" y="21825"/>
                </a:cubicBezTo>
                <a:cubicBezTo>
                  <a:pt x="159257" y="22358"/>
                  <a:pt x="159785" y="22760"/>
                  <a:pt x="160405" y="23030"/>
                </a:cubicBezTo>
                <a:cubicBezTo>
                  <a:pt x="161025" y="23300"/>
                  <a:pt x="161725" y="23435"/>
                  <a:pt x="162506" y="23435"/>
                </a:cubicBezTo>
                <a:cubicBezTo>
                  <a:pt x="163401" y="23435"/>
                  <a:pt x="164167" y="23260"/>
                  <a:pt x="164804" y="22909"/>
                </a:cubicBezTo>
                <a:cubicBezTo>
                  <a:pt x="165441" y="22559"/>
                  <a:pt x="165964" y="22092"/>
                  <a:pt x="166371" y="21506"/>
                </a:cubicBezTo>
                <a:cubicBezTo>
                  <a:pt x="166779" y="20921"/>
                  <a:pt x="167077" y="20241"/>
                  <a:pt x="167267" y="19466"/>
                </a:cubicBezTo>
                <a:cubicBezTo>
                  <a:pt x="167456" y="18691"/>
                  <a:pt x="167551" y="17873"/>
                  <a:pt x="167551" y="17012"/>
                </a:cubicBezTo>
                <a:close/>
                <a:moveTo>
                  <a:pt x="190017" y="16702"/>
                </a:moveTo>
                <a:cubicBezTo>
                  <a:pt x="190017" y="18240"/>
                  <a:pt x="189802" y="19583"/>
                  <a:pt x="189372" y="20731"/>
                </a:cubicBezTo>
                <a:cubicBezTo>
                  <a:pt x="188941" y="21879"/>
                  <a:pt x="188347" y="22832"/>
                  <a:pt x="187590" y="23590"/>
                </a:cubicBezTo>
                <a:cubicBezTo>
                  <a:pt x="186832" y="24347"/>
                  <a:pt x="185937" y="24915"/>
                  <a:pt x="184903" y="25294"/>
                </a:cubicBezTo>
                <a:cubicBezTo>
                  <a:pt x="183870" y="25673"/>
                  <a:pt x="182751" y="25862"/>
                  <a:pt x="181546" y="25862"/>
                </a:cubicBezTo>
                <a:cubicBezTo>
                  <a:pt x="180995" y="25862"/>
                  <a:pt x="180447" y="25834"/>
                  <a:pt x="179901" y="25776"/>
                </a:cubicBezTo>
                <a:cubicBezTo>
                  <a:pt x="179356" y="25719"/>
                  <a:pt x="178802" y="25621"/>
                  <a:pt x="178240" y="25484"/>
                </a:cubicBezTo>
                <a:lnTo>
                  <a:pt x="178240" y="32715"/>
                </a:lnTo>
                <a:lnTo>
                  <a:pt x="175244" y="32715"/>
                </a:lnTo>
                <a:lnTo>
                  <a:pt x="175244" y="8368"/>
                </a:lnTo>
                <a:lnTo>
                  <a:pt x="177913" y="8368"/>
                </a:lnTo>
                <a:lnTo>
                  <a:pt x="178102" y="11261"/>
                </a:lnTo>
                <a:cubicBezTo>
                  <a:pt x="178963" y="10079"/>
                  <a:pt x="179881" y="9249"/>
                  <a:pt x="180857" y="8773"/>
                </a:cubicBezTo>
                <a:cubicBezTo>
                  <a:pt x="181833" y="8297"/>
                  <a:pt x="182889" y="8058"/>
                  <a:pt x="184025" y="8058"/>
                </a:cubicBezTo>
                <a:cubicBezTo>
                  <a:pt x="185012" y="8058"/>
                  <a:pt x="185879" y="8265"/>
                  <a:pt x="186625" y="8678"/>
                </a:cubicBezTo>
                <a:cubicBezTo>
                  <a:pt x="187371" y="9091"/>
                  <a:pt x="187997" y="9674"/>
                  <a:pt x="188502" y="10426"/>
                </a:cubicBezTo>
                <a:cubicBezTo>
                  <a:pt x="189007" y="11178"/>
                  <a:pt x="189386" y="12085"/>
                  <a:pt x="189639" y="13146"/>
                </a:cubicBezTo>
                <a:cubicBezTo>
                  <a:pt x="189891" y="14208"/>
                  <a:pt x="190017" y="15393"/>
                  <a:pt x="190017" y="16702"/>
                </a:cubicBezTo>
                <a:moveTo>
                  <a:pt x="186952" y="16840"/>
                </a:moveTo>
                <a:cubicBezTo>
                  <a:pt x="186952" y="15933"/>
                  <a:pt x="186886" y="15101"/>
                  <a:pt x="186754" y="14343"/>
                </a:cubicBezTo>
                <a:cubicBezTo>
                  <a:pt x="186622" y="13586"/>
                  <a:pt x="186413" y="12937"/>
                  <a:pt x="186126" y="12397"/>
                </a:cubicBezTo>
                <a:cubicBezTo>
                  <a:pt x="185839" y="11858"/>
                  <a:pt x="185472" y="11436"/>
                  <a:pt x="185024" y="11132"/>
                </a:cubicBezTo>
                <a:cubicBezTo>
                  <a:pt x="184576" y="10828"/>
                  <a:pt x="184043" y="10676"/>
                  <a:pt x="183423" y="10676"/>
                </a:cubicBezTo>
                <a:cubicBezTo>
                  <a:pt x="183044" y="10676"/>
                  <a:pt x="182659" y="10736"/>
                  <a:pt x="182269" y="10856"/>
                </a:cubicBezTo>
                <a:cubicBezTo>
                  <a:pt x="181879" y="10977"/>
                  <a:pt x="181474" y="11178"/>
                  <a:pt x="181055" y="11459"/>
                </a:cubicBezTo>
                <a:cubicBezTo>
                  <a:pt x="180636" y="11740"/>
                  <a:pt x="180194" y="12113"/>
                  <a:pt x="179729" y="12578"/>
                </a:cubicBezTo>
                <a:cubicBezTo>
                  <a:pt x="179264" y="13043"/>
                  <a:pt x="178768" y="13620"/>
                  <a:pt x="178240" y="14309"/>
                </a:cubicBezTo>
                <a:lnTo>
                  <a:pt x="178240" y="22694"/>
                </a:lnTo>
                <a:cubicBezTo>
                  <a:pt x="178791" y="22924"/>
                  <a:pt x="179371" y="23105"/>
                  <a:pt x="179979" y="23237"/>
                </a:cubicBezTo>
                <a:cubicBezTo>
                  <a:pt x="180587" y="23369"/>
                  <a:pt x="181184" y="23435"/>
                  <a:pt x="181770" y="23435"/>
                </a:cubicBezTo>
                <a:cubicBezTo>
                  <a:pt x="183388" y="23435"/>
                  <a:pt x="184657" y="22886"/>
                  <a:pt x="185575" y="21790"/>
                </a:cubicBezTo>
                <a:cubicBezTo>
                  <a:pt x="186493" y="20694"/>
                  <a:pt x="186952" y="19044"/>
                  <a:pt x="186952" y="16840"/>
                </a:cubicBezTo>
                <a:close/>
                <a:moveTo>
                  <a:pt x="210297" y="14145"/>
                </a:moveTo>
                <a:cubicBezTo>
                  <a:pt x="210297" y="15225"/>
                  <a:pt x="210214" y="16259"/>
                  <a:pt x="210047" y="17247"/>
                </a:cubicBezTo>
                <a:cubicBezTo>
                  <a:pt x="209881" y="18235"/>
                  <a:pt x="209614" y="19154"/>
                  <a:pt x="209247" y="20004"/>
                </a:cubicBezTo>
                <a:cubicBezTo>
                  <a:pt x="208879" y="20854"/>
                  <a:pt x="208403" y="21627"/>
                  <a:pt x="207818" y="22322"/>
                </a:cubicBezTo>
                <a:cubicBezTo>
                  <a:pt x="207232" y="23017"/>
                  <a:pt x="206515" y="23611"/>
                  <a:pt x="205665" y="24105"/>
                </a:cubicBezTo>
                <a:cubicBezTo>
                  <a:pt x="204816" y="24599"/>
                  <a:pt x="203829" y="24981"/>
                  <a:pt x="202704" y="25251"/>
                </a:cubicBezTo>
                <a:cubicBezTo>
                  <a:pt x="201579" y="25521"/>
                  <a:pt x="200299" y="25656"/>
                  <a:pt x="198864" y="25656"/>
                </a:cubicBezTo>
                <a:lnTo>
                  <a:pt x="194043" y="25656"/>
                </a:lnTo>
                <a:lnTo>
                  <a:pt x="194043" y="3134"/>
                </a:lnTo>
                <a:lnTo>
                  <a:pt x="199845" y="3134"/>
                </a:lnTo>
                <a:cubicBezTo>
                  <a:pt x="203358" y="3134"/>
                  <a:pt x="205978" y="4038"/>
                  <a:pt x="207706" y="5848"/>
                </a:cubicBezTo>
                <a:cubicBezTo>
                  <a:pt x="209433" y="7657"/>
                  <a:pt x="210297" y="10423"/>
                  <a:pt x="210297" y="14145"/>
                </a:cubicBezTo>
                <a:moveTo>
                  <a:pt x="207077" y="14369"/>
                </a:moveTo>
                <a:cubicBezTo>
                  <a:pt x="207077" y="12772"/>
                  <a:pt x="206928" y="11422"/>
                  <a:pt x="206630" y="10319"/>
                </a:cubicBezTo>
                <a:cubicBezTo>
                  <a:pt x="206331" y="9215"/>
                  <a:pt x="205878" y="8325"/>
                  <a:pt x="205269" y="7647"/>
                </a:cubicBezTo>
                <a:cubicBezTo>
                  <a:pt x="204661" y="6969"/>
                  <a:pt x="203898" y="6478"/>
                  <a:pt x="202979" y="6173"/>
                </a:cubicBezTo>
                <a:cubicBezTo>
                  <a:pt x="202061" y="5869"/>
                  <a:pt x="200982" y="5717"/>
                  <a:pt x="199742" y="5717"/>
                </a:cubicBezTo>
                <a:lnTo>
                  <a:pt x="197108" y="5717"/>
                </a:lnTo>
                <a:lnTo>
                  <a:pt x="197108" y="23004"/>
                </a:lnTo>
                <a:lnTo>
                  <a:pt x="199398" y="23004"/>
                </a:lnTo>
                <a:cubicBezTo>
                  <a:pt x="204517" y="23004"/>
                  <a:pt x="207077" y="20126"/>
                  <a:pt x="207077" y="14369"/>
                </a:cubicBezTo>
                <a:close/>
                <a:moveTo>
                  <a:pt x="229647" y="16874"/>
                </a:moveTo>
                <a:cubicBezTo>
                  <a:pt x="229647" y="18217"/>
                  <a:pt x="229458" y="19448"/>
                  <a:pt x="229079" y="20568"/>
                </a:cubicBezTo>
                <a:cubicBezTo>
                  <a:pt x="228700" y="21687"/>
                  <a:pt x="228155" y="22645"/>
                  <a:pt x="227443" y="23443"/>
                </a:cubicBezTo>
                <a:cubicBezTo>
                  <a:pt x="226731" y="24241"/>
                  <a:pt x="225865" y="24861"/>
                  <a:pt x="224843" y="25303"/>
                </a:cubicBezTo>
                <a:cubicBezTo>
                  <a:pt x="223822" y="25745"/>
                  <a:pt x="222662" y="25966"/>
                  <a:pt x="221365" y="25966"/>
                </a:cubicBezTo>
                <a:cubicBezTo>
                  <a:pt x="220125" y="25966"/>
                  <a:pt x="219015" y="25773"/>
                  <a:pt x="218033" y="25389"/>
                </a:cubicBezTo>
                <a:cubicBezTo>
                  <a:pt x="217052" y="25004"/>
                  <a:pt x="216220" y="24439"/>
                  <a:pt x="215536" y="23693"/>
                </a:cubicBezTo>
                <a:cubicBezTo>
                  <a:pt x="214853" y="22947"/>
                  <a:pt x="214331" y="22023"/>
                  <a:pt x="213970" y="20921"/>
                </a:cubicBezTo>
                <a:cubicBezTo>
                  <a:pt x="213608" y="19819"/>
                  <a:pt x="213427" y="18550"/>
                  <a:pt x="213427" y="17115"/>
                </a:cubicBezTo>
                <a:cubicBezTo>
                  <a:pt x="213427" y="15772"/>
                  <a:pt x="213617" y="14547"/>
                  <a:pt x="213995" y="13439"/>
                </a:cubicBezTo>
                <a:cubicBezTo>
                  <a:pt x="214374" y="12331"/>
                  <a:pt x="214919" y="11379"/>
                  <a:pt x="215631" y="10581"/>
                </a:cubicBezTo>
                <a:cubicBezTo>
                  <a:pt x="216343" y="9783"/>
                  <a:pt x="217210" y="9163"/>
                  <a:pt x="218231" y="8721"/>
                </a:cubicBezTo>
                <a:cubicBezTo>
                  <a:pt x="219253" y="8279"/>
                  <a:pt x="220412" y="8058"/>
                  <a:pt x="221709" y="8058"/>
                </a:cubicBezTo>
                <a:cubicBezTo>
                  <a:pt x="222949" y="8058"/>
                  <a:pt x="224060" y="8251"/>
                  <a:pt x="225041" y="8635"/>
                </a:cubicBezTo>
                <a:cubicBezTo>
                  <a:pt x="226023" y="9020"/>
                  <a:pt x="226855" y="9582"/>
                  <a:pt x="227538" y="10323"/>
                </a:cubicBezTo>
                <a:cubicBezTo>
                  <a:pt x="228221" y="11063"/>
                  <a:pt x="228743" y="11984"/>
                  <a:pt x="229105" y="13086"/>
                </a:cubicBezTo>
                <a:cubicBezTo>
                  <a:pt x="229466" y="14188"/>
                  <a:pt x="229647" y="15451"/>
                  <a:pt x="229647" y="16874"/>
                </a:cubicBezTo>
                <a:moveTo>
                  <a:pt x="226582" y="17012"/>
                </a:moveTo>
                <a:cubicBezTo>
                  <a:pt x="226582" y="15944"/>
                  <a:pt x="226465" y="15012"/>
                  <a:pt x="226229" y="14214"/>
                </a:cubicBezTo>
                <a:cubicBezTo>
                  <a:pt x="225994" y="13416"/>
                  <a:pt x="225658" y="12750"/>
                  <a:pt x="225222" y="12217"/>
                </a:cubicBezTo>
                <a:cubicBezTo>
                  <a:pt x="224786" y="11683"/>
                  <a:pt x="224255" y="11281"/>
                  <a:pt x="223629" y="11011"/>
                </a:cubicBezTo>
                <a:cubicBezTo>
                  <a:pt x="223004" y="10742"/>
                  <a:pt x="222306" y="10607"/>
                  <a:pt x="221537" y="10607"/>
                </a:cubicBezTo>
                <a:cubicBezTo>
                  <a:pt x="220642" y="10607"/>
                  <a:pt x="219876" y="10782"/>
                  <a:pt x="219239" y="11132"/>
                </a:cubicBezTo>
                <a:cubicBezTo>
                  <a:pt x="218601" y="11482"/>
                  <a:pt x="218079" y="11950"/>
                  <a:pt x="217672" y="12535"/>
                </a:cubicBezTo>
                <a:cubicBezTo>
                  <a:pt x="217264" y="13121"/>
                  <a:pt x="216966" y="13801"/>
                  <a:pt x="216776" y="14576"/>
                </a:cubicBezTo>
                <a:cubicBezTo>
                  <a:pt x="216587" y="15350"/>
                  <a:pt x="216492" y="16163"/>
                  <a:pt x="216492" y="17012"/>
                </a:cubicBezTo>
                <a:cubicBezTo>
                  <a:pt x="216492" y="18080"/>
                  <a:pt x="216610" y="19015"/>
                  <a:pt x="216845" y="19819"/>
                </a:cubicBezTo>
                <a:cubicBezTo>
                  <a:pt x="217080" y="20622"/>
                  <a:pt x="217416" y="21291"/>
                  <a:pt x="217852" y="21825"/>
                </a:cubicBezTo>
                <a:cubicBezTo>
                  <a:pt x="218289" y="22358"/>
                  <a:pt x="218817" y="22760"/>
                  <a:pt x="219437" y="23030"/>
                </a:cubicBezTo>
                <a:cubicBezTo>
                  <a:pt x="220056" y="23300"/>
                  <a:pt x="220757" y="23435"/>
                  <a:pt x="221537" y="23435"/>
                </a:cubicBezTo>
                <a:cubicBezTo>
                  <a:pt x="222433" y="23435"/>
                  <a:pt x="223199" y="23260"/>
                  <a:pt x="223836" y="22909"/>
                </a:cubicBezTo>
                <a:cubicBezTo>
                  <a:pt x="224473" y="22559"/>
                  <a:pt x="224995" y="22092"/>
                  <a:pt x="225403" y="21506"/>
                </a:cubicBezTo>
                <a:cubicBezTo>
                  <a:pt x="225810" y="20921"/>
                  <a:pt x="226109" y="20241"/>
                  <a:pt x="226298" y="19466"/>
                </a:cubicBezTo>
                <a:cubicBezTo>
                  <a:pt x="226488" y="18691"/>
                  <a:pt x="226582" y="17873"/>
                  <a:pt x="226582" y="17012"/>
                </a:cubicBezTo>
                <a:close/>
                <a:moveTo>
                  <a:pt x="249266" y="8368"/>
                </a:moveTo>
                <a:lnTo>
                  <a:pt x="246752" y="25656"/>
                </a:lnTo>
                <a:lnTo>
                  <a:pt x="243119" y="25656"/>
                </a:lnTo>
                <a:lnTo>
                  <a:pt x="240622" y="18424"/>
                </a:lnTo>
                <a:lnTo>
                  <a:pt x="240123" y="16668"/>
                </a:lnTo>
                <a:lnTo>
                  <a:pt x="239555" y="18527"/>
                </a:lnTo>
                <a:lnTo>
                  <a:pt x="237161" y="25656"/>
                </a:lnTo>
                <a:lnTo>
                  <a:pt x="233631" y="25656"/>
                </a:lnTo>
                <a:lnTo>
                  <a:pt x="231135" y="8368"/>
                </a:lnTo>
                <a:lnTo>
                  <a:pt x="234062" y="8368"/>
                </a:lnTo>
                <a:lnTo>
                  <a:pt x="235508" y="20111"/>
                </a:lnTo>
                <a:lnTo>
                  <a:pt x="235818" y="22729"/>
                </a:lnTo>
                <a:lnTo>
                  <a:pt x="236559" y="20439"/>
                </a:lnTo>
                <a:lnTo>
                  <a:pt x="239072" y="12673"/>
                </a:lnTo>
                <a:lnTo>
                  <a:pt x="241225" y="12673"/>
                </a:lnTo>
                <a:lnTo>
                  <a:pt x="243928" y="20335"/>
                </a:lnTo>
                <a:lnTo>
                  <a:pt x="244703" y="22625"/>
                </a:lnTo>
                <a:lnTo>
                  <a:pt x="244961" y="20197"/>
                </a:lnTo>
                <a:lnTo>
                  <a:pt x="246304" y="8368"/>
                </a:lnTo>
                <a:lnTo>
                  <a:pt x="249266" y="8368"/>
                </a:lnTo>
                <a:close/>
                <a:moveTo>
                  <a:pt x="252930" y="8368"/>
                </a:moveTo>
                <a:lnTo>
                  <a:pt x="255599" y="8368"/>
                </a:lnTo>
                <a:lnTo>
                  <a:pt x="255719" y="11158"/>
                </a:lnTo>
                <a:cubicBezTo>
                  <a:pt x="256224" y="10561"/>
                  <a:pt x="256712" y="10064"/>
                  <a:pt x="257183" y="9668"/>
                </a:cubicBezTo>
                <a:cubicBezTo>
                  <a:pt x="257653" y="9272"/>
                  <a:pt x="258115" y="8954"/>
                  <a:pt x="258569" y="8713"/>
                </a:cubicBezTo>
                <a:cubicBezTo>
                  <a:pt x="259022" y="8472"/>
                  <a:pt x="259484" y="8302"/>
                  <a:pt x="259955" y="8205"/>
                </a:cubicBezTo>
                <a:cubicBezTo>
                  <a:pt x="260426" y="8107"/>
                  <a:pt x="260913" y="8058"/>
                  <a:pt x="261418" y="8058"/>
                </a:cubicBezTo>
                <a:cubicBezTo>
                  <a:pt x="263198" y="8058"/>
                  <a:pt x="264544" y="8583"/>
                  <a:pt x="265456" y="9634"/>
                </a:cubicBezTo>
                <a:cubicBezTo>
                  <a:pt x="266369" y="10684"/>
                  <a:pt x="266825" y="12265"/>
                  <a:pt x="266825" y="14378"/>
                </a:cubicBezTo>
                <a:lnTo>
                  <a:pt x="266825" y="25656"/>
                </a:lnTo>
                <a:lnTo>
                  <a:pt x="263829" y="25656"/>
                </a:lnTo>
                <a:lnTo>
                  <a:pt x="263829" y="14619"/>
                </a:lnTo>
                <a:cubicBezTo>
                  <a:pt x="263829" y="13264"/>
                  <a:pt x="263577" y="12263"/>
                  <a:pt x="263071" y="11614"/>
                </a:cubicBezTo>
                <a:cubicBezTo>
                  <a:pt x="262566" y="10965"/>
                  <a:pt x="261814" y="10641"/>
                  <a:pt x="260816" y="10641"/>
                </a:cubicBezTo>
                <a:cubicBezTo>
                  <a:pt x="260448" y="10641"/>
                  <a:pt x="260090" y="10696"/>
                  <a:pt x="259740" y="10805"/>
                </a:cubicBezTo>
                <a:cubicBezTo>
                  <a:pt x="259390" y="10914"/>
                  <a:pt x="259025" y="11103"/>
                  <a:pt x="258646" y="11373"/>
                </a:cubicBezTo>
                <a:cubicBezTo>
                  <a:pt x="258267" y="11643"/>
                  <a:pt x="257857" y="12007"/>
                  <a:pt x="257415" y="12466"/>
                </a:cubicBezTo>
                <a:cubicBezTo>
                  <a:pt x="256973" y="12925"/>
                  <a:pt x="256477" y="13499"/>
                  <a:pt x="255926" y="14188"/>
                </a:cubicBezTo>
                <a:lnTo>
                  <a:pt x="255926" y="25656"/>
                </a:lnTo>
                <a:lnTo>
                  <a:pt x="252930" y="25656"/>
                </a:lnTo>
                <a:lnTo>
                  <a:pt x="252930" y="8368"/>
                </a:lnTo>
                <a:close/>
                <a:moveTo>
                  <a:pt x="287208" y="25656"/>
                </a:moveTo>
                <a:lnTo>
                  <a:pt x="283213" y="25656"/>
                </a:lnTo>
                <a:lnTo>
                  <a:pt x="276653" y="11610"/>
                </a:lnTo>
                <a:lnTo>
                  <a:pt x="274759" y="7094"/>
                </a:lnTo>
                <a:lnTo>
                  <a:pt x="274759" y="18452"/>
                </a:lnTo>
                <a:lnTo>
                  <a:pt x="274759" y="25656"/>
                </a:lnTo>
                <a:lnTo>
                  <a:pt x="271901" y="25656"/>
                </a:lnTo>
                <a:lnTo>
                  <a:pt x="271901" y="3134"/>
                </a:lnTo>
                <a:lnTo>
                  <a:pt x="275844" y="3134"/>
                </a:lnTo>
                <a:lnTo>
                  <a:pt x="282094" y="16439"/>
                </a:lnTo>
                <a:lnTo>
                  <a:pt x="284350" y="21592"/>
                </a:lnTo>
                <a:lnTo>
                  <a:pt x="284350" y="9528"/>
                </a:lnTo>
                <a:lnTo>
                  <a:pt x="284350" y="3134"/>
                </a:lnTo>
                <a:lnTo>
                  <a:pt x="287208" y="3134"/>
                </a:lnTo>
                <a:lnTo>
                  <a:pt x="287208" y="25656"/>
                </a:lnTo>
                <a:close/>
                <a:moveTo>
                  <a:pt x="307333" y="16874"/>
                </a:moveTo>
                <a:cubicBezTo>
                  <a:pt x="307333" y="18217"/>
                  <a:pt x="307144" y="19448"/>
                  <a:pt x="306765" y="20568"/>
                </a:cubicBezTo>
                <a:cubicBezTo>
                  <a:pt x="306386" y="21687"/>
                  <a:pt x="305841" y="22645"/>
                  <a:pt x="305129" y="23443"/>
                </a:cubicBezTo>
                <a:cubicBezTo>
                  <a:pt x="304417" y="24241"/>
                  <a:pt x="303551" y="24861"/>
                  <a:pt x="302529" y="25303"/>
                </a:cubicBezTo>
                <a:cubicBezTo>
                  <a:pt x="301507" y="25745"/>
                  <a:pt x="300348" y="25966"/>
                  <a:pt x="299051" y="25966"/>
                </a:cubicBezTo>
                <a:cubicBezTo>
                  <a:pt x="297811" y="25966"/>
                  <a:pt x="296701" y="25773"/>
                  <a:pt x="295719" y="25389"/>
                </a:cubicBezTo>
                <a:cubicBezTo>
                  <a:pt x="294738" y="25004"/>
                  <a:pt x="293905" y="24439"/>
                  <a:pt x="293222" y="23693"/>
                </a:cubicBezTo>
                <a:cubicBezTo>
                  <a:pt x="292539" y="22947"/>
                  <a:pt x="292017" y="22023"/>
                  <a:pt x="291655" y="20921"/>
                </a:cubicBezTo>
                <a:cubicBezTo>
                  <a:pt x="291294" y="19819"/>
                  <a:pt x="291113" y="18550"/>
                  <a:pt x="291113" y="17115"/>
                </a:cubicBezTo>
                <a:cubicBezTo>
                  <a:pt x="291113" y="15772"/>
                  <a:pt x="291302" y="14547"/>
                  <a:pt x="291681" y="13439"/>
                </a:cubicBezTo>
                <a:cubicBezTo>
                  <a:pt x="292060" y="12331"/>
                  <a:pt x="292605" y="11379"/>
                  <a:pt x="293317" y="10581"/>
                </a:cubicBezTo>
                <a:cubicBezTo>
                  <a:pt x="294029" y="9783"/>
                  <a:pt x="294895" y="9163"/>
                  <a:pt x="295917" y="8721"/>
                </a:cubicBezTo>
                <a:cubicBezTo>
                  <a:pt x="296939" y="8279"/>
                  <a:pt x="298098" y="8058"/>
                  <a:pt x="299395" y="8058"/>
                </a:cubicBezTo>
                <a:cubicBezTo>
                  <a:pt x="300635" y="8058"/>
                  <a:pt x="301746" y="8251"/>
                  <a:pt x="302727" y="8635"/>
                </a:cubicBezTo>
                <a:cubicBezTo>
                  <a:pt x="303709" y="9020"/>
                  <a:pt x="304541" y="9582"/>
                  <a:pt x="305224" y="10323"/>
                </a:cubicBezTo>
                <a:cubicBezTo>
                  <a:pt x="305907" y="11063"/>
                  <a:pt x="306429" y="11984"/>
                  <a:pt x="306791" y="13086"/>
                </a:cubicBezTo>
                <a:cubicBezTo>
                  <a:pt x="307152" y="14188"/>
                  <a:pt x="307333" y="15451"/>
                  <a:pt x="307333" y="16874"/>
                </a:cubicBezTo>
                <a:moveTo>
                  <a:pt x="304268" y="17012"/>
                </a:moveTo>
                <a:cubicBezTo>
                  <a:pt x="304268" y="15944"/>
                  <a:pt x="304150" y="15012"/>
                  <a:pt x="303915" y="14214"/>
                </a:cubicBezTo>
                <a:cubicBezTo>
                  <a:pt x="303680" y="13416"/>
                  <a:pt x="303344" y="12750"/>
                  <a:pt x="302908" y="12217"/>
                </a:cubicBezTo>
                <a:cubicBezTo>
                  <a:pt x="302472" y="11683"/>
                  <a:pt x="301941" y="11281"/>
                  <a:pt x="301315" y="11011"/>
                </a:cubicBezTo>
                <a:cubicBezTo>
                  <a:pt x="300690" y="10742"/>
                  <a:pt x="299992" y="10607"/>
                  <a:pt x="299223" y="10607"/>
                </a:cubicBezTo>
                <a:cubicBezTo>
                  <a:pt x="298328" y="10607"/>
                  <a:pt x="297561" y="10782"/>
                  <a:pt x="296924" y="11132"/>
                </a:cubicBezTo>
                <a:cubicBezTo>
                  <a:pt x="296287" y="11482"/>
                  <a:pt x="295765" y="11950"/>
                  <a:pt x="295357" y="12535"/>
                </a:cubicBezTo>
                <a:cubicBezTo>
                  <a:pt x="294950" y="13121"/>
                  <a:pt x="294651" y="13801"/>
                  <a:pt x="294462" y="14576"/>
                </a:cubicBezTo>
                <a:cubicBezTo>
                  <a:pt x="294273" y="15350"/>
                  <a:pt x="294178" y="16163"/>
                  <a:pt x="294178" y="17012"/>
                </a:cubicBezTo>
                <a:cubicBezTo>
                  <a:pt x="294178" y="18080"/>
                  <a:pt x="294296" y="19015"/>
                  <a:pt x="294531" y="19819"/>
                </a:cubicBezTo>
                <a:cubicBezTo>
                  <a:pt x="294766" y="20622"/>
                  <a:pt x="295102" y="21291"/>
                  <a:pt x="295538" y="21825"/>
                </a:cubicBezTo>
                <a:cubicBezTo>
                  <a:pt x="295974" y="22358"/>
                  <a:pt x="296503" y="22760"/>
                  <a:pt x="297122" y="23030"/>
                </a:cubicBezTo>
                <a:cubicBezTo>
                  <a:pt x="297742" y="23300"/>
                  <a:pt x="298442" y="23435"/>
                  <a:pt x="299223" y="23435"/>
                </a:cubicBezTo>
                <a:cubicBezTo>
                  <a:pt x="300118" y="23435"/>
                  <a:pt x="300885" y="23260"/>
                  <a:pt x="301522" y="22909"/>
                </a:cubicBezTo>
                <a:cubicBezTo>
                  <a:pt x="302159" y="22559"/>
                  <a:pt x="302681" y="22092"/>
                  <a:pt x="303089" y="21506"/>
                </a:cubicBezTo>
                <a:cubicBezTo>
                  <a:pt x="303496" y="20921"/>
                  <a:pt x="303795" y="20241"/>
                  <a:pt x="303984" y="19466"/>
                </a:cubicBezTo>
                <a:cubicBezTo>
                  <a:pt x="304173" y="18691"/>
                  <a:pt x="304268" y="17873"/>
                  <a:pt x="304268" y="17012"/>
                </a:cubicBezTo>
                <a:close/>
                <a:moveTo>
                  <a:pt x="310060" y="17374"/>
                </a:moveTo>
                <a:cubicBezTo>
                  <a:pt x="310060" y="15904"/>
                  <a:pt x="310261" y="14599"/>
                  <a:pt x="310663" y="13456"/>
                </a:cubicBezTo>
                <a:cubicBezTo>
                  <a:pt x="311065" y="12314"/>
                  <a:pt x="311636" y="11350"/>
                  <a:pt x="312376" y="10564"/>
                </a:cubicBezTo>
                <a:cubicBezTo>
                  <a:pt x="313117" y="9777"/>
                  <a:pt x="314006" y="9180"/>
                  <a:pt x="315045" y="8773"/>
                </a:cubicBezTo>
                <a:cubicBezTo>
                  <a:pt x="316084" y="8365"/>
                  <a:pt x="317241" y="8162"/>
                  <a:pt x="318515" y="8162"/>
                </a:cubicBezTo>
                <a:cubicBezTo>
                  <a:pt x="319066" y="8162"/>
                  <a:pt x="319608" y="8196"/>
                  <a:pt x="320142" y="8265"/>
                </a:cubicBezTo>
                <a:cubicBezTo>
                  <a:pt x="320676" y="8334"/>
                  <a:pt x="321201" y="8443"/>
                  <a:pt x="321717" y="8592"/>
                </a:cubicBezTo>
                <a:lnTo>
                  <a:pt x="321717" y="1309"/>
                </a:lnTo>
                <a:lnTo>
                  <a:pt x="324731" y="1309"/>
                </a:lnTo>
                <a:lnTo>
                  <a:pt x="324731" y="25656"/>
                </a:lnTo>
                <a:lnTo>
                  <a:pt x="322045" y="25656"/>
                </a:lnTo>
                <a:lnTo>
                  <a:pt x="321941" y="22384"/>
                </a:lnTo>
                <a:cubicBezTo>
                  <a:pt x="321103" y="23601"/>
                  <a:pt x="320196" y="24502"/>
                  <a:pt x="319221" y="25088"/>
                </a:cubicBezTo>
                <a:cubicBezTo>
                  <a:pt x="318245" y="25673"/>
                  <a:pt x="317189" y="25966"/>
                  <a:pt x="316052" y="25966"/>
                </a:cubicBezTo>
                <a:cubicBezTo>
                  <a:pt x="315065" y="25966"/>
                  <a:pt x="314196" y="25759"/>
                  <a:pt x="313444" y="25346"/>
                </a:cubicBezTo>
                <a:cubicBezTo>
                  <a:pt x="312692" y="24933"/>
                  <a:pt x="312066" y="24350"/>
                  <a:pt x="311567" y="23598"/>
                </a:cubicBezTo>
                <a:cubicBezTo>
                  <a:pt x="311068" y="22846"/>
                  <a:pt x="310692" y="21942"/>
                  <a:pt x="310439" y="20886"/>
                </a:cubicBezTo>
                <a:cubicBezTo>
                  <a:pt x="310187" y="19830"/>
                  <a:pt x="310060" y="18659"/>
                  <a:pt x="310060" y="17374"/>
                </a:cubicBezTo>
                <a:moveTo>
                  <a:pt x="313125" y="17184"/>
                </a:moveTo>
                <a:cubicBezTo>
                  <a:pt x="313125" y="19273"/>
                  <a:pt x="313432" y="20832"/>
                  <a:pt x="314046" y="21859"/>
                </a:cubicBezTo>
                <a:cubicBezTo>
                  <a:pt x="314661" y="22886"/>
                  <a:pt x="315530" y="23400"/>
                  <a:pt x="316655" y="23400"/>
                </a:cubicBezTo>
                <a:cubicBezTo>
                  <a:pt x="317413" y="23400"/>
                  <a:pt x="318213" y="23061"/>
                  <a:pt x="319057" y="22384"/>
                </a:cubicBezTo>
                <a:cubicBezTo>
                  <a:pt x="319901" y="21707"/>
                  <a:pt x="320788" y="20703"/>
                  <a:pt x="321717" y="19371"/>
                </a:cubicBezTo>
                <a:lnTo>
                  <a:pt x="321717" y="11347"/>
                </a:lnTo>
                <a:cubicBezTo>
                  <a:pt x="321224" y="11118"/>
                  <a:pt x="320679" y="10942"/>
                  <a:pt x="320082" y="10822"/>
                </a:cubicBezTo>
                <a:cubicBezTo>
                  <a:pt x="319485" y="10701"/>
                  <a:pt x="318894" y="10641"/>
                  <a:pt x="318308" y="10641"/>
                </a:cubicBezTo>
                <a:cubicBezTo>
                  <a:pt x="316678" y="10641"/>
                  <a:pt x="315407" y="11169"/>
                  <a:pt x="314494" y="12225"/>
                </a:cubicBezTo>
                <a:cubicBezTo>
                  <a:pt x="313582" y="13281"/>
                  <a:pt x="313125" y="14934"/>
                  <a:pt x="313125" y="17184"/>
                </a:cubicBezTo>
                <a:close/>
                <a:moveTo>
                  <a:pt x="345217" y="16099"/>
                </a:moveTo>
                <a:cubicBezTo>
                  <a:pt x="345217" y="16524"/>
                  <a:pt x="345211" y="16880"/>
                  <a:pt x="345200" y="17167"/>
                </a:cubicBezTo>
                <a:cubicBezTo>
                  <a:pt x="345188" y="17454"/>
                  <a:pt x="345171" y="17724"/>
                  <a:pt x="345148" y="17976"/>
                </a:cubicBezTo>
                <a:lnTo>
                  <a:pt x="333009" y="17976"/>
                </a:lnTo>
                <a:cubicBezTo>
                  <a:pt x="333009" y="19744"/>
                  <a:pt x="333503" y="21101"/>
                  <a:pt x="334490" y="22048"/>
                </a:cubicBezTo>
                <a:cubicBezTo>
                  <a:pt x="335477" y="22995"/>
                  <a:pt x="336900" y="23469"/>
                  <a:pt x="338760" y="23469"/>
                </a:cubicBezTo>
                <a:cubicBezTo>
                  <a:pt x="339265" y="23469"/>
                  <a:pt x="339770" y="23449"/>
                  <a:pt x="340275" y="23408"/>
                </a:cubicBezTo>
                <a:cubicBezTo>
                  <a:pt x="340780" y="23366"/>
                  <a:pt x="341268" y="23311"/>
                  <a:pt x="341739" y="23240"/>
                </a:cubicBezTo>
                <a:cubicBezTo>
                  <a:pt x="342209" y="23170"/>
                  <a:pt x="342660" y="23090"/>
                  <a:pt x="343090" y="23002"/>
                </a:cubicBezTo>
                <a:cubicBezTo>
                  <a:pt x="343521" y="22914"/>
                  <a:pt x="343920" y="22817"/>
                  <a:pt x="344287" y="22711"/>
                </a:cubicBezTo>
                <a:lnTo>
                  <a:pt x="344287" y="25174"/>
                </a:lnTo>
                <a:cubicBezTo>
                  <a:pt x="343472" y="25408"/>
                  <a:pt x="342551" y="25599"/>
                  <a:pt x="341524" y="25746"/>
                </a:cubicBezTo>
                <a:cubicBezTo>
                  <a:pt x="340496" y="25892"/>
                  <a:pt x="339432" y="25966"/>
                  <a:pt x="338330" y="25966"/>
                </a:cubicBezTo>
                <a:cubicBezTo>
                  <a:pt x="336849" y="25966"/>
                  <a:pt x="335575" y="25765"/>
                  <a:pt x="334507" y="25363"/>
                </a:cubicBezTo>
                <a:cubicBezTo>
                  <a:pt x="333439" y="24961"/>
                  <a:pt x="332564" y="24379"/>
                  <a:pt x="331881" y="23615"/>
                </a:cubicBezTo>
                <a:cubicBezTo>
                  <a:pt x="331198" y="22852"/>
                  <a:pt x="330693" y="21916"/>
                  <a:pt x="330366" y="20809"/>
                </a:cubicBezTo>
                <a:cubicBezTo>
                  <a:pt x="330039" y="19701"/>
                  <a:pt x="329875" y="18447"/>
                  <a:pt x="329875" y="17046"/>
                </a:cubicBezTo>
                <a:cubicBezTo>
                  <a:pt x="329875" y="15830"/>
                  <a:pt x="330050" y="14679"/>
                  <a:pt x="330400" y="13594"/>
                </a:cubicBezTo>
                <a:cubicBezTo>
                  <a:pt x="330750" y="12509"/>
                  <a:pt x="331261" y="11557"/>
                  <a:pt x="331933" y="10736"/>
                </a:cubicBezTo>
                <a:cubicBezTo>
                  <a:pt x="332604" y="9915"/>
                  <a:pt x="333428" y="9264"/>
                  <a:pt x="334404" y="8782"/>
                </a:cubicBezTo>
                <a:cubicBezTo>
                  <a:pt x="335379" y="8299"/>
                  <a:pt x="336487" y="8058"/>
                  <a:pt x="337727" y="8058"/>
                </a:cubicBezTo>
                <a:cubicBezTo>
                  <a:pt x="338932" y="8058"/>
                  <a:pt x="340000" y="8248"/>
                  <a:pt x="340930" y="8627"/>
                </a:cubicBezTo>
                <a:cubicBezTo>
                  <a:pt x="341859" y="9005"/>
                  <a:pt x="342643" y="9542"/>
                  <a:pt x="343280" y="10236"/>
                </a:cubicBezTo>
                <a:cubicBezTo>
                  <a:pt x="343917" y="10931"/>
                  <a:pt x="344399" y="11775"/>
                  <a:pt x="344726" y="12768"/>
                </a:cubicBezTo>
                <a:cubicBezTo>
                  <a:pt x="345053" y="13761"/>
                  <a:pt x="345217" y="14871"/>
                  <a:pt x="345217" y="16099"/>
                </a:cubicBezTo>
                <a:moveTo>
                  <a:pt x="342100" y="15669"/>
                </a:moveTo>
                <a:cubicBezTo>
                  <a:pt x="342135" y="14900"/>
                  <a:pt x="342060" y="14197"/>
                  <a:pt x="341877" y="13560"/>
                </a:cubicBezTo>
                <a:cubicBezTo>
                  <a:pt x="341693" y="12923"/>
                  <a:pt x="341409" y="12374"/>
                  <a:pt x="341024" y="11915"/>
                </a:cubicBezTo>
                <a:cubicBezTo>
                  <a:pt x="340640" y="11456"/>
                  <a:pt x="340160" y="11097"/>
                  <a:pt x="339586" y="10839"/>
                </a:cubicBezTo>
                <a:cubicBezTo>
                  <a:pt x="339013" y="10581"/>
                  <a:pt x="338347" y="10452"/>
                  <a:pt x="337589" y="10452"/>
                </a:cubicBezTo>
                <a:cubicBezTo>
                  <a:pt x="336935" y="10452"/>
                  <a:pt x="336338" y="10578"/>
                  <a:pt x="335798" y="10831"/>
                </a:cubicBezTo>
                <a:cubicBezTo>
                  <a:pt x="335259" y="11083"/>
                  <a:pt x="334794" y="11439"/>
                  <a:pt x="334404" y="11898"/>
                </a:cubicBezTo>
                <a:cubicBezTo>
                  <a:pt x="334013" y="12357"/>
                  <a:pt x="333698" y="12908"/>
                  <a:pt x="333457" y="13551"/>
                </a:cubicBezTo>
                <a:cubicBezTo>
                  <a:pt x="333216" y="14194"/>
                  <a:pt x="333066" y="14900"/>
                  <a:pt x="333009" y="15669"/>
                </a:cubicBezTo>
                <a:lnTo>
                  <a:pt x="342100" y="15669"/>
                </a:lnTo>
                <a:close/>
                <a:moveTo>
                  <a:pt x="384647" y="14533"/>
                </a:moveTo>
                <a:lnTo>
                  <a:pt x="369839" y="14533"/>
                </a:lnTo>
                <a:lnTo>
                  <a:pt x="369839" y="12001"/>
                </a:lnTo>
                <a:lnTo>
                  <a:pt x="384647" y="12001"/>
                </a:lnTo>
                <a:lnTo>
                  <a:pt x="384647" y="14533"/>
                </a:lnTo>
                <a:moveTo>
                  <a:pt x="384647" y="20542"/>
                </a:moveTo>
                <a:lnTo>
                  <a:pt x="369839" y="20542"/>
                </a:lnTo>
                <a:lnTo>
                  <a:pt x="369839" y="18011"/>
                </a:lnTo>
                <a:lnTo>
                  <a:pt x="384647" y="18011"/>
                </a:lnTo>
                <a:lnTo>
                  <a:pt x="384647" y="20542"/>
                </a:lnTo>
                <a:close/>
                <a:moveTo>
                  <a:pt x="422609" y="25397"/>
                </a:moveTo>
                <a:cubicBezTo>
                  <a:pt x="421932" y="25576"/>
                  <a:pt x="421232" y="25703"/>
                  <a:pt x="420509" y="25781"/>
                </a:cubicBezTo>
                <a:cubicBezTo>
                  <a:pt x="419785" y="25858"/>
                  <a:pt x="419051" y="25897"/>
                  <a:pt x="418305" y="25897"/>
                </a:cubicBezTo>
                <a:cubicBezTo>
                  <a:pt x="416135" y="25897"/>
                  <a:pt x="414516" y="25406"/>
                  <a:pt x="413449" y="24425"/>
                </a:cubicBezTo>
                <a:cubicBezTo>
                  <a:pt x="412381" y="23443"/>
                  <a:pt x="411848" y="21937"/>
                  <a:pt x="411848" y="19905"/>
                </a:cubicBezTo>
                <a:lnTo>
                  <a:pt x="411848" y="10882"/>
                </a:lnTo>
                <a:lnTo>
                  <a:pt x="407009" y="10882"/>
                </a:lnTo>
                <a:lnTo>
                  <a:pt x="407009" y="8368"/>
                </a:lnTo>
                <a:lnTo>
                  <a:pt x="411848" y="8368"/>
                </a:lnTo>
                <a:lnTo>
                  <a:pt x="411848" y="3601"/>
                </a:lnTo>
                <a:lnTo>
                  <a:pt x="414844" y="2824"/>
                </a:lnTo>
                <a:lnTo>
                  <a:pt x="414844" y="8368"/>
                </a:lnTo>
                <a:lnTo>
                  <a:pt x="422609" y="8368"/>
                </a:lnTo>
                <a:lnTo>
                  <a:pt x="422609" y="10882"/>
                </a:lnTo>
                <a:lnTo>
                  <a:pt x="414844" y="10882"/>
                </a:lnTo>
                <a:lnTo>
                  <a:pt x="414844" y="19664"/>
                </a:lnTo>
                <a:cubicBezTo>
                  <a:pt x="414844" y="20903"/>
                  <a:pt x="415174" y="21830"/>
                  <a:pt x="415834" y="22444"/>
                </a:cubicBezTo>
                <a:cubicBezTo>
                  <a:pt x="416494" y="23059"/>
                  <a:pt x="417467" y="23366"/>
                  <a:pt x="418752" y="23366"/>
                </a:cubicBezTo>
                <a:cubicBezTo>
                  <a:pt x="419303" y="23366"/>
                  <a:pt x="419906" y="23321"/>
                  <a:pt x="420560" y="23233"/>
                </a:cubicBezTo>
                <a:cubicBezTo>
                  <a:pt x="421215" y="23144"/>
                  <a:pt x="421898" y="23004"/>
                  <a:pt x="422609" y="22815"/>
                </a:cubicBezTo>
                <a:lnTo>
                  <a:pt x="422609" y="25397"/>
                </a:lnTo>
                <a:close/>
                <a:moveTo>
                  <a:pt x="442252" y="25656"/>
                </a:moveTo>
                <a:lnTo>
                  <a:pt x="439256" y="25656"/>
                </a:lnTo>
                <a:lnTo>
                  <a:pt x="439256" y="14619"/>
                </a:lnTo>
                <a:cubicBezTo>
                  <a:pt x="439256" y="13287"/>
                  <a:pt x="439006" y="12291"/>
                  <a:pt x="438507" y="11631"/>
                </a:cubicBezTo>
                <a:cubicBezTo>
                  <a:pt x="438008" y="10971"/>
                  <a:pt x="437293" y="10641"/>
                  <a:pt x="436363" y="10641"/>
                </a:cubicBezTo>
                <a:cubicBezTo>
                  <a:pt x="435962" y="10641"/>
                  <a:pt x="435586" y="10696"/>
                  <a:pt x="435236" y="10805"/>
                </a:cubicBezTo>
                <a:cubicBezTo>
                  <a:pt x="434885" y="10914"/>
                  <a:pt x="434521" y="11103"/>
                  <a:pt x="434142" y="11373"/>
                </a:cubicBezTo>
                <a:cubicBezTo>
                  <a:pt x="433763" y="11643"/>
                  <a:pt x="433350" y="12007"/>
                  <a:pt x="432902" y="12466"/>
                </a:cubicBezTo>
                <a:cubicBezTo>
                  <a:pt x="432455" y="12925"/>
                  <a:pt x="431938" y="13499"/>
                  <a:pt x="431353" y="14188"/>
                </a:cubicBezTo>
                <a:lnTo>
                  <a:pt x="431353" y="25656"/>
                </a:lnTo>
                <a:lnTo>
                  <a:pt x="428357" y="25656"/>
                </a:lnTo>
                <a:lnTo>
                  <a:pt x="428357" y="1309"/>
                </a:lnTo>
                <a:lnTo>
                  <a:pt x="431353" y="1309"/>
                </a:lnTo>
                <a:lnTo>
                  <a:pt x="431353" y="8363"/>
                </a:lnTo>
                <a:lnTo>
                  <a:pt x="431249" y="11089"/>
                </a:lnTo>
                <a:cubicBezTo>
                  <a:pt x="431720" y="10526"/>
                  <a:pt x="432182" y="10053"/>
                  <a:pt x="432635" y="9668"/>
                </a:cubicBezTo>
                <a:cubicBezTo>
                  <a:pt x="433089" y="9284"/>
                  <a:pt x="433542" y="8971"/>
                  <a:pt x="433996" y="8730"/>
                </a:cubicBezTo>
                <a:cubicBezTo>
                  <a:pt x="434449" y="8489"/>
                  <a:pt x="434911" y="8317"/>
                  <a:pt x="435382" y="8213"/>
                </a:cubicBezTo>
                <a:cubicBezTo>
                  <a:pt x="435853" y="8110"/>
                  <a:pt x="436340" y="8058"/>
                  <a:pt x="436845" y="8058"/>
                </a:cubicBezTo>
                <a:cubicBezTo>
                  <a:pt x="438567" y="8058"/>
                  <a:pt x="439899" y="8583"/>
                  <a:pt x="440840" y="9634"/>
                </a:cubicBezTo>
                <a:cubicBezTo>
                  <a:pt x="441781" y="10684"/>
                  <a:pt x="442252" y="12265"/>
                  <a:pt x="442252" y="14378"/>
                </a:cubicBezTo>
                <a:lnTo>
                  <a:pt x="442252" y="25656"/>
                </a:lnTo>
                <a:close/>
                <a:moveTo>
                  <a:pt x="453922" y="10848"/>
                </a:moveTo>
                <a:lnTo>
                  <a:pt x="448809" y="10848"/>
                </a:lnTo>
                <a:lnTo>
                  <a:pt x="448809" y="8368"/>
                </a:lnTo>
                <a:lnTo>
                  <a:pt x="456953" y="8368"/>
                </a:lnTo>
                <a:lnTo>
                  <a:pt x="456953" y="23159"/>
                </a:lnTo>
                <a:lnTo>
                  <a:pt x="462101" y="23159"/>
                </a:lnTo>
                <a:lnTo>
                  <a:pt x="462101" y="25656"/>
                </a:lnTo>
                <a:lnTo>
                  <a:pt x="448240" y="25656"/>
                </a:lnTo>
                <a:lnTo>
                  <a:pt x="448240" y="23159"/>
                </a:lnTo>
                <a:lnTo>
                  <a:pt x="453922" y="23159"/>
                </a:lnTo>
                <a:lnTo>
                  <a:pt x="453922" y="10848"/>
                </a:lnTo>
                <a:moveTo>
                  <a:pt x="454973" y="1102"/>
                </a:moveTo>
                <a:cubicBezTo>
                  <a:pt x="455306" y="1102"/>
                  <a:pt x="455616" y="1162"/>
                  <a:pt x="455903" y="1283"/>
                </a:cubicBezTo>
                <a:cubicBezTo>
                  <a:pt x="456190" y="1403"/>
                  <a:pt x="456439" y="1573"/>
                  <a:pt x="456652" y="1791"/>
                </a:cubicBezTo>
                <a:cubicBezTo>
                  <a:pt x="456864" y="2009"/>
                  <a:pt x="457030" y="2259"/>
                  <a:pt x="457151" y="2540"/>
                </a:cubicBezTo>
                <a:cubicBezTo>
                  <a:pt x="457271" y="2821"/>
                  <a:pt x="457332" y="3128"/>
                  <a:pt x="457332" y="3461"/>
                </a:cubicBezTo>
                <a:cubicBezTo>
                  <a:pt x="457332" y="3782"/>
                  <a:pt x="457271" y="4087"/>
                  <a:pt x="457151" y="4374"/>
                </a:cubicBezTo>
                <a:cubicBezTo>
                  <a:pt x="457030" y="4661"/>
                  <a:pt x="456864" y="4913"/>
                  <a:pt x="456652" y="5131"/>
                </a:cubicBezTo>
                <a:cubicBezTo>
                  <a:pt x="456439" y="5349"/>
                  <a:pt x="456190" y="5519"/>
                  <a:pt x="455903" y="5639"/>
                </a:cubicBezTo>
                <a:cubicBezTo>
                  <a:pt x="455616" y="5760"/>
                  <a:pt x="455306" y="5820"/>
                  <a:pt x="454973" y="5820"/>
                </a:cubicBezTo>
                <a:cubicBezTo>
                  <a:pt x="454640" y="5820"/>
                  <a:pt x="454330" y="5760"/>
                  <a:pt x="454043" y="5639"/>
                </a:cubicBezTo>
                <a:cubicBezTo>
                  <a:pt x="453756" y="5519"/>
                  <a:pt x="453506" y="5349"/>
                  <a:pt x="453294" y="5131"/>
                </a:cubicBezTo>
                <a:cubicBezTo>
                  <a:pt x="453082" y="4913"/>
                  <a:pt x="452915" y="4661"/>
                  <a:pt x="452795" y="4374"/>
                </a:cubicBezTo>
                <a:cubicBezTo>
                  <a:pt x="452674" y="4087"/>
                  <a:pt x="452614" y="3782"/>
                  <a:pt x="452614" y="3461"/>
                </a:cubicBezTo>
                <a:cubicBezTo>
                  <a:pt x="452614" y="3128"/>
                  <a:pt x="452674" y="2821"/>
                  <a:pt x="452795" y="2540"/>
                </a:cubicBezTo>
                <a:cubicBezTo>
                  <a:pt x="452915" y="2259"/>
                  <a:pt x="453082" y="2009"/>
                  <a:pt x="453294" y="1791"/>
                </a:cubicBezTo>
                <a:cubicBezTo>
                  <a:pt x="453506" y="1573"/>
                  <a:pt x="453756" y="1403"/>
                  <a:pt x="454043" y="1283"/>
                </a:cubicBezTo>
                <a:cubicBezTo>
                  <a:pt x="454330" y="1162"/>
                  <a:pt x="454640" y="1102"/>
                  <a:pt x="454973" y="1102"/>
                </a:cubicBezTo>
                <a:close/>
                <a:moveTo>
                  <a:pt x="480377" y="20938"/>
                </a:moveTo>
                <a:cubicBezTo>
                  <a:pt x="480377" y="21546"/>
                  <a:pt x="480274" y="22092"/>
                  <a:pt x="480067" y="22574"/>
                </a:cubicBezTo>
                <a:cubicBezTo>
                  <a:pt x="479861" y="23056"/>
                  <a:pt x="479579" y="23483"/>
                  <a:pt x="479223" y="23856"/>
                </a:cubicBezTo>
                <a:cubicBezTo>
                  <a:pt x="478868" y="24229"/>
                  <a:pt x="478454" y="24548"/>
                  <a:pt x="477984" y="24812"/>
                </a:cubicBezTo>
                <a:cubicBezTo>
                  <a:pt x="477513" y="25076"/>
                  <a:pt x="477011" y="25294"/>
                  <a:pt x="476477" y="25466"/>
                </a:cubicBezTo>
                <a:cubicBezTo>
                  <a:pt x="475943" y="25639"/>
                  <a:pt x="475395" y="25765"/>
                  <a:pt x="474833" y="25845"/>
                </a:cubicBezTo>
                <a:cubicBezTo>
                  <a:pt x="474270" y="25926"/>
                  <a:pt x="473719" y="25966"/>
                  <a:pt x="473180" y="25966"/>
                </a:cubicBezTo>
                <a:cubicBezTo>
                  <a:pt x="472009" y="25966"/>
                  <a:pt x="470933" y="25914"/>
                  <a:pt x="469951" y="25811"/>
                </a:cubicBezTo>
                <a:cubicBezTo>
                  <a:pt x="468970" y="25707"/>
                  <a:pt x="468008" y="25541"/>
                  <a:pt x="467067" y="25311"/>
                </a:cubicBezTo>
                <a:lnTo>
                  <a:pt x="467067" y="22556"/>
                </a:lnTo>
                <a:cubicBezTo>
                  <a:pt x="468077" y="22843"/>
                  <a:pt x="469082" y="23061"/>
                  <a:pt x="470080" y="23211"/>
                </a:cubicBezTo>
                <a:cubicBezTo>
                  <a:pt x="471079" y="23360"/>
                  <a:pt x="472072" y="23435"/>
                  <a:pt x="473059" y="23435"/>
                </a:cubicBezTo>
                <a:cubicBezTo>
                  <a:pt x="474494" y="23435"/>
                  <a:pt x="475556" y="23239"/>
                  <a:pt x="476245" y="22849"/>
                </a:cubicBezTo>
                <a:cubicBezTo>
                  <a:pt x="476933" y="22459"/>
                  <a:pt x="477278" y="21902"/>
                  <a:pt x="477278" y="21179"/>
                </a:cubicBezTo>
                <a:cubicBezTo>
                  <a:pt x="477278" y="20869"/>
                  <a:pt x="477223" y="20591"/>
                  <a:pt x="477114" y="20344"/>
                </a:cubicBezTo>
                <a:cubicBezTo>
                  <a:pt x="477005" y="20097"/>
                  <a:pt x="476807" y="19862"/>
                  <a:pt x="476520" y="19638"/>
                </a:cubicBezTo>
                <a:cubicBezTo>
                  <a:pt x="476233" y="19414"/>
                  <a:pt x="475788" y="19182"/>
                  <a:pt x="475186" y="18941"/>
                </a:cubicBezTo>
                <a:cubicBezTo>
                  <a:pt x="474583" y="18699"/>
                  <a:pt x="473759" y="18424"/>
                  <a:pt x="472715" y="18114"/>
                </a:cubicBezTo>
                <a:cubicBezTo>
                  <a:pt x="471934" y="17884"/>
                  <a:pt x="471214" y="17623"/>
                  <a:pt x="470554" y="17331"/>
                </a:cubicBezTo>
                <a:cubicBezTo>
                  <a:pt x="469894" y="17038"/>
                  <a:pt x="469323" y="16691"/>
                  <a:pt x="468841" y="16289"/>
                </a:cubicBezTo>
                <a:cubicBezTo>
                  <a:pt x="468358" y="15887"/>
                  <a:pt x="467980" y="15416"/>
                  <a:pt x="467704" y="14877"/>
                </a:cubicBezTo>
                <a:cubicBezTo>
                  <a:pt x="467429" y="14337"/>
                  <a:pt x="467291" y="13700"/>
                  <a:pt x="467291" y="12966"/>
                </a:cubicBezTo>
                <a:cubicBezTo>
                  <a:pt x="467291" y="12484"/>
                  <a:pt x="467403" y="11955"/>
                  <a:pt x="467627" y="11382"/>
                </a:cubicBezTo>
                <a:cubicBezTo>
                  <a:pt x="467851" y="10808"/>
                  <a:pt x="468232" y="10274"/>
                  <a:pt x="468772" y="9780"/>
                </a:cubicBezTo>
                <a:cubicBezTo>
                  <a:pt x="469311" y="9287"/>
                  <a:pt x="470040" y="8876"/>
                  <a:pt x="470958" y="8549"/>
                </a:cubicBezTo>
                <a:cubicBezTo>
                  <a:pt x="471877" y="8222"/>
                  <a:pt x="473025" y="8058"/>
                  <a:pt x="474402" y="8058"/>
                </a:cubicBezTo>
                <a:cubicBezTo>
                  <a:pt x="475079" y="8058"/>
                  <a:pt x="475831" y="8096"/>
                  <a:pt x="476658" y="8170"/>
                </a:cubicBezTo>
                <a:cubicBezTo>
                  <a:pt x="477484" y="8245"/>
                  <a:pt x="478345" y="8374"/>
                  <a:pt x="479241" y="8558"/>
                </a:cubicBezTo>
                <a:lnTo>
                  <a:pt x="479241" y="11227"/>
                </a:lnTo>
                <a:cubicBezTo>
                  <a:pt x="478299" y="10997"/>
                  <a:pt x="477407" y="10828"/>
                  <a:pt x="476563" y="10719"/>
                </a:cubicBezTo>
                <a:cubicBezTo>
                  <a:pt x="475719" y="10610"/>
                  <a:pt x="474988" y="10555"/>
                  <a:pt x="474368" y="10555"/>
                </a:cubicBezTo>
                <a:cubicBezTo>
                  <a:pt x="473622" y="10555"/>
                  <a:pt x="472993" y="10612"/>
                  <a:pt x="472482" y="10727"/>
                </a:cubicBezTo>
                <a:cubicBezTo>
                  <a:pt x="471972" y="10842"/>
                  <a:pt x="471558" y="11000"/>
                  <a:pt x="471243" y="11201"/>
                </a:cubicBezTo>
                <a:cubicBezTo>
                  <a:pt x="470927" y="11402"/>
                  <a:pt x="470700" y="11637"/>
                  <a:pt x="470562" y="11907"/>
                </a:cubicBezTo>
                <a:cubicBezTo>
                  <a:pt x="470425" y="12176"/>
                  <a:pt x="470356" y="12466"/>
                  <a:pt x="470356" y="12776"/>
                </a:cubicBezTo>
                <a:cubicBezTo>
                  <a:pt x="470356" y="13086"/>
                  <a:pt x="470416" y="13367"/>
                  <a:pt x="470537" y="13620"/>
                </a:cubicBezTo>
                <a:cubicBezTo>
                  <a:pt x="470657" y="13872"/>
                  <a:pt x="470881" y="14116"/>
                  <a:pt x="471208" y="14352"/>
                </a:cubicBezTo>
                <a:cubicBezTo>
                  <a:pt x="471535" y="14587"/>
                  <a:pt x="471992" y="14822"/>
                  <a:pt x="472577" y="15058"/>
                </a:cubicBezTo>
                <a:cubicBezTo>
                  <a:pt x="473162" y="15293"/>
                  <a:pt x="473926" y="15548"/>
                  <a:pt x="474867" y="15824"/>
                </a:cubicBezTo>
                <a:cubicBezTo>
                  <a:pt x="475889" y="16122"/>
                  <a:pt x="476750" y="16435"/>
                  <a:pt x="477450" y="16762"/>
                </a:cubicBezTo>
                <a:cubicBezTo>
                  <a:pt x="478150" y="17089"/>
                  <a:pt x="478718" y="17454"/>
                  <a:pt x="479155" y="17856"/>
                </a:cubicBezTo>
                <a:cubicBezTo>
                  <a:pt x="479591" y="18257"/>
                  <a:pt x="479904" y="18711"/>
                  <a:pt x="480093" y="19216"/>
                </a:cubicBezTo>
                <a:cubicBezTo>
                  <a:pt x="480282" y="19721"/>
                  <a:pt x="480377" y="20295"/>
                  <a:pt x="480377" y="20938"/>
                </a:cubicBezTo>
                <a:close/>
                <a:moveTo>
                  <a:pt x="493167" y="20232"/>
                </a:moveTo>
                <a:cubicBezTo>
                  <a:pt x="493557" y="20232"/>
                  <a:pt x="493927" y="20307"/>
                  <a:pt x="494277" y="20456"/>
                </a:cubicBezTo>
                <a:cubicBezTo>
                  <a:pt x="494627" y="20605"/>
                  <a:pt x="494932" y="20812"/>
                  <a:pt x="495190" y="21076"/>
                </a:cubicBezTo>
                <a:cubicBezTo>
                  <a:pt x="495448" y="21340"/>
                  <a:pt x="495652" y="21647"/>
                  <a:pt x="495801" y="21997"/>
                </a:cubicBezTo>
                <a:cubicBezTo>
                  <a:pt x="495950" y="22347"/>
                  <a:pt x="496025" y="22723"/>
                  <a:pt x="496025" y="23125"/>
                </a:cubicBezTo>
                <a:cubicBezTo>
                  <a:pt x="496025" y="23515"/>
                  <a:pt x="495950" y="23882"/>
                  <a:pt x="495801" y="24227"/>
                </a:cubicBezTo>
                <a:cubicBezTo>
                  <a:pt x="495652" y="24571"/>
                  <a:pt x="495448" y="24872"/>
                  <a:pt x="495190" y="25131"/>
                </a:cubicBezTo>
                <a:cubicBezTo>
                  <a:pt x="494932" y="25389"/>
                  <a:pt x="494627" y="25593"/>
                  <a:pt x="494277" y="25742"/>
                </a:cubicBezTo>
                <a:cubicBezTo>
                  <a:pt x="493927" y="25891"/>
                  <a:pt x="493557" y="25966"/>
                  <a:pt x="493167" y="25966"/>
                </a:cubicBezTo>
                <a:cubicBezTo>
                  <a:pt x="492765" y="25966"/>
                  <a:pt x="492392" y="25891"/>
                  <a:pt x="492047" y="25742"/>
                </a:cubicBezTo>
                <a:cubicBezTo>
                  <a:pt x="491703" y="25593"/>
                  <a:pt x="491402" y="25389"/>
                  <a:pt x="491144" y="25131"/>
                </a:cubicBezTo>
                <a:cubicBezTo>
                  <a:pt x="490885" y="24872"/>
                  <a:pt x="490681" y="24571"/>
                  <a:pt x="490532" y="24227"/>
                </a:cubicBezTo>
                <a:cubicBezTo>
                  <a:pt x="490383" y="23882"/>
                  <a:pt x="490308" y="23515"/>
                  <a:pt x="490308" y="23125"/>
                </a:cubicBezTo>
                <a:cubicBezTo>
                  <a:pt x="490308" y="22723"/>
                  <a:pt x="490383" y="22347"/>
                  <a:pt x="490532" y="21997"/>
                </a:cubicBezTo>
                <a:cubicBezTo>
                  <a:pt x="490681" y="21647"/>
                  <a:pt x="490885" y="21340"/>
                  <a:pt x="491144" y="21076"/>
                </a:cubicBezTo>
                <a:cubicBezTo>
                  <a:pt x="491402" y="20812"/>
                  <a:pt x="491703" y="20605"/>
                  <a:pt x="492047" y="20456"/>
                </a:cubicBezTo>
                <a:cubicBezTo>
                  <a:pt x="492392" y="20307"/>
                  <a:pt x="492765" y="20232"/>
                  <a:pt x="493167" y="20232"/>
                </a:cubicBezTo>
                <a:close/>
                <a:moveTo>
                  <a:pt x="520816" y="16702"/>
                </a:moveTo>
                <a:cubicBezTo>
                  <a:pt x="520816" y="18240"/>
                  <a:pt x="520601" y="19583"/>
                  <a:pt x="520170" y="20731"/>
                </a:cubicBezTo>
                <a:cubicBezTo>
                  <a:pt x="519740" y="21879"/>
                  <a:pt x="519146" y="22832"/>
                  <a:pt x="518388" y="23590"/>
                </a:cubicBezTo>
                <a:cubicBezTo>
                  <a:pt x="517631" y="24347"/>
                  <a:pt x="516735" y="24915"/>
                  <a:pt x="515702" y="25294"/>
                </a:cubicBezTo>
                <a:cubicBezTo>
                  <a:pt x="514669" y="25673"/>
                  <a:pt x="513550" y="25862"/>
                  <a:pt x="512344" y="25862"/>
                </a:cubicBezTo>
                <a:cubicBezTo>
                  <a:pt x="511793" y="25862"/>
                  <a:pt x="511245" y="25834"/>
                  <a:pt x="510700" y="25776"/>
                </a:cubicBezTo>
                <a:cubicBezTo>
                  <a:pt x="510155" y="25719"/>
                  <a:pt x="509601" y="25621"/>
                  <a:pt x="509038" y="25484"/>
                </a:cubicBezTo>
                <a:lnTo>
                  <a:pt x="509038" y="32715"/>
                </a:lnTo>
                <a:lnTo>
                  <a:pt x="506042" y="32715"/>
                </a:lnTo>
                <a:lnTo>
                  <a:pt x="506042" y="8368"/>
                </a:lnTo>
                <a:lnTo>
                  <a:pt x="508711" y="8368"/>
                </a:lnTo>
                <a:lnTo>
                  <a:pt x="508901" y="11261"/>
                </a:lnTo>
                <a:cubicBezTo>
                  <a:pt x="509762" y="10079"/>
                  <a:pt x="510680" y="9249"/>
                  <a:pt x="511656" y="8773"/>
                </a:cubicBezTo>
                <a:cubicBezTo>
                  <a:pt x="512631" y="8297"/>
                  <a:pt x="513687" y="8058"/>
                  <a:pt x="514824" y="8058"/>
                </a:cubicBezTo>
                <a:cubicBezTo>
                  <a:pt x="515811" y="8058"/>
                  <a:pt x="516678" y="8265"/>
                  <a:pt x="517424" y="8678"/>
                </a:cubicBezTo>
                <a:cubicBezTo>
                  <a:pt x="518170" y="9091"/>
                  <a:pt x="518796" y="9674"/>
                  <a:pt x="519301" y="10426"/>
                </a:cubicBezTo>
                <a:cubicBezTo>
                  <a:pt x="519806" y="11178"/>
                  <a:pt x="520185" y="12085"/>
                  <a:pt x="520437" y="13146"/>
                </a:cubicBezTo>
                <a:cubicBezTo>
                  <a:pt x="520690" y="14208"/>
                  <a:pt x="520816" y="15393"/>
                  <a:pt x="520816" y="16702"/>
                </a:cubicBezTo>
                <a:moveTo>
                  <a:pt x="517751" y="16840"/>
                </a:moveTo>
                <a:cubicBezTo>
                  <a:pt x="517751" y="15933"/>
                  <a:pt x="517685" y="15101"/>
                  <a:pt x="517553" y="14343"/>
                </a:cubicBezTo>
                <a:cubicBezTo>
                  <a:pt x="517421" y="13586"/>
                  <a:pt x="517212" y="12937"/>
                  <a:pt x="516925" y="12397"/>
                </a:cubicBezTo>
                <a:cubicBezTo>
                  <a:pt x="516638" y="11858"/>
                  <a:pt x="516270" y="11436"/>
                  <a:pt x="515823" y="11132"/>
                </a:cubicBezTo>
                <a:cubicBezTo>
                  <a:pt x="515375" y="10828"/>
                  <a:pt x="514841" y="10676"/>
                  <a:pt x="514221" y="10676"/>
                </a:cubicBezTo>
                <a:cubicBezTo>
                  <a:pt x="513842" y="10676"/>
                  <a:pt x="513458" y="10736"/>
                  <a:pt x="513068" y="10856"/>
                </a:cubicBezTo>
                <a:cubicBezTo>
                  <a:pt x="512677" y="10977"/>
                  <a:pt x="512273" y="11178"/>
                  <a:pt x="511854" y="11459"/>
                </a:cubicBezTo>
                <a:cubicBezTo>
                  <a:pt x="511435" y="11740"/>
                  <a:pt x="510993" y="12113"/>
                  <a:pt x="510528" y="12578"/>
                </a:cubicBezTo>
                <a:cubicBezTo>
                  <a:pt x="510063" y="13043"/>
                  <a:pt x="509566" y="13620"/>
                  <a:pt x="509038" y="14309"/>
                </a:cubicBezTo>
                <a:lnTo>
                  <a:pt x="509038" y="22694"/>
                </a:lnTo>
                <a:cubicBezTo>
                  <a:pt x="509589" y="22924"/>
                  <a:pt x="510169" y="23105"/>
                  <a:pt x="510777" y="23237"/>
                </a:cubicBezTo>
                <a:cubicBezTo>
                  <a:pt x="511386" y="23369"/>
                  <a:pt x="511983" y="23435"/>
                  <a:pt x="512568" y="23435"/>
                </a:cubicBezTo>
                <a:cubicBezTo>
                  <a:pt x="514187" y="23435"/>
                  <a:pt x="515455" y="22886"/>
                  <a:pt x="516374" y="21790"/>
                </a:cubicBezTo>
                <a:cubicBezTo>
                  <a:pt x="517292" y="20694"/>
                  <a:pt x="517751" y="19044"/>
                  <a:pt x="517751" y="16840"/>
                </a:cubicBezTo>
                <a:close/>
                <a:moveTo>
                  <a:pt x="540769" y="16874"/>
                </a:moveTo>
                <a:cubicBezTo>
                  <a:pt x="540769" y="18217"/>
                  <a:pt x="540579" y="19448"/>
                  <a:pt x="540201" y="20568"/>
                </a:cubicBezTo>
                <a:cubicBezTo>
                  <a:pt x="539822" y="21687"/>
                  <a:pt x="539276" y="22645"/>
                  <a:pt x="538565" y="23443"/>
                </a:cubicBezTo>
                <a:cubicBezTo>
                  <a:pt x="537853" y="24241"/>
                  <a:pt x="536986" y="24861"/>
                  <a:pt x="535965" y="25303"/>
                </a:cubicBezTo>
                <a:cubicBezTo>
                  <a:pt x="534943" y="25745"/>
                  <a:pt x="533784" y="25966"/>
                  <a:pt x="532487" y="25966"/>
                </a:cubicBezTo>
                <a:cubicBezTo>
                  <a:pt x="531247" y="25966"/>
                  <a:pt x="530136" y="25773"/>
                  <a:pt x="529155" y="25389"/>
                </a:cubicBezTo>
                <a:cubicBezTo>
                  <a:pt x="528173" y="25004"/>
                  <a:pt x="527341" y="24439"/>
                  <a:pt x="526658" y="23693"/>
                </a:cubicBezTo>
                <a:cubicBezTo>
                  <a:pt x="525975" y="22947"/>
                  <a:pt x="525453" y="22023"/>
                  <a:pt x="525091" y="20921"/>
                </a:cubicBezTo>
                <a:cubicBezTo>
                  <a:pt x="524730" y="19819"/>
                  <a:pt x="524549" y="18550"/>
                  <a:pt x="524549" y="17115"/>
                </a:cubicBezTo>
                <a:cubicBezTo>
                  <a:pt x="524549" y="15772"/>
                  <a:pt x="524738" y="14547"/>
                  <a:pt x="525117" y="13439"/>
                </a:cubicBezTo>
                <a:cubicBezTo>
                  <a:pt x="525496" y="12331"/>
                  <a:pt x="526041" y="11379"/>
                  <a:pt x="526753" y="10581"/>
                </a:cubicBezTo>
                <a:cubicBezTo>
                  <a:pt x="527465" y="9783"/>
                  <a:pt x="528331" y="9163"/>
                  <a:pt x="529353" y="8721"/>
                </a:cubicBezTo>
                <a:cubicBezTo>
                  <a:pt x="530374" y="8279"/>
                  <a:pt x="531534" y="8058"/>
                  <a:pt x="532831" y="8058"/>
                </a:cubicBezTo>
                <a:cubicBezTo>
                  <a:pt x="534071" y="8058"/>
                  <a:pt x="535181" y="8251"/>
                  <a:pt x="536163" y="8635"/>
                </a:cubicBezTo>
                <a:cubicBezTo>
                  <a:pt x="537144" y="9020"/>
                  <a:pt x="537976" y="9582"/>
                  <a:pt x="538659" y="10323"/>
                </a:cubicBezTo>
                <a:cubicBezTo>
                  <a:pt x="539342" y="11063"/>
                  <a:pt x="539865" y="11984"/>
                  <a:pt x="540226" y="13086"/>
                </a:cubicBezTo>
                <a:cubicBezTo>
                  <a:pt x="540588" y="14188"/>
                  <a:pt x="540769" y="15451"/>
                  <a:pt x="540769" y="16874"/>
                </a:cubicBezTo>
                <a:moveTo>
                  <a:pt x="537704" y="17012"/>
                </a:moveTo>
                <a:cubicBezTo>
                  <a:pt x="537704" y="15944"/>
                  <a:pt x="537586" y="15012"/>
                  <a:pt x="537351" y="14214"/>
                </a:cubicBezTo>
                <a:cubicBezTo>
                  <a:pt x="537116" y="13416"/>
                  <a:pt x="536780" y="12750"/>
                  <a:pt x="536344" y="12217"/>
                </a:cubicBezTo>
                <a:cubicBezTo>
                  <a:pt x="535907" y="11683"/>
                  <a:pt x="535376" y="11281"/>
                  <a:pt x="534751" y="11011"/>
                </a:cubicBezTo>
                <a:cubicBezTo>
                  <a:pt x="534125" y="10742"/>
                  <a:pt x="533428" y="10607"/>
                  <a:pt x="532659" y="10607"/>
                </a:cubicBezTo>
                <a:cubicBezTo>
                  <a:pt x="531763" y="10607"/>
                  <a:pt x="530997" y="10782"/>
                  <a:pt x="530360" y="11132"/>
                </a:cubicBezTo>
                <a:cubicBezTo>
                  <a:pt x="529723" y="11482"/>
                  <a:pt x="529201" y="11950"/>
                  <a:pt x="528793" y="12535"/>
                </a:cubicBezTo>
                <a:cubicBezTo>
                  <a:pt x="528386" y="13121"/>
                  <a:pt x="528087" y="13801"/>
                  <a:pt x="527898" y="14576"/>
                </a:cubicBezTo>
                <a:cubicBezTo>
                  <a:pt x="527708" y="15350"/>
                  <a:pt x="527614" y="16163"/>
                  <a:pt x="527614" y="17012"/>
                </a:cubicBezTo>
                <a:cubicBezTo>
                  <a:pt x="527614" y="18080"/>
                  <a:pt x="527731" y="19015"/>
                  <a:pt x="527967" y="19819"/>
                </a:cubicBezTo>
                <a:cubicBezTo>
                  <a:pt x="528202" y="20622"/>
                  <a:pt x="528538" y="21291"/>
                  <a:pt x="528974" y="21825"/>
                </a:cubicBezTo>
                <a:cubicBezTo>
                  <a:pt x="529410" y="22358"/>
                  <a:pt x="529938" y="22760"/>
                  <a:pt x="530558" y="23030"/>
                </a:cubicBezTo>
                <a:cubicBezTo>
                  <a:pt x="531178" y="23300"/>
                  <a:pt x="531878" y="23435"/>
                  <a:pt x="532659" y="23435"/>
                </a:cubicBezTo>
                <a:cubicBezTo>
                  <a:pt x="533554" y="23435"/>
                  <a:pt x="534320" y="23260"/>
                  <a:pt x="534957" y="22909"/>
                </a:cubicBezTo>
                <a:cubicBezTo>
                  <a:pt x="535595" y="22559"/>
                  <a:pt x="536117" y="22092"/>
                  <a:pt x="536524" y="21506"/>
                </a:cubicBezTo>
                <a:cubicBezTo>
                  <a:pt x="536932" y="20921"/>
                  <a:pt x="537230" y="20241"/>
                  <a:pt x="537420" y="19466"/>
                </a:cubicBezTo>
                <a:cubicBezTo>
                  <a:pt x="537609" y="18691"/>
                  <a:pt x="537704" y="17873"/>
                  <a:pt x="537704" y="17012"/>
                </a:cubicBezTo>
                <a:close/>
                <a:moveTo>
                  <a:pt x="559148" y="16702"/>
                </a:moveTo>
                <a:cubicBezTo>
                  <a:pt x="559148" y="18240"/>
                  <a:pt x="558932" y="19583"/>
                  <a:pt x="558502" y="20731"/>
                </a:cubicBezTo>
                <a:cubicBezTo>
                  <a:pt x="558071" y="21879"/>
                  <a:pt x="557477" y="22832"/>
                  <a:pt x="556720" y="23590"/>
                </a:cubicBezTo>
                <a:cubicBezTo>
                  <a:pt x="555962" y="24347"/>
                  <a:pt x="555067" y="24915"/>
                  <a:pt x="554034" y="25294"/>
                </a:cubicBezTo>
                <a:cubicBezTo>
                  <a:pt x="553001" y="25673"/>
                  <a:pt x="551881" y="25862"/>
                  <a:pt x="550676" y="25862"/>
                </a:cubicBezTo>
                <a:cubicBezTo>
                  <a:pt x="550125" y="25862"/>
                  <a:pt x="549577" y="25834"/>
                  <a:pt x="549032" y="25776"/>
                </a:cubicBezTo>
                <a:cubicBezTo>
                  <a:pt x="548486" y="25719"/>
                  <a:pt x="547933" y="25621"/>
                  <a:pt x="547370" y="25484"/>
                </a:cubicBezTo>
                <a:lnTo>
                  <a:pt x="547370" y="32715"/>
                </a:lnTo>
                <a:lnTo>
                  <a:pt x="544374" y="32715"/>
                </a:lnTo>
                <a:lnTo>
                  <a:pt x="544374" y="8368"/>
                </a:lnTo>
                <a:lnTo>
                  <a:pt x="547043" y="8368"/>
                </a:lnTo>
                <a:lnTo>
                  <a:pt x="547232" y="11261"/>
                </a:lnTo>
                <a:cubicBezTo>
                  <a:pt x="548093" y="10079"/>
                  <a:pt x="549012" y="9249"/>
                  <a:pt x="549987" y="8773"/>
                </a:cubicBezTo>
                <a:cubicBezTo>
                  <a:pt x="550963" y="8297"/>
                  <a:pt x="552019" y="8058"/>
                  <a:pt x="553156" y="8058"/>
                </a:cubicBezTo>
                <a:cubicBezTo>
                  <a:pt x="554143" y="8058"/>
                  <a:pt x="555009" y="8265"/>
                  <a:pt x="555756" y="8678"/>
                </a:cubicBezTo>
                <a:cubicBezTo>
                  <a:pt x="556502" y="9091"/>
                  <a:pt x="557127" y="9674"/>
                  <a:pt x="557632" y="10426"/>
                </a:cubicBezTo>
                <a:cubicBezTo>
                  <a:pt x="558137" y="11178"/>
                  <a:pt x="558516" y="12085"/>
                  <a:pt x="558769" y="13146"/>
                </a:cubicBezTo>
                <a:cubicBezTo>
                  <a:pt x="559021" y="14208"/>
                  <a:pt x="559148" y="15393"/>
                  <a:pt x="559148" y="16702"/>
                </a:cubicBezTo>
                <a:moveTo>
                  <a:pt x="556083" y="16840"/>
                </a:moveTo>
                <a:cubicBezTo>
                  <a:pt x="556083" y="15933"/>
                  <a:pt x="556017" y="15101"/>
                  <a:pt x="555885" y="14343"/>
                </a:cubicBezTo>
                <a:cubicBezTo>
                  <a:pt x="555753" y="13586"/>
                  <a:pt x="555543" y="12937"/>
                  <a:pt x="555256" y="12397"/>
                </a:cubicBezTo>
                <a:cubicBezTo>
                  <a:pt x="554969" y="11858"/>
                  <a:pt x="554602" y="11436"/>
                  <a:pt x="554154" y="11132"/>
                </a:cubicBezTo>
                <a:cubicBezTo>
                  <a:pt x="553707" y="10828"/>
                  <a:pt x="553173" y="10676"/>
                  <a:pt x="552553" y="10676"/>
                </a:cubicBezTo>
                <a:cubicBezTo>
                  <a:pt x="552174" y="10676"/>
                  <a:pt x="551790" y="10736"/>
                  <a:pt x="551399" y="10856"/>
                </a:cubicBezTo>
                <a:cubicBezTo>
                  <a:pt x="551009" y="10977"/>
                  <a:pt x="550604" y="11178"/>
                  <a:pt x="550185" y="11459"/>
                </a:cubicBezTo>
                <a:cubicBezTo>
                  <a:pt x="549766" y="11740"/>
                  <a:pt x="549324" y="12113"/>
                  <a:pt x="548859" y="12578"/>
                </a:cubicBezTo>
                <a:cubicBezTo>
                  <a:pt x="548395" y="13043"/>
                  <a:pt x="547898" y="13620"/>
                  <a:pt x="547370" y="14309"/>
                </a:cubicBezTo>
                <a:lnTo>
                  <a:pt x="547370" y="22694"/>
                </a:lnTo>
                <a:cubicBezTo>
                  <a:pt x="547921" y="22924"/>
                  <a:pt x="548501" y="23105"/>
                  <a:pt x="549109" y="23237"/>
                </a:cubicBezTo>
                <a:cubicBezTo>
                  <a:pt x="549718" y="23369"/>
                  <a:pt x="550314" y="23435"/>
                  <a:pt x="550900" y="23435"/>
                </a:cubicBezTo>
                <a:cubicBezTo>
                  <a:pt x="552518" y="23435"/>
                  <a:pt x="553787" y="22886"/>
                  <a:pt x="554705" y="21790"/>
                </a:cubicBezTo>
                <a:cubicBezTo>
                  <a:pt x="555624" y="20694"/>
                  <a:pt x="556083" y="19044"/>
                  <a:pt x="556083" y="16840"/>
                </a:cubicBezTo>
                <a:close/>
                <a:moveTo>
                  <a:pt x="577947" y="25656"/>
                </a:moveTo>
                <a:lnTo>
                  <a:pt x="575261" y="25656"/>
                </a:lnTo>
                <a:lnTo>
                  <a:pt x="575157" y="22866"/>
                </a:lnTo>
                <a:cubicBezTo>
                  <a:pt x="574641" y="23463"/>
                  <a:pt x="574150" y="23960"/>
                  <a:pt x="573685" y="24356"/>
                </a:cubicBezTo>
                <a:cubicBezTo>
                  <a:pt x="573220" y="24752"/>
                  <a:pt x="572758" y="25070"/>
                  <a:pt x="572299" y="25311"/>
                </a:cubicBezTo>
                <a:cubicBezTo>
                  <a:pt x="571840" y="25552"/>
                  <a:pt x="571378" y="25722"/>
                  <a:pt x="570913" y="25819"/>
                </a:cubicBezTo>
                <a:cubicBezTo>
                  <a:pt x="570448" y="25917"/>
                  <a:pt x="569957" y="25966"/>
                  <a:pt x="569441" y="25966"/>
                </a:cubicBezTo>
                <a:cubicBezTo>
                  <a:pt x="567661" y="25966"/>
                  <a:pt x="566318" y="25443"/>
                  <a:pt x="565412" y="24399"/>
                </a:cubicBezTo>
                <a:cubicBezTo>
                  <a:pt x="564505" y="23354"/>
                  <a:pt x="564051" y="21776"/>
                  <a:pt x="564051" y="19664"/>
                </a:cubicBezTo>
                <a:lnTo>
                  <a:pt x="564051" y="8368"/>
                </a:lnTo>
                <a:lnTo>
                  <a:pt x="567047" y="8368"/>
                </a:lnTo>
                <a:lnTo>
                  <a:pt x="567047" y="19423"/>
                </a:lnTo>
                <a:cubicBezTo>
                  <a:pt x="567047" y="22074"/>
                  <a:pt x="568046" y="23400"/>
                  <a:pt x="570043" y="23400"/>
                </a:cubicBezTo>
                <a:cubicBezTo>
                  <a:pt x="570411" y="23400"/>
                  <a:pt x="570769" y="23346"/>
                  <a:pt x="571120" y="23237"/>
                </a:cubicBezTo>
                <a:cubicBezTo>
                  <a:pt x="571470" y="23127"/>
                  <a:pt x="571837" y="22938"/>
                  <a:pt x="572222" y="22668"/>
                </a:cubicBezTo>
                <a:cubicBezTo>
                  <a:pt x="572606" y="22399"/>
                  <a:pt x="573019" y="22034"/>
                  <a:pt x="573461" y="21575"/>
                </a:cubicBezTo>
                <a:cubicBezTo>
                  <a:pt x="573903" y="21116"/>
                  <a:pt x="574400" y="20536"/>
                  <a:pt x="574951" y="19836"/>
                </a:cubicBezTo>
                <a:lnTo>
                  <a:pt x="574951" y="8368"/>
                </a:lnTo>
                <a:lnTo>
                  <a:pt x="577947" y="8368"/>
                </a:lnTo>
                <a:lnTo>
                  <a:pt x="577947" y="25656"/>
                </a:lnTo>
                <a:close/>
                <a:moveTo>
                  <a:pt x="598502" y="16702"/>
                </a:moveTo>
                <a:cubicBezTo>
                  <a:pt x="598502" y="18240"/>
                  <a:pt x="598287" y="19583"/>
                  <a:pt x="597856" y="20731"/>
                </a:cubicBezTo>
                <a:cubicBezTo>
                  <a:pt x="597426" y="21879"/>
                  <a:pt x="596832" y="22832"/>
                  <a:pt x="596074" y="23590"/>
                </a:cubicBezTo>
                <a:cubicBezTo>
                  <a:pt x="595317" y="24347"/>
                  <a:pt x="594421" y="24915"/>
                  <a:pt x="593388" y="25294"/>
                </a:cubicBezTo>
                <a:cubicBezTo>
                  <a:pt x="592355" y="25673"/>
                  <a:pt x="591236" y="25862"/>
                  <a:pt x="590030" y="25862"/>
                </a:cubicBezTo>
                <a:cubicBezTo>
                  <a:pt x="589479" y="25862"/>
                  <a:pt x="588931" y="25834"/>
                  <a:pt x="588386" y="25776"/>
                </a:cubicBezTo>
                <a:cubicBezTo>
                  <a:pt x="587841" y="25719"/>
                  <a:pt x="587287" y="25621"/>
                  <a:pt x="586724" y="25484"/>
                </a:cubicBezTo>
                <a:lnTo>
                  <a:pt x="586724" y="32715"/>
                </a:lnTo>
                <a:lnTo>
                  <a:pt x="583728" y="32715"/>
                </a:lnTo>
                <a:lnTo>
                  <a:pt x="583728" y="8368"/>
                </a:lnTo>
                <a:lnTo>
                  <a:pt x="586397" y="8368"/>
                </a:lnTo>
                <a:lnTo>
                  <a:pt x="586587" y="11261"/>
                </a:lnTo>
                <a:cubicBezTo>
                  <a:pt x="587448" y="10079"/>
                  <a:pt x="588366" y="9249"/>
                  <a:pt x="589342" y="8773"/>
                </a:cubicBezTo>
                <a:cubicBezTo>
                  <a:pt x="590317" y="8297"/>
                  <a:pt x="591373" y="8058"/>
                  <a:pt x="592510" y="8058"/>
                </a:cubicBezTo>
                <a:cubicBezTo>
                  <a:pt x="593497" y="8058"/>
                  <a:pt x="594364" y="8265"/>
                  <a:pt x="595110" y="8678"/>
                </a:cubicBezTo>
                <a:cubicBezTo>
                  <a:pt x="595856" y="9091"/>
                  <a:pt x="596482" y="9674"/>
                  <a:pt x="596987" y="10426"/>
                </a:cubicBezTo>
                <a:cubicBezTo>
                  <a:pt x="597492" y="11178"/>
                  <a:pt x="597871" y="12085"/>
                  <a:pt x="598123" y="13146"/>
                </a:cubicBezTo>
                <a:cubicBezTo>
                  <a:pt x="598376" y="14208"/>
                  <a:pt x="598502" y="15393"/>
                  <a:pt x="598502" y="16702"/>
                </a:cubicBezTo>
                <a:moveTo>
                  <a:pt x="595437" y="16840"/>
                </a:moveTo>
                <a:cubicBezTo>
                  <a:pt x="595437" y="15933"/>
                  <a:pt x="595371" y="15101"/>
                  <a:pt x="595239" y="14343"/>
                </a:cubicBezTo>
                <a:cubicBezTo>
                  <a:pt x="595107" y="13586"/>
                  <a:pt x="594898" y="12937"/>
                  <a:pt x="594611" y="12397"/>
                </a:cubicBezTo>
                <a:cubicBezTo>
                  <a:pt x="594324" y="11858"/>
                  <a:pt x="593956" y="11436"/>
                  <a:pt x="593509" y="11132"/>
                </a:cubicBezTo>
                <a:cubicBezTo>
                  <a:pt x="593061" y="10828"/>
                  <a:pt x="592527" y="10676"/>
                  <a:pt x="591907" y="10676"/>
                </a:cubicBezTo>
                <a:cubicBezTo>
                  <a:pt x="591528" y="10676"/>
                  <a:pt x="591144" y="10736"/>
                  <a:pt x="590754" y="10856"/>
                </a:cubicBezTo>
                <a:cubicBezTo>
                  <a:pt x="590363" y="10977"/>
                  <a:pt x="589959" y="11178"/>
                  <a:pt x="589540" y="11459"/>
                </a:cubicBezTo>
                <a:cubicBezTo>
                  <a:pt x="589121" y="11740"/>
                  <a:pt x="588679" y="12113"/>
                  <a:pt x="588214" y="12578"/>
                </a:cubicBezTo>
                <a:cubicBezTo>
                  <a:pt x="587749" y="13043"/>
                  <a:pt x="587252" y="13620"/>
                  <a:pt x="586724" y="14309"/>
                </a:cubicBezTo>
                <a:lnTo>
                  <a:pt x="586724" y="22694"/>
                </a:lnTo>
                <a:cubicBezTo>
                  <a:pt x="587275" y="22924"/>
                  <a:pt x="587855" y="23105"/>
                  <a:pt x="588463" y="23237"/>
                </a:cubicBezTo>
                <a:cubicBezTo>
                  <a:pt x="589072" y="23369"/>
                  <a:pt x="589669" y="23435"/>
                  <a:pt x="590254" y="23435"/>
                </a:cubicBezTo>
                <a:cubicBezTo>
                  <a:pt x="591873" y="23435"/>
                  <a:pt x="593141" y="22886"/>
                  <a:pt x="594060" y="21790"/>
                </a:cubicBezTo>
                <a:cubicBezTo>
                  <a:pt x="594978" y="20694"/>
                  <a:pt x="595437" y="19044"/>
                  <a:pt x="595437" y="16840"/>
                </a:cubicBezTo>
                <a:close/>
                <a:moveTo>
                  <a:pt x="610207" y="20232"/>
                </a:moveTo>
                <a:cubicBezTo>
                  <a:pt x="610597" y="20232"/>
                  <a:pt x="610968" y="20307"/>
                  <a:pt x="611318" y="20456"/>
                </a:cubicBezTo>
                <a:cubicBezTo>
                  <a:pt x="611668" y="20605"/>
                  <a:pt x="611972" y="20812"/>
                  <a:pt x="612230" y="21076"/>
                </a:cubicBezTo>
                <a:cubicBezTo>
                  <a:pt x="612489" y="21340"/>
                  <a:pt x="612692" y="21647"/>
                  <a:pt x="612841" y="21997"/>
                </a:cubicBezTo>
                <a:cubicBezTo>
                  <a:pt x="612991" y="22347"/>
                  <a:pt x="613065" y="22723"/>
                  <a:pt x="613065" y="23125"/>
                </a:cubicBezTo>
                <a:cubicBezTo>
                  <a:pt x="613065" y="23515"/>
                  <a:pt x="612991" y="23882"/>
                  <a:pt x="612841" y="24227"/>
                </a:cubicBezTo>
                <a:cubicBezTo>
                  <a:pt x="612692" y="24571"/>
                  <a:pt x="612489" y="24872"/>
                  <a:pt x="612230" y="25131"/>
                </a:cubicBezTo>
                <a:cubicBezTo>
                  <a:pt x="611972" y="25389"/>
                  <a:pt x="611668" y="25593"/>
                  <a:pt x="611318" y="25742"/>
                </a:cubicBezTo>
                <a:cubicBezTo>
                  <a:pt x="610968" y="25891"/>
                  <a:pt x="610597" y="25966"/>
                  <a:pt x="610207" y="25966"/>
                </a:cubicBezTo>
                <a:cubicBezTo>
                  <a:pt x="609805" y="25966"/>
                  <a:pt x="609432" y="25891"/>
                  <a:pt x="609088" y="25742"/>
                </a:cubicBezTo>
                <a:cubicBezTo>
                  <a:pt x="608743" y="25593"/>
                  <a:pt x="608442" y="25389"/>
                  <a:pt x="608184" y="25131"/>
                </a:cubicBezTo>
                <a:cubicBezTo>
                  <a:pt x="607926" y="24872"/>
                  <a:pt x="607722" y="24571"/>
                  <a:pt x="607573" y="24227"/>
                </a:cubicBezTo>
                <a:cubicBezTo>
                  <a:pt x="607423" y="23882"/>
                  <a:pt x="607349" y="23515"/>
                  <a:pt x="607349" y="23125"/>
                </a:cubicBezTo>
                <a:cubicBezTo>
                  <a:pt x="607349" y="22723"/>
                  <a:pt x="607423" y="22347"/>
                  <a:pt x="607573" y="21997"/>
                </a:cubicBezTo>
                <a:cubicBezTo>
                  <a:pt x="607722" y="21647"/>
                  <a:pt x="607926" y="21340"/>
                  <a:pt x="608184" y="21076"/>
                </a:cubicBezTo>
                <a:cubicBezTo>
                  <a:pt x="608442" y="20812"/>
                  <a:pt x="608743" y="20605"/>
                  <a:pt x="609088" y="20456"/>
                </a:cubicBezTo>
                <a:cubicBezTo>
                  <a:pt x="609432" y="20307"/>
                  <a:pt x="609805" y="20232"/>
                  <a:pt x="610207" y="20232"/>
                </a:cubicBezTo>
                <a:close/>
                <a:moveTo>
                  <a:pt x="634509" y="10813"/>
                </a:moveTo>
                <a:cubicBezTo>
                  <a:pt x="634830" y="11215"/>
                  <a:pt x="635080" y="11683"/>
                  <a:pt x="635258" y="12217"/>
                </a:cubicBezTo>
                <a:cubicBezTo>
                  <a:pt x="635436" y="12750"/>
                  <a:pt x="635525" y="13327"/>
                  <a:pt x="635525" y="13947"/>
                </a:cubicBezTo>
                <a:cubicBezTo>
                  <a:pt x="635525" y="14842"/>
                  <a:pt x="635361" y="15660"/>
                  <a:pt x="635034" y="16401"/>
                </a:cubicBezTo>
                <a:cubicBezTo>
                  <a:pt x="634707" y="17141"/>
                  <a:pt x="634245" y="17775"/>
                  <a:pt x="633648" y="18303"/>
                </a:cubicBezTo>
                <a:cubicBezTo>
                  <a:pt x="633051" y="18831"/>
                  <a:pt x="632337" y="19242"/>
                  <a:pt x="631504" y="19535"/>
                </a:cubicBezTo>
                <a:cubicBezTo>
                  <a:pt x="630672" y="19827"/>
                  <a:pt x="629757" y="19974"/>
                  <a:pt x="628758" y="19974"/>
                </a:cubicBezTo>
                <a:cubicBezTo>
                  <a:pt x="628035" y="19974"/>
                  <a:pt x="627358" y="19896"/>
                  <a:pt x="626726" y="19741"/>
                </a:cubicBezTo>
                <a:cubicBezTo>
                  <a:pt x="626095" y="19586"/>
                  <a:pt x="625596" y="19394"/>
                  <a:pt x="625228" y="19164"/>
                </a:cubicBezTo>
                <a:cubicBezTo>
                  <a:pt x="625010" y="19486"/>
                  <a:pt x="624826" y="19789"/>
                  <a:pt x="624677" y="20075"/>
                </a:cubicBezTo>
                <a:cubicBezTo>
                  <a:pt x="624528" y="20361"/>
                  <a:pt x="624453" y="20680"/>
                  <a:pt x="624453" y="21034"/>
                </a:cubicBezTo>
                <a:cubicBezTo>
                  <a:pt x="624453" y="21468"/>
                  <a:pt x="624663" y="21827"/>
                  <a:pt x="625082" y="22112"/>
                </a:cubicBezTo>
                <a:cubicBezTo>
                  <a:pt x="625501" y="22397"/>
                  <a:pt x="626055" y="22551"/>
                  <a:pt x="626743" y="22574"/>
                </a:cubicBezTo>
                <a:lnTo>
                  <a:pt x="631289" y="22746"/>
                </a:lnTo>
                <a:cubicBezTo>
                  <a:pt x="632150" y="22769"/>
                  <a:pt x="632945" y="22878"/>
                  <a:pt x="633674" y="23074"/>
                </a:cubicBezTo>
                <a:cubicBezTo>
                  <a:pt x="634403" y="23269"/>
                  <a:pt x="635029" y="23551"/>
                  <a:pt x="635551" y="23919"/>
                </a:cubicBezTo>
                <a:cubicBezTo>
                  <a:pt x="636073" y="24287"/>
                  <a:pt x="636481" y="24741"/>
                  <a:pt x="636773" y="25281"/>
                </a:cubicBezTo>
                <a:cubicBezTo>
                  <a:pt x="637066" y="25821"/>
                  <a:pt x="637212" y="26448"/>
                  <a:pt x="637212" y="27161"/>
                </a:cubicBezTo>
                <a:cubicBezTo>
                  <a:pt x="637212" y="27932"/>
                  <a:pt x="637046" y="28662"/>
                  <a:pt x="636713" y="29352"/>
                </a:cubicBezTo>
                <a:cubicBezTo>
                  <a:pt x="636380" y="30042"/>
                  <a:pt x="635866" y="30648"/>
                  <a:pt x="635172" y="31171"/>
                </a:cubicBezTo>
                <a:cubicBezTo>
                  <a:pt x="634478" y="31694"/>
                  <a:pt x="633596" y="32111"/>
                  <a:pt x="632529" y="32422"/>
                </a:cubicBezTo>
                <a:cubicBezTo>
                  <a:pt x="631461" y="32732"/>
                  <a:pt x="630193" y="32888"/>
                  <a:pt x="628724" y="32888"/>
                </a:cubicBezTo>
                <a:cubicBezTo>
                  <a:pt x="627323" y="32888"/>
                  <a:pt x="626132" y="32775"/>
                  <a:pt x="625151" y="32551"/>
                </a:cubicBezTo>
                <a:cubicBezTo>
                  <a:pt x="624169" y="32327"/>
                  <a:pt x="623363" y="32017"/>
                  <a:pt x="622732" y="31620"/>
                </a:cubicBezTo>
                <a:cubicBezTo>
                  <a:pt x="622100" y="31223"/>
                  <a:pt x="621641" y="30752"/>
                  <a:pt x="621354" y="30205"/>
                </a:cubicBezTo>
                <a:cubicBezTo>
                  <a:pt x="621067" y="29659"/>
                  <a:pt x="620924" y="29059"/>
                  <a:pt x="620924" y="28403"/>
                </a:cubicBezTo>
                <a:cubicBezTo>
                  <a:pt x="620924" y="27564"/>
                  <a:pt x="621119" y="26828"/>
                  <a:pt x="621509" y="26195"/>
                </a:cubicBezTo>
                <a:cubicBezTo>
                  <a:pt x="621899" y="25563"/>
                  <a:pt x="622502" y="24954"/>
                  <a:pt x="623317" y="24368"/>
                </a:cubicBezTo>
                <a:cubicBezTo>
                  <a:pt x="623019" y="24230"/>
                  <a:pt x="622760" y="24058"/>
                  <a:pt x="622542" y="23852"/>
                </a:cubicBezTo>
                <a:cubicBezTo>
                  <a:pt x="622324" y="23646"/>
                  <a:pt x="622146" y="23420"/>
                  <a:pt x="622008" y="23174"/>
                </a:cubicBezTo>
                <a:cubicBezTo>
                  <a:pt x="621871" y="22927"/>
                  <a:pt x="621767" y="22667"/>
                  <a:pt x="621698" y="22392"/>
                </a:cubicBezTo>
                <a:cubicBezTo>
                  <a:pt x="621630" y="22117"/>
                  <a:pt x="621595" y="21847"/>
                  <a:pt x="621595" y="21584"/>
                </a:cubicBezTo>
                <a:cubicBezTo>
                  <a:pt x="621595" y="20839"/>
                  <a:pt x="621770" y="20158"/>
                  <a:pt x="622120" y="19539"/>
                </a:cubicBezTo>
                <a:cubicBezTo>
                  <a:pt x="622470" y="18921"/>
                  <a:pt x="622887" y="18337"/>
                  <a:pt x="623369" y="17787"/>
                </a:cubicBezTo>
                <a:cubicBezTo>
                  <a:pt x="623151" y="17523"/>
                  <a:pt x="622958" y="17265"/>
                  <a:pt x="622792" y="17012"/>
                </a:cubicBezTo>
                <a:cubicBezTo>
                  <a:pt x="622625" y="16759"/>
                  <a:pt x="622482" y="16487"/>
                  <a:pt x="622361" y="16194"/>
                </a:cubicBezTo>
                <a:cubicBezTo>
                  <a:pt x="622241" y="15901"/>
                  <a:pt x="622149" y="15586"/>
                  <a:pt x="622086" y="15247"/>
                </a:cubicBezTo>
                <a:cubicBezTo>
                  <a:pt x="622023" y="14908"/>
                  <a:pt x="621991" y="14521"/>
                  <a:pt x="621991" y="14085"/>
                </a:cubicBezTo>
                <a:cubicBezTo>
                  <a:pt x="621991" y="13189"/>
                  <a:pt x="622155" y="12372"/>
                  <a:pt x="622482" y="11631"/>
                </a:cubicBezTo>
                <a:cubicBezTo>
                  <a:pt x="622809" y="10891"/>
                  <a:pt x="623268" y="10257"/>
                  <a:pt x="623859" y="9729"/>
                </a:cubicBezTo>
                <a:cubicBezTo>
                  <a:pt x="624451" y="9200"/>
                  <a:pt x="625162" y="8790"/>
                  <a:pt x="625994" y="8497"/>
                </a:cubicBezTo>
                <a:cubicBezTo>
                  <a:pt x="626827" y="8205"/>
                  <a:pt x="627748" y="8058"/>
                  <a:pt x="628758" y="8058"/>
                </a:cubicBezTo>
                <a:cubicBezTo>
                  <a:pt x="629183" y="8058"/>
                  <a:pt x="629590" y="8087"/>
                  <a:pt x="629981" y="8144"/>
                </a:cubicBezTo>
                <a:cubicBezTo>
                  <a:pt x="630371" y="8202"/>
                  <a:pt x="630715" y="8276"/>
                  <a:pt x="631014" y="8368"/>
                </a:cubicBezTo>
                <a:lnTo>
                  <a:pt x="637281" y="8368"/>
                </a:lnTo>
                <a:lnTo>
                  <a:pt x="637281" y="10813"/>
                </a:lnTo>
                <a:lnTo>
                  <a:pt x="634509" y="10813"/>
                </a:lnTo>
                <a:moveTo>
                  <a:pt x="624109" y="28145"/>
                </a:moveTo>
                <a:cubicBezTo>
                  <a:pt x="624109" y="28962"/>
                  <a:pt x="624534" y="29558"/>
                  <a:pt x="625383" y="29932"/>
                </a:cubicBezTo>
                <a:cubicBezTo>
                  <a:pt x="626233" y="30307"/>
                  <a:pt x="627415" y="30494"/>
                  <a:pt x="628930" y="30494"/>
                </a:cubicBezTo>
                <a:cubicBezTo>
                  <a:pt x="629883" y="30494"/>
                  <a:pt x="630684" y="30408"/>
                  <a:pt x="631332" y="30235"/>
                </a:cubicBezTo>
                <a:cubicBezTo>
                  <a:pt x="631981" y="30062"/>
                  <a:pt x="632503" y="29835"/>
                  <a:pt x="632899" y="29553"/>
                </a:cubicBezTo>
                <a:cubicBezTo>
                  <a:pt x="633295" y="29270"/>
                  <a:pt x="633579" y="28948"/>
                  <a:pt x="633751" y="28585"/>
                </a:cubicBezTo>
                <a:cubicBezTo>
                  <a:pt x="633924" y="28222"/>
                  <a:pt x="634010" y="27851"/>
                  <a:pt x="634010" y="27471"/>
                </a:cubicBezTo>
                <a:cubicBezTo>
                  <a:pt x="634010" y="26768"/>
                  <a:pt x="633723" y="26250"/>
                  <a:pt x="633149" y="25916"/>
                </a:cubicBezTo>
                <a:cubicBezTo>
                  <a:pt x="632575" y="25582"/>
                  <a:pt x="631697" y="25386"/>
                  <a:pt x="630514" y="25329"/>
                </a:cubicBezTo>
                <a:lnTo>
                  <a:pt x="626003" y="25174"/>
                </a:lnTo>
                <a:cubicBezTo>
                  <a:pt x="625624" y="25427"/>
                  <a:pt x="625311" y="25674"/>
                  <a:pt x="625065" y="25916"/>
                </a:cubicBezTo>
                <a:cubicBezTo>
                  <a:pt x="624818" y="26158"/>
                  <a:pt x="624626" y="26403"/>
                  <a:pt x="624488" y="26651"/>
                </a:cubicBezTo>
                <a:cubicBezTo>
                  <a:pt x="624350" y="26898"/>
                  <a:pt x="624253" y="27146"/>
                  <a:pt x="624195" y="27393"/>
                </a:cubicBezTo>
                <a:cubicBezTo>
                  <a:pt x="624138" y="27641"/>
                  <a:pt x="624109" y="27892"/>
                  <a:pt x="624109" y="28145"/>
                </a:cubicBezTo>
                <a:moveTo>
                  <a:pt x="625022" y="14016"/>
                </a:moveTo>
                <a:cubicBezTo>
                  <a:pt x="625022" y="14567"/>
                  <a:pt x="625113" y="15072"/>
                  <a:pt x="625297" y="15531"/>
                </a:cubicBezTo>
                <a:cubicBezTo>
                  <a:pt x="625481" y="15990"/>
                  <a:pt x="625739" y="16381"/>
                  <a:pt x="626072" y="16702"/>
                </a:cubicBezTo>
                <a:cubicBezTo>
                  <a:pt x="626405" y="17023"/>
                  <a:pt x="626798" y="17273"/>
                  <a:pt x="627251" y="17451"/>
                </a:cubicBezTo>
                <a:cubicBezTo>
                  <a:pt x="627705" y="17629"/>
                  <a:pt x="628207" y="17718"/>
                  <a:pt x="628758" y="17718"/>
                </a:cubicBezTo>
                <a:cubicBezTo>
                  <a:pt x="629355" y="17718"/>
                  <a:pt x="629886" y="17618"/>
                  <a:pt x="630351" y="17417"/>
                </a:cubicBezTo>
                <a:cubicBezTo>
                  <a:pt x="630816" y="17216"/>
                  <a:pt x="631206" y="16943"/>
                  <a:pt x="631522" y="16599"/>
                </a:cubicBezTo>
                <a:cubicBezTo>
                  <a:pt x="631837" y="16254"/>
                  <a:pt x="632078" y="15858"/>
                  <a:pt x="632245" y="15411"/>
                </a:cubicBezTo>
                <a:cubicBezTo>
                  <a:pt x="632411" y="14963"/>
                  <a:pt x="632495" y="14498"/>
                  <a:pt x="632495" y="14016"/>
                </a:cubicBezTo>
                <a:cubicBezTo>
                  <a:pt x="632495" y="13465"/>
                  <a:pt x="632403" y="12960"/>
                  <a:pt x="632219" y="12501"/>
                </a:cubicBezTo>
                <a:cubicBezTo>
                  <a:pt x="632035" y="12042"/>
                  <a:pt x="631777" y="11651"/>
                  <a:pt x="631444" y="11330"/>
                </a:cubicBezTo>
                <a:cubicBezTo>
                  <a:pt x="631111" y="11008"/>
                  <a:pt x="630718" y="10759"/>
                  <a:pt x="630265" y="10581"/>
                </a:cubicBezTo>
                <a:cubicBezTo>
                  <a:pt x="629811" y="10403"/>
                  <a:pt x="629309" y="10314"/>
                  <a:pt x="628758" y="10314"/>
                </a:cubicBezTo>
                <a:cubicBezTo>
                  <a:pt x="628161" y="10314"/>
                  <a:pt x="627630" y="10417"/>
                  <a:pt x="627165" y="10624"/>
                </a:cubicBezTo>
                <a:cubicBezTo>
                  <a:pt x="626700" y="10831"/>
                  <a:pt x="626310" y="11103"/>
                  <a:pt x="625994" y="11442"/>
                </a:cubicBezTo>
                <a:cubicBezTo>
                  <a:pt x="625679" y="11780"/>
                  <a:pt x="625438" y="12174"/>
                  <a:pt x="625271" y="12621"/>
                </a:cubicBezTo>
                <a:cubicBezTo>
                  <a:pt x="625105" y="13069"/>
                  <a:pt x="625022" y="13534"/>
                  <a:pt x="625022" y="14016"/>
                </a:cubicBezTo>
                <a:close/>
                <a:moveTo>
                  <a:pt x="656338" y="16099"/>
                </a:moveTo>
                <a:cubicBezTo>
                  <a:pt x="656338" y="16524"/>
                  <a:pt x="656333" y="16880"/>
                  <a:pt x="656321" y="17167"/>
                </a:cubicBezTo>
                <a:cubicBezTo>
                  <a:pt x="656310" y="17454"/>
                  <a:pt x="656293" y="17724"/>
                  <a:pt x="656270" y="17976"/>
                </a:cubicBezTo>
                <a:lnTo>
                  <a:pt x="644130" y="17976"/>
                </a:lnTo>
                <a:cubicBezTo>
                  <a:pt x="644130" y="19744"/>
                  <a:pt x="644624" y="21101"/>
                  <a:pt x="645611" y="22048"/>
                </a:cubicBezTo>
                <a:cubicBezTo>
                  <a:pt x="646598" y="22995"/>
                  <a:pt x="648022" y="23469"/>
                  <a:pt x="649881" y="23469"/>
                </a:cubicBezTo>
                <a:cubicBezTo>
                  <a:pt x="650387" y="23469"/>
                  <a:pt x="650892" y="23449"/>
                  <a:pt x="651397" y="23408"/>
                </a:cubicBezTo>
                <a:cubicBezTo>
                  <a:pt x="651902" y="23366"/>
                  <a:pt x="652390" y="23311"/>
                  <a:pt x="652860" y="23240"/>
                </a:cubicBezTo>
                <a:cubicBezTo>
                  <a:pt x="653331" y="23170"/>
                  <a:pt x="653781" y="23090"/>
                  <a:pt x="654212" y="23002"/>
                </a:cubicBezTo>
                <a:cubicBezTo>
                  <a:pt x="654642" y="22914"/>
                  <a:pt x="655041" y="22817"/>
                  <a:pt x="655409" y="22711"/>
                </a:cubicBezTo>
                <a:lnTo>
                  <a:pt x="655409" y="25174"/>
                </a:lnTo>
                <a:cubicBezTo>
                  <a:pt x="654594" y="25408"/>
                  <a:pt x="653672" y="25599"/>
                  <a:pt x="652645" y="25746"/>
                </a:cubicBezTo>
                <a:cubicBezTo>
                  <a:pt x="651618" y="25892"/>
                  <a:pt x="650553" y="25966"/>
                  <a:pt x="649451" y="25966"/>
                </a:cubicBezTo>
                <a:cubicBezTo>
                  <a:pt x="647970" y="25966"/>
                  <a:pt x="646696" y="25765"/>
                  <a:pt x="645628" y="25363"/>
                </a:cubicBezTo>
                <a:cubicBezTo>
                  <a:pt x="644561" y="24961"/>
                  <a:pt x="643686" y="24379"/>
                  <a:pt x="643003" y="23615"/>
                </a:cubicBezTo>
                <a:cubicBezTo>
                  <a:pt x="642320" y="22852"/>
                  <a:pt x="641815" y="21916"/>
                  <a:pt x="641487" y="20809"/>
                </a:cubicBezTo>
                <a:cubicBezTo>
                  <a:pt x="641160" y="19701"/>
                  <a:pt x="640997" y="18447"/>
                  <a:pt x="640997" y="17046"/>
                </a:cubicBezTo>
                <a:cubicBezTo>
                  <a:pt x="640997" y="15830"/>
                  <a:pt x="641172" y="14679"/>
                  <a:pt x="641522" y="13594"/>
                </a:cubicBezTo>
                <a:cubicBezTo>
                  <a:pt x="641872" y="12509"/>
                  <a:pt x="642383" y="11557"/>
                  <a:pt x="643054" y="10736"/>
                </a:cubicBezTo>
                <a:cubicBezTo>
                  <a:pt x="643726" y="9915"/>
                  <a:pt x="644549" y="9264"/>
                  <a:pt x="645525" y="8782"/>
                </a:cubicBezTo>
                <a:cubicBezTo>
                  <a:pt x="646501" y="8299"/>
                  <a:pt x="647609" y="8058"/>
                  <a:pt x="648848" y="8058"/>
                </a:cubicBezTo>
                <a:cubicBezTo>
                  <a:pt x="650054" y="8058"/>
                  <a:pt x="651121" y="8248"/>
                  <a:pt x="652051" y="8627"/>
                </a:cubicBezTo>
                <a:cubicBezTo>
                  <a:pt x="652981" y="9005"/>
                  <a:pt x="653764" y="9542"/>
                  <a:pt x="654401" y="10236"/>
                </a:cubicBezTo>
                <a:cubicBezTo>
                  <a:pt x="655038" y="10931"/>
                  <a:pt x="655521" y="11775"/>
                  <a:pt x="655848" y="12768"/>
                </a:cubicBezTo>
                <a:cubicBezTo>
                  <a:pt x="656175" y="13761"/>
                  <a:pt x="656338" y="14871"/>
                  <a:pt x="656338" y="16099"/>
                </a:cubicBezTo>
                <a:moveTo>
                  <a:pt x="653222" y="15669"/>
                </a:moveTo>
                <a:cubicBezTo>
                  <a:pt x="653256" y="14900"/>
                  <a:pt x="653182" y="14197"/>
                  <a:pt x="652998" y="13560"/>
                </a:cubicBezTo>
                <a:cubicBezTo>
                  <a:pt x="652814" y="12923"/>
                  <a:pt x="652530" y="12374"/>
                  <a:pt x="652146" y="11915"/>
                </a:cubicBezTo>
                <a:cubicBezTo>
                  <a:pt x="651761" y="11456"/>
                  <a:pt x="651282" y="11097"/>
                  <a:pt x="650708" y="10839"/>
                </a:cubicBezTo>
                <a:cubicBezTo>
                  <a:pt x="650134" y="10581"/>
                  <a:pt x="649468" y="10452"/>
                  <a:pt x="648711" y="10452"/>
                </a:cubicBezTo>
                <a:cubicBezTo>
                  <a:pt x="648056" y="10452"/>
                  <a:pt x="647459" y="10578"/>
                  <a:pt x="646920" y="10831"/>
                </a:cubicBezTo>
                <a:cubicBezTo>
                  <a:pt x="646380" y="11083"/>
                  <a:pt x="645915" y="11439"/>
                  <a:pt x="645525" y="11898"/>
                </a:cubicBezTo>
                <a:cubicBezTo>
                  <a:pt x="645135" y="12357"/>
                  <a:pt x="644819" y="12908"/>
                  <a:pt x="644578" y="13551"/>
                </a:cubicBezTo>
                <a:cubicBezTo>
                  <a:pt x="644337" y="14194"/>
                  <a:pt x="644188" y="14900"/>
                  <a:pt x="644130" y="15669"/>
                </a:cubicBezTo>
                <a:lnTo>
                  <a:pt x="653222" y="15669"/>
                </a:lnTo>
                <a:close/>
                <a:moveTo>
                  <a:pt x="675344" y="25397"/>
                </a:moveTo>
                <a:cubicBezTo>
                  <a:pt x="674667" y="25576"/>
                  <a:pt x="673967" y="25703"/>
                  <a:pt x="673244" y="25781"/>
                </a:cubicBezTo>
                <a:cubicBezTo>
                  <a:pt x="672520" y="25858"/>
                  <a:pt x="671786" y="25897"/>
                  <a:pt x="671040" y="25897"/>
                </a:cubicBezTo>
                <a:cubicBezTo>
                  <a:pt x="668870" y="25897"/>
                  <a:pt x="667251" y="25406"/>
                  <a:pt x="666184" y="24425"/>
                </a:cubicBezTo>
                <a:cubicBezTo>
                  <a:pt x="665116" y="23443"/>
                  <a:pt x="664583" y="21937"/>
                  <a:pt x="664583" y="19905"/>
                </a:cubicBezTo>
                <a:lnTo>
                  <a:pt x="664583" y="10882"/>
                </a:lnTo>
                <a:lnTo>
                  <a:pt x="659744" y="10882"/>
                </a:lnTo>
                <a:lnTo>
                  <a:pt x="659744" y="8368"/>
                </a:lnTo>
                <a:lnTo>
                  <a:pt x="664583" y="8368"/>
                </a:lnTo>
                <a:lnTo>
                  <a:pt x="664583" y="3601"/>
                </a:lnTo>
                <a:lnTo>
                  <a:pt x="667579" y="2824"/>
                </a:lnTo>
                <a:lnTo>
                  <a:pt x="667579" y="8368"/>
                </a:lnTo>
                <a:lnTo>
                  <a:pt x="675344" y="8368"/>
                </a:lnTo>
                <a:lnTo>
                  <a:pt x="675344" y="10882"/>
                </a:lnTo>
                <a:lnTo>
                  <a:pt x="667579" y="10882"/>
                </a:lnTo>
                <a:lnTo>
                  <a:pt x="667579" y="19664"/>
                </a:lnTo>
                <a:cubicBezTo>
                  <a:pt x="667579" y="20903"/>
                  <a:pt x="667909" y="21830"/>
                  <a:pt x="668569" y="22444"/>
                </a:cubicBezTo>
                <a:cubicBezTo>
                  <a:pt x="669229" y="23059"/>
                  <a:pt x="670202" y="23366"/>
                  <a:pt x="671487" y="23366"/>
                </a:cubicBezTo>
                <a:cubicBezTo>
                  <a:pt x="672038" y="23366"/>
                  <a:pt x="672641" y="23321"/>
                  <a:pt x="673295" y="23233"/>
                </a:cubicBezTo>
                <a:cubicBezTo>
                  <a:pt x="673949" y="23144"/>
                  <a:pt x="674633" y="23004"/>
                  <a:pt x="675344" y="22815"/>
                </a:cubicBezTo>
                <a:lnTo>
                  <a:pt x="675344" y="25397"/>
                </a:lnTo>
                <a:close/>
                <a:moveTo>
                  <a:pt x="686481" y="5717"/>
                </a:moveTo>
                <a:lnTo>
                  <a:pt x="681298" y="5717"/>
                </a:lnTo>
                <a:lnTo>
                  <a:pt x="681298" y="3134"/>
                </a:lnTo>
                <a:lnTo>
                  <a:pt x="694763" y="3134"/>
                </a:lnTo>
                <a:lnTo>
                  <a:pt x="694763" y="5717"/>
                </a:lnTo>
                <a:lnTo>
                  <a:pt x="689580" y="5717"/>
                </a:lnTo>
                <a:lnTo>
                  <a:pt x="689580" y="23039"/>
                </a:lnTo>
                <a:lnTo>
                  <a:pt x="694763" y="23039"/>
                </a:lnTo>
                <a:lnTo>
                  <a:pt x="694763" y="25656"/>
                </a:lnTo>
                <a:lnTo>
                  <a:pt x="681298" y="25656"/>
                </a:lnTo>
                <a:lnTo>
                  <a:pt x="681298" y="23039"/>
                </a:lnTo>
                <a:lnTo>
                  <a:pt x="686481" y="23039"/>
                </a:lnTo>
                <a:lnTo>
                  <a:pt x="686481" y="5717"/>
                </a:lnTo>
                <a:close/>
                <a:moveTo>
                  <a:pt x="699746" y="8368"/>
                </a:moveTo>
                <a:lnTo>
                  <a:pt x="702415" y="8368"/>
                </a:lnTo>
                <a:lnTo>
                  <a:pt x="702535" y="11158"/>
                </a:lnTo>
                <a:cubicBezTo>
                  <a:pt x="703040" y="10561"/>
                  <a:pt x="703528" y="10064"/>
                  <a:pt x="703999" y="9668"/>
                </a:cubicBezTo>
                <a:cubicBezTo>
                  <a:pt x="704470" y="9272"/>
                  <a:pt x="704932" y="8954"/>
                  <a:pt x="705385" y="8713"/>
                </a:cubicBezTo>
                <a:cubicBezTo>
                  <a:pt x="705838" y="8472"/>
                  <a:pt x="706300" y="8302"/>
                  <a:pt x="706771" y="8205"/>
                </a:cubicBezTo>
                <a:cubicBezTo>
                  <a:pt x="707242" y="8107"/>
                  <a:pt x="707730" y="8058"/>
                  <a:pt x="708235" y="8058"/>
                </a:cubicBezTo>
                <a:cubicBezTo>
                  <a:pt x="710014" y="8058"/>
                  <a:pt x="711360" y="8583"/>
                  <a:pt x="712272" y="9634"/>
                </a:cubicBezTo>
                <a:cubicBezTo>
                  <a:pt x="713185" y="10684"/>
                  <a:pt x="713641" y="12265"/>
                  <a:pt x="713641" y="14378"/>
                </a:cubicBezTo>
                <a:lnTo>
                  <a:pt x="713641" y="25656"/>
                </a:lnTo>
                <a:lnTo>
                  <a:pt x="710645" y="25656"/>
                </a:lnTo>
                <a:lnTo>
                  <a:pt x="710645" y="14619"/>
                </a:lnTo>
                <a:cubicBezTo>
                  <a:pt x="710645" y="13264"/>
                  <a:pt x="710393" y="12263"/>
                  <a:pt x="709888" y="11614"/>
                </a:cubicBezTo>
                <a:cubicBezTo>
                  <a:pt x="709383" y="10965"/>
                  <a:pt x="708631" y="10641"/>
                  <a:pt x="707632" y="10641"/>
                </a:cubicBezTo>
                <a:cubicBezTo>
                  <a:pt x="707265" y="10641"/>
                  <a:pt x="706906" y="10696"/>
                  <a:pt x="706556" y="10805"/>
                </a:cubicBezTo>
                <a:cubicBezTo>
                  <a:pt x="706206" y="10914"/>
                  <a:pt x="705841" y="11103"/>
                  <a:pt x="705463" y="11373"/>
                </a:cubicBezTo>
                <a:cubicBezTo>
                  <a:pt x="705084" y="11643"/>
                  <a:pt x="704673" y="12007"/>
                  <a:pt x="704231" y="12466"/>
                </a:cubicBezTo>
                <a:cubicBezTo>
                  <a:pt x="703789" y="12925"/>
                  <a:pt x="703293" y="13499"/>
                  <a:pt x="702742" y="14188"/>
                </a:cubicBezTo>
                <a:lnTo>
                  <a:pt x="702742" y="25656"/>
                </a:lnTo>
                <a:lnTo>
                  <a:pt x="699746" y="25656"/>
                </a:lnTo>
                <a:lnTo>
                  <a:pt x="699746" y="8368"/>
                </a:lnTo>
                <a:close/>
                <a:moveTo>
                  <a:pt x="733112" y="20938"/>
                </a:moveTo>
                <a:cubicBezTo>
                  <a:pt x="733112" y="21546"/>
                  <a:pt x="733009" y="22092"/>
                  <a:pt x="732802" y="22574"/>
                </a:cubicBezTo>
                <a:cubicBezTo>
                  <a:pt x="732595" y="23056"/>
                  <a:pt x="732314" y="23483"/>
                  <a:pt x="731958" y="23856"/>
                </a:cubicBezTo>
                <a:cubicBezTo>
                  <a:pt x="731602" y="24229"/>
                  <a:pt x="731189" y="24548"/>
                  <a:pt x="730718" y="24812"/>
                </a:cubicBezTo>
                <a:cubicBezTo>
                  <a:pt x="730248" y="25076"/>
                  <a:pt x="729746" y="25294"/>
                  <a:pt x="729212" y="25466"/>
                </a:cubicBezTo>
                <a:cubicBezTo>
                  <a:pt x="728678" y="25639"/>
                  <a:pt x="728130" y="25765"/>
                  <a:pt x="727567" y="25845"/>
                </a:cubicBezTo>
                <a:cubicBezTo>
                  <a:pt x="727005" y="25926"/>
                  <a:pt x="726454" y="25966"/>
                  <a:pt x="725914" y="25966"/>
                </a:cubicBezTo>
                <a:cubicBezTo>
                  <a:pt x="724744" y="25966"/>
                  <a:pt x="723667" y="25914"/>
                  <a:pt x="722686" y="25811"/>
                </a:cubicBezTo>
                <a:cubicBezTo>
                  <a:pt x="721705" y="25707"/>
                  <a:pt x="720743" y="25541"/>
                  <a:pt x="719802" y="25311"/>
                </a:cubicBezTo>
                <a:lnTo>
                  <a:pt x="719802" y="22556"/>
                </a:lnTo>
                <a:cubicBezTo>
                  <a:pt x="720812" y="22843"/>
                  <a:pt x="721816" y="23061"/>
                  <a:pt x="722815" y="23211"/>
                </a:cubicBezTo>
                <a:cubicBezTo>
                  <a:pt x="723814" y="23360"/>
                  <a:pt x="724807" y="23435"/>
                  <a:pt x="725794" y="23435"/>
                </a:cubicBezTo>
                <a:cubicBezTo>
                  <a:pt x="727229" y="23435"/>
                  <a:pt x="728291" y="23239"/>
                  <a:pt x="728979" y="22849"/>
                </a:cubicBezTo>
                <a:cubicBezTo>
                  <a:pt x="729668" y="22459"/>
                  <a:pt x="730012" y="21902"/>
                  <a:pt x="730012" y="21179"/>
                </a:cubicBezTo>
                <a:cubicBezTo>
                  <a:pt x="730012" y="20869"/>
                  <a:pt x="729958" y="20591"/>
                  <a:pt x="729849" y="20344"/>
                </a:cubicBezTo>
                <a:cubicBezTo>
                  <a:pt x="729740" y="20097"/>
                  <a:pt x="729542" y="19862"/>
                  <a:pt x="729255" y="19638"/>
                </a:cubicBezTo>
                <a:cubicBezTo>
                  <a:pt x="728968" y="19414"/>
                  <a:pt x="728523" y="19182"/>
                  <a:pt x="727920" y="18941"/>
                </a:cubicBezTo>
                <a:cubicBezTo>
                  <a:pt x="727318" y="18699"/>
                  <a:pt x="726494" y="18424"/>
                  <a:pt x="725450" y="18114"/>
                </a:cubicBezTo>
                <a:cubicBezTo>
                  <a:pt x="724669" y="17884"/>
                  <a:pt x="723949" y="17623"/>
                  <a:pt x="723289" y="17331"/>
                </a:cubicBezTo>
                <a:cubicBezTo>
                  <a:pt x="722629" y="17038"/>
                  <a:pt x="722057" y="16691"/>
                  <a:pt x="721575" y="16289"/>
                </a:cubicBezTo>
                <a:cubicBezTo>
                  <a:pt x="721093" y="15887"/>
                  <a:pt x="720714" y="15416"/>
                  <a:pt x="720439" y="14877"/>
                </a:cubicBezTo>
                <a:cubicBezTo>
                  <a:pt x="720163" y="14337"/>
                  <a:pt x="720026" y="13700"/>
                  <a:pt x="720026" y="12966"/>
                </a:cubicBezTo>
                <a:cubicBezTo>
                  <a:pt x="720026" y="12484"/>
                  <a:pt x="720138" y="11955"/>
                  <a:pt x="720361" y="11382"/>
                </a:cubicBezTo>
                <a:cubicBezTo>
                  <a:pt x="720585" y="10808"/>
                  <a:pt x="720967" y="10274"/>
                  <a:pt x="721506" y="9780"/>
                </a:cubicBezTo>
                <a:cubicBezTo>
                  <a:pt x="722046" y="9287"/>
                  <a:pt x="722775" y="8876"/>
                  <a:pt x="723693" y="8549"/>
                </a:cubicBezTo>
                <a:cubicBezTo>
                  <a:pt x="724612" y="8222"/>
                  <a:pt x="725759" y="8058"/>
                  <a:pt x="727137" y="8058"/>
                </a:cubicBezTo>
                <a:cubicBezTo>
                  <a:pt x="727814" y="8058"/>
                  <a:pt x="728566" y="8096"/>
                  <a:pt x="729393" y="8170"/>
                </a:cubicBezTo>
                <a:cubicBezTo>
                  <a:pt x="730219" y="8245"/>
                  <a:pt x="731080" y="8374"/>
                  <a:pt x="731975" y="8558"/>
                </a:cubicBezTo>
                <a:lnTo>
                  <a:pt x="731975" y="11227"/>
                </a:lnTo>
                <a:cubicBezTo>
                  <a:pt x="731034" y="10997"/>
                  <a:pt x="730142" y="10828"/>
                  <a:pt x="729298" y="10719"/>
                </a:cubicBezTo>
                <a:cubicBezTo>
                  <a:pt x="728454" y="10610"/>
                  <a:pt x="727722" y="10555"/>
                  <a:pt x="727103" y="10555"/>
                </a:cubicBezTo>
                <a:cubicBezTo>
                  <a:pt x="726356" y="10555"/>
                  <a:pt x="725728" y="10612"/>
                  <a:pt x="725217" y="10727"/>
                </a:cubicBezTo>
                <a:cubicBezTo>
                  <a:pt x="724706" y="10842"/>
                  <a:pt x="724293" y="11000"/>
                  <a:pt x="723977" y="11201"/>
                </a:cubicBezTo>
                <a:cubicBezTo>
                  <a:pt x="723662" y="11402"/>
                  <a:pt x="723435" y="11637"/>
                  <a:pt x="723297" y="11907"/>
                </a:cubicBezTo>
                <a:cubicBezTo>
                  <a:pt x="723159" y="12176"/>
                  <a:pt x="723091" y="12466"/>
                  <a:pt x="723091" y="12776"/>
                </a:cubicBezTo>
                <a:cubicBezTo>
                  <a:pt x="723091" y="13086"/>
                  <a:pt x="723151" y="13367"/>
                  <a:pt x="723271" y="13620"/>
                </a:cubicBezTo>
                <a:cubicBezTo>
                  <a:pt x="723392" y="13872"/>
                  <a:pt x="723616" y="14116"/>
                  <a:pt x="723943" y="14352"/>
                </a:cubicBezTo>
                <a:cubicBezTo>
                  <a:pt x="724270" y="14587"/>
                  <a:pt x="724726" y="14822"/>
                  <a:pt x="725312" y="15058"/>
                </a:cubicBezTo>
                <a:cubicBezTo>
                  <a:pt x="725897" y="15293"/>
                  <a:pt x="726661" y="15548"/>
                  <a:pt x="727602" y="15824"/>
                </a:cubicBezTo>
                <a:cubicBezTo>
                  <a:pt x="728624" y="16122"/>
                  <a:pt x="729484" y="16435"/>
                  <a:pt x="730185" y="16762"/>
                </a:cubicBezTo>
                <a:cubicBezTo>
                  <a:pt x="730885" y="17089"/>
                  <a:pt x="731453" y="17454"/>
                  <a:pt x="731889" y="17856"/>
                </a:cubicBezTo>
                <a:cubicBezTo>
                  <a:pt x="732326" y="18257"/>
                  <a:pt x="732638" y="18711"/>
                  <a:pt x="732828" y="19216"/>
                </a:cubicBezTo>
                <a:cubicBezTo>
                  <a:pt x="733017" y="19721"/>
                  <a:pt x="733112" y="20295"/>
                  <a:pt x="733112" y="20938"/>
                </a:cubicBezTo>
                <a:close/>
                <a:moveTo>
                  <a:pt x="753030" y="25397"/>
                </a:moveTo>
                <a:cubicBezTo>
                  <a:pt x="752353" y="25576"/>
                  <a:pt x="751653" y="25703"/>
                  <a:pt x="750930" y="25781"/>
                </a:cubicBezTo>
                <a:cubicBezTo>
                  <a:pt x="750206" y="25858"/>
                  <a:pt x="749472" y="25897"/>
                  <a:pt x="748726" y="25897"/>
                </a:cubicBezTo>
                <a:cubicBezTo>
                  <a:pt x="746556" y="25897"/>
                  <a:pt x="744937" y="25406"/>
                  <a:pt x="743870" y="24425"/>
                </a:cubicBezTo>
                <a:cubicBezTo>
                  <a:pt x="742802" y="23443"/>
                  <a:pt x="742269" y="21937"/>
                  <a:pt x="742269" y="19905"/>
                </a:cubicBezTo>
                <a:lnTo>
                  <a:pt x="742269" y="10882"/>
                </a:lnTo>
                <a:lnTo>
                  <a:pt x="737430" y="10882"/>
                </a:lnTo>
                <a:lnTo>
                  <a:pt x="737430" y="8368"/>
                </a:lnTo>
                <a:lnTo>
                  <a:pt x="742269" y="8368"/>
                </a:lnTo>
                <a:lnTo>
                  <a:pt x="742269" y="3601"/>
                </a:lnTo>
                <a:lnTo>
                  <a:pt x="745265" y="2824"/>
                </a:lnTo>
                <a:lnTo>
                  <a:pt x="745265" y="8368"/>
                </a:lnTo>
                <a:lnTo>
                  <a:pt x="753030" y="8368"/>
                </a:lnTo>
                <a:lnTo>
                  <a:pt x="753030" y="10882"/>
                </a:lnTo>
                <a:lnTo>
                  <a:pt x="745265" y="10882"/>
                </a:lnTo>
                <a:lnTo>
                  <a:pt x="745265" y="19664"/>
                </a:lnTo>
                <a:cubicBezTo>
                  <a:pt x="745265" y="20903"/>
                  <a:pt x="745595" y="21830"/>
                  <a:pt x="746255" y="22444"/>
                </a:cubicBezTo>
                <a:cubicBezTo>
                  <a:pt x="746915" y="23059"/>
                  <a:pt x="747888" y="23366"/>
                  <a:pt x="749173" y="23366"/>
                </a:cubicBezTo>
                <a:cubicBezTo>
                  <a:pt x="749724" y="23366"/>
                  <a:pt x="750327" y="23321"/>
                  <a:pt x="750981" y="23233"/>
                </a:cubicBezTo>
                <a:cubicBezTo>
                  <a:pt x="751636" y="23144"/>
                  <a:pt x="752319" y="23004"/>
                  <a:pt x="753030" y="22815"/>
                </a:cubicBezTo>
                <a:lnTo>
                  <a:pt x="753030" y="25397"/>
                </a:lnTo>
                <a:close/>
                <a:moveTo>
                  <a:pt x="769883" y="25656"/>
                </a:moveTo>
                <a:lnTo>
                  <a:pt x="769815" y="23326"/>
                </a:lnTo>
                <a:cubicBezTo>
                  <a:pt x="768873" y="24258"/>
                  <a:pt x="767918" y="24931"/>
                  <a:pt x="766948" y="25345"/>
                </a:cubicBezTo>
                <a:cubicBezTo>
                  <a:pt x="765978" y="25759"/>
                  <a:pt x="764959" y="25966"/>
                  <a:pt x="763891" y="25966"/>
                </a:cubicBezTo>
                <a:cubicBezTo>
                  <a:pt x="762904" y="25966"/>
                  <a:pt x="762060" y="25839"/>
                  <a:pt x="761360" y="25586"/>
                </a:cubicBezTo>
                <a:cubicBezTo>
                  <a:pt x="760660" y="25333"/>
                  <a:pt x="760083" y="24986"/>
                  <a:pt x="759630" y="24543"/>
                </a:cubicBezTo>
                <a:cubicBezTo>
                  <a:pt x="759176" y="24100"/>
                  <a:pt x="758843" y="23580"/>
                  <a:pt x="758631" y="22982"/>
                </a:cubicBezTo>
                <a:cubicBezTo>
                  <a:pt x="758419" y="22384"/>
                  <a:pt x="758312" y="21734"/>
                  <a:pt x="758312" y="21033"/>
                </a:cubicBezTo>
                <a:cubicBezTo>
                  <a:pt x="758312" y="19297"/>
                  <a:pt x="758958" y="17937"/>
                  <a:pt x="760250" y="16954"/>
                </a:cubicBezTo>
                <a:cubicBezTo>
                  <a:pt x="761541" y="15971"/>
                  <a:pt x="763449" y="15480"/>
                  <a:pt x="765975" y="15480"/>
                </a:cubicBezTo>
                <a:lnTo>
                  <a:pt x="769556" y="15480"/>
                </a:lnTo>
                <a:lnTo>
                  <a:pt x="769556" y="13970"/>
                </a:lnTo>
                <a:cubicBezTo>
                  <a:pt x="769556" y="12952"/>
                  <a:pt x="769229" y="12137"/>
                  <a:pt x="768575" y="11525"/>
                </a:cubicBezTo>
                <a:cubicBezTo>
                  <a:pt x="767920" y="10913"/>
                  <a:pt x="766922" y="10607"/>
                  <a:pt x="765579" y="10607"/>
                </a:cubicBezTo>
                <a:cubicBezTo>
                  <a:pt x="764603" y="10607"/>
                  <a:pt x="763642" y="10717"/>
                  <a:pt x="762695" y="10939"/>
                </a:cubicBezTo>
                <a:cubicBezTo>
                  <a:pt x="761748" y="11160"/>
                  <a:pt x="760769" y="11474"/>
                  <a:pt x="759759" y="11881"/>
                </a:cubicBezTo>
                <a:lnTo>
                  <a:pt x="759759" y="9178"/>
                </a:lnTo>
                <a:cubicBezTo>
                  <a:pt x="760138" y="9038"/>
                  <a:pt x="760560" y="8901"/>
                  <a:pt x="761024" y="8766"/>
                </a:cubicBezTo>
                <a:cubicBezTo>
                  <a:pt x="761489" y="8632"/>
                  <a:pt x="761980" y="8513"/>
                  <a:pt x="762497" y="8408"/>
                </a:cubicBezTo>
                <a:cubicBezTo>
                  <a:pt x="763013" y="8303"/>
                  <a:pt x="763553" y="8218"/>
                  <a:pt x="764115" y="8155"/>
                </a:cubicBezTo>
                <a:cubicBezTo>
                  <a:pt x="764678" y="8090"/>
                  <a:pt x="765246" y="8058"/>
                  <a:pt x="765820" y="8058"/>
                </a:cubicBezTo>
                <a:cubicBezTo>
                  <a:pt x="766864" y="8058"/>
                  <a:pt x="767806" y="8173"/>
                  <a:pt x="768644" y="8403"/>
                </a:cubicBezTo>
                <a:cubicBezTo>
                  <a:pt x="769482" y="8632"/>
                  <a:pt x="770190" y="8982"/>
                  <a:pt x="770770" y="9453"/>
                </a:cubicBezTo>
                <a:cubicBezTo>
                  <a:pt x="771350" y="9924"/>
                  <a:pt x="771795" y="10515"/>
                  <a:pt x="772105" y="11227"/>
                </a:cubicBezTo>
                <a:cubicBezTo>
                  <a:pt x="772415" y="11938"/>
                  <a:pt x="772570" y="12776"/>
                  <a:pt x="772570" y="13740"/>
                </a:cubicBezTo>
                <a:lnTo>
                  <a:pt x="772570" y="25656"/>
                </a:lnTo>
                <a:lnTo>
                  <a:pt x="769883" y="25656"/>
                </a:lnTo>
                <a:moveTo>
                  <a:pt x="769556" y="17770"/>
                </a:moveTo>
                <a:lnTo>
                  <a:pt x="765751" y="17770"/>
                </a:lnTo>
                <a:cubicBezTo>
                  <a:pt x="765005" y="17770"/>
                  <a:pt x="764362" y="17845"/>
                  <a:pt x="763822" y="17995"/>
                </a:cubicBezTo>
                <a:cubicBezTo>
                  <a:pt x="763283" y="18144"/>
                  <a:pt x="762841" y="18357"/>
                  <a:pt x="762497" y="18633"/>
                </a:cubicBezTo>
                <a:cubicBezTo>
                  <a:pt x="762152" y="18909"/>
                  <a:pt x="761897" y="19241"/>
                  <a:pt x="761730" y="19627"/>
                </a:cubicBezTo>
                <a:cubicBezTo>
                  <a:pt x="761564" y="20012"/>
                  <a:pt x="761481" y="20447"/>
                  <a:pt x="761481" y="20930"/>
                </a:cubicBezTo>
                <a:cubicBezTo>
                  <a:pt x="761481" y="21264"/>
                  <a:pt x="761532" y="21584"/>
                  <a:pt x="761636" y="21889"/>
                </a:cubicBezTo>
                <a:cubicBezTo>
                  <a:pt x="761739" y="22194"/>
                  <a:pt x="761905" y="22465"/>
                  <a:pt x="762135" y="22701"/>
                </a:cubicBezTo>
                <a:cubicBezTo>
                  <a:pt x="762365" y="22937"/>
                  <a:pt x="762663" y="23124"/>
                  <a:pt x="763030" y="23262"/>
                </a:cubicBezTo>
                <a:cubicBezTo>
                  <a:pt x="763398" y="23400"/>
                  <a:pt x="763845" y="23469"/>
                  <a:pt x="764373" y="23469"/>
                </a:cubicBezTo>
                <a:cubicBezTo>
                  <a:pt x="765062" y="23469"/>
                  <a:pt x="765851" y="23259"/>
                  <a:pt x="766741" y="22839"/>
                </a:cubicBezTo>
                <a:cubicBezTo>
                  <a:pt x="767631" y="22418"/>
                  <a:pt x="768569" y="21753"/>
                  <a:pt x="769556" y="20844"/>
                </a:cubicBezTo>
                <a:lnTo>
                  <a:pt x="769556" y="17770"/>
                </a:lnTo>
                <a:close/>
                <a:moveTo>
                  <a:pt x="777432" y="8368"/>
                </a:moveTo>
                <a:lnTo>
                  <a:pt x="780101" y="8368"/>
                </a:lnTo>
                <a:lnTo>
                  <a:pt x="780221" y="11158"/>
                </a:lnTo>
                <a:cubicBezTo>
                  <a:pt x="780726" y="10561"/>
                  <a:pt x="781214" y="10064"/>
                  <a:pt x="781685" y="9668"/>
                </a:cubicBezTo>
                <a:cubicBezTo>
                  <a:pt x="782155" y="9272"/>
                  <a:pt x="782617" y="8954"/>
                  <a:pt x="783071" y="8713"/>
                </a:cubicBezTo>
                <a:cubicBezTo>
                  <a:pt x="783524" y="8472"/>
                  <a:pt x="783986" y="8302"/>
                  <a:pt x="784457" y="8205"/>
                </a:cubicBezTo>
                <a:cubicBezTo>
                  <a:pt x="784928" y="8107"/>
                  <a:pt x="785415" y="8058"/>
                  <a:pt x="785921" y="8058"/>
                </a:cubicBezTo>
                <a:cubicBezTo>
                  <a:pt x="787700" y="8058"/>
                  <a:pt x="789046" y="8583"/>
                  <a:pt x="789958" y="9634"/>
                </a:cubicBezTo>
                <a:cubicBezTo>
                  <a:pt x="790871" y="10684"/>
                  <a:pt x="791327" y="12265"/>
                  <a:pt x="791327" y="14378"/>
                </a:cubicBezTo>
                <a:lnTo>
                  <a:pt x="791327" y="25656"/>
                </a:lnTo>
                <a:lnTo>
                  <a:pt x="788331" y="25656"/>
                </a:lnTo>
                <a:lnTo>
                  <a:pt x="788331" y="14619"/>
                </a:lnTo>
                <a:cubicBezTo>
                  <a:pt x="788331" y="13264"/>
                  <a:pt x="788079" y="12263"/>
                  <a:pt x="787573" y="11614"/>
                </a:cubicBezTo>
                <a:cubicBezTo>
                  <a:pt x="787068" y="10965"/>
                  <a:pt x="786317" y="10641"/>
                  <a:pt x="785318" y="10641"/>
                </a:cubicBezTo>
                <a:cubicBezTo>
                  <a:pt x="784951" y="10641"/>
                  <a:pt x="784592" y="10696"/>
                  <a:pt x="784242" y="10805"/>
                </a:cubicBezTo>
                <a:cubicBezTo>
                  <a:pt x="783892" y="10914"/>
                  <a:pt x="783527" y="11103"/>
                  <a:pt x="783148" y="11373"/>
                </a:cubicBezTo>
                <a:cubicBezTo>
                  <a:pt x="782769" y="11643"/>
                  <a:pt x="782359" y="12007"/>
                  <a:pt x="781917" y="12466"/>
                </a:cubicBezTo>
                <a:cubicBezTo>
                  <a:pt x="781475" y="12925"/>
                  <a:pt x="780979" y="13499"/>
                  <a:pt x="780428" y="14188"/>
                </a:cubicBezTo>
                <a:lnTo>
                  <a:pt x="780428" y="25656"/>
                </a:lnTo>
                <a:lnTo>
                  <a:pt x="777432" y="25656"/>
                </a:lnTo>
                <a:lnTo>
                  <a:pt x="777432" y="8368"/>
                </a:lnTo>
                <a:close/>
                <a:moveTo>
                  <a:pt x="810539" y="25019"/>
                </a:moveTo>
                <a:cubicBezTo>
                  <a:pt x="809759" y="25317"/>
                  <a:pt x="808958" y="25538"/>
                  <a:pt x="808137" y="25682"/>
                </a:cubicBezTo>
                <a:cubicBezTo>
                  <a:pt x="807317" y="25825"/>
                  <a:pt x="806470" y="25897"/>
                  <a:pt x="805598" y="25897"/>
                </a:cubicBezTo>
                <a:cubicBezTo>
                  <a:pt x="802866" y="25897"/>
                  <a:pt x="800762" y="25156"/>
                  <a:pt x="799287" y="23676"/>
                </a:cubicBezTo>
                <a:cubicBezTo>
                  <a:pt x="797812" y="22195"/>
                  <a:pt x="797075" y="20031"/>
                  <a:pt x="797075" y="17184"/>
                </a:cubicBezTo>
                <a:cubicBezTo>
                  <a:pt x="797075" y="15818"/>
                  <a:pt x="797287" y="14578"/>
                  <a:pt x="797712" y="13465"/>
                </a:cubicBezTo>
                <a:cubicBezTo>
                  <a:pt x="798136" y="12352"/>
                  <a:pt x="798733" y="11399"/>
                  <a:pt x="799502" y="10607"/>
                </a:cubicBezTo>
                <a:cubicBezTo>
                  <a:pt x="800271" y="9815"/>
                  <a:pt x="801190" y="9203"/>
                  <a:pt x="802257" y="8773"/>
                </a:cubicBezTo>
                <a:cubicBezTo>
                  <a:pt x="803325" y="8342"/>
                  <a:pt x="804501" y="8127"/>
                  <a:pt x="805787" y="8127"/>
                </a:cubicBezTo>
                <a:cubicBezTo>
                  <a:pt x="806683" y="8127"/>
                  <a:pt x="807520" y="8192"/>
                  <a:pt x="808301" y="8321"/>
                </a:cubicBezTo>
                <a:cubicBezTo>
                  <a:pt x="809082" y="8450"/>
                  <a:pt x="809828" y="8661"/>
                  <a:pt x="810539" y="8954"/>
                </a:cubicBezTo>
                <a:lnTo>
                  <a:pt x="810539" y="11812"/>
                </a:lnTo>
                <a:cubicBezTo>
                  <a:pt x="809793" y="11416"/>
                  <a:pt x="809033" y="11127"/>
                  <a:pt x="808258" y="10947"/>
                </a:cubicBezTo>
                <a:cubicBezTo>
                  <a:pt x="807483" y="10766"/>
                  <a:pt x="806683" y="10676"/>
                  <a:pt x="805856" y="10676"/>
                </a:cubicBezTo>
                <a:cubicBezTo>
                  <a:pt x="805087" y="10676"/>
                  <a:pt x="804361" y="10822"/>
                  <a:pt x="803678" y="11115"/>
                </a:cubicBezTo>
                <a:cubicBezTo>
                  <a:pt x="802995" y="11407"/>
                  <a:pt x="802395" y="11829"/>
                  <a:pt x="801879" y="12380"/>
                </a:cubicBezTo>
                <a:cubicBezTo>
                  <a:pt x="801362" y="12931"/>
                  <a:pt x="800954" y="13603"/>
                  <a:pt x="800656" y="14395"/>
                </a:cubicBezTo>
                <a:cubicBezTo>
                  <a:pt x="800358" y="15187"/>
                  <a:pt x="800208" y="16082"/>
                  <a:pt x="800208" y="17081"/>
                </a:cubicBezTo>
                <a:cubicBezTo>
                  <a:pt x="800208" y="19170"/>
                  <a:pt x="800716" y="20734"/>
                  <a:pt x="801732" y="21773"/>
                </a:cubicBezTo>
                <a:cubicBezTo>
                  <a:pt x="802748" y="22812"/>
                  <a:pt x="804157" y="23331"/>
                  <a:pt x="805959" y="23331"/>
                </a:cubicBezTo>
                <a:cubicBezTo>
                  <a:pt x="806774" y="23331"/>
                  <a:pt x="807564" y="23239"/>
                  <a:pt x="808327" y="23056"/>
                </a:cubicBezTo>
                <a:cubicBezTo>
                  <a:pt x="809090" y="22872"/>
                  <a:pt x="809828" y="22597"/>
                  <a:pt x="810539" y="22229"/>
                </a:cubicBezTo>
                <a:lnTo>
                  <a:pt x="810539" y="25019"/>
                </a:lnTo>
                <a:close/>
                <a:moveTo>
                  <a:pt x="831388" y="16099"/>
                </a:moveTo>
                <a:cubicBezTo>
                  <a:pt x="831388" y="16524"/>
                  <a:pt x="831382" y="16880"/>
                  <a:pt x="831371" y="17167"/>
                </a:cubicBezTo>
                <a:cubicBezTo>
                  <a:pt x="831359" y="17454"/>
                  <a:pt x="831342" y="17724"/>
                  <a:pt x="831319" y="17976"/>
                </a:cubicBezTo>
                <a:lnTo>
                  <a:pt x="819180" y="17976"/>
                </a:lnTo>
                <a:cubicBezTo>
                  <a:pt x="819180" y="19744"/>
                  <a:pt x="819673" y="21101"/>
                  <a:pt x="820661" y="22048"/>
                </a:cubicBezTo>
                <a:cubicBezTo>
                  <a:pt x="821648" y="22995"/>
                  <a:pt x="823071" y="23469"/>
                  <a:pt x="824931" y="23469"/>
                </a:cubicBezTo>
                <a:cubicBezTo>
                  <a:pt x="825436" y="23469"/>
                  <a:pt x="825941" y="23449"/>
                  <a:pt x="826446" y="23408"/>
                </a:cubicBezTo>
                <a:cubicBezTo>
                  <a:pt x="826951" y="23366"/>
                  <a:pt x="827439" y="23311"/>
                  <a:pt x="827910" y="23240"/>
                </a:cubicBezTo>
                <a:cubicBezTo>
                  <a:pt x="828380" y="23170"/>
                  <a:pt x="828831" y="23090"/>
                  <a:pt x="829261" y="23002"/>
                </a:cubicBezTo>
                <a:cubicBezTo>
                  <a:pt x="829692" y="22914"/>
                  <a:pt x="830091" y="22817"/>
                  <a:pt x="830458" y="22711"/>
                </a:cubicBezTo>
                <a:lnTo>
                  <a:pt x="830458" y="25174"/>
                </a:lnTo>
                <a:cubicBezTo>
                  <a:pt x="829643" y="25408"/>
                  <a:pt x="828722" y="25599"/>
                  <a:pt x="827694" y="25746"/>
                </a:cubicBezTo>
                <a:cubicBezTo>
                  <a:pt x="826667" y="25892"/>
                  <a:pt x="825602" y="25966"/>
                  <a:pt x="824500" y="25966"/>
                </a:cubicBezTo>
                <a:cubicBezTo>
                  <a:pt x="823019" y="25966"/>
                  <a:pt x="821745" y="25765"/>
                  <a:pt x="820678" y="25363"/>
                </a:cubicBezTo>
                <a:cubicBezTo>
                  <a:pt x="819610" y="24961"/>
                  <a:pt x="818735" y="24379"/>
                  <a:pt x="818052" y="23615"/>
                </a:cubicBezTo>
                <a:cubicBezTo>
                  <a:pt x="817369" y="22852"/>
                  <a:pt x="816864" y="21916"/>
                  <a:pt x="816537" y="20809"/>
                </a:cubicBezTo>
                <a:cubicBezTo>
                  <a:pt x="816209" y="19701"/>
                  <a:pt x="816046" y="18447"/>
                  <a:pt x="816046" y="17046"/>
                </a:cubicBezTo>
                <a:cubicBezTo>
                  <a:pt x="816046" y="15830"/>
                  <a:pt x="816221" y="14679"/>
                  <a:pt x="816571" y="13594"/>
                </a:cubicBezTo>
                <a:cubicBezTo>
                  <a:pt x="816921" y="12509"/>
                  <a:pt x="817432" y="11557"/>
                  <a:pt x="818104" y="10736"/>
                </a:cubicBezTo>
                <a:cubicBezTo>
                  <a:pt x="818775" y="9915"/>
                  <a:pt x="819599" y="9264"/>
                  <a:pt x="820574" y="8782"/>
                </a:cubicBezTo>
                <a:cubicBezTo>
                  <a:pt x="821550" y="8299"/>
                  <a:pt x="822658" y="8058"/>
                  <a:pt x="823898" y="8058"/>
                </a:cubicBezTo>
                <a:cubicBezTo>
                  <a:pt x="825103" y="8058"/>
                  <a:pt x="826170" y="8248"/>
                  <a:pt x="827100" y="8627"/>
                </a:cubicBezTo>
                <a:cubicBezTo>
                  <a:pt x="828030" y="9005"/>
                  <a:pt x="828814" y="9542"/>
                  <a:pt x="829451" y="10236"/>
                </a:cubicBezTo>
                <a:cubicBezTo>
                  <a:pt x="830088" y="10931"/>
                  <a:pt x="830570" y="11775"/>
                  <a:pt x="830897" y="12768"/>
                </a:cubicBezTo>
                <a:cubicBezTo>
                  <a:pt x="831224" y="13761"/>
                  <a:pt x="831388" y="14871"/>
                  <a:pt x="831388" y="16099"/>
                </a:cubicBezTo>
                <a:moveTo>
                  <a:pt x="828271" y="15669"/>
                </a:moveTo>
                <a:cubicBezTo>
                  <a:pt x="828306" y="14900"/>
                  <a:pt x="828231" y="14197"/>
                  <a:pt x="828047" y="13560"/>
                </a:cubicBezTo>
                <a:cubicBezTo>
                  <a:pt x="827864" y="12923"/>
                  <a:pt x="827580" y="12374"/>
                  <a:pt x="827195" y="11915"/>
                </a:cubicBezTo>
                <a:cubicBezTo>
                  <a:pt x="826810" y="11456"/>
                  <a:pt x="826331" y="11097"/>
                  <a:pt x="825757" y="10839"/>
                </a:cubicBezTo>
                <a:cubicBezTo>
                  <a:pt x="825183" y="10581"/>
                  <a:pt x="824517" y="10452"/>
                  <a:pt x="823760" y="10452"/>
                </a:cubicBezTo>
                <a:cubicBezTo>
                  <a:pt x="823106" y="10452"/>
                  <a:pt x="822509" y="10578"/>
                  <a:pt x="821969" y="10831"/>
                </a:cubicBezTo>
                <a:cubicBezTo>
                  <a:pt x="821430" y="11083"/>
                  <a:pt x="820965" y="11439"/>
                  <a:pt x="820574" y="11898"/>
                </a:cubicBezTo>
                <a:cubicBezTo>
                  <a:pt x="820184" y="12357"/>
                  <a:pt x="819868" y="12908"/>
                  <a:pt x="819627" y="13551"/>
                </a:cubicBezTo>
                <a:cubicBezTo>
                  <a:pt x="819386" y="14194"/>
                  <a:pt x="819237" y="14900"/>
                  <a:pt x="819180" y="15669"/>
                </a:cubicBezTo>
                <a:lnTo>
                  <a:pt x="828271" y="15669"/>
                </a:lnTo>
                <a:close/>
                <a:moveTo>
                  <a:pt x="870576" y="13913"/>
                </a:moveTo>
                <a:cubicBezTo>
                  <a:pt x="870576" y="15416"/>
                  <a:pt x="870427" y="16782"/>
                  <a:pt x="870129" y="18011"/>
                </a:cubicBezTo>
                <a:cubicBezTo>
                  <a:pt x="869830" y="19239"/>
                  <a:pt x="869406" y="20341"/>
                  <a:pt x="868855" y="21317"/>
                </a:cubicBezTo>
                <a:lnTo>
                  <a:pt x="872333" y="25656"/>
                </a:lnTo>
                <a:lnTo>
                  <a:pt x="868355" y="25656"/>
                </a:lnTo>
                <a:lnTo>
                  <a:pt x="866840" y="23779"/>
                </a:lnTo>
                <a:cubicBezTo>
                  <a:pt x="866025" y="24468"/>
                  <a:pt x="865115" y="24993"/>
                  <a:pt x="864111" y="25354"/>
                </a:cubicBezTo>
                <a:cubicBezTo>
                  <a:pt x="863106" y="25716"/>
                  <a:pt x="862019" y="25897"/>
                  <a:pt x="860848" y="25897"/>
                </a:cubicBezTo>
                <a:cubicBezTo>
                  <a:pt x="859734" y="25897"/>
                  <a:pt x="858747" y="25742"/>
                  <a:pt x="857886" y="25432"/>
                </a:cubicBezTo>
                <a:cubicBezTo>
                  <a:pt x="857025" y="25122"/>
                  <a:pt x="856302" y="24689"/>
                  <a:pt x="855717" y="24132"/>
                </a:cubicBezTo>
                <a:cubicBezTo>
                  <a:pt x="855131" y="23575"/>
                  <a:pt x="854686" y="22912"/>
                  <a:pt x="854382" y="22143"/>
                </a:cubicBezTo>
                <a:cubicBezTo>
                  <a:pt x="854078" y="21374"/>
                  <a:pt x="853926" y="20525"/>
                  <a:pt x="853926" y="19595"/>
                </a:cubicBezTo>
                <a:cubicBezTo>
                  <a:pt x="853926" y="18722"/>
                  <a:pt x="854041" y="17945"/>
                  <a:pt x="854270" y="17262"/>
                </a:cubicBezTo>
                <a:cubicBezTo>
                  <a:pt x="854500" y="16579"/>
                  <a:pt x="854810" y="15970"/>
                  <a:pt x="855200" y="15437"/>
                </a:cubicBezTo>
                <a:cubicBezTo>
                  <a:pt x="855590" y="14903"/>
                  <a:pt x="856041" y="14432"/>
                  <a:pt x="856552" y="14025"/>
                </a:cubicBezTo>
                <a:cubicBezTo>
                  <a:pt x="857063" y="13617"/>
                  <a:pt x="857599" y="13241"/>
                  <a:pt x="858162" y="12897"/>
                </a:cubicBezTo>
                <a:lnTo>
                  <a:pt x="857783" y="12363"/>
                </a:lnTo>
                <a:cubicBezTo>
                  <a:pt x="857140" y="11571"/>
                  <a:pt x="856661" y="10767"/>
                  <a:pt x="856345" y="9952"/>
                </a:cubicBezTo>
                <a:cubicBezTo>
                  <a:pt x="856030" y="9137"/>
                  <a:pt x="855872" y="8340"/>
                  <a:pt x="855872" y="7559"/>
                </a:cubicBezTo>
                <a:cubicBezTo>
                  <a:pt x="855872" y="6732"/>
                  <a:pt x="856004" y="5969"/>
                  <a:pt x="856268" y="5269"/>
                </a:cubicBezTo>
                <a:cubicBezTo>
                  <a:pt x="856532" y="4569"/>
                  <a:pt x="856919" y="3963"/>
                  <a:pt x="857430" y="3452"/>
                </a:cubicBezTo>
                <a:cubicBezTo>
                  <a:pt x="857941" y="2942"/>
                  <a:pt x="858572" y="2543"/>
                  <a:pt x="859324" y="2256"/>
                </a:cubicBezTo>
                <a:cubicBezTo>
                  <a:pt x="860076" y="1969"/>
                  <a:pt x="860934" y="1825"/>
                  <a:pt x="861898" y="1825"/>
                </a:cubicBezTo>
                <a:cubicBezTo>
                  <a:pt x="862828" y="1825"/>
                  <a:pt x="863643" y="1957"/>
                  <a:pt x="864343" y="2221"/>
                </a:cubicBezTo>
                <a:cubicBezTo>
                  <a:pt x="865043" y="2485"/>
                  <a:pt x="865629" y="2847"/>
                  <a:pt x="866100" y="3306"/>
                </a:cubicBezTo>
                <a:cubicBezTo>
                  <a:pt x="866570" y="3765"/>
                  <a:pt x="866923" y="4296"/>
                  <a:pt x="867158" y="4899"/>
                </a:cubicBezTo>
                <a:cubicBezTo>
                  <a:pt x="867394" y="5501"/>
                  <a:pt x="867511" y="6141"/>
                  <a:pt x="867511" y="6819"/>
                </a:cubicBezTo>
                <a:cubicBezTo>
                  <a:pt x="867511" y="7680"/>
                  <a:pt x="867365" y="8434"/>
                  <a:pt x="867072" y="9083"/>
                </a:cubicBezTo>
                <a:cubicBezTo>
                  <a:pt x="866780" y="9731"/>
                  <a:pt x="866395" y="10305"/>
                  <a:pt x="865919" y="10805"/>
                </a:cubicBezTo>
                <a:cubicBezTo>
                  <a:pt x="865442" y="11304"/>
                  <a:pt x="864897" y="11749"/>
                  <a:pt x="864283" y="12139"/>
                </a:cubicBezTo>
                <a:cubicBezTo>
                  <a:pt x="863669" y="12529"/>
                  <a:pt x="863040" y="12908"/>
                  <a:pt x="862398" y="13276"/>
                </a:cubicBezTo>
                <a:lnTo>
                  <a:pt x="866840" y="18820"/>
                </a:lnTo>
                <a:cubicBezTo>
                  <a:pt x="867345" y="17465"/>
                  <a:pt x="867580" y="15830"/>
                  <a:pt x="867546" y="13913"/>
                </a:cubicBezTo>
                <a:lnTo>
                  <a:pt x="870576" y="13913"/>
                </a:lnTo>
                <a:moveTo>
                  <a:pt x="857043" y="19233"/>
                </a:moveTo>
                <a:cubicBezTo>
                  <a:pt x="857043" y="19842"/>
                  <a:pt x="857140" y="20398"/>
                  <a:pt x="857335" y="20903"/>
                </a:cubicBezTo>
                <a:cubicBezTo>
                  <a:pt x="857530" y="21409"/>
                  <a:pt x="857809" y="21842"/>
                  <a:pt x="858170" y="22203"/>
                </a:cubicBezTo>
                <a:cubicBezTo>
                  <a:pt x="858532" y="22565"/>
                  <a:pt x="858974" y="22843"/>
                  <a:pt x="859496" y="23039"/>
                </a:cubicBezTo>
                <a:cubicBezTo>
                  <a:pt x="860019" y="23234"/>
                  <a:pt x="860607" y="23331"/>
                  <a:pt x="861261" y="23331"/>
                </a:cubicBezTo>
                <a:cubicBezTo>
                  <a:pt x="862753" y="23331"/>
                  <a:pt x="864062" y="22780"/>
                  <a:pt x="865187" y="21678"/>
                </a:cubicBezTo>
                <a:lnTo>
                  <a:pt x="859711" y="14825"/>
                </a:lnTo>
                <a:cubicBezTo>
                  <a:pt x="859321" y="15089"/>
                  <a:pt x="858962" y="15371"/>
                  <a:pt x="858635" y="15669"/>
                </a:cubicBezTo>
                <a:cubicBezTo>
                  <a:pt x="858308" y="15967"/>
                  <a:pt x="858027" y="16295"/>
                  <a:pt x="857792" y="16650"/>
                </a:cubicBezTo>
                <a:cubicBezTo>
                  <a:pt x="857556" y="17006"/>
                  <a:pt x="857373" y="17397"/>
                  <a:pt x="857241" y="17821"/>
                </a:cubicBezTo>
                <a:cubicBezTo>
                  <a:pt x="857109" y="18246"/>
                  <a:pt x="857043" y="18717"/>
                  <a:pt x="857043" y="19233"/>
                </a:cubicBezTo>
                <a:moveTo>
                  <a:pt x="864481" y="7111"/>
                </a:moveTo>
                <a:cubicBezTo>
                  <a:pt x="864481" y="6250"/>
                  <a:pt x="864240" y="5576"/>
                  <a:pt x="863758" y="5088"/>
                </a:cubicBezTo>
                <a:cubicBezTo>
                  <a:pt x="863276" y="4600"/>
                  <a:pt x="862621" y="4356"/>
                  <a:pt x="861795" y="4356"/>
                </a:cubicBezTo>
                <a:cubicBezTo>
                  <a:pt x="861336" y="4356"/>
                  <a:pt x="860931" y="4431"/>
                  <a:pt x="860581" y="4580"/>
                </a:cubicBezTo>
                <a:cubicBezTo>
                  <a:pt x="860231" y="4729"/>
                  <a:pt x="859935" y="4936"/>
                  <a:pt x="859694" y="5200"/>
                </a:cubicBezTo>
                <a:cubicBezTo>
                  <a:pt x="859453" y="5464"/>
                  <a:pt x="859272" y="5774"/>
                  <a:pt x="859152" y="6130"/>
                </a:cubicBezTo>
                <a:cubicBezTo>
                  <a:pt x="859031" y="6486"/>
                  <a:pt x="858971" y="6870"/>
                  <a:pt x="858971" y="7283"/>
                </a:cubicBezTo>
                <a:cubicBezTo>
                  <a:pt x="858971" y="7903"/>
                  <a:pt x="859086" y="8480"/>
                  <a:pt x="859315" y="9014"/>
                </a:cubicBezTo>
                <a:cubicBezTo>
                  <a:pt x="859545" y="9548"/>
                  <a:pt x="859912" y="10136"/>
                  <a:pt x="860417" y="10779"/>
                </a:cubicBezTo>
                <a:lnTo>
                  <a:pt x="860882" y="11382"/>
                </a:lnTo>
                <a:cubicBezTo>
                  <a:pt x="861376" y="11106"/>
                  <a:pt x="861841" y="10828"/>
                  <a:pt x="862277" y="10546"/>
                </a:cubicBezTo>
                <a:cubicBezTo>
                  <a:pt x="862713" y="10265"/>
                  <a:pt x="863095" y="9955"/>
                  <a:pt x="863422" y="9617"/>
                </a:cubicBezTo>
                <a:cubicBezTo>
                  <a:pt x="863749" y="9278"/>
                  <a:pt x="864007" y="8905"/>
                  <a:pt x="864197" y="8497"/>
                </a:cubicBezTo>
                <a:cubicBezTo>
                  <a:pt x="864386" y="8090"/>
                  <a:pt x="864481" y="7628"/>
                  <a:pt x="864481" y="7111"/>
                </a:cubicBezTo>
                <a:close/>
                <a:moveTo>
                  <a:pt x="890283" y="13913"/>
                </a:moveTo>
                <a:cubicBezTo>
                  <a:pt x="890283" y="15416"/>
                  <a:pt x="890134" y="16782"/>
                  <a:pt x="889835" y="18011"/>
                </a:cubicBezTo>
                <a:cubicBezTo>
                  <a:pt x="889537" y="19239"/>
                  <a:pt x="889112" y="20341"/>
                  <a:pt x="888561" y="21317"/>
                </a:cubicBezTo>
                <a:lnTo>
                  <a:pt x="892039" y="25656"/>
                </a:lnTo>
                <a:lnTo>
                  <a:pt x="888062" y="25656"/>
                </a:lnTo>
                <a:lnTo>
                  <a:pt x="886546" y="23779"/>
                </a:lnTo>
                <a:cubicBezTo>
                  <a:pt x="885731" y="24468"/>
                  <a:pt x="884822" y="24993"/>
                  <a:pt x="883817" y="25354"/>
                </a:cubicBezTo>
                <a:cubicBezTo>
                  <a:pt x="882813" y="25716"/>
                  <a:pt x="881725" y="25897"/>
                  <a:pt x="880554" y="25897"/>
                </a:cubicBezTo>
                <a:cubicBezTo>
                  <a:pt x="879441" y="25897"/>
                  <a:pt x="878454" y="25742"/>
                  <a:pt x="877593" y="25432"/>
                </a:cubicBezTo>
                <a:cubicBezTo>
                  <a:pt x="876732" y="25122"/>
                  <a:pt x="876009" y="24689"/>
                  <a:pt x="875423" y="24132"/>
                </a:cubicBezTo>
                <a:cubicBezTo>
                  <a:pt x="874838" y="23575"/>
                  <a:pt x="874393" y="22912"/>
                  <a:pt x="874089" y="22143"/>
                </a:cubicBezTo>
                <a:cubicBezTo>
                  <a:pt x="873785" y="21374"/>
                  <a:pt x="873632" y="20525"/>
                  <a:pt x="873632" y="19595"/>
                </a:cubicBezTo>
                <a:cubicBezTo>
                  <a:pt x="873632" y="18722"/>
                  <a:pt x="873747" y="17945"/>
                  <a:pt x="873977" y="17262"/>
                </a:cubicBezTo>
                <a:cubicBezTo>
                  <a:pt x="874206" y="16579"/>
                  <a:pt x="874516" y="15970"/>
                  <a:pt x="874907" y="15437"/>
                </a:cubicBezTo>
                <a:cubicBezTo>
                  <a:pt x="875297" y="14903"/>
                  <a:pt x="875747" y="14432"/>
                  <a:pt x="876258" y="14025"/>
                </a:cubicBezTo>
                <a:cubicBezTo>
                  <a:pt x="876769" y="13617"/>
                  <a:pt x="877306" y="13241"/>
                  <a:pt x="877868" y="12897"/>
                </a:cubicBezTo>
                <a:lnTo>
                  <a:pt x="877489" y="12363"/>
                </a:lnTo>
                <a:cubicBezTo>
                  <a:pt x="876847" y="11571"/>
                  <a:pt x="876367" y="10767"/>
                  <a:pt x="876052" y="9952"/>
                </a:cubicBezTo>
                <a:cubicBezTo>
                  <a:pt x="875736" y="9137"/>
                  <a:pt x="875578" y="8340"/>
                  <a:pt x="875578" y="7559"/>
                </a:cubicBezTo>
                <a:cubicBezTo>
                  <a:pt x="875578" y="6732"/>
                  <a:pt x="875710" y="5969"/>
                  <a:pt x="875974" y="5269"/>
                </a:cubicBezTo>
                <a:cubicBezTo>
                  <a:pt x="876238" y="4569"/>
                  <a:pt x="876626" y="3963"/>
                  <a:pt x="877136" y="3452"/>
                </a:cubicBezTo>
                <a:cubicBezTo>
                  <a:pt x="877647" y="2942"/>
                  <a:pt x="878279" y="2543"/>
                  <a:pt x="879030" y="2256"/>
                </a:cubicBezTo>
                <a:cubicBezTo>
                  <a:pt x="879782" y="1969"/>
                  <a:pt x="880640" y="1825"/>
                  <a:pt x="881605" y="1825"/>
                </a:cubicBezTo>
                <a:cubicBezTo>
                  <a:pt x="882534" y="1825"/>
                  <a:pt x="883349" y="1957"/>
                  <a:pt x="884050" y="2221"/>
                </a:cubicBezTo>
                <a:cubicBezTo>
                  <a:pt x="884750" y="2485"/>
                  <a:pt x="885335" y="2847"/>
                  <a:pt x="885806" y="3306"/>
                </a:cubicBezTo>
                <a:cubicBezTo>
                  <a:pt x="886277" y="3765"/>
                  <a:pt x="886630" y="4296"/>
                  <a:pt x="886865" y="4899"/>
                </a:cubicBezTo>
                <a:cubicBezTo>
                  <a:pt x="887100" y="5501"/>
                  <a:pt x="887218" y="6141"/>
                  <a:pt x="887218" y="6819"/>
                </a:cubicBezTo>
                <a:cubicBezTo>
                  <a:pt x="887218" y="7680"/>
                  <a:pt x="887072" y="8434"/>
                  <a:pt x="886779" y="9083"/>
                </a:cubicBezTo>
                <a:cubicBezTo>
                  <a:pt x="886486" y="9731"/>
                  <a:pt x="886102" y="10305"/>
                  <a:pt x="885625" y="10805"/>
                </a:cubicBezTo>
                <a:cubicBezTo>
                  <a:pt x="885149" y="11304"/>
                  <a:pt x="884604" y="11749"/>
                  <a:pt x="883989" y="12139"/>
                </a:cubicBezTo>
                <a:cubicBezTo>
                  <a:pt x="883375" y="12529"/>
                  <a:pt x="882747" y="12908"/>
                  <a:pt x="882104" y="13276"/>
                </a:cubicBezTo>
                <a:lnTo>
                  <a:pt x="886546" y="18820"/>
                </a:lnTo>
                <a:cubicBezTo>
                  <a:pt x="887051" y="17465"/>
                  <a:pt x="887287" y="15830"/>
                  <a:pt x="887252" y="13913"/>
                </a:cubicBezTo>
                <a:lnTo>
                  <a:pt x="890283" y="13913"/>
                </a:lnTo>
                <a:moveTo>
                  <a:pt x="876749" y="19233"/>
                </a:moveTo>
                <a:cubicBezTo>
                  <a:pt x="876749" y="19842"/>
                  <a:pt x="876847" y="20398"/>
                  <a:pt x="877042" y="20903"/>
                </a:cubicBezTo>
                <a:cubicBezTo>
                  <a:pt x="877237" y="21409"/>
                  <a:pt x="877515" y="21842"/>
                  <a:pt x="877877" y="22203"/>
                </a:cubicBezTo>
                <a:cubicBezTo>
                  <a:pt x="878238" y="22565"/>
                  <a:pt x="878680" y="22843"/>
                  <a:pt x="879203" y="23039"/>
                </a:cubicBezTo>
                <a:cubicBezTo>
                  <a:pt x="879725" y="23234"/>
                  <a:pt x="880313" y="23331"/>
                  <a:pt x="880968" y="23331"/>
                </a:cubicBezTo>
                <a:cubicBezTo>
                  <a:pt x="882460" y="23331"/>
                  <a:pt x="883768" y="22780"/>
                  <a:pt x="884893" y="21678"/>
                </a:cubicBezTo>
                <a:lnTo>
                  <a:pt x="879418" y="14825"/>
                </a:lnTo>
                <a:cubicBezTo>
                  <a:pt x="879028" y="15089"/>
                  <a:pt x="878669" y="15371"/>
                  <a:pt x="878342" y="15669"/>
                </a:cubicBezTo>
                <a:cubicBezTo>
                  <a:pt x="878015" y="15967"/>
                  <a:pt x="877733" y="16295"/>
                  <a:pt x="877498" y="16650"/>
                </a:cubicBezTo>
                <a:cubicBezTo>
                  <a:pt x="877263" y="17006"/>
                  <a:pt x="877079" y="17397"/>
                  <a:pt x="876947" y="17821"/>
                </a:cubicBezTo>
                <a:cubicBezTo>
                  <a:pt x="876815" y="18246"/>
                  <a:pt x="876749" y="18717"/>
                  <a:pt x="876749" y="19233"/>
                </a:cubicBezTo>
                <a:moveTo>
                  <a:pt x="884187" y="7111"/>
                </a:moveTo>
                <a:cubicBezTo>
                  <a:pt x="884187" y="6250"/>
                  <a:pt x="883946" y="5576"/>
                  <a:pt x="883464" y="5088"/>
                </a:cubicBezTo>
                <a:cubicBezTo>
                  <a:pt x="882982" y="4600"/>
                  <a:pt x="882328" y="4356"/>
                  <a:pt x="881501" y="4356"/>
                </a:cubicBezTo>
                <a:cubicBezTo>
                  <a:pt x="881042" y="4356"/>
                  <a:pt x="880638" y="4431"/>
                  <a:pt x="880287" y="4580"/>
                </a:cubicBezTo>
                <a:cubicBezTo>
                  <a:pt x="879937" y="4729"/>
                  <a:pt x="879642" y="4936"/>
                  <a:pt x="879401" y="5200"/>
                </a:cubicBezTo>
                <a:cubicBezTo>
                  <a:pt x="879160" y="5464"/>
                  <a:pt x="878979" y="5774"/>
                  <a:pt x="878858" y="6130"/>
                </a:cubicBezTo>
                <a:cubicBezTo>
                  <a:pt x="878738" y="6486"/>
                  <a:pt x="878677" y="6870"/>
                  <a:pt x="878677" y="7283"/>
                </a:cubicBezTo>
                <a:cubicBezTo>
                  <a:pt x="878677" y="7903"/>
                  <a:pt x="878792" y="8480"/>
                  <a:pt x="879022" y="9014"/>
                </a:cubicBezTo>
                <a:cubicBezTo>
                  <a:pt x="879251" y="9548"/>
                  <a:pt x="879619" y="10136"/>
                  <a:pt x="880124" y="10779"/>
                </a:cubicBezTo>
                <a:lnTo>
                  <a:pt x="880589" y="11382"/>
                </a:lnTo>
                <a:cubicBezTo>
                  <a:pt x="881082" y="11106"/>
                  <a:pt x="881547" y="10828"/>
                  <a:pt x="881983" y="10546"/>
                </a:cubicBezTo>
                <a:cubicBezTo>
                  <a:pt x="882420" y="10265"/>
                  <a:pt x="882801" y="9955"/>
                  <a:pt x="883128" y="9617"/>
                </a:cubicBezTo>
                <a:cubicBezTo>
                  <a:pt x="883456" y="9278"/>
                  <a:pt x="883714" y="8905"/>
                  <a:pt x="883903" y="8497"/>
                </a:cubicBezTo>
                <a:cubicBezTo>
                  <a:pt x="884093" y="8090"/>
                  <a:pt x="884187" y="7628"/>
                  <a:pt x="884187" y="7111"/>
                </a:cubicBezTo>
                <a:close/>
                <a:moveTo>
                  <a:pt x="928748" y="25397"/>
                </a:moveTo>
                <a:cubicBezTo>
                  <a:pt x="928071" y="25576"/>
                  <a:pt x="927370" y="25703"/>
                  <a:pt x="926647" y="25781"/>
                </a:cubicBezTo>
                <a:cubicBezTo>
                  <a:pt x="925924" y="25858"/>
                  <a:pt x="925189" y="25897"/>
                  <a:pt x="924443" y="25897"/>
                </a:cubicBezTo>
                <a:cubicBezTo>
                  <a:pt x="922274" y="25897"/>
                  <a:pt x="920655" y="25406"/>
                  <a:pt x="919588" y="24425"/>
                </a:cubicBezTo>
                <a:cubicBezTo>
                  <a:pt x="918520" y="23443"/>
                  <a:pt x="917986" y="21937"/>
                  <a:pt x="917986" y="19905"/>
                </a:cubicBezTo>
                <a:lnTo>
                  <a:pt x="917986" y="10882"/>
                </a:lnTo>
                <a:lnTo>
                  <a:pt x="913148" y="10882"/>
                </a:lnTo>
                <a:lnTo>
                  <a:pt x="913148" y="8368"/>
                </a:lnTo>
                <a:lnTo>
                  <a:pt x="917986" y="8368"/>
                </a:lnTo>
                <a:lnTo>
                  <a:pt x="917986" y="3601"/>
                </a:lnTo>
                <a:lnTo>
                  <a:pt x="920982" y="2824"/>
                </a:lnTo>
                <a:lnTo>
                  <a:pt x="920982" y="8368"/>
                </a:lnTo>
                <a:lnTo>
                  <a:pt x="928748" y="8368"/>
                </a:lnTo>
                <a:lnTo>
                  <a:pt x="928748" y="10882"/>
                </a:lnTo>
                <a:lnTo>
                  <a:pt x="920982" y="10882"/>
                </a:lnTo>
                <a:lnTo>
                  <a:pt x="920982" y="19664"/>
                </a:lnTo>
                <a:cubicBezTo>
                  <a:pt x="920982" y="20903"/>
                  <a:pt x="921312" y="21830"/>
                  <a:pt x="921972" y="22444"/>
                </a:cubicBezTo>
                <a:cubicBezTo>
                  <a:pt x="922632" y="23059"/>
                  <a:pt x="923605" y="23366"/>
                  <a:pt x="924891" y="23366"/>
                </a:cubicBezTo>
                <a:cubicBezTo>
                  <a:pt x="925442" y="23366"/>
                  <a:pt x="926045" y="23321"/>
                  <a:pt x="926699" y="23233"/>
                </a:cubicBezTo>
                <a:cubicBezTo>
                  <a:pt x="927353" y="23144"/>
                  <a:pt x="928036" y="23004"/>
                  <a:pt x="928748" y="22815"/>
                </a:cubicBezTo>
                <a:lnTo>
                  <a:pt x="928748" y="25397"/>
                </a:lnTo>
                <a:close/>
                <a:moveTo>
                  <a:pt x="947368" y="25656"/>
                </a:moveTo>
                <a:lnTo>
                  <a:pt x="944372" y="25656"/>
                </a:lnTo>
                <a:lnTo>
                  <a:pt x="944372" y="14619"/>
                </a:lnTo>
                <a:cubicBezTo>
                  <a:pt x="944372" y="13287"/>
                  <a:pt x="944122" y="12291"/>
                  <a:pt x="943623" y="11631"/>
                </a:cubicBezTo>
                <a:cubicBezTo>
                  <a:pt x="943124" y="10971"/>
                  <a:pt x="942409" y="10641"/>
                  <a:pt x="941479" y="10641"/>
                </a:cubicBezTo>
                <a:cubicBezTo>
                  <a:pt x="941078" y="10641"/>
                  <a:pt x="940702" y="10696"/>
                  <a:pt x="940351" y="10805"/>
                </a:cubicBezTo>
                <a:cubicBezTo>
                  <a:pt x="940001" y="10914"/>
                  <a:pt x="939637" y="11103"/>
                  <a:pt x="939258" y="11373"/>
                </a:cubicBezTo>
                <a:cubicBezTo>
                  <a:pt x="938879" y="11643"/>
                  <a:pt x="938466" y="12007"/>
                  <a:pt x="938018" y="12466"/>
                </a:cubicBezTo>
                <a:cubicBezTo>
                  <a:pt x="937571" y="12925"/>
                  <a:pt x="937054" y="13499"/>
                  <a:pt x="936469" y="14188"/>
                </a:cubicBezTo>
                <a:lnTo>
                  <a:pt x="936469" y="25656"/>
                </a:lnTo>
                <a:lnTo>
                  <a:pt x="933473" y="25656"/>
                </a:lnTo>
                <a:lnTo>
                  <a:pt x="933473" y="1309"/>
                </a:lnTo>
                <a:lnTo>
                  <a:pt x="936469" y="1309"/>
                </a:lnTo>
                <a:lnTo>
                  <a:pt x="936469" y="8363"/>
                </a:lnTo>
                <a:lnTo>
                  <a:pt x="936365" y="11089"/>
                </a:lnTo>
                <a:cubicBezTo>
                  <a:pt x="936836" y="10526"/>
                  <a:pt x="937298" y="10053"/>
                  <a:pt x="937751" y="9668"/>
                </a:cubicBezTo>
                <a:cubicBezTo>
                  <a:pt x="938205" y="9284"/>
                  <a:pt x="938658" y="8971"/>
                  <a:pt x="939112" y="8730"/>
                </a:cubicBezTo>
                <a:cubicBezTo>
                  <a:pt x="939565" y="8489"/>
                  <a:pt x="940027" y="8317"/>
                  <a:pt x="940498" y="8213"/>
                </a:cubicBezTo>
                <a:cubicBezTo>
                  <a:pt x="940968" y="8110"/>
                  <a:pt x="941456" y="8058"/>
                  <a:pt x="941961" y="8058"/>
                </a:cubicBezTo>
                <a:cubicBezTo>
                  <a:pt x="943683" y="8058"/>
                  <a:pt x="945015" y="8583"/>
                  <a:pt x="945956" y="9634"/>
                </a:cubicBezTo>
                <a:cubicBezTo>
                  <a:pt x="946897" y="10684"/>
                  <a:pt x="947368" y="12265"/>
                  <a:pt x="947368" y="14378"/>
                </a:cubicBezTo>
                <a:lnTo>
                  <a:pt x="947368" y="25656"/>
                </a:lnTo>
                <a:close/>
                <a:moveTo>
                  <a:pt x="958015" y="10848"/>
                </a:moveTo>
                <a:lnTo>
                  <a:pt x="952902" y="10848"/>
                </a:lnTo>
                <a:lnTo>
                  <a:pt x="952902" y="8368"/>
                </a:lnTo>
                <a:lnTo>
                  <a:pt x="961046" y="8368"/>
                </a:lnTo>
                <a:lnTo>
                  <a:pt x="961046" y="23159"/>
                </a:lnTo>
                <a:lnTo>
                  <a:pt x="966194" y="23159"/>
                </a:lnTo>
                <a:lnTo>
                  <a:pt x="966194" y="25656"/>
                </a:lnTo>
                <a:lnTo>
                  <a:pt x="952333" y="25656"/>
                </a:lnTo>
                <a:lnTo>
                  <a:pt x="952333" y="23159"/>
                </a:lnTo>
                <a:lnTo>
                  <a:pt x="958015" y="23159"/>
                </a:lnTo>
                <a:lnTo>
                  <a:pt x="958015" y="10848"/>
                </a:lnTo>
                <a:moveTo>
                  <a:pt x="959066" y="1102"/>
                </a:moveTo>
                <a:cubicBezTo>
                  <a:pt x="959399" y="1102"/>
                  <a:pt x="959709" y="1162"/>
                  <a:pt x="959996" y="1283"/>
                </a:cubicBezTo>
                <a:cubicBezTo>
                  <a:pt x="960283" y="1403"/>
                  <a:pt x="960532" y="1573"/>
                  <a:pt x="960745" y="1791"/>
                </a:cubicBezTo>
                <a:cubicBezTo>
                  <a:pt x="960957" y="2009"/>
                  <a:pt x="961123" y="2259"/>
                  <a:pt x="961244" y="2540"/>
                </a:cubicBezTo>
                <a:cubicBezTo>
                  <a:pt x="961364" y="2821"/>
                  <a:pt x="961425" y="3128"/>
                  <a:pt x="961425" y="3461"/>
                </a:cubicBezTo>
                <a:cubicBezTo>
                  <a:pt x="961425" y="3782"/>
                  <a:pt x="961364" y="4087"/>
                  <a:pt x="961244" y="4374"/>
                </a:cubicBezTo>
                <a:cubicBezTo>
                  <a:pt x="961123" y="4661"/>
                  <a:pt x="960957" y="4913"/>
                  <a:pt x="960745" y="5131"/>
                </a:cubicBezTo>
                <a:cubicBezTo>
                  <a:pt x="960532" y="5349"/>
                  <a:pt x="960283" y="5519"/>
                  <a:pt x="959996" y="5639"/>
                </a:cubicBezTo>
                <a:cubicBezTo>
                  <a:pt x="959709" y="5760"/>
                  <a:pt x="959399" y="5820"/>
                  <a:pt x="959066" y="5820"/>
                </a:cubicBezTo>
                <a:cubicBezTo>
                  <a:pt x="958733" y="5820"/>
                  <a:pt x="958423" y="5760"/>
                  <a:pt x="958136" y="5639"/>
                </a:cubicBezTo>
                <a:cubicBezTo>
                  <a:pt x="957849" y="5519"/>
                  <a:pt x="957599" y="5349"/>
                  <a:pt x="957387" y="5131"/>
                </a:cubicBezTo>
                <a:cubicBezTo>
                  <a:pt x="957175" y="4913"/>
                  <a:pt x="957008" y="4661"/>
                  <a:pt x="956888" y="4374"/>
                </a:cubicBezTo>
                <a:cubicBezTo>
                  <a:pt x="956767" y="4087"/>
                  <a:pt x="956707" y="3782"/>
                  <a:pt x="956707" y="3461"/>
                </a:cubicBezTo>
                <a:cubicBezTo>
                  <a:pt x="956707" y="3128"/>
                  <a:pt x="956767" y="2821"/>
                  <a:pt x="956888" y="2540"/>
                </a:cubicBezTo>
                <a:cubicBezTo>
                  <a:pt x="957008" y="2259"/>
                  <a:pt x="957175" y="2009"/>
                  <a:pt x="957387" y="1791"/>
                </a:cubicBezTo>
                <a:cubicBezTo>
                  <a:pt x="957599" y="1573"/>
                  <a:pt x="957849" y="1403"/>
                  <a:pt x="958136" y="1283"/>
                </a:cubicBezTo>
                <a:cubicBezTo>
                  <a:pt x="958423" y="1162"/>
                  <a:pt x="958733" y="1102"/>
                  <a:pt x="959066" y="1102"/>
                </a:cubicBezTo>
                <a:close/>
                <a:moveTo>
                  <a:pt x="985493" y="20938"/>
                </a:moveTo>
                <a:cubicBezTo>
                  <a:pt x="985493" y="21546"/>
                  <a:pt x="985390" y="22092"/>
                  <a:pt x="985183" y="22574"/>
                </a:cubicBezTo>
                <a:cubicBezTo>
                  <a:pt x="984976" y="23056"/>
                  <a:pt x="984695" y="23483"/>
                  <a:pt x="984339" y="23856"/>
                </a:cubicBezTo>
                <a:cubicBezTo>
                  <a:pt x="983983" y="24229"/>
                  <a:pt x="983570" y="24548"/>
                  <a:pt x="983099" y="24812"/>
                </a:cubicBezTo>
                <a:cubicBezTo>
                  <a:pt x="982629" y="25076"/>
                  <a:pt x="982127" y="25294"/>
                  <a:pt x="981593" y="25466"/>
                </a:cubicBezTo>
                <a:cubicBezTo>
                  <a:pt x="981059" y="25639"/>
                  <a:pt x="980511" y="25765"/>
                  <a:pt x="979948" y="25845"/>
                </a:cubicBezTo>
                <a:cubicBezTo>
                  <a:pt x="979386" y="25926"/>
                  <a:pt x="978835" y="25966"/>
                  <a:pt x="978295" y="25966"/>
                </a:cubicBezTo>
                <a:cubicBezTo>
                  <a:pt x="977125" y="25966"/>
                  <a:pt x="976048" y="25914"/>
                  <a:pt x="975067" y="25811"/>
                </a:cubicBezTo>
                <a:cubicBezTo>
                  <a:pt x="974085" y="25707"/>
                  <a:pt x="973124" y="25541"/>
                  <a:pt x="972183" y="25311"/>
                </a:cubicBezTo>
                <a:lnTo>
                  <a:pt x="972183" y="22556"/>
                </a:lnTo>
                <a:cubicBezTo>
                  <a:pt x="973193" y="22843"/>
                  <a:pt x="974197" y="23061"/>
                  <a:pt x="975196" y="23211"/>
                </a:cubicBezTo>
                <a:cubicBezTo>
                  <a:pt x="976195" y="23360"/>
                  <a:pt x="977188" y="23435"/>
                  <a:pt x="978175" y="23435"/>
                </a:cubicBezTo>
                <a:cubicBezTo>
                  <a:pt x="979610" y="23435"/>
                  <a:pt x="980672" y="23239"/>
                  <a:pt x="981360" y="22849"/>
                </a:cubicBezTo>
                <a:cubicBezTo>
                  <a:pt x="982049" y="22459"/>
                  <a:pt x="982393" y="21902"/>
                  <a:pt x="982393" y="21179"/>
                </a:cubicBezTo>
                <a:cubicBezTo>
                  <a:pt x="982393" y="20869"/>
                  <a:pt x="982339" y="20591"/>
                  <a:pt x="982230" y="20344"/>
                </a:cubicBezTo>
                <a:cubicBezTo>
                  <a:pt x="982121" y="20097"/>
                  <a:pt x="981923" y="19862"/>
                  <a:pt x="981636" y="19638"/>
                </a:cubicBezTo>
                <a:cubicBezTo>
                  <a:pt x="981349" y="19414"/>
                  <a:pt x="980904" y="19182"/>
                  <a:pt x="980301" y="18941"/>
                </a:cubicBezTo>
                <a:cubicBezTo>
                  <a:pt x="979699" y="18699"/>
                  <a:pt x="978875" y="18424"/>
                  <a:pt x="977831" y="18114"/>
                </a:cubicBezTo>
                <a:cubicBezTo>
                  <a:pt x="977050" y="17884"/>
                  <a:pt x="976330" y="17623"/>
                  <a:pt x="975670" y="17331"/>
                </a:cubicBezTo>
                <a:cubicBezTo>
                  <a:pt x="975010" y="17038"/>
                  <a:pt x="974438" y="16691"/>
                  <a:pt x="973956" y="16289"/>
                </a:cubicBezTo>
                <a:cubicBezTo>
                  <a:pt x="973474" y="15887"/>
                  <a:pt x="973095" y="15416"/>
                  <a:pt x="972820" y="14877"/>
                </a:cubicBezTo>
                <a:cubicBezTo>
                  <a:pt x="972544" y="14337"/>
                  <a:pt x="972407" y="13700"/>
                  <a:pt x="972407" y="12966"/>
                </a:cubicBezTo>
                <a:cubicBezTo>
                  <a:pt x="972407" y="12484"/>
                  <a:pt x="972519" y="11955"/>
                  <a:pt x="972742" y="11382"/>
                </a:cubicBezTo>
                <a:cubicBezTo>
                  <a:pt x="972966" y="10808"/>
                  <a:pt x="973348" y="10274"/>
                  <a:pt x="973887" y="9780"/>
                </a:cubicBezTo>
                <a:cubicBezTo>
                  <a:pt x="974427" y="9287"/>
                  <a:pt x="975156" y="8876"/>
                  <a:pt x="976074" y="8549"/>
                </a:cubicBezTo>
                <a:cubicBezTo>
                  <a:pt x="976993" y="8222"/>
                  <a:pt x="978140" y="8058"/>
                  <a:pt x="979518" y="8058"/>
                </a:cubicBezTo>
                <a:cubicBezTo>
                  <a:pt x="980195" y="8058"/>
                  <a:pt x="980947" y="8096"/>
                  <a:pt x="981774" y="8170"/>
                </a:cubicBezTo>
                <a:cubicBezTo>
                  <a:pt x="982600" y="8245"/>
                  <a:pt x="983461" y="8374"/>
                  <a:pt x="984356" y="8558"/>
                </a:cubicBezTo>
                <a:lnTo>
                  <a:pt x="984356" y="11227"/>
                </a:lnTo>
                <a:cubicBezTo>
                  <a:pt x="983415" y="10997"/>
                  <a:pt x="982523" y="10828"/>
                  <a:pt x="981679" y="10719"/>
                </a:cubicBezTo>
                <a:cubicBezTo>
                  <a:pt x="980835" y="10610"/>
                  <a:pt x="980103" y="10555"/>
                  <a:pt x="979484" y="10555"/>
                </a:cubicBezTo>
                <a:cubicBezTo>
                  <a:pt x="978737" y="10555"/>
                  <a:pt x="978109" y="10612"/>
                  <a:pt x="977598" y="10727"/>
                </a:cubicBezTo>
                <a:cubicBezTo>
                  <a:pt x="977087" y="10842"/>
                  <a:pt x="976674" y="11000"/>
                  <a:pt x="976358" y="11201"/>
                </a:cubicBezTo>
                <a:cubicBezTo>
                  <a:pt x="976043" y="11402"/>
                  <a:pt x="975816" y="11637"/>
                  <a:pt x="975678" y="11907"/>
                </a:cubicBezTo>
                <a:cubicBezTo>
                  <a:pt x="975540" y="12176"/>
                  <a:pt x="975472" y="12466"/>
                  <a:pt x="975472" y="12776"/>
                </a:cubicBezTo>
                <a:cubicBezTo>
                  <a:pt x="975472" y="13086"/>
                  <a:pt x="975532" y="13367"/>
                  <a:pt x="975652" y="13620"/>
                </a:cubicBezTo>
                <a:cubicBezTo>
                  <a:pt x="975773" y="13872"/>
                  <a:pt x="975997" y="14116"/>
                  <a:pt x="976324" y="14352"/>
                </a:cubicBezTo>
                <a:cubicBezTo>
                  <a:pt x="976651" y="14587"/>
                  <a:pt x="977107" y="14822"/>
                  <a:pt x="977693" y="15058"/>
                </a:cubicBezTo>
                <a:cubicBezTo>
                  <a:pt x="978278" y="15293"/>
                  <a:pt x="979042" y="15548"/>
                  <a:pt x="979983" y="15824"/>
                </a:cubicBezTo>
                <a:cubicBezTo>
                  <a:pt x="981004" y="16122"/>
                  <a:pt x="981865" y="16435"/>
                  <a:pt x="982566" y="16762"/>
                </a:cubicBezTo>
                <a:cubicBezTo>
                  <a:pt x="983266" y="17089"/>
                  <a:pt x="983834" y="17454"/>
                  <a:pt x="984270" y="17856"/>
                </a:cubicBezTo>
                <a:cubicBezTo>
                  <a:pt x="984707" y="18257"/>
                  <a:pt x="985019" y="18711"/>
                  <a:pt x="985209" y="19216"/>
                </a:cubicBezTo>
                <a:cubicBezTo>
                  <a:pt x="985398" y="19721"/>
                  <a:pt x="985493" y="20295"/>
                  <a:pt x="985493" y="20938"/>
                </a:cubicBezTo>
                <a:close/>
                <a:moveTo>
                  <a:pt x="998282" y="20232"/>
                </a:moveTo>
                <a:cubicBezTo>
                  <a:pt x="998673" y="20232"/>
                  <a:pt x="999043" y="20307"/>
                  <a:pt x="999393" y="20456"/>
                </a:cubicBezTo>
                <a:cubicBezTo>
                  <a:pt x="999743" y="20605"/>
                  <a:pt x="1000047" y="20812"/>
                  <a:pt x="1000306" y="21076"/>
                </a:cubicBezTo>
                <a:cubicBezTo>
                  <a:pt x="1000564" y="21340"/>
                  <a:pt x="1000768" y="21647"/>
                  <a:pt x="1000917" y="21997"/>
                </a:cubicBezTo>
                <a:cubicBezTo>
                  <a:pt x="1001066" y="22347"/>
                  <a:pt x="1001141" y="22723"/>
                  <a:pt x="1001141" y="23125"/>
                </a:cubicBezTo>
                <a:cubicBezTo>
                  <a:pt x="1001141" y="23515"/>
                  <a:pt x="1001066" y="23882"/>
                  <a:pt x="1000917" y="24227"/>
                </a:cubicBezTo>
                <a:cubicBezTo>
                  <a:pt x="1000768" y="24571"/>
                  <a:pt x="1000564" y="24872"/>
                  <a:pt x="1000306" y="25131"/>
                </a:cubicBezTo>
                <a:cubicBezTo>
                  <a:pt x="1000047" y="25389"/>
                  <a:pt x="999743" y="25593"/>
                  <a:pt x="999393" y="25742"/>
                </a:cubicBezTo>
                <a:cubicBezTo>
                  <a:pt x="999043" y="25891"/>
                  <a:pt x="998673" y="25966"/>
                  <a:pt x="998282" y="25966"/>
                </a:cubicBezTo>
                <a:cubicBezTo>
                  <a:pt x="997881" y="25966"/>
                  <a:pt x="997508" y="25891"/>
                  <a:pt x="997163" y="25742"/>
                </a:cubicBezTo>
                <a:cubicBezTo>
                  <a:pt x="996819" y="25593"/>
                  <a:pt x="996517" y="25389"/>
                  <a:pt x="996259" y="25131"/>
                </a:cubicBezTo>
                <a:cubicBezTo>
                  <a:pt x="996001" y="24872"/>
                  <a:pt x="995797" y="24571"/>
                  <a:pt x="995648" y="24227"/>
                </a:cubicBezTo>
                <a:cubicBezTo>
                  <a:pt x="995499" y="23882"/>
                  <a:pt x="995424" y="23515"/>
                  <a:pt x="995424" y="23125"/>
                </a:cubicBezTo>
                <a:cubicBezTo>
                  <a:pt x="995424" y="22723"/>
                  <a:pt x="995499" y="22347"/>
                  <a:pt x="995648" y="21997"/>
                </a:cubicBezTo>
                <a:cubicBezTo>
                  <a:pt x="995797" y="21647"/>
                  <a:pt x="996001" y="21340"/>
                  <a:pt x="996259" y="21076"/>
                </a:cubicBezTo>
                <a:cubicBezTo>
                  <a:pt x="996517" y="20812"/>
                  <a:pt x="996819" y="20605"/>
                  <a:pt x="997163" y="20456"/>
                </a:cubicBezTo>
                <a:cubicBezTo>
                  <a:pt x="997508" y="20307"/>
                  <a:pt x="997881" y="20232"/>
                  <a:pt x="998282" y="20232"/>
                </a:cubicBezTo>
                <a:close/>
                <a:moveTo>
                  <a:pt x="1025932" y="16702"/>
                </a:moveTo>
                <a:cubicBezTo>
                  <a:pt x="1025932" y="18240"/>
                  <a:pt x="1025717" y="19583"/>
                  <a:pt x="1025286" y="20731"/>
                </a:cubicBezTo>
                <a:cubicBezTo>
                  <a:pt x="1024856" y="21879"/>
                  <a:pt x="1024262" y="22832"/>
                  <a:pt x="1023504" y="23590"/>
                </a:cubicBezTo>
                <a:cubicBezTo>
                  <a:pt x="1022746" y="24347"/>
                  <a:pt x="1021851" y="24915"/>
                  <a:pt x="1020818" y="25294"/>
                </a:cubicBezTo>
                <a:cubicBezTo>
                  <a:pt x="1019785" y="25673"/>
                  <a:pt x="1018666" y="25862"/>
                  <a:pt x="1017460" y="25862"/>
                </a:cubicBezTo>
                <a:cubicBezTo>
                  <a:pt x="1016909" y="25862"/>
                  <a:pt x="1016361" y="25834"/>
                  <a:pt x="1015816" y="25776"/>
                </a:cubicBezTo>
                <a:cubicBezTo>
                  <a:pt x="1015271" y="25719"/>
                  <a:pt x="1014717" y="25621"/>
                  <a:pt x="1014154" y="25484"/>
                </a:cubicBezTo>
                <a:lnTo>
                  <a:pt x="1014154" y="32715"/>
                </a:lnTo>
                <a:lnTo>
                  <a:pt x="1011158" y="32715"/>
                </a:lnTo>
                <a:lnTo>
                  <a:pt x="1011158" y="8368"/>
                </a:lnTo>
                <a:lnTo>
                  <a:pt x="1013827" y="8368"/>
                </a:lnTo>
                <a:lnTo>
                  <a:pt x="1014017" y="11261"/>
                </a:lnTo>
                <a:cubicBezTo>
                  <a:pt x="1014878" y="10079"/>
                  <a:pt x="1015796" y="9249"/>
                  <a:pt x="1016772" y="8773"/>
                </a:cubicBezTo>
                <a:cubicBezTo>
                  <a:pt x="1017747" y="8297"/>
                  <a:pt x="1018803" y="8058"/>
                  <a:pt x="1019940" y="8058"/>
                </a:cubicBezTo>
                <a:cubicBezTo>
                  <a:pt x="1020927" y="8058"/>
                  <a:pt x="1021794" y="8265"/>
                  <a:pt x="1022540" y="8678"/>
                </a:cubicBezTo>
                <a:cubicBezTo>
                  <a:pt x="1023286" y="9091"/>
                  <a:pt x="1023912" y="9674"/>
                  <a:pt x="1024417" y="10426"/>
                </a:cubicBezTo>
                <a:cubicBezTo>
                  <a:pt x="1024922" y="11178"/>
                  <a:pt x="1025301" y="12085"/>
                  <a:pt x="1025553" y="13146"/>
                </a:cubicBezTo>
                <a:cubicBezTo>
                  <a:pt x="1025806" y="14208"/>
                  <a:pt x="1025932" y="15393"/>
                  <a:pt x="1025932" y="16702"/>
                </a:cubicBezTo>
                <a:moveTo>
                  <a:pt x="1022867" y="16840"/>
                </a:moveTo>
                <a:cubicBezTo>
                  <a:pt x="1022867" y="15933"/>
                  <a:pt x="1022801" y="15101"/>
                  <a:pt x="1022669" y="14343"/>
                </a:cubicBezTo>
                <a:cubicBezTo>
                  <a:pt x="1022537" y="13586"/>
                  <a:pt x="1022328" y="12937"/>
                  <a:pt x="1022041" y="12397"/>
                </a:cubicBezTo>
                <a:cubicBezTo>
                  <a:pt x="1021754" y="11858"/>
                  <a:pt x="1021386" y="11436"/>
                  <a:pt x="1020939" y="11132"/>
                </a:cubicBezTo>
                <a:cubicBezTo>
                  <a:pt x="1020491" y="10828"/>
                  <a:pt x="1019957" y="10676"/>
                  <a:pt x="1019337" y="10676"/>
                </a:cubicBezTo>
                <a:cubicBezTo>
                  <a:pt x="1018958" y="10676"/>
                  <a:pt x="1018574" y="10736"/>
                  <a:pt x="1018184" y="10856"/>
                </a:cubicBezTo>
                <a:cubicBezTo>
                  <a:pt x="1017793" y="10977"/>
                  <a:pt x="1017389" y="11178"/>
                  <a:pt x="1016970" y="11459"/>
                </a:cubicBezTo>
                <a:cubicBezTo>
                  <a:pt x="1016551" y="11740"/>
                  <a:pt x="1016109" y="12113"/>
                  <a:pt x="1015644" y="12578"/>
                </a:cubicBezTo>
                <a:cubicBezTo>
                  <a:pt x="1015179" y="13043"/>
                  <a:pt x="1014682" y="13620"/>
                  <a:pt x="1014154" y="14309"/>
                </a:cubicBezTo>
                <a:lnTo>
                  <a:pt x="1014154" y="22694"/>
                </a:lnTo>
                <a:cubicBezTo>
                  <a:pt x="1014705" y="22924"/>
                  <a:pt x="1015285" y="23105"/>
                  <a:pt x="1015893" y="23237"/>
                </a:cubicBezTo>
                <a:cubicBezTo>
                  <a:pt x="1016502" y="23369"/>
                  <a:pt x="1017099" y="23435"/>
                  <a:pt x="1017684" y="23435"/>
                </a:cubicBezTo>
                <a:cubicBezTo>
                  <a:pt x="1019303" y="23435"/>
                  <a:pt x="1020571" y="22886"/>
                  <a:pt x="1021490" y="21790"/>
                </a:cubicBezTo>
                <a:cubicBezTo>
                  <a:pt x="1022408" y="20694"/>
                  <a:pt x="1022867" y="19044"/>
                  <a:pt x="1022867" y="16840"/>
                </a:cubicBezTo>
                <a:close/>
                <a:moveTo>
                  <a:pt x="1045885" y="16874"/>
                </a:moveTo>
                <a:cubicBezTo>
                  <a:pt x="1045885" y="18217"/>
                  <a:pt x="1045695" y="19448"/>
                  <a:pt x="1045317" y="20568"/>
                </a:cubicBezTo>
                <a:cubicBezTo>
                  <a:pt x="1044938" y="21687"/>
                  <a:pt x="1044392" y="22645"/>
                  <a:pt x="1043681" y="23443"/>
                </a:cubicBezTo>
                <a:cubicBezTo>
                  <a:pt x="1042969" y="24241"/>
                  <a:pt x="1042102" y="24861"/>
                  <a:pt x="1041081" y="25303"/>
                </a:cubicBezTo>
                <a:cubicBezTo>
                  <a:pt x="1040059" y="25745"/>
                  <a:pt x="1038900" y="25966"/>
                  <a:pt x="1037603" y="25966"/>
                </a:cubicBezTo>
                <a:cubicBezTo>
                  <a:pt x="1036363" y="25966"/>
                  <a:pt x="1035252" y="25773"/>
                  <a:pt x="1034271" y="25389"/>
                </a:cubicBezTo>
                <a:cubicBezTo>
                  <a:pt x="1033289" y="25004"/>
                  <a:pt x="1032457" y="24439"/>
                  <a:pt x="1031774" y="23693"/>
                </a:cubicBezTo>
                <a:cubicBezTo>
                  <a:pt x="1031091" y="22947"/>
                  <a:pt x="1030569" y="22023"/>
                  <a:pt x="1030207" y="20921"/>
                </a:cubicBezTo>
                <a:cubicBezTo>
                  <a:pt x="1029846" y="19819"/>
                  <a:pt x="1029665" y="18550"/>
                  <a:pt x="1029665" y="17115"/>
                </a:cubicBezTo>
                <a:cubicBezTo>
                  <a:pt x="1029665" y="15772"/>
                  <a:pt x="1029854" y="14547"/>
                  <a:pt x="1030233" y="13439"/>
                </a:cubicBezTo>
                <a:cubicBezTo>
                  <a:pt x="1030612" y="12331"/>
                  <a:pt x="1031157" y="11379"/>
                  <a:pt x="1031869" y="10581"/>
                </a:cubicBezTo>
                <a:cubicBezTo>
                  <a:pt x="1032580" y="9783"/>
                  <a:pt x="1033447" y="9163"/>
                  <a:pt x="1034469" y="8721"/>
                </a:cubicBezTo>
                <a:cubicBezTo>
                  <a:pt x="1035490" y="8279"/>
                  <a:pt x="1036650" y="8058"/>
                  <a:pt x="1037947" y="8058"/>
                </a:cubicBezTo>
                <a:cubicBezTo>
                  <a:pt x="1039187" y="8058"/>
                  <a:pt x="1040297" y="8251"/>
                  <a:pt x="1041279" y="8635"/>
                </a:cubicBezTo>
                <a:cubicBezTo>
                  <a:pt x="1042260" y="9020"/>
                  <a:pt x="1043092" y="9582"/>
                  <a:pt x="1043775" y="10323"/>
                </a:cubicBezTo>
                <a:cubicBezTo>
                  <a:pt x="1044458" y="11063"/>
                  <a:pt x="1044981" y="11984"/>
                  <a:pt x="1045342" y="13086"/>
                </a:cubicBezTo>
                <a:cubicBezTo>
                  <a:pt x="1045704" y="14188"/>
                  <a:pt x="1045885" y="15451"/>
                  <a:pt x="1045885" y="16874"/>
                </a:cubicBezTo>
                <a:moveTo>
                  <a:pt x="1042820" y="17012"/>
                </a:moveTo>
                <a:cubicBezTo>
                  <a:pt x="1042820" y="15944"/>
                  <a:pt x="1042702" y="15012"/>
                  <a:pt x="1042467" y="14214"/>
                </a:cubicBezTo>
                <a:cubicBezTo>
                  <a:pt x="1042232" y="13416"/>
                  <a:pt x="1041896" y="12750"/>
                  <a:pt x="1041460" y="12217"/>
                </a:cubicBezTo>
                <a:cubicBezTo>
                  <a:pt x="1041023" y="11683"/>
                  <a:pt x="1040492" y="11281"/>
                  <a:pt x="1039867" y="11011"/>
                </a:cubicBezTo>
                <a:cubicBezTo>
                  <a:pt x="1039241" y="10742"/>
                  <a:pt x="1038544" y="10607"/>
                  <a:pt x="1037775" y="10607"/>
                </a:cubicBezTo>
                <a:cubicBezTo>
                  <a:pt x="1036879" y="10607"/>
                  <a:pt x="1036113" y="10782"/>
                  <a:pt x="1035476" y="11132"/>
                </a:cubicBezTo>
                <a:cubicBezTo>
                  <a:pt x="1034839" y="11482"/>
                  <a:pt x="1034317" y="11950"/>
                  <a:pt x="1033909" y="12535"/>
                </a:cubicBezTo>
                <a:cubicBezTo>
                  <a:pt x="1033502" y="13121"/>
                  <a:pt x="1033203" y="13801"/>
                  <a:pt x="1033014" y="14576"/>
                </a:cubicBezTo>
                <a:cubicBezTo>
                  <a:pt x="1032824" y="15350"/>
                  <a:pt x="1032730" y="16163"/>
                  <a:pt x="1032730" y="17012"/>
                </a:cubicBezTo>
                <a:cubicBezTo>
                  <a:pt x="1032730" y="18080"/>
                  <a:pt x="1032847" y="19015"/>
                  <a:pt x="1033083" y="19819"/>
                </a:cubicBezTo>
                <a:cubicBezTo>
                  <a:pt x="1033318" y="20622"/>
                  <a:pt x="1033654" y="21291"/>
                  <a:pt x="1034090" y="21825"/>
                </a:cubicBezTo>
                <a:cubicBezTo>
                  <a:pt x="1034526" y="22358"/>
                  <a:pt x="1035054" y="22760"/>
                  <a:pt x="1035674" y="23030"/>
                </a:cubicBezTo>
                <a:cubicBezTo>
                  <a:pt x="1036294" y="23300"/>
                  <a:pt x="1036994" y="23435"/>
                  <a:pt x="1037775" y="23435"/>
                </a:cubicBezTo>
                <a:cubicBezTo>
                  <a:pt x="1038670" y="23435"/>
                  <a:pt x="1039436" y="23260"/>
                  <a:pt x="1040073" y="22909"/>
                </a:cubicBezTo>
                <a:cubicBezTo>
                  <a:pt x="1040711" y="22559"/>
                  <a:pt x="1041233" y="22092"/>
                  <a:pt x="1041640" y="21506"/>
                </a:cubicBezTo>
                <a:cubicBezTo>
                  <a:pt x="1042048" y="20921"/>
                  <a:pt x="1042346" y="20241"/>
                  <a:pt x="1042536" y="19466"/>
                </a:cubicBezTo>
                <a:cubicBezTo>
                  <a:pt x="1042725" y="18691"/>
                  <a:pt x="1042820" y="17873"/>
                  <a:pt x="1042820" y="17012"/>
                </a:cubicBezTo>
                <a:close/>
                <a:moveTo>
                  <a:pt x="1064263" y="16702"/>
                </a:moveTo>
                <a:cubicBezTo>
                  <a:pt x="1064263" y="18240"/>
                  <a:pt x="1064048" y="19583"/>
                  <a:pt x="1063618" y="20731"/>
                </a:cubicBezTo>
                <a:cubicBezTo>
                  <a:pt x="1063187" y="21879"/>
                  <a:pt x="1062593" y="22832"/>
                  <a:pt x="1061835" y="23590"/>
                </a:cubicBezTo>
                <a:cubicBezTo>
                  <a:pt x="1061078" y="24347"/>
                  <a:pt x="1060182" y="24915"/>
                  <a:pt x="1059149" y="25294"/>
                </a:cubicBezTo>
                <a:cubicBezTo>
                  <a:pt x="1058116" y="25673"/>
                  <a:pt x="1056997" y="25862"/>
                  <a:pt x="1055792" y="25862"/>
                </a:cubicBezTo>
                <a:cubicBezTo>
                  <a:pt x="1055241" y="25862"/>
                  <a:pt x="1054693" y="25834"/>
                  <a:pt x="1054147" y="25776"/>
                </a:cubicBezTo>
                <a:cubicBezTo>
                  <a:pt x="1053602" y="25719"/>
                  <a:pt x="1053048" y="25621"/>
                  <a:pt x="1052486" y="25484"/>
                </a:cubicBezTo>
                <a:lnTo>
                  <a:pt x="1052486" y="32715"/>
                </a:lnTo>
                <a:lnTo>
                  <a:pt x="1049490" y="32715"/>
                </a:lnTo>
                <a:lnTo>
                  <a:pt x="1049490" y="8368"/>
                </a:lnTo>
                <a:lnTo>
                  <a:pt x="1052159" y="8368"/>
                </a:lnTo>
                <a:lnTo>
                  <a:pt x="1052348" y="11261"/>
                </a:lnTo>
                <a:cubicBezTo>
                  <a:pt x="1053209" y="10079"/>
                  <a:pt x="1054127" y="9249"/>
                  <a:pt x="1055103" y="8773"/>
                </a:cubicBezTo>
                <a:cubicBezTo>
                  <a:pt x="1056079" y="8297"/>
                  <a:pt x="1057135" y="8058"/>
                  <a:pt x="1058271" y="8058"/>
                </a:cubicBezTo>
                <a:cubicBezTo>
                  <a:pt x="1059258" y="8058"/>
                  <a:pt x="1060125" y="8265"/>
                  <a:pt x="1060871" y="8678"/>
                </a:cubicBezTo>
                <a:cubicBezTo>
                  <a:pt x="1061617" y="9091"/>
                  <a:pt x="1062243" y="9674"/>
                  <a:pt x="1062748" y="10426"/>
                </a:cubicBezTo>
                <a:cubicBezTo>
                  <a:pt x="1063253" y="11178"/>
                  <a:pt x="1063632" y="12085"/>
                  <a:pt x="1063884" y="13146"/>
                </a:cubicBezTo>
                <a:cubicBezTo>
                  <a:pt x="1064137" y="14208"/>
                  <a:pt x="1064263" y="15393"/>
                  <a:pt x="1064263" y="16702"/>
                </a:cubicBezTo>
                <a:moveTo>
                  <a:pt x="1061198" y="16840"/>
                </a:moveTo>
                <a:cubicBezTo>
                  <a:pt x="1061198" y="15933"/>
                  <a:pt x="1061132" y="15101"/>
                  <a:pt x="1061000" y="14343"/>
                </a:cubicBezTo>
                <a:cubicBezTo>
                  <a:pt x="1060868" y="13586"/>
                  <a:pt x="1060659" y="12937"/>
                  <a:pt x="1060372" y="12397"/>
                </a:cubicBezTo>
                <a:cubicBezTo>
                  <a:pt x="1060085" y="11858"/>
                  <a:pt x="1059718" y="11436"/>
                  <a:pt x="1059270" y="11132"/>
                </a:cubicBezTo>
                <a:cubicBezTo>
                  <a:pt x="1058822" y="10828"/>
                  <a:pt x="1058288" y="10676"/>
                  <a:pt x="1057669" y="10676"/>
                </a:cubicBezTo>
                <a:cubicBezTo>
                  <a:pt x="1057290" y="10676"/>
                  <a:pt x="1056905" y="10736"/>
                  <a:pt x="1056515" y="10856"/>
                </a:cubicBezTo>
                <a:cubicBezTo>
                  <a:pt x="1056125" y="10977"/>
                  <a:pt x="1055720" y="11178"/>
                  <a:pt x="1055301" y="11459"/>
                </a:cubicBezTo>
                <a:cubicBezTo>
                  <a:pt x="1054882" y="11740"/>
                  <a:pt x="1054440" y="12113"/>
                  <a:pt x="1053975" y="12578"/>
                </a:cubicBezTo>
                <a:cubicBezTo>
                  <a:pt x="1053510" y="13043"/>
                  <a:pt x="1053014" y="13620"/>
                  <a:pt x="1052486" y="14309"/>
                </a:cubicBezTo>
                <a:lnTo>
                  <a:pt x="1052486" y="22694"/>
                </a:lnTo>
                <a:cubicBezTo>
                  <a:pt x="1053037" y="22924"/>
                  <a:pt x="1053616" y="23105"/>
                  <a:pt x="1054225" y="23237"/>
                </a:cubicBezTo>
                <a:cubicBezTo>
                  <a:pt x="1054833" y="23369"/>
                  <a:pt x="1055430" y="23435"/>
                  <a:pt x="1056016" y="23435"/>
                </a:cubicBezTo>
                <a:cubicBezTo>
                  <a:pt x="1057634" y="23435"/>
                  <a:pt x="1058903" y="22886"/>
                  <a:pt x="1059821" y="21790"/>
                </a:cubicBezTo>
                <a:cubicBezTo>
                  <a:pt x="1060739" y="20694"/>
                  <a:pt x="1061198" y="19044"/>
                  <a:pt x="1061198" y="16840"/>
                </a:cubicBezTo>
                <a:close/>
                <a:moveTo>
                  <a:pt x="1083063" y="25656"/>
                </a:moveTo>
                <a:lnTo>
                  <a:pt x="1080377" y="25656"/>
                </a:lnTo>
                <a:lnTo>
                  <a:pt x="1080273" y="22866"/>
                </a:lnTo>
                <a:cubicBezTo>
                  <a:pt x="1079757" y="23463"/>
                  <a:pt x="1079266" y="23960"/>
                  <a:pt x="1078801" y="24356"/>
                </a:cubicBezTo>
                <a:cubicBezTo>
                  <a:pt x="1078336" y="24752"/>
                  <a:pt x="1077874" y="25070"/>
                  <a:pt x="1077415" y="25311"/>
                </a:cubicBezTo>
                <a:cubicBezTo>
                  <a:pt x="1076956" y="25552"/>
                  <a:pt x="1076494" y="25722"/>
                  <a:pt x="1076029" y="25819"/>
                </a:cubicBezTo>
                <a:cubicBezTo>
                  <a:pt x="1075564" y="25917"/>
                  <a:pt x="1075073" y="25966"/>
                  <a:pt x="1074557" y="25966"/>
                </a:cubicBezTo>
                <a:cubicBezTo>
                  <a:pt x="1072777" y="25966"/>
                  <a:pt x="1071434" y="25443"/>
                  <a:pt x="1070528" y="24399"/>
                </a:cubicBezTo>
                <a:cubicBezTo>
                  <a:pt x="1069621" y="23354"/>
                  <a:pt x="1069167" y="21776"/>
                  <a:pt x="1069167" y="19664"/>
                </a:cubicBezTo>
                <a:lnTo>
                  <a:pt x="1069167" y="8368"/>
                </a:lnTo>
                <a:lnTo>
                  <a:pt x="1072163" y="8368"/>
                </a:lnTo>
                <a:lnTo>
                  <a:pt x="1072163" y="19423"/>
                </a:lnTo>
                <a:cubicBezTo>
                  <a:pt x="1072163" y="22074"/>
                  <a:pt x="1073162" y="23400"/>
                  <a:pt x="1075159" y="23400"/>
                </a:cubicBezTo>
                <a:cubicBezTo>
                  <a:pt x="1075527" y="23400"/>
                  <a:pt x="1075885" y="23346"/>
                  <a:pt x="1076236" y="23237"/>
                </a:cubicBezTo>
                <a:cubicBezTo>
                  <a:pt x="1076586" y="23127"/>
                  <a:pt x="1076953" y="22938"/>
                  <a:pt x="1077338" y="22668"/>
                </a:cubicBezTo>
                <a:cubicBezTo>
                  <a:pt x="1077722" y="22399"/>
                  <a:pt x="1078135" y="22034"/>
                  <a:pt x="1078577" y="21575"/>
                </a:cubicBezTo>
                <a:cubicBezTo>
                  <a:pt x="1079019" y="21116"/>
                  <a:pt x="1079516" y="20536"/>
                  <a:pt x="1080067" y="19836"/>
                </a:cubicBezTo>
                <a:lnTo>
                  <a:pt x="1080067" y="8368"/>
                </a:lnTo>
                <a:lnTo>
                  <a:pt x="1083063" y="8368"/>
                </a:lnTo>
                <a:lnTo>
                  <a:pt x="1083063" y="25656"/>
                </a:lnTo>
                <a:close/>
                <a:moveTo>
                  <a:pt x="1103618" y="16702"/>
                </a:moveTo>
                <a:cubicBezTo>
                  <a:pt x="1103618" y="18240"/>
                  <a:pt x="1103403" y="19583"/>
                  <a:pt x="1102972" y="20731"/>
                </a:cubicBezTo>
                <a:cubicBezTo>
                  <a:pt x="1102542" y="21879"/>
                  <a:pt x="1101948" y="22832"/>
                  <a:pt x="1101190" y="23590"/>
                </a:cubicBezTo>
                <a:cubicBezTo>
                  <a:pt x="1100432" y="24347"/>
                  <a:pt x="1099537" y="24915"/>
                  <a:pt x="1098504" y="25294"/>
                </a:cubicBezTo>
                <a:cubicBezTo>
                  <a:pt x="1097471" y="25673"/>
                  <a:pt x="1096352" y="25862"/>
                  <a:pt x="1095146" y="25862"/>
                </a:cubicBezTo>
                <a:cubicBezTo>
                  <a:pt x="1094595" y="25862"/>
                  <a:pt x="1094047" y="25834"/>
                  <a:pt x="1093502" y="25776"/>
                </a:cubicBezTo>
                <a:cubicBezTo>
                  <a:pt x="1092957" y="25719"/>
                  <a:pt x="1092403" y="25621"/>
                  <a:pt x="1091840" y="25484"/>
                </a:cubicBezTo>
                <a:lnTo>
                  <a:pt x="1091840" y="32715"/>
                </a:lnTo>
                <a:lnTo>
                  <a:pt x="1088844" y="32715"/>
                </a:lnTo>
                <a:lnTo>
                  <a:pt x="1088844" y="8368"/>
                </a:lnTo>
                <a:lnTo>
                  <a:pt x="1091513" y="8368"/>
                </a:lnTo>
                <a:lnTo>
                  <a:pt x="1091703" y="11261"/>
                </a:lnTo>
                <a:cubicBezTo>
                  <a:pt x="1092564" y="10079"/>
                  <a:pt x="1093482" y="9249"/>
                  <a:pt x="1094458" y="8773"/>
                </a:cubicBezTo>
                <a:cubicBezTo>
                  <a:pt x="1095433" y="8297"/>
                  <a:pt x="1096489" y="8058"/>
                  <a:pt x="1097626" y="8058"/>
                </a:cubicBezTo>
                <a:cubicBezTo>
                  <a:pt x="1098613" y="8058"/>
                  <a:pt x="1099480" y="8265"/>
                  <a:pt x="1100226" y="8678"/>
                </a:cubicBezTo>
                <a:cubicBezTo>
                  <a:pt x="1100972" y="9091"/>
                  <a:pt x="1101598" y="9674"/>
                  <a:pt x="1102103" y="10426"/>
                </a:cubicBezTo>
                <a:cubicBezTo>
                  <a:pt x="1102608" y="11178"/>
                  <a:pt x="1102987" y="12085"/>
                  <a:pt x="1103239" y="13146"/>
                </a:cubicBezTo>
                <a:cubicBezTo>
                  <a:pt x="1103492" y="14208"/>
                  <a:pt x="1103618" y="15393"/>
                  <a:pt x="1103618" y="16702"/>
                </a:cubicBezTo>
                <a:moveTo>
                  <a:pt x="1100553" y="16840"/>
                </a:moveTo>
                <a:cubicBezTo>
                  <a:pt x="1100553" y="15933"/>
                  <a:pt x="1100487" y="15101"/>
                  <a:pt x="1100355" y="14343"/>
                </a:cubicBezTo>
                <a:cubicBezTo>
                  <a:pt x="1100223" y="13586"/>
                  <a:pt x="1100014" y="12937"/>
                  <a:pt x="1099727" y="12397"/>
                </a:cubicBezTo>
                <a:cubicBezTo>
                  <a:pt x="1099440" y="11858"/>
                  <a:pt x="1099072" y="11436"/>
                  <a:pt x="1098625" y="11132"/>
                </a:cubicBezTo>
                <a:cubicBezTo>
                  <a:pt x="1098177" y="10828"/>
                  <a:pt x="1097643" y="10676"/>
                  <a:pt x="1097023" y="10676"/>
                </a:cubicBezTo>
                <a:cubicBezTo>
                  <a:pt x="1096644" y="10676"/>
                  <a:pt x="1096260" y="10736"/>
                  <a:pt x="1095870" y="10856"/>
                </a:cubicBezTo>
                <a:cubicBezTo>
                  <a:pt x="1095479" y="10977"/>
                  <a:pt x="1095075" y="11178"/>
                  <a:pt x="1094656" y="11459"/>
                </a:cubicBezTo>
                <a:cubicBezTo>
                  <a:pt x="1094237" y="11740"/>
                  <a:pt x="1093795" y="12113"/>
                  <a:pt x="1093330" y="12578"/>
                </a:cubicBezTo>
                <a:cubicBezTo>
                  <a:pt x="1092865" y="13043"/>
                  <a:pt x="1092368" y="13620"/>
                  <a:pt x="1091840" y="14309"/>
                </a:cubicBezTo>
                <a:lnTo>
                  <a:pt x="1091840" y="22694"/>
                </a:lnTo>
                <a:cubicBezTo>
                  <a:pt x="1092391" y="22924"/>
                  <a:pt x="1092971" y="23105"/>
                  <a:pt x="1093579" y="23237"/>
                </a:cubicBezTo>
                <a:cubicBezTo>
                  <a:pt x="1094188" y="23369"/>
                  <a:pt x="1094785" y="23435"/>
                  <a:pt x="1095370" y="23435"/>
                </a:cubicBezTo>
                <a:cubicBezTo>
                  <a:pt x="1096989" y="23435"/>
                  <a:pt x="1098257" y="22886"/>
                  <a:pt x="1099176" y="21790"/>
                </a:cubicBezTo>
                <a:cubicBezTo>
                  <a:pt x="1100094" y="20694"/>
                  <a:pt x="1100553" y="19044"/>
                  <a:pt x="1100553" y="16840"/>
                </a:cubicBezTo>
                <a:close/>
                <a:moveTo>
                  <a:pt x="1115323" y="20232"/>
                </a:moveTo>
                <a:cubicBezTo>
                  <a:pt x="1115713" y="20232"/>
                  <a:pt x="1116083" y="20307"/>
                  <a:pt x="1116433" y="20456"/>
                </a:cubicBezTo>
                <a:cubicBezTo>
                  <a:pt x="1116783" y="20605"/>
                  <a:pt x="1117088" y="20812"/>
                  <a:pt x="1117346" y="21076"/>
                </a:cubicBezTo>
                <a:cubicBezTo>
                  <a:pt x="1117604" y="21340"/>
                  <a:pt x="1117808" y="21647"/>
                  <a:pt x="1117957" y="21997"/>
                </a:cubicBezTo>
                <a:cubicBezTo>
                  <a:pt x="1118106" y="22347"/>
                  <a:pt x="1118181" y="22723"/>
                  <a:pt x="1118181" y="23125"/>
                </a:cubicBezTo>
                <a:cubicBezTo>
                  <a:pt x="1118181" y="23515"/>
                  <a:pt x="1118106" y="23882"/>
                  <a:pt x="1117957" y="24227"/>
                </a:cubicBezTo>
                <a:cubicBezTo>
                  <a:pt x="1117808" y="24571"/>
                  <a:pt x="1117604" y="24872"/>
                  <a:pt x="1117346" y="25131"/>
                </a:cubicBezTo>
                <a:cubicBezTo>
                  <a:pt x="1117088" y="25389"/>
                  <a:pt x="1116783" y="25593"/>
                  <a:pt x="1116433" y="25742"/>
                </a:cubicBezTo>
                <a:cubicBezTo>
                  <a:pt x="1116083" y="25891"/>
                  <a:pt x="1115713" y="25966"/>
                  <a:pt x="1115323" y="25966"/>
                </a:cubicBezTo>
                <a:cubicBezTo>
                  <a:pt x="1114921" y="25966"/>
                  <a:pt x="1114548" y="25891"/>
                  <a:pt x="1114204" y="25742"/>
                </a:cubicBezTo>
                <a:cubicBezTo>
                  <a:pt x="1113859" y="25593"/>
                  <a:pt x="1113558" y="25389"/>
                  <a:pt x="1113300" y="25131"/>
                </a:cubicBezTo>
                <a:cubicBezTo>
                  <a:pt x="1113041" y="24872"/>
                  <a:pt x="1112838" y="24571"/>
                  <a:pt x="1112688" y="24227"/>
                </a:cubicBezTo>
                <a:cubicBezTo>
                  <a:pt x="1112539" y="23882"/>
                  <a:pt x="1112464" y="23515"/>
                  <a:pt x="1112464" y="23125"/>
                </a:cubicBezTo>
                <a:cubicBezTo>
                  <a:pt x="1112464" y="22723"/>
                  <a:pt x="1112539" y="22347"/>
                  <a:pt x="1112688" y="21997"/>
                </a:cubicBezTo>
                <a:cubicBezTo>
                  <a:pt x="1112838" y="21647"/>
                  <a:pt x="1113041" y="21340"/>
                  <a:pt x="1113300" y="21076"/>
                </a:cubicBezTo>
                <a:cubicBezTo>
                  <a:pt x="1113558" y="20812"/>
                  <a:pt x="1113859" y="20605"/>
                  <a:pt x="1114204" y="20456"/>
                </a:cubicBezTo>
                <a:cubicBezTo>
                  <a:pt x="1114548" y="20307"/>
                  <a:pt x="1114921" y="20232"/>
                  <a:pt x="1115323" y="20232"/>
                </a:cubicBezTo>
                <a:close/>
                <a:moveTo>
                  <a:pt x="1139625" y="10813"/>
                </a:moveTo>
                <a:cubicBezTo>
                  <a:pt x="1139946" y="11215"/>
                  <a:pt x="1140196" y="11683"/>
                  <a:pt x="1140374" y="12217"/>
                </a:cubicBezTo>
                <a:cubicBezTo>
                  <a:pt x="1140552" y="12750"/>
                  <a:pt x="1140641" y="13327"/>
                  <a:pt x="1140641" y="13947"/>
                </a:cubicBezTo>
                <a:cubicBezTo>
                  <a:pt x="1140641" y="14842"/>
                  <a:pt x="1140477" y="15660"/>
                  <a:pt x="1140150" y="16401"/>
                </a:cubicBezTo>
                <a:cubicBezTo>
                  <a:pt x="1139823" y="17141"/>
                  <a:pt x="1139361" y="17775"/>
                  <a:pt x="1138764" y="18303"/>
                </a:cubicBezTo>
                <a:cubicBezTo>
                  <a:pt x="1138167" y="18831"/>
                  <a:pt x="1137452" y="19242"/>
                  <a:pt x="1136620" y="19535"/>
                </a:cubicBezTo>
                <a:cubicBezTo>
                  <a:pt x="1135788" y="19827"/>
                  <a:pt x="1134872" y="19974"/>
                  <a:pt x="1133874" y="19974"/>
                </a:cubicBezTo>
                <a:cubicBezTo>
                  <a:pt x="1133151" y="19974"/>
                  <a:pt x="1132473" y="19896"/>
                  <a:pt x="1131842" y="19741"/>
                </a:cubicBezTo>
                <a:cubicBezTo>
                  <a:pt x="1131211" y="19586"/>
                  <a:pt x="1130711" y="19394"/>
                  <a:pt x="1130344" y="19164"/>
                </a:cubicBezTo>
                <a:cubicBezTo>
                  <a:pt x="1130126" y="19486"/>
                  <a:pt x="1129942" y="19789"/>
                  <a:pt x="1129793" y="20075"/>
                </a:cubicBezTo>
                <a:cubicBezTo>
                  <a:pt x="1129644" y="20361"/>
                  <a:pt x="1129569" y="20680"/>
                  <a:pt x="1129569" y="21034"/>
                </a:cubicBezTo>
                <a:cubicBezTo>
                  <a:pt x="1129569" y="21468"/>
                  <a:pt x="1129779" y="21827"/>
                  <a:pt x="1130198" y="22112"/>
                </a:cubicBezTo>
                <a:cubicBezTo>
                  <a:pt x="1130617" y="22397"/>
                  <a:pt x="1131170" y="22551"/>
                  <a:pt x="1131859" y="22574"/>
                </a:cubicBezTo>
                <a:lnTo>
                  <a:pt x="1136405" y="22746"/>
                </a:lnTo>
                <a:cubicBezTo>
                  <a:pt x="1137266" y="22769"/>
                  <a:pt x="1138061" y="22878"/>
                  <a:pt x="1138790" y="23074"/>
                </a:cubicBezTo>
                <a:cubicBezTo>
                  <a:pt x="1139519" y="23269"/>
                  <a:pt x="1140144" y="23551"/>
                  <a:pt x="1140667" y="23919"/>
                </a:cubicBezTo>
                <a:cubicBezTo>
                  <a:pt x="1141189" y="24287"/>
                  <a:pt x="1141596" y="24741"/>
                  <a:pt x="1141889" y="25281"/>
                </a:cubicBezTo>
                <a:cubicBezTo>
                  <a:pt x="1142182" y="25821"/>
                  <a:pt x="1142328" y="26448"/>
                  <a:pt x="1142328" y="27161"/>
                </a:cubicBezTo>
                <a:cubicBezTo>
                  <a:pt x="1142328" y="27932"/>
                  <a:pt x="1142162" y="28662"/>
                  <a:pt x="1141829" y="29352"/>
                </a:cubicBezTo>
                <a:cubicBezTo>
                  <a:pt x="1141496" y="30042"/>
                  <a:pt x="1140982" y="30648"/>
                  <a:pt x="1140288" y="31171"/>
                </a:cubicBezTo>
                <a:cubicBezTo>
                  <a:pt x="1139593" y="31694"/>
                  <a:pt x="1138712" y="32111"/>
                  <a:pt x="1137645" y="32422"/>
                </a:cubicBezTo>
                <a:cubicBezTo>
                  <a:pt x="1136577" y="32732"/>
                  <a:pt x="1135309" y="32888"/>
                  <a:pt x="1133839" y="32888"/>
                </a:cubicBezTo>
                <a:cubicBezTo>
                  <a:pt x="1132439" y="32888"/>
                  <a:pt x="1131248" y="32775"/>
                  <a:pt x="1130266" y="32551"/>
                </a:cubicBezTo>
                <a:cubicBezTo>
                  <a:pt x="1129285" y="32327"/>
                  <a:pt x="1128479" y="32017"/>
                  <a:pt x="1127847" y="31620"/>
                </a:cubicBezTo>
                <a:cubicBezTo>
                  <a:pt x="1127216" y="31223"/>
                  <a:pt x="1126757" y="30752"/>
                  <a:pt x="1126470" y="30205"/>
                </a:cubicBezTo>
                <a:cubicBezTo>
                  <a:pt x="1126183" y="29659"/>
                  <a:pt x="1126039" y="29059"/>
                  <a:pt x="1126039" y="28403"/>
                </a:cubicBezTo>
                <a:cubicBezTo>
                  <a:pt x="1126039" y="27564"/>
                  <a:pt x="1126234" y="26828"/>
                  <a:pt x="1126625" y="26195"/>
                </a:cubicBezTo>
                <a:cubicBezTo>
                  <a:pt x="1127015" y="25563"/>
                  <a:pt x="1127618" y="24954"/>
                  <a:pt x="1128433" y="24368"/>
                </a:cubicBezTo>
                <a:cubicBezTo>
                  <a:pt x="1128134" y="24230"/>
                  <a:pt x="1127876" y="24058"/>
                  <a:pt x="1127658" y="23852"/>
                </a:cubicBezTo>
                <a:cubicBezTo>
                  <a:pt x="1127440" y="23646"/>
                  <a:pt x="1127262" y="23420"/>
                  <a:pt x="1127124" y="23174"/>
                </a:cubicBezTo>
                <a:cubicBezTo>
                  <a:pt x="1126986" y="22927"/>
                  <a:pt x="1126883" y="22667"/>
                  <a:pt x="1126814" y="22392"/>
                </a:cubicBezTo>
                <a:cubicBezTo>
                  <a:pt x="1126745" y="22117"/>
                  <a:pt x="1126711" y="21847"/>
                  <a:pt x="1126711" y="21584"/>
                </a:cubicBezTo>
                <a:cubicBezTo>
                  <a:pt x="1126711" y="20839"/>
                  <a:pt x="1126886" y="20158"/>
                  <a:pt x="1127236" y="19539"/>
                </a:cubicBezTo>
                <a:cubicBezTo>
                  <a:pt x="1127586" y="18921"/>
                  <a:pt x="1128002" y="18337"/>
                  <a:pt x="1128484" y="17787"/>
                </a:cubicBezTo>
                <a:cubicBezTo>
                  <a:pt x="1128266" y="17523"/>
                  <a:pt x="1128074" y="17265"/>
                  <a:pt x="1127908" y="17012"/>
                </a:cubicBezTo>
                <a:cubicBezTo>
                  <a:pt x="1127741" y="16759"/>
                  <a:pt x="1127598" y="16487"/>
                  <a:pt x="1127477" y="16194"/>
                </a:cubicBezTo>
                <a:cubicBezTo>
                  <a:pt x="1127357" y="15901"/>
                  <a:pt x="1127265" y="15586"/>
                  <a:pt x="1127202" y="15247"/>
                </a:cubicBezTo>
                <a:cubicBezTo>
                  <a:pt x="1127138" y="14908"/>
                  <a:pt x="1127107" y="14521"/>
                  <a:pt x="1127107" y="14085"/>
                </a:cubicBezTo>
                <a:cubicBezTo>
                  <a:pt x="1127107" y="13189"/>
                  <a:pt x="1127270" y="12372"/>
                  <a:pt x="1127598" y="11631"/>
                </a:cubicBezTo>
                <a:cubicBezTo>
                  <a:pt x="1127925" y="10891"/>
                  <a:pt x="1128384" y="10257"/>
                  <a:pt x="1128975" y="9729"/>
                </a:cubicBezTo>
                <a:cubicBezTo>
                  <a:pt x="1129566" y="9200"/>
                  <a:pt x="1130278" y="8790"/>
                  <a:pt x="1131110" y="8497"/>
                </a:cubicBezTo>
                <a:cubicBezTo>
                  <a:pt x="1131942" y="8205"/>
                  <a:pt x="1132864" y="8058"/>
                  <a:pt x="1133874" y="8058"/>
                </a:cubicBezTo>
                <a:cubicBezTo>
                  <a:pt x="1134298" y="8058"/>
                  <a:pt x="1134706" y="8087"/>
                  <a:pt x="1135096" y="8144"/>
                </a:cubicBezTo>
                <a:cubicBezTo>
                  <a:pt x="1135487" y="8202"/>
                  <a:pt x="1135831" y="8276"/>
                  <a:pt x="1136129" y="8368"/>
                </a:cubicBezTo>
                <a:lnTo>
                  <a:pt x="1142397" y="8368"/>
                </a:lnTo>
                <a:lnTo>
                  <a:pt x="1142397" y="10813"/>
                </a:lnTo>
                <a:lnTo>
                  <a:pt x="1139625" y="10813"/>
                </a:lnTo>
                <a:moveTo>
                  <a:pt x="1129225" y="28145"/>
                </a:moveTo>
                <a:cubicBezTo>
                  <a:pt x="1129225" y="28962"/>
                  <a:pt x="1129649" y="29558"/>
                  <a:pt x="1130499" y="29932"/>
                </a:cubicBezTo>
                <a:cubicBezTo>
                  <a:pt x="1131348" y="30307"/>
                  <a:pt x="1132531" y="30494"/>
                  <a:pt x="1134046" y="30494"/>
                </a:cubicBezTo>
                <a:cubicBezTo>
                  <a:pt x="1134999" y="30494"/>
                  <a:pt x="1135799" y="30408"/>
                  <a:pt x="1136448" y="30235"/>
                </a:cubicBezTo>
                <a:cubicBezTo>
                  <a:pt x="1137097" y="30062"/>
                  <a:pt x="1137619" y="29835"/>
                  <a:pt x="1138015" y="29553"/>
                </a:cubicBezTo>
                <a:cubicBezTo>
                  <a:pt x="1138411" y="29270"/>
                  <a:pt x="1138695" y="28948"/>
                  <a:pt x="1138867" y="28585"/>
                </a:cubicBezTo>
                <a:cubicBezTo>
                  <a:pt x="1139039" y="28222"/>
                  <a:pt x="1139125" y="27851"/>
                  <a:pt x="1139125" y="27471"/>
                </a:cubicBezTo>
                <a:cubicBezTo>
                  <a:pt x="1139125" y="26768"/>
                  <a:pt x="1138838" y="26250"/>
                  <a:pt x="1138265" y="25916"/>
                </a:cubicBezTo>
                <a:cubicBezTo>
                  <a:pt x="1137691" y="25582"/>
                  <a:pt x="1136812" y="25386"/>
                  <a:pt x="1135630" y="25329"/>
                </a:cubicBezTo>
                <a:lnTo>
                  <a:pt x="1131119" y="25174"/>
                </a:lnTo>
                <a:cubicBezTo>
                  <a:pt x="1130740" y="25427"/>
                  <a:pt x="1130427" y="25674"/>
                  <a:pt x="1130180" y="25916"/>
                </a:cubicBezTo>
                <a:cubicBezTo>
                  <a:pt x="1129934" y="26158"/>
                  <a:pt x="1129741" y="26403"/>
                  <a:pt x="1129604" y="26651"/>
                </a:cubicBezTo>
                <a:cubicBezTo>
                  <a:pt x="1129466" y="26898"/>
                  <a:pt x="1129368" y="27146"/>
                  <a:pt x="1129311" y="27393"/>
                </a:cubicBezTo>
                <a:cubicBezTo>
                  <a:pt x="1129253" y="27641"/>
                  <a:pt x="1129225" y="27892"/>
                  <a:pt x="1129225" y="28145"/>
                </a:cubicBezTo>
                <a:moveTo>
                  <a:pt x="1130137" y="14016"/>
                </a:moveTo>
                <a:cubicBezTo>
                  <a:pt x="1130137" y="14567"/>
                  <a:pt x="1130229" y="15072"/>
                  <a:pt x="1130413" y="15531"/>
                </a:cubicBezTo>
                <a:cubicBezTo>
                  <a:pt x="1130596" y="15990"/>
                  <a:pt x="1130855" y="16381"/>
                  <a:pt x="1131188" y="16702"/>
                </a:cubicBezTo>
                <a:cubicBezTo>
                  <a:pt x="1131521" y="17023"/>
                  <a:pt x="1131914" y="17273"/>
                  <a:pt x="1132367" y="17451"/>
                </a:cubicBezTo>
                <a:cubicBezTo>
                  <a:pt x="1132821" y="17629"/>
                  <a:pt x="1133323" y="17718"/>
                  <a:pt x="1133874" y="17718"/>
                </a:cubicBezTo>
                <a:cubicBezTo>
                  <a:pt x="1134471" y="17718"/>
                  <a:pt x="1135002" y="17618"/>
                  <a:pt x="1135466" y="17417"/>
                </a:cubicBezTo>
                <a:cubicBezTo>
                  <a:pt x="1135931" y="17216"/>
                  <a:pt x="1136322" y="16943"/>
                  <a:pt x="1136637" y="16599"/>
                </a:cubicBezTo>
                <a:cubicBezTo>
                  <a:pt x="1136953" y="16254"/>
                  <a:pt x="1137194" y="15858"/>
                  <a:pt x="1137361" y="15411"/>
                </a:cubicBezTo>
                <a:cubicBezTo>
                  <a:pt x="1137527" y="14963"/>
                  <a:pt x="1137610" y="14498"/>
                  <a:pt x="1137610" y="14016"/>
                </a:cubicBezTo>
                <a:cubicBezTo>
                  <a:pt x="1137610" y="13465"/>
                  <a:pt x="1137518" y="12960"/>
                  <a:pt x="1137335" y="12501"/>
                </a:cubicBezTo>
                <a:cubicBezTo>
                  <a:pt x="1137151" y="12042"/>
                  <a:pt x="1136893" y="11651"/>
                  <a:pt x="1136560" y="11330"/>
                </a:cubicBezTo>
                <a:cubicBezTo>
                  <a:pt x="1136227" y="11008"/>
                  <a:pt x="1135834" y="10759"/>
                  <a:pt x="1135380" y="10581"/>
                </a:cubicBezTo>
                <a:cubicBezTo>
                  <a:pt x="1134927" y="10403"/>
                  <a:pt x="1134425" y="10314"/>
                  <a:pt x="1133874" y="10314"/>
                </a:cubicBezTo>
                <a:cubicBezTo>
                  <a:pt x="1133277" y="10314"/>
                  <a:pt x="1132746" y="10417"/>
                  <a:pt x="1132281" y="10624"/>
                </a:cubicBezTo>
                <a:cubicBezTo>
                  <a:pt x="1131816" y="10831"/>
                  <a:pt x="1131426" y="11103"/>
                  <a:pt x="1131110" y="11442"/>
                </a:cubicBezTo>
                <a:cubicBezTo>
                  <a:pt x="1130794" y="11780"/>
                  <a:pt x="1130553" y="12174"/>
                  <a:pt x="1130387" y="12621"/>
                </a:cubicBezTo>
                <a:cubicBezTo>
                  <a:pt x="1130221" y="13069"/>
                  <a:pt x="1130137" y="13534"/>
                  <a:pt x="1130137" y="14016"/>
                </a:cubicBezTo>
                <a:close/>
                <a:moveTo>
                  <a:pt x="1161454" y="16099"/>
                </a:moveTo>
                <a:cubicBezTo>
                  <a:pt x="1161454" y="16524"/>
                  <a:pt x="1161449" y="16880"/>
                  <a:pt x="1161437" y="17167"/>
                </a:cubicBezTo>
                <a:cubicBezTo>
                  <a:pt x="1161426" y="17454"/>
                  <a:pt x="1161409" y="17724"/>
                  <a:pt x="1161386" y="17976"/>
                </a:cubicBezTo>
                <a:lnTo>
                  <a:pt x="1149246" y="17976"/>
                </a:lnTo>
                <a:cubicBezTo>
                  <a:pt x="1149246" y="19744"/>
                  <a:pt x="1149740" y="21101"/>
                  <a:pt x="1150727" y="22048"/>
                </a:cubicBezTo>
                <a:cubicBezTo>
                  <a:pt x="1151714" y="22995"/>
                  <a:pt x="1153138" y="23469"/>
                  <a:pt x="1154997" y="23469"/>
                </a:cubicBezTo>
                <a:cubicBezTo>
                  <a:pt x="1155503" y="23469"/>
                  <a:pt x="1156008" y="23449"/>
                  <a:pt x="1156513" y="23408"/>
                </a:cubicBezTo>
                <a:cubicBezTo>
                  <a:pt x="1157018" y="23366"/>
                  <a:pt x="1157506" y="23311"/>
                  <a:pt x="1157976" y="23240"/>
                </a:cubicBezTo>
                <a:cubicBezTo>
                  <a:pt x="1158447" y="23170"/>
                  <a:pt x="1158897" y="23090"/>
                  <a:pt x="1159328" y="23002"/>
                </a:cubicBezTo>
                <a:cubicBezTo>
                  <a:pt x="1159758" y="22914"/>
                  <a:pt x="1160157" y="22817"/>
                  <a:pt x="1160525" y="22711"/>
                </a:cubicBezTo>
                <a:lnTo>
                  <a:pt x="1160525" y="25174"/>
                </a:lnTo>
                <a:cubicBezTo>
                  <a:pt x="1159710" y="25408"/>
                  <a:pt x="1158788" y="25599"/>
                  <a:pt x="1157761" y="25746"/>
                </a:cubicBezTo>
                <a:cubicBezTo>
                  <a:pt x="1156734" y="25892"/>
                  <a:pt x="1155669" y="25966"/>
                  <a:pt x="1154567" y="25966"/>
                </a:cubicBezTo>
                <a:cubicBezTo>
                  <a:pt x="1153086" y="25966"/>
                  <a:pt x="1151812" y="25765"/>
                  <a:pt x="1150744" y="25363"/>
                </a:cubicBezTo>
                <a:cubicBezTo>
                  <a:pt x="1149677" y="24961"/>
                  <a:pt x="1148802" y="24379"/>
                  <a:pt x="1148119" y="23615"/>
                </a:cubicBezTo>
                <a:cubicBezTo>
                  <a:pt x="1147436" y="22852"/>
                  <a:pt x="1146931" y="21916"/>
                  <a:pt x="1146603" y="20809"/>
                </a:cubicBezTo>
                <a:cubicBezTo>
                  <a:pt x="1146276" y="19701"/>
                  <a:pt x="1146113" y="18447"/>
                  <a:pt x="1146113" y="17046"/>
                </a:cubicBezTo>
                <a:cubicBezTo>
                  <a:pt x="1146113" y="15830"/>
                  <a:pt x="1146288" y="14679"/>
                  <a:pt x="1146638" y="13594"/>
                </a:cubicBezTo>
                <a:cubicBezTo>
                  <a:pt x="1146988" y="12509"/>
                  <a:pt x="1147499" y="11557"/>
                  <a:pt x="1148170" y="10736"/>
                </a:cubicBezTo>
                <a:cubicBezTo>
                  <a:pt x="1148842" y="9915"/>
                  <a:pt x="1149665" y="9264"/>
                  <a:pt x="1150641" y="8782"/>
                </a:cubicBezTo>
                <a:cubicBezTo>
                  <a:pt x="1151617" y="8299"/>
                  <a:pt x="1152725" y="8058"/>
                  <a:pt x="1153964" y="8058"/>
                </a:cubicBezTo>
                <a:cubicBezTo>
                  <a:pt x="1155170" y="8058"/>
                  <a:pt x="1156237" y="8248"/>
                  <a:pt x="1157167" y="8627"/>
                </a:cubicBezTo>
                <a:cubicBezTo>
                  <a:pt x="1158097" y="9005"/>
                  <a:pt x="1158880" y="9542"/>
                  <a:pt x="1159517" y="10236"/>
                </a:cubicBezTo>
                <a:cubicBezTo>
                  <a:pt x="1160154" y="10931"/>
                  <a:pt x="1160637" y="11775"/>
                  <a:pt x="1160964" y="12768"/>
                </a:cubicBezTo>
                <a:cubicBezTo>
                  <a:pt x="1161291" y="13761"/>
                  <a:pt x="1161454" y="14871"/>
                  <a:pt x="1161454" y="16099"/>
                </a:cubicBezTo>
                <a:moveTo>
                  <a:pt x="1158338" y="15669"/>
                </a:moveTo>
                <a:cubicBezTo>
                  <a:pt x="1158372" y="14900"/>
                  <a:pt x="1158298" y="14197"/>
                  <a:pt x="1158114" y="13560"/>
                </a:cubicBezTo>
                <a:cubicBezTo>
                  <a:pt x="1157930" y="12923"/>
                  <a:pt x="1157646" y="12374"/>
                  <a:pt x="1157262" y="11915"/>
                </a:cubicBezTo>
                <a:cubicBezTo>
                  <a:pt x="1156877" y="11456"/>
                  <a:pt x="1156398" y="11097"/>
                  <a:pt x="1155824" y="10839"/>
                </a:cubicBezTo>
                <a:cubicBezTo>
                  <a:pt x="1155250" y="10581"/>
                  <a:pt x="1154584" y="10452"/>
                  <a:pt x="1153827" y="10452"/>
                </a:cubicBezTo>
                <a:cubicBezTo>
                  <a:pt x="1153172" y="10452"/>
                  <a:pt x="1152575" y="10578"/>
                  <a:pt x="1152036" y="10831"/>
                </a:cubicBezTo>
                <a:cubicBezTo>
                  <a:pt x="1151496" y="11083"/>
                  <a:pt x="1151031" y="11439"/>
                  <a:pt x="1150641" y="11898"/>
                </a:cubicBezTo>
                <a:cubicBezTo>
                  <a:pt x="1150251" y="12357"/>
                  <a:pt x="1149935" y="12908"/>
                  <a:pt x="1149694" y="13551"/>
                </a:cubicBezTo>
                <a:cubicBezTo>
                  <a:pt x="1149453" y="14194"/>
                  <a:pt x="1149304" y="14900"/>
                  <a:pt x="1149246" y="15669"/>
                </a:cubicBezTo>
                <a:lnTo>
                  <a:pt x="1158338" y="15669"/>
                </a:lnTo>
                <a:close/>
                <a:moveTo>
                  <a:pt x="1180460" y="25397"/>
                </a:moveTo>
                <a:cubicBezTo>
                  <a:pt x="1179783" y="25576"/>
                  <a:pt x="1179083" y="25703"/>
                  <a:pt x="1178359" y="25781"/>
                </a:cubicBezTo>
                <a:cubicBezTo>
                  <a:pt x="1177636" y="25858"/>
                  <a:pt x="1176902" y="25897"/>
                  <a:pt x="1176156" y="25897"/>
                </a:cubicBezTo>
                <a:cubicBezTo>
                  <a:pt x="1173986" y="25897"/>
                  <a:pt x="1172367" y="25406"/>
                  <a:pt x="1171300" y="24425"/>
                </a:cubicBezTo>
                <a:cubicBezTo>
                  <a:pt x="1170232" y="23443"/>
                  <a:pt x="1169699" y="21937"/>
                  <a:pt x="1169699" y="19905"/>
                </a:cubicBezTo>
                <a:lnTo>
                  <a:pt x="1169699" y="10882"/>
                </a:lnTo>
                <a:lnTo>
                  <a:pt x="1164860" y="10882"/>
                </a:lnTo>
                <a:lnTo>
                  <a:pt x="1164860" y="8368"/>
                </a:lnTo>
                <a:lnTo>
                  <a:pt x="1169699" y="8368"/>
                </a:lnTo>
                <a:lnTo>
                  <a:pt x="1169699" y="3601"/>
                </a:lnTo>
                <a:lnTo>
                  <a:pt x="1172695" y="2824"/>
                </a:lnTo>
                <a:lnTo>
                  <a:pt x="1172695" y="8368"/>
                </a:lnTo>
                <a:lnTo>
                  <a:pt x="1180460" y="8368"/>
                </a:lnTo>
                <a:lnTo>
                  <a:pt x="1180460" y="10882"/>
                </a:lnTo>
                <a:lnTo>
                  <a:pt x="1172695" y="10882"/>
                </a:lnTo>
                <a:lnTo>
                  <a:pt x="1172695" y="19664"/>
                </a:lnTo>
                <a:cubicBezTo>
                  <a:pt x="1172695" y="20903"/>
                  <a:pt x="1173025" y="21830"/>
                  <a:pt x="1173685" y="22444"/>
                </a:cubicBezTo>
                <a:cubicBezTo>
                  <a:pt x="1174345" y="23059"/>
                  <a:pt x="1175318" y="23366"/>
                  <a:pt x="1176603" y="23366"/>
                </a:cubicBezTo>
                <a:cubicBezTo>
                  <a:pt x="1177154" y="23366"/>
                  <a:pt x="1177757" y="23321"/>
                  <a:pt x="1178411" y="23233"/>
                </a:cubicBezTo>
                <a:cubicBezTo>
                  <a:pt x="1179065" y="23144"/>
                  <a:pt x="1179748" y="23004"/>
                  <a:pt x="1180460" y="22815"/>
                </a:cubicBezTo>
                <a:lnTo>
                  <a:pt x="1180460" y="25397"/>
                </a:lnTo>
                <a:close/>
                <a:moveTo>
                  <a:pt x="1191597" y="5717"/>
                </a:moveTo>
                <a:lnTo>
                  <a:pt x="1186414" y="5717"/>
                </a:lnTo>
                <a:lnTo>
                  <a:pt x="1186414" y="3134"/>
                </a:lnTo>
                <a:lnTo>
                  <a:pt x="1199879" y="3134"/>
                </a:lnTo>
                <a:lnTo>
                  <a:pt x="1199879" y="5717"/>
                </a:lnTo>
                <a:lnTo>
                  <a:pt x="1194696" y="5717"/>
                </a:lnTo>
                <a:lnTo>
                  <a:pt x="1194696" y="23039"/>
                </a:lnTo>
                <a:lnTo>
                  <a:pt x="1199879" y="23039"/>
                </a:lnTo>
                <a:lnTo>
                  <a:pt x="1199879" y="25656"/>
                </a:lnTo>
                <a:lnTo>
                  <a:pt x="1186414" y="25656"/>
                </a:lnTo>
                <a:lnTo>
                  <a:pt x="1186414" y="23039"/>
                </a:lnTo>
                <a:lnTo>
                  <a:pt x="1191597" y="23039"/>
                </a:lnTo>
                <a:lnTo>
                  <a:pt x="1191597" y="5717"/>
                </a:lnTo>
                <a:close/>
                <a:moveTo>
                  <a:pt x="1204862" y="8368"/>
                </a:moveTo>
                <a:lnTo>
                  <a:pt x="1207531" y="8368"/>
                </a:lnTo>
                <a:lnTo>
                  <a:pt x="1207651" y="11158"/>
                </a:lnTo>
                <a:cubicBezTo>
                  <a:pt x="1208156" y="10561"/>
                  <a:pt x="1208644" y="10064"/>
                  <a:pt x="1209115" y="9668"/>
                </a:cubicBezTo>
                <a:cubicBezTo>
                  <a:pt x="1209585" y="9272"/>
                  <a:pt x="1210047" y="8954"/>
                  <a:pt x="1210501" y="8713"/>
                </a:cubicBezTo>
                <a:cubicBezTo>
                  <a:pt x="1210954" y="8472"/>
                  <a:pt x="1211416" y="8302"/>
                  <a:pt x="1211887" y="8205"/>
                </a:cubicBezTo>
                <a:cubicBezTo>
                  <a:pt x="1212358" y="8107"/>
                  <a:pt x="1212845" y="8058"/>
                  <a:pt x="1213350" y="8058"/>
                </a:cubicBezTo>
                <a:cubicBezTo>
                  <a:pt x="1215130" y="8058"/>
                  <a:pt x="1216476" y="8583"/>
                  <a:pt x="1217388" y="9634"/>
                </a:cubicBezTo>
                <a:cubicBezTo>
                  <a:pt x="1218301" y="10684"/>
                  <a:pt x="1218757" y="12265"/>
                  <a:pt x="1218757" y="14378"/>
                </a:cubicBezTo>
                <a:lnTo>
                  <a:pt x="1218757" y="25656"/>
                </a:lnTo>
                <a:lnTo>
                  <a:pt x="1215761" y="25656"/>
                </a:lnTo>
                <a:lnTo>
                  <a:pt x="1215761" y="14619"/>
                </a:lnTo>
                <a:cubicBezTo>
                  <a:pt x="1215761" y="13264"/>
                  <a:pt x="1215509" y="12263"/>
                  <a:pt x="1215003" y="11614"/>
                </a:cubicBezTo>
                <a:cubicBezTo>
                  <a:pt x="1214498" y="10965"/>
                  <a:pt x="1213747" y="10641"/>
                  <a:pt x="1212748" y="10641"/>
                </a:cubicBezTo>
                <a:cubicBezTo>
                  <a:pt x="1212381" y="10641"/>
                  <a:pt x="1212022" y="10696"/>
                  <a:pt x="1211672" y="10805"/>
                </a:cubicBezTo>
                <a:cubicBezTo>
                  <a:pt x="1211322" y="10914"/>
                  <a:pt x="1210957" y="11103"/>
                  <a:pt x="1210578" y="11373"/>
                </a:cubicBezTo>
                <a:cubicBezTo>
                  <a:pt x="1210199" y="11643"/>
                  <a:pt x="1209789" y="12007"/>
                  <a:pt x="1209347" y="12466"/>
                </a:cubicBezTo>
                <a:cubicBezTo>
                  <a:pt x="1208905" y="12925"/>
                  <a:pt x="1208409" y="13499"/>
                  <a:pt x="1207858" y="14188"/>
                </a:cubicBezTo>
                <a:lnTo>
                  <a:pt x="1207858" y="25656"/>
                </a:lnTo>
                <a:lnTo>
                  <a:pt x="1204862" y="25656"/>
                </a:lnTo>
                <a:lnTo>
                  <a:pt x="1204862" y="8368"/>
                </a:lnTo>
                <a:close/>
                <a:moveTo>
                  <a:pt x="1238228" y="20938"/>
                </a:moveTo>
                <a:cubicBezTo>
                  <a:pt x="1238228" y="21546"/>
                  <a:pt x="1238125" y="22092"/>
                  <a:pt x="1237918" y="22574"/>
                </a:cubicBezTo>
                <a:cubicBezTo>
                  <a:pt x="1237711" y="23056"/>
                  <a:pt x="1237430" y="23483"/>
                  <a:pt x="1237074" y="23856"/>
                </a:cubicBezTo>
                <a:cubicBezTo>
                  <a:pt x="1236718" y="24229"/>
                  <a:pt x="1236305" y="24548"/>
                  <a:pt x="1235834" y="24812"/>
                </a:cubicBezTo>
                <a:cubicBezTo>
                  <a:pt x="1235364" y="25076"/>
                  <a:pt x="1234862" y="25294"/>
                  <a:pt x="1234328" y="25466"/>
                </a:cubicBezTo>
                <a:cubicBezTo>
                  <a:pt x="1233794" y="25639"/>
                  <a:pt x="1233246" y="25765"/>
                  <a:pt x="1232683" y="25845"/>
                </a:cubicBezTo>
                <a:cubicBezTo>
                  <a:pt x="1232121" y="25926"/>
                  <a:pt x="1231570" y="25966"/>
                  <a:pt x="1231030" y="25966"/>
                </a:cubicBezTo>
                <a:cubicBezTo>
                  <a:pt x="1229860" y="25966"/>
                  <a:pt x="1228783" y="25914"/>
                  <a:pt x="1227802" y="25811"/>
                </a:cubicBezTo>
                <a:cubicBezTo>
                  <a:pt x="1226820" y="25707"/>
                  <a:pt x="1225859" y="25541"/>
                  <a:pt x="1224918" y="25311"/>
                </a:cubicBezTo>
                <a:lnTo>
                  <a:pt x="1224918" y="22556"/>
                </a:lnTo>
                <a:cubicBezTo>
                  <a:pt x="1225928" y="22843"/>
                  <a:pt x="1226932" y="23061"/>
                  <a:pt x="1227931" y="23211"/>
                </a:cubicBezTo>
                <a:cubicBezTo>
                  <a:pt x="1228930" y="23360"/>
                  <a:pt x="1229923" y="23435"/>
                  <a:pt x="1230910" y="23435"/>
                </a:cubicBezTo>
                <a:cubicBezTo>
                  <a:pt x="1232345" y="23435"/>
                  <a:pt x="1233407" y="23239"/>
                  <a:pt x="1234095" y="22849"/>
                </a:cubicBezTo>
                <a:cubicBezTo>
                  <a:pt x="1234784" y="22459"/>
                  <a:pt x="1235128" y="21902"/>
                  <a:pt x="1235128" y="21179"/>
                </a:cubicBezTo>
                <a:cubicBezTo>
                  <a:pt x="1235128" y="20869"/>
                  <a:pt x="1235074" y="20591"/>
                  <a:pt x="1234965" y="20344"/>
                </a:cubicBezTo>
                <a:cubicBezTo>
                  <a:pt x="1234856" y="20097"/>
                  <a:pt x="1234658" y="19862"/>
                  <a:pt x="1234371" y="19638"/>
                </a:cubicBezTo>
                <a:cubicBezTo>
                  <a:pt x="1234084" y="19414"/>
                  <a:pt x="1233639" y="19182"/>
                  <a:pt x="1233036" y="18941"/>
                </a:cubicBezTo>
                <a:cubicBezTo>
                  <a:pt x="1232434" y="18699"/>
                  <a:pt x="1231610" y="18424"/>
                  <a:pt x="1230566" y="18114"/>
                </a:cubicBezTo>
                <a:cubicBezTo>
                  <a:pt x="1229785" y="17884"/>
                  <a:pt x="1229065" y="17623"/>
                  <a:pt x="1228405" y="17331"/>
                </a:cubicBezTo>
                <a:cubicBezTo>
                  <a:pt x="1227745" y="17038"/>
                  <a:pt x="1227173" y="16691"/>
                  <a:pt x="1226691" y="16289"/>
                </a:cubicBezTo>
                <a:cubicBezTo>
                  <a:pt x="1226209" y="15887"/>
                  <a:pt x="1225830" y="15416"/>
                  <a:pt x="1225555" y="14877"/>
                </a:cubicBezTo>
                <a:cubicBezTo>
                  <a:pt x="1225279" y="14337"/>
                  <a:pt x="1225142" y="13700"/>
                  <a:pt x="1225142" y="12966"/>
                </a:cubicBezTo>
                <a:cubicBezTo>
                  <a:pt x="1225142" y="12484"/>
                  <a:pt x="1225254" y="11955"/>
                  <a:pt x="1225477" y="11382"/>
                </a:cubicBezTo>
                <a:cubicBezTo>
                  <a:pt x="1225701" y="10808"/>
                  <a:pt x="1226083" y="10274"/>
                  <a:pt x="1226622" y="9780"/>
                </a:cubicBezTo>
                <a:cubicBezTo>
                  <a:pt x="1227162" y="9287"/>
                  <a:pt x="1227891" y="8876"/>
                  <a:pt x="1228809" y="8549"/>
                </a:cubicBezTo>
                <a:cubicBezTo>
                  <a:pt x="1229728" y="8222"/>
                  <a:pt x="1230875" y="8058"/>
                  <a:pt x="1232253" y="8058"/>
                </a:cubicBezTo>
                <a:cubicBezTo>
                  <a:pt x="1232930" y="8058"/>
                  <a:pt x="1233682" y="8096"/>
                  <a:pt x="1234509" y="8170"/>
                </a:cubicBezTo>
                <a:cubicBezTo>
                  <a:pt x="1235335" y="8245"/>
                  <a:pt x="1236196" y="8374"/>
                  <a:pt x="1237091" y="8558"/>
                </a:cubicBezTo>
                <a:lnTo>
                  <a:pt x="1237091" y="11227"/>
                </a:lnTo>
                <a:cubicBezTo>
                  <a:pt x="1236150" y="10997"/>
                  <a:pt x="1235258" y="10828"/>
                  <a:pt x="1234414" y="10719"/>
                </a:cubicBezTo>
                <a:cubicBezTo>
                  <a:pt x="1233570" y="10610"/>
                  <a:pt x="1232838" y="10555"/>
                  <a:pt x="1232219" y="10555"/>
                </a:cubicBezTo>
                <a:cubicBezTo>
                  <a:pt x="1231472" y="10555"/>
                  <a:pt x="1230844" y="10612"/>
                  <a:pt x="1230333" y="10727"/>
                </a:cubicBezTo>
                <a:cubicBezTo>
                  <a:pt x="1229822" y="10842"/>
                  <a:pt x="1229409" y="11000"/>
                  <a:pt x="1229093" y="11201"/>
                </a:cubicBezTo>
                <a:cubicBezTo>
                  <a:pt x="1228778" y="11402"/>
                  <a:pt x="1228551" y="11637"/>
                  <a:pt x="1228413" y="11907"/>
                </a:cubicBezTo>
                <a:cubicBezTo>
                  <a:pt x="1228275" y="12176"/>
                  <a:pt x="1228207" y="12466"/>
                  <a:pt x="1228207" y="12776"/>
                </a:cubicBezTo>
                <a:cubicBezTo>
                  <a:pt x="1228207" y="13086"/>
                  <a:pt x="1228267" y="13367"/>
                  <a:pt x="1228387" y="13620"/>
                </a:cubicBezTo>
                <a:cubicBezTo>
                  <a:pt x="1228508" y="13872"/>
                  <a:pt x="1228732" y="14116"/>
                  <a:pt x="1229059" y="14352"/>
                </a:cubicBezTo>
                <a:cubicBezTo>
                  <a:pt x="1229386" y="14587"/>
                  <a:pt x="1229842" y="14822"/>
                  <a:pt x="1230428" y="15058"/>
                </a:cubicBezTo>
                <a:cubicBezTo>
                  <a:pt x="1231013" y="15293"/>
                  <a:pt x="1231777" y="15548"/>
                  <a:pt x="1232718" y="15824"/>
                </a:cubicBezTo>
                <a:cubicBezTo>
                  <a:pt x="1233740" y="16122"/>
                  <a:pt x="1234600" y="16435"/>
                  <a:pt x="1235301" y="16762"/>
                </a:cubicBezTo>
                <a:cubicBezTo>
                  <a:pt x="1236001" y="17089"/>
                  <a:pt x="1236569" y="17454"/>
                  <a:pt x="1237005" y="17856"/>
                </a:cubicBezTo>
                <a:cubicBezTo>
                  <a:pt x="1237442" y="18257"/>
                  <a:pt x="1237754" y="18711"/>
                  <a:pt x="1237944" y="19216"/>
                </a:cubicBezTo>
                <a:cubicBezTo>
                  <a:pt x="1238133" y="19721"/>
                  <a:pt x="1238228" y="20295"/>
                  <a:pt x="1238228" y="20938"/>
                </a:cubicBezTo>
                <a:close/>
                <a:moveTo>
                  <a:pt x="1258146" y="25397"/>
                </a:moveTo>
                <a:cubicBezTo>
                  <a:pt x="1257469" y="25576"/>
                  <a:pt x="1256768" y="25703"/>
                  <a:pt x="1256045" y="25781"/>
                </a:cubicBezTo>
                <a:cubicBezTo>
                  <a:pt x="1255322" y="25858"/>
                  <a:pt x="1254587" y="25897"/>
                  <a:pt x="1253841" y="25897"/>
                </a:cubicBezTo>
                <a:cubicBezTo>
                  <a:pt x="1251672" y="25897"/>
                  <a:pt x="1250053" y="25406"/>
                  <a:pt x="1248986" y="24425"/>
                </a:cubicBezTo>
                <a:cubicBezTo>
                  <a:pt x="1247918" y="23443"/>
                  <a:pt x="1247384" y="21937"/>
                  <a:pt x="1247384" y="19905"/>
                </a:cubicBezTo>
                <a:lnTo>
                  <a:pt x="1247384" y="10882"/>
                </a:lnTo>
                <a:lnTo>
                  <a:pt x="1242546" y="10882"/>
                </a:lnTo>
                <a:lnTo>
                  <a:pt x="1242546" y="8368"/>
                </a:lnTo>
                <a:lnTo>
                  <a:pt x="1247384" y="8368"/>
                </a:lnTo>
                <a:lnTo>
                  <a:pt x="1247384" y="3601"/>
                </a:lnTo>
                <a:lnTo>
                  <a:pt x="1250380" y="2824"/>
                </a:lnTo>
                <a:lnTo>
                  <a:pt x="1250380" y="8368"/>
                </a:lnTo>
                <a:lnTo>
                  <a:pt x="1258146" y="8368"/>
                </a:lnTo>
                <a:lnTo>
                  <a:pt x="1258146" y="10882"/>
                </a:lnTo>
                <a:lnTo>
                  <a:pt x="1250380" y="10882"/>
                </a:lnTo>
                <a:lnTo>
                  <a:pt x="1250380" y="19664"/>
                </a:lnTo>
                <a:cubicBezTo>
                  <a:pt x="1250380" y="20903"/>
                  <a:pt x="1250710" y="21830"/>
                  <a:pt x="1251370" y="22444"/>
                </a:cubicBezTo>
                <a:cubicBezTo>
                  <a:pt x="1252030" y="23059"/>
                  <a:pt x="1253003" y="23366"/>
                  <a:pt x="1254289" y="23366"/>
                </a:cubicBezTo>
                <a:cubicBezTo>
                  <a:pt x="1254840" y="23366"/>
                  <a:pt x="1255443" y="23321"/>
                  <a:pt x="1256097" y="23233"/>
                </a:cubicBezTo>
                <a:cubicBezTo>
                  <a:pt x="1256751" y="23144"/>
                  <a:pt x="1257434" y="23004"/>
                  <a:pt x="1258146" y="22815"/>
                </a:cubicBezTo>
                <a:lnTo>
                  <a:pt x="1258146" y="25397"/>
                </a:lnTo>
                <a:close/>
                <a:moveTo>
                  <a:pt x="1274999" y="25656"/>
                </a:moveTo>
                <a:lnTo>
                  <a:pt x="1274930" y="23326"/>
                </a:lnTo>
                <a:cubicBezTo>
                  <a:pt x="1273989" y="24258"/>
                  <a:pt x="1273034" y="24931"/>
                  <a:pt x="1272064" y="25345"/>
                </a:cubicBezTo>
                <a:cubicBezTo>
                  <a:pt x="1271094" y="25759"/>
                  <a:pt x="1270075" y="25966"/>
                  <a:pt x="1269007" y="25966"/>
                </a:cubicBezTo>
                <a:cubicBezTo>
                  <a:pt x="1268020" y="25966"/>
                  <a:pt x="1267176" y="25839"/>
                  <a:pt x="1266476" y="25586"/>
                </a:cubicBezTo>
                <a:cubicBezTo>
                  <a:pt x="1265776" y="25333"/>
                  <a:pt x="1265199" y="24986"/>
                  <a:pt x="1264746" y="24543"/>
                </a:cubicBezTo>
                <a:cubicBezTo>
                  <a:pt x="1264292" y="24100"/>
                  <a:pt x="1263959" y="23580"/>
                  <a:pt x="1263747" y="22982"/>
                </a:cubicBezTo>
                <a:cubicBezTo>
                  <a:pt x="1263535" y="22384"/>
                  <a:pt x="1263428" y="21734"/>
                  <a:pt x="1263428" y="21033"/>
                </a:cubicBezTo>
                <a:cubicBezTo>
                  <a:pt x="1263428" y="19297"/>
                  <a:pt x="1264074" y="17937"/>
                  <a:pt x="1265366" y="16954"/>
                </a:cubicBezTo>
                <a:cubicBezTo>
                  <a:pt x="1266657" y="15971"/>
                  <a:pt x="1268565" y="15480"/>
                  <a:pt x="1271091" y="15480"/>
                </a:cubicBezTo>
                <a:lnTo>
                  <a:pt x="1274672" y="15480"/>
                </a:lnTo>
                <a:lnTo>
                  <a:pt x="1274672" y="13970"/>
                </a:lnTo>
                <a:cubicBezTo>
                  <a:pt x="1274672" y="12952"/>
                  <a:pt x="1274345" y="12137"/>
                  <a:pt x="1273691" y="11525"/>
                </a:cubicBezTo>
                <a:cubicBezTo>
                  <a:pt x="1273036" y="10913"/>
                  <a:pt x="1272038" y="10607"/>
                  <a:pt x="1270695" y="10607"/>
                </a:cubicBezTo>
                <a:cubicBezTo>
                  <a:pt x="1269719" y="10607"/>
                  <a:pt x="1268758" y="10717"/>
                  <a:pt x="1267811" y="10939"/>
                </a:cubicBezTo>
                <a:cubicBezTo>
                  <a:pt x="1266864" y="11160"/>
                  <a:pt x="1265885" y="11474"/>
                  <a:pt x="1264875" y="11881"/>
                </a:cubicBezTo>
                <a:lnTo>
                  <a:pt x="1264875" y="9178"/>
                </a:lnTo>
                <a:cubicBezTo>
                  <a:pt x="1265254" y="9038"/>
                  <a:pt x="1265675" y="8901"/>
                  <a:pt x="1266140" y="8766"/>
                </a:cubicBezTo>
                <a:cubicBezTo>
                  <a:pt x="1266605" y="8632"/>
                  <a:pt x="1267096" y="8513"/>
                  <a:pt x="1267613" y="8408"/>
                </a:cubicBezTo>
                <a:cubicBezTo>
                  <a:pt x="1268129" y="8303"/>
                  <a:pt x="1268669" y="8218"/>
                  <a:pt x="1269231" y="8155"/>
                </a:cubicBezTo>
                <a:cubicBezTo>
                  <a:pt x="1269794" y="8090"/>
                  <a:pt x="1270362" y="8058"/>
                  <a:pt x="1270936" y="8058"/>
                </a:cubicBezTo>
                <a:cubicBezTo>
                  <a:pt x="1271980" y="8058"/>
                  <a:pt x="1272922" y="8173"/>
                  <a:pt x="1273760" y="8403"/>
                </a:cubicBezTo>
                <a:cubicBezTo>
                  <a:pt x="1274598" y="8632"/>
                  <a:pt x="1275306" y="8982"/>
                  <a:pt x="1275886" y="9453"/>
                </a:cubicBezTo>
                <a:cubicBezTo>
                  <a:pt x="1276466" y="9924"/>
                  <a:pt x="1276911" y="10515"/>
                  <a:pt x="1277221" y="11227"/>
                </a:cubicBezTo>
                <a:cubicBezTo>
                  <a:pt x="1277530" y="11938"/>
                  <a:pt x="1277685" y="12776"/>
                  <a:pt x="1277685" y="13740"/>
                </a:cubicBezTo>
                <a:lnTo>
                  <a:pt x="1277685" y="25656"/>
                </a:lnTo>
                <a:lnTo>
                  <a:pt x="1274999" y="25656"/>
                </a:lnTo>
                <a:moveTo>
                  <a:pt x="1274672" y="17770"/>
                </a:moveTo>
                <a:lnTo>
                  <a:pt x="1270867" y="17770"/>
                </a:lnTo>
                <a:cubicBezTo>
                  <a:pt x="1270121" y="17770"/>
                  <a:pt x="1269478" y="17845"/>
                  <a:pt x="1268938" y="17995"/>
                </a:cubicBezTo>
                <a:cubicBezTo>
                  <a:pt x="1268399" y="18144"/>
                  <a:pt x="1267957" y="18357"/>
                  <a:pt x="1267613" y="18633"/>
                </a:cubicBezTo>
                <a:cubicBezTo>
                  <a:pt x="1267268" y="18909"/>
                  <a:pt x="1267013" y="19241"/>
                  <a:pt x="1266846" y="19627"/>
                </a:cubicBezTo>
                <a:cubicBezTo>
                  <a:pt x="1266680" y="20012"/>
                  <a:pt x="1266597" y="20447"/>
                  <a:pt x="1266597" y="20930"/>
                </a:cubicBezTo>
                <a:cubicBezTo>
                  <a:pt x="1266597" y="21264"/>
                  <a:pt x="1266648" y="21584"/>
                  <a:pt x="1266752" y="21889"/>
                </a:cubicBezTo>
                <a:cubicBezTo>
                  <a:pt x="1266855" y="22194"/>
                  <a:pt x="1267021" y="22465"/>
                  <a:pt x="1267251" y="22701"/>
                </a:cubicBezTo>
                <a:cubicBezTo>
                  <a:pt x="1267481" y="22937"/>
                  <a:pt x="1267779" y="23124"/>
                  <a:pt x="1268146" y="23262"/>
                </a:cubicBezTo>
                <a:cubicBezTo>
                  <a:pt x="1268514" y="23400"/>
                  <a:pt x="1268961" y="23469"/>
                  <a:pt x="1269489" y="23469"/>
                </a:cubicBezTo>
                <a:cubicBezTo>
                  <a:pt x="1270178" y="23469"/>
                  <a:pt x="1270967" y="23259"/>
                  <a:pt x="1271857" y="22839"/>
                </a:cubicBezTo>
                <a:cubicBezTo>
                  <a:pt x="1272747" y="22418"/>
                  <a:pt x="1273685" y="21753"/>
                  <a:pt x="1274672" y="20844"/>
                </a:cubicBezTo>
                <a:lnTo>
                  <a:pt x="1274672" y="17770"/>
                </a:lnTo>
                <a:close/>
                <a:moveTo>
                  <a:pt x="1282548" y="8368"/>
                </a:moveTo>
                <a:lnTo>
                  <a:pt x="1285217" y="8368"/>
                </a:lnTo>
                <a:lnTo>
                  <a:pt x="1285337" y="11158"/>
                </a:lnTo>
                <a:cubicBezTo>
                  <a:pt x="1285842" y="10561"/>
                  <a:pt x="1286330" y="10064"/>
                  <a:pt x="1286801" y="9668"/>
                </a:cubicBezTo>
                <a:cubicBezTo>
                  <a:pt x="1287271" y="9272"/>
                  <a:pt x="1287733" y="8954"/>
                  <a:pt x="1288187" y="8713"/>
                </a:cubicBezTo>
                <a:cubicBezTo>
                  <a:pt x="1288640" y="8472"/>
                  <a:pt x="1289102" y="8302"/>
                  <a:pt x="1289573" y="8205"/>
                </a:cubicBezTo>
                <a:cubicBezTo>
                  <a:pt x="1290044" y="8107"/>
                  <a:pt x="1290531" y="8058"/>
                  <a:pt x="1291036" y="8058"/>
                </a:cubicBezTo>
                <a:cubicBezTo>
                  <a:pt x="1292816" y="8058"/>
                  <a:pt x="1294162" y="8583"/>
                  <a:pt x="1295074" y="9634"/>
                </a:cubicBezTo>
                <a:cubicBezTo>
                  <a:pt x="1295987" y="10684"/>
                  <a:pt x="1296443" y="12265"/>
                  <a:pt x="1296443" y="14378"/>
                </a:cubicBezTo>
                <a:lnTo>
                  <a:pt x="1296443" y="25656"/>
                </a:lnTo>
                <a:lnTo>
                  <a:pt x="1293447" y="25656"/>
                </a:lnTo>
                <a:lnTo>
                  <a:pt x="1293447" y="14619"/>
                </a:lnTo>
                <a:cubicBezTo>
                  <a:pt x="1293447" y="13264"/>
                  <a:pt x="1293195" y="12263"/>
                  <a:pt x="1292689" y="11614"/>
                </a:cubicBezTo>
                <a:cubicBezTo>
                  <a:pt x="1292184" y="10965"/>
                  <a:pt x="1291433" y="10641"/>
                  <a:pt x="1290434" y="10641"/>
                </a:cubicBezTo>
                <a:cubicBezTo>
                  <a:pt x="1290067" y="10641"/>
                  <a:pt x="1289708" y="10696"/>
                  <a:pt x="1289358" y="10805"/>
                </a:cubicBezTo>
                <a:cubicBezTo>
                  <a:pt x="1289008" y="10914"/>
                  <a:pt x="1288643" y="11103"/>
                  <a:pt x="1288264" y="11373"/>
                </a:cubicBezTo>
                <a:cubicBezTo>
                  <a:pt x="1287885" y="11643"/>
                  <a:pt x="1287475" y="12007"/>
                  <a:pt x="1287033" y="12466"/>
                </a:cubicBezTo>
                <a:cubicBezTo>
                  <a:pt x="1286591" y="12925"/>
                  <a:pt x="1286095" y="13499"/>
                  <a:pt x="1285544" y="14188"/>
                </a:cubicBezTo>
                <a:lnTo>
                  <a:pt x="1285544" y="25656"/>
                </a:lnTo>
                <a:lnTo>
                  <a:pt x="1282548" y="25656"/>
                </a:lnTo>
                <a:lnTo>
                  <a:pt x="1282548" y="8368"/>
                </a:lnTo>
                <a:close/>
                <a:moveTo>
                  <a:pt x="1315655" y="25019"/>
                </a:moveTo>
                <a:cubicBezTo>
                  <a:pt x="1314875" y="25317"/>
                  <a:pt x="1314074" y="25538"/>
                  <a:pt x="1313253" y="25682"/>
                </a:cubicBezTo>
                <a:cubicBezTo>
                  <a:pt x="1312433" y="25825"/>
                  <a:pt x="1311586" y="25897"/>
                  <a:pt x="1310714" y="25897"/>
                </a:cubicBezTo>
                <a:cubicBezTo>
                  <a:pt x="1307981" y="25897"/>
                  <a:pt x="1305878" y="25156"/>
                  <a:pt x="1304403" y="23676"/>
                </a:cubicBezTo>
                <a:cubicBezTo>
                  <a:pt x="1302928" y="22195"/>
                  <a:pt x="1302190" y="20031"/>
                  <a:pt x="1302190" y="17184"/>
                </a:cubicBezTo>
                <a:cubicBezTo>
                  <a:pt x="1302190" y="15818"/>
                  <a:pt x="1302403" y="14578"/>
                  <a:pt x="1302827" y="13465"/>
                </a:cubicBezTo>
                <a:cubicBezTo>
                  <a:pt x="1303252" y="12352"/>
                  <a:pt x="1303849" y="11399"/>
                  <a:pt x="1304618" y="10607"/>
                </a:cubicBezTo>
                <a:cubicBezTo>
                  <a:pt x="1305387" y="9815"/>
                  <a:pt x="1306306" y="9203"/>
                  <a:pt x="1307373" y="8773"/>
                </a:cubicBezTo>
                <a:cubicBezTo>
                  <a:pt x="1308441" y="8342"/>
                  <a:pt x="1309617" y="8127"/>
                  <a:pt x="1310903" y="8127"/>
                </a:cubicBezTo>
                <a:cubicBezTo>
                  <a:pt x="1311798" y="8127"/>
                  <a:pt x="1312636" y="8192"/>
                  <a:pt x="1313417" y="8321"/>
                </a:cubicBezTo>
                <a:cubicBezTo>
                  <a:pt x="1314197" y="8450"/>
                  <a:pt x="1314944" y="8661"/>
                  <a:pt x="1315655" y="8954"/>
                </a:cubicBezTo>
                <a:lnTo>
                  <a:pt x="1315655" y="11812"/>
                </a:lnTo>
                <a:cubicBezTo>
                  <a:pt x="1314909" y="11416"/>
                  <a:pt x="1314149" y="11127"/>
                  <a:pt x="1313374" y="10947"/>
                </a:cubicBezTo>
                <a:cubicBezTo>
                  <a:pt x="1312599" y="10766"/>
                  <a:pt x="1311798" y="10676"/>
                  <a:pt x="1310972" y="10676"/>
                </a:cubicBezTo>
                <a:cubicBezTo>
                  <a:pt x="1310203" y="10676"/>
                  <a:pt x="1309477" y="10822"/>
                  <a:pt x="1308794" y="11115"/>
                </a:cubicBezTo>
                <a:cubicBezTo>
                  <a:pt x="1308111" y="11407"/>
                  <a:pt x="1307511" y="11829"/>
                  <a:pt x="1306994" y="12380"/>
                </a:cubicBezTo>
                <a:cubicBezTo>
                  <a:pt x="1306478" y="12931"/>
                  <a:pt x="1306070" y="13603"/>
                  <a:pt x="1305772" y="14395"/>
                </a:cubicBezTo>
                <a:cubicBezTo>
                  <a:pt x="1305473" y="15187"/>
                  <a:pt x="1305324" y="16082"/>
                  <a:pt x="1305324" y="17081"/>
                </a:cubicBezTo>
                <a:cubicBezTo>
                  <a:pt x="1305324" y="19170"/>
                  <a:pt x="1305832" y="20734"/>
                  <a:pt x="1306848" y="21773"/>
                </a:cubicBezTo>
                <a:cubicBezTo>
                  <a:pt x="1307864" y="22812"/>
                  <a:pt x="1309273" y="23331"/>
                  <a:pt x="1311075" y="23331"/>
                </a:cubicBezTo>
                <a:cubicBezTo>
                  <a:pt x="1311890" y="23331"/>
                  <a:pt x="1312679" y="23239"/>
                  <a:pt x="1313443" y="23056"/>
                </a:cubicBezTo>
                <a:cubicBezTo>
                  <a:pt x="1314206" y="22872"/>
                  <a:pt x="1314944" y="22597"/>
                  <a:pt x="1315655" y="22229"/>
                </a:cubicBezTo>
                <a:lnTo>
                  <a:pt x="1315655" y="25019"/>
                </a:lnTo>
                <a:close/>
                <a:moveTo>
                  <a:pt x="1336503" y="16099"/>
                </a:moveTo>
                <a:cubicBezTo>
                  <a:pt x="1336503" y="16524"/>
                  <a:pt x="1336498" y="16880"/>
                  <a:pt x="1336486" y="17167"/>
                </a:cubicBezTo>
                <a:cubicBezTo>
                  <a:pt x="1336475" y="17454"/>
                  <a:pt x="1336458" y="17724"/>
                  <a:pt x="1336435" y="17976"/>
                </a:cubicBezTo>
                <a:lnTo>
                  <a:pt x="1324295" y="17976"/>
                </a:lnTo>
                <a:cubicBezTo>
                  <a:pt x="1324295" y="19744"/>
                  <a:pt x="1324789" y="21101"/>
                  <a:pt x="1325776" y="22048"/>
                </a:cubicBezTo>
                <a:cubicBezTo>
                  <a:pt x="1326763" y="22995"/>
                  <a:pt x="1328187" y="23469"/>
                  <a:pt x="1330046" y="23469"/>
                </a:cubicBezTo>
                <a:cubicBezTo>
                  <a:pt x="1330552" y="23469"/>
                  <a:pt x="1331057" y="23449"/>
                  <a:pt x="1331562" y="23408"/>
                </a:cubicBezTo>
                <a:cubicBezTo>
                  <a:pt x="1332067" y="23366"/>
                  <a:pt x="1332555" y="23311"/>
                  <a:pt x="1333025" y="23240"/>
                </a:cubicBezTo>
                <a:cubicBezTo>
                  <a:pt x="1333496" y="23170"/>
                  <a:pt x="1333946" y="23090"/>
                  <a:pt x="1334377" y="23002"/>
                </a:cubicBezTo>
                <a:cubicBezTo>
                  <a:pt x="1334807" y="22914"/>
                  <a:pt x="1335206" y="22817"/>
                  <a:pt x="1335574" y="22711"/>
                </a:cubicBezTo>
                <a:lnTo>
                  <a:pt x="1335574" y="25174"/>
                </a:lnTo>
                <a:cubicBezTo>
                  <a:pt x="1334759" y="25408"/>
                  <a:pt x="1333837" y="25599"/>
                  <a:pt x="1332810" y="25746"/>
                </a:cubicBezTo>
                <a:cubicBezTo>
                  <a:pt x="1331783" y="25892"/>
                  <a:pt x="1330718" y="25966"/>
                  <a:pt x="1329616" y="25966"/>
                </a:cubicBezTo>
                <a:cubicBezTo>
                  <a:pt x="1328135" y="25966"/>
                  <a:pt x="1326861" y="25765"/>
                  <a:pt x="1325793" y="25363"/>
                </a:cubicBezTo>
                <a:cubicBezTo>
                  <a:pt x="1324726" y="24961"/>
                  <a:pt x="1323851" y="24379"/>
                  <a:pt x="1323168" y="23615"/>
                </a:cubicBezTo>
                <a:cubicBezTo>
                  <a:pt x="1322485" y="22852"/>
                  <a:pt x="1321980" y="21916"/>
                  <a:pt x="1321652" y="20809"/>
                </a:cubicBezTo>
                <a:cubicBezTo>
                  <a:pt x="1321325" y="19701"/>
                  <a:pt x="1321162" y="18447"/>
                  <a:pt x="1321162" y="17046"/>
                </a:cubicBezTo>
                <a:cubicBezTo>
                  <a:pt x="1321162" y="15830"/>
                  <a:pt x="1321337" y="14679"/>
                  <a:pt x="1321687" y="13594"/>
                </a:cubicBezTo>
                <a:cubicBezTo>
                  <a:pt x="1322037" y="12509"/>
                  <a:pt x="1322548" y="11557"/>
                  <a:pt x="1323219" y="10736"/>
                </a:cubicBezTo>
                <a:cubicBezTo>
                  <a:pt x="1323891" y="9915"/>
                  <a:pt x="1324714" y="9264"/>
                  <a:pt x="1325690" y="8782"/>
                </a:cubicBezTo>
                <a:cubicBezTo>
                  <a:pt x="1326666" y="8299"/>
                  <a:pt x="1327774" y="8058"/>
                  <a:pt x="1329013" y="8058"/>
                </a:cubicBezTo>
                <a:cubicBezTo>
                  <a:pt x="1330219" y="8058"/>
                  <a:pt x="1331286" y="8248"/>
                  <a:pt x="1332216" y="8627"/>
                </a:cubicBezTo>
                <a:cubicBezTo>
                  <a:pt x="1333146" y="9005"/>
                  <a:pt x="1333929" y="9542"/>
                  <a:pt x="1334566" y="10236"/>
                </a:cubicBezTo>
                <a:cubicBezTo>
                  <a:pt x="1335203" y="10931"/>
                  <a:pt x="1335686" y="11775"/>
                  <a:pt x="1336013" y="12768"/>
                </a:cubicBezTo>
                <a:cubicBezTo>
                  <a:pt x="1336340" y="13761"/>
                  <a:pt x="1336503" y="14871"/>
                  <a:pt x="1336503" y="16099"/>
                </a:cubicBezTo>
                <a:moveTo>
                  <a:pt x="1333387" y="15669"/>
                </a:moveTo>
                <a:cubicBezTo>
                  <a:pt x="1333421" y="14900"/>
                  <a:pt x="1333347" y="14197"/>
                  <a:pt x="1333163" y="13560"/>
                </a:cubicBezTo>
                <a:cubicBezTo>
                  <a:pt x="1332979" y="12923"/>
                  <a:pt x="1332695" y="12374"/>
                  <a:pt x="1332311" y="11915"/>
                </a:cubicBezTo>
                <a:cubicBezTo>
                  <a:pt x="1331926" y="11456"/>
                  <a:pt x="1331447" y="11097"/>
                  <a:pt x="1330873" y="10839"/>
                </a:cubicBezTo>
                <a:cubicBezTo>
                  <a:pt x="1330299" y="10581"/>
                  <a:pt x="1329633" y="10452"/>
                  <a:pt x="1328876" y="10452"/>
                </a:cubicBezTo>
                <a:cubicBezTo>
                  <a:pt x="1328221" y="10452"/>
                  <a:pt x="1327624" y="10578"/>
                  <a:pt x="1327085" y="10831"/>
                </a:cubicBezTo>
                <a:cubicBezTo>
                  <a:pt x="1326545" y="11083"/>
                  <a:pt x="1326080" y="11439"/>
                  <a:pt x="1325690" y="11898"/>
                </a:cubicBezTo>
                <a:cubicBezTo>
                  <a:pt x="1325300" y="12357"/>
                  <a:pt x="1324984" y="12908"/>
                  <a:pt x="1324743" y="13551"/>
                </a:cubicBezTo>
                <a:cubicBezTo>
                  <a:pt x="1324502" y="14194"/>
                  <a:pt x="1324353" y="14900"/>
                  <a:pt x="1324295" y="15669"/>
                </a:cubicBezTo>
                <a:lnTo>
                  <a:pt x="1333387" y="15669"/>
                </a:lnTo>
                <a:close/>
                <a:moveTo>
                  <a:pt x="1352653" y="32888"/>
                </a:moveTo>
                <a:cubicBezTo>
                  <a:pt x="1347361" y="27984"/>
                  <a:pt x="1344715" y="22563"/>
                  <a:pt x="1344715" y="16625"/>
                </a:cubicBezTo>
                <a:cubicBezTo>
                  <a:pt x="1344715" y="15235"/>
                  <a:pt x="1344856" y="13848"/>
                  <a:pt x="1345137" y="12464"/>
                </a:cubicBezTo>
                <a:cubicBezTo>
                  <a:pt x="1345419" y="11080"/>
                  <a:pt x="1345872" y="9693"/>
                  <a:pt x="1346498" y="8304"/>
                </a:cubicBezTo>
                <a:cubicBezTo>
                  <a:pt x="1347123" y="6914"/>
                  <a:pt x="1347950" y="5524"/>
                  <a:pt x="1348977" y="4135"/>
                </a:cubicBezTo>
                <a:cubicBezTo>
                  <a:pt x="1350004" y="2745"/>
                  <a:pt x="1351253" y="1367"/>
                  <a:pt x="1352722" y="0"/>
                </a:cubicBezTo>
                <a:lnTo>
                  <a:pt x="1354461" y="1775"/>
                </a:lnTo>
                <a:cubicBezTo>
                  <a:pt x="1350007" y="6173"/>
                  <a:pt x="1347780" y="11049"/>
                  <a:pt x="1347780" y="16401"/>
                </a:cubicBezTo>
                <a:cubicBezTo>
                  <a:pt x="1347780" y="19065"/>
                  <a:pt x="1348343" y="21627"/>
                  <a:pt x="1349468" y="24085"/>
                </a:cubicBezTo>
                <a:cubicBezTo>
                  <a:pt x="1350593" y="26542"/>
                  <a:pt x="1352257" y="28862"/>
                  <a:pt x="1354461" y="31044"/>
                </a:cubicBezTo>
                <a:lnTo>
                  <a:pt x="1352653" y="32888"/>
                </a:lnTo>
                <a:close/>
                <a:moveTo>
                  <a:pt x="1364489" y="0"/>
                </a:moveTo>
                <a:cubicBezTo>
                  <a:pt x="1369781" y="4904"/>
                  <a:pt x="1372427" y="10360"/>
                  <a:pt x="1372427" y="16366"/>
                </a:cubicBezTo>
                <a:cubicBezTo>
                  <a:pt x="1372427" y="17607"/>
                  <a:pt x="1372301" y="18893"/>
                  <a:pt x="1372048" y="20225"/>
                </a:cubicBezTo>
                <a:cubicBezTo>
                  <a:pt x="1371795" y="21558"/>
                  <a:pt x="1371365" y="22922"/>
                  <a:pt x="1370757" y="24317"/>
                </a:cubicBezTo>
                <a:cubicBezTo>
                  <a:pt x="1370148" y="25712"/>
                  <a:pt x="1369330" y="27128"/>
                  <a:pt x="1368303" y="28564"/>
                </a:cubicBezTo>
                <a:cubicBezTo>
                  <a:pt x="1367276" y="29999"/>
                  <a:pt x="1365981" y="31441"/>
                  <a:pt x="1364420" y="32888"/>
                </a:cubicBezTo>
                <a:lnTo>
                  <a:pt x="1362681" y="31113"/>
                </a:lnTo>
                <a:cubicBezTo>
                  <a:pt x="1364919" y="28896"/>
                  <a:pt x="1366590" y="26582"/>
                  <a:pt x="1367692" y="24171"/>
                </a:cubicBezTo>
                <a:cubicBezTo>
                  <a:pt x="1368794" y="21759"/>
                  <a:pt x="1369345" y="19232"/>
                  <a:pt x="1369345" y="16590"/>
                </a:cubicBezTo>
                <a:cubicBezTo>
                  <a:pt x="1369345" y="11123"/>
                  <a:pt x="1367123" y="6208"/>
                  <a:pt x="1362681" y="1843"/>
                </a:cubicBezTo>
                <a:lnTo>
                  <a:pt x="1364489" y="0"/>
                </a:lnTo>
                <a:close/>
                <a:moveTo>
                  <a:pt x="1382186" y="29186"/>
                </a:moveTo>
                <a:cubicBezTo>
                  <a:pt x="1382771" y="29209"/>
                  <a:pt x="1383340" y="29157"/>
                  <a:pt x="1383891" y="29030"/>
                </a:cubicBezTo>
                <a:cubicBezTo>
                  <a:pt x="1384442" y="28903"/>
                  <a:pt x="1384927" y="28715"/>
                  <a:pt x="1385346" y="28467"/>
                </a:cubicBezTo>
                <a:cubicBezTo>
                  <a:pt x="1385765" y="28219"/>
                  <a:pt x="1386100" y="27911"/>
                  <a:pt x="1386353" y="27542"/>
                </a:cubicBezTo>
                <a:cubicBezTo>
                  <a:pt x="1386605" y="27173"/>
                  <a:pt x="1386732" y="26752"/>
                  <a:pt x="1386732" y="26279"/>
                </a:cubicBezTo>
                <a:cubicBezTo>
                  <a:pt x="1386732" y="25795"/>
                  <a:pt x="1386648" y="25403"/>
                  <a:pt x="1386482" y="25105"/>
                </a:cubicBezTo>
                <a:cubicBezTo>
                  <a:pt x="1386316" y="24806"/>
                  <a:pt x="1386129" y="24531"/>
                  <a:pt x="1385922" y="24278"/>
                </a:cubicBezTo>
                <a:cubicBezTo>
                  <a:pt x="1385716" y="24026"/>
                  <a:pt x="1385529" y="23756"/>
                  <a:pt x="1385363" y="23469"/>
                </a:cubicBezTo>
                <a:cubicBezTo>
                  <a:pt x="1385196" y="23182"/>
                  <a:pt x="1385113" y="22797"/>
                  <a:pt x="1385113" y="22315"/>
                </a:cubicBezTo>
                <a:cubicBezTo>
                  <a:pt x="1385113" y="22074"/>
                  <a:pt x="1385159" y="21822"/>
                  <a:pt x="1385251" y="21558"/>
                </a:cubicBezTo>
                <a:cubicBezTo>
                  <a:pt x="1385343" y="21294"/>
                  <a:pt x="1385483" y="21053"/>
                  <a:pt x="1385673" y="20835"/>
                </a:cubicBezTo>
                <a:cubicBezTo>
                  <a:pt x="1385862" y="20616"/>
                  <a:pt x="1386103" y="20439"/>
                  <a:pt x="1386396" y="20301"/>
                </a:cubicBezTo>
                <a:cubicBezTo>
                  <a:pt x="1386689" y="20163"/>
                  <a:pt x="1387036" y="20094"/>
                  <a:pt x="1387438" y="20094"/>
                </a:cubicBezTo>
                <a:cubicBezTo>
                  <a:pt x="1387839" y="20094"/>
                  <a:pt x="1388227" y="20178"/>
                  <a:pt x="1388600" y="20344"/>
                </a:cubicBezTo>
                <a:cubicBezTo>
                  <a:pt x="1388973" y="20511"/>
                  <a:pt x="1389300" y="20767"/>
                  <a:pt x="1389581" y="21112"/>
                </a:cubicBezTo>
                <a:cubicBezTo>
                  <a:pt x="1389863" y="21456"/>
                  <a:pt x="1390086" y="21888"/>
                  <a:pt x="1390253" y="22405"/>
                </a:cubicBezTo>
                <a:cubicBezTo>
                  <a:pt x="1390419" y="22922"/>
                  <a:pt x="1390503" y="23532"/>
                  <a:pt x="1390503" y="24233"/>
                </a:cubicBezTo>
                <a:cubicBezTo>
                  <a:pt x="1390503" y="25187"/>
                  <a:pt x="1390327" y="26104"/>
                  <a:pt x="1389977" y="26983"/>
                </a:cubicBezTo>
                <a:cubicBezTo>
                  <a:pt x="1389627" y="27863"/>
                  <a:pt x="1389105" y="28642"/>
                  <a:pt x="1388410" y="29320"/>
                </a:cubicBezTo>
                <a:cubicBezTo>
                  <a:pt x="1387716" y="29998"/>
                  <a:pt x="1386849" y="30539"/>
                  <a:pt x="1385810" y="30941"/>
                </a:cubicBezTo>
                <a:cubicBezTo>
                  <a:pt x="1384772" y="31343"/>
                  <a:pt x="1383563" y="31545"/>
                  <a:pt x="1382186" y="31545"/>
                </a:cubicBezTo>
                <a:lnTo>
                  <a:pt x="1382186" y="29186"/>
                </a:lnTo>
                <a:moveTo>
                  <a:pt x="1387575" y="8058"/>
                </a:moveTo>
                <a:cubicBezTo>
                  <a:pt x="1387931" y="8058"/>
                  <a:pt x="1388270" y="8130"/>
                  <a:pt x="1388591" y="8274"/>
                </a:cubicBezTo>
                <a:cubicBezTo>
                  <a:pt x="1388913" y="8417"/>
                  <a:pt x="1389194" y="8609"/>
                  <a:pt x="1389435" y="8850"/>
                </a:cubicBezTo>
                <a:cubicBezTo>
                  <a:pt x="1389676" y="9091"/>
                  <a:pt x="1389868" y="9373"/>
                  <a:pt x="1390012" y="9694"/>
                </a:cubicBezTo>
                <a:cubicBezTo>
                  <a:pt x="1390155" y="10016"/>
                  <a:pt x="1390227" y="10354"/>
                  <a:pt x="1390227" y="10710"/>
                </a:cubicBezTo>
                <a:cubicBezTo>
                  <a:pt x="1390227" y="11077"/>
                  <a:pt x="1390155" y="11419"/>
                  <a:pt x="1390012" y="11735"/>
                </a:cubicBezTo>
                <a:cubicBezTo>
                  <a:pt x="1389868" y="12050"/>
                  <a:pt x="1389676" y="12329"/>
                  <a:pt x="1389435" y="12570"/>
                </a:cubicBezTo>
                <a:cubicBezTo>
                  <a:pt x="1389194" y="12811"/>
                  <a:pt x="1388913" y="13000"/>
                  <a:pt x="1388591" y="13138"/>
                </a:cubicBezTo>
                <a:cubicBezTo>
                  <a:pt x="1388270" y="13276"/>
                  <a:pt x="1387931" y="13344"/>
                  <a:pt x="1387575" y="13344"/>
                </a:cubicBezTo>
                <a:cubicBezTo>
                  <a:pt x="1387208" y="13344"/>
                  <a:pt x="1386867" y="13276"/>
                  <a:pt x="1386551" y="13138"/>
                </a:cubicBezTo>
                <a:cubicBezTo>
                  <a:pt x="1386235" y="13000"/>
                  <a:pt x="1385957" y="12811"/>
                  <a:pt x="1385716" y="12570"/>
                </a:cubicBezTo>
                <a:cubicBezTo>
                  <a:pt x="1385475" y="12329"/>
                  <a:pt x="1385285" y="12050"/>
                  <a:pt x="1385148" y="11735"/>
                </a:cubicBezTo>
                <a:cubicBezTo>
                  <a:pt x="1385010" y="11419"/>
                  <a:pt x="1384941" y="11077"/>
                  <a:pt x="1384941" y="10710"/>
                </a:cubicBezTo>
                <a:cubicBezTo>
                  <a:pt x="1384941" y="10354"/>
                  <a:pt x="1385010" y="10016"/>
                  <a:pt x="1385148" y="9694"/>
                </a:cubicBezTo>
                <a:cubicBezTo>
                  <a:pt x="1385285" y="9373"/>
                  <a:pt x="1385475" y="9091"/>
                  <a:pt x="1385716" y="8850"/>
                </a:cubicBezTo>
                <a:cubicBezTo>
                  <a:pt x="1385957" y="8609"/>
                  <a:pt x="1386235" y="8417"/>
                  <a:pt x="1386551" y="8274"/>
                </a:cubicBezTo>
                <a:cubicBezTo>
                  <a:pt x="1386867" y="8130"/>
                  <a:pt x="1387208" y="8058"/>
                  <a:pt x="1387575" y="8058"/>
                </a:cubicBez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Text +">
            <a:extLst xmlns:a="http://schemas.openxmlformats.org/drawingml/2006/main">
              <a:ext uri="{FF2B5EF4-FFF2-40B4-BE49-F238E27FC236}">
                <a16:creationId xmlns:a16="http://schemas.microsoft.com/office/drawing/2014/main" id="{8B325A51-EB80-4714-81ED-523F9B04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242" y="9626681"/>
            <a:ext cx="16495" cy="16633"/>
          </a:xfrm>
          <a:custGeom xmlns:a="http://schemas.openxmlformats.org/drawingml/2006/main">
            <a:pathLst>
              <a:path w="16495" h="16633">
                <a:moveTo>
                  <a:pt x="16495" y="9608"/>
                </a:moveTo>
                <a:lnTo>
                  <a:pt x="9729" y="9608"/>
                </a:lnTo>
                <a:lnTo>
                  <a:pt x="9729" y="16633"/>
                </a:lnTo>
                <a:lnTo>
                  <a:pt x="6767" y="16633"/>
                </a:lnTo>
                <a:lnTo>
                  <a:pt x="6767" y="9608"/>
                </a:lnTo>
                <a:lnTo>
                  <a:pt x="0" y="9608"/>
                </a:lnTo>
                <a:lnTo>
                  <a:pt x="0" y="6991"/>
                </a:lnTo>
                <a:lnTo>
                  <a:pt x="6767" y="6991"/>
                </a:lnTo>
                <a:lnTo>
                  <a:pt x="6767" y="0"/>
                </a:lnTo>
                <a:lnTo>
                  <a:pt x="9729" y="0"/>
                </a:lnTo>
                <a:lnTo>
                  <a:pt x="9729" y="6991"/>
                </a:lnTo>
                <a:lnTo>
                  <a:pt x="16495" y="6991"/>
                </a:lnTo>
                <a:lnTo>
                  <a:pt x="16495" y="9608"/>
                </a:ln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Text constoverlayNode=dropDownNode&amp;&amp;dropDownNode.overlay&amp;&amp;">
            <a:extLst xmlns:a="http://schemas.openxmlformats.org/drawingml/2006/main">
              <a:ext uri="{FF2B5EF4-FFF2-40B4-BE49-F238E27FC236}">
                <a16:creationId xmlns:a16="http://schemas.microsoft.com/office/drawing/2014/main" id="{8A92292B-D407-4B2E-AD29-98FDC56E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010" y="9620035"/>
            <a:ext cx="1144056" cy="31510"/>
          </a:xfrm>
          <a:custGeom xmlns:a="http://schemas.openxmlformats.org/drawingml/2006/main">
            <a:pathLst>
              <a:path w="1144056" h="31510">
                <a:moveTo>
                  <a:pt x="13465" y="23710"/>
                </a:moveTo>
                <a:cubicBezTo>
                  <a:pt x="12684" y="24009"/>
                  <a:pt x="11884" y="24229"/>
                  <a:pt x="11063" y="24373"/>
                </a:cubicBezTo>
                <a:cubicBezTo>
                  <a:pt x="10242" y="24516"/>
                  <a:pt x="9396" y="24588"/>
                  <a:pt x="8523" y="24588"/>
                </a:cubicBezTo>
                <a:cubicBezTo>
                  <a:pt x="5791" y="24588"/>
                  <a:pt x="3688" y="23848"/>
                  <a:pt x="2213" y="22367"/>
                </a:cubicBezTo>
                <a:cubicBezTo>
                  <a:pt x="738" y="20886"/>
                  <a:pt x="0" y="18722"/>
                  <a:pt x="0" y="15876"/>
                </a:cubicBezTo>
                <a:cubicBezTo>
                  <a:pt x="0" y="14510"/>
                  <a:pt x="212" y="13270"/>
                  <a:pt x="637" y="12156"/>
                </a:cubicBezTo>
                <a:cubicBezTo>
                  <a:pt x="1062" y="11043"/>
                  <a:pt x="1659" y="10090"/>
                  <a:pt x="2428" y="9298"/>
                </a:cubicBezTo>
                <a:cubicBezTo>
                  <a:pt x="3197" y="8506"/>
                  <a:pt x="4115" y="7895"/>
                  <a:pt x="5183" y="7464"/>
                </a:cubicBezTo>
                <a:cubicBezTo>
                  <a:pt x="6250" y="7034"/>
                  <a:pt x="7427" y="6819"/>
                  <a:pt x="8713" y="6819"/>
                </a:cubicBezTo>
                <a:cubicBezTo>
                  <a:pt x="9608" y="6819"/>
                  <a:pt x="10446" y="6883"/>
                  <a:pt x="11227" y="7012"/>
                </a:cubicBezTo>
                <a:cubicBezTo>
                  <a:pt x="12007" y="7141"/>
                  <a:pt x="12753" y="7352"/>
                  <a:pt x="13465" y="7645"/>
                </a:cubicBezTo>
                <a:lnTo>
                  <a:pt x="13465" y="10503"/>
                </a:lnTo>
                <a:cubicBezTo>
                  <a:pt x="12719" y="10107"/>
                  <a:pt x="11958" y="9819"/>
                  <a:pt x="11184" y="9638"/>
                </a:cubicBezTo>
                <a:cubicBezTo>
                  <a:pt x="10409" y="9457"/>
                  <a:pt x="9608" y="9367"/>
                  <a:pt x="8782" y="9367"/>
                </a:cubicBezTo>
                <a:cubicBezTo>
                  <a:pt x="8012" y="9367"/>
                  <a:pt x="7286" y="9513"/>
                  <a:pt x="6603" y="9806"/>
                </a:cubicBezTo>
                <a:cubicBezTo>
                  <a:pt x="5920" y="10099"/>
                  <a:pt x="5321" y="10521"/>
                  <a:pt x="4804" y="11072"/>
                </a:cubicBezTo>
                <a:cubicBezTo>
                  <a:pt x="4287" y="11623"/>
                  <a:pt x="3880" y="12294"/>
                  <a:pt x="3581" y="13086"/>
                </a:cubicBezTo>
                <a:cubicBezTo>
                  <a:pt x="3283" y="13878"/>
                  <a:pt x="3134" y="14774"/>
                  <a:pt x="3134" y="15772"/>
                </a:cubicBezTo>
                <a:cubicBezTo>
                  <a:pt x="3134" y="17861"/>
                  <a:pt x="3642" y="19425"/>
                  <a:pt x="4658" y="20464"/>
                </a:cubicBezTo>
                <a:cubicBezTo>
                  <a:pt x="5674" y="21503"/>
                  <a:pt x="7083" y="22023"/>
                  <a:pt x="8885" y="22023"/>
                </a:cubicBezTo>
                <a:cubicBezTo>
                  <a:pt x="9700" y="22023"/>
                  <a:pt x="10489" y="21931"/>
                  <a:pt x="11252" y="21747"/>
                </a:cubicBezTo>
                <a:cubicBezTo>
                  <a:pt x="12016" y="21563"/>
                  <a:pt x="12753" y="21288"/>
                  <a:pt x="13465" y="20921"/>
                </a:cubicBezTo>
                <a:lnTo>
                  <a:pt x="13465" y="23710"/>
                </a:lnTo>
                <a:close/>
                <a:moveTo>
                  <a:pt x="34761" y="15566"/>
                </a:moveTo>
                <a:cubicBezTo>
                  <a:pt x="34761" y="16909"/>
                  <a:pt x="34571" y="18140"/>
                  <a:pt x="34192" y="19259"/>
                </a:cubicBezTo>
                <a:cubicBezTo>
                  <a:pt x="33814" y="20378"/>
                  <a:pt x="33268" y="21337"/>
                  <a:pt x="32557" y="22135"/>
                </a:cubicBezTo>
                <a:cubicBezTo>
                  <a:pt x="31845" y="22932"/>
                  <a:pt x="30978" y="23552"/>
                  <a:pt x="29957" y="23994"/>
                </a:cubicBezTo>
                <a:cubicBezTo>
                  <a:pt x="28935" y="24436"/>
                  <a:pt x="27776" y="24657"/>
                  <a:pt x="26479" y="24657"/>
                </a:cubicBezTo>
                <a:cubicBezTo>
                  <a:pt x="25239" y="24657"/>
                  <a:pt x="24128" y="24465"/>
                  <a:pt x="23147" y="24080"/>
                </a:cubicBezTo>
                <a:cubicBezTo>
                  <a:pt x="22165" y="23696"/>
                  <a:pt x="21333" y="23130"/>
                  <a:pt x="20650" y="22384"/>
                </a:cubicBezTo>
                <a:cubicBezTo>
                  <a:pt x="19967" y="21638"/>
                  <a:pt x="19445" y="20714"/>
                  <a:pt x="19083" y="19612"/>
                </a:cubicBezTo>
                <a:cubicBezTo>
                  <a:pt x="18722" y="18510"/>
                  <a:pt x="18541" y="17242"/>
                  <a:pt x="18541" y="15807"/>
                </a:cubicBezTo>
                <a:cubicBezTo>
                  <a:pt x="18541" y="14464"/>
                  <a:pt x="18730" y="13238"/>
                  <a:pt x="19109" y="12131"/>
                </a:cubicBezTo>
                <a:cubicBezTo>
                  <a:pt x="19488" y="11023"/>
                  <a:pt x="20033" y="10070"/>
                  <a:pt x="20745" y="9272"/>
                </a:cubicBezTo>
                <a:cubicBezTo>
                  <a:pt x="21456" y="8474"/>
                  <a:pt x="22323" y="7855"/>
                  <a:pt x="23345" y="7413"/>
                </a:cubicBezTo>
                <a:cubicBezTo>
                  <a:pt x="24366" y="6971"/>
                  <a:pt x="25526" y="6750"/>
                  <a:pt x="26823" y="6750"/>
                </a:cubicBezTo>
                <a:cubicBezTo>
                  <a:pt x="28063" y="6750"/>
                  <a:pt x="29173" y="6942"/>
                  <a:pt x="30155" y="7327"/>
                </a:cubicBezTo>
                <a:cubicBezTo>
                  <a:pt x="31136" y="7711"/>
                  <a:pt x="31968" y="8274"/>
                  <a:pt x="32651" y="9014"/>
                </a:cubicBezTo>
                <a:cubicBezTo>
                  <a:pt x="33334" y="9754"/>
                  <a:pt x="33857" y="10676"/>
                  <a:pt x="34218" y="11778"/>
                </a:cubicBezTo>
                <a:cubicBezTo>
                  <a:pt x="34580" y="12880"/>
                  <a:pt x="34761" y="14142"/>
                  <a:pt x="34761" y="15566"/>
                </a:cubicBezTo>
                <a:moveTo>
                  <a:pt x="31696" y="15703"/>
                </a:moveTo>
                <a:cubicBezTo>
                  <a:pt x="31696" y="14636"/>
                  <a:pt x="31578" y="13703"/>
                  <a:pt x="31343" y="12905"/>
                </a:cubicBezTo>
                <a:cubicBezTo>
                  <a:pt x="31107" y="12108"/>
                  <a:pt x="30772" y="11442"/>
                  <a:pt x="30335" y="10908"/>
                </a:cubicBezTo>
                <a:cubicBezTo>
                  <a:pt x="29899" y="10374"/>
                  <a:pt x="29368" y="9972"/>
                  <a:pt x="28743" y="9703"/>
                </a:cubicBezTo>
                <a:cubicBezTo>
                  <a:pt x="28117" y="9433"/>
                  <a:pt x="27420" y="9298"/>
                  <a:pt x="26651" y="9298"/>
                </a:cubicBezTo>
                <a:cubicBezTo>
                  <a:pt x="25755" y="9298"/>
                  <a:pt x="24989" y="9473"/>
                  <a:pt x="24352" y="9823"/>
                </a:cubicBezTo>
                <a:cubicBezTo>
                  <a:pt x="23715" y="10173"/>
                  <a:pt x="23193" y="10641"/>
                  <a:pt x="22785" y="11227"/>
                </a:cubicBezTo>
                <a:cubicBezTo>
                  <a:pt x="22378" y="11812"/>
                  <a:pt x="22079" y="12492"/>
                  <a:pt x="21890" y="13267"/>
                </a:cubicBezTo>
                <a:cubicBezTo>
                  <a:pt x="21700" y="14042"/>
                  <a:pt x="21606" y="14854"/>
                  <a:pt x="21606" y="15703"/>
                </a:cubicBezTo>
                <a:cubicBezTo>
                  <a:pt x="21606" y="16771"/>
                  <a:pt x="21723" y="17706"/>
                  <a:pt x="21959" y="18510"/>
                </a:cubicBezTo>
                <a:cubicBezTo>
                  <a:pt x="22194" y="19314"/>
                  <a:pt x="22530" y="19982"/>
                  <a:pt x="22966" y="20516"/>
                </a:cubicBezTo>
                <a:cubicBezTo>
                  <a:pt x="23402" y="21050"/>
                  <a:pt x="23930" y="21452"/>
                  <a:pt x="24550" y="21721"/>
                </a:cubicBezTo>
                <a:cubicBezTo>
                  <a:pt x="25170" y="21991"/>
                  <a:pt x="25870" y="22126"/>
                  <a:pt x="26651" y="22126"/>
                </a:cubicBezTo>
                <a:cubicBezTo>
                  <a:pt x="27546" y="22126"/>
                  <a:pt x="28312" y="21951"/>
                  <a:pt x="28949" y="21601"/>
                </a:cubicBezTo>
                <a:cubicBezTo>
                  <a:pt x="29586" y="21251"/>
                  <a:pt x="30109" y="20783"/>
                  <a:pt x="30516" y="20197"/>
                </a:cubicBezTo>
                <a:cubicBezTo>
                  <a:pt x="30924" y="19612"/>
                  <a:pt x="31222" y="18932"/>
                  <a:pt x="31412" y="18157"/>
                </a:cubicBezTo>
                <a:cubicBezTo>
                  <a:pt x="31601" y="17382"/>
                  <a:pt x="31696" y="16564"/>
                  <a:pt x="31696" y="15703"/>
                </a:cubicBezTo>
                <a:close/>
                <a:moveTo>
                  <a:pt x="39389" y="7060"/>
                </a:moveTo>
                <a:lnTo>
                  <a:pt x="42058" y="7060"/>
                </a:lnTo>
                <a:lnTo>
                  <a:pt x="42178" y="9849"/>
                </a:lnTo>
                <a:cubicBezTo>
                  <a:pt x="42683" y="9252"/>
                  <a:pt x="43171" y="8756"/>
                  <a:pt x="43642" y="8360"/>
                </a:cubicBezTo>
                <a:cubicBezTo>
                  <a:pt x="44113" y="7964"/>
                  <a:pt x="44575" y="7645"/>
                  <a:pt x="45028" y="7404"/>
                </a:cubicBezTo>
                <a:cubicBezTo>
                  <a:pt x="45481" y="7163"/>
                  <a:pt x="45943" y="6994"/>
                  <a:pt x="46414" y="6896"/>
                </a:cubicBezTo>
                <a:cubicBezTo>
                  <a:pt x="46885" y="6798"/>
                  <a:pt x="47373" y="6750"/>
                  <a:pt x="47878" y="6750"/>
                </a:cubicBezTo>
                <a:cubicBezTo>
                  <a:pt x="49657" y="6750"/>
                  <a:pt x="51003" y="7275"/>
                  <a:pt x="51915" y="8325"/>
                </a:cubicBezTo>
                <a:cubicBezTo>
                  <a:pt x="52828" y="9376"/>
                  <a:pt x="53284" y="10957"/>
                  <a:pt x="53284" y="13069"/>
                </a:cubicBezTo>
                <a:lnTo>
                  <a:pt x="53284" y="24347"/>
                </a:lnTo>
                <a:lnTo>
                  <a:pt x="50288" y="24347"/>
                </a:lnTo>
                <a:lnTo>
                  <a:pt x="50288" y="13310"/>
                </a:lnTo>
                <a:cubicBezTo>
                  <a:pt x="50288" y="11955"/>
                  <a:pt x="50036" y="10954"/>
                  <a:pt x="49531" y="10305"/>
                </a:cubicBezTo>
                <a:cubicBezTo>
                  <a:pt x="49026" y="9657"/>
                  <a:pt x="48274" y="9333"/>
                  <a:pt x="47275" y="9333"/>
                </a:cubicBezTo>
                <a:cubicBezTo>
                  <a:pt x="46908" y="9333"/>
                  <a:pt x="46549" y="9387"/>
                  <a:pt x="46199" y="9496"/>
                </a:cubicBezTo>
                <a:cubicBezTo>
                  <a:pt x="45849" y="9605"/>
                  <a:pt x="45484" y="9795"/>
                  <a:pt x="45105" y="10064"/>
                </a:cubicBezTo>
                <a:cubicBezTo>
                  <a:pt x="44727" y="10334"/>
                  <a:pt x="44316" y="10699"/>
                  <a:pt x="43874" y="11158"/>
                </a:cubicBezTo>
                <a:cubicBezTo>
                  <a:pt x="43432" y="11617"/>
                  <a:pt x="42936" y="12191"/>
                  <a:pt x="42385" y="12880"/>
                </a:cubicBezTo>
                <a:lnTo>
                  <a:pt x="42385" y="24347"/>
                </a:lnTo>
                <a:lnTo>
                  <a:pt x="39389" y="24347"/>
                </a:lnTo>
                <a:lnTo>
                  <a:pt x="39389" y="7060"/>
                </a:lnTo>
                <a:close/>
                <a:moveTo>
                  <a:pt x="72755" y="19629"/>
                </a:moveTo>
                <a:cubicBezTo>
                  <a:pt x="72755" y="20238"/>
                  <a:pt x="72652" y="20783"/>
                  <a:pt x="72445" y="21265"/>
                </a:cubicBezTo>
                <a:cubicBezTo>
                  <a:pt x="72238" y="21747"/>
                  <a:pt x="71957" y="22175"/>
                  <a:pt x="71601" y="22548"/>
                </a:cubicBezTo>
                <a:cubicBezTo>
                  <a:pt x="71245" y="22921"/>
                  <a:pt x="70832" y="23239"/>
                  <a:pt x="70361" y="23503"/>
                </a:cubicBezTo>
                <a:cubicBezTo>
                  <a:pt x="69891" y="23767"/>
                  <a:pt x="69389" y="23986"/>
                  <a:pt x="68855" y="24158"/>
                </a:cubicBezTo>
                <a:cubicBezTo>
                  <a:pt x="68321" y="24330"/>
                  <a:pt x="67773" y="24456"/>
                  <a:pt x="67210" y="24537"/>
                </a:cubicBezTo>
                <a:cubicBezTo>
                  <a:pt x="66648" y="24617"/>
                  <a:pt x="66097" y="24657"/>
                  <a:pt x="65557" y="24657"/>
                </a:cubicBezTo>
                <a:cubicBezTo>
                  <a:pt x="64387" y="24657"/>
                  <a:pt x="63310" y="24605"/>
                  <a:pt x="62329" y="24502"/>
                </a:cubicBezTo>
                <a:cubicBezTo>
                  <a:pt x="61348" y="24399"/>
                  <a:pt x="60386" y="24232"/>
                  <a:pt x="59445" y="24003"/>
                </a:cubicBezTo>
                <a:lnTo>
                  <a:pt x="59445" y="21248"/>
                </a:lnTo>
                <a:cubicBezTo>
                  <a:pt x="60455" y="21535"/>
                  <a:pt x="61459" y="21753"/>
                  <a:pt x="62458" y="21902"/>
                </a:cubicBezTo>
                <a:cubicBezTo>
                  <a:pt x="63457" y="22051"/>
                  <a:pt x="64450" y="22126"/>
                  <a:pt x="65437" y="22126"/>
                </a:cubicBezTo>
                <a:cubicBezTo>
                  <a:pt x="66872" y="22126"/>
                  <a:pt x="67934" y="21931"/>
                  <a:pt x="68622" y="21541"/>
                </a:cubicBezTo>
                <a:cubicBezTo>
                  <a:pt x="69311" y="21150"/>
                  <a:pt x="69656" y="20593"/>
                  <a:pt x="69656" y="19870"/>
                </a:cubicBezTo>
                <a:cubicBezTo>
                  <a:pt x="69656" y="19560"/>
                  <a:pt x="69601" y="19282"/>
                  <a:pt x="69492" y="19035"/>
                </a:cubicBezTo>
                <a:cubicBezTo>
                  <a:pt x="69383" y="18788"/>
                  <a:pt x="69185" y="18553"/>
                  <a:pt x="68898" y="18329"/>
                </a:cubicBezTo>
                <a:cubicBezTo>
                  <a:pt x="68611" y="18105"/>
                  <a:pt x="68166" y="17873"/>
                  <a:pt x="67563" y="17632"/>
                </a:cubicBezTo>
                <a:cubicBezTo>
                  <a:pt x="66961" y="17391"/>
                  <a:pt x="66137" y="17115"/>
                  <a:pt x="65093" y="16805"/>
                </a:cubicBezTo>
                <a:cubicBezTo>
                  <a:pt x="64312" y="16576"/>
                  <a:pt x="63592" y="16315"/>
                  <a:pt x="62932" y="16022"/>
                </a:cubicBezTo>
                <a:cubicBezTo>
                  <a:pt x="62272" y="15729"/>
                  <a:pt x="61701" y="15382"/>
                  <a:pt x="61218" y="14980"/>
                </a:cubicBezTo>
                <a:cubicBezTo>
                  <a:pt x="60736" y="14578"/>
                  <a:pt x="60357" y="14108"/>
                  <a:pt x="60082" y="13568"/>
                </a:cubicBezTo>
                <a:cubicBezTo>
                  <a:pt x="59806" y="13029"/>
                  <a:pt x="59669" y="12392"/>
                  <a:pt x="59669" y="11657"/>
                </a:cubicBezTo>
                <a:cubicBezTo>
                  <a:pt x="59669" y="11175"/>
                  <a:pt x="59781" y="10647"/>
                  <a:pt x="60004" y="10073"/>
                </a:cubicBezTo>
                <a:cubicBezTo>
                  <a:pt x="60228" y="9499"/>
                  <a:pt x="60610" y="8965"/>
                  <a:pt x="61150" y="8472"/>
                </a:cubicBezTo>
                <a:cubicBezTo>
                  <a:pt x="61689" y="7978"/>
                  <a:pt x="62418" y="7568"/>
                  <a:pt x="63336" y="7240"/>
                </a:cubicBezTo>
                <a:cubicBezTo>
                  <a:pt x="64255" y="6913"/>
                  <a:pt x="65403" y="6750"/>
                  <a:pt x="66780" y="6750"/>
                </a:cubicBezTo>
                <a:cubicBezTo>
                  <a:pt x="67457" y="6750"/>
                  <a:pt x="68209" y="6787"/>
                  <a:pt x="69036" y="6862"/>
                </a:cubicBezTo>
                <a:cubicBezTo>
                  <a:pt x="69862" y="6936"/>
                  <a:pt x="70723" y="7065"/>
                  <a:pt x="71618" y="7249"/>
                </a:cubicBezTo>
                <a:lnTo>
                  <a:pt x="71618" y="9918"/>
                </a:lnTo>
                <a:cubicBezTo>
                  <a:pt x="70677" y="9688"/>
                  <a:pt x="69785" y="9519"/>
                  <a:pt x="68941" y="9410"/>
                </a:cubicBezTo>
                <a:cubicBezTo>
                  <a:pt x="68097" y="9301"/>
                  <a:pt x="67365" y="9246"/>
                  <a:pt x="66746" y="9246"/>
                </a:cubicBezTo>
                <a:cubicBezTo>
                  <a:pt x="65999" y="9246"/>
                  <a:pt x="65371" y="9304"/>
                  <a:pt x="64860" y="9419"/>
                </a:cubicBezTo>
                <a:cubicBezTo>
                  <a:pt x="64349" y="9533"/>
                  <a:pt x="63936" y="9691"/>
                  <a:pt x="63620" y="9892"/>
                </a:cubicBezTo>
                <a:cubicBezTo>
                  <a:pt x="63305" y="10093"/>
                  <a:pt x="63078" y="10328"/>
                  <a:pt x="62940" y="10598"/>
                </a:cubicBezTo>
                <a:cubicBezTo>
                  <a:pt x="62803" y="10868"/>
                  <a:pt x="62734" y="11158"/>
                  <a:pt x="62734" y="11468"/>
                </a:cubicBezTo>
                <a:cubicBezTo>
                  <a:pt x="62734" y="11778"/>
                  <a:pt x="62794" y="12059"/>
                  <a:pt x="62914" y="12311"/>
                </a:cubicBezTo>
                <a:cubicBezTo>
                  <a:pt x="63035" y="12564"/>
                  <a:pt x="63259" y="12808"/>
                  <a:pt x="63586" y="13043"/>
                </a:cubicBezTo>
                <a:cubicBezTo>
                  <a:pt x="63913" y="13278"/>
                  <a:pt x="64369" y="13514"/>
                  <a:pt x="64955" y="13749"/>
                </a:cubicBezTo>
                <a:cubicBezTo>
                  <a:pt x="65540" y="13984"/>
                  <a:pt x="66304" y="14240"/>
                  <a:pt x="67245" y="14515"/>
                </a:cubicBezTo>
                <a:cubicBezTo>
                  <a:pt x="68267" y="14814"/>
                  <a:pt x="69127" y="15127"/>
                  <a:pt x="69828" y="15454"/>
                </a:cubicBezTo>
                <a:cubicBezTo>
                  <a:pt x="70528" y="15781"/>
                  <a:pt x="71096" y="16145"/>
                  <a:pt x="71532" y="16547"/>
                </a:cubicBezTo>
                <a:cubicBezTo>
                  <a:pt x="71969" y="16949"/>
                  <a:pt x="72281" y="17402"/>
                  <a:pt x="72471" y="17907"/>
                </a:cubicBezTo>
                <a:cubicBezTo>
                  <a:pt x="72660" y="18412"/>
                  <a:pt x="72755" y="18986"/>
                  <a:pt x="72755" y="19629"/>
                </a:cubicBezTo>
                <a:close/>
                <a:moveTo>
                  <a:pt x="91651" y="24089"/>
                </a:moveTo>
                <a:cubicBezTo>
                  <a:pt x="90973" y="24267"/>
                  <a:pt x="90273" y="24395"/>
                  <a:pt x="89550" y="24472"/>
                </a:cubicBezTo>
                <a:cubicBezTo>
                  <a:pt x="88827" y="24549"/>
                  <a:pt x="88092" y="24588"/>
                  <a:pt x="87346" y="24588"/>
                </a:cubicBezTo>
                <a:cubicBezTo>
                  <a:pt x="85176" y="24588"/>
                  <a:pt x="83558" y="24097"/>
                  <a:pt x="82490" y="23116"/>
                </a:cubicBezTo>
                <a:cubicBezTo>
                  <a:pt x="81423" y="22135"/>
                  <a:pt x="80889" y="20628"/>
                  <a:pt x="80889" y="18596"/>
                </a:cubicBezTo>
                <a:lnTo>
                  <a:pt x="80889" y="9574"/>
                </a:lnTo>
                <a:lnTo>
                  <a:pt x="76051" y="9574"/>
                </a:lnTo>
                <a:lnTo>
                  <a:pt x="76051" y="7060"/>
                </a:lnTo>
                <a:lnTo>
                  <a:pt x="80889" y="7060"/>
                </a:lnTo>
                <a:lnTo>
                  <a:pt x="80889" y="2292"/>
                </a:lnTo>
                <a:lnTo>
                  <a:pt x="83885" y="1515"/>
                </a:lnTo>
                <a:lnTo>
                  <a:pt x="83885" y="7060"/>
                </a:lnTo>
                <a:lnTo>
                  <a:pt x="91651" y="7060"/>
                </a:lnTo>
                <a:lnTo>
                  <a:pt x="91651" y="9574"/>
                </a:lnTo>
                <a:lnTo>
                  <a:pt x="83885" y="9574"/>
                </a:lnTo>
                <a:lnTo>
                  <a:pt x="83885" y="18355"/>
                </a:lnTo>
                <a:cubicBezTo>
                  <a:pt x="83885" y="19595"/>
                  <a:pt x="84215" y="20522"/>
                  <a:pt x="84875" y="21136"/>
                </a:cubicBezTo>
                <a:cubicBezTo>
                  <a:pt x="85535" y="21750"/>
                  <a:pt x="86508" y="22057"/>
                  <a:pt x="87794" y="22057"/>
                </a:cubicBezTo>
                <a:cubicBezTo>
                  <a:pt x="88345" y="22057"/>
                  <a:pt x="88947" y="22013"/>
                  <a:pt x="89602" y="21924"/>
                </a:cubicBezTo>
                <a:cubicBezTo>
                  <a:pt x="90256" y="21835"/>
                  <a:pt x="90939" y="21696"/>
                  <a:pt x="91651" y="21506"/>
                </a:cubicBezTo>
                <a:lnTo>
                  <a:pt x="91651" y="24089"/>
                </a:lnTo>
                <a:close/>
                <a:moveTo>
                  <a:pt x="132284" y="15566"/>
                </a:moveTo>
                <a:cubicBezTo>
                  <a:pt x="132284" y="16909"/>
                  <a:pt x="132095" y="18140"/>
                  <a:pt x="131716" y="19259"/>
                </a:cubicBezTo>
                <a:cubicBezTo>
                  <a:pt x="131337" y="20378"/>
                  <a:pt x="130792" y="21337"/>
                  <a:pt x="130080" y="22135"/>
                </a:cubicBezTo>
                <a:cubicBezTo>
                  <a:pt x="129368" y="22932"/>
                  <a:pt x="128502" y="23552"/>
                  <a:pt x="127480" y="23994"/>
                </a:cubicBezTo>
                <a:cubicBezTo>
                  <a:pt x="126458" y="24436"/>
                  <a:pt x="125299" y="24657"/>
                  <a:pt x="124002" y="24657"/>
                </a:cubicBezTo>
                <a:cubicBezTo>
                  <a:pt x="122762" y="24657"/>
                  <a:pt x="121651" y="24465"/>
                  <a:pt x="120670" y="24080"/>
                </a:cubicBezTo>
                <a:cubicBezTo>
                  <a:pt x="119689" y="23696"/>
                  <a:pt x="118856" y="23130"/>
                  <a:pt x="118173" y="22384"/>
                </a:cubicBezTo>
                <a:cubicBezTo>
                  <a:pt x="117490" y="21638"/>
                  <a:pt x="116968" y="20714"/>
                  <a:pt x="116606" y="19612"/>
                </a:cubicBezTo>
                <a:cubicBezTo>
                  <a:pt x="116245" y="18510"/>
                  <a:pt x="116064" y="17242"/>
                  <a:pt x="116064" y="15807"/>
                </a:cubicBezTo>
                <a:cubicBezTo>
                  <a:pt x="116064" y="14464"/>
                  <a:pt x="116253" y="13238"/>
                  <a:pt x="116632" y="12131"/>
                </a:cubicBezTo>
                <a:cubicBezTo>
                  <a:pt x="117011" y="11023"/>
                  <a:pt x="117556" y="10070"/>
                  <a:pt x="118268" y="9272"/>
                </a:cubicBezTo>
                <a:cubicBezTo>
                  <a:pt x="118980" y="8474"/>
                  <a:pt x="119846" y="7855"/>
                  <a:pt x="120868" y="7413"/>
                </a:cubicBezTo>
                <a:cubicBezTo>
                  <a:pt x="121890" y="6971"/>
                  <a:pt x="123049" y="6750"/>
                  <a:pt x="124346" y="6750"/>
                </a:cubicBezTo>
                <a:cubicBezTo>
                  <a:pt x="125586" y="6750"/>
                  <a:pt x="126696" y="6942"/>
                  <a:pt x="127678" y="7327"/>
                </a:cubicBezTo>
                <a:cubicBezTo>
                  <a:pt x="128659" y="7711"/>
                  <a:pt x="129492" y="8274"/>
                  <a:pt x="130175" y="9014"/>
                </a:cubicBezTo>
                <a:cubicBezTo>
                  <a:pt x="130858" y="9754"/>
                  <a:pt x="131380" y="10676"/>
                  <a:pt x="131742" y="11778"/>
                </a:cubicBezTo>
                <a:cubicBezTo>
                  <a:pt x="132103" y="12880"/>
                  <a:pt x="132284" y="14142"/>
                  <a:pt x="132284" y="15566"/>
                </a:cubicBezTo>
                <a:moveTo>
                  <a:pt x="129219" y="15703"/>
                </a:moveTo>
                <a:cubicBezTo>
                  <a:pt x="129219" y="14636"/>
                  <a:pt x="129101" y="13703"/>
                  <a:pt x="128866" y="12905"/>
                </a:cubicBezTo>
                <a:cubicBezTo>
                  <a:pt x="128631" y="12108"/>
                  <a:pt x="128295" y="11442"/>
                  <a:pt x="127859" y="10908"/>
                </a:cubicBezTo>
                <a:cubicBezTo>
                  <a:pt x="127423" y="10374"/>
                  <a:pt x="126892" y="9972"/>
                  <a:pt x="126266" y="9703"/>
                </a:cubicBezTo>
                <a:cubicBezTo>
                  <a:pt x="125640" y="9433"/>
                  <a:pt x="124943" y="9298"/>
                  <a:pt x="124174" y="9298"/>
                </a:cubicBezTo>
                <a:cubicBezTo>
                  <a:pt x="123279" y="9298"/>
                  <a:pt x="122512" y="9473"/>
                  <a:pt x="121875" y="9823"/>
                </a:cubicBezTo>
                <a:cubicBezTo>
                  <a:pt x="121238" y="10173"/>
                  <a:pt x="120716" y="10641"/>
                  <a:pt x="120308" y="11227"/>
                </a:cubicBezTo>
                <a:cubicBezTo>
                  <a:pt x="119901" y="11812"/>
                  <a:pt x="119602" y="12492"/>
                  <a:pt x="119413" y="13267"/>
                </a:cubicBezTo>
                <a:cubicBezTo>
                  <a:pt x="119224" y="14042"/>
                  <a:pt x="119129" y="14854"/>
                  <a:pt x="119129" y="15703"/>
                </a:cubicBezTo>
                <a:cubicBezTo>
                  <a:pt x="119129" y="16771"/>
                  <a:pt x="119247" y="17706"/>
                  <a:pt x="119482" y="18510"/>
                </a:cubicBezTo>
                <a:cubicBezTo>
                  <a:pt x="119717" y="19314"/>
                  <a:pt x="120053" y="19982"/>
                  <a:pt x="120489" y="20516"/>
                </a:cubicBezTo>
                <a:cubicBezTo>
                  <a:pt x="120925" y="21050"/>
                  <a:pt x="121453" y="21452"/>
                  <a:pt x="122073" y="21721"/>
                </a:cubicBezTo>
                <a:cubicBezTo>
                  <a:pt x="122693" y="21991"/>
                  <a:pt x="123393" y="22126"/>
                  <a:pt x="124174" y="22126"/>
                </a:cubicBezTo>
                <a:cubicBezTo>
                  <a:pt x="125069" y="22126"/>
                  <a:pt x="125836" y="21951"/>
                  <a:pt x="126473" y="21601"/>
                </a:cubicBezTo>
                <a:cubicBezTo>
                  <a:pt x="127110" y="21251"/>
                  <a:pt x="127632" y="20783"/>
                  <a:pt x="128040" y="20197"/>
                </a:cubicBezTo>
                <a:cubicBezTo>
                  <a:pt x="128447" y="19612"/>
                  <a:pt x="128746" y="18932"/>
                  <a:pt x="128935" y="18157"/>
                </a:cubicBezTo>
                <a:cubicBezTo>
                  <a:pt x="129124" y="17382"/>
                  <a:pt x="129219" y="16564"/>
                  <a:pt x="129219" y="15703"/>
                </a:cubicBezTo>
                <a:close/>
                <a:moveTo>
                  <a:pt x="135293" y="7060"/>
                </a:moveTo>
                <a:lnTo>
                  <a:pt x="138703" y="7060"/>
                </a:lnTo>
                <a:lnTo>
                  <a:pt x="142938" y="18493"/>
                </a:lnTo>
                <a:lnTo>
                  <a:pt x="143851" y="21282"/>
                </a:lnTo>
                <a:lnTo>
                  <a:pt x="144798" y="18424"/>
                </a:lnTo>
                <a:lnTo>
                  <a:pt x="148999" y="7060"/>
                </a:lnTo>
                <a:lnTo>
                  <a:pt x="152288" y="7060"/>
                </a:lnTo>
                <a:lnTo>
                  <a:pt x="145504" y="24347"/>
                </a:lnTo>
                <a:lnTo>
                  <a:pt x="142060" y="24347"/>
                </a:lnTo>
                <a:lnTo>
                  <a:pt x="135293" y="7060"/>
                </a:lnTo>
                <a:close/>
                <a:moveTo>
                  <a:pt x="170168" y="14791"/>
                </a:moveTo>
                <a:cubicBezTo>
                  <a:pt x="170168" y="15216"/>
                  <a:pt x="170162" y="15571"/>
                  <a:pt x="170151" y="15858"/>
                </a:cubicBezTo>
                <a:cubicBezTo>
                  <a:pt x="170139" y="16145"/>
                  <a:pt x="170122" y="16415"/>
                  <a:pt x="170099" y="16668"/>
                </a:cubicBezTo>
                <a:lnTo>
                  <a:pt x="157960" y="16668"/>
                </a:lnTo>
                <a:cubicBezTo>
                  <a:pt x="157960" y="18435"/>
                  <a:pt x="158453" y="19793"/>
                  <a:pt x="159441" y="20740"/>
                </a:cubicBezTo>
                <a:cubicBezTo>
                  <a:pt x="160428" y="21687"/>
                  <a:pt x="161851" y="22160"/>
                  <a:pt x="163711" y="22160"/>
                </a:cubicBezTo>
                <a:cubicBezTo>
                  <a:pt x="164216" y="22160"/>
                  <a:pt x="164721" y="22140"/>
                  <a:pt x="165226" y="22099"/>
                </a:cubicBezTo>
                <a:cubicBezTo>
                  <a:pt x="165731" y="22058"/>
                  <a:pt x="166219" y="22002"/>
                  <a:pt x="166690" y="21932"/>
                </a:cubicBezTo>
                <a:cubicBezTo>
                  <a:pt x="167160" y="21861"/>
                  <a:pt x="167611" y="21782"/>
                  <a:pt x="168041" y="21694"/>
                </a:cubicBezTo>
                <a:cubicBezTo>
                  <a:pt x="168472" y="21606"/>
                  <a:pt x="168871" y="21509"/>
                  <a:pt x="169238" y="21403"/>
                </a:cubicBezTo>
                <a:lnTo>
                  <a:pt x="169238" y="23865"/>
                </a:lnTo>
                <a:cubicBezTo>
                  <a:pt x="168423" y="24100"/>
                  <a:pt x="167502" y="24290"/>
                  <a:pt x="166474" y="24437"/>
                </a:cubicBezTo>
                <a:cubicBezTo>
                  <a:pt x="165447" y="24584"/>
                  <a:pt x="164382" y="24657"/>
                  <a:pt x="163280" y="24657"/>
                </a:cubicBezTo>
                <a:cubicBezTo>
                  <a:pt x="161800" y="24657"/>
                  <a:pt x="160525" y="24456"/>
                  <a:pt x="159458" y="24054"/>
                </a:cubicBezTo>
                <a:cubicBezTo>
                  <a:pt x="158390" y="23653"/>
                  <a:pt x="157515" y="23070"/>
                  <a:pt x="156832" y="22307"/>
                </a:cubicBezTo>
                <a:cubicBezTo>
                  <a:pt x="156149" y="21543"/>
                  <a:pt x="155644" y="20608"/>
                  <a:pt x="155317" y="19500"/>
                </a:cubicBezTo>
                <a:cubicBezTo>
                  <a:pt x="154990" y="18392"/>
                  <a:pt x="154826" y="17138"/>
                  <a:pt x="154826" y="15738"/>
                </a:cubicBezTo>
                <a:cubicBezTo>
                  <a:pt x="154826" y="14521"/>
                  <a:pt x="155001" y="13370"/>
                  <a:pt x="155351" y="12285"/>
                </a:cubicBezTo>
                <a:cubicBezTo>
                  <a:pt x="155701" y="11201"/>
                  <a:pt x="156212" y="10248"/>
                  <a:pt x="156884" y="9427"/>
                </a:cubicBezTo>
                <a:cubicBezTo>
                  <a:pt x="157555" y="8606"/>
                  <a:pt x="158379" y="7955"/>
                  <a:pt x="159355" y="7473"/>
                </a:cubicBezTo>
                <a:cubicBezTo>
                  <a:pt x="160330" y="6991"/>
                  <a:pt x="161438" y="6750"/>
                  <a:pt x="162678" y="6750"/>
                </a:cubicBezTo>
                <a:cubicBezTo>
                  <a:pt x="163883" y="6750"/>
                  <a:pt x="164951" y="6939"/>
                  <a:pt x="165880" y="7318"/>
                </a:cubicBezTo>
                <a:cubicBezTo>
                  <a:pt x="166810" y="7697"/>
                  <a:pt x="167594" y="8233"/>
                  <a:pt x="168231" y="8928"/>
                </a:cubicBezTo>
                <a:cubicBezTo>
                  <a:pt x="168868" y="9622"/>
                  <a:pt x="169350" y="10466"/>
                  <a:pt x="169677" y="11459"/>
                </a:cubicBezTo>
                <a:cubicBezTo>
                  <a:pt x="170004" y="12452"/>
                  <a:pt x="170168" y="13563"/>
                  <a:pt x="170168" y="14791"/>
                </a:cubicBezTo>
                <a:moveTo>
                  <a:pt x="167051" y="14360"/>
                </a:moveTo>
                <a:cubicBezTo>
                  <a:pt x="167086" y="13591"/>
                  <a:pt x="167011" y="12888"/>
                  <a:pt x="166827" y="12251"/>
                </a:cubicBezTo>
                <a:cubicBezTo>
                  <a:pt x="166644" y="11614"/>
                  <a:pt x="166360" y="11066"/>
                  <a:pt x="165975" y="10607"/>
                </a:cubicBezTo>
                <a:cubicBezTo>
                  <a:pt x="165591" y="10148"/>
                  <a:pt x="165111" y="9789"/>
                  <a:pt x="164537" y="9531"/>
                </a:cubicBezTo>
                <a:cubicBezTo>
                  <a:pt x="163963" y="9272"/>
                  <a:pt x="163298" y="9143"/>
                  <a:pt x="162540" y="9143"/>
                </a:cubicBezTo>
                <a:cubicBezTo>
                  <a:pt x="161886" y="9143"/>
                  <a:pt x="161289" y="9269"/>
                  <a:pt x="160749" y="9522"/>
                </a:cubicBezTo>
                <a:cubicBezTo>
                  <a:pt x="160210" y="9774"/>
                  <a:pt x="159745" y="10130"/>
                  <a:pt x="159355" y="10589"/>
                </a:cubicBezTo>
                <a:cubicBezTo>
                  <a:pt x="158964" y="11049"/>
                  <a:pt x="158649" y="11600"/>
                  <a:pt x="158408" y="12242"/>
                </a:cubicBezTo>
                <a:cubicBezTo>
                  <a:pt x="158166" y="12885"/>
                  <a:pt x="158017" y="13591"/>
                  <a:pt x="157960" y="14360"/>
                </a:cubicBezTo>
                <a:lnTo>
                  <a:pt x="167051" y="14360"/>
                </a:lnTo>
                <a:close/>
                <a:moveTo>
                  <a:pt x="175950" y="7060"/>
                </a:moveTo>
                <a:lnTo>
                  <a:pt x="178688" y="7060"/>
                </a:lnTo>
                <a:lnTo>
                  <a:pt x="178774" y="10237"/>
                </a:lnTo>
                <a:cubicBezTo>
                  <a:pt x="179795" y="9012"/>
                  <a:pt x="180803" y="8124"/>
                  <a:pt x="181795" y="7575"/>
                </a:cubicBezTo>
                <a:cubicBezTo>
                  <a:pt x="182788" y="7025"/>
                  <a:pt x="183790" y="6750"/>
                  <a:pt x="184800" y="6750"/>
                </a:cubicBezTo>
                <a:cubicBezTo>
                  <a:pt x="186591" y="6750"/>
                  <a:pt x="187948" y="7328"/>
                  <a:pt x="188872" y="8484"/>
                </a:cubicBezTo>
                <a:cubicBezTo>
                  <a:pt x="189796" y="9641"/>
                  <a:pt x="190224" y="11359"/>
                  <a:pt x="190155" y="13637"/>
                </a:cubicBezTo>
                <a:lnTo>
                  <a:pt x="187125" y="13637"/>
                </a:lnTo>
                <a:cubicBezTo>
                  <a:pt x="187159" y="12128"/>
                  <a:pt x="186938" y="11033"/>
                  <a:pt x="186462" y="10353"/>
                </a:cubicBezTo>
                <a:cubicBezTo>
                  <a:pt x="185985" y="9673"/>
                  <a:pt x="185288" y="9333"/>
                  <a:pt x="184370" y="9333"/>
                </a:cubicBezTo>
                <a:cubicBezTo>
                  <a:pt x="183968" y="9333"/>
                  <a:pt x="183563" y="9404"/>
                  <a:pt x="183156" y="9547"/>
                </a:cubicBezTo>
                <a:cubicBezTo>
                  <a:pt x="182748" y="9690"/>
                  <a:pt x="182329" y="9918"/>
                  <a:pt x="181899" y="10233"/>
                </a:cubicBezTo>
                <a:cubicBezTo>
                  <a:pt x="181468" y="10547"/>
                  <a:pt x="181012" y="10950"/>
                  <a:pt x="180530" y="11442"/>
                </a:cubicBezTo>
                <a:cubicBezTo>
                  <a:pt x="180048" y="11933"/>
                  <a:pt x="179531" y="12528"/>
                  <a:pt x="178980" y="13225"/>
                </a:cubicBezTo>
                <a:lnTo>
                  <a:pt x="178980" y="24347"/>
                </a:lnTo>
                <a:lnTo>
                  <a:pt x="175950" y="24347"/>
                </a:lnTo>
                <a:lnTo>
                  <a:pt x="175950" y="7060"/>
                </a:lnTo>
                <a:close/>
                <a:moveTo>
                  <a:pt x="200810" y="2462"/>
                </a:moveTo>
                <a:lnTo>
                  <a:pt x="195696" y="2462"/>
                </a:lnTo>
                <a:lnTo>
                  <a:pt x="195696" y="0"/>
                </a:lnTo>
                <a:lnTo>
                  <a:pt x="203840" y="0"/>
                </a:lnTo>
                <a:lnTo>
                  <a:pt x="203840" y="21850"/>
                </a:lnTo>
                <a:lnTo>
                  <a:pt x="208989" y="21850"/>
                </a:lnTo>
                <a:lnTo>
                  <a:pt x="208989" y="24347"/>
                </a:lnTo>
                <a:lnTo>
                  <a:pt x="195128" y="24347"/>
                </a:lnTo>
                <a:lnTo>
                  <a:pt x="195128" y="21850"/>
                </a:lnTo>
                <a:lnTo>
                  <a:pt x="200810" y="21850"/>
                </a:lnTo>
                <a:lnTo>
                  <a:pt x="200810" y="2462"/>
                </a:lnTo>
                <a:close/>
                <a:moveTo>
                  <a:pt x="225704" y="24347"/>
                </a:moveTo>
                <a:lnTo>
                  <a:pt x="225635" y="22018"/>
                </a:lnTo>
                <a:cubicBezTo>
                  <a:pt x="224694" y="22949"/>
                  <a:pt x="223738" y="23622"/>
                  <a:pt x="222768" y="24036"/>
                </a:cubicBezTo>
                <a:cubicBezTo>
                  <a:pt x="221798" y="24450"/>
                  <a:pt x="220780" y="24657"/>
                  <a:pt x="219712" y="24657"/>
                </a:cubicBezTo>
                <a:cubicBezTo>
                  <a:pt x="218725" y="24657"/>
                  <a:pt x="217881" y="24531"/>
                  <a:pt x="217181" y="24278"/>
                </a:cubicBezTo>
                <a:cubicBezTo>
                  <a:pt x="216481" y="24025"/>
                  <a:pt x="215904" y="23677"/>
                  <a:pt x="215450" y="23234"/>
                </a:cubicBezTo>
                <a:cubicBezTo>
                  <a:pt x="214997" y="22792"/>
                  <a:pt x="214664" y="22271"/>
                  <a:pt x="214452" y="21673"/>
                </a:cubicBezTo>
                <a:cubicBezTo>
                  <a:pt x="214239" y="21075"/>
                  <a:pt x="214133" y="20426"/>
                  <a:pt x="214133" y="19724"/>
                </a:cubicBezTo>
                <a:cubicBezTo>
                  <a:pt x="214133" y="17988"/>
                  <a:pt x="214779" y="16629"/>
                  <a:pt x="216070" y="15646"/>
                </a:cubicBezTo>
                <a:cubicBezTo>
                  <a:pt x="217362" y="14663"/>
                  <a:pt x="219270" y="14171"/>
                  <a:pt x="221795" y="14171"/>
                </a:cubicBezTo>
                <a:lnTo>
                  <a:pt x="225377" y="14171"/>
                </a:lnTo>
                <a:lnTo>
                  <a:pt x="225377" y="12661"/>
                </a:lnTo>
                <a:cubicBezTo>
                  <a:pt x="225377" y="11643"/>
                  <a:pt x="225050" y="10828"/>
                  <a:pt x="224395" y="10216"/>
                </a:cubicBezTo>
                <a:cubicBezTo>
                  <a:pt x="223741" y="9604"/>
                  <a:pt x="222742" y="9298"/>
                  <a:pt x="221399" y="9298"/>
                </a:cubicBezTo>
                <a:cubicBezTo>
                  <a:pt x="220424" y="9298"/>
                  <a:pt x="219462" y="9409"/>
                  <a:pt x="218515" y="9630"/>
                </a:cubicBezTo>
                <a:cubicBezTo>
                  <a:pt x="217568" y="9851"/>
                  <a:pt x="216590" y="10165"/>
                  <a:pt x="215580" y="10572"/>
                </a:cubicBezTo>
                <a:lnTo>
                  <a:pt x="215580" y="7869"/>
                </a:lnTo>
                <a:cubicBezTo>
                  <a:pt x="215958" y="7729"/>
                  <a:pt x="216380" y="7592"/>
                  <a:pt x="216845" y="7458"/>
                </a:cubicBezTo>
                <a:cubicBezTo>
                  <a:pt x="217310" y="7324"/>
                  <a:pt x="217801" y="7204"/>
                  <a:pt x="218317" y="7099"/>
                </a:cubicBezTo>
                <a:cubicBezTo>
                  <a:pt x="218834" y="6994"/>
                  <a:pt x="219373" y="6910"/>
                  <a:pt x="219936" y="6846"/>
                </a:cubicBezTo>
                <a:cubicBezTo>
                  <a:pt x="220498" y="6782"/>
                  <a:pt x="221067" y="6750"/>
                  <a:pt x="221641" y="6750"/>
                </a:cubicBezTo>
                <a:cubicBezTo>
                  <a:pt x="222685" y="6750"/>
                  <a:pt x="223626" y="6864"/>
                  <a:pt x="224464" y="7094"/>
                </a:cubicBezTo>
                <a:cubicBezTo>
                  <a:pt x="225302" y="7324"/>
                  <a:pt x="226011" y="7674"/>
                  <a:pt x="226591" y="8144"/>
                </a:cubicBezTo>
                <a:cubicBezTo>
                  <a:pt x="227171" y="8615"/>
                  <a:pt x="227615" y="9206"/>
                  <a:pt x="227925" y="9918"/>
                </a:cubicBezTo>
                <a:cubicBezTo>
                  <a:pt x="228235" y="10630"/>
                  <a:pt x="228390" y="11468"/>
                  <a:pt x="228390" y="12432"/>
                </a:cubicBezTo>
                <a:lnTo>
                  <a:pt x="228390" y="24347"/>
                </a:lnTo>
                <a:lnTo>
                  <a:pt x="225704" y="24347"/>
                </a:lnTo>
                <a:moveTo>
                  <a:pt x="225377" y="16461"/>
                </a:moveTo>
                <a:lnTo>
                  <a:pt x="221572" y="16461"/>
                </a:lnTo>
                <a:cubicBezTo>
                  <a:pt x="220825" y="16461"/>
                  <a:pt x="220183" y="16536"/>
                  <a:pt x="219643" y="16686"/>
                </a:cubicBezTo>
                <a:cubicBezTo>
                  <a:pt x="219104" y="16836"/>
                  <a:pt x="218662" y="17048"/>
                  <a:pt x="218317" y="17325"/>
                </a:cubicBezTo>
                <a:cubicBezTo>
                  <a:pt x="217973" y="17601"/>
                  <a:pt x="217718" y="17932"/>
                  <a:pt x="217551" y="18318"/>
                </a:cubicBezTo>
                <a:cubicBezTo>
                  <a:pt x="217385" y="18704"/>
                  <a:pt x="217301" y="19138"/>
                  <a:pt x="217301" y="19622"/>
                </a:cubicBezTo>
                <a:cubicBezTo>
                  <a:pt x="217301" y="19956"/>
                  <a:pt x="217353" y="20275"/>
                  <a:pt x="217456" y="20581"/>
                </a:cubicBezTo>
                <a:cubicBezTo>
                  <a:pt x="217560" y="20885"/>
                  <a:pt x="217726" y="21156"/>
                  <a:pt x="217956" y="21392"/>
                </a:cubicBezTo>
                <a:cubicBezTo>
                  <a:pt x="218185" y="21628"/>
                  <a:pt x="218484" y="21815"/>
                  <a:pt x="218851" y="21953"/>
                </a:cubicBezTo>
                <a:cubicBezTo>
                  <a:pt x="219218" y="22091"/>
                  <a:pt x="219666" y="22160"/>
                  <a:pt x="220194" y="22160"/>
                </a:cubicBezTo>
                <a:cubicBezTo>
                  <a:pt x="220883" y="22160"/>
                  <a:pt x="221672" y="21950"/>
                  <a:pt x="222562" y="21530"/>
                </a:cubicBezTo>
                <a:cubicBezTo>
                  <a:pt x="223451" y="21110"/>
                  <a:pt x="224390" y="20445"/>
                  <a:pt x="225377" y="19535"/>
                </a:cubicBezTo>
                <a:lnTo>
                  <a:pt x="225377" y="16461"/>
                </a:lnTo>
                <a:close/>
                <a:moveTo>
                  <a:pt x="248629" y="7060"/>
                </a:moveTo>
                <a:lnTo>
                  <a:pt x="242740" y="22522"/>
                </a:lnTo>
                <a:cubicBezTo>
                  <a:pt x="242132" y="24095"/>
                  <a:pt x="241503" y="25449"/>
                  <a:pt x="240855" y="26586"/>
                </a:cubicBezTo>
                <a:cubicBezTo>
                  <a:pt x="240206" y="27722"/>
                  <a:pt x="239497" y="28655"/>
                  <a:pt x="238728" y="29384"/>
                </a:cubicBezTo>
                <a:cubicBezTo>
                  <a:pt x="237959" y="30113"/>
                  <a:pt x="237115" y="30649"/>
                  <a:pt x="236197" y="30994"/>
                </a:cubicBezTo>
                <a:cubicBezTo>
                  <a:pt x="235279" y="31338"/>
                  <a:pt x="234251" y="31510"/>
                  <a:pt x="233115" y="31510"/>
                </a:cubicBezTo>
                <a:cubicBezTo>
                  <a:pt x="232816" y="31510"/>
                  <a:pt x="232547" y="31504"/>
                  <a:pt x="232306" y="31493"/>
                </a:cubicBezTo>
                <a:cubicBezTo>
                  <a:pt x="232064" y="31481"/>
                  <a:pt x="231800" y="31464"/>
                  <a:pt x="231513" y="31441"/>
                </a:cubicBezTo>
                <a:lnTo>
                  <a:pt x="231513" y="28721"/>
                </a:lnTo>
                <a:cubicBezTo>
                  <a:pt x="231766" y="28755"/>
                  <a:pt x="232042" y="28787"/>
                  <a:pt x="232340" y="28815"/>
                </a:cubicBezTo>
                <a:cubicBezTo>
                  <a:pt x="232638" y="28844"/>
                  <a:pt x="232954" y="28858"/>
                  <a:pt x="233287" y="28858"/>
                </a:cubicBezTo>
                <a:cubicBezTo>
                  <a:pt x="233838" y="28858"/>
                  <a:pt x="234352" y="28778"/>
                  <a:pt x="234828" y="28617"/>
                </a:cubicBezTo>
                <a:cubicBezTo>
                  <a:pt x="235304" y="28457"/>
                  <a:pt x="235755" y="28196"/>
                  <a:pt x="236180" y="27834"/>
                </a:cubicBezTo>
                <a:cubicBezTo>
                  <a:pt x="236604" y="27472"/>
                  <a:pt x="237012" y="27005"/>
                  <a:pt x="237402" y="26431"/>
                </a:cubicBezTo>
                <a:cubicBezTo>
                  <a:pt x="237793" y="25857"/>
                  <a:pt x="238171" y="25162"/>
                  <a:pt x="238539" y="24347"/>
                </a:cubicBezTo>
                <a:lnTo>
                  <a:pt x="231634" y="7060"/>
                </a:lnTo>
                <a:lnTo>
                  <a:pt x="235043" y="7060"/>
                </a:lnTo>
                <a:lnTo>
                  <a:pt x="239417" y="18493"/>
                </a:lnTo>
                <a:lnTo>
                  <a:pt x="240295" y="21179"/>
                </a:lnTo>
                <a:lnTo>
                  <a:pt x="241294" y="18424"/>
                </a:lnTo>
                <a:lnTo>
                  <a:pt x="245340" y="7060"/>
                </a:lnTo>
                <a:lnTo>
                  <a:pt x="248629" y="7060"/>
                </a:lnTo>
                <a:close/>
                <a:moveTo>
                  <a:pt x="267531" y="24347"/>
                </a:moveTo>
                <a:lnTo>
                  <a:pt x="263536" y="24347"/>
                </a:lnTo>
                <a:lnTo>
                  <a:pt x="256976" y="10301"/>
                </a:lnTo>
                <a:lnTo>
                  <a:pt x="255082" y="5785"/>
                </a:lnTo>
                <a:lnTo>
                  <a:pt x="255082" y="17143"/>
                </a:lnTo>
                <a:lnTo>
                  <a:pt x="255082" y="24347"/>
                </a:lnTo>
                <a:lnTo>
                  <a:pt x="252224" y="24347"/>
                </a:lnTo>
                <a:lnTo>
                  <a:pt x="252224" y="1825"/>
                </a:lnTo>
                <a:lnTo>
                  <a:pt x="256167" y="1825"/>
                </a:lnTo>
                <a:lnTo>
                  <a:pt x="262417" y="15130"/>
                </a:lnTo>
                <a:lnTo>
                  <a:pt x="264673" y="20284"/>
                </a:lnTo>
                <a:lnTo>
                  <a:pt x="264673" y="8219"/>
                </a:lnTo>
                <a:lnTo>
                  <a:pt x="264673" y="1825"/>
                </a:lnTo>
                <a:lnTo>
                  <a:pt x="267531" y="1825"/>
                </a:lnTo>
                <a:lnTo>
                  <a:pt x="267531" y="24347"/>
                </a:lnTo>
                <a:close/>
                <a:moveTo>
                  <a:pt x="287656" y="15566"/>
                </a:moveTo>
                <a:cubicBezTo>
                  <a:pt x="287656" y="16909"/>
                  <a:pt x="287467" y="18140"/>
                  <a:pt x="287088" y="19259"/>
                </a:cubicBezTo>
                <a:cubicBezTo>
                  <a:pt x="286709" y="20378"/>
                  <a:pt x="286164" y="21337"/>
                  <a:pt x="285452" y="22135"/>
                </a:cubicBezTo>
                <a:cubicBezTo>
                  <a:pt x="284740" y="22932"/>
                  <a:pt x="283874" y="23552"/>
                  <a:pt x="282852" y="23994"/>
                </a:cubicBezTo>
                <a:cubicBezTo>
                  <a:pt x="281830" y="24436"/>
                  <a:pt x="280671" y="24657"/>
                  <a:pt x="279374" y="24657"/>
                </a:cubicBezTo>
                <a:cubicBezTo>
                  <a:pt x="278134" y="24657"/>
                  <a:pt x="277023" y="24465"/>
                  <a:pt x="276042" y="24080"/>
                </a:cubicBezTo>
                <a:cubicBezTo>
                  <a:pt x="275060" y="23696"/>
                  <a:pt x="274228" y="23130"/>
                  <a:pt x="273545" y="22384"/>
                </a:cubicBezTo>
                <a:cubicBezTo>
                  <a:pt x="272862" y="21638"/>
                  <a:pt x="272340" y="20714"/>
                  <a:pt x="271978" y="19612"/>
                </a:cubicBezTo>
                <a:cubicBezTo>
                  <a:pt x="271617" y="18510"/>
                  <a:pt x="271436" y="17242"/>
                  <a:pt x="271436" y="15807"/>
                </a:cubicBezTo>
                <a:cubicBezTo>
                  <a:pt x="271436" y="14464"/>
                  <a:pt x="271625" y="13238"/>
                  <a:pt x="272004" y="12131"/>
                </a:cubicBezTo>
                <a:cubicBezTo>
                  <a:pt x="272383" y="11023"/>
                  <a:pt x="272928" y="10070"/>
                  <a:pt x="273640" y="9272"/>
                </a:cubicBezTo>
                <a:cubicBezTo>
                  <a:pt x="274352" y="8474"/>
                  <a:pt x="275218" y="7855"/>
                  <a:pt x="276240" y="7413"/>
                </a:cubicBezTo>
                <a:cubicBezTo>
                  <a:pt x="277262" y="6971"/>
                  <a:pt x="278421" y="6750"/>
                  <a:pt x="279718" y="6750"/>
                </a:cubicBezTo>
                <a:cubicBezTo>
                  <a:pt x="280958" y="6750"/>
                  <a:pt x="282068" y="6942"/>
                  <a:pt x="283050" y="7327"/>
                </a:cubicBezTo>
                <a:cubicBezTo>
                  <a:pt x="284031" y="7711"/>
                  <a:pt x="284864" y="8274"/>
                  <a:pt x="285547" y="9014"/>
                </a:cubicBezTo>
                <a:cubicBezTo>
                  <a:pt x="286230" y="9754"/>
                  <a:pt x="286752" y="10676"/>
                  <a:pt x="287114" y="11778"/>
                </a:cubicBezTo>
                <a:cubicBezTo>
                  <a:pt x="287475" y="12880"/>
                  <a:pt x="287656" y="14142"/>
                  <a:pt x="287656" y="15566"/>
                </a:cubicBezTo>
                <a:moveTo>
                  <a:pt x="284591" y="15703"/>
                </a:moveTo>
                <a:cubicBezTo>
                  <a:pt x="284591" y="14636"/>
                  <a:pt x="284473" y="13703"/>
                  <a:pt x="284238" y="12905"/>
                </a:cubicBezTo>
                <a:cubicBezTo>
                  <a:pt x="284003" y="12108"/>
                  <a:pt x="283667" y="11442"/>
                  <a:pt x="283231" y="10908"/>
                </a:cubicBezTo>
                <a:cubicBezTo>
                  <a:pt x="282795" y="10374"/>
                  <a:pt x="282264" y="9972"/>
                  <a:pt x="281638" y="9703"/>
                </a:cubicBezTo>
                <a:cubicBezTo>
                  <a:pt x="281012" y="9433"/>
                  <a:pt x="280315" y="9298"/>
                  <a:pt x="279546" y="9298"/>
                </a:cubicBezTo>
                <a:cubicBezTo>
                  <a:pt x="278651" y="9298"/>
                  <a:pt x="277884" y="9473"/>
                  <a:pt x="277247" y="9823"/>
                </a:cubicBezTo>
                <a:cubicBezTo>
                  <a:pt x="276610" y="10173"/>
                  <a:pt x="276088" y="10641"/>
                  <a:pt x="275680" y="11227"/>
                </a:cubicBezTo>
                <a:cubicBezTo>
                  <a:pt x="275273" y="11812"/>
                  <a:pt x="274974" y="12492"/>
                  <a:pt x="274785" y="13267"/>
                </a:cubicBezTo>
                <a:cubicBezTo>
                  <a:pt x="274596" y="14042"/>
                  <a:pt x="274501" y="14854"/>
                  <a:pt x="274501" y="15703"/>
                </a:cubicBezTo>
                <a:cubicBezTo>
                  <a:pt x="274501" y="16771"/>
                  <a:pt x="274619" y="17706"/>
                  <a:pt x="274854" y="18510"/>
                </a:cubicBezTo>
                <a:cubicBezTo>
                  <a:pt x="275089" y="19314"/>
                  <a:pt x="275425" y="19982"/>
                  <a:pt x="275861" y="20516"/>
                </a:cubicBezTo>
                <a:cubicBezTo>
                  <a:pt x="276297" y="21050"/>
                  <a:pt x="276825" y="21452"/>
                  <a:pt x="277445" y="21721"/>
                </a:cubicBezTo>
                <a:cubicBezTo>
                  <a:pt x="278065" y="21991"/>
                  <a:pt x="278765" y="22126"/>
                  <a:pt x="279546" y="22126"/>
                </a:cubicBezTo>
                <a:cubicBezTo>
                  <a:pt x="280441" y="22126"/>
                  <a:pt x="281208" y="21951"/>
                  <a:pt x="281845" y="21601"/>
                </a:cubicBezTo>
                <a:cubicBezTo>
                  <a:pt x="282482" y="21251"/>
                  <a:pt x="283004" y="20783"/>
                  <a:pt x="283412" y="20197"/>
                </a:cubicBezTo>
                <a:cubicBezTo>
                  <a:pt x="283819" y="19612"/>
                  <a:pt x="284117" y="18932"/>
                  <a:pt x="284307" y="18157"/>
                </a:cubicBezTo>
                <a:cubicBezTo>
                  <a:pt x="284496" y="17382"/>
                  <a:pt x="284591" y="16564"/>
                  <a:pt x="284591" y="15703"/>
                </a:cubicBezTo>
                <a:close/>
                <a:moveTo>
                  <a:pt x="291406" y="16065"/>
                </a:moveTo>
                <a:cubicBezTo>
                  <a:pt x="291406" y="14596"/>
                  <a:pt x="291607" y="13290"/>
                  <a:pt x="292008" y="12148"/>
                </a:cubicBezTo>
                <a:cubicBezTo>
                  <a:pt x="292410" y="11006"/>
                  <a:pt x="292981" y="10041"/>
                  <a:pt x="293722" y="9255"/>
                </a:cubicBezTo>
                <a:cubicBezTo>
                  <a:pt x="294462" y="8469"/>
                  <a:pt x="295352" y="7872"/>
                  <a:pt x="296391" y="7464"/>
                </a:cubicBezTo>
                <a:cubicBezTo>
                  <a:pt x="297429" y="7057"/>
                  <a:pt x="298586" y="6853"/>
                  <a:pt x="299860" y="6853"/>
                </a:cubicBezTo>
                <a:cubicBezTo>
                  <a:pt x="300411" y="6853"/>
                  <a:pt x="300954" y="6887"/>
                  <a:pt x="301487" y="6956"/>
                </a:cubicBezTo>
                <a:cubicBezTo>
                  <a:pt x="302021" y="7025"/>
                  <a:pt x="302546" y="7134"/>
                  <a:pt x="303063" y="7283"/>
                </a:cubicBezTo>
                <a:lnTo>
                  <a:pt x="303063" y="0"/>
                </a:lnTo>
                <a:lnTo>
                  <a:pt x="306076" y="0"/>
                </a:lnTo>
                <a:lnTo>
                  <a:pt x="306076" y="24347"/>
                </a:lnTo>
                <a:lnTo>
                  <a:pt x="303390" y="24347"/>
                </a:lnTo>
                <a:lnTo>
                  <a:pt x="303287" y="21076"/>
                </a:lnTo>
                <a:cubicBezTo>
                  <a:pt x="302449" y="22292"/>
                  <a:pt x="301542" y="23194"/>
                  <a:pt x="300566" y="23779"/>
                </a:cubicBezTo>
                <a:cubicBezTo>
                  <a:pt x="299590" y="24364"/>
                  <a:pt x="298534" y="24657"/>
                  <a:pt x="297398" y="24657"/>
                </a:cubicBezTo>
                <a:cubicBezTo>
                  <a:pt x="296411" y="24657"/>
                  <a:pt x="295541" y="24450"/>
                  <a:pt x="294789" y="24037"/>
                </a:cubicBezTo>
                <a:cubicBezTo>
                  <a:pt x="294037" y="23624"/>
                  <a:pt x="293412" y="23041"/>
                  <a:pt x="292912" y="22290"/>
                </a:cubicBezTo>
                <a:cubicBezTo>
                  <a:pt x="292413" y="21538"/>
                  <a:pt x="292037" y="20634"/>
                  <a:pt x="291785" y="19578"/>
                </a:cubicBezTo>
                <a:cubicBezTo>
                  <a:pt x="291532" y="18522"/>
                  <a:pt x="291406" y="17351"/>
                  <a:pt x="291406" y="16065"/>
                </a:cubicBezTo>
                <a:moveTo>
                  <a:pt x="294471" y="15876"/>
                </a:moveTo>
                <a:cubicBezTo>
                  <a:pt x="294471" y="17965"/>
                  <a:pt x="294778" y="19523"/>
                  <a:pt x="295392" y="20550"/>
                </a:cubicBezTo>
                <a:cubicBezTo>
                  <a:pt x="296006" y="21578"/>
                  <a:pt x="296876" y="22092"/>
                  <a:pt x="298001" y="22092"/>
                </a:cubicBezTo>
                <a:cubicBezTo>
                  <a:pt x="298758" y="22092"/>
                  <a:pt x="299559" y="21753"/>
                  <a:pt x="300403" y="21076"/>
                </a:cubicBezTo>
                <a:cubicBezTo>
                  <a:pt x="301246" y="20398"/>
                  <a:pt x="302133" y="19394"/>
                  <a:pt x="303063" y="18062"/>
                </a:cubicBezTo>
                <a:lnTo>
                  <a:pt x="303063" y="10038"/>
                </a:lnTo>
                <a:cubicBezTo>
                  <a:pt x="302569" y="9809"/>
                  <a:pt x="302024" y="9634"/>
                  <a:pt x="301427" y="9513"/>
                </a:cubicBezTo>
                <a:cubicBezTo>
                  <a:pt x="300830" y="9393"/>
                  <a:pt x="300239" y="9333"/>
                  <a:pt x="299654" y="9333"/>
                </a:cubicBezTo>
                <a:cubicBezTo>
                  <a:pt x="298023" y="9333"/>
                  <a:pt x="296752" y="9861"/>
                  <a:pt x="295840" y="10917"/>
                </a:cubicBezTo>
                <a:cubicBezTo>
                  <a:pt x="294927" y="11973"/>
                  <a:pt x="294471" y="13626"/>
                  <a:pt x="294471" y="15876"/>
                </a:cubicBezTo>
                <a:close/>
                <a:moveTo>
                  <a:pt x="325540" y="14791"/>
                </a:moveTo>
                <a:cubicBezTo>
                  <a:pt x="325540" y="15216"/>
                  <a:pt x="325534" y="15571"/>
                  <a:pt x="325523" y="15858"/>
                </a:cubicBezTo>
                <a:cubicBezTo>
                  <a:pt x="325511" y="16145"/>
                  <a:pt x="325494" y="16415"/>
                  <a:pt x="325471" y="16668"/>
                </a:cubicBezTo>
                <a:lnTo>
                  <a:pt x="313332" y="16668"/>
                </a:lnTo>
                <a:cubicBezTo>
                  <a:pt x="313332" y="18435"/>
                  <a:pt x="313825" y="19793"/>
                  <a:pt x="314813" y="20740"/>
                </a:cubicBezTo>
                <a:cubicBezTo>
                  <a:pt x="315800" y="21687"/>
                  <a:pt x="317223" y="22160"/>
                  <a:pt x="319083" y="22160"/>
                </a:cubicBezTo>
                <a:cubicBezTo>
                  <a:pt x="319588" y="22160"/>
                  <a:pt x="320093" y="22140"/>
                  <a:pt x="320598" y="22099"/>
                </a:cubicBezTo>
                <a:cubicBezTo>
                  <a:pt x="321103" y="22058"/>
                  <a:pt x="321591" y="22002"/>
                  <a:pt x="322062" y="21932"/>
                </a:cubicBezTo>
                <a:cubicBezTo>
                  <a:pt x="322532" y="21861"/>
                  <a:pt x="322983" y="21782"/>
                  <a:pt x="323413" y="21694"/>
                </a:cubicBezTo>
                <a:cubicBezTo>
                  <a:pt x="323844" y="21606"/>
                  <a:pt x="324243" y="21509"/>
                  <a:pt x="324610" y="21403"/>
                </a:cubicBezTo>
                <a:lnTo>
                  <a:pt x="324610" y="23865"/>
                </a:lnTo>
                <a:cubicBezTo>
                  <a:pt x="323795" y="24100"/>
                  <a:pt x="322874" y="24290"/>
                  <a:pt x="321847" y="24437"/>
                </a:cubicBezTo>
                <a:cubicBezTo>
                  <a:pt x="320819" y="24584"/>
                  <a:pt x="319754" y="24657"/>
                  <a:pt x="318652" y="24657"/>
                </a:cubicBezTo>
                <a:cubicBezTo>
                  <a:pt x="317172" y="24657"/>
                  <a:pt x="315897" y="24456"/>
                  <a:pt x="314830" y="24054"/>
                </a:cubicBezTo>
                <a:cubicBezTo>
                  <a:pt x="313762" y="23653"/>
                  <a:pt x="312887" y="23070"/>
                  <a:pt x="312204" y="22307"/>
                </a:cubicBezTo>
                <a:cubicBezTo>
                  <a:pt x="311521" y="21543"/>
                  <a:pt x="311016" y="20608"/>
                  <a:pt x="310689" y="19500"/>
                </a:cubicBezTo>
                <a:cubicBezTo>
                  <a:pt x="310362" y="18392"/>
                  <a:pt x="310198" y="17138"/>
                  <a:pt x="310198" y="15738"/>
                </a:cubicBezTo>
                <a:cubicBezTo>
                  <a:pt x="310198" y="14521"/>
                  <a:pt x="310373" y="13370"/>
                  <a:pt x="310723" y="12285"/>
                </a:cubicBezTo>
                <a:cubicBezTo>
                  <a:pt x="311073" y="11201"/>
                  <a:pt x="311584" y="10248"/>
                  <a:pt x="312256" y="9427"/>
                </a:cubicBezTo>
                <a:cubicBezTo>
                  <a:pt x="312927" y="8606"/>
                  <a:pt x="313751" y="7955"/>
                  <a:pt x="314727" y="7473"/>
                </a:cubicBezTo>
                <a:cubicBezTo>
                  <a:pt x="315702" y="6991"/>
                  <a:pt x="316810" y="6750"/>
                  <a:pt x="318050" y="6750"/>
                </a:cubicBezTo>
                <a:cubicBezTo>
                  <a:pt x="319255" y="6750"/>
                  <a:pt x="320323" y="6939"/>
                  <a:pt x="321252" y="7318"/>
                </a:cubicBezTo>
                <a:cubicBezTo>
                  <a:pt x="322182" y="7697"/>
                  <a:pt x="322966" y="8233"/>
                  <a:pt x="323603" y="8928"/>
                </a:cubicBezTo>
                <a:cubicBezTo>
                  <a:pt x="324240" y="9622"/>
                  <a:pt x="324722" y="10466"/>
                  <a:pt x="325049" y="11459"/>
                </a:cubicBezTo>
                <a:cubicBezTo>
                  <a:pt x="325376" y="12452"/>
                  <a:pt x="325540" y="13563"/>
                  <a:pt x="325540" y="14791"/>
                </a:cubicBezTo>
                <a:moveTo>
                  <a:pt x="322423" y="14360"/>
                </a:moveTo>
                <a:cubicBezTo>
                  <a:pt x="322458" y="13591"/>
                  <a:pt x="322383" y="12888"/>
                  <a:pt x="322199" y="12251"/>
                </a:cubicBezTo>
                <a:cubicBezTo>
                  <a:pt x="322016" y="11614"/>
                  <a:pt x="321732" y="11066"/>
                  <a:pt x="321347" y="10607"/>
                </a:cubicBezTo>
                <a:cubicBezTo>
                  <a:pt x="320963" y="10148"/>
                  <a:pt x="320483" y="9789"/>
                  <a:pt x="319909" y="9531"/>
                </a:cubicBezTo>
                <a:cubicBezTo>
                  <a:pt x="319335" y="9272"/>
                  <a:pt x="318670" y="9143"/>
                  <a:pt x="317912" y="9143"/>
                </a:cubicBezTo>
                <a:cubicBezTo>
                  <a:pt x="317258" y="9143"/>
                  <a:pt x="316661" y="9269"/>
                  <a:pt x="316121" y="9522"/>
                </a:cubicBezTo>
                <a:cubicBezTo>
                  <a:pt x="315582" y="9774"/>
                  <a:pt x="315117" y="10130"/>
                  <a:pt x="314727" y="10589"/>
                </a:cubicBezTo>
                <a:cubicBezTo>
                  <a:pt x="314336" y="11049"/>
                  <a:pt x="314021" y="11600"/>
                  <a:pt x="313780" y="12242"/>
                </a:cubicBezTo>
                <a:cubicBezTo>
                  <a:pt x="313539" y="12885"/>
                  <a:pt x="313389" y="13591"/>
                  <a:pt x="313332" y="14360"/>
                </a:cubicBezTo>
                <a:lnTo>
                  <a:pt x="322423" y="14360"/>
                </a:lnTo>
                <a:close/>
                <a:moveTo>
                  <a:pt x="364941" y="13224"/>
                </a:moveTo>
                <a:lnTo>
                  <a:pt x="350133" y="13224"/>
                </a:lnTo>
                <a:lnTo>
                  <a:pt x="350133" y="10693"/>
                </a:lnTo>
                <a:lnTo>
                  <a:pt x="364941" y="10693"/>
                </a:lnTo>
                <a:lnTo>
                  <a:pt x="364941" y="13224"/>
                </a:lnTo>
                <a:moveTo>
                  <a:pt x="364941" y="19233"/>
                </a:moveTo>
                <a:lnTo>
                  <a:pt x="350133" y="19233"/>
                </a:lnTo>
                <a:lnTo>
                  <a:pt x="350133" y="16702"/>
                </a:lnTo>
                <a:lnTo>
                  <a:pt x="364941" y="16702"/>
                </a:lnTo>
                <a:lnTo>
                  <a:pt x="364941" y="19233"/>
                </a:lnTo>
                <a:close/>
                <a:moveTo>
                  <a:pt x="388095" y="16065"/>
                </a:moveTo>
                <a:cubicBezTo>
                  <a:pt x="388095" y="14596"/>
                  <a:pt x="388296" y="13290"/>
                  <a:pt x="388698" y="12148"/>
                </a:cubicBezTo>
                <a:cubicBezTo>
                  <a:pt x="389099" y="11006"/>
                  <a:pt x="389671" y="10041"/>
                  <a:pt x="390411" y="9255"/>
                </a:cubicBezTo>
                <a:cubicBezTo>
                  <a:pt x="391151" y="8469"/>
                  <a:pt x="392041" y="7872"/>
                  <a:pt x="393080" y="7464"/>
                </a:cubicBezTo>
                <a:cubicBezTo>
                  <a:pt x="394119" y="7057"/>
                  <a:pt x="395275" y="6853"/>
                  <a:pt x="396549" y="6853"/>
                </a:cubicBezTo>
                <a:cubicBezTo>
                  <a:pt x="397100" y="6853"/>
                  <a:pt x="397643" y="6887"/>
                  <a:pt x="398177" y="6956"/>
                </a:cubicBezTo>
                <a:cubicBezTo>
                  <a:pt x="398710" y="7025"/>
                  <a:pt x="399235" y="7134"/>
                  <a:pt x="399752" y="7283"/>
                </a:cubicBezTo>
                <a:lnTo>
                  <a:pt x="399752" y="0"/>
                </a:lnTo>
                <a:lnTo>
                  <a:pt x="402765" y="0"/>
                </a:lnTo>
                <a:lnTo>
                  <a:pt x="402765" y="24347"/>
                </a:lnTo>
                <a:lnTo>
                  <a:pt x="400079" y="24347"/>
                </a:lnTo>
                <a:lnTo>
                  <a:pt x="399976" y="21076"/>
                </a:lnTo>
                <a:cubicBezTo>
                  <a:pt x="399138" y="22292"/>
                  <a:pt x="398231" y="23194"/>
                  <a:pt x="397255" y="23779"/>
                </a:cubicBezTo>
                <a:cubicBezTo>
                  <a:pt x="396280" y="24364"/>
                  <a:pt x="395224" y="24657"/>
                  <a:pt x="394087" y="24657"/>
                </a:cubicBezTo>
                <a:cubicBezTo>
                  <a:pt x="393100" y="24657"/>
                  <a:pt x="392230" y="24450"/>
                  <a:pt x="391478" y="24037"/>
                </a:cubicBezTo>
                <a:cubicBezTo>
                  <a:pt x="390727" y="23624"/>
                  <a:pt x="390101" y="23041"/>
                  <a:pt x="389602" y="22290"/>
                </a:cubicBezTo>
                <a:cubicBezTo>
                  <a:pt x="389102" y="21538"/>
                  <a:pt x="388726" y="20634"/>
                  <a:pt x="388474" y="19578"/>
                </a:cubicBezTo>
                <a:cubicBezTo>
                  <a:pt x="388221" y="18522"/>
                  <a:pt x="388095" y="17351"/>
                  <a:pt x="388095" y="16065"/>
                </a:cubicBezTo>
                <a:moveTo>
                  <a:pt x="391160" y="15876"/>
                </a:moveTo>
                <a:cubicBezTo>
                  <a:pt x="391160" y="17965"/>
                  <a:pt x="391467" y="19523"/>
                  <a:pt x="392081" y="20550"/>
                </a:cubicBezTo>
                <a:cubicBezTo>
                  <a:pt x="392695" y="21578"/>
                  <a:pt x="393565" y="22092"/>
                  <a:pt x="394690" y="22092"/>
                </a:cubicBezTo>
                <a:cubicBezTo>
                  <a:pt x="395447" y="22092"/>
                  <a:pt x="396248" y="21753"/>
                  <a:pt x="397092" y="21076"/>
                </a:cubicBezTo>
                <a:cubicBezTo>
                  <a:pt x="397935" y="20398"/>
                  <a:pt x="398822" y="19394"/>
                  <a:pt x="399752" y="18062"/>
                </a:cubicBezTo>
                <a:lnTo>
                  <a:pt x="399752" y="10038"/>
                </a:lnTo>
                <a:cubicBezTo>
                  <a:pt x="399258" y="9809"/>
                  <a:pt x="398713" y="9634"/>
                  <a:pt x="398116" y="9513"/>
                </a:cubicBezTo>
                <a:cubicBezTo>
                  <a:pt x="397519" y="9393"/>
                  <a:pt x="396928" y="9333"/>
                  <a:pt x="396343" y="9333"/>
                </a:cubicBezTo>
                <a:cubicBezTo>
                  <a:pt x="394713" y="9333"/>
                  <a:pt x="393441" y="9861"/>
                  <a:pt x="392529" y="10917"/>
                </a:cubicBezTo>
                <a:cubicBezTo>
                  <a:pt x="391616" y="11973"/>
                  <a:pt x="391160" y="13626"/>
                  <a:pt x="391160" y="15876"/>
                </a:cubicBezTo>
                <a:close/>
                <a:moveTo>
                  <a:pt x="409356" y="7060"/>
                </a:moveTo>
                <a:lnTo>
                  <a:pt x="412094" y="7060"/>
                </a:lnTo>
                <a:lnTo>
                  <a:pt x="412180" y="10237"/>
                </a:lnTo>
                <a:cubicBezTo>
                  <a:pt x="413202" y="9012"/>
                  <a:pt x="414209" y="8124"/>
                  <a:pt x="415202" y="7575"/>
                </a:cubicBezTo>
                <a:cubicBezTo>
                  <a:pt x="416195" y="7025"/>
                  <a:pt x="417197" y="6750"/>
                  <a:pt x="418207" y="6750"/>
                </a:cubicBezTo>
                <a:cubicBezTo>
                  <a:pt x="419998" y="6750"/>
                  <a:pt x="421355" y="7328"/>
                  <a:pt x="422279" y="8484"/>
                </a:cubicBezTo>
                <a:cubicBezTo>
                  <a:pt x="423203" y="9641"/>
                  <a:pt x="423631" y="11359"/>
                  <a:pt x="423562" y="13637"/>
                </a:cubicBezTo>
                <a:lnTo>
                  <a:pt x="420531" y="13637"/>
                </a:lnTo>
                <a:cubicBezTo>
                  <a:pt x="420566" y="12128"/>
                  <a:pt x="420345" y="11033"/>
                  <a:pt x="419868" y="10353"/>
                </a:cubicBezTo>
                <a:cubicBezTo>
                  <a:pt x="419392" y="9673"/>
                  <a:pt x="418695" y="9333"/>
                  <a:pt x="417776" y="9333"/>
                </a:cubicBezTo>
                <a:cubicBezTo>
                  <a:pt x="417375" y="9333"/>
                  <a:pt x="416970" y="9404"/>
                  <a:pt x="416562" y="9547"/>
                </a:cubicBezTo>
                <a:cubicBezTo>
                  <a:pt x="416155" y="9690"/>
                  <a:pt x="415736" y="9918"/>
                  <a:pt x="415305" y="10233"/>
                </a:cubicBezTo>
                <a:cubicBezTo>
                  <a:pt x="414875" y="10547"/>
                  <a:pt x="414419" y="10950"/>
                  <a:pt x="413937" y="11442"/>
                </a:cubicBezTo>
                <a:cubicBezTo>
                  <a:pt x="413454" y="11933"/>
                  <a:pt x="412938" y="12528"/>
                  <a:pt x="412387" y="13225"/>
                </a:cubicBezTo>
                <a:lnTo>
                  <a:pt x="412387" y="24347"/>
                </a:lnTo>
                <a:lnTo>
                  <a:pt x="409356" y="24347"/>
                </a:lnTo>
                <a:lnTo>
                  <a:pt x="409356" y="7060"/>
                </a:lnTo>
                <a:close/>
                <a:moveTo>
                  <a:pt x="443377" y="15566"/>
                </a:moveTo>
                <a:cubicBezTo>
                  <a:pt x="443377" y="16909"/>
                  <a:pt x="443187" y="18140"/>
                  <a:pt x="442808" y="19259"/>
                </a:cubicBezTo>
                <a:cubicBezTo>
                  <a:pt x="442430" y="20378"/>
                  <a:pt x="441884" y="21337"/>
                  <a:pt x="441173" y="22135"/>
                </a:cubicBezTo>
                <a:cubicBezTo>
                  <a:pt x="440461" y="22932"/>
                  <a:pt x="439594" y="23552"/>
                  <a:pt x="438573" y="23994"/>
                </a:cubicBezTo>
                <a:cubicBezTo>
                  <a:pt x="437551" y="24436"/>
                  <a:pt x="436392" y="24657"/>
                  <a:pt x="435094" y="24657"/>
                </a:cubicBezTo>
                <a:cubicBezTo>
                  <a:pt x="433855" y="24657"/>
                  <a:pt x="432744" y="24465"/>
                  <a:pt x="431763" y="24080"/>
                </a:cubicBezTo>
                <a:cubicBezTo>
                  <a:pt x="430781" y="23696"/>
                  <a:pt x="429949" y="23130"/>
                  <a:pt x="429266" y="22384"/>
                </a:cubicBezTo>
                <a:cubicBezTo>
                  <a:pt x="428583" y="21638"/>
                  <a:pt x="428061" y="20714"/>
                  <a:pt x="427699" y="19612"/>
                </a:cubicBezTo>
                <a:cubicBezTo>
                  <a:pt x="427337" y="18510"/>
                  <a:pt x="427157" y="17242"/>
                  <a:pt x="427157" y="15807"/>
                </a:cubicBezTo>
                <a:cubicBezTo>
                  <a:pt x="427157" y="14464"/>
                  <a:pt x="427346" y="13238"/>
                  <a:pt x="427725" y="12131"/>
                </a:cubicBezTo>
                <a:cubicBezTo>
                  <a:pt x="428104" y="11023"/>
                  <a:pt x="428649" y="10070"/>
                  <a:pt x="429361" y="9272"/>
                </a:cubicBezTo>
                <a:cubicBezTo>
                  <a:pt x="430072" y="8474"/>
                  <a:pt x="430939" y="7855"/>
                  <a:pt x="431961" y="7413"/>
                </a:cubicBezTo>
                <a:cubicBezTo>
                  <a:pt x="432982" y="6971"/>
                  <a:pt x="434142" y="6750"/>
                  <a:pt x="435439" y="6750"/>
                </a:cubicBezTo>
                <a:cubicBezTo>
                  <a:pt x="436679" y="6750"/>
                  <a:pt x="437789" y="6942"/>
                  <a:pt x="438771" y="7327"/>
                </a:cubicBezTo>
                <a:cubicBezTo>
                  <a:pt x="439752" y="7711"/>
                  <a:pt x="440584" y="8274"/>
                  <a:pt x="441267" y="9014"/>
                </a:cubicBezTo>
                <a:cubicBezTo>
                  <a:pt x="441950" y="9754"/>
                  <a:pt x="442473" y="10676"/>
                  <a:pt x="442834" y="11778"/>
                </a:cubicBezTo>
                <a:cubicBezTo>
                  <a:pt x="443196" y="12880"/>
                  <a:pt x="443377" y="14142"/>
                  <a:pt x="443377" y="15566"/>
                </a:cubicBezTo>
                <a:moveTo>
                  <a:pt x="440312" y="15703"/>
                </a:moveTo>
                <a:cubicBezTo>
                  <a:pt x="440312" y="14636"/>
                  <a:pt x="440194" y="13703"/>
                  <a:pt x="439959" y="12905"/>
                </a:cubicBezTo>
                <a:cubicBezTo>
                  <a:pt x="439723" y="12108"/>
                  <a:pt x="439388" y="11442"/>
                  <a:pt x="438951" y="10908"/>
                </a:cubicBezTo>
                <a:cubicBezTo>
                  <a:pt x="438515" y="10374"/>
                  <a:pt x="437984" y="9972"/>
                  <a:pt x="437359" y="9703"/>
                </a:cubicBezTo>
                <a:cubicBezTo>
                  <a:pt x="436733" y="9433"/>
                  <a:pt x="436036" y="9298"/>
                  <a:pt x="435267" y="9298"/>
                </a:cubicBezTo>
                <a:cubicBezTo>
                  <a:pt x="434371" y="9298"/>
                  <a:pt x="433605" y="9473"/>
                  <a:pt x="432968" y="9823"/>
                </a:cubicBezTo>
                <a:cubicBezTo>
                  <a:pt x="432331" y="10173"/>
                  <a:pt x="431809" y="10641"/>
                  <a:pt x="431401" y="11227"/>
                </a:cubicBezTo>
                <a:cubicBezTo>
                  <a:pt x="430994" y="11812"/>
                  <a:pt x="430695" y="12492"/>
                  <a:pt x="430506" y="13267"/>
                </a:cubicBezTo>
                <a:cubicBezTo>
                  <a:pt x="430316" y="14042"/>
                  <a:pt x="430222" y="14854"/>
                  <a:pt x="430222" y="15703"/>
                </a:cubicBezTo>
                <a:cubicBezTo>
                  <a:pt x="430222" y="16771"/>
                  <a:pt x="430339" y="17706"/>
                  <a:pt x="430575" y="18510"/>
                </a:cubicBezTo>
                <a:cubicBezTo>
                  <a:pt x="430810" y="19314"/>
                  <a:pt x="431146" y="19982"/>
                  <a:pt x="431582" y="20516"/>
                </a:cubicBezTo>
                <a:cubicBezTo>
                  <a:pt x="432018" y="21050"/>
                  <a:pt x="432546" y="21452"/>
                  <a:pt x="433166" y="21721"/>
                </a:cubicBezTo>
                <a:cubicBezTo>
                  <a:pt x="433786" y="21991"/>
                  <a:pt x="434486" y="22126"/>
                  <a:pt x="435267" y="22126"/>
                </a:cubicBezTo>
                <a:cubicBezTo>
                  <a:pt x="436162" y="22126"/>
                  <a:pt x="436928" y="21951"/>
                  <a:pt x="437565" y="21601"/>
                </a:cubicBezTo>
                <a:cubicBezTo>
                  <a:pt x="438202" y="21251"/>
                  <a:pt x="438725" y="20783"/>
                  <a:pt x="439132" y="20197"/>
                </a:cubicBezTo>
                <a:cubicBezTo>
                  <a:pt x="439540" y="19612"/>
                  <a:pt x="439838" y="18932"/>
                  <a:pt x="440028" y="18157"/>
                </a:cubicBezTo>
                <a:cubicBezTo>
                  <a:pt x="440217" y="17382"/>
                  <a:pt x="440312" y="16564"/>
                  <a:pt x="440312" y="15703"/>
                </a:cubicBezTo>
                <a:close/>
                <a:moveTo>
                  <a:pt x="462778" y="15393"/>
                </a:moveTo>
                <a:cubicBezTo>
                  <a:pt x="462778" y="16932"/>
                  <a:pt x="462563" y="18275"/>
                  <a:pt x="462133" y="19423"/>
                </a:cubicBezTo>
                <a:cubicBezTo>
                  <a:pt x="461702" y="20571"/>
                  <a:pt x="461108" y="21523"/>
                  <a:pt x="460351" y="22281"/>
                </a:cubicBezTo>
                <a:cubicBezTo>
                  <a:pt x="459593" y="23039"/>
                  <a:pt x="458698" y="23607"/>
                  <a:pt x="457664" y="23986"/>
                </a:cubicBezTo>
                <a:cubicBezTo>
                  <a:pt x="456631" y="24364"/>
                  <a:pt x="455512" y="24554"/>
                  <a:pt x="454307" y="24554"/>
                </a:cubicBezTo>
                <a:cubicBezTo>
                  <a:pt x="453756" y="24554"/>
                  <a:pt x="453208" y="24525"/>
                  <a:pt x="452662" y="24468"/>
                </a:cubicBezTo>
                <a:cubicBezTo>
                  <a:pt x="452117" y="24410"/>
                  <a:pt x="451563" y="24313"/>
                  <a:pt x="451001" y="24175"/>
                </a:cubicBezTo>
                <a:lnTo>
                  <a:pt x="451001" y="31407"/>
                </a:lnTo>
                <a:lnTo>
                  <a:pt x="448005" y="31407"/>
                </a:lnTo>
                <a:lnTo>
                  <a:pt x="448005" y="7060"/>
                </a:lnTo>
                <a:lnTo>
                  <a:pt x="450674" y="7060"/>
                </a:lnTo>
                <a:lnTo>
                  <a:pt x="450863" y="9952"/>
                </a:lnTo>
                <a:cubicBezTo>
                  <a:pt x="451724" y="8770"/>
                  <a:pt x="452642" y="7941"/>
                  <a:pt x="453618" y="7464"/>
                </a:cubicBezTo>
                <a:cubicBezTo>
                  <a:pt x="454594" y="6988"/>
                  <a:pt x="455650" y="6750"/>
                  <a:pt x="456786" y="6750"/>
                </a:cubicBezTo>
                <a:cubicBezTo>
                  <a:pt x="457774" y="6750"/>
                  <a:pt x="458640" y="6956"/>
                  <a:pt x="459386" y="7370"/>
                </a:cubicBezTo>
                <a:cubicBezTo>
                  <a:pt x="460132" y="7783"/>
                  <a:pt x="460758" y="8365"/>
                  <a:pt x="461263" y="9117"/>
                </a:cubicBezTo>
                <a:cubicBezTo>
                  <a:pt x="461768" y="9869"/>
                  <a:pt x="462147" y="10776"/>
                  <a:pt x="462400" y="11838"/>
                </a:cubicBezTo>
                <a:cubicBezTo>
                  <a:pt x="462652" y="12900"/>
                  <a:pt x="462778" y="14085"/>
                  <a:pt x="462778" y="15393"/>
                </a:cubicBezTo>
                <a:moveTo>
                  <a:pt x="459713" y="15531"/>
                </a:moveTo>
                <a:cubicBezTo>
                  <a:pt x="459713" y="14624"/>
                  <a:pt x="459647" y="13792"/>
                  <a:pt x="459515" y="13035"/>
                </a:cubicBezTo>
                <a:cubicBezTo>
                  <a:pt x="459383" y="12277"/>
                  <a:pt x="459174" y="11628"/>
                  <a:pt x="458887" y="11089"/>
                </a:cubicBezTo>
                <a:cubicBezTo>
                  <a:pt x="458600" y="10549"/>
                  <a:pt x="458233" y="10127"/>
                  <a:pt x="457785" y="9823"/>
                </a:cubicBezTo>
                <a:cubicBezTo>
                  <a:pt x="457337" y="9519"/>
                  <a:pt x="456804" y="9367"/>
                  <a:pt x="456184" y="9367"/>
                </a:cubicBezTo>
                <a:cubicBezTo>
                  <a:pt x="455805" y="9367"/>
                  <a:pt x="455420" y="9427"/>
                  <a:pt x="455030" y="9548"/>
                </a:cubicBezTo>
                <a:cubicBezTo>
                  <a:pt x="454640" y="9668"/>
                  <a:pt x="454235" y="9869"/>
                  <a:pt x="453816" y="10150"/>
                </a:cubicBezTo>
                <a:cubicBezTo>
                  <a:pt x="453397" y="10432"/>
                  <a:pt x="452955" y="10805"/>
                  <a:pt x="452490" y="11270"/>
                </a:cubicBezTo>
                <a:cubicBezTo>
                  <a:pt x="452025" y="11735"/>
                  <a:pt x="451529" y="12311"/>
                  <a:pt x="451001" y="13000"/>
                </a:cubicBezTo>
                <a:lnTo>
                  <a:pt x="451001" y="21386"/>
                </a:lnTo>
                <a:cubicBezTo>
                  <a:pt x="451552" y="21615"/>
                  <a:pt x="452132" y="21796"/>
                  <a:pt x="452740" y="21928"/>
                </a:cubicBezTo>
                <a:cubicBezTo>
                  <a:pt x="453348" y="22060"/>
                  <a:pt x="453945" y="22126"/>
                  <a:pt x="454531" y="22126"/>
                </a:cubicBezTo>
                <a:cubicBezTo>
                  <a:pt x="456149" y="22126"/>
                  <a:pt x="457418" y="21578"/>
                  <a:pt x="458336" y="20482"/>
                </a:cubicBezTo>
                <a:cubicBezTo>
                  <a:pt x="459254" y="19385"/>
                  <a:pt x="459713" y="17735"/>
                  <a:pt x="459713" y="15531"/>
                </a:cubicBezTo>
                <a:close/>
                <a:moveTo>
                  <a:pt x="482035" y="12836"/>
                </a:moveTo>
                <a:cubicBezTo>
                  <a:pt x="482035" y="13916"/>
                  <a:pt x="481952" y="14950"/>
                  <a:pt x="481786" y="15938"/>
                </a:cubicBezTo>
                <a:cubicBezTo>
                  <a:pt x="481619" y="16926"/>
                  <a:pt x="481352" y="17845"/>
                  <a:pt x="480985" y="18695"/>
                </a:cubicBezTo>
                <a:cubicBezTo>
                  <a:pt x="480618" y="19545"/>
                  <a:pt x="480141" y="20318"/>
                  <a:pt x="479556" y="21013"/>
                </a:cubicBezTo>
                <a:cubicBezTo>
                  <a:pt x="478970" y="21708"/>
                  <a:pt x="478253" y="22302"/>
                  <a:pt x="477404" y="22796"/>
                </a:cubicBezTo>
                <a:cubicBezTo>
                  <a:pt x="476554" y="23290"/>
                  <a:pt x="475567" y="23672"/>
                  <a:pt x="474442" y="23943"/>
                </a:cubicBezTo>
                <a:cubicBezTo>
                  <a:pt x="473317" y="24212"/>
                  <a:pt x="472037" y="24347"/>
                  <a:pt x="470602" y="24347"/>
                </a:cubicBezTo>
                <a:lnTo>
                  <a:pt x="465781" y="24347"/>
                </a:lnTo>
                <a:lnTo>
                  <a:pt x="465781" y="1825"/>
                </a:lnTo>
                <a:lnTo>
                  <a:pt x="471584" y="1825"/>
                </a:lnTo>
                <a:cubicBezTo>
                  <a:pt x="475096" y="1825"/>
                  <a:pt x="477716" y="2730"/>
                  <a:pt x="479444" y="4539"/>
                </a:cubicBezTo>
                <a:cubicBezTo>
                  <a:pt x="481172" y="6349"/>
                  <a:pt x="482035" y="9114"/>
                  <a:pt x="482035" y="12836"/>
                </a:cubicBezTo>
                <a:moveTo>
                  <a:pt x="478816" y="13060"/>
                </a:moveTo>
                <a:cubicBezTo>
                  <a:pt x="478816" y="11463"/>
                  <a:pt x="478666" y="10113"/>
                  <a:pt x="478368" y="9010"/>
                </a:cubicBezTo>
                <a:cubicBezTo>
                  <a:pt x="478069" y="7907"/>
                  <a:pt x="477616" y="7016"/>
                  <a:pt x="477008" y="6339"/>
                </a:cubicBezTo>
                <a:cubicBezTo>
                  <a:pt x="476399" y="5661"/>
                  <a:pt x="475636" y="5169"/>
                  <a:pt x="474717" y="4865"/>
                </a:cubicBezTo>
                <a:cubicBezTo>
                  <a:pt x="473799" y="4560"/>
                  <a:pt x="472720" y="4408"/>
                  <a:pt x="471480" y="4408"/>
                </a:cubicBezTo>
                <a:lnTo>
                  <a:pt x="468846" y="4408"/>
                </a:lnTo>
                <a:lnTo>
                  <a:pt x="468846" y="21695"/>
                </a:lnTo>
                <a:lnTo>
                  <a:pt x="471136" y="21695"/>
                </a:lnTo>
                <a:cubicBezTo>
                  <a:pt x="476256" y="21695"/>
                  <a:pt x="478816" y="18817"/>
                  <a:pt x="478816" y="13060"/>
                </a:cubicBezTo>
                <a:close/>
                <a:moveTo>
                  <a:pt x="501386" y="15566"/>
                </a:moveTo>
                <a:cubicBezTo>
                  <a:pt x="501386" y="16909"/>
                  <a:pt x="501196" y="18140"/>
                  <a:pt x="500817" y="19259"/>
                </a:cubicBezTo>
                <a:cubicBezTo>
                  <a:pt x="500438" y="20378"/>
                  <a:pt x="499893" y="21337"/>
                  <a:pt x="499182" y="22135"/>
                </a:cubicBezTo>
                <a:cubicBezTo>
                  <a:pt x="498470" y="22932"/>
                  <a:pt x="497603" y="23552"/>
                  <a:pt x="496582" y="23994"/>
                </a:cubicBezTo>
                <a:cubicBezTo>
                  <a:pt x="495560" y="24436"/>
                  <a:pt x="494400" y="24657"/>
                  <a:pt x="493103" y="24657"/>
                </a:cubicBezTo>
                <a:cubicBezTo>
                  <a:pt x="491864" y="24657"/>
                  <a:pt x="490753" y="24465"/>
                  <a:pt x="489772" y="24080"/>
                </a:cubicBezTo>
                <a:cubicBezTo>
                  <a:pt x="488790" y="23696"/>
                  <a:pt x="487958" y="23130"/>
                  <a:pt x="487275" y="22384"/>
                </a:cubicBezTo>
                <a:cubicBezTo>
                  <a:pt x="486592" y="21638"/>
                  <a:pt x="486070" y="20714"/>
                  <a:pt x="485708" y="19612"/>
                </a:cubicBezTo>
                <a:cubicBezTo>
                  <a:pt x="485346" y="18510"/>
                  <a:pt x="485166" y="17242"/>
                  <a:pt x="485166" y="15807"/>
                </a:cubicBezTo>
                <a:cubicBezTo>
                  <a:pt x="485166" y="14464"/>
                  <a:pt x="485355" y="13238"/>
                  <a:pt x="485734" y="12131"/>
                </a:cubicBezTo>
                <a:cubicBezTo>
                  <a:pt x="486113" y="11023"/>
                  <a:pt x="486658" y="10070"/>
                  <a:pt x="487370" y="9272"/>
                </a:cubicBezTo>
                <a:cubicBezTo>
                  <a:pt x="488081" y="8474"/>
                  <a:pt x="488948" y="7855"/>
                  <a:pt x="489970" y="7413"/>
                </a:cubicBezTo>
                <a:cubicBezTo>
                  <a:pt x="490991" y="6971"/>
                  <a:pt x="492151" y="6750"/>
                  <a:pt x="493448" y="6750"/>
                </a:cubicBezTo>
                <a:cubicBezTo>
                  <a:pt x="494687" y="6750"/>
                  <a:pt x="495798" y="6942"/>
                  <a:pt x="496780" y="7327"/>
                </a:cubicBezTo>
                <a:cubicBezTo>
                  <a:pt x="497761" y="7711"/>
                  <a:pt x="498593" y="8274"/>
                  <a:pt x="499276" y="9014"/>
                </a:cubicBezTo>
                <a:cubicBezTo>
                  <a:pt x="499959" y="9754"/>
                  <a:pt x="500482" y="10676"/>
                  <a:pt x="500843" y="11778"/>
                </a:cubicBezTo>
                <a:cubicBezTo>
                  <a:pt x="501205" y="12880"/>
                  <a:pt x="501386" y="14142"/>
                  <a:pt x="501386" y="15566"/>
                </a:cubicBezTo>
                <a:moveTo>
                  <a:pt x="498321" y="15703"/>
                </a:moveTo>
                <a:cubicBezTo>
                  <a:pt x="498321" y="14636"/>
                  <a:pt x="498203" y="13703"/>
                  <a:pt x="497968" y="12905"/>
                </a:cubicBezTo>
                <a:cubicBezTo>
                  <a:pt x="497732" y="12108"/>
                  <a:pt x="497397" y="11442"/>
                  <a:pt x="496960" y="10908"/>
                </a:cubicBezTo>
                <a:cubicBezTo>
                  <a:pt x="496524" y="10374"/>
                  <a:pt x="495993" y="9972"/>
                  <a:pt x="495368" y="9703"/>
                </a:cubicBezTo>
                <a:cubicBezTo>
                  <a:pt x="494742" y="9433"/>
                  <a:pt x="494045" y="9298"/>
                  <a:pt x="493276" y="9298"/>
                </a:cubicBezTo>
                <a:cubicBezTo>
                  <a:pt x="492380" y="9298"/>
                  <a:pt x="491614" y="9473"/>
                  <a:pt x="490977" y="9823"/>
                </a:cubicBezTo>
                <a:cubicBezTo>
                  <a:pt x="490340" y="10173"/>
                  <a:pt x="489817" y="10641"/>
                  <a:pt x="489410" y="11227"/>
                </a:cubicBezTo>
                <a:cubicBezTo>
                  <a:pt x="489002" y="11812"/>
                  <a:pt x="488704" y="12492"/>
                  <a:pt x="488515" y="13267"/>
                </a:cubicBezTo>
                <a:cubicBezTo>
                  <a:pt x="488325" y="14042"/>
                  <a:pt x="488230" y="14854"/>
                  <a:pt x="488230" y="15703"/>
                </a:cubicBezTo>
                <a:cubicBezTo>
                  <a:pt x="488230" y="16771"/>
                  <a:pt x="488348" y="17706"/>
                  <a:pt x="488583" y="18510"/>
                </a:cubicBezTo>
                <a:cubicBezTo>
                  <a:pt x="488819" y="19314"/>
                  <a:pt x="489155" y="19982"/>
                  <a:pt x="489591" y="20516"/>
                </a:cubicBezTo>
                <a:cubicBezTo>
                  <a:pt x="490027" y="21050"/>
                  <a:pt x="490555" y="21452"/>
                  <a:pt x="491175" y="21721"/>
                </a:cubicBezTo>
                <a:cubicBezTo>
                  <a:pt x="491795" y="21991"/>
                  <a:pt x="492495" y="22126"/>
                  <a:pt x="493276" y="22126"/>
                </a:cubicBezTo>
                <a:cubicBezTo>
                  <a:pt x="494171" y="22126"/>
                  <a:pt x="494937" y="21951"/>
                  <a:pt x="495574" y="21601"/>
                </a:cubicBezTo>
                <a:cubicBezTo>
                  <a:pt x="496211" y="21251"/>
                  <a:pt x="496734" y="20783"/>
                  <a:pt x="497141" y="20197"/>
                </a:cubicBezTo>
                <a:cubicBezTo>
                  <a:pt x="497549" y="19612"/>
                  <a:pt x="497847" y="18932"/>
                  <a:pt x="498036" y="18157"/>
                </a:cubicBezTo>
                <a:cubicBezTo>
                  <a:pt x="498226" y="17382"/>
                  <a:pt x="498321" y="16564"/>
                  <a:pt x="498321" y="15703"/>
                </a:cubicBezTo>
                <a:close/>
                <a:moveTo>
                  <a:pt x="522027" y="7060"/>
                </a:moveTo>
                <a:lnTo>
                  <a:pt x="519513" y="24347"/>
                </a:lnTo>
                <a:lnTo>
                  <a:pt x="515880" y="24347"/>
                </a:lnTo>
                <a:lnTo>
                  <a:pt x="513383" y="17115"/>
                </a:lnTo>
                <a:lnTo>
                  <a:pt x="512884" y="15359"/>
                </a:lnTo>
                <a:lnTo>
                  <a:pt x="512316" y="17219"/>
                </a:lnTo>
                <a:lnTo>
                  <a:pt x="509922" y="24347"/>
                </a:lnTo>
                <a:lnTo>
                  <a:pt x="506392" y="24347"/>
                </a:lnTo>
                <a:lnTo>
                  <a:pt x="503896" y="7060"/>
                </a:lnTo>
                <a:lnTo>
                  <a:pt x="506823" y="7060"/>
                </a:lnTo>
                <a:lnTo>
                  <a:pt x="508269" y="18803"/>
                </a:lnTo>
                <a:lnTo>
                  <a:pt x="508579" y="21420"/>
                </a:lnTo>
                <a:lnTo>
                  <a:pt x="509319" y="19130"/>
                </a:lnTo>
                <a:lnTo>
                  <a:pt x="511833" y="11364"/>
                </a:lnTo>
                <a:lnTo>
                  <a:pt x="513986" y="11364"/>
                </a:lnTo>
                <a:lnTo>
                  <a:pt x="516689" y="19027"/>
                </a:lnTo>
                <a:lnTo>
                  <a:pt x="517464" y="21317"/>
                </a:lnTo>
                <a:lnTo>
                  <a:pt x="517722" y="18889"/>
                </a:lnTo>
                <a:lnTo>
                  <a:pt x="519065" y="7060"/>
                </a:lnTo>
                <a:lnTo>
                  <a:pt x="522027" y="7060"/>
                </a:lnTo>
                <a:close/>
                <a:moveTo>
                  <a:pt x="525691" y="7060"/>
                </a:moveTo>
                <a:lnTo>
                  <a:pt x="528359" y="7060"/>
                </a:lnTo>
                <a:lnTo>
                  <a:pt x="528480" y="9849"/>
                </a:lnTo>
                <a:cubicBezTo>
                  <a:pt x="528985" y="9252"/>
                  <a:pt x="529473" y="8756"/>
                  <a:pt x="529944" y="8360"/>
                </a:cubicBezTo>
                <a:cubicBezTo>
                  <a:pt x="530414" y="7964"/>
                  <a:pt x="530876" y="7645"/>
                  <a:pt x="531330" y="7404"/>
                </a:cubicBezTo>
                <a:cubicBezTo>
                  <a:pt x="531783" y="7163"/>
                  <a:pt x="532245" y="6994"/>
                  <a:pt x="532716" y="6896"/>
                </a:cubicBezTo>
                <a:cubicBezTo>
                  <a:pt x="533186" y="6798"/>
                  <a:pt x="533674" y="6750"/>
                  <a:pt x="534179" y="6750"/>
                </a:cubicBezTo>
                <a:cubicBezTo>
                  <a:pt x="535959" y="6750"/>
                  <a:pt x="537305" y="7275"/>
                  <a:pt x="538217" y="8325"/>
                </a:cubicBezTo>
                <a:cubicBezTo>
                  <a:pt x="539130" y="9376"/>
                  <a:pt x="539586" y="10957"/>
                  <a:pt x="539586" y="13069"/>
                </a:cubicBezTo>
                <a:lnTo>
                  <a:pt x="539586" y="24347"/>
                </a:lnTo>
                <a:lnTo>
                  <a:pt x="536590" y="24347"/>
                </a:lnTo>
                <a:lnTo>
                  <a:pt x="536590" y="13310"/>
                </a:lnTo>
                <a:cubicBezTo>
                  <a:pt x="536590" y="11955"/>
                  <a:pt x="536337" y="10954"/>
                  <a:pt x="535832" y="10305"/>
                </a:cubicBezTo>
                <a:cubicBezTo>
                  <a:pt x="535327" y="9657"/>
                  <a:pt x="534575" y="9333"/>
                  <a:pt x="533577" y="9333"/>
                </a:cubicBezTo>
                <a:cubicBezTo>
                  <a:pt x="533209" y="9333"/>
                  <a:pt x="532851" y="9387"/>
                  <a:pt x="532501" y="9496"/>
                </a:cubicBezTo>
                <a:cubicBezTo>
                  <a:pt x="532150" y="9605"/>
                  <a:pt x="531786" y="9795"/>
                  <a:pt x="531407" y="10064"/>
                </a:cubicBezTo>
                <a:cubicBezTo>
                  <a:pt x="531028" y="10334"/>
                  <a:pt x="530618" y="10699"/>
                  <a:pt x="530176" y="11158"/>
                </a:cubicBezTo>
                <a:cubicBezTo>
                  <a:pt x="529734" y="11617"/>
                  <a:pt x="529238" y="12191"/>
                  <a:pt x="528687" y="12880"/>
                </a:cubicBezTo>
                <a:lnTo>
                  <a:pt x="528687" y="24347"/>
                </a:lnTo>
                <a:lnTo>
                  <a:pt x="525691" y="24347"/>
                </a:lnTo>
                <a:lnTo>
                  <a:pt x="525691" y="7060"/>
                </a:lnTo>
                <a:close/>
                <a:moveTo>
                  <a:pt x="558947" y="24347"/>
                </a:moveTo>
                <a:lnTo>
                  <a:pt x="554952" y="24347"/>
                </a:lnTo>
                <a:lnTo>
                  <a:pt x="548392" y="10301"/>
                </a:lnTo>
                <a:lnTo>
                  <a:pt x="546497" y="5785"/>
                </a:lnTo>
                <a:lnTo>
                  <a:pt x="546497" y="17143"/>
                </a:lnTo>
                <a:lnTo>
                  <a:pt x="546497" y="24347"/>
                </a:lnTo>
                <a:lnTo>
                  <a:pt x="543639" y="24347"/>
                </a:lnTo>
                <a:lnTo>
                  <a:pt x="543639" y="1825"/>
                </a:lnTo>
                <a:lnTo>
                  <a:pt x="547582" y="1825"/>
                </a:lnTo>
                <a:lnTo>
                  <a:pt x="553833" y="15130"/>
                </a:lnTo>
                <a:lnTo>
                  <a:pt x="556088" y="20284"/>
                </a:lnTo>
                <a:lnTo>
                  <a:pt x="556088" y="8219"/>
                </a:lnTo>
                <a:lnTo>
                  <a:pt x="556088" y="1825"/>
                </a:lnTo>
                <a:lnTo>
                  <a:pt x="558947" y="1825"/>
                </a:lnTo>
                <a:lnTo>
                  <a:pt x="558947" y="24347"/>
                </a:lnTo>
                <a:close/>
                <a:moveTo>
                  <a:pt x="579071" y="15566"/>
                </a:moveTo>
                <a:cubicBezTo>
                  <a:pt x="579071" y="16909"/>
                  <a:pt x="578882" y="18140"/>
                  <a:pt x="578503" y="19259"/>
                </a:cubicBezTo>
                <a:cubicBezTo>
                  <a:pt x="578124" y="20378"/>
                  <a:pt x="577579" y="21337"/>
                  <a:pt x="576867" y="22135"/>
                </a:cubicBezTo>
                <a:cubicBezTo>
                  <a:pt x="576156" y="22932"/>
                  <a:pt x="575289" y="23552"/>
                  <a:pt x="574267" y="23994"/>
                </a:cubicBezTo>
                <a:cubicBezTo>
                  <a:pt x="573246" y="24436"/>
                  <a:pt x="572086" y="24657"/>
                  <a:pt x="570789" y="24657"/>
                </a:cubicBezTo>
                <a:cubicBezTo>
                  <a:pt x="569549" y="24657"/>
                  <a:pt x="568439" y="24465"/>
                  <a:pt x="567457" y="24080"/>
                </a:cubicBezTo>
                <a:cubicBezTo>
                  <a:pt x="566476" y="23696"/>
                  <a:pt x="565644" y="23130"/>
                  <a:pt x="564961" y="22384"/>
                </a:cubicBezTo>
                <a:cubicBezTo>
                  <a:pt x="564278" y="21638"/>
                  <a:pt x="563755" y="20714"/>
                  <a:pt x="563394" y="19612"/>
                </a:cubicBezTo>
                <a:cubicBezTo>
                  <a:pt x="563032" y="18510"/>
                  <a:pt x="562851" y="17242"/>
                  <a:pt x="562851" y="15807"/>
                </a:cubicBezTo>
                <a:cubicBezTo>
                  <a:pt x="562851" y="14464"/>
                  <a:pt x="563041" y="13238"/>
                  <a:pt x="563420" y="12131"/>
                </a:cubicBezTo>
                <a:cubicBezTo>
                  <a:pt x="563798" y="11023"/>
                  <a:pt x="564344" y="10070"/>
                  <a:pt x="565055" y="9272"/>
                </a:cubicBezTo>
                <a:cubicBezTo>
                  <a:pt x="565767" y="8474"/>
                  <a:pt x="566634" y="7855"/>
                  <a:pt x="567655" y="7413"/>
                </a:cubicBezTo>
                <a:cubicBezTo>
                  <a:pt x="568677" y="6971"/>
                  <a:pt x="569836" y="6750"/>
                  <a:pt x="571133" y="6750"/>
                </a:cubicBezTo>
                <a:cubicBezTo>
                  <a:pt x="572373" y="6750"/>
                  <a:pt x="573484" y="6942"/>
                  <a:pt x="574465" y="7327"/>
                </a:cubicBezTo>
                <a:cubicBezTo>
                  <a:pt x="575447" y="7711"/>
                  <a:pt x="576279" y="8274"/>
                  <a:pt x="576962" y="9014"/>
                </a:cubicBezTo>
                <a:cubicBezTo>
                  <a:pt x="577645" y="9754"/>
                  <a:pt x="578167" y="10676"/>
                  <a:pt x="578529" y="11778"/>
                </a:cubicBezTo>
                <a:cubicBezTo>
                  <a:pt x="578890" y="12880"/>
                  <a:pt x="579071" y="14142"/>
                  <a:pt x="579071" y="15566"/>
                </a:cubicBezTo>
                <a:moveTo>
                  <a:pt x="576006" y="15703"/>
                </a:moveTo>
                <a:cubicBezTo>
                  <a:pt x="576006" y="14636"/>
                  <a:pt x="575889" y="13703"/>
                  <a:pt x="575653" y="12905"/>
                </a:cubicBezTo>
                <a:cubicBezTo>
                  <a:pt x="575418" y="12108"/>
                  <a:pt x="575082" y="11442"/>
                  <a:pt x="574646" y="10908"/>
                </a:cubicBezTo>
                <a:cubicBezTo>
                  <a:pt x="574210" y="10374"/>
                  <a:pt x="573679" y="9972"/>
                  <a:pt x="573053" y="9703"/>
                </a:cubicBezTo>
                <a:cubicBezTo>
                  <a:pt x="572428" y="9433"/>
                  <a:pt x="571730" y="9298"/>
                  <a:pt x="570961" y="9298"/>
                </a:cubicBezTo>
                <a:cubicBezTo>
                  <a:pt x="570066" y="9298"/>
                  <a:pt x="569300" y="9473"/>
                  <a:pt x="568663" y="9823"/>
                </a:cubicBezTo>
                <a:cubicBezTo>
                  <a:pt x="568026" y="10173"/>
                  <a:pt x="567503" y="10641"/>
                  <a:pt x="567096" y="11227"/>
                </a:cubicBezTo>
                <a:cubicBezTo>
                  <a:pt x="566688" y="11812"/>
                  <a:pt x="566390" y="12492"/>
                  <a:pt x="566200" y="13267"/>
                </a:cubicBezTo>
                <a:cubicBezTo>
                  <a:pt x="566011" y="14042"/>
                  <a:pt x="565916" y="14854"/>
                  <a:pt x="565916" y="15703"/>
                </a:cubicBezTo>
                <a:cubicBezTo>
                  <a:pt x="565916" y="16771"/>
                  <a:pt x="566034" y="17706"/>
                  <a:pt x="566269" y="18510"/>
                </a:cubicBezTo>
                <a:cubicBezTo>
                  <a:pt x="566505" y="19314"/>
                  <a:pt x="566840" y="19982"/>
                  <a:pt x="567277" y="20516"/>
                </a:cubicBezTo>
                <a:cubicBezTo>
                  <a:pt x="567713" y="21050"/>
                  <a:pt x="568241" y="21452"/>
                  <a:pt x="568861" y="21721"/>
                </a:cubicBezTo>
                <a:cubicBezTo>
                  <a:pt x="569480" y="21991"/>
                  <a:pt x="570181" y="22126"/>
                  <a:pt x="570961" y="22126"/>
                </a:cubicBezTo>
                <a:cubicBezTo>
                  <a:pt x="571857" y="22126"/>
                  <a:pt x="572623" y="21951"/>
                  <a:pt x="573260" y="21601"/>
                </a:cubicBezTo>
                <a:cubicBezTo>
                  <a:pt x="573897" y="21251"/>
                  <a:pt x="574419" y="20783"/>
                  <a:pt x="574827" y="20197"/>
                </a:cubicBezTo>
                <a:cubicBezTo>
                  <a:pt x="575234" y="19612"/>
                  <a:pt x="575533" y="18932"/>
                  <a:pt x="575722" y="18157"/>
                </a:cubicBezTo>
                <a:cubicBezTo>
                  <a:pt x="575912" y="17382"/>
                  <a:pt x="576006" y="16564"/>
                  <a:pt x="576006" y="15703"/>
                </a:cubicBezTo>
                <a:close/>
                <a:moveTo>
                  <a:pt x="582821" y="16065"/>
                </a:moveTo>
                <a:cubicBezTo>
                  <a:pt x="582821" y="14596"/>
                  <a:pt x="583022" y="13290"/>
                  <a:pt x="583424" y="12148"/>
                </a:cubicBezTo>
                <a:cubicBezTo>
                  <a:pt x="583826" y="11006"/>
                  <a:pt x="584397" y="10041"/>
                  <a:pt x="585137" y="9255"/>
                </a:cubicBezTo>
                <a:cubicBezTo>
                  <a:pt x="585878" y="8469"/>
                  <a:pt x="586767" y="7872"/>
                  <a:pt x="587806" y="7464"/>
                </a:cubicBezTo>
                <a:cubicBezTo>
                  <a:pt x="588845" y="7057"/>
                  <a:pt x="590001" y="6853"/>
                  <a:pt x="591276" y="6853"/>
                </a:cubicBezTo>
                <a:cubicBezTo>
                  <a:pt x="591827" y="6853"/>
                  <a:pt x="592369" y="6887"/>
                  <a:pt x="592903" y="6956"/>
                </a:cubicBezTo>
                <a:cubicBezTo>
                  <a:pt x="593437" y="7025"/>
                  <a:pt x="593962" y="7134"/>
                  <a:pt x="594478" y="7283"/>
                </a:cubicBezTo>
                <a:lnTo>
                  <a:pt x="594478" y="0"/>
                </a:lnTo>
                <a:lnTo>
                  <a:pt x="597492" y="0"/>
                </a:lnTo>
                <a:lnTo>
                  <a:pt x="597492" y="24347"/>
                </a:lnTo>
                <a:lnTo>
                  <a:pt x="594805" y="24347"/>
                </a:lnTo>
                <a:lnTo>
                  <a:pt x="594702" y="21076"/>
                </a:lnTo>
                <a:cubicBezTo>
                  <a:pt x="593864" y="22292"/>
                  <a:pt x="592957" y="23194"/>
                  <a:pt x="591982" y="23779"/>
                </a:cubicBezTo>
                <a:cubicBezTo>
                  <a:pt x="591006" y="24364"/>
                  <a:pt x="589950" y="24657"/>
                  <a:pt x="588813" y="24657"/>
                </a:cubicBezTo>
                <a:cubicBezTo>
                  <a:pt x="587826" y="24657"/>
                  <a:pt x="586957" y="24450"/>
                  <a:pt x="586205" y="24037"/>
                </a:cubicBezTo>
                <a:cubicBezTo>
                  <a:pt x="585453" y="23624"/>
                  <a:pt x="584827" y="23041"/>
                  <a:pt x="584328" y="22290"/>
                </a:cubicBezTo>
                <a:cubicBezTo>
                  <a:pt x="583829" y="21538"/>
                  <a:pt x="583453" y="20634"/>
                  <a:pt x="583200" y="19578"/>
                </a:cubicBezTo>
                <a:cubicBezTo>
                  <a:pt x="582948" y="18522"/>
                  <a:pt x="582821" y="17351"/>
                  <a:pt x="582821" y="16065"/>
                </a:cubicBezTo>
                <a:moveTo>
                  <a:pt x="585886" y="15876"/>
                </a:moveTo>
                <a:cubicBezTo>
                  <a:pt x="585886" y="17965"/>
                  <a:pt x="586193" y="19523"/>
                  <a:pt x="586807" y="20550"/>
                </a:cubicBezTo>
                <a:cubicBezTo>
                  <a:pt x="587422" y="21578"/>
                  <a:pt x="588291" y="22092"/>
                  <a:pt x="589416" y="22092"/>
                </a:cubicBezTo>
                <a:cubicBezTo>
                  <a:pt x="590174" y="22092"/>
                  <a:pt x="590974" y="21753"/>
                  <a:pt x="591818" y="21076"/>
                </a:cubicBezTo>
                <a:cubicBezTo>
                  <a:pt x="592662" y="20398"/>
                  <a:pt x="593549" y="19394"/>
                  <a:pt x="594478" y="18062"/>
                </a:cubicBezTo>
                <a:lnTo>
                  <a:pt x="594478" y="10038"/>
                </a:lnTo>
                <a:cubicBezTo>
                  <a:pt x="593985" y="9809"/>
                  <a:pt x="593439" y="9634"/>
                  <a:pt x="592843" y="9513"/>
                </a:cubicBezTo>
                <a:cubicBezTo>
                  <a:pt x="592246" y="9393"/>
                  <a:pt x="591654" y="9333"/>
                  <a:pt x="591069" y="9333"/>
                </a:cubicBezTo>
                <a:cubicBezTo>
                  <a:pt x="589439" y="9333"/>
                  <a:pt x="588168" y="9861"/>
                  <a:pt x="587255" y="10917"/>
                </a:cubicBezTo>
                <a:cubicBezTo>
                  <a:pt x="586343" y="11973"/>
                  <a:pt x="585886" y="13626"/>
                  <a:pt x="585886" y="15876"/>
                </a:cubicBezTo>
                <a:close/>
                <a:moveTo>
                  <a:pt x="617978" y="14791"/>
                </a:moveTo>
                <a:cubicBezTo>
                  <a:pt x="617978" y="15216"/>
                  <a:pt x="617972" y="15571"/>
                  <a:pt x="617961" y="15858"/>
                </a:cubicBezTo>
                <a:cubicBezTo>
                  <a:pt x="617949" y="16145"/>
                  <a:pt x="617932" y="16415"/>
                  <a:pt x="617909" y="16668"/>
                </a:cubicBezTo>
                <a:lnTo>
                  <a:pt x="605770" y="16668"/>
                </a:lnTo>
                <a:cubicBezTo>
                  <a:pt x="605770" y="18435"/>
                  <a:pt x="606264" y="19793"/>
                  <a:pt x="607251" y="20740"/>
                </a:cubicBezTo>
                <a:cubicBezTo>
                  <a:pt x="608238" y="21687"/>
                  <a:pt x="609661" y="22160"/>
                  <a:pt x="611521" y="22160"/>
                </a:cubicBezTo>
                <a:cubicBezTo>
                  <a:pt x="612026" y="22160"/>
                  <a:pt x="612531" y="22140"/>
                  <a:pt x="613036" y="22099"/>
                </a:cubicBezTo>
                <a:cubicBezTo>
                  <a:pt x="613541" y="22058"/>
                  <a:pt x="614029" y="22002"/>
                  <a:pt x="614500" y="21932"/>
                </a:cubicBezTo>
                <a:cubicBezTo>
                  <a:pt x="614970" y="21861"/>
                  <a:pt x="615421" y="21782"/>
                  <a:pt x="615851" y="21694"/>
                </a:cubicBezTo>
                <a:cubicBezTo>
                  <a:pt x="616282" y="21606"/>
                  <a:pt x="616681" y="21509"/>
                  <a:pt x="617048" y="21403"/>
                </a:cubicBezTo>
                <a:lnTo>
                  <a:pt x="617048" y="23865"/>
                </a:lnTo>
                <a:cubicBezTo>
                  <a:pt x="616233" y="24100"/>
                  <a:pt x="615312" y="24290"/>
                  <a:pt x="614285" y="24437"/>
                </a:cubicBezTo>
                <a:cubicBezTo>
                  <a:pt x="613257" y="24584"/>
                  <a:pt x="612192" y="24657"/>
                  <a:pt x="611090" y="24657"/>
                </a:cubicBezTo>
                <a:cubicBezTo>
                  <a:pt x="609610" y="24657"/>
                  <a:pt x="608335" y="24456"/>
                  <a:pt x="607268" y="24054"/>
                </a:cubicBezTo>
                <a:cubicBezTo>
                  <a:pt x="606200" y="23653"/>
                  <a:pt x="605325" y="23070"/>
                  <a:pt x="604642" y="22307"/>
                </a:cubicBezTo>
                <a:cubicBezTo>
                  <a:pt x="603959" y="21543"/>
                  <a:pt x="603454" y="20608"/>
                  <a:pt x="603127" y="19500"/>
                </a:cubicBezTo>
                <a:cubicBezTo>
                  <a:pt x="602800" y="18392"/>
                  <a:pt x="602636" y="17138"/>
                  <a:pt x="602636" y="15738"/>
                </a:cubicBezTo>
                <a:cubicBezTo>
                  <a:pt x="602636" y="14521"/>
                  <a:pt x="602811" y="13370"/>
                  <a:pt x="603161" y="12285"/>
                </a:cubicBezTo>
                <a:cubicBezTo>
                  <a:pt x="603511" y="11201"/>
                  <a:pt x="604022" y="10248"/>
                  <a:pt x="604694" y="9427"/>
                </a:cubicBezTo>
                <a:cubicBezTo>
                  <a:pt x="605365" y="8606"/>
                  <a:pt x="606189" y="7955"/>
                  <a:pt x="607165" y="7473"/>
                </a:cubicBezTo>
                <a:cubicBezTo>
                  <a:pt x="608140" y="6991"/>
                  <a:pt x="609248" y="6750"/>
                  <a:pt x="610488" y="6750"/>
                </a:cubicBezTo>
                <a:cubicBezTo>
                  <a:pt x="611693" y="6750"/>
                  <a:pt x="612761" y="6939"/>
                  <a:pt x="613690" y="7318"/>
                </a:cubicBezTo>
                <a:cubicBezTo>
                  <a:pt x="614620" y="7697"/>
                  <a:pt x="615404" y="8233"/>
                  <a:pt x="616041" y="8928"/>
                </a:cubicBezTo>
                <a:cubicBezTo>
                  <a:pt x="616678" y="9622"/>
                  <a:pt x="617160" y="10466"/>
                  <a:pt x="617487" y="11459"/>
                </a:cubicBezTo>
                <a:cubicBezTo>
                  <a:pt x="617814" y="12452"/>
                  <a:pt x="617978" y="13563"/>
                  <a:pt x="617978" y="14791"/>
                </a:cubicBezTo>
                <a:moveTo>
                  <a:pt x="614861" y="14360"/>
                </a:moveTo>
                <a:cubicBezTo>
                  <a:pt x="614896" y="13591"/>
                  <a:pt x="614821" y="12888"/>
                  <a:pt x="614638" y="12251"/>
                </a:cubicBezTo>
                <a:cubicBezTo>
                  <a:pt x="614454" y="11614"/>
                  <a:pt x="614170" y="11066"/>
                  <a:pt x="613785" y="10607"/>
                </a:cubicBezTo>
                <a:cubicBezTo>
                  <a:pt x="613401" y="10148"/>
                  <a:pt x="612921" y="9789"/>
                  <a:pt x="612347" y="9531"/>
                </a:cubicBezTo>
                <a:cubicBezTo>
                  <a:pt x="611773" y="9272"/>
                  <a:pt x="611108" y="9143"/>
                  <a:pt x="610350" y="9143"/>
                </a:cubicBezTo>
                <a:cubicBezTo>
                  <a:pt x="609696" y="9143"/>
                  <a:pt x="609099" y="9269"/>
                  <a:pt x="608559" y="9522"/>
                </a:cubicBezTo>
                <a:cubicBezTo>
                  <a:pt x="608020" y="9774"/>
                  <a:pt x="607555" y="10130"/>
                  <a:pt x="607165" y="10589"/>
                </a:cubicBezTo>
                <a:cubicBezTo>
                  <a:pt x="606774" y="11049"/>
                  <a:pt x="606459" y="11600"/>
                  <a:pt x="606218" y="12242"/>
                </a:cubicBezTo>
                <a:cubicBezTo>
                  <a:pt x="605977" y="12885"/>
                  <a:pt x="605827" y="13591"/>
                  <a:pt x="605770" y="14360"/>
                </a:cubicBezTo>
                <a:lnTo>
                  <a:pt x="614861" y="14360"/>
                </a:lnTo>
                <a:close/>
                <a:moveTo>
                  <a:pt x="656919" y="12604"/>
                </a:moveTo>
                <a:cubicBezTo>
                  <a:pt x="656919" y="14108"/>
                  <a:pt x="656770" y="15474"/>
                  <a:pt x="656472" y="16702"/>
                </a:cubicBezTo>
                <a:cubicBezTo>
                  <a:pt x="656173" y="17930"/>
                  <a:pt x="655749" y="19032"/>
                  <a:pt x="655198" y="20008"/>
                </a:cubicBezTo>
                <a:lnTo>
                  <a:pt x="658676" y="24347"/>
                </a:lnTo>
                <a:lnTo>
                  <a:pt x="654698" y="24347"/>
                </a:lnTo>
                <a:lnTo>
                  <a:pt x="653183" y="22470"/>
                </a:lnTo>
                <a:cubicBezTo>
                  <a:pt x="652368" y="23159"/>
                  <a:pt x="651458" y="23684"/>
                  <a:pt x="650454" y="24046"/>
                </a:cubicBezTo>
                <a:cubicBezTo>
                  <a:pt x="649449" y="24407"/>
                  <a:pt x="648362" y="24588"/>
                  <a:pt x="647191" y="24588"/>
                </a:cubicBezTo>
                <a:cubicBezTo>
                  <a:pt x="646077" y="24588"/>
                  <a:pt x="645090" y="24433"/>
                  <a:pt x="644229" y="24123"/>
                </a:cubicBezTo>
                <a:cubicBezTo>
                  <a:pt x="643368" y="23813"/>
                  <a:pt x="642645" y="23380"/>
                  <a:pt x="642060" y="22823"/>
                </a:cubicBezTo>
                <a:cubicBezTo>
                  <a:pt x="641474" y="22267"/>
                  <a:pt x="641029" y="21604"/>
                  <a:pt x="640725" y="20835"/>
                </a:cubicBezTo>
                <a:cubicBezTo>
                  <a:pt x="640421" y="20065"/>
                  <a:pt x="640269" y="19216"/>
                  <a:pt x="640269" y="18286"/>
                </a:cubicBezTo>
                <a:cubicBezTo>
                  <a:pt x="640269" y="17414"/>
                  <a:pt x="640384" y="16636"/>
                  <a:pt x="640613" y="15953"/>
                </a:cubicBezTo>
                <a:cubicBezTo>
                  <a:pt x="640843" y="15270"/>
                  <a:pt x="641153" y="14662"/>
                  <a:pt x="641543" y="14128"/>
                </a:cubicBezTo>
                <a:cubicBezTo>
                  <a:pt x="641933" y="13594"/>
                  <a:pt x="642384" y="13123"/>
                  <a:pt x="642895" y="12716"/>
                </a:cubicBezTo>
                <a:cubicBezTo>
                  <a:pt x="643406" y="12308"/>
                  <a:pt x="643942" y="11933"/>
                  <a:pt x="644505" y="11588"/>
                </a:cubicBezTo>
                <a:lnTo>
                  <a:pt x="644126" y="11054"/>
                </a:lnTo>
                <a:cubicBezTo>
                  <a:pt x="643483" y="10262"/>
                  <a:pt x="643004" y="9459"/>
                  <a:pt x="642688" y="8644"/>
                </a:cubicBezTo>
                <a:cubicBezTo>
                  <a:pt x="642373" y="7829"/>
                  <a:pt x="642215" y="7031"/>
                  <a:pt x="642215" y="6250"/>
                </a:cubicBezTo>
                <a:cubicBezTo>
                  <a:pt x="642215" y="5424"/>
                  <a:pt x="642347" y="4661"/>
                  <a:pt x="642611" y="3960"/>
                </a:cubicBezTo>
                <a:cubicBezTo>
                  <a:pt x="642875" y="3260"/>
                  <a:pt x="643262" y="2655"/>
                  <a:pt x="643773" y="2144"/>
                </a:cubicBezTo>
                <a:cubicBezTo>
                  <a:pt x="644284" y="1633"/>
                  <a:pt x="644915" y="1234"/>
                  <a:pt x="645667" y="947"/>
                </a:cubicBezTo>
                <a:cubicBezTo>
                  <a:pt x="646419" y="660"/>
                  <a:pt x="647277" y="517"/>
                  <a:pt x="648241" y="517"/>
                </a:cubicBezTo>
                <a:cubicBezTo>
                  <a:pt x="649171" y="517"/>
                  <a:pt x="649986" y="649"/>
                  <a:pt x="650686" y="913"/>
                </a:cubicBezTo>
                <a:cubicBezTo>
                  <a:pt x="651386" y="1177"/>
                  <a:pt x="651972" y="1538"/>
                  <a:pt x="652443" y="1997"/>
                </a:cubicBezTo>
                <a:cubicBezTo>
                  <a:pt x="652913" y="2457"/>
                  <a:pt x="653266" y="2987"/>
                  <a:pt x="653502" y="3590"/>
                </a:cubicBezTo>
                <a:cubicBezTo>
                  <a:pt x="653737" y="4193"/>
                  <a:pt x="653854" y="4833"/>
                  <a:pt x="653854" y="5510"/>
                </a:cubicBezTo>
                <a:cubicBezTo>
                  <a:pt x="653854" y="6371"/>
                  <a:pt x="653708" y="7126"/>
                  <a:pt x="653415" y="7774"/>
                </a:cubicBezTo>
                <a:cubicBezTo>
                  <a:pt x="653123" y="8423"/>
                  <a:pt x="652738" y="8997"/>
                  <a:pt x="652262" y="9496"/>
                </a:cubicBezTo>
                <a:cubicBezTo>
                  <a:pt x="651785" y="9995"/>
                  <a:pt x="651240" y="10440"/>
                  <a:pt x="650626" y="10831"/>
                </a:cubicBezTo>
                <a:cubicBezTo>
                  <a:pt x="650012" y="11221"/>
                  <a:pt x="649383" y="11600"/>
                  <a:pt x="648741" y="11967"/>
                </a:cubicBezTo>
                <a:lnTo>
                  <a:pt x="653183" y="17511"/>
                </a:lnTo>
                <a:cubicBezTo>
                  <a:pt x="653688" y="16157"/>
                  <a:pt x="653923" y="14521"/>
                  <a:pt x="653889" y="12604"/>
                </a:cubicBezTo>
                <a:lnTo>
                  <a:pt x="656919" y="12604"/>
                </a:lnTo>
                <a:moveTo>
                  <a:pt x="643386" y="17925"/>
                </a:moveTo>
                <a:cubicBezTo>
                  <a:pt x="643386" y="18533"/>
                  <a:pt x="643483" y="19090"/>
                  <a:pt x="643678" y="19595"/>
                </a:cubicBezTo>
                <a:cubicBezTo>
                  <a:pt x="643873" y="20100"/>
                  <a:pt x="644152" y="20533"/>
                  <a:pt x="644513" y="20895"/>
                </a:cubicBezTo>
                <a:cubicBezTo>
                  <a:pt x="644875" y="21256"/>
                  <a:pt x="645317" y="21535"/>
                  <a:pt x="645839" y="21730"/>
                </a:cubicBezTo>
                <a:cubicBezTo>
                  <a:pt x="646362" y="21925"/>
                  <a:pt x="646950" y="22023"/>
                  <a:pt x="647604" y="22023"/>
                </a:cubicBezTo>
                <a:cubicBezTo>
                  <a:pt x="649096" y="22023"/>
                  <a:pt x="650405" y="21472"/>
                  <a:pt x="651530" y="20370"/>
                </a:cubicBezTo>
                <a:lnTo>
                  <a:pt x="646054" y="13517"/>
                </a:lnTo>
                <a:cubicBezTo>
                  <a:pt x="645664" y="13781"/>
                  <a:pt x="645305" y="14062"/>
                  <a:pt x="644978" y="14360"/>
                </a:cubicBezTo>
                <a:cubicBezTo>
                  <a:pt x="644651" y="14659"/>
                  <a:pt x="644370" y="14986"/>
                  <a:pt x="644135" y="15342"/>
                </a:cubicBezTo>
                <a:cubicBezTo>
                  <a:pt x="643899" y="15698"/>
                  <a:pt x="643716" y="16088"/>
                  <a:pt x="643584" y="16513"/>
                </a:cubicBezTo>
                <a:cubicBezTo>
                  <a:pt x="643452" y="16937"/>
                  <a:pt x="643386" y="17408"/>
                  <a:pt x="643386" y="17925"/>
                </a:cubicBezTo>
                <a:moveTo>
                  <a:pt x="650824" y="5803"/>
                </a:moveTo>
                <a:cubicBezTo>
                  <a:pt x="650824" y="4942"/>
                  <a:pt x="650583" y="4267"/>
                  <a:pt x="650101" y="3779"/>
                </a:cubicBezTo>
                <a:cubicBezTo>
                  <a:pt x="649619" y="3292"/>
                  <a:pt x="648964" y="3048"/>
                  <a:pt x="648138" y="3048"/>
                </a:cubicBezTo>
                <a:cubicBezTo>
                  <a:pt x="647679" y="3048"/>
                  <a:pt x="647274" y="3122"/>
                  <a:pt x="646924" y="3272"/>
                </a:cubicBezTo>
                <a:cubicBezTo>
                  <a:pt x="646574" y="3421"/>
                  <a:pt x="646278" y="3627"/>
                  <a:pt x="646037" y="3891"/>
                </a:cubicBezTo>
                <a:cubicBezTo>
                  <a:pt x="645796" y="4155"/>
                  <a:pt x="645615" y="4465"/>
                  <a:pt x="645495" y="4821"/>
                </a:cubicBezTo>
                <a:cubicBezTo>
                  <a:pt x="645374" y="5177"/>
                  <a:pt x="645314" y="5562"/>
                  <a:pt x="645314" y="5975"/>
                </a:cubicBezTo>
                <a:cubicBezTo>
                  <a:pt x="645314" y="6595"/>
                  <a:pt x="645429" y="7172"/>
                  <a:pt x="645658" y="7705"/>
                </a:cubicBezTo>
                <a:cubicBezTo>
                  <a:pt x="645888" y="8239"/>
                  <a:pt x="646255" y="8827"/>
                  <a:pt x="646760" y="9470"/>
                </a:cubicBezTo>
                <a:lnTo>
                  <a:pt x="647225" y="10073"/>
                </a:lnTo>
                <a:cubicBezTo>
                  <a:pt x="647719" y="9797"/>
                  <a:pt x="648184" y="9519"/>
                  <a:pt x="648620" y="9238"/>
                </a:cubicBezTo>
                <a:cubicBezTo>
                  <a:pt x="649056" y="8957"/>
                  <a:pt x="649438" y="8647"/>
                  <a:pt x="649765" y="8308"/>
                </a:cubicBezTo>
                <a:cubicBezTo>
                  <a:pt x="650092" y="7969"/>
                  <a:pt x="650350" y="7596"/>
                  <a:pt x="650540" y="7189"/>
                </a:cubicBezTo>
                <a:cubicBezTo>
                  <a:pt x="650729" y="6781"/>
                  <a:pt x="650824" y="6319"/>
                  <a:pt x="650824" y="5803"/>
                </a:cubicBezTo>
                <a:close/>
                <a:moveTo>
                  <a:pt x="676626" y="12604"/>
                </a:moveTo>
                <a:cubicBezTo>
                  <a:pt x="676626" y="14108"/>
                  <a:pt x="676477" y="15474"/>
                  <a:pt x="676178" y="16702"/>
                </a:cubicBezTo>
                <a:cubicBezTo>
                  <a:pt x="675880" y="17930"/>
                  <a:pt x="675455" y="19032"/>
                  <a:pt x="674904" y="20008"/>
                </a:cubicBezTo>
                <a:lnTo>
                  <a:pt x="678382" y="24347"/>
                </a:lnTo>
                <a:lnTo>
                  <a:pt x="674405" y="24347"/>
                </a:lnTo>
                <a:lnTo>
                  <a:pt x="672889" y="22470"/>
                </a:lnTo>
                <a:cubicBezTo>
                  <a:pt x="672074" y="23159"/>
                  <a:pt x="671165" y="23684"/>
                  <a:pt x="670160" y="24046"/>
                </a:cubicBezTo>
                <a:cubicBezTo>
                  <a:pt x="669156" y="24407"/>
                  <a:pt x="668068" y="24588"/>
                  <a:pt x="666897" y="24588"/>
                </a:cubicBezTo>
                <a:cubicBezTo>
                  <a:pt x="665784" y="24588"/>
                  <a:pt x="664797" y="24433"/>
                  <a:pt x="663936" y="24123"/>
                </a:cubicBezTo>
                <a:cubicBezTo>
                  <a:pt x="663075" y="23813"/>
                  <a:pt x="662352" y="23380"/>
                  <a:pt x="661766" y="22823"/>
                </a:cubicBezTo>
                <a:cubicBezTo>
                  <a:pt x="661181" y="22267"/>
                  <a:pt x="660736" y="21604"/>
                  <a:pt x="660432" y="20835"/>
                </a:cubicBezTo>
                <a:cubicBezTo>
                  <a:pt x="660128" y="20065"/>
                  <a:pt x="659975" y="19216"/>
                  <a:pt x="659975" y="18286"/>
                </a:cubicBezTo>
                <a:cubicBezTo>
                  <a:pt x="659975" y="17414"/>
                  <a:pt x="660090" y="16636"/>
                  <a:pt x="660320" y="15953"/>
                </a:cubicBezTo>
                <a:cubicBezTo>
                  <a:pt x="660549" y="15270"/>
                  <a:pt x="660859" y="14662"/>
                  <a:pt x="661250" y="14128"/>
                </a:cubicBezTo>
                <a:cubicBezTo>
                  <a:pt x="661640" y="13594"/>
                  <a:pt x="662090" y="13123"/>
                  <a:pt x="662601" y="12716"/>
                </a:cubicBezTo>
                <a:cubicBezTo>
                  <a:pt x="663112" y="12308"/>
                  <a:pt x="663649" y="11933"/>
                  <a:pt x="664211" y="11588"/>
                </a:cubicBezTo>
                <a:lnTo>
                  <a:pt x="663832" y="11054"/>
                </a:lnTo>
                <a:cubicBezTo>
                  <a:pt x="663190" y="10262"/>
                  <a:pt x="662710" y="9459"/>
                  <a:pt x="662395" y="8644"/>
                </a:cubicBezTo>
                <a:cubicBezTo>
                  <a:pt x="662079" y="7829"/>
                  <a:pt x="661921" y="7031"/>
                  <a:pt x="661921" y="6250"/>
                </a:cubicBezTo>
                <a:cubicBezTo>
                  <a:pt x="661921" y="5424"/>
                  <a:pt x="662053" y="4661"/>
                  <a:pt x="662317" y="3960"/>
                </a:cubicBezTo>
                <a:cubicBezTo>
                  <a:pt x="662581" y="3260"/>
                  <a:pt x="662969" y="2655"/>
                  <a:pt x="663479" y="2144"/>
                </a:cubicBezTo>
                <a:cubicBezTo>
                  <a:pt x="663990" y="1633"/>
                  <a:pt x="664622" y="1234"/>
                  <a:pt x="665373" y="947"/>
                </a:cubicBezTo>
                <a:cubicBezTo>
                  <a:pt x="666125" y="660"/>
                  <a:pt x="666983" y="517"/>
                  <a:pt x="667948" y="517"/>
                </a:cubicBezTo>
                <a:cubicBezTo>
                  <a:pt x="668877" y="517"/>
                  <a:pt x="669693" y="649"/>
                  <a:pt x="670393" y="913"/>
                </a:cubicBezTo>
                <a:cubicBezTo>
                  <a:pt x="671093" y="1177"/>
                  <a:pt x="671678" y="1538"/>
                  <a:pt x="672149" y="1997"/>
                </a:cubicBezTo>
                <a:cubicBezTo>
                  <a:pt x="672620" y="2457"/>
                  <a:pt x="672973" y="2987"/>
                  <a:pt x="673208" y="3590"/>
                </a:cubicBezTo>
                <a:cubicBezTo>
                  <a:pt x="673443" y="4193"/>
                  <a:pt x="673561" y="4833"/>
                  <a:pt x="673561" y="5510"/>
                </a:cubicBezTo>
                <a:cubicBezTo>
                  <a:pt x="673561" y="6371"/>
                  <a:pt x="673415" y="7126"/>
                  <a:pt x="673122" y="7774"/>
                </a:cubicBezTo>
                <a:cubicBezTo>
                  <a:pt x="672829" y="8423"/>
                  <a:pt x="672445" y="8997"/>
                  <a:pt x="671968" y="9496"/>
                </a:cubicBezTo>
                <a:cubicBezTo>
                  <a:pt x="671492" y="9995"/>
                  <a:pt x="670947" y="10440"/>
                  <a:pt x="670332" y="10831"/>
                </a:cubicBezTo>
                <a:cubicBezTo>
                  <a:pt x="669718" y="11221"/>
                  <a:pt x="669090" y="11600"/>
                  <a:pt x="668447" y="11967"/>
                </a:cubicBezTo>
                <a:lnTo>
                  <a:pt x="672889" y="17511"/>
                </a:lnTo>
                <a:cubicBezTo>
                  <a:pt x="673395" y="16157"/>
                  <a:pt x="673630" y="14521"/>
                  <a:pt x="673595" y="12604"/>
                </a:cubicBezTo>
                <a:lnTo>
                  <a:pt x="676626" y="12604"/>
                </a:lnTo>
                <a:moveTo>
                  <a:pt x="663092" y="17925"/>
                </a:moveTo>
                <a:cubicBezTo>
                  <a:pt x="663092" y="18533"/>
                  <a:pt x="663190" y="19090"/>
                  <a:pt x="663385" y="19595"/>
                </a:cubicBezTo>
                <a:cubicBezTo>
                  <a:pt x="663580" y="20100"/>
                  <a:pt x="663858" y="20533"/>
                  <a:pt x="664220" y="20895"/>
                </a:cubicBezTo>
                <a:cubicBezTo>
                  <a:pt x="664581" y="21256"/>
                  <a:pt x="665023" y="21535"/>
                  <a:pt x="665546" y="21730"/>
                </a:cubicBezTo>
                <a:cubicBezTo>
                  <a:pt x="666068" y="21925"/>
                  <a:pt x="666656" y="22023"/>
                  <a:pt x="667311" y="22023"/>
                </a:cubicBezTo>
                <a:cubicBezTo>
                  <a:pt x="668803" y="22023"/>
                  <a:pt x="670111" y="21472"/>
                  <a:pt x="671236" y="20370"/>
                </a:cubicBezTo>
                <a:lnTo>
                  <a:pt x="665761" y="13517"/>
                </a:lnTo>
                <a:cubicBezTo>
                  <a:pt x="665371" y="13781"/>
                  <a:pt x="665012" y="14062"/>
                  <a:pt x="664685" y="14360"/>
                </a:cubicBezTo>
                <a:cubicBezTo>
                  <a:pt x="664358" y="14659"/>
                  <a:pt x="664076" y="14986"/>
                  <a:pt x="663841" y="15342"/>
                </a:cubicBezTo>
                <a:cubicBezTo>
                  <a:pt x="663606" y="15698"/>
                  <a:pt x="663422" y="16088"/>
                  <a:pt x="663290" y="16513"/>
                </a:cubicBezTo>
                <a:cubicBezTo>
                  <a:pt x="663158" y="16937"/>
                  <a:pt x="663092" y="17408"/>
                  <a:pt x="663092" y="17925"/>
                </a:cubicBezTo>
                <a:moveTo>
                  <a:pt x="670530" y="5803"/>
                </a:moveTo>
                <a:cubicBezTo>
                  <a:pt x="670530" y="4942"/>
                  <a:pt x="670289" y="4267"/>
                  <a:pt x="669807" y="3779"/>
                </a:cubicBezTo>
                <a:cubicBezTo>
                  <a:pt x="669325" y="3292"/>
                  <a:pt x="668671" y="3048"/>
                  <a:pt x="667844" y="3048"/>
                </a:cubicBezTo>
                <a:cubicBezTo>
                  <a:pt x="667385" y="3048"/>
                  <a:pt x="666981" y="3122"/>
                  <a:pt x="666630" y="3272"/>
                </a:cubicBezTo>
                <a:cubicBezTo>
                  <a:pt x="666280" y="3421"/>
                  <a:pt x="665985" y="3627"/>
                  <a:pt x="665744" y="3891"/>
                </a:cubicBezTo>
                <a:cubicBezTo>
                  <a:pt x="665503" y="4155"/>
                  <a:pt x="665322" y="4465"/>
                  <a:pt x="665201" y="4821"/>
                </a:cubicBezTo>
                <a:cubicBezTo>
                  <a:pt x="665081" y="5177"/>
                  <a:pt x="665021" y="5562"/>
                  <a:pt x="665021" y="5975"/>
                </a:cubicBezTo>
                <a:cubicBezTo>
                  <a:pt x="665021" y="6595"/>
                  <a:pt x="665135" y="7172"/>
                  <a:pt x="665365" y="7705"/>
                </a:cubicBezTo>
                <a:cubicBezTo>
                  <a:pt x="665594" y="8239"/>
                  <a:pt x="665962" y="8827"/>
                  <a:pt x="666467" y="9470"/>
                </a:cubicBezTo>
                <a:lnTo>
                  <a:pt x="666932" y="10073"/>
                </a:lnTo>
                <a:cubicBezTo>
                  <a:pt x="667425" y="9797"/>
                  <a:pt x="667890" y="9519"/>
                  <a:pt x="668326" y="9238"/>
                </a:cubicBezTo>
                <a:cubicBezTo>
                  <a:pt x="668763" y="8957"/>
                  <a:pt x="669144" y="8647"/>
                  <a:pt x="669472" y="8308"/>
                </a:cubicBezTo>
                <a:cubicBezTo>
                  <a:pt x="669799" y="7969"/>
                  <a:pt x="670057" y="7596"/>
                  <a:pt x="670246" y="7189"/>
                </a:cubicBezTo>
                <a:cubicBezTo>
                  <a:pt x="670436" y="6781"/>
                  <a:pt x="670530" y="6319"/>
                  <a:pt x="670530" y="5803"/>
                </a:cubicBezTo>
                <a:close/>
                <a:moveTo>
                  <a:pt x="699246" y="16065"/>
                </a:moveTo>
                <a:cubicBezTo>
                  <a:pt x="699246" y="14596"/>
                  <a:pt x="699447" y="13290"/>
                  <a:pt x="699849" y="12148"/>
                </a:cubicBezTo>
                <a:cubicBezTo>
                  <a:pt x="700250" y="11006"/>
                  <a:pt x="700821" y="10041"/>
                  <a:pt x="701562" y="9255"/>
                </a:cubicBezTo>
                <a:cubicBezTo>
                  <a:pt x="702302" y="8469"/>
                  <a:pt x="703192" y="7872"/>
                  <a:pt x="704231" y="7464"/>
                </a:cubicBezTo>
                <a:cubicBezTo>
                  <a:pt x="705270" y="7057"/>
                  <a:pt x="706426" y="6853"/>
                  <a:pt x="707700" y="6853"/>
                </a:cubicBezTo>
                <a:cubicBezTo>
                  <a:pt x="708251" y="6853"/>
                  <a:pt x="708794" y="6887"/>
                  <a:pt x="709327" y="6956"/>
                </a:cubicBezTo>
                <a:cubicBezTo>
                  <a:pt x="709861" y="7025"/>
                  <a:pt x="710386" y="7134"/>
                  <a:pt x="710903" y="7283"/>
                </a:cubicBezTo>
                <a:lnTo>
                  <a:pt x="710903" y="0"/>
                </a:lnTo>
                <a:lnTo>
                  <a:pt x="713916" y="0"/>
                </a:lnTo>
                <a:lnTo>
                  <a:pt x="713916" y="24347"/>
                </a:lnTo>
                <a:lnTo>
                  <a:pt x="711230" y="24347"/>
                </a:lnTo>
                <a:lnTo>
                  <a:pt x="711127" y="21076"/>
                </a:lnTo>
                <a:cubicBezTo>
                  <a:pt x="710289" y="22292"/>
                  <a:pt x="709382" y="23194"/>
                  <a:pt x="708406" y="23779"/>
                </a:cubicBezTo>
                <a:cubicBezTo>
                  <a:pt x="707430" y="24364"/>
                  <a:pt x="706374" y="24657"/>
                  <a:pt x="705238" y="24657"/>
                </a:cubicBezTo>
                <a:cubicBezTo>
                  <a:pt x="704251" y="24657"/>
                  <a:pt x="703381" y="24450"/>
                  <a:pt x="702629" y="24037"/>
                </a:cubicBezTo>
                <a:cubicBezTo>
                  <a:pt x="701877" y="23624"/>
                  <a:pt x="701252" y="23041"/>
                  <a:pt x="700753" y="22290"/>
                </a:cubicBezTo>
                <a:cubicBezTo>
                  <a:pt x="700253" y="21538"/>
                  <a:pt x="699877" y="20634"/>
                  <a:pt x="699625" y="19578"/>
                </a:cubicBezTo>
                <a:cubicBezTo>
                  <a:pt x="699372" y="18522"/>
                  <a:pt x="699246" y="17351"/>
                  <a:pt x="699246" y="16065"/>
                </a:cubicBezTo>
                <a:moveTo>
                  <a:pt x="702311" y="15876"/>
                </a:moveTo>
                <a:cubicBezTo>
                  <a:pt x="702311" y="17965"/>
                  <a:pt x="702618" y="19523"/>
                  <a:pt x="703232" y="20550"/>
                </a:cubicBezTo>
                <a:cubicBezTo>
                  <a:pt x="703846" y="21578"/>
                  <a:pt x="704716" y="22092"/>
                  <a:pt x="705841" y="22092"/>
                </a:cubicBezTo>
                <a:cubicBezTo>
                  <a:pt x="706598" y="22092"/>
                  <a:pt x="707399" y="21753"/>
                  <a:pt x="708243" y="21076"/>
                </a:cubicBezTo>
                <a:cubicBezTo>
                  <a:pt x="709086" y="20398"/>
                  <a:pt x="709973" y="19394"/>
                  <a:pt x="710903" y="18062"/>
                </a:cubicBezTo>
                <a:lnTo>
                  <a:pt x="710903" y="10038"/>
                </a:lnTo>
                <a:cubicBezTo>
                  <a:pt x="710409" y="9809"/>
                  <a:pt x="709864" y="9634"/>
                  <a:pt x="709267" y="9513"/>
                </a:cubicBezTo>
                <a:cubicBezTo>
                  <a:pt x="708670" y="9393"/>
                  <a:pt x="708079" y="9333"/>
                  <a:pt x="707494" y="9333"/>
                </a:cubicBezTo>
                <a:cubicBezTo>
                  <a:pt x="705864" y="9333"/>
                  <a:pt x="704592" y="9861"/>
                  <a:pt x="703680" y="10917"/>
                </a:cubicBezTo>
                <a:cubicBezTo>
                  <a:pt x="702767" y="11973"/>
                  <a:pt x="702311" y="13626"/>
                  <a:pt x="702311" y="15876"/>
                </a:cubicBezTo>
                <a:close/>
                <a:moveTo>
                  <a:pt x="720507" y="7060"/>
                </a:moveTo>
                <a:lnTo>
                  <a:pt x="723245" y="7060"/>
                </a:lnTo>
                <a:lnTo>
                  <a:pt x="723331" y="10237"/>
                </a:lnTo>
                <a:cubicBezTo>
                  <a:pt x="724353" y="9012"/>
                  <a:pt x="725360" y="8124"/>
                  <a:pt x="726353" y="7575"/>
                </a:cubicBezTo>
                <a:cubicBezTo>
                  <a:pt x="727346" y="7025"/>
                  <a:pt x="728347" y="6750"/>
                  <a:pt x="729358" y="6750"/>
                </a:cubicBezTo>
                <a:cubicBezTo>
                  <a:pt x="731148" y="6750"/>
                  <a:pt x="732506" y="7328"/>
                  <a:pt x="733430" y="8484"/>
                </a:cubicBezTo>
                <a:cubicBezTo>
                  <a:pt x="734354" y="9641"/>
                  <a:pt x="734782" y="11359"/>
                  <a:pt x="734713" y="13637"/>
                </a:cubicBezTo>
                <a:lnTo>
                  <a:pt x="731682" y="13637"/>
                </a:lnTo>
                <a:cubicBezTo>
                  <a:pt x="731717" y="12128"/>
                  <a:pt x="731496" y="11033"/>
                  <a:pt x="731019" y="10353"/>
                </a:cubicBezTo>
                <a:cubicBezTo>
                  <a:pt x="730543" y="9673"/>
                  <a:pt x="729846" y="9333"/>
                  <a:pt x="728927" y="9333"/>
                </a:cubicBezTo>
                <a:cubicBezTo>
                  <a:pt x="728525" y="9333"/>
                  <a:pt x="728121" y="9404"/>
                  <a:pt x="727713" y="9547"/>
                </a:cubicBezTo>
                <a:cubicBezTo>
                  <a:pt x="727306" y="9690"/>
                  <a:pt x="726887" y="9918"/>
                  <a:pt x="726456" y="10233"/>
                </a:cubicBezTo>
                <a:cubicBezTo>
                  <a:pt x="726026" y="10547"/>
                  <a:pt x="725570" y="10950"/>
                  <a:pt x="725087" y="11442"/>
                </a:cubicBezTo>
                <a:cubicBezTo>
                  <a:pt x="724605" y="11933"/>
                  <a:pt x="724089" y="12528"/>
                  <a:pt x="723538" y="13225"/>
                </a:cubicBezTo>
                <a:lnTo>
                  <a:pt x="723538" y="24347"/>
                </a:lnTo>
                <a:lnTo>
                  <a:pt x="720507" y="24347"/>
                </a:lnTo>
                <a:lnTo>
                  <a:pt x="720507" y="7060"/>
                </a:lnTo>
                <a:close/>
                <a:moveTo>
                  <a:pt x="754527" y="15566"/>
                </a:moveTo>
                <a:cubicBezTo>
                  <a:pt x="754527" y="16909"/>
                  <a:pt x="754338" y="18140"/>
                  <a:pt x="753959" y="19259"/>
                </a:cubicBezTo>
                <a:cubicBezTo>
                  <a:pt x="753580" y="20378"/>
                  <a:pt x="753035" y="21337"/>
                  <a:pt x="752324" y="22135"/>
                </a:cubicBezTo>
                <a:cubicBezTo>
                  <a:pt x="751612" y="22932"/>
                  <a:pt x="750745" y="23552"/>
                  <a:pt x="749723" y="23994"/>
                </a:cubicBezTo>
                <a:cubicBezTo>
                  <a:pt x="748702" y="24436"/>
                  <a:pt x="747542" y="24657"/>
                  <a:pt x="746245" y="24657"/>
                </a:cubicBezTo>
                <a:cubicBezTo>
                  <a:pt x="745006" y="24657"/>
                  <a:pt x="743895" y="24465"/>
                  <a:pt x="742914" y="24080"/>
                </a:cubicBezTo>
                <a:cubicBezTo>
                  <a:pt x="741932" y="23696"/>
                  <a:pt x="741100" y="23130"/>
                  <a:pt x="740417" y="22384"/>
                </a:cubicBezTo>
                <a:cubicBezTo>
                  <a:pt x="739734" y="21638"/>
                  <a:pt x="739212" y="20714"/>
                  <a:pt x="738850" y="19612"/>
                </a:cubicBezTo>
                <a:cubicBezTo>
                  <a:pt x="738488" y="18510"/>
                  <a:pt x="738308" y="17242"/>
                  <a:pt x="738308" y="15807"/>
                </a:cubicBezTo>
                <a:cubicBezTo>
                  <a:pt x="738308" y="14464"/>
                  <a:pt x="738497" y="13238"/>
                  <a:pt x="738876" y="12131"/>
                </a:cubicBezTo>
                <a:cubicBezTo>
                  <a:pt x="739255" y="11023"/>
                  <a:pt x="739800" y="10070"/>
                  <a:pt x="740512" y="9272"/>
                </a:cubicBezTo>
                <a:cubicBezTo>
                  <a:pt x="741223" y="8474"/>
                  <a:pt x="742090" y="7855"/>
                  <a:pt x="743112" y="7413"/>
                </a:cubicBezTo>
                <a:cubicBezTo>
                  <a:pt x="744133" y="6971"/>
                  <a:pt x="745293" y="6750"/>
                  <a:pt x="746590" y="6750"/>
                </a:cubicBezTo>
                <a:cubicBezTo>
                  <a:pt x="747829" y="6750"/>
                  <a:pt x="748940" y="6942"/>
                  <a:pt x="749922" y="7327"/>
                </a:cubicBezTo>
                <a:cubicBezTo>
                  <a:pt x="750903" y="7711"/>
                  <a:pt x="751735" y="8274"/>
                  <a:pt x="752418" y="9014"/>
                </a:cubicBezTo>
                <a:cubicBezTo>
                  <a:pt x="753101" y="9754"/>
                  <a:pt x="753624" y="10676"/>
                  <a:pt x="753985" y="11778"/>
                </a:cubicBezTo>
                <a:cubicBezTo>
                  <a:pt x="754347" y="12880"/>
                  <a:pt x="754527" y="14142"/>
                  <a:pt x="754527" y="15566"/>
                </a:cubicBezTo>
                <a:moveTo>
                  <a:pt x="751463" y="15703"/>
                </a:moveTo>
                <a:cubicBezTo>
                  <a:pt x="751463" y="14636"/>
                  <a:pt x="751345" y="13703"/>
                  <a:pt x="751110" y="12905"/>
                </a:cubicBezTo>
                <a:cubicBezTo>
                  <a:pt x="750874" y="12108"/>
                  <a:pt x="750539" y="11442"/>
                  <a:pt x="750102" y="10908"/>
                </a:cubicBezTo>
                <a:cubicBezTo>
                  <a:pt x="749666" y="10374"/>
                  <a:pt x="749135" y="9972"/>
                  <a:pt x="748510" y="9703"/>
                </a:cubicBezTo>
                <a:cubicBezTo>
                  <a:pt x="747884" y="9433"/>
                  <a:pt x="747187" y="9298"/>
                  <a:pt x="746418" y="9298"/>
                </a:cubicBezTo>
                <a:cubicBezTo>
                  <a:pt x="745522" y="9298"/>
                  <a:pt x="744756" y="9473"/>
                  <a:pt x="744119" y="9823"/>
                </a:cubicBezTo>
                <a:cubicBezTo>
                  <a:pt x="743482" y="10173"/>
                  <a:pt x="742959" y="10641"/>
                  <a:pt x="742552" y="11227"/>
                </a:cubicBezTo>
                <a:cubicBezTo>
                  <a:pt x="742144" y="11812"/>
                  <a:pt x="741846" y="12492"/>
                  <a:pt x="741657" y="13267"/>
                </a:cubicBezTo>
                <a:cubicBezTo>
                  <a:pt x="741467" y="14042"/>
                  <a:pt x="741372" y="14854"/>
                  <a:pt x="741372" y="15703"/>
                </a:cubicBezTo>
                <a:cubicBezTo>
                  <a:pt x="741372" y="16771"/>
                  <a:pt x="741490" y="17706"/>
                  <a:pt x="741725" y="18510"/>
                </a:cubicBezTo>
                <a:cubicBezTo>
                  <a:pt x="741961" y="19314"/>
                  <a:pt x="742297" y="19982"/>
                  <a:pt x="742733" y="20516"/>
                </a:cubicBezTo>
                <a:cubicBezTo>
                  <a:pt x="743169" y="21050"/>
                  <a:pt x="743697" y="21452"/>
                  <a:pt x="744317" y="21721"/>
                </a:cubicBezTo>
                <a:cubicBezTo>
                  <a:pt x="744937" y="21991"/>
                  <a:pt x="745637" y="22126"/>
                  <a:pt x="746418" y="22126"/>
                </a:cubicBezTo>
                <a:cubicBezTo>
                  <a:pt x="747313" y="22126"/>
                  <a:pt x="748079" y="21951"/>
                  <a:pt x="748716" y="21601"/>
                </a:cubicBezTo>
                <a:cubicBezTo>
                  <a:pt x="749353" y="21251"/>
                  <a:pt x="749876" y="20783"/>
                  <a:pt x="750283" y="20197"/>
                </a:cubicBezTo>
                <a:cubicBezTo>
                  <a:pt x="750691" y="19612"/>
                  <a:pt x="750989" y="18932"/>
                  <a:pt x="751178" y="18157"/>
                </a:cubicBezTo>
                <a:cubicBezTo>
                  <a:pt x="751368" y="17382"/>
                  <a:pt x="751463" y="16564"/>
                  <a:pt x="751463" y="15703"/>
                </a:cubicBezTo>
                <a:close/>
                <a:moveTo>
                  <a:pt x="773929" y="15393"/>
                </a:moveTo>
                <a:cubicBezTo>
                  <a:pt x="773929" y="16932"/>
                  <a:pt x="773714" y="18275"/>
                  <a:pt x="773284" y="19423"/>
                </a:cubicBezTo>
                <a:cubicBezTo>
                  <a:pt x="772853" y="20571"/>
                  <a:pt x="772259" y="21523"/>
                  <a:pt x="771501" y="22281"/>
                </a:cubicBezTo>
                <a:cubicBezTo>
                  <a:pt x="770744" y="23039"/>
                  <a:pt x="769848" y="23607"/>
                  <a:pt x="768815" y="23986"/>
                </a:cubicBezTo>
                <a:cubicBezTo>
                  <a:pt x="767782" y="24364"/>
                  <a:pt x="766663" y="24554"/>
                  <a:pt x="765458" y="24554"/>
                </a:cubicBezTo>
                <a:cubicBezTo>
                  <a:pt x="764907" y="24554"/>
                  <a:pt x="764359" y="24525"/>
                  <a:pt x="763813" y="24468"/>
                </a:cubicBezTo>
                <a:cubicBezTo>
                  <a:pt x="763268" y="24410"/>
                  <a:pt x="762714" y="24313"/>
                  <a:pt x="762152" y="24175"/>
                </a:cubicBezTo>
                <a:lnTo>
                  <a:pt x="762152" y="31407"/>
                </a:lnTo>
                <a:lnTo>
                  <a:pt x="759156" y="31407"/>
                </a:lnTo>
                <a:lnTo>
                  <a:pt x="759156" y="7060"/>
                </a:lnTo>
                <a:lnTo>
                  <a:pt x="761825" y="7060"/>
                </a:lnTo>
                <a:lnTo>
                  <a:pt x="762014" y="9952"/>
                </a:lnTo>
                <a:cubicBezTo>
                  <a:pt x="762875" y="8770"/>
                  <a:pt x="763793" y="7941"/>
                  <a:pt x="764769" y="7464"/>
                </a:cubicBezTo>
                <a:cubicBezTo>
                  <a:pt x="765745" y="6988"/>
                  <a:pt x="766801" y="6750"/>
                  <a:pt x="767937" y="6750"/>
                </a:cubicBezTo>
                <a:cubicBezTo>
                  <a:pt x="768924" y="6750"/>
                  <a:pt x="769791" y="6956"/>
                  <a:pt x="770537" y="7370"/>
                </a:cubicBezTo>
                <a:cubicBezTo>
                  <a:pt x="771283" y="7783"/>
                  <a:pt x="771909" y="8365"/>
                  <a:pt x="772414" y="9117"/>
                </a:cubicBezTo>
                <a:cubicBezTo>
                  <a:pt x="772919" y="9869"/>
                  <a:pt x="773298" y="10776"/>
                  <a:pt x="773550" y="11838"/>
                </a:cubicBezTo>
                <a:cubicBezTo>
                  <a:pt x="773803" y="12900"/>
                  <a:pt x="773929" y="14085"/>
                  <a:pt x="773929" y="15393"/>
                </a:cubicBezTo>
                <a:moveTo>
                  <a:pt x="770864" y="15531"/>
                </a:moveTo>
                <a:cubicBezTo>
                  <a:pt x="770864" y="14624"/>
                  <a:pt x="770798" y="13792"/>
                  <a:pt x="770666" y="13035"/>
                </a:cubicBezTo>
                <a:cubicBezTo>
                  <a:pt x="770534" y="12277"/>
                  <a:pt x="770325" y="11628"/>
                  <a:pt x="770038" y="11089"/>
                </a:cubicBezTo>
                <a:cubicBezTo>
                  <a:pt x="769751" y="10549"/>
                  <a:pt x="769384" y="10127"/>
                  <a:pt x="768936" y="9823"/>
                </a:cubicBezTo>
                <a:cubicBezTo>
                  <a:pt x="768488" y="9519"/>
                  <a:pt x="767954" y="9367"/>
                  <a:pt x="767335" y="9367"/>
                </a:cubicBezTo>
                <a:cubicBezTo>
                  <a:pt x="766956" y="9367"/>
                  <a:pt x="766571" y="9427"/>
                  <a:pt x="766181" y="9548"/>
                </a:cubicBezTo>
                <a:cubicBezTo>
                  <a:pt x="765791" y="9668"/>
                  <a:pt x="765386" y="9869"/>
                  <a:pt x="764967" y="10150"/>
                </a:cubicBezTo>
                <a:cubicBezTo>
                  <a:pt x="764548" y="10432"/>
                  <a:pt x="764106" y="10805"/>
                  <a:pt x="763641" y="11270"/>
                </a:cubicBezTo>
                <a:cubicBezTo>
                  <a:pt x="763176" y="11735"/>
                  <a:pt x="762680" y="12311"/>
                  <a:pt x="762152" y="13000"/>
                </a:cubicBezTo>
                <a:lnTo>
                  <a:pt x="762152" y="21386"/>
                </a:lnTo>
                <a:cubicBezTo>
                  <a:pt x="762703" y="21615"/>
                  <a:pt x="763282" y="21796"/>
                  <a:pt x="763891" y="21928"/>
                </a:cubicBezTo>
                <a:cubicBezTo>
                  <a:pt x="764499" y="22060"/>
                  <a:pt x="765096" y="22126"/>
                  <a:pt x="765682" y="22126"/>
                </a:cubicBezTo>
                <a:cubicBezTo>
                  <a:pt x="767300" y="22126"/>
                  <a:pt x="768569" y="21578"/>
                  <a:pt x="769487" y="20482"/>
                </a:cubicBezTo>
                <a:cubicBezTo>
                  <a:pt x="770405" y="19385"/>
                  <a:pt x="770864" y="17735"/>
                  <a:pt x="770864" y="15531"/>
                </a:cubicBezTo>
                <a:close/>
                <a:moveTo>
                  <a:pt x="793186" y="12836"/>
                </a:moveTo>
                <a:cubicBezTo>
                  <a:pt x="793186" y="13916"/>
                  <a:pt x="793103" y="14950"/>
                  <a:pt x="792937" y="15938"/>
                </a:cubicBezTo>
                <a:cubicBezTo>
                  <a:pt x="792770" y="16926"/>
                  <a:pt x="792503" y="17845"/>
                  <a:pt x="792136" y="18695"/>
                </a:cubicBezTo>
                <a:cubicBezTo>
                  <a:pt x="791769" y="19545"/>
                  <a:pt x="791292" y="20318"/>
                  <a:pt x="790707" y="21013"/>
                </a:cubicBezTo>
                <a:cubicBezTo>
                  <a:pt x="790121" y="21708"/>
                  <a:pt x="789404" y="22302"/>
                  <a:pt x="788554" y="22796"/>
                </a:cubicBezTo>
                <a:cubicBezTo>
                  <a:pt x="787705" y="23290"/>
                  <a:pt x="786718" y="23672"/>
                  <a:pt x="785593" y="23943"/>
                </a:cubicBezTo>
                <a:cubicBezTo>
                  <a:pt x="784468" y="24212"/>
                  <a:pt x="783188" y="24347"/>
                  <a:pt x="781753" y="24347"/>
                </a:cubicBezTo>
                <a:lnTo>
                  <a:pt x="776932" y="24347"/>
                </a:lnTo>
                <a:lnTo>
                  <a:pt x="776932" y="1825"/>
                </a:lnTo>
                <a:lnTo>
                  <a:pt x="782735" y="1825"/>
                </a:lnTo>
                <a:cubicBezTo>
                  <a:pt x="786247" y="1825"/>
                  <a:pt x="788867" y="2730"/>
                  <a:pt x="790595" y="4539"/>
                </a:cubicBezTo>
                <a:cubicBezTo>
                  <a:pt x="792322" y="6349"/>
                  <a:pt x="793186" y="9114"/>
                  <a:pt x="793186" y="12836"/>
                </a:cubicBezTo>
                <a:moveTo>
                  <a:pt x="789966" y="13060"/>
                </a:moveTo>
                <a:cubicBezTo>
                  <a:pt x="789966" y="11463"/>
                  <a:pt x="789817" y="10113"/>
                  <a:pt x="789519" y="9010"/>
                </a:cubicBezTo>
                <a:cubicBezTo>
                  <a:pt x="789220" y="7907"/>
                  <a:pt x="788767" y="7016"/>
                  <a:pt x="788158" y="6339"/>
                </a:cubicBezTo>
                <a:cubicBezTo>
                  <a:pt x="787550" y="5661"/>
                  <a:pt x="786787" y="5169"/>
                  <a:pt x="785868" y="4865"/>
                </a:cubicBezTo>
                <a:cubicBezTo>
                  <a:pt x="784950" y="4560"/>
                  <a:pt x="783871" y="4408"/>
                  <a:pt x="782631" y="4408"/>
                </a:cubicBezTo>
                <a:lnTo>
                  <a:pt x="779997" y="4408"/>
                </a:lnTo>
                <a:lnTo>
                  <a:pt x="779997" y="21695"/>
                </a:lnTo>
                <a:lnTo>
                  <a:pt x="782287" y="21695"/>
                </a:lnTo>
                <a:cubicBezTo>
                  <a:pt x="787407" y="21695"/>
                  <a:pt x="789966" y="18817"/>
                  <a:pt x="789966" y="13060"/>
                </a:cubicBezTo>
                <a:close/>
                <a:moveTo>
                  <a:pt x="812536" y="15566"/>
                </a:moveTo>
                <a:cubicBezTo>
                  <a:pt x="812536" y="16909"/>
                  <a:pt x="812347" y="18140"/>
                  <a:pt x="811968" y="19259"/>
                </a:cubicBezTo>
                <a:cubicBezTo>
                  <a:pt x="811589" y="20378"/>
                  <a:pt x="811044" y="21337"/>
                  <a:pt x="810332" y="22135"/>
                </a:cubicBezTo>
                <a:cubicBezTo>
                  <a:pt x="809620" y="22932"/>
                  <a:pt x="808754" y="23552"/>
                  <a:pt x="807732" y="23994"/>
                </a:cubicBezTo>
                <a:cubicBezTo>
                  <a:pt x="806711" y="24436"/>
                  <a:pt x="805551" y="24657"/>
                  <a:pt x="804254" y="24657"/>
                </a:cubicBezTo>
                <a:cubicBezTo>
                  <a:pt x="803014" y="24657"/>
                  <a:pt x="801904" y="24465"/>
                  <a:pt x="800922" y="24080"/>
                </a:cubicBezTo>
                <a:cubicBezTo>
                  <a:pt x="799941" y="23696"/>
                  <a:pt x="799108" y="23130"/>
                  <a:pt x="798425" y="22384"/>
                </a:cubicBezTo>
                <a:cubicBezTo>
                  <a:pt x="797742" y="21638"/>
                  <a:pt x="797220" y="20714"/>
                  <a:pt x="796859" y="19612"/>
                </a:cubicBezTo>
                <a:cubicBezTo>
                  <a:pt x="796497" y="18510"/>
                  <a:pt x="796316" y="17242"/>
                  <a:pt x="796316" y="15807"/>
                </a:cubicBezTo>
                <a:cubicBezTo>
                  <a:pt x="796316" y="14464"/>
                  <a:pt x="796506" y="13238"/>
                  <a:pt x="796884" y="12131"/>
                </a:cubicBezTo>
                <a:cubicBezTo>
                  <a:pt x="797263" y="11023"/>
                  <a:pt x="797808" y="10070"/>
                  <a:pt x="798520" y="9272"/>
                </a:cubicBezTo>
                <a:cubicBezTo>
                  <a:pt x="799232" y="8474"/>
                  <a:pt x="800099" y="7855"/>
                  <a:pt x="801120" y="7413"/>
                </a:cubicBezTo>
                <a:cubicBezTo>
                  <a:pt x="802142" y="6971"/>
                  <a:pt x="803301" y="6750"/>
                  <a:pt x="804598" y="6750"/>
                </a:cubicBezTo>
                <a:cubicBezTo>
                  <a:pt x="805838" y="6750"/>
                  <a:pt x="806949" y="6942"/>
                  <a:pt x="807930" y="7327"/>
                </a:cubicBezTo>
                <a:cubicBezTo>
                  <a:pt x="808912" y="7711"/>
                  <a:pt x="809744" y="8274"/>
                  <a:pt x="810427" y="9014"/>
                </a:cubicBezTo>
                <a:cubicBezTo>
                  <a:pt x="811110" y="9754"/>
                  <a:pt x="811632" y="10676"/>
                  <a:pt x="811994" y="11778"/>
                </a:cubicBezTo>
                <a:cubicBezTo>
                  <a:pt x="812355" y="12880"/>
                  <a:pt x="812536" y="14142"/>
                  <a:pt x="812536" y="15566"/>
                </a:cubicBezTo>
                <a:moveTo>
                  <a:pt x="809471" y="15703"/>
                </a:moveTo>
                <a:cubicBezTo>
                  <a:pt x="809471" y="14636"/>
                  <a:pt x="809354" y="13703"/>
                  <a:pt x="809118" y="12905"/>
                </a:cubicBezTo>
                <a:cubicBezTo>
                  <a:pt x="808883" y="12108"/>
                  <a:pt x="808547" y="11442"/>
                  <a:pt x="808111" y="10908"/>
                </a:cubicBezTo>
                <a:cubicBezTo>
                  <a:pt x="807675" y="10374"/>
                  <a:pt x="807144" y="9972"/>
                  <a:pt x="806518" y="9703"/>
                </a:cubicBezTo>
                <a:cubicBezTo>
                  <a:pt x="805893" y="9433"/>
                  <a:pt x="805195" y="9298"/>
                  <a:pt x="804426" y="9298"/>
                </a:cubicBezTo>
                <a:cubicBezTo>
                  <a:pt x="803531" y="9298"/>
                  <a:pt x="802765" y="9473"/>
                  <a:pt x="802128" y="9823"/>
                </a:cubicBezTo>
                <a:cubicBezTo>
                  <a:pt x="801490" y="10173"/>
                  <a:pt x="800968" y="10641"/>
                  <a:pt x="800561" y="11227"/>
                </a:cubicBezTo>
                <a:cubicBezTo>
                  <a:pt x="800153" y="11812"/>
                  <a:pt x="799855" y="12492"/>
                  <a:pt x="799665" y="13267"/>
                </a:cubicBezTo>
                <a:cubicBezTo>
                  <a:pt x="799476" y="14042"/>
                  <a:pt x="799381" y="14854"/>
                  <a:pt x="799381" y="15703"/>
                </a:cubicBezTo>
                <a:cubicBezTo>
                  <a:pt x="799381" y="16771"/>
                  <a:pt x="799499" y="17706"/>
                  <a:pt x="799734" y="18510"/>
                </a:cubicBezTo>
                <a:cubicBezTo>
                  <a:pt x="799969" y="19314"/>
                  <a:pt x="800305" y="19982"/>
                  <a:pt x="800741" y="20516"/>
                </a:cubicBezTo>
                <a:cubicBezTo>
                  <a:pt x="801178" y="21050"/>
                  <a:pt x="801706" y="21452"/>
                  <a:pt x="802326" y="21721"/>
                </a:cubicBezTo>
                <a:cubicBezTo>
                  <a:pt x="802945" y="21991"/>
                  <a:pt x="803646" y="22126"/>
                  <a:pt x="804426" y="22126"/>
                </a:cubicBezTo>
                <a:cubicBezTo>
                  <a:pt x="805322" y="22126"/>
                  <a:pt x="806088" y="21951"/>
                  <a:pt x="806725" y="21601"/>
                </a:cubicBezTo>
                <a:cubicBezTo>
                  <a:pt x="807362" y="21251"/>
                  <a:pt x="807884" y="20783"/>
                  <a:pt x="808292" y="20197"/>
                </a:cubicBezTo>
                <a:cubicBezTo>
                  <a:pt x="808699" y="19612"/>
                  <a:pt x="808998" y="18932"/>
                  <a:pt x="809187" y="18157"/>
                </a:cubicBezTo>
                <a:cubicBezTo>
                  <a:pt x="809377" y="17382"/>
                  <a:pt x="809471" y="16564"/>
                  <a:pt x="809471" y="15703"/>
                </a:cubicBezTo>
                <a:close/>
                <a:moveTo>
                  <a:pt x="833178" y="7060"/>
                </a:moveTo>
                <a:lnTo>
                  <a:pt x="830664" y="24347"/>
                </a:lnTo>
                <a:lnTo>
                  <a:pt x="827031" y="24347"/>
                </a:lnTo>
                <a:lnTo>
                  <a:pt x="824534" y="17115"/>
                </a:lnTo>
                <a:lnTo>
                  <a:pt x="824035" y="15359"/>
                </a:lnTo>
                <a:lnTo>
                  <a:pt x="823466" y="17219"/>
                </a:lnTo>
                <a:lnTo>
                  <a:pt x="821073" y="24347"/>
                </a:lnTo>
                <a:lnTo>
                  <a:pt x="817543" y="24347"/>
                </a:lnTo>
                <a:lnTo>
                  <a:pt x="815047" y="7060"/>
                </a:lnTo>
                <a:lnTo>
                  <a:pt x="817974" y="7060"/>
                </a:lnTo>
                <a:lnTo>
                  <a:pt x="819420" y="18803"/>
                </a:lnTo>
                <a:lnTo>
                  <a:pt x="819730" y="21420"/>
                </a:lnTo>
                <a:lnTo>
                  <a:pt x="820470" y="19130"/>
                </a:lnTo>
                <a:lnTo>
                  <a:pt x="822984" y="11364"/>
                </a:lnTo>
                <a:lnTo>
                  <a:pt x="825137" y="11364"/>
                </a:lnTo>
                <a:lnTo>
                  <a:pt x="827840" y="19027"/>
                </a:lnTo>
                <a:lnTo>
                  <a:pt x="828615" y="21317"/>
                </a:lnTo>
                <a:lnTo>
                  <a:pt x="828873" y="18889"/>
                </a:lnTo>
                <a:lnTo>
                  <a:pt x="830216" y="7060"/>
                </a:lnTo>
                <a:lnTo>
                  <a:pt x="833178" y="7060"/>
                </a:lnTo>
                <a:close/>
                <a:moveTo>
                  <a:pt x="836842" y="7060"/>
                </a:moveTo>
                <a:lnTo>
                  <a:pt x="839511" y="7060"/>
                </a:lnTo>
                <a:lnTo>
                  <a:pt x="839631" y="9849"/>
                </a:lnTo>
                <a:cubicBezTo>
                  <a:pt x="840136" y="9252"/>
                  <a:pt x="840624" y="8756"/>
                  <a:pt x="841095" y="8360"/>
                </a:cubicBezTo>
                <a:cubicBezTo>
                  <a:pt x="841565" y="7964"/>
                  <a:pt x="842027" y="7645"/>
                  <a:pt x="842481" y="7404"/>
                </a:cubicBezTo>
                <a:cubicBezTo>
                  <a:pt x="842934" y="7163"/>
                  <a:pt x="843396" y="6994"/>
                  <a:pt x="843867" y="6896"/>
                </a:cubicBezTo>
                <a:cubicBezTo>
                  <a:pt x="844338" y="6798"/>
                  <a:pt x="844825" y="6750"/>
                  <a:pt x="845330" y="6750"/>
                </a:cubicBezTo>
                <a:cubicBezTo>
                  <a:pt x="847110" y="6750"/>
                  <a:pt x="848456" y="7275"/>
                  <a:pt x="849368" y="8325"/>
                </a:cubicBezTo>
                <a:cubicBezTo>
                  <a:pt x="850281" y="9376"/>
                  <a:pt x="850737" y="10957"/>
                  <a:pt x="850737" y="13069"/>
                </a:cubicBezTo>
                <a:lnTo>
                  <a:pt x="850737" y="24347"/>
                </a:lnTo>
                <a:lnTo>
                  <a:pt x="847741" y="24347"/>
                </a:lnTo>
                <a:lnTo>
                  <a:pt x="847741" y="13310"/>
                </a:lnTo>
                <a:cubicBezTo>
                  <a:pt x="847741" y="11955"/>
                  <a:pt x="847489" y="10954"/>
                  <a:pt x="846983" y="10305"/>
                </a:cubicBezTo>
                <a:cubicBezTo>
                  <a:pt x="846478" y="9657"/>
                  <a:pt x="845727" y="9333"/>
                  <a:pt x="844728" y="9333"/>
                </a:cubicBezTo>
                <a:cubicBezTo>
                  <a:pt x="844361" y="9333"/>
                  <a:pt x="844002" y="9387"/>
                  <a:pt x="843652" y="9496"/>
                </a:cubicBezTo>
                <a:cubicBezTo>
                  <a:pt x="843302" y="9605"/>
                  <a:pt x="842937" y="9795"/>
                  <a:pt x="842558" y="10064"/>
                </a:cubicBezTo>
                <a:cubicBezTo>
                  <a:pt x="842179" y="10334"/>
                  <a:pt x="841769" y="10699"/>
                  <a:pt x="841327" y="11158"/>
                </a:cubicBezTo>
                <a:cubicBezTo>
                  <a:pt x="840885" y="11617"/>
                  <a:pt x="840389" y="12191"/>
                  <a:pt x="839838" y="12880"/>
                </a:cubicBezTo>
                <a:lnTo>
                  <a:pt x="839838" y="24347"/>
                </a:lnTo>
                <a:lnTo>
                  <a:pt x="836842" y="24347"/>
                </a:lnTo>
                <a:lnTo>
                  <a:pt x="836842" y="7060"/>
                </a:lnTo>
                <a:close/>
                <a:moveTo>
                  <a:pt x="870097" y="24347"/>
                </a:moveTo>
                <a:lnTo>
                  <a:pt x="866102" y="24347"/>
                </a:lnTo>
                <a:lnTo>
                  <a:pt x="859542" y="10301"/>
                </a:lnTo>
                <a:lnTo>
                  <a:pt x="857648" y="5785"/>
                </a:lnTo>
                <a:lnTo>
                  <a:pt x="857648" y="17143"/>
                </a:lnTo>
                <a:lnTo>
                  <a:pt x="857648" y="24347"/>
                </a:lnTo>
                <a:lnTo>
                  <a:pt x="854790" y="24347"/>
                </a:lnTo>
                <a:lnTo>
                  <a:pt x="854790" y="1825"/>
                </a:lnTo>
                <a:lnTo>
                  <a:pt x="858733" y="1825"/>
                </a:lnTo>
                <a:lnTo>
                  <a:pt x="864983" y="15130"/>
                </a:lnTo>
                <a:lnTo>
                  <a:pt x="867239" y="20284"/>
                </a:lnTo>
                <a:lnTo>
                  <a:pt x="867239" y="8219"/>
                </a:lnTo>
                <a:lnTo>
                  <a:pt x="867239" y="1825"/>
                </a:lnTo>
                <a:lnTo>
                  <a:pt x="870097" y="1825"/>
                </a:lnTo>
                <a:lnTo>
                  <a:pt x="870097" y="24347"/>
                </a:lnTo>
                <a:close/>
                <a:moveTo>
                  <a:pt x="890222" y="15566"/>
                </a:moveTo>
                <a:cubicBezTo>
                  <a:pt x="890222" y="16909"/>
                  <a:pt x="890033" y="18140"/>
                  <a:pt x="889654" y="19259"/>
                </a:cubicBezTo>
                <a:cubicBezTo>
                  <a:pt x="889275" y="20378"/>
                  <a:pt x="888730" y="21337"/>
                  <a:pt x="888018" y="22135"/>
                </a:cubicBezTo>
                <a:cubicBezTo>
                  <a:pt x="887306" y="22932"/>
                  <a:pt x="886440" y="23552"/>
                  <a:pt x="885418" y="23994"/>
                </a:cubicBezTo>
                <a:cubicBezTo>
                  <a:pt x="884397" y="24436"/>
                  <a:pt x="883237" y="24657"/>
                  <a:pt x="881940" y="24657"/>
                </a:cubicBezTo>
                <a:cubicBezTo>
                  <a:pt x="880700" y="24657"/>
                  <a:pt x="879590" y="24465"/>
                  <a:pt x="878608" y="24080"/>
                </a:cubicBezTo>
                <a:cubicBezTo>
                  <a:pt x="877627" y="23696"/>
                  <a:pt x="876794" y="23130"/>
                  <a:pt x="876111" y="22384"/>
                </a:cubicBezTo>
                <a:cubicBezTo>
                  <a:pt x="875428" y="21638"/>
                  <a:pt x="874906" y="20714"/>
                  <a:pt x="874545" y="19612"/>
                </a:cubicBezTo>
                <a:cubicBezTo>
                  <a:pt x="874183" y="18510"/>
                  <a:pt x="874002" y="17242"/>
                  <a:pt x="874002" y="15807"/>
                </a:cubicBezTo>
                <a:cubicBezTo>
                  <a:pt x="874002" y="14464"/>
                  <a:pt x="874192" y="13238"/>
                  <a:pt x="874570" y="12131"/>
                </a:cubicBezTo>
                <a:cubicBezTo>
                  <a:pt x="874949" y="11023"/>
                  <a:pt x="875494" y="10070"/>
                  <a:pt x="876206" y="9272"/>
                </a:cubicBezTo>
                <a:cubicBezTo>
                  <a:pt x="876918" y="8474"/>
                  <a:pt x="877785" y="7855"/>
                  <a:pt x="878806" y="7413"/>
                </a:cubicBezTo>
                <a:cubicBezTo>
                  <a:pt x="879828" y="6971"/>
                  <a:pt x="880987" y="6750"/>
                  <a:pt x="882284" y="6750"/>
                </a:cubicBezTo>
                <a:cubicBezTo>
                  <a:pt x="883524" y="6750"/>
                  <a:pt x="884635" y="6942"/>
                  <a:pt x="885616" y="7327"/>
                </a:cubicBezTo>
                <a:cubicBezTo>
                  <a:pt x="886598" y="7711"/>
                  <a:pt x="887430" y="8274"/>
                  <a:pt x="888113" y="9014"/>
                </a:cubicBezTo>
                <a:cubicBezTo>
                  <a:pt x="888796" y="9754"/>
                  <a:pt x="889318" y="10676"/>
                  <a:pt x="889680" y="11778"/>
                </a:cubicBezTo>
                <a:cubicBezTo>
                  <a:pt x="890041" y="12880"/>
                  <a:pt x="890222" y="14142"/>
                  <a:pt x="890222" y="15566"/>
                </a:cubicBezTo>
                <a:moveTo>
                  <a:pt x="887157" y="15703"/>
                </a:moveTo>
                <a:cubicBezTo>
                  <a:pt x="887157" y="14636"/>
                  <a:pt x="887040" y="13703"/>
                  <a:pt x="886804" y="12905"/>
                </a:cubicBezTo>
                <a:cubicBezTo>
                  <a:pt x="886569" y="12108"/>
                  <a:pt x="886233" y="11442"/>
                  <a:pt x="885797" y="10908"/>
                </a:cubicBezTo>
                <a:cubicBezTo>
                  <a:pt x="885361" y="10374"/>
                  <a:pt x="884830" y="9972"/>
                  <a:pt x="884204" y="9703"/>
                </a:cubicBezTo>
                <a:cubicBezTo>
                  <a:pt x="883579" y="9433"/>
                  <a:pt x="882881" y="9298"/>
                  <a:pt x="882112" y="9298"/>
                </a:cubicBezTo>
                <a:cubicBezTo>
                  <a:pt x="881217" y="9298"/>
                  <a:pt x="880451" y="9473"/>
                  <a:pt x="879813" y="9823"/>
                </a:cubicBezTo>
                <a:cubicBezTo>
                  <a:pt x="879176" y="10173"/>
                  <a:pt x="878654" y="10641"/>
                  <a:pt x="878247" y="11227"/>
                </a:cubicBezTo>
                <a:cubicBezTo>
                  <a:pt x="877839" y="11812"/>
                  <a:pt x="877541" y="12492"/>
                  <a:pt x="877351" y="13267"/>
                </a:cubicBezTo>
                <a:cubicBezTo>
                  <a:pt x="877162" y="14042"/>
                  <a:pt x="877067" y="14854"/>
                  <a:pt x="877067" y="15703"/>
                </a:cubicBezTo>
                <a:cubicBezTo>
                  <a:pt x="877067" y="16771"/>
                  <a:pt x="877185" y="17706"/>
                  <a:pt x="877420" y="18510"/>
                </a:cubicBezTo>
                <a:cubicBezTo>
                  <a:pt x="877655" y="19314"/>
                  <a:pt x="877991" y="19982"/>
                  <a:pt x="878427" y="20516"/>
                </a:cubicBezTo>
                <a:cubicBezTo>
                  <a:pt x="878864" y="21050"/>
                  <a:pt x="879392" y="21452"/>
                  <a:pt x="880012" y="21721"/>
                </a:cubicBezTo>
                <a:cubicBezTo>
                  <a:pt x="880631" y="21991"/>
                  <a:pt x="881332" y="22126"/>
                  <a:pt x="882112" y="22126"/>
                </a:cubicBezTo>
                <a:cubicBezTo>
                  <a:pt x="883008" y="22126"/>
                  <a:pt x="883774" y="21951"/>
                  <a:pt x="884411" y="21601"/>
                </a:cubicBezTo>
                <a:cubicBezTo>
                  <a:pt x="885048" y="21251"/>
                  <a:pt x="885570" y="20783"/>
                  <a:pt x="885978" y="20197"/>
                </a:cubicBezTo>
                <a:cubicBezTo>
                  <a:pt x="886385" y="19612"/>
                  <a:pt x="886684" y="18932"/>
                  <a:pt x="886873" y="18157"/>
                </a:cubicBezTo>
                <a:cubicBezTo>
                  <a:pt x="887063" y="17382"/>
                  <a:pt x="887157" y="16564"/>
                  <a:pt x="887157" y="15703"/>
                </a:cubicBezTo>
                <a:close/>
                <a:moveTo>
                  <a:pt x="893972" y="16065"/>
                </a:moveTo>
                <a:cubicBezTo>
                  <a:pt x="893972" y="14596"/>
                  <a:pt x="894173" y="13290"/>
                  <a:pt x="894575" y="12148"/>
                </a:cubicBezTo>
                <a:cubicBezTo>
                  <a:pt x="894977" y="11006"/>
                  <a:pt x="895548" y="10041"/>
                  <a:pt x="896288" y="9255"/>
                </a:cubicBezTo>
                <a:cubicBezTo>
                  <a:pt x="897029" y="8469"/>
                  <a:pt x="897918" y="7872"/>
                  <a:pt x="898957" y="7464"/>
                </a:cubicBezTo>
                <a:cubicBezTo>
                  <a:pt x="899996" y="7057"/>
                  <a:pt x="901152" y="6853"/>
                  <a:pt x="902427" y="6853"/>
                </a:cubicBezTo>
                <a:cubicBezTo>
                  <a:pt x="902978" y="6853"/>
                  <a:pt x="903520" y="6887"/>
                  <a:pt x="904054" y="6956"/>
                </a:cubicBezTo>
                <a:cubicBezTo>
                  <a:pt x="904588" y="7025"/>
                  <a:pt x="905113" y="7134"/>
                  <a:pt x="905629" y="7283"/>
                </a:cubicBezTo>
                <a:lnTo>
                  <a:pt x="905629" y="0"/>
                </a:lnTo>
                <a:lnTo>
                  <a:pt x="908643" y="0"/>
                </a:lnTo>
                <a:lnTo>
                  <a:pt x="908643" y="24347"/>
                </a:lnTo>
                <a:lnTo>
                  <a:pt x="905956" y="24347"/>
                </a:lnTo>
                <a:lnTo>
                  <a:pt x="905853" y="21076"/>
                </a:lnTo>
                <a:cubicBezTo>
                  <a:pt x="905015" y="22292"/>
                  <a:pt x="904108" y="23194"/>
                  <a:pt x="903133" y="23779"/>
                </a:cubicBezTo>
                <a:cubicBezTo>
                  <a:pt x="902157" y="24364"/>
                  <a:pt x="901101" y="24657"/>
                  <a:pt x="899964" y="24657"/>
                </a:cubicBezTo>
                <a:cubicBezTo>
                  <a:pt x="898977" y="24657"/>
                  <a:pt x="898108" y="24450"/>
                  <a:pt x="897356" y="24037"/>
                </a:cubicBezTo>
                <a:cubicBezTo>
                  <a:pt x="896604" y="23624"/>
                  <a:pt x="895978" y="23041"/>
                  <a:pt x="895479" y="22290"/>
                </a:cubicBezTo>
                <a:cubicBezTo>
                  <a:pt x="894980" y="21538"/>
                  <a:pt x="894604" y="20634"/>
                  <a:pt x="894351" y="19578"/>
                </a:cubicBezTo>
                <a:cubicBezTo>
                  <a:pt x="894099" y="18522"/>
                  <a:pt x="893972" y="17351"/>
                  <a:pt x="893972" y="16065"/>
                </a:cubicBezTo>
                <a:moveTo>
                  <a:pt x="897037" y="15876"/>
                </a:moveTo>
                <a:cubicBezTo>
                  <a:pt x="897037" y="17965"/>
                  <a:pt x="897344" y="19523"/>
                  <a:pt x="897958" y="20550"/>
                </a:cubicBezTo>
                <a:cubicBezTo>
                  <a:pt x="898572" y="21578"/>
                  <a:pt x="899442" y="22092"/>
                  <a:pt x="900567" y="22092"/>
                </a:cubicBezTo>
                <a:cubicBezTo>
                  <a:pt x="901325" y="22092"/>
                  <a:pt x="902125" y="21753"/>
                  <a:pt x="902969" y="21076"/>
                </a:cubicBezTo>
                <a:cubicBezTo>
                  <a:pt x="903813" y="20398"/>
                  <a:pt x="904699" y="19394"/>
                  <a:pt x="905629" y="18062"/>
                </a:cubicBezTo>
                <a:lnTo>
                  <a:pt x="905629" y="10038"/>
                </a:lnTo>
                <a:cubicBezTo>
                  <a:pt x="905136" y="9809"/>
                  <a:pt x="904590" y="9634"/>
                  <a:pt x="903993" y="9513"/>
                </a:cubicBezTo>
                <a:cubicBezTo>
                  <a:pt x="903397" y="9393"/>
                  <a:pt x="902805" y="9333"/>
                  <a:pt x="902220" y="9333"/>
                </a:cubicBezTo>
                <a:cubicBezTo>
                  <a:pt x="900590" y="9333"/>
                  <a:pt x="899319" y="9861"/>
                  <a:pt x="898406" y="10917"/>
                </a:cubicBezTo>
                <a:cubicBezTo>
                  <a:pt x="897493" y="11973"/>
                  <a:pt x="897037" y="13626"/>
                  <a:pt x="897037" y="15876"/>
                </a:cubicBezTo>
                <a:close/>
                <a:moveTo>
                  <a:pt x="929129" y="14791"/>
                </a:moveTo>
                <a:cubicBezTo>
                  <a:pt x="929129" y="15216"/>
                  <a:pt x="929123" y="15571"/>
                  <a:pt x="929112" y="15858"/>
                </a:cubicBezTo>
                <a:cubicBezTo>
                  <a:pt x="929100" y="16145"/>
                  <a:pt x="929083" y="16415"/>
                  <a:pt x="929060" y="16668"/>
                </a:cubicBezTo>
                <a:lnTo>
                  <a:pt x="916921" y="16668"/>
                </a:lnTo>
                <a:cubicBezTo>
                  <a:pt x="916921" y="18435"/>
                  <a:pt x="917414" y="19793"/>
                  <a:pt x="918402" y="20740"/>
                </a:cubicBezTo>
                <a:cubicBezTo>
                  <a:pt x="919389" y="21687"/>
                  <a:pt x="920812" y="22160"/>
                  <a:pt x="922672" y="22160"/>
                </a:cubicBezTo>
                <a:cubicBezTo>
                  <a:pt x="923177" y="22160"/>
                  <a:pt x="923682" y="22140"/>
                  <a:pt x="924187" y="22099"/>
                </a:cubicBezTo>
                <a:cubicBezTo>
                  <a:pt x="924692" y="22058"/>
                  <a:pt x="925180" y="22002"/>
                  <a:pt x="925651" y="21932"/>
                </a:cubicBezTo>
                <a:cubicBezTo>
                  <a:pt x="926121" y="21861"/>
                  <a:pt x="926572" y="21782"/>
                  <a:pt x="927002" y="21694"/>
                </a:cubicBezTo>
                <a:cubicBezTo>
                  <a:pt x="927433" y="21606"/>
                  <a:pt x="927832" y="21509"/>
                  <a:pt x="928199" y="21403"/>
                </a:cubicBezTo>
                <a:lnTo>
                  <a:pt x="928199" y="23865"/>
                </a:lnTo>
                <a:cubicBezTo>
                  <a:pt x="927384" y="24100"/>
                  <a:pt x="926463" y="24290"/>
                  <a:pt x="925435" y="24437"/>
                </a:cubicBezTo>
                <a:cubicBezTo>
                  <a:pt x="924408" y="24584"/>
                  <a:pt x="923343" y="24657"/>
                  <a:pt x="922241" y="24657"/>
                </a:cubicBezTo>
                <a:cubicBezTo>
                  <a:pt x="920761" y="24657"/>
                  <a:pt x="919486" y="24456"/>
                  <a:pt x="918419" y="24054"/>
                </a:cubicBezTo>
                <a:cubicBezTo>
                  <a:pt x="917351" y="23653"/>
                  <a:pt x="916476" y="23070"/>
                  <a:pt x="915793" y="22307"/>
                </a:cubicBezTo>
                <a:cubicBezTo>
                  <a:pt x="915110" y="21543"/>
                  <a:pt x="914605" y="20608"/>
                  <a:pt x="914278" y="19500"/>
                </a:cubicBezTo>
                <a:cubicBezTo>
                  <a:pt x="913951" y="18392"/>
                  <a:pt x="913787" y="17138"/>
                  <a:pt x="913787" y="15738"/>
                </a:cubicBezTo>
                <a:cubicBezTo>
                  <a:pt x="913787" y="14521"/>
                  <a:pt x="913962" y="13370"/>
                  <a:pt x="914312" y="12285"/>
                </a:cubicBezTo>
                <a:cubicBezTo>
                  <a:pt x="914662" y="11201"/>
                  <a:pt x="915173" y="10248"/>
                  <a:pt x="915845" y="9427"/>
                </a:cubicBezTo>
                <a:cubicBezTo>
                  <a:pt x="916516" y="8606"/>
                  <a:pt x="917340" y="7955"/>
                  <a:pt x="918316" y="7473"/>
                </a:cubicBezTo>
                <a:cubicBezTo>
                  <a:pt x="919291" y="6991"/>
                  <a:pt x="920399" y="6750"/>
                  <a:pt x="921639" y="6750"/>
                </a:cubicBezTo>
                <a:cubicBezTo>
                  <a:pt x="922844" y="6750"/>
                  <a:pt x="923912" y="6939"/>
                  <a:pt x="924841" y="7318"/>
                </a:cubicBezTo>
                <a:cubicBezTo>
                  <a:pt x="925771" y="7697"/>
                  <a:pt x="926555" y="8233"/>
                  <a:pt x="927192" y="8928"/>
                </a:cubicBezTo>
                <a:cubicBezTo>
                  <a:pt x="927829" y="9622"/>
                  <a:pt x="928311" y="10466"/>
                  <a:pt x="928638" y="11459"/>
                </a:cubicBezTo>
                <a:cubicBezTo>
                  <a:pt x="928965" y="12452"/>
                  <a:pt x="929129" y="13563"/>
                  <a:pt x="929129" y="14791"/>
                </a:cubicBezTo>
                <a:moveTo>
                  <a:pt x="926012" y="14360"/>
                </a:moveTo>
                <a:cubicBezTo>
                  <a:pt x="926047" y="13591"/>
                  <a:pt x="925972" y="12888"/>
                  <a:pt x="925788" y="12251"/>
                </a:cubicBezTo>
                <a:cubicBezTo>
                  <a:pt x="925605" y="11614"/>
                  <a:pt x="925321" y="11066"/>
                  <a:pt x="924936" y="10607"/>
                </a:cubicBezTo>
                <a:cubicBezTo>
                  <a:pt x="924552" y="10148"/>
                  <a:pt x="924072" y="9789"/>
                  <a:pt x="923498" y="9531"/>
                </a:cubicBezTo>
                <a:cubicBezTo>
                  <a:pt x="922924" y="9272"/>
                  <a:pt x="922259" y="9143"/>
                  <a:pt x="921501" y="9143"/>
                </a:cubicBezTo>
                <a:cubicBezTo>
                  <a:pt x="920847" y="9143"/>
                  <a:pt x="920250" y="9269"/>
                  <a:pt x="919710" y="9522"/>
                </a:cubicBezTo>
                <a:cubicBezTo>
                  <a:pt x="919171" y="9774"/>
                  <a:pt x="918706" y="10130"/>
                  <a:pt x="918316" y="10589"/>
                </a:cubicBezTo>
                <a:cubicBezTo>
                  <a:pt x="917925" y="11049"/>
                  <a:pt x="917610" y="11600"/>
                  <a:pt x="917368" y="12242"/>
                </a:cubicBezTo>
                <a:cubicBezTo>
                  <a:pt x="917127" y="12885"/>
                  <a:pt x="916978" y="13591"/>
                  <a:pt x="916921" y="14360"/>
                </a:cubicBezTo>
                <a:lnTo>
                  <a:pt x="926012" y="14360"/>
                </a:lnTo>
                <a:close/>
                <a:moveTo>
                  <a:pt x="939983" y="18923"/>
                </a:moveTo>
                <a:cubicBezTo>
                  <a:pt x="940373" y="18923"/>
                  <a:pt x="940744" y="18998"/>
                  <a:pt x="941094" y="19147"/>
                </a:cubicBezTo>
                <a:cubicBezTo>
                  <a:pt x="941444" y="19296"/>
                  <a:pt x="941748" y="19503"/>
                  <a:pt x="942006" y="19767"/>
                </a:cubicBezTo>
                <a:cubicBezTo>
                  <a:pt x="942265" y="20031"/>
                  <a:pt x="942468" y="20338"/>
                  <a:pt x="942618" y="20688"/>
                </a:cubicBezTo>
                <a:cubicBezTo>
                  <a:pt x="942767" y="21038"/>
                  <a:pt x="942841" y="21414"/>
                  <a:pt x="942841" y="21816"/>
                </a:cubicBezTo>
                <a:cubicBezTo>
                  <a:pt x="942841" y="22206"/>
                  <a:pt x="942767" y="22574"/>
                  <a:pt x="942618" y="22918"/>
                </a:cubicBezTo>
                <a:cubicBezTo>
                  <a:pt x="942468" y="23262"/>
                  <a:pt x="942265" y="23564"/>
                  <a:pt x="942006" y="23822"/>
                </a:cubicBezTo>
                <a:cubicBezTo>
                  <a:pt x="941748" y="24080"/>
                  <a:pt x="941444" y="24284"/>
                  <a:pt x="941094" y="24433"/>
                </a:cubicBezTo>
                <a:cubicBezTo>
                  <a:pt x="940744" y="24582"/>
                  <a:pt x="940373" y="24657"/>
                  <a:pt x="939983" y="24657"/>
                </a:cubicBezTo>
                <a:cubicBezTo>
                  <a:pt x="939581" y="24657"/>
                  <a:pt x="939208" y="24582"/>
                  <a:pt x="938864" y="24433"/>
                </a:cubicBezTo>
                <a:cubicBezTo>
                  <a:pt x="938520" y="24284"/>
                  <a:pt x="938218" y="24080"/>
                  <a:pt x="937960" y="23822"/>
                </a:cubicBezTo>
                <a:cubicBezTo>
                  <a:pt x="937702" y="23564"/>
                  <a:pt x="937498" y="23262"/>
                  <a:pt x="937349" y="22918"/>
                </a:cubicBezTo>
                <a:cubicBezTo>
                  <a:pt x="937199" y="22574"/>
                  <a:pt x="937125" y="22206"/>
                  <a:pt x="937125" y="21816"/>
                </a:cubicBezTo>
                <a:cubicBezTo>
                  <a:pt x="937125" y="21414"/>
                  <a:pt x="937199" y="21038"/>
                  <a:pt x="937349" y="20688"/>
                </a:cubicBezTo>
                <a:cubicBezTo>
                  <a:pt x="937498" y="20338"/>
                  <a:pt x="937702" y="20031"/>
                  <a:pt x="937960" y="19767"/>
                </a:cubicBezTo>
                <a:cubicBezTo>
                  <a:pt x="938218" y="19503"/>
                  <a:pt x="938520" y="19296"/>
                  <a:pt x="938864" y="19147"/>
                </a:cubicBezTo>
                <a:cubicBezTo>
                  <a:pt x="939208" y="18998"/>
                  <a:pt x="939581" y="18923"/>
                  <a:pt x="939983" y="18923"/>
                </a:cubicBezTo>
                <a:close/>
                <a:moveTo>
                  <a:pt x="966885" y="15566"/>
                </a:moveTo>
                <a:cubicBezTo>
                  <a:pt x="966885" y="16909"/>
                  <a:pt x="966696" y="18140"/>
                  <a:pt x="966317" y="19259"/>
                </a:cubicBezTo>
                <a:cubicBezTo>
                  <a:pt x="965938" y="20378"/>
                  <a:pt x="965393" y="21337"/>
                  <a:pt x="964681" y="22135"/>
                </a:cubicBezTo>
                <a:cubicBezTo>
                  <a:pt x="963969" y="22932"/>
                  <a:pt x="963103" y="23552"/>
                  <a:pt x="962081" y="23994"/>
                </a:cubicBezTo>
                <a:cubicBezTo>
                  <a:pt x="961060" y="24436"/>
                  <a:pt x="959900" y="24657"/>
                  <a:pt x="958603" y="24657"/>
                </a:cubicBezTo>
                <a:cubicBezTo>
                  <a:pt x="957363" y="24657"/>
                  <a:pt x="956253" y="24465"/>
                  <a:pt x="955271" y="24080"/>
                </a:cubicBezTo>
                <a:cubicBezTo>
                  <a:pt x="954290" y="23696"/>
                  <a:pt x="953458" y="23130"/>
                  <a:pt x="952774" y="22384"/>
                </a:cubicBezTo>
                <a:cubicBezTo>
                  <a:pt x="952091" y="21638"/>
                  <a:pt x="951569" y="20714"/>
                  <a:pt x="951208" y="19612"/>
                </a:cubicBezTo>
                <a:cubicBezTo>
                  <a:pt x="950846" y="18510"/>
                  <a:pt x="950665" y="17242"/>
                  <a:pt x="950665" y="15807"/>
                </a:cubicBezTo>
                <a:cubicBezTo>
                  <a:pt x="950665" y="14464"/>
                  <a:pt x="950855" y="13238"/>
                  <a:pt x="951233" y="12131"/>
                </a:cubicBezTo>
                <a:cubicBezTo>
                  <a:pt x="951612" y="11023"/>
                  <a:pt x="952157" y="10070"/>
                  <a:pt x="952869" y="9272"/>
                </a:cubicBezTo>
                <a:cubicBezTo>
                  <a:pt x="953581" y="8474"/>
                  <a:pt x="954448" y="7855"/>
                  <a:pt x="955469" y="7413"/>
                </a:cubicBezTo>
                <a:cubicBezTo>
                  <a:pt x="956491" y="6971"/>
                  <a:pt x="957650" y="6750"/>
                  <a:pt x="958947" y="6750"/>
                </a:cubicBezTo>
                <a:cubicBezTo>
                  <a:pt x="960187" y="6750"/>
                  <a:pt x="961298" y="6942"/>
                  <a:pt x="962279" y="7327"/>
                </a:cubicBezTo>
                <a:cubicBezTo>
                  <a:pt x="963261" y="7711"/>
                  <a:pt x="964093" y="8274"/>
                  <a:pt x="964776" y="9014"/>
                </a:cubicBezTo>
                <a:cubicBezTo>
                  <a:pt x="965459" y="9754"/>
                  <a:pt x="965981" y="10676"/>
                  <a:pt x="966343" y="11778"/>
                </a:cubicBezTo>
                <a:cubicBezTo>
                  <a:pt x="966704" y="12880"/>
                  <a:pt x="966885" y="14142"/>
                  <a:pt x="966885" y="15566"/>
                </a:cubicBezTo>
                <a:moveTo>
                  <a:pt x="963820" y="15703"/>
                </a:moveTo>
                <a:cubicBezTo>
                  <a:pt x="963820" y="14636"/>
                  <a:pt x="963703" y="13703"/>
                  <a:pt x="963467" y="12905"/>
                </a:cubicBezTo>
                <a:cubicBezTo>
                  <a:pt x="963232" y="12108"/>
                  <a:pt x="962896" y="11442"/>
                  <a:pt x="962460" y="10908"/>
                </a:cubicBezTo>
                <a:cubicBezTo>
                  <a:pt x="962024" y="10374"/>
                  <a:pt x="961493" y="9972"/>
                  <a:pt x="960867" y="9703"/>
                </a:cubicBezTo>
                <a:cubicBezTo>
                  <a:pt x="960242" y="9433"/>
                  <a:pt x="959544" y="9298"/>
                  <a:pt x="958775" y="9298"/>
                </a:cubicBezTo>
                <a:cubicBezTo>
                  <a:pt x="957880" y="9298"/>
                  <a:pt x="957114" y="9473"/>
                  <a:pt x="956477" y="9823"/>
                </a:cubicBezTo>
                <a:cubicBezTo>
                  <a:pt x="955839" y="10173"/>
                  <a:pt x="955317" y="10641"/>
                  <a:pt x="954910" y="11227"/>
                </a:cubicBezTo>
                <a:cubicBezTo>
                  <a:pt x="954502" y="11812"/>
                  <a:pt x="954204" y="12492"/>
                  <a:pt x="954014" y="13267"/>
                </a:cubicBezTo>
                <a:cubicBezTo>
                  <a:pt x="953825" y="14042"/>
                  <a:pt x="953730" y="14854"/>
                  <a:pt x="953730" y="15703"/>
                </a:cubicBezTo>
                <a:cubicBezTo>
                  <a:pt x="953730" y="16771"/>
                  <a:pt x="953848" y="17706"/>
                  <a:pt x="954083" y="18510"/>
                </a:cubicBezTo>
                <a:cubicBezTo>
                  <a:pt x="954318" y="19314"/>
                  <a:pt x="954654" y="19982"/>
                  <a:pt x="955090" y="20516"/>
                </a:cubicBezTo>
                <a:cubicBezTo>
                  <a:pt x="955527" y="21050"/>
                  <a:pt x="956055" y="21452"/>
                  <a:pt x="956675" y="21721"/>
                </a:cubicBezTo>
                <a:cubicBezTo>
                  <a:pt x="957294" y="21991"/>
                  <a:pt x="957995" y="22126"/>
                  <a:pt x="958775" y="22126"/>
                </a:cubicBezTo>
                <a:cubicBezTo>
                  <a:pt x="959671" y="22126"/>
                  <a:pt x="960437" y="21951"/>
                  <a:pt x="961074" y="21601"/>
                </a:cubicBezTo>
                <a:cubicBezTo>
                  <a:pt x="961711" y="21251"/>
                  <a:pt x="962233" y="20783"/>
                  <a:pt x="962641" y="20197"/>
                </a:cubicBezTo>
                <a:cubicBezTo>
                  <a:pt x="963048" y="19612"/>
                  <a:pt x="963347" y="18932"/>
                  <a:pt x="963536" y="18157"/>
                </a:cubicBezTo>
                <a:cubicBezTo>
                  <a:pt x="963726" y="17382"/>
                  <a:pt x="963820" y="16564"/>
                  <a:pt x="963820" y="15703"/>
                </a:cubicBezTo>
                <a:close/>
                <a:moveTo>
                  <a:pt x="969895" y="7060"/>
                </a:moveTo>
                <a:lnTo>
                  <a:pt x="973304" y="7060"/>
                </a:lnTo>
                <a:lnTo>
                  <a:pt x="977540" y="18493"/>
                </a:lnTo>
                <a:lnTo>
                  <a:pt x="978453" y="21282"/>
                </a:lnTo>
                <a:lnTo>
                  <a:pt x="979400" y="18424"/>
                </a:lnTo>
                <a:lnTo>
                  <a:pt x="983601" y="7060"/>
                </a:lnTo>
                <a:lnTo>
                  <a:pt x="986890" y="7060"/>
                </a:lnTo>
                <a:lnTo>
                  <a:pt x="980105" y="24347"/>
                </a:lnTo>
                <a:lnTo>
                  <a:pt x="976662" y="24347"/>
                </a:lnTo>
                <a:lnTo>
                  <a:pt x="969895" y="7060"/>
                </a:lnTo>
                <a:close/>
                <a:moveTo>
                  <a:pt x="1005792" y="14791"/>
                </a:moveTo>
                <a:cubicBezTo>
                  <a:pt x="1005792" y="15216"/>
                  <a:pt x="1005786" y="15571"/>
                  <a:pt x="1005775" y="15858"/>
                </a:cubicBezTo>
                <a:cubicBezTo>
                  <a:pt x="1005763" y="16145"/>
                  <a:pt x="1005746" y="16415"/>
                  <a:pt x="1005723" y="16668"/>
                </a:cubicBezTo>
                <a:lnTo>
                  <a:pt x="993584" y="16668"/>
                </a:lnTo>
                <a:cubicBezTo>
                  <a:pt x="993584" y="18435"/>
                  <a:pt x="994077" y="19793"/>
                  <a:pt x="995065" y="20740"/>
                </a:cubicBezTo>
                <a:cubicBezTo>
                  <a:pt x="996052" y="21687"/>
                  <a:pt x="997475" y="22160"/>
                  <a:pt x="999335" y="22160"/>
                </a:cubicBezTo>
                <a:cubicBezTo>
                  <a:pt x="999840" y="22160"/>
                  <a:pt x="1000345" y="22140"/>
                  <a:pt x="1000850" y="22099"/>
                </a:cubicBezTo>
                <a:cubicBezTo>
                  <a:pt x="1001355" y="22058"/>
                  <a:pt x="1001843" y="22002"/>
                  <a:pt x="1002314" y="21932"/>
                </a:cubicBezTo>
                <a:cubicBezTo>
                  <a:pt x="1002784" y="21861"/>
                  <a:pt x="1003235" y="21782"/>
                  <a:pt x="1003665" y="21694"/>
                </a:cubicBezTo>
                <a:cubicBezTo>
                  <a:pt x="1004096" y="21606"/>
                  <a:pt x="1004495" y="21509"/>
                  <a:pt x="1004862" y="21403"/>
                </a:cubicBezTo>
                <a:lnTo>
                  <a:pt x="1004862" y="23865"/>
                </a:lnTo>
                <a:cubicBezTo>
                  <a:pt x="1004047" y="24100"/>
                  <a:pt x="1003126" y="24290"/>
                  <a:pt x="1002098" y="24437"/>
                </a:cubicBezTo>
                <a:cubicBezTo>
                  <a:pt x="1001071" y="24584"/>
                  <a:pt x="1000006" y="24657"/>
                  <a:pt x="998904" y="24657"/>
                </a:cubicBezTo>
                <a:cubicBezTo>
                  <a:pt x="997424" y="24657"/>
                  <a:pt x="996149" y="24456"/>
                  <a:pt x="995082" y="24054"/>
                </a:cubicBezTo>
                <a:cubicBezTo>
                  <a:pt x="994014" y="23653"/>
                  <a:pt x="993139" y="23070"/>
                  <a:pt x="992456" y="22307"/>
                </a:cubicBezTo>
                <a:cubicBezTo>
                  <a:pt x="991773" y="21543"/>
                  <a:pt x="991268" y="20608"/>
                  <a:pt x="990941" y="19500"/>
                </a:cubicBezTo>
                <a:cubicBezTo>
                  <a:pt x="990614" y="18392"/>
                  <a:pt x="990450" y="17138"/>
                  <a:pt x="990450" y="15738"/>
                </a:cubicBezTo>
                <a:cubicBezTo>
                  <a:pt x="990450" y="14521"/>
                  <a:pt x="990625" y="13370"/>
                  <a:pt x="990975" y="12285"/>
                </a:cubicBezTo>
                <a:cubicBezTo>
                  <a:pt x="991325" y="11201"/>
                  <a:pt x="991836" y="10248"/>
                  <a:pt x="992508" y="9427"/>
                </a:cubicBezTo>
                <a:cubicBezTo>
                  <a:pt x="993179" y="8606"/>
                  <a:pt x="994003" y="7955"/>
                  <a:pt x="994979" y="7473"/>
                </a:cubicBezTo>
                <a:cubicBezTo>
                  <a:pt x="995954" y="6991"/>
                  <a:pt x="997062" y="6750"/>
                  <a:pt x="998302" y="6750"/>
                </a:cubicBezTo>
                <a:cubicBezTo>
                  <a:pt x="999507" y="6750"/>
                  <a:pt x="1000575" y="6939"/>
                  <a:pt x="1001504" y="7318"/>
                </a:cubicBezTo>
                <a:cubicBezTo>
                  <a:pt x="1002434" y="7697"/>
                  <a:pt x="1003218" y="8233"/>
                  <a:pt x="1003855" y="8928"/>
                </a:cubicBezTo>
                <a:cubicBezTo>
                  <a:pt x="1004492" y="9622"/>
                  <a:pt x="1004974" y="10466"/>
                  <a:pt x="1005301" y="11459"/>
                </a:cubicBezTo>
                <a:cubicBezTo>
                  <a:pt x="1005628" y="12452"/>
                  <a:pt x="1005792" y="13563"/>
                  <a:pt x="1005792" y="14791"/>
                </a:cubicBezTo>
                <a:moveTo>
                  <a:pt x="1002675" y="14360"/>
                </a:moveTo>
                <a:cubicBezTo>
                  <a:pt x="1002710" y="13591"/>
                  <a:pt x="1002635" y="12888"/>
                  <a:pt x="1002451" y="12251"/>
                </a:cubicBezTo>
                <a:cubicBezTo>
                  <a:pt x="1002268" y="11614"/>
                  <a:pt x="1001984" y="11066"/>
                  <a:pt x="1001599" y="10607"/>
                </a:cubicBezTo>
                <a:cubicBezTo>
                  <a:pt x="1001215" y="10148"/>
                  <a:pt x="1000735" y="9789"/>
                  <a:pt x="1000161" y="9531"/>
                </a:cubicBezTo>
                <a:cubicBezTo>
                  <a:pt x="999587" y="9272"/>
                  <a:pt x="998922" y="9143"/>
                  <a:pt x="998164" y="9143"/>
                </a:cubicBezTo>
                <a:cubicBezTo>
                  <a:pt x="997510" y="9143"/>
                  <a:pt x="996913" y="9269"/>
                  <a:pt x="996373" y="9522"/>
                </a:cubicBezTo>
                <a:cubicBezTo>
                  <a:pt x="995834" y="9774"/>
                  <a:pt x="995369" y="10130"/>
                  <a:pt x="994979" y="10589"/>
                </a:cubicBezTo>
                <a:cubicBezTo>
                  <a:pt x="994588" y="11049"/>
                  <a:pt x="994273" y="11600"/>
                  <a:pt x="994032" y="12242"/>
                </a:cubicBezTo>
                <a:cubicBezTo>
                  <a:pt x="993790" y="12885"/>
                  <a:pt x="993641" y="13591"/>
                  <a:pt x="993584" y="14360"/>
                </a:cubicBezTo>
                <a:lnTo>
                  <a:pt x="1002675" y="14360"/>
                </a:lnTo>
                <a:close/>
                <a:moveTo>
                  <a:pt x="1011574" y="7060"/>
                </a:moveTo>
                <a:lnTo>
                  <a:pt x="1014311" y="7060"/>
                </a:lnTo>
                <a:lnTo>
                  <a:pt x="1014398" y="10237"/>
                </a:lnTo>
                <a:cubicBezTo>
                  <a:pt x="1015419" y="9012"/>
                  <a:pt x="1016426" y="8124"/>
                  <a:pt x="1017419" y="7575"/>
                </a:cubicBezTo>
                <a:cubicBezTo>
                  <a:pt x="1018412" y="7025"/>
                  <a:pt x="1019414" y="6750"/>
                  <a:pt x="1020424" y="6750"/>
                </a:cubicBezTo>
                <a:cubicBezTo>
                  <a:pt x="1022215" y="6750"/>
                  <a:pt x="1023572" y="7328"/>
                  <a:pt x="1024496" y="8484"/>
                </a:cubicBezTo>
                <a:cubicBezTo>
                  <a:pt x="1025420" y="9641"/>
                  <a:pt x="1025848" y="11359"/>
                  <a:pt x="1025779" y="13637"/>
                </a:cubicBezTo>
                <a:lnTo>
                  <a:pt x="1022749" y="13637"/>
                </a:lnTo>
                <a:cubicBezTo>
                  <a:pt x="1022783" y="12128"/>
                  <a:pt x="1022562" y="11033"/>
                  <a:pt x="1022086" y="10353"/>
                </a:cubicBezTo>
                <a:cubicBezTo>
                  <a:pt x="1021609" y="9673"/>
                  <a:pt x="1020912" y="9333"/>
                  <a:pt x="1019994" y="9333"/>
                </a:cubicBezTo>
                <a:cubicBezTo>
                  <a:pt x="1019592" y="9333"/>
                  <a:pt x="1019187" y="9404"/>
                  <a:pt x="1018780" y="9547"/>
                </a:cubicBezTo>
                <a:cubicBezTo>
                  <a:pt x="1018372" y="9690"/>
                  <a:pt x="1017953" y="9918"/>
                  <a:pt x="1017523" y="10233"/>
                </a:cubicBezTo>
                <a:cubicBezTo>
                  <a:pt x="1017092" y="10547"/>
                  <a:pt x="1016636" y="10950"/>
                  <a:pt x="1016154" y="11442"/>
                </a:cubicBezTo>
                <a:cubicBezTo>
                  <a:pt x="1015672" y="11933"/>
                  <a:pt x="1015155" y="12528"/>
                  <a:pt x="1014604" y="13225"/>
                </a:cubicBezTo>
                <a:lnTo>
                  <a:pt x="1014604" y="24347"/>
                </a:lnTo>
                <a:lnTo>
                  <a:pt x="1011574" y="24347"/>
                </a:lnTo>
                <a:lnTo>
                  <a:pt x="1011574" y="7060"/>
                </a:lnTo>
                <a:close/>
                <a:moveTo>
                  <a:pt x="1036434" y="2462"/>
                </a:moveTo>
                <a:lnTo>
                  <a:pt x="1031320" y="2462"/>
                </a:lnTo>
                <a:lnTo>
                  <a:pt x="1031320" y="0"/>
                </a:lnTo>
                <a:lnTo>
                  <a:pt x="1039464" y="0"/>
                </a:lnTo>
                <a:lnTo>
                  <a:pt x="1039464" y="21850"/>
                </a:lnTo>
                <a:lnTo>
                  <a:pt x="1044613" y="21850"/>
                </a:lnTo>
                <a:lnTo>
                  <a:pt x="1044613" y="24347"/>
                </a:lnTo>
                <a:lnTo>
                  <a:pt x="1030752" y="24347"/>
                </a:lnTo>
                <a:lnTo>
                  <a:pt x="1030752" y="21850"/>
                </a:lnTo>
                <a:lnTo>
                  <a:pt x="1036434" y="21850"/>
                </a:lnTo>
                <a:lnTo>
                  <a:pt x="1036434" y="2462"/>
                </a:lnTo>
                <a:close/>
                <a:moveTo>
                  <a:pt x="1060305" y="24347"/>
                </a:moveTo>
                <a:lnTo>
                  <a:pt x="1060236" y="22018"/>
                </a:lnTo>
                <a:cubicBezTo>
                  <a:pt x="1059295" y="22949"/>
                  <a:pt x="1058339" y="23622"/>
                  <a:pt x="1057369" y="24036"/>
                </a:cubicBezTo>
                <a:cubicBezTo>
                  <a:pt x="1056399" y="24450"/>
                  <a:pt x="1055381" y="24657"/>
                  <a:pt x="1054313" y="24657"/>
                </a:cubicBezTo>
                <a:cubicBezTo>
                  <a:pt x="1053326" y="24657"/>
                  <a:pt x="1052482" y="24531"/>
                  <a:pt x="1051782" y="24278"/>
                </a:cubicBezTo>
                <a:cubicBezTo>
                  <a:pt x="1051082" y="24025"/>
                  <a:pt x="1050505" y="23677"/>
                  <a:pt x="1050051" y="23234"/>
                </a:cubicBezTo>
                <a:cubicBezTo>
                  <a:pt x="1049598" y="22792"/>
                  <a:pt x="1049265" y="22271"/>
                  <a:pt x="1049053" y="21673"/>
                </a:cubicBezTo>
                <a:cubicBezTo>
                  <a:pt x="1048840" y="21075"/>
                  <a:pt x="1048734" y="20426"/>
                  <a:pt x="1048734" y="19724"/>
                </a:cubicBezTo>
                <a:cubicBezTo>
                  <a:pt x="1048734" y="17988"/>
                  <a:pt x="1049380" y="16629"/>
                  <a:pt x="1050671" y="15646"/>
                </a:cubicBezTo>
                <a:cubicBezTo>
                  <a:pt x="1051963" y="14663"/>
                  <a:pt x="1053871" y="14171"/>
                  <a:pt x="1056396" y="14171"/>
                </a:cubicBezTo>
                <a:lnTo>
                  <a:pt x="1059978" y="14171"/>
                </a:lnTo>
                <a:lnTo>
                  <a:pt x="1059978" y="12661"/>
                </a:lnTo>
                <a:cubicBezTo>
                  <a:pt x="1059978" y="11643"/>
                  <a:pt x="1059651" y="10828"/>
                  <a:pt x="1058997" y="10216"/>
                </a:cubicBezTo>
                <a:cubicBezTo>
                  <a:pt x="1058342" y="9604"/>
                  <a:pt x="1057344" y="9298"/>
                  <a:pt x="1056000" y="9298"/>
                </a:cubicBezTo>
                <a:cubicBezTo>
                  <a:pt x="1055025" y="9298"/>
                  <a:pt x="1054063" y="9409"/>
                  <a:pt x="1053116" y="9630"/>
                </a:cubicBezTo>
                <a:cubicBezTo>
                  <a:pt x="1052169" y="9851"/>
                  <a:pt x="1051191" y="10165"/>
                  <a:pt x="1050181" y="10572"/>
                </a:cubicBezTo>
                <a:lnTo>
                  <a:pt x="1050181" y="7869"/>
                </a:lnTo>
                <a:cubicBezTo>
                  <a:pt x="1050559" y="7729"/>
                  <a:pt x="1050981" y="7592"/>
                  <a:pt x="1051446" y="7458"/>
                </a:cubicBezTo>
                <a:cubicBezTo>
                  <a:pt x="1051911" y="7324"/>
                  <a:pt x="1052402" y="7204"/>
                  <a:pt x="1052918" y="7099"/>
                </a:cubicBezTo>
                <a:cubicBezTo>
                  <a:pt x="1053435" y="6994"/>
                  <a:pt x="1053974" y="6910"/>
                  <a:pt x="1054537" y="6846"/>
                </a:cubicBezTo>
                <a:cubicBezTo>
                  <a:pt x="1055099" y="6782"/>
                  <a:pt x="1055668" y="6750"/>
                  <a:pt x="1056242" y="6750"/>
                </a:cubicBezTo>
                <a:cubicBezTo>
                  <a:pt x="1057286" y="6750"/>
                  <a:pt x="1058227" y="6864"/>
                  <a:pt x="1059065" y="7094"/>
                </a:cubicBezTo>
                <a:cubicBezTo>
                  <a:pt x="1059903" y="7324"/>
                  <a:pt x="1060612" y="7674"/>
                  <a:pt x="1061192" y="8144"/>
                </a:cubicBezTo>
                <a:cubicBezTo>
                  <a:pt x="1061772" y="8615"/>
                  <a:pt x="1062216" y="9206"/>
                  <a:pt x="1062526" y="9918"/>
                </a:cubicBezTo>
                <a:cubicBezTo>
                  <a:pt x="1062836" y="10630"/>
                  <a:pt x="1062991" y="11468"/>
                  <a:pt x="1062991" y="12432"/>
                </a:cubicBezTo>
                <a:lnTo>
                  <a:pt x="1062991" y="24347"/>
                </a:lnTo>
                <a:lnTo>
                  <a:pt x="1060305" y="24347"/>
                </a:lnTo>
                <a:moveTo>
                  <a:pt x="1059978" y="16461"/>
                </a:moveTo>
                <a:lnTo>
                  <a:pt x="1056173" y="16461"/>
                </a:lnTo>
                <a:cubicBezTo>
                  <a:pt x="1055427" y="16461"/>
                  <a:pt x="1054784" y="16536"/>
                  <a:pt x="1054244" y="16686"/>
                </a:cubicBezTo>
                <a:cubicBezTo>
                  <a:pt x="1053705" y="16836"/>
                  <a:pt x="1053263" y="17048"/>
                  <a:pt x="1052918" y="17325"/>
                </a:cubicBezTo>
                <a:cubicBezTo>
                  <a:pt x="1052574" y="17601"/>
                  <a:pt x="1052319" y="17932"/>
                  <a:pt x="1052152" y="18318"/>
                </a:cubicBezTo>
                <a:cubicBezTo>
                  <a:pt x="1051986" y="18704"/>
                  <a:pt x="1051902" y="19138"/>
                  <a:pt x="1051902" y="19622"/>
                </a:cubicBezTo>
                <a:cubicBezTo>
                  <a:pt x="1051902" y="19956"/>
                  <a:pt x="1051954" y="20275"/>
                  <a:pt x="1052057" y="20581"/>
                </a:cubicBezTo>
                <a:cubicBezTo>
                  <a:pt x="1052161" y="20885"/>
                  <a:pt x="1052327" y="21156"/>
                  <a:pt x="1052557" y="21392"/>
                </a:cubicBezTo>
                <a:cubicBezTo>
                  <a:pt x="1052786" y="21628"/>
                  <a:pt x="1053085" y="21815"/>
                  <a:pt x="1053452" y="21953"/>
                </a:cubicBezTo>
                <a:cubicBezTo>
                  <a:pt x="1053819" y="22091"/>
                  <a:pt x="1054267" y="22160"/>
                  <a:pt x="1054795" y="22160"/>
                </a:cubicBezTo>
                <a:cubicBezTo>
                  <a:pt x="1055484" y="22160"/>
                  <a:pt x="1056273" y="21950"/>
                  <a:pt x="1057163" y="21530"/>
                </a:cubicBezTo>
                <a:cubicBezTo>
                  <a:pt x="1058052" y="21110"/>
                  <a:pt x="1058991" y="20445"/>
                  <a:pt x="1059978" y="19535"/>
                </a:cubicBezTo>
                <a:lnTo>
                  <a:pt x="1059978" y="16461"/>
                </a:lnTo>
                <a:close/>
                <a:moveTo>
                  <a:pt x="1084253" y="7060"/>
                </a:moveTo>
                <a:lnTo>
                  <a:pt x="1078364" y="22522"/>
                </a:lnTo>
                <a:cubicBezTo>
                  <a:pt x="1077756" y="24095"/>
                  <a:pt x="1077127" y="25449"/>
                  <a:pt x="1076478" y="26586"/>
                </a:cubicBezTo>
                <a:cubicBezTo>
                  <a:pt x="1075830" y="27722"/>
                  <a:pt x="1075121" y="28655"/>
                  <a:pt x="1074352" y="29384"/>
                </a:cubicBezTo>
                <a:cubicBezTo>
                  <a:pt x="1073583" y="30113"/>
                  <a:pt x="1072739" y="30649"/>
                  <a:pt x="1071821" y="30994"/>
                </a:cubicBezTo>
                <a:cubicBezTo>
                  <a:pt x="1070902" y="31338"/>
                  <a:pt x="1069875" y="31510"/>
                  <a:pt x="1068739" y="31510"/>
                </a:cubicBezTo>
                <a:cubicBezTo>
                  <a:pt x="1068440" y="31510"/>
                  <a:pt x="1068170" y="31504"/>
                  <a:pt x="1067929" y="31493"/>
                </a:cubicBezTo>
                <a:cubicBezTo>
                  <a:pt x="1067688" y="31481"/>
                  <a:pt x="1067424" y="31464"/>
                  <a:pt x="1067137" y="31441"/>
                </a:cubicBezTo>
                <a:lnTo>
                  <a:pt x="1067137" y="28721"/>
                </a:lnTo>
                <a:cubicBezTo>
                  <a:pt x="1067390" y="28755"/>
                  <a:pt x="1067665" y="28787"/>
                  <a:pt x="1067964" y="28815"/>
                </a:cubicBezTo>
                <a:cubicBezTo>
                  <a:pt x="1068262" y="28844"/>
                  <a:pt x="1068578" y="28858"/>
                  <a:pt x="1068911" y="28858"/>
                </a:cubicBezTo>
                <a:cubicBezTo>
                  <a:pt x="1069462" y="28858"/>
                  <a:pt x="1069976" y="28778"/>
                  <a:pt x="1070452" y="28617"/>
                </a:cubicBezTo>
                <a:cubicBezTo>
                  <a:pt x="1070928" y="28457"/>
                  <a:pt x="1071379" y="28196"/>
                  <a:pt x="1071804" y="27834"/>
                </a:cubicBezTo>
                <a:cubicBezTo>
                  <a:pt x="1072228" y="27472"/>
                  <a:pt x="1072636" y="27005"/>
                  <a:pt x="1073026" y="26431"/>
                </a:cubicBezTo>
                <a:cubicBezTo>
                  <a:pt x="1073416" y="25857"/>
                  <a:pt x="1073795" y="25162"/>
                  <a:pt x="1074163" y="24347"/>
                </a:cubicBezTo>
                <a:lnTo>
                  <a:pt x="1067258" y="7060"/>
                </a:lnTo>
                <a:lnTo>
                  <a:pt x="1070667" y="7060"/>
                </a:lnTo>
                <a:lnTo>
                  <a:pt x="1075041" y="18493"/>
                </a:lnTo>
                <a:lnTo>
                  <a:pt x="1075919" y="21179"/>
                </a:lnTo>
                <a:lnTo>
                  <a:pt x="1076918" y="18424"/>
                </a:lnTo>
                <a:lnTo>
                  <a:pt x="1080964" y="7060"/>
                </a:lnTo>
                <a:lnTo>
                  <a:pt x="1084253" y="7060"/>
                </a:lnTo>
                <a:close/>
                <a:moveTo>
                  <a:pt x="1123646" y="12604"/>
                </a:moveTo>
                <a:cubicBezTo>
                  <a:pt x="1123646" y="14108"/>
                  <a:pt x="1123497" y="15474"/>
                  <a:pt x="1123198" y="16702"/>
                </a:cubicBezTo>
                <a:cubicBezTo>
                  <a:pt x="1122900" y="17930"/>
                  <a:pt x="1122475" y="19032"/>
                  <a:pt x="1121924" y="20008"/>
                </a:cubicBezTo>
                <a:lnTo>
                  <a:pt x="1125402" y="24347"/>
                </a:lnTo>
                <a:lnTo>
                  <a:pt x="1121425" y="24347"/>
                </a:lnTo>
                <a:lnTo>
                  <a:pt x="1119909" y="22470"/>
                </a:lnTo>
                <a:cubicBezTo>
                  <a:pt x="1119094" y="23159"/>
                  <a:pt x="1118185" y="23684"/>
                  <a:pt x="1117180" y="24046"/>
                </a:cubicBezTo>
                <a:cubicBezTo>
                  <a:pt x="1116176" y="24407"/>
                  <a:pt x="1115088" y="24588"/>
                  <a:pt x="1113917" y="24588"/>
                </a:cubicBezTo>
                <a:cubicBezTo>
                  <a:pt x="1112804" y="24588"/>
                  <a:pt x="1111817" y="24433"/>
                  <a:pt x="1110956" y="24123"/>
                </a:cubicBezTo>
                <a:cubicBezTo>
                  <a:pt x="1110095" y="23813"/>
                  <a:pt x="1109371" y="23380"/>
                  <a:pt x="1108786" y="22823"/>
                </a:cubicBezTo>
                <a:cubicBezTo>
                  <a:pt x="1108201" y="22267"/>
                  <a:pt x="1107756" y="21604"/>
                  <a:pt x="1107452" y="20835"/>
                </a:cubicBezTo>
                <a:cubicBezTo>
                  <a:pt x="1107147" y="20065"/>
                  <a:pt x="1106995" y="19216"/>
                  <a:pt x="1106995" y="18286"/>
                </a:cubicBezTo>
                <a:cubicBezTo>
                  <a:pt x="1106995" y="17414"/>
                  <a:pt x="1107110" y="16636"/>
                  <a:pt x="1107340" y="15953"/>
                </a:cubicBezTo>
                <a:cubicBezTo>
                  <a:pt x="1107569" y="15270"/>
                  <a:pt x="1107879" y="14662"/>
                  <a:pt x="1108269" y="14128"/>
                </a:cubicBezTo>
                <a:cubicBezTo>
                  <a:pt x="1108660" y="13594"/>
                  <a:pt x="1109110" y="13123"/>
                  <a:pt x="1109621" y="12716"/>
                </a:cubicBezTo>
                <a:cubicBezTo>
                  <a:pt x="1110132" y="12308"/>
                  <a:pt x="1110669" y="11933"/>
                  <a:pt x="1111231" y="11588"/>
                </a:cubicBezTo>
                <a:lnTo>
                  <a:pt x="1110852" y="11054"/>
                </a:lnTo>
                <a:cubicBezTo>
                  <a:pt x="1110209" y="10262"/>
                  <a:pt x="1109730" y="9459"/>
                  <a:pt x="1109415" y="8644"/>
                </a:cubicBezTo>
                <a:cubicBezTo>
                  <a:pt x="1109099" y="7829"/>
                  <a:pt x="1108941" y="7031"/>
                  <a:pt x="1108941" y="6250"/>
                </a:cubicBezTo>
                <a:cubicBezTo>
                  <a:pt x="1108941" y="5424"/>
                  <a:pt x="1109073" y="4661"/>
                  <a:pt x="1109337" y="3960"/>
                </a:cubicBezTo>
                <a:cubicBezTo>
                  <a:pt x="1109601" y="3260"/>
                  <a:pt x="1109988" y="2655"/>
                  <a:pt x="1110499" y="2144"/>
                </a:cubicBezTo>
                <a:cubicBezTo>
                  <a:pt x="1111010" y="1633"/>
                  <a:pt x="1111641" y="1234"/>
                  <a:pt x="1112393" y="947"/>
                </a:cubicBezTo>
                <a:cubicBezTo>
                  <a:pt x="1113145" y="660"/>
                  <a:pt x="1114003" y="517"/>
                  <a:pt x="1114968" y="517"/>
                </a:cubicBezTo>
                <a:cubicBezTo>
                  <a:pt x="1115897" y="517"/>
                  <a:pt x="1116712" y="649"/>
                  <a:pt x="1117413" y="913"/>
                </a:cubicBezTo>
                <a:cubicBezTo>
                  <a:pt x="1118113" y="1177"/>
                  <a:pt x="1118698" y="1538"/>
                  <a:pt x="1119169" y="1997"/>
                </a:cubicBezTo>
                <a:cubicBezTo>
                  <a:pt x="1119640" y="2457"/>
                  <a:pt x="1119993" y="2987"/>
                  <a:pt x="1120228" y="3590"/>
                </a:cubicBezTo>
                <a:cubicBezTo>
                  <a:pt x="1120463" y="4193"/>
                  <a:pt x="1120581" y="4833"/>
                  <a:pt x="1120581" y="5510"/>
                </a:cubicBezTo>
                <a:cubicBezTo>
                  <a:pt x="1120581" y="6371"/>
                  <a:pt x="1120434" y="7126"/>
                  <a:pt x="1120142" y="7774"/>
                </a:cubicBezTo>
                <a:cubicBezTo>
                  <a:pt x="1119849" y="8423"/>
                  <a:pt x="1119464" y="8997"/>
                  <a:pt x="1118988" y="9496"/>
                </a:cubicBezTo>
                <a:cubicBezTo>
                  <a:pt x="1118512" y="9995"/>
                  <a:pt x="1117966" y="10440"/>
                  <a:pt x="1117352" y="10831"/>
                </a:cubicBezTo>
                <a:cubicBezTo>
                  <a:pt x="1116738" y="11221"/>
                  <a:pt x="1116110" y="11600"/>
                  <a:pt x="1115467" y="11967"/>
                </a:cubicBezTo>
                <a:lnTo>
                  <a:pt x="1119909" y="17511"/>
                </a:lnTo>
                <a:cubicBezTo>
                  <a:pt x="1120414" y="16157"/>
                  <a:pt x="1120650" y="14521"/>
                  <a:pt x="1120615" y="12604"/>
                </a:cubicBezTo>
                <a:lnTo>
                  <a:pt x="1123646" y="12604"/>
                </a:lnTo>
                <a:moveTo>
                  <a:pt x="1110112" y="17925"/>
                </a:moveTo>
                <a:cubicBezTo>
                  <a:pt x="1110112" y="18533"/>
                  <a:pt x="1110209" y="19090"/>
                  <a:pt x="1110405" y="19595"/>
                </a:cubicBezTo>
                <a:cubicBezTo>
                  <a:pt x="1110600" y="20100"/>
                  <a:pt x="1110878" y="20533"/>
                  <a:pt x="1111240" y="20895"/>
                </a:cubicBezTo>
                <a:cubicBezTo>
                  <a:pt x="1111601" y="21256"/>
                  <a:pt x="1112043" y="21535"/>
                  <a:pt x="1112566" y="21730"/>
                </a:cubicBezTo>
                <a:cubicBezTo>
                  <a:pt x="1113088" y="21925"/>
                  <a:pt x="1113676" y="22023"/>
                  <a:pt x="1114330" y="22023"/>
                </a:cubicBezTo>
                <a:cubicBezTo>
                  <a:pt x="1115823" y="22023"/>
                  <a:pt x="1117131" y="21472"/>
                  <a:pt x="1118256" y="20370"/>
                </a:cubicBezTo>
                <a:lnTo>
                  <a:pt x="1112781" y="13517"/>
                </a:lnTo>
                <a:cubicBezTo>
                  <a:pt x="1112390" y="13781"/>
                  <a:pt x="1112032" y="14062"/>
                  <a:pt x="1111705" y="14360"/>
                </a:cubicBezTo>
                <a:cubicBezTo>
                  <a:pt x="1111377" y="14659"/>
                  <a:pt x="1111096" y="14986"/>
                  <a:pt x="1110861" y="15342"/>
                </a:cubicBezTo>
                <a:cubicBezTo>
                  <a:pt x="1110626" y="15698"/>
                  <a:pt x="1110442" y="16088"/>
                  <a:pt x="1110310" y="16513"/>
                </a:cubicBezTo>
                <a:cubicBezTo>
                  <a:pt x="1110178" y="16937"/>
                  <a:pt x="1110112" y="17408"/>
                  <a:pt x="1110112" y="17925"/>
                </a:cubicBezTo>
                <a:moveTo>
                  <a:pt x="1117550" y="5803"/>
                </a:moveTo>
                <a:cubicBezTo>
                  <a:pt x="1117550" y="4942"/>
                  <a:pt x="1117309" y="4267"/>
                  <a:pt x="1116827" y="3779"/>
                </a:cubicBezTo>
                <a:cubicBezTo>
                  <a:pt x="1116345" y="3292"/>
                  <a:pt x="1115691" y="3048"/>
                  <a:pt x="1114864" y="3048"/>
                </a:cubicBezTo>
                <a:cubicBezTo>
                  <a:pt x="1114405" y="3048"/>
                  <a:pt x="1114000" y="3122"/>
                  <a:pt x="1113650" y="3272"/>
                </a:cubicBezTo>
                <a:cubicBezTo>
                  <a:pt x="1113300" y="3421"/>
                  <a:pt x="1113005" y="3627"/>
                  <a:pt x="1112764" y="3891"/>
                </a:cubicBezTo>
                <a:cubicBezTo>
                  <a:pt x="1112523" y="4155"/>
                  <a:pt x="1112342" y="4465"/>
                  <a:pt x="1112221" y="4821"/>
                </a:cubicBezTo>
                <a:cubicBezTo>
                  <a:pt x="1112101" y="5177"/>
                  <a:pt x="1112040" y="5562"/>
                  <a:pt x="1112040" y="5975"/>
                </a:cubicBezTo>
                <a:cubicBezTo>
                  <a:pt x="1112040" y="6595"/>
                  <a:pt x="1112155" y="7172"/>
                  <a:pt x="1112385" y="7705"/>
                </a:cubicBezTo>
                <a:cubicBezTo>
                  <a:pt x="1112614" y="8239"/>
                  <a:pt x="1112982" y="8827"/>
                  <a:pt x="1113487" y="9470"/>
                </a:cubicBezTo>
                <a:lnTo>
                  <a:pt x="1113952" y="10073"/>
                </a:lnTo>
                <a:cubicBezTo>
                  <a:pt x="1114445" y="9797"/>
                  <a:pt x="1114910" y="9519"/>
                  <a:pt x="1115346" y="9238"/>
                </a:cubicBezTo>
                <a:cubicBezTo>
                  <a:pt x="1115783" y="8957"/>
                  <a:pt x="1116164" y="8647"/>
                  <a:pt x="1116491" y="8308"/>
                </a:cubicBezTo>
                <a:cubicBezTo>
                  <a:pt x="1116819" y="7969"/>
                  <a:pt x="1117077" y="7596"/>
                  <a:pt x="1117266" y="7189"/>
                </a:cubicBezTo>
                <a:cubicBezTo>
                  <a:pt x="1117456" y="6781"/>
                  <a:pt x="1117550" y="6319"/>
                  <a:pt x="1117550" y="5803"/>
                </a:cubicBezTo>
                <a:close/>
                <a:moveTo>
                  <a:pt x="1142300" y="12604"/>
                </a:moveTo>
                <a:cubicBezTo>
                  <a:pt x="1142300" y="14108"/>
                  <a:pt x="1142151" y="15474"/>
                  <a:pt x="1141852" y="16702"/>
                </a:cubicBezTo>
                <a:cubicBezTo>
                  <a:pt x="1141554" y="17930"/>
                  <a:pt x="1141129" y="19032"/>
                  <a:pt x="1140578" y="20008"/>
                </a:cubicBezTo>
                <a:lnTo>
                  <a:pt x="1144056" y="24347"/>
                </a:lnTo>
                <a:lnTo>
                  <a:pt x="1140079" y="24347"/>
                </a:lnTo>
                <a:lnTo>
                  <a:pt x="1138564" y="22470"/>
                </a:lnTo>
                <a:cubicBezTo>
                  <a:pt x="1137749" y="23159"/>
                  <a:pt x="1136839" y="23684"/>
                  <a:pt x="1135834" y="24046"/>
                </a:cubicBezTo>
                <a:cubicBezTo>
                  <a:pt x="1134830" y="24407"/>
                  <a:pt x="1133742" y="24588"/>
                  <a:pt x="1132572" y="24588"/>
                </a:cubicBezTo>
                <a:cubicBezTo>
                  <a:pt x="1131458" y="24588"/>
                  <a:pt x="1130471" y="24433"/>
                  <a:pt x="1129610" y="24123"/>
                </a:cubicBezTo>
                <a:cubicBezTo>
                  <a:pt x="1128749" y="23813"/>
                  <a:pt x="1128026" y="23380"/>
                  <a:pt x="1127440" y="22823"/>
                </a:cubicBezTo>
                <a:cubicBezTo>
                  <a:pt x="1126855" y="22267"/>
                  <a:pt x="1126410" y="21604"/>
                  <a:pt x="1126106" y="20835"/>
                </a:cubicBezTo>
                <a:cubicBezTo>
                  <a:pt x="1125802" y="20065"/>
                  <a:pt x="1125650" y="19216"/>
                  <a:pt x="1125650" y="18286"/>
                </a:cubicBezTo>
                <a:cubicBezTo>
                  <a:pt x="1125650" y="17414"/>
                  <a:pt x="1125764" y="16636"/>
                  <a:pt x="1125994" y="15953"/>
                </a:cubicBezTo>
                <a:cubicBezTo>
                  <a:pt x="1126224" y="15270"/>
                  <a:pt x="1126534" y="14662"/>
                  <a:pt x="1126924" y="14128"/>
                </a:cubicBezTo>
                <a:cubicBezTo>
                  <a:pt x="1127314" y="13594"/>
                  <a:pt x="1127765" y="13123"/>
                  <a:pt x="1128275" y="12716"/>
                </a:cubicBezTo>
                <a:cubicBezTo>
                  <a:pt x="1128786" y="12308"/>
                  <a:pt x="1129323" y="11933"/>
                  <a:pt x="1129885" y="11588"/>
                </a:cubicBezTo>
                <a:lnTo>
                  <a:pt x="1129507" y="11054"/>
                </a:lnTo>
                <a:cubicBezTo>
                  <a:pt x="1128864" y="10262"/>
                  <a:pt x="1128385" y="9459"/>
                  <a:pt x="1128069" y="8644"/>
                </a:cubicBezTo>
                <a:cubicBezTo>
                  <a:pt x="1127753" y="7829"/>
                  <a:pt x="1127595" y="7031"/>
                  <a:pt x="1127595" y="6250"/>
                </a:cubicBezTo>
                <a:cubicBezTo>
                  <a:pt x="1127595" y="5424"/>
                  <a:pt x="1127727" y="4661"/>
                  <a:pt x="1127991" y="3960"/>
                </a:cubicBezTo>
                <a:cubicBezTo>
                  <a:pt x="1128255" y="3260"/>
                  <a:pt x="1128643" y="2655"/>
                  <a:pt x="1129154" y="2144"/>
                </a:cubicBezTo>
                <a:cubicBezTo>
                  <a:pt x="1129664" y="1633"/>
                  <a:pt x="1130296" y="1234"/>
                  <a:pt x="1131048" y="947"/>
                </a:cubicBezTo>
                <a:cubicBezTo>
                  <a:pt x="1131800" y="660"/>
                  <a:pt x="1132658" y="517"/>
                  <a:pt x="1133622" y="517"/>
                </a:cubicBezTo>
                <a:cubicBezTo>
                  <a:pt x="1134552" y="517"/>
                  <a:pt x="1135367" y="649"/>
                  <a:pt x="1136067" y="913"/>
                </a:cubicBezTo>
                <a:cubicBezTo>
                  <a:pt x="1136767" y="1177"/>
                  <a:pt x="1137353" y="1538"/>
                  <a:pt x="1137823" y="1997"/>
                </a:cubicBezTo>
                <a:cubicBezTo>
                  <a:pt x="1138294" y="2457"/>
                  <a:pt x="1138647" y="2987"/>
                  <a:pt x="1138882" y="3590"/>
                </a:cubicBezTo>
                <a:cubicBezTo>
                  <a:pt x="1139117" y="4193"/>
                  <a:pt x="1139235" y="4833"/>
                  <a:pt x="1139235" y="5510"/>
                </a:cubicBezTo>
                <a:cubicBezTo>
                  <a:pt x="1139235" y="6371"/>
                  <a:pt x="1139089" y="7126"/>
                  <a:pt x="1138796" y="7774"/>
                </a:cubicBezTo>
                <a:cubicBezTo>
                  <a:pt x="1138503" y="8423"/>
                  <a:pt x="1138119" y="8997"/>
                  <a:pt x="1137642" y="9496"/>
                </a:cubicBezTo>
                <a:cubicBezTo>
                  <a:pt x="1137166" y="9995"/>
                  <a:pt x="1136621" y="10440"/>
                  <a:pt x="1136007" y="10831"/>
                </a:cubicBezTo>
                <a:cubicBezTo>
                  <a:pt x="1135393" y="11221"/>
                  <a:pt x="1134764" y="11600"/>
                  <a:pt x="1134121" y="11967"/>
                </a:cubicBezTo>
                <a:lnTo>
                  <a:pt x="1138564" y="17511"/>
                </a:lnTo>
                <a:cubicBezTo>
                  <a:pt x="1139069" y="16157"/>
                  <a:pt x="1139304" y="14521"/>
                  <a:pt x="1139270" y="12604"/>
                </a:cubicBezTo>
                <a:lnTo>
                  <a:pt x="1142300" y="12604"/>
                </a:lnTo>
                <a:moveTo>
                  <a:pt x="1128766" y="17925"/>
                </a:moveTo>
                <a:cubicBezTo>
                  <a:pt x="1128766" y="18533"/>
                  <a:pt x="1128864" y="19090"/>
                  <a:pt x="1129059" y="19595"/>
                </a:cubicBezTo>
                <a:cubicBezTo>
                  <a:pt x="1129254" y="20100"/>
                  <a:pt x="1129532" y="20533"/>
                  <a:pt x="1129894" y="20895"/>
                </a:cubicBezTo>
                <a:cubicBezTo>
                  <a:pt x="1130256" y="21256"/>
                  <a:pt x="1130698" y="21535"/>
                  <a:pt x="1131220" y="21730"/>
                </a:cubicBezTo>
                <a:cubicBezTo>
                  <a:pt x="1131742" y="21925"/>
                  <a:pt x="1132330" y="22023"/>
                  <a:pt x="1132985" y="22023"/>
                </a:cubicBezTo>
                <a:cubicBezTo>
                  <a:pt x="1134477" y="22023"/>
                  <a:pt x="1135786" y="21472"/>
                  <a:pt x="1136911" y="20370"/>
                </a:cubicBezTo>
                <a:lnTo>
                  <a:pt x="1131435" y="13517"/>
                </a:lnTo>
                <a:cubicBezTo>
                  <a:pt x="1131045" y="13781"/>
                  <a:pt x="1130686" y="14062"/>
                  <a:pt x="1130359" y="14360"/>
                </a:cubicBezTo>
                <a:cubicBezTo>
                  <a:pt x="1130032" y="14659"/>
                  <a:pt x="1129751" y="14986"/>
                  <a:pt x="1129515" y="15342"/>
                </a:cubicBezTo>
                <a:cubicBezTo>
                  <a:pt x="1129280" y="15698"/>
                  <a:pt x="1129096" y="16088"/>
                  <a:pt x="1128964" y="16513"/>
                </a:cubicBezTo>
                <a:cubicBezTo>
                  <a:pt x="1128832" y="16937"/>
                  <a:pt x="1128766" y="17408"/>
                  <a:pt x="1128766" y="17925"/>
                </a:cubicBezTo>
                <a:moveTo>
                  <a:pt x="1136205" y="5803"/>
                </a:moveTo>
                <a:cubicBezTo>
                  <a:pt x="1136205" y="4942"/>
                  <a:pt x="1135964" y="4267"/>
                  <a:pt x="1135481" y="3779"/>
                </a:cubicBezTo>
                <a:cubicBezTo>
                  <a:pt x="1134999" y="3292"/>
                  <a:pt x="1134345" y="3048"/>
                  <a:pt x="1133519" y="3048"/>
                </a:cubicBezTo>
                <a:cubicBezTo>
                  <a:pt x="1133059" y="3048"/>
                  <a:pt x="1132655" y="3122"/>
                  <a:pt x="1132305" y="3272"/>
                </a:cubicBezTo>
                <a:cubicBezTo>
                  <a:pt x="1131955" y="3421"/>
                  <a:pt x="1131659" y="3627"/>
                  <a:pt x="1131418" y="3891"/>
                </a:cubicBezTo>
                <a:cubicBezTo>
                  <a:pt x="1131177" y="4155"/>
                  <a:pt x="1130996" y="4465"/>
                  <a:pt x="1130876" y="4821"/>
                </a:cubicBezTo>
                <a:cubicBezTo>
                  <a:pt x="1130755" y="5177"/>
                  <a:pt x="1130695" y="5562"/>
                  <a:pt x="1130695" y="5975"/>
                </a:cubicBezTo>
                <a:cubicBezTo>
                  <a:pt x="1130695" y="6595"/>
                  <a:pt x="1130810" y="7172"/>
                  <a:pt x="1131039" y="7705"/>
                </a:cubicBezTo>
                <a:cubicBezTo>
                  <a:pt x="1131269" y="8239"/>
                  <a:pt x="1131636" y="8827"/>
                  <a:pt x="1132141" y="9470"/>
                </a:cubicBezTo>
                <a:lnTo>
                  <a:pt x="1132606" y="10073"/>
                </a:lnTo>
                <a:cubicBezTo>
                  <a:pt x="1133100" y="9797"/>
                  <a:pt x="1133564" y="9519"/>
                  <a:pt x="1134001" y="9238"/>
                </a:cubicBezTo>
                <a:cubicBezTo>
                  <a:pt x="1134437" y="8957"/>
                  <a:pt x="1134819" y="8647"/>
                  <a:pt x="1135146" y="8308"/>
                </a:cubicBezTo>
                <a:cubicBezTo>
                  <a:pt x="1135473" y="7969"/>
                  <a:pt x="1135731" y="7596"/>
                  <a:pt x="1135921" y="7189"/>
                </a:cubicBezTo>
                <a:cubicBezTo>
                  <a:pt x="1136110" y="6781"/>
                  <a:pt x="1136205" y="6319"/>
                  <a:pt x="1136205" y="5803"/>
                </a:cubicBez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Text dropDownNode.overlay.getInstance();">
            <a:extLst xmlns:a="http://schemas.openxmlformats.org/drawingml/2006/main">
              <a:ext uri="{FF2B5EF4-FFF2-40B4-BE49-F238E27FC236}">
                <a16:creationId xmlns:a16="http://schemas.microsoft.com/office/drawing/2014/main" id="{A89CBA22-1015-4390-A50D-783E6E4C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72" y="9661250"/>
            <a:ext cx="672415" cy="32888"/>
          </a:xfrm>
          <a:custGeom xmlns:a="http://schemas.openxmlformats.org/drawingml/2006/main">
            <a:pathLst>
              <a:path w="672415" h="32888">
                <a:moveTo>
                  <a:pt x="0" y="17374"/>
                </a:moveTo>
                <a:cubicBezTo>
                  <a:pt x="0" y="15904"/>
                  <a:pt x="201" y="14599"/>
                  <a:pt x="603" y="13456"/>
                </a:cubicBezTo>
                <a:cubicBezTo>
                  <a:pt x="1004" y="12314"/>
                  <a:pt x="1576" y="11350"/>
                  <a:pt x="2316" y="10564"/>
                </a:cubicBezTo>
                <a:cubicBezTo>
                  <a:pt x="3056" y="9777"/>
                  <a:pt x="3946" y="9180"/>
                  <a:pt x="4985" y="8773"/>
                </a:cubicBezTo>
                <a:cubicBezTo>
                  <a:pt x="6024" y="8365"/>
                  <a:pt x="7180" y="8162"/>
                  <a:pt x="8454" y="8162"/>
                </a:cubicBezTo>
                <a:cubicBezTo>
                  <a:pt x="9005" y="8162"/>
                  <a:pt x="9548" y="8196"/>
                  <a:pt x="10082" y="8265"/>
                </a:cubicBezTo>
                <a:cubicBezTo>
                  <a:pt x="10615" y="8334"/>
                  <a:pt x="11140" y="8443"/>
                  <a:pt x="11657" y="8592"/>
                </a:cubicBezTo>
                <a:lnTo>
                  <a:pt x="11657" y="1309"/>
                </a:lnTo>
                <a:lnTo>
                  <a:pt x="14670" y="1309"/>
                </a:lnTo>
                <a:lnTo>
                  <a:pt x="14670" y="25656"/>
                </a:lnTo>
                <a:lnTo>
                  <a:pt x="11984" y="25656"/>
                </a:lnTo>
                <a:lnTo>
                  <a:pt x="11881" y="22384"/>
                </a:lnTo>
                <a:cubicBezTo>
                  <a:pt x="11043" y="23601"/>
                  <a:pt x="10136" y="24502"/>
                  <a:pt x="9160" y="25088"/>
                </a:cubicBezTo>
                <a:cubicBezTo>
                  <a:pt x="8185" y="25673"/>
                  <a:pt x="7129" y="25966"/>
                  <a:pt x="5992" y="25966"/>
                </a:cubicBezTo>
                <a:cubicBezTo>
                  <a:pt x="5005" y="25966"/>
                  <a:pt x="4135" y="25759"/>
                  <a:pt x="3383" y="25346"/>
                </a:cubicBezTo>
                <a:cubicBezTo>
                  <a:pt x="2632" y="24933"/>
                  <a:pt x="2006" y="24350"/>
                  <a:pt x="1507" y="23598"/>
                </a:cubicBezTo>
                <a:cubicBezTo>
                  <a:pt x="1007" y="22846"/>
                  <a:pt x="631" y="21942"/>
                  <a:pt x="379" y="20886"/>
                </a:cubicBezTo>
                <a:cubicBezTo>
                  <a:pt x="126" y="19830"/>
                  <a:pt x="0" y="18659"/>
                  <a:pt x="0" y="17374"/>
                </a:cubicBezTo>
                <a:moveTo>
                  <a:pt x="3065" y="17184"/>
                </a:moveTo>
                <a:cubicBezTo>
                  <a:pt x="3065" y="19273"/>
                  <a:pt x="3372" y="20832"/>
                  <a:pt x="3986" y="21859"/>
                </a:cubicBezTo>
                <a:cubicBezTo>
                  <a:pt x="4600" y="22886"/>
                  <a:pt x="5470" y="23400"/>
                  <a:pt x="6595" y="23400"/>
                </a:cubicBezTo>
                <a:cubicBezTo>
                  <a:pt x="7352" y="23400"/>
                  <a:pt x="8153" y="23061"/>
                  <a:pt x="8997" y="22384"/>
                </a:cubicBezTo>
                <a:cubicBezTo>
                  <a:pt x="9840" y="21707"/>
                  <a:pt x="10727" y="20703"/>
                  <a:pt x="11657" y="19371"/>
                </a:cubicBezTo>
                <a:lnTo>
                  <a:pt x="11657" y="11347"/>
                </a:lnTo>
                <a:cubicBezTo>
                  <a:pt x="11163" y="11118"/>
                  <a:pt x="10618" y="10942"/>
                  <a:pt x="10021" y="10822"/>
                </a:cubicBezTo>
                <a:cubicBezTo>
                  <a:pt x="9424" y="10701"/>
                  <a:pt x="8833" y="10641"/>
                  <a:pt x="8248" y="10641"/>
                </a:cubicBezTo>
                <a:cubicBezTo>
                  <a:pt x="6618" y="10641"/>
                  <a:pt x="5346" y="11169"/>
                  <a:pt x="4434" y="12225"/>
                </a:cubicBezTo>
                <a:cubicBezTo>
                  <a:pt x="3521" y="13281"/>
                  <a:pt x="3065" y="14934"/>
                  <a:pt x="3065" y="17184"/>
                </a:cubicBezTo>
                <a:close/>
                <a:moveTo>
                  <a:pt x="21261" y="8368"/>
                </a:moveTo>
                <a:lnTo>
                  <a:pt x="23999" y="8368"/>
                </a:lnTo>
                <a:lnTo>
                  <a:pt x="24085" y="11546"/>
                </a:lnTo>
                <a:cubicBezTo>
                  <a:pt x="25107" y="10320"/>
                  <a:pt x="26114" y="9433"/>
                  <a:pt x="27107" y="8883"/>
                </a:cubicBezTo>
                <a:cubicBezTo>
                  <a:pt x="28100" y="8333"/>
                  <a:pt x="29101" y="8058"/>
                  <a:pt x="30112" y="8058"/>
                </a:cubicBezTo>
                <a:cubicBezTo>
                  <a:pt x="31902" y="8058"/>
                  <a:pt x="33260" y="8637"/>
                  <a:pt x="34184" y="9793"/>
                </a:cubicBezTo>
                <a:cubicBezTo>
                  <a:pt x="35108" y="10950"/>
                  <a:pt x="35535" y="12667"/>
                  <a:pt x="35467" y="14946"/>
                </a:cubicBezTo>
                <a:lnTo>
                  <a:pt x="32436" y="14946"/>
                </a:lnTo>
                <a:cubicBezTo>
                  <a:pt x="32471" y="13437"/>
                  <a:pt x="32250" y="12342"/>
                  <a:pt x="31773" y="11662"/>
                </a:cubicBezTo>
                <a:cubicBezTo>
                  <a:pt x="31297" y="10981"/>
                  <a:pt x="30599" y="10641"/>
                  <a:pt x="29681" y="10641"/>
                </a:cubicBezTo>
                <a:cubicBezTo>
                  <a:pt x="29279" y="10641"/>
                  <a:pt x="28875" y="10713"/>
                  <a:pt x="28467" y="10856"/>
                </a:cubicBezTo>
                <a:cubicBezTo>
                  <a:pt x="28060" y="10999"/>
                  <a:pt x="27641" y="11227"/>
                  <a:pt x="27210" y="11541"/>
                </a:cubicBezTo>
                <a:cubicBezTo>
                  <a:pt x="26780" y="11856"/>
                  <a:pt x="26323" y="12259"/>
                  <a:pt x="25841" y="12750"/>
                </a:cubicBezTo>
                <a:cubicBezTo>
                  <a:pt x="25359" y="13242"/>
                  <a:pt x="24843" y="13836"/>
                  <a:pt x="24292" y="14534"/>
                </a:cubicBezTo>
                <a:lnTo>
                  <a:pt x="24292" y="25656"/>
                </a:lnTo>
                <a:lnTo>
                  <a:pt x="21261" y="25656"/>
                </a:lnTo>
                <a:lnTo>
                  <a:pt x="21261" y="8368"/>
                </a:lnTo>
                <a:close/>
                <a:moveTo>
                  <a:pt x="55282" y="16874"/>
                </a:moveTo>
                <a:cubicBezTo>
                  <a:pt x="55282" y="18217"/>
                  <a:pt x="55092" y="19448"/>
                  <a:pt x="54713" y="20568"/>
                </a:cubicBezTo>
                <a:cubicBezTo>
                  <a:pt x="54335" y="21687"/>
                  <a:pt x="53789" y="22645"/>
                  <a:pt x="53078" y="23443"/>
                </a:cubicBezTo>
                <a:cubicBezTo>
                  <a:pt x="52366" y="24241"/>
                  <a:pt x="51499" y="24861"/>
                  <a:pt x="50478" y="25303"/>
                </a:cubicBezTo>
                <a:cubicBezTo>
                  <a:pt x="49456" y="25745"/>
                  <a:pt x="48297" y="25966"/>
                  <a:pt x="46999" y="25966"/>
                </a:cubicBezTo>
                <a:cubicBezTo>
                  <a:pt x="45760" y="25966"/>
                  <a:pt x="44649" y="25773"/>
                  <a:pt x="43668" y="25389"/>
                </a:cubicBezTo>
                <a:cubicBezTo>
                  <a:pt x="42686" y="25004"/>
                  <a:pt x="41854" y="24439"/>
                  <a:pt x="41171" y="23693"/>
                </a:cubicBezTo>
                <a:cubicBezTo>
                  <a:pt x="40488" y="22947"/>
                  <a:pt x="39966" y="22023"/>
                  <a:pt x="39604" y="20921"/>
                </a:cubicBezTo>
                <a:cubicBezTo>
                  <a:pt x="39242" y="19819"/>
                  <a:pt x="39062" y="18550"/>
                  <a:pt x="39062" y="17115"/>
                </a:cubicBezTo>
                <a:cubicBezTo>
                  <a:pt x="39062" y="15772"/>
                  <a:pt x="39251" y="14547"/>
                  <a:pt x="39630" y="13439"/>
                </a:cubicBezTo>
                <a:cubicBezTo>
                  <a:pt x="40009" y="12331"/>
                  <a:pt x="40554" y="11379"/>
                  <a:pt x="41266" y="10581"/>
                </a:cubicBezTo>
                <a:cubicBezTo>
                  <a:pt x="41977" y="9783"/>
                  <a:pt x="42844" y="9163"/>
                  <a:pt x="43866" y="8721"/>
                </a:cubicBezTo>
                <a:cubicBezTo>
                  <a:pt x="44887" y="8279"/>
                  <a:pt x="46047" y="8058"/>
                  <a:pt x="47344" y="8058"/>
                </a:cubicBezTo>
                <a:cubicBezTo>
                  <a:pt x="48583" y="8058"/>
                  <a:pt x="49694" y="8251"/>
                  <a:pt x="50676" y="8635"/>
                </a:cubicBezTo>
                <a:cubicBezTo>
                  <a:pt x="51657" y="9020"/>
                  <a:pt x="52489" y="9582"/>
                  <a:pt x="53172" y="10323"/>
                </a:cubicBezTo>
                <a:cubicBezTo>
                  <a:pt x="53855" y="11063"/>
                  <a:pt x="54378" y="11984"/>
                  <a:pt x="54739" y="13086"/>
                </a:cubicBezTo>
                <a:cubicBezTo>
                  <a:pt x="55101" y="14188"/>
                  <a:pt x="55282" y="15451"/>
                  <a:pt x="55282" y="16874"/>
                </a:cubicBezTo>
                <a:moveTo>
                  <a:pt x="52217" y="17012"/>
                </a:moveTo>
                <a:cubicBezTo>
                  <a:pt x="52217" y="15944"/>
                  <a:pt x="52099" y="15012"/>
                  <a:pt x="51864" y="14214"/>
                </a:cubicBezTo>
                <a:cubicBezTo>
                  <a:pt x="51628" y="13416"/>
                  <a:pt x="51293" y="12750"/>
                  <a:pt x="50856" y="12217"/>
                </a:cubicBezTo>
                <a:cubicBezTo>
                  <a:pt x="50420" y="11683"/>
                  <a:pt x="49889" y="11281"/>
                  <a:pt x="49264" y="11011"/>
                </a:cubicBezTo>
                <a:cubicBezTo>
                  <a:pt x="48638" y="10742"/>
                  <a:pt x="47941" y="10607"/>
                  <a:pt x="47172" y="10607"/>
                </a:cubicBezTo>
                <a:cubicBezTo>
                  <a:pt x="46276" y="10607"/>
                  <a:pt x="45510" y="10782"/>
                  <a:pt x="44873" y="11132"/>
                </a:cubicBezTo>
                <a:cubicBezTo>
                  <a:pt x="44236" y="11482"/>
                  <a:pt x="43713" y="11950"/>
                  <a:pt x="43306" y="12535"/>
                </a:cubicBezTo>
                <a:cubicBezTo>
                  <a:pt x="42898" y="13121"/>
                  <a:pt x="42600" y="13801"/>
                  <a:pt x="42411" y="14576"/>
                </a:cubicBezTo>
                <a:cubicBezTo>
                  <a:pt x="42221" y="15350"/>
                  <a:pt x="42126" y="16163"/>
                  <a:pt x="42126" y="17012"/>
                </a:cubicBezTo>
                <a:cubicBezTo>
                  <a:pt x="42126" y="18080"/>
                  <a:pt x="42244" y="19015"/>
                  <a:pt x="42479" y="19819"/>
                </a:cubicBezTo>
                <a:cubicBezTo>
                  <a:pt x="42715" y="20622"/>
                  <a:pt x="43051" y="21291"/>
                  <a:pt x="43487" y="21825"/>
                </a:cubicBezTo>
                <a:cubicBezTo>
                  <a:pt x="43923" y="22358"/>
                  <a:pt x="44451" y="22760"/>
                  <a:pt x="45071" y="23030"/>
                </a:cubicBezTo>
                <a:cubicBezTo>
                  <a:pt x="45691" y="23300"/>
                  <a:pt x="46391" y="23435"/>
                  <a:pt x="47172" y="23435"/>
                </a:cubicBezTo>
                <a:cubicBezTo>
                  <a:pt x="48067" y="23435"/>
                  <a:pt x="48833" y="23260"/>
                  <a:pt x="49470" y="22909"/>
                </a:cubicBezTo>
                <a:cubicBezTo>
                  <a:pt x="50107" y="22559"/>
                  <a:pt x="50630" y="22092"/>
                  <a:pt x="51037" y="21506"/>
                </a:cubicBezTo>
                <a:cubicBezTo>
                  <a:pt x="51445" y="20921"/>
                  <a:pt x="51743" y="20241"/>
                  <a:pt x="51933" y="19466"/>
                </a:cubicBezTo>
                <a:cubicBezTo>
                  <a:pt x="52122" y="18691"/>
                  <a:pt x="52217" y="17873"/>
                  <a:pt x="52217" y="17012"/>
                </a:cubicBezTo>
                <a:close/>
                <a:moveTo>
                  <a:pt x="74683" y="16702"/>
                </a:moveTo>
                <a:cubicBezTo>
                  <a:pt x="74683" y="18240"/>
                  <a:pt x="74468" y="19583"/>
                  <a:pt x="74038" y="20731"/>
                </a:cubicBezTo>
                <a:cubicBezTo>
                  <a:pt x="73607" y="21879"/>
                  <a:pt x="73013" y="22832"/>
                  <a:pt x="72256" y="23590"/>
                </a:cubicBezTo>
                <a:cubicBezTo>
                  <a:pt x="71498" y="24347"/>
                  <a:pt x="70603" y="24915"/>
                  <a:pt x="69569" y="25294"/>
                </a:cubicBezTo>
                <a:cubicBezTo>
                  <a:pt x="68536" y="25673"/>
                  <a:pt x="67417" y="25862"/>
                  <a:pt x="66212" y="25862"/>
                </a:cubicBezTo>
                <a:cubicBezTo>
                  <a:pt x="65661" y="25862"/>
                  <a:pt x="65113" y="25834"/>
                  <a:pt x="64567" y="25776"/>
                </a:cubicBezTo>
                <a:cubicBezTo>
                  <a:pt x="64022" y="25719"/>
                  <a:pt x="63468" y="25621"/>
                  <a:pt x="62906" y="25484"/>
                </a:cubicBezTo>
                <a:lnTo>
                  <a:pt x="62906" y="32715"/>
                </a:lnTo>
                <a:lnTo>
                  <a:pt x="59910" y="32715"/>
                </a:lnTo>
                <a:lnTo>
                  <a:pt x="59910" y="8368"/>
                </a:lnTo>
                <a:lnTo>
                  <a:pt x="62579" y="8368"/>
                </a:lnTo>
                <a:lnTo>
                  <a:pt x="62768" y="11261"/>
                </a:lnTo>
                <a:cubicBezTo>
                  <a:pt x="63629" y="10079"/>
                  <a:pt x="64547" y="9249"/>
                  <a:pt x="65523" y="8773"/>
                </a:cubicBezTo>
                <a:cubicBezTo>
                  <a:pt x="66499" y="8297"/>
                  <a:pt x="67555" y="8058"/>
                  <a:pt x="68691" y="8058"/>
                </a:cubicBezTo>
                <a:cubicBezTo>
                  <a:pt x="69679" y="8058"/>
                  <a:pt x="70545" y="8265"/>
                  <a:pt x="71291" y="8678"/>
                </a:cubicBezTo>
                <a:cubicBezTo>
                  <a:pt x="72037" y="9091"/>
                  <a:pt x="72663" y="9674"/>
                  <a:pt x="73168" y="10426"/>
                </a:cubicBezTo>
                <a:cubicBezTo>
                  <a:pt x="73673" y="11178"/>
                  <a:pt x="74052" y="12085"/>
                  <a:pt x="74305" y="13146"/>
                </a:cubicBezTo>
                <a:cubicBezTo>
                  <a:pt x="74557" y="14208"/>
                  <a:pt x="74683" y="15393"/>
                  <a:pt x="74683" y="16702"/>
                </a:cubicBezTo>
                <a:moveTo>
                  <a:pt x="71618" y="16840"/>
                </a:moveTo>
                <a:cubicBezTo>
                  <a:pt x="71618" y="15933"/>
                  <a:pt x="71552" y="15101"/>
                  <a:pt x="71420" y="14343"/>
                </a:cubicBezTo>
                <a:cubicBezTo>
                  <a:pt x="71288" y="13586"/>
                  <a:pt x="71079" y="12937"/>
                  <a:pt x="70792" y="12397"/>
                </a:cubicBezTo>
                <a:cubicBezTo>
                  <a:pt x="70505" y="11858"/>
                  <a:pt x="70138" y="11436"/>
                  <a:pt x="69690" y="11132"/>
                </a:cubicBezTo>
                <a:cubicBezTo>
                  <a:pt x="69242" y="10828"/>
                  <a:pt x="68709" y="10676"/>
                  <a:pt x="68089" y="10676"/>
                </a:cubicBezTo>
                <a:cubicBezTo>
                  <a:pt x="67710" y="10676"/>
                  <a:pt x="67325" y="10736"/>
                  <a:pt x="66935" y="10856"/>
                </a:cubicBezTo>
                <a:cubicBezTo>
                  <a:pt x="66545" y="10977"/>
                  <a:pt x="66140" y="11178"/>
                  <a:pt x="65721" y="11459"/>
                </a:cubicBezTo>
                <a:cubicBezTo>
                  <a:pt x="65302" y="11740"/>
                  <a:pt x="64860" y="12113"/>
                  <a:pt x="64395" y="12578"/>
                </a:cubicBezTo>
                <a:cubicBezTo>
                  <a:pt x="63930" y="13043"/>
                  <a:pt x="63434" y="13620"/>
                  <a:pt x="62906" y="14309"/>
                </a:cubicBezTo>
                <a:lnTo>
                  <a:pt x="62906" y="22694"/>
                </a:lnTo>
                <a:cubicBezTo>
                  <a:pt x="63457" y="22924"/>
                  <a:pt x="64037" y="23105"/>
                  <a:pt x="64645" y="23237"/>
                </a:cubicBezTo>
                <a:cubicBezTo>
                  <a:pt x="65253" y="23369"/>
                  <a:pt x="65850" y="23435"/>
                  <a:pt x="66436" y="23435"/>
                </a:cubicBezTo>
                <a:cubicBezTo>
                  <a:pt x="68054" y="23435"/>
                  <a:pt x="69323" y="22886"/>
                  <a:pt x="70241" y="21790"/>
                </a:cubicBezTo>
                <a:cubicBezTo>
                  <a:pt x="71159" y="20694"/>
                  <a:pt x="71618" y="19044"/>
                  <a:pt x="71618" y="16840"/>
                </a:cubicBezTo>
                <a:close/>
                <a:moveTo>
                  <a:pt x="94963" y="14145"/>
                </a:moveTo>
                <a:cubicBezTo>
                  <a:pt x="94963" y="15225"/>
                  <a:pt x="94880" y="16259"/>
                  <a:pt x="94713" y="17247"/>
                </a:cubicBezTo>
                <a:cubicBezTo>
                  <a:pt x="94547" y="18235"/>
                  <a:pt x="94280" y="19154"/>
                  <a:pt x="93913" y="20004"/>
                </a:cubicBezTo>
                <a:cubicBezTo>
                  <a:pt x="93545" y="20854"/>
                  <a:pt x="93069" y="21627"/>
                  <a:pt x="92484" y="22322"/>
                </a:cubicBezTo>
                <a:cubicBezTo>
                  <a:pt x="91898" y="23017"/>
                  <a:pt x="91181" y="23611"/>
                  <a:pt x="90331" y="24105"/>
                </a:cubicBezTo>
                <a:cubicBezTo>
                  <a:pt x="89482" y="24599"/>
                  <a:pt x="88495" y="24981"/>
                  <a:pt x="87370" y="25251"/>
                </a:cubicBezTo>
                <a:cubicBezTo>
                  <a:pt x="86245" y="25521"/>
                  <a:pt x="84965" y="25656"/>
                  <a:pt x="83530" y="25656"/>
                </a:cubicBezTo>
                <a:lnTo>
                  <a:pt x="78709" y="25656"/>
                </a:lnTo>
                <a:lnTo>
                  <a:pt x="78709" y="3134"/>
                </a:lnTo>
                <a:lnTo>
                  <a:pt x="84511" y="3134"/>
                </a:lnTo>
                <a:cubicBezTo>
                  <a:pt x="88024" y="3134"/>
                  <a:pt x="90644" y="4038"/>
                  <a:pt x="92372" y="5848"/>
                </a:cubicBezTo>
                <a:cubicBezTo>
                  <a:pt x="94099" y="7657"/>
                  <a:pt x="94963" y="10423"/>
                  <a:pt x="94963" y="14145"/>
                </a:cubicBezTo>
                <a:moveTo>
                  <a:pt x="91743" y="14369"/>
                </a:moveTo>
                <a:cubicBezTo>
                  <a:pt x="91743" y="12772"/>
                  <a:pt x="91594" y="11422"/>
                  <a:pt x="91296" y="10319"/>
                </a:cubicBezTo>
                <a:cubicBezTo>
                  <a:pt x="90997" y="9215"/>
                  <a:pt x="90544" y="8325"/>
                  <a:pt x="89935" y="7647"/>
                </a:cubicBezTo>
                <a:cubicBezTo>
                  <a:pt x="89327" y="6969"/>
                  <a:pt x="88564" y="6478"/>
                  <a:pt x="87645" y="6173"/>
                </a:cubicBezTo>
                <a:cubicBezTo>
                  <a:pt x="86727" y="5869"/>
                  <a:pt x="85648" y="5717"/>
                  <a:pt x="84408" y="5717"/>
                </a:cubicBezTo>
                <a:lnTo>
                  <a:pt x="81774" y="5717"/>
                </a:lnTo>
                <a:lnTo>
                  <a:pt x="81774" y="23004"/>
                </a:lnTo>
                <a:lnTo>
                  <a:pt x="84064" y="23004"/>
                </a:lnTo>
                <a:cubicBezTo>
                  <a:pt x="89183" y="23004"/>
                  <a:pt x="91743" y="20126"/>
                  <a:pt x="91743" y="14369"/>
                </a:cubicBezTo>
                <a:close/>
                <a:moveTo>
                  <a:pt x="113290" y="16874"/>
                </a:moveTo>
                <a:cubicBezTo>
                  <a:pt x="113290" y="18217"/>
                  <a:pt x="113101" y="19448"/>
                  <a:pt x="112722" y="20568"/>
                </a:cubicBezTo>
                <a:cubicBezTo>
                  <a:pt x="112343" y="21687"/>
                  <a:pt x="111798" y="22645"/>
                  <a:pt x="111087" y="23443"/>
                </a:cubicBezTo>
                <a:cubicBezTo>
                  <a:pt x="110375" y="24241"/>
                  <a:pt x="109508" y="24861"/>
                  <a:pt x="108486" y="25303"/>
                </a:cubicBezTo>
                <a:cubicBezTo>
                  <a:pt x="107465" y="25745"/>
                  <a:pt x="106305" y="25966"/>
                  <a:pt x="105008" y="25966"/>
                </a:cubicBezTo>
                <a:cubicBezTo>
                  <a:pt x="103769" y="25966"/>
                  <a:pt x="102658" y="25773"/>
                  <a:pt x="101677" y="25389"/>
                </a:cubicBezTo>
                <a:cubicBezTo>
                  <a:pt x="100695" y="25004"/>
                  <a:pt x="99863" y="24439"/>
                  <a:pt x="99180" y="23693"/>
                </a:cubicBezTo>
                <a:cubicBezTo>
                  <a:pt x="98497" y="22947"/>
                  <a:pt x="97975" y="22023"/>
                  <a:pt x="97613" y="20921"/>
                </a:cubicBezTo>
                <a:cubicBezTo>
                  <a:pt x="97251" y="19819"/>
                  <a:pt x="97071" y="18550"/>
                  <a:pt x="97071" y="17115"/>
                </a:cubicBezTo>
                <a:cubicBezTo>
                  <a:pt x="97071" y="15772"/>
                  <a:pt x="97260" y="14547"/>
                  <a:pt x="97639" y="13439"/>
                </a:cubicBezTo>
                <a:cubicBezTo>
                  <a:pt x="98018" y="12331"/>
                  <a:pt x="98563" y="11379"/>
                  <a:pt x="99275" y="10581"/>
                </a:cubicBezTo>
                <a:cubicBezTo>
                  <a:pt x="99986" y="9783"/>
                  <a:pt x="100853" y="9163"/>
                  <a:pt x="101875" y="8721"/>
                </a:cubicBezTo>
                <a:cubicBezTo>
                  <a:pt x="102896" y="8279"/>
                  <a:pt x="104056" y="8058"/>
                  <a:pt x="105353" y="8058"/>
                </a:cubicBezTo>
                <a:cubicBezTo>
                  <a:pt x="106592" y="8058"/>
                  <a:pt x="107703" y="8251"/>
                  <a:pt x="108685" y="8635"/>
                </a:cubicBezTo>
                <a:cubicBezTo>
                  <a:pt x="109666" y="9020"/>
                  <a:pt x="110498" y="9582"/>
                  <a:pt x="111181" y="10323"/>
                </a:cubicBezTo>
                <a:cubicBezTo>
                  <a:pt x="111864" y="11063"/>
                  <a:pt x="112387" y="11984"/>
                  <a:pt x="112748" y="13086"/>
                </a:cubicBezTo>
                <a:cubicBezTo>
                  <a:pt x="113110" y="14188"/>
                  <a:pt x="113290" y="15451"/>
                  <a:pt x="113290" y="16874"/>
                </a:cubicBezTo>
                <a:moveTo>
                  <a:pt x="110226" y="17012"/>
                </a:moveTo>
                <a:cubicBezTo>
                  <a:pt x="110226" y="15944"/>
                  <a:pt x="110108" y="15012"/>
                  <a:pt x="109873" y="14214"/>
                </a:cubicBezTo>
                <a:cubicBezTo>
                  <a:pt x="109637" y="13416"/>
                  <a:pt x="109302" y="12750"/>
                  <a:pt x="108865" y="12217"/>
                </a:cubicBezTo>
                <a:cubicBezTo>
                  <a:pt x="108429" y="11683"/>
                  <a:pt x="107898" y="11281"/>
                  <a:pt x="107273" y="11011"/>
                </a:cubicBezTo>
                <a:cubicBezTo>
                  <a:pt x="106647" y="10742"/>
                  <a:pt x="105950" y="10607"/>
                  <a:pt x="105181" y="10607"/>
                </a:cubicBezTo>
                <a:cubicBezTo>
                  <a:pt x="104285" y="10607"/>
                  <a:pt x="103519" y="10782"/>
                  <a:pt x="102882" y="11132"/>
                </a:cubicBezTo>
                <a:cubicBezTo>
                  <a:pt x="102245" y="11482"/>
                  <a:pt x="101722" y="11950"/>
                  <a:pt x="101315" y="12535"/>
                </a:cubicBezTo>
                <a:cubicBezTo>
                  <a:pt x="100907" y="13121"/>
                  <a:pt x="100609" y="13801"/>
                  <a:pt x="100420" y="14576"/>
                </a:cubicBezTo>
                <a:cubicBezTo>
                  <a:pt x="100230" y="15350"/>
                  <a:pt x="100135" y="16163"/>
                  <a:pt x="100135" y="17012"/>
                </a:cubicBezTo>
                <a:cubicBezTo>
                  <a:pt x="100135" y="18080"/>
                  <a:pt x="100253" y="19015"/>
                  <a:pt x="100488" y="19819"/>
                </a:cubicBezTo>
                <a:cubicBezTo>
                  <a:pt x="100724" y="20622"/>
                  <a:pt x="101060" y="21291"/>
                  <a:pt x="101496" y="21825"/>
                </a:cubicBezTo>
                <a:cubicBezTo>
                  <a:pt x="101932" y="22358"/>
                  <a:pt x="102460" y="22760"/>
                  <a:pt x="103080" y="23030"/>
                </a:cubicBezTo>
                <a:cubicBezTo>
                  <a:pt x="103700" y="23300"/>
                  <a:pt x="104400" y="23435"/>
                  <a:pt x="105181" y="23435"/>
                </a:cubicBezTo>
                <a:cubicBezTo>
                  <a:pt x="106076" y="23435"/>
                  <a:pt x="106842" y="23260"/>
                  <a:pt x="107479" y="22909"/>
                </a:cubicBezTo>
                <a:cubicBezTo>
                  <a:pt x="108116" y="22559"/>
                  <a:pt x="108639" y="22092"/>
                  <a:pt x="109046" y="21506"/>
                </a:cubicBezTo>
                <a:cubicBezTo>
                  <a:pt x="109454" y="20921"/>
                  <a:pt x="109752" y="20241"/>
                  <a:pt x="109941" y="19466"/>
                </a:cubicBezTo>
                <a:cubicBezTo>
                  <a:pt x="110131" y="18691"/>
                  <a:pt x="110226" y="17873"/>
                  <a:pt x="110226" y="17012"/>
                </a:cubicBezTo>
                <a:close/>
                <a:moveTo>
                  <a:pt x="133932" y="8368"/>
                </a:moveTo>
                <a:lnTo>
                  <a:pt x="131418" y="25656"/>
                </a:lnTo>
                <a:lnTo>
                  <a:pt x="127785" y="25656"/>
                </a:lnTo>
                <a:lnTo>
                  <a:pt x="125288" y="18424"/>
                </a:lnTo>
                <a:lnTo>
                  <a:pt x="124789" y="16668"/>
                </a:lnTo>
                <a:lnTo>
                  <a:pt x="124221" y="18527"/>
                </a:lnTo>
                <a:lnTo>
                  <a:pt x="121827" y="25656"/>
                </a:lnTo>
                <a:lnTo>
                  <a:pt x="118298" y="25656"/>
                </a:lnTo>
                <a:lnTo>
                  <a:pt x="115801" y="8368"/>
                </a:lnTo>
                <a:lnTo>
                  <a:pt x="118728" y="8368"/>
                </a:lnTo>
                <a:lnTo>
                  <a:pt x="120174" y="20111"/>
                </a:lnTo>
                <a:lnTo>
                  <a:pt x="120484" y="22729"/>
                </a:lnTo>
                <a:lnTo>
                  <a:pt x="121225" y="20439"/>
                </a:lnTo>
                <a:lnTo>
                  <a:pt x="123739" y="12673"/>
                </a:lnTo>
                <a:lnTo>
                  <a:pt x="125891" y="12673"/>
                </a:lnTo>
                <a:lnTo>
                  <a:pt x="128594" y="20335"/>
                </a:lnTo>
                <a:lnTo>
                  <a:pt x="129369" y="22625"/>
                </a:lnTo>
                <a:lnTo>
                  <a:pt x="129627" y="20197"/>
                </a:lnTo>
                <a:lnTo>
                  <a:pt x="130971" y="8368"/>
                </a:lnTo>
                <a:lnTo>
                  <a:pt x="133932" y="8368"/>
                </a:lnTo>
                <a:close/>
                <a:moveTo>
                  <a:pt x="137596" y="8368"/>
                </a:moveTo>
                <a:lnTo>
                  <a:pt x="140265" y="8368"/>
                </a:lnTo>
                <a:lnTo>
                  <a:pt x="140385" y="11158"/>
                </a:lnTo>
                <a:cubicBezTo>
                  <a:pt x="140890" y="10561"/>
                  <a:pt x="141378" y="10064"/>
                  <a:pt x="141849" y="9668"/>
                </a:cubicBezTo>
                <a:cubicBezTo>
                  <a:pt x="142320" y="9272"/>
                  <a:pt x="142782" y="8954"/>
                  <a:pt x="143235" y="8713"/>
                </a:cubicBezTo>
                <a:cubicBezTo>
                  <a:pt x="143688" y="8472"/>
                  <a:pt x="144150" y="8302"/>
                  <a:pt x="144621" y="8205"/>
                </a:cubicBezTo>
                <a:cubicBezTo>
                  <a:pt x="145092" y="8107"/>
                  <a:pt x="145580" y="8058"/>
                  <a:pt x="146085" y="8058"/>
                </a:cubicBezTo>
                <a:cubicBezTo>
                  <a:pt x="147864" y="8058"/>
                  <a:pt x="149210" y="8583"/>
                  <a:pt x="150122" y="9634"/>
                </a:cubicBezTo>
                <a:cubicBezTo>
                  <a:pt x="151035" y="10684"/>
                  <a:pt x="151491" y="12265"/>
                  <a:pt x="151491" y="14378"/>
                </a:cubicBezTo>
                <a:lnTo>
                  <a:pt x="151491" y="25656"/>
                </a:lnTo>
                <a:lnTo>
                  <a:pt x="148495" y="25656"/>
                </a:lnTo>
                <a:lnTo>
                  <a:pt x="148495" y="14619"/>
                </a:lnTo>
                <a:cubicBezTo>
                  <a:pt x="148495" y="13264"/>
                  <a:pt x="148243" y="12263"/>
                  <a:pt x="147738" y="11614"/>
                </a:cubicBezTo>
                <a:cubicBezTo>
                  <a:pt x="147233" y="10965"/>
                  <a:pt x="146481" y="10641"/>
                  <a:pt x="145482" y="10641"/>
                </a:cubicBezTo>
                <a:cubicBezTo>
                  <a:pt x="145115" y="10641"/>
                  <a:pt x="144756" y="10696"/>
                  <a:pt x="144406" y="10805"/>
                </a:cubicBezTo>
                <a:cubicBezTo>
                  <a:pt x="144056" y="10914"/>
                  <a:pt x="143691" y="11103"/>
                  <a:pt x="143312" y="11373"/>
                </a:cubicBezTo>
                <a:cubicBezTo>
                  <a:pt x="142934" y="11643"/>
                  <a:pt x="142523" y="12007"/>
                  <a:pt x="142081" y="12466"/>
                </a:cubicBezTo>
                <a:cubicBezTo>
                  <a:pt x="141639" y="12925"/>
                  <a:pt x="141143" y="13499"/>
                  <a:pt x="140592" y="14188"/>
                </a:cubicBezTo>
                <a:lnTo>
                  <a:pt x="140592" y="25656"/>
                </a:lnTo>
                <a:lnTo>
                  <a:pt x="137596" y="25656"/>
                </a:lnTo>
                <a:lnTo>
                  <a:pt x="137596" y="8368"/>
                </a:lnTo>
                <a:close/>
                <a:moveTo>
                  <a:pt x="171874" y="25656"/>
                </a:moveTo>
                <a:lnTo>
                  <a:pt x="167880" y="25656"/>
                </a:lnTo>
                <a:lnTo>
                  <a:pt x="161319" y="11610"/>
                </a:lnTo>
                <a:lnTo>
                  <a:pt x="159425" y="7094"/>
                </a:lnTo>
                <a:lnTo>
                  <a:pt x="159425" y="18452"/>
                </a:lnTo>
                <a:lnTo>
                  <a:pt x="159425" y="25656"/>
                </a:lnTo>
                <a:lnTo>
                  <a:pt x="156567" y="25656"/>
                </a:lnTo>
                <a:lnTo>
                  <a:pt x="156567" y="3134"/>
                </a:lnTo>
                <a:lnTo>
                  <a:pt x="160510" y="3134"/>
                </a:lnTo>
                <a:lnTo>
                  <a:pt x="166761" y="16439"/>
                </a:lnTo>
                <a:lnTo>
                  <a:pt x="169016" y="21592"/>
                </a:lnTo>
                <a:lnTo>
                  <a:pt x="169016" y="9528"/>
                </a:lnTo>
                <a:lnTo>
                  <a:pt x="169016" y="3134"/>
                </a:lnTo>
                <a:lnTo>
                  <a:pt x="171874" y="3134"/>
                </a:lnTo>
                <a:lnTo>
                  <a:pt x="171874" y="25656"/>
                </a:lnTo>
                <a:close/>
                <a:moveTo>
                  <a:pt x="190977" y="16874"/>
                </a:moveTo>
                <a:cubicBezTo>
                  <a:pt x="190977" y="18217"/>
                  <a:pt x="190787" y="19448"/>
                  <a:pt x="190409" y="20568"/>
                </a:cubicBezTo>
                <a:cubicBezTo>
                  <a:pt x="190030" y="21687"/>
                  <a:pt x="189485" y="22645"/>
                  <a:pt x="188773" y="23443"/>
                </a:cubicBezTo>
                <a:cubicBezTo>
                  <a:pt x="188061" y="24241"/>
                  <a:pt x="187194" y="24861"/>
                  <a:pt x="186173" y="25303"/>
                </a:cubicBezTo>
                <a:cubicBezTo>
                  <a:pt x="185151" y="25745"/>
                  <a:pt x="183992" y="25966"/>
                  <a:pt x="182695" y="25966"/>
                </a:cubicBezTo>
                <a:cubicBezTo>
                  <a:pt x="181455" y="25966"/>
                  <a:pt x="180344" y="25773"/>
                  <a:pt x="179363" y="25389"/>
                </a:cubicBezTo>
                <a:cubicBezTo>
                  <a:pt x="178381" y="25004"/>
                  <a:pt x="177549" y="24439"/>
                  <a:pt x="176866" y="23693"/>
                </a:cubicBezTo>
                <a:cubicBezTo>
                  <a:pt x="176183" y="22947"/>
                  <a:pt x="175661" y="22023"/>
                  <a:pt x="175299" y="20921"/>
                </a:cubicBezTo>
                <a:cubicBezTo>
                  <a:pt x="174938" y="19819"/>
                  <a:pt x="174757" y="18550"/>
                  <a:pt x="174757" y="17115"/>
                </a:cubicBezTo>
                <a:cubicBezTo>
                  <a:pt x="174757" y="15772"/>
                  <a:pt x="174946" y="14547"/>
                  <a:pt x="175325" y="13439"/>
                </a:cubicBezTo>
                <a:cubicBezTo>
                  <a:pt x="175704" y="12331"/>
                  <a:pt x="176249" y="11379"/>
                  <a:pt x="176961" y="10581"/>
                </a:cubicBezTo>
                <a:cubicBezTo>
                  <a:pt x="177673" y="9783"/>
                  <a:pt x="178539" y="9163"/>
                  <a:pt x="179561" y="8721"/>
                </a:cubicBezTo>
                <a:cubicBezTo>
                  <a:pt x="180582" y="8279"/>
                  <a:pt x="181742" y="8058"/>
                  <a:pt x="183039" y="8058"/>
                </a:cubicBezTo>
                <a:cubicBezTo>
                  <a:pt x="184279" y="8058"/>
                  <a:pt x="185389" y="8251"/>
                  <a:pt x="186371" y="8635"/>
                </a:cubicBezTo>
                <a:cubicBezTo>
                  <a:pt x="187352" y="9020"/>
                  <a:pt x="188185" y="9582"/>
                  <a:pt x="188868" y="10323"/>
                </a:cubicBezTo>
                <a:cubicBezTo>
                  <a:pt x="189551" y="11063"/>
                  <a:pt x="190073" y="11984"/>
                  <a:pt x="190434" y="13086"/>
                </a:cubicBezTo>
                <a:cubicBezTo>
                  <a:pt x="190796" y="14188"/>
                  <a:pt x="190977" y="15451"/>
                  <a:pt x="190977" y="16874"/>
                </a:cubicBezTo>
                <a:moveTo>
                  <a:pt x="187912" y="17012"/>
                </a:moveTo>
                <a:cubicBezTo>
                  <a:pt x="187912" y="15944"/>
                  <a:pt x="187794" y="15012"/>
                  <a:pt x="187559" y="14214"/>
                </a:cubicBezTo>
                <a:cubicBezTo>
                  <a:pt x="187324" y="13416"/>
                  <a:pt x="186988" y="12750"/>
                  <a:pt x="186552" y="12217"/>
                </a:cubicBezTo>
                <a:cubicBezTo>
                  <a:pt x="186115" y="11683"/>
                  <a:pt x="185584" y="11281"/>
                  <a:pt x="184959" y="11011"/>
                </a:cubicBezTo>
                <a:cubicBezTo>
                  <a:pt x="184333" y="10742"/>
                  <a:pt x="183636" y="10607"/>
                  <a:pt x="182867" y="10607"/>
                </a:cubicBezTo>
                <a:cubicBezTo>
                  <a:pt x="181971" y="10607"/>
                  <a:pt x="181205" y="10782"/>
                  <a:pt x="180568" y="11132"/>
                </a:cubicBezTo>
                <a:cubicBezTo>
                  <a:pt x="179931" y="11482"/>
                  <a:pt x="179409" y="11950"/>
                  <a:pt x="179001" y="12535"/>
                </a:cubicBezTo>
                <a:cubicBezTo>
                  <a:pt x="178594" y="13121"/>
                  <a:pt x="178295" y="13801"/>
                  <a:pt x="178106" y="14576"/>
                </a:cubicBezTo>
                <a:cubicBezTo>
                  <a:pt x="177916" y="15350"/>
                  <a:pt x="177822" y="16163"/>
                  <a:pt x="177822" y="17012"/>
                </a:cubicBezTo>
                <a:cubicBezTo>
                  <a:pt x="177822" y="18080"/>
                  <a:pt x="177939" y="19015"/>
                  <a:pt x="178175" y="19819"/>
                </a:cubicBezTo>
                <a:cubicBezTo>
                  <a:pt x="178410" y="20622"/>
                  <a:pt x="178746" y="21291"/>
                  <a:pt x="179182" y="21825"/>
                </a:cubicBezTo>
                <a:cubicBezTo>
                  <a:pt x="179618" y="22358"/>
                  <a:pt x="180146" y="22760"/>
                  <a:pt x="180766" y="23030"/>
                </a:cubicBezTo>
                <a:cubicBezTo>
                  <a:pt x="181386" y="23300"/>
                  <a:pt x="182086" y="23435"/>
                  <a:pt x="182867" y="23435"/>
                </a:cubicBezTo>
                <a:cubicBezTo>
                  <a:pt x="183762" y="23435"/>
                  <a:pt x="184528" y="23260"/>
                  <a:pt x="185166" y="22909"/>
                </a:cubicBezTo>
                <a:cubicBezTo>
                  <a:pt x="185803" y="22559"/>
                  <a:pt x="186325" y="22092"/>
                  <a:pt x="186732" y="21506"/>
                </a:cubicBezTo>
                <a:cubicBezTo>
                  <a:pt x="187140" y="20921"/>
                  <a:pt x="187438" y="20241"/>
                  <a:pt x="187628" y="19466"/>
                </a:cubicBezTo>
                <a:cubicBezTo>
                  <a:pt x="187817" y="18691"/>
                  <a:pt x="187912" y="17873"/>
                  <a:pt x="187912" y="17012"/>
                </a:cubicBezTo>
                <a:close/>
                <a:moveTo>
                  <a:pt x="194727" y="17374"/>
                </a:moveTo>
                <a:cubicBezTo>
                  <a:pt x="194727" y="15904"/>
                  <a:pt x="194928" y="14599"/>
                  <a:pt x="195329" y="13456"/>
                </a:cubicBezTo>
                <a:cubicBezTo>
                  <a:pt x="195731" y="12314"/>
                  <a:pt x="196302" y="11350"/>
                  <a:pt x="197043" y="10564"/>
                </a:cubicBezTo>
                <a:cubicBezTo>
                  <a:pt x="197783" y="9777"/>
                  <a:pt x="198673" y="9180"/>
                  <a:pt x="199711" y="8773"/>
                </a:cubicBezTo>
                <a:cubicBezTo>
                  <a:pt x="200750" y="8365"/>
                  <a:pt x="201907" y="8162"/>
                  <a:pt x="203181" y="8162"/>
                </a:cubicBezTo>
                <a:cubicBezTo>
                  <a:pt x="203732" y="8162"/>
                  <a:pt x="204274" y="8196"/>
                  <a:pt x="204808" y="8265"/>
                </a:cubicBezTo>
                <a:cubicBezTo>
                  <a:pt x="205342" y="8334"/>
                  <a:pt x="205867" y="8443"/>
                  <a:pt x="206384" y="8592"/>
                </a:cubicBezTo>
                <a:lnTo>
                  <a:pt x="206384" y="1309"/>
                </a:lnTo>
                <a:lnTo>
                  <a:pt x="209397" y="1309"/>
                </a:lnTo>
                <a:lnTo>
                  <a:pt x="209397" y="25656"/>
                </a:lnTo>
                <a:lnTo>
                  <a:pt x="206711" y="25656"/>
                </a:lnTo>
                <a:lnTo>
                  <a:pt x="206608" y="22384"/>
                </a:lnTo>
                <a:cubicBezTo>
                  <a:pt x="205770" y="23601"/>
                  <a:pt x="204863" y="24502"/>
                  <a:pt x="203887" y="25088"/>
                </a:cubicBezTo>
                <a:cubicBezTo>
                  <a:pt x="202911" y="25673"/>
                  <a:pt x="201855" y="25966"/>
                  <a:pt x="200719" y="25966"/>
                </a:cubicBezTo>
                <a:cubicBezTo>
                  <a:pt x="199732" y="25966"/>
                  <a:pt x="198862" y="25759"/>
                  <a:pt x="198110" y="25346"/>
                </a:cubicBezTo>
                <a:cubicBezTo>
                  <a:pt x="197358" y="24933"/>
                  <a:pt x="196733" y="24350"/>
                  <a:pt x="196233" y="23598"/>
                </a:cubicBezTo>
                <a:cubicBezTo>
                  <a:pt x="195734" y="22846"/>
                  <a:pt x="195358" y="21942"/>
                  <a:pt x="195105" y="20886"/>
                </a:cubicBezTo>
                <a:cubicBezTo>
                  <a:pt x="194853" y="19830"/>
                  <a:pt x="194727" y="18659"/>
                  <a:pt x="194727" y="17374"/>
                </a:cubicBezTo>
                <a:moveTo>
                  <a:pt x="197792" y="17184"/>
                </a:moveTo>
                <a:cubicBezTo>
                  <a:pt x="197792" y="19273"/>
                  <a:pt x="198099" y="20832"/>
                  <a:pt x="198713" y="21859"/>
                </a:cubicBezTo>
                <a:cubicBezTo>
                  <a:pt x="199327" y="22886"/>
                  <a:pt x="200196" y="23400"/>
                  <a:pt x="201321" y="23400"/>
                </a:cubicBezTo>
                <a:cubicBezTo>
                  <a:pt x="202079" y="23400"/>
                  <a:pt x="202880" y="23061"/>
                  <a:pt x="203723" y="22384"/>
                </a:cubicBezTo>
                <a:cubicBezTo>
                  <a:pt x="204567" y="21707"/>
                  <a:pt x="205454" y="20703"/>
                  <a:pt x="206384" y="19371"/>
                </a:cubicBezTo>
                <a:lnTo>
                  <a:pt x="206384" y="11347"/>
                </a:lnTo>
                <a:cubicBezTo>
                  <a:pt x="205890" y="11118"/>
                  <a:pt x="205345" y="10942"/>
                  <a:pt x="204748" y="10822"/>
                </a:cubicBezTo>
                <a:cubicBezTo>
                  <a:pt x="204151" y="10701"/>
                  <a:pt x="203560" y="10641"/>
                  <a:pt x="202974" y="10641"/>
                </a:cubicBezTo>
                <a:cubicBezTo>
                  <a:pt x="201344" y="10641"/>
                  <a:pt x="200073" y="11169"/>
                  <a:pt x="199160" y="12225"/>
                </a:cubicBezTo>
                <a:cubicBezTo>
                  <a:pt x="198248" y="13281"/>
                  <a:pt x="197792" y="14934"/>
                  <a:pt x="197792" y="17184"/>
                </a:cubicBezTo>
                <a:close/>
                <a:moveTo>
                  <a:pt x="229883" y="16099"/>
                </a:moveTo>
                <a:cubicBezTo>
                  <a:pt x="229883" y="16524"/>
                  <a:pt x="229878" y="16880"/>
                  <a:pt x="229866" y="17167"/>
                </a:cubicBezTo>
                <a:cubicBezTo>
                  <a:pt x="229855" y="17454"/>
                  <a:pt x="229837" y="17724"/>
                  <a:pt x="229815" y="17976"/>
                </a:cubicBezTo>
                <a:lnTo>
                  <a:pt x="217675" y="17976"/>
                </a:lnTo>
                <a:cubicBezTo>
                  <a:pt x="217675" y="19744"/>
                  <a:pt x="218169" y="21101"/>
                  <a:pt x="219156" y="22048"/>
                </a:cubicBezTo>
                <a:cubicBezTo>
                  <a:pt x="220143" y="22995"/>
                  <a:pt x="221567" y="23469"/>
                  <a:pt x="223426" y="23469"/>
                </a:cubicBezTo>
                <a:cubicBezTo>
                  <a:pt x="223931" y="23469"/>
                  <a:pt x="224437" y="23449"/>
                  <a:pt x="224942" y="23408"/>
                </a:cubicBezTo>
                <a:cubicBezTo>
                  <a:pt x="225447" y="23366"/>
                  <a:pt x="225935" y="23311"/>
                  <a:pt x="226405" y="23240"/>
                </a:cubicBezTo>
                <a:cubicBezTo>
                  <a:pt x="226876" y="23170"/>
                  <a:pt x="227326" y="23090"/>
                  <a:pt x="227757" y="23002"/>
                </a:cubicBezTo>
                <a:cubicBezTo>
                  <a:pt x="228187" y="22914"/>
                  <a:pt x="228586" y="22817"/>
                  <a:pt x="228954" y="22711"/>
                </a:cubicBezTo>
                <a:lnTo>
                  <a:pt x="228954" y="25174"/>
                </a:lnTo>
                <a:cubicBezTo>
                  <a:pt x="228139" y="25408"/>
                  <a:pt x="227217" y="25599"/>
                  <a:pt x="226190" y="25746"/>
                </a:cubicBezTo>
                <a:cubicBezTo>
                  <a:pt x="225163" y="25892"/>
                  <a:pt x="224098" y="25966"/>
                  <a:pt x="222996" y="25966"/>
                </a:cubicBezTo>
                <a:cubicBezTo>
                  <a:pt x="221515" y="25966"/>
                  <a:pt x="220241" y="25765"/>
                  <a:pt x="219173" y="25363"/>
                </a:cubicBezTo>
                <a:cubicBezTo>
                  <a:pt x="218106" y="24961"/>
                  <a:pt x="217231" y="24379"/>
                  <a:pt x="216548" y="23615"/>
                </a:cubicBezTo>
                <a:cubicBezTo>
                  <a:pt x="215865" y="22852"/>
                  <a:pt x="215359" y="21916"/>
                  <a:pt x="215032" y="20809"/>
                </a:cubicBezTo>
                <a:cubicBezTo>
                  <a:pt x="214705" y="19701"/>
                  <a:pt x="214542" y="18447"/>
                  <a:pt x="214542" y="17046"/>
                </a:cubicBezTo>
                <a:cubicBezTo>
                  <a:pt x="214542" y="15830"/>
                  <a:pt x="214717" y="14679"/>
                  <a:pt x="215067" y="13594"/>
                </a:cubicBezTo>
                <a:cubicBezTo>
                  <a:pt x="215417" y="12509"/>
                  <a:pt x="215928" y="11557"/>
                  <a:pt x="216599" y="10736"/>
                </a:cubicBezTo>
                <a:cubicBezTo>
                  <a:pt x="217271" y="9915"/>
                  <a:pt x="218094" y="9264"/>
                  <a:pt x="219070" y="8782"/>
                </a:cubicBezTo>
                <a:cubicBezTo>
                  <a:pt x="220046" y="8299"/>
                  <a:pt x="221154" y="8058"/>
                  <a:pt x="222393" y="8058"/>
                </a:cubicBezTo>
                <a:cubicBezTo>
                  <a:pt x="223599" y="8058"/>
                  <a:pt x="224666" y="8248"/>
                  <a:pt x="225596" y="8627"/>
                </a:cubicBezTo>
                <a:cubicBezTo>
                  <a:pt x="226526" y="9005"/>
                  <a:pt x="227309" y="9542"/>
                  <a:pt x="227946" y="10236"/>
                </a:cubicBezTo>
                <a:cubicBezTo>
                  <a:pt x="228583" y="10931"/>
                  <a:pt x="229066" y="11775"/>
                  <a:pt x="229393" y="12768"/>
                </a:cubicBezTo>
                <a:cubicBezTo>
                  <a:pt x="229720" y="13761"/>
                  <a:pt x="229883" y="14871"/>
                  <a:pt x="229883" y="16099"/>
                </a:cubicBezTo>
                <a:moveTo>
                  <a:pt x="226767" y="15669"/>
                </a:moveTo>
                <a:cubicBezTo>
                  <a:pt x="226801" y="14900"/>
                  <a:pt x="226727" y="14197"/>
                  <a:pt x="226543" y="13560"/>
                </a:cubicBezTo>
                <a:cubicBezTo>
                  <a:pt x="226359" y="12923"/>
                  <a:pt x="226075" y="12374"/>
                  <a:pt x="225691" y="11915"/>
                </a:cubicBezTo>
                <a:cubicBezTo>
                  <a:pt x="225306" y="11456"/>
                  <a:pt x="224827" y="11097"/>
                  <a:pt x="224253" y="10839"/>
                </a:cubicBezTo>
                <a:cubicBezTo>
                  <a:pt x="223679" y="10581"/>
                  <a:pt x="223013" y="10452"/>
                  <a:pt x="222256" y="10452"/>
                </a:cubicBezTo>
                <a:cubicBezTo>
                  <a:pt x="221601" y="10452"/>
                  <a:pt x="221004" y="10578"/>
                  <a:pt x="220465" y="10831"/>
                </a:cubicBezTo>
                <a:cubicBezTo>
                  <a:pt x="219925" y="11083"/>
                  <a:pt x="219460" y="11439"/>
                  <a:pt x="219070" y="11898"/>
                </a:cubicBezTo>
                <a:cubicBezTo>
                  <a:pt x="218680" y="12357"/>
                  <a:pt x="218364" y="12908"/>
                  <a:pt x="218123" y="13551"/>
                </a:cubicBezTo>
                <a:cubicBezTo>
                  <a:pt x="217882" y="14194"/>
                  <a:pt x="217733" y="14900"/>
                  <a:pt x="217675" y="15669"/>
                </a:cubicBezTo>
                <a:lnTo>
                  <a:pt x="226767" y="15669"/>
                </a:lnTo>
                <a:close/>
                <a:moveTo>
                  <a:pt x="241761" y="20232"/>
                </a:moveTo>
                <a:cubicBezTo>
                  <a:pt x="242151" y="20232"/>
                  <a:pt x="242521" y="20307"/>
                  <a:pt x="242871" y="20456"/>
                </a:cubicBezTo>
                <a:cubicBezTo>
                  <a:pt x="243221" y="20605"/>
                  <a:pt x="243525" y="20812"/>
                  <a:pt x="243784" y="21076"/>
                </a:cubicBezTo>
                <a:cubicBezTo>
                  <a:pt x="244042" y="21340"/>
                  <a:pt x="244246" y="21647"/>
                  <a:pt x="244395" y="21997"/>
                </a:cubicBezTo>
                <a:cubicBezTo>
                  <a:pt x="244544" y="22347"/>
                  <a:pt x="244619" y="22723"/>
                  <a:pt x="244619" y="23125"/>
                </a:cubicBezTo>
                <a:cubicBezTo>
                  <a:pt x="244619" y="23515"/>
                  <a:pt x="244544" y="23882"/>
                  <a:pt x="244395" y="24227"/>
                </a:cubicBezTo>
                <a:cubicBezTo>
                  <a:pt x="244246" y="24571"/>
                  <a:pt x="244042" y="24872"/>
                  <a:pt x="243784" y="25131"/>
                </a:cubicBezTo>
                <a:cubicBezTo>
                  <a:pt x="243525" y="25389"/>
                  <a:pt x="243221" y="25593"/>
                  <a:pt x="242871" y="25742"/>
                </a:cubicBezTo>
                <a:cubicBezTo>
                  <a:pt x="242521" y="25891"/>
                  <a:pt x="242151" y="25966"/>
                  <a:pt x="241761" y="25966"/>
                </a:cubicBezTo>
                <a:cubicBezTo>
                  <a:pt x="241359" y="25966"/>
                  <a:pt x="240986" y="25891"/>
                  <a:pt x="240641" y="25742"/>
                </a:cubicBezTo>
                <a:cubicBezTo>
                  <a:pt x="240297" y="25593"/>
                  <a:pt x="239996" y="25389"/>
                  <a:pt x="239737" y="25131"/>
                </a:cubicBezTo>
                <a:cubicBezTo>
                  <a:pt x="239479" y="24872"/>
                  <a:pt x="239275" y="24571"/>
                  <a:pt x="239126" y="24227"/>
                </a:cubicBezTo>
                <a:cubicBezTo>
                  <a:pt x="238977" y="23882"/>
                  <a:pt x="238902" y="23515"/>
                  <a:pt x="238902" y="23125"/>
                </a:cubicBezTo>
                <a:cubicBezTo>
                  <a:pt x="238902" y="22723"/>
                  <a:pt x="238977" y="22347"/>
                  <a:pt x="239126" y="21997"/>
                </a:cubicBezTo>
                <a:cubicBezTo>
                  <a:pt x="239275" y="21647"/>
                  <a:pt x="239479" y="21340"/>
                  <a:pt x="239737" y="21076"/>
                </a:cubicBezTo>
                <a:cubicBezTo>
                  <a:pt x="239996" y="20812"/>
                  <a:pt x="240297" y="20605"/>
                  <a:pt x="240641" y="20456"/>
                </a:cubicBezTo>
                <a:cubicBezTo>
                  <a:pt x="240986" y="20307"/>
                  <a:pt x="241359" y="20232"/>
                  <a:pt x="241761" y="20232"/>
                </a:cubicBezTo>
                <a:close/>
                <a:moveTo>
                  <a:pt x="268663" y="16874"/>
                </a:moveTo>
                <a:cubicBezTo>
                  <a:pt x="268663" y="18217"/>
                  <a:pt x="268473" y="19448"/>
                  <a:pt x="268095" y="20568"/>
                </a:cubicBezTo>
                <a:cubicBezTo>
                  <a:pt x="267716" y="21687"/>
                  <a:pt x="267171" y="22645"/>
                  <a:pt x="266459" y="23443"/>
                </a:cubicBezTo>
                <a:cubicBezTo>
                  <a:pt x="265747" y="24241"/>
                  <a:pt x="264881" y="24861"/>
                  <a:pt x="263859" y="25303"/>
                </a:cubicBezTo>
                <a:cubicBezTo>
                  <a:pt x="262837" y="25745"/>
                  <a:pt x="261678" y="25966"/>
                  <a:pt x="260381" y="25966"/>
                </a:cubicBezTo>
                <a:cubicBezTo>
                  <a:pt x="259141" y="25966"/>
                  <a:pt x="258030" y="25773"/>
                  <a:pt x="257049" y="25389"/>
                </a:cubicBezTo>
                <a:cubicBezTo>
                  <a:pt x="256067" y="25004"/>
                  <a:pt x="255235" y="24439"/>
                  <a:pt x="254552" y="23693"/>
                </a:cubicBezTo>
                <a:cubicBezTo>
                  <a:pt x="253869" y="22947"/>
                  <a:pt x="253347" y="22023"/>
                  <a:pt x="252985" y="20921"/>
                </a:cubicBezTo>
                <a:cubicBezTo>
                  <a:pt x="252624" y="19819"/>
                  <a:pt x="252443" y="18550"/>
                  <a:pt x="252443" y="17115"/>
                </a:cubicBezTo>
                <a:cubicBezTo>
                  <a:pt x="252443" y="15772"/>
                  <a:pt x="252632" y="14547"/>
                  <a:pt x="253011" y="13439"/>
                </a:cubicBezTo>
                <a:cubicBezTo>
                  <a:pt x="253390" y="12331"/>
                  <a:pt x="253935" y="11379"/>
                  <a:pt x="254647" y="10581"/>
                </a:cubicBezTo>
                <a:cubicBezTo>
                  <a:pt x="255359" y="9783"/>
                  <a:pt x="256225" y="9163"/>
                  <a:pt x="257247" y="8721"/>
                </a:cubicBezTo>
                <a:cubicBezTo>
                  <a:pt x="258269" y="8279"/>
                  <a:pt x="259428" y="8058"/>
                  <a:pt x="260725" y="8058"/>
                </a:cubicBezTo>
                <a:cubicBezTo>
                  <a:pt x="261965" y="8058"/>
                  <a:pt x="263075" y="8251"/>
                  <a:pt x="264057" y="8635"/>
                </a:cubicBezTo>
                <a:cubicBezTo>
                  <a:pt x="265038" y="9020"/>
                  <a:pt x="265871" y="9582"/>
                  <a:pt x="266554" y="10323"/>
                </a:cubicBezTo>
                <a:cubicBezTo>
                  <a:pt x="267237" y="11063"/>
                  <a:pt x="267759" y="11984"/>
                  <a:pt x="268120" y="13086"/>
                </a:cubicBezTo>
                <a:cubicBezTo>
                  <a:pt x="268482" y="14188"/>
                  <a:pt x="268663" y="15451"/>
                  <a:pt x="268663" y="16874"/>
                </a:cubicBezTo>
                <a:moveTo>
                  <a:pt x="265598" y="17012"/>
                </a:moveTo>
                <a:cubicBezTo>
                  <a:pt x="265598" y="15944"/>
                  <a:pt x="265480" y="15012"/>
                  <a:pt x="265245" y="14214"/>
                </a:cubicBezTo>
                <a:cubicBezTo>
                  <a:pt x="265010" y="13416"/>
                  <a:pt x="264674" y="12750"/>
                  <a:pt x="264238" y="12217"/>
                </a:cubicBezTo>
                <a:cubicBezTo>
                  <a:pt x="263801" y="11683"/>
                  <a:pt x="263271" y="11281"/>
                  <a:pt x="262645" y="11011"/>
                </a:cubicBezTo>
                <a:cubicBezTo>
                  <a:pt x="262019" y="10742"/>
                  <a:pt x="261322" y="10607"/>
                  <a:pt x="260553" y="10607"/>
                </a:cubicBezTo>
                <a:cubicBezTo>
                  <a:pt x="259658" y="10607"/>
                  <a:pt x="258891" y="10782"/>
                  <a:pt x="258254" y="11132"/>
                </a:cubicBezTo>
                <a:cubicBezTo>
                  <a:pt x="257617" y="11482"/>
                  <a:pt x="257095" y="11950"/>
                  <a:pt x="256687" y="12535"/>
                </a:cubicBezTo>
                <a:cubicBezTo>
                  <a:pt x="256280" y="13121"/>
                  <a:pt x="255981" y="13801"/>
                  <a:pt x="255792" y="14576"/>
                </a:cubicBezTo>
                <a:cubicBezTo>
                  <a:pt x="255603" y="15350"/>
                  <a:pt x="255508" y="16163"/>
                  <a:pt x="255508" y="17012"/>
                </a:cubicBezTo>
                <a:cubicBezTo>
                  <a:pt x="255508" y="18080"/>
                  <a:pt x="255626" y="19015"/>
                  <a:pt x="255861" y="19819"/>
                </a:cubicBezTo>
                <a:cubicBezTo>
                  <a:pt x="256096" y="20622"/>
                  <a:pt x="256432" y="21291"/>
                  <a:pt x="256868" y="21825"/>
                </a:cubicBezTo>
                <a:cubicBezTo>
                  <a:pt x="257304" y="22358"/>
                  <a:pt x="257832" y="22760"/>
                  <a:pt x="258452" y="23030"/>
                </a:cubicBezTo>
                <a:cubicBezTo>
                  <a:pt x="259072" y="23300"/>
                  <a:pt x="259772" y="23435"/>
                  <a:pt x="260553" y="23435"/>
                </a:cubicBezTo>
                <a:cubicBezTo>
                  <a:pt x="261448" y="23435"/>
                  <a:pt x="262215" y="23260"/>
                  <a:pt x="262852" y="22909"/>
                </a:cubicBezTo>
                <a:cubicBezTo>
                  <a:pt x="263489" y="22559"/>
                  <a:pt x="264011" y="22092"/>
                  <a:pt x="264418" y="21506"/>
                </a:cubicBezTo>
                <a:cubicBezTo>
                  <a:pt x="264826" y="20921"/>
                  <a:pt x="265124" y="20241"/>
                  <a:pt x="265314" y="19466"/>
                </a:cubicBezTo>
                <a:cubicBezTo>
                  <a:pt x="265503" y="18691"/>
                  <a:pt x="265598" y="17873"/>
                  <a:pt x="265598" y="17012"/>
                </a:cubicBezTo>
                <a:close/>
                <a:moveTo>
                  <a:pt x="271672" y="8368"/>
                </a:moveTo>
                <a:lnTo>
                  <a:pt x="275082" y="8368"/>
                </a:lnTo>
                <a:lnTo>
                  <a:pt x="279317" y="19801"/>
                </a:lnTo>
                <a:lnTo>
                  <a:pt x="280230" y="22591"/>
                </a:lnTo>
                <a:lnTo>
                  <a:pt x="281177" y="19733"/>
                </a:lnTo>
                <a:lnTo>
                  <a:pt x="285378" y="8368"/>
                </a:lnTo>
                <a:lnTo>
                  <a:pt x="288667" y="8368"/>
                </a:lnTo>
                <a:lnTo>
                  <a:pt x="281883" y="25656"/>
                </a:lnTo>
                <a:lnTo>
                  <a:pt x="278439" y="25656"/>
                </a:lnTo>
                <a:lnTo>
                  <a:pt x="271672" y="8368"/>
                </a:lnTo>
                <a:close/>
                <a:moveTo>
                  <a:pt x="307570" y="16099"/>
                </a:moveTo>
                <a:cubicBezTo>
                  <a:pt x="307570" y="16524"/>
                  <a:pt x="307564" y="16880"/>
                  <a:pt x="307552" y="17167"/>
                </a:cubicBezTo>
                <a:cubicBezTo>
                  <a:pt x="307541" y="17454"/>
                  <a:pt x="307524" y="17724"/>
                  <a:pt x="307501" y="17976"/>
                </a:cubicBezTo>
                <a:lnTo>
                  <a:pt x="295362" y="17976"/>
                </a:lnTo>
                <a:cubicBezTo>
                  <a:pt x="295362" y="19744"/>
                  <a:pt x="295855" y="21101"/>
                  <a:pt x="296842" y="22048"/>
                </a:cubicBezTo>
                <a:cubicBezTo>
                  <a:pt x="297830" y="22995"/>
                  <a:pt x="299253" y="23469"/>
                  <a:pt x="301113" y="23469"/>
                </a:cubicBezTo>
                <a:cubicBezTo>
                  <a:pt x="301618" y="23469"/>
                  <a:pt x="302123" y="23449"/>
                  <a:pt x="302628" y="23408"/>
                </a:cubicBezTo>
                <a:cubicBezTo>
                  <a:pt x="303133" y="23366"/>
                  <a:pt x="303621" y="23311"/>
                  <a:pt x="304091" y="23240"/>
                </a:cubicBezTo>
                <a:cubicBezTo>
                  <a:pt x="304562" y="23170"/>
                  <a:pt x="305013" y="23090"/>
                  <a:pt x="305443" y="23002"/>
                </a:cubicBezTo>
                <a:cubicBezTo>
                  <a:pt x="305873" y="22914"/>
                  <a:pt x="306272" y="22817"/>
                  <a:pt x="306640" y="22711"/>
                </a:cubicBezTo>
                <a:lnTo>
                  <a:pt x="306640" y="25174"/>
                </a:lnTo>
                <a:cubicBezTo>
                  <a:pt x="305825" y="25408"/>
                  <a:pt x="304903" y="25599"/>
                  <a:pt x="303876" y="25746"/>
                </a:cubicBezTo>
                <a:cubicBezTo>
                  <a:pt x="302849" y="25892"/>
                  <a:pt x="301784" y="25966"/>
                  <a:pt x="300682" y="25966"/>
                </a:cubicBezTo>
                <a:cubicBezTo>
                  <a:pt x="299201" y="25966"/>
                  <a:pt x="297927" y="25765"/>
                  <a:pt x="296860" y="25363"/>
                </a:cubicBezTo>
                <a:cubicBezTo>
                  <a:pt x="295792" y="24961"/>
                  <a:pt x="294917" y="24379"/>
                  <a:pt x="294234" y="23615"/>
                </a:cubicBezTo>
                <a:cubicBezTo>
                  <a:pt x="293551" y="22852"/>
                  <a:pt x="293046" y="21916"/>
                  <a:pt x="292718" y="20809"/>
                </a:cubicBezTo>
                <a:cubicBezTo>
                  <a:pt x="292391" y="19701"/>
                  <a:pt x="292228" y="18447"/>
                  <a:pt x="292228" y="17046"/>
                </a:cubicBezTo>
                <a:cubicBezTo>
                  <a:pt x="292228" y="15830"/>
                  <a:pt x="292403" y="14679"/>
                  <a:pt x="292753" y="13594"/>
                </a:cubicBezTo>
                <a:cubicBezTo>
                  <a:pt x="293103" y="12509"/>
                  <a:pt x="293614" y="11557"/>
                  <a:pt x="294285" y="10736"/>
                </a:cubicBezTo>
                <a:cubicBezTo>
                  <a:pt x="294957" y="9915"/>
                  <a:pt x="295780" y="9264"/>
                  <a:pt x="296756" y="8782"/>
                </a:cubicBezTo>
                <a:cubicBezTo>
                  <a:pt x="297732" y="8299"/>
                  <a:pt x="298840" y="8058"/>
                  <a:pt x="300079" y="8058"/>
                </a:cubicBezTo>
                <a:cubicBezTo>
                  <a:pt x="301285" y="8058"/>
                  <a:pt x="302352" y="8248"/>
                  <a:pt x="303282" y="8627"/>
                </a:cubicBezTo>
                <a:cubicBezTo>
                  <a:pt x="304212" y="9005"/>
                  <a:pt x="304995" y="9542"/>
                  <a:pt x="305632" y="10236"/>
                </a:cubicBezTo>
                <a:cubicBezTo>
                  <a:pt x="306270" y="10931"/>
                  <a:pt x="306752" y="11775"/>
                  <a:pt x="307079" y="12768"/>
                </a:cubicBezTo>
                <a:cubicBezTo>
                  <a:pt x="307406" y="13761"/>
                  <a:pt x="307570" y="14871"/>
                  <a:pt x="307570" y="16099"/>
                </a:cubicBezTo>
                <a:moveTo>
                  <a:pt x="304453" y="15669"/>
                </a:moveTo>
                <a:cubicBezTo>
                  <a:pt x="304487" y="14900"/>
                  <a:pt x="304413" y="14197"/>
                  <a:pt x="304229" y="13560"/>
                </a:cubicBezTo>
                <a:cubicBezTo>
                  <a:pt x="304045" y="12923"/>
                  <a:pt x="303761" y="12374"/>
                  <a:pt x="303377" y="11915"/>
                </a:cubicBezTo>
                <a:cubicBezTo>
                  <a:pt x="302992" y="11456"/>
                  <a:pt x="302513" y="11097"/>
                  <a:pt x="301939" y="10839"/>
                </a:cubicBezTo>
                <a:cubicBezTo>
                  <a:pt x="301365" y="10581"/>
                  <a:pt x="300699" y="10452"/>
                  <a:pt x="299942" y="10452"/>
                </a:cubicBezTo>
                <a:cubicBezTo>
                  <a:pt x="299287" y="10452"/>
                  <a:pt x="298690" y="10578"/>
                  <a:pt x="298151" y="10831"/>
                </a:cubicBezTo>
                <a:cubicBezTo>
                  <a:pt x="297611" y="11083"/>
                  <a:pt x="297147" y="11439"/>
                  <a:pt x="296756" y="11898"/>
                </a:cubicBezTo>
                <a:cubicBezTo>
                  <a:pt x="296366" y="12357"/>
                  <a:pt x="296050" y="12908"/>
                  <a:pt x="295809" y="13551"/>
                </a:cubicBezTo>
                <a:cubicBezTo>
                  <a:pt x="295568" y="14194"/>
                  <a:pt x="295419" y="14900"/>
                  <a:pt x="295362" y="15669"/>
                </a:cubicBezTo>
                <a:lnTo>
                  <a:pt x="304453" y="15669"/>
                </a:lnTo>
                <a:close/>
                <a:moveTo>
                  <a:pt x="313351" y="8368"/>
                </a:moveTo>
                <a:lnTo>
                  <a:pt x="316089" y="8368"/>
                </a:lnTo>
                <a:lnTo>
                  <a:pt x="316175" y="11546"/>
                </a:lnTo>
                <a:cubicBezTo>
                  <a:pt x="317197" y="10320"/>
                  <a:pt x="318204" y="9433"/>
                  <a:pt x="319197" y="8883"/>
                </a:cubicBezTo>
                <a:cubicBezTo>
                  <a:pt x="320190" y="8333"/>
                  <a:pt x="321192" y="8058"/>
                  <a:pt x="322202" y="8058"/>
                </a:cubicBezTo>
                <a:cubicBezTo>
                  <a:pt x="323993" y="8058"/>
                  <a:pt x="325350" y="8637"/>
                  <a:pt x="326274" y="9793"/>
                </a:cubicBezTo>
                <a:cubicBezTo>
                  <a:pt x="327198" y="10950"/>
                  <a:pt x="327626" y="12667"/>
                  <a:pt x="327557" y="14946"/>
                </a:cubicBezTo>
                <a:lnTo>
                  <a:pt x="324526" y="14946"/>
                </a:lnTo>
                <a:cubicBezTo>
                  <a:pt x="324561" y="13437"/>
                  <a:pt x="324340" y="12342"/>
                  <a:pt x="323863" y="11662"/>
                </a:cubicBezTo>
                <a:cubicBezTo>
                  <a:pt x="323387" y="10981"/>
                  <a:pt x="322690" y="10641"/>
                  <a:pt x="321771" y="10641"/>
                </a:cubicBezTo>
                <a:cubicBezTo>
                  <a:pt x="321370" y="10641"/>
                  <a:pt x="320965" y="10713"/>
                  <a:pt x="320557" y="10856"/>
                </a:cubicBezTo>
                <a:cubicBezTo>
                  <a:pt x="320150" y="10999"/>
                  <a:pt x="319731" y="11227"/>
                  <a:pt x="319300" y="11541"/>
                </a:cubicBezTo>
                <a:cubicBezTo>
                  <a:pt x="318870" y="11856"/>
                  <a:pt x="318414" y="12259"/>
                  <a:pt x="317932" y="12750"/>
                </a:cubicBezTo>
                <a:cubicBezTo>
                  <a:pt x="317449" y="13242"/>
                  <a:pt x="316933" y="13836"/>
                  <a:pt x="316382" y="14534"/>
                </a:cubicBezTo>
                <a:lnTo>
                  <a:pt x="316382" y="25656"/>
                </a:lnTo>
                <a:lnTo>
                  <a:pt x="313351" y="25656"/>
                </a:lnTo>
                <a:lnTo>
                  <a:pt x="313351" y="8368"/>
                </a:lnTo>
                <a:close/>
                <a:moveTo>
                  <a:pt x="337189" y="3771"/>
                </a:moveTo>
                <a:lnTo>
                  <a:pt x="332075" y="3771"/>
                </a:lnTo>
                <a:lnTo>
                  <a:pt x="332075" y="1309"/>
                </a:lnTo>
                <a:lnTo>
                  <a:pt x="340219" y="1309"/>
                </a:lnTo>
                <a:lnTo>
                  <a:pt x="340219" y="23159"/>
                </a:lnTo>
                <a:lnTo>
                  <a:pt x="345368" y="23159"/>
                </a:lnTo>
                <a:lnTo>
                  <a:pt x="345368" y="25656"/>
                </a:lnTo>
                <a:lnTo>
                  <a:pt x="331507" y="25656"/>
                </a:lnTo>
                <a:lnTo>
                  <a:pt x="331507" y="23159"/>
                </a:lnTo>
                <a:lnTo>
                  <a:pt x="337189" y="23159"/>
                </a:lnTo>
                <a:lnTo>
                  <a:pt x="337189" y="3771"/>
                </a:lnTo>
                <a:close/>
                <a:moveTo>
                  <a:pt x="362083" y="25656"/>
                </a:moveTo>
                <a:lnTo>
                  <a:pt x="362014" y="23326"/>
                </a:lnTo>
                <a:cubicBezTo>
                  <a:pt x="361073" y="24258"/>
                  <a:pt x="360117" y="24931"/>
                  <a:pt x="359147" y="25345"/>
                </a:cubicBezTo>
                <a:cubicBezTo>
                  <a:pt x="358177" y="25759"/>
                  <a:pt x="357159" y="25966"/>
                  <a:pt x="356091" y="25966"/>
                </a:cubicBezTo>
                <a:cubicBezTo>
                  <a:pt x="355104" y="25966"/>
                  <a:pt x="354260" y="25839"/>
                  <a:pt x="353560" y="25586"/>
                </a:cubicBezTo>
                <a:cubicBezTo>
                  <a:pt x="352860" y="25333"/>
                  <a:pt x="352283" y="24986"/>
                  <a:pt x="351829" y="24543"/>
                </a:cubicBezTo>
                <a:cubicBezTo>
                  <a:pt x="351376" y="24100"/>
                  <a:pt x="351043" y="23580"/>
                  <a:pt x="350831" y="22982"/>
                </a:cubicBezTo>
                <a:cubicBezTo>
                  <a:pt x="350618" y="22384"/>
                  <a:pt x="350512" y="21734"/>
                  <a:pt x="350512" y="21033"/>
                </a:cubicBezTo>
                <a:cubicBezTo>
                  <a:pt x="350512" y="19297"/>
                  <a:pt x="351158" y="17937"/>
                  <a:pt x="352449" y="16954"/>
                </a:cubicBezTo>
                <a:cubicBezTo>
                  <a:pt x="353741" y="15971"/>
                  <a:pt x="355649" y="15480"/>
                  <a:pt x="358174" y="15480"/>
                </a:cubicBezTo>
                <a:lnTo>
                  <a:pt x="361756" y="15480"/>
                </a:lnTo>
                <a:lnTo>
                  <a:pt x="361756" y="13970"/>
                </a:lnTo>
                <a:cubicBezTo>
                  <a:pt x="361756" y="12952"/>
                  <a:pt x="361429" y="12137"/>
                  <a:pt x="360774" y="11525"/>
                </a:cubicBezTo>
                <a:cubicBezTo>
                  <a:pt x="360120" y="10913"/>
                  <a:pt x="359121" y="10607"/>
                  <a:pt x="357778" y="10607"/>
                </a:cubicBezTo>
                <a:cubicBezTo>
                  <a:pt x="356803" y="10607"/>
                  <a:pt x="355841" y="10717"/>
                  <a:pt x="354894" y="10939"/>
                </a:cubicBezTo>
                <a:cubicBezTo>
                  <a:pt x="353947" y="11160"/>
                  <a:pt x="352969" y="11474"/>
                  <a:pt x="351959" y="11881"/>
                </a:cubicBezTo>
                <a:lnTo>
                  <a:pt x="351959" y="9178"/>
                </a:lnTo>
                <a:cubicBezTo>
                  <a:pt x="352337" y="9038"/>
                  <a:pt x="352759" y="8901"/>
                  <a:pt x="353224" y="8766"/>
                </a:cubicBezTo>
                <a:cubicBezTo>
                  <a:pt x="353689" y="8632"/>
                  <a:pt x="354180" y="8513"/>
                  <a:pt x="354696" y="8408"/>
                </a:cubicBezTo>
                <a:cubicBezTo>
                  <a:pt x="355213" y="8303"/>
                  <a:pt x="355752" y="8218"/>
                  <a:pt x="356315" y="8155"/>
                </a:cubicBezTo>
                <a:cubicBezTo>
                  <a:pt x="356877" y="8090"/>
                  <a:pt x="357446" y="8058"/>
                  <a:pt x="358020" y="8058"/>
                </a:cubicBezTo>
                <a:cubicBezTo>
                  <a:pt x="359064" y="8058"/>
                  <a:pt x="360005" y="8173"/>
                  <a:pt x="360843" y="8403"/>
                </a:cubicBezTo>
                <a:cubicBezTo>
                  <a:pt x="361681" y="8632"/>
                  <a:pt x="362390" y="8982"/>
                  <a:pt x="362970" y="9453"/>
                </a:cubicBezTo>
                <a:cubicBezTo>
                  <a:pt x="363550" y="9924"/>
                  <a:pt x="363994" y="10515"/>
                  <a:pt x="364304" y="11227"/>
                </a:cubicBezTo>
                <a:cubicBezTo>
                  <a:pt x="364614" y="11938"/>
                  <a:pt x="364769" y="12776"/>
                  <a:pt x="364769" y="13740"/>
                </a:cubicBezTo>
                <a:lnTo>
                  <a:pt x="364769" y="25656"/>
                </a:lnTo>
                <a:lnTo>
                  <a:pt x="362083" y="25656"/>
                </a:lnTo>
                <a:moveTo>
                  <a:pt x="361756" y="17770"/>
                </a:moveTo>
                <a:lnTo>
                  <a:pt x="357951" y="17770"/>
                </a:lnTo>
                <a:cubicBezTo>
                  <a:pt x="357204" y="17770"/>
                  <a:pt x="356562" y="17845"/>
                  <a:pt x="356022" y="17995"/>
                </a:cubicBezTo>
                <a:cubicBezTo>
                  <a:pt x="355483" y="18144"/>
                  <a:pt x="355041" y="18357"/>
                  <a:pt x="354696" y="18633"/>
                </a:cubicBezTo>
                <a:cubicBezTo>
                  <a:pt x="354352" y="18909"/>
                  <a:pt x="354097" y="19241"/>
                  <a:pt x="353930" y="19627"/>
                </a:cubicBezTo>
                <a:cubicBezTo>
                  <a:pt x="353764" y="20012"/>
                  <a:pt x="353680" y="20447"/>
                  <a:pt x="353680" y="20930"/>
                </a:cubicBezTo>
                <a:cubicBezTo>
                  <a:pt x="353680" y="21264"/>
                  <a:pt x="353732" y="21584"/>
                  <a:pt x="353835" y="21889"/>
                </a:cubicBezTo>
                <a:cubicBezTo>
                  <a:pt x="353939" y="22194"/>
                  <a:pt x="354105" y="22465"/>
                  <a:pt x="354335" y="22701"/>
                </a:cubicBezTo>
                <a:cubicBezTo>
                  <a:pt x="354564" y="22937"/>
                  <a:pt x="354863" y="23124"/>
                  <a:pt x="355230" y="23262"/>
                </a:cubicBezTo>
                <a:cubicBezTo>
                  <a:pt x="355597" y="23400"/>
                  <a:pt x="356045" y="23469"/>
                  <a:pt x="356573" y="23469"/>
                </a:cubicBezTo>
                <a:cubicBezTo>
                  <a:pt x="357262" y="23469"/>
                  <a:pt x="358051" y="23259"/>
                  <a:pt x="358941" y="22839"/>
                </a:cubicBezTo>
                <a:cubicBezTo>
                  <a:pt x="359830" y="22418"/>
                  <a:pt x="360769" y="21753"/>
                  <a:pt x="361756" y="20844"/>
                </a:cubicBezTo>
                <a:lnTo>
                  <a:pt x="361756" y="17770"/>
                </a:lnTo>
                <a:close/>
                <a:moveTo>
                  <a:pt x="386030" y="8368"/>
                </a:moveTo>
                <a:lnTo>
                  <a:pt x="380142" y="23831"/>
                </a:lnTo>
                <a:cubicBezTo>
                  <a:pt x="379533" y="25403"/>
                  <a:pt x="378905" y="26758"/>
                  <a:pt x="378256" y="27894"/>
                </a:cubicBezTo>
                <a:cubicBezTo>
                  <a:pt x="377608" y="29031"/>
                  <a:pt x="376899" y="29963"/>
                  <a:pt x="376130" y="30692"/>
                </a:cubicBezTo>
                <a:cubicBezTo>
                  <a:pt x="375361" y="31421"/>
                  <a:pt x="374517" y="31958"/>
                  <a:pt x="373599" y="32302"/>
                </a:cubicBezTo>
                <a:cubicBezTo>
                  <a:pt x="372680" y="32647"/>
                  <a:pt x="371653" y="32819"/>
                  <a:pt x="370516" y="32819"/>
                </a:cubicBezTo>
                <a:cubicBezTo>
                  <a:pt x="370218" y="32819"/>
                  <a:pt x="369948" y="32813"/>
                  <a:pt x="369707" y="32802"/>
                </a:cubicBezTo>
                <a:cubicBezTo>
                  <a:pt x="369466" y="32790"/>
                  <a:pt x="369202" y="32773"/>
                  <a:pt x="368915" y="32750"/>
                </a:cubicBezTo>
                <a:lnTo>
                  <a:pt x="368915" y="30029"/>
                </a:lnTo>
                <a:cubicBezTo>
                  <a:pt x="369168" y="30064"/>
                  <a:pt x="369443" y="30095"/>
                  <a:pt x="369742" y="30124"/>
                </a:cubicBezTo>
                <a:cubicBezTo>
                  <a:pt x="370040" y="30153"/>
                  <a:pt x="370356" y="30167"/>
                  <a:pt x="370689" y="30167"/>
                </a:cubicBezTo>
                <a:cubicBezTo>
                  <a:pt x="371240" y="30167"/>
                  <a:pt x="371753" y="30087"/>
                  <a:pt x="372230" y="29926"/>
                </a:cubicBezTo>
                <a:cubicBezTo>
                  <a:pt x="372706" y="29765"/>
                  <a:pt x="373157" y="29504"/>
                  <a:pt x="373581" y="29143"/>
                </a:cubicBezTo>
                <a:cubicBezTo>
                  <a:pt x="374006" y="28781"/>
                  <a:pt x="374414" y="28313"/>
                  <a:pt x="374804" y="27739"/>
                </a:cubicBezTo>
                <a:cubicBezTo>
                  <a:pt x="375194" y="27165"/>
                  <a:pt x="375573" y="26471"/>
                  <a:pt x="375940" y="25656"/>
                </a:cubicBezTo>
                <a:lnTo>
                  <a:pt x="369036" y="8368"/>
                </a:lnTo>
                <a:lnTo>
                  <a:pt x="372445" y="8368"/>
                </a:lnTo>
                <a:lnTo>
                  <a:pt x="376818" y="19801"/>
                </a:lnTo>
                <a:lnTo>
                  <a:pt x="377697" y="22488"/>
                </a:lnTo>
                <a:lnTo>
                  <a:pt x="378695" y="19733"/>
                </a:lnTo>
                <a:lnTo>
                  <a:pt x="382742" y="8368"/>
                </a:lnTo>
                <a:lnTo>
                  <a:pt x="386030" y="8368"/>
                </a:lnTo>
                <a:close/>
                <a:moveTo>
                  <a:pt x="397133" y="20232"/>
                </a:moveTo>
                <a:cubicBezTo>
                  <a:pt x="397523" y="20232"/>
                  <a:pt x="397893" y="20307"/>
                  <a:pt x="398243" y="20456"/>
                </a:cubicBezTo>
                <a:cubicBezTo>
                  <a:pt x="398593" y="20605"/>
                  <a:pt x="398898" y="20812"/>
                  <a:pt x="399156" y="21076"/>
                </a:cubicBezTo>
                <a:cubicBezTo>
                  <a:pt x="399414" y="21340"/>
                  <a:pt x="399618" y="21647"/>
                  <a:pt x="399767" y="21997"/>
                </a:cubicBezTo>
                <a:cubicBezTo>
                  <a:pt x="399916" y="22347"/>
                  <a:pt x="399991" y="22723"/>
                  <a:pt x="399991" y="23125"/>
                </a:cubicBezTo>
                <a:cubicBezTo>
                  <a:pt x="399991" y="23515"/>
                  <a:pt x="399916" y="23882"/>
                  <a:pt x="399767" y="24227"/>
                </a:cubicBezTo>
                <a:cubicBezTo>
                  <a:pt x="399618" y="24571"/>
                  <a:pt x="399414" y="24872"/>
                  <a:pt x="399156" y="25131"/>
                </a:cubicBezTo>
                <a:cubicBezTo>
                  <a:pt x="398898" y="25389"/>
                  <a:pt x="398593" y="25593"/>
                  <a:pt x="398243" y="25742"/>
                </a:cubicBezTo>
                <a:cubicBezTo>
                  <a:pt x="397893" y="25891"/>
                  <a:pt x="397523" y="25966"/>
                  <a:pt x="397133" y="25966"/>
                </a:cubicBezTo>
                <a:cubicBezTo>
                  <a:pt x="396731" y="25966"/>
                  <a:pt x="396358" y="25891"/>
                  <a:pt x="396014" y="25742"/>
                </a:cubicBezTo>
                <a:cubicBezTo>
                  <a:pt x="395669" y="25593"/>
                  <a:pt x="395368" y="25389"/>
                  <a:pt x="395110" y="25131"/>
                </a:cubicBezTo>
                <a:cubicBezTo>
                  <a:pt x="394851" y="24872"/>
                  <a:pt x="394648" y="24571"/>
                  <a:pt x="394498" y="24227"/>
                </a:cubicBezTo>
                <a:cubicBezTo>
                  <a:pt x="394349" y="23882"/>
                  <a:pt x="394274" y="23515"/>
                  <a:pt x="394274" y="23125"/>
                </a:cubicBezTo>
                <a:cubicBezTo>
                  <a:pt x="394274" y="22723"/>
                  <a:pt x="394349" y="22347"/>
                  <a:pt x="394498" y="21997"/>
                </a:cubicBezTo>
                <a:cubicBezTo>
                  <a:pt x="394648" y="21647"/>
                  <a:pt x="394851" y="21340"/>
                  <a:pt x="395110" y="21076"/>
                </a:cubicBezTo>
                <a:cubicBezTo>
                  <a:pt x="395368" y="20812"/>
                  <a:pt x="395669" y="20605"/>
                  <a:pt x="396014" y="20456"/>
                </a:cubicBezTo>
                <a:cubicBezTo>
                  <a:pt x="396358" y="20307"/>
                  <a:pt x="396731" y="20232"/>
                  <a:pt x="397133" y="20232"/>
                </a:cubicBezTo>
                <a:close/>
                <a:moveTo>
                  <a:pt x="421435" y="10813"/>
                </a:moveTo>
                <a:cubicBezTo>
                  <a:pt x="421756" y="11215"/>
                  <a:pt x="422006" y="11683"/>
                  <a:pt x="422184" y="12217"/>
                </a:cubicBezTo>
                <a:cubicBezTo>
                  <a:pt x="422362" y="12750"/>
                  <a:pt x="422451" y="13327"/>
                  <a:pt x="422451" y="13947"/>
                </a:cubicBezTo>
                <a:cubicBezTo>
                  <a:pt x="422451" y="14842"/>
                  <a:pt x="422287" y="15660"/>
                  <a:pt x="421960" y="16401"/>
                </a:cubicBezTo>
                <a:cubicBezTo>
                  <a:pt x="421633" y="17141"/>
                  <a:pt x="421171" y="17775"/>
                  <a:pt x="420574" y="18303"/>
                </a:cubicBezTo>
                <a:cubicBezTo>
                  <a:pt x="419977" y="18831"/>
                  <a:pt x="419262" y="19242"/>
                  <a:pt x="418430" y="19535"/>
                </a:cubicBezTo>
                <a:cubicBezTo>
                  <a:pt x="417598" y="19827"/>
                  <a:pt x="416683" y="19974"/>
                  <a:pt x="415684" y="19974"/>
                </a:cubicBezTo>
                <a:cubicBezTo>
                  <a:pt x="414961" y="19974"/>
                  <a:pt x="414283" y="19896"/>
                  <a:pt x="413652" y="19741"/>
                </a:cubicBezTo>
                <a:cubicBezTo>
                  <a:pt x="413021" y="19586"/>
                  <a:pt x="412521" y="19394"/>
                  <a:pt x="412154" y="19164"/>
                </a:cubicBezTo>
                <a:cubicBezTo>
                  <a:pt x="411936" y="19486"/>
                  <a:pt x="411752" y="19789"/>
                  <a:pt x="411603" y="20075"/>
                </a:cubicBezTo>
                <a:cubicBezTo>
                  <a:pt x="411454" y="20361"/>
                  <a:pt x="411379" y="20680"/>
                  <a:pt x="411379" y="21034"/>
                </a:cubicBezTo>
                <a:cubicBezTo>
                  <a:pt x="411379" y="21468"/>
                  <a:pt x="411589" y="21827"/>
                  <a:pt x="412008" y="22112"/>
                </a:cubicBezTo>
                <a:cubicBezTo>
                  <a:pt x="412427" y="22397"/>
                  <a:pt x="412981" y="22551"/>
                  <a:pt x="413669" y="22574"/>
                </a:cubicBezTo>
                <a:lnTo>
                  <a:pt x="418215" y="22746"/>
                </a:lnTo>
                <a:cubicBezTo>
                  <a:pt x="419076" y="22769"/>
                  <a:pt x="419871" y="22878"/>
                  <a:pt x="420600" y="23074"/>
                </a:cubicBezTo>
                <a:cubicBezTo>
                  <a:pt x="421329" y="23269"/>
                  <a:pt x="421954" y="23551"/>
                  <a:pt x="422477" y="23919"/>
                </a:cubicBezTo>
                <a:cubicBezTo>
                  <a:pt x="422999" y="24287"/>
                  <a:pt x="423406" y="24741"/>
                  <a:pt x="423699" y="25281"/>
                </a:cubicBezTo>
                <a:cubicBezTo>
                  <a:pt x="423992" y="25821"/>
                  <a:pt x="424138" y="26448"/>
                  <a:pt x="424138" y="27161"/>
                </a:cubicBezTo>
                <a:cubicBezTo>
                  <a:pt x="424138" y="27932"/>
                  <a:pt x="423972" y="28662"/>
                  <a:pt x="423639" y="29352"/>
                </a:cubicBezTo>
                <a:cubicBezTo>
                  <a:pt x="423306" y="30042"/>
                  <a:pt x="422792" y="30648"/>
                  <a:pt x="422098" y="31171"/>
                </a:cubicBezTo>
                <a:cubicBezTo>
                  <a:pt x="421403" y="31694"/>
                  <a:pt x="420522" y="32111"/>
                  <a:pt x="419455" y="32422"/>
                </a:cubicBezTo>
                <a:cubicBezTo>
                  <a:pt x="418387" y="32732"/>
                  <a:pt x="417119" y="32888"/>
                  <a:pt x="415649" y="32888"/>
                </a:cubicBezTo>
                <a:cubicBezTo>
                  <a:pt x="414249" y="32888"/>
                  <a:pt x="413058" y="32775"/>
                  <a:pt x="412077" y="32551"/>
                </a:cubicBezTo>
                <a:cubicBezTo>
                  <a:pt x="411095" y="32327"/>
                  <a:pt x="410289" y="32017"/>
                  <a:pt x="409657" y="31620"/>
                </a:cubicBezTo>
                <a:cubicBezTo>
                  <a:pt x="409026" y="31223"/>
                  <a:pt x="408567" y="30752"/>
                  <a:pt x="408280" y="30205"/>
                </a:cubicBezTo>
                <a:cubicBezTo>
                  <a:pt x="407993" y="29659"/>
                  <a:pt x="407849" y="29059"/>
                  <a:pt x="407849" y="28403"/>
                </a:cubicBezTo>
                <a:cubicBezTo>
                  <a:pt x="407849" y="27564"/>
                  <a:pt x="408045" y="26828"/>
                  <a:pt x="408435" y="26195"/>
                </a:cubicBezTo>
                <a:cubicBezTo>
                  <a:pt x="408825" y="25563"/>
                  <a:pt x="409428" y="24954"/>
                  <a:pt x="410243" y="24368"/>
                </a:cubicBezTo>
                <a:cubicBezTo>
                  <a:pt x="409944" y="24230"/>
                  <a:pt x="409686" y="24058"/>
                  <a:pt x="409468" y="23852"/>
                </a:cubicBezTo>
                <a:cubicBezTo>
                  <a:pt x="409250" y="23646"/>
                  <a:pt x="409072" y="23420"/>
                  <a:pt x="408934" y="23174"/>
                </a:cubicBezTo>
                <a:cubicBezTo>
                  <a:pt x="408796" y="22927"/>
                  <a:pt x="408693" y="22667"/>
                  <a:pt x="408624" y="22392"/>
                </a:cubicBezTo>
                <a:cubicBezTo>
                  <a:pt x="408555" y="22117"/>
                  <a:pt x="408521" y="21847"/>
                  <a:pt x="408521" y="21584"/>
                </a:cubicBezTo>
                <a:cubicBezTo>
                  <a:pt x="408521" y="20839"/>
                  <a:pt x="408696" y="20158"/>
                  <a:pt x="409046" y="19539"/>
                </a:cubicBezTo>
                <a:cubicBezTo>
                  <a:pt x="409396" y="18921"/>
                  <a:pt x="409812" y="18337"/>
                  <a:pt x="410294" y="17787"/>
                </a:cubicBezTo>
                <a:cubicBezTo>
                  <a:pt x="410076" y="17523"/>
                  <a:pt x="409884" y="17265"/>
                  <a:pt x="409718" y="17012"/>
                </a:cubicBezTo>
                <a:cubicBezTo>
                  <a:pt x="409551" y="16759"/>
                  <a:pt x="409408" y="16487"/>
                  <a:pt x="409287" y="16194"/>
                </a:cubicBezTo>
                <a:cubicBezTo>
                  <a:pt x="409167" y="15901"/>
                  <a:pt x="409075" y="15586"/>
                  <a:pt x="409012" y="15247"/>
                </a:cubicBezTo>
                <a:cubicBezTo>
                  <a:pt x="408948" y="14908"/>
                  <a:pt x="408917" y="14521"/>
                  <a:pt x="408917" y="14085"/>
                </a:cubicBezTo>
                <a:cubicBezTo>
                  <a:pt x="408917" y="13189"/>
                  <a:pt x="409080" y="12372"/>
                  <a:pt x="409408" y="11631"/>
                </a:cubicBezTo>
                <a:cubicBezTo>
                  <a:pt x="409735" y="10891"/>
                  <a:pt x="410194" y="10257"/>
                  <a:pt x="410785" y="9729"/>
                </a:cubicBezTo>
                <a:cubicBezTo>
                  <a:pt x="411376" y="9200"/>
                  <a:pt x="412088" y="8790"/>
                  <a:pt x="412920" y="8497"/>
                </a:cubicBezTo>
                <a:cubicBezTo>
                  <a:pt x="413752" y="8205"/>
                  <a:pt x="414674" y="8058"/>
                  <a:pt x="415684" y="8058"/>
                </a:cubicBezTo>
                <a:cubicBezTo>
                  <a:pt x="416109" y="8058"/>
                  <a:pt x="416516" y="8087"/>
                  <a:pt x="416906" y="8144"/>
                </a:cubicBezTo>
                <a:cubicBezTo>
                  <a:pt x="417297" y="8202"/>
                  <a:pt x="417641" y="8276"/>
                  <a:pt x="417939" y="8368"/>
                </a:cubicBezTo>
                <a:lnTo>
                  <a:pt x="424207" y="8368"/>
                </a:lnTo>
                <a:lnTo>
                  <a:pt x="424207" y="10813"/>
                </a:lnTo>
                <a:lnTo>
                  <a:pt x="421435" y="10813"/>
                </a:lnTo>
                <a:moveTo>
                  <a:pt x="411035" y="28145"/>
                </a:moveTo>
                <a:cubicBezTo>
                  <a:pt x="411035" y="28962"/>
                  <a:pt x="411460" y="29558"/>
                  <a:pt x="412309" y="29932"/>
                </a:cubicBezTo>
                <a:cubicBezTo>
                  <a:pt x="413158" y="30307"/>
                  <a:pt x="414341" y="30494"/>
                  <a:pt x="415856" y="30494"/>
                </a:cubicBezTo>
                <a:cubicBezTo>
                  <a:pt x="416809" y="30494"/>
                  <a:pt x="417609" y="30408"/>
                  <a:pt x="418258" y="30235"/>
                </a:cubicBezTo>
                <a:cubicBezTo>
                  <a:pt x="418907" y="30062"/>
                  <a:pt x="419429" y="29835"/>
                  <a:pt x="419825" y="29553"/>
                </a:cubicBezTo>
                <a:cubicBezTo>
                  <a:pt x="420221" y="29270"/>
                  <a:pt x="420505" y="28948"/>
                  <a:pt x="420677" y="28585"/>
                </a:cubicBezTo>
                <a:cubicBezTo>
                  <a:pt x="420849" y="28222"/>
                  <a:pt x="420936" y="27851"/>
                  <a:pt x="420936" y="27471"/>
                </a:cubicBezTo>
                <a:cubicBezTo>
                  <a:pt x="420936" y="26768"/>
                  <a:pt x="420649" y="26250"/>
                  <a:pt x="420075" y="25916"/>
                </a:cubicBezTo>
                <a:cubicBezTo>
                  <a:pt x="419501" y="25582"/>
                  <a:pt x="418622" y="25386"/>
                  <a:pt x="417440" y="25329"/>
                </a:cubicBezTo>
                <a:lnTo>
                  <a:pt x="412929" y="25174"/>
                </a:lnTo>
                <a:cubicBezTo>
                  <a:pt x="412550" y="25427"/>
                  <a:pt x="412237" y="25674"/>
                  <a:pt x="411990" y="25916"/>
                </a:cubicBezTo>
                <a:cubicBezTo>
                  <a:pt x="411744" y="26158"/>
                  <a:pt x="411551" y="26403"/>
                  <a:pt x="411414" y="26651"/>
                </a:cubicBezTo>
                <a:cubicBezTo>
                  <a:pt x="411276" y="26898"/>
                  <a:pt x="411178" y="27146"/>
                  <a:pt x="411121" y="27393"/>
                </a:cubicBezTo>
                <a:cubicBezTo>
                  <a:pt x="411064" y="27641"/>
                  <a:pt x="411035" y="27892"/>
                  <a:pt x="411035" y="28145"/>
                </a:cubicBezTo>
                <a:moveTo>
                  <a:pt x="411947" y="14016"/>
                </a:moveTo>
                <a:cubicBezTo>
                  <a:pt x="411947" y="14567"/>
                  <a:pt x="412039" y="15072"/>
                  <a:pt x="412223" y="15531"/>
                </a:cubicBezTo>
                <a:cubicBezTo>
                  <a:pt x="412407" y="15990"/>
                  <a:pt x="412665" y="16381"/>
                  <a:pt x="412998" y="16702"/>
                </a:cubicBezTo>
                <a:cubicBezTo>
                  <a:pt x="413331" y="17023"/>
                  <a:pt x="413724" y="17273"/>
                  <a:pt x="414177" y="17451"/>
                </a:cubicBezTo>
                <a:cubicBezTo>
                  <a:pt x="414631" y="17629"/>
                  <a:pt x="415133" y="17718"/>
                  <a:pt x="415684" y="17718"/>
                </a:cubicBezTo>
                <a:cubicBezTo>
                  <a:pt x="416281" y="17718"/>
                  <a:pt x="416812" y="17618"/>
                  <a:pt x="417277" y="17417"/>
                </a:cubicBezTo>
                <a:cubicBezTo>
                  <a:pt x="417741" y="17216"/>
                  <a:pt x="418132" y="16943"/>
                  <a:pt x="418447" y="16599"/>
                </a:cubicBezTo>
                <a:cubicBezTo>
                  <a:pt x="418763" y="16254"/>
                  <a:pt x="419004" y="15858"/>
                  <a:pt x="419171" y="15411"/>
                </a:cubicBezTo>
                <a:cubicBezTo>
                  <a:pt x="419337" y="14963"/>
                  <a:pt x="419420" y="14498"/>
                  <a:pt x="419420" y="14016"/>
                </a:cubicBezTo>
                <a:cubicBezTo>
                  <a:pt x="419420" y="13465"/>
                  <a:pt x="419328" y="12960"/>
                  <a:pt x="419145" y="12501"/>
                </a:cubicBezTo>
                <a:cubicBezTo>
                  <a:pt x="418961" y="12042"/>
                  <a:pt x="418703" y="11651"/>
                  <a:pt x="418370" y="11330"/>
                </a:cubicBezTo>
                <a:cubicBezTo>
                  <a:pt x="418037" y="11008"/>
                  <a:pt x="417644" y="10759"/>
                  <a:pt x="417190" y="10581"/>
                </a:cubicBezTo>
                <a:cubicBezTo>
                  <a:pt x="416737" y="10403"/>
                  <a:pt x="416235" y="10314"/>
                  <a:pt x="415684" y="10314"/>
                </a:cubicBezTo>
                <a:cubicBezTo>
                  <a:pt x="415087" y="10314"/>
                  <a:pt x="414556" y="10417"/>
                  <a:pt x="414091" y="10624"/>
                </a:cubicBezTo>
                <a:cubicBezTo>
                  <a:pt x="413626" y="10831"/>
                  <a:pt x="413236" y="11103"/>
                  <a:pt x="412920" y="11442"/>
                </a:cubicBezTo>
                <a:cubicBezTo>
                  <a:pt x="412605" y="11780"/>
                  <a:pt x="412364" y="12174"/>
                  <a:pt x="412197" y="12621"/>
                </a:cubicBezTo>
                <a:cubicBezTo>
                  <a:pt x="412031" y="13069"/>
                  <a:pt x="411947" y="13534"/>
                  <a:pt x="411947" y="14016"/>
                </a:cubicBezTo>
                <a:close/>
                <a:moveTo>
                  <a:pt x="443264" y="16099"/>
                </a:moveTo>
                <a:cubicBezTo>
                  <a:pt x="443264" y="16524"/>
                  <a:pt x="443258" y="16880"/>
                  <a:pt x="443247" y="17167"/>
                </a:cubicBezTo>
                <a:cubicBezTo>
                  <a:pt x="443236" y="17454"/>
                  <a:pt x="443218" y="17724"/>
                  <a:pt x="443195" y="17976"/>
                </a:cubicBezTo>
                <a:lnTo>
                  <a:pt x="431056" y="17976"/>
                </a:lnTo>
                <a:cubicBezTo>
                  <a:pt x="431056" y="19744"/>
                  <a:pt x="431550" y="21101"/>
                  <a:pt x="432537" y="22048"/>
                </a:cubicBezTo>
                <a:cubicBezTo>
                  <a:pt x="433524" y="22995"/>
                  <a:pt x="434948" y="23469"/>
                  <a:pt x="436807" y="23469"/>
                </a:cubicBezTo>
                <a:cubicBezTo>
                  <a:pt x="437312" y="23469"/>
                  <a:pt x="437817" y="23449"/>
                  <a:pt x="438322" y="23408"/>
                </a:cubicBezTo>
                <a:cubicBezTo>
                  <a:pt x="438828" y="23366"/>
                  <a:pt x="439315" y="23311"/>
                  <a:pt x="439786" y="23240"/>
                </a:cubicBezTo>
                <a:cubicBezTo>
                  <a:pt x="440257" y="23170"/>
                  <a:pt x="440707" y="23090"/>
                  <a:pt x="441138" y="23002"/>
                </a:cubicBezTo>
                <a:cubicBezTo>
                  <a:pt x="441568" y="22914"/>
                  <a:pt x="441967" y="22817"/>
                  <a:pt x="442334" y="22711"/>
                </a:cubicBezTo>
                <a:lnTo>
                  <a:pt x="442334" y="25174"/>
                </a:lnTo>
                <a:cubicBezTo>
                  <a:pt x="441519" y="25408"/>
                  <a:pt x="440598" y="25599"/>
                  <a:pt x="439571" y="25746"/>
                </a:cubicBezTo>
                <a:cubicBezTo>
                  <a:pt x="438543" y="25892"/>
                  <a:pt x="437479" y="25966"/>
                  <a:pt x="436377" y="25966"/>
                </a:cubicBezTo>
                <a:cubicBezTo>
                  <a:pt x="434896" y="25966"/>
                  <a:pt x="433622" y="25765"/>
                  <a:pt x="432554" y="25363"/>
                </a:cubicBezTo>
                <a:cubicBezTo>
                  <a:pt x="431487" y="24961"/>
                  <a:pt x="430611" y="24379"/>
                  <a:pt x="429928" y="23615"/>
                </a:cubicBezTo>
                <a:cubicBezTo>
                  <a:pt x="429245" y="22852"/>
                  <a:pt x="428740" y="21916"/>
                  <a:pt x="428413" y="20809"/>
                </a:cubicBezTo>
                <a:cubicBezTo>
                  <a:pt x="428086" y="19701"/>
                  <a:pt x="427922" y="18447"/>
                  <a:pt x="427922" y="17046"/>
                </a:cubicBezTo>
                <a:cubicBezTo>
                  <a:pt x="427922" y="15830"/>
                  <a:pt x="428097" y="14679"/>
                  <a:pt x="428448" y="13594"/>
                </a:cubicBezTo>
                <a:cubicBezTo>
                  <a:pt x="428798" y="12509"/>
                  <a:pt x="429309" y="11557"/>
                  <a:pt x="429980" y="10736"/>
                </a:cubicBezTo>
                <a:cubicBezTo>
                  <a:pt x="430652" y="9915"/>
                  <a:pt x="431475" y="9264"/>
                  <a:pt x="432451" y="8782"/>
                </a:cubicBezTo>
                <a:cubicBezTo>
                  <a:pt x="433427" y="8299"/>
                  <a:pt x="434534" y="8058"/>
                  <a:pt x="435774" y="8058"/>
                </a:cubicBezTo>
                <a:cubicBezTo>
                  <a:pt x="436979" y="8058"/>
                  <a:pt x="438047" y="8248"/>
                  <a:pt x="438977" y="8627"/>
                </a:cubicBezTo>
                <a:cubicBezTo>
                  <a:pt x="439907" y="9005"/>
                  <a:pt x="440690" y="9542"/>
                  <a:pt x="441327" y="10236"/>
                </a:cubicBezTo>
                <a:cubicBezTo>
                  <a:pt x="441964" y="10931"/>
                  <a:pt x="442446" y="11775"/>
                  <a:pt x="442773" y="12768"/>
                </a:cubicBezTo>
                <a:cubicBezTo>
                  <a:pt x="443101" y="13761"/>
                  <a:pt x="443264" y="14871"/>
                  <a:pt x="443264" y="16099"/>
                </a:cubicBezTo>
                <a:moveTo>
                  <a:pt x="440148" y="15669"/>
                </a:moveTo>
                <a:cubicBezTo>
                  <a:pt x="440182" y="14900"/>
                  <a:pt x="440107" y="14197"/>
                  <a:pt x="439924" y="13560"/>
                </a:cubicBezTo>
                <a:cubicBezTo>
                  <a:pt x="439740" y="12923"/>
                  <a:pt x="439456" y="12374"/>
                  <a:pt x="439071" y="11915"/>
                </a:cubicBezTo>
                <a:cubicBezTo>
                  <a:pt x="438687" y="11456"/>
                  <a:pt x="438208" y="11097"/>
                  <a:pt x="437634" y="10839"/>
                </a:cubicBezTo>
                <a:cubicBezTo>
                  <a:pt x="437060" y="10581"/>
                  <a:pt x="436394" y="10452"/>
                  <a:pt x="435636" y="10452"/>
                </a:cubicBezTo>
                <a:cubicBezTo>
                  <a:pt x="434982" y="10452"/>
                  <a:pt x="434385" y="10578"/>
                  <a:pt x="433846" y="10831"/>
                </a:cubicBezTo>
                <a:cubicBezTo>
                  <a:pt x="433306" y="11083"/>
                  <a:pt x="432841" y="11439"/>
                  <a:pt x="432451" y="11898"/>
                </a:cubicBezTo>
                <a:cubicBezTo>
                  <a:pt x="432061" y="12357"/>
                  <a:pt x="431745" y="12908"/>
                  <a:pt x="431504" y="13551"/>
                </a:cubicBezTo>
                <a:cubicBezTo>
                  <a:pt x="431263" y="14194"/>
                  <a:pt x="431114" y="14900"/>
                  <a:pt x="431056" y="15669"/>
                </a:cubicBezTo>
                <a:lnTo>
                  <a:pt x="440148" y="15669"/>
                </a:lnTo>
                <a:close/>
                <a:moveTo>
                  <a:pt x="462270" y="25397"/>
                </a:moveTo>
                <a:cubicBezTo>
                  <a:pt x="461593" y="25576"/>
                  <a:pt x="460893" y="25703"/>
                  <a:pt x="460169" y="25781"/>
                </a:cubicBezTo>
                <a:cubicBezTo>
                  <a:pt x="459446" y="25858"/>
                  <a:pt x="458711" y="25897"/>
                  <a:pt x="457965" y="25897"/>
                </a:cubicBezTo>
                <a:cubicBezTo>
                  <a:pt x="455796" y="25897"/>
                  <a:pt x="454177" y="25406"/>
                  <a:pt x="453110" y="24425"/>
                </a:cubicBezTo>
                <a:cubicBezTo>
                  <a:pt x="452042" y="23443"/>
                  <a:pt x="451508" y="21937"/>
                  <a:pt x="451508" y="19905"/>
                </a:cubicBezTo>
                <a:lnTo>
                  <a:pt x="451508" y="10882"/>
                </a:lnTo>
                <a:lnTo>
                  <a:pt x="446670" y="10882"/>
                </a:lnTo>
                <a:lnTo>
                  <a:pt x="446670" y="8368"/>
                </a:lnTo>
                <a:lnTo>
                  <a:pt x="451508" y="8368"/>
                </a:lnTo>
                <a:lnTo>
                  <a:pt x="451508" y="3601"/>
                </a:lnTo>
                <a:lnTo>
                  <a:pt x="454504" y="2824"/>
                </a:lnTo>
                <a:lnTo>
                  <a:pt x="454504" y="8368"/>
                </a:lnTo>
                <a:lnTo>
                  <a:pt x="462270" y="8368"/>
                </a:lnTo>
                <a:lnTo>
                  <a:pt x="462270" y="10882"/>
                </a:lnTo>
                <a:lnTo>
                  <a:pt x="454504" y="10882"/>
                </a:lnTo>
                <a:lnTo>
                  <a:pt x="454504" y="19664"/>
                </a:lnTo>
                <a:cubicBezTo>
                  <a:pt x="454504" y="20903"/>
                  <a:pt x="454834" y="21830"/>
                  <a:pt x="455494" y="22444"/>
                </a:cubicBezTo>
                <a:cubicBezTo>
                  <a:pt x="456155" y="23059"/>
                  <a:pt x="457127" y="23366"/>
                  <a:pt x="458413" y="23366"/>
                </a:cubicBezTo>
                <a:cubicBezTo>
                  <a:pt x="458964" y="23366"/>
                  <a:pt x="459567" y="23321"/>
                  <a:pt x="460221" y="23233"/>
                </a:cubicBezTo>
                <a:cubicBezTo>
                  <a:pt x="460875" y="23144"/>
                  <a:pt x="461558" y="23004"/>
                  <a:pt x="462270" y="22815"/>
                </a:cubicBezTo>
                <a:lnTo>
                  <a:pt x="462270" y="25397"/>
                </a:lnTo>
                <a:close/>
                <a:moveTo>
                  <a:pt x="473407" y="5717"/>
                </a:moveTo>
                <a:lnTo>
                  <a:pt x="468224" y="5717"/>
                </a:lnTo>
                <a:lnTo>
                  <a:pt x="468224" y="3134"/>
                </a:lnTo>
                <a:lnTo>
                  <a:pt x="481689" y="3134"/>
                </a:lnTo>
                <a:lnTo>
                  <a:pt x="481689" y="5717"/>
                </a:lnTo>
                <a:lnTo>
                  <a:pt x="476506" y="5717"/>
                </a:lnTo>
                <a:lnTo>
                  <a:pt x="476506" y="23039"/>
                </a:lnTo>
                <a:lnTo>
                  <a:pt x="481689" y="23039"/>
                </a:lnTo>
                <a:lnTo>
                  <a:pt x="481689" y="25656"/>
                </a:lnTo>
                <a:lnTo>
                  <a:pt x="468224" y="25656"/>
                </a:lnTo>
                <a:lnTo>
                  <a:pt x="468224" y="23039"/>
                </a:lnTo>
                <a:lnTo>
                  <a:pt x="473407" y="23039"/>
                </a:lnTo>
                <a:lnTo>
                  <a:pt x="473407" y="5717"/>
                </a:lnTo>
                <a:close/>
                <a:moveTo>
                  <a:pt x="486672" y="8368"/>
                </a:moveTo>
                <a:lnTo>
                  <a:pt x="489341" y="8368"/>
                </a:lnTo>
                <a:lnTo>
                  <a:pt x="489461" y="11158"/>
                </a:lnTo>
                <a:cubicBezTo>
                  <a:pt x="489966" y="10561"/>
                  <a:pt x="490454" y="10064"/>
                  <a:pt x="490925" y="9668"/>
                </a:cubicBezTo>
                <a:cubicBezTo>
                  <a:pt x="491395" y="9272"/>
                  <a:pt x="491857" y="8954"/>
                  <a:pt x="492311" y="8713"/>
                </a:cubicBezTo>
                <a:cubicBezTo>
                  <a:pt x="492764" y="8472"/>
                  <a:pt x="493226" y="8302"/>
                  <a:pt x="493697" y="8205"/>
                </a:cubicBezTo>
                <a:cubicBezTo>
                  <a:pt x="494168" y="8107"/>
                  <a:pt x="494655" y="8058"/>
                  <a:pt x="495161" y="8058"/>
                </a:cubicBezTo>
                <a:cubicBezTo>
                  <a:pt x="496940" y="8058"/>
                  <a:pt x="498286" y="8583"/>
                  <a:pt x="499198" y="9634"/>
                </a:cubicBezTo>
                <a:cubicBezTo>
                  <a:pt x="500111" y="10684"/>
                  <a:pt x="500567" y="12265"/>
                  <a:pt x="500567" y="14378"/>
                </a:cubicBezTo>
                <a:lnTo>
                  <a:pt x="500567" y="25656"/>
                </a:lnTo>
                <a:lnTo>
                  <a:pt x="497571" y="25656"/>
                </a:lnTo>
                <a:lnTo>
                  <a:pt x="497571" y="14619"/>
                </a:lnTo>
                <a:cubicBezTo>
                  <a:pt x="497571" y="13264"/>
                  <a:pt x="497319" y="12263"/>
                  <a:pt x="496814" y="11614"/>
                </a:cubicBezTo>
                <a:cubicBezTo>
                  <a:pt x="496308" y="10965"/>
                  <a:pt x="495557" y="10641"/>
                  <a:pt x="494558" y="10641"/>
                </a:cubicBezTo>
                <a:cubicBezTo>
                  <a:pt x="494191" y="10641"/>
                  <a:pt x="493832" y="10696"/>
                  <a:pt x="493482" y="10805"/>
                </a:cubicBezTo>
                <a:cubicBezTo>
                  <a:pt x="493132" y="10914"/>
                  <a:pt x="492767" y="11103"/>
                  <a:pt x="492388" y="11373"/>
                </a:cubicBezTo>
                <a:cubicBezTo>
                  <a:pt x="492010" y="11643"/>
                  <a:pt x="491599" y="12007"/>
                  <a:pt x="491157" y="12466"/>
                </a:cubicBezTo>
                <a:cubicBezTo>
                  <a:pt x="490715" y="12925"/>
                  <a:pt x="490219" y="13499"/>
                  <a:pt x="489668" y="14188"/>
                </a:cubicBezTo>
                <a:lnTo>
                  <a:pt x="489668" y="25656"/>
                </a:lnTo>
                <a:lnTo>
                  <a:pt x="486672" y="25656"/>
                </a:lnTo>
                <a:lnTo>
                  <a:pt x="486672" y="8368"/>
                </a:lnTo>
                <a:close/>
                <a:moveTo>
                  <a:pt x="520038" y="20938"/>
                </a:moveTo>
                <a:cubicBezTo>
                  <a:pt x="520038" y="21546"/>
                  <a:pt x="519934" y="22092"/>
                  <a:pt x="519728" y="22574"/>
                </a:cubicBezTo>
                <a:cubicBezTo>
                  <a:pt x="519521" y="23056"/>
                  <a:pt x="519240" y="23483"/>
                  <a:pt x="518884" y="23856"/>
                </a:cubicBezTo>
                <a:cubicBezTo>
                  <a:pt x="518528" y="24229"/>
                  <a:pt x="518115" y="24548"/>
                  <a:pt x="517644" y="24812"/>
                </a:cubicBezTo>
                <a:cubicBezTo>
                  <a:pt x="517174" y="25076"/>
                  <a:pt x="516671" y="25294"/>
                  <a:pt x="516138" y="25466"/>
                </a:cubicBezTo>
                <a:cubicBezTo>
                  <a:pt x="515604" y="25639"/>
                  <a:pt x="515056" y="25765"/>
                  <a:pt x="514493" y="25845"/>
                </a:cubicBezTo>
                <a:cubicBezTo>
                  <a:pt x="513931" y="25926"/>
                  <a:pt x="513380" y="25966"/>
                  <a:pt x="512840" y="25966"/>
                </a:cubicBezTo>
                <a:cubicBezTo>
                  <a:pt x="511669" y="25966"/>
                  <a:pt x="510593" y="25914"/>
                  <a:pt x="509612" y="25811"/>
                </a:cubicBezTo>
                <a:cubicBezTo>
                  <a:pt x="508630" y="25707"/>
                  <a:pt x="507669" y="25541"/>
                  <a:pt x="506728" y="25311"/>
                </a:cubicBezTo>
                <a:lnTo>
                  <a:pt x="506728" y="22556"/>
                </a:lnTo>
                <a:cubicBezTo>
                  <a:pt x="507738" y="22843"/>
                  <a:pt x="508742" y="23061"/>
                  <a:pt x="509741" y="23211"/>
                </a:cubicBezTo>
                <a:cubicBezTo>
                  <a:pt x="510740" y="23360"/>
                  <a:pt x="511733" y="23435"/>
                  <a:pt x="512720" y="23435"/>
                </a:cubicBezTo>
                <a:cubicBezTo>
                  <a:pt x="514155" y="23435"/>
                  <a:pt x="515216" y="23239"/>
                  <a:pt x="515905" y="22849"/>
                </a:cubicBezTo>
                <a:cubicBezTo>
                  <a:pt x="516594" y="22459"/>
                  <a:pt x="516938" y="21902"/>
                  <a:pt x="516938" y="21179"/>
                </a:cubicBezTo>
                <a:cubicBezTo>
                  <a:pt x="516938" y="20869"/>
                  <a:pt x="516884" y="20591"/>
                  <a:pt x="516775" y="20344"/>
                </a:cubicBezTo>
                <a:cubicBezTo>
                  <a:pt x="516666" y="20097"/>
                  <a:pt x="516468" y="19862"/>
                  <a:pt x="516181" y="19638"/>
                </a:cubicBezTo>
                <a:cubicBezTo>
                  <a:pt x="515894" y="19414"/>
                  <a:pt x="515449" y="19182"/>
                  <a:pt x="514846" y="18941"/>
                </a:cubicBezTo>
                <a:cubicBezTo>
                  <a:pt x="514244" y="18699"/>
                  <a:pt x="513420" y="18424"/>
                  <a:pt x="512375" y="18114"/>
                </a:cubicBezTo>
                <a:cubicBezTo>
                  <a:pt x="511595" y="17884"/>
                  <a:pt x="510874" y="17623"/>
                  <a:pt x="510214" y="17331"/>
                </a:cubicBezTo>
                <a:cubicBezTo>
                  <a:pt x="509554" y="17038"/>
                  <a:pt x="508983" y="16691"/>
                  <a:pt x="508501" y="16289"/>
                </a:cubicBezTo>
                <a:cubicBezTo>
                  <a:pt x="508019" y="15887"/>
                  <a:pt x="507640" y="15416"/>
                  <a:pt x="507365" y="14877"/>
                </a:cubicBezTo>
                <a:cubicBezTo>
                  <a:pt x="507089" y="14337"/>
                  <a:pt x="506951" y="13700"/>
                  <a:pt x="506951" y="12966"/>
                </a:cubicBezTo>
                <a:cubicBezTo>
                  <a:pt x="506951" y="12484"/>
                  <a:pt x="507063" y="11955"/>
                  <a:pt x="507287" y="11382"/>
                </a:cubicBezTo>
                <a:cubicBezTo>
                  <a:pt x="507511" y="10808"/>
                  <a:pt x="507893" y="10274"/>
                  <a:pt x="508432" y="9780"/>
                </a:cubicBezTo>
                <a:cubicBezTo>
                  <a:pt x="508972" y="9287"/>
                  <a:pt x="509701" y="8876"/>
                  <a:pt x="510619" y="8549"/>
                </a:cubicBezTo>
                <a:cubicBezTo>
                  <a:pt x="511537" y="8222"/>
                  <a:pt x="512685" y="8058"/>
                  <a:pt x="514063" y="8058"/>
                </a:cubicBezTo>
                <a:cubicBezTo>
                  <a:pt x="514740" y="8058"/>
                  <a:pt x="515492" y="8096"/>
                  <a:pt x="516318" y="8170"/>
                </a:cubicBezTo>
                <a:cubicBezTo>
                  <a:pt x="517145" y="8245"/>
                  <a:pt x="518006" y="8374"/>
                  <a:pt x="518901" y="8558"/>
                </a:cubicBezTo>
                <a:lnTo>
                  <a:pt x="518901" y="11227"/>
                </a:lnTo>
                <a:cubicBezTo>
                  <a:pt x="517960" y="10997"/>
                  <a:pt x="517067" y="10828"/>
                  <a:pt x="516224" y="10719"/>
                </a:cubicBezTo>
                <a:cubicBezTo>
                  <a:pt x="515380" y="10610"/>
                  <a:pt x="514648" y="10555"/>
                  <a:pt x="514028" y="10555"/>
                </a:cubicBezTo>
                <a:cubicBezTo>
                  <a:pt x="513282" y="10555"/>
                  <a:pt x="512654" y="10612"/>
                  <a:pt x="512143" y="10727"/>
                </a:cubicBezTo>
                <a:cubicBezTo>
                  <a:pt x="511632" y="10842"/>
                  <a:pt x="511219" y="11000"/>
                  <a:pt x="510903" y="11201"/>
                </a:cubicBezTo>
                <a:cubicBezTo>
                  <a:pt x="510587" y="11402"/>
                  <a:pt x="510361" y="11637"/>
                  <a:pt x="510223" y="11907"/>
                </a:cubicBezTo>
                <a:cubicBezTo>
                  <a:pt x="510085" y="12176"/>
                  <a:pt x="510016" y="12466"/>
                  <a:pt x="510016" y="12776"/>
                </a:cubicBezTo>
                <a:cubicBezTo>
                  <a:pt x="510016" y="13086"/>
                  <a:pt x="510077" y="13367"/>
                  <a:pt x="510197" y="13620"/>
                </a:cubicBezTo>
                <a:cubicBezTo>
                  <a:pt x="510318" y="13872"/>
                  <a:pt x="510542" y="14116"/>
                  <a:pt x="510869" y="14352"/>
                </a:cubicBezTo>
                <a:cubicBezTo>
                  <a:pt x="511196" y="14587"/>
                  <a:pt x="511652" y="14822"/>
                  <a:pt x="512238" y="15058"/>
                </a:cubicBezTo>
                <a:cubicBezTo>
                  <a:pt x="512823" y="15293"/>
                  <a:pt x="513586" y="15548"/>
                  <a:pt x="514528" y="15824"/>
                </a:cubicBezTo>
                <a:cubicBezTo>
                  <a:pt x="515549" y="16122"/>
                  <a:pt x="516410" y="16435"/>
                  <a:pt x="517110" y="16762"/>
                </a:cubicBezTo>
                <a:cubicBezTo>
                  <a:pt x="517811" y="17089"/>
                  <a:pt x="518379" y="17454"/>
                  <a:pt x="518815" y="17856"/>
                </a:cubicBezTo>
                <a:cubicBezTo>
                  <a:pt x="519251" y="18257"/>
                  <a:pt x="519564" y="18711"/>
                  <a:pt x="519754" y="19216"/>
                </a:cubicBezTo>
                <a:cubicBezTo>
                  <a:pt x="519943" y="19721"/>
                  <a:pt x="520038" y="20295"/>
                  <a:pt x="520038" y="20938"/>
                </a:cubicBezTo>
                <a:close/>
                <a:moveTo>
                  <a:pt x="539956" y="25397"/>
                </a:moveTo>
                <a:cubicBezTo>
                  <a:pt x="539278" y="25576"/>
                  <a:pt x="538578" y="25703"/>
                  <a:pt x="537855" y="25781"/>
                </a:cubicBezTo>
                <a:cubicBezTo>
                  <a:pt x="537132" y="25858"/>
                  <a:pt x="536397" y="25897"/>
                  <a:pt x="535651" y="25897"/>
                </a:cubicBezTo>
                <a:cubicBezTo>
                  <a:pt x="533482" y="25897"/>
                  <a:pt x="531863" y="25406"/>
                  <a:pt x="530795" y="24425"/>
                </a:cubicBezTo>
                <a:cubicBezTo>
                  <a:pt x="529728" y="23443"/>
                  <a:pt x="529194" y="21937"/>
                  <a:pt x="529194" y="19905"/>
                </a:cubicBezTo>
                <a:lnTo>
                  <a:pt x="529194" y="10882"/>
                </a:lnTo>
                <a:lnTo>
                  <a:pt x="524356" y="10882"/>
                </a:lnTo>
                <a:lnTo>
                  <a:pt x="524356" y="8368"/>
                </a:lnTo>
                <a:lnTo>
                  <a:pt x="529194" y="8368"/>
                </a:lnTo>
                <a:lnTo>
                  <a:pt x="529194" y="3601"/>
                </a:lnTo>
                <a:lnTo>
                  <a:pt x="532190" y="2824"/>
                </a:lnTo>
                <a:lnTo>
                  <a:pt x="532190" y="8368"/>
                </a:lnTo>
                <a:lnTo>
                  <a:pt x="539956" y="8368"/>
                </a:lnTo>
                <a:lnTo>
                  <a:pt x="539956" y="10882"/>
                </a:lnTo>
                <a:lnTo>
                  <a:pt x="532190" y="10882"/>
                </a:lnTo>
                <a:lnTo>
                  <a:pt x="532190" y="19664"/>
                </a:lnTo>
                <a:cubicBezTo>
                  <a:pt x="532190" y="20903"/>
                  <a:pt x="532520" y="21830"/>
                  <a:pt x="533180" y="22444"/>
                </a:cubicBezTo>
                <a:cubicBezTo>
                  <a:pt x="533840" y="23059"/>
                  <a:pt x="534813" y="23366"/>
                  <a:pt x="536099" y="23366"/>
                </a:cubicBezTo>
                <a:cubicBezTo>
                  <a:pt x="536650" y="23366"/>
                  <a:pt x="537252" y="23321"/>
                  <a:pt x="537907" y="23233"/>
                </a:cubicBezTo>
                <a:cubicBezTo>
                  <a:pt x="538561" y="23144"/>
                  <a:pt x="539244" y="23004"/>
                  <a:pt x="539956" y="22815"/>
                </a:cubicBezTo>
                <a:lnTo>
                  <a:pt x="539956" y="25397"/>
                </a:lnTo>
                <a:close/>
                <a:moveTo>
                  <a:pt x="556809" y="25656"/>
                </a:moveTo>
                <a:lnTo>
                  <a:pt x="556741" y="23326"/>
                </a:lnTo>
                <a:cubicBezTo>
                  <a:pt x="555799" y="24258"/>
                  <a:pt x="554844" y="24931"/>
                  <a:pt x="553874" y="25345"/>
                </a:cubicBezTo>
                <a:cubicBezTo>
                  <a:pt x="552904" y="25759"/>
                  <a:pt x="551885" y="25966"/>
                  <a:pt x="550817" y="25966"/>
                </a:cubicBezTo>
                <a:cubicBezTo>
                  <a:pt x="549830" y="25966"/>
                  <a:pt x="548986" y="25839"/>
                  <a:pt x="548286" y="25586"/>
                </a:cubicBezTo>
                <a:cubicBezTo>
                  <a:pt x="547586" y="25333"/>
                  <a:pt x="547009" y="24986"/>
                  <a:pt x="546556" y="24543"/>
                </a:cubicBezTo>
                <a:cubicBezTo>
                  <a:pt x="546102" y="24100"/>
                  <a:pt x="545769" y="23580"/>
                  <a:pt x="545557" y="22982"/>
                </a:cubicBezTo>
                <a:cubicBezTo>
                  <a:pt x="545345" y="22384"/>
                  <a:pt x="545238" y="21734"/>
                  <a:pt x="545238" y="21033"/>
                </a:cubicBezTo>
                <a:cubicBezTo>
                  <a:pt x="545238" y="19297"/>
                  <a:pt x="545884" y="17937"/>
                  <a:pt x="547176" y="16954"/>
                </a:cubicBezTo>
                <a:cubicBezTo>
                  <a:pt x="548467" y="15971"/>
                  <a:pt x="550375" y="15480"/>
                  <a:pt x="552901" y="15480"/>
                </a:cubicBezTo>
                <a:lnTo>
                  <a:pt x="556482" y="15480"/>
                </a:lnTo>
                <a:lnTo>
                  <a:pt x="556482" y="13970"/>
                </a:lnTo>
                <a:cubicBezTo>
                  <a:pt x="556482" y="12952"/>
                  <a:pt x="556155" y="12137"/>
                  <a:pt x="555501" y="11525"/>
                </a:cubicBezTo>
                <a:cubicBezTo>
                  <a:pt x="554846" y="10913"/>
                  <a:pt x="553848" y="10607"/>
                  <a:pt x="552505" y="10607"/>
                </a:cubicBezTo>
                <a:cubicBezTo>
                  <a:pt x="551529" y="10607"/>
                  <a:pt x="550568" y="10717"/>
                  <a:pt x="549621" y="10939"/>
                </a:cubicBezTo>
                <a:cubicBezTo>
                  <a:pt x="548674" y="11160"/>
                  <a:pt x="547695" y="11474"/>
                  <a:pt x="546685" y="11881"/>
                </a:cubicBezTo>
                <a:lnTo>
                  <a:pt x="546685" y="9178"/>
                </a:lnTo>
                <a:cubicBezTo>
                  <a:pt x="547064" y="9038"/>
                  <a:pt x="547486" y="8901"/>
                  <a:pt x="547950" y="8766"/>
                </a:cubicBezTo>
                <a:cubicBezTo>
                  <a:pt x="548415" y="8632"/>
                  <a:pt x="548906" y="8513"/>
                  <a:pt x="549423" y="8408"/>
                </a:cubicBezTo>
                <a:cubicBezTo>
                  <a:pt x="549939" y="8303"/>
                  <a:pt x="550479" y="8218"/>
                  <a:pt x="551041" y="8155"/>
                </a:cubicBezTo>
                <a:cubicBezTo>
                  <a:pt x="551604" y="8090"/>
                  <a:pt x="552172" y="8058"/>
                  <a:pt x="552746" y="8058"/>
                </a:cubicBezTo>
                <a:cubicBezTo>
                  <a:pt x="553790" y="8058"/>
                  <a:pt x="554732" y="8173"/>
                  <a:pt x="555570" y="8403"/>
                </a:cubicBezTo>
                <a:cubicBezTo>
                  <a:pt x="556408" y="8632"/>
                  <a:pt x="557116" y="8982"/>
                  <a:pt x="557696" y="9453"/>
                </a:cubicBezTo>
                <a:cubicBezTo>
                  <a:pt x="558276" y="9924"/>
                  <a:pt x="558721" y="10515"/>
                  <a:pt x="559031" y="11227"/>
                </a:cubicBezTo>
                <a:cubicBezTo>
                  <a:pt x="559341" y="11938"/>
                  <a:pt x="559496" y="12776"/>
                  <a:pt x="559496" y="13740"/>
                </a:cubicBezTo>
                <a:lnTo>
                  <a:pt x="559496" y="25656"/>
                </a:lnTo>
                <a:lnTo>
                  <a:pt x="556809" y="25656"/>
                </a:lnTo>
                <a:moveTo>
                  <a:pt x="556482" y="17770"/>
                </a:moveTo>
                <a:lnTo>
                  <a:pt x="552677" y="17770"/>
                </a:lnTo>
                <a:cubicBezTo>
                  <a:pt x="551931" y="17770"/>
                  <a:pt x="551288" y="17845"/>
                  <a:pt x="550748" y="17995"/>
                </a:cubicBezTo>
                <a:cubicBezTo>
                  <a:pt x="550209" y="18144"/>
                  <a:pt x="549767" y="18357"/>
                  <a:pt x="549423" y="18633"/>
                </a:cubicBezTo>
                <a:cubicBezTo>
                  <a:pt x="549078" y="18909"/>
                  <a:pt x="548823" y="19241"/>
                  <a:pt x="548656" y="19627"/>
                </a:cubicBezTo>
                <a:cubicBezTo>
                  <a:pt x="548490" y="20012"/>
                  <a:pt x="548407" y="20447"/>
                  <a:pt x="548407" y="20930"/>
                </a:cubicBezTo>
                <a:cubicBezTo>
                  <a:pt x="548407" y="21264"/>
                  <a:pt x="548458" y="21584"/>
                  <a:pt x="548562" y="21889"/>
                </a:cubicBezTo>
                <a:cubicBezTo>
                  <a:pt x="548665" y="22194"/>
                  <a:pt x="548831" y="22465"/>
                  <a:pt x="549061" y="22701"/>
                </a:cubicBezTo>
                <a:cubicBezTo>
                  <a:pt x="549291" y="22937"/>
                  <a:pt x="549589" y="23124"/>
                  <a:pt x="549956" y="23262"/>
                </a:cubicBezTo>
                <a:cubicBezTo>
                  <a:pt x="550324" y="23400"/>
                  <a:pt x="550771" y="23469"/>
                  <a:pt x="551299" y="23469"/>
                </a:cubicBezTo>
                <a:cubicBezTo>
                  <a:pt x="551988" y="23469"/>
                  <a:pt x="552777" y="23259"/>
                  <a:pt x="553667" y="22839"/>
                </a:cubicBezTo>
                <a:cubicBezTo>
                  <a:pt x="554557" y="22418"/>
                  <a:pt x="555495" y="21753"/>
                  <a:pt x="556482" y="20844"/>
                </a:cubicBezTo>
                <a:lnTo>
                  <a:pt x="556482" y="17770"/>
                </a:lnTo>
                <a:close/>
                <a:moveTo>
                  <a:pt x="564357" y="8368"/>
                </a:moveTo>
                <a:lnTo>
                  <a:pt x="567026" y="8368"/>
                </a:lnTo>
                <a:lnTo>
                  <a:pt x="567147" y="11158"/>
                </a:lnTo>
                <a:cubicBezTo>
                  <a:pt x="567652" y="10561"/>
                  <a:pt x="568140" y="10064"/>
                  <a:pt x="568610" y="9668"/>
                </a:cubicBezTo>
                <a:cubicBezTo>
                  <a:pt x="569081" y="9272"/>
                  <a:pt x="569543" y="8954"/>
                  <a:pt x="569997" y="8713"/>
                </a:cubicBezTo>
                <a:cubicBezTo>
                  <a:pt x="570450" y="8472"/>
                  <a:pt x="570912" y="8302"/>
                  <a:pt x="571383" y="8205"/>
                </a:cubicBezTo>
                <a:cubicBezTo>
                  <a:pt x="571853" y="8107"/>
                  <a:pt x="572341" y="8058"/>
                  <a:pt x="572846" y="8058"/>
                </a:cubicBezTo>
                <a:cubicBezTo>
                  <a:pt x="574626" y="8058"/>
                  <a:pt x="575971" y="8583"/>
                  <a:pt x="576884" y="9634"/>
                </a:cubicBezTo>
                <a:cubicBezTo>
                  <a:pt x="577797" y="10684"/>
                  <a:pt x="578253" y="12265"/>
                  <a:pt x="578253" y="14378"/>
                </a:cubicBezTo>
                <a:lnTo>
                  <a:pt x="578253" y="25656"/>
                </a:lnTo>
                <a:lnTo>
                  <a:pt x="575257" y="25656"/>
                </a:lnTo>
                <a:lnTo>
                  <a:pt x="575257" y="14619"/>
                </a:lnTo>
                <a:cubicBezTo>
                  <a:pt x="575257" y="13264"/>
                  <a:pt x="575004" y="12263"/>
                  <a:pt x="574499" y="11614"/>
                </a:cubicBezTo>
                <a:cubicBezTo>
                  <a:pt x="573994" y="10965"/>
                  <a:pt x="573242" y="10641"/>
                  <a:pt x="572244" y="10641"/>
                </a:cubicBezTo>
                <a:cubicBezTo>
                  <a:pt x="571876" y="10641"/>
                  <a:pt x="571518" y="10696"/>
                  <a:pt x="571167" y="10805"/>
                </a:cubicBezTo>
                <a:cubicBezTo>
                  <a:pt x="570817" y="10914"/>
                  <a:pt x="570453" y="11103"/>
                  <a:pt x="570074" y="11373"/>
                </a:cubicBezTo>
                <a:cubicBezTo>
                  <a:pt x="569695" y="11643"/>
                  <a:pt x="569285" y="12007"/>
                  <a:pt x="568843" y="12466"/>
                </a:cubicBezTo>
                <a:cubicBezTo>
                  <a:pt x="568401" y="12925"/>
                  <a:pt x="567905" y="13499"/>
                  <a:pt x="567354" y="14188"/>
                </a:cubicBezTo>
                <a:lnTo>
                  <a:pt x="567354" y="25656"/>
                </a:lnTo>
                <a:lnTo>
                  <a:pt x="564357" y="25656"/>
                </a:lnTo>
                <a:lnTo>
                  <a:pt x="564357" y="8368"/>
                </a:lnTo>
                <a:close/>
                <a:moveTo>
                  <a:pt x="597465" y="25019"/>
                </a:moveTo>
                <a:cubicBezTo>
                  <a:pt x="596685" y="25317"/>
                  <a:pt x="595884" y="25538"/>
                  <a:pt x="595063" y="25682"/>
                </a:cubicBezTo>
                <a:cubicBezTo>
                  <a:pt x="594243" y="25825"/>
                  <a:pt x="593396" y="25897"/>
                  <a:pt x="592524" y="25897"/>
                </a:cubicBezTo>
                <a:cubicBezTo>
                  <a:pt x="589792" y="25897"/>
                  <a:pt x="587688" y="25156"/>
                  <a:pt x="586213" y="23676"/>
                </a:cubicBezTo>
                <a:cubicBezTo>
                  <a:pt x="584738" y="22195"/>
                  <a:pt x="584000" y="20031"/>
                  <a:pt x="584000" y="17184"/>
                </a:cubicBezTo>
                <a:cubicBezTo>
                  <a:pt x="584000" y="15818"/>
                  <a:pt x="584213" y="14578"/>
                  <a:pt x="584637" y="13465"/>
                </a:cubicBezTo>
                <a:cubicBezTo>
                  <a:pt x="585062" y="12352"/>
                  <a:pt x="585659" y="11399"/>
                  <a:pt x="586428" y="10607"/>
                </a:cubicBezTo>
                <a:cubicBezTo>
                  <a:pt x="587197" y="9815"/>
                  <a:pt x="588116" y="9203"/>
                  <a:pt x="589183" y="8773"/>
                </a:cubicBezTo>
                <a:cubicBezTo>
                  <a:pt x="590251" y="8342"/>
                  <a:pt x="591427" y="8127"/>
                  <a:pt x="592713" y="8127"/>
                </a:cubicBezTo>
                <a:cubicBezTo>
                  <a:pt x="593608" y="8127"/>
                  <a:pt x="594446" y="8192"/>
                  <a:pt x="595227" y="8321"/>
                </a:cubicBezTo>
                <a:cubicBezTo>
                  <a:pt x="596007" y="8450"/>
                  <a:pt x="596754" y="8661"/>
                  <a:pt x="597465" y="8954"/>
                </a:cubicBezTo>
                <a:lnTo>
                  <a:pt x="597465" y="11812"/>
                </a:lnTo>
                <a:cubicBezTo>
                  <a:pt x="596719" y="11416"/>
                  <a:pt x="595959" y="11127"/>
                  <a:pt x="595184" y="10947"/>
                </a:cubicBezTo>
                <a:cubicBezTo>
                  <a:pt x="594409" y="10766"/>
                  <a:pt x="593608" y="10676"/>
                  <a:pt x="592782" y="10676"/>
                </a:cubicBezTo>
                <a:cubicBezTo>
                  <a:pt x="592013" y="10676"/>
                  <a:pt x="591287" y="10822"/>
                  <a:pt x="590604" y="11115"/>
                </a:cubicBezTo>
                <a:cubicBezTo>
                  <a:pt x="589921" y="11407"/>
                  <a:pt x="589321" y="11829"/>
                  <a:pt x="588804" y="12380"/>
                </a:cubicBezTo>
                <a:cubicBezTo>
                  <a:pt x="588288" y="12931"/>
                  <a:pt x="587880" y="13603"/>
                  <a:pt x="587582" y="14395"/>
                </a:cubicBezTo>
                <a:cubicBezTo>
                  <a:pt x="587283" y="15187"/>
                  <a:pt x="587134" y="16082"/>
                  <a:pt x="587134" y="17081"/>
                </a:cubicBezTo>
                <a:cubicBezTo>
                  <a:pt x="587134" y="19170"/>
                  <a:pt x="587642" y="20734"/>
                  <a:pt x="588658" y="21773"/>
                </a:cubicBezTo>
                <a:cubicBezTo>
                  <a:pt x="589674" y="22812"/>
                  <a:pt x="591083" y="23331"/>
                  <a:pt x="592885" y="23331"/>
                </a:cubicBezTo>
                <a:cubicBezTo>
                  <a:pt x="593700" y="23331"/>
                  <a:pt x="594489" y="23239"/>
                  <a:pt x="595253" y="23056"/>
                </a:cubicBezTo>
                <a:cubicBezTo>
                  <a:pt x="596016" y="22872"/>
                  <a:pt x="596754" y="22597"/>
                  <a:pt x="597465" y="22229"/>
                </a:cubicBezTo>
                <a:lnTo>
                  <a:pt x="597465" y="25019"/>
                </a:lnTo>
                <a:close/>
                <a:moveTo>
                  <a:pt x="618314" y="16099"/>
                </a:moveTo>
                <a:cubicBezTo>
                  <a:pt x="618314" y="16524"/>
                  <a:pt x="618308" y="16880"/>
                  <a:pt x="618296" y="17167"/>
                </a:cubicBezTo>
                <a:cubicBezTo>
                  <a:pt x="618285" y="17454"/>
                  <a:pt x="618268" y="17724"/>
                  <a:pt x="618245" y="17976"/>
                </a:cubicBezTo>
                <a:lnTo>
                  <a:pt x="606106" y="17976"/>
                </a:lnTo>
                <a:cubicBezTo>
                  <a:pt x="606106" y="19744"/>
                  <a:pt x="606599" y="21101"/>
                  <a:pt x="607586" y="22048"/>
                </a:cubicBezTo>
                <a:cubicBezTo>
                  <a:pt x="608574" y="22995"/>
                  <a:pt x="609997" y="23469"/>
                  <a:pt x="611857" y="23469"/>
                </a:cubicBezTo>
                <a:cubicBezTo>
                  <a:pt x="612362" y="23469"/>
                  <a:pt x="612867" y="23449"/>
                  <a:pt x="613372" y="23408"/>
                </a:cubicBezTo>
                <a:cubicBezTo>
                  <a:pt x="613877" y="23366"/>
                  <a:pt x="614365" y="23311"/>
                  <a:pt x="614835" y="23240"/>
                </a:cubicBezTo>
                <a:cubicBezTo>
                  <a:pt x="615306" y="23170"/>
                  <a:pt x="615757" y="23090"/>
                  <a:pt x="616187" y="23002"/>
                </a:cubicBezTo>
                <a:cubicBezTo>
                  <a:pt x="616617" y="22914"/>
                  <a:pt x="617016" y="22817"/>
                  <a:pt x="617384" y="22711"/>
                </a:cubicBezTo>
                <a:lnTo>
                  <a:pt x="617384" y="25174"/>
                </a:lnTo>
                <a:cubicBezTo>
                  <a:pt x="616569" y="25408"/>
                  <a:pt x="615648" y="25599"/>
                  <a:pt x="614620" y="25746"/>
                </a:cubicBezTo>
                <a:cubicBezTo>
                  <a:pt x="613593" y="25892"/>
                  <a:pt x="612528" y="25966"/>
                  <a:pt x="611426" y="25966"/>
                </a:cubicBezTo>
                <a:cubicBezTo>
                  <a:pt x="609945" y="25966"/>
                  <a:pt x="608671" y="25765"/>
                  <a:pt x="607604" y="25363"/>
                </a:cubicBezTo>
                <a:cubicBezTo>
                  <a:pt x="606536" y="24961"/>
                  <a:pt x="605661" y="24379"/>
                  <a:pt x="604978" y="23615"/>
                </a:cubicBezTo>
                <a:cubicBezTo>
                  <a:pt x="604295" y="22852"/>
                  <a:pt x="603790" y="21916"/>
                  <a:pt x="603462" y="20809"/>
                </a:cubicBezTo>
                <a:cubicBezTo>
                  <a:pt x="603135" y="19701"/>
                  <a:pt x="602972" y="18447"/>
                  <a:pt x="602972" y="17046"/>
                </a:cubicBezTo>
                <a:cubicBezTo>
                  <a:pt x="602972" y="15830"/>
                  <a:pt x="603147" y="14679"/>
                  <a:pt x="603497" y="13594"/>
                </a:cubicBezTo>
                <a:cubicBezTo>
                  <a:pt x="603847" y="12509"/>
                  <a:pt x="604358" y="11557"/>
                  <a:pt x="605029" y="10736"/>
                </a:cubicBezTo>
                <a:cubicBezTo>
                  <a:pt x="605701" y="9915"/>
                  <a:pt x="606525" y="9264"/>
                  <a:pt x="607500" y="8782"/>
                </a:cubicBezTo>
                <a:cubicBezTo>
                  <a:pt x="608476" y="8299"/>
                  <a:pt x="609584" y="8058"/>
                  <a:pt x="610823" y="8058"/>
                </a:cubicBezTo>
                <a:cubicBezTo>
                  <a:pt x="612029" y="8058"/>
                  <a:pt x="613096" y="8248"/>
                  <a:pt x="614026" y="8627"/>
                </a:cubicBezTo>
                <a:cubicBezTo>
                  <a:pt x="614956" y="9005"/>
                  <a:pt x="615739" y="9542"/>
                  <a:pt x="616376" y="10236"/>
                </a:cubicBezTo>
                <a:cubicBezTo>
                  <a:pt x="617014" y="10931"/>
                  <a:pt x="617496" y="11775"/>
                  <a:pt x="617823" y="12768"/>
                </a:cubicBezTo>
                <a:cubicBezTo>
                  <a:pt x="618150" y="13761"/>
                  <a:pt x="618314" y="14871"/>
                  <a:pt x="618314" y="16099"/>
                </a:cubicBezTo>
                <a:moveTo>
                  <a:pt x="615197" y="15669"/>
                </a:moveTo>
                <a:cubicBezTo>
                  <a:pt x="615231" y="14900"/>
                  <a:pt x="615157" y="14197"/>
                  <a:pt x="614973" y="13560"/>
                </a:cubicBezTo>
                <a:cubicBezTo>
                  <a:pt x="614789" y="12923"/>
                  <a:pt x="614505" y="12374"/>
                  <a:pt x="614121" y="11915"/>
                </a:cubicBezTo>
                <a:cubicBezTo>
                  <a:pt x="613736" y="11456"/>
                  <a:pt x="613257" y="11097"/>
                  <a:pt x="612683" y="10839"/>
                </a:cubicBezTo>
                <a:cubicBezTo>
                  <a:pt x="612109" y="10581"/>
                  <a:pt x="611443" y="10452"/>
                  <a:pt x="610686" y="10452"/>
                </a:cubicBezTo>
                <a:cubicBezTo>
                  <a:pt x="610031" y="10452"/>
                  <a:pt x="609434" y="10578"/>
                  <a:pt x="608895" y="10831"/>
                </a:cubicBezTo>
                <a:cubicBezTo>
                  <a:pt x="608355" y="11083"/>
                  <a:pt x="607891" y="11439"/>
                  <a:pt x="607500" y="11898"/>
                </a:cubicBezTo>
                <a:cubicBezTo>
                  <a:pt x="607110" y="12357"/>
                  <a:pt x="606794" y="12908"/>
                  <a:pt x="606553" y="13551"/>
                </a:cubicBezTo>
                <a:cubicBezTo>
                  <a:pt x="606312" y="14194"/>
                  <a:pt x="606163" y="14900"/>
                  <a:pt x="606106" y="15669"/>
                </a:cubicBezTo>
                <a:lnTo>
                  <a:pt x="615197" y="15669"/>
                </a:lnTo>
                <a:close/>
                <a:moveTo>
                  <a:pt x="634566" y="32888"/>
                </a:moveTo>
                <a:cubicBezTo>
                  <a:pt x="629274" y="27984"/>
                  <a:pt x="626628" y="22563"/>
                  <a:pt x="626628" y="16625"/>
                </a:cubicBezTo>
                <a:cubicBezTo>
                  <a:pt x="626628" y="15235"/>
                  <a:pt x="626768" y="13848"/>
                  <a:pt x="627050" y="12464"/>
                </a:cubicBezTo>
                <a:cubicBezTo>
                  <a:pt x="627331" y="11080"/>
                  <a:pt x="627784" y="9693"/>
                  <a:pt x="628410" y="8304"/>
                </a:cubicBezTo>
                <a:cubicBezTo>
                  <a:pt x="629036" y="6914"/>
                  <a:pt x="629862" y="5524"/>
                  <a:pt x="630889" y="4135"/>
                </a:cubicBezTo>
                <a:cubicBezTo>
                  <a:pt x="631917" y="2745"/>
                  <a:pt x="633165" y="1367"/>
                  <a:pt x="634635" y="0"/>
                </a:cubicBezTo>
                <a:lnTo>
                  <a:pt x="636374" y="1775"/>
                </a:lnTo>
                <a:cubicBezTo>
                  <a:pt x="631920" y="6173"/>
                  <a:pt x="629693" y="11049"/>
                  <a:pt x="629693" y="16401"/>
                </a:cubicBezTo>
                <a:cubicBezTo>
                  <a:pt x="629693" y="19065"/>
                  <a:pt x="630255" y="21627"/>
                  <a:pt x="631380" y="24085"/>
                </a:cubicBezTo>
                <a:cubicBezTo>
                  <a:pt x="632505" y="26542"/>
                  <a:pt x="634170" y="28862"/>
                  <a:pt x="636374" y="31044"/>
                </a:cubicBezTo>
                <a:lnTo>
                  <a:pt x="634566" y="32888"/>
                </a:lnTo>
                <a:close/>
                <a:moveTo>
                  <a:pt x="646401" y="0"/>
                </a:moveTo>
                <a:cubicBezTo>
                  <a:pt x="651693" y="4904"/>
                  <a:pt x="654339" y="10360"/>
                  <a:pt x="654339" y="16366"/>
                </a:cubicBezTo>
                <a:cubicBezTo>
                  <a:pt x="654339" y="17607"/>
                  <a:pt x="654213" y="18893"/>
                  <a:pt x="653960" y="20225"/>
                </a:cubicBezTo>
                <a:cubicBezTo>
                  <a:pt x="653708" y="21558"/>
                  <a:pt x="653277" y="22922"/>
                  <a:pt x="652669" y="24317"/>
                </a:cubicBezTo>
                <a:cubicBezTo>
                  <a:pt x="652061" y="25712"/>
                  <a:pt x="651243" y="27128"/>
                  <a:pt x="650215" y="28564"/>
                </a:cubicBezTo>
                <a:cubicBezTo>
                  <a:pt x="649188" y="29999"/>
                  <a:pt x="647894" y="31441"/>
                  <a:pt x="646332" y="32888"/>
                </a:cubicBezTo>
                <a:lnTo>
                  <a:pt x="644593" y="31113"/>
                </a:lnTo>
                <a:cubicBezTo>
                  <a:pt x="646832" y="28896"/>
                  <a:pt x="648502" y="26582"/>
                  <a:pt x="649604" y="24171"/>
                </a:cubicBezTo>
                <a:cubicBezTo>
                  <a:pt x="650706" y="21759"/>
                  <a:pt x="651257" y="19232"/>
                  <a:pt x="651257" y="16590"/>
                </a:cubicBezTo>
                <a:cubicBezTo>
                  <a:pt x="651257" y="11123"/>
                  <a:pt x="649036" y="6208"/>
                  <a:pt x="644593" y="1843"/>
                </a:cubicBezTo>
                <a:lnTo>
                  <a:pt x="646401" y="0"/>
                </a:lnTo>
                <a:close/>
                <a:moveTo>
                  <a:pt x="664098" y="29186"/>
                </a:moveTo>
                <a:cubicBezTo>
                  <a:pt x="664684" y="29209"/>
                  <a:pt x="665252" y="29157"/>
                  <a:pt x="665803" y="29030"/>
                </a:cubicBezTo>
                <a:cubicBezTo>
                  <a:pt x="666354" y="28903"/>
                  <a:pt x="666839" y="28715"/>
                  <a:pt x="667258" y="28467"/>
                </a:cubicBezTo>
                <a:cubicBezTo>
                  <a:pt x="667677" y="28219"/>
                  <a:pt x="668013" y="27911"/>
                  <a:pt x="668265" y="27542"/>
                </a:cubicBezTo>
                <a:cubicBezTo>
                  <a:pt x="668518" y="27173"/>
                  <a:pt x="668644" y="26752"/>
                  <a:pt x="668644" y="26279"/>
                </a:cubicBezTo>
                <a:cubicBezTo>
                  <a:pt x="668644" y="25795"/>
                  <a:pt x="668561" y="25403"/>
                  <a:pt x="668394" y="25105"/>
                </a:cubicBezTo>
                <a:cubicBezTo>
                  <a:pt x="668228" y="24806"/>
                  <a:pt x="668041" y="24531"/>
                  <a:pt x="667835" y="24278"/>
                </a:cubicBezTo>
                <a:cubicBezTo>
                  <a:pt x="667628" y="24026"/>
                  <a:pt x="667442" y="23756"/>
                  <a:pt x="667275" y="23469"/>
                </a:cubicBezTo>
                <a:cubicBezTo>
                  <a:pt x="667109" y="23182"/>
                  <a:pt x="667025" y="22797"/>
                  <a:pt x="667025" y="22315"/>
                </a:cubicBezTo>
                <a:cubicBezTo>
                  <a:pt x="667025" y="22074"/>
                  <a:pt x="667071" y="21822"/>
                  <a:pt x="667163" y="21558"/>
                </a:cubicBezTo>
                <a:cubicBezTo>
                  <a:pt x="667255" y="21294"/>
                  <a:pt x="667396" y="21053"/>
                  <a:pt x="667585" y="20835"/>
                </a:cubicBezTo>
                <a:cubicBezTo>
                  <a:pt x="667774" y="20616"/>
                  <a:pt x="668016" y="20439"/>
                  <a:pt x="668308" y="20301"/>
                </a:cubicBezTo>
                <a:cubicBezTo>
                  <a:pt x="668601" y="20163"/>
                  <a:pt x="668948" y="20094"/>
                  <a:pt x="669350" y="20094"/>
                </a:cubicBezTo>
                <a:cubicBezTo>
                  <a:pt x="669752" y="20094"/>
                  <a:pt x="670139" y="20178"/>
                  <a:pt x="670512" y="20344"/>
                </a:cubicBezTo>
                <a:cubicBezTo>
                  <a:pt x="670885" y="20511"/>
                  <a:pt x="671212" y="20767"/>
                  <a:pt x="671494" y="21112"/>
                </a:cubicBezTo>
                <a:cubicBezTo>
                  <a:pt x="671775" y="21456"/>
                  <a:pt x="671999" y="21888"/>
                  <a:pt x="672165" y="22405"/>
                </a:cubicBezTo>
                <a:cubicBezTo>
                  <a:pt x="672332" y="22922"/>
                  <a:pt x="672415" y="23532"/>
                  <a:pt x="672415" y="24233"/>
                </a:cubicBezTo>
                <a:cubicBezTo>
                  <a:pt x="672415" y="25187"/>
                  <a:pt x="672240" y="26104"/>
                  <a:pt x="671890" y="26983"/>
                </a:cubicBezTo>
                <a:cubicBezTo>
                  <a:pt x="671540" y="27863"/>
                  <a:pt x="671017" y="28642"/>
                  <a:pt x="670323" y="29320"/>
                </a:cubicBezTo>
                <a:cubicBezTo>
                  <a:pt x="669628" y="29998"/>
                  <a:pt x="668762" y="30539"/>
                  <a:pt x="667723" y="30941"/>
                </a:cubicBezTo>
                <a:cubicBezTo>
                  <a:pt x="666684" y="31343"/>
                  <a:pt x="665476" y="31545"/>
                  <a:pt x="664098" y="31545"/>
                </a:cubicBezTo>
                <a:lnTo>
                  <a:pt x="664098" y="29186"/>
                </a:lnTo>
                <a:moveTo>
                  <a:pt x="669488" y="8058"/>
                </a:moveTo>
                <a:cubicBezTo>
                  <a:pt x="669844" y="8058"/>
                  <a:pt x="670182" y="8130"/>
                  <a:pt x="670504" y="8274"/>
                </a:cubicBezTo>
                <a:cubicBezTo>
                  <a:pt x="670825" y="8417"/>
                  <a:pt x="671106" y="8609"/>
                  <a:pt x="671347" y="8850"/>
                </a:cubicBezTo>
                <a:cubicBezTo>
                  <a:pt x="671588" y="9091"/>
                  <a:pt x="671781" y="9373"/>
                  <a:pt x="671924" y="9694"/>
                </a:cubicBezTo>
                <a:cubicBezTo>
                  <a:pt x="672068" y="10016"/>
                  <a:pt x="672139" y="10354"/>
                  <a:pt x="672139" y="10710"/>
                </a:cubicBezTo>
                <a:cubicBezTo>
                  <a:pt x="672139" y="11077"/>
                  <a:pt x="672068" y="11419"/>
                  <a:pt x="671924" y="11735"/>
                </a:cubicBezTo>
                <a:cubicBezTo>
                  <a:pt x="671781" y="12050"/>
                  <a:pt x="671588" y="12329"/>
                  <a:pt x="671347" y="12570"/>
                </a:cubicBezTo>
                <a:cubicBezTo>
                  <a:pt x="671106" y="12811"/>
                  <a:pt x="670825" y="13000"/>
                  <a:pt x="670504" y="13138"/>
                </a:cubicBezTo>
                <a:cubicBezTo>
                  <a:pt x="670182" y="13276"/>
                  <a:pt x="669844" y="13344"/>
                  <a:pt x="669488" y="13344"/>
                </a:cubicBezTo>
                <a:cubicBezTo>
                  <a:pt x="669120" y="13344"/>
                  <a:pt x="668779" y="13276"/>
                  <a:pt x="668463" y="13138"/>
                </a:cubicBezTo>
                <a:cubicBezTo>
                  <a:pt x="668148" y="13000"/>
                  <a:pt x="667869" y="12811"/>
                  <a:pt x="667628" y="12570"/>
                </a:cubicBezTo>
                <a:cubicBezTo>
                  <a:pt x="667387" y="12329"/>
                  <a:pt x="667198" y="12050"/>
                  <a:pt x="667060" y="11735"/>
                </a:cubicBezTo>
                <a:cubicBezTo>
                  <a:pt x="666922" y="11419"/>
                  <a:pt x="666853" y="11077"/>
                  <a:pt x="666853" y="10710"/>
                </a:cubicBezTo>
                <a:cubicBezTo>
                  <a:pt x="666853" y="10354"/>
                  <a:pt x="666922" y="10016"/>
                  <a:pt x="667060" y="9694"/>
                </a:cubicBezTo>
                <a:cubicBezTo>
                  <a:pt x="667198" y="9373"/>
                  <a:pt x="667387" y="9091"/>
                  <a:pt x="667628" y="8850"/>
                </a:cubicBezTo>
                <a:cubicBezTo>
                  <a:pt x="667869" y="8609"/>
                  <a:pt x="668148" y="8417"/>
                  <a:pt x="668463" y="8274"/>
                </a:cubicBezTo>
                <a:cubicBezTo>
                  <a:pt x="668779" y="8130"/>
                  <a:pt x="669120" y="8058"/>
                  <a:pt x="669488" y="8058"/>
                </a:cubicBez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Text +">
            <a:extLst xmlns:a="http://schemas.openxmlformats.org/drawingml/2006/main">
              <a:ext uri="{FF2B5EF4-FFF2-40B4-BE49-F238E27FC236}">
                <a16:creationId xmlns:a16="http://schemas.microsoft.com/office/drawing/2014/main" id="{F7F294C0-CBCE-4A93-8B03-DAD8FDCC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242" y="9711730"/>
            <a:ext cx="16495" cy="16633"/>
          </a:xfrm>
          <a:custGeom xmlns:a="http://schemas.openxmlformats.org/drawingml/2006/main">
            <a:pathLst>
              <a:path w="16495" h="16633">
                <a:moveTo>
                  <a:pt x="16495" y="9608"/>
                </a:moveTo>
                <a:lnTo>
                  <a:pt x="9729" y="9608"/>
                </a:lnTo>
                <a:lnTo>
                  <a:pt x="9729" y="16633"/>
                </a:lnTo>
                <a:lnTo>
                  <a:pt x="6767" y="16633"/>
                </a:lnTo>
                <a:lnTo>
                  <a:pt x="6767" y="9608"/>
                </a:lnTo>
                <a:lnTo>
                  <a:pt x="0" y="9608"/>
                </a:lnTo>
                <a:lnTo>
                  <a:pt x="0" y="6991"/>
                </a:lnTo>
                <a:lnTo>
                  <a:pt x="6767" y="6991"/>
                </a:lnTo>
                <a:lnTo>
                  <a:pt x="6767" y="0"/>
                </a:lnTo>
                <a:lnTo>
                  <a:pt x="9729" y="0"/>
                </a:lnTo>
                <a:lnTo>
                  <a:pt x="9729" y="6991"/>
                </a:lnTo>
                <a:lnTo>
                  <a:pt x="16495" y="6991"/>
                </a:lnTo>
                <a:lnTo>
                  <a:pt x="16495" y="9608"/>
                </a:ln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Text constcontentNode=overlayNode&amp;&amp;overlayNode.getContentNode();">
            <a:extLst xmlns:a="http://schemas.openxmlformats.org/drawingml/2006/main">
              <a:ext uri="{FF2B5EF4-FFF2-40B4-BE49-F238E27FC236}">
                <a16:creationId xmlns:a16="http://schemas.microsoft.com/office/drawing/2014/main" id="{3375C6E8-82AA-454F-A601-0880E7E2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010" y="9703775"/>
            <a:ext cx="1234754" cy="32888"/>
          </a:xfrm>
          <a:custGeom xmlns:a="http://schemas.openxmlformats.org/drawingml/2006/main">
            <a:pathLst>
              <a:path w="1234754" h="32888">
                <a:moveTo>
                  <a:pt x="13465" y="25019"/>
                </a:moveTo>
                <a:cubicBezTo>
                  <a:pt x="12684" y="25317"/>
                  <a:pt x="11884" y="25538"/>
                  <a:pt x="11063" y="25682"/>
                </a:cubicBezTo>
                <a:cubicBezTo>
                  <a:pt x="10242" y="25825"/>
                  <a:pt x="9396" y="25897"/>
                  <a:pt x="8523" y="25897"/>
                </a:cubicBezTo>
                <a:cubicBezTo>
                  <a:pt x="5791" y="25897"/>
                  <a:pt x="3688" y="25156"/>
                  <a:pt x="2213" y="23676"/>
                </a:cubicBezTo>
                <a:cubicBezTo>
                  <a:pt x="738" y="22195"/>
                  <a:pt x="0" y="20031"/>
                  <a:pt x="0" y="17184"/>
                </a:cubicBezTo>
                <a:cubicBezTo>
                  <a:pt x="0" y="15818"/>
                  <a:pt x="212" y="14578"/>
                  <a:pt x="637" y="13465"/>
                </a:cubicBezTo>
                <a:cubicBezTo>
                  <a:pt x="1062" y="12352"/>
                  <a:pt x="1659" y="11399"/>
                  <a:pt x="2428" y="10607"/>
                </a:cubicBezTo>
                <a:cubicBezTo>
                  <a:pt x="3197" y="9815"/>
                  <a:pt x="4115" y="9203"/>
                  <a:pt x="5183" y="8773"/>
                </a:cubicBezTo>
                <a:cubicBezTo>
                  <a:pt x="6250" y="8342"/>
                  <a:pt x="7427" y="8127"/>
                  <a:pt x="8713" y="8127"/>
                </a:cubicBezTo>
                <a:cubicBezTo>
                  <a:pt x="9608" y="8127"/>
                  <a:pt x="10446" y="8192"/>
                  <a:pt x="11227" y="8321"/>
                </a:cubicBezTo>
                <a:cubicBezTo>
                  <a:pt x="12007" y="8450"/>
                  <a:pt x="12753" y="8661"/>
                  <a:pt x="13465" y="8954"/>
                </a:cubicBezTo>
                <a:lnTo>
                  <a:pt x="13465" y="11812"/>
                </a:lnTo>
                <a:cubicBezTo>
                  <a:pt x="12719" y="11416"/>
                  <a:pt x="11958" y="11127"/>
                  <a:pt x="11184" y="10947"/>
                </a:cubicBezTo>
                <a:cubicBezTo>
                  <a:pt x="10409" y="10766"/>
                  <a:pt x="9608" y="10676"/>
                  <a:pt x="8782" y="10676"/>
                </a:cubicBezTo>
                <a:cubicBezTo>
                  <a:pt x="8012" y="10676"/>
                  <a:pt x="7286" y="10822"/>
                  <a:pt x="6603" y="11115"/>
                </a:cubicBezTo>
                <a:cubicBezTo>
                  <a:pt x="5920" y="11407"/>
                  <a:pt x="5321" y="11829"/>
                  <a:pt x="4804" y="12380"/>
                </a:cubicBezTo>
                <a:cubicBezTo>
                  <a:pt x="4287" y="12931"/>
                  <a:pt x="3880" y="13603"/>
                  <a:pt x="3581" y="14395"/>
                </a:cubicBezTo>
                <a:cubicBezTo>
                  <a:pt x="3283" y="15187"/>
                  <a:pt x="3134" y="16082"/>
                  <a:pt x="3134" y="17081"/>
                </a:cubicBezTo>
                <a:cubicBezTo>
                  <a:pt x="3134" y="19170"/>
                  <a:pt x="3642" y="20734"/>
                  <a:pt x="4658" y="21773"/>
                </a:cubicBezTo>
                <a:cubicBezTo>
                  <a:pt x="5674" y="22812"/>
                  <a:pt x="7083" y="23331"/>
                  <a:pt x="8885" y="23331"/>
                </a:cubicBezTo>
                <a:cubicBezTo>
                  <a:pt x="9700" y="23331"/>
                  <a:pt x="10489" y="23239"/>
                  <a:pt x="11252" y="23056"/>
                </a:cubicBezTo>
                <a:cubicBezTo>
                  <a:pt x="12016" y="22872"/>
                  <a:pt x="12753" y="22597"/>
                  <a:pt x="13465" y="22229"/>
                </a:cubicBezTo>
                <a:lnTo>
                  <a:pt x="13465" y="25019"/>
                </a:lnTo>
                <a:close/>
                <a:moveTo>
                  <a:pt x="34761" y="16874"/>
                </a:moveTo>
                <a:cubicBezTo>
                  <a:pt x="34761" y="18217"/>
                  <a:pt x="34571" y="19448"/>
                  <a:pt x="34192" y="20568"/>
                </a:cubicBezTo>
                <a:cubicBezTo>
                  <a:pt x="33814" y="21687"/>
                  <a:pt x="33268" y="22645"/>
                  <a:pt x="32557" y="23443"/>
                </a:cubicBezTo>
                <a:cubicBezTo>
                  <a:pt x="31845" y="24241"/>
                  <a:pt x="30978" y="24861"/>
                  <a:pt x="29957" y="25303"/>
                </a:cubicBezTo>
                <a:cubicBezTo>
                  <a:pt x="28935" y="25745"/>
                  <a:pt x="27776" y="25966"/>
                  <a:pt x="26479" y="25966"/>
                </a:cubicBezTo>
                <a:cubicBezTo>
                  <a:pt x="25239" y="25966"/>
                  <a:pt x="24128" y="25773"/>
                  <a:pt x="23147" y="25389"/>
                </a:cubicBezTo>
                <a:cubicBezTo>
                  <a:pt x="22165" y="25004"/>
                  <a:pt x="21333" y="24439"/>
                  <a:pt x="20650" y="23693"/>
                </a:cubicBezTo>
                <a:cubicBezTo>
                  <a:pt x="19967" y="22947"/>
                  <a:pt x="19445" y="22023"/>
                  <a:pt x="19083" y="20921"/>
                </a:cubicBezTo>
                <a:cubicBezTo>
                  <a:pt x="18722" y="19819"/>
                  <a:pt x="18541" y="18550"/>
                  <a:pt x="18541" y="17115"/>
                </a:cubicBezTo>
                <a:cubicBezTo>
                  <a:pt x="18541" y="15772"/>
                  <a:pt x="18730" y="14547"/>
                  <a:pt x="19109" y="13439"/>
                </a:cubicBezTo>
                <a:cubicBezTo>
                  <a:pt x="19488" y="12331"/>
                  <a:pt x="20033" y="11379"/>
                  <a:pt x="20745" y="10581"/>
                </a:cubicBezTo>
                <a:cubicBezTo>
                  <a:pt x="21456" y="9783"/>
                  <a:pt x="22323" y="9163"/>
                  <a:pt x="23345" y="8721"/>
                </a:cubicBezTo>
                <a:cubicBezTo>
                  <a:pt x="24366" y="8279"/>
                  <a:pt x="25526" y="8058"/>
                  <a:pt x="26823" y="8058"/>
                </a:cubicBezTo>
                <a:cubicBezTo>
                  <a:pt x="28063" y="8058"/>
                  <a:pt x="29173" y="8251"/>
                  <a:pt x="30155" y="8635"/>
                </a:cubicBezTo>
                <a:cubicBezTo>
                  <a:pt x="31136" y="9020"/>
                  <a:pt x="31968" y="9582"/>
                  <a:pt x="32651" y="10323"/>
                </a:cubicBezTo>
                <a:cubicBezTo>
                  <a:pt x="33334" y="11063"/>
                  <a:pt x="33857" y="11984"/>
                  <a:pt x="34218" y="13086"/>
                </a:cubicBezTo>
                <a:cubicBezTo>
                  <a:pt x="34580" y="14188"/>
                  <a:pt x="34761" y="15451"/>
                  <a:pt x="34761" y="16874"/>
                </a:cubicBezTo>
                <a:moveTo>
                  <a:pt x="31696" y="17012"/>
                </a:moveTo>
                <a:cubicBezTo>
                  <a:pt x="31696" y="15944"/>
                  <a:pt x="31578" y="15012"/>
                  <a:pt x="31343" y="14214"/>
                </a:cubicBezTo>
                <a:cubicBezTo>
                  <a:pt x="31107" y="13416"/>
                  <a:pt x="30772" y="12750"/>
                  <a:pt x="30335" y="12217"/>
                </a:cubicBezTo>
                <a:cubicBezTo>
                  <a:pt x="29899" y="11683"/>
                  <a:pt x="29368" y="11281"/>
                  <a:pt x="28743" y="11011"/>
                </a:cubicBezTo>
                <a:cubicBezTo>
                  <a:pt x="28117" y="10742"/>
                  <a:pt x="27420" y="10607"/>
                  <a:pt x="26651" y="10607"/>
                </a:cubicBezTo>
                <a:cubicBezTo>
                  <a:pt x="25755" y="10607"/>
                  <a:pt x="24989" y="10782"/>
                  <a:pt x="24352" y="11132"/>
                </a:cubicBezTo>
                <a:cubicBezTo>
                  <a:pt x="23715" y="11482"/>
                  <a:pt x="23193" y="11950"/>
                  <a:pt x="22785" y="12535"/>
                </a:cubicBezTo>
                <a:cubicBezTo>
                  <a:pt x="22378" y="13121"/>
                  <a:pt x="22079" y="13801"/>
                  <a:pt x="21890" y="14576"/>
                </a:cubicBezTo>
                <a:cubicBezTo>
                  <a:pt x="21700" y="15350"/>
                  <a:pt x="21606" y="16163"/>
                  <a:pt x="21606" y="17012"/>
                </a:cubicBezTo>
                <a:cubicBezTo>
                  <a:pt x="21606" y="18080"/>
                  <a:pt x="21723" y="19015"/>
                  <a:pt x="21959" y="19819"/>
                </a:cubicBezTo>
                <a:cubicBezTo>
                  <a:pt x="22194" y="20622"/>
                  <a:pt x="22530" y="21291"/>
                  <a:pt x="22966" y="21825"/>
                </a:cubicBezTo>
                <a:cubicBezTo>
                  <a:pt x="23402" y="22358"/>
                  <a:pt x="23930" y="22760"/>
                  <a:pt x="24550" y="23030"/>
                </a:cubicBezTo>
                <a:cubicBezTo>
                  <a:pt x="25170" y="23300"/>
                  <a:pt x="25870" y="23435"/>
                  <a:pt x="26651" y="23435"/>
                </a:cubicBezTo>
                <a:cubicBezTo>
                  <a:pt x="27546" y="23435"/>
                  <a:pt x="28312" y="23260"/>
                  <a:pt x="28949" y="22909"/>
                </a:cubicBezTo>
                <a:cubicBezTo>
                  <a:pt x="29586" y="22559"/>
                  <a:pt x="30109" y="22092"/>
                  <a:pt x="30516" y="21506"/>
                </a:cubicBezTo>
                <a:cubicBezTo>
                  <a:pt x="30924" y="20921"/>
                  <a:pt x="31222" y="20241"/>
                  <a:pt x="31412" y="19466"/>
                </a:cubicBezTo>
                <a:cubicBezTo>
                  <a:pt x="31601" y="18691"/>
                  <a:pt x="31696" y="17873"/>
                  <a:pt x="31696" y="17012"/>
                </a:cubicBezTo>
                <a:close/>
                <a:moveTo>
                  <a:pt x="39389" y="8368"/>
                </a:moveTo>
                <a:lnTo>
                  <a:pt x="42058" y="8368"/>
                </a:lnTo>
                <a:lnTo>
                  <a:pt x="42178" y="11158"/>
                </a:lnTo>
                <a:cubicBezTo>
                  <a:pt x="42683" y="10561"/>
                  <a:pt x="43171" y="10064"/>
                  <a:pt x="43642" y="9668"/>
                </a:cubicBezTo>
                <a:cubicBezTo>
                  <a:pt x="44113" y="9272"/>
                  <a:pt x="44575" y="8954"/>
                  <a:pt x="45028" y="8713"/>
                </a:cubicBezTo>
                <a:cubicBezTo>
                  <a:pt x="45481" y="8472"/>
                  <a:pt x="45943" y="8302"/>
                  <a:pt x="46414" y="8205"/>
                </a:cubicBezTo>
                <a:cubicBezTo>
                  <a:pt x="46885" y="8107"/>
                  <a:pt x="47373" y="8058"/>
                  <a:pt x="47878" y="8058"/>
                </a:cubicBezTo>
                <a:cubicBezTo>
                  <a:pt x="49657" y="8058"/>
                  <a:pt x="51003" y="8583"/>
                  <a:pt x="51915" y="9634"/>
                </a:cubicBezTo>
                <a:cubicBezTo>
                  <a:pt x="52828" y="10684"/>
                  <a:pt x="53284" y="12265"/>
                  <a:pt x="53284" y="14378"/>
                </a:cubicBezTo>
                <a:lnTo>
                  <a:pt x="53284" y="25656"/>
                </a:lnTo>
                <a:lnTo>
                  <a:pt x="50288" y="25656"/>
                </a:lnTo>
                <a:lnTo>
                  <a:pt x="50288" y="14619"/>
                </a:lnTo>
                <a:cubicBezTo>
                  <a:pt x="50288" y="13264"/>
                  <a:pt x="50036" y="12263"/>
                  <a:pt x="49531" y="11614"/>
                </a:cubicBezTo>
                <a:cubicBezTo>
                  <a:pt x="49026" y="10965"/>
                  <a:pt x="48274" y="10641"/>
                  <a:pt x="47275" y="10641"/>
                </a:cubicBezTo>
                <a:cubicBezTo>
                  <a:pt x="46908" y="10641"/>
                  <a:pt x="46549" y="10696"/>
                  <a:pt x="46199" y="10805"/>
                </a:cubicBezTo>
                <a:cubicBezTo>
                  <a:pt x="45849" y="10914"/>
                  <a:pt x="45484" y="11103"/>
                  <a:pt x="45105" y="11373"/>
                </a:cubicBezTo>
                <a:cubicBezTo>
                  <a:pt x="44727" y="11643"/>
                  <a:pt x="44316" y="12007"/>
                  <a:pt x="43874" y="12466"/>
                </a:cubicBezTo>
                <a:cubicBezTo>
                  <a:pt x="43432" y="12925"/>
                  <a:pt x="42936" y="13499"/>
                  <a:pt x="42385" y="14188"/>
                </a:cubicBezTo>
                <a:lnTo>
                  <a:pt x="42385" y="25656"/>
                </a:lnTo>
                <a:lnTo>
                  <a:pt x="39389" y="25656"/>
                </a:lnTo>
                <a:lnTo>
                  <a:pt x="39389" y="8368"/>
                </a:lnTo>
                <a:close/>
                <a:moveTo>
                  <a:pt x="72755" y="20938"/>
                </a:moveTo>
                <a:cubicBezTo>
                  <a:pt x="72755" y="21546"/>
                  <a:pt x="72652" y="22092"/>
                  <a:pt x="72445" y="22574"/>
                </a:cubicBezTo>
                <a:cubicBezTo>
                  <a:pt x="72238" y="23056"/>
                  <a:pt x="71957" y="23483"/>
                  <a:pt x="71601" y="23856"/>
                </a:cubicBezTo>
                <a:cubicBezTo>
                  <a:pt x="71245" y="24229"/>
                  <a:pt x="70832" y="24548"/>
                  <a:pt x="70361" y="24812"/>
                </a:cubicBezTo>
                <a:cubicBezTo>
                  <a:pt x="69891" y="25076"/>
                  <a:pt x="69389" y="25294"/>
                  <a:pt x="68855" y="25466"/>
                </a:cubicBezTo>
                <a:cubicBezTo>
                  <a:pt x="68321" y="25639"/>
                  <a:pt x="67773" y="25765"/>
                  <a:pt x="67210" y="25845"/>
                </a:cubicBezTo>
                <a:cubicBezTo>
                  <a:pt x="66648" y="25926"/>
                  <a:pt x="66097" y="25966"/>
                  <a:pt x="65557" y="25966"/>
                </a:cubicBezTo>
                <a:cubicBezTo>
                  <a:pt x="64387" y="25966"/>
                  <a:pt x="63310" y="25914"/>
                  <a:pt x="62329" y="25811"/>
                </a:cubicBezTo>
                <a:cubicBezTo>
                  <a:pt x="61348" y="25707"/>
                  <a:pt x="60386" y="25541"/>
                  <a:pt x="59445" y="25311"/>
                </a:cubicBezTo>
                <a:lnTo>
                  <a:pt x="59445" y="22556"/>
                </a:lnTo>
                <a:cubicBezTo>
                  <a:pt x="60455" y="22843"/>
                  <a:pt x="61459" y="23061"/>
                  <a:pt x="62458" y="23211"/>
                </a:cubicBezTo>
                <a:cubicBezTo>
                  <a:pt x="63457" y="23360"/>
                  <a:pt x="64450" y="23435"/>
                  <a:pt x="65437" y="23435"/>
                </a:cubicBezTo>
                <a:cubicBezTo>
                  <a:pt x="66872" y="23435"/>
                  <a:pt x="67934" y="23239"/>
                  <a:pt x="68622" y="22849"/>
                </a:cubicBezTo>
                <a:cubicBezTo>
                  <a:pt x="69311" y="22459"/>
                  <a:pt x="69656" y="21902"/>
                  <a:pt x="69656" y="21179"/>
                </a:cubicBezTo>
                <a:cubicBezTo>
                  <a:pt x="69656" y="20869"/>
                  <a:pt x="69601" y="20591"/>
                  <a:pt x="69492" y="20344"/>
                </a:cubicBezTo>
                <a:cubicBezTo>
                  <a:pt x="69383" y="20097"/>
                  <a:pt x="69185" y="19862"/>
                  <a:pt x="68898" y="19638"/>
                </a:cubicBezTo>
                <a:cubicBezTo>
                  <a:pt x="68611" y="19414"/>
                  <a:pt x="68166" y="19182"/>
                  <a:pt x="67563" y="18941"/>
                </a:cubicBezTo>
                <a:cubicBezTo>
                  <a:pt x="66961" y="18699"/>
                  <a:pt x="66137" y="18424"/>
                  <a:pt x="65093" y="18114"/>
                </a:cubicBezTo>
                <a:cubicBezTo>
                  <a:pt x="64312" y="17884"/>
                  <a:pt x="63592" y="17623"/>
                  <a:pt x="62932" y="17331"/>
                </a:cubicBezTo>
                <a:cubicBezTo>
                  <a:pt x="62272" y="17038"/>
                  <a:pt x="61701" y="16691"/>
                  <a:pt x="61218" y="16289"/>
                </a:cubicBezTo>
                <a:cubicBezTo>
                  <a:pt x="60736" y="15887"/>
                  <a:pt x="60357" y="15416"/>
                  <a:pt x="60082" y="14877"/>
                </a:cubicBezTo>
                <a:cubicBezTo>
                  <a:pt x="59806" y="14337"/>
                  <a:pt x="59669" y="13700"/>
                  <a:pt x="59669" y="12966"/>
                </a:cubicBezTo>
                <a:cubicBezTo>
                  <a:pt x="59669" y="12484"/>
                  <a:pt x="59781" y="11955"/>
                  <a:pt x="60004" y="11382"/>
                </a:cubicBezTo>
                <a:cubicBezTo>
                  <a:pt x="60228" y="10808"/>
                  <a:pt x="60610" y="10274"/>
                  <a:pt x="61150" y="9780"/>
                </a:cubicBezTo>
                <a:cubicBezTo>
                  <a:pt x="61689" y="9287"/>
                  <a:pt x="62418" y="8876"/>
                  <a:pt x="63336" y="8549"/>
                </a:cubicBezTo>
                <a:cubicBezTo>
                  <a:pt x="64255" y="8222"/>
                  <a:pt x="65403" y="8058"/>
                  <a:pt x="66780" y="8058"/>
                </a:cubicBezTo>
                <a:cubicBezTo>
                  <a:pt x="67457" y="8058"/>
                  <a:pt x="68209" y="8096"/>
                  <a:pt x="69036" y="8170"/>
                </a:cubicBezTo>
                <a:cubicBezTo>
                  <a:pt x="69862" y="8245"/>
                  <a:pt x="70723" y="8374"/>
                  <a:pt x="71618" y="8558"/>
                </a:cubicBezTo>
                <a:lnTo>
                  <a:pt x="71618" y="11227"/>
                </a:lnTo>
                <a:cubicBezTo>
                  <a:pt x="70677" y="10997"/>
                  <a:pt x="69785" y="10828"/>
                  <a:pt x="68941" y="10719"/>
                </a:cubicBezTo>
                <a:cubicBezTo>
                  <a:pt x="68097" y="10610"/>
                  <a:pt x="67365" y="10555"/>
                  <a:pt x="66746" y="10555"/>
                </a:cubicBezTo>
                <a:cubicBezTo>
                  <a:pt x="65999" y="10555"/>
                  <a:pt x="65371" y="10612"/>
                  <a:pt x="64860" y="10727"/>
                </a:cubicBezTo>
                <a:cubicBezTo>
                  <a:pt x="64349" y="10842"/>
                  <a:pt x="63936" y="11000"/>
                  <a:pt x="63620" y="11201"/>
                </a:cubicBezTo>
                <a:cubicBezTo>
                  <a:pt x="63305" y="11402"/>
                  <a:pt x="63078" y="11637"/>
                  <a:pt x="62940" y="11907"/>
                </a:cubicBezTo>
                <a:cubicBezTo>
                  <a:pt x="62803" y="12176"/>
                  <a:pt x="62734" y="12466"/>
                  <a:pt x="62734" y="12776"/>
                </a:cubicBezTo>
                <a:cubicBezTo>
                  <a:pt x="62734" y="13086"/>
                  <a:pt x="62794" y="13367"/>
                  <a:pt x="62914" y="13620"/>
                </a:cubicBezTo>
                <a:cubicBezTo>
                  <a:pt x="63035" y="13872"/>
                  <a:pt x="63259" y="14116"/>
                  <a:pt x="63586" y="14352"/>
                </a:cubicBezTo>
                <a:cubicBezTo>
                  <a:pt x="63913" y="14587"/>
                  <a:pt x="64369" y="14822"/>
                  <a:pt x="64955" y="15058"/>
                </a:cubicBezTo>
                <a:cubicBezTo>
                  <a:pt x="65540" y="15293"/>
                  <a:pt x="66304" y="15548"/>
                  <a:pt x="67245" y="15824"/>
                </a:cubicBezTo>
                <a:cubicBezTo>
                  <a:pt x="68267" y="16122"/>
                  <a:pt x="69127" y="16435"/>
                  <a:pt x="69828" y="16762"/>
                </a:cubicBezTo>
                <a:cubicBezTo>
                  <a:pt x="70528" y="17089"/>
                  <a:pt x="71096" y="17454"/>
                  <a:pt x="71532" y="17856"/>
                </a:cubicBezTo>
                <a:cubicBezTo>
                  <a:pt x="71969" y="18257"/>
                  <a:pt x="72281" y="18711"/>
                  <a:pt x="72471" y="19216"/>
                </a:cubicBezTo>
                <a:cubicBezTo>
                  <a:pt x="72660" y="19721"/>
                  <a:pt x="72755" y="20295"/>
                  <a:pt x="72755" y="20938"/>
                </a:cubicBezTo>
                <a:close/>
                <a:moveTo>
                  <a:pt x="91651" y="25397"/>
                </a:moveTo>
                <a:cubicBezTo>
                  <a:pt x="90973" y="25576"/>
                  <a:pt x="90273" y="25703"/>
                  <a:pt x="89550" y="25781"/>
                </a:cubicBezTo>
                <a:cubicBezTo>
                  <a:pt x="88827" y="25858"/>
                  <a:pt x="88092" y="25897"/>
                  <a:pt x="87346" y="25897"/>
                </a:cubicBezTo>
                <a:cubicBezTo>
                  <a:pt x="85176" y="25897"/>
                  <a:pt x="83558" y="25406"/>
                  <a:pt x="82490" y="24425"/>
                </a:cubicBezTo>
                <a:cubicBezTo>
                  <a:pt x="81423" y="23443"/>
                  <a:pt x="80889" y="21937"/>
                  <a:pt x="80889" y="19905"/>
                </a:cubicBezTo>
                <a:lnTo>
                  <a:pt x="80889" y="10882"/>
                </a:lnTo>
                <a:lnTo>
                  <a:pt x="76051" y="10882"/>
                </a:lnTo>
                <a:lnTo>
                  <a:pt x="76051" y="8368"/>
                </a:lnTo>
                <a:lnTo>
                  <a:pt x="80889" y="8368"/>
                </a:lnTo>
                <a:lnTo>
                  <a:pt x="80889" y="3601"/>
                </a:lnTo>
                <a:lnTo>
                  <a:pt x="83885" y="2824"/>
                </a:lnTo>
                <a:lnTo>
                  <a:pt x="83885" y="8368"/>
                </a:lnTo>
                <a:lnTo>
                  <a:pt x="91651" y="8368"/>
                </a:lnTo>
                <a:lnTo>
                  <a:pt x="91651" y="10882"/>
                </a:lnTo>
                <a:lnTo>
                  <a:pt x="83885" y="10882"/>
                </a:lnTo>
                <a:lnTo>
                  <a:pt x="83885" y="19664"/>
                </a:lnTo>
                <a:cubicBezTo>
                  <a:pt x="83885" y="20903"/>
                  <a:pt x="84215" y="21830"/>
                  <a:pt x="84875" y="22444"/>
                </a:cubicBezTo>
                <a:cubicBezTo>
                  <a:pt x="85535" y="23059"/>
                  <a:pt x="86508" y="23366"/>
                  <a:pt x="87794" y="23366"/>
                </a:cubicBezTo>
                <a:cubicBezTo>
                  <a:pt x="88345" y="23366"/>
                  <a:pt x="88947" y="23321"/>
                  <a:pt x="89602" y="23233"/>
                </a:cubicBezTo>
                <a:cubicBezTo>
                  <a:pt x="90256" y="23144"/>
                  <a:pt x="90939" y="23004"/>
                  <a:pt x="91651" y="22815"/>
                </a:cubicBezTo>
                <a:lnTo>
                  <a:pt x="91651" y="25397"/>
                </a:lnTo>
                <a:close/>
                <a:moveTo>
                  <a:pt x="130665" y="25019"/>
                </a:moveTo>
                <a:cubicBezTo>
                  <a:pt x="129885" y="25317"/>
                  <a:pt x="129084" y="25538"/>
                  <a:pt x="128263" y="25682"/>
                </a:cubicBezTo>
                <a:cubicBezTo>
                  <a:pt x="127443" y="25825"/>
                  <a:pt x="126596" y="25897"/>
                  <a:pt x="125724" y="25897"/>
                </a:cubicBezTo>
                <a:cubicBezTo>
                  <a:pt x="122992" y="25897"/>
                  <a:pt x="120888" y="25156"/>
                  <a:pt x="119413" y="23676"/>
                </a:cubicBezTo>
                <a:cubicBezTo>
                  <a:pt x="117938" y="22195"/>
                  <a:pt x="117200" y="20031"/>
                  <a:pt x="117200" y="17184"/>
                </a:cubicBezTo>
                <a:cubicBezTo>
                  <a:pt x="117200" y="15818"/>
                  <a:pt x="117413" y="14578"/>
                  <a:pt x="117838" y="13465"/>
                </a:cubicBezTo>
                <a:cubicBezTo>
                  <a:pt x="118262" y="12352"/>
                  <a:pt x="118859" y="11399"/>
                  <a:pt x="119628" y="10607"/>
                </a:cubicBezTo>
                <a:cubicBezTo>
                  <a:pt x="120397" y="9815"/>
                  <a:pt x="121316" y="9203"/>
                  <a:pt x="122383" y="8773"/>
                </a:cubicBezTo>
                <a:cubicBezTo>
                  <a:pt x="123451" y="8342"/>
                  <a:pt x="124627" y="8127"/>
                  <a:pt x="125913" y="8127"/>
                </a:cubicBezTo>
                <a:cubicBezTo>
                  <a:pt x="126808" y="8127"/>
                  <a:pt x="127646" y="8192"/>
                  <a:pt x="128427" y="8321"/>
                </a:cubicBezTo>
                <a:cubicBezTo>
                  <a:pt x="129208" y="8450"/>
                  <a:pt x="129954" y="8661"/>
                  <a:pt x="130665" y="8954"/>
                </a:cubicBezTo>
                <a:lnTo>
                  <a:pt x="130665" y="11812"/>
                </a:lnTo>
                <a:cubicBezTo>
                  <a:pt x="129919" y="11416"/>
                  <a:pt x="129159" y="11127"/>
                  <a:pt x="128384" y="10947"/>
                </a:cubicBezTo>
                <a:cubicBezTo>
                  <a:pt x="127609" y="10766"/>
                  <a:pt x="126808" y="10676"/>
                  <a:pt x="125982" y="10676"/>
                </a:cubicBezTo>
                <a:cubicBezTo>
                  <a:pt x="125213" y="10676"/>
                  <a:pt x="124487" y="10822"/>
                  <a:pt x="123804" y="11115"/>
                </a:cubicBezTo>
                <a:cubicBezTo>
                  <a:pt x="123121" y="11407"/>
                  <a:pt x="122521" y="11829"/>
                  <a:pt x="122004" y="12380"/>
                </a:cubicBezTo>
                <a:cubicBezTo>
                  <a:pt x="121488" y="12931"/>
                  <a:pt x="121080" y="13603"/>
                  <a:pt x="120782" y="14395"/>
                </a:cubicBezTo>
                <a:cubicBezTo>
                  <a:pt x="120483" y="15187"/>
                  <a:pt x="120334" y="16082"/>
                  <a:pt x="120334" y="17081"/>
                </a:cubicBezTo>
                <a:cubicBezTo>
                  <a:pt x="120334" y="19170"/>
                  <a:pt x="120842" y="20734"/>
                  <a:pt x="121858" y="21773"/>
                </a:cubicBezTo>
                <a:cubicBezTo>
                  <a:pt x="122874" y="22812"/>
                  <a:pt x="124283" y="23331"/>
                  <a:pt x="126085" y="23331"/>
                </a:cubicBezTo>
                <a:cubicBezTo>
                  <a:pt x="126900" y="23331"/>
                  <a:pt x="127689" y="23239"/>
                  <a:pt x="128453" y="23056"/>
                </a:cubicBezTo>
                <a:cubicBezTo>
                  <a:pt x="129216" y="22872"/>
                  <a:pt x="129954" y="22597"/>
                  <a:pt x="130665" y="22229"/>
                </a:cubicBezTo>
                <a:lnTo>
                  <a:pt x="130665" y="25019"/>
                </a:lnTo>
                <a:close/>
                <a:moveTo>
                  <a:pt x="151961" y="16874"/>
                </a:moveTo>
                <a:cubicBezTo>
                  <a:pt x="151961" y="18217"/>
                  <a:pt x="151772" y="19448"/>
                  <a:pt x="151393" y="20568"/>
                </a:cubicBezTo>
                <a:cubicBezTo>
                  <a:pt x="151014" y="21687"/>
                  <a:pt x="150469" y="22645"/>
                  <a:pt x="149757" y="23443"/>
                </a:cubicBezTo>
                <a:cubicBezTo>
                  <a:pt x="149045" y="24241"/>
                  <a:pt x="148179" y="24861"/>
                  <a:pt x="147157" y="25303"/>
                </a:cubicBezTo>
                <a:cubicBezTo>
                  <a:pt x="146135" y="25745"/>
                  <a:pt x="144976" y="25966"/>
                  <a:pt x="143679" y="25966"/>
                </a:cubicBezTo>
                <a:cubicBezTo>
                  <a:pt x="142439" y="25966"/>
                  <a:pt x="141329" y="25773"/>
                  <a:pt x="140347" y="25389"/>
                </a:cubicBezTo>
                <a:cubicBezTo>
                  <a:pt x="139366" y="25004"/>
                  <a:pt x="138533" y="24439"/>
                  <a:pt x="137850" y="23693"/>
                </a:cubicBezTo>
                <a:cubicBezTo>
                  <a:pt x="137167" y="22947"/>
                  <a:pt x="136645" y="22023"/>
                  <a:pt x="136283" y="20921"/>
                </a:cubicBezTo>
                <a:cubicBezTo>
                  <a:pt x="135922" y="19819"/>
                  <a:pt x="135741" y="18550"/>
                  <a:pt x="135741" y="17115"/>
                </a:cubicBezTo>
                <a:cubicBezTo>
                  <a:pt x="135741" y="15772"/>
                  <a:pt x="135930" y="14547"/>
                  <a:pt x="136309" y="13439"/>
                </a:cubicBezTo>
                <a:cubicBezTo>
                  <a:pt x="136688" y="12331"/>
                  <a:pt x="137233" y="11379"/>
                  <a:pt x="137945" y="10581"/>
                </a:cubicBezTo>
                <a:cubicBezTo>
                  <a:pt x="138657" y="9783"/>
                  <a:pt x="139523" y="9163"/>
                  <a:pt x="140545" y="8721"/>
                </a:cubicBezTo>
                <a:cubicBezTo>
                  <a:pt x="141567" y="8279"/>
                  <a:pt x="142726" y="8058"/>
                  <a:pt x="144023" y="8058"/>
                </a:cubicBezTo>
                <a:cubicBezTo>
                  <a:pt x="145263" y="8058"/>
                  <a:pt x="146374" y="8251"/>
                  <a:pt x="147355" y="8635"/>
                </a:cubicBezTo>
                <a:cubicBezTo>
                  <a:pt x="148337" y="9020"/>
                  <a:pt x="149169" y="9582"/>
                  <a:pt x="149852" y="10323"/>
                </a:cubicBezTo>
                <a:cubicBezTo>
                  <a:pt x="150535" y="11063"/>
                  <a:pt x="151057" y="11984"/>
                  <a:pt x="151419" y="13086"/>
                </a:cubicBezTo>
                <a:cubicBezTo>
                  <a:pt x="151780" y="14188"/>
                  <a:pt x="151961" y="15451"/>
                  <a:pt x="151961" y="16874"/>
                </a:cubicBezTo>
                <a:moveTo>
                  <a:pt x="148896" y="17012"/>
                </a:moveTo>
                <a:cubicBezTo>
                  <a:pt x="148896" y="15944"/>
                  <a:pt x="148778" y="15012"/>
                  <a:pt x="148543" y="14214"/>
                </a:cubicBezTo>
                <a:cubicBezTo>
                  <a:pt x="148308" y="13416"/>
                  <a:pt x="147972" y="12750"/>
                  <a:pt x="147536" y="12217"/>
                </a:cubicBezTo>
                <a:cubicBezTo>
                  <a:pt x="147100" y="11683"/>
                  <a:pt x="146569" y="11281"/>
                  <a:pt x="145943" y="11011"/>
                </a:cubicBezTo>
                <a:cubicBezTo>
                  <a:pt x="145318" y="10742"/>
                  <a:pt x="144620" y="10607"/>
                  <a:pt x="143851" y="10607"/>
                </a:cubicBezTo>
                <a:cubicBezTo>
                  <a:pt x="142956" y="10607"/>
                  <a:pt x="142189" y="10782"/>
                  <a:pt x="141552" y="11132"/>
                </a:cubicBezTo>
                <a:cubicBezTo>
                  <a:pt x="140915" y="11482"/>
                  <a:pt x="140393" y="11950"/>
                  <a:pt x="139985" y="12535"/>
                </a:cubicBezTo>
                <a:cubicBezTo>
                  <a:pt x="139578" y="13121"/>
                  <a:pt x="139280" y="13801"/>
                  <a:pt x="139090" y="14576"/>
                </a:cubicBezTo>
                <a:cubicBezTo>
                  <a:pt x="138901" y="15350"/>
                  <a:pt x="138806" y="16163"/>
                  <a:pt x="138806" y="17012"/>
                </a:cubicBezTo>
                <a:cubicBezTo>
                  <a:pt x="138806" y="18080"/>
                  <a:pt x="138924" y="19015"/>
                  <a:pt x="139159" y="19819"/>
                </a:cubicBezTo>
                <a:cubicBezTo>
                  <a:pt x="139394" y="20622"/>
                  <a:pt x="139730" y="21291"/>
                  <a:pt x="140166" y="21825"/>
                </a:cubicBezTo>
                <a:cubicBezTo>
                  <a:pt x="140602" y="22358"/>
                  <a:pt x="141131" y="22760"/>
                  <a:pt x="141750" y="23030"/>
                </a:cubicBezTo>
                <a:cubicBezTo>
                  <a:pt x="142370" y="23300"/>
                  <a:pt x="143070" y="23435"/>
                  <a:pt x="143851" y="23435"/>
                </a:cubicBezTo>
                <a:cubicBezTo>
                  <a:pt x="144746" y="23435"/>
                  <a:pt x="145513" y="23260"/>
                  <a:pt x="146150" y="22909"/>
                </a:cubicBezTo>
                <a:cubicBezTo>
                  <a:pt x="146787" y="22559"/>
                  <a:pt x="147309" y="22092"/>
                  <a:pt x="147717" y="21506"/>
                </a:cubicBezTo>
                <a:cubicBezTo>
                  <a:pt x="148124" y="20921"/>
                  <a:pt x="148423" y="20241"/>
                  <a:pt x="148612" y="19466"/>
                </a:cubicBezTo>
                <a:cubicBezTo>
                  <a:pt x="148801" y="18691"/>
                  <a:pt x="148896" y="17873"/>
                  <a:pt x="148896" y="17012"/>
                </a:cubicBezTo>
                <a:close/>
                <a:moveTo>
                  <a:pt x="155566" y="8368"/>
                </a:moveTo>
                <a:lnTo>
                  <a:pt x="158235" y="8368"/>
                </a:lnTo>
                <a:lnTo>
                  <a:pt x="158356" y="11158"/>
                </a:lnTo>
                <a:cubicBezTo>
                  <a:pt x="158861" y="10561"/>
                  <a:pt x="159349" y="10064"/>
                  <a:pt x="159819" y="9668"/>
                </a:cubicBezTo>
                <a:cubicBezTo>
                  <a:pt x="160290" y="9272"/>
                  <a:pt x="160752" y="8954"/>
                  <a:pt x="161206" y="8713"/>
                </a:cubicBezTo>
                <a:cubicBezTo>
                  <a:pt x="161659" y="8472"/>
                  <a:pt x="162121" y="8302"/>
                  <a:pt x="162592" y="8205"/>
                </a:cubicBezTo>
                <a:cubicBezTo>
                  <a:pt x="163062" y="8107"/>
                  <a:pt x="163550" y="8058"/>
                  <a:pt x="164055" y="8058"/>
                </a:cubicBezTo>
                <a:cubicBezTo>
                  <a:pt x="165834" y="8058"/>
                  <a:pt x="167180" y="8583"/>
                  <a:pt x="168093" y="9634"/>
                </a:cubicBezTo>
                <a:cubicBezTo>
                  <a:pt x="169006" y="10684"/>
                  <a:pt x="169462" y="12265"/>
                  <a:pt x="169462" y="14378"/>
                </a:cubicBezTo>
                <a:lnTo>
                  <a:pt x="169462" y="25656"/>
                </a:lnTo>
                <a:lnTo>
                  <a:pt x="166466" y="25656"/>
                </a:lnTo>
                <a:lnTo>
                  <a:pt x="166466" y="14619"/>
                </a:lnTo>
                <a:cubicBezTo>
                  <a:pt x="166466" y="13264"/>
                  <a:pt x="166213" y="12263"/>
                  <a:pt x="165708" y="11614"/>
                </a:cubicBezTo>
                <a:cubicBezTo>
                  <a:pt x="165203" y="10965"/>
                  <a:pt x="164451" y="10641"/>
                  <a:pt x="163453" y="10641"/>
                </a:cubicBezTo>
                <a:cubicBezTo>
                  <a:pt x="163085" y="10641"/>
                  <a:pt x="162727" y="10696"/>
                  <a:pt x="162376" y="10805"/>
                </a:cubicBezTo>
                <a:cubicBezTo>
                  <a:pt x="162026" y="10914"/>
                  <a:pt x="161662" y="11103"/>
                  <a:pt x="161283" y="11373"/>
                </a:cubicBezTo>
                <a:cubicBezTo>
                  <a:pt x="160904" y="11643"/>
                  <a:pt x="160494" y="12007"/>
                  <a:pt x="160052" y="12466"/>
                </a:cubicBezTo>
                <a:cubicBezTo>
                  <a:pt x="159610" y="12925"/>
                  <a:pt x="159113" y="13499"/>
                  <a:pt x="158562" y="14188"/>
                </a:cubicBezTo>
                <a:lnTo>
                  <a:pt x="158562" y="25656"/>
                </a:lnTo>
                <a:lnTo>
                  <a:pt x="155566" y="25656"/>
                </a:lnTo>
                <a:lnTo>
                  <a:pt x="155566" y="8368"/>
                </a:lnTo>
                <a:close/>
                <a:moveTo>
                  <a:pt x="189174" y="25397"/>
                </a:moveTo>
                <a:cubicBezTo>
                  <a:pt x="188496" y="25576"/>
                  <a:pt x="187796" y="25703"/>
                  <a:pt x="187073" y="25781"/>
                </a:cubicBezTo>
                <a:cubicBezTo>
                  <a:pt x="186350" y="25858"/>
                  <a:pt x="185615" y="25897"/>
                  <a:pt x="184869" y="25897"/>
                </a:cubicBezTo>
                <a:cubicBezTo>
                  <a:pt x="182699" y="25897"/>
                  <a:pt x="181081" y="25406"/>
                  <a:pt x="180013" y="24425"/>
                </a:cubicBezTo>
                <a:cubicBezTo>
                  <a:pt x="178946" y="23443"/>
                  <a:pt x="178412" y="21937"/>
                  <a:pt x="178412" y="19905"/>
                </a:cubicBezTo>
                <a:lnTo>
                  <a:pt x="178412" y="10882"/>
                </a:lnTo>
                <a:lnTo>
                  <a:pt x="173574" y="10882"/>
                </a:lnTo>
                <a:lnTo>
                  <a:pt x="173574" y="8368"/>
                </a:lnTo>
                <a:lnTo>
                  <a:pt x="178412" y="8368"/>
                </a:lnTo>
                <a:lnTo>
                  <a:pt x="178412" y="3601"/>
                </a:lnTo>
                <a:lnTo>
                  <a:pt x="181408" y="2824"/>
                </a:lnTo>
                <a:lnTo>
                  <a:pt x="181408" y="8368"/>
                </a:lnTo>
                <a:lnTo>
                  <a:pt x="189174" y="8368"/>
                </a:lnTo>
                <a:lnTo>
                  <a:pt x="189174" y="10882"/>
                </a:lnTo>
                <a:lnTo>
                  <a:pt x="181408" y="10882"/>
                </a:lnTo>
                <a:lnTo>
                  <a:pt x="181408" y="19664"/>
                </a:lnTo>
                <a:cubicBezTo>
                  <a:pt x="181408" y="20903"/>
                  <a:pt x="181738" y="21830"/>
                  <a:pt x="182398" y="22444"/>
                </a:cubicBezTo>
                <a:cubicBezTo>
                  <a:pt x="183058" y="23059"/>
                  <a:pt x="184031" y="23366"/>
                  <a:pt x="185317" y="23366"/>
                </a:cubicBezTo>
                <a:cubicBezTo>
                  <a:pt x="185868" y="23366"/>
                  <a:pt x="186470" y="23321"/>
                  <a:pt x="187125" y="23233"/>
                </a:cubicBezTo>
                <a:cubicBezTo>
                  <a:pt x="187779" y="23144"/>
                  <a:pt x="188462" y="23004"/>
                  <a:pt x="189174" y="22815"/>
                </a:cubicBezTo>
                <a:lnTo>
                  <a:pt x="189174" y="25397"/>
                </a:lnTo>
                <a:close/>
                <a:moveTo>
                  <a:pt x="209522" y="16099"/>
                </a:moveTo>
                <a:cubicBezTo>
                  <a:pt x="209522" y="16524"/>
                  <a:pt x="209517" y="16880"/>
                  <a:pt x="209505" y="17167"/>
                </a:cubicBezTo>
                <a:cubicBezTo>
                  <a:pt x="209494" y="17454"/>
                  <a:pt x="209476" y="17724"/>
                  <a:pt x="209453" y="17976"/>
                </a:cubicBezTo>
                <a:lnTo>
                  <a:pt x="197314" y="17976"/>
                </a:lnTo>
                <a:cubicBezTo>
                  <a:pt x="197314" y="19744"/>
                  <a:pt x="197808" y="21101"/>
                  <a:pt x="198795" y="22048"/>
                </a:cubicBezTo>
                <a:cubicBezTo>
                  <a:pt x="199782" y="22995"/>
                  <a:pt x="201206" y="23469"/>
                  <a:pt x="203065" y="23469"/>
                </a:cubicBezTo>
                <a:cubicBezTo>
                  <a:pt x="203570" y="23469"/>
                  <a:pt x="204075" y="23449"/>
                  <a:pt x="204581" y="23408"/>
                </a:cubicBezTo>
                <a:cubicBezTo>
                  <a:pt x="205086" y="23366"/>
                  <a:pt x="205574" y="23311"/>
                  <a:pt x="206044" y="23240"/>
                </a:cubicBezTo>
                <a:cubicBezTo>
                  <a:pt x="206515" y="23170"/>
                  <a:pt x="206965" y="23090"/>
                  <a:pt x="207396" y="23002"/>
                </a:cubicBezTo>
                <a:cubicBezTo>
                  <a:pt x="207826" y="22914"/>
                  <a:pt x="208225" y="22817"/>
                  <a:pt x="208593" y="22711"/>
                </a:cubicBezTo>
                <a:lnTo>
                  <a:pt x="208593" y="25174"/>
                </a:lnTo>
                <a:cubicBezTo>
                  <a:pt x="207777" y="25408"/>
                  <a:pt x="206856" y="25599"/>
                  <a:pt x="205829" y="25746"/>
                </a:cubicBezTo>
                <a:cubicBezTo>
                  <a:pt x="204802" y="25892"/>
                  <a:pt x="203737" y="25966"/>
                  <a:pt x="202635" y="25966"/>
                </a:cubicBezTo>
                <a:cubicBezTo>
                  <a:pt x="201154" y="25966"/>
                  <a:pt x="199880" y="25765"/>
                  <a:pt x="198812" y="25363"/>
                </a:cubicBezTo>
                <a:cubicBezTo>
                  <a:pt x="197745" y="24961"/>
                  <a:pt x="196869" y="24379"/>
                  <a:pt x="196186" y="23615"/>
                </a:cubicBezTo>
                <a:cubicBezTo>
                  <a:pt x="195503" y="22852"/>
                  <a:pt x="194998" y="21916"/>
                  <a:pt x="194671" y="20809"/>
                </a:cubicBezTo>
                <a:cubicBezTo>
                  <a:pt x="194344" y="19701"/>
                  <a:pt x="194181" y="18447"/>
                  <a:pt x="194181" y="17046"/>
                </a:cubicBezTo>
                <a:cubicBezTo>
                  <a:pt x="194181" y="15830"/>
                  <a:pt x="194356" y="14679"/>
                  <a:pt x="194706" y="13594"/>
                </a:cubicBezTo>
                <a:cubicBezTo>
                  <a:pt x="195056" y="12509"/>
                  <a:pt x="195567" y="11557"/>
                  <a:pt x="196238" y="10736"/>
                </a:cubicBezTo>
                <a:cubicBezTo>
                  <a:pt x="196910" y="9915"/>
                  <a:pt x="197733" y="9264"/>
                  <a:pt x="198709" y="8782"/>
                </a:cubicBezTo>
                <a:cubicBezTo>
                  <a:pt x="199685" y="8299"/>
                  <a:pt x="200792" y="8058"/>
                  <a:pt x="202032" y="8058"/>
                </a:cubicBezTo>
                <a:cubicBezTo>
                  <a:pt x="203238" y="8058"/>
                  <a:pt x="204305" y="8248"/>
                  <a:pt x="205235" y="8627"/>
                </a:cubicBezTo>
                <a:cubicBezTo>
                  <a:pt x="206165" y="9005"/>
                  <a:pt x="206948" y="9542"/>
                  <a:pt x="207585" y="10236"/>
                </a:cubicBezTo>
                <a:cubicBezTo>
                  <a:pt x="208222" y="10931"/>
                  <a:pt x="208704" y="11775"/>
                  <a:pt x="209032" y="12768"/>
                </a:cubicBezTo>
                <a:cubicBezTo>
                  <a:pt x="209359" y="13761"/>
                  <a:pt x="209522" y="14871"/>
                  <a:pt x="209522" y="16099"/>
                </a:cubicBezTo>
                <a:moveTo>
                  <a:pt x="206406" y="15669"/>
                </a:moveTo>
                <a:cubicBezTo>
                  <a:pt x="206440" y="14900"/>
                  <a:pt x="206366" y="14197"/>
                  <a:pt x="206182" y="13560"/>
                </a:cubicBezTo>
                <a:cubicBezTo>
                  <a:pt x="205998" y="12923"/>
                  <a:pt x="205714" y="12374"/>
                  <a:pt x="205330" y="11915"/>
                </a:cubicBezTo>
                <a:cubicBezTo>
                  <a:pt x="204945" y="11456"/>
                  <a:pt x="204466" y="11097"/>
                  <a:pt x="203892" y="10839"/>
                </a:cubicBezTo>
                <a:cubicBezTo>
                  <a:pt x="203318" y="10581"/>
                  <a:pt x="202652" y="10452"/>
                  <a:pt x="201894" y="10452"/>
                </a:cubicBezTo>
                <a:cubicBezTo>
                  <a:pt x="201240" y="10452"/>
                  <a:pt x="200643" y="10578"/>
                  <a:pt x="200104" y="10831"/>
                </a:cubicBezTo>
                <a:cubicBezTo>
                  <a:pt x="199564" y="11083"/>
                  <a:pt x="199099" y="11439"/>
                  <a:pt x="198709" y="11898"/>
                </a:cubicBezTo>
                <a:cubicBezTo>
                  <a:pt x="198319" y="12357"/>
                  <a:pt x="198003" y="12908"/>
                  <a:pt x="197762" y="13551"/>
                </a:cubicBezTo>
                <a:cubicBezTo>
                  <a:pt x="197521" y="14194"/>
                  <a:pt x="197372" y="14900"/>
                  <a:pt x="197314" y="15669"/>
                </a:cubicBezTo>
                <a:lnTo>
                  <a:pt x="206406" y="15669"/>
                </a:lnTo>
                <a:close/>
                <a:moveTo>
                  <a:pt x="214598" y="8368"/>
                </a:moveTo>
                <a:lnTo>
                  <a:pt x="217267" y="8368"/>
                </a:lnTo>
                <a:lnTo>
                  <a:pt x="217388" y="11158"/>
                </a:lnTo>
                <a:cubicBezTo>
                  <a:pt x="217893" y="10561"/>
                  <a:pt x="218380" y="10064"/>
                  <a:pt x="218851" y="9668"/>
                </a:cubicBezTo>
                <a:cubicBezTo>
                  <a:pt x="219322" y="9272"/>
                  <a:pt x="219784" y="8954"/>
                  <a:pt x="220237" y="8713"/>
                </a:cubicBezTo>
                <a:cubicBezTo>
                  <a:pt x="220691" y="8472"/>
                  <a:pt x="221153" y="8302"/>
                  <a:pt x="221623" y="8205"/>
                </a:cubicBezTo>
                <a:cubicBezTo>
                  <a:pt x="222094" y="8107"/>
                  <a:pt x="222582" y="8058"/>
                  <a:pt x="223087" y="8058"/>
                </a:cubicBezTo>
                <a:cubicBezTo>
                  <a:pt x="224866" y="8058"/>
                  <a:pt x="226212" y="8583"/>
                  <a:pt x="227125" y="9634"/>
                </a:cubicBezTo>
                <a:cubicBezTo>
                  <a:pt x="228037" y="10684"/>
                  <a:pt x="228494" y="12265"/>
                  <a:pt x="228494" y="14378"/>
                </a:cubicBezTo>
                <a:lnTo>
                  <a:pt x="228494" y="25656"/>
                </a:lnTo>
                <a:lnTo>
                  <a:pt x="225497" y="25656"/>
                </a:lnTo>
                <a:lnTo>
                  <a:pt x="225497" y="14619"/>
                </a:lnTo>
                <a:cubicBezTo>
                  <a:pt x="225497" y="13264"/>
                  <a:pt x="225245" y="12263"/>
                  <a:pt x="224740" y="11614"/>
                </a:cubicBezTo>
                <a:cubicBezTo>
                  <a:pt x="224235" y="10965"/>
                  <a:pt x="223483" y="10641"/>
                  <a:pt x="222484" y="10641"/>
                </a:cubicBezTo>
                <a:cubicBezTo>
                  <a:pt x="222117" y="10641"/>
                  <a:pt x="221758" y="10696"/>
                  <a:pt x="221408" y="10805"/>
                </a:cubicBezTo>
                <a:cubicBezTo>
                  <a:pt x="221058" y="10914"/>
                  <a:pt x="220693" y="11103"/>
                  <a:pt x="220315" y="11373"/>
                </a:cubicBezTo>
                <a:cubicBezTo>
                  <a:pt x="219936" y="11643"/>
                  <a:pt x="219525" y="12007"/>
                  <a:pt x="219084" y="12466"/>
                </a:cubicBezTo>
                <a:cubicBezTo>
                  <a:pt x="218642" y="12925"/>
                  <a:pt x="218145" y="13499"/>
                  <a:pt x="217594" y="14188"/>
                </a:cubicBezTo>
                <a:lnTo>
                  <a:pt x="217594" y="25656"/>
                </a:lnTo>
                <a:lnTo>
                  <a:pt x="214598" y="25656"/>
                </a:lnTo>
                <a:lnTo>
                  <a:pt x="214598" y="8368"/>
                </a:lnTo>
                <a:close/>
                <a:moveTo>
                  <a:pt x="247182" y="25397"/>
                </a:moveTo>
                <a:cubicBezTo>
                  <a:pt x="246505" y="25576"/>
                  <a:pt x="245805" y="25703"/>
                  <a:pt x="245082" y="25781"/>
                </a:cubicBezTo>
                <a:cubicBezTo>
                  <a:pt x="244359" y="25858"/>
                  <a:pt x="243624" y="25897"/>
                  <a:pt x="242878" y="25897"/>
                </a:cubicBezTo>
                <a:cubicBezTo>
                  <a:pt x="240708" y="25897"/>
                  <a:pt x="239090" y="25406"/>
                  <a:pt x="238022" y="24425"/>
                </a:cubicBezTo>
                <a:cubicBezTo>
                  <a:pt x="236955" y="23443"/>
                  <a:pt x="236421" y="21937"/>
                  <a:pt x="236421" y="19905"/>
                </a:cubicBezTo>
                <a:lnTo>
                  <a:pt x="236421" y="10882"/>
                </a:lnTo>
                <a:lnTo>
                  <a:pt x="231582" y="10882"/>
                </a:lnTo>
                <a:lnTo>
                  <a:pt x="231582" y="8368"/>
                </a:lnTo>
                <a:lnTo>
                  <a:pt x="236421" y="8368"/>
                </a:lnTo>
                <a:lnTo>
                  <a:pt x="236421" y="3601"/>
                </a:lnTo>
                <a:lnTo>
                  <a:pt x="239417" y="2824"/>
                </a:lnTo>
                <a:lnTo>
                  <a:pt x="239417" y="8368"/>
                </a:lnTo>
                <a:lnTo>
                  <a:pt x="247182" y="8368"/>
                </a:lnTo>
                <a:lnTo>
                  <a:pt x="247182" y="10882"/>
                </a:lnTo>
                <a:lnTo>
                  <a:pt x="239417" y="10882"/>
                </a:lnTo>
                <a:lnTo>
                  <a:pt x="239417" y="19664"/>
                </a:lnTo>
                <a:cubicBezTo>
                  <a:pt x="239417" y="20903"/>
                  <a:pt x="239747" y="21830"/>
                  <a:pt x="240407" y="22444"/>
                </a:cubicBezTo>
                <a:cubicBezTo>
                  <a:pt x="241067" y="23059"/>
                  <a:pt x="242040" y="23366"/>
                  <a:pt x="243325" y="23366"/>
                </a:cubicBezTo>
                <a:cubicBezTo>
                  <a:pt x="243876" y="23366"/>
                  <a:pt x="244479" y="23321"/>
                  <a:pt x="245133" y="23233"/>
                </a:cubicBezTo>
                <a:cubicBezTo>
                  <a:pt x="245788" y="23144"/>
                  <a:pt x="246471" y="23004"/>
                  <a:pt x="247182" y="22815"/>
                </a:cubicBezTo>
                <a:lnTo>
                  <a:pt x="247182" y="25397"/>
                </a:lnTo>
                <a:close/>
                <a:moveTo>
                  <a:pt x="267531" y="25656"/>
                </a:moveTo>
                <a:lnTo>
                  <a:pt x="263536" y="25656"/>
                </a:lnTo>
                <a:lnTo>
                  <a:pt x="256976" y="11610"/>
                </a:lnTo>
                <a:lnTo>
                  <a:pt x="255082" y="7094"/>
                </a:lnTo>
                <a:lnTo>
                  <a:pt x="255082" y="18452"/>
                </a:lnTo>
                <a:lnTo>
                  <a:pt x="255082" y="25656"/>
                </a:lnTo>
                <a:lnTo>
                  <a:pt x="252224" y="25656"/>
                </a:lnTo>
                <a:lnTo>
                  <a:pt x="252224" y="3134"/>
                </a:lnTo>
                <a:lnTo>
                  <a:pt x="256167" y="3134"/>
                </a:lnTo>
                <a:lnTo>
                  <a:pt x="262417" y="16439"/>
                </a:lnTo>
                <a:lnTo>
                  <a:pt x="264673" y="21592"/>
                </a:lnTo>
                <a:lnTo>
                  <a:pt x="264673" y="9528"/>
                </a:lnTo>
                <a:lnTo>
                  <a:pt x="264673" y="3134"/>
                </a:lnTo>
                <a:lnTo>
                  <a:pt x="267531" y="3134"/>
                </a:lnTo>
                <a:lnTo>
                  <a:pt x="267531" y="25656"/>
                </a:lnTo>
                <a:close/>
                <a:moveTo>
                  <a:pt x="287656" y="16874"/>
                </a:moveTo>
                <a:cubicBezTo>
                  <a:pt x="287656" y="18217"/>
                  <a:pt x="287467" y="19448"/>
                  <a:pt x="287088" y="20568"/>
                </a:cubicBezTo>
                <a:cubicBezTo>
                  <a:pt x="286709" y="21687"/>
                  <a:pt x="286164" y="22645"/>
                  <a:pt x="285452" y="23443"/>
                </a:cubicBezTo>
                <a:cubicBezTo>
                  <a:pt x="284740" y="24241"/>
                  <a:pt x="283874" y="24861"/>
                  <a:pt x="282852" y="25303"/>
                </a:cubicBezTo>
                <a:cubicBezTo>
                  <a:pt x="281830" y="25745"/>
                  <a:pt x="280671" y="25966"/>
                  <a:pt x="279374" y="25966"/>
                </a:cubicBezTo>
                <a:cubicBezTo>
                  <a:pt x="278134" y="25966"/>
                  <a:pt x="277023" y="25773"/>
                  <a:pt x="276042" y="25389"/>
                </a:cubicBezTo>
                <a:cubicBezTo>
                  <a:pt x="275060" y="25004"/>
                  <a:pt x="274228" y="24439"/>
                  <a:pt x="273545" y="23693"/>
                </a:cubicBezTo>
                <a:cubicBezTo>
                  <a:pt x="272862" y="22947"/>
                  <a:pt x="272340" y="22023"/>
                  <a:pt x="271978" y="20921"/>
                </a:cubicBezTo>
                <a:cubicBezTo>
                  <a:pt x="271617" y="19819"/>
                  <a:pt x="271436" y="18550"/>
                  <a:pt x="271436" y="17115"/>
                </a:cubicBezTo>
                <a:cubicBezTo>
                  <a:pt x="271436" y="15772"/>
                  <a:pt x="271625" y="14547"/>
                  <a:pt x="272004" y="13439"/>
                </a:cubicBezTo>
                <a:cubicBezTo>
                  <a:pt x="272383" y="12331"/>
                  <a:pt x="272928" y="11379"/>
                  <a:pt x="273640" y="10581"/>
                </a:cubicBezTo>
                <a:cubicBezTo>
                  <a:pt x="274352" y="9783"/>
                  <a:pt x="275218" y="9163"/>
                  <a:pt x="276240" y="8721"/>
                </a:cubicBezTo>
                <a:cubicBezTo>
                  <a:pt x="277262" y="8279"/>
                  <a:pt x="278421" y="8058"/>
                  <a:pt x="279718" y="8058"/>
                </a:cubicBezTo>
                <a:cubicBezTo>
                  <a:pt x="280958" y="8058"/>
                  <a:pt x="282068" y="8251"/>
                  <a:pt x="283050" y="8635"/>
                </a:cubicBezTo>
                <a:cubicBezTo>
                  <a:pt x="284031" y="9020"/>
                  <a:pt x="284864" y="9582"/>
                  <a:pt x="285547" y="10323"/>
                </a:cubicBezTo>
                <a:cubicBezTo>
                  <a:pt x="286230" y="11063"/>
                  <a:pt x="286752" y="11984"/>
                  <a:pt x="287114" y="13086"/>
                </a:cubicBezTo>
                <a:cubicBezTo>
                  <a:pt x="287475" y="14188"/>
                  <a:pt x="287656" y="15451"/>
                  <a:pt x="287656" y="16874"/>
                </a:cubicBezTo>
                <a:moveTo>
                  <a:pt x="284591" y="17012"/>
                </a:moveTo>
                <a:cubicBezTo>
                  <a:pt x="284591" y="15944"/>
                  <a:pt x="284473" y="15012"/>
                  <a:pt x="284238" y="14214"/>
                </a:cubicBezTo>
                <a:cubicBezTo>
                  <a:pt x="284003" y="13416"/>
                  <a:pt x="283667" y="12750"/>
                  <a:pt x="283231" y="12217"/>
                </a:cubicBezTo>
                <a:cubicBezTo>
                  <a:pt x="282795" y="11683"/>
                  <a:pt x="282264" y="11281"/>
                  <a:pt x="281638" y="11011"/>
                </a:cubicBezTo>
                <a:cubicBezTo>
                  <a:pt x="281012" y="10742"/>
                  <a:pt x="280315" y="10607"/>
                  <a:pt x="279546" y="10607"/>
                </a:cubicBezTo>
                <a:cubicBezTo>
                  <a:pt x="278651" y="10607"/>
                  <a:pt x="277884" y="10782"/>
                  <a:pt x="277247" y="11132"/>
                </a:cubicBezTo>
                <a:cubicBezTo>
                  <a:pt x="276610" y="11482"/>
                  <a:pt x="276088" y="11950"/>
                  <a:pt x="275680" y="12535"/>
                </a:cubicBezTo>
                <a:cubicBezTo>
                  <a:pt x="275273" y="13121"/>
                  <a:pt x="274974" y="13801"/>
                  <a:pt x="274785" y="14576"/>
                </a:cubicBezTo>
                <a:cubicBezTo>
                  <a:pt x="274596" y="15350"/>
                  <a:pt x="274501" y="16163"/>
                  <a:pt x="274501" y="17012"/>
                </a:cubicBezTo>
                <a:cubicBezTo>
                  <a:pt x="274501" y="18080"/>
                  <a:pt x="274619" y="19015"/>
                  <a:pt x="274854" y="19819"/>
                </a:cubicBezTo>
                <a:cubicBezTo>
                  <a:pt x="275089" y="20622"/>
                  <a:pt x="275425" y="21291"/>
                  <a:pt x="275861" y="21825"/>
                </a:cubicBezTo>
                <a:cubicBezTo>
                  <a:pt x="276297" y="22358"/>
                  <a:pt x="276825" y="22760"/>
                  <a:pt x="277445" y="23030"/>
                </a:cubicBezTo>
                <a:cubicBezTo>
                  <a:pt x="278065" y="23300"/>
                  <a:pt x="278765" y="23435"/>
                  <a:pt x="279546" y="23435"/>
                </a:cubicBezTo>
                <a:cubicBezTo>
                  <a:pt x="280441" y="23435"/>
                  <a:pt x="281208" y="23260"/>
                  <a:pt x="281845" y="22909"/>
                </a:cubicBezTo>
                <a:cubicBezTo>
                  <a:pt x="282482" y="22559"/>
                  <a:pt x="283004" y="22092"/>
                  <a:pt x="283412" y="21506"/>
                </a:cubicBezTo>
                <a:cubicBezTo>
                  <a:pt x="283819" y="20921"/>
                  <a:pt x="284117" y="20241"/>
                  <a:pt x="284307" y="19466"/>
                </a:cubicBezTo>
                <a:cubicBezTo>
                  <a:pt x="284496" y="18691"/>
                  <a:pt x="284591" y="17873"/>
                  <a:pt x="284591" y="17012"/>
                </a:cubicBezTo>
                <a:close/>
                <a:moveTo>
                  <a:pt x="291406" y="17374"/>
                </a:moveTo>
                <a:cubicBezTo>
                  <a:pt x="291406" y="15904"/>
                  <a:pt x="291607" y="14599"/>
                  <a:pt x="292008" y="13456"/>
                </a:cubicBezTo>
                <a:cubicBezTo>
                  <a:pt x="292410" y="12314"/>
                  <a:pt x="292981" y="11350"/>
                  <a:pt x="293722" y="10564"/>
                </a:cubicBezTo>
                <a:cubicBezTo>
                  <a:pt x="294462" y="9777"/>
                  <a:pt x="295352" y="9180"/>
                  <a:pt x="296391" y="8773"/>
                </a:cubicBezTo>
                <a:cubicBezTo>
                  <a:pt x="297429" y="8365"/>
                  <a:pt x="298586" y="8162"/>
                  <a:pt x="299860" y="8162"/>
                </a:cubicBezTo>
                <a:cubicBezTo>
                  <a:pt x="300411" y="8162"/>
                  <a:pt x="300954" y="8196"/>
                  <a:pt x="301487" y="8265"/>
                </a:cubicBezTo>
                <a:cubicBezTo>
                  <a:pt x="302021" y="8334"/>
                  <a:pt x="302546" y="8443"/>
                  <a:pt x="303063" y="8592"/>
                </a:cubicBezTo>
                <a:lnTo>
                  <a:pt x="303063" y="1309"/>
                </a:lnTo>
                <a:lnTo>
                  <a:pt x="306076" y="1309"/>
                </a:lnTo>
                <a:lnTo>
                  <a:pt x="306076" y="25656"/>
                </a:lnTo>
                <a:lnTo>
                  <a:pt x="303390" y="25656"/>
                </a:lnTo>
                <a:lnTo>
                  <a:pt x="303287" y="22384"/>
                </a:lnTo>
                <a:cubicBezTo>
                  <a:pt x="302449" y="23601"/>
                  <a:pt x="301542" y="24502"/>
                  <a:pt x="300566" y="25088"/>
                </a:cubicBezTo>
                <a:cubicBezTo>
                  <a:pt x="299590" y="25673"/>
                  <a:pt x="298534" y="25966"/>
                  <a:pt x="297398" y="25966"/>
                </a:cubicBezTo>
                <a:cubicBezTo>
                  <a:pt x="296411" y="25966"/>
                  <a:pt x="295541" y="25759"/>
                  <a:pt x="294789" y="25346"/>
                </a:cubicBezTo>
                <a:cubicBezTo>
                  <a:pt x="294037" y="24933"/>
                  <a:pt x="293412" y="24350"/>
                  <a:pt x="292912" y="23598"/>
                </a:cubicBezTo>
                <a:cubicBezTo>
                  <a:pt x="292413" y="22846"/>
                  <a:pt x="292037" y="21942"/>
                  <a:pt x="291785" y="20886"/>
                </a:cubicBezTo>
                <a:cubicBezTo>
                  <a:pt x="291532" y="19830"/>
                  <a:pt x="291406" y="18659"/>
                  <a:pt x="291406" y="17374"/>
                </a:cubicBezTo>
                <a:moveTo>
                  <a:pt x="294471" y="17184"/>
                </a:moveTo>
                <a:cubicBezTo>
                  <a:pt x="294471" y="19273"/>
                  <a:pt x="294778" y="20832"/>
                  <a:pt x="295392" y="21859"/>
                </a:cubicBezTo>
                <a:cubicBezTo>
                  <a:pt x="296006" y="22886"/>
                  <a:pt x="296876" y="23400"/>
                  <a:pt x="298001" y="23400"/>
                </a:cubicBezTo>
                <a:cubicBezTo>
                  <a:pt x="298758" y="23400"/>
                  <a:pt x="299559" y="23061"/>
                  <a:pt x="300403" y="22384"/>
                </a:cubicBezTo>
                <a:cubicBezTo>
                  <a:pt x="301246" y="21707"/>
                  <a:pt x="302133" y="20703"/>
                  <a:pt x="303063" y="19371"/>
                </a:cubicBezTo>
                <a:lnTo>
                  <a:pt x="303063" y="11347"/>
                </a:lnTo>
                <a:cubicBezTo>
                  <a:pt x="302569" y="11118"/>
                  <a:pt x="302024" y="10942"/>
                  <a:pt x="301427" y="10822"/>
                </a:cubicBezTo>
                <a:cubicBezTo>
                  <a:pt x="300830" y="10701"/>
                  <a:pt x="300239" y="10641"/>
                  <a:pt x="299654" y="10641"/>
                </a:cubicBezTo>
                <a:cubicBezTo>
                  <a:pt x="298023" y="10641"/>
                  <a:pt x="296752" y="11169"/>
                  <a:pt x="295840" y="12225"/>
                </a:cubicBezTo>
                <a:cubicBezTo>
                  <a:pt x="294927" y="13281"/>
                  <a:pt x="294471" y="14934"/>
                  <a:pt x="294471" y="17184"/>
                </a:cubicBezTo>
                <a:close/>
                <a:moveTo>
                  <a:pt x="325540" y="16099"/>
                </a:moveTo>
                <a:cubicBezTo>
                  <a:pt x="325540" y="16524"/>
                  <a:pt x="325534" y="16880"/>
                  <a:pt x="325523" y="17167"/>
                </a:cubicBezTo>
                <a:cubicBezTo>
                  <a:pt x="325511" y="17454"/>
                  <a:pt x="325494" y="17724"/>
                  <a:pt x="325471" y="17976"/>
                </a:cubicBezTo>
                <a:lnTo>
                  <a:pt x="313332" y="17976"/>
                </a:lnTo>
                <a:cubicBezTo>
                  <a:pt x="313332" y="19744"/>
                  <a:pt x="313825" y="21101"/>
                  <a:pt x="314813" y="22048"/>
                </a:cubicBezTo>
                <a:cubicBezTo>
                  <a:pt x="315800" y="22995"/>
                  <a:pt x="317223" y="23469"/>
                  <a:pt x="319083" y="23469"/>
                </a:cubicBezTo>
                <a:cubicBezTo>
                  <a:pt x="319588" y="23469"/>
                  <a:pt x="320093" y="23449"/>
                  <a:pt x="320598" y="23408"/>
                </a:cubicBezTo>
                <a:cubicBezTo>
                  <a:pt x="321103" y="23366"/>
                  <a:pt x="321591" y="23311"/>
                  <a:pt x="322062" y="23240"/>
                </a:cubicBezTo>
                <a:cubicBezTo>
                  <a:pt x="322532" y="23170"/>
                  <a:pt x="322983" y="23090"/>
                  <a:pt x="323413" y="23002"/>
                </a:cubicBezTo>
                <a:cubicBezTo>
                  <a:pt x="323844" y="22914"/>
                  <a:pt x="324243" y="22817"/>
                  <a:pt x="324610" y="22711"/>
                </a:cubicBezTo>
                <a:lnTo>
                  <a:pt x="324610" y="25174"/>
                </a:lnTo>
                <a:cubicBezTo>
                  <a:pt x="323795" y="25408"/>
                  <a:pt x="322874" y="25599"/>
                  <a:pt x="321847" y="25746"/>
                </a:cubicBezTo>
                <a:cubicBezTo>
                  <a:pt x="320819" y="25892"/>
                  <a:pt x="319754" y="25966"/>
                  <a:pt x="318652" y="25966"/>
                </a:cubicBezTo>
                <a:cubicBezTo>
                  <a:pt x="317172" y="25966"/>
                  <a:pt x="315897" y="25765"/>
                  <a:pt x="314830" y="25363"/>
                </a:cubicBezTo>
                <a:cubicBezTo>
                  <a:pt x="313762" y="24961"/>
                  <a:pt x="312887" y="24379"/>
                  <a:pt x="312204" y="23615"/>
                </a:cubicBezTo>
                <a:cubicBezTo>
                  <a:pt x="311521" y="22852"/>
                  <a:pt x="311016" y="21916"/>
                  <a:pt x="310689" y="20809"/>
                </a:cubicBezTo>
                <a:cubicBezTo>
                  <a:pt x="310362" y="19701"/>
                  <a:pt x="310198" y="18447"/>
                  <a:pt x="310198" y="17046"/>
                </a:cubicBezTo>
                <a:cubicBezTo>
                  <a:pt x="310198" y="15830"/>
                  <a:pt x="310373" y="14679"/>
                  <a:pt x="310723" y="13594"/>
                </a:cubicBezTo>
                <a:cubicBezTo>
                  <a:pt x="311073" y="12509"/>
                  <a:pt x="311584" y="11557"/>
                  <a:pt x="312256" y="10736"/>
                </a:cubicBezTo>
                <a:cubicBezTo>
                  <a:pt x="312927" y="9915"/>
                  <a:pt x="313751" y="9264"/>
                  <a:pt x="314727" y="8782"/>
                </a:cubicBezTo>
                <a:cubicBezTo>
                  <a:pt x="315702" y="8299"/>
                  <a:pt x="316810" y="8058"/>
                  <a:pt x="318050" y="8058"/>
                </a:cubicBezTo>
                <a:cubicBezTo>
                  <a:pt x="319255" y="8058"/>
                  <a:pt x="320323" y="8248"/>
                  <a:pt x="321252" y="8627"/>
                </a:cubicBezTo>
                <a:cubicBezTo>
                  <a:pt x="322182" y="9005"/>
                  <a:pt x="322966" y="9542"/>
                  <a:pt x="323603" y="10236"/>
                </a:cubicBezTo>
                <a:cubicBezTo>
                  <a:pt x="324240" y="10931"/>
                  <a:pt x="324722" y="11775"/>
                  <a:pt x="325049" y="12768"/>
                </a:cubicBezTo>
                <a:cubicBezTo>
                  <a:pt x="325376" y="13761"/>
                  <a:pt x="325540" y="14871"/>
                  <a:pt x="325540" y="16099"/>
                </a:cubicBezTo>
                <a:moveTo>
                  <a:pt x="322423" y="15669"/>
                </a:moveTo>
                <a:cubicBezTo>
                  <a:pt x="322458" y="14900"/>
                  <a:pt x="322383" y="14197"/>
                  <a:pt x="322199" y="13560"/>
                </a:cubicBezTo>
                <a:cubicBezTo>
                  <a:pt x="322016" y="12923"/>
                  <a:pt x="321732" y="12374"/>
                  <a:pt x="321347" y="11915"/>
                </a:cubicBezTo>
                <a:cubicBezTo>
                  <a:pt x="320963" y="11456"/>
                  <a:pt x="320483" y="11097"/>
                  <a:pt x="319909" y="10839"/>
                </a:cubicBezTo>
                <a:cubicBezTo>
                  <a:pt x="319335" y="10581"/>
                  <a:pt x="318670" y="10452"/>
                  <a:pt x="317912" y="10452"/>
                </a:cubicBezTo>
                <a:cubicBezTo>
                  <a:pt x="317258" y="10452"/>
                  <a:pt x="316661" y="10578"/>
                  <a:pt x="316121" y="10831"/>
                </a:cubicBezTo>
                <a:cubicBezTo>
                  <a:pt x="315582" y="11083"/>
                  <a:pt x="315117" y="11439"/>
                  <a:pt x="314727" y="11898"/>
                </a:cubicBezTo>
                <a:cubicBezTo>
                  <a:pt x="314336" y="12357"/>
                  <a:pt x="314021" y="12908"/>
                  <a:pt x="313780" y="13551"/>
                </a:cubicBezTo>
                <a:cubicBezTo>
                  <a:pt x="313539" y="14194"/>
                  <a:pt x="313389" y="14900"/>
                  <a:pt x="313332" y="15669"/>
                </a:cubicBezTo>
                <a:lnTo>
                  <a:pt x="322423" y="15669"/>
                </a:lnTo>
                <a:close/>
                <a:moveTo>
                  <a:pt x="364941" y="14533"/>
                </a:moveTo>
                <a:lnTo>
                  <a:pt x="350133" y="14533"/>
                </a:lnTo>
                <a:lnTo>
                  <a:pt x="350133" y="12001"/>
                </a:lnTo>
                <a:lnTo>
                  <a:pt x="364941" y="12001"/>
                </a:lnTo>
                <a:lnTo>
                  <a:pt x="364941" y="14533"/>
                </a:lnTo>
                <a:moveTo>
                  <a:pt x="364941" y="20542"/>
                </a:moveTo>
                <a:lnTo>
                  <a:pt x="350133" y="20542"/>
                </a:lnTo>
                <a:lnTo>
                  <a:pt x="350133" y="18011"/>
                </a:lnTo>
                <a:lnTo>
                  <a:pt x="364941" y="18011"/>
                </a:lnTo>
                <a:lnTo>
                  <a:pt x="364941" y="20542"/>
                </a:lnTo>
                <a:close/>
                <a:moveTo>
                  <a:pt x="404022" y="16874"/>
                </a:moveTo>
                <a:cubicBezTo>
                  <a:pt x="404022" y="18217"/>
                  <a:pt x="403833" y="19448"/>
                  <a:pt x="403454" y="20568"/>
                </a:cubicBezTo>
                <a:cubicBezTo>
                  <a:pt x="403075" y="21687"/>
                  <a:pt x="402530" y="22645"/>
                  <a:pt x="401818" y="23443"/>
                </a:cubicBezTo>
                <a:cubicBezTo>
                  <a:pt x="401107" y="24241"/>
                  <a:pt x="400240" y="24861"/>
                  <a:pt x="399218" y="25303"/>
                </a:cubicBezTo>
                <a:cubicBezTo>
                  <a:pt x="398197" y="25745"/>
                  <a:pt x="397037" y="25966"/>
                  <a:pt x="395740" y="25966"/>
                </a:cubicBezTo>
                <a:cubicBezTo>
                  <a:pt x="394500" y="25966"/>
                  <a:pt x="393390" y="25773"/>
                  <a:pt x="392408" y="25389"/>
                </a:cubicBezTo>
                <a:cubicBezTo>
                  <a:pt x="391427" y="25004"/>
                  <a:pt x="390595" y="24439"/>
                  <a:pt x="389912" y="23693"/>
                </a:cubicBezTo>
                <a:cubicBezTo>
                  <a:pt x="389229" y="22947"/>
                  <a:pt x="388706" y="22023"/>
                  <a:pt x="388345" y="20921"/>
                </a:cubicBezTo>
                <a:cubicBezTo>
                  <a:pt x="387983" y="19819"/>
                  <a:pt x="387802" y="18550"/>
                  <a:pt x="387802" y="17115"/>
                </a:cubicBezTo>
                <a:cubicBezTo>
                  <a:pt x="387802" y="15772"/>
                  <a:pt x="387992" y="14547"/>
                  <a:pt x="388371" y="13439"/>
                </a:cubicBezTo>
                <a:cubicBezTo>
                  <a:pt x="388749" y="12331"/>
                  <a:pt x="389295" y="11379"/>
                  <a:pt x="390006" y="10581"/>
                </a:cubicBezTo>
                <a:cubicBezTo>
                  <a:pt x="390718" y="9783"/>
                  <a:pt x="391585" y="9163"/>
                  <a:pt x="392606" y="8721"/>
                </a:cubicBezTo>
                <a:cubicBezTo>
                  <a:pt x="393628" y="8279"/>
                  <a:pt x="394787" y="8058"/>
                  <a:pt x="396084" y="8058"/>
                </a:cubicBezTo>
                <a:cubicBezTo>
                  <a:pt x="397324" y="8058"/>
                  <a:pt x="398435" y="8251"/>
                  <a:pt x="399416" y="8635"/>
                </a:cubicBezTo>
                <a:cubicBezTo>
                  <a:pt x="400398" y="9020"/>
                  <a:pt x="401230" y="9582"/>
                  <a:pt x="401913" y="10323"/>
                </a:cubicBezTo>
                <a:cubicBezTo>
                  <a:pt x="402596" y="11063"/>
                  <a:pt x="403118" y="11984"/>
                  <a:pt x="403480" y="13086"/>
                </a:cubicBezTo>
                <a:cubicBezTo>
                  <a:pt x="403841" y="14188"/>
                  <a:pt x="404022" y="15451"/>
                  <a:pt x="404022" y="16874"/>
                </a:cubicBezTo>
                <a:moveTo>
                  <a:pt x="400957" y="17012"/>
                </a:moveTo>
                <a:cubicBezTo>
                  <a:pt x="400957" y="15944"/>
                  <a:pt x="400840" y="15012"/>
                  <a:pt x="400604" y="14214"/>
                </a:cubicBezTo>
                <a:cubicBezTo>
                  <a:pt x="400369" y="13416"/>
                  <a:pt x="400033" y="12750"/>
                  <a:pt x="399597" y="12217"/>
                </a:cubicBezTo>
                <a:cubicBezTo>
                  <a:pt x="399161" y="11683"/>
                  <a:pt x="398630" y="11281"/>
                  <a:pt x="398004" y="11011"/>
                </a:cubicBezTo>
                <a:cubicBezTo>
                  <a:pt x="397379" y="10742"/>
                  <a:pt x="396681" y="10607"/>
                  <a:pt x="395912" y="10607"/>
                </a:cubicBezTo>
                <a:cubicBezTo>
                  <a:pt x="395017" y="10607"/>
                  <a:pt x="394251" y="10782"/>
                  <a:pt x="393614" y="11132"/>
                </a:cubicBezTo>
                <a:cubicBezTo>
                  <a:pt x="392976" y="11482"/>
                  <a:pt x="392454" y="11950"/>
                  <a:pt x="392047" y="12535"/>
                </a:cubicBezTo>
                <a:cubicBezTo>
                  <a:pt x="391639" y="13121"/>
                  <a:pt x="391341" y="13801"/>
                  <a:pt x="391151" y="14576"/>
                </a:cubicBezTo>
                <a:cubicBezTo>
                  <a:pt x="390962" y="15350"/>
                  <a:pt x="390867" y="16163"/>
                  <a:pt x="390867" y="17012"/>
                </a:cubicBezTo>
                <a:cubicBezTo>
                  <a:pt x="390867" y="18080"/>
                  <a:pt x="390985" y="19015"/>
                  <a:pt x="391220" y="19819"/>
                </a:cubicBezTo>
                <a:cubicBezTo>
                  <a:pt x="391456" y="20622"/>
                  <a:pt x="391791" y="21291"/>
                  <a:pt x="392227" y="21825"/>
                </a:cubicBezTo>
                <a:cubicBezTo>
                  <a:pt x="392664" y="22358"/>
                  <a:pt x="393192" y="22760"/>
                  <a:pt x="393812" y="23030"/>
                </a:cubicBezTo>
                <a:cubicBezTo>
                  <a:pt x="394431" y="23300"/>
                  <a:pt x="395132" y="23435"/>
                  <a:pt x="395912" y="23435"/>
                </a:cubicBezTo>
                <a:cubicBezTo>
                  <a:pt x="396808" y="23435"/>
                  <a:pt x="397574" y="23260"/>
                  <a:pt x="398211" y="22909"/>
                </a:cubicBezTo>
                <a:cubicBezTo>
                  <a:pt x="398848" y="22559"/>
                  <a:pt x="399370" y="22092"/>
                  <a:pt x="399778" y="21506"/>
                </a:cubicBezTo>
                <a:cubicBezTo>
                  <a:pt x="400185" y="20921"/>
                  <a:pt x="400484" y="20241"/>
                  <a:pt x="400673" y="19466"/>
                </a:cubicBezTo>
                <a:cubicBezTo>
                  <a:pt x="400863" y="18691"/>
                  <a:pt x="400957" y="17873"/>
                  <a:pt x="400957" y="17012"/>
                </a:cubicBezTo>
                <a:close/>
                <a:moveTo>
                  <a:pt x="407032" y="8368"/>
                </a:moveTo>
                <a:lnTo>
                  <a:pt x="410441" y="8368"/>
                </a:lnTo>
                <a:lnTo>
                  <a:pt x="414677" y="19801"/>
                </a:lnTo>
                <a:lnTo>
                  <a:pt x="415590" y="22591"/>
                </a:lnTo>
                <a:lnTo>
                  <a:pt x="416537" y="19733"/>
                </a:lnTo>
                <a:lnTo>
                  <a:pt x="420738" y="8368"/>
                </a:lnTo>
                <a:lnTo>
                  <a:pt x="424027" y="8368"/>
                </a:lnTo>
                <a:lnTo>
                  <a:pt x="417243" y="25656"/>
                </a:lnTo>
                <a:lnTo>
                  <a:pt x="413799" y="25656"/>
                </a:lnTo>
                <a:lnTo>
                  <a:pt x="407032" y="8368"/>
                </a:lnTo>
                <a:close/>
                <a:moveTo>
                  <a:pt x="442929" y="16099"/>
                </a:moveTo>
                <a:cubicBezTo>
                  <a:pt x="442929" y="16524"/>
                  <a:pt x="442923" y="16880"/>
                  <a:pt x="442912" y="17167"/>
                </a:cubicBezTo>
                <a:cubicBezTo>
                  <a:pt x="442900" y="17454"/>
                  <a:pt x="442883" y="17724"/>
                  <a:pt x="442860" y="17976"/>
                </a:cubicBezTo>
                <a:lnTo>
                  <a:pt x="430721" y="17976"/>
                </a:lnTo>
                <a:cubicBezTo>
                  <a:pt x="430721" y="19744"/>
                  <a:pt x="431215" y="21101"/>
                  <a:pt x="432202" y="22048"/>
                </a:cubicBezTo>
                <a:cubicBezTo>
                  <a:pt x="433189" y="22995"/>
                  <a:pt x="434612" y="23469"/>
                  <a:pt x="436472" y="23469"/>
                </a:cubicBezTo>
                <a:cubicBezTo>
                  <a:pt x="436977" y="23469"/>
                  <a:pt x="437482" y="23449"/>
                  <a:pt x="437987" y="23408"/>
                </a:cubicBezTo>
                <a:cubicBezTo>
                  <a:pt x="438492" y="23366"/>
                  <a:pt x="438980" y="23311"/>
                  <a:pt x="439451" y="23240"/>
                </a:cubicBezTo>
                <a:cubicBezTo>
                  <a:pt x="439921" y="23170"/>
                  <a:pt x="440372" y="23090"/>
                  <a:pt x="440802" y="23002"/>
                </a:cubicBezTo>
                <a:cubicBezTo>
                  <a:pt x="441233" y="22914"/>
                  <a:pt x="441632" y="22817"/>
                  <a:pt x="441999" y="22711"/>
                </a:cubicBezTo>
                <a:lnTo>
                  <a:pt x="441999" y="25174"/>
                </a:lnTo>
                <a:cubicBezTo>
                  <a:pt x="441184" y="25408"/>
                  <a:pt x="440263" y="25599"/>
                  <a:pt x="439236" y="25746"/>
                </a:cubicBezTo>
                <a:cubicBezTo>
                  <a:pt x="438208" y="25892"/>
                  <a:pt x="437143" y="25966"/>
                  <a:pt x="436041" y="25966"/>
                </a:cubicBezTo>
                <a:cubicBezTo>
                  <a:pt x="434561" y="25966"/>
                  <a:pt x="433286" y="25765"/>
                  <a:pt x="432219" y="25363"/>
                </a:cubicBezTo>
                <a:cubicBezTo>
                  <a:pt x="431151" y="24961"/>
                  <a:pt x="430276" y="24379"/>
                  <a:pt x="429593" y="23615"/>
                </a:cubicBezTo>
                <a:cubicBezTo>
                  <a:pt x="428910" y="22852"/>
                  <a:pt x="428405" y="21916"/>
                  <a:pt x="428078" y="20809"/>
                </a:cubicBezTo>
                <a:cubicBezTo>
                  <a:pt x="427751" y="19701"/>
                  <a:pt x="427587" y="18447"/>
                  <a:pt x="427587" y="17046"/>
                </a:cubicBezTo>
                <a:cubicBezTo>
                  <a:pt x="427587" y="15830"/>
                  <a:pt x="427762" y="14679"/>
                  <a:pt x="428112" y="13594"/>
                </a:cubicBezTo>
                <a:cubicBezTo>
                  <a:pt x="428462" y="12509"/>
                  <a:pt x="428973" y="11557"/>
                  <a:pt x="429645" y="10736"/>
                </a:cubicBezTo>
                <a:cubicBezTo>
                  <a:pt x="430316" y="9915"/>
                  <a:pt x="431140" y="9264"/>
                  <a:pt x="432116" y="8782"/>
                </a:cubicBezTo>
                <a:cubicBezTo>
                  <a:pt x="433091" y="8299"/>
                  <a:pt x="434199" y="8058"/>
                  <a:pt x="435439" y="8058"/>
                </a:cubicBezTo>
                <a:cubicBezTo>
                  <a:pt x="436644" y="8058"/>
                  <a:pt x="437712" y="8248"/>
                  <a:pt x="438641" y="8627"/>
                </a:cubicBezTo>
                <a:cubicBezTo>
                  <a:pt x="439571" y="9005"/>
                  <a:pt x="440355" y="9542"/>
                  <a:pt x="440992" y="10236"/>
                </a:cubicBezTo>
                <a:cubicBezTo>
                  <a:pt x="441629" y="10931"/>
                  <a:pt x="442111" y="11775"/>
                  <a:pt x="442438" y="12768"/>
                </a:cubicBezTo>
                <a:cubicBezTo>
                  <a:pt x="442765" y="13761"/>
                  <a:pt x="442929" y="14871"/>
                  <a:pt x="442929" y="16099"/>
                </a:cubicBezTo>
                <a:moveTo>
                  <a:pt x="439812" y="15669"/>
                </a:moveTo>
                <a:cubicBezTo>
                  <a:pt x="439847" y="14900"/>
                  <a:pt x="439772" y="14197"/>
                  <a:pt x="439588" y="13560"/>
                </a:cubicBezTo>
                <a:cubicBezTo>
                  <a:pt x="439405" y="12923"/>
                  <a:pt x="439121" y="12374"/>
                  <a:pt x="438736" y="11915"/>
                </a:cubicBezTo>
                <a:cubicBezTo>
                  <a:pt x="438352" y="11456"/>
                  <a:pt x="437872" y="11097"/>
                  <a:pt x="437298" y="10839"/>
                </a:cubicBezTo>
                <a:cubicBezTo>
                  <a:pt x="436724" y="10581"/>
                  <a:pt x="436059" y="10452"/>
                  <a:pt x="435301" y="10452"/>
                </a:cubicBezTo>
                <a:cubicBezTo>
                  <a:pt x="434647" y="10452"/>
                  <a:pt x="434050" y="10578"/>
                  <a:pt x="433510" y="10831"/>
                </a:cubicBezTo>
                <a:cubicBezTo>
                  <a:pt x="432971" y="11083"/>
                  <a:pt x="432506" y="11439"/>
                  <a:pt x="432116" y="11898"/>
                </a:cubicBezTo>
                <a:cubicBezTo>
                  <a:pt x="431725" y="12357"/>
                  <a:pt x="431410" y="12908"/>
                  <a:pt x="431169" y="13551"/>
                </a:cubicBezTo>
                <a:cubicBezTo>
                  <a:pt x="430928" y="14194"/>
                  <a:pt x="430778" y="14900"/>
                  <a:pt x="430721" y="15669"/>
                </a:cubicBezTo>
                <a:lnTo>
                  <a:pt x="439812" y="15669"/>
                </a:lnTo>
                <a:close/>
                <a:moveTo>
                  <a:pt x="448711" y="8368"/>
                </a:moveTo>
                <a:lnTo>
                  <a:pt x="451449" y="8368"/>
                </a:lnTo>
                <a:lnTo>
                  <a:pt x="451535" y="11546"/>
                </a:lnTo>
                <a:cubicBezTo>
                  <a:pt x="452556" y="10320"/>
                  <a:pt x="453564" y="9433"/>
                  <a:pt x="454557" y="8883"/>
                </a:cubicBezTo>
                <a:cubicBezTo>
                  <a:pt x="455549" y="8333"/>
                  <a:pt x="456551" y="8058"/>
                  <a:pt x="457561" y="8058"/>
                </a:cubicBezTo>
                <a:cubicBezTo>
                  <a:pt x="459352" y="8058"/>
                  <a:pt x="460709" y="8637"/>
                  <a:pt x="461633" y="9793"/>
                </a:cubicBezTo>
                <a:cubicBezTo>
                  <a:pt x="462557" y="10950"/>
                  <a:pt x="462985" y="12667"/>
                  <a:pt x="462916" y="14946"/>
                </a:cubicBezTo>
                <a:lnTo>
                  <a:pt x="459886" y="14946"/>
                </a:lnTo>
                <a:cubicBezTo>
                  <a:pt x="459920" y="13437"/>
                  <a:pt x="459699" y="12342"/>
                  <a:pt x="459223" y="11662"/>
                </a:cubicBezTo>
                <a:cubicBezTo>
                  <a:pt x="458746" y="10981"/>
                  <a:pt x="458049" y="10641"/>
                  <a:pt x="457131" y="10641"/>
                </a:cubicBezTo>
                <a:cubicBezTo>
                  <a:pt x="456729" y="10641"/>
                  <a:pt x="456324" y="10713"/>
                  <a:pt x="455917" y="10856"/>
                </a:cubicBezTo>
                <a:cubicBezTo>
                  <a:pt x="455509" y="10999"/>
                  <a:pt x="455090" y="11227"/>
                  <a:pt x="454660" y="11541"/>
                </a:cubicBezTo>
                <a:cubicBezTo>
                  <a:pt x="454229" y="11856"/>
                  <a:pt x="453773" y="12259"/>
                  <a:pt x="453291" y="12750"/>
                </a:cubicBezTo>
                <a:cubicBezTo>
                  <a:pt x="452809" y="13242"/>
                  <a:pt x="452292" y="13836"/>
                  <a:pt x="451741" y="14534"/>
                </a:cubicBezTo>
                <a:lnTo>
                  <a:pt x="451741" y="25656"/>
                </a:lnTo>
                <a:lnTo>
                  <a:pt x="448711" y="25656"/>
                </a:lnTo>
                <a:lnTo>
                  <a:pt x="448711" y="8368"/>
                </a:lnTo>
                <a:close/>
                <a:moveTo>
                  <a:pt x="472548" y="3771"/>
                </a:moveTo>
                <a:lnTo>
                  <a:pt x="467434" y="3771"/>
                </a:lnTo>
                <a:lnTo>
                  <a:pt x="467434" y="1309"/>
                </a:lnTo>
                <a:lnTo>
                  <a:pt x="475578" y="1309"/>
                </a:lnTo>
                <a:lnTo>
                  <a:pt x="475578" y="23159"/>
                </a:lnTo>
                <a:lnTo>
                  <a:pt x="480727" y="23159"/>
                </a:lnTo>
                <a:lnTo>
                  <a:pt x="480727" y="25656"/>
                </a:lnTo>
                <a:lnTo>
                  <a:pt x="466866" y="25656"/>
                </a:lnTo>
                <a:lnTo>
                  <a:pt x="466866" y="23159"/>
                </a:lnTo>
                <a:lnTo>
                  <a:pt x="472548" y="23159"/>
                </a:lnTo>
                <a:lnTo>
                  <a:pt x="472548" y="3771"/>
                </a:lnTo>
                <a:close/>
                <a:moveTo>
                  <a:pt x="497442" y="25656"/>
                </a:moveTo>
                <a:lnTo>
                  <a:pt x="497374" y="23326"/>
                </a:lnTo>
                <a:cubicBezTo>
                  <a:pt x="496432" y="24258"/>
                  <a:pt x="495477" y="24931"/>
                  <a:pt x="494507" y="25345"/>
                </a:cubicBezTo>
                <a:cubicBezTo>
                  <a:pt x="493537" y="25759"/>
                  <a:pt x="492518" y="25966"/>
                  <a:pt x="491450" y="25966"/>
                </a:cubicBezTo>
                <a:cubicBezTo>
                  <a:pt x="490463" y="25966"/>
                  <a:pt x="489619" y="25839"/>
                  <a:pt x="488919" y="25586"/>
                </a:cubicBezTo>
                <a:cubicBezTo>
                  <a:pt x="488219" y="25333"/>
                  <a:pt x="487642" y="24986"/>
                  <a:pt x="487189" y="24543"/>
                </a:cubicBezTo>
                <a:cubicBezTo>
                  <a:pt x="486735" y="24100"/>
                  <a:pt x="486402" y="23580"/>
                  <a:pt x="486190" y="22982"/>
                </a:cubicBezTo>
                <a:cubicBezTo>
                  <a:pt x="485978" y="22384"/>
                  <a:pt x="485872" y="21734"/>
                  <a:pt x="485872" y="21033"/>
                </a:cubicBezTo>
                <a:cubicBezTo>
                  <a:pt x="485872" y="19297"/>
                  <a:pt x="486517" y="17937"/>
                  <a:pt x="487809" y="16954"/>
                </a:cubicBezTo>
                <a:cubicBezTo>
                  <a:pt x="489100" y="15971"/>
                  <a:pt x="491008" y="15480"/>
                  <a:pt x="493534" y="15480"/>
                </a:cubicBezTo>
                <a:lnTo>
                  <a:pt x="497115" y="15480"/>
                </a:lnTo>
                <a:lnTo>
                  <a:pt x="497115" y="13970"/>
                </a:lnTo>
                <a:cubicBezTo>
                  <a:pt x="497115" y="12952"/>
                  <a:pt x="496788" y="12137"/>
                  <a:pt x="496134" y="11525"/>
                </a:cubicBezTo>
                <a:cubicBezTo>
                  <a:pt x="495480" y="10913"/>
                  <a:pt x="494481" y="10607"/>
                  <a:pt x="493138" y="10607"/>
                </a:cubicBezTo>
                <a:cubicBezTo>
                  <a:pt x="492162" y="10607"/>
                  <a:pt x="491201" y="10717"/>
                  <a:pt x="490254" y="10939"/>
                </a:cubicBezTo>
                <a:cubicBezTo>
                  <a:pt x="489307" y="11160"/>
                  <a:pt x="488328" y="11474"/>
                  <a:pt x="487318" y="11881"/>
                </a:cubicBezTo>
                <a:lnTo>
                  <a:pt x="487318" y="9178"/>
                </a:lnTo>
                <a:cubicBezTo>
                  <a:pt x="487697" y="9038"/>
                  <a:pt x="488119" y="8901"/>
                  <a:pt x="488583" y="8766"/>
                </a:cubicBezTo>
                <a:cubicBezTo>
                  <a:pt x="489048" y="8632"/>
                  <a:pt x="489539" y="8513"/>
                  <a:pt x="490056" y="8408"/>
                </a:cubicBezTo>
                <a:cubicBezTo>
                  <a:pt x="490572" y="8303"/>
                  <a:pt x="491112" y="8218"/>
                  <a:pt x="491674" y="8155"/>
                </a:cubicBezTo>
                <a:cubicBezTo>
                  <a:pt x="492237" y="8090"/>
                  <a:pt x="492805" y="8058"/>
                  <a:pt x="493379" y="8058"/>
                </a:cubicBezTo>
                <a:cubicBezTo>
                  <a:pt x="494423" y="8058"/>
                  <a:pt x="495365" y="8173"/>
                  <a:pt x="496203" y="8403"/>
                </a:cubicBezTo>
                <a:cubicBezTo>
                  <a:pt x="497041" y="8632"/>
                  <a:pt x="497750" y="8982"/>
                  <a:pt x="498329" y="9453"/>
                </a:cubicBezTo>
                <a:cubicBezTo>
                  <a:pt x="498909" y="9924"/>
                  <a:pt x="499354" y="10515"/>
                  <a:pt x="499664" y="11227"/>
                </a:cubicBezTo>
                <a:cubicBezTo>
                  <a:pt x="499974" y="11938"/>
                  <a:pt x="500129" y="12776"/>
                  <a:pt x="500129" y="13740"/>
                </a:cubicBezTo>
                <a:lnTo>
                  <a:pt x="500129" y="25656"/>
                </a:lnTo>
                <a:lnTo>
                  <a:pt x="497442" y="25656"/>
                </a:lnTo>
                <a:moveTo>
                  <a:pt x="497115" y="17770"/>
                </a:moveTo>
                <a:lnTo>
                  <a:pt x="493310" y="17770"/>
                </a:lnTo>
                <a:cubicBezTo>
                  <a:pt x="492564" y="17770"/>
                  <a:pt x="491921" y="17845"/>
                  <a:pt x="491381" y="17995"/>
                </a:cubicBezTo>
                <a:cubicBezTo>
                  <a:pt x="490842" y="18144"/>
                  <a:pt x="490400" y="18357"/>
                  <a:pt x="490056" y="18633"/>
                </a:cubicBezTo>
                <a:cubicBezTo>
                  <a:pt x="489711" y="18909"/>
                  <a:pt x="489456" y="19241"/>
                  <a:pt x="489289" y="19627"/>
                </a:cubicBezTo>
                <a:cubicBezTo>
                  <a:pt x="489123" y="20012"/>
                  <a:pt x="489040" y="20447"/>
                  <a:pt x="489040" y="20930"/>
                </a:cubicBezTo>
                <a:cubicBezTo>
                  <a:pt x="489040" y="21264"/>
                  <a:pt x="489091" y="21584"/>
                  <a:pt x="489195" y="21889"/>
                </a:cubicBezTo>
                <a:cubicBezTo>
                  <a:pt x="489298" y="22194"/>
                  <a:pt x="489464" y="22465"/>
                  <a:pt x="489694" y="22701"/>
                </a:cubicBezTo>
                <a:cubicBezTo>
                  <a:pt x="489924" y="22937"/>
                  <a:pt x="490222" y="23124"/>
                  <a:pt x="490589" y="23262"/>
                </a:cubicBezTo>
                <a:cubicBezTo>
                  <a:pt x="490957" y="23400"/>
                  <a:pt x="491404" y="23469"/>
                  <a:pt x="491932" y="23469"/>
                </a:cubicBezTo>
                <a:cubicBezTo>
                  <a:pt x="492621" y="23469"/>
                  <a:pt x="493410" y="23259"/>
                  <a:pt x="494300" y="22839"/>
                </a:cubicBezTo>
                <a:cubicBezTo>
                  <a:pt x="495190" y="22418"/>
                  <a:pt x="496128" y="21753"/>
                  <a:pt x="497115" y="20844"/>
                </a:cubicBezTo>
                <a:lnTo>
                  <a:pt x="497115" y="17770"/>
                </a:lnTo>
                <a:close/>
                <a:moveTo>
                  <a:pt x="521390" y="8368"/>
                </a:moveTo>
                <a:lnTo>
                  <a:pt x="515501" y="23831"/>
                </a:lnTo>
                <a:cubicBezTo>
                  <a:pt x="514893" y="25403"/>
                  <a:pt x="514264" y="26758"/>
                  <a:pt x="513616" y="27894"/>
                </a:cubicBezTo>
                <a:cubicBezTo>
                  <a:pt x="512967" y="29031"/>
                  <a:pt x="512258" y="29963"/>
                  <a:pt x="511489" y="30692"/>
                </a:cubicBezTo>
                <a:cubicBezTo>
                  <a:pt x="510720" y="31421"/>
                  <a:pt x="509876" y="31958"/>
                  <a:pt x="508958" y="32302"/>
                </a:cubicBezTo>
                <a:cubicBezTo>
                  <a:pt x="508040" y="32647"/>
                  <a:pt x="507012" y="32819"/>
                  <a:pt x="505876" y="32819"/>
                </a:cubicBezTo>
                <a:cubicBezTo>
                  <a:pt x="505577" y="32819"/>
                  <a:pt x="505308" y="32813"/>
                  <a:pt x="505066" y="32802"/>
                </a:cubicBezTo>
                <a:cubicBezTo>
                  <a:pt x="504825" y="32790"/>
                  <a:pt x="504561" y="32773"/>
                  <a:pt x="504274" y="32750"/>
                </a:cubicBezTo>
                <a:lnTo>
                  <a:pt x="504274" y="30029"/>
                </a:lnTo>
                <a:cubicBezTo>
                  <a:pt x="504527" y="30064"/>
                  <a:pt x="504802" y="30095"/>
                  <a:pt x="505101" y="30124"/>
                </a:cubicBezTo>
                <a:cubicBezTo>
                  <a:pt x="505399" y="30153"/>
                  <a:pt x="505715" y="30167"/>
                  <a:pt x="506048" y="30167"/>
                </a:cubicBezTo>
                <a:cubicBezTo>
                  <a:pt x="506599" y="30167"/>
                  <a:pt x="507113" y="30087"/>
                  <a:pt x="507589" y="29926"/>
                </a:cubicBezTo>
                <a:cubicBezTo>
                  <a:pt x="508065" y="29765"/>
                  <a:pt x="508516" y="29504"/>
                  <a:pt x="508941" y="29143"/>
                </a:cubicBezTo>
                <a:cubicBezTo>
                  <a:pt x="509365" y="28781"/>
                  <a:pt x="509773" y="28313"/>
                  <a:pt x="510163" y="27739"/>
                </a:cubicBezTo>
                <a:cubicBezTo>
                  <a:pt x="510553" y="27165"/>
                  <a:pt x="510932" y="26471"/>
                  <a:pt x="511300" y="25656"/>
                </a:cubicBezTo>
                <a:lnTo>
                  <a:pt x="504395" y="8368"/>
                </a:lnTo>
                <a:lnTo>
                  <a:pt x="507804" y="8368"/>
                </a:lnTo>
                <a:lnTo>
                  <a:pt x="512178" y="19801"/>
                </a:lnTo>
                <a:lnTo>
                  <a:pt x="513056" y="22488"/>
                </a:lnTo>
                <a:lnTo>
                  <a:pt x="514055" y="19733"/>
                </a:lnTo>
                <a:lnTo>
                  <a:pt x="518101" y="8368"/>
                </a:lnTo>
                <a:lnTo>
                  <a:pt x="521390" y="8368"/>
                </a:lnTo>
                <a:close/>
                <a:moveTo>
                  <a:pt x="540292" y="25656"/>
                </a:moveTo>
                <a:lnTo>
                  <a:pt x="536297" y="25656"/>
                </a:lnTo>
                <a:lnTo>
                  <a:pt x="529737" y="11610"/>
                </a:lnTo>
                <a:lnTo>
                  <a:pt x="527843" y="7094"/>
                </a:lnTo>
                <a:lnTo>
                  <a:pt x="527843" y="18452"/>
                </a:lnTo>
                <a:lnTo>
                  <a:pt x="527843" y="25656"/>
                </a:lnTo>
                <a:lnTo>
                  <a:pt x="524985" y="25656"/>
                </a:lnTo>
                <a:lnTo>
                  <a:pt x="524985" y="3134"/>
                </a:lnTo>
                <a:lnTo>
                  <a:pt x="528928" y="3134"/>
                </a:lnTo>
                <a:lnTo>
                  <a:pt x="535178" y="16439"/>
                </a:lnTo>
                <a:lnTo>
                  <a:pt x="537434" y="21592"/>
                </a:lnTo>
                <a:lnTo>
                  <a:pt x="537434" y="9528"/>
                </a:lnTo>
                <a:lnTo>
                  <a:pt x="537434" y="3134"/>
                </a:lnTo>
                <a:lnTo>
                  <a:pt x="540292" y="3134"/>
                </a:lnTo>
                <a:lnTo>
                  <a:pt x="540292" y="25656"/>
                </a:lnTo>
                <a:close/>
                <a:moveTo>
                  <a:pt x="559394" y="16874"/>
                </a:moveTo>
                <a:cubicBezTo>
                  <a:pt x="559394" y="18217"/>
                  <a:pt x="559205" y="19448"/>
                  <a:pt x="558826" y="20568"/>
                </a:cubicBezTo>
                <a:cubicBezTo>
                  <a:pt x="558447" y="21687"/>
                  <a:pt x="557902" y="22645"/>
                  <a:pt x="557190" y="23443"/>
                </a:cubicBezTo>
                <a:cubicBezTo>
                  <a:pt x="556479" y="24241"/>
                  <a:pt x="555612" y="24861"/>
                  <a:pt x="554590" y="25303"/>
                </a:cubicBezTo>
                <a:cubicBezTo>
                  <a:pt x="553569" y="25745"/>
                  <a:pt x="552409" y="25966"/>
                  <a:pt x="551112" y="25966"/>
                </a:cubicBezTo>
                <a:cubicBezTo>
                  <a:pt x="549872" y="25966"/>
                  <a:pt x="548762" y="25773"/>
                  <a:pt x="547780" y="25389"/>
                </a:cubicBezTo>
                <a:cubicBezTo>
                  <a:pt x="546799" y="25004"/>
                  <a:pt x="545967" y="24439"/>
                  <a:pt x="545284" y="23693"/>
                </a:cubicBezTo>
                <a:cubicBezTo>
                  <a:pt x="544601" y="22947"/>
                  <a:pt x="544078" y="22023"/>
                  <a:pt x="543717" y="20921"/>
                </a:cubicBezTo>
                <a:cubicBezTo>
                  <a:pt x="543355" y="19819"/>
                  <a:pt x="543174" y="18550"/>
                  <a:pt x="543174" y="17115"/>
                </a:cubicBezTo>
                <a:cubicBezTo>
                  <a:pt x="543174" y="15772"/>
                  <a:pt x="543364" y="14547"/>
                  <a:pt x="543743" y="13439"/>
                </a:cubicBezTo>
                <a:cubicBezTo>
                  <a:pt x="544121" y="12331"/>
                  <a:pt x="544667" y="11379"/>
                  <a:pt x="545378" y="10581"/>
                </a:cubicBezTo>
                <a:cubicBezTo>
                  <a:pt x="546090" y="9783"/>
                  <a:pt x="546957" y="9163"/>
                  <a:pt x="547978" y="8721"/>
                </a:cubicBezTo>
                <a:cubicBezTo>
                  <a:pt x="549000" y="8279"/>
                  <a:pt x="550159" y="8058"/>
                  <a:pt x="551456" y="8058"/>
                </a:cubicBezTo>
                <a:cubicBezTo>
                  <a:pt x="552696" y="8058"/>
                  <a:pt x="553807" y="8251"/>
                  <a:pt x="554788" y="8635"/>
                </a:cubicBezTo>
                <a:cubicBezTo>
                  <a:pt x="555770" y="9020"/>
                  <a:pt x="556602" y="9582"/>
                  <a:pt x="557285" y="10323"/>
                </a:cubicBezTo>
                <a:cubicBezTo>
                  <a:pt x="557968" y="11063"/>
                  <a:pt x="558490" y="11984"/>
                  <a:pt x="558852" y="13086"/>
                </a:cubicBezTo>
                <a:cubicBezTo>
                  <a:pt x="559213" y="14188"/>
                  <a:pt x="559394" y="15451"/>
                  <a:pt x="559394" y="16874"/>
                </a:cubicBezTo>
                <a:moveTo>
                  <a:pt x="556329" y="17012"/>
                </a:moveTo>
                <a:cubicBezTo>
                  <a:pt x="556329" y="15944"/>
                  <a:pt x="556212" y="15012"/>
                  <a:pt x="555976" y="14214"/>
                </a:cubicBezTo>
                <a:cubicBezTo>
                  <a:pt x="555741" y="13416"/>
                  <a:pt x="555405" y="12750"/>
                  <a:pt x="554969" y="12217"/>
                </a:cubicBezTo>
                <a:cubicBezTo>
                  <a:pt x="554533" y="11683"/>
                  <a:pt x="554002" y="11281"/>
                  <a:pt x="553376" y="11011"/>
                </a:cubicBezTo>
                <a:cubicBezTo>
                  <a:pt x="552751" y="10742"/>
                  <a:pt x="552053" y="10607"/>
                  <a:pt x="551284" y="10607"/>
                </a:cubicBezTo>
                <a:cubicBezTo>
                  <a:pt x="550389" y="10607"/>
                  <a:pt x="549623" y="10782"/>
                  <a:pt x="548986" y="11132"/>
                </a:cubicBezTo>
                <a:cubicBezTo>
                  <a:pt x="548348" y="11482"/>
                  <a:pt x="547826" y="11950"/>
                  <a:pt x="547419" y="12535"/>
                </a:cubicBezTo>
                <a:cubicBezTo>
                  <a:pt x="547011" y="13121"/>
                  <a:pt x="546713" y="13801"/>
                  <a:pt x="546523" y="14576"/>
                </a:cubicBezTo>
                <a:cubicBezTo>
                  <a:pt x="546334" y="15350"/>
                  <a:pt x="546239" y="16163"/>
                  <a:pt x="546239" y="17012"/>
                </a:cubicBezTo>
                <a:cubicBezTo>
                  <a:pt x="546239" y="18080"/>
                  <a:pt x="546357" y="19015"/>
                  <a:pt x="546592" y="19819"/>
                </a:cubicBezTo>
                <a:cubicBezTo>
                  <a:pt x="546828" y="20622"/>
                  <a:pt x="547163" y="21291"/>
                  <a:pt x="547599" y="21825"/>
                </a:cubicBezTo>
                <a:cubicBezTo>
                  <a:pt x="548036" y="22358"/>
                  <a:pt x="548564" y="22760"/>
                  <a:pt x="549184" y="23030"/>
                </a:cubicBezTo>
                <a:cubicBezTo>
                  <a:pt x="549803" y="23300"/>
                  <a:pt x="550504" y="23435"/>
                  <a:pt x="551284" y="23435"/>
                </a:cubicBezTo>
                <a:cubicBezTo>
                  <a:pt x="552180" y="23435"/>
                  <a:pt x="552946" y="23260"/>
                  <a:pt x="553583" y="22909"/>
                </a:cubicBezTo>
                <a:cubicBezTo>
                  <a:pt x="554220" y="22559"/>
                  <a:pt x="554742" y="22092"/>
                  <a:pt x="555150" y="21506"/>
                </a:cubicBezTo>
                <a:cubicBezTo>
                  <a:pt x="555557" y="20921"/>
                  <a:pt x="555856" y="20241"/>
                  <a:pt x="556045" y="19466"/>
                </a:cubicBezTo>
                <a:cubicBezTo>
                  <a:pt x="556235" y="18691"/>
                  <a:pt x="556329" y="17873"/>
                  <a:pt x="556329" y="17012"/>
                </a:cubicBezTo>
                <a:close/>
                <a:moveTo>
                  <a:pt x="563144" y="17374"/>
                </a:moveTo>
                <a:cubicBezTo>
                  <a:pt x="563144" y="15904"/>
                  <a:pt x="563345" y="14599"/>
                  <a:pt x="563747" y="13456"/>
                </a:cubicBezTo>
                <a:cubicBezTo>
                  <a:pt x="564148" y="12314"/>
                  <a:pt x="564720" y="11350"/>
                  <a:pt x="565460" y="10564"/>
                </a:cubicBezTo>
                <a:cubicBezTo>
                  <a:pt x="566200" y="9777"/>
                  <a:pt x="567090" y="9180"/>
                  <a:pt x="568129" y="8773"/>
                </a:cubicBezTo>
                <a:cubicBezTo>
                  <a:pt x="569168" y="8365"/>
                  <a:pt x="570324" y="8162"/>
                  <a:pt x="571598" y="8162"/>
                </a:cubicBezTo>
                <a:cubicBezTo>
                  <a:pt x="572149" y="8162"/>
                  <a:pt x="572692" y="8196"/>
                  <a:pt x="573226" y="8265"/>
                </a:cubicBezTo>
                <a:cubicBezTo>
                  <a:pt x="573759" y="8334"/>
                  <a:pt x="574284" y="8443"/>
                  <a:pt x="574801" y="8592"/>
                </a:cubicBezTo>
                <a:lnTo>
                  <a:pt x="574801" y="1309"/>
                </a:lnTo>
                <a:lnTo>
                  <a:pt x="577814" y="1309"/>
                </a:lnTo>
                <a:lnTo>
                  <a:pt x="577814" y="25656"/>
                </a:lnTo>
                <a:lnTo>
                  <a:pt x="575128" y="25656"/>
                </a:lnTo>
                <a:lnTo>
                  <a:pt x="575025" y="22384"/>
                </a:lnTo>
                <a:cubicBezTo>
                  <a:pt x="574187" y="23601"/>
                  <a:pt x="573280" y="24502"/>
                  <a:pt x="572304" y="25088"/>
                </a:cubicBezTo>
                <a:cubicBezTo>
                  <a:pt x="571329" y="25673"/>
                  <a:pt x="570273" y="25966"/>
                  <a:pt x="569136" y="25966"/>
                </a:cubicBezTo>
                <a:cubicBezTo>
                  <a:pt x="568149" y="25966"/>
                  <a:pt x="567279" y="25759"/>
                  <a:pt x="566527" y="25346"/>
                </a:cubicBezTo>
                <a:cubicBezTo>
                  <a:pt x="565776" y="24933"/>
                  <a:pt x="565150" y="24350"/>
                  <a:pt x="564651" y="23598"/>
                </a:cubicBezTo>
                <a:cubicBezTo>
                  <a:pt x="564151" y="22846"/>
                  <a:pt x="563775" y="21942"/>
                  <a:pt x="563523" y="20886"/>
                </a:cubicBezTo>
                <a:cubicBezTo>
                  <a:pt x="563270" y="19830"/>
                  <a:pt x="563144" y="18659"/>
                  <a:pt x="563144" y="17374"/>
                </a:cubicBezTo>
                <a:moveTo>
                  <a:pt x="566209" y="17184"/>
                </a:moveTo>
                <a:cubicBezTo>
                  <a:pt x="566209" y="19273"/>
                  <a:pt x="566516" y="20832"/>
                  <a:pt x="567130" y="21859"/>
                </a:cubicBezTo>
                <a:cubicBezTo>
                  <a:pt x="567744" y="22886"/>
                  <a:pt x="568614" y="23400"/>
                  <a:pt x="569739" y="23400"/>
                </a:cubicBezTo>
                <a:cubicBezTo>
                  <a:pt x="570496" y="23400"/>
                  <a:pt x="571297" y="23061"/>
                  <a:pt x="572141" y="22384"/>
                </a:cubicBezTo>
                <a:cubicBezTo>
                  <a:pt x="572984" y="21707"/>
                  <a:pt x="573871" y="20703"/>
                  <a:pt x="574801" y="19371"/>
                </a:cubicBezTo>
                <a:lnTo>
                  <a:pt x="574801" y="11347"/>
                </a:lnTo>
                <a:cubicBezTo>
                  <a:pt x="574307" y="11118"/>
                  <a:pt x="573762" y="10942"/>
                  <a:pt x="573165" y="10822"/>
                </a:cubicBezTo>
                <a:cubicBezTo>
                  <a:pt x="572568" y="10701"/>
                  <a:pt x="571977" y="10641"/>
                  <a:pt x="571392" y="10641"/>
                </a:cubicBezTo>
                <a:cubicBezTo>
                  <a:pt x="569762" y="10641"/>
                  <a:pt x="568490" y="11169"/>
                  <a:pt x="567578" y="12225"/>
                </a:cubicBezTo>
                <a:cubicBezTo>
                  <a:pt x="566665" y="13281"/>
                  <a:pt x="566209" y="14934"/>
                  <a:pt x="566209" y="17184"/>
                </a:cubicBezTo>
                <a:close/>
                <a:moveTo>
                  <a:pt x="598301" y="16099"/>
                </a:moveTo>
                <a:cubicBezTo>
                  <a:pt x="598301" y="16524"/>
                  <a:pt x="598295" y="16880"/>
                  <a:pt x="598284" y="17167"/>
                </a:cubicBezTo>
                <a:cubicBezTo>
                  <a:pt x="598272" y="17454"/>
                  <a:pt x="598255" y="17724"/>
                  <a:pt x="598232" y="17976"/>
                </a:cubicBezTo>
                <a:lnTo>
                  <a:pt x="586093" y="17976"/>
                </a:lnTo>
                <a:cubicBezTo>
                  <a:pt x="586093" y="19744"/>
                  <a:pt x="586586" y="21101"/>
                  <a:pt x="587574" y="22048"/>
                </a:cubicBezTo>
                <a:cubicBezTo>
                  <a:pt x="588561" y="22995"/>
                  <a:pt x="589984" y="23469"/>
                  <a:pt x="591844" y="23469"/>
                </a:cubicBezTo>
                <a:cubicBezTo>
                  <a:pt x="592349" y="23469"/>
                  <a:pt x="592854" y="23449"/>
                  <a:pt x="593359" y="23408"/>
                </a:cubicBezTo>
                <a:cubicBezTo>
                  <a:pt x="593864" y="23366"/>
                  <a:pt x="594352" y="23311"/>
                  <a:pt x="594823" y="23240"/>
                </a:cubicBezTo>
                <a:cubicBezTo>
                  <a:pt x="595293" y="23170"/>
                  <a:pt x="595744" y="23090"/>
                  <a:pt x="596174" y="23002"/>
                </a:cubicBezTo>
                <a:cubicBezTo>
                  <a:pt x="596605" y="22914"/>
                  <a:pt x="597004" y="22817"/>
                  <a:pt x="597371" y="22711"/>
                </a:cubicBezTo>
                <a:lnTo>
                  <a:pt x="597371" y="25174"/>
                </a:lnTo>
                <a:cubicBezTo>
                  <a:pt x="596556" y="25408"/>
                  <a:pt x="595635" y="25599"/>
                  <a:pt x="594607" y="25746"/>
                </a:cubicBezTo>
                <a:cubicBezTo>
                  <a:pt x="593580" y="25892"/>
                  <a:pt x="592515" y="25966"/>
                  <a:pt x="591413" y="25966"/>
                </a:cubicBezTo>
                <a:cubicBezTo>
                  <a:pt x="589933" y="25966"/>
                  <a:pt x="588658" y="25765"/>
                  <a:pt x="587591" y="25363"/>
                </a:cubicBezTo>
                <a:cubicBezTo>
                  <a:pt x="586523" y="24961"/>
                  <a:pt x="585648" y="24379"/>
                  <a:pt x="584965" y="23615"/>
                </a:cubicBezTo>
                <a:cubicBezTo>
                  <a:pt x="584282" y="22852"/>
                  <a:pt x="583777" y="21916"/>
                  <a:pt x="583450" y="20809"/>
                </a:cubicBezTo>
                <a:cubicBezTo>
                  <a:pt x="583123" y="19701"/>
                  <a:pt x="582959" y="18447"/>
                  <a:pt x="582959" y="17046"/>
                </a:cubicBezTo>
                <a:cubicBezTo>
                  <a:pt x="582959" y="15830"/>
                  <a:pt x="583134" y="14679"/>
                  <a:pt x="583484" y="13594"/>
                </a:cubicBezTo>
                <a:cubicBezTo>
                  <a:pt x="583834" y="12509"/>
                  <a:pt x="584345" y="11557"/>
                  <a:pt x="585017" y="10736"/>
                </a:cubicBezTo>
                <a:cubicBezTo>
                  <a:pt x="585688" y="9915"/>
                  <a:pt x="586512" y="9264"/>
                  <a:pt x="587488" y="8782"/>
                </a:cubicBezTo>
                <a:cubicBezTo>
                  <a:pt x="588463" y="8299"/>
                  <a:pt x="589571" y="8058"/>
                  <a:pt x="590811" y="8058"/>
                </a:cubicBezTo>
                <a:cubicBezTo>
                  <a:pt x="592016" y="8058"/>
                  <a:pt x="593084" y="8248"/>
                  <a:pt x="594013" y="8627"/>
                </a:cubicBezTo>
                <a:cubicBezTo>
                  <a:pt x="594943" y="9005"/>
                  <a:pt x="595727" y="9542"/>
                  <a:pt x="596364" y="10236"/>
                </a:cubicBezTo>
                <a:cubicBezTo>
                  <a:pt x="597001" y="10931"/>
                  <a:pt x="597483" y="11775"/>
                  <a:pt x="597810" y="12768"/>
                </a:cubicBezTo>
                <a:cubicBezTo>
                  <a:pt x="598137" y="13761"/>
                  <a:pt x="598301" y="14871"/>
                  <a:pt x="598301" y="16099"/>
                </a:cubicBezTo>
                <a:moveTo>
                  <a:pt x="595184" y="15669"/>
                </a:moveTo>
                <a:cubicBezTo>
                  <a:pt x="595219" y="14900"/>
                  <a:pt x="595144" y="14197"/>
                  <a:pt x="594960" y="13560"/>
                </a:cubicBezTo>
                <a:cubicBezTo>
                  <a:pt x="594777" y="12923"/>
                  <a:pt x="594493" y="12374"/>
                  <a:pt x="594108" y="11915"/>
                </a:cubicBezTo>
                <a:cubicBezTo>
                  <a:pt x="593724" y="11456"/>
                  <a:pt x="593244" y="11097"/>
                  <a:pt x="592670" y="10839"/>
                </a:cubicBezTo>
                <a:cubicBezTo>
                  <a:pt x="592096" y="10581"/>
                  <a:pt x="591431" y="10452"/>
                  <a:pt x="590673" y="10452"/>
                </a:cubicBezTo>
                <a:cubicBezTo>
                  <a:pt x="590019" y="10452"/>
                  <a:pt x="589422" y="10578"/>
                  <a:pt x="588882" y="10831"/>
                </a:cubicBezTo>
                <a:cubicBezTo>
                  <a:pt x="588343" y="11083"/>
                  <a:pt x="587878" y="11439"/>
                  <a:pt x="587488" y="11898"/>
                </a:cubicBezTo>
                <a:cubicBezTo>
                  <a:pt x="587097" y="12357"/>
                  <a:pt x="586782" y="12908"/>
                  <a:pt x="586541" y="13551"/>
                </a:cubicBezTo>
                <a:cubicBezTo>
                  <a:pt x="586299" y="14194"/>
                  <a:pt x="586150" y="14900"/>
                  <a:pt x="586093" y="15669"/>
                </a:cubicBezTo>
                <a:lnTo>
                  <a:pt x="595184" y="15669"/>
                </a:lnTo>
                <a:close/>
                <a:moveTo>
                  <a:pt x="637213" y="13913"/>
                </a:moveTo>
                <a:cubicBezTo>
                  <a:pt x="637213" y="15416"/>
                  <a:pt x="637064" y="16782"/>
                  <a:pt x="636766" y="18011"/>
                </a:cubicBezTo>
                <a:cubicBezTo>
                  <a:pt x="636467" y="19239"/>
                  <a:pt x="636042" y="20341"/>
                  <a:pt x="635491" y="21317"/>
                </a:cubicBezTo>
                <a:lnTo>
                  <a:pt x="638970" y="25656"/>
                </a:lnTo>
                <a:lnTo>
                  <a:pt x="634992" y="25656"/>
                </a:lnTo>
                <a:lnTo>
                  <a:pt x="633477" y="23779"/>
                </a:lnTo>
                <a:cubicBezTo>
                  <a:pt x="632662" y="24468"/>
                  <a:pt x="631752" y="24993"/>
                  <a:pt x="630748" y="25354"/>
                </a:cubicBezTo>
                <a:cubicBezTo>
                  <a:pt x="629743" y="25716"/>
                  <a:pt x="628656" y="25897"/>
                  <a:pt x="627485" y="25897"/>
                </a:cubicBezTo>
                <a:cubicBezTo>
                  <a:pt x="626371" y="25897"/>
                  <a:pt x="625384" y="25742"/>
                  <a:pt x="624523" y="25432"/>
                </a:cubicBezTo>
                <a:cubicBezTo>
                  <a:pt x="623662" y="25122"/>
                  <a:pt x="622939" y="24689"/>
                  <a:pt x="622354" y="24132"/>
                </a:cubicBezTo>
                <a:cubicBezTo>
                  <a:pt x="621768" y="23575"/>
                  <a:pt x="621323" y="22912"/>
                  <a:pt x="621019" y="22143"/>
                </a:cubicBezTo>
                <a:cubicBezTo>
                  <a:pt x="620715" y="21374"/>
                  <a:pt x="620563" y="20525"/>
                  <a:pt x="620563" y="19595"/>
                </a:cubicBezTo>
                <a:cubicBezTo>
                  <a:pt x="620563" y="18722"/>
                  <a:pt x="620678" y="17945"/>
                  <a:pt x="620907" y="17262"/>
                </a:cubicBezTo>
                <a:cubicBezTo>
                  <a:pt x="621137" y="16579"/>
                  <a:pt x="621447" y="15970"/>
                  <a:pt x="621837" y="15437"/>
                </a:cubicBezTo>
                <a:cubicBezTo>
                  <a:pt x="622227" y="14903"/>
                  <a:pt x="622678" y="14432"/>
                  <a:pt x="623189" y="14025"/>
                </a:cubicBezTo>
                <a:cubicBezTo>
                  <a:pt x="623699" y="13617"/>
                  <a:pt x="624236" y="13241"/>
                  <a:pt x="624799" y="12897"/>
                </a:cubicBezTo>
                <a:lnTo>
                  <a:pt x="624420" y="12363"/>
                </a:lnTo>
                <a:cubicBezTo>
                  <a:pt x="623777" y="11571"/>
                  <a:pt x="623298" y="10767"/>
                  <a:pt x="622982" y="9952"/>
                </a:cubicBezTo>
                <a:cubicBezTo>
                  <a:pt x="622666" y="9137"/>
                  <a:pt x="622509" y="8340"/>
                  <a:pt x="622509" y="7559"/>
                </a:cubicBezTo>
                <a:cubicBezTo>
                  <a:pt x="622509" y="6732"/>
                  <a:pt x="622641" y="5969"/>
                  <a:pt x="622905" y="5269"/>
                </a:cubicBezTo>
                <a:cubicBezTo>
                  <a:pt x="623169" y="4569"/>
                  <a:pt x="623556" y="3963"/>
                  <a:pt x="624067" y="3452"/>
                </a:cubicBezTo>
                <a:cubicBezTo>
                  <a:pt x="624578" y="2942"/>
                  <a:pt x="625209" y="2543"/>
                  <a:pt x="625961" y="2256"/>
                </a:cubicBezTo>
                <a:cubicBezTo>
                  <a:pt x="626713" y="1969"/>
                  <a:pt x="627571" y="1825"/>
                  <a:pt x="628535" y="1825"/>
                </a:cubicBezTo>
                <a:cubicBezTo>
                  <a:pt x="629465" y="1825"/>
                  <a:pt x="630280" y="1957"/>
                  <a:pt x="630980" y="2221"/>
                </a:cubicBezTo>
                <a:cubicBezTo>
                  <a:pt x="631680" y="2485"/>
                  <a:pt x="632266" y="2847"/>
                  <a:pt x="632736" y="3306"/>
                </a:cubicBezTo>
                <a:cubicBezTo>
                  <a:pt x="633207" y="3765"/>
                  <a:pt x="633560" y="4296"/>
                  <a:pt x="633795" y="4899"/>
                </a:cubicBezTo>
                <a:cubicBezTo>
                  <a:pt x="634031" y="5501"/>
                  <a:pt x="634148" y="6141"/>
                  <a:pt x="634148" y="6819"/>
                </a:cubicBezTo>
                <a:cubicBezTo>
                  <a:pt x="634148" y="7680"/>
                  <a:pt x="634002" y="8434"/>
                  <a:pt x="633709" y="9083"/>
                </a:cubicBezTo>
                <a:cubicBezTo>
                  <a:pt x="633417" y="9731"/>
                  <a:pt x="633032" y="10305"/>
                  <a:pt x="632556" y="10805"/>
                </a:cubicBezTo>
                <a:cubicBezTo>
                  <a:pt x="632079" y="11304"/>
                  <a:pt x="631534" y="11749"/>
                  <a:pt x="630920" y="12139"/>
                </a:cubicBezTo>
                <a:cubicBezTo>
                  <a:pt x="630306" y="12529"/>
                  <a:pt x="629677" y="12908"/>
                  <a:pt x="629034" y="13276"/>
                </a:cubicBezTo>
                <a:lnTo>
                  <a:pt x="633477" y="18820"/>
                </a:lnTo>
                <a:cubicBezTo>
                  <a:pt x="633982" y="17465"/>
                  <a:pt x="634217" y="15830"/>
                  <a:pt x="634183" y="13913"/>
                </a:cubicBezTo>
                <a:lnTo>
                  <a:pt x="637213" y="13913"/>
                </a:lnTo>
                <a:moveTo>
                  <a:pt x="623679" y="19233"/>
                </a:moveTo>
                <a:cubicBezTo>
                  <a:pt x="623679" y="19842"/>
                  <a:pt x="623777" y="20398"/>
                  <a:pt x="623972" y="20903"/>
                </a:cubicBezTo>
                <a:cubicBezTo>
                  <a:pt x="624167" y="21409"/>
                  <a:pt x="624446" y="21842"/>
                  <a:pt x="624807" y="22203"/>
                </a:cubicBezTo>
                <a:cubicBezTo>
                  <a:pt x="625169" y="22565"/>
                  <a:pt x="625611" y="22843"/>
                  <a:pt x="626133" y="23039"/>
                </a:cubicBezTo>
                <a:cubicBezTo>
                  <a:pt x="626655" y="23234"/>
                  <a:pt x="627244" y="23331"/>
                  <a:pt x="627898" y="23331"/>
                </a:cubicBezTo>
                <a:cubicBezTo>
                  <a:pt x="629390" y="23331"/>
                  <a:pt x="630699" y="22780"/>
                  <a:pt x="631824" y="21678"/>
                </a:cubicBezTo>
                <a:lnTo>
                  <a:pt x="626348" y="14825"/>
                </a:lnTo>
                <a:cubicBezTo>
                  <a:pt x="625958" y="15089"/>
                  <a:pt x="625599" y="15371"/>
                  <a:pt x="625272" y="15669"/>
                </a:cubicBezTo>
                <a:cubicBezTo>
                  <a:pt x="624945" y="15967"/>
                  <a:pt x="624664" y="16295"/>
                  <a:pt x="624428" y="16650"/>
                </a:cubicBezTo>
                <a:cubicBezTo>
                  <a:pt x="624193" y="17006"/>
                  <a:pt x="624009" y="17397"/>
                  <a:pt x="623877" y="17821"/>
                </a:cubicBezTo>
                <a:cubicBezTo>
                  <a:pt x="623745" y="18246"/>
                  <a:pt x="623679" y="18717"/>
                  <a:pt x="623679" y="19233"/>
                </a:cubicBezTo>
                <a:moveTo>
                  <a:pt x="631118" y="7111"/>
                </a:moveTo>
                <a:cubicBezTo>
                  <a:pt x="631118" y="6250"/>
                  <a:pt x="630877" y="5576"/>
                  <a:pt x="630395" y="5088"/>
                </a:cubicBezTo>
                <a:cubicBezTo>
                  <a:pt x="629913" y="4600"/>
                  <a:pt x="629258" y="4356"/>
                  <a:pt x="628432" y="4356"/>
                </a:cubicBezTo>
                <a:cubicBezTo>
                  <a:pt x="627973" y="4356"/>
                  <a:pt x="627568" y="4431"/>
                  <a:pt x="627218" y="4580"/>
                </a:cubicBezTo>
                <a:cubicBezTo>
                  <a:pt x="626868" y="4729"/>
                  <a:pt x="626572" y="4936"/>
                  <a:pt x="626331" y="5200"/>
                </a:cubicBezTo>
                <a:cubicBezTo>
                  <a:pt x="626090" y="5464"/>
                  <a:pt x="625909" y="5774"/>
                  <a:pt x="625789" y="6130"/>
                </a:cubicBezTo>
                <a:cubicBezTo>
                  <a:pt x="625668" y="6486"/>
                  <a:pt x="625608" y="6870"/>
                  <a:pt x="625608" y="7283"/>
                </a:cubicBezTo>
                <a:cubicBezTo>
                  <a:pt x="625608" y="7903"/>
                  <a:pt x="625723" y="8480"/>
                  <a:pt x="625952" y="9014"/>
                </a:cubicBezTo>
                <a:cubicBezTo>
                  <a:pt x="626182" y="9548"/>
                  <a:pt x="626549" y="10136"/>
                  <a:pt x="627054" y="10779"/>
                </a:cubicBezTo>
                <a:lnTo>
                  <a:pt x="627519" y="11382"/>
                </a:lnTo>
                <a:cubicBezTo>
                  <a:pt x="628013" y="11106"/>
                  <a:pt x="628478" y="10828"/>
                  <a:pt x="628914" y="10546"/>
                </a:cubicBezTo>
                <a:cubicBezTo>
                  <a:pt x="629350" y="10265"/>
                  <a:pt x="629732" y="9955"/>
                  <a:pt x="630059" y="9617"/>
                </a:cubicBezTo>
                <a:cubicBezTo>
                  <a:pt x="630386" y="9278"/>
                  <a:pt x="630644" y="8905"/>
                  <a:pt x="630834" y="8497"/>
                </a:cubicBezTo>
                <a:cubicBezTo>
                  <a:pt x="631023" y="8090"/>
                  <a:pt x="631118" y="7628"/>
                  <a:pt x="631118" y="7111"/>
                </a:cubicBezTo>
                <a:close/>
                <a:moveTo>
                  <a:pt x="656919" y="13913"/>
                </a:moveTo>
                <a:cubicBezTo>
                  <a:pt x="656919" y="15416"/>
                  <a:pt x="656770" y="16782"/>
                  <a:pt x="656472" y="18011"/>
                </a:cubicBezTo>
                <a:cubicBezTo>
                  <a:pt x="656173" y="19239"/>
                  <a:pt x="655749" y="20341"/>
                  <a:pt x="655198" y="21317"/>
                </a:cubicBezTo>
                <a:lnTo>
                  <a:pt x="658676" y="25656"/>
                </a:lnTo>
                <a:lnTo>
                  <a:pt x="654698" y="25656"/>
                </a:lnTo>
                <a:lnTo>
                  <a:pt x="653183" y="23779"/>
                </a:lnTo>
                <a:cubicBezTo>
                  <a:pt x="652368" y="24468"/>
                  <a:pt x="651458" y="24993"/>
                  <a:pt x="650454" y="25354"/>
                </a:cubicBezTo>
                <a:cubicBezTo>
                  <a:pt x="649449" y="25716"/>
                  <a:pt x="648362" y="25897"/>
                  <a:pt x="647191" y="25897"/>
                </a:cubicBezTo>
                <a:cubicBezTo>
                  <a:pt x="646077" y="25897"/>
                  <a:pt x="645090" y="25742"/>
                  <a:pt x="644229" y="25432"/>
                </a:cubicBezTo>
                <a:cubicBezTo>
                  <a:pt x="643368" y="25122"/>
                  <a:pt x="642645" y="24689"/>
                  <a:pt x="642060" y="24132"/>
                </a:cubicBezTo>
                <a:cubicBezTo>
                  <a:pt x="641474" y="23575"/>
                  <a:pt x="641029" y="22912"/>
                  <a:pt x="640725" y="22143"/>
                </a:cubicBezTo>
                <a:cubicBezTo>
                  <a:pt x="640421" y="21374"/>
                  <a:pt x="640269" y="20525"/>
                  <a:pt x="640269" y="19595"/>
                </a:cubicBezTo>
                <a:cubicBezTo>
                  <a:pt x="640269" y="18722"/>
                  <a:pt x="640384" y="17945"/>
                  <a:pt x="640613" y="17262"/>
                </a:cubicBezTo>
                <a:cubicBezTo>
                  <a:pt x="640843" y="16579"/>
                  <a:pt x="641153" y="15970"/>
                  <a:pt x="641543" y="15437"/>
                </a:cubicBezTo>
                <a:cubicBezTo>
                  <a:pt x="641933" y="14903"/>
                  <a:pt x="642384" y="14432"/>
                  <a:pt x="642895" y="14025"/>
                </a:cubicBezTo>
                <a:cubicBezTo>
                  <a:pt x="643406" y="13617"/>
                  <a:pt x="643942" y="13241"/>
                  <a:pt x="644505" y="12897"/>
                </a:cubicBezTo>
                <a:lnTo>
                  <a:pt x="644126" y="12363"/>
                </a:lnTo>
                <a:cubicBezTo>
                  <a:pt x="643483" y="11571"/>
                  <a:pt x="643004" y="10767"/>
                  <a:pt x="642688" y="9952"/>
                </a:cubicBezTo>
                <a:cubicBezTo>
                  <a:pt x="642373" y="9137"/>
                  <a:pt x="642215" y="8340"/>
                  <a:pt x="642215" y="7559"/>
                </a:cubicBezTo>
                <a:cubicBezTo>
                  <a:pt x="642215" y="6732"/>
                  <a:pt x="642347" y="5969"/>
                  <a:pt x="642611" y="5269"/>
                </a:cubicBezTo>
                <a:cubicBezTo>
                  <a:pt x="642875" y="4569"/>
                  <a:pt x="643262" y="3963"/>
                  <a:pt x="643773" y="3452"/>
                </a:cubicBezTo>
                <a:cubicBezTo>
                  <a:pt x="644284" y="2942"/>
                  <a:pt x="644915" y="2543"/>
                  <a:pt x="645667" y="2256"/>
                </a:cubicBezTo>
                <a:cubicBezTo>
                  <a:pt x="646419" y="1969"/>
                  <a:pt x="647277" y="1825"/>
                  <a:pt x="648241" y="1825"/>
                </a:cubicBezTo>
                <a:cubicBezTo>
                  <a:pt x="649171" y="1825"/>
                  <a:pt x="649986" y="1957"/>
                  <a:pt x="650686" y="2221"/>
                </a:cubicBezTo>
                <a:cubicBezTo>
                  <a:pt x="651386" y="2485"/>
                  <a:pt x="651972" y="2847"/>
                  <a:pt x="652443" y="3306"/>
                </a:cubicBezTo>
                <a:cubicBezTo>
                  <a:pt x="652913" y="3765"/>
                  <a:pt x="653266" y="4296"/>
                  <a:pt x="653502" y="4899"/>
                </a:cubicBezTo>
                <a:cubicBezTo>
                  <a:pt x="653737" y="5501"/>
                  <a:pt x="653854" y="6141"/>
                  <a:pt x="653854" y="6819"/>
                </a:cubicBezTo>
                <a:cubicBezTo>
                  <a:pt x="653854" y="7680"/>
                  <a:pt x="653708" y="8434"/>
                  <a:pt x="653415" y="9083"/>
                </a:cubicBezTo>
                <a:cubicBezTo>
                  <a:pt x="653123" y="9731"/>
                  <a:pt x="652738" y="10305"/>
                  <a:pt x="652262" y="10805"/>
                </a:cubicBezTo>
                <a:cubicBezTo>
                  <a:pt x="651785" y="11304"/>
                  <a:pt x="651240" y="11749"/>
                  <a:pt x="650626" y="12139"/>
                </a:cubicBezTo>
                <a:cubicBezTo>
                  <a:pt x="650012" y="12529"/>
                  <a:pt x="649383" y="12908"/>
                  <a:pt x="648741" y="13276"/>
                </a:cubicBezTo>
                <a:lnTo>
                  <a:pt x="653183" y="18820"/>
                </a:lnTo>
                <a:cubicBezTo>
                  <a:pt x="653688" y="17465"/>
                  <a:pt x="653923" y="15830"/>
                  <a:pt x="653889" y="13913"/>
                </a:cubicBezTo>
                <a:lnTo>
                  <a:pt x="656919" y="13913"/>
                </a:lnTo>
                <a:moveTo>
                  <a:pt x="643386" y="19233"/>
                </a:moveTo>
                <a:cubicBezTo>
                  <a:pt x="643386" y="19842"/>
                  <a:pt x="643483" y="20398"/>
                  <a:pt x="643678" y="20903"/>
                </a:cubicBezTo>
                <a:cubicBezTo>
                  <a:pt x="643873" y="21409"/>
                  <a:pt x="644152" y="21842"/>
                  <a:pt x="644513" y="22203"/>
                </a:cubicBezTo>
                <a:cubicBezTo>
                  <a:pt x="644875" y="22565"/>
                  <a:pt x="645317" y="22843"/>
                  <a:pt x="645839" y="23039"/>
                </a:cubicBezTo>
                <a:cubicBezTo>
                  <a:pt x="646362" y="23234"/>
                  <a:pt x="646950" y="23331"/>
                  <a:pt x="647604" y="23331"/>
                </a:cubicBezTo>
                <a:cubicBezTo>
                  <a:pt x="649096" y="23331"/>
                  <a:pt x="650405" y="22780"/>
                  <a:pt x="651530" y="21678"/>
                </a:cubicBezTo>
                <a:lnTo>
                  <a:pt x="646054" y="14825"/>
                </a:lnTo>
                <a:cubicBezTo>
                  <a:pt x="645664" y="15089"/>
                  <a:pt x="645305" y="15371"/>
                  <a:pt x="644978" y="15669"/>
                </a:cubicBezTo>
                <a:cubicBezTo>
                  <a:pt x="644651" y="15967"/>
                  <a:pt x="644370" y="16295"/>
                  <a:pt x="644135" y="16650"/>
                </a:cubicBezTo>
                <a:cubicBezTo>
                  <a:pt x="643899" y="17006"/>
                  <a:pt x="643716" y="17397"/>
                  <a:pt x="643584" y="17821"/>
                </a:cubicBezTo>
                <a:cubicBezTo>
                  <a:pt x="643452" y="18246"/>
                  <a:pt x="643386" y="18717"/>
                  <a:pt x="643386" y="19233"/>
                </a:cubicBezTo>
                <a:moveTo>
                  <a:pt x="650824" y="7111"/>
                </a:moveTo>
                <a:cubicBezTo>
                  <a:pt x="650824" y="6250"/>
                  <a:pt x="650583" y="5576"/>
                  <a:pt x="650101" y="5088"/>
                </a:cubicBezTo>
                <a:cubicBezTo>
                  <a:pt x="649619" y="4600"/>
                  <a:pt x="648964" y="4356"/>
                  <a:pt x="648138" y="4356"/>
                </a:cubicBezTo>
                <a:cubicBezTo>
                  <a:pt x="647679" y="4356"/>
                  <a:pt x="647274" y="4431"/>
                  <a:pt x="646924" y="4580"/>
                </a:cubicBezTo>
                <a:cubicBezTo>
                  <a:pt x="646574" y="4729"/>
                  <a:pt x="646278" y="4936"/>
                  <a:pt x="646037" y="5200"/>
                </a:cubicBezTo>
                <a:cubicBezTo>
                  <a:pt x="645796" y="5464"/>
                  <a:pt x="645615" y="5774"/>
                  <a:pt x="645495" y="6130"/>
                </a:cubicBezTo>
                <a:cubicBezTo>
                  <a:pt x="645374" y="6486"/>
                  <a:pt x="645314" y="6870"/>
                  <a:pt x="645314" y="7283"/>
                </a:cubicBezTo>
                <a:cubicBezTo>
                  <a:pt x="645314" y="7903"/>
                  <a:pt x="645429" y="8480"/>
                  <a:pt x="645658" y="9014"/>
                </a:cubicBezTo>
                <a:cubicBezTo>
                  <a:pt x="645888" y="9548"/>
                  <a:pt x="646255" y="10136"/>
                  <a:pt x="646760" y="10779"/>
                </a:cubicBezTo>
                <a:lnTo>
                  <a:pt x="647225" y="11382"/>
                </a:lnTo>
                <a:cubicBezTo>
                  <a:pt x="647719" y="11106"/>
                  <a:pt x="648184" y="10828"/>
                  <a:pt x="648620" y="10546"/>
                </a:cubicBezTo>
                <a:cubicBezTo>
                  <a:pt x="649056" y="10265"/>
                  <a:pt x="649438" y="9955"/>
                  <a:pt x="649765" y="9617"/>
                </a:cubicBezTo>
                <a:cubicBezTo>
                  <a:pt x="650092" y="9278"/>
                  <a:pt x="650350" y="8905"/>
                  <a:pt x="650540" y="8497"/>
                </a:cubicBezTo>
                <a:cubicBezTo>
                  <a:pt x="650729" y="8090"/>
                  <a:pt x="650824" y="7628"/>
                  <a:pt x="650824" y="7111"/>
                </a:cubicBezTo>
                <a:close/>
                <a:moveTo>
                  <a:pt x="696504" y="16874"/>
                </a:moveTo>
                <a:cubicBezTo>
                  <a:pt x="696504" y="18217"/>
                  <a:pt x="696315" y="19448"/>
                  <a:pt x="695936" y="20568"/>
                </a:cubicBezTo>
                <a:cubicBezTo>
                  <a:pt x="695557" y="21687"/>
                  <a:pt x="695012" y="22645"/>
                  <a:pt x="694300" y="23443"/>
                </a:cubicBezTo>
                <a:cubicBezTo>
                  <a:pt x="693589" y="24241"/>
                  <a:pt x="692722" y="24861"/>
                  <a:pt x="691700" y="25303"/>
                </a:cubicBezTo>
                <a:cubicBezTo>
                  <a:pt x="690679" y="25745"/>
                  <a:pt x="689519" y="25966"/>
                  <a:pt x="688222" y="25966"/>
                </a:cubicBezTo>
                <a:cubicBezTo>
                  <a:pt x="686982" y="25966"/>
                  <a:pt x="685872" y="25773"/>
                  <a:pt x="684890" y="25389"/>
                </a:cubicBezTo>
                <a:cubicBezTo>
                  <a:pt x="683909" y="25004"/>
                  <a:pt x="683077" y="24439"/>
                  <a:pt x="682394" y="23693"/>
                </a:cubicBezTo>
                <a:cubicBezTo>
                  <a:pt x="681711" y="22947"/>
                  <a:pt x="681188" y="22023"/>
                  <a:pt x="680827" y="20921"/>
                </a:cubicBezTo>
                <a:cubicBezTo>
                  <a:pt x="680465" y="19819"/>
                  <a:pt x="680284" y="18550"/>
                  <a:pt x="680284" y="17115"/>
                </a:cubicBezTo>
                <a:cubicBezTo>
                  <a:pt x="680284" y="15772"/>
                  <a:pt x="680474" y="14547"/>
                  <a:pt x="680852" y="13439"/>
                </a:cubicBezTo>
                <a:cubicBezTo>
                  <a:pt x="681231" y="12331"/>
                  <a:pt x="681777" y="11379"/>
                  <a:pt x="682488" y="10581"/>
                </a:cubicBezTo>
                <a:cubicBezTo>
                  <a:pt x="683200" y="9783"/>
                  <a:pt x="684067" y="9163"/>
                  <a:pt x="685088" y="8721"/>
                </a:cubicBezTo>
                <a:cubicBezTo>
                  <a:pt x="686110" y="8279"/>
                  <a:pt x="687269" y="8058"/>
                  <a:pt x="688566" y="8058"/>
                </a:cubicBezTo>
                <a:cubicBezTo>
                  <a:pt x="689806" y="8058"/>
                  <a:pt x="690917" y="8251"/>
                  <a:pt x="691898" y="8635"/>
                </a:cubicBezTo>
                <a:cubicBezTo>
                  <a:pt x="692880" y="9020"/>
                  <a:pt x="693712" y="9582"/>
                  <a:pt x="694395" y="10323"/>
                </a:cubicBezTo>
                <a:cubicBezTo>
                  <a:pt x="695078" y="11063"/>
                  <a:pt x="695600" y="11984"/>
                  <a:pt x="695962" y="13086"/>
                </a:cubicBezTo>
                <a:cubicBezTo>
                  <a:pt x="696323" y="14188"/>
                  <a:pt x="696504" y="15451"/>
                  <a:pt x="696504" y="16874"/>
                </a:cubicBezTo>
                <a:moveTo>
                  <a:pt x="693439" y="17012"/>
                </a:moveTo>
                <a:cubicBezTo>
                  <a:pt x="693439" y="15944"/>
                  <a:pt x="693322" y="15012"/>
                  <a:pt x="693086" y="14214"/>
                </a:cubicBezTo>
                <a:cubicBezTo>
                  <a:pt x="692851" y="13416"/>
                  <a:pt x="692515" y="12750"/>
                  <a:pt x="692079" y="12217"/>
                </a:cubicBezTo>
                <a:cubicBezTo>
                  <a:pt x="691643" y="11683"/>
                  <a:pt x="691112" y="11281"/>
                  <a:pt x="690486" y="11011"/>
                </a:cubicBezTo>
                <a:cubicBezTo>
                  <a:pt x="689861" y="10742"/>
                  <a:pt x="689163" y="10607"/>
                  <a:pt x="688394" y="10607"/>
                </a:cubicBezTo>
                <a:cubicBezTo>
                  <a:pt x="687499" y="10607"/>
                  <a:pt x="686733" y="10782"/>
                  <a:pt x="686096" y="11132"/>
                </a:cubicBezTo>
                <a:cubicBezTo>
                  <a:pt x="685458" y="11482"/>
                  <a:pt x="684936" y="11950"/>
                  <a:pt x="684529" y="12535"/>
                </a:cubicBezTo>
                <a:cubicBezTo>
                  <a:pt x="684121" y="13121"/>
                  <a:pt x="683823" y="13801"/>
                  <a:pt x="683633" y="14576"/>
                </a:cubicBezTo>
                <a:cubicBezTo>
                  <a:pt x="683444" y="15350"/>
                  <a:pt x="683349" y="16163"/>
                  <a:pt x="683349" y="17012"/>
                </a:cubicBezTo>
                <a:cubicBezTo>
                  <a:pt x="683349" y="18080"/>
                  <a:pt x="683467" y="19015"/>
                  <a:pt x="683702" y="19819"/>
                </a:cubicBezTo>
                <a:cubicBezTo>
                  <a:pt x="683937" y="20622"/>
                  <a:pt x="684273" y="21291"/>
                  <a:pt x="684709" y="21825"/>
                </a:cubicBezTo>
                <a:cubicBezTo>
                  <a:pt x="685146" y="22358"/>
                  <a:pt x="685674" y="22760"/>
                  <a:pt x="686294" y="23030"/>
                </a:cubicBezTo>
                <a:cubicBezTo>
                  <a:pt x="686913" y="23300"/>
                  <a:pt x="687614" y="23435"/>
                  <a:pt x="688394" y="23435"/>
                </a:cubicBezTo>
                <a:cubicBezTo>
                  <a:pt x="689290" y="23435"/>
                  <a:pt x="690056" y="23260"/>
                  <a:pt x="690693" y="22909"/>
                </a:cubicBezTo>
                <a:cubicBezTo>
                  <a:pt x="691330" y="22559"/>
                  <a:pt x="691852" y="22092"/>
                  <a:pt x="692260" y="21506"/>
                </a:cubicBezTo>
                <a:cubicBezTo>
                  <a:pt x="692667" y="20921"/>
                  <a:pt x="692966" y="20241"/>
                  <a:pt x="693155" y="19466"/>
                </a:cubicBezTo>
                <a:cubicBezTo>
                  <a:pt x="693345" y="18691"/>
                  <a:pt x="693439" y="17873"/>
                  <a:pt x="693439" y="17012"/>
                </a:cubicBezTo>
                <a:close/>
                <a:moveTo>
                  <a:pt x="698491" y="8368"/>
                </a:moveTo>
                <a:lnTo>
                  <a:pt x="701900" y="8368"/>
                </a:lnTo>
                <a:lnTo>
                  <a:pt x="706136" y="19801"/>
                </a:lnTo>
                <a:lnTo>
                  <a:pt x="707048" y="22591"/>
                </a:lnTo>
                <a:lnTo>
                  <a:pt x="707995" y="19733"/>
                </a:lnTo>
                <a:lnTo>
                  <a:pt x="712197" y="8368"/>
                </a:lnTo>
                <a:lnTo>
                  <a:pt x="715485" y="8368"/>
                </a:lnTo>
                <a:lnTo>
                  <a:pt x="708701" y="25656"/>
                </a:lnTo>
                <a:lnTo>
                  <a:pt x="705258" y="25656"/>
                </a:lnTo>
                <a:lnTo>
                  <a:pt x="698491" y="8368"/>
                </a:lnTo>
                <a:close/>
                <a:moveTo>
                  <a:pt x="734388" y="16099"/>
                </a:moveTo>
                <a:cubicBezTo>
                  <a:pt x="734388" y="16524"/>
                  <a:pt x="734382" y="16880"/>
                  <a:pt x="734371" y="17167"/>
                </a:cubicBezTo>
                <a:cubicBezTo>
                  <a:pt x="734359" y="17454"/>
                  <a:pt x="734342" y="17724"/>
                  <a:pt x="734319" y="17976"/>
                </a:cubicBezTo>
                <a:lnTo>
                  <a:pt x="722180" y="17976"/>
                </a:lnTo>
                <a:cubicBezTo>
                  <a:pt x="722180" y="19744"/>
                  <a:pt x="722673" y="21101"/>
                  <a:pt x="723661" y="22048"/>
                </a:cubicBezTo>
                <a:cubicBezTo>
                  <a:pt x="724648" y="22995"/>
                  <a:pt x="726071" y="23469"/>
                  <a:pt x="727931" y="23469"/>
                </a:cubicBezTo>
                <a:cubicBezTo>
                  <a:pt x="728436" y="23469"/>
                  <a:pt x="728941" y="23449"/>
                  <a:pt x="729446" y="23408"/>
                </a:cubicBezTo>
                <a:cubicBezTo>
                  <a:pt x="729951" y="23366"/>
                  <a:pt x="730439" y="23311"/>
                  <a:pt x="730910" y="23240"/>
                </a:cubicBezTo>
                <a:cubicBezTo>
                  <a:pt x="731380" y="23170"/>
                  <a:pt x="731831" y="23090"/>
                  <a:pt x="732261" y="23002"/>
                </a:cubicBezTo>
                <a:cubicBezTo>
                  <a:pt x="732692" y="22914"/>
                  <a:pt x="733091" y="22817"/>
                  <a:pt x="733458" y="22711"/>
                </a:cubicBezTo>
                <a:lnTo>
                  <a:pt x="733458" y="25174"/>
                </a:lnTo>
                <a:cubicBezTo>
                  <a:pt x="732643" y="25408"/>
                  <a:pt x="731722" y="25599"/>
                  <a:pt x="730694" y="25746"/>
                </a:cubicBezTo>
                <a:cubicBezTo>
                  <a:pt x="729667" y="25892"/>
                  <a:pt x="728602" y="25966"/>
                  <a:pt x="727500" y="25966"/>
                </a:cubicBezTo>
                <a:cubicBezTo>
                  <a:pt x="726020" y="25966"/>
                  <a:pt x="724745" y="25765"/>
                  <a:pt x="723678" y="25363"/>
                </a:cubicBezTo>
                <a:cubicBezTo>
                  <a:pt x="722610" y="24961"/>
                  <a:pt x="721735" y="24379"/>
                  <a:pt x="721052" y="23615"/>
                </a:cubicBezTo>
                <a:cubicBezTo>
                  <a:pt x="720369" y="22852"/>
                  <a:pt x="719864" y="21916"/>
                  <a:pt x="719537" y="20809"/>
                </a:cubicBezTo>
                <a:cubicBezTo>
                  <a:pt x="719210" y="19701"/>
                  <a:pt x="719046" y="18447"/>
                  <a:pt x="719046" y="17046"/>
                </a:cubicBezTo>
                <a:cubicBezTo>
                  <a:pt x="719046" y="15830"/>
                  <a:pt x="719221" y="14679"/>
                  <a:pt x="719571" y="13594"/>
                </a:cubicBezTo>
                <a:cubicBezTo>
                  <a:pt x="719921" y="12509"/>
                  <a:pt x="720432" y="11557"/>
                  <a:pt x="721104" y="10736"/>
                </a:cubicBezTo>
                <a:cubicBezTo>
                  <a:pt x="721775" y="9915"/>
                  <a:pt x="722599" y="9264"/>
                  <a:pt x="723575" y="8782"/>
                </a:cubicBezTo>
                <a:cubicBezTo>
                  <a:pt x="724550" y="8299"/>
                  <a:pt x="725658" y="8058"/>
                  <a:pt x="726898" y="8058"/>
                </a:cubicBezTo>
                <a:cubicBezTo>
                  <a:pt x="728103" y="8058"/>
                  <a:pt x="729171" y="8248"/>
                  <a:pt x="730100" y="8627"/>
                </a:cubicBezTo>
                <a:cubicBezTo>
                  <a:pt x="731030" y="9005"/>
                  <a:pt x="731814" y="9542"/>
                  <a:pt x="732451" y="10236"/>
                </a:cubicBezTo>
                <a:cubicBezTo>
                  <a:pt x="733088" y="10931"/>
                  <a:pt x="733570" y="11775"/>
                  <a:pt x="733897" y="12768"/>
                </a:cubicBezTo>
                <a:cubicBezTo>
                  <a:pt x="734224" y="13761"/>
                  <a:pt x="734388" y="14871"/>
                  <a:pt x="734388" y="16099"/>
                </a:cubicBezTo>
                <a:moveTo>
                  <a:pt x="731271" y="15669"/>
                </a:moveTo>
                <a:cubicBezTo>
                  <a:pt x="731306" y="14900"/>
                  <a:pt x="731231" y="14197"/>
                  <a:pt x="731047" y="13560"/>
                </a:cubicBezTo>
                <a:cubicBezTo>
                  <a:pt x="730864" y="12923"/>
                  <a:pt x="730580" y="12374"/>
                  <a:pt x="730195" y="11915"/>
                </a:cubicBezTo>
                <a:cubicBezTo>
                  <a:pt x="729811" y="11456"/>
                  <a:pt x="729331" y="11097"/>
                  <a:pt x="728757" y="10839"/>
                </a:cubicBezTo>
                <a:cubicBezTo>
                  <a:pt x="728183" y="10581"/>
                  <a:pt x="727518" y="10452"/>
                  <a:pt x="726760" y="10452"/>
                </a:cubicBezTo>
                <a:cubicBezTo>
                  <a:pt x="726106" y="10452"/>
                  <a:pt x="725509" y="10578"/>
                  <a:pt x="724969" y="10831"/>
                </a:cubicBezTo>
                <a:cubicBezTo>
                  <a:pt x="724430" y="11083"/>
                  <a:pt x="723965" y="11439"/>
                  <a:pt x="723575" y="11898"/>
                </a:cubicBezTo>
                <a:cubicBezTo>
                  <a:pt x="723184" y="12357"/>
                  <a:pt x="722869" y="12908"/>
                  <a:pt x="722628" y="13551"/>
                </a:cubicBezTo>
                <a:cubicBezTo>
                  <a:pt x="722386" y="14194"/>
                  <a:pt x="722237" y="14900"/>
                  <a:pt x="722180" y="15669"/>
                </a:cubicBezTo>
                <a:lnTo>
                  <a:pt x="731271" y="15669"/>
                </a:lnTo>
                <a:close/>
                <a:moveTo>
                  <a:pt x="740170" y="8368"/>
                </a:moveTo>
                <a:lnTo>
                  <a:pt x="742908" y="8368"/>
                </a:lnTo>
                <a:lnTo>
                  <a:pt x="742994" y="11546"/>
                </a:lnTo>
                <a:cubicBezTo>
                  <a:pt x="744015" y="10320"/>
                  <a:pt x="745023" y="9433"/>
                  <a:pt x="746016" y="8883"/>
                </a:cubicBezTo>
                <a:cubicBezTo>
                  <a:pt x="747008" y="8333"/>
                  <a:pt x="748010" y="8058"/>
                  <a:pt x="749020" y="8058"/>
                </a:cubicBezTo>
                <a:cubicBezTo>
                  <a:pt x="750811" y="8058"/>
                  <a:pt x="752168" y="8637"/>
                  <a:pt x="753092" y="9793"/>
                </a:cubicBezTo>
                <a:cubicBezTo>
                  <a:pt x="754016" y="10950"/>
                  <a:pt x="754444" y="12667"/>
                  <a:pt x="754375" y="14946"/>
                </a:cubicBezTo>
                <a:lnTo>
                  <a:pt x="751345" y="14946"/>
                </a:lnTo>
                <a:cubicBezTo>
                  <a:pt x="751379" y="13437"/>
                  <a:pt x="751158" y="12342"/>
                  <a:pt x="750682" y="11662"/>
                </a:cubicBezTo>
                <a:cubicBezTo>
                  <a:pt x="750205" y="10981"/>
                  <a:pt x="749508" y="10641"/>
                  <a:pt x="748590" y="10641"/>
                </a:cubicBezTo>
                <a:cubicBezTo>
                  <a:pt x="748188" y="10641"/>
                  <a:pt x="747783" y="10713"/>
                  <a:pt x="747376" y="10856"/>
                </a:cubicBezTo>
                <a:cubicBezTo>
                  <a:pt x="746968" y="10999"/>
                  <a:pt x="746549" y="11227"/>
                  <a:pt x="746119" y="11541"/>
                </a:cubicBezTo>
                <a:cubicBezTo>
                  <a:pt x="745688" y="11856"/>
                  <a:pt x="745232" y="12259"/>
                  <a:pt x="744750" y="12750"/>
                </a:cubicBezTo>
                <a:cubicBezTo>
                  <a:pt x="744268" y="13242"/>
                  <a:pt x="743751" y="13836"/>
                  <a:pt x="743200" y="14534"/>
                </a:cubicBezTo>
                <a:lnTo>
                  <a:pt x="743200" y="25656"/>
                </a:lnTo>
                <a:lnTo>
                  <a:pt x="740170" y="25656"/>
                </a:lnTo>
                <a:lnTo>
                  <a:pt x="740170" y="8368"/>
                </a:lnTo>
                <a:close/>
                <a:moveTo>
                  <a:pt x="765030" y="3771"/>
                </a:moveTo>
                <a:lnTo>
                  <a:pt x="759916" y="3771"/>
                </a:lnTo>
                <a:lnTo>
                  <a:pt x="759916" y="1309"/>
                </a:lnTo>
                <a:lnTo>
                  <a:pt x="768060" y="1309"/>
                </a:lnTo>
                <a:lnTo>
                  <a:pt x="768060" y="23159"/>
                </a:lnTo>
                <a:lnTo>
                  <a:pt x="773208" y="23159"/>
                </a:lnTo>
                <a:lnTo>
                  <a:pt x="773208" y="25656"/>
                </a:lnTo>
                <a:lnTo>
                  <a:pt x="759347" y="25656"/>
                </a:lnTo>
                <a:lnTo>
                  <a:pt x="759347" y="23159"/>
                </a:lnTo>
                <a:lnTo>
                  <a:pt x="765030" y="23159"/>
                </a:lnTo>
                <a:lnTo>
                  <a:pt x="765030" y="3771"/>
                </a:lnTo>
                <a:close/>
                <a:moveTo>
                  <a:pt x="788901" y="25656"/>
                </a:moveTo>
                <a:lnTo>
                  <a:pt x="788832" y="23326"/>
                </a:lnTo>
                <a:cubicBezTo>
                  <a:pt x="787891" y="24258"/>
                  <a:pt x="786935" y="24931"/>
                  <a:pt x="785965" y="25345"/>
                </a:cubicBezTo>
                <a:cubicBezTo>
                  <a:pt x="784995" y="25759"/>
                  <a:pt x="783977" y="25966"/>
                  <a:pt x="782909" y="25966"/>
                </a:cubicBezTo>
                <a:cubicBezTo>
                  <a:pt x="781922" y="25966"/>
                  <a:pt x="781078" y="25839"/>
                  <a:pt x="780378" y="25586"/>
                </a:cubicBezTo>
                <a:cubicBezTo>
                  <a:pt x="779678" y="25333"/>
                  <a:pt x="779101" y="24986"/>
                  <a:pt x="778648" y="24543"/>
                </a:cubicBezTo>
                <a:cubicBezTo>
                  <a:pt x="778194" y="24100"/>
                  <a:pt x="777861" y="23580"/>
                  <a:pt x="777649" y="22982"/>
                </a:cubicBezTo>
                <a:cubicBezTo>
                  <a:pt x="777436" y="22384"/>
                  <a:pt x="777330" y="21734"/>
                  <a:pt x="777330" y="21033"/>
                </a:cubicBezTo>
                <a:cubicBezTo>
                  <a:pt x="777330" y="19297"/>
                  <a:pt x="777976" y="17937"/>
                  <a:pt x="779267" y="16954"/>
                </a:cubicBezTo>
                <a:cubicBezTo>
                  <a:pt x="780559" y="15971"/>
                  <a:pt x="782467" y="15480"/>
                  <a:pt x="784993" y="15480"/>
                </a:cubicBezTo>
                <a:lnTo>
                  <a:pt x="788574" y="15480"/>
                </a:lnTo>
                <a:lnTo>
                  <a:pt x="788574" y="13970"/>
                </a:lnTo>
                <a:cubicBezTo>
                  <a:pt x="788574" y="12952"/>
                  <a:pt x="788247" y="12137"/>
                  <a:pt x="787593" y="11525"/>
                </a:cubicBezTo>
                <a:cubicBezTo>
                  <a:pt x="786938" y="10913"/>
                  <a:pt x="785940" y="10607"/>
                  <a:pt x="784597" y="10607"/>
                </a:cubicBezTo>
                <a:cubicBezTo>
                  <a:pt x="783621" y="10607"/>
                  <a:pt x="782659" y="10717"/>
                  <a:pt x="781712" y="10939"/>
                </a:cubicBezTo>
                <a:cubicBezTo>
                  <a:pt x="780765" y="11160"/>
                  <a:pt x="779787" y="11474"/>
                  <a:pt x="778777" y="11881"/>
                </a:cubicBezTo>
                <a:lnTo>
                  <a:pt x="778777" y="9178"/>
                </a:lnTo>
                <a:cubicBezTo>
                  <a:pt x="779155" y="9038"/>
                  <a:pt x="779577" y="8901"/>
                  <a:pt x="780042" y="8766"/>
                </a:cubicBezTo>
                <a:cubicBezTo>
                  <a:pt x="780507" y="8632"/>
                  <a:pt x="780998" y="8513"/>
                  <a:pt x="781514" y="8408"/>
                </a:cubicBezTo>
                <a:cubicBezTo>
                  <a:pt x="782031" y="8303"/>
                  <a:pt x="782570" y="8218"/>
                  <a:pt x="783133" y="8155"/>
                </a:cubicBezTo>
                <a:cubicBezTo>
                  <a:pt x="783695" y="8090"/>
                  <a:pt x="784264" y="8058"/>
                  <a:pt x="784838" y="8058"/>
                </a:cubicBezTo>
                <a:cubicBezTo>
                  <a:pt x="785882" y="8058"/>
                  <a:pt x="786823" y="8173"/>
                  <a:pt x="787661" y="8403"/>
                </a:cubicBezTo>
                <a:cubicBezTo>
                  <a:pt x="788499" y="8632"/>
                  <a:pt x="789208" y="8982"/>
                  <a:pt x="789788" y="9453"/>
                </a:cubicBezTo>
                <a:cubicBezTo>
                  <a:pt x="790368" y="9924"/>
                  <a:pt x="790812" y="10515"/>
                  <a:pt x="791122" y="11227"/>
                </a:cubicBezTo>
                <a:cubicBezTo>
                  <a:pt x="791432" y="11938"/>
                  <a:pt x="791587" y="12776"/>
                  <a:pt x="791587" y="13740"/>
                </a:cubicBezTo>
                <a:lnTo>
                  <a:pt x="791587" y="25656"/>
                </a:lnTo>
                <a:lnTo>
                  <a:pt x="788901" y="25656"/>
                </a:lnTo>
                <a:moveTo>
                  <a:pt x="788574" y="17770"/>
                </a:moveTo>
                <a:lnTo>
                  <a:pt x="784769" y="17770"/>
                </a:lnTo>
                <a:cubicBezTo>
                  <a:pt x="784023" y="17770"/>
                  <a:pt x="783380" y="17845"/>
                  <a:pt x="782840" y="17995"/>
                </a:cubicBezTo>
                <a:cubicBezTo>
                  <a:pt x="782301" y="18144"/>
                  <a:pt x="781859" y="18357"/>
                  <a:pt x="781514" y="18633"/>
                </a:cubicBezTo>
                <a:cubicBezTo>
                  <a:pt x="781170" y="18909"/>
                  <a:pt x="780915" y="19241"/>
                  <a:pt x="780748" y="19627"/>
                </a:cubicBezTo>
                <a:cubicBezTo>
                  <a:pt x="780582" y="20012"/>
                  <a:pt x="780499" y="20447"/>
                  <a:pt x="780499" y="20930"/>
                </a:cubicBezTo>
                <a:cubicBezTo>
                  <a:pt x="780499" y="21264"/>
                  <a:pt x="780550" y="21584"/>
                  <a:pt x="780653" y="21889"/>
                </a:cubicBezTo>
                <a:cubicBezTo>
                  <a:pt x="780757" y="22194"/>
                  <a:pt x="780923" y="22465"/>
                  <a:pt x="781153" y="22701"/>
                </a:cubicBezTo>
                <a:cubicBezTo>
                  <a:pt x="781382" y="22937"/>
                  <a:pt x="781681" y="23124"/>
                  <a:pt x="782048" y="23262"/>
                </a:cubicBezTo>
                <a:cubicBezTo>
                  <a:pt x="782416" y="23400"/>
                  <a:pt x="782863" y="23469"/>
                  <a:pt x="783391" y="23469"/>
                </a:cubicBezTo>
                <a:cubicBezTo>
                  <a:pt x="784080" y="23469"/>
                  <a:pt x="784869" y="23259"/>
                  <a:pt x="785759" y="22839"/>
                </a:cubicBezTo>
                <a:cubicBezTo>
                  <a:pt x="786648" y="22418"/>
                  <a:pt x="787587" y="21753"/>
                  <a:pt x="788574" y="20844"/>
                </a:cubicBezTo>
                <a:lnTo>
                  <a:pt x="788574" y="17770"/>
                </a:lnTo>
                <a:close/>
                <a:moveTo>
                  <a:pt x="812849" y="8368"/>
                </a:moveTo>
                <a:lnTo>
                  <a:pt x="806960" y="23831"/>
                </a:lnTo>
                <a:cubicBezTo>
                  <a:pt x="806352" y="25403"/>
                  <a:pt x="805723" y="26758"/>
                  <a:pt x="805075" y="27894"/>
                </a:cubicBezTo>
                <a:cubicBezTo>
                  <a:pt x="804426" y="29031"/>
                  <a:pt x="803717" y="29963"/>
                  <a:pt x="802948" y="30692"/>
                </a:cubicBezTo>
                <a:cubicBezTo>
                  <a:pt x="802179" y="31421"/>
                  <a:pt x="801335" y="31958"/>
                  <a:pt x="800417" y="32302"/>
                </a:cubicBezTo>
                <a:cubicBezTo>
                  <a:pt x="799499" y="32647"/>
                  <a:pt x="798471" y="32819"/>
                  <a:pt x="797335" y="32819"/>
                </a:cubicBezTo>
                <a:cubicBezTo>
                  <a:pt x="797036" y="32819"/>
                  <a:pt x="796767" y="32813"/>
                  <a:pt x="796525" y="32802"/>
                </a:cubicBezTo>
                <a:cubicBezTo>
                  <a:pt x="796284" y="32790"/>
                  <a:pt x="796020" y="32773"/>
                  <a:pt x="795733" y="32750"/>
                </a:cubicBezTo>
                <a:lnTo>
                  <a:pt x="795733" y="30029"/>
                </a:lnTo>
                <a:cubicBezTo>
                  <a:pt x="795986" y="30064"/>
                  <a:pt x="796261" y="30095"/>
                  <a:pt x="796560" y="30124"/>
                </a:cubicBezTo>
                <a:cubicBezTo>
                  <a:pt x="796858" y="30153"/>
                  <a:pt x="797174" y="30167"/>
                  <a:pt x="797507" y="30167"/>
                </a:cubicBezTo>
                <a:cubicBezTo>
                  <a:pt x="798058" y="30167"/>
                  <a:pt x="798572" y="30087"/>
                  <a:pt x="799048" y="29926"/>
                </a:cubicBezTo>
                <a:cubicBezTo>
                  <a:pt x="799524" y="29765"/>
                  <a:pt x="799975" y="29504"/>
                  <a:pt x="800400" y="29143"/>
                </a:cubicBezTo>
                <a:cubicBezTo>
                  <a:pt x="800824" y="28781"/>
                  <a:pt x="801232" y="28313"/>
                  <a:pt x="801622" y="27739"/>
                </a:cubicBezTo>
                <a:cubicBezTo>
                  <a:pt x="802012" y="27165"/>
                  <a:pt x="802391" y="26471"/>
                  <a:pt x="802759" y="25656"/>
                </a:cubicBezTo>
                <a:lnTo>
                  <a:pt x="795854" y="8368"/>
                </a:lnTo>
                <a:lnTo>
                  <a:pt x="799263" y="8368"/>
                </a:lnTo>
                <a:lnTo>
                  <a:pt x="803637" y="19801"/>
                </a:lnTo>
                <a:lnTo>
                  <a:pt x="804515" y="22488"/>
                </a:lnTo>
                <a:lnTo>
                  <a:pt x="805514" y="19733"/>
                </a:lnTo>
                <a:lnTo>
                  <a:pt x="809560" y="8368"/>
                </a:lnTo>
                <a:lnTo>
                  <a:pt x="812849" y="8368"/>
                </a:lnTo>
                <a:close/>
                <a:moveTo>
                  <a:pt x="831751" y="25656"/>
                </a:moveTo>
                <a:lnTo>
                  <a:pt x="827756" y="25656"/>
                </a:lnTo>
                <a:lnTo>
                  <a:pt x="821196" y="11610"/>
                </a:lnTo>
                <a:lnTo>
                  <a:pt x="819302" y="7094"/>
                </a:lnTo>
                <a:lnTo>
                  <a:pt x="819302" y="18452"/>
                </a:lnTo>
                <a:lnTo>
                  <a:pt x="819302" y="25656"/>
                </a:lnTo>
                <a:lnTo>
                  <a:pt x="816444" y="25656"/>
                </a:lnTo>
                <a:lnTo>
                  <a:pt x="816444" y="3134"/>
                </a:lnTo>
                <a:lnTo>
                  <a:pt x="820387" y="3134"/>
                </a:lnTo>
                <a:lnTo>
                  <a:pt x="826637" y="16439"/>
                </a:lnTo>
                <a:lnTo>
                  <a:pt x="828893" y="21592"/>
                </a:lnTo>
                <a:lnTo>
                  <a:pt x="828893" y="9528"/>
                </a:lnTo>
                <a:lnTo>
                  <a:pt x="828893" y="3134"/>
                </a:lnTo>
                <a:lnTo>
                  <a:pt x="831751" y="3134"/>
                </a:lnTo>
                <a:lnTo>
                  <a:pt x="831751" y="25656"/>
                </a:lnTo>
                <a:close/>
                <a:moveTo>
                  <a:pt x="851876" y="16874"/>
                </a:moveTo>
                <a:cubicBezTo>
                  <a:pt x="851876" y="18217"/>
                  <a:pt x="851687" y="19448"/>
                  <a:pt x="851308" y="20568"/>
                </a:cubicBezTo>
                <a:cubicBezTo>
                  <a:pt x="850929" y="21687"/>
                  <a:pt x="850384" y="22645"/>
                  <a:pt x="849672" y="23443"/>
                </a:cubicBezTo>
                <a:cubicBezTo>
                  <a:pt x="848960" y="24241"/>
                  <a:pt x="848094" y="24861"/>
                  <a:pt x="847072" y="25303"/>
                </a:cubicBezTo>
                <a:cubicBezTo>
                  <a:pt x="846050" y="25745"/>
                  <a:pt x="844891" y="25966"/>
                  <a:pt x="843594" y="25966"/>
                </a:cubicBezTo>
                <a:cubicBezTo>
                  <a:pt x="842354" y="25966"/>
                  <a:pt x="841243" y="25773"/>
                  <a:pt x="840262" y="25389"/>
                </a:cubicBezTo>
                <a:cubicBezTo>
                  <a:pt x="839281" y="25004"/>
                  <a:pt x="838448" y="24439"/>
                  <a:pt x="837765" y="23693"/>
                </a:cubicBezTo>
                <a:cubicBezTo>
                  <a:pt x="837082" y="22947"/>
                  <a:pt x="836560" y="22023"/>
                  <a:pt x="836198" y="20921"/>
                </a:cubicBezTo>
                <a:cubicBezTo>
                  <a:pt x="835837" y="19819"/>
                  <a:pt x="835656" y="18550"/>
                  <a:pt x="835656" y="17115"/>
                </a:cubicBezTo>
                <a:cubicBezTo>
                  <a:pt x="835656" y="15772"/>
                  <a:pt x="835845" y="14547"/>
                  <a:pt x="836224" y="13439"/>
                </a:cubicBezTo>
                <a:cubicBezTo>
                  <a:pt x="836603" y="12331"/>
                  <a:pt x="837148" y="11379"/>
                  <a:pt x="837860" y="10581"/>
                </a:cubicBezTo>
                <a:cubicBezTo>
                  <a:pt x="838572" y="9783"/>
                  <a:pt x="839438" y="9163"/>
                  <a:pt x="840460" y="8721"/>
                </a:cubicBezTo>
                <a:cubicBezTo>
                  <a:pt x="841482" y="8279"/>
                  <a:pt x="842641" y="8058"/>
                  <a:pt x="843938" y="8058"/>
                </a:cubicBezTo>
                <a:cubicBezTo>
                  <a:pt x="845178" y="8058"/>
                  <a:pt x="846288" y="8251"/>
                  <a:pt x="847270" y="8635"/>
                </a:cubicBezTo>
                <a:cubicBezTo>
                  <a:pt x="848251" y="9020"/>
                  <a:pt x="849084" y="9582"/>
                  <a:pt x="849767" y="10323"/>
                </a:cubicBezTo>
                <a:cubicBezTo>
                  <a:pt x="850450" y="11063"/>
                  <a:pt x="850972" y="11984"/>
                  <a:pt x="851334" y="13086"/>
                </a:cubicBezTo>
                <a:cubicBezTo>
                  <a:pt x="851695" y="14188"/>
                  <a:pt x="851876" y="15451"/>
                  <a:pt x="851876" y="16874"/>
                </a:cubicBezTo>
                <a:moveTo>
                  <a:pt x="848811" y="17012"/>
                </a:moveTo>
                <a:cubicBezTo>
                  <a:pt x="848811" y="15944"/>
                  <a:pt x="848693" y="15012"/>
                  <a:pt x="848458" y="14214"/>
                </a:cubicBezTo>
                <a:cubicBezTo>
                  <a:pt x="848223" y="13416"/>
                  <a:pt x="847887" y="12750"/>
                  <a:pt x="847451" y="12217"/>
                </a:cubicBezTo>
                <a:cubicBezTo>
                  <a:pt x="847015" y="11683"/>
                  <a:pt x="846484" y="11281"/>
                  <a:pt x="845858" y="11011"/>
                </a:cubicBezTo>
                <a:cubicBezTo>
                  <a:pt x="845232" y="10742"/>
                  <a:pt x="844535" y="10607"/>
                  <a:pt x="843766" y="10607"/>
                </a:cubicBezTo>
                <a:cubicBezTo>
                  <a:pt x="842871" y="10607"/>
                  <a:pt x="842104" y="10782"/>
                  <a:pt x="841467" y="11132"/>
                </a:cubicBezTo>
                <a:cubicBezTo>
                  <a:pt x="840830" y="11482"/>
                  <a:pt x="840308" y="11950"/>
                  <a:pt x="839900" y="12535"/>
                </a:cubicBezTo>
                <a:cubicBezTo>
                  <a:pt x="839493" y="13121"/>
                  <a:pt x="839194" y="13801"/>
                  <a:pt x="839005" y="14576"/>
                </a:cubicBezTo>
                <a:cubicBezTo>
                  <a:pt x="838816" y="15350"/>
                  <a:pt x="838721" y="16163"/>
                  <a:pt x="838721" y="17012"/>
                </a:cubicBezTo>
                <a:cubicBezTo>
                  <a:pt x="838721" y="18080"/>
                  <a:pt x="838839" y="19015"/>
                  <a:pt x="839074" y="19819"/>
                </a:cubicBezTo>
                <a:cubicBezTo>
                  <a:pt x="839309" y="20622"/>
                  <a:pt x="839645" y="21291"/>
                  <a:pt x="840081" y="21825"/>
                </a:cubicBezTo>
                <a:cubicBezTo>
                  <a:pt x="840517" y="22358"/>
                  <a:pt x="841045" y="22760"/>
                  <a:pt x="841665" y="23030"/>
                </a:cubicBezTo>
                <a:cubicBezTo>
                  <a:pt x="842285" y="23300"/>
                  <a:pt x="842985" y="23435"/>
                  <a:pt x="843766" y="23435"/>
                </a:cubicBezTo>
                <a:cubicBezTo>
                  <a:pt x="844661" y="23435"/>
                  <a:pt x="845428" y="23260"/>
                  <a:pt x="846065" y="22909"/>
                </a:cubicBezTo>
                <a:cubicBezTo>
                  <a:pt x="846702" y="22559"/>
                  <a:pt x="847224" y="22092"/>
                  <a:pt x="847632" y="21506"/>
                </a:cubicBezTo>
                <a:cubicBezTo>
                  <a:pt x="848039" y="20921"/>
                  <a:pt x="848338" y="20241"/>
                  <a:pt x="848527" y="19466"/>
                </a:cubicBezTo>
                <a:cubicBezTo>
                  <a:pt x="848716" y="18691"/>
                  <a:pt x="848811" y="17873"/>
                  <a:pt x="848811" y="17012"/>
                </a:cubicBezTo>
                <a:close/>
                <a:moveTo>
                  <a:pt x="854603" y="17374"/>
                </a:moveTo>
                <a:cubicBezTo>
                  <a:pt x="854603" y="15904"/>
                  <a:pt x="854804" y="14599"/>
                  <a:pt x="855206" y="13456"/>
                </a:cubicBezTo>
                <a:cubicBezTo>
                  <a:pt x="855607" y="12314"/>
                  <a:pt x="856178" y="11350"/>
                  <a:pt x="856919" y="10564"/>
                </a:cubicBezTo>
                <a:cubicBezTo>
                  <a:pt x="857659" y="9777"/>
                  <a:pt x="858549" y="9180"/>
                  <a:pt x="859588" y="8773"/>
                </a:cubicBezTo>
                <a:cubicBezTo>
                  <a:pt x="860627" y="8365"/>
                  <a:pt x="861783" y="8162"/>
                  <a:pt x="863057" y="8162"/>
                </a:cubicBezTo>
                <a:cubicBezTo>
                  <a:pt x="863608" y="8162"/>
                  <a:pt x="864151" y="8196"/>
                  <a:pt x="864684" y="8265"/>
                </a:cubicBezTo>
                <a:cubicBezTo>
                  <a:pt x="865218" y="8334"/>
                  <a:pt x="865743" y="8443"/>
                  <a:pt x="866260" y="8592"/>
                </a:cubicBezTo>
                <a:lnTo>
                  <a:pt x="866260" y="1309"/>
                </a:lnTo>
                <a:lnTo>
                  <a:pt x="869273" y="1309"/>
                </a:lnTo>
                <a:lnTo>
                  <a:pt x="869273" y="25656"/>
                </a:lnTo>
                <a:lnTo>
                  <a:pt x="866587" y="25656"/>
                </a:lnTo>
                <a:lnTo>
                  <a:pt x="866484" y="22384"/>
                </a:lnTo>
                <a:cubicBezTo>
                  <a:pt x="865646" y="23601"/>
                  <a:pt x="864739" y="24502"/>
                  <a:pt x="863763" y="25088"/>
                </a:cubicBezTo>
                <a:cubicBezTo>
                  <a:pt x="862788" y="25673"/>
                  <a:pt x="861731" y="25966"/>
                  <a:pt x="860595" y="25966"/>
                </a:cubicBezTo>
                <a:cubicBezTo>
                  <a:pt x="859608" y="25966"/>
                  <a:pt x="858738" y="25759"/>
                  <a:pt x="857986" y="25346"/>
                </a:cubicBezTo>
                <a:cubicBezTo>
                  <a:pt x="857235" y="24933"/>
                  <a:pt x="856609" y="24350"/>
                  <a:pt x="856110" y="23598"/>
                </a:cubicBezTo>
                <a:cubicBezTo>
                  <a:pt x="855610" y="22846"/>
                  <a:pt x="855234" y="21942"/>
                  <a:pt x="854982" y="20886"/>
                </a:cubicBezTo>
                <a:cubicBezTo>
                  <a:pt x="854729" y="19830"/>
                  <a:pt x="854603" y="18659"/>
                  <a:pt x="854603" y="17374"/>
                </a:cubicBezTo>
                <a:moveTo>
                  <a:pt x="857668" y="17184"/>
                </a:moveTo>
                <a:cubicBezTo>
                  <a:pt x="857668" y="19273"/>
                  <a:pt x="857975" y="20832"/>
                  <a:pt x="858589" y="21859"/>
                </a:cubicBezTo>
                <a:cubicBezTo>
                  <a:pt x="859203" y="22886"/>
                  <a:pt x="860073" y="23400"/>
                  <a:pt x="861198" y="23400"/>
                </a:cubicBezTo>
                <a:cubicBezTo>
                  <a:pt x="861955" y="23400"/>
                  <a:pt x="862756" y="23061"/>
                  <a:pt x="863600" y="22384"/>
                </a:cubicBezTo>
                <a:cubicBezTo>
                  <a:pt x="864443" y="21707"/>
                  <a:pt x="865330" y="20703"/>
                  <a:pt x="866260" y="19371"/>
                </a:cubicBezTo>
                <a:lnTo>
                  <a:pt x="866260" y="11347"/>
                </a:lnTo>
                <a:cubicBezTo>
                  <a:pt x="865766" y="11118"/>
                  <a:pt x="865221" y="10942"/>
                  <a:pt x="864624" y="10822"/>
                </a:cubicBezTo>
                <a:cubicBezTo>
                  <a:pt x="864027" y="10701"/>
                  <a:pt x="863436" y="10641"/>
                  <a:pt x="862851" y="10641"/>
                </a:cubicBezTo>
                <a:cubicBezTo>
                  <a:pt x="861221" y="10641"/>
                  <a:pt x="859949" y="11169"/>
                  <a:pt x="859037" y="12225"/>
                </a:cubicBezTo>
                <a:cubicBezTo>
                  <a:pt x="858124" y="13281"/>
                  <a:pt x="857668" y="14934"/>
                  <a:pt x="857668" y="17184"/>
                </a:cubicBezTo>
                <a:close/>
                <a:moveTo>
                  <a:pt x="889760" y="16099"/>
                </a:moveTo>
                <a:cubicBezTo>
                  <a:pt x="889760" y="16524"/>
                  <a:pt x="889754" y="16880"/>
                  <a:pt x="889743" y="17167"/>
                </a:cubicBezTo>
                <a:cubicBezTo>
                  <a:pt x="889731" y="17454"/>
                  <a:pt x="889714" y="17724"/>
                  <a:pt x="889691" y="17976"/>
                </a:cubicBezTo>
                <a:lnTo>
                  <a:pt x="877552" y="17976"/>
                </a:lnTo>
                <a:cubicBezTo>
                  <a:pt x="877552" y="19744"/>
                  <a:pt x="878045" y="21101"/>
                  <a:pt x="879033" y="22048"/>
                </a:cubicBezTo>
                <a:cubicBezTo>
                  <a:pt x="880020" y="22995"/>
                  <a:pt x="881443" y="23469"/>
                  <a:pt x="883303" y="23469"/>
                </a:cubicBezTo>
                <a:cubicBezTo>
                  <a:pt x="883808" y="23469"/>
                  <a:pt x="884313" y="23449"/>
                  <a:pt x="884818" y="23408"/>
                </a:cubicBezTo>
                <a:cubicBezTo>
                  <a:pt x="885323" y="23366"/>
                  <a:pt x="885811" y="23311"/>
                  <a:pt x="886282" y="23240"/>
                </a:cubicBezTo>
                <a:cubicBezTo>
                  <a:pt x="886752" y="23170"/>
                  <a:pt x="887203" y="23090"/>
                  <a:pt x="887633" y="23002"/>
                </a:cubicBezTo>
                <a:cubicBezTo>
                  <a:pt x="888064" y="22914"/>
                  <a:pt x="888463" y="22817"/>
                  <a:pt x="888830" y="22711"/>
                </a:cubicBezTo>
                <a:lnTo>
                  <a:pt x="888830" y="25174"/>
                </a:lnTo>
                <a:cubicBezTo>
                  <a:pt x="888015" y="25408"/>
                  <a:pt x="887094" y="25599"/>
                  <a:pt x="886066" y="25746"/>
                </a:cubicBezTo>
                <a:cubicBezTo>
                  <a:pt x="885039" y="25892"/>
                  <a:pt x="883974" y="25966"/>
                  <a:pt x="882872" y="25966"/>
                </a:cubicBezTo>
                <a:cubicBezTo>
                  <a:pt x="881392" y="25966"/>
                  <a:pt x="880117" y="25765"/>
                  <a:pt x="879050" y="25363"/>
                </a:cubicBezTo>
                <a:cubicBezTo>
                  <a:pt x="877982" y="24961"/>
                  <a:pt x="877107" y="24379"/>
                  <a:pt x="876424" y="23615"/>
                </a:cubicBezTo>
                <a:cubicBezTo>
                  <a:pt x="875741" y="22852"/>
                  <a:pt x="875236" y="21916"/>
                  <a:pt x="874909" y="20809"/>
                </a:cubicBezTo>
                <a:cubicBezTo>
                  <a:pt x="874582" y="19701"/>
                  <a:pt x="874418" y="18447"/>
                  <a:pt x="874418" y="17046"/>
                </a:cubicBezTo>
                <a:cubicBezTo>
                  <a:pt x="874418" y="15830"/>
                  <a:pt x="874593" y="14679"/>
                  <a:pt x="874943" y="13594"/>
                </a:cubicBezTo>
                <a:cubicBezTo>
                  <a:pt x="875293" y="12509"/>
                  <a:pt x="875804" y="11557"/>
                  <a:pt x="876476" y="10736"/>
                </a:cubicBezTo>
                <a:cubicBezTo>
                  <a:pt x="877147" y="9915"/>
                  <a:pt x="877971" y="9264"/>
                  <a:pt x="878947" y="8782"/>
                </a:cubicBezTo>
                <a:cubicBezTo>
                  <a:pt x="879922" y="8299"/>
                  <a:pt x="881030" y="8058"/>
                  <a:pt x="882270" y="8058"/>
                </a:cubicBezTo>
                <a:cubicBezTo>
                  <a:pt x="883475" y="8058"/>
                  <a:pt x="884543" y="8248"/>
                  <a:pt x="885472" y="8627"/>
                </a:cubicBezTo>
                <a:cubicBezTo>
                  <a:pt x="886402" y="9005"/>
                  <a:pt x="887186" y="9542"/>
                  <a:pt x="887823" y="10236"/>
                </a:cubicBezTo>
                <a:cubicBezTo>
                  <a:pt x="888460" y="10931"/>
                  <a:pt x="888942" y="11775"/>
                  <a:pt x="889269" y="12768"/>
                </a:cubicBezTo>
                <a:cubicBezTo>
                  <a:pt x="889596" y="13761"/>
                  <a:pt x="889760" y="14871"/>
                  <a:pt x="889760" y="16099"/>
                </a:cubicBezTo>
                <a:moveTo>
                  <a:pt x="886643" y="15669"/>
                </a:moveTo>
                <a:cubicBezTo>
                  <a:pt x="886678" y="14900"/>
                  <a:pt x="886603" y="14197"/>
                  <a:pt x="886419" y="13560"/>
                </a:cubicBezTo>
                <a:cubicBezTo>
                  <a:pt x="886236" y="12923"/>
                  <a:pt x="885952" y="12374"/>
                  <a:pt x="885567" y="11915"/>
                </a:cubicBezTo>
                <a:cubicBezTo>
                  <a:pt x="885183" y="11456"/>
                  <a:pt x="884703" y="11097"/>
                  <a:pt x="884129" y="10839"/>
                </a:cubicBezTo>
                <a:cubicBezTo>
                  <a:pt x="883555" y="10581"/>
                  <a:pt x="882890" y="10452"/>
                  <a:pt x="882132" y="10452"/>
                </a:cubicBezTo>
                <a:cubicBezTo>
                  <a:pt x="881478" y="10452"/>
                  <a:pt x="880881" y="10578"/>
                  <a:pt x="880341" y="10831"/>
                </a:cubicBezTo>
                <a:cubicBezTo>
                  <a:pt x="879802" y="11083"/>
                  <a:pt x="879337" y="11439"/>
                  <a:pt x="878947" y="11898"/>
                </a:cubicBezTo>
                <a:cubicBezTo>
                  <a:pt x="878556" y="12357"/>
                  <a:pt x="878241" y="12908"/>
                  <a:pt x="878000" y="13551"/>
                </a:cubicBezTo>
                <a:cubicBezTo>
                  <a:pt x="877758" y="14194"/>
                  <a:pt x="877609" y="14900"/>
                  <a:pt x="877552" y="15669"/>
                </a:cubicBezTo>
                <a:lnTo>
                  <a:pt x="886643" y="15669"/>
                </a:lnTo>
                <a:close/>
                <a:moveTo>
                  <a:pt x="901637" y="20232"/>
                </a:moveTo>
                <a:cubicBezTo>
                  <a:pt x="902027" y="20232"/>
                  <a:pt x="902397" y="20307"/>
                  <a:pt x="902747" y="20456"/>
                </a:cubicBezTo>
                <a:cubicBezTo>
                  <a:pt x="903098" y="20605"/>
                  <a:pt x="903402" y="20812"/>
                  <a:pt x="903660" y="21076"/>
                </a:cubicBezTo>
                <a:cubicBezTo>
                  <a:pt x="903918" y="21340"/>
                  <a:pt x="904122" y="21647"/>
                  <a:pt x="904271" y="21997"/>
                </a:cubicBezTo>
                <a:cubicBezTo>
                  <a:pt x="904421" y="22347"/>
                  <a:pt x="904495" y="22723"/>
                  <a:pt x="904495" y="23125"/>
                </a:cubicBezTo>
                <a:cubicBezTo>
                  <a:pt x="904495" y="23515"/>
                  <a:pt x="904421" y="23882"/>
                  <a:pt x="904271" y="24227"/>
                </a:cubicBezTo>
                <a:cubicBezTo>
                  <a:pt x="904122" y="24571"/>
                  <a:pt x="903918" y="24872"/>
                  <a:pt x="903660" y="25131"/>
                </a:cubicBezTo>
                <a:cubicBezTo>
                  <a:pt x="903402" y="25389"/>
                  <a:pt x="903098" y="25593"/>
                  <a:pt x="902747" y="25742"/>
                </a:cubicBezTo>
                <a:cubicBezTo>
                  <a:pt x="902397" y="25891"/>
                  <a:pt x="902027" y="25966"/>
                  <a:pt x="901637" y="25966"/>
                </a:cubicBezTo>
                <a:cubicBezTo>
                  <a:pt x="901235" y="25966"/>
                  <a:pt x="900862" y="25891"/>
                  <a:pt x="900518" y="25742"/>
                </a:cubicBezTo>
                <a:cubicBezTo>
                  <a:pt x="900173" y="25593"/>
                  <a:pt x="899872" y="25389"/>
                  <a:pt x="899614" y="25131"/>
                </a:cubicBezTo>
                <a:cubicBezTo>
                  <a:pt x="899355" y="24872"/>
                  <a:pt x="899152" y="24571"/>
                  <a:pt x="899002" y="24227"/>
                </a:cubicBezTo>
                <a:cubicBezTo>
                  <a:pt x="898853" y="23882"/>
                  <a:pt x="898779" y="23515"/>
                  <a:pt x="898779" y="23125"/>
                </a:cubicBezTo>
                <a:cubicBezTo>
                  <a:pt x="898779" y="22723"/>
                  <a:pt x="898853" y="22347"/>
                  <a:pt x="899002" y="21997"/>
                </a:cubicBezTo>
                <a:cubicBezTo>
                  <a:pt x="899152" y="21647"/>
                  <a:pt x="899355" y="21340"/>
                  <a:pt x="899614" y="21076"/>
                </a:cubicBezTo>
                <a:cubicBezTo>
                  <a:pt x="899872" y="20812"/>
                  <a:pt x="900173" y="20605"/>
                  <a:pt x="900518" y="20456"/>
                </a:cubicBezTo>
                <a:cubicBezTo>
                  <a:pt x="900862" y="20307"/>
                  <a:pt x="901235" y="20232"/>
                  <a:pt x="901637" y="20232"/>
                </a:cubicBezTo>
                <a:close/>
                <a:moveTo>
                  <a:pt x="926962" y="10813"/>
                </a:moveTo>
                <a:cubicBezTo>
                  <a:pt x="927283" y="11215"/>
                  <a:pt x="927533" y="11683"/>
                  <a:pt x="927711" y="12217"/>
                </a:cubicBezTo>
                <a:cubicBezTo>
                  <a:pt x="927889" y="12750"/>
                  <a:pt x="927978" y="13327"/>
                  <a:pt x="927978" y="13947"/>
                </a:cubicBezTo>
                <a:cubicBezTo>
                  <a:pt x="927978" y="14842"/>
                  <a:pt x="927814" y="15660"/>
                  <a:pt x="927487" y="16401"/>
                </a:cubicBezTo>
                <a:cubicBezTo>
                  <a:pt x="927160" y="17141"/>
                  <a:pt x="926698" y="17775"/>
                  <a:pt x="926101" y="18303"/>
                </a:cubicBezTo>
                <a:cubicBezTo>
                  <a:pt x="925504" y="18831"/>
                  <a:pt x="924789" y="19242"/>
                  <a:pt x="923957" y="19535"/>
                </a:cubicBezTo>
                <a:cubicBezTo>
                  <a:pt x="923125" y="19827"/>
                  <a:pt x="922209" y="19974"/>
                  <a:pt x="921211" y="19974"/>
                </a:cubicBezTo>
                <a:cubicBezTo>
                  <a:pt x="920487" y="19974"/>
                  <a:pt x="919810" y="19896"/>
                  <a:pt x="919179" y="19741"/>
                </a:cubicBezTo>
                <a:cubicBezTo>
                  <a:pt x="918547" y="19586"/>
                  <a:pt x="918048" y="19394"/>
                  <a:pt x="917681" y="19164"/>
                </a:cubicBezTo>
                <a:cubicBezTo>
                  <a:pt x="917463" y="19486"/>
                  <a:pt x="917279" y="19789"/>
                  <a:pt x="917130" y="20075"/>
                </a:cubicBezTo>
                <a:cubicBezTo>
                  <a:pt x="916981" y="20361"/>
                  <a:pt x="916906" y="20680"/>
                  <a:pt x="916906" y="21034"/>
                </a:cubicBezTo>
                <a:cubicBezTo>
                  <a:pt x="916906" y="21468"/>
                  <a:pt x="917115" y="21827"/>
                  <a:pt x="917534" y="22112"/>
                </a:cubicBezTo>
                <a:cubicBezTo>
                  <a:pt x="917953" y="22397"/>
                  <a:pt x="918507" y="22551"/>
                  <a:pt x="919196" y="22574"/>
                </a:cubicBezTo>
                <a:lnTo>
                  <a:pt x="923742" y="22746"/>
                </a:lnTo>
                <a:cubicBezTo>
                  <a:pt x="924603" y="22769"/>
                  <a:pt x="925398" y="22878"/>
                  <a:pt x="926127" y="23074"/>
                </a:cubicBezTo>
                <a:cubicBezTo>
                  <a:pt x="926855" y="23269"/>
                  <a:pt x="927481" y="23551"/>
                  <a:pt x="928003" y="23919"/>
                </a:cubicBezTo>
                <a:cubicBezTo>
                  <a:pt x="928526" y="24287"/>
                  <a:pt x="928933" y="24741"/>
                  <a:pt x="929226" y="25281"/>
                </a:cubicBezTo>
                <a:cubicBezTo>
                  <a:pt x="929519" y="25821"/>
                  <a:pt x="929665" y="26448"/>
                  <a:pt x="929665" y="27161"/>
                </a:cubicBezTo>
                <a:cubicBezTo>
                  <a:pt x="929665" y="27932"/>
                  <a:pt x="929499" y="28662"/>
                  <a:pt x="929166" y="29352"/>
                </a:cubicBezTo>
                <a:cubicBezTo>
                  <a:pt x="928833" y="30042"/>
                  <a:pt x="928319" y="30648"/>
                  <a:pt x="927625" y="31171"/>
                </a:cubicBezTo>
                <a:cubicBezTo>
                  <a:pt x="926930" y="31694"/>
                  <a:pt x="926049" y="32111"/>
                  <a:pt x="924981" y="32422"/>
                </a:cubicBezTo>
                <a:cubicBezTo>
                  <a:pt x="923914" y="32732"/>
                  <a:pt x="922645" y="32888"/>
                  <a:pt x="921176" y="32888"/>
                </a:cubicBezTo>
                <a:cubicBezTo>
                  <a:pt x="919776" y="32888"/>
                  <a:pt x="918585" y="32775"/>
                  <a:pt x="917603" y="32551"/>
                </a:cubicBezTo>
                <a:cubicBezTo>
                  <a:pt x="916622" y="32327"/>
                  <a:pt x="915815" y="32017"/>
                  <a:pt x="915184" y="31620"/>
                </a:cubicBezTo>
                <a:cubicBezTo>
                  <a:pt x="914553" y="31223"/>
                  <a:pt x="914094" y="30752"/>
                  <a:pt x="913807" y="30205"/>
                </a:cubicBezTo>
                <a:cubicBezTo>
                  <a:pt x="913520" y="29659"/>
                  <a:pt x="913376" y="29059"/>
                  <a:pt x="913376" y="28403"/>
                </a:cubicBezTo>
                <a:cubicBezTo>
                  <a:pt x="913376" y="27564"/>
                  <a:pt x="913571" y="26828"/>
                  <a:pt x="913962" y="26195"/>
                </a:cubicBezTo>
                <a:cubicBezTo>
                  <a:pt x="914352" y="25563"/>
                  <a:pt x="914955" y="24954"/>
                  <a:pt x="915770" y="24368"/>
                </a:cubicBezTo>
                <a:cubicBezTo>
                  <a:pt x="915471" y="24230"/>
                  <a:pt x="915213" y="24058"/>
                  <a:pt x="914995" y="23852"/>
                </a:cubicBezTo>
                <a:cubicBezTo>
                  <a:pt x="914777" y="23646"/>
                  <a:pt x="914599" y="23420"/>
                  <a:pt x="914461" y="23174"/>
                </a:cubicBezTo>
                <a:cubicBezTo>
                  <a:pt x="914323" y="22927"/>
                  <a:pt x="914220" y="22667"/>
                  <a:pt x="914151" y="22392"/>
                </a:cubicBezTo>
                <a:cubicBezTo>
                  <a:pt x="914082" y="22117"/>
                  <a:pt x="914048" y="21847"/>
                  <a:pt x="914048" y="21584"/>
                </a:cubicBezTo>
                <a:cubicBezTo>
                  <a:pt x="914048" y="20839"/>
                  <a:pt x="914223" y="20158"/>
                  <a:pt x="914573" y="19539"/>
                </a:cubicBezTo>
                <a:cubicBezTo>
                  <a:pt x="914923" y="18921"/>
                  <a:pt x="915339" y="18337"/>
                  <a:pt x="915821" y="17787"/>
                </a:cubicBezTo>
                <a:cubicBezTo>
                  <a:pt x="915603" y="17523"/>
                  <a:pt x="915411" y="17265"/>
                  <a:pt x="915244" y="17012"/>
                </a:cubicBezTo>
                <a:cubicBezTo>
                  <a:pt x="915078" y="16759"/>
                  <a:pt x="914934" y="16487"/>
                  <a:pt x="914814" y="16194"/>
                </a:cubicBezTo>
                <a:cubicBezTo>
                  <a:pt x="914693" y="15901"/>
                  <a:pt x="914602" y="15586"/>
                  <a:pt x="914538" y="15247"/>
                </a:cubicBezTo>
                <a:cubicBezTo>
                  <a:pt x="914475" y="14908"/>
                  <a:pt x="914444" y="14521"/>
                  <a:pt x="914444" y="14085"/>
                </a:cubicBezTo>
                <a:cubicBezTo>
                  <a:pt x="914444" y="13189"/>
                  <a:pt x="914607" y="12372"/>
                  <a:pt x="914934" y="11631"/>
                </a:cubicBezTo>
                <a:cubicBezTo>
                  <a:pt x="915262" y="10891"/>
                  <a:pt x="915721" y="10257"/>
                  <a:pt x="916312" y="9729"/>
                </a:cubicBezTo>
                <a:cubicBezTo>
                  <a:pt x="916903" y="9200"/>
                  <a:pt x="917615" y="8790"/>
                  <a:pt x="918447" y="8497"/>
                </a:cubicBezTo>
                <a:cubicBezTo>
                  <a:pt x="919279" y="8205"/>
                  <a:pt x="920200" y="8058"/>
                  <a:pt x="921211" y="8058"/>
                </a:cubicBezTo>
                <a:cubicBezTo>
                  <a:pt x="921635" y="8058"/>
                  <a:pt x="922043" y="8087"/>
                  <a:pt x="922433" y="8144"/>
                </a:cubicBezTo>
                <a:cubicBezTo>
                  <a:pt x="922823" y="8202"/>
                  <a:pt x="923168" y="8276"/>
                  <a:pt x="923466" y="8368"/>
                </a:cubicBezTo>
                <a:lnTo>
                  <a:pt x="929734" y="8368"/>
                </a:lnTo>
                <a:lnTo>
                  <a:pt x="929734" y="10813"/>
                </a:lnTo>
                <a:lnTo>
                  <a:pt x="926962" y="10813"/>
                </a:lnTo>
                <a:moveTo>
                  <a:pt x="916562" y="28145"/>
                </a:moveTo>
                <a:cubicBezTo>
                  <a:pt x="916562" y="28962"/>
                  <a:pt x="916986" y="29558"/>
                  <a:pt x="917836" y="29932"/>
                </a:cubicBezTo>
                <a:cubicBezTo>
                  <a:pt x="918685" y="30307"/>
                  <a:pt x="919868" y="30494"/>
                  <a:pt x="921383" y="30494"/>
                </a:cubicBezTo>
                <a:cubicBezTo>
                  <a:pt x="922336" y="30494"/>
                  <a:pt x="923136" y="30408"/>
                  <a:pt x="923785" y="30235"/>
                </a:cubicBezTo>
                <a:cubicBezTo>
                  <a:pt x="924433" y="30062"/>
                  <a:pt x="924956" y="29835"/>
                  <a:pt x="925352" y="29553"/>
                </a:cubicBezTo>
                <a:cubicBezTo>
                  <a:pt x="925748" y="29270"/>
                  <a:pt x="926032" y="28948"/>
                  <a:pt x="926204" y="28585"/>
                </a:cubicBezTo>
                <a:cubicBezTo>
                  <a:pt x="926376" y="28222"/>
                  <a:pt x="926462" y="27851"/>
                  <a:pt x="926462" y="27471"/>
                </a:cubicBezTo>
                <a:cubicBezTo>
                  <a:pt x="926462" y="26768"/>
                  <a:pt x="926175" y="26250"/>
                  <a:pt x="925601" y="25916"/>
                </a:cubicBezTo>
                <a:cubicBezTo>
                  <a:pt x="925027" y="25582"/>
                  <a:pt x="924149" y="25386"/>
                  <a:pt x="922967" y="25329"/>
                </a:cubicBezTo>
                <a:lnTo>
                  <a:pt x="918456" y="25174"/>
                </a:lnTo>
                <a:cubicBezTo>
                  <a:pt x="918077" y="25427"/>
                  <a:pt x="917764" y="25674"/>
                  <a:pt x="917517" y="25916"/>
                </a:cubicBezTo>
                <a:cubicBezTo>
                  <a:pt x="917270" y="26158"/>
                  <a:pt x="917078" y="26403"/>
                  <a:pt x="916940" y="26651"/>
                </a:cubicBezTo>
                <a:cubicBezTo>
                  <a:pt x="916803" y="26898"/>
                  <a:pt x="916705" y="27146"/>
                  <a:pt x="916648" y="27393"/>
                </a:cubicBezTo>
                <a:cubicBezTo>
                  <a:pt x="916590" y="27641"/>
                  <a:pt x="916562" y="27892"/>
                  <a:pt x="916562" y="28145"/>
                </a:cubicBezTo>
                <a:moveTo>
                  <a:pt x="917474" y="14016"/>
                </a:moveTo>
                <a:cubicBezTo>
                  <a:pt x="917474" y="14567"/>
                  <a:pt x="917566" y="15072"/>
                  <a:pt x="917750" y="15531"/>
                </a:cubicBezTo>
                <a:cubicBezTo>
                  <a:pt x="917933" y="15990"/>
                  <a:pt x="918192" y="16381"/>
                  <a:pt x="918525" y="16702"/>
                </a:cubicBezTo>
                <a:cubicBezTo>
                  <a:pt x="918857" y="17023"/>
                  <a:pt x="919251" y="17273"/>
                  <a:pt x="919704" y="17451"/>
                </a:cubicBezTo>
                <a:cubicBezTo>
                  <a:pt x="920157" y="17629"/>
                  <a:pt x="920660" y="17718"/>
                  <a:pt x="921211" y="17718"/>
                </a:cubicBezTo>
                <a:cubicBezTo>
                  <a:pt x="921808" y="17718"/>
                  <a:pt x="922338" y="17618"/>
                  <a:pt x="922803" y="17417"/>
                </a:cubicBezTo>
                <a:cubicBezTo>
                  <a:pt x="923268" y="17216"/>
                  <a:pt x="923659" y="16943"/>
                  <a:pt x="923974" y="16599"/>
                </a:cubicBezTo>
                <a:cubicBezTo>
                  <a:pt x="924290" y="16254"/>
                  <a:pt x="924531" y="15858"/>
                  <a:pt x="924697" y="15411"/>
                </a:cubicBezTo>
                <a:cubicBezTo>
                  <a:pt x="924864" y="14963"/>
                  <a:pt x="924947" y="14498"/>
                  <a:pt x="924947" y="14016"/>
                </a:cubicBezTo>
                <a:cubicBezTo>
                  <a:pt x="924947" y="13465"/>
                  <a:pt x="924855" y="12960"/>
                  <a:pt x="924672" y="12501"/>
                </a:cubicBezTo>
                <a:cubicBezTo>
                  <a:pt x="924488" y="12042"/>
                  <a:pt x="924230" y="11651"/>
                  <a:pt x="923897" y="11330"/>
                </a:cubicBezTo>
                <a:cubicBezTo>
                  <a:pt x="923564" y="11008"/>
                  <a:pt x="923171" y="10759"/>
                  <a:pt x="922717" y="10581"/>
                </a:cubicBezTo>
                <a:cubicBezTo>
                  <a:pt x="922264" y="10403"/>
                  <a:pt x="921762" y="10314"/>
                  <a:pt x="921211" y="10314"/>
                </a:cubicBezTo>
                <a:cubicBezTo>
                  <a:pt x="920614" y="10314"/>
                  <a:pt x="920083" y="10417"/>
                  <a:pt x="919618" y="10624"/>
                </a:cubicBezTo>
                <a:cubicBezTo>
                  <a:pt x="919153" y="10831"/>
                  <a:pt x="918763" y="11103"/>
                  <a:pt x="918447" y="11442"/>
                </a:cubicBezTo>
                <a:cubicBezTo>
                  <a:pt x="918131" y="11780"/>
                  <a:pt x="917890" y="12174"/>
                  <a:pt x="917724" y="12621"/>
                </a:cubicBezTo>
                <a:cubicBezTo>
                  <a:pt x="917557" y="13069"/>
                  <a:pt x="917474" y="13534"/>
                  <a:pt x="917474" y="14016"/>
                </a:cubicBezTo>
                <a:close/>
                <a:moveTo>
                  <a:pt x="947769" y="16099"/>
                </a:moveTo>
                <a:cubicBezTo>
                  <a:pt x="947769" y="16524"/>
                  <a:pt x="947763" y="16880"/>
                  <a:pt x="947751" y="17167"/>
                </a:cubicBezTo>
                <a:cubicBezTo>
                  <a:pt x="947740" y="17454"/>
                  <a:pt x="947723" y="17724"/>
                  <a:pt x="947700" y="17976"/>
                </a:cubicBezTo>
                <a:lnTo>
                  <a:pt x="935561" y="17976"/>
                </a:lnTo>
                <a:cubicBezTo>
                  <a:pt x="935561" y="19744"/>
                  <a:pt x="936054" y="21101"/>
                  <a:pt x="937041" y="22048"/>
                </a:cubicBezTo>
                <a:cubicBezTo>
                  <a:pt x="938029" y="22995"/>
                  <a:pt x="939452" y="23469"/>
                  <a:pt x="941312" y="23469"/>
                </a:cubicBezTo>
                <a:cubicBezTo>
                  <a:pt x="941817" y="23469"/>
                  <a:pt x="942322" y="23449"/>
                  <a:pt x="942827" y="23408"/>
                </a:cubicBezTo>
                <a:cubicBezTo>
                  <a:pt x="943332" y="23366"/>
                  <a:pt x="943820" y="23311"/>
                  <a:pt x="944290" y="23240"/>
                </a:cubicBezTo>
                <a:cubicBezTo>
                  <a:pt x="944761" y="23170"/>
                  <a:pt x="945212" y="23090"/>
                  <a:pt x="945642" y="23002"/>
                </a:cubicBezTo>
                <a:cubicBezTo>
                  <a:pt x="946073" y="22914"/>
                  <a:pt x="946471" y="22817"/>
                  <a:pt x="946839" y="22711"/>
                </a:cubicBezTo>
                <a:lnTo>
                  <a:pt x="946839" y="25174"/>
                </a:lnTo>
                <a:cubicBezTo>
                  <a:pt x="946024" y="25408"/>
                  <a:pt x="945103" y="25599"/>
                  <a:pt x="944075" y="25746"/>
                </a:cubicBezTo>
                <a:cubicBezTo>
                  <a:pt x="943048" y="25892"/>
                  <a:pt x="941983" y="25966"/>
                  <a:pt x="940881" y="25966"/>
                </a:cubicBezTo>
                <a:cubicBezTo>
                  <a:pt x="939400" y="25966"/>
                  <a:pt x="938126" y="25765"/>
                  <a:pt x="937059" y="25363"/>
                </a:cubicBezTo>
                <a:cubicBezTo>
                  <a:pt x="935991" y="24961"/>
                  <a:pt x="935116" y="24379"/>
                  <a:pt x="934433" y="23615"/>
                </a:cubicBezTo>
                <a:cubicBezTo>
                  <a:pt x="933750" y="22852"/>
                  <a:pt x="933245" y="21916"/>
                  <a:pt x="932918" y="20809"/>
                </a:cubicBezTo>
                <a:cubicBezTo>
                  <a:pt x="932590" y="19701"/>
                  <a:pt x="932427" y="18447"/>
                  <a:pt x="932427" y="17046"/>
                </a:cubicBezTo>
                <a:cubicBezTo>
                  <a:pt x="932427" y="15830"/>
                  <a:pt x="932602" y="14679"/>
                  <a:pt x="932952" y="13594"/>
                </a:cubicBezTo>
                <a:cubicBezTo>
                  <a:pt x="933302" y="12509"/>
                  <a:pt x="933813" y="11557"/>
                  <a:pt x="934484" y="10736"/>
                </a:cubicBezTo>
                <a:cubicBezTo>
                  <a:pt x="935156" y="9915"/>
                  <a:pt x="935980" y="9264"/>
                  <a:pt x="936955" y="8782"/>
                </a:cubicBezTo>
                <a:cubicBezTo>
                  <a:pt x="937931" y="8299"/>
                  <a:pt x="939039" y="8058"/>
                  <a:pt x="940278" y="8058"/>
                </a:cubicBezTo>
                <a:cubicBezTo>
                  <a:pt x="941484" y="8058"/>
                  <a:pt x="942551" y="8248"/>
                  <a:pt x="943481" y="8627"/>
                </a:cubicBezTo>
                <a:cubicBezTo>
                  <a:pt x="944411" y="9005"/>
                  <a:pt x="945194" y="9542"/>
                  <a:pt x="945831" y="10236"/>
                </a:cubicBezTo>
                <a:cubicBezTo>
                  <a:pt x="946469" y="10931"/>
                  <a:pt x="946951" y="11775"/>
                  <a:pt x="947278" y="12768"/>
                </a:cubicBezTo>
                <a:cubicBezTo>
                  <a:pt x="947605" y="13761"/>
                  <a:pt x="947769" y="14871"/>
                  <a:pt x="947769" y="16099"/>
                </a:cubicBezTo>
                <a:moveTo>
                  <a:pt x="944652" y="15669"/>
                </a:moveTo>
                <a:cubicBezTo>
                  <a:pt x="944686" y="14900"/>
                  <a:pt x="944612" y="14197"/>
                  <a:pt x="944428" y="13560"/>
                </a:cubicBezTo>
                <a:cubicBezTo>
                  <a:pt x="944245" y="12923"/>
                  <a:pt x="943960" y="12374"/>
                  <a:pt x="943576" y="11915"/>
                </a:cubicBezTo>
                <a:cubicBezTo>
                  <a:pt x="943191" y="11456"/>
                  <a:pt x="942712" y="11097"/>
                  <a:pt x="942138" y="10839"/>
                </a:cubicBezTo>
                <a:cubicBezTo>
                  <a:pt x="941564" y="10581"/>
                  <a:pt x="940898" y="10452"/>
                  <a:pt x="940141" y="10452"/>
                </a:cubicBezTo>
                <a:cubicBezTo>
                  <a:pt x="939486" y="10452"/>
                  <a:pt x="938890" y="10578"/>
                  <a:pt x="938350" y="10831"/>
                </a:cubicBezTo>
                <a:cubicBezTo>
                  <a:pt x="937810" y="11083"/>
                  <a:pt x="937346" y="11439"/>
                  <a:pt x="936955" y="11898"/>
                </a:cubicBezTo>
                <a:cubicBezTo>
                  <a:pt x="936565" y="12357"/>
                  <a:pt x="936249" y="12908"/>
                  <a:pt x="936008" y="13551"/>
                </a:cubicBezTo>
                <a:cubicBezTo>
                  <a:pt x="935767" y="14194"/>
                  <a:pt x="935618" y="14900"/>
                  <a:pt x="935561" y="15669"/>
                </a:cubicBezTo>
                <a:lnTo>
                  <a:pt x="944652" y="15669"/>
                </a:lnTo>
                <a:close/>
                <a:moveTo>
                  <a:pt x="965751" y="25397"/>
                </a:moveTo>
                <a:cubicBezTo>
                  <a:pt x="965074" y="25576"/>
                  <a:pt x="964374" y="25703"/>
                  <a:pt x="963651" y="25781"/>
                </a:cubicBezTo>
                <a:cubicBezTo>
                  <a:pt x="962927" y="25858"/>
                  <a:pt x="962193" y="25897"/>
                  <a:pt x="961447" y="25897"/>
                </a:cubicBezTo>
                <a:cubicBezTo>
                  <a:pt x="959277" y="25897"/>
                  <a:pt x="957659" y="25406"/>
                  <a:pt x="956591" y="24425"/>
                </a:cubicBezTo>
                <a:cubicBezTo>
                  <a:pt x="955523" y="23443"/>
                  <a:pt x="954990" y="21937"/>
                  <a:pt x="954990" y="19905"/>
                </a:cubicBezTo>
                <a:lnTo>
                  <a:pt x="954990" y="10882"/>
                </a:lnTo>
                <a:lnTo>
                  <a:pt x="950151" y="10882"/>
                </a:lnTo>
                <a:lnTo>
                  <a:pt x="950151" y="8368"/>
                </a:lnTo>
                <a:lnTo>
                  <a:pt x="954990" y="8368"/>
                </a:lnTo>
                <a:lnTo>
                  <a:pt x="954990" y="3601"/>
                </a:lnTo>
                <a:lnTo>
                  <a:pt x="957986" y="2824"/>
                </a:lnTo>
                <a:lnTo>
                  <a:pt x="957986" y="8368"/>
                </a:lnTo>
                <a:lnTo>
                  <a:pt x="965751" y="8368"/>
                </a:lnTo>
                <a:lnTo>
                  <a:pt x="965751" y="10882"/>
                </a:lnTo>
                <a:lnTo>
                  <a:pt x="957986" y="10882"/>
                </a:lnTo>
                <a:lnTo>
                  <a:pt x="957986" y="19664"/>
                </a:lnTo>
                <a:cubicBezTo>
                  <a:pt x="957986" y="20903"/>
                  <a:pt x="958316" y="21830"/>
                  <a:pt x="958976" y="22444"/>
                </a:cubicBezTo>
                <a:cubicBezTo>
                  <a:pt x="959636" y="23059"/>
                  <a:pt x="960609" y="23366"/>
                  <a:pt x="961894" y="23366"/>
                </a:cubicBezTo>
                <a:cubicBezTo>
                  <a:pt x="962445" y="23366"/>
                  <a:pt x="963048" y="23321"/>
                  <a:pt x="963702" y="23233"/>
                </a:cubicBezTo>
                <a:cubicBezTo>
                  <a:pt x="964357" y="23144"/>
                  <a:pt x="965040" y="23004"/>
                  <a:pt x="965751" y="22815"/>
                </a:cubicBezTo>
                <a:lnTo>
                  <a:pt x="965751" y="25397"/>
                </a:lnTo>
                <a:close/>
                <a:moveTo>
                  <a:pt x="985876" y="24812"/>
                </a:moveTo>
                <a:cubicBezTo>
                  <a:pt x="984074" y="25558"/>
                  <a:pt x="982186" y="25931"/>
                  <a:pt x="980211" y="25931"/>
                </a:cubicBezTo>
                <a:cubicBezTo>
                  <a:pt x="977031" y="25931"/>
                  <a:pt x="974589" y="24981"/>
                  <a:pt x="972885" y="23079"/>
                </a:cubicBezTo>
                <a:cubicBezTo>
                  <a:pt x="971180" y="21178"/>
                  <a:pt x="970328" y="18367"/>
                  <a:pt x="970328" y="14644"/>
                </a:cubicBezTo>
                <a:cubicBezTo>
                  <a:pt x="970328" y="12841"/>
                  <a:pt x="970563" y="11210"/>
                  <a:pt x="971034" y="9751"/>
                </a:cubicBezTo>
                <a:cubicBezTo>
                  <a:pt x="971504" y="8292"/>
                  <a:pt x="972176" y="7054"/>
                  <a:pt x="973048" y="6038"/>
                </a:cubicBezTo>
                <a:cubicBezTo>
                  <a:pt x="973921" y="5021"/>
                  <a:pt x="974977" y="4237"/>
                  <a:pt x="976216" y="3685"/>
                </a:cubicBezTo>
                <a:cubicBezTo>
                  <a:pt x="977456" y="3134"/>
                  <a:pt x="978845" y="2858"/>
                  <a:pt x="980383" y="2858"/>
                </a:cubicBezTo>
                <a:cubicBezTo>
                  <a:pt x="981428" y="2858"/>
                  <a:pt x="982398" y="2947"/>
                  <a:pt x="983293" y="3125"/>
                </a:cubicBezTo>
                <a:cubicBezTo>
                  <a:pt x="984189" y="3303"/>
                  <a:pt x="985050" y="3576"/>
                  <a:pt x="985876" y="3943"/>
                </a:cubicBezTo>
                <a:lnTo>
                  <a:pt x="985876" y="6956"/>
                </a:lnTo>
                <a:cubicBezTo>
                  <a:pt x="985061" y="6509"/>
                  <a:pt x="984217" y="6167"/>
                  <a:pt x="983345" y="5932"/>
                </a:cubicBezTo>
                <a:cubicBezTo>
                  <a:pt x="982473" y="5697"/>
                  <a:pt x="981520" y="5579"/>
                  <a:pt x="980487" y="5579"/>
                </a:cubicBezTo>
                <a:cubicBezTo>
                  <a:pt x="979431" y="5579"/>
                  <a:pt x="978475" y="5777"/>
                  <a:pt x="977620" y="6173"/>
                </a:cubicBezTo>
                <a:cubicBezTo>
                  <a:pt x="976765" y="6570"/>
                  <a:pt x="976039" y="7144"/>
                  <a:pt x="975442" y="7897"/>
                </a:cubicBezTo>
                <a:cubicBezTo>
                  <a:pt x="974845" y="8649"/>
                  <a:pt x="974386" y="9569"/>
                  <a:pt x="974064" y="10655"/>
                </a:cubicBezTo>
                <a:cubicBezTo>
                  <a:pt x="973743" y="11740"/>
                  <a:pt x="973582" y="12979"/>
                  <a:pt x="973582" y="14369"/>
                </a:cubicBezTo>
                <a:cubicBezTo>
                  <a:pt x="973582" y="17288"/>
                  <a:pt x="974173" y="19488"/>
                  <a:pt x="975356" y="20970"/>
                </a:cubicBezTo>
                <a:cubicBezTo>
                  <a:pt x="976538" y="22452"/>
                  <a:pt x="978271" y="23194"/>
                  <a:pt x="980556" y="23194"/>
                </a:cubicBezTo>
                <a:cubicBezTo>
                  <a:pt x="981520" y="23194"/>
                  <a:pt x="982444" y="23082"/>
                  <a:pt x="983328" y="22858"/>
                </a:cubicBezTo>
                <a:cubicBezTo>
                  <a:pt x="984212" y="22634"/>
                  <a:pt x="985061" y="22321"/>
                  <a:pt x="985876" y="21919"/>
                </a:cubicBezTo>
                <a:lnTo>
                  <a:pt x="985876" y="24812"/>
                </a:lnTo>
                <a:close/>
                <a:moveTo>
                  <a:pt x="1006225" y="16874"/>
                </a:moveTo>
                <a:cubicBezTo>
                  <a:pt x="1006225" y="18217"/>
                  <a:pt x="1006035" y="19448"/>
                  <a:pt x="1005656" y="20568"/>
                </a:cubicBezTo>
                <a:cubicBezTo>
                  <a:pt x="1005278" y="21687"/>
                  <a:pt x="1004732" y="22645"/>
                  <a:pt x="1004021" y="23443"/>
                </a:cubicBezTo>
                <a:cubicBezTo>
                  <a:pt x="1003309" y="24241"/>
                  <a:pt x="1002442" y="24861"/>
                  <a:pt x="1001421" y="25303"/>
                </a:cubicBezTo>
                <a:cubicBezTo>
                  <a:pt x="1000399" y="25745"/>
                  <a:pt x="999240" y="25966"/>
                  <a:pt x="997942" y="25966"/>
                </a:cubicBezTo>
                <a:cubicBezTo>
                  <a:pt x="996703" y="25966"/>
                  <a:pt x="995592" y="25773"/>
                  <a:pt x="994611" y="25389"/>
                </a:cubicBezTo>
                <a:cubicBezTo>
                  <a:pt x="993629" y="25004"/>
                  <a:pt x="992797" y="24439"/>
                  <a:pt x="992114" y="23693"/>
                </a:cubicBezTo>
                <a:cubicBezTo>
                  <a:pt x="991431" y="22947"/>
                  <a:pt x="990909" y="22023"/>
                  <a:pt x="990547" y="20921"/>
                </a:cubicBezTo>
                <a:cubicBezTo>
                  <a:pt x="990185" y="19819"/>
                  <a:pt x="990005" y="18550"/>
                  <a:pt x="990005" y="17115"/>
                </a:cubicBezTo>
                <a:cubicBezTo>
                  <a:pt x="990005" y="15772"/>
                  <a:pt x="990194" y="14547"/>
                  <a:pt x="990573" y="13439"/>
                </a:cubicBezTo>
                <a:cubicBezTo>
                  <a:pt x="990952" y="12331"/>
                  <a:pt x="991497" y="11379"/>
                  <a:pt x="992209" y="10581"/>
                </a:cubicBezTo>
                <a:cubicBezTo>
                  <a:pt x="992920" y="9783"/>
                  <a:pt x="993787" y="9163"/>
                  <a:pt x="994809" y="8721"/>
                </a:cubicBezTo>
                <a:cubicBezTo>
                  <a:pt x="995830" y="8279"/>
                  <a:pt x="996990" y="8058"/>
                  <a:pt x="998287" y="8058"/>
                </a:cubicBezTo>
                <a:cubicBezTo>
                  <a:pt x="999527" y="8058"/>
                  <a:pt x="1000637" y="8251"/>
                  <a:pt x="1001619" y="8635"/>
                </a:cubicBezTo>
                <a:cubicBezTo>
                  <a:pt x="1002600" y="9020"/>
                  <a:pt x="1003432" y="9582"/>
                  <a:pt x="1004115" y="10323"/>
                </a:cubicBezTo>
                <a:cubicBezTo>
                  <a:pt x="1004798" y="11063"/>
                  <a:pt x="1005321" y="11984"/>
                  <a:pt x="1005682" y="13086"/>
                </a:cubicBezTo>
                <a:cubicBezTo>
                  <a:pt x="1006044" y="14188"/>
                  <a:pt x="1006225" y="15451"/>
                  <a:pt x="1006225" y="16874"/>
                </a:cubicBezTo>
                <a:moveTo>
                  <a:pt x="1003160" y="17012"/>
                </a:moveTo>
                <a:cubicBezTo>
                  <a:pt x="1003160" y="15944"/>
                  <a:pt x="1003042" y="15012"/>
                  <a:pt x="1002807" y="14214"/>
                </a:cubicBezTo>
                <a:cubicBezTo>
                  <a:pt x="1002571" y="13416"/>
                  <a:pt x="1002236" y="12750"/>
                  <a:pt x="1001799" y="12217"/>
                </a:cubicBezTo>
                <a:cubicBezTo>
                  <a:pt x="1001363" y="11683"/>
                  <a:pt x="1000832" y="11281"/>
                  <a:pt x="1000207" y="11011"/>
                </a:cubicBezTo>
                <a:cubicBezTo>
                  <a:pt x="999581" y="10742"/>
                  <a:pt x="998884" y="10607"/>
                  <a:pt x="998115" y="10607"/>
                </a:cubicBezTo>
                <a:cubicBezTo>
                  <a:pt x="997219" y="10607"/>
                  <a:pt x="996453" y="10782"/>
                  <a:pt x="995816" y="11132"/>
                </a:cubicBezTo>
                <a:cubicBezTo>
                  <a:pt x="995179" y="11482"/>
                  <a:pt x="994657" y="11950"/>
                  <a:pt x="994249" y="12535"/>
                </a:cubicBezTo>
                <a:cubicBezTo>
                  <a:pt x="993842" y="13121"/>
                  <a:pt x="993543" y="13801"/>
                  <a:pt x="993354" y="14576"/>
                </a:cubicBezTo>
                <a:cubicBezTo>
                  <a:pt x="993164" y="15350"/>
                  <a:pt x="993070" y="16163"/>
                  <a:pt x="993070" y="17012"/>
                </a:cubicBezTo>
                <a:cubicBezTo>
                  <a:pt x="993070" y="18080"/>
                  <a:pt x="993187" y="19015"/>
                  <a:pt x="993423" y="19819"/>
                </a:cubicBezTo>
                <a:cubicBezTo>
                  <a:pt x="993658" y="20622"/>
                  <a:pt x="993994" y="21291"/>
                  <a:pt x="994430" y="21825"/>
                </a:cubicBezTo>
                <a:cubicBezTo>
                  <a:pt x="994866" y="22358"/>
                  <a:pt x="995394" y="22760"/>
                  <a:pt x="996014" y="23030"/>
                </a:cubicBezTo>
                <a:cubicBezTo>
                  <a:pt x="996634" y="23300"/>
                  <a:pt x="997334" y="23435"/>
                  <a:pt x="998115" y="23435"/>
                </a:cubicBezTo>
                <a:cubicBezTo>
                  <a:pt x="999010" y="23435"/>
                  <a:pt x="999776" y="23260"/>
                  <a:pt x="1000413" y="22909"/>
                </a:cubicBezTo>
                <a:cubicBezTo>
                  <a:pt x="1001050" y="22559"/>
                  <a:pt x="1001573" y="22092"/>
                  <a:pt x="1001980" y="21506"/>
                </a:cubicBezTo>
                <a:cubicBezTo>
                  <a:pt x="1002388" y="20921"/>
                  <a:pt x="1002686" y="20241"/>
                  <a:pt x="1002876" y="19466"/>
                </a:cubicBezTo>
                <a:cubicBezTo>
                  <a:pt x="1003065" y="18691"/>
                  <a:pt x="1003160" y="17873"/>
                  <a:pt x="1003160" y="17012"/>
                </a:cubicBezTo>
                <a:close/>
                <a:moveTo>
                  <a:pt x="1010853" y="8368"/>
                </a:moveTo>
                <a:lnTo>
                  <a:pt x="1013522" y="8368"/>
                </a:lnTo>
                <a:lnTo>
                  <a:pt x="1013643" y="11158"/>
                </a:lnTo>
                <a:cubicBezTo>
                  <a:pt x="1014148" y="10561"/>
                  <a:pt x="1014635" y="10064"/>
                  <a:pt x="1015106" y="9668"/>
                </a:cubicBezTo>
                <a:cubicBezTo>
                  <a:pt x="1015577" y="9272"/>
                  <a:pt x="1016039" y="8954"/>
                  <a:pt x="1016492" y="8713"/>
                </a:cubicBezTo>
                <a:cubicBezTo>
                  <a:pt x="1016946" y="8472"/>
                  <a:pt x="1017408" y="8302"/>
                  <a:pt x="1017878" y="8205"/>
                </a:cubicBezTo>
                <a:cubicBezTo>
                  <a:pt x="1018349" y="8107"/>
                  <a:pt x="1018837" y="8058"/>
                  <a:pt x="1019342" y="8058"/>
                </a:cubicBezTo>
                <a:cubicBezTo>
                  <a:pt x="1021121" y="8058"/>
                  <a:pt x="1022467" y="8583"/>
                  <a:pt x="1023380" y="9634"/>
                </a:cubicBezTo>
                <a:cubicBezTo>
                  <a:pt x="1024292" y="10684"/>
                  <a:pt x="1024749" y="12265"/>
                  <a:pt x="1024749" y="14378"/>
                </a:cubicBezTo>
                <a:lnTo>
                  <a:pt x="1024749" y="25656"/>
                </a:lnTo>
                <a:lnTo>
                  <a:pt x="1021752" y="25656"/>
                </a:lnTo>
                <a:lnTo>
                  <a:pt x="1021752" y="14619"/>
                </a:lnTo>
                <a:cubicBezTo>
                  <a:pt x="1021752" y="13264"/>
                  <a:pt x="1021500" y="12263"/>
                  <a:pt x="1020995" y="11614"/>
                </a:cubicBezTo>
                <a:cubicBezTo>
                  <a:pt x="1020490" y="10965"/>
                  <a:pt x="1019738" y="10641"/>
                  <a:pt x="1018739" y="10641"/>
                </a:cubicBezTo>
                <a:cubicBezTo>
                  <a:pt x="1018372" y="10641"/>
                  <a:pt x="1018013" y="10696"/>
                  <a:pt x="1017663" y="10805"/>
                </a:cubicBezTo>
                <a:cubicBezTo>
                  <a:pt x="1017313" y="10914"/>
                  <a:pt x="1016948" y="11103"/>
                  <a:pt x="1016570" y="11373"/>
                </a:cubicBezTo>
                <a:cubicBezTo>
                  <a:pt x="1016191" y="11643"/>
                  <a:pt x="1015780" y="12007"/>
                  <a:pt x="1015339" y="12466"/>
                </a:cubicBezTo>
                <a:cubicBezTo>
                  <a:pt x="1014897" y="12925"/>
                  <a:pt x="1014400" y="13499"/>
                  <a:pt x="1013849" y="14188"/>
                </a:cubicBezTo>
                <a:lnTo>
                  <a:pt x="1013849" y="25656"/>
                </a:lnTo>
                <a:lnTo>
                  <a:pt x="1010853" y="25656"/>
                </a:lnTo>
                <a:lnTo>
                  <a:pt x="1010853" y="8368"/>
                </a:lnTo>
                <a:close/>
                <a:moveTo>
                  <a:pt x="1044460" y="25397"/>
                </a:moveTo>
                <a:cubicBezTo>
                  <a:pt x="1043783" y="25576"/>
                  <a:pt x="1043083" y="25703"/>
                  <a:pt x="1042359" y="25781"/>
                </a:cubicBezTo>
                <a:cubicBezTo>
                  <a:pt x="1041636" y="25858"/>
                  <a:pt x="1040902" y="25897"/>
                  <a:pt x="1040155" y="25897"/>
                </a:cubicBezTo>
                <a:cubicBezTo>
                  <a:pt x="1037986" y="25897"/>
                  <a:pt x="1036367" y="25406"/>
                  <a:pt x="1035300" y="24425"/>
                </a:cubicBezTo>
                <a:cubicBezTo>
                  <a:pt x="1034232" y="23443"/>
                  <a:pt x="1033698" y="21937"/>
                  <a:pt x="1033698" y="19905"/>
                </a:cubicBezTo>
                <a:lnTo>
                  <a:pt x="1033698" y="10882"/>
                </a:lnTo>
                <a:lnTo>
                  <a:pt x="1028860" y="10882"/>
                </a:lnTo>
                <a:lnTo>
                  <a:pt x="1028860" y="8368"/>
                </a:lnTo>
                <a:lnTo>
                  <a:pt x="1033698" y="8368"/>
                </a:lnTo>
                <a:lnTo>
                  <a:pt x="1033698" y="3601"/>
                </a:lnTo>
                <a:lnTo>
                  <a:pt x="1036694" y="2824"/>
                </a:lnTo>
                <a:lnTo>
                  <a:pt x="1036694" y="8368"/>
                </a:lnTo>
                <a:lnTo>
                  <a:pt x="1044460" y="8368"/>
                </a:lnTo>
                <a:lnTo>
                  <a:pt x="1044460" y="10882"/>
                </a:lnTo>
                <a:lnTo>
                  <a:pt x="1036694" y="10882"/>
                </a:lnTo>
                <a:lnTo>
                  <a:pt x="1036694" y="19664"/>
                </a:lnTo>
                <a:cubicBezTo>
                  <a:pt x="1036694" y="20903"/>
                  <a:pt x="1037025" y="21830"/>
                  <a:pt x="1037685" y="22444"/>
                </a:cubicBezTo>
                <a:cubicBezTo>
                  <a:pt x="1038345" y="23059"/>
                  <a:pt x="1039317" y="23366"/>
                  <a:pt x="1040603" y="23366"/>
                </a:cubicBezTo>
                <a:cubicBezTo>
                  <a:pt x="1041154" y="23366"/>
                  <a:pt x="1041757" y="23321"/>
                  <a:pt x="1042411" y="23233"/>
                </a:cubicBezTo>
                <a:cubicBezTo>
                  <a:pt x="1043065" y="23144"/>
                  <a:pt x="1043748" y="23004"/>
                  <a:pt x="1044460" y="22815"/>
                </a:cubicBezTo>
                <a:lnTo>
                  <a:pt x="1044460" y="25397"/>
                </a:lnTo>
                <a:close/>
                <a:moveTo>
                  <a:pt x="1063786" y="16099"/>
                </a:moveTo>
                <a:cubicBezTo>
                  <a:pt x="1063786" y="16524"/>
                  <a:pt x="1063780" y="16880"/>
                  <a:pt x="1063769" y="17167"/>
                </a:cubicBezTo>
                <a:cubicBezTo>
                  <a:pt x="1063757" y="17454"/>
                  <a:pt x="1063740" y="17724"/>
                  <a:pt x="1063717" y="17976"/>
                </a:cubicBezTo>
                <a:lnTo>
                  <a:pt x="1051578" y="17976"/>
                </a:lnTo>
                <a:cubicBezTo>
                  <a:pt x="1051578" y="19744"/>
                  <a:pt x="1052071" y="21101"/>
                  <a:pt x="1053059" y="22048"/>
                </a:cubicBezTo>
                <a:cubicBezTo>
                  <a:pt x="1054046" y="22995"/>
                  <a:pt x="1055469" y="23469"/>
                  <a:pt x="1057329" y="23469"/>
                </a:cubicBezTo>
                <a:cubicBezTo>
                  <a:pt x="1057834" y="23469"/>
                  <a:pt x="1058339" y="23449"/>
                  <a:pt x="1058844" y="23408"/>
                </a:cubicBezTo>
                <a:cubicBezTo>
                  <a:pt x="1059349" y="23366"/>
                  <a:pt x="1059837" y="23311"/>
                  <a:pt x="1060308" y="23240"/>
                </a:cubicBezTo>
                <a:cubicBezTo>
                  <a:pt x="1060778" y="23170"/>
                  <a:pt x="1061229" y="23090"/>
                  <a:pt x="1061659" y="23002"/>
                </a:cubicBezTo>
                <a:cubicBezTo>
                  <a:pt x="1062090" y="22914"/>
                  <a:pt x="1062489" y="22817"/>
                  <a:pt x="1062856" y="22711"/>
                </a:cubicBezTo>
                <a:lnTo>
                  <a:pt x="1062856" y="25174"/>
                </a:lnTo>
                <a:cubicBezTo>
                  <a:pt x="1062041" y="25408"/>
                  <a:pt x="1061120" y="25599"/>
                  <a:pt x="1060092" y="25746"/>
                </a:cubicBezTo>
                <a:cubicBezTo>
                  <a:pt x="1059065" y="25892"/>
                  <a:pt x="1058000" y="25966"/>
                  <a:pt x="1056898" y="25966"/>
                </a:cubicBezTo>
                <a:cubicBezTo>
                  <a:pt x="1055418" y="25966"/>
                  <a:pt x="1054143" y="25765"/>
                  <a:pt x="1053076" y="25363"/>
                </a:cubicBezTo>
                <a:cubicBezTo>
                  <a:pt x="1052008" y="24961"/>
                  <a:pt x="1051133" y="24379"/>
                  <a:pt x="1050450" y="23615"/>
                </a:cubicBezTo>
                <a:cubicBezTo>
                  <a:pt x="1049767" y="22852"/>
                  <a:pt x="1049262" y="21916"/>
                  <a:pt x="1048935" y="20809"/>
                </a:cubicBezTo>
                <a:cubicBezTo>
                  <a:pt x="1048608" y="19701"/>
                  <a:pt x="1048444" y="18447"/>
                  <a:pt x="1048444" y="17046"/>
                </a:cubicBezTo>
                <a:cubicBezTo>
                  <a:pt x="1048444" y="15830"/>
                  <a:pt x="1048619" y="14679"/>
                  <a:pt x="1048969" y="13594"/>
                </a:cubicBezTo>
                <a:cubicBezTo>
                  <a:pt x="1049319" y="12509"/>
                  <a:pt x="1049830" y="11557"/>
                  <a:pt x="1050502" y="10736"/>
                </a:cubicBezTo>
                <a:cubicBezTo>
                  <a:pt x="1051173" y="9915"/>
                  <a:pt x="1051997" y="9264"/>
                  <a:pt x="1052973" y="8782"/>
                </a:cubicBezTo>
                <a:cubicBezTo>
                  <a:pt x="1053948" y="8299"/>
                  <a:pt x="1055056" y="8058"/>
                  <a:pt x="1056296" y="8058"/>
                </a:cubicBezTo>
                <a:cubicBezTo>
                  <a:pt x="1057501" y="8058"/>
                  <a:pt x="1058569" y="8248"/>
                  <a:pt x="1059498" y="8627"/>
                </a:cubicBezTo>
                <a:cubicBezTo>
                  <a:pt x="1060428" y="9005"/>
                  <a:pt x="1061212" y="9542"/>
                  <a:pt x="1061849" y="10236"/>
                </a:cubicBezTo>
                <a:cubicBezTo>
                  <a:pt x="1062486" y="10931"/>
                  <a:pt x="1062968" y="11775"/>
                  <a:pt x="1063295" y="12768"/>
                </a:cubicBezTo>
                <a:cubicBezTo>
                  <a:pt x="1063622" y="13761"/>
                  <a:pt x="1063786" y="14871"/>
                  <a:pt x="1063786" y="16099"/>
                </a:cubicBezTo>
                <a:moveTo>
                  <a:pt x="1060669" y="15669"/>
                </a:moveTo>
                <a:cubicBezTo>
                  <a:pt x="1060704" y="14900"/>
                  <a:pt x="1060629" y="14197"/>
                  <a:pt x="1060445" y="13560"/>
                </a:cubicBezTo>
                <a:cubicBezTo>
                  <a:pt x="1060262" y="12923"/>
                  <a:pt x="1059978" y="12374"/>
                  <a:pt x="1059593" y="11915"/>
                </a:cubicBezTo>
                <a:cubicBezTo>
                  <a:pt x="1059209" y="11456"/>
                  <a:pt x="1058729" y="11097"/>
                  <a:pt x="1058155" y="10839"/>
                </a:cubicBezTo>
                <a:cubicBezTo>
                  <a:pt x="1057581" y="10581"/>
                  <a:pt x="1056916" y="10452"/>
                  <a:pt x="1056158" y="10452"/>
                </a:cubicBezTo>
                <a:cubicBezTo>
                  <a:pt x="1055504" y="10452"/>
                  <a:pt x="1054907" y="10578"/>
                  <a:pt x="1054367" y="10831"/>
                </a:cubicBezTo>
                <a:cubicBezTo>
                  <a:pt x="1053828" y="11083"/>
                  <a:pt x="1053363" y="11439"/>
                  <a:pt x="1052973" y="11898"/>
                </a:cubicBezTo>
                <a:cubicBezTo>
                  <a:pt x="1052582" y="12357"/>
                  <a:pt x="1052267" y="12908"/>
                  <a:pt x="1052026" y="13551"/>
                </a:cubicBezTo>
                <a:cubicBezTo>
                  <a:pt x="1051784" y="14194"/>
                  <a:pt x="1051635" y="14900"/>
                  <a:pt x="1051578" y="15669"/>
                </a:cubicBezTo>
                <a:lnTo>
                  <a:pt x="1060669" y="15669"/>
                </a:lnTo>
                <a:close/>
                <a:moveTo>
                  <a:pt x="1068862" y="8368"/>
                </a:moveTo>
                <a:lnTo>
                  <a:pt x="1071531" y="8368"/>
                </a:lnTo>
                <a:lnTo>
                  <a:pt x="1071651" y="11158"/>
                </a:lnTo>
                <a:cubicBezTo>
                  <a:pt x="1072156" y="10561"/>
                  <a:pt x="1072644" y="10064"/>
                  <a:pt x="1073115" y="9668"/>
                </a:cubicBezTo>
                <a:cubicBezTo>
                  <a:pt x="1073585" y="9272"/>
                  <a:pt x="1074048" y="8954"/>
                  <a:pt x="1074501" y="8713"/>
                </a:cubicBezTo>
                <a:cubicBezTo>
                  <a:pt x="1074954" y="8472"/>
                  <a:pt x="1075416" y="8302"/>
                  <a:pt x="1075887" y="8205"/>
                </a:cubicBezTo>
                <a:cubicBezTo>
                  <a:pt x="1076358" y="8107"/>
                  <a:pt x="1076846" y="8058"/>
                  <a:pt x="1077351" y="8058"/>
                </a:cubicBezTo>
                <a:cubicBezTo>
                  <a:pt x="1079130" y="8058"/>
                  <a:pt x="1080476" y="8583"/>
                  <a:pt x="1081388" y="9634"/>
                </a:cubicBezTo>
                <a:cubicBezTo>
                  <a:pt x="1082301" y="10684"/>
                  <a:pt x="1082757" y="12265"/>
                  <a:pt x="1082757" y="14378"/>
                </a:cubicBezTo>
                <a:lnTo>
                  <a:pt x="1082757" y="25656"/>
                </a:lnTo>
                <a:lnTo>
                  <a:pt x="1079761" y="25656"/>
                </a:lnTo>
                <a:lnTo>
                  <a:pt x="1079761" y="14619"/>
                </a:lnTo>
                <a:cubicBezTo>
                  <a:pt x="1079761" y="13264"/>
                  <a:pt x="1079509" y="12263"/>
                  <a:pt x="1079004" y="11614"/>
                </a:cubicBezTo>
                <a:cubicBezTo>
                  <a:pt x="1078499" y="10965"/>
                  <a:pt x="1077747" y="10641"/>
                  <a:pt x="1076748" y="10641"/>
                </a:cubicBezTo>
                <a:cubicBezTo>
                  <a:pt x="1076381" y="10641"/>
                  <a:pt x="1076022" y="10696"/>
                  <a:pt x="1075672" y="10805"/>
                </a:cubicBezTo>
                <a:cubicBezTo>
                  <a:pt x="1075322" y="10914"/>
                  <a:pt x="1074957" y="11103"/>
                  <a:pt x="1074578" y="11373"/>
                </a:cubicBezTo>
                <a:cubicBezTo>
                  <a:pt x="1074200" y="11643"/>
                  <a:pt x="1073789" y="12007"/>
                  <a:pt x="1073347" y="12466"/>
                </a:cubicBezTo>
                <a:cubicBezTo>
                  <a:pt x="1072905" y="12925"/>
                  <a:pt x="1072409" y="13499"/>
                  <a:pt x="1071858" y="14188"/>
                </a:cubicBezTo>
                <a:lnTo>
                  <a:pt x="1071858" y="25656"/>
                </a:lnTo>
                <a:lnTo>
                  <a:pt x="1068862" y="25656"/>
                </a:lnTo>
                <a:lnTo>
                  <a:pt x="1068862" y="8368"/>
                </a:lnTo>
                <a:close/>
                <a:moveTo>
                  <a:pt x="1102469" y="25397"/>
                </a:moveTo>
                <a:cubicBezTo>
                  <a:pt x="1101791" y="25576"/>
                  <a:pt x="1101091" y="25703"/>
                  <a:pt x="1100368" y="25781"/>
                </a:cubicBezTo>
                <a:cubicBezTo>
                  <a:pt x="1099645" y="25858"/>
                  <a:pt x="1098910" y="25897"/>
                  <a:pt x="1098164" y="25897"/>
                </a:cubicBezTo>
                <a:cubicBezTo>
                  <a:pt x="1095995" y="25897"/>
                  <a:pt x="1094376" y="25406"/>
                  <a:pt x="1093308" y="24425"/>
                </a:cubicBezTo>
                <a:cubicBezTo>
                  <a:pt x="1092241" y="23443"/>
                  <a:pt x="1091707" y="21937"/>
                  <a:pt x="1091707" y="19905"/>
                </a:cubicBezTo>
                <a:lnTo>
                  <a:pt x="1091707" y="10882"/>
                </a:lnTo>
                <a:lnTo>
                  <a:pt x="1086869" y="10882"/>
                </a:lnTo>
                <a:lnTo>
                  <a:pt x="1086869" y="8368"/>
                </a:lnTo>
                <a:lnTo>
                  <a:pt x="1091707" y="8368"/>
                </a:lnTo>
                <a:lnTo>
                  <a:pt x="1091707" y="3601"/>
                </a:lnTo>
                <a:lnTo>
                  <a:pt x="1094703" y="2824"/>
                </a:lnTo>
                <a:lnTo>
                  <a:pt x="1094703" y="8368"/>
                </a:lnTo>
                <a:lnTo>
                  <a:pt x="1102469" y="8368"/>
                </a:lnTo>
                <a:lnTo>
                  <a:pt x="1102469" y="10882"/>
                </a:lnTo>
                <a:lnTo>
                  <a:pt x="1094703" y="10882"/>
                </a:lnTo>
                <a:lnTo>
                  <a:pt x="1094703" y="19664"/>
                </a:lnTo>
                <a:cubicBezTo>
                  <a:pt x="1094703" y="20903"/>
                  <a:pt x="1095033" y="21830"/>
                  <a:pt x="1095693" y="22444"/>
                </a:cubicBezTo>
                <a:cubicBezTo>
                  <a:pt x="1096353" y="23059"/>
                  <a:pt x="1097326" y="23366"/>
                  <a:pt x="1098612" y="23366"/>
                </a:cubicBezTo>
                <a:cubicBezTo>
                  <a:pt x="1099163" y="23366"/>
                  <a:pt x="1099765" y="23321"/>
                  <a:pt x="1100420" y="23233"/>
                </a:cubicBezTo>
                <a:cubicBezTo>
                  <a:pt x="1101074" y="23144"/>
                  <a:pt x="1101757" y="23004"/>
                  <a:pt x="1102469" y="22815"/>
                </a:cubicBezTo>
                <a:lnTo>
                  <a:pt x="1102469" y="25397"/>
                </a:lnTo>
                <a:close/>
                <a:moveTo>
                  <a:pt x="1122818" y="25656"/>
                </a:moveTo>
                <a:lnTo>
                  <a:pt x="1118823" y="25656"/>
                </a:lnTo>
                <a:lnTo>
                  <a:pt x="1112262" y="11610"/>
                </a:lnTo>
                <a:lnTo>
                  <a:pt x="1110368" y="7094"/>
                </a:lnTo>
                <a:lnTo>
                  <a:pt x="1110368" y="18452"/>
                </a:lnTo>
                <a:lnTo>
                  <a:pt x="1110368" y="25656"/>
                </a:lnTo>
                <a:lnTo>
                  <a:pt x="1107510" y="25656"/>
                </a:lnTo>
                <a:lnTo>
                  <a:pt x="1107510" y="3134"/>
                </a:lnTo>
                <a:lnTo>
                  <a:pt x="1111453" y="3134"/>
                </a:lnTo>
                <a:lnTo>
                  <a:pt x="1117704" y="16439"/>
                </a:lnTo>
                <a:lnTo>
                  <a:pt x="1119959" y="21592"/>
                </a:lnTo>
                <a:lnTo>
                  <a:pt x="1119959" y="9528"/>
                </a:lnTo>
                <a:lnTo>
                  <a:pt x="1119959" y="3134"/>
                </a:lnTo>
                <a:lnTo>
                  <a:pt x="1122818" y="3134"/>
                </a:lnTo>
                <a:lnTo>
                  <a:pt x="1122818" y="25656"/>
                </a:lnTo>
                <a:close/>
                <a:moveTo>
                  <a:pt x="1141919" y="16874"/>
                </a:moveTo>
                <a:cubicBezTo>
                  <a:pt x="1141919" y="18217"/>
                  <a:pt x="1141730" y="19448"/>
                  <a:pt x="1141351" y="20568"/>
                </a:cubicBezTo>
                <a:cubicBezTo>
                  <a:pt x="1140972" y="21687"/>
                  <a:pt x="1140427" y="22645"/>
                  <a:pt x="1139715" y="23443"/>
                </a:cubicBezTo>
                <a:cubicBezTo>
                  <a:pt x="1139004" y="24241"/>
                  <a:pt x="1138137" y="24861"/>
                  <a:pt x="1137115" y="25303"/>
                </a:cubicBezTo>
                <a:cubicBezTo>
                  <a:pt x="1136094" y="25745"/>
                  <a:pt x="1134934" y="25966"/>
                  <a:pt x="1133637" y="25966"/>
                </a:cubicBezTo>
                <a:cubicBezTo>
                  <a:pt x="1132397" y="25966"/>
                  <a:pt x="1131287" y="25773"/>
                  <a:pt x="1130305" y="25389"/>
                </a:cubicBezTo>
                <a:cubicBezTo>
                  <a:pt x="1129324" y="25004"/>
                  <a:pt x="1128492" y="24439"/>
                  <a:pt x="1127809" y="23693"/>
                </a:cubicBezTo>
                <a:cubicBezTo>
                  <a:pt x="1127126" y="22947"/>
                  <a:pt x="1126603" y="22023"/>
                  <a:pt x="1126242" y="20921"/>
                </a:cubicBezTo>
                <a:cubicBezTo>
                  <a:pt x="1125880" y="19819"/>
                  <a:pt x="1125699" y="18550"/>
                  <a:pt x="1125699" y="17115"/>
                </a:cubicBezTo>
                <a:cubicBezTo>
                  <a:pt x="1125699" y="15772"/>
                  <a:pt x="1125889" y="14547"/>
                  <a:pt x="1126268" y="13439"/>
                </a:cubicBezTo>
                <a:cubicBezTo>
                  <a:pt x="1126646" y="12331"/>
                  <a:pt x="1127192" y="11379"/>
                  <a:pt x="1127903" y="10581"/>
                </a:cubicBezTo>
                <a:cubicBezTo>
                  <a:pt x="1128615" y="9783"/>
                  <a:pt x="1129482" y="9163"/>
                  <a:pt x="1130503" y="8721"/>
                </a:cubicBezTo>
                <a:cubicBezTo>
                  <a:pt x="1131525" y="8279"/>
                  <a:pt x="1132684" y="8058"/>
                  <a:pt x="1133982" y="8058"/>
                </a:cubicBezTo>
                <a:cubicBezTo>
                  <a:pt x="1135221" y="8058"/>
                  <a:pt x="1136332" y="8251"/>
                  <a:pt x="1137313" y="8635"/>
                </a:cubicBezTo>
                <a:cubicBezTo>
                  <a:pt x="1138295" y="9020"/>
                  <a:pt x="1139127" y="9582"/>
                  <a:pt x="1139810" y="10323"/>
                </a:cubicBezTo>
                <a:cubicBezTo>
                  <a:pt x="1140493" y="11063"/>
                  <a:pt x="1141015" y="11984"/>
                  <a:pt x="1141377" y="13086"/>
                </a:cubicBezTo>
                <a:cubicBezTo>
                  <a:pt x="1141739" y="14188"/>
                  <a:pt x="1141919" y="15451"/>
                  <a:pt x="1141919" y="16874"/>
                </a:cubicBezTo>
                <a:moveTo>
                  <a:pt x="1138854" y="17012"/>
                </a:moveTo>
                <a:cubicBezTo>
                  <a:pt x="1138854" y="15944"/>
                  <a:pt x="1138737" y="15012"/>
                  <a:pt x="1138501" y="14214"/>
                </a:cubicBezTo>
                <a:cubicBezTo>
                  <a:pt x="1138266" y="13416"/>
                  <a:pt x="1137930" y="12750"/>
                  <a:pt x="1137494" y="12217"/>
                </a:cubicBezTo>
                <a:cubicBezTo>
                  <a:pt x="1137058" y="11683"/>
                  <a:pt x="1136527" y="11281"/>
                  <a:pt x="1135901" y="11011"/>
                </a:cubicBezTo>
                <a:cubicBezTo>
                  <a:pt x="1135276" y="10742"/>
                  <a:pt x="1134578" y="10607"/>
                  <a:pt x="1133809" y="10607"/>
                </a:cubicBezTo>
                <a:cubicBezTo>
                  <a:pt x="1132914" y="10607"/>
                  <a:pt x="1132148" y="10782"/>
                  <a:pt x="1131511" y="11132"/>
                </a:cubicBezTo>
                <a:cubicBezTo>
                  <a:pt x="1130874" y="11482"/>
                  <a:pt x="1130351" y="11950"/>
                  <a:pt x="1129944" y="12535"/>
                </a:cubicBezTo>
                <a:cubicBezTo>
                  <a:pt x="1129536" y="13121"/>
                  <a:pt x="1129238" y="13801"/>
                  <a:pt x="1129048" y="14576"/>
                </a:cubicBezTo>
                <a:cubicBezTo>
                  <a:pt x="1128859" y="15350"/>
                  <a:pt x="1128764" y="16163"/>
                  <a:pt x="1128764" y="17012"/>
                </a:cubicBezTo>
                <a:cubicBezTo>
                  <a:pt x="1128764" y="18080"/>
                  <a:pt x="1128882" y="19015"/>
                  <a:pt x="1129117" y="19819"/>
                </a:cubicBezTo>
                <a:cubicBezTo>
                  <a:pt x="1129353" y="20622"/>
                  <a:pt x="1129688" y="21291"/>
                  <a:pt x="1130125" y="21825"/>
                </a:cubicBezTo>
                <a:cubicBezTo>
                  <a:pt x="1130561" y="22358"/>
                  <a:pt x="1131089" y="22760"/>
                  <a:pt x="1131709" y="23030"/>
                </a:cubicBezTo>
                <a:cubicBezTo>
                  <a:pt x="1132329" y="23300"/>
                  <a:pt x="1133029" y="23435"/>
                  <a:pt x="1133809" y="23435"/>
                </a:cubicBezTo>
                <a:cubicBezTo>
                  <a:pt x="1134705" y="23435"/>
                  <a:pt x="1135471" y="23260"/>
                  <a:pt x="1136108" y="22909"/>
                </a:cubicBezTo>
                <a:cubicBezTo>
                  <a:pt x="1136745" y="22559"/>
                  <a:pt x="1137267" y="22092"/>
                  <a:pt x="1137675" y="21506"/>
                </a:cubicBezTo>
                <a:cubicBezTo>
                  <a:pt x="1138082" y="20921"/>
                  <a:pt x="1138381" y="20241"/>
                  <a:pt x="1138570" y="19466"/>
                </a:cubicBezTo>
                <a:cubicBezTo>
                  <a:pt x="1138760" y="18691"/>
                  <a:pt x="1138854" y="17873"/>
                  <a:pt x="1138854" y="17012"/>
                </a:cubicBezTo>
                <a:close/>
                <a:moveTo>
                  <a:pt x="1145669" y="17374"/>
                </a:moveTo>
                <a:cubicBezTo>
                  <a:pt x="1145669" y="15904"/>
                  <a:pt x="1145870" y="14599"/>
                  <a:pt x="1146272" y="13456"/>
                </a:cubicBezTo>
                <a:cubicBezTo>
                  <a:pt x="1146674" y="12314"/>
                  <a:pt x="1147245" y="11350"/>
                  <a:pt x="1147985" y="10564"/>
                </a:cubicBezTo>
                <a:cubicBezTo>
                  <a:pt x="1148726" y="9777"/>
                  <a:pt x="1149615" y="9180"/>
                  <a:pt x="1150654" y="8773"/>
                </a:cubicBezTo>
                <a:cubicBezTo>
                  <a:pt x="1151693" y="8365"/>
                  <a:pt x="1152850" y="8162"/>
                  <a:pt x="1154124" y="8162"/>
                </a:cubicBezTo>
                <a:cubicBezTo>
                  <a:pt x="1154675" y="8162"/>
                  <a:pt x="1155217" y="8196"/>
                  <a:pt x="1155751" y="8265"/>
                </a:cubicBezTo>
                <a:cubicBezTo>
                  <a:pt x="1156285" y="8334"/>
                  <a:pt x="1156810" y="8443"/>
                  <a:pt x="1157326" y="8592"/>
                </a:cubicBezTo>
                <a:lnTo>
                  <a:pt x="1157326" y="1309"/>
                </a:lnTo>
                <a:lnTo>
                  <a:pt x="1160340" y="1309"/>
                </a:lnTo>
                <a:lnTo>
                  <a:pt x="1160340" y="25656"/>
                </a:lnTo>
                <a:lnTo>
                  <a:pt x="1157654" y="25656"/>
                </a:lnTo>
                <a:lnTo>
                  <a:pt x="1157550" y="22384"/>
                </a:lnTo>
                <a:cubicBezTo>
                  <a:pt x="1156712" y="23601"/>
                  <a:pt x="1155805" y="24502"/>
                  <a:pt x="1154830" y="25088"/>
                </a:cubicBezTo>
                <a:cubicBezTo>
                  <a:pt x="1153854" y="25673"/>
                  <a:pt x="1152798" y="25966"/>
                  <a:pt x="1151661" y="25966"/>
                </a:cubicBezTo>
                <a:cubicBezTo>
                  <a:pt x="1150674" y="25966"/>
                  <a:pt x="1149805" y="25759"/>
                  <a:pt x="1149053" y="25346"/>
                </a:cubicBezTo>
                <a:cubicBezTo>
                  <a:pt x="1148301" y="24933"/>
                  <a:pt x="1147675" y="24350"/>
                  <a:pt x="1147176" y="23598"/>
                </a:cubicBezTo>
                <a:cubicBezTo>
                  <a:pt x="1146677" y="22846"/>
                  <a:pt x="1146301" y="21942"/>
                  <a:pt x="1146048" y="20886"/>
                </a:cubicBezTo>
                <a:cubicBezTo>
                  <a:pt x="1145796" y="19830"/>
                  <a:pt x="1145669" y="18659"/>
                  <a:pt x="1145669" y="17374"/>
                </a:cubicBezTo>
                <a:moveTo>
                  <a:pt x="1148734" y="17184"/>
                </a:moveTo>
                <a:cubicBezTo>
                  <a:pt x="1148734" y="19273"/>
                  <a:pt x="1149041" y="20832"/>
                  <a:pt x="1149656" y="21859"/>
                </a:cubicBezTo>
                <a:cubicBezTo>
                  <a:pt x="1150270" y="22886"/>
                  <a:pt x="1151139" y="23400"/>
                  <a:pt x="1152264" y="23400"/>
                </a:cubicBezTo>
                <a:cubicBezTo>
                  <a:pt x="1153022" y="23400"/>
                  <a:pt x="1153822" y="23061"/>
                  <a:pt x="1154666" y="22384"/>
                </a:cubicBezTo>
                <a:cubicBezTo>
                  <a:pt x="1155510" y="21707"/>
                  <a:pt x="1156397" y="20703"/>
                  <a:pt x="1157326" y="19371"/>
                </a:cubicBezTo>
                <a:lnTo>
                  <a:pt x="1157326" y="11347"/>
                </a:lnTo>
                <a:cubicBezTo>
                  <a:pt x="1156833" y="11118"/>
                  <a:pt x="1156288" y="10942"/>
                  <a:pt x="1155691" y="10822"/>
                </a:cubicBezTo>
                <a:cubicBezTo>
                  <a:pt x="1155094" y="10701"/>
                  <a:pt x="1154503" y="10641"/>
                  <a:pt x="1153917" y="10641"/>
                </a:cubicBezTo>
                <a:cubicBezTo>
                  <a:pt x="1152287" y="10641"/>
                  <a:pt x="1151016" y="11169"/>
                  <a:pt x="1150103" y="12225"/>
                </a:cubicBezTo>
                <a:cubicBezTo>
                  <a:pt x="1149191" y="13281"/>
                  <a:pt x="1148734" y="14934"/>
                  <a:pt x="1148734" y="17184"/>
                </a:cubicBezTo>
                <a:close/>
                <a:moveTo>
                  <a:pt x="1180826" y="16099"/>
                </a:moveTo>
                <a:cubicBezTo>
                  <a:pt x="1180826" y="16524"/>
                  <a:pt x="1180821" y="16880"/>
                  <a:pt x="1180809" y="17167"/>
                </a:cubicBezTo>
                <a:cubicBezTo>
                  <a:pt x="1180798" y="17454"/>
                  <a:pt x="1180780" y="17724"/>
                  <a:pt x="1180757" y="17976"/>
                </a:cubicBezTo>
                <a:lnTo>
                  <a:pt x="1168618" y="17976"/>
                </a:lnTo>
                <a:cubicBezTo>
                  <a:pt x="1168618" y="19744"/>
                  <a:pt x="1169112" y="21101"/>
                  <a:pt x="1170099" y="22048"/>
                </a:cubicBezTo>
                <a:cubicBezTo>
                  <a:pt x="1171086" y="22995"/>
                  <a:pt x="1172510" y="23469"/>
                  <a:pt x="1174369" y="23469"/>
                </a:cubicBezTo>
                <a:cubicBezTo>
                  <a:pt x="1174874" y="23469"/>
                  <a:pt x="1175379" y="23449"/>
                  <a:pt x="1175885" y="23408"/>
                </a:cubicBezTo>
                <a:cubicBezTo>
                  <a:pt x="1176390" y="23366"/>
                  <a:pt x="1176877" y="23311"/>
                  <a:pt x="1177348" y="23240"/>
                </a:cubicBezTo>
                <a:cubicBezTo>
                  <a:pt x="1177819" y="23170"/>
                  <a:pt x="1178269" y="23090"/>
                  <a:pt x="1178700" y="23002"/>
                </a:cubicBezTo>
                <a:cubicBezTo>
                  <a:pt x="1179130" y="22914"/>
                  <a:pt x="1179529" y="22817"/>
                  <a:pt x="1179896" y="22711"/>
                </a:cubicBezTo>
                <a:lnTo>
                  <a:pt x="1179896" y="25174"/>
                </a:lnTo>
                <a:cubicBezTo>
                  <a:pt x="1179081" y="25408"/>
                  <a:pt x="1178160" y="25599"/>
                  <a:pt x="1177133" y="25746"/>
                </a:cubicBezTo>
                <a:cubicBezTo>
                  <a:pt x="1176106" y="25892"/>
                  <a:pt x="1175041" y="25966"/>
                  <a:pt x="1173939" y="25966"/>
                </a:cubicBezTo>
                <a:cubicBezTo>
                  <a:pt x="1172458" y="25966"/>
                  <a:pt x="1171184" y="25765"/>
                  <a:pt x="1170116" y="25363"/>
                </a:cubicBezTo>
                <a:cubicBezTo>
                  <a:pt x="1169049" y="24961"/>
                  <a:pt x="1168173" y="24379"/>
                  <a:pt x="1167490" y="23615"/>
                </a:cubicBezTo>
                <a:cubicBezTo>
                  <a:pt x="1166807" y="22852"/>
                  <a:pt x="1166302" y="21916"/>
                  <a:pt x="1165975" y="20809"/>
                </a:cubicBezTo>
                <a:cubicBezTo>
                  <a:pt x="1165648" y="19701"/>
                  <a:pt x="1165484" y="18447"/>
                  <a:pt x="1165484" y="17046"/>
                </a:cubicBezTo>
                <a:cubicBezTo>
                  <a:pt x="1165484" y="15830"/>
                  <a:pt x="1165660" y="14679"/>
                  <a:pt x="1166010" y="13594"/>
                </a:cubicBezTo>
                <a:cubicBezTo>
                  <a:pt x="1166360" y="12509"/>
                  <a:pt x="1166871" y="11557"/>
                  <a:pt x="1167542" y="10736"/>
                </a:cubicBezTo>
                <a:cubicBezTo>
                  <a:pt x="1168214" y="9915"/>
                  <a:pt x="1169037" y="9264"/>
                  <a:pt x="1170013" y="8782"/>
                </a:cubicBezTo>
                <a:cubicBezTo>
                  <a:pt x="1170989" y="8299"/>
                  <a:pt x="1172096" y="8058"/>
                  <a:pt x="1173336" y="8058"/>
                </a:cubicBezTo>
                <a:cubicBezTo>
                  <a:pt x="1174541" y="8058"/>
                  <a:pt x="1175609" y="8248"/>
                  <a:pt x="1176539" y="8627"/>
                </a:cubicBezTo>
                <a:cubicBezTo>
                  <a:pt x="1177469" y="9005"/>
                  <a:pt x="1178252" y="9542"/>
                  <a:pt x="1178889" y="10236"/>
                </a:cubicBezTo>
                <a:cubicBezTo>
                  <a:pt x="1179526" y="10931"/>
                  <a:pt x="1180008" y="11775"/>
                  <a:pt x="1180336" y="12768"/>
                </a:cubicBezTo>
                <a:cubicBezTo>
                  <a:pt x="1180663" y="13761"/>
                  <a:pt x="1180826" y="14871"/>
                  <a:pt x="1180826" y="16099"/>
                </a:cubicBezTo>
                <a:moveTo>
                  <a:pt x="1177710" y="15669"/>
                </a:moveTo>
                <a:cubicBezTo>
                  <a:pt x="1177744" y="14900"/>
                  <a:pt x="1177670" y="14197"/>
                  <a:pt x="1177486" y="13560"/>
                </a:cubicBezTo>
                <a:cubicBezTo>
                  <a:pt x="1177302" y="12923"/>
                  <a:pt x="1177018" y="12374"/>
                  <a:pt x="1176634" y="11915"/>
                </a:cubicBezTo>
                <a:cubicBezTo>
                  <a:pt x="1176249" y="11456"/>
                  <a:pt x="1175770" y="11097"/>
                  <a:pt x="1175196" y="10839"/>
                </a:cubicBezTo>
                <a:cubicBezTo>
                  <a:pt x="1174622" y="10581"/>
                  <a:pt x="1173956" y="10452"/>
                  <a:pt x="1173198" y="10452"/>
                </a:cubicBezTo>
                <a:cubicBezTo>
                  <a:pt x="1172544" y="10452"/>
                  <a:pt x="1171947" y="10578"/>
                  <a:pt x="1171408" y="10831"/>
                </a:cubicBezTo>
                <a:cubicBezTo>
                  <a:pt x="1170868" y="11083"/>
                  <a:pt x="1170403" y="11439"/>
                  <a:pt x="1170013" y="11898"/>
                </a:cubicBezTo>
                <a:cubicBezTo>
                  <a:pt x="1169623" y="12357"/>
                  <a:pt x="1169307" y="12908"/>
                  <a:pt x="1169066" y="13551"/>
                </a:cubicBezTo>
                <a:cubicBezTo>
                  <a:pt x="1168825" y="14194"/>
                  <a:pt x="1168676" y="14900"/>
                  <a:pt x="1168618" y="15669"/>
                </a:cubicBezTo>
                <a:lnTo>
                  <a:pt x="1177710" y="15669"/>
                </a:lnTo>
                <a:close/>
                <a:moveTo>
                  <a:pt x="1196905" y="32888"/>
                </a:moveTo>
                <a:cubicBezTo>
                  <a:pt x="1191613" y="27984"/>
                  <a:pt x="1188967" y="22563"/>
                  <a:pt x="1188967" y="16625"/>
                </a:cubicBezTo>
                <a:cubicBezTo>
                  <a:pt x="1188967" y="15235"/>
                  <a:pt x="1189108" y="13848"/>
                  <a:pt x="1189389" y="12464"/>
                </a:cubicBezTo>
                <a:cubicBezTo>
                  <a:pt x="1189670" y="11080"/>
                  <a:pt x="1190124" y="9693"/>
                  <a:pt x="1190749" y="8304"/>
                </a:cubicBezTo>
                <a:cubicBezTo>
                  <a:pt x="1191375" y="6914"/>
                  <a:pt x="1192201" y="5524"/>
                  <a:pt x="1193229" y="4135"/>
                </a:cubicBezTo>
                <a:cubicBezTo>
                  <a:pt x="1194256" y="2745"/>
                  <a:pt x="1195505" y="1367"/>
                  <a:pt x="1196974" y="0"/>
                </a:cubicBezTo>
                <a:lnTo>
                  <a:pt x="1198713" y="1775"/>
                </a:lnTo>
                <a:cubicBezTo>
                  <a:pt x="1194259" y="6173"/>
                  <a:pt x="1192032" y="11049"/>
                  <a:pt x="1192032" y="16401"/>
                </a:cubicBezTo>
                <a:cubicBezTo>
                  <a:pt x="1192032" y="19065"/>
                  <a:pt x="1192595" y="21627"/>
                  <a:pt x="1193720" y="24085"/>
                </a:cubicBezTo>
                <a:cubicBezTo>
                  <a:pt x="1194844" y="26542"/>
                  <a:pt x="1196509" y="28862"/>
                  <a:pt x="1198713" y="31044"/>
                </a:cubicBezTo>
                <a:lnTo>
                  <a:pt x="1196905" y="32888"/>
                </a:lnTo>
                <a:close/>
                <a:moveTo>
                  <a:pt x="1208741" y="0"/>
                </a:moveTo>
                <a:cubicBezTo>
                  <a:pt x="1214033" y="4904"/>
                  <a:pt x="1216679" y="10360"/>
                  <a:pt x="1216679" y="16366"/>
                </a:cubicBezTo>
                <a:cubicBezTo>
                  <a:pt x="1216679" y="17607"/>
                  <a:pt x="1216552" y="18893"/>
                  <a:pt x="1216300" y="20225"/>
                </a:cubicBezTo>
                <a:cubicBezTo>
                  <a:pt x="1216047" y="21558"/>
                  <a:pt x="1215617" y="22922"/>
                  <a:pt x="1215008" y="24317"/>
                </a:cubicBezTo>
                <a:cubicBezTo>
                  <a:pt x="1214400" y="25712"/>
                  <a:pt x="1213582" y="27128"/>
                  <a:pt x="1212555" y="28564"/>
                </a:cubicBezTo>
                <a:cubicBezTo>
                  <a:pt x="1211527" y="29999"/>
                  <a:pt x="1210233" y="31441"/>
                  <a:pt x="1208672" y="32888"/>
                </a:cubicBezTo>
                <a:lnTo>
                  <a:pt x="1206933" y="31113"/>
                </a:lnTo>
                <a:cubicBezTo>
                  <a:pt x="1209171" y="28896"/>
                  <a:pt x="1210841" y="26582"/>
                  <a:pt x="1211943" y="24171"/>
                </a:cubicBezTo>
                <a:cubicBezTo>
                  <a:pt x="1213045" y="21759"/>
                  <a:pt x="1213596" y="19232"/>
                  <a:pt x="1213596" y="16590"/>
                </a:cubicBezTo>
                <a:cubicBezTo>
                  <a:pt x="1213596" y="11123"/>
                  <a:pt x="1211375" y="6208"/>
                  <a:pt x="1206933" y="1843"/>
                </a:cubicBezTo>
                <a:lnTo>
                  <a:pt x="1208741" y="0"/>
                </a:lnTo>
                <a:close/>
                <a:moveTo>
                  <a:pt x="1226438" y="29186"/>
                </a:moveTo>
                <a:cubicBezTo>
                  <a:pt x="1227023" y="29209"/>
                  <a:pt x="1227592" y="29157"/>
                  <a:pt x="1228143" y="29030"/>
                </a:cubicBezTo>
                <a:cubicBezTo>
                  <a:pt x="1228694" y="28903"/>
                  <a:pt x="1229179" y="28715"/>
                  <a:pt x="1229598" y="28467"/>
                </a:cubicBezTo>
                <a:cubicBezTo>
                  <a:pt x="1230016" y="28219"/>
                  <a:pt x="1230352" y="27911"/>
                  <a:pt x="1230605" y="27542"/>
                </a:cubicBezTo>
                <a:cubicBezTo>
                  <a:pt x="1230857" y="27173"/>
                  <a:pt x="1230984" y="26752"/>
                  <a:pt x="1230984" y="26279"/>
                </a:cubicBezTo>
                <a:cubicBezTo>
                  <a:pt x="1230984" y="25795"/>
                  <a:pt x="1230900" y="25403"/>
                  <a:pt x="1230734" y="25105"/>
                </a:cubicBezTo>
                <a:cubicBezTo>
                  <a:pt x="1230567" y="24806"/>
                  <a:pt x="1230381" y="24531"/>
                  <a:pt x="1230174" y="24278"/>
                </a:cubicBezTo>
                <a:cubicBezTo>
                  <a:pt x="1229968" y="24026"/>
                  <a:pt x="1229781" y="23756"/>
                  <a:pt x="1229615" y="23469"/>
                </a:cubicBezTo>
                <a:cubicBezTo>
                  <a:pt x="1229448" y="23182"/>
                  <a:pt x="1229365" y="22797"/>
                  <a:pt x="1229365" y="22315"/>
                </a:cubicBezTo>
                <a:cubicBezTo>
                  <a:pt x="1229365" y="22074"/>
                  <a:pt x="1229411" y="21822"/>
                  <a:pt x="1229503" y="21558"/>
                </a:cubicBezTo>
                <a:cubicBezTo>
                  <a:pt x="1229595" y="21294"/>
                  <a:pt x="1229735" y="21053"/>
                  <a:pt x="1229925" y="20835"/>
                </a:cubicBezTo>
                <a:cubicBezTo>
                  <a:pt x="1230114" y="20616"/>
                  <a:pt x="1230355" y="20439"/>
                  <a:pt x="1230648" y="20301"/>
                </a:cubicBezTo>
                <a:cubicBezTo>
                  <a:pt x="1230941" y="20163"/>
                  <a:pt x="1231288" y="20094"/>
                  <a:pt x="1231690" y="20094"/>
                </a:cubicBezTo>
                <a:cubicBezTo>
                  <a:pt x="1232091" y="20094"/>
                  <a:pt x="1232479" y="20178"/>
                  <a:pt x="1232852" y="20344"/>
                </a:cubicBezTo>
                <a:cubicBezTo>
                  <a:pt x="1233225" y="20511"/>
                  <a:pt x="1233552" y="20767"/>
                  <a:pt x="1233833" y="21112"/>
                </a:cubicBezTo>
                <a:cubicBezTo>
                  <a:pt x="1234115" y="21456"/>
                  <a:pt x="1234338" y="21888"/>
                  <a:pt x="1234505" y="22405"/>
                </a:cubicBezTo>
                <a:cubicBezTo>
                  <a:pt x="1234671" y="22922"/>
                  <a:pt x="1234754" y="23532"/>
                  <a:pt x="1234754" y="24233"/>
                </a:cubicBezTo>
                <a:cubicBezTo>
                  <a:pt x="1234754" y="25187"/>
                  <a:pt x="1234579" y="26104"/>
                  <a:pt x="1234229" y="26983"/>
                </a:cubicBezTo>
                <a:cubicBezTo>
                  <a:pt x="1233879" y="27863"/>
                  <a:pt x="1233357" y="28642"/>
                  <a:pt x="1232662" y="29320"/>
                </a:cubicBezTo>
                <a:cubicBezTo>
                  <a:pt x="1231968" y="29998"/>
                  <a:pt x="1231101" y="30539"/>
                  <a:pt x="1230062" y="30941"/>
                </a:cubicBezTo>
                <a:cubicBezTo>
                  <a:pt x="1229024" y="31343"/>
                  <a:pt x="1227815" y="31545"/>
                  <a:pt x="1226438" y="31545"/>
                </a:cubicBezTo>
                <a:lnTo>
                  <a:pt x="1226438" y="29186"/>
                </a:lnTo>
                <a:moveTo>
                  <a:pt x="1231827" y="8058"/>
                </a:moveTo>
                <a:cubicBezTo>
                  <a:pt x="1232183" y="8058"/>
                  <a:pt x="1232522" y="8130"/>
                  <a:pt x="1232843" y="8274"/>
                </a:cubicBezTo>
                <a:cubicBezTo>
                  <a:pt x="1233165" y="8417"/>
                  <a:pt x="1233446" y="8609"/>
                  <a:pt x="1233687" y="8850"/>
                </a:cubicBezTo>
                <a:cubicBezTo>
                  <a:pt x="1233928" y="9091"/>
                  <a:pt x="1234120" y="9373"/>
                  <a:pt x="1234264" y="9694"/>
                </a:cubicBezTo>
                <a:cubicBezTo>
                  <a:pt x="1234407" y="10016"/>
                  <a:pt x="1234479" y="10354"/>
                  <a:pt x="1234479" y="10710"/>
                </a:cubicBezTo>
                <a:cubicBezTo>
                  <a:pt x="1234479" y="11077"/>
                  <a:pt x="1234407" y="11419"/>
                  <a:pt x="1234264" y="11735"/>
                </a:cubicBezTo>
                <a:cubicBezTo>
                  <a:pt x="1234120" y="12050"/>
                  <a:pt x="1233928" y="12329"/>
                  <a:pt x="1233687" y="12570"/>
                </a:cubicBezTo>
                <a:cubicBezTo>
                  <a:pt x="1233446" y="12811"/>
                  <a:pt x="1233165" y="13000"/>
                  <a:pt x="1232843" y="13138"/>
                </a:cubicBezTo>
                <a:cubicBezTo>
                  <a:pt x="1232522" y="13276"/>
                  <a:pt x="1232183" y="13344"/>
                  <a:pt x="1231827" y="13344"/>
                </a:cubicBezTo>
                <a:cubicBezTo>
                  <a:pt x="1231460" y="13344"/>
                  <a:pt x="1231118" y="13276"/>
                  <a:pt x="1230803" y="13138"/>
                </a:cubicBezTo>
                <a:cubicBezTo>
                  <a:pt x="1230487" y="13000"/>
                  <a:pt x="1230209" y="12811"/>
                  <a:pt x="1229968" y="12570"/>
                </a:cubicBezTo>
                <a:cubicBezTo>
                  <a:pt x="1229727" y="12329"/>
                  <a:pt x="1229537" y="12050"/>
                  <a:pt x="1229399" y="11735"/>
                </a:cubicBezTo>
                <a:cubicBezTo>
                  <a:pt x="1229262" y="11419"/>
                  <a:pt x="1229193" y="11077"/>
                  <a:pt x="1229193" y="10710"/>
                </a:cubicBezTo>
                <a:cubicBezTo>
                  <a:pt x="1229193" y="10354"/>
                  <a:pt x="1229262" y="10016"/>
                  <a:pt x="1229399" y="9694"/>
                </a:cubicBezTo>
                <a:cubicBezTo>
                  <a:pt x="1229537" y="9373"/>
                  <a:pt x="1229727" y="9091"/>
                  <a:pt x="1229968" y="8850"/>
                </a:cubicBezTo>
                <a:cubicBezTo>
                  <a:pt x="1230209" y="8609"/>
                  <a:pt x="1230487" y="8417"/>
                  <a:pt x="1230803" y="8274"/>
                </a:cubicBezTo>
                <a:cubicBezTo>
                  <a:pt x="1231118" y="8130"/>
                  <a:pt x="1231460" y="8058"/>
                  <a:pt x="1231827" y="8058"/>
                </a:cubicBez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Text +">
            <a:extLst xmlns:a="http://schemas.openxmlformats.org/drawingml/2006/main">
              <a:ext uri="{FF2B5EF4-FFF2-40B4-BE49-F238E27FC236}">
                <a16:creationId xmlns:a16="http://schemas.microsoft.com/office/drawing/2014/main" id="{AC716D63-6D0C-43FC-B41F-752720A9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242" y="9754254"/>
            <a:ext cx="16495" cy="16633"/>
          </a:xfrm>
          <a:custGeom xmlns:a="http://schemas.openxmlformats.org/drawingml/2006/main">
            <a:pathLst>
              <a:path w="16495" h="16633">
                <a:moveTo>
                  <a:pt x="16495" y="9608"/>
                </a:moveTo>
                <a:lnTo>
                  <a:pt x="9729" y="9608"/>
                </a:lnTo>
                <a:lnTo>
                  <a:pt x="9729" y="16633"/>
                </a:lnTo>
                <a:lnTo>
                  <a:pt x="6767" y="16633"/>
                </a:lnTo>
                <a:lnTo>
                  <a:pt x="6767" y="9608"/>
                </a:lnTo>
                <a:lnTo>
                  <a:pt x="0" y="9608"/>
                </a:lnTo>
                <a:lnTo>
                  <a:pt x="0" y="6991"/>
                </a:lnTo>
                <a:lnTo>
                  <a:pt x="6767" y="6991"/>
                </a:lnTo>
                <a:lnTo>
                  <a:pt x="6767" y="0"/>
                </a:lnTo>
                <a:lnTo>
                  <a:pt x="9729" y="0"/>
                </a:lnTo>
                <a:lnTo>
                  <a:pt x="9729" y="6991"/>
                </a:lnTo>
                <a:lnTo>
                  <a:pt x="16495" y="6991"/>
                </a:lnTo>
                <a:lnTo>
                  <a:pt x="16495" y="9608"/>
                </a:ln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Text +">
            <a:extLst xmlns:a="http://schemas.openxmlformats.org/drawingml/2006/main">
              <a:ext uri="{FF2B5EF4-FFF2-40B4-BE49-F238E27FC236}">
                <a16:creationId xmlns:a16="http://schemas.microsoft.com/office/drawing/2014/main" id="{1A5DFDA1-DBFB-466F-85BB-4E780642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242" y="9796777"/>
            <a:ext cx="16495" cy="16633"/>
          </a:xfrm>
          <a:custGeom xmlns:a="http://schemas.openxmlformats.org/drawingml/2006/main">
            <a:pathLst>
              <a:path w="16495" h="16633">
                <a:moveTo>
                  <a:pt x="16495" y="9608"/>
                </a:moveTo>
                <a:lnTo>
                  <a:pt x="9729" y="9608"/>
                </a:lnTo>
                <a:lnTo>
                  <a:pt x="9729" y="16633"/>
                </a:lnTo>
                <a:lnTo>
                  <a:pt x="6767" y="16633"/>
                </a:lnTo>
                <a:lnTo>
                  <a:pt x="6767" y="9608"/>
                </a:lnTo>
                <a:lnTo>
                  <a:pt x="0" y="9608"/>
                </a:lnTo>
                <a:lnTo>
                  <a:pt x="0" y="6991"/>
                </a:lnTo>
                <a:lnTo>
                  <a:pt x="6767" y="6991"/>
                </a:lnTo>
                <a:lnTo>
                  <a:pt x="6767" y="0"/>
                </a:lnTo>
                <a:lnTo>
                  <a:pt x="9729" y="0"/>
                </a:lnTo>
                <a:lnTo>
                  <a:pt x="9729" y="6991"/>
                </a:lnTo>
                <a:lnTo>
                  <a:pt x="16495" y="6991"/>
                </a:lnTo>
                <a:lnTo>
                  <a:pt x="16495" y="9608"/>
                </a:ln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Text if(!contentNode){">
            <a:extLst xmlns:a="http://schemas.openxmlformats.org/drawingml/2006/main">
              <a:ext uri="{FF2B5EF4-FFF2-40B4-BE49-F238E27FC236}">
                <a16:creationId xmlns:a16="http://schemas.microsoft.com/office/drawing/2014/main" id="{FF0FD913-7290-4E1C-9598-E143E47E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251" y="9788822"/>
            <a:ext cx="363047" cy="32888"/>
          </a:xfrm>
          <a:custGeom xmlns:a="http://schemas.openxmlformats.org/drawingml/2006/main">
            <a:pathLst>
              <a:path w="363047" h="32888">
                <a:moveTo>
                  <a:pt x="5682" y="10848"/>
                </a:moveTo>
                <a:lnTo>
                  <a:pt x="568" y="10848"/>
                </a:lnTo>
                <a:lnTo>
                  <a:pt x="568" y="8368"/>
                </a:lnTo>
                <a:lnTo>
                  <a:pt x="8713" y="8368"/>
                </a:lnTo>
                <a:lnTo>
                  <a:pt x="8713" y="23159"/>
                </a:lnTo>
                <a:lnTo>
                  <a:pt x="13861" y="23159"/>
                </a:lnTo>
                <a:lnTo>
                  <a:pt x="13861" y="25656"/>
                </a:lnTo>
                <a:lnTo>
                  <a:pt x="0" y="25656"/>
                </a:lnTo>
                <a:lnTo>
                  <a:pt x="0" y="23159"/>
                </a:lnTo>
                <a:lnTo>
                  <a:pt x="5682" y="23159"/>
                </a:lnTo>
                <a:lnTo>
                  <a:pt x="5682" y="10848"/>
                </a:lnTo>
                <a:moveTo>
                  <a:pt x="6732" y="1102"/>
                </a:moveTo>
                <a:cubicBezTo>
                  <a:pt x="7065" y="1102"/>
                  <a:pt x="7375" y="1162"/>
                  <a:pt x="7662" y="1283"/>
                </a:cubicBezTo>
                <a:cubicBezTo>
                  <a:pt x="7949" y="1403"/>
                  <a:pt x="8199" y="1573"/>
                  <a:pt x="8411" y="1791"/>
                </a:cubicBezTo>
                <a:cubicBezTo>
                  <a:pt x="8624" y="2009"/>
                  <a:pt x="8790" y="2259"/>
                  <a:pt x="8911" y="2540"/>
                </a:cubicBezTo>
                <a:cubicBezTo>
                  <a:pt x="9031" y="2821"/>
                  <a:pt x="9091" y="3128"/>
                  <a:pt x="9091" y="3461"/>
                </a:cubicBezTo>
                <a:cubicBezTo>
                  <a:pt x="9091" y="3782"/>
                  <a:pt x="9031" y="4087"/>
                  <a:pt x="8911" y="4374"/>
                </a:cubicBezTo>
                <a:cubicBezTo>
                  <a:pt x="8790" y="4661"/>
                  <a:pt x="8624" y="4913"/>
                  <a:pt x="8411" y="5131"/>
                </a:cubicBezTo>
                <a:cubicBezTo>
                  <a:pt x="8199" y="5349"/>
                  <a:pt x="7949" y="5519"/>
                  <a:pt x="7662" y="5639"/>
                </a:cubicBezTo>
                <a:cubicBezTo>
                  <a:pt x="7375" y="5760"/>
                  <a:pt x="7065" y="5820"/>
                  <a:pt x="6732" y="5820"/>
                </a:cubicBezTo>
                <a:cubicBezTo>
                  <a:pt x="6400" y="5820"/>
                  <a:pt x="6090" y="5760"/>
                  <a:pt x="5803" y="5639"/>
                </a:cubicBezTo>
                <a:cubicBezTo>
                  <a:pt x="5516" y="5519"/>
                  <a:pt x="5266" y="5349"/>
                  <a:pt x="5054" y="5131"/>
                </a:cubicBezTo>
                <a:cubicBezTo>
                  <a:pt x="4841" y="4913"/>
                  <a:pt x="4675" y="4661"/>
                  <a:pt x="4554" y="4374"/>
                </a:cubicBezTo>
                <a:cubicBezTo>
                  <a:pt x="4434" y="4087"/>
                  <a:pt x="4374" y="3782"/>
                  <a:pt x="4374" y="3461"/>
                </a:cubicBezTo>
                <a:cubicBezTo>
                  <a:pt x="4374" y="3128"/>
                  <a:pt x="4434" y="2821"/>
                  <a:pt x="4554" y="2540"/>
                </a:cubicBezTo>
                <a:cubicBezTo>
                  <a:pt x="4675" y="2259"/>
                  <a:pt x="4841" y="2009"/>
                  <a:pt x="5054" y="1791"/>
                </a:cubicBezTo>
                <a:cubicBezTo>
                  <a:pt x="5266" y="1573"/>
                  <a:pt x="5516" y="1403"/>
                  <a:pt x="5803" y="1283"/>
                </a:cubicBezTo>
                <a:cubicBezTo>
                  <a:pt x="6090" y="1162"/>
                  <a:pt x="6400" y="1102"/>
                  <a:pt x="6732" y="1102"/>
                </a:cubicBezTo>
                <a:close/>
                <a:moveTo>
                  <a:pt x="34812" y="4098"/>
                </a:moveTo>
                <a:cubicBezTo>
                  <a:pt x="33240" y="3765"/>
                  <a:pt x="31885" y="3599"/>
                  <a:pt x="30749" y="3599"/>
                </a:cubicBezTo>
                <a:cubicBezTo>
                  <a:pt x="28051" y="3599"/>
                  <a:pt x="26702" y="5011"/>
                  <a:pt x="26702" y="7834"/>
                </a:cubicBezTo>
                <a:lnTo>
                  <a:pt x="26702" y="10865"/>
                </a:lnTo>
                <a:lnTo>
                  <a:pt x="34279" y="10865"/>
                </a:lnTo>
                <a:lnTo>
                  <a:pt x="34279" y="13362"/>
                </a:lnTo>
                <a:lnTo>
                  <a:pt x="26702" y="13362"/>
                </a:lnTo>
                <a:lnTo>
                  <a:pt x="26702" y="25656"/>
                </a:lnTo>
                <a:lnTo>
                  <a:pt x="23655" y="25656"/>
                </a:lnTo>
                <a:lnTo>
                  <a:pt x="23655" y="13362"/>
                </a:lnTo>
                <a:lnTo>
                  <a:pt x="18093" y="13362"/>
                </a:lnTo>
                <a:lnTo>
                  <a:pt x="18093" y="10865"/>
                </a:lnTo>
                <a:lnTo>
                  <a:pt x="23655" y="10865"/>
                </a:lnTo>
                <a:lnTo>
                  <a:pt x="23655" y="8007"/>
                </a:lnTo>
                <a:cubicBezTo>
                  <a:pt x="23655" y="3404"/>
                  <a:pt x="26054" y="1102"/>
                  <a:pt x="30852" y="1102"/>
                </a:cubicBezTo>
                <a:cubicBezTo>
                  <a:pt x="32046" y="1102"/>
                  <a:pt x="33366" y="1240"/>
                  <a:pt x="34812" y="1515"/>
                </a:cubicBezTo>
                <a:lnTo>
                  <a:pt x="34812" y="4098"/>
                </a:lnTo>
                <a:moveTo>
                  <a:pt x="16716" y="8368"/>
                </a:moveTo>
                <a:lnTo>
                  <a:pt x="16716" y="8368"/>
                </a:lnTo>
                <a:close/>
                <a:moveTo>
                  <a:pt x="69173" y="32888"/>
                </a:moveTo>
                <a:cubicBezTo>
                  <a:pt x="63882" y="27984"/>
                  <a:pt x="61236" y="22563"/>
                  <a:pt x="61236" y="16625"/>
                </a:cubicBezTo>
                <a:cubicBezTo>
                  <a:pt x="61236" y="15235"/>
                  <a:pt x="61376" y="13848"/>
                  <a:pt x="61657" y="12464"/>
                </a:cubicBezTo>
                <a:cubicBezTo>
                  <a:pt x="61939" y="11080"/>
                  <a:pt x="62392" y="9693"/>
                  <a:pt x="63018" y="8304"/>
                </a:cubicBezTo>
                <a:cubicBezTo>
                  <a:pt x="63643" y="6914"/>
                  <a:pt x="64470" y="5524"/>
                  <a:pt x="65497" y="4135"/>
                </a:cubicBezTo>
                <a:cubicBezTo>
                  <a:pt x="66525" y="2745"/>
                  <a:pt x="67773" y="1367"/>
                  <a:pt x="69242" y="0"/>
                </a:cubicBezTo>
                <a:lnTo>
                  <a:pt x="70981" y="1775"/>
                </a:lnTo>
                <a:cubicBezTo>
                  <a:pt x="66527" y="6173"/>
                  <a:pt x="64301" y="11049"/>
                  <a:pt x="64301" y="16401"/>
                </a:cubicBezTo>
                <a:cubicBezTo>
                  <a:pt x="64301" y="19065"/>
                  <a:pt x="64863" y="21627"/>
                  <a:pt x="65988" y="24085"/>
                </a:cubicBezTo>
                <a:cubicBezTo>
                  <a:pt x="67113" y="26542"/>
                  <a:pt x="68777" y="28862"/>
                  <a:pt x="70981" y="31044"/>
                </a:cubicBezTo>
                <a:lnTo>
                  <a:pt x="69173" y="32888"/>
                </a:lnTo>
                <a:close/>
                <a:moveTo>
                  <a:pt x="86192" y="1309"/>
                </a:moveTo>
                <a:lnTo>
                  <a:pt x="85727" y="19044"/>
                </a:lnTo>
                <a:lnTo>
                  <a:pt x="83076" y="19044"/>
                </a:lnTo>
                <a:lnTo>
                  <a:pt x="82559" y="1309"/>
                </a:lnTo>
                <a:lnTo>
                  <a:pt x="86192" y="1309"/>
                </a:lnTo>
                <a:moveTo>
                  <a:pt x="84384" y="21420"/>
                </a:moveTo>
                <a:cubicBezTo>
                  <a:pt x="84694" y="21420"/>
                  <a:pt x="84987" y="21480"/>
                  <a:pt x="85263" y="21601"/>
                </a:cubicBezTo>
                <a:cubicBezTo>
                  <a:pt x="85538" y="21721"/>
                  <a:pt x="85776" y="21885"/>
                  <a:pt x="85977" y="22092"/>
                </a:cubicBezTo>
                <a:cubicBezTo>
                  <a:pt x="86178" y="22298"/>
                  <a:pt x="86339" y="22542"/>
                  <a:pt x="86459" y="22823"/>
                </a:cubicBezTo>
                <a:cubicBezTo>
                  <a:pt x="86580" y="23105"/>
                  <a:pt x="86640" y="23400"/>
                  <a:pt x="86640" y="23710"/>
                </a:cubicBezTo>
                <a:cubicBezTo>
                  <a:pt x="86640" y="24020"/>
                  <a:pt x="86580" y="24313"/>
                  <a:pt x="86459" y="24588"/>
                </a:cubicBezTo>
                <a:cubicBezTo>
                  <a:pt x="86339" y="24864"/>
                  <a:pt x="86178" y="25102"/>
                  <a:pt x="85977" y="25303"/>
                </a:cubicBezTo>
                <a:cubicBezTo>
                  <a:pt x="85776" y="25504"/>
                  <a:pt x="85538" y="25664"/>
                  <a:pt x="85263" y="25785"/>
                </a:cubicBezTo>
                <a:cubicBezTo>
                  <a:pt x="84987" y="25905"/>
                  <a:pt x="84694" y="25966"/>
                  <a:pt x="84384" y="25966"/>
                </a:cubicBezTo>
                <a:cubicBezTo>
                  <a:pt x="84063" y="25966"/>
                  <a:pt x="83764" y="25905"/>
                  <a:pt x="83489" y="25785"/>
                </a:cubicBezTo>
                <a:cubicBezTo>
                  <a:pt x="83213" y="25664"/>
                  <a:pt x="82972" y="25504"/>
                  <a:pt x="82766" y="25303"/>
                </a:cubicBezTo>
                <a:cubicBezTo>
                  <a:pt x="82559" y="25102"/>
                  <a:pt x="82396" y="24864"/>
                  <a:pt x="82275" y="24588"/>
                </a:cubicBezTo>
                <a:cubicBezTo>
                  <a:pt x="82155" y="24313"/>
                  <a:pt x="82094" y="24020"/>
                  <a:pt x="82094" y="23710"/>
                </a:cubicBezTo>
                <a:cubicBezTo>
                  <a:pt x="82094" y="23400"/>
                  <a:pt x="82155" y="23105"/>
                  <a:pt x="82275" y="22823"/>
                </a:cubicBezTo>
                <a:cubicBezTo>
                  <a:pt x="82396" y="22542"/>
                  <a:pt x="82559" y="22298"/>
                  <a:pt x="82766" y="22092"/>
                </a:cubicBezTo>
                <a:cubicBezTo>
                  <a:pt x="82972" y="21885"/>
                  <a:pt x="83213" y="21721"/>
                  <a:pt x="83489" y="21601"/>
                </a:cubicBezTo>
                <a:cubicBezTo>
                  <a:pt x="83764" y="21480"/>
                  <a:pt x="84063" y="21420"/>
                  <a:pt x="84384" y="21420"/>
                </a:cubicBezTo>
                <a:close/>
                <a:moveTo>
                  <a:pt x="110718" y="25019"/>
                </a:moveTo>
                <a:cubicBezTo>
                  <a:pt x="109937" y="25317"/>
                  <a:pt x="109137" y="25538"/>
                  <a:pt x="108316" y="25682"/>
                </a:cubicBezTo>
                <a:cubicBezTo>
                  <a:pt x="107495" y="25825"/>
                  <a:pt x="106649" y="25897"/>
                  <a:pt x="105776" y="25897"/>
                </a:cubicBezTo>
                <a:cubicBezTo>
                  <a:pt x="103044" y="25897"/>
                  <a:pt x="100941" y="25156"/>
                  <a:pt x="99466" y="23676"/>
                </a:cubicBezTo>
                <a:cubicBezTo>
                  <a:pt x="97990" y="22195"/>
                  <a:pt x="97253" y="20031"/>
                  <a:pt x="97253" y="17184"/>
                </a:cubicBezTo>
                <a:cubicBezTo>
                  <a:pt x="97253" y="15818"/>
                  <a:pt x="97465" y="14578"/>
                  <a:pt x="97890" y="13465"/>
                </a:cubicBezTo>
                <a:cubicBezTo>
                  <a:pt x="98315" y="12352"/>
                  <a:pt x="98912" y="11399"/>
                  <a:pt x="99681" y="10607"/>
                </a:cubicBezTo>
                <a:cubicBezTo>
                  <a:pt x="100450" y="9815"/>
                  <a:pt x="101368" y="9203"/>
                  <a:pt x="102436" y="8773"/>
                </a:cubicBezTo>
                <a:cubicBezTo>
                  <a:pt x="103503" y="8342"/>
                  <a:pt x="104680" y="8127"/>
                  <a:pt x="105966" y="8127"/>
                </a:cubicBezTo>
                <a:cubicBezTo>
                  <a:pt x="106861" y="8127"/>
                  <a:pt x="107699" y="8192"/>
                  <a:pt x="108480" y="8321"/>
                </a:cubicBezTo>
                <a:cubicBezTo>
                  <a:pt x="109260" y="8450"/>
                  <a:pt x="110006" y="8661"/>
                  <a:pt x="110718" y="8954"/>
                </a:cubicBezTo>
                <a:lnTo>
                  <a:pt x="110718" y="11812"/>
                </a:lnTo>
                <a:cubicBezTo>
                  <a:pt x="109972" y="11416"/>
                  <a:pt x="109211" y="11127"/>
                  <a:pt x="108436" y="10947"/>
                </a:cubicBezTo>
                <a:cubicBezTo>
                  <a:pt x="107662" y="10766"/>
                  <a:pt x="106861" y="10676"/>
                  <a:pt x="106034" y="10676"/>
                </a:cubicBezTo>
                <a:cubicBezTo>
                  <a:pt x="105265" y="10676"/>
                  <a:pt x="104539" y="10822"/>
                  <a:pt x="103856" y="11115"/>
                </a:cubicBezTo>
                <a:cubicBezTo>
                  <a:pt x="103173" y="11407"/>
                  <a:pt x="102574" y="11829"/>
                  <a:pt x="102057" y="12380"/>
                </a:cubicBezTo>
                <a:cubicBezTo>
                  <a:pt x="101540" y="12931"/>
                  <a:pt x="101133" y="13603"/>
                  <a:pt x="100834" y="14395"/>
                </a:cubicBezTo>
                <a:cubicBezTo>
                  <a:pt x="100536" y="15187"/>
                  <a:pt x="100387" y="16082"/>
                  <a:pt x="100387" y="17081"/>
                </a:cubicBezTo>
                <a:cubicBezTo>
                  <a:pt x="100387" y="19170"/>
                  <a:pt x="100895" y="20734"/>
                  <a:pt x="101911" y="21773"/>
                </a:cubicBezTo>
                <a:cubicBezTo>
                  <a:pt x="102926" y="22812"/>
                  <a:pt x="104336" y="23331"/>
                  <a:pt x="106138" y="23331"/>
                </a:cubicBezTo>
                <a:cubicBezTo>
                  <a:pt x="106953" y="23331"/>
                  <a:pt x="107742" y="23239"/>
                  <a:pt x="108505" y="23056"/>
                </a:cubicBezTo>
                <a:cubicBezTo>
                  <a:pt x="109269" y="22872"/>
                  <a:pt x="110006" y="22597"/>
                  <a:pt x="110718" y="22229"/>
                </a:cubicBezTo>
                <a:lnTo>
                  <a:pt x="110718" y="25019"/>
                </a:lnTo>
                <a:close/>
                <a:moveTo>
                  <a:pt x="132014" y="16874"/>
                </a:moveTo>
                <a:cubicBezTo>
                  <a:pt x="132014" y="18217"/>
                  <a:pt x="131824" y="19448"/>
                  <a:pt x="131445" y="20568"/>
                </a:cubicBezTo>
                <a:cubicBezTo>
                  <a:pt x="131067" y="21687"/>
                  <a:pt x="130521" y="22645"/>
                  <a:pt x="129810" y="23443"/>
                </a:cubicBezTo>
                <a:cubicBezTo>
                  <a:pt x="129098" y="24241"/>
                  <a:pt x="128231" y="24861"/>
                  <a:pt x="127210" y="25303"/>
                </a:cubicBezTo>
                <a:cubicBezTo>
                  <a:pt x="126188" y="25745"/>
                  <a:pt x="125029" y="25966"/>
                  <a:pt x="123731" y="25966"/>
                </a:cubicBezTo>
                <a:cubicBezTo>
                  <a:pt x="122492" y="25966"/>
                  <a:pt x="121381" y="25773"/>
                  <a:pt x="120400" y="25389"/>
                </a:cubicBezTo>
                <a:cubicBezTo>
                  <a:pt x="119418" y="25004"/>
                  <a:pt x="118586" y="24439"/>
                  <a:pt x="117903" y="23693"/>
                </a:cubicBezTo>
                <a:cubicBezTo>
                  <a:pt x="117220" y="22947"/>
                  <a:pt x="116698" y="22023"/>
                  <a:pt x="116336" y="20921"/>
                </a:cubicBezTo>
                <a:cubicBezTo>
                  <a:pt x="115974" y="19819"/>
                  <a:pt x="115794" y="18550"/>
                  <a:pt x="115794" y="17115"/>
                </a:cubicBezTo>
                <a:cubicBezTo>
                  <a:pt x="115794" y="15772"/>
                  <a:pt x="115983" y="14547"/>
                  <a:pt x="116362" y="13439"/>
                </a:cubicBezTo>
                <a:cubicBezTo>
                  <a:pt x="116741" y="12331"/>
                  <a:pt x="117286" y="11379"/>
                  <a:pt x="117998" y="10581"/>
                </a:cubicBezTo>
                <a:cubicBezTo>
                  <a:pt x="118709" y="9783"/>
                  <a:pt x="119576" y="9163"/>
                  <a:pt x="120598" y="8721"/>
                </a:cubicBezTo>
                <a:cubicBezTo>
                  <a:pt x="121619" y="8279"/>
                  <a:pt x="122779" y="8058"/>
                  <a:pt x="124076" y="8058"/>
                </a:cubicBezTo>
                <a:cubicBezTo>
                  <a:pt x="125316" y="8058"/>
                  <a:pt x="126426" y="8251"/>
                  <a:pt x="127408" y="8635"/>
                </a:cubicBezTo>
                <a:cubicBezTo>
                  <a:pt x="128389" y="9020"/>
                  <a:pt x="129221" y="9582"/>
                  <a:pt x="129904" y="10323"/>
                </a:cubicBezTo>
                <a:cubicBezTo>
                  <a:pt x="130587" y="11063"/>
                  <a:pt x="131110" y="11984"/>
                  <a:pt x="131471" y="13086"/>
                </a:cubicBezTo>
                <a:cubicBezTo>
                  <a:pt x="131833" y="14188"/>
                  <a:pt x="132014" y="15451"/>
                  <a:pt x="132014" y="16874"/>
                </a:cubicBezTo>
                <a:moveTo>
                  <a:pt x="128949" y="17012"/>
                </a:moveTo>
                <a:cubicBezTo>
                  <a:pt x="128949" y="15944"/>
                  <a:pt x="128831" y="15012"/>
                  <a:pt x="128596" y="14214"/>
                </a:cubicBezTo>
                <a:cubicBezTo>
                  <a:pt x="128360" y="13416"/>
                  <a:pt x="128025" y="12750"/>
                  <a:pt x="127588" y="12217"/>
                </a:cubicBezTo>
                <a:cubicBezTo>
                  <a:pt x="127152" y="11683"/>
                  <a:pt x="126621" y="11281"/>
                  <a:pt x="125996" y="11011"/>
                </a:cubicBezTo>
                <a:cubicBezTo>
                  <a:pt x="125370" y="10742"/>
                  <a:pt x="124673" y="10607"/>
                  <a:pt x="123904" y="10607"/>
                </a:cubicBezTo>
                <a:cubicBezTo>
                  <a:pt x="123008" y="10607"/>
                  <a:pt x="122242" y="10782"/>
                  <a:pt x="121605" y="11132"/>
                </a:cubicBezTo>
                <a:cubicBezTo>
                  <a:pt x="120968" y="11482"/>
                  <a:pt x="120446" y="11950"/>
                  <a:pt x="120038" y="12535"/>
                </a:cubicBezTo>
                <a:cubicBezTo>
                  <a:pt x="119631" y="13121"/>
                  <a:pt x="119332" y="13801"/>
                  <a:pt x="119143" y="14576"/>
                </a:cubicBezTo>
                <a:cubicBezTo>
                  <a:pt x="118953" y="15350"/>
                  <a:pt x="118859" y="16163"/>
                  <a:pt x="118859" y="17012"/>
                </a:cubicBezTo>
                <a:cubicBezTo>
                  <a:pt x="118859" y="18080"/>
                  <a:pt x="118976" y="19015"/>
                  <a:pt x="119212" y="19819"/>
                </a:cubicBezTo>
                <a:cubicBezTo>
                  <a:pt x="119447" y="20622"/>
                  <a:pt x="119783" y="21291"/>
                  <a:pt x="120219" y="21825"/>
                </a:cubicBezTo>
                <a:cubicBezTo>
                  <a:pt x="120655" y="22358"/>
                  <a:pt x="121183" y="22760"/>
                  <a:pt x="121803" y="23030"/>
                </a:cubicBezTo>
                <a:cubicBezTo>
                  <a:pt x="122423" y="23300"/>
                  <a:pt x="123123" y="23435"/>
                  <a:pt x="123904" y="23435"/>
                </a:cubicBezTo>
                <a:cubicBezTo>
                  <a:pt x="124799" y="23435"/>
                  <a:pt x="125565" y="23260"/>
                  <a:pt x="126202" y="22909"/>
                </a:cubicBezTo>
                <a:cubicBezTo>
                  <a:pt x="126839" y="22559"/>
                  <a:pt x="127362" y="22092"/>
                  <a:pt x="127769" y="21506"/>
                </a:cubicBezTo>
                <a:cubicBezTo>
                  <a:pt x="128177" y="20921"/>
                  <a:pt x="128475" y="20241"/>
                  <a:pt x="128665" y="19466"/>
                </a:cubicBezTo>
                <a:cubicBezTo>
                  <a:pt x="128854" y="18691"/>
                  <a:pt x="128949" y="17873"/>
                  <a:pt x="128949" y="17012"/>
                </a:cubicBezTo>
                <a:close/>
                <a:moveTo>
                  <a:pt x="136642" y="8368"/>
                </a:moveTo>
                <a:lnTo>
                  <a:pt x="139311" y="8368"/>
                </a:lnTo>
                <a:lnTo>
                  <a:pt x="139431" y="11158"/>
                </a:lnTo>
                <a:cubicBezTo>
                  <a:pt x="139936" y="10561"/>
                  <a:pt x="140424" y="10064"/>
                  <a:pt x="140895" y="9668"/>
                </a:cubicBezTo>
                <a:cubicBezTo>
                  <a:pt x="141365" y="9272"/>
                  <a:pt x="141827" y="8954"/>
                  <a:pt x="142281" y="8713"/>
                </a:cubicBezTo>
                <a:cubicBezTo>
                  <a:pt x="142734" y="8472"/>
                  <a:pt x="143196" y="8302"/>
                  <a:pt x="143667" y="8205"/>
                </a:cubicBezTo>
                <a:cubicBezTo>
                  <a:pt x="144138" y="8107"/>
                  <a:pt x="144625" y="8058"/>
                  <a:pt x="145130" y="8058"/>
                </a:cubicBezTo>
                <a:cubicBezTo>
                  <a:pt x="146910" y="8058"/>
                  <a:pt x="148256" y="8583"/>
                  <a:pt x="149168" y="9634"/>
                </a:cubicBezTo>
                <a:cubicBezTo>
                  <a:pt x="150081" y="10684"/>
                  <a:pt x="150537" y="12265"/>
                  <a:pt x="150537" y="14378"/>
                </a:cubicBezTo>
                <a:lnTo>
                  <a:pt x="150537" y="25656"/>
                </a:lnTo>
                <a:lnTo>
                  <a:pt x="147541" y="25656"/>
                </a:lnTo>
                <a:lnTo>
                  <a:pt x="147541" y="14619"/>
                </a:lnTo>
                <a:cubicBezTo>
                  <a:pt x="147541" y="13264"/>
                  <a:pt x="147289" y="12263"/>
                  <a:pt x="146783" y="11614"/>
                </a:cubicBezTo>
                <a:cubicBezTo>
                  <a:pt x="146278" y="10965"/>
                  <a:pt x="145527" y="10641"/>
                  <a:pt x="144528" y="10641"/>
                </a:cubicBezTo>
                <a:cubicBezTo>
                  <a:pt x="144161" y="10641"/>
                  <a:pt x="143802" y="10696"/>
                  <a:pt x="143452" y="10805"/>
                </a:cubicBezTo>
                <a:cubicBezTo>
                  <a:pt x="143102" y="10914"/>
                  <a:pt x="142737" y="11103"/>
                  <a:pt x="142358" y="11373"/>
                </a:cubicBezTo>
                <a:cubicBezTo>
                  <a:pt x="141979" y="11643"/>
                  <a:pt x="141569" y="12007"/>
                  <a:pt x="141127" y="12466"/>
                </a:cubicBezTo>
                <a:cubicBezTo>
                  <a:pt x="140685" y="12925"/>
                  <a:pt x="140189" y="13499"/>
                  <a:pt x="139638" y="14188"/>
                </a:cubicBezTo>
                <a:lnTo>
                  <a:pt x="139638" y="25656"/>
                </a:lnTo>
                <a:lnTo>
                  <a:pt x="136642" y="25656"/>
                </a:lnTo>
                <a:lnTo>
                  <a:pt x="136642" y="8368"/>
                </a:lnTo>
                <a:close/>
                <a:moveTo>
                  <a:pt x="169226" y="25397"/>
                </a:moveTo>
                <a:cubicBezTo>
                  <a:pt x="168549" y="25576"/>
                  <a:pt x="167849" y="25703"/>
                  <a:pt x="167126" y="25781"/>
                </a:cubicBezTo>
                <a:cubicBezTo>
                  <a:pt x="166402" y="25858"/>
                  <a:pt x="165668" y="25897"/>
                  <a:pt x="164922" y="25897"/>
                </a:cubicBezTo>
                <a:cubicBezTo>
                  <a:pt x="162752" y="25897"/>
                  <a:pt x="161133" y="25406"/>
                  <a:pt x="160066" y="24425"/>
                </a:cubicBezTo>
                <a:cubicBezTo>
                  <a:pt x="158998" y="23443"/>
                  <a:pt x="158465" y="21937"/>
                  <a:pt x="158465" y="19905"/>
                </a:cubicBezTo>
                <a:lnTo>
                  <a:pt x="158465" y="10882"/>
                </a:lnTo>
                <a:lnTo>
                  <a:pt x="153626" y="10882"/>
                </a:lnTo>
                <a:lnTo>
                  <a:pt x="153626" y="8368"/>
                </a:lnTo>
                <a:lnTo>
                  <a:pt x="158465" y="8368"/>
                </a:lnTo>
                <a:lnTo>
                  <a:pt x="158465" y="3601"/>
                </a:lnTo>
                <a:lnTo>
                  <a:pt x="161461" y="2824"/>
                </a:lnTo>
                <a:lnTo>
                  <a:pt x="161461" y="8368"/>
                </a:lnTo>
                <a:lnTo>
                  <a:pt x="169226" y="8368"/>
                </a:lnTo>
                <a:lnTo>
                  <a:pt x="169226" y="10882"/>
                </a:lnTo>
                <a:lnTo>
                  <a:pt x="161461" y="10882"/>
                </a:lnTo>
                <a:lnTo>
                  <a:pt x="161461" y="19664"/>
                </a:lnTo>
                <a:cubicBezTo>
                  <a:pt x="161461" y="20903"/>
                  <a:pt x="161791" y="21830"/>
                  <a:pt x="162451" y="22444"/>
                </a:cubicBezTo>
                <a:cubicBezTo>
                  <a:pt x="163111" y="23059"/>
                  <a:pt x="164084" y="23366"/>
                  <a:pt x="165369" y="23366"/>
                </a:cubicBezTo>
                <a:cubicBezTo>
                  <a:pt x="165920" y="23366"/>
                  <a:pt x="166523" y="23321"/>
                  <a:pt x="167177" y="23233"/>
                </a:cubicBezTo>
                <a:cubicBezTo>
                  <a:pt x="167832" y="23144"/>
                  <a:pt x="168515" y="23004"/>
                  <a:pt x="169226" y="22815"/>
                </a:cubicBezTo>
                <a:lnTo>
                  <a:pt x="169226" y="25397"/>
                </a:lnTo>
                <a:close/>
                <a:moveTo>
                  <a:pt x="189575" y="16099"/>
                </a:moveTo>
                <a:cubicBezTo>
                  <a:pt x="189575" y="16524"/>
                  <a:pt x="189569" y="16880"/>
                  <a:pt x="189558" y="17167"/>
                </a:cubicBezTo>
                <a:cubicBezTo>
                  <a:pt x="189546" y="17454"/>
                  <a:pt x="189529" y="17724"/>
                  <a:pt x="189506" y="17976"/>
                </a:cubicBezTo>
                <a:lnTo>
                  <a:pt x="177367" y="17976"/>
                </a:lnTo>
                <a:cubicBezTo>
                  <a:pt x="177367" y="19744"/>
                  <a:pt x="177861" y="21101"/>
                  <a:pt x="178848" y="22048"/>
                </a:cubicBezTo>
                <a:cubicBezTo>
                  <a:pt x="179835" y="22995"/>
                  <a:pt x="181258" y="23469"/>
                  <a:pt x="183118" y="23469"/>
                </a:cubicBezTo>
                <a:cubicBezTo>
                  <a:pt x="183623" y="23469"/>
                  <a:pt x="184128" y="23449"/>
                  <a:pt x="184633" y="23408"/>
                </a:cubicBezTo>
                <a:cubicBezTo>
                  <a:pt x="185138" y="23366"/>
                  <a:pt x="185626" y="23311"/>
                  <a:pt x="186097" y="23240"/>
                </a:cubicBezTo>
                <a:cubicBezTo>
                  <a:pt x="186567" y="23170"/>
                  <a:pt x="187018" y="23090"/>
                  <a:pt x="187448" y="23002"/>
                </a:cubicBezTo>
                <a:cubicBezTo>
                  <a:pt x="187879" y="22914"/>
                  <a:pt x="188278" y="22817"/>
                  <a:pt x="188645" y="22711"/>
                </a:cubicBezTo>
                <a:lnTo>
                  <a:pt x="188645" y="25174"/>
                </a:lnTo>
                <a:cubicBezTo>
                  <a:pt x="187830" y="25408"/>
                  <a:pt x="186909" y="25599"/>
                  <a:pt x="185882" y="25746"/>
                </a:cubicBezTo>
                <a:cubicBezTo>
                  <a:pt x="184854" y="25892"/>
                  <a:pt x="183789" y="25966"/>
                  <a:pt x="182687" y="25966"/>
                </a:cubicBezTo>
                <a:cubicBezTo>
                  <a:pt x="181207" y="25966"/>
                  <a:pt x="179932" y="25765"/>
                  <a:pt x="178865" y="25363"/>
                </a:cubicBezTo>
                <a:cubicBezTo>
                  <a:pt x="177797" y="24961"/>
                  <a:pt x="176922" y="24379"/>
                  <a:pt x="176239" y="23615"/>
                </a:cubicBezTo>
                <a:cubicBezTo>
                  <a:pt x="175556" y="22852"/>
                  <a:pt x="175051" y="21916"/>
                  <a:pt x="174724" y="20809"/>
                </a:cubicBezTo>
                <a:cubicBezTo>
                  <a:pt x="174397" y="19701"/>
                  <a:pt x="174233" y="18447"/>
                  <a:pt x="174233" y="17046"/>
                </a:cubicBezTo>
                <a:cubicBezTo>
                  <a:pt x="174233" y="15830"/>
                  <a:pt x="174408" y="14679"/>
                  <a:pt x="174758" y="13594"/>
                </a:cubicBezTo>
                <a:cubicBezTo>
                  <a:pt x="175108" y="12509"/>
                  <a:pt x="175619" y="11557"/>
                  <a:pt x="176291" y="10736"/>
                </a:cubicBezTo>
                <a:cubicBezTo>
                  <a:pt x="176962" y="9915"/>
                  <a:pt x="177786" y="9264"/>
                  <a:pt x="178762" y="8782"/>
                </a:cubicBezTo>
                <a:cubicBezTo>
                  <a:pt x="179737" y="8299"/>
                  <a:pt x="180845" y="8058"/>
                  <a:pt x="182085" y="8058"/>
                </a:cubicBezTo>
                <a:cubicBezTo>
                  <a:pt x="183290" y="8058"/>
                  <a:pt x="184358" y="8248"/>
                  <a:pt x="185287" y="8627"/>
                </a:cubicBezTo>
                <a:cubicBezTo>
                  <a:pt x="186217" y="9005"/>
                  <a:pt x="187001" y="9542"/>
                  <a:pt x="187638" y="10236"/>
                </a:cubicBezTo>
                <a:cubicBezTo>
                  <a:pt x="188275" y="10931"/>
                  <a:pt x="188757" y="11775"/>
                  <a:pt x="189084" y="12768"/>
                </a:cubicBezTo>
                <a:cubicBezTo>
                  <a:pt x="189411" y="13761"/>
                  <a:pt x="189575" y="14871"/>
                  <a:pt x="189575" y="16099"/>
                </a:cubicBezTo>
                <a:moveTo>
                  <a:pt x="186458" y="15669"/>
                </a:moveTo>
                <a:cubicBezTo>
                  <a:pt x="186493" y="14900"/>
                  <a:pt x="186418" y="14197"/>
                  <a:pt x="186235" y="13560"/>
                </a:cubicBezTo>
                <a:cubicBezTo>
                  <a:pt x="186051" y="12923"/>
                  <a:pt x="185767" y="12374"/>
                  <a:pt x="185382" y="11915"/>
                </a:cubicBezTo>
                <a:cubicBezTo>
                  <a:pt x="184998" y="11456"/>
                  <a:pt x="184518" y="11097"/>
                  <a:pt x="183944" y="10839"/>
                </a:cubicBezTo>
                <a:cubicBezTo>
                  <a:pt x="183370" y="10581"/>
                  <a:pt x="182705" y="10452"/>
                  <a:pt x="181947" y="10452"/>
                </a:cubicBezTo>
                <a:cubicBezTo>
                  <a:pt x="181293" y="10452"/>
                  <a:pt x="180696" y="10578"/>
                  <a:pt x="180156" y="10831"/>
                </a:cubicBezTo>
                <a:cubicBezTo>
                  <a:pt x="179617" y="11083"/>
                  <a:pt x="179152" y="11439"/>
                  <a:pt x="178762" y="11898"/>
                </a:cubicBezTo>
                <a:cubicBezTo>
                  <a:pt x="178371" y="12357"/>
                  <a:pt x="178056" y="12908"/>
                  <a:pt x="177815" y="13551"/>
                </a:cubicBezTo>
                <a:cubicBezTo>
                  <a:pt x="177574" y="14194"/>
                  <a:pt x="177424" y="14900"/>
                  <a:pt x="177367" y="15669"/>
                </a:cubicBezTo>
                <a:lnTo>
                  <a:pt x="186458" y="15669"/>
                </a:lnTo>
                <a:close/>
                <a:moveTo>
                  <a:pt x="194651" y="8368"/>
                </a:moveTo>
                <a:lnTo>
                  <a:pt x="197320" y="8368"/>
                </a:lnTo>
                <a:lnTo>
                  <a:pt x="197440" y="11158"/>
                </a:lnTo>
                <a:cubicBezTo>
                  <a:pt x="197945" y="10561"/>
                  <a:pt x="198433" y="10064"/>
                  <a:pt x="198904" y="9668"/>
                </a:cubicBezTo>
                <a:cubicBezTo>
                  <a:pt x="199374" y="9272"/>
                  <a:pt x="199836" y="8954"/>
                  <a:pt x="200290" y="8713"/>
                </a:cubicBezTo>
                <a:cubicBezTo>
                  <a:pt x="200743" y="8472"/>
                  <a:pt x="201205" y="8302"/>
                  <a:pt x="201676" y="8205"/>
                </a:cubicBezTo>
                <a:cubicBezTo>
                  <a:pt x="202147" y="8107"/>
                  <a:pt x="202634" y="8058"/>
                  <a:pt x="203139" y="8058"/>
                </a:cubicBezTo>
                <a:cubicBezTo>
                  <a:pt x="204919" y="8058"/>
                  <a:pt x="206265" y="8583"/>
                  <a:pt x="207177" y="9634"/>
                </a:cubicBezTo>
                <a:cubicBezTo>
                  <a:pt x="208090" y="10684"/>
                  <a:pt x="208546" y="12265"/>
                  <a:pt x="208546" y="14378"/>
                </a:cubicBezTo>
                <a:lnTo>
                  <a:pt x="208546" y="25656"/>
                </a:lnTo>
                <a:lnTo>
                  <a:pt x="205550" y="25656"/>
                </a:lnTo>
                <a:lnTo>
                  <a:pt x="205550" y="14619"/>
                </a:lnTo>
                <a:cubicBezTo>
                  <a:pt x="205550" y="13264"/>
                  <a:pt x="205298" y="12263"/>
                  <a:pt x="204792" y="11614"/>
                </a:cubicBezTo>
                <a:cubicBezTo>
                  <a:pt x="204287" y="10965"/>
                  <a:pt x="203535" y="10641"/>
                  <a:pt x="202537" y="10641"/>
                </a:cubicBezTo>
                <a:cubicBezTo>
                  <a:pt x="202169" y="10641"/>
                  <a:pt x="201811" y="10696"/>
                  <a:pt x="201461" y="10805"/>
                </a:cubicBezTo>
                <a:cubicBezTo>
                  <a:pt x="201111" y="10914"/>
                  <a:pt x="200746" y="11103"/>
                  <a:pt x="200367" y="11373"/>
                </a:cubicBezTo>
                <a:cubicBezTo>
                  <a:pt x="199988" y="11643"/>
                  <a:pt x="199578" y="12007"/>
                  <a:pt x="199136" y="12466"/>
                </a:cubicBezTo>
                <a:cubicBezTo>
                  <a:pt x="198694" y="12925"/>
                  <a:pt x="198198" y="13499"/>
                  <a:pt x="197647" y="14188"/>
                </a:cubicBezTo>
                <a:lnTo>
                  <a:pt x="197647" y="25656"/>
                </a:lnTo>
                <a:lnTo>
                  <a:pt x="194651" y="25656"/>
                </a:lnTo>
                <a:lnTo>
                  <a:pt x="194651" y="8368"/>
                </a:lnTo>
                <a:close/>
                <a:moveTo>
                  <a:pt x="228258" y="25397"/>
                </a:moveTo>
                <a:cubicBezTo>
                  <a:pt x="227581" y="25576"/>
                  <a:pt x="226880" y="25703"/>
                  <a:pt x="226157" y="25781"/>
                </a:cubicBezTo>
                <a:cubicBezTo>
                  <a:pt x="225434" y="25858"/>
                  <a:pt x="224699" y="25897"/>
                  <a:pt x="223953" y="25897"/>
                </a:cubicBezTo>
                <a:cubicBezTo>
                  <a:pt x="221784" y="25897"/>
                  <a:pt x="220165" y="25406"/>
                  <a:pt x="219098" y="24425"/>
                </a:cubicBezTo>
                <a:cubicBezTo>
                  <a:pt x="218030" y="23443"/>
                  <a:pt x="217496" y="21937"/>
                  <a:pt x="217496" y="19905"/>
                </a:cubicBezTo>
                <a:lnTo>
                  <a:pt x="217496" y="10882"/>
                </a:lnTo>
                <a:lnTo>
                  <a:pt x="212658" y="10882"/>
                </a:lnTo>
                <a:lnTo>
                  <a:pt x="212658" y="8368"/>
                </a:lnTo>
                <a:lnTo>
                  <a:pt x="217496" y="8368"/>
                </a:lnTo>
                <a:lnTo>
                  <a:pt x="217496" y="3601"/>
                </a:lnTo>
                <a:lnTo>
                  <a:pt x="220492" y="2824"/>
                </a:lnTo>
                <a:lnTo>
                  <a:pt x="220492" y="8368"/>
                </a:lnTo>
                <a:lnTo>
                  <a:pt x="228258" y="8368"/>
                </a:lnTo>
                <a:lnTo>
                  <a:pt x="228258" y="10882"/>
                </a:lnTo>
                <a:lnTo>
                  <a:pt x="220492" y="10882"/>
                </a:lnTo>
                <a:lnTo>
                  <a:pt x="220492" y="19664"/>
                </a:lnTo>
                <a:cubicBezTo>
                  <a:pt x="220492" y="20903"/>
                  <a:pt x="220822" y="21830"/>
                  <a:pt x="221482" y="22444"/>
                </a:cubicBezTo>
                <a:cubicBezTo>
                  <a:pt x="222142" y="23059"/>
                  <a:pt x="223115" y="23366"/>
                  <a:pt x="224401" y="23366"/>
                </a:cubicBezTo>
                <a:cubicBezTo>
                  <a:pt x="224952" y="23366"/>
                  <a:pt x="225555" y="23321"/>
                  <a:pt x="226209" y="23233"/>
                </a:cubicBezTo>
                <a:cubicBezTo>
                  <a:pt x="226863" y="23144"/>
                  <a:pt x="227546" y="23004"/>
                  <a:pt x="228258" y="22815"/>
                </a:cubicBezTo>
                <a:lnTo>
                  <a:pt x="228258" y="25397"/>
                </a:lnTo>
                <a:close/>
                <a:moveTo>
                  <a:pt x="247584" y="25656"/>
                </a:moveTo>
                <a:lnTo>
                  <a:pt x="243589" y="25656"/>
                </a:lnTo>
                <a:lnTo>
                  <a:pt x="237029" y="11610"/>
                </a:lnTo>
                <a:lnTo>
                  <a:pt x="235135" y="7094"/>
                </a:lnTo>
                <a:lnTo>
                  <a:pt x="235135" y="18452"/>
                </a:lnTo>
                <a:lnTo>
                  <a:pt x="235135" y="25656"/>
                </a:lnTo>
                <a:lnTo>
                  <a:pt x="232276" y="25656"/>
                </a:lnTo>
                <a:lnTo>
                  <a:pt x="232276" y="3134"/>
                </a:lnTo>
                <a:lnTo>
                  <a:pt x="236219" y="3134"/>
                </a:lnTo>
                <a:lnTo>
                  <a:pt x="242470" y="16439"/>
                </a:lnTo>
                <a:lnTo>
                  <a:pt x="244725" y="21592"/>
                </a:lnTo>
                <a:lnTo>
                  <a:pt x="244725" y="9528"/>
                </a:lnTo>
                <a:lnTo>
                  <a:pt x="244725" y="3134"/>
                </a:lnTo>
                <a:lnTo>
                  <a:pt x="247584" y="3134"/>
                </a:lnTo>
                <a:lnTo>
                  <a:pt x="247584" y="25656"/>
                </a:lnTo>
                <a:close/>
                <a:moveTo>
                  <a:pt x="267709" y="16874"/>
                </a:moveTo>
                <a:cubicBezTo>
                  <a:pt x="267709" y="18217"/>
                  <a:pt x="267519" y="19448"/>
                  <a:pt x="267141" y="20568"/>
                </a:cubicBezTo>
                <a:cubicBezTo>
                  <a:pt x="266762" y="21687"/>
                  <a:pt x="266216" y="22645"/>
                  <a:pt x="265505" y="23443"/>
                </a:cubicBezTo>
                <a:cubicBezTo>
                  <a:pt x="264793" y="24241"/>
                  <a:pt x="263926" y="24861"/>
                  <a:pt x="262905" y="25303"/>
                </a:cubicBezTo>
                <a:cubicBezTo>
                  <a:pt x="261883" y="25745"/>
                  <a:pt x="260724" y="25966"/>
                  <a:pt x="259427" y="25966"/>
                </a:cubicBezTo>
                <a:cubicBezTo>
                  <a:pt x="258187" y="25966"/>
                  <a:pt x="257076" y="25773"/>
                  <a:pt x="256095" y="25389"/>
                </a:cubicBezTo>
                <a:cubicBezTo>
                  <a:pt x="255113" y="25004"/>
                  <a:pt x="254281" y="24439"/>
                  <a:pt x="253598" y="23693"/>
                </a:cubicBezTo>
                <a:cubicBezTo>
                  <a:pt x="252915" y="22947"/>
                  <a:pt x="252393" y="22023"/>
                  <a:pt x="252031" y="20921"/>
                </a:cubicBezTo>
                <a:cubicBezTo>
                  <a:pt x="251670" y="19819"/>
                  <a:pt x="251489" y="18550"/>
                  <a:pt x="251489" y="17115"/>
                </a:cubicBezTo>
                <a:cubicBezTo>
                  <a:pt x="251489" y="15772"/>
                  <a:pt x="251678" y="14547"/>
                  <a:pt x="252057" y="13439"/>
                </a:cubicBezTo>
                <a:cubicBezTo>
                  <a:pt x="252436" y="12331"/>
                  <a:pt x="252981" y="11379"/>
                  <a:pt x="253693" y="10581"/>
                </a:cubicBezTo>
                <a:cubicBezTo>
                  <a:pt x="254404" y="9783"/>
                  <a:pt x="255271" y="9163"/>
                  <a:pt x="256293" y="8721"/>
                </a:cubicBezTo>
                <a:cubicBezTo>
                  <a:pt x="257314" y="8279"/>
                  <a:pt x="258474" y="8058"/>
                  <a:pt x="259771" y="8058"/>
                </a:cubicBezTo>
                <a:cubicBezTo>
                  <a:pt x="261011" y="8058"/>
                  <a:pt x="262121" y="8251"/>
                  <a:pt x="263103" y="8635"/>
                </a:cubicBezTo>
                <a:cubicBezTo>
                  <a:pt x="264084" y="9020"/>
                  <a:pt x="264916" y="9582"/>
                  <a:pt x="265599" y="10323"/>
                </a:cubicBezTo>
                <a:cubicBezTo>
                  <a:pt x="266282" y="11063"/>
                  <a:pt x="266805" y="11984"/>
                  <a:pt x="267166" y="13086"/>
                </a:cubicBezTo>
                <a:cubicBezTo>
                  <a:pt x="267528" y="14188"/>
                  <a:pt x="267709" y="15451"/>
                  <a:pt x="267709" y="16874"/>
                </a:cubicBezTo>
                <a:moveTo>
                  <a:pt x="264644" y="17012"/>
                </a:moveTo>
                <a:cubicBezTo>
                  <a:pt x="264644" y="15944"/>
                  <a:pt x="264526" y="15012"/>
                  <a:pt x="264291" y="14214"/>
                </a:cubicBezTo>
                <a:cubicBezTo>
                  <a:pt x="264056" y="13416"/>
                  <a:pt x="263720" y="12750"/>
                  <a:pt x="263284" y="12217"/>
                </a:cubicBezTo>
                <a:cubicBezTo>
                  <a:pt x="262847" y="11683"/>
                  <a:pt x="262316" y="11281"/>
                  <a:pt x="261691" y="11011"/>
                </a:cubicBezTo>
                <a:cubicBezTo>
                  <a:pt x="261065" y="10742"/>
                  <a:pt x="260368" y="10607"/>
                  <a:pt x="259599" y="10607"/>
                </a:cubicBezTo>
                <a:cubicBezTo>
                  <a:pt x="258703" y="10607"/>
                  <a:pt x="257937" y="10782"/>
                  <a:pt x="257300" y="11132"/>
                </a:cubicBezTo>
                <a:cubicBezTo>
                  <a:pt x="256663" y="11482"/>
                  <a:pt x="256141" y="11950"/>
                  <a:pt x="255733" y="12535"/>
                </a:cubicBezTo>
                <a:cubicBezTo>
                  <a:pt x="255326" y="13121"/>
                  <a:pt x="255027" y="13801"/>
                  <a:pt x="254838" y="14576"/>
                </a:cubicBezTo>
                <a:cubicBezTo>
                  <a:pt x="254648" y="15350"/>
                  <a:pt x="254554" y="16163"/>
                  <a:pt x="254554" y="17012"/>
                </a:cubicBezTo>
                <a:cubicBezTo>
                  <a:pt x="254554" y="18080"/>
                  <a:pt x="254671" y="19015"/>
                  <a:pt x="254907" y="19819"/>
                </a:cubicBezTo>
                <a:cubicBezTo>
                  <a:pt x="255142" y="20622"/>
                  <a:pt x="255478" y="21291"/>
                  <a:pt x="255914" y="21825"/>
                </a:cubicBezTo>
                <a:cubicBezTo>
                  <a:pt x="256350" y="22358"/>
                  <a:pt x="256878" y="22760"/>
                  <a:pt x="257498" y="23030"/>
                </a:cubicBezTo>
                <a:cubicBezTo>
                  <a:pt x="258118" y="23300"/>
                  <a:pt x="258818" y="23435"/>
                  <a:pt x="259599" y="23435"/>
                </a:cubicBezTo>
                <a:cubicBezTo>
                  <a:pt x="260494" y="23435"/>
                  <a:pt x="261260" y="23260"/>
                  <a:pt x="261897" y="22909"/>
                </a:cubicBezTo>
                <a:cubicBezTo>
                  <a:pt x="262535" y="22559"/>
                  <a:pt x="263057" y="22092"/>
                  <a:pt x="263464" y="21506"/>
                </a:cubicBezTo>
                <a:cubicBezTo>
                  <a:pt x="263872" y="20921"/>
                  <a:pt x="264170" y="20241"/>
                  <a:pt x="264360" y="19466"/>
                </a:cubicBezTo>
                <a:cubicBezTo>
                  <a:pt x="264549" y="18691"/>
                  <a:pt x="264644" y="17873"/>
                  <a:pt x="264644" y="17012"/>
                </a:cubicBezTo>
                <a:close/>
                <a:moveTo>
                  <a:pt x="271459" y="17374"/>
                </a:moveTo>
                <a:cubicBezTo>
                  <a:pt x="271459" y="15904"/>
                  <a:pt x="271659" y="14599"/>
                  <a:pt x="272061" y="13456"/>
                </a:cubicBezTo>
                <a:cubicBezTo>
                  <a:pt x="272463" y="12314"/>
                  <a:pt x="273034" y="11350"/>
                  <a:pt x="273774" y="10564"/>
                </a:cubicBezTo>
                <a:cubicBezTo>
                  <a:pt x="274515" y="9777"/>
                  <a:pt x="275404" y="9180"/>
                  <a:pt x="276443" y="8773"/>
                </a:cubicBezTo>
                <a:cubicBezTo>
                  <a:pt x="277482" y="8365"/>
                  <a:pt x="278639" y="8162"/>
                  <a:pt x="279913" y="8162"/>
                </a:cubicBezTo>
                <a:cubicBezTo>
                  <a:pt x="280464" y="8162"/>
                  <a:pt x="281006" y="8196"/>
                  <a:pt x="281540" y="8265"/>
                </a:cubicBezTo>
                <a:cubicBezTo>
                  <a:pt x="282074" y="8334"/>
                  <a:pt x="282599" y="8443"/>
                  <a:pt x="283116" y="8592"/>
                </a:cubicBezTo>
                <a:lnTo>
                  <a:pt x="283116" y="1309"/>
                </a:lnTo>
                <a:lnTo>
                  <a:pt x="286129" y="1309"/>
                </a:lnTo>
                <a:lnTo>
                  <a:pt x="286129" y="25656"/>
                </a:lnTo>
                <a:lnTo>
                  <a:pt x="283443" y="25656"/>
                </a:lnTo>
                <a:lnTo>
                  <a:pt x="283339" y="22384"/>
                </a:lnTo>
                <a:cubicBezTo>
                  <a:pt x="282501" y="23601"/>
                  <a:pt x="281595" y="24502"/>
                  <a:pt x="280619" y="25088"/>
                </a:cubicBezTo>
                <a:cubicBezTo>
                  <a:pt x="279643" y="25673"/>
                  <a:pt x="278587" y="25966"/>
                  <a:pt x="277451" y="25966"/>
                </a:cubicBezTo>
                <a:cubicBezTo>
                  <a:pt x="276463" y="25966"/>
                  <a:pt x="275594" y="25759"/>
                  <a:pt x="274842" y="25346"/>
                </a:cubicBezTo>
                <a:cubicBezTo>
                  <a:pt x="274090" y="24933"/>
                  <a:pt x="273465" y="24350"/>
                  <a:pt x="272965" y="23598"/>
                </a:cubicBezTo>
                <a:cubicBezTo>
                  <a:pt x="272466" y="22846"/>
                  <a:pt x="272090" y="21942"/>
                  <a:pt x="271837" y="20886"/>
                </a:cubicBezTo>
                <a:cubicBezTo>
                  <a:pt x="271585" y="19830"/>
                  <a:pt x="271459" y="18659"/>
                  <a:pt x="271459" y="17374"/>
                </a:cubicBezTo>
                <a:moveTo>
                  <a:pt x="274523" y="17184"/>
                </a:moveTo>
                <a:cubicBezTo>
                  <a:pt x="274523" y="19273"/>
                  <a:pt x="274831" y="20832"/>
                  <a:pt x="275445" y="21859"/>
                </a:cubicBezTo>
                <a:cubicBezTo>
                  <a:pt x="276059" y="22886"/>
                  <a:pt x="276928" y="23400"/>
                  <a:pt x="278053" y="23400"/>
                </a:cubicBezTo>
                <a:cubicBezTo>
                  <a:pt x="278811" y="23400"/>
                  <a:pt x="279612" y="23061"/>
                  <a:pt x="280455" y="22384"/>
                </a:cubicBezTo>
                <a:cubicBezTo>
                  <a:pt x="281299" y="21707"/>
                  <a:pt x="282186" y="20703"/>
                  <a:pt x="283116" y="19371"/>
                </a:cubicBezTo>
                <a:lnTo>
                  <a:pt x="283116" y="11347"/>
                </a:lnTo>
                <a:cubicBezTo>
                  <a:pt x="282622" y="11118"/>
                  <a:pt x="282077" y="10942"/>
                  <a:pt x="281480" y="10822"/>
                </a:cubicBezTo>
                <a:cubicBezTo>
                  <a:pt x="280883" y="10701"/>
                  <a:pt x="280292" y="10641"/>
                  <a:pt x="279706" y="10641"/>
                </a:cubicBezTo>
                <a:cubicBezTo>
                  <a:pt x="278076" y="10641"/>
                  <a:pt x="276805" y="11169"/>
                  <a:pt x="275892" y="12225"/>
                </a:cubicBezTo>
                <a:cubicBezTo>
                  <a:pt x="274980" y="13281"/>
                  <a:pt x="274523" y="14934"/>
                  <a:pt x="274523" y="17184"/>
                </a:cubicBezTo>
                <a:close/>
                <a:moveTo>
                  <a:pt x="306615" y="16099"/>
                </a:moveTo>
                <a:cubicBezTo>
                  <a:pt x="306615" y="16524"/>
                  <a:pt x="306610" y="16880"/>
                  <a:pt x="306598" y="17167"/>
                </a:cubicBezTo>
                <a:cubicBezTo>
                  <a:pt x="306587" y="17454"/>
                  <a:pt x="306569" y="17724"/>
                  <a:pt x="306546" y="17976"/>
                </a:cubicBezTo>
                <a:lnTo>
                  <a:pt x="294407" y="17976"/>
                </a:lnTo>
                <a:cubicBezTo>
                  <a:pt x="294407" y="19744"/>
                  <a:pt x="294901" y="21101"/>
                  <a:pt x="295888" y="22048"/>
                </a:cubicBezTo>
                <a:cubicBezTo>
                  <a:pt x="296875" y="22995"/>
                  <a:pt x="298299" y="23469"/>
                  <a:pt x="300158" y="23469"/>
                </a:cubicBezTo>
                <a:cubicBezTo>
                  <a:pt x="300663" y="23469"/>
                  <a:pt x="301169" y="23449"/>
                  <a:pt x="301674" y="23408"/>
                </a:cubicBezTo>
                <a:cubicBezTo>
                  <a:pt x="302179" y="23366"/>
                  <a:pt x="302667" y="23311"/>
                  <a:pt x="303137" y="23240"/>
                </a:cubicBezTo>
                <a:cubicBezTo>
                  <a:pt x="303608" y="23170"/>
                  <a:pt x="304058" y="23090"/>
                  <a:pt x="304489" y="23002"/>
                </a:cubicBezTo>
                <a:cubicBezTo>
                  <a:pt x="304919" y="22914"/>
                  <a:pt x="305318" y="22817"/>
                  <a:pt x="305686" y="22711"/>
                </a:cubicBezTo>
                <a:lnTo>
                  <a:pt x="305686" y="25174"/>
                </a:lnTo>
                <a:cubicBezTo>
                  <a:pt x="304871" y="25408"/>
                  <a:pt x="303949" y="25599"/>
                  <a:pt x="302922" y="25746"/>
                </a:cubicBezTo>
                <a:cubicBezTo>
                  <a:pt x="301895" y="25892"/>
                  <a:pt x="300830" y="25966"/>
                  <a:pt x="299728" y="25966"/>
                </a:cubicBezTo>
                <a:cubicBezTo>
                  <a:pt x="298247" y="25966"/>
                  <a:pt x="296973" y="25765"/>
                  <a:pt x="295905" y="25363"/>
                </a:cubicBezTo>
                <a:cubicBezTo>
                  <a:pt x="294838" y="24961"/>
                  <a:pt x="293963" y="24379"/>
                  <a:pt x="293279" y="23615"/>
                </a:cubicBezTo>
                <a:cubicBezTo>
                  <a:pt x="292596" y="22852"/>
                  <a:pt x="292091" y="21916"/>
                  <a:pt x="291764" y="20809"/>
                </a:cubicBezTo>
                <a:cubicBezTo>
                  <a:pt x="291437" y="19701"/>
                  <a:pt x="291274" y="18447"/>
                  <a:pt x="291274" y="17046"/>
                </a:cubicBezTo>
                <a:cubicBezTo>
                  <a:pt x="291274" y="15830"/>
                  <a:pt x="291449" y="14679"/>
                  <a:pt x="291799" y="13594"/>
                </a:cubicBezTo>
                <a:cubicBezTo>
                  <a:pt x="292149" y="12509"/>
                  <a:pt x="292660" y="11557"/>
                  <a:pt x="293331" y="10736"/>
                </a:cubicBezTo>
                <a:cubicBezTo>
                  <a:pt x="294003" y="9915"/>
                  <a:pt x="294826" y="9264"/>
                  <a:pt x="295802" y="8782"/>
                </a:cubicBezTo>
                <a:cubicBezTo>
                  <a:pt x="296778" y="8299"/>
                  <a:pt x="297885" y="8058"/>
                  <a:pt x="299125" y="8058"/>
                </a:cubicBezTo>
                <a:cubicBezTo>
                  <a:pt x="300331" y="8058"/>
                  <a:pt x="301398" y="8248"/>
                  <a:pt x="302328" y="8627"/>
                </a:cubicBezTo>
                <a:cubicBezTo>
                  <a:pt x="303258" y="9005"/>
                  <a:pt x="304041" y="9542"/>
                  <a:pt x="304678" y="10236"/>
                </a:cubicBezTo>
                <a:cubicBezTo>
                  <a:pt x="305315" y="10931"/>
                  <a:pt x="305797" y="11775"/>
                  <a:pt x="306125" y="12768"/>
                </a:cubicBezTo>
                <a:cubicBezTo>
                  <a:pt x="306452" y="13761"/>
                  <a:pt x="306615" y="14871"/>
                  <a:pt x="306615" y="16099"/>
                </a:cubicBezTo>
                <a:moveTo>
                  <a:pt x="303499" y="15669"/>
                </a:moveTo>
                <a:cubicBezTo>
                  <a:pt x="303533" y="14900"/>
                  <a:pt x="303459" y="14197"/>
                  <a:pt x="303275" y="13560"/>
                </a:cubicBezTo>
                <a:cubicBezTo>
                  <a:pt x="303091" y="12923"/>
                  <a:pt x="302807" y="12374"/>
                  <a:pt x="302423" y="11915"/>
                </a:cubicBezTo>
                <a:cubicBezTo>
                  <a:pt x="302038" y="11456"/>
                  <a:pt x="301559" y="11097"/>
                  <a:pt x="300985" y="10839"/>
                </a:cubicBezTo>
                <a:cubicBezTo>
                  <a:pt x="300411" y="10581"/>
                  <a:pt x="299745" y="10452"/>
                  <a:pt x="298987" y="10452"/>
                </a:cubicBezTo>
                <a:cubicBezTo>
                  <a:pt x="298333" y="10452"/>
                  <a:pt x="297736" y="10578"/>
                  <a:pt x="297197" y="10831"/>
                </a:cubicBezTo>
                <a:cubicBezTo>
                  <a:pt x="296657" y="11083"/>
                  <a:pt x="296192" y="11439"/>
                  <a:pt x="295802" y="11898"/>
                </a:cubicBezTo>
                <a:cubicBezTo>
                  <a:pt x="295412" y="12357"/>
                  <a:pt x="295096" y="12908"/>
                  <a:pt x="294855" y="13551"/>
                </a:cubicBezTo>
                <a:cubicBezTo>
                  <a:pt x="294614" y="14194"/>
                  <a:pt x="294465" y="14900"/>
                  <a:pt x="294407" y="15669"/>
                </a:cubicBezTo>
                <a:lnTo>
                  <a:pt x="303499" y="15669"/>
                </a:lnTo>
                <a:close/>
                <a:moveTo>
                  <a:pt x="314474" y="0"/>
                </a:moveTo>
                <a:cubicBezTo>
                  <a:pt x="319766" y="4904"/>
                  <a:pt x="322412" y="10360"/>
                  <a:pt x="322412" y="16366"/>
                </a:cubicBezTo>
                <a:cubicBezTo>
                  <a:pt x="322412" y="17607"/>
                  <a:pt x="322286" y="18893"/>
                  <a:pt x="322033" y="20225"/>
                </a:cubicBezTo>
                <a:cubicBezTo>
                  <a:pt x="321781" y="21558"/>
                  <a:pt x="321350" y="22922"/>
                  <a:pt x="320742" y="24317"/>
                </a:cubicBezTo>
                <a:cubicBezTo>
                  <a:pt x="320133" y="25712"/>
                  <a:pt x="319316" y="27128"/>
                  <a:pt x="318288" y="28564"/>
                </a:cubicBezTo>
                <a:cubicBezTo>
                  <a:pt x="317261" y="29999"/>
                  <a:pt x="315966" y="31441"/>
                  <a:pt x="314405" y="32888"/>
                </a:cubicBezTo>
                <a:lnTo>
                  <a:pt x="312666" y="31113"/>
                </a:lnTo>
                <a:cubicBezTo>
                  <a:pt x="314905" y="28896"/>
                  <a:pt x="316575" y="26582"/>
                  <a:pt x="317677" y="24171"/>
                </a:cubicBezTo>
                <a:cubicBezTo>
                  <a:pt x="318779" y="21759"/>
                  <a:pt x="319330" y="19232"/>
                  <a:pt x="319330" y="16590"/>
                </a:cubicBezTo>
                <a:cubicBezTo>
                  <a:pt x="319330" y="11123"/>
                  <a:pt x="317109" y="6208"/>
                  <a:pt x="312666" y="1843"/>
                </a:cubicBezTo>
                <a:lnTo>
                  <a:pt x="314474" y="0"/>
                </a:lnTo>
                <a:close/>
                <a:moveTo>
                  <a:pt x="363047" y="32715"/>
                </a:moveTo>
                <a:lnTo>
                  <a:pt x="361773" y="32715"/>
                </a:lnTo>
                <a:cubicBezTo>
                  <a:pt x="359557" y="32715"/>
                  <a:pt x="357910" y="32196"/>
                  <a:pt x="356831" y="31157"/>
                </a:cubicBezTo>
                <a:cubicBezTo>
                  <a:pt x="355752" y="30118"/>
                  <a:pt x="355212" y="28543"/>
                  <a:pt x="355212" y="26431"/>
                </a:cubicBezTo>
                <a:lnTo>
                  <a:pt x="355212" y="20507"/>
                </a:lnTo>
                <a:cubicBezTo>
                  <a:pt x="355212" y="19945"/>
                  <a:pt x="355149" y="19443"/>
                  <a:pt x="355023" y="19001"/>
                </a:cubicBezTo>
                <a:cubicBezTo>
                  <a:pt x="354897" y="18559"/>
                  <a:pt x="354676" y="18186"/>
                  <a:pt x="354360" y="17882"/>
                </a:cubicBezTo>
                <a:cubicBezTo>
                  <a:pt x="354044" y="17577"/>
                  <a:pt x="353625" y="17345"/>
                  <a:pt x="353103" y="17184"/>
                </a:cubicBezTo>
                <a:cubicBezTo>
                  <a:pt x="352581" y="17023"/>
                  <a:pt x="351924" y="16943"/>
                  <a:pt x="351132" y="16943"/>
                </a:cubicBezTo>
                <a:lnTo>
                  <a:pt x="350391" y="16943"/>
                </a:lnTo>
                <a:lnTo>
                  <a:pt x="350391" y="14550"/>
                </a:lnTo>
                <a:lnTo>
                  <a:pt x="351132" y="14550"/>
                </a:lnTo>
                <a:cubicBezTo>
                  <a:pt x="351970" y="14550"/>
                  <a:pt x="352653" y="14481"/>
                  <a:pt x="353181" y="14343"/>
                </a:cubicBezTo>
                <a:cubicBezTo>
                  <a:pt x="353709" y="14205"/>
                  <a:pt x="354122" y="13996"/>
                  <a:pt x="354420" y="13715"/>
                </a:cubicBezTo>
                <a:cubicBezTo>
                  <a:pt x="354719" y="13433"/>
                  <a:pt x="354925" y="13075"/>
                  <a:pt x="355040" y="12638"/>
                </a:cubicBezTo>
                <a:cubicBezTo>
                  <a:pt x="355155" y="12202"/>
                  <a:pt x="355212" y="11686"/>
                  <a:pt x="355212" y="11089"/>
                </a:cubicBezTo>
                <a:lnTo>
                  <a:pt x="355212" y="7008"/>
                </a:lnTo>
                <a:cubicBezTo>
                  <a:pt x="355212" y="6044"/>
                  <a:pt x="355327" y="5174"/>
                  <a:pt x="355557" y="4399"/>
                </a:cubicBezTo>
                <a:cubicBezTo>
                  <a:pt x="355786" y="3625"/>
                  <a:pt x="356162" y="2964"/>
                  <a:pt x="356685" y="2419"/>
                </a:cubicBezTo>
                <a:cubicBezTo>
                  <a:pt x="357207" y="1874"/>
                  <a:pt x="357884" y="1455"/>
                  <a:pt x="358716" y="1162"/>
                </a:cubicBezTo>
                <a:cubicBezTo>
                  <a:pt x="359549" y="870"/>
                  <a:pt x="360567" y="723"/>
                  <a:pt x="361773" y="723"/>
                </a:cubicBezTo>
                <a:lnTo>
                  <a:pt x="363047" y="723"/>
                </a:lnTo>
                <a:lnTo>
                  <a:pt x="363047" y="3134"/>
                </a:lnTo>
                <a:lnTo>
                  <a:pt x="362031" y="3134"/>
                </a:lnTo>
                <a:cubicBezTo>
                  <a:pt x="359368" y="3134"/>
                  <a:pt x="358036" y="4425"/>
                  <a:pt x="358036" y="7008"/>
                </a:cubicBezTo>
                <a:lnTo>
                  <a:pt x="358036" y="11020"/>
                </a:lnTo>
                <a:cubicBezTo>
                  <a:pt x="358036" y="13821"/>
                  <a:pt x="356825" y="15399"/>
                  <a:pt x="354403" y="15755"/>
                </a:cubicBezTo>
                <a:cubicBezTo>
                  <a:pt x="356848" y="15996"/>
                  <a:pt x="358071" y="17569"/>
                  <a:pt x="358071" y="20473"/>
                </a:cubicBezTo>
                <a:lnTo>
                  <a:pt x="358071" y="26362"/>
                </a:lnTo>
                <a:cubicBezTo>
                  <a:pt x="358071" y="28990"/>
                  <a:pt x="359391" y="30305"/>
                  <a:pt x="362031" y="30305"/>
                </a:cubicBezTo>
                <a:lnTo>
                  <a:pt x="363047" y="30305"/>
                </a:lnTo>
                <a:lnTo>
                  <a:pt x="363047" y="32715"/>
                </a:ln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Text +">
            <a:extLst xmlns:a="http://schemas.openxmlformats.org/drawingml/2006/main">
              <a:ext uri="{FF2B5EF4-FFF2-40B4-BE49-F238E27FC236}">
                <a16:creationId xmlns:a16="http://schemas.microsoft.com/office/drawing/2014/main" id="{A21172F5-16FE-4857-92B2-ED219ECB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242" y="9839301"/>
            <a:ext cx="16495" cy="16633"/>
          </a:xfrm>
          <a:custGeom xmlns:a="http://schemas.openxmlformats.org/drawingml/2006/main">
            <a:pathLst>
              <a:path w="16495" h="16633">
                <a:moveTo>
                  <a:pt x="16495" y="9608"/>
                </a:moveTo>
                <a:lnTo>
                  <a:pt x="9729" y="9608"/>
                </a:lnTo>
                <a:lnTo>
                  <a:pt x="9729" y="16633"/>
                </a:lnTo>
                <a:lnTo>
                  <a:pt x="6767" y="16633"/>
                </a:lnTo>
                <a:lnTo>
                  <a:pt x="6767" y="9608"/>
                </a:lnTo>
                <a:lnTo>
                  <a:pt x="0" y="9608"/>
                </a:lnTo>
                <a:lnTo>
                  <a:pt x="0" y="6991"/>
                </a:lnTo>
                <a:lnTo>
                  <a:pt x="6767" y="6991"/>
                </a:lnTo>
                <a:lnTo>
                  <a:pt x="6767" y="0"/>
                </a:lnTo>
                <a:lnTo>
                  <a:pt x="9729" y="0"/>
                </a:lnTo>
                <a:lnTo>
                  <a:pt x="9729" y="6991"/>
                </a:lnTo>
                <a:lnTo>
                  <a:pt x="16495" y="6991"/>
                </a:lnTo>
                <a:lnTo>
                  <a:pt x="16495" y="9608"/>
                </a:ln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return;">
            <a:extLst xmlns:a="http://schemas.openxmlformats.org/drawingml/2006/main">
              <a:ext uri="{FF2B5EF4-FFF2-40B4-BE49-F238E27FC236}">
                <a16:creationId xmlns:a16="http://schemas.microsoft.com/office/drawing/2014/main" id="{444DA722-B1F8-4BFF-8439-3E0B8630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538" y="9834170"/>
            <a:ext cx="126201" cy="28721"/>
          </a:xfrm>
          <a:custGeom xmlns:a="http://schemas.openxmlformats.org/drawingml/2006/main">
            <a:pathLst>
              <a:path w="126201" h="28721">
                <a:moveTo>
                  <a:pt x="0" y="5544"/>
                </a:moveTo>
                <a:lnTo>
                  <a:pt x="2738" y="5544"/>
                </a:lnTo>
                <a:lnTo>
                  <a:pt x="2824" y="8722"/>
                </a:lnTo>
                <a:cubicBezTo>
                  <a:pt x="3845" y="7496"/>
                  <a:pt x="4853" y="6609"/>
                  <a:pt x="5846" y="6059"/>
                </a:cubicBezTo>
                <a:cubicBezTo>
                  <a:pt x="6839" y="5509"/>
                  <a:pt x="7840" y="5234"/>
                  <a:pt x="8850" y="5234"/>
                </a:cubicBezTo>
                <a:cubicBezTo>
                  <a:pt x="10641" y="5234"/>
                  <a:pt x="11999" y="5813"/>
                  <a:pt x="12923" y="6969"/>
                </a:cubicBezTo>
                <a:cubicBezTo>
                  <a:pt x="13847" y="8126"/>
                  <a:pt x="14274" y="9843"/>
                  <a:pt x="14205" y="12122"/>
                </a:cubicBezTo>
                <a:lnTo>
                  <a:pt x="11175" y="12122"/>
                </a:lnTo>
                <a:cubicBezTo>
                  <a:pt x="11209" y="10613"/>
                  <a:pt x="10988" y="9518"/>
                  <a:pt x="10512" y="8838"/>
                </a:cubicBezTo>
                <a:cubicBezTo>
                  <a:pt x="10036" y="8158"/>
                  <a:pt x="9338" y="7817"/>
                  <a:pt x="8420" y="7817"/>
                </a:cubicBezTo>
                <a:cubicBezTo>
                  <a:pt x="8018" y="7817"/>
                  <a:pt x="7614" y="7889"/>
                  <a:pt x="7206" y="8032"/>
                </a:cubicBezTo>
                <a:cubicBezTo>
                  <a:pt x="6798" y="8175"/>
                  <a:pt x="6380" y="8403"/>
                  <a:pt x="5949" y="8717"/>
                </a:cubicBezTo>
                <a:cubicBezTo>
                  <a:pt x="5519" y="9032"/>
                  <a:pt x="5062" y="9435"/>
                  <a:pt x="4580" y="9927"/>
                </a:cubicBezTo>
                <a:cubicBezTo>
                  <a:pt x="4098" y="10418"/>
                  <a:pt x="3581" y="11012"/>
                  <a:pt x="3030" y="11710"/>
                </a:cubicBezTo>
                <a:lnTo>
                  <a:pt x="3030" y="22832"/>
                </a:lnTo>
                <a:lnTo>
                  <a:pt x="0" y="22832"/>
                </a:lnTo>
                <a:lnTo>
                  <a:pt x="0" y="5544"/>
                </a:lnTo>
                <a:close/>
                <a:moveTo>
                  <a:pt x="33573" y="13276"/>
                </a:moveTo>
                <a:cubicBezTo>
                  <a:pt x="33573" y="13700"/>
                  <a:pt x="33567" y="14056"/>
                  <a:pt x="33556" y="14343"/>
                </a:cubicBezTo>
                <a:cubicBezTo>
                  <a:pt x="33544" y="14630"/>
                  <a:pt x="33527" y="14900"/>
                  <a:pt x="33504" y="15152"/>
                </a:cubicBezTo>
                <a:lnTo>
                  <a:pt x="21365" y="15152"/>
                </a:lnTo>
                <a:cubicBezTo>
                  <a:pt x="21365" y="16920"/>
                  <a:pt x="21858" y="18278"/>
                  <a:pt x="22846" y="19225"/>
                </a:cubicBezTo>
                <a:cubicBezTo>
                  <a:pt x="23833" y="20172"/>
                  <a:pt x="25256" y="20645"/>
                  <a:pt x="27116" y="20645"/>
                </a:cubicBezTo>
                <a:cubicBezTo>
                  <a:pt x="27621" y="20645"/>
                  <a:pt x="28126" y="20625"/>
                  <a:pt x="28631" y="20584"/>
                </a:cubicBezTo>
                <a:cubicBezTo>
                  <a:pt x="29136" y="20543"/>
                  <a:pt x="29624" y="20487"/>
                  <a:pt x="30095" y="20416"/>
                </a:cubicBezTo>
                <a:cubicBezTo>
                  <a:pt x="30565" y="20346"/>
                  <a:pt x="31016" y="20267"/>
                  <a:pt x="31446" y="20179"/>
                </a:cubicBezTo>
                <a:cubicBezTo>
                  <a:pt x="31877" y="20090"/>
                  <a:pt x="32276" y="19993"/>
                  <a:pt x="32643" y="19888"/>
                </a:cubicBezTo>
                <a:lnTo>
                  <a:pt x="32643" y="22350"/>
                </a:lnTo>
                <a:cubicBezTo>
                  <a:pt x="31828" y="22584"/>
                  <a:pt x="30907" y="22775"/>
                  <a:pt x="29879" y="22922"/>
                </a:cubicBezTo>
                <a:cubicBezTo>
                  <a:pt x="28852" y="23068"/>
                  <a:pt x="27787" y="23142"/>
                  <a:pt x="26685" y="23142"/>
                </a:cubicBezTo>
                <a:cubicBezTo>
                  <a:pt x="25205" y="23142"/>
                  <a:pt x="23930" y="22941"/>
                  <a:pt x="22863" y="22539"/>
                </a:cubicBezTo>
                <a:cubicBezTo>
                  <a:pt x="21795" y="22137"/>
                  <a:pt x="20920" y="21555"/>
                  <a:pt x="20237" y="20792"/>
                </a:cubicBezTo>
                <a:cubicBezTo>
                  <a:pt x="19554" y="20028"/>
                  <a:pt x="19049" y="19093"/>
                  <a:pt x="18722" y="17985"/>
                </a:cubicBezTo>
                <a:cubicBezTo>
                  <a:pt x="18395" y="16877"/>
                  <a:pt x="18231" y="15623"/>
                  <a:pt x="18231" y="14223"/>
                </a:cubicBezTo>
                <a:cubicBezTo>
                  <a:pt x="18231" y="13006"/>
                  <a:pt x="18406" y="11855"/>
                  <a:pt x="18756" y="10770"/>
                </a:cubicBezTo>
                <a:cubicBezTo>
                  <a:pt x="19106" y="9685"/>
                  <a:pt x="19617" y="8733"/>
                  <a:pt x="20289" y="7912"/>
                </a:cubicBezTo>
                <a:cubicBezTo>
                  <a:pt x="20960" y="7091"/>
                  <a:pt x="21784" y="6440"/>
                  <a:pt x="22760" y="5958"/>
                </a:cubicBezTo>
                <a:cubicBezTo>
                  <a:pt x="23735" y="5476"/>
                  <a:pt x="24843" y="5234"/>
                  <a:pt x="26083" y="5234"/>
                </a:cubicBezTo>
                <a:cubicBezTo>
                  <a:pt x="27288" y="5234"/>
                  <a:pt x="28356" y="5424"/>
                  <a:pt x="29285" y="5803"/>
                </a:cubicBezTo>
                <a:cubicBezTo>
                  <a:pt x="30215" y="6181"/>
                  <a:pt x="30999" y="6718"/>
                  <a:pt x="31636" y="7413"/>
                </a:cubicBezTo>
                <a:cubicBezTo>
                  <a:pt x="32273" y="8107"/>
                  <a:pt x="32755" y="8951"/>
                  <a:pt x="33082" y="9944"/>
                </a:cubicBezTo>
                <a:cubicBezTo>
                  <a:pt x="33409" y="10937"/>
                  <a:pt x="33573" y="12047"/>
                  <a:pt x="33573" y="13276"/>
                </a:cubicBezTo>
                <a:moveTo>
                  <a:pt x="30456" y="12845"/>
                </a:moveTo>
                <a:cubicBezTo>
                  <a:pt x="30491" y="12076"/>
                  <a:pt x="30416" y="11373"/>
                  <a:pt x="30232" y="10736"/>
                </a:cubicBezTo>
                <a:cubicBezTo>
                  <a:pt x="30049" y="10099"/>
                  <a:pt x="29765" y="9551"/>
                  <a:pt x="29380" y="9091"/>
                </a:cubicBezTo>
                <a:cubicBezTo>
                  <a:pt x="28996" y="8632"/>
                  <a:pt x="28516" y="8274"/>
                  <a:pt x="27942" y="8015"/>
                </a:cubicBezTo>
                <a:cubicBezTo>
                  <a:pt x="27368" y="7757"/>
                  <a:pt x="26703" y="7628"/>
                  <a:pt x="25945" y="7628"/>
                </a:cubicBezTo>
                <a:cubicBezTo>
                  <a:pt x="25291" y="7628"/>
                  <a:pt x="24694" y="7754"/>
                  <a:pt x="24154" y="8007"/>
                </a:cubicBezTo>
                <a:cubicBezTo>
                  <a:pt x="23615" y="8259"/>
                  <a:pt x="23150" y="8615"/>
                  <a:pt x="22760" y="9074"/>
                </a:cubicBezTo>
                <a:cubicBezTo>
                  <a:pt x="22369" y="9533"/>
                  <a:pt x="22054" y="10084"/>
                  <a:pt x="21812" y="10727"/>
                </a:cubicBezTo>
                <a:cubicBezTo>
                  <a:pt x="21571" y="11370"/>
                  <a:pt x="21422" y="12076"/>
                  <a:pt x="21365" y="12845"/>
                </a:cubicBezTo>
                <a:lnTo>
                  <a:pt x="30456" y="12845"/>
                </a:lnTo>
                <a:close/>
                <a:moveTo>
                  <a:pt x="52578" y="22574"/>
                </a:moveTo>
                <a:cubicBezTo>
                  <a:pt x="51901" y="22752"/>
                  <a:pt x="51201" y="22880"/>
                  <a:pt x="50478" y="22957"/>
                </a:cubicBezTo>
                <a:cubicBezTo>
                  <a:pt x="49755" y="23034"/>
                  <a:pt x="49020" y="23073"/>
                  <a:pt x="48274" y="23073"/>
                </a:cubicBezTo>
                <a:cubicBezTo>
                  <a:pt x="46104" y="23073"/>
                  <a:pt x="44486" y="22582"/>
                  <a:pt x="43418" y="21601"/>
                </a:cubicBezTo>
                <a:cubicBezTo>
                  <a:pt x="42351" y="20619"/>
                  <a:pt x="41817" y="19113"/>
                  <a:pt x="41817" y="17081"/>
                </a:cubicBezTo>
                <a:lnTo>
                  <a:pt x="41817" y="8058"/>
                </a:lnTo>
                <a:lnTo>
                  <a:pt x="36978" y="8058"/>
                </a:lnTo>
                <a:lnTo>
                  <a:pt x="36978" y="5544"/>
                </a:lnTo>
                <a:lnTo>
                  <a:pt x="41817" y="5544"/>
                </a:lnTo>
                <a:lnTo>
                  <a:pt x="41817" y="777"/>
                </a:lnTo>
                <a:lnTo>
                  <a:pt x="44813" y="0"/>
                </a:lnTo>
                <a:lnTo>
                  <a:pt x="44813" y="5544"/>
                </a:lnTo>
                <a:lnTo>
                  <a:pt x="52578" y="5544"/>
                </a:lnTo>
                <a:lnTo>
                  <a:pt x="52578" y="8058"/>
                </a:lnTo>
                <a:lnTo>
                  <a:pt x="44813" y="8058"/>
                </a:lnTo>
                <a:lnTo>
                  <a:pt x="44813" y="16840"/>
                </a:lnTo>
                <a:cubicBezTo>
                  <a:pt x="44813" y="18080"/>
                  <a:pt x="45143" y="19007"/>
                  <a:pt x="45803" y="19621"/>
                </a:cubicBezTo>
                <a:cubicBezTo>
                  <a:pt x="46463" y="20235"/>
                  <a:pt x="47436" y="20542"/>
                  <a:pt x="48721" y="20542"/>
                </a:cubicBezTo>
                <a:cubicBezTo>
                  <a:pt x="49272" y="20542"/>
                  <a:pt x="49875" y="20498"/>
                  <a:pt x="50529" y="20409"/>
                </a:cubicBezTo>
                <a:cubicBezTo>
                  <a:pt x="51184" y="20320"/>
                  <a:pt x="51867" y="20181"/>
                  <a:pt x="52578" y="19991"/>
                </a:cubicBezTo>
                <a:lnTo>
                  <a:pt x="52578" y="22574"/>
                </a:lnTo>
                <a:close/>
                <a:moveTo>
                  <a:pt x="72221" y="22832"/>
                </a:moveTo>
                <a:lnTo>
                  <a:pt x="69535" y="22832"/>
                </a:lnTo>
                <a:lnTo>
                  <a:pt x="69432" y="20042"/>
                </a:lnTo>
                <a:cubicBezTo>
                  <a:pt x="68915" y="20639"/>
                  <a:pt x="68424" y="21136"/>
                  <a:pt x="67959" y="21532"/>
                </a:cubicBezTo>
                <a:cubicBezTo>
                  <a:pt x="67495" y="21928"/>
                  <a:pt x="67033" y="22246"/>
                  <a:pt x="66573" y="22488"/>
                </a:cubicBezTo>
                <a:cubicBezTo>
                  <a:pt x="66114" y="22729"/>
                  <a:pt x="65652" y="22898"/>
                  <a:pt x="65187" y="22995"/>
                </a:cubicBezTo>
                <a:cubicBezTo>
                  <a:pt x="64722" y="23093"/>
                  <a:pt x="64232" y="23142"/>
                  <a:pt x="63715" y="23142"/>
                </a:cubicBezTo>
                <a:cubicBezTo>
                  <a:pt x="61936" y="23142"/>
                  <a:pt x="60593" y="22620"/>
                  <a:pt x="59686" y="21575"/>
                </a:cubicBezTo>
                <a:cubicBezTo>
                  <a:pt x="58779" y="20530"/>
                  <a:pt x="58326" y="18952"/>
                  <a:pt x="58326" y="16840"/>
                </a:cubicBezTo>
                <a:lnTo>
                  <a:pt x="58326" y="5544"/>
                </a:lnTo>
                <a:lnTo>
                  <a:pt x="61322" y="5544"/>
                </a:lnTo>
                <a:lnTo>
                  <a:pt x="61322" y="16599"/>
                </a:lnTo>
                <a:cubicBezTo>
                  <a:pt x="61322" y="19250"/>
                  <a:pt x="62320" y="20576"/>
                  <a:pt x="64318" y="20576"/>
                </a:cubicBezTo>
                <a:cubicBezTo>
                  <a:pt x="64685" y="20576"/>
                  <a:pt x="65044" y="20522"/>
                  <a:pt x="65394" y="20413"/>
                </a:cubicBezTo>
                <a:cubicBezTo>
                  <a:pt x="65744" y="20304"/>
                  <a:pt x="66111" y="20114"/>
                  <a:pt x="66496" y="19844"/>
                </a:cubicBezTo>
                <a:cubicBezTo>
                  <a:pt x="66880" y="19575"/>
                  <a:pt x="67294" y="19210"/>
                  <a:pt x="67736" y="18751"/>
                </a:cubicBezTo>
                <a:cubicBezTo>
                  <a:pt x="68178" y="18292"/>
                  <a:pt x="68674" y="17712"/>
                  <a:pt x="69225" y="17012"/>
                </a:cubicBezTo>
                <a:lnTo>
                  <a:pt x="69225" y="5544"/>
                </a:lnTo>
                <a:lnTo>
                  <a:pt x="72221" y="5544"/>
                </a:lnTo>
                <a:lnTo>
                  <a:pt x="72221" y="22832"/>
                </a:lnTo>
                <a:close/>
                <a:moveTo>
                  <a:pt x="77686" y="5544"/>
                </a:moveTo>
                <a:lnTo>
                  <a:pt x="80424" y="5544"/>
                </a:lnTo>
                <a:lnTo>
                  <a:pt x="80510" y="8722"/>
                </a:lnTo>
                <a:cubicBezTo>
                  <a:pt x="81532" y="7496"/>
                  <a:pt x="82539" y="6609"/>
                  <a:pt x="83532" y="6059"/>
                </a:cubicBezTo>
                <a:cubicBezTo>
                  <a:pt x="84525" y="5509"/>
                  <a:pt x="85527" y="5234"/>
                  <a:pt x="86537" y="5234"/>
                </a:cubicBezTo>
                <a:cubicBezTo>
                  <a:pt x="88327" y="5234"/>
                  <a:pt x="89685" y="5813"/>
                  <a:pt x="90609" y="6969"/>
                </a:cubicBezTo>
                <a:cubicBezTo>
                  <a:pt x="91533" y="8126"/>
                  <a:pt x="91961" y="9843"/>
                  <a:pt x="91892" y="12122"/>
                </a:cubicBezTo>
                <a:lnTo>
                  <a:pt x="88861" y="12122"/>
                </a:lnTo>
                <a:cubicBezTo>
                  <a:pt x="88896" y="10613"/>
                  <a:pt x="88675" y="9518"/>
                  <a:pt x="88198" y="8838"/>
                </a:cubicBezTo>
                <a:cubicBezTo>
                  <a:pt x="87722" y="8158"/>
                  <a:pt x="87025" y="7817"/>
                  <a:pt x="86106" y="7817"/>
                </a:cubicBezTo>
                <a:cubicBezTo>
                  <a:pt x="85704" y="7817"/>
                  <a:pt x="85300" y="7889"/>
                  <a:pt x="84892" y="8032"/>
                </a:cubicBezTo>
                <a:cubicBezTo>
                  <a:pt x="84485" y="8175"/>
                  <a:pt x="84066" y="8403"/>
                  <a:pt x="83635" y="8717"/>
                </a:cubicBezTo>
                <a:cubicBezTo>
                  <a:pt x="83205" y="9032"/>
                  <a:pt x="82749" y="9435"/>
                  <a:pt x="82266" y="9927"/>
                </a:cubicBezTo>
                <a:cubicBezTo>
                  <a:pt x="81784" y="10418"/>
                  <a:pt x="81268" y="11012"/>
                  <a:pt x="80717" y="11710"/>
                </a:cubicBezTo>
                <a:lnTo>
                  <a:pt x="80717" y="22832"/>
                </a:lnTo>
                <a:lnTo>
                  <a:pt x="77686" y="22832"/>
                </a:lnTo>
                <a:lnTo>
                  <a:pt x="77686" y="5544"/>
                </a:lnTo>
                <a:close/>
                <a:moveTo>
                  <a:pt x="96657" y="5544"/>
                </a:moveTo>
                <a:lnTo>
                  <a:pt x="99326" y="5544"/>
                </a:lnTo>
                <a:lnTo>
                  <a:pt x="99447" y="8334"/>
                </a:lnTo>
                <a:cubicBezTo>
                  <a:pt x="99952" y="7737"/>
                  <a:pt x="100440" y="7240"/>
                  <a:pt x="100910" y="6844"/>
                </a:cubicBezTo>
                <a:cubicBezTo>
                  <a:pt x="101381" y="6448"/>
                  <a:pt x="101843" y="6130"/>
                  <a:pt x="102297" y="5889"/>
                </a:cubicBezTo>
                <a:cubicBezTo>
                  <a:pt x="102750" y="5648"/>
                  <a:pt x="103212" y="5478"/>
                  <a:pt x="103683" y="5381"/>
                </a:cubicBezTo>
                <a:cubicBezTo>
                  <a:pt x="104153" y="5283"/>
                  <a:pt x="104641" y="5234"/>
                  <a:pt x="105146" y="5234"/>
                </a:cubicBezTo>
                <a:cubicBezTo>
                  <a:pt x="106926" y="5234"/>
                  <a:pt x="108271" y="5760"/>
                  <a:pt x="109184" y="6810"/>
                </a:cubicBezTo>
                <a:cubicBezTo>
                  <a:pt x="110097" y="7860"/>
                  <a:pt x="110553" y="9442"/>
                  <a:pt x="110553" y="11554"/>
                </a:cubicBezTo>
                <a:lnTo>
                  <a:pt x="110553" y="22832"/>
                </a:lnTo>
                <a:lnTo>
                  <a:pt x="107557" y="22832"/>
                </a:lnTo>
                <a:lnTo>
                  <a:pt x="107557" y="11795"/>
                </a:lnTo>
                <a:cubicBezTo>
                  <a:pt x="107557" y="10440"/>
                  <a:pt x="107304" y="9439"/>
                  <a:pt x="106799" y="8790"/>
                </a:cubicBezTo>
                <a:cubicBezTo>
                  <a:pt x="106294" y="8142"/>
                  <a:pt x="105542" y="7817"/>
                  <a:pt x="104544" y="7817"/>
                </a:cubicBezTo>
                <a:cubicBezTo>
                  <a:pt x="104176" y="7817"/>
                  <a:pt x="103818" y="7872"/>
                  <a:pt x="103467" y="7981"/>
                </a:cubicBezTo>
                <a:cubicBezTo>
                  <a:pt x="103117" y="8090"/>
                  <a:pt x="102753" y="8279"/>
                  <a:pt x="102374" y="8549"/>
                </a:cubicBezTo>
                <a:cubicBezTo>
                  <a:pt x="101995" y="8819"/>
                  <a:pt x="101585" y="9183"/>
                  <a:pt x="101143" y="9642"/>
                </a:cubicBezTo>
                <a:cubicBezTo>
                  <a:pt x="100701" y="10102"/>
                  <a:pt x="100205" y="10676"/>
                  <a:pt x="99654" y="11364"/>
                </a:cubicBezTo>
                <a:lnTo>
                  <a:pt x="99654" y="22832"/>
                </a:lnTo>
                <a:lnTo>
                  <a:pt x="96657" y="22832"/>
                </a:lnTo>
                <a:lnTo>
                  <a:pt x="96657" y="5544"/>
                </a:lnTo>
                <a:close/>
                <a:moveTo>
                  <a:pt x="117884" y="26362"/>
                </a:moveTo>
                <a:cubicBezTo>
                  <a:pt x="118470" y="26385"/>
                  <a:pt x="119038" y="26333"/>
                  <a:pt x="119589" y="26206"/>
                </a:cubicBezTo>
                <a:cubicBezTo>
                  <a:pt x="120140" y="26079"/>
                  <a:pt x="120625" y="25892"/>
                  <a:pt x="121044" y="25643"/>
                </a:cubicBezTo>
                <a:cubicBezTo>
                  <a:pt x="121463" y="25396"/>
                  <a:pt x="121799" y="25087"/>
                  <a:pt x="122051" y="24718"/>
                </a:cubicBezTo>
                <a:cubicBezTo>
                  <a:pt x="122304" y="24349"/>
                  <a:pt x="122430" y="23928"/>
                  <a:pt x="122430" y="23455"/>
                </a:cubicBezTo>
                <a:cubicBezTo>
                  <a:pt x="122430" y="22971"/>
                  <a:pt x="122347" y="22579"/>
                  <a:pt x="122180" y="22281"/>
                </a:cubicBezTo>
                <a:cubicBezTo>
                  <a:pt x="122014" y="21982"/>
                  <a:pt x="121827" y="21707"/>
                  <a:pt x="121621" y="21454"/>
                </a:cubicBezTo>
                <a:cubicBezTo>
                  <a:pt x="121414" y="21202"/>
                  <a:pt x="121228" y="20932"/>
                  <a:pt x="121061" y="20645"/>
                </a:cubicBezTo>
                <a:cubicBezTo>
                  <a:pt x="120895" y="20358"/>
                  <a:pt x="120811" y="19974"/>
                  <a:pt x="120811" y="19491"/>
                </a:cubicBezTo>
                <a:cubicBezTo>
                  <a:pt x="120811" y="19250"/>
                  <a:pt x="120857" y="18998"/>
                  <a:pt x="120949" y="18734"/>
                </a:cubicBezTo>
                <a:cubicBezTo>
                  <a:pt x="121041" y="18470"/>
                  <a:pt x="121182" y="18229"/>
                  <a:pt x="121371" y="18011"/>
                </a:cubicBezTo>
                <a:cubicBezTo>
                  <a:pt x="121560" y="17793"/>
                  <a:pt x="121802" y="17615"/>
                  <a:pt x="122094" y="17477"/>
                </a:cubicBezTo>
                <a:cubicBezTo>
                  <a:pt x="122387" y="17339"/>
                  <a:pt x="122734" y="17270"/>
                  <a:pt x="123136" y="17270"/>
                </a:cubicBezTo>
                <a:cubicBezTo>
                  <a:pt x="123538" y="17270"/>
                  <a:pt x="123925" y="17354"/>
                  <a:pt x="124298" y="17521"/>
                </a:cubicBezTo>
                <a:cubicBezTo>
                  <a:pt x="124671" y="17687"/>
                  <a:pt x="124998" y="17943"/>
                  <a:pt x="125280" y="18288"/>
                </a:cubicBezTo>
                <a:cubicBezTo>
                  <a:pt x="125561" y="18633"/>
                  <a:pt x="125785" y="19064"/>
                  <a:pt x="125951" y="19581"/>
                </a:cubicBezTo>
                <a:cubicBezTo>
                  <a:pt x="126118" y="20099"/>
                  <a:pt x="126201" y="20708"/>
                  <a:pt x="126201" y="21409"/>
                </a:cubicBezTo>
                <a:cubicBezTo>
                  <a:pt x="126201" y="22363"/>
                  <a:pt x="126026" y="23280"/>
                  <a:pt x="125676" y="24159"/>
                </a:cubicBezTo>
                <a:cubicBezTo>
                  <a:pt x="125326" y="25039"/>
                  <a:pt x="124803" y="25818"/>
                  <a:pt x="124109" y="26496"/>
                </a:cubicBezTo>
                <a:cubicBezTo>
                  <a:pt x="123414" y="27175"/>
                  <a:pt x="122548" y="27715"/>
                  <a:pt x="121509" y="28117"/>
                </a:cubicBezTo>
                <a:cubicBezTo>
                  <a:pt x="120470" y="28519"/>
                  <a:pt x="119262" y="28721"/>
                  <a:pt x="117884" y="28721"/>
                </a:cubicBezTo>
                <a:lnTo>
                  <a:pt x="117884" y="26362"/>
                </a:lnTo>
                <a:moveTo>
                  <a:pt x="123274" y="5234"/>
                </a:moveTo>
                <a:cubicBezTo>
                  <a:pt x="123630" y="5234"/>
                  <a:pt x="123968" y="5306"/>
                  <a:pt x="124290" y="5450"/>
                </a:cubicBezTo>
                <a:cubicBezTo>
                  <a:pt x="124611" y="5593"/>
                  <a:pt x="124892" y="5785"/>
                  <a:pt x="125133" y="6027"/>
                </a:cubicBezTo>
                <a:cubicBezTo>
                  <a:pt x="125374" y="6268"/>
                  <a:pt x="125567" y="6549"/>
                  <a:pt x="125710" y="6870"/>
                </a:cubicBezTo>
                <a:cubicBezTo>
                  <a:pt x="125854" y="7192"/>
                  <a:pt x="125925" y="7530"/>
                  <a:pt x="125925" y="7886"/>
                </a:cubicBezTo>
                <a:cubicBezTo>
                  <a:pt x="125925" y="8253"/>
                  <a:pt x="125854" y="8595"/>
                  <a:pt x="125710" y="8911"/>
                </a:cubicBezTo>
                <a:cubicBezTo>
                  <a:pt x="125567" y="9226"/>
                  <a:pt x="125374" y="9505"/>
                  <a:pt x="125133" y="9746"/>
                </a:cubicBezTo>
                <a:cubicBezTo>
                  <a:pt x="124892" y="9987"/>
                  <a:pt x="124611" y="10176"/>
                  <a:pt x="124290" y="10314"/>
                </a:cubicBezTo>
                <a:cubicBezTo>
                  <a:pt x="123968" y="10452"/>
                  <a:pt x="123630" y="10521"/>
                  <a:pt x="123274" y="10521"/>
                </a:cubicBezTo>
                <a:cubicBezTo>
                  <a:pt x="122906" y="10521"/>
                  <a:pt x="122565" y="10452"/>
                  <a:pt x="122249" y="10314"/>
                </a:cubicBezTo>
                <a:cubicBezTo>
                  <a:pt x="121934" y="10176"/>
                  <a:pt x="121655" y="9987"/>
                  <a:pt x="121414" y="9746"/>
                </a:cubicBezTo>
                <a:cubicBezTo>
                  <a:pt x="121173" y="9505"/>
                  <a:pt x="120984" y="9226"/>
                  <a:pt x="120846" y="8911"/>
                </a:cubicBezTo>
                <a:cubicBezTo>
                  <a:pt x="120708" y="8595"/>
                  <a:pt x="120639" y="8253"/>
                  <a:pt x="120639" y="7886"/>
                </a:cubicBezTo>
                <a:cubicBezTo>
                  <a:pt x="120639" y="7530"/>
                  <a:pt x="120708" y="7192"/>
                  <a:pt x="120846" y="6870"/>
                </a:cubicBezTo>
                <a:cubicBezTo>
                  <a:pt x="120984" y="6549"/>
                  <a:pt x="121173" y="6268"/>
                  <a:pt x="121414" y="6027"/>
                </a:cubicBezTo>
                <a:cubicBezTo>
                  <a:pt x="121655" y="5785"/>
                  <a:pt x="121934" y="5593"/>
                  <a:pt x="122249" y="5450"/>
                </a:cubicBezTo>
                <a:cubicBezTo>
                  <a:pt x="122565" y="5306"/>
                  <a:pt x="122906" y="5234"/>
                  <a:pt x="123274" y="5234"/>
                </a:cubicBez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Text +">
            <a:extLst xmlns:a="http://schemas.openxmlformats.org/drawingml/2006/main">
              <a:ext uri="{FF2B5EF4-FFF2-40B4-BE49-F238E27FC236}">
                <a16:creationId xmlns:a16="http://schemas.microsoft.com/office/drawing/2014/main" id="{B09E31C9-AAD3-45ED-9875-BE3C85C6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242" y="9881825"/>
            <a:ext cx="16495" cy="16633"/>
          </a:xfrm>
          <a:custGeom xmlns:a="http://schemas.openxmlformats.org/drawingml/2006/main">
            <a:pathLst>
              <a:path w="16495" h="16633">
                <a:moveTo>
                  <a:pt x="16495" y="9608"/>
                </a:moveTo>
                <a:lnTo>
                  <a:pt x="9729" y="9608"/>
                </a:lnTo>
                <a:lnTo>
                  <a:pt x="9729" y="16633"/>
                </a:lnTo>
                <a:lnTo>
                  <a:pt x="6767" y="16633"/>
                </a:lnTo>
                <a:lnTo>
                  <a:pt x="6767" y="9608"/>
                </a:lnTo>
                <a:lnTo>
                  <a:pt x="0" y="9608"/>
                </a:lnTo>
                <a:lnTo>
                  <a:pt x="0" y="6991"/>
                </a:lnTo>
                <a:lnTo>
                  <a:pt x="6767" y="6991"/>
                </a:lnTo>
                <a:lnTo>
                  <a:pt x="6767" y="0"/>
                </a:lnTo>
                <a:lnTo>
                  <a:pt x="9729" y="0"/>
                </a:lnTo>
                <a:lnTo>
                  <a:pt x="9729" y="6991"/>
                </a:lnTo>
                <a:lnTo>
                  <a:pt x="16495" y="6991"/>
                </a:lnTo>
                <a:lnTo>
                  <a:pt x="16495" y="9608"/>
                </a:ln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Text }">
            <a:extLst xmlns:a="http://schemas.openxmlformats.org/drawingml/2006/main">
              <a:ext uri="{FF2B5EF4-FFF2-40B4-BE49-F238E27FC236}">
                <a16:creationId xmlns:a16="http://schemas.microsoft.com/office/drawing/2014/main" id="{B3740AE5-1A04-47DE-9BD9-64F41713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232" y="9874593"/>
            <a:ext cx="12673" cy="31992"/>
          </a:xfrm>
          <a:custGeom xmlns:a="http://schemas.openxmlformats.org/drawingml/2006/main">
            <a:pathLst>
              <a:path w="12673" h="31992">
                <a:moveTo>
                  <a:pt x="0" y="0"/>
                </a:moveTo>
                <a:lnTo>
                  <a:pt x="1274" y="0"/>
                </a:lnTo>
                <a:cubicBezTo>
                  <a:pt x="3490" y="0"/>
                  <a:pt x="5137" y="519"/>
                  <a:pt x="6216" y="1558"/>
                </a:cubicBezTo>
                <a:cubicBezTo>
                  <a:pt x="7295" y="2597"/>
                  <a:pt x="7834" y="4173"/>
                  <a:pt x="7834" y="6285"/>
                </a:cubicBezTo>
                <a:lnTo>
                  <a:pt x="7834" y="10262"/>
                </a:lnTo>
                <a:cubicBezTo>
                  <a:pt x="7834" y="10825"/>
                  <a:pt x="7898" y="11327"/>
                  <a:pt x="8024" y="11769"/>
                </a:cubicBezTo>
                <a:cubicBezTo>
                  <a:pt x="8150" y="12211"/>
                  <a:pt x="8371" y="12584"/>
                  <a:pt x="8687" y="12888"/>
                </a:cubicBezTo>
                <a:cubicBezTo>
                  <a:pt x="9002" y="13192"/>
                  <a:pt x="9424" y="13425"/>
                  <a:pt x="9952" y="13586"/>
                </a:cubicBezTo>
                <a:cubicBezTo>
                  <a:pt x="10480" y="13746"/>
                  <a:pt x="11140" y="13827"/>
                  <a:pt x="11933" y="13827"/>
                </a:cubicBezTo>
                <a:lnTo>
                  <a:pt x="12673" y="13827"/>
                </a:lnTo>
                <a:lnTo>
                  <a:pt x="12673" y="16220"/>
                </a:lnTo>
                <a:lnTo>
                  <a:pt x="11933" y="16220"/>
                </a:lnTo>
                <a:cubicBezTo>
                  <a:pt x="11095" y="16220"/>
                  <a:pt x="10409" y="16289"/>
                  <a:pt x="9875" y="16427"/>
                </a:cubicBezTo>
                <a:cubicBezTo>
                  <a:pt x="9341" y="16564"/>
                  <a:pt x="8925" y="16774"/>
                  <a:pt x="8627" y="17055"/>
                </a:cubicBezTo>
                <a:cubicBezTo>
                  <a:pt x="8328" y="17336"/>
                  <a:pt x="8121" y="17695"/>
                  <a:pt x="8007" y="18131"/>
                </a:cubicBezTo>
                <a:cubicBezTo>
                  <a:pt x="7892" y="18567"/>
                  <a:pt x="7834" y="19084"/>
                  <a:pt x="7834" y="19681"/>
                </a:cubicBezTo>
                <a:lnTo>
                  <a:pt x="7834" y="25707"/>
                </a:lnTo>
                <a:cubicBezTo>
                  <a:pt x="7834" y="26672"/>
                  <a:pt x="7720" y="27541"/>
                  <a:pt x="7490" y="28316"/>
                </a:cubicBezTo>
                <a:cubicBezTo>
                  <a:pt x="7261" y="29091"/>
                  <a:pt x="6887" y="29751"/>
                  <a:pt x="6371" y="30296"/>
                </a:cubicBezTo>
                <a:cubicBezTo>
                  <a:pt x="5854" y="30841"/>
                  <a:pt x="5177" y="31260"/>
                  <a:pt x="4339" y="31553"/>
                </a:cubicBezTo>
                <a:cubicBezTo>
                  <a:pt x="3501" y="31846"/>
                  <a:pt x="2479" y="31992"/>
                  <a:pt x="1274" y="31992"/>
                </a:cubicBezTo>
                <a:lnTo>
                  <a:pt x="0" y="31992"/>
                </a:lnTo>
                <a:lnTo>
                  <a:pt x="0" y="29582"/>
                </a:lnTo>
                <a:lnTo>
                  <a:pt x="1033" y="29582"/>
                </a:lnTo>
                <a:cubicBezTo>
                  <a:pt x="3685" y="29582"/>
                  <a:pt x="5011" y="28290"/>
                  <a:pt x="5011" y="25707"/>
                </a:cubicBezTo>
                <a:lnTo>
                  <a:pt x="5011" y="19750"/>
                </a:lnTo>
                <a:cubicBezTo>
                  <a:pt x="5011" y="16949"/>
                  <a:pt x="6222" y="15376"/>
                  <a:pt x="8644" y="15032"/>
                </a:cubicBezTo>
                <a:cubicBezTo>
                  <a:pt x="6199" y="14768"/>
                  <a:pt x="4976" y="13189"/>
                  <a:pt x="4976" y="10297"/>
                </a:cubicBezTo>
                <a:lnTo>
                  <a:pt x="4976" y="6354"/>
                </a:lnTo>
                <a:cubicBezTo>
                  <a:pt x="4976" y="3725"/>
                  <a:pt x="3662" y="2411"/>
                  <a:pt x="1033" y="2411"/>
                </a:cubicBezTo>
                <a:lnTo>
                  <a:pt x="0" y="24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5C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Text constcascaderNode=dropDownNode.querySelector(`.${prefix}cascader`);">
            <a:extLst xmlns:a="http://schemas.openxmlformats.org/drawingml/2006/main">
              <a:ext uri="{FF2B5EF4-FFF2-40B4-BE49-F238E27FC236}">
                <a16:creationId xmlns:a16="http://schemas.microsoft.com/office/drawing/2014/main" id="{433A74D6-9422-4143-807A-229026FB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798" y="9916291"/>
            <a:ext cx="1352171" cy="32991"/>
          </a:xfrm>
          <a:custGeom xmlns:a="http://schemas.openxmlformats.org/drawingml/2006/main">
            <a:pathLst>
              <a:path w="1352171" h="32991">
                <a:moveTo>
                  <a:pt x="13465" y="25122"/>
                </a:moveTo>
                <a:cubicBezTo>
                  <a:pt x="12684" y="25420"/>
                  <a:pt x="11884" y="25641"/>
                  <a:pt x="11063" y="25785"/>
                </a:cubicBezTo>
                <a:cubicBezTo>
                  <a:pt x="10242" y="25928"/>
                  <a:pt x="9396" y="26000"/>
                  <a:pt x="8523" y="26000"/>
                </a:cubicBezTo>
                <a:cubicBezTo>
                  <a:pt x="5791" y="26000"/>
                  <a:pt x="3688" y="25260"/>
                  <a:pt x="2213" y="23779"/>
                </a:cubicBezTo>
                <a:cubicBezTo>
                  <a:pt x="738" y="22298"/>
                  <a:pt x="0" y="20134"/>
                  <a:pt x="0" y="17288"/>
                </a:cubicBezTo>
                <a:cubicBezTo>
                  <a:pt x="0" y="15922"/>
                  <a:pt x="212" y="14682"/>
                  <a:pt x="637" y="13568"/>
                </a:cubicBezTo>
                <a:cubicBezTo>
                  <a:pt x="1062" y="12455"/>
                  <a:pt x="1659" y="11502"/>
                  <a:pt x="2428" y="10710"/>
                </a:cubicBezTo>
                <a:cubicBezTo>
                  <a:pt x="3197" y="9918"/>
                  <a:pt x="4115" y="9307"/>
                  <a:pt x="5183" y="8876"/>
                </a:cubicBezTo>
                <a:cubicBezTo>
                  <a:pt x="6250" y="8446"/>
                  <a:pt x="7427" y="8231"/>
                  <a:pt x="8713" y="8231"/>
                </a:cubicBezTo>
                <a:cubicBezTo>
                  <a:pt x="9608" y="8231"/>
                  <a:pt x="10446" y="8295"/>
                  <a:pt x="11227" y="8424"/>
                </a:cubicBezTo>
                <a:cubicBezTo>
                  <a:pt x="12007" y="8553"/>
                  <a:pt x="12753" y="8764"/>
                  <a:pt x="13465" y="9057"/>
                </a:cubicBezTo>
                <a:lnTo>
                  <a:pt x="13465" y="11915"/>
                </a:lnTo>
                <a:cubicBezTo>
                  <a:pt x="12719" y="11519"/>
                  <a:pt x="11958" y="11230"/>
                  <a:pt x="11184" y="11050"/>
                </a:cubicBezTo>
                <a:cubicBezTo>
                  <a:pt x="10409" y="10869"/>
                  <a:pt x="9608" y="10779"/>
                  <a:pt x="8782" y="10779"/>
                </a:cubicBezTo>
                <a:cubicBezTo>
                  <a:pt x="8012" y="10779"/>
                  <a:pt x="7286" y="10925"/>
                  <a:pt x="6603" y="11218"/>
                </a:cubicBezTo>
                <a:cubicBezTo>
                  <a:pt x="5920" y="11511"/>
                  <a:pt x="5321" y="11933"/>
                  <a:pt x="4804" y="12484"/>
                </a:cubicBezTo>
                <a:cubicBezTo>
                  <a:pt x="4287" y="13035"/>
                  <a:pt x="3880" y="13706"/>
                  <a:pt x="3581" y="14498"/>
                </a:cubicBezTo>
                <a:cubicBezTo>
                  <a:pt x="3283" y="15290"/>
                  <a:pt x="3134" y="16186"/>
                  <a:pt x="3134" y="17184"/>
                </a:cubicBezTo>
                <a:cubicBezTo>
                  <a:pt x="3134" y="19273"/>
                  <a:pt x="3642" y="20837"/>
                  <a:pt x="4658" y="21876"/>
                </a:cubicBezTo>
                <a:cubicBezTo>
                  <a:pt x="5674" y="22915"/>
                  <a:pt x="7083" y="23435"/>
                  <a:pt x="8885" y="23435"/>
                </a:cubicBezTo>
                <a:cubicBezTo>
                  <a:pt x="9700" y="23435"/>
                  <a:pt x="10489" y="23343"/>
                  <a:pt x="11252" y="23159"/>
                </a:cubicBezTo>
                <a:cubicBezTo>
                  <a:pt x="12016" y="22975"/>
                  <a:pt x="12753" y="22700"/>
                  <a:pt x="13465" y="22333"/>
                </a:cubicBezTo>
                <a:lnTo>
                  <a:pt x="13465" y="25122"/>
                </a:lnTo>
                <a:close/>
                <a:moveTo>
                  <a:pt x="34761" y="16978"/>
                </a:moveTo>
                <a:cubicBezTo>
                  <a:pt x="34761" y="18321"/>
                  <a:pt x="34571" y="19552"/>
                  <a:pt x="34193" y="20671"/>
                </a:cubicBezTo>
                <a:cubicBezTo>
                  <a:pt x="33814" y="21790"/>
                  <a:pt x="33269" y="22749"/>
                  <a:pt x="32557" y="23546"/>
                </a:cubicBezTo>
                <a:cubicBezTo>
                  <a:pt x="31845" y="24344"/>
                  <a:pt x="30979" y="24964"/>
                  <a:pt x="29957" y="25406"/>
                </a:cubicBezTo>
                <a:cubicBezTo>
                  <a:pt x="28935" y="25848"/>
                  <a:pt x="27776" y="26069"/>
                  <a:pt x="26479" y="26069"/>
                </a:cubicBezTo>
                <a:cubicBezTo>
                  <a:pt x="25239" y="26069"/>
                  <a:pt x="24128" y="25877"/>
                  <a:pt x="23147" y="25492"/>
                </a:cubicBezTo>
                <a:cubicBezTo>
                  <a:pt x="22165" y="25108"/>
                  <a:pt x="21333" y="24542"/>
                  <a:pt x="20650" y="23796"/>
                </a:cubicBezTo>
                <a:cubicBezTo>
                  <a:pt x="19967" y="23050"/>
                  <a:pt x="19445" y="22126"/>
                  <a:pt x="19083" y="21024"/>
                </a:cubicBezTo>
                <a:cubicBezTo>
                  <a:pt x="18722" y="19922"/>
                  <a:pt x="18541" y="18654"/>
                  <a:pt x="18541" y="17219"/>
                </a:cubicBezTo>
                <a:cubicBezTo>
                  <a:pt x="18541" y="15876"/>
                  <a:pt x="18730" y="14650"/>
                  <a:pt x="19109" y="13542"/>
                </a:cubicBezTo>
                <a:cubicBezTo>
                  <a:pt x="19488" y="12435"/>
                  <a:pt x="20033" y="11482"/>
                  <a:pt x="20745" y="10684"/>
                </a:cubicBezTo>
                <a:cubicBezTo>
                  <a:pt x="21457" y="9886"/>
                  <a:pt x="22323" y="9266"/>
                  <a:pt x="23345" y="8825"/>
                </a:cubicBezTo>
                <a:cubicBezTo>
                  <a:pt x="24367" y="8383"/>
                  <a:pt x="25526" y="8162"/>
                  <a:pt x="26823" y="8162"/>
                </a:cubicBezTo>
                <a:cubicBezTo>
                  <a:pt x="28063" y="8162"/>
                  <a:pt x="29173" y="8354"/>
                  <a:pt x="30155" y="8738"/>
                </a:cubicBezTo>
                <a:cubicBezTo>
                  <a:pt x="31136" y="9123"/>
                  <a:pt x="31969" y="9685"/>
                  <a:pt x="32652" y="10426"/>
                </a:cubicBezTo>
                <a:cubicBezTo>
                  <a:pt x="33335" y="11166"/>
                  <a:pt x="33857" y="12087"/>
                  <a:pt x="34219" y="13189"/>
                </a:cubicBezTo>
                <a:cubicBezTo>
                  <a:pt x="34580" y="14291"/>
                  <a:pt x="34761" y="15554"/>
                  <a:pt x="34761" y="16978"/>
                </a:cubicBezTo>
                <a:moveTo>
                  <a:pt x="31696" y="17115"/>
                </a:moveTo>
                <a:cubicBezTo>
                  <a:pt x="31696" y="16048"/>
                  <a:pt x="31578" y="15115"/>
                  <a:pt x="31343" y="14317"/>
                </a:cubicBezTo>
                <a:cubicBezTo>
                  <a:pt x="31108" y="13520"/>
                  <a:pt x="30772" y="12854"/>
                  <a:pt x="30336" y="12320"/>
                </a:cubicBezTo>
                <a:cubicBezTo>
                  <a:pt x="29900" y="11786"/>
                  <a:pt x="29369" y="11384"/>
                  <a:pt x="28743" y="11115"/>
                </a:cubicBezTo>
                <a:cubicBezTo>
                  <a:pt x="28117" y="10845"/>
                  <a:pt x="27420" y="10710"/>
                  <a:pt x="26651" y="10710"/>
                </a:cubicBezTo>
                <a:cubicBezTo>
                  <a:pt x="25756" y="10710"/>
                  <a:pt x="24989" y="10885"/>
                  <a:pt x="24352" y="11235"/>
                </a:cubicBezTo>
                <a:cubicBezTo>
                  <a:pt x="23715" y="11585"/>
                  <a:pt x="23193" y="12053"/>
                  <a:pt x="22785" y="12638"/>
                </a:cubicBezTo>
                <a:cubicBezTo>
                  <a:pt x="22378" y="13224"/>
                  <a:pt x="22079" y="13904"/>
                  <a:pt x="21890" y="14679"/>
                </a:cubicBezTo>
                <a:cubicBezTo>
                  <a:pt x="21701" y="15454"/>
                  <a:pt x="21606" y="16266"/>
                  <a:pt x="21606" y="17115"/>
                </a:cubicBezTo>
                <a:cubicBezTo>
                  <a:pt x="21606" y="18183"/>
                  <a:pt x="21724" y="19118"/>
                  <a:pt x="21959" y="19922"/>
                </a:cubicBezTo>
                <a:cubicBezTo>
                  <a:pt x="22194" y="20725"/>
                  <a:pt x="22530" y="21394"/>
                  <a:pt x="22966" y="21928"/>
                </a:cubicBezTo>
                <a:cubicBezTo>
                  <a:pt x="23402" y="22462"/>
                  <a:pt x="23930" y="22863"/>
                  <a:pt x="24550" y="23133"/>
                </a:cubicBezTo>
                <a:cubicBezTo>
                  <a:pt x="25170" y="23403"/>
                  <a:pt x="25870" y="23538"/>
                  <a:pt x="26651" y="23538"/>
                </a:cubicBezTo>
                <a:cubicBezTo>
                  <a:pt x="27546" y="23538"/>
                  <a:pt x="28313" y="23363"/>
                  <a:pt x="28950" y="23013"/>
                </a:cubicBezTo>
                <a:cubicBezTo>
                  <a:pt x="29587" y="22663"/>
                  <a:pt x="30109" y="22195"/>
                  <a:pt x="30517" y="21609"/>
                </a:cubicBezTo>
                <a:cubicBezTo>
                  <a:pt x="30924" y="21024"/>
                  <a:pt x="31222" y="20344"/>
                  <a:pt x="31412" y="19569"/>
                </a:cubicBezTo>
                <a:cubicBezTo>
                  <a:pt x="31601" y="18794"/>
                  <a:pt x="31696" y="17976"/>
                  <a:pt x="31696" y="17115"/>
                </a:cubicBezTo>
                <a:close/>
                <a:moveTo>
                  <a:pt x="39389" y="8472"/>
                </a:moveTo>
                <a:lnTo>
                  <a:pt x="42058" y="8472"/>
                </a:lnTo>
                <a:lnTo>
                  <a:pt x="42178" y="11261"/>
                </a:lnTo>
                <a:cubicBezTo>
                  <a:pt x="42683" y="10664"/>
                  <a:pt x="43171" y="10168"/>
                  <a:pt x="43642" y="9772"/>
                </a:cubicBezTo>
                <a:cubicBezTo>
                  <a:pt x="44113" y="9376"/>
                  <a:pt x="44575" y="9057"/>
                  <a:pt x="45028" y="8816"/>
                </a:cubicBezTo>
                <a:cubicBezTo>
                  <a:pt x="45481" y="8575"/>
                  <a:pt x="45943" y="8406"/>
                  <a:pt x="46414" y="8308"/>
                </a:cubicBezTo>
                <a:cubicBezTo>
                  <a:pt x="46885" y="8210"/>
                  <a:pt x="47373" y="8162"/>
                  <a:pt x="47878" y="8162"/>
                </a:cubicBezTo>
                <a:cubicBezTo>
                  <a:pt x="49657" y="8162"/>
                  <a:pt x="51003" y="8687"/>
                  <a:pt x="51915" y="9737"/>
                </a:cubicBezTo>
                <a:cubicBezTo>
                  <a:pt x="52828" y="10787"/>
                  <a:pt x="53284" y="12369"/>
                  <a:pt x="53284" y="14481"/>
                </a:cubicBezTo>
                <a:lnTo>
                  <a:pt x="53284" y="25759"/>
                </a:lnTo>
                <a:lnTo>
                  <a:pt x="50288" y="25759"/>
                </a:lnTo>
                <a:lnTo>
                  <a:pt x="50288" y="14722"/>
                </a:lnTo>
                <a:cubicBezTo>
                  <a:pt x="50288" y="13367"/>
                  <a:pt x="50036" y="12366"/>
                  <a:pt x="49531" y="11717"/>
                </a:cubicBezTo>
                <a:cubicBezTo>
                  <a:pt x="49026" y="11069"/>
                  <a:pt x="48274" y="10744"/>
                  <a:pt x="47275" y="10744"/>
                </a:cubicBezTo>
                <a:cubicBezTo>
                  <a:pt x="46908" y="10744"/>
                  <a:pt x="46549" y="10799"/>
                  <a:pt x="46199" y="10908"/>
                </a:cubicBezTo>
                <a:cubicBezTo>
                  <a:pt x="45849" y="11017"/>
                  <a:pt x="45484" y="11206"/>
                  <a:pt x="45106" y="11476"/>
                </a:cubicBezTo>
                <a:cubicBezTo>
                  <a:pt x="44727" y="11746"/>
                  <a:pt x="44316" y="12110"/>
                  <a:pt x="43874" y="12570"/>
                </a:cubicBezTo>
                <a:cubicBezTo>
                  <a:pt x="43432" y="13029"/>
                  <a:pt x="42936" y="13603"/>
                  <a:pt x="42385" y="14291"/>
                </a:cubicBezTo>
                <a:lnTo>
                  <a:pt x="42385" y="25759"/>
                </a:lnTo>
                <a:lnTo>
                  <a:pt x="39389" y="25759"/>
                </a:lnTo>
                <a:lnTo>
                  <a:pt x="39389" y="8472"/>
                </a:lnTo>
                <a:close/>
                <a:moveTo>
                  <a:pt x="72755" y="21041"/>
                </a:moveTo>
                <a:cubicBezTo>
                  <a:pt x="72755" y="21650"/>
                  <a:pt x="72652" y="22195"/>
                  <a:pt x="72445" y="22677"/>
                </a:cubicBezTo>
                <a:cubicBezTo>
                  <a:pt x="72238" y="23159"/>
                  <a:pt x="71957" y="23587"/>
                  <a:pt x="71601" y="23960"/>
                </a:cubicBezTo>
                <a:cubicBezTo>
                  <a:pt x="71245" y="24333"/>
                  <a:pt x="70832" y="24651"/>
                  <a:pt x="70361" y="24915"/>
                </a:cubicBezTo>
                <a:cubicBezTo>
                  <a:pt x="69891" y="25179"/>
                  <a:pt x="69389" y="25397"/>
                  <a:pt x="68855" y="25570"/>
                </a:cubicBezTo>
                <a:cubicBezTo>
                  <a:pt x="68321" y="25742"/>
                  <a:pt x="67773" y="25868"/>
                  <a:pt x="67210" y="25948"/>
                </a:cubicBezTo>
                <a:cubicBezTo>
                  <a:pt x="66648" y="26029"/>
                  <a:pt x="66097" y="26069"/>
                  <a:pt x="65557" y="26069"/>
                </a:cubicBezTo>
                <a:cubicBezTo>
                  <a:pt x="64387" y="26069"/>
                  <a:pt x="63310" y="26017"/>
                  <a:pt x="62329" y="25914"/>
                </a:cubicBezTo>
                <a:cubicBezTo>
                  <a:pt x="61348" y="25811"/>
                  <a:pt x="60386" y="25644"/>
                  <a:pt x="59445" y="25415"/>
                </a:cubicBezTo>
                <a:lnTo>
                  <a:pt x="59445" y="22660"/>
                </a:lnTo>
                <a:cubicBezTo>
                  <a:pt x="60455" y="22947"/>
                  <a:pt x="61459" y="23165"/>
                  <a:pt x="62458" y="23314"/>
                </a:cubicBezTo>
                <a:cubicBezTo>
                  <a:pt x="63457" y="23463"/>
                  <a:pt x="64450" y="23538"/>
                  <a:pt x="65437" y="23538"/>
                </a:cubicBezTo>
                <a:cubicBezTo>
                  <a:pt x="66872" y="23538"/>
                  <a:pt x="67934" y="23343"/>
                  <a:pt x="68622" y="22952"/>
                </a:cubicBezTo>
                <a:cubicBezTo>
                  <a:pt x="69311" y="22562"/>
                  <a:pt x="69656" y="22005"/>
                  <a:pt x="69656" y="21282"/>
                </a:cubicBezTo>
                <a:cubicBezTo>
                  <a:pt x="69656" y="20972"/>
                  <a:pt x="69601" y="20694"/>
                  <a:pt x="69492" y="20447"/>
                </a:cubicBezTo>
                <a:cubicBezTo>
                  <a:pt x="69383" y="20200"/>
                  <a:pt x="69185" y="19965"/>
                  <a:pt x="68898" y="19741"/>
                </a:cubicBezTo>
                <a:cubicBezTo>
                  <a:pt x="68611" y="19517"/>
                  <a:pt x="68166" y="19285"/>
                  <a:pt x="67563" y="19044"/>
                </a:cubicBezTo>
                <a:cubicBezTo>
                  <a:pt x="66961" y="18803"/>
                  <a:pt x="66137" y="18527"/>
                  <a:pt x="65093" y="18217"/>
                </a:cubicBezTo>
                <a:cubicBezTo>
                  <a:pt x="64312" y="17988"/>
                  <a:pt x="63592" y="17727"/>
                  <a:pt x="62932" y="17434"/>
                </a:cubicBezTo>
                <a:cubicBezTo>
                  <a:pt x="62272" y="17141"/>
                  <a:pt x="61701" y="16794"/>
                  <a:pt x="61218" y="16392"/>
                </a:cubicBezTo>
                <a:cubicBezTo>
                  <a:pt x="60736" y="15990"/>
                  <a:pt x="60357" y="15520"/>
                  <a:pt x="60082" y="14980"/>
                </a:cubicBezTo>
                <a:cubicBezTo>
                  <a:pt x="59806" y="14441"/>
                  <a:pt x="59669" y="13804"/>
                  <a:pt x="59669" y="13069"/>
                </a:cubicBezTo>
                <a:cubicBezTo>
                  <a:pt x="59669" y="12587"/>
                  <a:pt x="59781" y="12059"/>
                  <a:pt x="60004" y="11485"/>
                </a:cubicBezTo>
                <a:cubicBezTo>
                  <a:pt x="60228" y="10911"/>
                  <a:pt x="60610" y="10377"/>
                  <a:pt x="61150" y="9883"/>
                </a:cubicBezTo>
                <a:cubicBezTo>
                  <a:pt x="61689" y="9390"/>
                  <a:pt x="62418" y="8980"/>
                  <a:pt x="63336" y="8652"/>
                </a:cubicBezTo>
                <a:cubicBezTo>
                  <a:pt x="64255" y="8325"/>
                  <a:pt x="65403" y="8162"/>
                  <a:pt x="66780" y="8162"/>
                </a:cubicBezTo>
                <a:cubicBezTo>
                  <a:pt x="67457" y="8162"/>
                  <a:pt x="68209" y="8199"/>
                  <a:pt x="69036" y="8274"/>
                </a:cubicBezTo>
                <a:cubicBezTo>
                  <a:pt x="69862" y="8348"/>
                  <a:pt x="70723" y="8477"/>
                  <a:pt x="71618" y="8661"/>
                </a:cubicBezTo>
                <a:lnTo>
                  <a:pt x="71618" y="11330"/>
                </a:lnTo>
                <a:cubicBezTo>
                  <a:pt x="70677" y="11100"/>
                  <a:pt x="69785" y="10931"/>
                  <a:pt x="68941" y="10822"/>
                </a:cubicBezTo>
                <a:cubicBezTo>
                  <a:pt x="68097" y="10713"/>
                  <a:pt x="67365" y="10658"/>
                  <a:pt x="66746" y="10658"/>
                </a:cubicBezTo>
                <a:cubicBezTo>
                  <a:pt x="65999" y="10658"/>
                  <a:pt x="65371" y="10716"/>
                  <a:pt x="64860" y="10831"/>
                </a:cubicBezTo>
                <a:cubicBezTo>
                  <a:pt x="64349" y="10945"/>
                  <a:pt x="63936" y="11103"/>
                  <a:pt x="63620" y="11304"/>
                </a:cubicBezTo>
                <a:cubicBezTo>
                  <a:pt x="63305" y="11505"/>
                  <a:pt x="63078" y="11740"/>
                  <a:pt x="62940" y="12010"/>
                </a:cubicBezTo>
                <a:cubicBezTo>
                  <a:pt x="62803" y="12280"/>
                  <a:pt x="62734" y="12570"/>
                  <a:pt x="62734" y="12880"/>
                </a:cubicBezTo>
                <a:cubicBezTo>
                  <a:pt x="62734" y="13189"/>
                  <a:pt x="62794" y="13471"/>
                  <a:pt x="62914" y="13723"/>
                </a:cubicBezTo>
                <a:cubicBezTo>
                  <a:pt x="63035" y="13976"/>
                  <a:pt x="63259" y="14220"/>
                  <a:pt x="63586" y="14455"/>
                </a:cubicBezTo>
                <a:cubicBezTo>
                  <a:pt x="63913" y="14690"/>
                  <a:pt x="64369" y="14926"/>
                  <a:pt x="64955" y="15161"/>
                </a:cubicBezTo>
                <a:cubicBezTo>
                  <a:pt x="65540" y="15396"/>
                  <a:pt x="66304" y="15652"/>
                  <a:pt x="67245" y="15927"/>
                </a:cubicBezTo>
                <a:cubicBezTo>
                  <a:pt x="68267" y="16226"/>
                  <a:pt x="69127" y="16539"/>
                  <a:pt x="69828" y="16866"/>
                </a:cubicBezTo>
                <a:cubicBezTo>
                  <a:pt x="70528" y="17193"/>
                  <a:pt x="71096" y="17557"/>
                  <a:pt x="71532" y="17959"/>
                </a:cubicBezTo>
                <a:cubicBezTo>
                  <a:pt x="71969" y="18361"/>
                  <a:pt x="72281" y="18814"/>
                  <a:pt x="72471" y="19319"/>
                </a:cubicBezTo>
                <a:cubicBezTo>
                  <a:pt x="72660" y="19824"/>
                  <a:pt x="72755" y="20398"/>
                  <a:pt x="72755" y="21041"/>
                </a:cubicBezTo>
                <a:close/>
                <a:moveTo>
                  <a:pt x="91651" y="25501"/>
                </a:moveTo>
                <a:cubicBezTo>
                  <a:pt x="90973" y="25679"/>
                  <a:pt x="90273" y="25807"/>
                  <a:pt x="89550" y="25884"/>
                </a:cubicBezTo>
                <a:cubicBezTo>
                  <a:pt x="88827" y="25961"/>
                  <a:pt x="88092" y="26000"/>
                  <a:pt x="87346" y="26000"/>
                </a:cubicBezTo>
                <a:cubicBezTo>
                  <a:pt x="85176" y="26000"/>
                  <a:pt x="83558" y="25509"/>
                  <a:pt x="82490" y="24528"/>
                </a:cubicBezTo>
                <a:cubicBezTo>
                  <a:pt x="81423" y="23546"/>
                  <a:pt x="80889" y="22040"/>
                  <a:pt x="80889" y="20008"/>
                </a:cubicBezTo>
                <a:lnTo>
                  <a:pt x="80889" y="10985"/>
                </a:lnTo>
                <a:lnTo>
                  <a:pt x="76051" y="10985"/>
                </a:lnTo>
                <a:lnTo>
                  <a:pt x="76051" y="8472"/>
                </a:lnTo>
                <a:lnTo>
                  <a:pt x="80889" y="8472"/>
                </a:lnTo>
                <a:lnTo>
                  <a:pt x="80889" y="3704"/>
                </a:lnTo>
                <a:lnTo>
                  <a:pt x="83885" y="2927"/>
                </a:lnTo>
                <a:lnTo>
                  <a:pt x="83885" y="8472"/>
                </a:lnTo>
                <a:lnTo>
                  <a:pt x="91651" y="8472"/>
                </a:lnTo>
                <a:lnTo>
                  <a:pt x="91651" y="10985"/>
                </a:lnTo>
                <a:lnTo>
                  <a:pt x="83885" y="10985"/>
                </a:lnTo>
                <a:lnTo>
                  <a:pt x="83885" y="19767"/>
                </a:lnTo>
                <a:cubicBezTo>
                  <a:pt x="83885" y="21007"/>
                  <a:pt x="84215" y="21934"/>
                  <a:pt x="84875" y="22548"/>
                </a:cubicBezTo>
                <a:cubicBezTo>
                  <a:pt x="85535" y="23162"/>
                  <a:pt x="86508" y="23469"/>
                  <a:pt x="87794" y="23469"/>
                </a:cubicBezTo>
                <a:cubicBezTo>
                  <a:pt x="88345" y="23469"/>
                  <a:pt x="88947" y="23425"/>
                  <a:pt x="89602" y="23336"/>
                </a:cubicBezTo>
                <a:cubicBezTo>
                  <a:pt x="90256" y="23247"/>
                  <a:pt x="90939" y="23108"/>
                  <a:pt x="91651" y="22918"/>
                </a:cubicBezTo>
                <a:lnTo>
                  <a:pt x="91651" y="25501"/>
                </a:lnTo>
                <a:close/>
                <a:moveTo>
                  <a:pt x="130665" y="25122"/>
                </a:moveTo>
                <a:cubicBezTo>
                  <a:pt x="129885" y="25420"/>
                  <a:pt x="129084" y="25641"/>
                  <a:pt x="128263" y="25785"/>
                </a:cubicBezTo>
                <a:cubicBezTo>
                  <a:pt x="127443" y="25928"/>
                  <a:pt x="126596" y="26000"/>
                  <a:pt x="125724" y="26000"/>
                </a:cubicBezTo>
                <a:cubicBezTo>
                  <a:pt x="122992" y="26000"/>
                  <a:pt x="120888" y="25260"/>
                  <a:pt x="119413" y="23779"/>
                </a:cubicBezTo>
                <a:cubicBezTo>
                  <a:pt x="117938" y="22298"/>
                  <a:pt x="117200" y="20134"/>
                  <a:pt x="117200" y="17288"/>
                </a:cubicBezTo>
                <a:cubicBezTo>
                  <a:pt x="117200" y="15922"/>
                  <a:pt x="117413" y="14682"/>
                  <a:pt x="117838" y="13568"/>
                </a:cubicBezTo>
                <a:cubicBezTo>
                  <a:pt x="118262" y="12455"/>
                  <a:pt x="118859" y="11502"/>
                  <a:pt x="119628" y="10710"/>
                </a:cubicBezTo>
                <a:cubicBezTo>
                  <a:pt x="120397" y="9918"/>
                  <a:pt x="121316" y="9307"/>
                  <a:pt x="122383" y="8876"/>
                </a:cubicBezTo>
                <a:cubicBezTo>
                  <a:pt x="123451" y="8446"/>
                  <a:pt x="124627" y="8231"/>
                  <a:pt x="125913" y="8231"/>
                </a:cubicBezTo>
                <a:cubicBezTo>
                  <a:pt x="126808" y="8231"/>
                  <a:pt x="127646" y="8295"/>
                  <a:pt x="128427" y="8424"/>
                </a:cubicBezTo>
                <a:cubicBezTo>
                  <a:pt x="129208" y="8553"/>
                  <a:pt x="129954" y="8764"/>
                  <a:pt x="130665" y="9057"/>
                </a:cubicBezTo>
                <a:lnTo>
                  <a:pt x="130665" y="11915"/>
                </a:lnTo>
                <a:cubicBezTo>
                  <a:pt x="129919" y="11519"/>
                  <a:pt x="129159" y="11230"/>
                  <a:pt x="128384" y="11050"/>
                </a:cubicBezTo>
                <a:cubicBezTo>
                  <a:pt x="127609" y="10869"/>
                  <a:pt x="126808" y="10779"/>
                  <a:pt x="125982" y="10779"/>
                </a:cubicBezTo>
                <a:cubicBezTo>
                  <a:pt x="125213" y="10779"/>
                  <a:pt x="124487" y="10925"/>
                  <a:pt x="123804" y="11218"/>
                </a:cubicBezTo>
                <a:cubicBezTo>
                  <a:pt x="123121" y="11511"/>
                  <a:pt x="122521" y="11933"/>
                  <a:pt x="122004" y="12484"/>
                </a:cubicBezTo>
                <a:cubicBezTo>
                  <a:pt x="121488" y="13035"/>
                  <a:pt x="121080" y="13706"/>
                  <a:pt x="120782" y="14498"/>
                </a:cubicBezTo>
                <a:cubicBezTo>
                  <a:pt x="120483" y="15290"/>
                  <a:pt x="120334" y="16186"/>
                  <a:pt x="120334" y="17184"/>
                </a:cubicBezTo>
                <a:cubicBezTo>
                  <a:pt x="120334" y="19273"/>
                  <a:pt x="120842" y="20837"/>
                  <a:pt x="121858" y="21876"/>
                </a:cubicBezTo>
                <a:cubicBezTo>
                  <a:pt x="122874" y="22915"/>
                  <a:pt x="124283" y="23435"/>
                  <a:pt x="126085" y="23435"/>
                </a:cubicBezTo>
                <a:cubicBezTo>
                  <a:pt x="126900" y="23435"/>
                  <a:pt x="127689" y="23343"/>
                  <a:pt x="128453" y="23159"/>
                </a:cubicBezTo>
                <a:cubicBezTo>
                  <a:pt x="129216" y="22975"/>
                  <a:pt x="129954" y="22700"/>
                  <a:pt x="130665" y="22333"/>
                </a:cubicBezTo>
                <a:lnTo>
                  <a:pt x="130665" y="25122"/>
                </a:lnTo>
                <a:close/>
                <a:moveTo>
                  <a:pt x="148018" y="25759"/>
                </a:moveTo>
                <a:lnTo>
                  <a:pt x="147949" y="23430"/>
                </a:lnTo>
                <a:cubicBezTo>
                  <a:pt x="147008" y="24361"/>
                  <a:pt x="146052" y="25034"/>
                  <a:pt x="145082" y="25448"/>
                </a:cubicBezTo>
                <a:cubicBezTo>
                  <a:pt x="144112" y="25862"/>
                  <a:pt x="143093" y="26069"/>
                  <a:pt x="142026" y="26069"/>
                </a:cubicBezTo>
                <a:cubicBezTo>
                  <a:pt x="141039" y="26069"/>
                  <a:pt x="140195" y="25943"/>
                  <a:pt x="139495" y="25690"/>
                </a:cubicBezTo>
                <a:cubicBezTo>
                  <a:pt x="138795" y="25437"/>
                  <a:pt x="138218" y="25089"/>
                  <a:pt x="137764" y="24646"/>
                </a:cubicBezTo>
                <a:cubicBezTo>
                  <a:pt x="137311" y="24204"/>
                  <a:pt x="136978" y="23683"/>
                  <a:pt x="136766" y="23085"/>
                </a:cubicBezTo>
                <a:cubicBezTo>
                  <a:pt x="136553" y="22487"/>
                  <a:pt x="136447" y="21838"/>
                  <a:pt x="136447" y="21136"/>
                </a:cubicBezTo>
                <a:cubicBezTo>
                  <a:pt x="136447" y="19400"/>
                  <a:pt x="137093" y="18041"/>
                  <a:pt x="138384" y="17058"/>
                </a:cubicBezTo>
                <a:cubicBezTo>
                  <a:pt x="139676" y="16074"/>
                  <a:pt x="141584" y="15583"/>
                  <a:pt x="144109" y="15583"/>
                </a:cubicBezTo>
                <a:lnTo>
                  <a:pt x="147691" y="15583"/>
                </a:lnTo>
                <a:lnTo>
                  <a:pt x="147691" y="14073"/>
                </a:lnTo>
                <a:cubicBezTo>
                  <a:pt x="147691" y="13055"/>
                  <a:pt x="147364" y="12240"/>
                  <a:pt x="146709" y="11628"/>
                </a:cubicBezTo>
                <a:cubicBezTo>
                  <a:pt x="146055" y="11016"/>
                  <a:pt x="145056" y="10710"/>
                  <a:pt x="143713" y="10710"/>
                </a:cubicBezTo>
                <a:cubicBezTo>
                  <a:pt x="142738" y="10710"/>
                  <a:pt x="141776" y="10821"/>
                  <a:pt x="140829" y="11042"/>
                </a:cubicBezTo>
                <a:cubicBezTo>
                  <a:pt x="139882" y="11263"/>
                  <a:pt x="138904" y="11577"/>
                  <a:pt x="137893" y="11984"/>
                </a:cubicBezTo>
                <a:lnTo>
                  <a:pt x="137893" y="9281"/>
                </a:lnTo>
                <a:cubicBezTo>
                  <a:pt x="138272" y="9141"/>
                  <a:pt x="138694" y="9004"/>
                  <a:pt x="139159" y="8870"/>
                </a:cubicBezTo>
                <a:cubicBezTo>
                  <a:pt x="139624" y="8736"/>
                  <a:pt x="140115" y="8616"/>
                  <a:pt x="140631" y="8511"/>
                </a:cubicBezTo>
                <a:cubicBezTo>
                  <a:pt x="141148" y="8406"/>
                  <a:pt x="141687" y="8322"/>
                  <a:pt x="142250" y="8258"/>
                </a:cubicBezTo>
                <a:cubicBezTo>
                  <a:pt x="142812" y="8194"/>
                  <a:pt x="143380" y="8162"/>
                  <a:pt x="143954" y="8162"/>
                </a:cubicBezTo>
                <a:cubicBezTo>
                  <a:pt x="144999" y="8162"/>
                  <a:pt x="145940" y="8276"/>
                  <a:pt x="146778" y="8506"/>
                </a:cubicBezTo>
                <a:cubicBezTo>
                  <a:pt x="147616" y="8736"/>
                  <a:pt x="148325" y="9086"/>
                  <a:pt x="148905" y="9556"/>
                </a:cubicBezTo>
                <a:cubicBezTo>
                  <a:pt x="149484" y="10027"/>
                  <a:pt x="149929" y="10618"/>
                  <a:pt x="150239" y="11330"/>
                </a:cubicBezTo>
                <a:cubicBezTo>
                  <a:pt x="150549" y="12042"/>
                  <a:pt x="150704" y="12880"/>
                  <a:pt x="150704" y="13844"/>
                </a:cubicBezTo>
                <a:lnTo>
                  <a:pt x="150704" y="25759"/>
                </a:lnTo>
                <a:lnTo>
                  <a:pt x="148018" y="25759"/>
                </a:lnTo>
                <a:moveTo>
                  <a:pt x="147691" y="17873"/>
                </a:moveTo>
                <a:lnTo>
                  <a:pt x="143886" y="17873"/>
                </a:lnTo>
                <a:cubicBezTo>
                  <a:pt x="143139" y="17873"/>
                  <a:pt x="142497" y="17948"/>
                  <a:pt x="141957" y="18098"/>
                </a:cubicBezTo>
                <a:cubicBezTo>
                  <a:pt x="141418" y="18247"/>
                  <a:pt x="140976" y="18460"/>
                  <a:pt x="140631" y="18737"/>
                </a:cubicBezTo>
                <a:cubicBezTo>
                  <a:pt x="140287" y="19013"/>
                  <a:pt x="140031" y="19344"/>
                  <a:pt x="139865" y="19730"/>
                </a:cubicBezTo>
                <a:cubicBezTo>
                  <a:pt x="139699" y="20115"/>
                  <a:pt x="139615" y="20550"/>
                  <a:pt x="139615" y="21034"/>
                </a:cubicBezTo>
                <a:cubicBezTo>
                  <a:pt x="139615" y="21368"/>
                  <a:pt x="139667" y="21687"/>
                  <a:pt x="139770" y="21993"/>
                </a:cubicBezTo>
                <a:cubicBezTo>
                  <a:pt x="139874" y="22297"/>
                  <a:pt x="140040" y="22568"/>
                  <a:pt x="140270" y="22804"/>
                </a:cubicBezTo>
                <a:cubicBezTo>
                  <a:pt x="140499" y="23040"/>
                  <a:pt x="140798" y="23227"/>
                  <a:pt x="141165" y="23365"/>
                </a:cubicBezTo>
                <a:cubicBezTo>
                  <a:pt x="141532" y="23503"/>
                  <a:pt x="141980" y="23572"/>
                  <a:pt x="142508" y="23572"/>
                </a:cubicBezTo>
                <a:cubicBezTo>
                  <a:pt x="143197" y="23572"/>
                  <a:pt x="143986" y="23362"/>
                  <a:pt x="144876" y="22942"/>
                </a:cubicBezTo>
                <a:cubicBezTo>
                  <a:pt x="145765" y="22522"/>
                  <a:pt x="146704" y="21857"/>
                  <a:pt x="147691" y="20947"/>
                </a:cubicBezTo>
                <a:lnTo>
                  <a:pt x="147691" y="17873"/>
                </a:lnTo>
                <a:close/>
                <a:moveTo>
                  <a:pt x="169255" y="21041"/>
                </a:moveTo>
                <a:cubicBezTo>
                  <a:pt x="169255" y="21650"/>
                  <a:pt x="169152" y="22195"/>
                  <a:pt x="168945" y="22677"/>
                </a:cubicBezTo>
                <a:cubicBezTo>
                  <a:pt x="168738" y="23159"/>
                  <a:pt x="168457" y="23587"/>
                  <a:pt x="168101" y="23960"/>
                </a:cubicBezTo>
                <a:cubicBezTo>
                  <a:pt x="167746" y="24333"/>
                  <a:pt x="167332" y="24651"/>
                  <a:pt x="166862" y="24915"/>
                </a:cubicBezTo>
                <a:cubicBezTo>
                  <a:pt x="166391" y="25179"/>
                  <a:pt x="165889" y="25397"/>
                  <a:pt x="165355" y="25570"/>
                </a:cubicBezTo>
                <a:cubicBezTo>
                  <a:pt x="164821" y="25742"/>
                  <a:pt x="164273" y="25868"/>
                  <a:pt x="163711" y="25948"/>
                </a:cubicBezTo>
                <a:cubicBezTo>
                  <a:pt x="163148" y="26029"/>
                  <a:pt x="162597" y="26069"/>
                  <a:pt x="162058" y="26069"/>
                </a:cubicBezTo>
                <a:cubicBezTo>
                  <a:pt x="160887" y="26069"/>
                  <a:pt x="159811" y="26017"/>
                  <a:pt x="158829" y="25914"/>
                </a:cubicBezTo>
                <a:cubicBezTo>
                  <a:pt x="157848" y="25811"/>
                  <a:pt x="156886" y="25644"/>
                  <a:pt x="155945" y="25415"/>
                </a:cubicBezTo>
                <a:lnTo>
                  <a:pt x="155945" y="22660"/>
                </a:lnTo>
                <a:cubicBezTo>
                  <a:pt x="156955" y="22947"/>
                  <a:pt x="157960" y="23165"/>
                  <a:pt x="158958" y="23314"/>
                </a:cubicBezTo>
                <a:cubicBezTo>
                  <a:pt x="159957" y="23463"/>
                  <a:pt x="160950" y="23538"/>
                  <a:pt x="161937" y="23538"/>
                </a:cubicBezTo>
                <a:cubicBezTo>
                  <a:pt x="163372" y="23538"/>
                  <a:pt x="164434" y="23343"/>
                  <a:pt x="165123" y="22952"/>
                </a:cubicBezTo>
                <a:cubicBezTo>
                  <a:pt x="165811" y="22562"/>
                  <a:pt x="166156" y="22005"/>
                  <a:pt x="166156" y="21282"/>
                </a:cubicBezTo>
                <a:cubicBezTo>
                  <a:pt x="166156" y="20972"/>
                  <a:pt x="166101" y="20694"/>
                  <a:pt x="165992" y="20447"/>
                </a:cubicBezTo>
                <a:cubicBezTo>
                  <a:pt x="165883" y="20200"/>
                  <a:pt x="165685" y="19965"/>
                  <a:pt x="165398" y="19741"/>
                </a:cubicBezTo>
                <a:cubicBezTo>
                  <a:pt x="165111" y="19517"/>
                  <a:pt x="164666" y="19285"/>
                  <a:pt x="164064" y="19044"/>
                </a:cubicBezTo>
                <a:cubicBezTo>
                  <a:pt x="163461" y="18803"/>
                  <a:pt x="162637" y="18527"/>
                  <a:pt x="161593" y="18217"/>
                </a:cubicBezTo>
                <a:cubicBezTo>
                  <a:pt x="160812" y="17988"/>
                  <a:pt x="160092" y="17727"/>
                  <a:pt x="159432" y="17434"/>
                </a:cubicBezTo>
                <a:cubicBezTo>
                  <a:pt x="158772" y="17141"/>
                  <a:pt x="158201" y="16794"/>
                  <a:pt x="157719" y="16392"/>
                </a:cubicBezTo>
                <a:cubicBezTo>
                  <a:pt x="157236" y="15990"/>
                  <a:pt x="156858" y="15520"/>
                  <a:pt x="156582" y="14980"/>
                </a:cubicBezTo>
                <a:cubicBezTo>
                  <a:pt x="156307" y="14441"/>
                  <a:pt x="156169" y="13804"/>
                  <a:pt x="156169" y="13069"/>
                </a:cubicBezTo>
                <a:cubicBezTo>
                  <a:pt x="156169" y="12587"/>
                  <a:pt x="156281" y="12059"/>
                  <a:pt x="156505" y="11485"/>
                </a:cubicBezTo>
                <a:cubicBezTo>
                  <a:pt x="156728" y="10911"/>
                  <a:pt x="157110" y="10377"/>
                  <a:pt x="157650" y="9883"/>
                </a:cubicBezTo>
                <a:cubicBezTo>
                  <a:pt x="158189" y="9390"/>
                  <a:pt x="158918" y="8980"/>
                  <a:pt x="159836" y="8652"/>
                </a:cubicBezTo>
                <a:cubicBezTo>
                  <a:pt x="160755" y="8325"/>
                  <a:pt x="161903" y="8162"/>
                  <a:pt x="163280" y="8162"/>
                </a:cubicBezTo>
                <a:cubicBezTo>
                  <a:pt x="163957" y="8162"/>
                  <a:pt x="164709" y="8199"/>
                  <a:pt x="165536" y="8274"/>
                </a:cubicBezTo>
                <a:cubicBezTo>
                  <a:pt x="166362" y="8348"/>
                  <a:pt x="167223" y="8477"/>
                  <a:pt x="168119" y="8661"/>
                </a:cubicBezTo>
                <a:lnTo>
                  <a:pt x="168119" y="11330"/>
                </a:lnTo>
                <a:cubicBezTo>
                  <a:pt x="167177" y="11100"/>
                  <a:pt x="166285" y="10931"/>
                  <a:pt x="165441" y="10822"/>
                </a:cubicBezTo>
                <a:cubicBezTo>
                  <a:pt x="164597" y="10713"/>
                  <a:pt x="163866" y="10658"/>
                  <a:pt x="163246" y="10658"/>
                </a:cubicBezTo>
                <a:cubicBezTo>
                  <a:pt x="162500" y="10658"/>
                  <a:pt x="161871" y="10716"/>
                  <a:pt x="161360" y="10831"/>
                </a:cubicBezTo>
                <a:cubicBezTo>
                  <a:pt x="160849" y="10945"/>
                  <a:pt x="160436" y="11103"/>
                  <a:pt x="160121" y="11304"/>
                </a:cubicBezTo>
                <a:cubicBezTo>
                  <a:pt x="159805" y="11505"/>
                  <a:pt x="159578" y="11740"/>
                  <a:pt x="159440" y="12010"/>
                </a:cubicBezTo>
                <a:cubicBezTo>
                  <a:pt x="159303" y="12280"/>
                  <a:pt x="159234" y="12570"/>
                  <a:pt x="159234" y="12880"/>
                </a:cubicBezTo>
                <a:cubicBezTo>
                  <a:pt x="159234" y="13189"/>
                  <a:pt x="159294" y="13471"/>
                  <a:pt x="159415" y="13723"/>
                </a:cubicBezTo>
                <a:cubicBezTo>
                  <a:pt x="159535" y="13976"/>
                  <a:pt x="159759" y="14220"/>
                  <a:pt x="160086" y="14455"/>
                </a:cubicBezTo>
                <a:cubicBezTo>
                  <a:pt x="160413" y="14690"/>
                  <a:pt x="160870" y="14926"/>
                  <a:pt x="161455" y="15161"/>
                </a:cubicBezTo>
                <a:cubicBezTo>
                  <a:pt x="162040" y="15396"/>
                  <a:pt x="162804" y="15652"/>
                  <a:pt x="163745" y="15927"/>
                </a:cubicBezTo>
                <a:cubicBezTo>
                  <a:pt x="164767" y="16226"/>
                  <a:pt x="165628" y="16539"/>
                  <a:pt x="166328" y="16866"/>
                </a:cubicBezTo>
                <a:cubicBezTo>
                  <a:pt x="167028" y="17193"/>
                  <a:pt x="167596" y="17557"/>
                  <a:pt x="168033" y="17959"/>
                </a:cubicBezTo>
                <a:cubicBezTo>
                  <a:pt x="168469" y="18361"/>
                  <a:pt x="168782" y="18814"/>
                  <a:pt x="168971" y="19319"/>
                </a:cubicBezTo>
                <a:cubicBezTo>
                  <a:pt x="169160" y="19824"/>
                  <a:pt x="169255" y="20398"/>
                  <a:pt x="169255" y="21041"/>
                </a:cubicBezTo>
                <a:close/>
                <a:moveTo>
                  <a:pt x="188674" y="25122"/>
                </a:moveTo>
                <a:cubicBezTo>
                  <a:pt x="187894" y="25420"/>
                  <a:pt x="187093" y="25641"/>
                  <a:pt x="186272" y="25785"/>
                </a:cubicBezTo>
                <a:cubicBezTo>
                  <a:pt x="185451" y="25928"/>
                  <a:pt x="184605" y="26000"/>
                  <a:pt x="183732" y="26000"/>
                </a:cubicBezTo>
                <a:cubicBezTo>
                  <a:pt x="181000" y="26000"/>
                  <a:pt x="178897" y="25260"/>
                  <a:pt x="177422" y="23779"/>
                </a:cubicBezTo>
                <a:cubicBezTo>
                  <a:pt x="175947" y="22298"/>
                  <a:pt x="175209" y="20134"/>
                  <a:pt x="175209" y="17288"/>
                </a:cubicBezTo>
                <a:cubicBezTo>
                  <a:pt x="175209" y="15922"/>
                  <a:pt x="175422" y="14682"/>
                  <a:pt x="175846" y="13568"/>
                </a:cubicBezTo>
                <a:cubicBezTo>
                  <a:pt x="176271" y="12455"/>
                  <a:pt x="176868" y="11502"/>
                  <a:pt x="177637" y="10710"/>
                </a:cubicBezTo>
                <a:cubicBezTo>
                  <a:pt x="178406" y="9918"/>
                  <a:pt x="179324" y="9307"/>
                  <a:pt x="180392" y="8876"/>
                </a:cubicBezTo>
                <a:cubicBezTo>
                  <a:pt x="181460" y="8446"/>
                  <a:pt x="182636" y="8231"/>
                  <a:pt x="183922" y="8231"/>
                </a:cubicBezTo>
                <a:cubicBezTo>
                  <a:pt x="184817" y="8231"/>
                  <a:pt x="185655" y="8295"/>
                  <a:pt x="186436" y="8424"/>
                </a:cubicBezTo>
                <a:cubicBezTo>
                  <a:pt x="187216" y="8553"/>
                  <a:pt x="187962" y="8764"/>
                  <a:pt x="188674" y="9057"/>
                </a:cubicBezTo>
                <a:lnTo>
                  <a:pt x="188674" y="11915"/>
                </a:lnTo>
                <a:cubicBezTo>
                  <a:pt x="187928" y="11519"/>
                  <a:pt x="187167" y="11230"/>
                  <a:pt x="186393" y="11050"/>
                </a:cubicBezTo>
                <a:cubicBezTo>
                  <a:pt x="185618" y="10869"/>
                  <a:pt x="184817" y="10779"/>
                  <a:pt x="183991" y="10779"/>
                </a:cubicBezTo>
                <a:cubicBezTo>
                  <a:pt x="183222" y="10779"/>
                  <a:pt x="182496" y="10925"/>
                  <a:pt x="181813" y="11218"/>
                </a:cubicBezTo>
                <a:cubicBezTo>
                  <a:pt x="181129" y="11511"/>
                  <a:pt x="180530" y="11933"/>
                  <a:pt x="180013" y="12484"/>
                </a:cubicBezTo>
                <a:cubicBezTo>
                  <a:pt x="179497" y="13035"/>
                  <a:pt x="179089" y="13706"/>
                  <a:pt x="178791" y="14498"/>
                </a:cubicBezTo>
                <a:cubicBezTo>
                  <a:pt x="178492" y="15290"/>
                  <a:pt x="178343" y="16186"/>
                  <a:pt x="178343" y="17184"/>
                </a:cubicBezTo>
                <a:cubicBezTo>
                  <a:pt x="178343" y="19273"/>
                  <a:pt x="178851" y="20837"/>
                  <a:pt x="179867" y="21876"/>
                </a:cubicBezTo>
                <a:cubicBezTo>
                  <a:pt x="180883" y="22915"/>
                  <a:pt x="182292" y="23435"/>
                  <a:pt x="184094" y="23435"/>
                </a:cubicBezTo>
                <a:cubicBezTo>
                  <a:pt x="184909" y="23435"/>
                  <a:pt x="185698" y="23343"/>
                  <a:pt x="186462" y="23159"/>
                </a:cubicBezTo>
                <a:cubicBezTo>
                  <a:pt x="187225" y="22975"/>
                  <a:pt x="187962" y="22700"/>
                  <a:pt x="188674" y="22333"/>
                </a:cubicBezTo>
                <a:lnTo>
                  <a:pt x="188674" y="25122"/>
                </a:lnTo>
                <a:close/>
                <a:moveTo>
                  <a:pt x="206027" y="25759"/>
                </a:moveTo>
                <a:lnTo>
                  <a:pt x="205958" y="23430"/>
                </a:lnTo>
                <a:cubicBezTo>
                  <a:pt x="205017" y="24361"/>
                  <a:pt x="204061" y="25034"/>
                  <a:pt x="203091" y="25448"/>
                </a:cubicBezTo>
                <a:cubicBezTo>
                  <a:pt x="202121" y="25862"/>
                  <a:pt x="201102" y="26069"/>
                  <a:pt x="200035" y="26069"/>
                </a:cubicBezTo>
                <a:cubicBezTo>
                  <a:pt x="199047" y="26069"/>
                  <a:pt x="198204" y="25943"/>
                  <a:pt x="197503" y="25690"/>
                </a:cubicBezTo>
                <a:cubicBezTo>
                  <a:pt x="196803" y="25437"/>
                  <a:pt x="196226" y="25089"/>
                  <a:pt x="195773" y="24646"/>
                </a:cubicBezTo>
                <a:cubicBezTo>
                  <a:pt x="195320" y="24204"/>
                  <a:pt x="194987" y="23683"/>
                  <a:pt x="194774" y="23085"/>
                </a:cubicBezTo>
                <a:cubicBezTo>
                  <a:pt x="194562" y="22487"/>
                  <a:pt x="194456" y="21838"/>
                  <a:pt x="194456" y="21136"/>
                </a:cubicBezTo>
                <a:cubicBezTo>
                  <a:pt x="194456" y="19400"/>
                  <a:pt x="195101" y="18041"/>
                  <a:pt x="196393" y="17058"/>
                </a:cubicBezTo>
                <a:cubicBezTo>
                  <a:pt x="197684" y="16074"/>
                  <a:pt x="199593" y="15583"/>
                  <a:pt x="202118" y="15583"/>
                </a:cubicBezTo>
                <a:lnTo>
                  <a:pt x="205700" y="15583"/>
                </a:lnTo>
                <a:lnTo>
                  <a:pt x="205700" y="14073"/>
                </a:lnTo>
                <a:cubicBezTo>
                  <a:pt x="205700" y="13055"/>
                  <a:pt x="205372" y="12240"/>
                  <a:pt x="204718" y="11628"/>
                </a:cubicBezTo>
                <a:cubicBezTo>
                  <a:pt x="204064" y="11016"/>
                  <a:pt x="203065" y="10710"/>
                  <a:pt x="201722" y="10710"/>
                </a:cubicBezTo>
                <a:cubicBezTo>
                  <a:pt x="200746" y="10710"/>
                  <a:pt x="199785" y="10821"/>
                  <a:pt x="198838" y="11042"/>
                </a:cubicBezTo>
                <a:cubicBezTo>
                  <a:pt x="197891" y="11263"/>
                  <a:pt x="196912" y="11577"/>
                  <a:pt x="195902" y="11984"/>
                </a:cubicBezTo>
                <a:lnTo>
                  <a:pt x="195902" y="9281"/>
                </a:lnTo>
                <a:cubicBezTo>
                  <a:pt x="196281" y="9141"/>
                  <a:pt x="196703" y="9004"/>
                  <a:pt x="197168" y="8870"/>
                </a:cubicBezTo>
                <a:cubicBezTo>
                  <a:pt x="197633" y="8736"/>
                  <a:pt x="198123" y="8616"/>
                  <a:pt x="198640" y="8511"/>
                </a:cubicBezTo>
                <a:cubicBezTo>
                  <a:pt x="199156" y="8406"/>
                  <a:pt x="199696" y="8322"/>
                  <a:pt x="200258" y="8258"/>
                </a:cubicBezTo>
                <a:cubicBezTo>
                  <a:pt x="200821" y="8194"/>
                  <a:pt x="201389" y="8162"/>
                  <a:pt x="201963" y="8162"/>
                </a:cubicBezTo>
                <a:cubicBezTo>
                  <a:pt x="203008" y="8162"/>
                  <a:pt x="203949" y="8276"/>
                  <a:pt x="204787" y="8506"/>
                </a:cubicBezTo>
                <a:cubicBezTo>
                  <a:pt x="205625" y="8736"/>
                  <a:pt x="206334" y="9086"/>
                  <a:pt x="206913" y="9556"/>
                </a:cubicBezTo>
                <a:cubicBezTo>
                  <a:pt x="207493" y="10027"/>
                  <a:pt x="207938" y="10618"/>
                  <a:pt x="208248" y="11330"/>
                </a:cubicBezTo>
                <a:cubicBezTo>
                  <a:pt x="208558" y="12042"/>
                  <a:pt x="208713" y="12880"/>
                  <a:pt x="208713" y="13844"/>
                </a:cubicBezTo>
                <a:lnTo>
                  <a:pt x="208713" y="25759"/>
                </a:lnTo>
                <a:lnTo>
                  <a:pt x="206027" y="25759"/>
                </a:lnTo>
                <a:moveTo>
                  <a:pt x="205700" y="17873"/>
                </a:moveTo>
                <a:lnTo>
                  <a:pt x="201894" y="17873"/>
                </a:lnTo>
                <a:cubicBezTo>
                  <a:pt x="201148" y="17873"/>
                  <a:pt x="200505" y="17948"/>
                  <a:pt x="199966" y="18098"/>
                </a:cubicBezTo>
                <a:cubicBezTo>
                  <a:pt x="199426" y="18247"/>
                  <a:pt x="198984" y="18460"/>
                  <a:pt x="198640" y="18737"/>
                </a:cubicBezTo>
                <a:cubicBezTo>
                  <a:pt x="198296" y="19013"/>
                  <a:pt x="198040" y="19344"/>
                  <a:pt x="197874" y="19730"/>
                </a:cubicBezTo>
                <a:cubicBezTo>
                  <a:pt x="197707" y="20115"/>
                  <a:pt x="197624" y="20550"/>
                  <a:pt x="197624" y="21034"/>
                </a:cubicBezTo>
                <a:cubicBezTo>
                  <a:pt x="197624" y="21368"/>
                  <a:pt x="197676" y="21687"/>
                  <a:pt x="197779" y="21993"/>
                </a:cubicBezTo>
                <a:cubicBezTo>
                  <a:pt x="197882" y="22297"/>
                  <a:pt x="198049" y="22568"/>
                  <a:pt x="198278" y="22804"/>
                </a:cubicBezTo>
                <a:cubicBezTo>
                  <a:pt x="198508" y="23040"/>
                  <a:pt x="198806" y="23227"/>
                  <a:pt x="199174" y="23365"/>
                </a:cubicBezTo>
                <a:cubicBezTo>
                  <a:pt x="199541" y="23503"/>
                  <a:pt x="199989" y="23572"/>
                  <a:pt x="200517" y="23572"/>
                </a:cubicBezTo>
                <a:cubicBezTo>
                  <a:pt x="201205" y="23572"/>
                  <a:pt x="201995" y="23362"/>
                  <a:pt x="202884" y="22942"/>
                </a:cubicBezTo>
                <a:cubicBezTo>
                  <a:pt x="203774" y="22522"/>
                  <a:pt x="204712" y="21857"/>
                  <a:pt x="205700" y="20947"/>
                </a:cubicBezTo>
                <a:lnTo>
                  <a:pt x="205700" y="17873"/>
                </a:lnTo>
                <a:close/>
                <a:moveTo>
                  <a:pt x="213720" y="17477"/>
                </a:moveTo>
                <a:cubicBezTo>
                  <a:pt x="213720" y="16008"/>
                  <a:pt x="213921" y="14702"/>
                  <a:pt x="214322" y="13560"/>
                </a:cubicBezTo>
                <a:cubicBezTo>
                  <a:pt x="214724" y="12418"/>
                  <a:pt x="215295" y="11453"/>
                  <a:pt x="216036" y="10667"/>
                </a:cubicBezTo>
                <a:cubicBezTo>
                  <a:pt x="216776" y="9881"/>
                  <a:pt x="217666" y="9284"/>
                  <a:pt x="218705" y="8876"/>
                </a:cubicBezTo>
                <a:cubicBezTo>
                  <a:pt x="219743" y="8469"/>
                  <a:pt x="220900" y="8265"/>
                  <a:pt x="222174" y="8265"/>
                </a:cubicBezTo>
                <a:cubicBezTo>
                  <a:pt x="222725" y="8265"/>
                  <a:pt x="223267" y="8299"/>
                  <a:pt x="223801" y="8368"/>
                </a:cubicBezTo>
                <a:cubicBezTo>
                  <a:pt x="224335" y="8437"/>
                  <a:pt x="224860" y="8546"/>
                  <a:pt x="225377" y="8695"/>
                </a:cubicBezTo>
                <a:lnTo>
                  <a:pt x="225377" y="1412"/>
                </a:lnTo>
                <a:lnTo>
                  <a:pt x="228390" y="1412"/>
                </a:lnTo>
                <a:lnTo>
                  <a:pt x="228390" y="25759"/>
                </a:lnTo>
                <a:lnTo>
                  <a:pt x="225704" y="25759"/>
                </a:lnTo>
                <a:lnTo>
                  <a:pt x="225601" y="22488"/>
                </a:lnTo>
                <a:cubicBezTo>
                  <a:pt x="224763" y="23704"/>
                  <a:pt x="223856" y="24605"/>
                  <a:pt x="222880" y="25191"/>
                </a:cubicBezTo>
                <a:cubicBezTo>
                  <a:pt x="221904" y="25776"/>
                  <a:pt x="220848" y="26069"/>
                  <a:pt x="219712" y="26069"/>
                </a:cubicBezTo>
                <a:cubicBezTo>
                  <a:pt x="218725" y="26069"/>
                  <a:pt x="217855" y="25862"/>
                  <a:pt x="217103" y="25449"/>
                </a:cubicBezTo>
                <a:cubicBezTo>
                  <a:pt x="216351" y="25036"/>
                  <a:pt x="215726" y="24453"/>
                  <a:pt x="215226" y="23701"/>
                </a:cubicBezTo>
                <a:cubicBezTo>
                  <a:pt x="214727" y="22950"/>
                  <a:pt x="214351" y="22046"/>
                  <a:pt x="214099" y="20990"/>
                </a:cubicBezTo>
                <a:cubicBezTo>
                  <a:pt x="213846" y="19933"/>
                  <a:pt x="213720" y="18763"/>
                  <a:pt x="213720" y="17477"/>
                </a:cubicBezTo>
                <a:moveTo>
                  <a:pt x="216785" y="17288"/>
                </a:moveTo>
                <a:cubicBezTo>
                  <a:pt x="216785" y="19377"/>
                  <a:pt x="217092" y="20935"/>
                  <a:pt x="217706" y="21962"/>
                </a:cubicBezTo>
                <a:cubicBezTo>
                  <a:pt x="218320" y="22990"/>
                  <a:pt x="219190" y="23503"/>
                  <a:pt x="220314" y="23503"/>
                </a:cubicBezTo>
                <a:cubicBezTo>
                  <a:pt x="221072" y="23503"/>
                  <a:pt x="221873" y="23165"/>
                  <a:pt x="222716" y="22488"/>
                </a:cubicBezTo>
                <a:cubicBezTo>
                  <a:pt x="223560" y="21810"/>
                  <a:pt x="224447" y="20806"/>
                  <a:pt x="225377" y="19474"/>
                </a:cubicBezTo>
                <a:lnTo>
                  <a:pt x="225377" y="11450"/>
                </a:lnTo>
                <a:cubicBezTo>
                  <a:pt x="224883" y="11221"/>
                  <a:pt x="224338" y="11046"/>
                  <a:pt x="223741" y="10925"/>
                </a:cubicBezTo>
                <a:cubicBezTo>
                  <a:pt x="223144" y="10805"/>
                  <a:pt x="222553" y="10744"/>
                  <a:pt x="221967" y="10744"/>
                </a:cubicBezTo>
                <a:cubicBezTo>
                  <a:pt x="220337" y="10744"/>
                  <a:pt x="219066" y="11272"/>
                  <a:pt x="218154" y="12329"/>
                </a:cubicBezTo>
                <a:cubicBezTo>
                  <a:pt x="217241" y="13385"/>
                  <a:pt x="216785" y="15038"/>
                  <a:pt x="216785" y="17288"/>
                </a:cubicBezTo>
                <a:close/>
                <a:moveTo>
                  <a:pt x="247853" y="16203"/>
                </a:moveTo>
                <a:cubicBezTo>
                  <a:pt x="247853" y="16627"/>
                  <a:pt x="247848" y="16983"/>
                  <a:pt x="247836" y="17270"/>
                </a:cubicBezTo>
                <a:cubicBezTo>
                  <a:pt x="247825" y="17557"/>
                  <a:pt x="247808" y="17827"/>
                  <a:pt x="247785" y="18080"/>
                </a:cubicBezTo>
                <a:lnTo>
                  <a:pt x="235645" y="18080"/>
                </a:lnTo>
                <a:cubicBezTo>
                  <a:pt x="235645" y="19847"/>
                  <a:pt x="236139" y="21205"/>
                  <a:pt x="237126" y="22152"/>
                </a:cubicBezTo>
                <a:cubicBezTo>
                  <a:pt x="238113" y="23099"/>
                  <a:pt x="239537" y="23572"/>
                  <a:pt x="241396" y="23572"/>
                </a:cubicBezTo>
                <a:cubicBezTo>
                  <a:pt x="241902" y="23572"/>
                  <a:pt x="242407" y="23552"/>
                  <a:pt x="242912" y="23511"/>
                </a:cubicBezTo>
                <a:cubicBezTo>
                  <a:pt x="243417" y="23470"/>
                  <a:pt x="243905" y="23414"/>
                  <a:pt x="244375" y="23344"/>
                </a:cubicBezTo>
                <a:cubicBezTo>
                  <a:pt x="244846" y="23273"/>
                  <a:pt x="245296" y="23194"/>
                  <a:pt x="245727" y="23106"/>
                </a:cubicBezTo>
                <a:cubicBezTo>
                  <a:pt x="246157" y="23018"/>
                  <a:pt x="246556" y="22921"/>
                  <a:pt x="246924" y="22815"/>
                </a:cubicBezTo>
                <a:lnTo>
                  <a:pt x="246924" y="25277"/>
                </a:lnTo>
                <a:cubicBezTo>
                  <a:pt x="246109" y="25512"/>
                  <a:pt x="245187" y="25702"/>
                  <a:pt x="244160" y="25849"/>
                </a:cubicBezTo>
                <a:cubicBezTo>
                  <a:pt x="243133" y="25996"/>
                  <a:pt x="242068" y="26069"/>
                  <a:pt x="240966" y="26069"/>
                </a:cubicBezTo>
                <a:cubicBezTo>
                  <a:pt x="239485" y="26069"/>
                  <a:pt x="238211" y="25868"/>
                  <a:pt x="237143" y="25466"/>
                </a:cubicBezTo>
                <a:cubicBezTo>
                  <a:pt x="236076" y="25065"/>
                  <a:pt x="235201" y="24482"/>
                  <a:pt x="234518" y="23719"/>
                </a:cubicBezTo>
                <a:cubicBezTo>
                  <a:pt x="233835" y="22955"/>
                  <a:pt x="233329" y="22020"/>
                  <a:pt x="233002" y="20912"/>
                </a:cubicBezTo>
                <a:cubicBezTo>
                  <a:pt x="232675" y="19804"/>
                  <a:pt x="232512" y="18550"/>
                  <a:pt x="232512" y="17150"/>
                </a:cubicBezTo>
                <a:cubicBezTo>
                  <a:pt x="232512" y="15933"/>
                  <a:pt x="232687" y="14782"/>
                  <a:pt x="233037" y="13697"/>
                </a:cubicBezTo>
                <a:cubicBezTo>
                  <a:pt x="233387" y="12613"/>
                  <a:pt x="233898" y="11660"/>
                  <a:pt x="234569" y="10839"/>
                </a:cubicBezTo>
                <a:cubicBezTo>
                  <a:pt x="235241" y="10018"/>
                  <a:pt x="236064" y="9367"/>
                  <a:pt x="237040" y="8885"/>
                </a:cubicBezTo>
                <a:cubicBezTo>
                  <a:pt x="238016" y="8403"/>
                  <a:pt x="239124" y="8162"/>
                  <a:pt x="240363" y="8162"/>
                </a:cubicBezTo>
                <a:cubicBezTo>
                  <a:pt x="241569" y="8162"/>
                  <a:pt x="242636" y="8351"/>
                  <a:pt x="243566" y="8730"/>
                </a:cubicBezTo>
                <a:cubicBezTo>
                  <a:pt x="244496" y="9109"/>
                  <a:pt x="245279" y="9645"/>
                  <a:pt x="245916" y="10340"/>
                </a:cubicBezTo>
                <a:cubicBezTo>
                  <a:pt x="246553" y="11034"/>
                  <a:pt x="247036" y="11878"/>
                  <a:pt x="247363" y="12871"/>
                </a:cubicBezTo>
                <a:cubicBezTo>
                  <a:pt x="247690" y="13864"/>
                  <a:pt x="247853" y="14974"/>
                  <a:pt x="247853" y="16203"/>
                </a:cubicBezTo>
                <a:moveTo>
                  <a:pt x="244737" y="15772"/>
                </a:moveTo>
                <a:cubicBezTo>
                  <a:pt x="244771" y="15003"/>
                  <a:pt x="244697" y="14300"/>
                  <a:pt x="244513" y="13663"/>
                </a:cubicBezTo>
                <a:cubicBezTo>
                  <a:pt x="244329" y="13026"/>
                  <a:pt x="244045" y="12478"/>
                  <a:pt x="243661" y="12019"/>
                </a:cubicBezTo>
                <a:cubicBezTo>
                  <a:pt x="243276" y="11559"/>
                  <a:pt x="242797" y="11201"/>
                  <a:pt x="242223" y="10942"/>
                </a:cubicBezTo>
                <a:cubicBezTo>
                  <a:pt x="241649" y="10684"/>
                  <a:pt x="240983" y="10555"/>
                  <a:pt x="240226" y="10555"/>
                </a:cubicBezTo>
                <a:cubicBezTo>
                  <a:pt x="239571" y="10555"/>
                  <a:pt x="238974" y="10681"/>
                  <a:pt x="238435" y="10934"/>
                </a:cubicBezTo>
                <a:cubicBezTo>
                  <a:pt x="237895" y="11186"/>
                  <a:pt x="237430" y="11542"/>
                  <a:pt x="237040" y="12001"/>
                </a:cubicBezTo>
                <a:cubicBezTo>
                  <a:pt x="236650" y="12461"/>
                  <a:pt x="236334" y="13012"/>
                  <a:pt x="236093" y="13654"/>
                </a:cubicBezTo>
                <a:cubicBezTo>
                  <a:pt x="235852" y="14297"/>
                  <a:pt x="235703" y="15003"/>
                  <a:pt x="235645" y="15772"/>
                </a:cubicBezTo>
                <a:lnTo>
                  <a:pt x="244737" y="15772"/>
                </a:lnTo>
                <a:close/>
                <a:moveTo>
                  <a:pt x="253635" y="8472"/>
                </a:moveTo>
                <a:lnTo>
                  <a:pt x="256373" y="8472"/>
                </a:lnTo>
                <a:lnTo>
                  <a:pt x="256459" y="11649"/>
                </a:lnTo>
                <a:cubicBezTo>
                  <a:pt x="257481" y="10424"/>
                  <a:pt x="258488" y="9536"/>
                  <a:pt x="259481" y="8987"/>
                </a:cubicBezTo>
                <a:cubicBezTo>
                  <a:pt x="260474" y="8437"/>
                  <a:pt x="261476" y="8162"/>
                  <a:pt x="262486" y="8162"/>
                </a:cubicBezTo>
                <a:cubicBezTo>
                  <a:pt x="264276" y="8162"/>
                  <a:pt x="265634" y="8740"/>
                  <a:pt x="266558" y="9896"/>
                </a:cubicBezTo>
                <a:cubicBezTo>
                  <a:pt x="267482" y="11053"/>
                  <a:pt x="267910" y="12770"/>
                  <a:pt x="267841" y="15049"/>
                </a:cubicBezTo>
                <a:lnTo>
                  <a:pt x="264810" y="15049"/>
                </a:lnTo>
                <a:cubicBezTo>
                  <a:pt x="264845" y="13540"/>
                  <a:pt x="264624" y="12445"/>
                  <a:pt x="264147" y="11765"/>
                </a:cubicBezTo>
                <a:cubicBezTo>
                  <a:pt x="263671" y="11085"/>
                  <a:pt x="262974" y="10744"/>
                  <a:pt x="262055" y="10744"/>
                </a:cubicBezTo>
                <a:cubicBezTo>
                  <a:pt x="261653" y="10744"/>
                  <a:pt x="261249" y="10816"/>
                  <a:pt x="260841" y="10959"/>
                </a:cubicBezTo>
                <a:cubicBezTo>
                  <a:pt x="260434" y="11102"/>
                  <a:pt x="260015" y="11330"/>
                  <a:pt x="259584" y="11645"/>
                </a:cubicBezTo>
                <a:cubicBezTo>
                  <a:pt x="259154" y="11959"/>
                  <a:pt x="258698" y="12362"/>
                  <a:pt x="258215" y="12854"/>
                </a:cubicBezTo>
                <a:cubicBezTo>
                  <a:pt x="257733" y="13345"/>
                  <a:pt x="257217" y="13940"/>
                  <a:pt x="256666" y="14637"/>
                </a:cubicBezTo>
                <a:lnTo>
                  <a:pt x="256666" y="25759"/>
                </a:lnTo>
                <a:lnTo>
                  <a:pt x="253635" y="25759"/>
                </a:lnTo>
                <a:lnTo>
                  <a:pt x="253635" y="8472"/>
                </a:lnTo>
                <a:close/>
                <a:moveTo>
                  <a:pt x="287208" y="25759"/>
                </a:moveTo>
                <a:lnTo>
                  <a:pt x="283213" y="25759"/>
                </a:lnTo>
                <a:lnTo>
                  <a:pt x="276653" y="11713"/>
                </a:lnTo>
                <a:lnTo>
                  <a:pt x="274759" y="7197"/>
                </a:lnTo>
                <a:lnTo>
                  <a:pt x="274759" y="18555"/>
                </a:lnTo>
                <a:lnTo>
                  <a:pt x="274759" y="25759"/>
                </a:lnTo>
                <a:lnTo>
                  <a:pt x="271901" y="25759"/>
                </a:lnTo>
                <a:lnTo>
                  <a:pt x="271901" y="3237"/>
                </a:lnTo>
                <a:lnTo>
                  <a:pt x="275844" y="3237"/>
                </a:lnTo>
                <a:lnTo>
                  <a:pt x="282094" y="16542"/>
                </a:lnTo>
                <a:lnTo>
                  <a:pt x="284350" y="21695"/>
                </a:lnTo>
                <a:lnTo>
                  <a:pt x="284350" y="9631"/>
                </a:lnTo>
                <a:lnTo>
                  <a:pt x="284350" y="3237"/>
                </a:lnTo>
                <a:lnTo>
                  <a:pt x="287208" y="3237"/>
                </a:lnTo>
                <a:lnTo>
                  <a:pt x="287208" y="25759"/>
                </a:lnTo>
                <a:close/>
                <a:moveTo>
                  <a:pt x="307333" y="16978"/>
                </a:moveTo>
                <a:cubicBezTo>
                  <a:pt x="307333" y="18321"/>
                  <a:pt x="307143" y="19552"/>
                  <a:pt x="306765" y="20671"/>
                </a:cubicBezTo>
                <a:cubicBezTo>
                  <a:pt x="306386" y="21790"/>
                  <a:pt x="305840" y="22749"/>
                  <a:pt x="305129" y="23546"/>
                </a:cubicBezTo>
                <a:cubicBezTo>
                  <a:pt x="304417" y="24344"/>
                  <a:pt x="303550" y="24964"/>
                  <a:pt x="302529" y="25406"/>
                </a:cubicBezTo>
                <a:cubicBezTo>
                  <a:pt x="301507" y="25848"/>
                  <a:pt x="300348" y="26069"/>
                  <a:pt x="299051" y="26069"/>
                </a:cubicBezTo>
                <a:cubicBezTo>
                  <a:pt x="297811" y="26069"/>
                  <a:pt x="296700" y="25877"/>
                  <a:pt x="295719" y="25492"/>
                </a:cubicBezTo>
                <a:cubicBezTo>
                  <a:pt x="294737" y="25108"/>
                  <a:pt x="293905" y="24542"/>
                  <a:pt x="293222" y="23796"/>
                </a:cubicBezTo>
                <a:cubicBezTo>
                  <a:pt x="292539" y="23050"/>
                  <a:pt x="292017" y="22126"/>
                  <a:pt x="291655" y="21024"/>
                </a:cubicBezTo>
                <a:cubicBezTo>
                  <a:pt x="291294" y="19922"/>
                  <a:pt x="291113" y="18654"/>
                  <a:pt x="291113" y="17219"/>
                </a:cubicBezTo>
                <a:cubicBezTo>
                  <a:pt x="291113" y="15876"/>
                  <a:pt x="291302" y="14650"/>
                  <a:pt x="291681" y="13542"/>
                </a:cubicBezTo>
                <a:cubicBezTo>
                  <a:pt x="292060" y="12435"/>
                  <a:pt x="292605" y="11482"/>
                  <a:pt x="293317" y="10684"/>
                </a:cubicBezTo>
                <a:cubicBezTo>
                  <a:pt x="294029" y="9886"/>
                  <a:pt x="294895" y="9266"/>
                  <a:pt x="295917" y="8825"/>
                </a:cubicBezTo>
                <a:cubicBezTo>
                  <a:pt x="296938" y="8383"/>
                  <a:pt x="298098" y="8162"/>
                  <a:pt x="299395" y="8162"/>
                </a:cubicBezTo>
                <a:cubicBezTo>
                  <a:pt x="300635" y="8162"/>
                  <a:pt x="301745" y="8354"/>
                  <a:pt x="302727" y="8738"/>
                </a:cubicBezTo>
                <a:cubicBezTo>
                  <a:pt x="303708" y="9123"/>
                  <a:pt x="304540" y="9685"/>
                  <a:pt x="305223" y="10426"/>
                </a:cubicBezTo>
                <a:cubicBezTo>
                  <a:pt x="305906" y="11166"/>
                  <a:pt x="306429" y="12087"/>
                  <a:pt x="306790" y="13189"/>
                </a:cubicBezTo>
                <a:cubicBezTo>
                  <a:pt x="307152" y="14291"/>
                  <a:pt x="307333" y="15554"/>
                  <a:pt x="307333" y="16978"/>
                </a:cubicBezTo>
                <a:moveTo>
                  <a:pt x="304268" y="17115"/>
                </a:moveTo>
                <a:cubicBezTo>
                  <a:pt x="304268" y="16048"/>
                  <a:pt x="304150" y="15115"/>
                  <a:pt x="303915" y="14317"/>
                </a:cubicBezTo>
                <a:cubicBezTo>
                  <a:pt x="303680" y="13520"/>
                  <a:pt x="303344" y="12854"/>
                  <a:pt x="302908" y="12320"/>
                </a:cubicBezTo>
                <a:cubicBezTo>
                  <a:pt x="302471" y="11786"/>
                  <a:pt x="301940" y="11384"/>
                  <a:pt x="301315" y="11115"/>
                </a:cubicBezTo>
                <a:cubicBezTo>
                  <a:pt x="300689" y="10845"/>
                  <a:pt x="299992" y="10710"/>
                  <a:pt x="299223" y="10710"/>
                </a:cubicBezTo>
                <a:cubicBezTo>
                  <a:pt x="298327" y="10710"/>
                  <a:pt x="297561" y="10885"/>
                  <a:pt x="296924" y="11235"/>
                </a:cubicBezTo>
                <a:cubicBezTo>
                  <a:pt x="296287" y="11585"/>
                  <a:pt x="295765" y="12053"/>
                  <a:pt x="295357" y="12638"/>
                </a:cubicBezTo>
                <a:cubicBezTo>
                  <a:pt x="294950" y="13224"/>
                  <a:pt x="294651" y="13904"/>
                  <a:pt x="294462" y="14679"/>
                </a:cubicBezTo>
                <a:cubicBezTo>
                  <a:pt x="294272" y="15454"/>
                  <a:pt x="294178" y="16266"/>
                  <a:pt x="294178" y="17115"/>
                </a:cubicBezTo>
                <a:cubicBezTo>
                  <a:pt x="294178" y="18183"/>
                  <a:pt x="294295" y="19118"/>
                  <a:pt x="294531" y="19922"/>
                </a:cubicBezTo>
                <a:cubicBezTo>
                  <a:pt x="294766" y="20725"/>
                  <a:pt x="295102" y="21394"/>
                  <a:pt x="295538" y="21928"/>
                </a:cubicBezTo>
                <a:cubicBezTo>
                  <a:pt x="295974" y="22462"/>
                  <a:pt x="296502" y="22863"/>
                  <a:pt x="297122" y="23133"/>
                </a:cubicBezTo>
                <a:cubicBezTo>
                  <a:pt x="297742" y="23403"/>
                  <a:pt x="298442" y="23538"/>
                  <a:pt x="299223" y="23538"/>
                </a:cubicBezTo>
                <a:cubicBezTo>
                  <a:pt x="300118" y="23538"/>
                  <a:pt x="300884" y="23363"/>
                  <a:pt x="301521" y="23013"/>
                </a:cubicBezTo>
                <a:cubicBezTo>
                  <a:pt x="302159" y="22663"/>
                  <a:pt x="302681" y="22195"/>
                  <a:pt x="303088" y="21609"/>
                </a:cubicBezTo>
                <a:cubicBezTo>
                  <a:pt x="303496" y="21024"/>
                  <a:pt x="303794" y="20344"/>
                  <a:pt x="303984" y="19569"/>
                </a:cubicBezTo>
                <a:cubicBezTo>
                  <a:pt x="304173" y="18794"/>
                  <a:pt x="304268" y="17976"/>
                  <a:pt x="304268" y="17115"/>
                </a:cubicBezTo>
                <a:close/>
                <a:moveTo>
                  <a:pt x="310060" y="17477"/>
                </a:moveTo>
                <a:cubicBezTo>
                  <a:pt x="310060" y="16008"/>
                  <a:pt x="310261" y="14702"/>
                  <a:pt x="310663" y="13560"/>
                </a:cubicBezTo>
                <a:cubicBezTo>
                  <a:pt x="311065" y="12418"/>
                  <a:pt x="311636" y="11453"/>
                  <a:pt x="312376" y="10667"/>
                </a:cubicBezTo>
                <a:cubicBezTo>
                  <a:pt x="313116" y="9881"/>
                  <a:pt x="314006" y="9284"/>
                  <a:pt x="315045" y="8876"/>
                </a:cubicBezTo>
                <a:cubicBezTo>
                  <a:pt x="316084" y="8469"/>
                  <a:pt x="317240" y="8265"/>
                  <a:pt x="318514" y="8265"/>
                </a:cubicBezTo>
                <a:cubicBezTo>
                  <a:pt x="319065" y="8265"/>
                  <a:pt x="319608" y="8299"/>
                  <a:pt x="320142" y="8368"/>
                </a:cubicBezTo>
                <a:cubicBezTo>
                  <a:pt x="320675" y="8437"/>
                  <a:pt x="321201" y="8546"/>
                  <a:pt x="321717" y="8695"/>
                </a:cubicBezTo>
                <a:lnTo>
                  <a:pt x="321717" y="1412"/>
                </a:lnTo>
                <a:lnTo>
                  <a:pt x="324730" y="1412"/>
                </a:lnTo>
                <a:lnTo>
                  <a:pt x="324730" y="25759"/>
                </a:lnTo>
                <a:lnTo>
                  <a:pt x="322044" y="25759"/>
                </a:lnTo>
                <a:lnTo>
                  <a:pt x="321941" y="22488"/>
                </a:lnTo>
                <a:cubicBezTo>
                  <a:pt x="321103" y="23704"/>
                  <a:pt x="320196" y="24605"/>
                  <a:pt x="319220" y="25191"/>
                </a:cubicBezTo>
                <a:cubicBezTo>
                  <a:pt x="318245" y="25776"/>
                  <a:pt x="317189" y="26069"/>
                  <a:pt x="316052" y="26069"/>
                </a:cubicBezTo>
                <a:cubicBezTo>
                  <a:pt x="315065" y="26069"/>
                  <a:pt x="314195" y="25862"/>
                  <a:pt x="313444" y="25449"/>
                </a:cubicBezTo>
                <a:cubicBezTo>
                  <a:pt x="312692" y="25036"/>
                  <a:pt x="312066" y="24453"/>
                  <a:pt x="311567" y="23701"/>
                </a:cubicBezTo>
                <a:cubicBezTo>
                  <a:pt x="311067" y="22950"/>
                  <a:pt x="310691" y="22046"/>
                  <a:pt x="310439" y="20990"/>
                </a:cubicBezTo>
                <a:cubicBezTo>
                  <a:pt x="310186" y="19933"/>
                  <a:pt x="310060" y="18763"/>
                  <a:pt x="310060" y="17477"/>
                </a:cubicBezTo>
                <a:moveTo>
                  <a:pt x="313125" y="17288"/>
                </a:moveTo>
                <a:cubicBezTo>
                  <a:pt x="313125" y="19377"/>
                  <a:pt x="313432" y="20935"/>
                  <a:pt x="314046" y="21962"/>
                </a:cubicBezTo>
                <a:cubicBezTo>
                  <a:pt x="314660" y="22990"/>
                  <a:pt x="315530" y="23503"/>
                  <a:pt x="316655" y="23503"/>
                </a:cubicBezTo>
                <a:cubicBezTo>
                  <a:pt x="317412" y="23503"/>
                  <a:pt x="318213" y="23165"/>
                  <a:pt x="319057" y="22488"/>
                </a:cubicBezTo>
                <a:cubicBezTo>
                  <a:pt x="319901" y="21810"/>
                  <a:pt x="320787" y="20806"/>
                  <a:pt x="321717" y="19474"/>
                </a:cubicBezTo>
                <a:lnTo>
                  <a:pt x="321717" y="11450"/>
                </a:lnTo>
                <a:cubicBezTo>
                  <a:pt x="321224" y="11221"/>
                  <a:pt x="320678" y="11046"/>
                  <a:pt x="320081" y="10925"/>
                </a:cubicBezTo>
                <a:cubicBezTo>
                  <a:pt x="319484" y="10805"/>
                  <a:pt x="318893" y="10744"/>
                  <a:pt x="318308" y="10744"/>
                </a:cubicBezTo>
                <a:cubicBezTo>
                  <a:pt x="316678" y="10744"/>
                  <a:pt x="315407" y="11272"/>
                  <a:pt x="314494" y="12329"/>
                </a:cubicBezTo>
                <a:cubicBezTo>
                  <a:pt x="313581" y="13385"/>
                  <a:pt x="313125" y="15038"/>
                  <a:pt x="313125" y="17288"/>
                </a:cubicBezTo>
                <a:close/>
                <a:moveTo>
                  <a:pt x="345217" y="16203"/>
                </a:moveTo>
                <a:cubicBezTo>
                  <a:pt x="345217" y="16627"/>
                  <a:pt x="345211" y="16983"/>
                  <a:pt x="345200" y="17270"/>
                </a:cubicBezTo>
                <a:cubicBezTo>
                  <a:pt x="345188" y="17557"/>
                  <a:pt x="345171" y="17827"/>
                  <a:pt x="345148" y="18080"/>
                </a:cubicBezTo>
                <a:lnTo>
                  <a:pt x="333009" y="18080"/>
                </a:lnTo>
                <a:cubicBezTo>
                  <a:pt x="333009" y="19847"/>
                  <a:pt x="333502" y="21205"/>
                  <a:pt x="334490" y="22152"/>
                </a:cubicBezTo>
                <a:cubicBezTo>
                  <a:pt x="335477" y="23099"/>
                  <a:pt x="336900" y="23572"/>
                  <a:pt x="338760" y="23572"/>
                </a:cubicBezTo>
                <a:cubicBezTo>
                  <a:pt x="339265" y="23572"/>
                  <a:pt x="339770" y="23552"/>
                  <a:pt x="340275" y="23511"/>
                </a:cubicBezTo>
                <a:cubicBezTo>
                  <a:pt x="340780" y="23470"/>
                  <a:pt x="341268" y="23414"/>
                  <a:pt x="341739" y="23344"/>
                </a:cubicBezTo>
                <a:cubicBezTo>
                  <a:pt x="342209" y="23273"/>
                  <a:pt x="342660" y="23194"/>
                  <a:pt x="343090" y="23106"/>
                </a:cubicBezTo>
                <a:cubicBezTo>
                  <a:pt x="343521" y="23018"/>
                  <a:pt x="343920" y="22921"/>
                  <a:pt x="344287" y="22815"/>
                </a:cubicBezTo>
                <a:lnTo>
                  <a:pt x="344287" y="25277"/>
                </a:lnTo>
                <a:cubicBezTo>
                  <a:pt x="343472" y="25512"/>
                  <a:pt x="342551" y="25702"/>
                  <a:pt x="341523" y="25849"/>
                </a:cubicBezTo>
                <a:cubicBezTo>
                  <a:pt x="340496" y="25996"/>
                  <a:pt x="339431" y="26069"/>
                  <a:pt x="338329" y="26069"/>
                </a:cubicBezTo>
                <a:cubicBezTo>
                  <a:pt x="336848" y="26069"/>
                  <a:pt x="335574" y="25868"/>
                  <a:pt x="334507" y="25466"/>
                </a:cubicBezTo>
                <a:cubicBezTo>
                  <a:pt x="333439" y="25065"/>
                  <a:pt x="332564" y="24482"/>
                  <a:pt x="331881" y="23719"/>
                </a:cubicBezTo>
                <a:cubicBezTo>
                  <a:pt x="331198" y="22955"/>
                  <a:pt x="330693" y="22020"/>
                  <a:pt x="330366" y="20912"/>
                </a:cubicBezTo>
                <a:cubicBezTo>
                  <a:pt x="330039" y="19804"/>
                  <a:pt x="329875" y="18550"/>
                  <a:pt x="329875" y="17150"/>
                </a:cubicBezTo>
                <a:cubicBezTo>
                  <a:pt x="329875" y="15933"/>
                  <a:pt x="330050" y="14782"/>
                  <a:pt x="330400" y="13697"/>
                </a:cubicBezTo>
                <a:cubicBezTo>
                  <a:pt x="330750" y="12613"/>
                  <a:pt x="331261" y="11660"/>
                  <a:pt x="331933" y="10839"/>
                </a:cubicBezTo>
                <a:cubicBezTo>
                  <a:pt x="332604" y="10018"/>
                  <a:pt x="333428" y="9367"/>
                  <a:pt x="334403" y="8885"/>
                </a:cubicBezTo>
                <a:cubicBezTo>
                  <a:pt x="335379" y="8403"/>
                  <a:pt x="336487" y="8162"/>
                  <a:pt x="337727" y="8162"/>
                </a:cubicBezTo>
                <a:cubicBezTo>
                  <a:pt x="338932" y="8162"/>
                  <a:pt x="339999" y="8351"/>
                  <a:pt x="340929" y="8730"/>
                </a:cubicBezTo>
                <a:cubicBezTo>
                  <a:pt x="341859" y="9109"/>
                  <a:pt x="342643" y="9645"/>
                  <a:pt x="343280" y="10340"/>
                </a:cubicBezTo>
                <a:cubicBezTo>
                  <a:pt x="343917" y="11034"/>
                  <a:pt x="344399" y="11878"/>
                  <a:pt x="344726" y="12871"/>
                </a:cubicBezTo>
                <a:cubicBezTo>
                  <a:pt x="345053" y="13864"/>
                  <a:pt x="345217" y="14974"/>
                  <a:pt x="345217" y="16203"/>
                </a:cubicBezTo>
                <a:moveTo>
                  <a:pt x="342100" y="15772"/>
                </a:moveTo>
                <a:cubicBezTo>
                  <a:pt x="342135" y="15003"/>
                  <a:pt x="342060" y="14300"/>
                  <a:pt x="341876" y="13663"/>
                </a:cubicBezTo>
                <a:cubicBezTo>
                  <a:pt x="341693" y="13026"/>
                  <a:pt x="341409" y="12478"/>
                  <a:pt x="341024" y="12019"/>
                </a:cubicBezTo>
                <a:cubicBezTo>
                  <a:pt x="340639" y="11559"/>
                  <a:pt x="340160" y="11201"/>
                  <a:pt x="339586" y="10942"/>
                </a:cubicBezTo>
                <a:cubicBezTo>
                  <a:pt x="339012" y="10684"/>
                  <a:pt x="338346" y="10555"/>
                  <a:pt x="337589" y="10555"/>
                </a:cubicBezTo>
                <a:cubicBezTo>
                  <a:pt x="336935" y="10555"/>
                  <a:pt x="336338" y="10681"/>
                  <a:pt x="335798" y="10934"/>
                </a:cubicBezTo>
                <a:cubicBezTo>
                  <a:pt x="335259" y="11186"/>
                  <a:pt x="334794" y="11542"/>
                  <a:pt x="334403" y="12001"/>
                </a:cubicBezTo>
                <a:cubicBezTo>
                  <a:pt x="334013" y="12461"/>
                  <a:pt x="333697" y="13012"/>
                  <a:pt x="333456" y="13654"/>
                </a:cubicBezTo>
                <a:cubicBezTo>
                  <a:pt x="333215" y="14297"/>
                  <a:pt x="333066" y="15003"/>
                  <a:pt x="333009" y="15772"/>
                </a:cubicBezTo>
                <a:lnTo>
                  <a:pt x="342100" y="15772"/>
                </a:lnTo>
                <a:close/>
                <a:moveTo>
                  <a:pt x="384647" y="14636"/>
                </a:moveTo>
                <a:lnTo>
                  <a:pt x="369839" y="14636"/>
                </a:lnTo>
                <a:lnTo>
                  <a:pt x="369839" y="12105"/>
                </a:lnTo>
                <a:lnTo>
                  <a:pt x="384647" y="12105"/>
                </a:lnTo>
                <a:lnTo>
                  <a:pt x="384647" y="14636"/>
                </a:lnTo>
                <a:moveTo>
                  <a:pt x="384647" y="20645"/>
                </a:moveTo>
                <a:lnTo>
                  <a:pt x="369839" y="20645"/>
                </a:lnTo>
                <a:lnTo>
                  <a:pt x="369839" y="18114"/>
                </a:lnTo>
                <a:lnTo>
                  <a:pt x="384647" y="18114"/>
                </a:lnTo>
                <a:lnTo>
                  <a:pt x="384647" y="20645"/>
                </a:lnTo>
                <a:close/>
                <a:moveTo>
                  <a:pt x="407801" y="17477"/>
                </a:moveTo>
                <a:cubicBezTo>
                  <a:pt x="407801" y="16008"/>
                  <a:pt x="408002" y="14702"/>
                  <a:pt x="408404" y="13560"/>
                </a:cubicBezTo>
                <a:cubicBezTo>
                  <a:pt x="408806" y="12418"/>
                  <a:pt x="409377" y="11453"/>
                  <a:pt x="410117" y="10667"/>
                </a:cubicBezTo>
                <a:cubicBezTo>
                  <a:pt x="410858" y="9881"/>
                  <a:pt x="411747" y="9284"/>
                  <a:pt x="412786" y="8876"/>
                </a:cubicBezTo>
                <a:cubicBezTo>
                  <a:pt x="413825" y="8469"/>
                  <a:pt x="414981" y="8265"/>
                  <a:pt x="416256" y="8265"/>
                </a:cubicBezTo>
                <a:cubicBezTo>
                  <a:pt x="416807" y="8265"/>
                  <a:pt x="417349" y="8299"/>
                  <a:pt x="417883" y="8368"/>
                </a:cubicBezTo>
                <a:cubicBezTo>
                  <a:pt x="418417" y="8437"/>
                  <a:pt x="418942" y="8546"/>
                  <a:pt x="419458" y="8695"/>
                </a:cubicBezTo>
                <a:lnTo>
                  <a:pt x="419458" y="1412"/>
                </a:lnTo>
                <a:lnTo>
                  <a:pt x="422471" y="1412"/>
                </a:lnTo>
                <a:lnTo>
                  <a:pt x="422471" y="25759"/>
                </a:lnTo>
                <a:lnTo>
                  <a:pt x="419785" y="25759"/>
                </a:lnTo>
                <a:lnTo>
                  <a:pt x="419682" y="22488"/>
                </a:lnTo>
                <a:cubicBezTo>
                  <a:pt x="418844" y="23704"/>
                  <a:pt x="417937" y="24605"/>
                  <a:pt x="416962" y="25191"/>
                </a:cubicBezTo>
                <a:cubicBezTo>
                  <a:pt x="415986" y="25776"/>
                  <a:pt x="414930" y="26069"/>
                  <a:pt x="413793" y="26069"/>
                </a:cubicBezTo>
                <a:cubicBezTo>
                  <a:pt x="412806" y="26069"/>
                  <a:pt x="411937" y="25862"/>
                  <a:pt x="411185" y="25449"/>
                </a:cubicBezTo>
                <a:cubicBezTo>
                  <a:pt x="410433" y="25036"/>
                  <a:pt x="409807" y="24453"/>
                  <a:pt x="409308" y="23701"/>
                </a:cubicBezTo>
                <a:cubicBezTo>
                  <a:pt x="408809" y="22950"/>
                  <a:pt x="408433" y="22046"/>
                  <a:pt x="408180" y="20990"/>
                </a:cubicBezTo>
                <a:cubicBezTo>
                  <a:pt x="407927" y="19933"/>
                  <a:pt x="407801" y="18763"/>
                  <a:pt x="407801" y="17477"/>
                </a:cubicBezTo>
                <a:moveTo>
                  <a:pt x="410866" y="17288"/>
                </a:moveTo>
                <a:cubicBezTo>
                  <a:pt x="410866" y="19377"/>
                  <a:pt x="411173" y="20935"/>
                  <a:pt x="411787" y="21962"/>
                </a:cubicBezTo>
                <a:cubicBezTo>
                  <a:pt x="412401" y="22990"/>
                  <a:pt x="413271" y="23503"/>
                  <a:pt x="414396" y="23503"/>
                </a:cubicBezTo>
                <a:cubicBezTo>
                  <a:pt x="415154" y="23503"/>
                  <a:pt x="415954" y="23165"/>
                  <a:pt x="416798" y="22488"/>
                </a:cubicBezTo>
                <a:cubicBezTo>
                  <a:pt x="417642" y="21810"/>
                  <a:pt x="418528" y="20806"/>
                  <a:pt x="419458" y="19474"/>
                </a:cubicBezTo>
                <a:lnTo>
                  <a:pt x="419458" y="11450"/>
                </a:lnTo>
                <a:cubicBezTo>
                  <a:pt x="418965" y="11221"/>
                  <a:pt x="418419" y="11046"/>
                  <a:pt x="417822" y="10925"/>
                </a:cubicBezTo>
                <a:cubicBezTo>
                  <a:pt x="417226" y="10805"/>
                  <a:pt x="416634" y="10744"/>
                  <a:pt x="416049" y="10744"/>
                </a:cubicBezTo>
                <a:cubicBezTo>
                  <a:pt x="414419" y="10744"/>
                  <a:pt x="413148" y="11272"/>
                  <a:pt x="412235" y="12329"/>
                </a:cubicBezTo>
                <a:cubicBezTo>
                  <a:pt x="411322" y="13385"/>
                  <a:pt x="410866" y="15038"/>
                  <a:pt x="410866" y="17288"/>
                </a:cubicBezTo>
                <a:close/>
                <a:moveTo>
                  <a:pt x="429063" y="8472"/>
                </a:moveTo>
                <a:lnTo>
                  <a:pt x="431800" y="8472"/>
                </a:lnTo>
                <a:lnTo>
                  <a:pt x="431887" y="11649"/>
                </a:lnTo>
                <a:cubicBezTo>
                  <a:pt x="432908" y="10424"/>
                  <a:pt x="433915" y="9536"/>
                  <a:pt x="434908" y="8987"/>
                </a:cubicBezTo>
                <a:cubicBezTo>
                  <a:pt x="435901" y="8437"/>
                  <a:pt x="436903" y="8162"/>
                  <a:pt x="437913" y="8162"/>
                </a:cubicBezTo>
                <a:cubicBezTo>
                  <a:pt x="439704" y="8162"/>
                  <a:pt x="441061" y="8740"/>
                  <a:pt x="441985" y="9896"/>
                </a:cubicBezTo>
                <a:cubicBezTo>
                  <a:pt x="442909" y="11053"/>
                  <a:pt x="443337" y="12770"/>
                  <a:pt x="443268" y="15049"/>
                </a:cubicBezTo>
                <a:lnTo>
                  <a:pt x="440238" y="15049"/>
                </a:lnTo>
                <a:cubicBezTo>
                  <a:pt x="440272" y="13540"/>
                  <a:pt x="440051" y="12445"/>
                  <a:pt x="439575" y="11765"/>
                </a:cubicBezTo>
                <a:cubicBezTo>
                  <a:pt x="439098" y="11085"/>
                  <a:pt x="438401" y="10744"/>
                  <a:pt x="437483" y="10744"/>
                </a:cubicBezTo>
                <a:cubicBezTo>
                  <a:pt x="437081" y="10744"/>
                  <a:pt x="436676" y="10816"/>
                  <a:pt x="436269" y="10959"/>
                </a:cubicBezTo>
                <a:cubicBezTo>
                  <a:pt x="435861" y="11102"/>
                  <a:pt x="435442" y="11330"/>
                  <a:pt x="435012" y="11645"/>
                </a:cubicBezTo>
                <a:cubicBezTo>
                  <a:pt x="434581" y="11959"/>
                  <a:pt x="434125" y="12362"/>
                  <a:pt x="433643" y="12854"/>
                </a:cubicBezTo>
                <a:cubicBezTo>
                  <a:pt x="433161" y="13345"/>
                  <a:pt x="432644" y="13940"/>
                  <a:pt x="432093" y="14637"/>
                </a:cubicBezTo>
                <a:lnTo>
                  <a:pt x="432093" y="25759"/>
                </a:lnTo>
                <a:lnTo>
                  <a:pt x="429063" y="25759"/>
                </a:lnTo>
                <a:lnTo>
                  <a:pt x="429063" y="8472"/>
                </a:lnTo>
                <a:close/>
                <a:moveTo>
                  <a:pt x="463083" y="16978"/>
                </a:moveTo>
                <a:cubicBezTo>
                  <a:pt x="463083" y="18321"/>
                  <a:pt x="462893" y="19552"/>
                  <a:pt x="462515" y="20671"/>
                </a:cubicBezTo>
                <a:cubicBezTo>
                  <a:pt x="462136" y="21790"/>
                  <a:pt x="461591" y="22749"/>
                  <a:pt x="460879" y="23546"/>
                </a:cubicBezTo>
                <a:cubicBezTo>
                  <a:pt x="460167" y="24344"/>
                  <a:pt x="459300" y="24964"/>
                  <a:pt x="458279" y="25406"/>
                </a:cubicBezTo>
                <a:cubicBezTo>
                  <a:pt x="457257" y="25848"/>
                  <a:pt x="456098" y="26069"/>
                  <a:pt x="454801" y="26069"/>
                </a:cubicBezTo>
                <a:cubicBezTo>
                  <a:pt x="453561" y="26069"/>
                  <a:pt x="452450" y="25877"/>
                  <a:pt x="451469" y="25492"/>
                </a:cubicBezTo>
                <a:cubicBezTo>
                  <a:pt x="450487" y="25108"/>
                  <a:pt x="449655" y="24542"/>
                  <a:pt x="448972" y="23796"/>
                </a:cubicBezTo>
                <a:cubicBezTo>
                  <a:pt x="448289" y="23050"/>
                  <a:pt x="447767" y="22126"/>
                  <a:pt x="447405" y="21024"/>
                </a:cubicBezTo>
                <a:cubicBezTo>
                  <a:pt x="447044" y="19922"/>
                  <a:pt x="446863" y="18654"/>
                  <a:pt x="446863" y="17219"/>
                </a:cubicBezTo>
                <a:cubicBezTo>
                  <a:pt x="446863" y="15876"/>
                  <a:pt x="447052" y="14650"/>
                  <a:pt x="447431" y="13542"/>
                </a:cubicBezTo>
                <a:cubicBezTo>
                  <a:pt x="447810" y="12435"/>
                  <a:pt x="448355" y="11482"/>
                  <a:pt x="449067" y="10684"/>
                </a:cubicBezTo>
                <a:cubicBezTo>
                  <a:pt x="449779" y="9886"/>
                  <a:pt x="450645" y="9266"/>
                  <a:pt x="451667" y="8825"/>
                </a:cubicBezTo>
                <a:cubicBezTo>
                  <a:pt x="452688" y="8383"/>
                  <a:pt x="453848" y="8162"/>
                  <a:pt x="455145" y="8162"/>
                </a:cubicBezTo>
                <a:cubicBezTo>
                  <a:pt x="456385" y="8162"/>
                  <a:pt x="457495" y="8354"/>
                  <a:pt x="458477" y="8738"/>
                </a:cubicBezTo>
                <a:cubicBezTo>
                  <a:pt x="459458" y="9123"/>
                  <a:pt x="460291" y="9685"/>
                  <a:pt x="460974" y="10426"/>
                </a:cubicBezTo>
                <a:cubicBezTo>
                  <a:pt x="461657" y="11166"/>
                  <a:pt x="462179" y="12087"/>
                  <a:pt x="462540" y="13189"/>
                </a:cubicBezTo>
                <a:cubicBezTo>
                  <a:pt x="462902" y="14291"/>
                  <a:pt x="463083" y="15554"/>
                  <a:pt x="463083" y="16978"/>
                </a:cubicBezTo>
                <a:moveTo>
                  <a:pt x="460018" y="17115"/>
                </a:moveTo>
                <a:cubicBezTo>
                  <a:pt x="460018" y="16048"/>
                  <a:pt x="459900" y="15115"/>
                  <a:pt x="459665" y="14317"/>
                </a:cubicBezTo>
                <a:cubicBezTo>
                  <a:pt x="459430" y="13520"/>
                  <a:pt x="459094" y="12854"/>
                  <a:pt x="458658" y="12320"/>
                </a:cubicBezTo>
                <a:cubicBezTo>
                  <a:pt x="458221" y="11786"/>
                  <a:pt x="457691" y="11384"/>
                  <a:pt x="457065" y="11115"/>
                </a:cubicBezTo>
                <a:cubicBezTo>
                  <a:pt x="456439" y="10845"/>
                  <a:pt x="455742" y="10710"/>
                  <a:pt x="454973" y="10710"/>
                </a:cubicBezTo>
                <a:cubicBezTo>
                  <a:pt x="454077" y="10710"/>
                  <a:pt x="453311" y="10885"/>
                  <a:pt x="452674" y="11235"/>
                </a:cubicBezTo>
                <a:cubicBezTo>
                  <a:pt x="452037" y="11585"/>
                  <a:pt x="451515" y="12053"/>
                  <a:pt x="451107" y="12638"/>
                </a:cubicBezTo>
                <a:cubicBezTo>
                  <a:pt x="450700" y="13224"/>
                  <a:pt x="450401" y="13904"/>
                  <a:pt x="450212" y="14679"/>
                </a:cubicBezTo>
                <a:cubicBezTo>
                  <a:pt x="450022" y="15454"/>
                  <a:pt x="449928" y="16266"/>
                  <a:pt x="449928" y="17115"/>
                </a:cubicBezTo>
                <a:cubicBezTo>
                  <a:pt x="449928" y="18183"/>
                  <a:pt x="450045" y="19118"/>
                  <a:pt x="450281" y="19922"/>
                </a:cubicBezTo>
                <a:cubicBezTo>
                  <a:pt x="450516" y="20725"/>
                  <a:pt x="450852" y="21394"/>
                  <a:pt x="451288" y="21928"/>
                </a:cubicBezTo>
                <a:cubicBezTo>
                  <a:pt x="451724" y="22462"/>
                  <a:pt x="452252" y="22863"/>
                  <a:pt x="452872" y="23133"/>
                </a:cubicBezTo>
                <a:cubicBezTo>
                  <a:pt x="453492" y="23403"/>
                  <a:pt x="454192" y="23538"/>
                  <a:pt x="454973" y="23538"/>
                </a:cubicBezTo>
                <a:cubicBezTo>
                  <a:pt x="455868" y="23538"/>
                  <a:pt x="456634" y="23363"/>
                  <a:pt x="457272" y="23013"/>
                </a:cubicBezTo>
                <a:cubicBezTo>
                  <a:pt x="457909" y="22663"/>
                  <a:pt x="458431" y="22195"/>
                  <a:pt x="458838" y="21609"/>
                </a:cubicBezTo>
                <a:cubicBezTo>
                  <a:pt x="459246" y="21024"/>
                  <a:pt x="459544" y="20344"/>
                  <a:pt x="459734" y="19569"/>
                </a:cubicBezTo>
                <a:cubicBezTo>
                  <a:pt x="459923" y="18794"/>
                  <a:pt x="460018" y="17976"/>
                  <a:pt x="460018" y="17115"/>
                </a:cubicBezTo>
                <a:close/>
                <a:moveTo>
                  <a:pt x="481462" y="16805"/>
                </a:moveTo>
                <a:cubicBezTo>
                  <a:pt x="481462" y="18344"/>
                  <a:pt x="481247" y="19687"/>
                  <a:pt x="480816" y="20835"/>
                </a:cubicBezTo>
                <a:cubicBezTo>
                  <a:pt x="480386" y="21982"/>
                  <a:pt x="479792" y="22935"/>
                  <a:pt x="479034" y="23693"/>
                </a:cubicBezTo>
                <a:cubicBezTo>
                  <a:pt x="478276" y="24450"/>
                  <a:pt x="477381" y="25019"/>
                  <a:pt x="476348" y="25397"/>
                </a:cubicBezTo>
                <a:cubicBezTo>
                  <a:pt x="475315" y="25776"/>
                  <a:pt x="474196" y="25966"/>
                  <a:pt x="472990" y="25966"/>
                </a:cubicBezTo>
                <a:cubicBezTo>
                  <a:pt x="472439" y="25966"/>
                  <a:pt x="471891" y="25937"/>
                  <a:pt x="471346" y="25880"/>
                </a:cubicBezTo>
                <a:cubicBezTo>
                  <a:pt x="470801" y="25822"/>
                  <a:pt x="470247" y="25725"/>
                  <a:pt x="469684" y="25587"/>
                </a:cubicBezTo>
                <a:lnTo>
                  <a:pt x="469684" y="32819"/>
                </a:lnTo>
                <a:lnTo>
                  <a:pt x="466688" y="32819"/>
                </a:lnTo>
                <a:lnTo>
                  <a:pt x="466688" y="8472"/>
                </a:lnTo>
                <a:lnTo>
                  <a:pt x="469357" y="8472"/>
                </a:lnTo>
                <a:lnTo>
                  <a:pt x="469547" y="11364"/>
                </a:lnTo>
                <a:cubicBezTo>
                  <a:pt x="470408" y="10182"/>
                  <a:pt x="471326" y="9353"/>
                  <a:pt x="472302" y="8876"/>
                </a:cubicBezTo>
                <a:cubicBezTo>
                  <a:pt x="473277" y="8400"/>
                  <a:pt x="474333" y="8162"/>
                  <a:pt x="475470" y="8162"/>
                </a:cubicBezTo>
                <a:cubicBezTo>
                  <a:pt x="476457" y="8162"/>
                  <a:pt x="477324" y="8368"/>
                  <a:pt x="478070" y="8782"/>
                </a:cubicBezTo>
                <a:cubicBezTo>
                  <a:pt x="478816" y="9195"/>
                  <a:pt x="479442" y="9777"/>
                  <a:pt x="479947" y="10529"/>
                </a:cubicBezTo>
                <a:cubicBezTo>
                  <a:pt x="480452" y="11281"/>
                  <a:pt x="480831" y="12188"/>
                  <a:pt x="481083" y="13250"/>
                </a:cubicBezTo>
                <a:cubicBezTo>
                  <a:pt x="481336" y="14312"/>
                  <a:pt x="481462" y="15497"/>
                  <a:pt x="481462" y="16805"/>
                </a:cubicBezTo>
                <a:moveTo>
                  <a:pt x="478397" y="16943"/>
                </a:moveTo>
                <a:cubicBezTo>
                  <a:pt x="478397" y="16036"/>
                  <a:pt x="478331" y="15204"/>
                  <a:pt x="478199" y="14446"/>
                </a:cubicBezTo>
                <a:cubicBezTo>
                  <a:pt x="478067" y="13689"/>
                  <a:pt x="477857" y="13040"/>
                  <a:pt x="477570" y="12501"/>
                </a:cubicBezTo>
                <a:cubicBezTo>
                  <a:pt x="477283" y="11961"/>
                  <a:pt x="476916" y="11539"/>
                  <a:pt x="476468" y="11235"/>
                </a:cubicBezTo>
                <a:cubicBezTo>
                  <a:pt x="476021" y="10931"/>
                  <a:pt x="475487" y="10779"/>
                  <a:pt x="474867" y="10779"/>
                </a:cubicBezTo>
                <a:cubicBezTo>
                  <a:pt x="474488" y="10779"/>
                  <a:pt x="474104" y="10839"/>
                  <a:pt x="473713" y="10960"/>
                </a:cubicBezTo>
                <a:cubicBezTo>
                  <a:pt x="473323" y="11080"/>
                  <a:pt x="472919" y="11281"/>
                  <a:pt x="472500" y="11562"/>
                </a:cubicBezTo>
                <a:cubicBezTo>
                  <a:pt x="472081" y="11844"/>
                  <a:pt x="471639" y="12217"/>
                  <a:pt x="471174" y="12682"/>
                </a:cubicBezTo>
                <a:cubicBezTo>
                  <a:pt x="470709" y="13146"/>
                  <a:pt x="470212" y="13723"/>
                  <a:pt x="469684" y="14412"/>
                </a:cubicBezTo>
                <a:lnTo>
                  <a:pt x="469684" y="22797"/>
                </a:lnTo>
                <a:cubicBezTo>
                  <a:pt x="470235" y="23027"/>
                  <a:pt x="470815" y="23208"/>
                  <a:pt x="471423" y="23340"/>
                </a:cubicBezTo>
                <a:cubicBezTo>
                  <a:pt x="472032" y="23472"/>
                  <a:pt x="472629" y="23538"/>
                  <a:pt x="473214" y="23538"/>
                </a:cubicBezTo>
                <a:cubicBezTo>
                  <a:pt x="474833" y="23538"/>
                  <a:pt x="476101" y="22990"/>
                  <a:pt x="477019" y="21893"/>
                </a:cubicBezTo>
                <a:cubicBezTo>
                  <a:pt x="477938" y="20797"/>
                  <a:pt x="478397" y="19147"/>
                  <a:pt x="478397" y="16943"/>
                </a:cubicBezTo>
                <a:close/>
                <a:moveTo>
                  <a:pt x="501742" y="14248"/>
                </a:moveTo>
                <a:cubicBezTo>
                  <a:pt x="501742" y="15328"/>
                  <a:pt x="501658" y="16362"/>
                  <a:pt x="501492" y="17350"/>
                </a:cubicBezTo>
                <a:cubicBezTo>
                  <a:pt x="501325" y="18338"/>
                  <a:pt x="501059" y="19257"/>
                  <a:pt x="500691" y="20107"/>
                </a:cubicBezTo>
                <a:cubicBezTo>
                  <a:pt x="500324" y="20957"/>
                  <a:pt x="499848" y="21730"/>
                  <a:pt x="499262" y="22425"/>
                </a:cubicBezTo>
                <a:cubicBezTo>
                  <a:pt x="498677" y="23120"/>
                  <a:pt x="497959" y="23714"/>
                  <a:pt x="497110" y="24208"/>
                </a:cubicBezTo>
                <a:cubicBezTo>
                  <a:pt x="496260" y="24702"/>
                  <a:pt x="495273" y="25084"/>
                  <a:pt x="494148" y="25354"/>
                </a:cubicBezTo>
                <a:cubicBezTo>
                  <a:pt x="493023" y="25624"/>
                  <a:pt x="491743" y="25759"/>
                  <a:pt x="490308" y="25759"/>
                </a:cubicBezTo>
                <a:lnTo>
                  <a:pt x="485487" y="25759"/>
                </a:lnTo>
                <a:lnTo>
                  <a:pt x="485487" y="3237"/>
                </a:lnTo>
                <a:lnTo>
                  <a:pt x="491290" y="3237"/>
                </a:lnTo>
                <a:cubicBezTo>
                  <a:pt x="494802" y="3237"/>
                  <a:pt x="497423" y="4142"/>
                  <a:pt x="499150" y="5951"/>
                </a:cubicBezTo>
                <a:cubicBezTo>
                  <a:pt x="500878" y="7761"/>
                  <a:pt x="501742" y="10526"/>
                  <a:pt x="501742" y="14248"/>
                </a:cubicBezTo>
                <a:moveTo>
                  <a:pt x="498522" y="14472"/>
                </a:moveTo>
                <a:cubicBezTo>
                  <a:pt x="498522" y="12875"/>
                  <a:pt x="498372" y="11525"/>
                  <a:pt x="498074" y="10422"/>
                </a:cubicBezTo>
                <a:cubicBezTo>
                  <a:pt x="497776" y="9319"/>
                  <a:pt x="497322" y="8428"/>
                  <a:pt x="496714" y="7751"/>
                </a:cubicBezTo>
                <a:cubicBezTo>
                  <a:pt x="496105" y="7073"/>
                  <a:pt x="495342" y="6581"/>
                  <a:pt x="494424" y="6277"/>
                </a:cubicBezTo>
                <a:cubicBezTo>
                  <a:pt x="493505" y="5972"/>
                  <a:pt x="492426" y="5820"/>
                  <a:pt x="491187" y="5820"/>
                </a:cubicBezTo>
                <a:lnTo>
                  <a:pt x="488552" y="5820"/>
                </a:lnTo>
                <a:lnTo>
                  <a:pt x="488552" y="23107"/>
                </a:lnTo>
                <a:lnTo>
                  <a:pt x="490842" y="23107"/>
                </a:lnTo>
                <a:cubicBezTo>
                  <a:pt x="495962" y="23107"/>
                  <a:pt x="498522" y="20229"/>
                  <a:pt x="498522" y="14472"/>
                </a:cubicBezTo>
                <a:close/>
                <a:moveTo>
                  <a:pt x="521091" y="16978"/>
                </a:moveTo>
                <a:cubicBezTo>
                  <a:pt x="521091" y="18321"/>
                  <a:pt x="520902" y="19552"/>
                  <a:pt x="520523" y="20671"/>
                </a:cubicBezTo>
                <a:cubicBezTo>
                  <a:pt x="520144" y="21790"/>
                  <a:pt x="519599" y="22749"/>
                  <a:pt x="518887" y="23546"/>
                </a:cubicBezTo>
                <a:cubicBezTo>
                  <a:pt x="518176" y="24344"/>
                  <a:pt x="517309" y="24964"/>
                  <a:pt x="516287" y="25406"/>
                </a:cubicBezTo>
                <a:cubicBezTo>
                  <a:pt x="515266" y="25848"/>
                  <a:pt x="514106" y="26069"/>
                  <a:pt x="512809" y="26069"/>
                </a:cubicBezTo>
                <a:cubicBezTo>
                  <a:pt x="511570" y="26069"/>
                  <a:pt x="510459" y="25877"/>
                  <a:pt x="509478" y="25492"/>
                </a:cubicBezTo>
                <a:cubicBezTo>
                  <a:pt x="508496" y="25108"/>
                  <a:pt x="507664" y="24542"/>
                  <a:pt x="506981" y="23796"/>
                </a:cubicBezTo>
                <a:cubicBezTo>
                  <a:pt x="506298" y="23050"/>
                  <a:pt x="505776" y="22126"/>
                  <a:pt x="505414" y="21024"/>
                </a:cubicBezTo>
                <a:cubicBezTo>
                  <a:pt x="505052" y="19922"/>
                  <a:pt x="504872" y="18654"/>
                  <a:pt x="504872" y="17219"/>
                </a:cubicBezTo>
                <a:cubicBezTo>
                  <a:pt x="504872" y="15876"/>
                  <a:pt x="505061" y="14650"/>
                  <a:pt x="505440" y="13542"/>
                </a:cubicBezTo>
                <a:cubicBezTo>
                  <a:pt x="505819" y="12435"/>
                  <a:pt x="506364" y="11482"/>
                  <a:pt x="507076" y="10684"/>
                </a:cubicBezTo>
                <a:cubicBezTo>
                  <a:pt x="507787" y="9886"/>
                  <a:pt x="508654" y="9266"/>
                  <a:pt x="509676" y="8825"/>
                </a:cubicBezTo>
                <a:cubicBezTo>
                  <a:pt x="510697" y="8383"/>
                  <a:pt x="511857" y="8162"/>
                  <a:pt x="513154" y="8162"/>
                </a:cubicBezTo>
                <a:cubicBezTo>
                  <a:pt x="514393" y="8162"/>
                  <a:pt x="515504" y="8354"/>
                  <a:pt x="516485" y="8738"/>
                </a:cubicBezTo>
                <a:cubicBezTo>
                  <a:pt x="517467" y="9123"/>
                  <a:pt x="518299" y="9685"/>
                  <a:pt x="518982" y="10426"/>
                </a:cubicBezTo>
                <a:cubicBezTo>
                  <a:pt x="519665" y="11166"/>
                  <a:pt x="520188" y="12087"/>
                  <a:pt x="520549" y="13189"/>
                </a:cubicBezTo>
                <a:cubicBezTo>
                  <a:pt x="520911" y="14291"/>
                  <a:pt x="521091" y="15554"/>
                  <a:pt x="521091" y="16978"/>
                </a:cubicBezTo>
                <a:moveTo>
                  <a:pt x="518027" y="17115"/>
                </a:moveTo>
                <a:cubicBezTo>
                  <a:pt x="518027" y="16048"/>
                  <a:pt x="517909" y="15115"/>
                  <a:pt x="517674" y="14317"/>
                </a:cubicBezTo>
                <a:cubicBezTo>
                  <a:pt x="517438" y="13520"/>
                  <a:pt x="517102" y="12854"/>
                  <a:pt x="516666" y="12320"/>
                </a:cubicBezTo>
                <a:cubicBezTo>
                  <a:pt x="516230" y="11786"/>
                  <a:pt x="515699" y="11384"/>
                  <a:pt x="515074" y="11115"/>
                </a:cubicBezTo>
                <a:cubicBezTo>
                  <a:pt x="514448" y="10845"/>
                  <a:pt x="513751" y="10710"/>
                  <a:pt x="512982" y="10710"/>
                </a:cubicBezTo>
                <a:cubicBezTo>
                  <a:pt x="512086" y="10710"/>
                  <a:pt x="511320" y="10885"/>
                  <a:pt x="510683" y="11235"/>
                </a:cubicBezTo>
                <a:cubicBezTo>
                  <a:pt x="510046" y="11585"/>
                  <a:pt x="509523" y="12053"/>
                  <a:pt x="509116" y="12638"/>
                </a:cubicBezTo>
                <a:cubicBezTo>
                  <a:pt x="508708" y="13224"/>
                  <a:pt x="508410" y="13904"/>
                  <a:pt x="508221" y="14679"/>
                </a:cubicBezTo>
                <a:cubicBezTo>
                  <a:pt x="508031" y="15454"/>
                  <a:pt x="507936" y="16266"/>
                  <a:pt x="507936" y="17115"/>
                </a:cubicBezTo>
                <a:cubicBezTo>
                  <a:pt x="507936" y="18183"/>
                  <a:pt x="508054" y="19118"/>
                  <a:pt x="508289" y="19922"/>
                </a:cubicBezTo>
                <a:cubicBezTo>
                  <a:pt x="508525" y="20725"/>
                  <a:pt x="508861" y="21394"/>
                  <a:pt x="509297" y="21928"/>
                </a:cubicBezTo>
                <a:cubicBezTo>
                  <a:pt x="509733" y="22462"/>
                  <a:pt x="510261" y="22863"/>
                  <a:pt x="510881" y="23133"/>
                </a:cubicBezTo>
                <a:cubicBezTo>
                  <a:pt x="511501" y="23403"/>
                  <a:pt x="512201" y="23538"/>
                  <a:pt x="512982" y="23538"/>
                </a:cubicBezTo>
                <a:cubicBezTo>
                  <a:pt x="513877" y="23538"/>
                  <a:pt x="514643" y="23363"/>
                  <a:pt x="515280" y="23013"/>
                </a:cubicBezTo>
                <a:cubicBezTo>
                  <a:pt x="515917" y="22663"/>
                  <a:pt x="516440" y="22195"/>
                  <a:pt x="516847" y="21609"/>
                </a:cubicBezTo>
                <a:cubicBezTo>
                  <a:pt x="517255" y="21024"/>
                  <a:pt x="517553" y="20344"/>
                  <a:pt x="517742" y="19569"/>
                </a:cubicBezTo>
                <a:cubicBezTo>
                  <a:pt x="517932" y="18794"/>
                  <a:pt x="518027" y="17976"/>
                  <a:pt x="518027" y="17115"/>
                </a:cubicBezTo>
                <a:close/>
                <a:moveTo>
                  <a:pt x="541733" y="8472"/>
                </a:moveTo>
                <a:lnTo>
                  <a:pt x="539219" y="25759"/>
                </a:lnTo>
                <a:lnTo>
                  <a:pt x="535586" y="25759"/>
                </a:lnTo>
                <a:lnTo>
                  <a:pt x="533089" y="18527"/>
                </a:lnTo>
                <a:lnTo>
                  <a:pt x="532590" y="16771"/>
                </a:lnTo>
                <a:lnTo>
                  <a:pt x="532022" y="18631"/>
                </a:lnTo>
                <a:lnTo>
                  <a:pt x="529629" y="25759"/>
                </a:lnTo>
                <a:lnTo>
                  <a:pt x="526099" y="25759"/>
                </a:lnTo>
                <a:lnTo>
                  <a:pt x="523602" y="8472"/>
                </a:lnTo>
                <a:lnTo>
                  <a:pt x="526529" y="8472"/>
                </a:lnTo>
                <a:lnTo>
                  <a:pt x="527976" y="20215"/>
                </a:lnTo>
                <a:lnTo>
                  <a:pt x="528285" y="22832"/>
                </a:lnTo>
                <a:lnTo>
                  <a:pt x="529026" y="20542"/>
                </a:lnTo>
                <a:lnTo>
                  <a:pt x="531540" y="12776"/>
                </a:lnTo>
                <a:lnTo>
                  <a:pt x="533692" y="12776"/>
                </a:lnTo>
                <a:lnTo>
                  <a:pt x="536395" y="20439"/>
                </a:lnTo>
                <a:lnTo>
                  <a:pt x="537170" y="22729"/>
                </a:lnTo>
                <a:lnTo>
                  <a:pt x="537429" y="20301"/>
                </a:lnTo>
                <a:lnTo>
                  <a:pt x="538772" y="8472"/>
                </a:lnTo>
                <a:lnTo>
                  <a:pt x="541733" y="8472"/>
                </a:lnTo>
                <a:close/>
                <a:moveTo>
                  <a:pt x="544374" y="8472"/>
                </a:moveTo>
                <a:lnTo>
                  <a:pt x="547043" y="8472"/>
                </a:lnTo>
                <a:lnTo>
                  <a:pt x="547163" y="11261"/>
                </a:lnTo>
                <a:cubicBezTo>
                  <a:pt x="547669" y="10664"/>
                  <a:pt x="548156" y="10168"/>
                  <a:pt x="548627" y="9772"/>
                </a:cubicBezTo>
                <a:cubicBezTo>
                  <a:pt x="549098" y="9376"/>
                  <a:pt x="549560" y="9057"/>
                  <a:pt x="550013" y="8816"/>
                </a:cubicBezTo>
                <a:cubicBezTo>
                  <a:pt x="550467" y="8575"/>
                  <a:pt x="550929" y="8406"/>
                  <a:pt x="551399" y="8308"/>
                </a:cubicBezTo>
                <a:cubicBezTo>
                  <a:pt x="551870" y="8210"/>
                  <a:pt x="552358" y="8162"/>
                  <a:pt x="552863" y="8162"/>
                </a:cubicBezTo>
                <a:cubicBezTo>
                  <a:pt x="554642" y="8162"/>
                  <a:pt x="555988" y="8687"/>
                  <a:pt x="556901" y="9737"/>
                </a:cubicBezTo>
                <a:cubicBezTo>
                  <a:pt x="557813" y="10787"/>
                  <a:pt x="558269" y="12369"/>
                  <a:pt x="558269" y="14481"/>
                </a:cubicBezTo>
                <a:lnTo>
                  <a:pt x="558269" y="25759"/>
                </a:lnTo>
                <a:lnTo>
                  <a:pt x="555273" y="25759"/>
                </a:lnTo>
                <a:lnTo>
                  <a:pt x="555273" y="14722"/>
                </a:lnTo>
                <a:cubicBezTo>
                  <a:pt x="555273" y="13367"/>
                  <a:pt x="555021" y="12366"/>
                  <a:pt x="554516" y="11717"/>
                </a:cubicBezTo>
                <a:cubicBezTo>
                  <a:pt x="554011" y="11069"/>
                  <a:pt x="553259" y="10744"/>
                  <a:pt x="552260" y="10744"/>
                </a:cubicBezTo>
                <a:cubicBezTo>
                  <a:pt x="551893" y="10744"/>
                  <a:pt x="551534" y="10799"/>
                  <a:pt x="551184" y="10908"/>
                </a:cubicBezTo>
                <a:cubicBezTo>
                  <a:pt x="550834" y="11017"/>
                  <a:pt x="550469" y="11206"/>
                  <a:pt x="550091" y="11476"/>
                </a:cubicBezTo>
                <a:cubicBezTo>
                  <a:pt x="549712" y="11746"/>
                  <a:pt x="549301" y="12110"/>
                  <a:pt x="548859" y="12570"/>
                </a:cubicBezTo>
                <a:cubicBezTo>
                  <a:pt x="548418" y="13029"/>
                  <a:pt x="547921" y="13603"/>
                  <a:pt x="547370" y="14291"/>
                </a:cubicBezTo>
                <a:lnTo>
                  <a:pt x="547370" y="25759"/>
                </a:lnTo>
                <a:lnTo>
                  <a:pt x="544374" y="25759"/>
                </a:lnTo>
                <a:lnTo>
                  <a:pt x="544374" y="8472"/>
                </a:lnTo>
                <a:close/>
                <a:moveTo>
                  <a:pt x="578653" y="25759"/>
                </a:moveTo>
                <a:lnTo>
                  <a:pt x="574658" y="25759"/>
                </a:lnTo>
                <a:lnTo>
                  <a:pt x="568098" y="11713"/>
                </a:lnTo>
                <a:lnTo>
                  <a:pt x="566204" y="7197"/>
                </a:lnTo>
                <a:lnTo>
                  <a:pt x="566204" y="18555"/>
                </a:lnTo>
                <a:lnTo>
                  <a:pt x="566204" y="25759"/>
                </a:lnTo>
                <a:lnTo>
                  <a:pt x="563345" y="25759"/>
                </a:lnTo>
                <a:lnTo>
                  <a:pt x="563345" y="3237"/>
                </a:lnTo>
                <a:lnTo>
                  <a:pt x="567288" y="3237"/>
                </a:lnTo>
                <a:lnTo>
                  <a:pt x="573539" y="16542"/>
                </a:lnTo>
                <a:lnTo>
                  <a:pt x="575794" y="21695"/>
                </a:lnTo>
                <a:lnTo>
                  <a:pt x="575794" y="9631"/>
                </a:lnTo>
                <a:lnTo>
                  <a:pt x="575794" y="3237"/>
                </a:lnTo>
                <a:lnTo>
                  <a:pt x="578653" y="3237"/>
                </a:lnTo>
                <a:lnTo>
                  <a:pt x="578653" y="25759"/>
                </a:lnTo>
                <a:close/>
                <a:moveTo>
                  <a:pt x="598777" y="16978"/>
                </a:moveTo>
                <a:cubicBezTo>
                  <a:pt x="598777" y="18321"/>
                  <a:pt x="598588" y="19552"/>
                  <a:pt x="598209" y="20671"/>
                </a:cubicBezTo>
                <a:cubicBezTo>
                  <a:pt x="597830" y="21790"/>
                  <a:pt x="597285" y="22749"/>
                  <a:pt x="596573" y="23546"/>
                </a:cubicBezTo>
                <a:cubicBezTo>
                  <a:pt x="595862" y="24344"/>
                  <a:pt x="594995" y="24964"/>
                  <a:pt x="593973" y="25406"/>
                </a:cubicBezTo>
                <a:cubicBezTo>
                  <a:pt x="592952" y="25848"/>
                  <a:pt x="591792" y="26069"/>
                  <a:pt x="590495" y="26069"/>
                </a:cubicBezTo>
                <a:cubicBezTo>
                  <a:pt x="589256" y="26069"/>
                  <a:pt x="588145" y="25877"/>
                  <a:pt x="587164" y="25492"/>
                </a:cubicBezTo>
                <a:cubicBezTo>
                  <a:pt x="586182" y="25108"/>
                  <a:pt x="585350" y="24542"/>
                  <a:pt x="584667" y="23796"/>
                </a:cubicBezTo>
                <a:cubicBezTo>
                  <a:pt x="583984" y="23050"/>
                  <a:pt x="583462" y="22126"/>
                  <a:pt x="583100" y="21024"/>
                </a:cubicBezTo>
                <a:cubicBezTo>
                  <a:pt x="582738" y="19922"/>
                  <a:pt x="582558" y="18654"/>
                  <a:pt x="582558" y="17219"/>
                </a:cubicBezTo>
                <a:cubicBezTo>
                  <a:pt x="582558" y="15876"/>
                  <a:pt x="582747" y="14650"/>
                  <a:pt x="583126" y="13542"/>
                </a:cubicBezTo>
                <a:cubicBezTo>
                  <a:pt x="583505" y="12435"/>
                  <a:pt x="584050" y="11482"/>
                  <a:pt x="584762" y="10684"/>
                </a:cubicBezTo>
                <a:cubicBezTo>
                  <a:pt x="585473" y="9886"/>
                  <a:pt x="586340" y="9266"/>
                  <a:pt x="587362" y="8825"/>
                </a:cubicBezTo>
                <a:cubicBezTo>
                  <a:pt x="588383" y="8383"/>
                  <a:pt x="589543" y="8162"/>
                  <a:pt x="590840" y="8162"/>
                </a:cubicBezTo>
                <a:cubicBezTo>
                  <a:pt x="592079" y="8162"/>
                  <a:pt x="593190" y="8354"/>
                  <a:pt x="594171" y="8738"/>
                </a:cubicBezTo>
                <a:cubicBezTo>
                  <a:pt x="595153" y="9123"/>
                  <a:pt x="595985" y="9685"/>
                  <a:pt x="596668" y="10426"/>
                </a:cubicBezTo>
                <a:cubicBezTo>
                  <a:pt x="597351" y="11166"/>
                  <a:pt x="597874" y="12087"/>
                  <a:pt x="598235" y="13189"/>
                </a:cubicBezTo>
                <a:cubicBezTo>
                  <a:pt x="598597" y="14291"/>
                  <a:pt x="598777" y="15554"/>
                  <a:pt x="598777" y="16978"/>
                </a:cubicBezTo>
                <a:moveTo>
                  <a:pt x="595713" y="17115"/>
                </a:moveTo>
                <a:cubicBezTo>
                  <a:pt x="595713" y="16048"/>
                  <a:pt x="595595" y="15115"/>
                  <a:pt x="595360" y="14317"/>
                </a:cubicBezTo>
                <a:cubicBezTo>
                  <a:pt x="595124" y="13520"/>
                  <a:pt x="594788" y="12854"/>
                  <a:pt x="594352" y="12320"/>
                </a:cubicBezTo>
                <a:cubicBezTo>
                  <a:pt x="593916" y="11786"/>
                  <a:pt x="593385" y="11384"/>
                  <a:pt x="592760" y="11115"/>
                </a:cubicBezTo>
                <a:cubicBezTo>
                  <a:pt x="592134" y="10845"/>
                  <a:pt x="591437" y="10710"/>
                  <a:pt x="590668" y="10710"/>
                </a:cubicBezTo>
                <a:cubicBezTo>
                  <a:pt x="589772" y="10710"/>
                  <a:pt x="589006" y="10885"/>
                  <a:pt x="588369" y="11235"/>
                </a:cubicBezTo>
                <a:cubicBezTo>
                  <a:pt x="587732" y="11585"/>
                  <a:pt x="587209" y="12053"/>
                  <a:pt x="586802" y="12638"/>
                </a:cubicBezTo>
                <a:cubicBezTo>
                  <a:pt x="586394" y="13224"/>
                  <a:pt x="586096" y="13904"/>
                  <a:pt x="585907" y="14679"/>
                </a:cubicBezTo>
                <a:cubicBezTo>
                  <a:pt x="585717" y="15454"/>
                  <a:pt x="585622" y="16266"/>
                  <a:pt x="585622" y="17115"/>
                </a:cubicBezTo>
                <a:cubicBezTo>
                  <a:pt x="585622" y="18183"/>
                  <a:pt x="585740" y="19118"/>
                  <a:pt x="585975" y="19922"/>
                </a:cubicBezTo>
                <a:cubicBezTo>
                  <a:pt x="586211" y="20725"/>
                  <a:pt x="586547" y="21394"/>
                  <a:pt x="586983" y="21928"/>
                </a:cubicBezTo>
                <a:cubicBezTo>
                  <a:pt x="587419" y="22462"/>
                  <a:pt x="587947" y="22863"/>
                  <a:pt x="588567" y="23133"/>
                </a:cubicBezTo>
                <a:cubicBezTo>
                  <a:pt x="589187" y="23403"/>
                  <a:pt x="589887" y="23538"/>
                  <a:pt x="590668" y="23538"/>
                </a:cubicBezTo>
                <a:cubicBezTo>
                  <a:pt x="591563" y="23538"/>
                  <a:pt x="592329" y="23363"/>
                  <a:pt x="592966" y="23013"/>
                </a:cubicBezTo>
                <a:cubicBezTo>
                  <a:pt x="593603" y="22663"/>
                  <a:pt x="594126" y="22195"/>
                  <a:pt x="594533" y="21609"/>
                </a:cubicBezTo>
                <a:cubicBezTo>
                  <a:pt x="594941" y="21024"/>
                  <a:pt x="595239" y="20344"/>
                  <a:pt x="595428" y="19569"/>
                </a:cubicBezTo>
                <a:cubicBezTo>
                  <a:pt x="595618" y="18794"/>
                  <a:pt x="595713" y="17976"/>
                  <a:pt x="595713" y="17115"/>
                </a:cubicBezTo>
                <a:close/>
                <a:moveTo>
                  <a:pt x="602528" y="17477"/>
                </a:moveTo>
                <a:cubicBezTo>
                  <a:pt x="602528" y="16008"/>
                  <a:pt x="602728" y="14702"/>
                  <a:pt x="603130" y="13560"/>
                </a:cubicBezTo>
                <a:cubicBezTo>
                  <a:pt x="603532" y="12418"/>
                  <a:pt x="604103" y="11453"/>
                  <a:pt x="604843" y="10667"/>
                </a:cubicBezTo>
                <a:cubicBezTo>
                  <a:pt x="605584" y="9881"/>
                  <a:pt x="606473" y="9284"/>
                  <a:pt x="607512" y="8876"/>
                </a:cubicBezTo>
                <a:cubicBezTo>
                  <a:pt x="608551" y="8469"/>
                  <a:pt x="609708" y="8265"/>
                  <a:pt x="610982" y="8265"/>
                </a:cubicBezTo>
                <a:cubicBezTo>
                  <a:pt x="611533" y="8265"/>
                  <a:pt x="612075" y="8299"/>
                  <a:pt x="612609" y="8368"/>
                </a:cubicBezTo>
                <a:cubicBezTo>
                  <a:pt x="613143" y="8437"/>
                  <a:pt x="613668" y="8546"/>
                  <a:pt x="614185" y="8695"/>
                </a:cubicBezTo>
                <a:lnTo>
                  <a:pt x="614185" y="1412"/>
                </a:lnTo>
                <a:lnTo>
                  <a:pt x="617198" y="1412"/>
                </a:lnTo>
                <a:lnTo>
                  <a:pt x="617198" y="25759"/>
                </a:lnTo>
                <a:lnTo>
                  <a:pt x="614512" y="25759"/>
                </a:lnTo>
                <a:lnTo>
                  <a:pt x="614408" y="22488"/>
                </a:lnTo>
                <a:cubicBezTo>
                  <a:pt x="613570" y="23704"/>
                  <a:pt x="612664" y="24605"/>
                  <a:pt x="611688" y="25191"/>
                </a:cubicBezTo>
                <a:cubicBezTo>
                  <a:pt x="610712" y="25776"/>
                  <a:pt x="609656" y="26069"/>
                  <a:pt x="608520" y="26069"/>
                </a:cubicBezTo>
                <a:cubicBezTo>
                  <a:pt x="607532" y="26069"/>
                  <a:pt x="606663" y="25862"/>
                  <a:pt x="605911" y="25449"/>
                </a:cubicBezTo>
                <a:cubicBezTo>
                  <a:pt x="605159" y="25036"/>
                  <a:pt x="604534" y="24453"/>
                  <a:pt x="604034" y="23701"/>
                </a:cubicBezTo>
                <a:cubicBezTo>
                  <a:pt x="603535" y="22950"/>
                  <a:pt x="603159" y="22046"/>
                  <a:pt x="602906" y="20990"/>
                </a:cubicBezTo>
                <a:cubicBezTo>
                  <a:pt x="602654" y="19933"/>
                  <a:pt x="602528" y="18763"/>
                  <a:pt x="602528" y="17477"/>
                </a:cubicBezTo>
                <a:moveTo>
                  <a:pt x="605592" y="17288"/>
                </a:moveTo>
                <a:cubicBezTo>
                  <a:pt x="605592" y="19377"/>
                  <a:pt x="605900" y="20935"/>
                  <a:pt x="606514" y="21962"/>
                </a:cubicBezTo>
                <a:cubicBezTo>
                  <a:pt x="607128" y="22990"/>
                  <a:pt x="607997" y="23503"/>
                  <a:pt x="609122" y="23503"/>
                </a:cubicBezTo>
                <a:cubicBezTo>
                  <a:pt x="609880" y="23503"/>
                  <a:pt x="610681" y="23165"/>
                  <a:pt x="611524" y="22488"/>
                </a:cubicBezTo>
                <a:cubicBezTo>
                  <a:pt x="612368" y="21810"/>
                  <a:pt x="613255" y="20806"/>
                  <a:pt x="614185" y="19474"/>
                </a:cubicBezTo>
                <a:lnTo>
                  <a:pt x="614185" y="11450"/>
                </a:lnTo>
                <a:cubicBezTo>
                  <a:pt x="613691" y="11221"/>
                  <a:pt x="613146" y="11046"/>
                  <a:pt x="612549" y="10925"/>
                </a:cubicBezTo>
                <a:cubicBezTo>
                  <a:pt x="611952" y="10805"/>
                  <a:pt x="611361" y="10744"/>
                  <a:pt x="610775" y="10744"/>
                </a:cubicBezTo>
                <a:cubicBezTo>
                  <a:pt x="609145" y="10744"/>
                  <a:pt x="607874" y="11272"/>
                  <a:pt x="606961" y="12329"/>
                </a:cubicBezTo>
                <a:cubicBezTo>
                  <a:pt x="606049" y="13385"/>
                  <a:pt x="605592" y="15038"/>
                  <a:pt x="605592" y="17288"/>
                </a:cubicBezTo>
                <a:close/>
                <a:moveTo>
                  <a:pt x="636661" y="16203"/>
                </a:moveTo>
                <a:cubicBezTo>
                  <a:pt x="636661" y="16627"/>
                  <a:pt x="636656" y="16983"/>
                  <a:pt x="636644" y="17270"/>
                </a:cubicBezTo>
                <a:cubicBezTo>
                  <a:pt x="636633" y="17557"/>
                  <a:pt x="636616" y="17827"/>
                  <a:pt x="636593" y="18080"/>
                </a:cubicBezTo>
                <a:lnTo>
                  <a:pt x="624453" y="18080"/>
                </a:lnTo>
                <a:cubicBezTo>
                  <a:pt x="624453" y="19847"/>
                  <a:pt x="624947" y="21205"/>
                  <a:pt x="625934" y="22152"/>
                </a:cubicBezTo>
                <a:cubicBezTo>
                  <a:pt x="626921" y="23099"/>
                  <a:pt x="628345" y="23572"/>
                  <a:pt x="630204" y="23572"/>
                </a:cubicBezTo>
                <a:cubicBezTo>
                  <a:pt x="630710" y="23572"/>
                  <a:pt x="631215" y="23552"/>
                  <a:pt x="631720" y="23511"/>
                </a:cubicBezTo>
                <a:cubicBezTo>
                  <a:pt x="632225" y="23470"/>
                  <a:pt x="632713" y="23414"/>
                  <a:pt x="633183" y="23344"/>
                </a:cubicBezTo>
                <a:cubicBezTo>
                  <a:pt x="633654" y="23273"/>
                  <a:pt x="634104" y="23194"/>
                  <a:pt x="634535" y="23106"/>
                </a:cubicBezTo>
                <a:cubicBezTo>
                  <a:pt x="634965" y="23018"/>
                  <a:pt x="635364" y="22921"/>
                  <a:pt x="635732" y="22815"/>
                </a:cubicBezTo>
                <a:lnTo>
                  <a:pt x="635732" y="25277"/>
                </a:lnTo>
                <a:cubicBezTo>
                  <a:pt x="634917" y="25512"/>
                  <a:pt x="633995" y="25702"/>
                  <a:pt x="632968" y="25849"/>
                </a:cubicBezTo>
                <a:cubicBezTo>
                  <a:pt x="631941" y="25996"/>
                  <a:pt x="630876" y="26069"/>
                  <a:pt x="629774" y="26069"/>
                </a:cubicBezTo>
                <a:cubicBezTo>
                  <a:pt x="628293" y="26069"/>
                  <a:pt x="627019" y="25868"/>
                  <a:pt x="625951" y="25466"/>
                </a:cubicBezTo>
                <a:cubicBezTo>
                  <a:pt x="624884" y="25065"/>
                  <a:pt x="624009" y="24482"/>
                  <a:pt x="623326" y="23719"/>
                </a:cubicBezTo>
                <a:cubicBezTo>
                  <a:pt x="622643" y="22955"/>
                  <a:pt x="622138" y="22020"/>
                  <a:pt x="621810" y="20912"/>
                </a:cubicBezTo>
                <a:cubicBezTo>
                  <a:pt x="621483" y="19804"/>
                  <a:pt x="621320" y="18550"/>
                  <a:pt x="621320" y="17150"/>
                </a:cubicBezTo>
                <a:cubicBezTo>
                  <a:pt x="621320" y="15933"/>
                  <a:pt x="621495" y="14782"/>
                  <a:pt x="621845" y="13697"/>
                </a:cubicBezTo>
                <a:cubicBezTo>
                  <a:pt x="622195" y="12613"/>
                  <a:pt x="622706" y="11660"/>
                  <a:pt x="623377" y="10839"/>
                </a:cubicBezTo>
                <a:cubicBezTo>
                  <a:pt x="624049" y="10018"/>
                  <a:pt x="624872" y="9367"/>
                  <a:pt x="625848" y="8885"/>
                </a:cubicBezTo>
                <a:cubicBezTo>
                  <a:pt x="626824" y="8403"/>
                  <a:pt x="627932" y="8162"/>
                  <a:pt x="629171" y="8162"/>
                </a:cubicBezTo>
                <a:cubicBezTo>
                  <a:pt x="630377" y="8162"/>
                  <a:pt x="631444" y="8351"/>
                  <a:pt x="632374" y="8730"/>
                </a:cubicBezTo>
                <a:cubicBezTo>
                  <a:pt x="633304" y="9109"/>
                  <a:pt x="634087" y="9645"/>
                  <a:pt x="634724" y="10340"/>
                </a:cubicBezTo>
                <a:cubicBezTo>
                  <a:pt x="635361" y="11034"/>
                  <a:pt x="635844" y="11878"/>
                  <a:pt x="636171" y="12871"/>
                </a:cubicBezTo>
                <a:cubicBezTo>
                  <a:pt x="636498" y="13864"/>
                  <a:pt x="636661" y="14974"/>
                  <a:pt x="636661" y="16203"/>
                </a:cubicBezTo>
                <a:moveTo>
                  <a:pt x="633545" y="15772"/>
                </a:moveTo>
                <a:cubicBezTo>
                  <a:pt x="633579" y="15003"/>
                  <a:pt x="633505" y="14300"/>
                  <a:pt x="633321" y="13663"/>
                </a:cubicBezTo>
                <a:cubicBezTo>
                  <a:pt x="633137" y="13026"/>
                  <a:pt x="632853" y="12478"/>
                  <a:pt x="632469" y="12019"/>
                </a:cubicBezTo>
                <a:cubicBezTo>
                  <a:pt x="632084" y="11559"/>
                  <a:pt x="631605" y="11201"/>
                  <a:pt x="631031" y="10942"/>
                </a:cubicBezTo>
                <a:cubicBezTo>
                  <a:pt x="630457" y="10684"/>
                  <a:pt x="629791" y="10555"/>
                  <a:pt x="629034" y="10555"/>
                </a:cubicBezTo>
                <a:cubicBezTo>
                  <a:pt x="628379" y="10555"/>
                  <a:pt x="627782" y="10681"/>
                  <a:pt x="627243" y="10934"/>
                </a:cubicBezTo>
                <a:cubicBezTo>
                  <a:pt x="626703" y="11186"/>
                  <a:pt x="626238" y="11542"/>
                  <a:pt x="625848" y="12001"/>
                </a:cubicBezTo>
                <a:cubicBezTo>
                  <a:pt x="625458" y="12461"/>
                  <a:pt x="625142" y="13012"/>
                  <a:pt x="624901" y="13654"/>
                </a:cubicBezTo>
                <a:cubicBezTo>
                  <a:pt x="624660" y="14297"/>
                  <a:pt x="624511" y="15003"/>
                  <a:pt x="624453" y="15772"/>
                </a:cubicBezTo>
                <a:lnTo>
                  <a:pt x="633545" y="15772"/>
                </a:lnTo>
                <a:close/>
                <a:moveTo>
                  <a:pt x="648538" y="20335"/>
                </a:moveTo>
                <a:cubicBezTo>
                  <a:pt x="648929" y="20335"/>
                  <a:pt x="649299" y="20410"/>
                  <a:pt x="649649" y="20559"/>
                </a:cubicBezTo>
                <a:cubicBezTo>
                  <a:pt x="649999" y="20708"/>
                  <a:pt x="650303" y="20915"/>
                  <a:pt x="650562" y="21179"/>
                </a:cubicBezTo>
                <a:cubicBezTo>
                  <a:pt x="650820" y="21443"/>
                  <a:pt x="651024" y="21750"/>
                  <a:pt x="651173" y="22100"/>
                </a:cubicBezTo>
                <a:cubicBezTo>
                  <a:pt x="651322" y="22450"/>
                  <a:pt x="651397" y="22826"/>
                  <a:pt x="651397" y="23228"/>
                </a:cubicBezTo>
                <a:cubicBezTo>
                  <a:pt x="651397" y="23618"/>
                  <a:pt x="651322" y="23986"/>
                  <a:pt x="651173" y="24330"/>
                </a:cubicBezTo>
                <a:cubicBezTo>
                  <a:pt x="651024" y="24674"/>
                  <a:pt x="650820" y="24976"/>
                  <a:pt x="650562" y="25234"/>
                </a:cubicBezTo>
                <a:cubicBezTo>
                  <a:pt x="650303" y="25492"/>
                  <a:pt x="649999" y="25696"/>
                  <a:pt x="649649" y="25845"/>
                </a:cubicBezTo>
                <a:cubicBezTo>
                  <a:pt x="649299" y="25994"/>
                  <a:pt x="648929" y="26069"/>
                  <a:pt x="648538" y="26069"/>
                </a:cubicBezTo>
                <a:cubicBezTo>
                  <a:pt x="648137" y="26069"/>
                  <a:pt x="647764" y="25994"/>
                  <a:pt x="647419" y="25845"/>
                </a:cubicBezTo>
                <a:cubicBezTo>
                  <a:pt x="647075" y="25696"/>
                  <a:pt x="646774" y="25492"/>
                  <a:pt x="646515" y="25234"/>
                </a:cubicBezTo>
                <a:cubicBezTo>
                  <a:pt x="646257" y="24976"/>
                  <a:pt x="646053" y="24674"/>
                  <a:pt x="645904" y="24330"/>
                </a:cubicBezTo>
                <a:cubicBezTo>
                  <a:pt x="645755" y="23986"/>
                  <a:pt x="645680" y="23618"/>
                  <a:pt x="645680" y="23228"/>
                </a:cubicBezTo>
                <a:cubicBezTo>
                  <a:pt x="645680" y="22826"/>
                  <a:pt x="645755" y="22450"/>
                  <a:pt x="645904" y="22100"/>
                </a:cubicBezTo>
                <a:cubicBezTo>
                  <a:pt x="646053" y="21750"/>
                  <a:pt x="646257" y="21443"/>
                  <a:pt x="646515" y="21179"/>
                </a:cubicBezTo>
                <a:cubicBezTo>
                  <a:pt x="646774" y="20915"/>
                  <a:pt x="647075" y="20708"/>
                  <a:pt x="647419" y="20559"/>
                </a:cubicBezTo>
                <a:cubicBezTo>
                  <a:pt x="647764" y="20410"/>
                  <a:pt x="648137" y="20335"/>
                  <a:pt x="648538" y="20335"/>
                </a:cubicBezTo>
                <a:close/>
                <a:moveTo>
                  <a:pt x="660536" y="17477"/>
                </a:moveTo>
                <a:cubicBezTo>
                  <a:pt x="660536" y="16237"/>
                  <a:pt x="660700" y="15061"/>
                  <a:pt x="661027" y="13947"/>
                </a:cubicBezTo>
                <a:cubicBezTo>
                  <a:pt x="661354" y="12834"/>
                  <a:pt x="661859" y="11855"/>
                  <a:pt x="662542" y="11011"/>
                </a:cubicBezTo>
                <a:cubicBezTo>
                  <a:pt x="663225" y="10168"/>
                  <a:pt x="664100" y="9499"/>
                  <a:pt x="665168" y="9005"/>
                </a:cubicBezTo>
                <a:cubicBezTo>
                  <a:pt x="666236" y="8512"/>
                  <a:pt x="667510" y="8265"/>
                  <a:pt x="668991" y="8265"/>
                </a:cubicBezTo>
                <a:cubicBezTo>
                  <a:pt x="669576" y="8265"/>
                  <a:pt x="670156" y="8311"/>
                  <a:pt x="670730" y="8403"/>
                </a:cubicBezTo>
                <a:cubicBezTo>
                  <a:pt x="671304" y="8495"/>
                  <a:pt x="671912" y="8638"/>
                  <a:pt x="672555" y="8833"/>
                </a:cubicBezTo>
                <a:lnTo>
                  <a:pt x="675207" y="8162"/>
                </a:lnTo>
                <a:lnTo>
                  <a:pt x="675207" y="32819"/>
                </a:lnTo>
                <a:lnTo>
                  <a:pt x="672193" y="32819"/>
                </a:lnTo>
                <a:lnTo>
                  <a:pt x="672193" y="26293"/>
                </a:lnTo>
                <a:lnTo>
                  <a:pt x="672348" y="22591"/>
                </a:lnTo>
                <a:cubicBezTo>
                  <a:pt x="670718" y="24910"/>
                  <a:pt x="668778" y="26069"/>
                  <a:pt x="666528" y="26069"/>
                </a:cubicBezTo>
                <a:cubicBezTo>
                  <a:pt x="665518" y="26069"/>
                  <a:pt x="664640" y="25862"/>
                  <a:pt x="663894" y="25449"/>
                </a:cubicBezTo>
                <a:cubicBezTo>
                  <a:pt x="663148" y="25036"/>
                  <a:pt x="662525" y="24450"/>
                  <a:pt x="662026" y="23693"/>
                </a:cubicBezTo>
                <a:cubicBezTo>
                  <a:pt x="661526" y="22935"/>
                  <a:pt x="661153" y="22028"/>
                  <a:pt x="660906" y="20972"/>
                </a:cubicBezTo>
                <a:cubicBezTo>
                  <a:pt x="660660" y="19916"/>
                  <a:pt x="660536" y="18751"/>
                  <a:pt x="660536" y="17477"/>
                </a:cubicBezTo>
                <a:moveTo>
                  <a:pt x="663601" y="17288"/>
                </a:moveTo>
                <a:cubicBezTo>
                  <a:pt x="663601" y="18252"/>
                  <a:pt x="663673" y="19118"/>
                  <a:pt x="663816" y="19888"/>
                </a:cubicBezTo>
                <a:cubicBezTo>
                  <a:pt x="663960" y="20657"/>
                  <a:pt x="664178" y="21308"/>
                  <a:pt x="664471" y="21842"/>
                </a:cubicBezTo>
                <a:cubicBezTo>
                  <a:pt x="664763" y="22376"/>
                  <a:pt x="665131" y="22786"/>
                  <a:pt x="665573" y="23073"/>
                </a:cubicBezTo>
                <a:cubicBezTo>
                  <a:pt x="666015" y="23360"/>
                  <a:pt x="666534" y="23503"/>
                  <a:pt x="667131" y="23503"/>
                </a:cubicBezTo>
                <a:cubicBezTo>
                  <a:pt x="667889" y="23503"/>
                  <a:pt x="668689" y="23165"/>
                  <a:pt x="669533" y="22488"/>
                </a:cubicBezTo>
                <a:cubicBezTo>
                  <a:pt x="670377" y="21810"/>
                  <a:pt x="671263" y="20806"/>
                  <a:pt x="672193" y="19474"/>
                </a:cubicBezTo>
                <a:lnTo>
                  <a:pt x="672193" y="11450"/>
                </a:lnTo>
                <a:cubicBezTo>
                  <a:pt x="671734" y="11232"/>
                  <a:pt x="671215" y="11054"/>
                  <a:pt x="670635" y="10917"/>
                </a:cubicBezTo>
                <a:cubicBezTo>
                  <a:pt x="670055" y="10779"/>
                  <a:pt x="669438" y="10710"/>
                  <a:pt x="668784" y="10710"/>
                </a:cubicBezTo>
                <a:cubicBezTo>
                  <a:pt x="667097" y="10710"/>
                  <a:pt x="665811" y="11267"/>
                  <a:pt x="664927" y="12380"/>
                </a:cubicBezTo>
                <a:cubicBezTo>
                  <a:pt x="664043" y="13494"/>
                  <a:pt x="663601" y="15129"/>
                  <a:pt x="663601" y="17288"/>
                </a:cubicBezTo>
                <a:close/>
                <a:moveTo>
                  <a:pt x="694987" y="25759"/>
                </a:moveTo>
                <a:lnTo>
                  <a:pt x="692301" y="25759"/>
                </a:lnTo>
                <a:lnTo>
                  <a:pt x="692198" y="22970"/>
                </a:lnTo>
                <a:cubicBezTo>
                  <a:pt x="691681" y="23567"/>
                  <a:pt x="691190" y="24063"/>
                  <a:pt x="690726" y="24459"/>
                </a:cubicBezTo>
                <a:cubicBezTo>
                  <a:pt x="690261" y="24855"/>
                  <a:pt x="689799" y="25174"/>
                  <a:pt x="689339" y="25415"/>
                </a:cubicBezTo>
                <a:cubicBezTo>
                  <a:pt x="688880" y="25656"/>
                  <a:pt x="688418" y="25825"/>
                  <a:pt x="687953" y="25923"/>
                </a:cubicBezTo>
                <a:cubicBezTo>
                  <a:pt x="687488" y="26020"/>
                  <a:pt x="686998" y="26069"/>
                  <a:pt x="686481" y="26069"/>
                </a:cubicBezTo>
                <a:cubicBezTo>
                  <a:pt x="684702" y="26069"/>
                  <a:pt x="683359" y="25547"/>
                  <a:pt x="682452" y="24502"/>
                </a:cubicBezTo>
                <a:cubicBezTo>
                  <a:pt x="681545" y="23458"/>
                  <a:pt x="681092" y="21879"/>
                  <a:pt x="681092" y="19767"/>
                </a:cubicBezTo>
                <a:lnTo>
                  <a:pt x="681092" y="8472"/>
                </a:lnTo>
                <a:lnTo>
                  <a:pt x="684088" y="8472"/>
                </a:lnTo>
                <a:lnTo>
                  <a:pt x="684088" y="19526"/>
                </a:lnTo>
                <a:cubicBezTo>
                  <a:pt x="684088" y="22178"/>
                  <a:pt x="685086" y="23503"/>
                  <a:pt x="687084" y="23503"/>
                </a:cubicBezTo>
                <a:cubicBezTo>
                  <a:pt x="687451" y="23503"/>
                  <a:pt x="687810" y="23449"/>
                  <a:pt x="688160" y="23340"/>
                </a:cubicBezTo>
                <a:cubicBezTo>
                  <a:pt x="688510" y="23231"/>
                  <a:pt x="688877" y="23041"/>
                  <a:pt x="689262" y="22772"/>
                </a:cubicBezTo>
                <a:cubicBezTo>
                  <a:pt x="689646" y="22502"/>
                  <a:pt x="690060" y="22137"/>
                  <a:pt x="690502" y="21678"/>
                </a:cubicBezTo>
                <a:cubicBezTo>
                  <a:pt x="690944" y="21219"/>
                  <a:pt x="691440" y="20639"/>
                  <a:pt x="691991" y="19939"/>
                </a:cubicBezTo>
                <a:lnTo>
                  <a:pt x="691991" y="8472"/>
                </a:lnTo>
                <a:lnTo>
                  <a:pt x="694987" y="8472"/>
                </a:lnTo>
                <a:lnTo>
                  <a:pt x="694987" y="25759"/>
                </a:lnTo>
                <a:close/>
                <a:moveTo>
                  <a:pt x="714347" y="16203"/>
                </a:moveTo>
                <a:cubicBezTo>
                  <a:pt x="714347" y="16627"/>
                  <a:pt x="714341" y="16983"/>
                  <a:pt x="714330" y="17270"/>
                </a:cubicBezTo>
                <a:cubicBezTo>
                  <a:pt x="714318" y="17557"/>
                  <a:pt x="714301" y="17827"/>
                  <a:pt x="714278" y="18080"/>
                </a:cubicBezTo>
                <a:lnTo>
                  <a:pt x="702139" y="18080"/>
                </a:lnTo>
                <a:cubicBezTo>
                  <a:pt x="702139" y="19847"/>
                  <a:pt x="702633" y="21205"/>
                  <a:pt x="703620" y="22152"/>
                </a:cubicBezTo>
                <a:cubicBezTo>
                  <a:pt x="704607" y="23099"/>
                  <a:pt x="706031" y="23572"/>
                  <a:pt x="707890" y="23572"/>
                </a:cubicBezTo>
                <a:cubicBezTo>
                  <a:pt x="708395" y="23572"/>
                  <a:pt x="708900" y="23552"/>
                  <a:pt x="709405" y="23511"/>
                </a:cubicBezTo>
                <a:cubicBezTo>
                  <a:pt x="709910" y="23470"/>
                  <a:pt x="710398" y="23414"/>
                  <a:pt x="710869" y="23344"/>
                </a:cubicBezTo>
                <a:cubicBezTo>
                  <a:pt x="711340" y="23273"/>
                  <a:pt x="711790" y="23194"/>
                  <a:pt x="712221" y="23106"/>
                </a:cubicBezTo>
                <a:cubicBezTo>
                  <a:pt x="712651" y="23018"/>
                  <a:pt x="713050" y="22921"/>
                  <a:pt x="713417" y="22815"/>
                </a:cubicBezTo>
                <a:lnTo>
                  <a:pt x="713417" y="25277"/>
                </a:lnTo>
                <a:cubicBezTo>
                  <a:pt x="712602" y="25512"/>
                  <a:pt x="711681" y="25702"/>
                  <a:pt x="710654" y="25849"/>
                </a:cubicBezTo>
                <a:cubicBezTo>
                  <a:pt x="709626" y="25996"/>
                  <a:pt x="708562" y="26069"/>
                  <a:pt x="707460" y="26069"/>
                </a:cubicBezTo>
                <a:cubicBezTo>
                  <a:pt x="705979" y="26069"/>
                  <a:pt x="704705" y="25868"/>
                  <a:pt x="703637" y="25466"/>
                </a:cubicBezTo>
                <a:cubicBezTo>
                  <a:pt x="702570" y="25065"/>
                  <a:pt x="701694" y="24482"/>
                  <a:pt x="701011" y="23719"/>
                </a:cubicBezTo>
                <a:cubicBezTo>
                  <a:pt x="700328" y="22955"/>
                  <a:pt x="699823" y="22020"/>
                  <a:pt x="699496" y="20912"/>
                </a:cubicBezTo>
                <a:cubicBezTo>
                  <a:pt x="699169" y="19804"/>
                  <a:pt x="699005" y="18550"/>
                  <a:pt x="699005" y="17150"/>
                </a:cubicBezTo>
                <a:cubicBezTo>
                  <a:pt x="699005" y="15933"/>
                  <a:pt x="699180" y="14782"/>
                  <a:pt x="699531" y="13697"/>
                </a:cubicBezTo>
                <a:cubicBezTo>
                  <a:pt x="699881" y="12613"/>
                  <a:pt x="700391" y="11660"/>
                  <a:pt x="701063" y="10839"/>
                </a:cubicBezTo>
                <a:cubicBezTo>
                  <a:pt x="701735" y="10018"/>
                  <a:pt x="702558" y="9367"/>
                  <a:pt x="703534" y="8885"/>
                </a:cubicBezTo>
                <a:cubicBezTo>
                  <a:pt x="704510" y="8403"/>
                  <a:pt x="705617" y="8162"/>
                  <a:pt x="706857" y="8162"/>
                </a:cubicBezTo>
                <a:cubicBezTo>
                  <a:pt x="708062" y="8162"/>
                  <a:pt x="709130" y="8351"/>
                  <a:pt x="710060" y="8730"/>
                </a:cubicBezTo>
                <a:cubicBezTo>
                  <a:pt x="710990" y="9109"/>
                  <a:pt x="711773" y="9645"/>
                  <a:pt x="712410" y="10340"/>
                </a:cubicBezTo>
                <a:cubicBezTo>
                  <a:pt x="713047" y="11034"/>
                  <a:pt x="713529" y="11878"/>
                  <a:pt x="713856" y="12871"/>
                </a:cubicBezTo>
                <a:cubicBezTo>
                  <a:pt x="714184" y="13864"/>
                  <a:pt x="714347" y="14974"/>
                  <a:pt x="714347" y="16203"/>
                </a:cubicBezTo>
                <a:moveTo>
                  <a:pt x="711231" y="15772"/>
                </a:moveTo>
                <a:cubicBezTo>
                  <a:pt x="711265" y="15003"/>
                  <a:pt x="711190" y="14300"/>
                  <a:pt x="711007" y="13663"/>
                </a:cubicBezTo>
                <a:cubicBezTo>
                  <a:pt x="710823" y="13026"/>
                  <a:pt x="710539" y="12478"/>
                  <a:pt x="710154" y="12019"/>
                </a:cubicBezTo>
                <a:cubicBezTo>
                  <a:pt x="709770" y="11559"/>
                  <a:pt x="709291" y="11201"/>
                  <a:pt x="708717" y="10942"/>
                </a:cubicBezTo>
                <a:cubicBezTo>
                  <a:pt x="708143" y="10684"/>
                  <a:pt x="707477" y="10555"/>
                  <a:pt x="706719" y="10555"/>
                </a:cubicBezTo>
                <a:cubicBezTo>
                  <a:pt x="706065" y="10555"/>
                  <a:pt x="705468" y="10681"/>
                  <a:pt x="704929" y="10934"/>
                </a:cubicBezTo>
                <a:cubicBezTo>
                  <a:pt x="704389" y="11186"/>
                  <a:pt x="703924" y="11542"/>
                  <a:pt x="703534" y="12001"/>
                </a:cubicBezTo>
                <a:cubicBezTo>
                  <a:pt x="703144" y="12461"/>
                  <a:pt x="702828" y="13012"/>
                  <a:pt x="702587" y="13654"/>
                </a:cubicBezTo>
                <a:cubicBezTo>
                  <a:pt x="702346" y="14297"/>
                  <a:pt x="702197" y="15003"/>
                  <a:pt x="702139" y="15772"/>
                </a:cubicBezTo>
                <a:lnTo>
                  <a:pt x="711231" y="15772"/>
                </a:lnTo>
                <a:close/>
                <a:moveTo>
                  <a:pt x="720129" y="8472"/>
                </a:moveTo>
                <a:lnTo>
                  <a:pt x="722867" y="8472"/>
                </a:lnTo>
                <a:lnTo>
                  <a:pt x="722953" y="11649"/>
                </a:lnTo>
                <a:cubicBezTo>
                  <a:pt x="723975" y="10424"/>
                  <a:pt x="724982" y="9536"/>
                  <a:pt x="725975" y="8987"/>
                </a:cubicBezTo>
                <a:cubicBezTo>
                  <a:pt x="726968" y="8437"/>
                  <a:pt x="727969" y="8162"/>
                  <a:pt x="728979" y="8162"/>
                </a:cubicBezTo>
                <a:cubicBezTo>
                  <a:pt x="730770" y="8162"/>
                  <a:pt x="732128" y="8740"/>
                  <a:pt x="733052" y="9896"/>
                </a:cubicBezTo>
                <a:cubicBezTo>
                  <a:pt x="733976" y="11053"/>
                  <a:pt x="734403" y="12770"/>
                  <a:pt x="734334" y="15049"/>
                </a:cubicBezTo>
                <a:lnTo>
                  <a:pt x="731304" y="15049"/>
                </a:lnTo>
                <a:cubicBezTo>
                  <a:pt x="731338" y="13540"/>
                  <a:pt x="731117" y="12445"/>
                  <a:pt x="730641" y="11765"/>
                </a:cubicBezTo>
                <a:cubicBezTo>
                  <a:pt x="730165" y="11085"/>
                  <a:pt x="729467" y="10744"/>
                  <a:pt x="728549" y="10744"/>
                </a:cubicBezTo>
                <a:cubicBezTo>
                  <a:pt x="728147" y="10744"/>
                  <a:pt x="727743" y="10816"/>
                  <a:pt x="727335" y="10959"/>
                </a:cubicBezTo>
                <a:cubicBezTo>
                  <a:pt x="726928" y="11102"/>
                  <a:pt x="726509" y="11330"/>
                  <a:pt x="726078" y="11645"/>
                </a:cubicBezTo>
                <a:cubicBezTo>
                  <a:pt x="725648" y="11959"/>
                  <a:pt x="725191" y="12362"/>
                  <a:pt x="724709" y="12854"/>
                </a:cubicBezTo>
                <a:cubicBezTo>
                  <a:pt x="724227" y="13345"/>
                  <a:pt x="723711" y="13940"/>
                  <a:pt x="723160" y="14637"/>
                </a:cubicBezTo>
                <a:lnTo>
                  <a:pt x="723160" y="25759"/>
                </a:lnTo>
                <a:lnTo>
                  <a:pt x="720129" y="25759"/>
                </a:lnTo>
                <a:lnTo>
                  <a:pt x="720129" y="8472"/>
                </a:lnTo>
                <a:close/>
                <a:moveTo>
                  <a:pt x="754477" y="8472"/>
                </a:moveTo>
                <a:lnTo>
                  <a:pt x="748588" y="23934"/>
                </a:lnTo>
                <a:cubicBezTo>
                  <a:pt x="747979" y="25507"/>
                  <a:pt x="747351" y="26861"/>
                  <a:pt x="746702" y="27998"/>
                </a:cubicBezTo>
                <a:cubicBezTo>
                  <a:pt x="746054" y="29134"/>
                  <a:pt x="745345" y="30067"/>
                  <a:pt x="744576" y="30796"/>
                </a:cubicBezTo>
                <a:cubicBezTo>
                  <a:pt x="743807" y="31524"/>
                  <a:pt x="742963" y="32061"/>
                  <a:pt x="742045" y="32405"/>
                </a:cubicBezTo>
                <a:cubicBezTo>
                  <a:pt x="741126" y="32750"/>
                  <a:pt x="740099" y="32922"/>
                  <a:pt x="738963" y="32922"/>
                </a:cubicBezTo>
                <a:cubicBezTo>
                  <a:pt x="738664" y="32922"/>
                  <a:pt x="738394" y="32916"/>
                  <a:pt x="738153" y="32905"/>
                </a:cubicBezTo>
                <a:cubicBezTo>
                  <a:pt x="737912" y="32893"/>
                  <a:pt x="737648" y="32876"/>
                  <a:pt x="737361" y="32853"/>
                </a:cubicBezTo>
                <a:lnTo>
                  <a:pt x="737361" y="30133"/>
                </a:lnTo>
                <a:cubicBezTo>
                  <a:pt x="737614" y="30167"/>
                  <a:pt x="737889" y="30199"/>
                  <a:pt x="738188" y="30227"/>
                </a:cubicBezTo>
                <a:cubicBezTo>
                  <a:pt x="738486" y="30256"/>
                  <a:pt x="738802" y="30270"/>
                  <a:pt x="739135" y="30270"/>
                </a:cubicBezTo>
                <a:cubicBezTo>
                  <a:pt x="739686" y="30270"/>
                  <a:pt x="740200" y="30190"/>
                  <a:pt x="740676" y="30029"/>
                </a:cubicBezTo>
                <a:cubicBezTo>
                  <a:pt x="741152" y="29869"/>
                  <a:pt x="741603" y="29607"/>
                  <a:pt x="742028" y="29246"/>
                </a:cubicBezTo>
                <a:cubicBezTo>
                  <a:pt x="742452" y="28884"/>
                  <a:pt x="742860" y="28416"/>
                  <a:pt x="743250" y="27843"/>
                </a:cubicBezTo>
                <a:cubicBezTo>
                  <a:pt x="743640" y="27269"/>
                  <a:pt x="744019" y="26574"/>
                  <a:pt x="744387" y="25759"/>
                </a:cubicBezTo>
                <a:lnTo>
                  <a:pt x="737482" y="8472"/>
                </a:lnTo>
                <a:lnTo>
                  <a:pt x="740891" y="8472"/>
                </a:lnTo>
                <a:lnTo>
                  <a:pt x="745265" y="19905"/>
                </a:lnTo>
                <a:lnTo>
                  <a:pt x="746143" y="22591"/>
                </a:lnTo>
                <a:lnTo>
                  <a:pt x="747141" y="19836"/>
                </a:lnTo>
                <a:lnTo>
                  <a:pt x="751188" y="8472"/>
                </a:lnTo>
                <a:lnTo>
                  <a:pt x="754477" y="8472"/>
                </a:lnTo>
                <a:close/>
                <a:moveTo>
                  <a:pt x="773189" y="19659"/>
                </a:moveTo>
                <a:cubicBezTo>
                  <a:pt x="773189" y="20727"/>
                  <a:pt x="772971" y="21663"/>
                  <a:pt x="772535" y="22468"/>
                </a:cubicBezTo>
                <a:cubicBezTo>
                  <a:pt x="772099" y="23272"/>
                  <a:pt x="771491" y="23941"/>
                  <a:pt x="770710" y="24475"/>
                </a:cubicBezTo>
                <a:cubicBezTo>
                  <a:pt x="769929" y="25009"/>
                  <a:pt x="768991" y="25409"/>
                  <a:pt x="767895" y="25673"/>
                </a:cubicBezTo>
                <a:cubicBezTo>
                  <a:pt x="766798" y="25937"/>
                  <a:pt x="765590" y="26069"/>
                  <a:pt x="764270" y="26069"/>
                </a:cubicBezTo>
                <a:cubicBezTo>
                  <a:pt x="763673" y="26069"/>
                  <a:pt x="763079" y="26046"/>
                  <a:pt x="762488" y="26000"/>
                </a:cubicBezTo>
                <a:cubicBezTo>
                  <a:pt x="761897" y="25954"/>
                  <a:pt x="761329" y="25897"/>
                  <a:pt x="760783" y="25828"/>
                </a:cubicBezTo>
                <a:cubicBezTo>
                  <a:pt x="760238" y="25759"/>
                  <a:pt x="759724" y="25679"/>
                  <a:pt x="759242" y="25587"/>
                </a:cubicBezTo>
                <a:cubicBezTo>
                  <a:pt x="758760" y="25495"/>
                  <a:pt x="758324" y="25397"/>
                  <a:pt x="757934" y="25294"/>
                </a:cubicBezTo>
                <a:lnTo>
                  <a:pt x="757934" y="22333"/>
                </a:lnTo>
                <a:cubicBezTo>
                  <a:pt x="758795" y="22654"/>
                  <a:pt x="759762" y="22907"/>
                  <a:pt x="760835" y="23090"/>
                </a:cubicBezTo>
                <a:cubicBezTo>
                  <a:pt x="761908" y="23274"/>
                  <a:pt x="763128" y="23366"/>
                  <a:pt x="764494" y="23366"/>
                </a:cubicBezTo>
                <a:cubicBezTo>
                  <a:pt x="765481" y="23366"/>
                  <a:pt x="766322" y="23288"/>
                  <a:pt x="767017" y="23133"/>
                </a:cubicBezTo>
                <a:cubicBezTo>
                  <a:pt x="767711" y="22978"/>
                  <a:pt x="768279" y="22748"/>
                  <a:pt x="768721" y="22443"/>
                </a:cubicBezTo>
                <a:cubicBezTo>
                  <a:pt x="769163" y="22139"/>
                  <a:pt x="769485" y="21768"/>
                  <a:pt x="769685" y="21331"/>
                </a:cubicBezTo>
                <a:cubicBezTo>
                  <a:pt x="769886" y="20894"/>
                  <a:pt x="769987" y="20394"/>
                  <a:pt x="769987" y="19831"/>
                </a:cubicBezTo>
                <a:cubicBezTo>
                  <a:pt x="769987" y="19222"/>
                  <a:pt x="769817" y="18702"/>
                  <a:pt x="769479" y="18272"/>
                </a:cubicBezTo>
                <a:cubicBezTo>
                  <a:pt x="769140" y="17841"/>
                  <a:pt x="768695" y="17456"/>
                  <a:pt x="768144" y="17117"/>
                </a:cubicBezTo>
                <a:cubicBezTo>
                  <a:pt x="767593" y="16778"/>
                  <a:pt x="766965" y="16468"/>
                  <a:pt x="766259" y="16187"/>
                </a:cubicBezTo>
                <a:cubicBezTo>
                  <a:pt x="765553" y="15905"/>
                  <a:pt x="764833" y="15615"/>
                  <a:pt x="764098" y="15317"/>
                </a:cubicBezTo>
                <a:cubicBezTo>
                  <a:pt x="763363" y="15018"/>
                  <a:pt x="762643" y="14693"/>
                  <a:pt x="761937" y="14343"/>
                </a:cubicBezTo>
                <a:cubicBezTo>
                  <a:pt x="761231" y="13993"/>
                  <a:pt x="760603" y="13579"/>
                  <a:pt x="760052" y="13102"/>
                </a:cubicBezTo>
                <a:cubicBezTo>
                  <a:pt x="759501" y="12626"/>
                  <a:pt x="759056" y="12066"/>
                  <a:pt x="758717" y="11422"/>
                </a:cubicBezTo>
                <a:cubicBezTo>
                  <a:pt x="758379" y="10779"/>
                  <a:pt x="758209" y="10015"/>
                  <a:pt x="758209" y="9130"/>
                </a:cubicBezTo>
                <a:cubicBezTo>
                  <a:pt x="758209" y="8361"/>
                  <a:pt x="758370" y="7603"/>
                  <a:pt x="758691" y="6856"/>
                </a:cubicBezTo>
                <a:cubicBezTo>
                  <a:pt x="759013" y="6109"/>
                  <a:pt x="759512" y="5446"/>
                  <a:pt x="760189" y="4866"/>
                </a:cubicBezTo>
                <a:cubicBezTo>
                  <a:pt x="760867" y="4285"/>
                  <a:pt x="761736" y="3817"/>
                  <a:pt x="762798" y="3461"/>
                </a:cubicBezTo>
                <a:cubicBezTo>
                  <a:pt x="763860" y="3105"/>
                  <a:pt x="765125" y="2927"/>
                  <a:pt x="766595" y="2927"/>
                </a:cubicBezTo>
                <a:cubicBezTo>
                  <a:pt x="766973" y="2927"/>
                  <a:pt x="767384" y="2944"/>
                  <a:pt x="767826" y="2979"/>
                </a:cubicBezTo>
                <a:cubicBezTo>
                  <a:pt x="768268" y="3013"/>
                  <a:pt x="768715" y="3062"/>
                  <a:pt x="769169" y="3125"/>
                </a:cubicBezTo>
                <a:cubicBezTo>
                  <a:pt x="769622" y="3188"/>
                  <a:pt x="770070" y="3260"/>
                  <a:pt x="770512" y="3340"/>
                </a:cubicBezTo>
                <a:cubicBezTo>
                  <a:pt x="770954" y="3421"/>
                  <a:pt x="771364" y="3507"/>
                  <a:pt x="771743" y="3599"/>
                </a:cubicBezTo>
                <a:lnTo>
                  <a:pt x="771743" y="6354"/>
                </a:lnTo>
                <a:cubicBezTo>
                  <a:pt x="770859" y="6101"/>
                  <a:pt x="769975" y="5909"/>
                  <a:pt x="769091" y="5777"/>
                </a:cubicBezTo>
                <a:cubicBezTo>
                  <a:pt x="768207" y="5645"/>
                  <a:pt x="767352" y="5579"/>
                  <a:pt x="766526" y="5579"/>
                </a:cubicBezTo>
                <a:cubicBezTo>
                  <a:pt x="764769" y="5579"/>
                  <a:pt x="763478" y="5872"/>
                  <a:pt x="762652" y="6458"/>
                </a:cubicBezTo>
                <a:cubicBezTo>
                  <a:pt x="761825" y="7044"/>
                  <a:pt x="761412" y="7832"/>
                  <a:pt x="761412" y="8820"/>
                </a:cubicBezTo>
                <a:cubicBezTo>
                  <a:pt x="761412" y="9429"/>
                  <a:pt x="761581" y="9952"/>
                  <a:pt x="761920" y="10388"/>
                </a:cubicBezTo>
                <a:cubicBezTo>
                  <a:pt x="762258" y="10825"/>
                  <a:pt x="762703" y="11215"/>
                  <a:pt x="763254" y="11560"/>
                </a:cubicBezTo>
                <a:cubicBezTo>
                  <a:pt x="763805" y="11905"/>
                  <a:pt x="764434" y="12218"/>
                  <a:pt x="765140" y="12500"/>
                </a:cubicBezTo>
                <a:cubicBezTo>
                  <a:pt x="765846" y="12781"/>
                  <a:pt x="766566" y="13071"/>
                  <a:pt x="767301" y="13370"/>
                </a:cubicBezTo>
                <a:cubicBezTo>
                  <a:pt x="768035" y="13668"/>
                  <a:pt x="768756" y="13996"/>
                  <a:pt x="769462" y="14352"/>
                </a:cubicBezTo>
                <a:cubicBezTo>
                  <a:pt x="770168" y="14708"/>
                  <a:pt x="770796" y="15130"/>
                  <a:pt x="771347" y="15618"/>
                </a:cubicBezTo>
                <a:cubicBezTo>
                  <a:pt x="771898" y="16106"/>
                  <a:pt x="772343" y="16678"/>
                  <a:pt x="772681" y="17333"/>
                </a:cubicBezTo>
                <a:cubicBezTo>
                  <a:pt x="773020" y="17987"/>
                  <a:pt x="773189" y="18763"/>
                  <a:pt x="773189" y="19659"/>
                </a:cubicBezTo>
                <a:close/>
                <a:moveTo>
                  <a:pt x="792033" y="16203"/>
                </a:moveTo>
                <a:cubicBezTo>
                  <a:pt x="792033" y="16627"/>
                  <a:pt x="792027" y="16983"/>
                  <a:pt x="792016" y="17270"/>
                </a:cubicBezTo>
                <a:cubicBezTo>
                  <a:pt x="792004" y="17557"/>
                  <a:pt x="791987" y="17827"/>
                  <a:pt x="791964" y="18080"/>
                </a:cubicBezTo>
                <a:lnTo>
                  <a:pt x="779825" y="18080"/>
                </a:lnTo>
                <a:cubicBezTo>
                  <a:pt x="779825" y="19847"/>
                  <a:pt x="780319" y="21205"/>
                  <a:pt x="781306" y="22152"/>
                </a:cubicBezTo>
                <a:cubicBezTo>
                  <a:pt x="782293" y="23099"/>
                  <a:pt x="783717" y="23572"/>
                  <a:pt x="785576" y="23572"/>
                </a:cubicBezTo>
                <a:cubicBezTo>
                  <a:pt x="786081" y="23572"/>
                  <a:pt x="786586" y="23552"/>
                  <a:pt x="787091" y="23511"/>
                </a:cubicBezTo>
                <a:cubicBezTo>
                  <a:pt x="787596" y="23470"/>
                  <a:pt x="788084" y="23414"/>
                  <a:pt x="788555" y="23344"/>
                </a:cubicBezTo>
                <a:cubicBezTo>
                  <a:pt x="789026" y="23273"/>
                  <a:pt x="789476" y="23194"/>
                  <a:pt x="789907" y="23106"/>
                </a:cubicBezTo>
                <a:cubicBezTo>
                  <a:pt x="790337" y="23018"/>
                  <a:pt x="790736" y="22921"/>
                  <a:pt x="791103" y="22815"/>
                </a:cubicBezTo>
                <a:lnTo>
                  <a:pt x="791103" y="25277"/>
                </a:lnTo>
                <a:cubicBezTo>
                  <a:pt x="790288" y="25512"/>
                  <a:pt x="789367" y="25702"/>
                  <a:pt x="788340" y="25849"/>
                </a:cubicBezTo>
                <a:cubicBezTo>
                  <a:pt x="787312" y="25996"/>
                  <a:pt x="786248" y="26069"/>
                  <a:pt x="785146" y="26069"/>
                </a:cubicBezTo>
                <a:cubicBezTo>
                  <a:pt x="783665" y="26069"/>
                  <a:pt x="782391" y="25868"/>
                  <a:pt x="781323" y="25466"/>
                </a:cubicBezTo>
                <a:cubicBezTo>
                  <a:pt x="780256" y="25065"/>
                  <a:pt x="779380" y="24482"/>
                  <a:pt x="778697" y="23719"/>
                </a:cubicBezTo>
                <a:cubicBezTo>
                  <a:pt x="778014" y="22955"/>
                  <a:pt x="777509" y="22020"/>
                  <a:pt x="777182" y="20912"/>
                </a:cubicBezTo>
                <a:cubicBezTo>
                  <a:pt x="776855" y="19804"/>
                  <a:pt x="776691" y="18550"/>
                  <a:pt x="776691" y="17150"/>
                </a:cubicBezTo>
                <a:cubicBezTo>
                  <a:pt x="776691" y="15933"/>
                  <a:pt x="776866" y="14782"/>
                  <a:pt x="777217" y="13697"/>
                </a:cubicBezTo>
                <a:cubicBezTo>
                  <a:pt x="777567" y="12613"/>
                  <a:pt x="778077" y="11660"/>
                  <a:pt x="778749" y="10839"/>
                </a:cubicBezTo>
                <a:cubicBezTo>
                  <a:pt x="779420" y="10018"/>
                  <a:pt x="780244" y="9367"/>
                  <a:pt x="781220" y="8885"/>
                </a:cubicBezTo>
                <a:cubicBezTo>
                  <a:pt x="782196" y="8403"/>
                  <a:pt x="783303" y="8162"/>
                  <a:pt x="784543" y="8162"/>
                </a:cubicBezTo>
                <a:cubicBezTo>
                  <a:pt x="785748" y="8162"/>
                  <a:pt x="786816" y="8351"/>
                  <a:pt x="787746" y="8730"/>
                </a:cubicBezTo>
                <a:cubicBezTo>
                  <a:pt x="788676" y="9109"/>
                  <a:pt x="789459" y="9645"/>
                  <a:pt x="790096" y="10340"/>
                </a:cubicBezTo>
                <a:cubicBezTo>
                  <a:pt x="790733" y="11034"/>
                  <a:pt x="791215" y="11878"/>
                  <a:pt x="791542" y="12871"/>
                </a:cubicBezTo>
                <a:cubicBezTo>
                  <a:pt x="791870" y="13864"/>
                  <a:pt x="792033" y="14974"/>
                  <a:pt x="792033" y="16203"/>
                </a:cubicBezTo>
                <a:moveTo>
                  <a:pt x="788917" y="15772"/>
                </a:moveTo>
                <a:cubicBezTo>
                  <a:pt x="788951" y="15003"/>
                  <a:pt x="788876" y="14300"/>
                  <a:pt x="788693" y="13663"/>
                </a:cubicBezTo>
                <a:cubicBezTo>
                  <a:pt x="788509" y="13026"/>
                  <a:pt x="788225" y="12478"/>
                  <a:pt x="787840" y="12019"/>
                </a:cubicBezTo>
                <a:cubicBezTo>
                  <a:pt x="787456" y="11559"/>
                  <a:pt x="786977" y="11201"/>
                  <a:pt x="786403" y="10942"/>
                </a:cubicBezTo>
                <a:cubicBezTo>
                  <a:pt x="785829" y="10684"/>
                  <a:pt x="785163" y="10555"/>
                  <a:pt x="784405" y="10555"/>
                </a:cubicBezTo>
                <a:cubicBezTo>
                  <a:pt x="783751" y="10555"/>
                  <a:pt x="783154" y="10681"/>
                  <a:pt x="782615" y="10934"/>
                </a:cubicBezTo>
                <a:cubicBezTo>
                  <a:pt x="782075" y="11186"/>
                  <a:pt x="781610" y="11542"/>
                  <a:pt x="781220" y="12001"/>
                </a:cubicBezTo>
                <a:cubicBezTo>
                  <a:pt x="780830" y="12461"/>
                  <a:pt x="780514" y="13012"/>
                  <a:pt x="780273" y="13654"/>
                </a:cubicBezTo>
                <a:cubicBezTo>
                  <a:pt x="780032" y="14297"/>
                  <a:pt x="779883" y="15003"/>
                  <a:pt x="779825" y="15772"/>
                </a:cubicBezTo>
                <a:lnTo>
                  <a:pt x="788917" y="15772"/>
                </a:lnTo>
                <a:close/>
                <a:moveTo>
                  <a:pt x="802998" y="3874"/>
                </a:moveTo>
                <a:lnTo>
                  <a:pt x="797884" y="3874"/>
                </a:lnTo>
                <a:lnTo>
                  <a:pt x="797884" y="1412"/>
                </a:lnTo>
                <a:lnTo>
                  <a:pt x="806028" y="1412"/>
                </a:lnTo>
                <a:lnTo>
                  <a:pt x="806028" y="23262"/>
                </a:lnTo>
                <a:lnTo>
                  <a:pt x="811177" y="23262"/>
                </a:lnTo>
                <a:lnTo>
                  <a:pt x="811177" y="25759"/>
                </a:lnTo>
                <a:lnTo>
                  <a:pt x="797316" y="25759"/>
                </a:lnTo>
                <a:lnTo>
                  <a:pt x="797316" y="23262"/>
                </a:lnTo>
                <a:lnTo>
                  <a:pt x="802998" y="23262"/>
                </a:lnTo>
                <a:lnTo>
                  <a:pt x="802998" y="3874"/>
                </a:lnTo>
                <a:close/>
                <a:moveTo>
                  <a:pt x="831388" y="16203"/>
                </a:moveTo>
                <a:cubicBezTo>
                  <a:pt x="831388" y="16627"/>
                  <a:pt x="831382" y="16983"/>
                  <a:pt x="831371" y="17270"/>
                </a:cubicBezTo>
                <a:cubicBezTo>
                  <a:pt x="831359" y="17557"/>
                  <a:pt x="831342" y="17827"/>
                  <a:pt x="831319" y="18080"/>
                </a:cubicBezTo>
                <a:lnTo>
                  <a:pt x="819180" y="18080"/>
                </a:lnTo>
                <a:cubicBezTo>
                  <a:pt x="819180" y="19847"/>
                  <a:pt x="819673" y="21205"/>
                  <a:pt x="820661" y="22152"/>
                </a:cubicBezTo>
                <a:cubicBezTo>
                  <a:pt x="821648" y="23099"/>
                  <a:pt x="823071" y="23572"/>
                  <a:pt x="824931" y="23572"/>
                </a:cubicBezTo>
                <a:cubicBezTo>
                  <a:pt x="825436" y="23572"/>
                  <a:pt x="825941" y="23552"/>
                  <a:pt x="826446" y="23511"/>
                </a:cubicBezTo>
                <a:cubicBezTo>
                  <a:pt x="826951" y="23470"/>
                  <a:pt x="827439" y="23414"/>
                  <a:pt x="827910" y="23344"/>
                </a:cubicBezTo>
                <a:cubicBezTo>
                  <a:pt x="828380" y="23273"/>
                  <a:pt x="828831" y="23194"/>
                  <a:pt x="829261" y="23106"/>
                </a:cubicBezTo>
                <a:cubicBezTo>
                  <a:pt x="829692" y="23018"/>
                  <a:pt x="830091" y="22921"/>
                  <a:pt x="830458" y="22815"/>
                </a:cubicBezTo>
                <a:lnTo>
                  <a:pt x="830458" y="25277"/>
                </a:lnTo>
                <a:cubicBezTo>
                  <a:pt x="829643" y="25512"/>
                  <a:pt x="828722" y="25702"/>
                  <a:pt x="827694" y="25849"/>
                </a:cubicBezTo>
                <a:cubicBezTo>
                  <a:pt x="826667" y="25996"/>
                  <a:pt x="825602" y="26069"/>
                  <a:pt x="824500" y="26069"/>
                </a:cubicBezTo>
                <a:cubicBezTo>
                  <a:pt x="823019" y="26069"/>
                  <a:pt x="821745" y="25868"/>
                  <a:pt x="820678" y="25466"/>
                </a:cubicBezTo>
                <a:cubicBezTo>
                  <a:pt x="819610" y="25065"/>
                  <a:pt x="818735" y="24482"/>
                  <a:pt x="818052" y="23719"/>
                </a:cubicBezTo>
                <a:cubicBezTo>
                  <a:pt x="817369" y="22955"/>
                  <a:pt x="816864" y="22020"/>
                  <a:pt x="816537" y="20912"/>
                </a:cubicBezTo>
                <a:cubicBezTo>
                  <a:pt x="816209" y="19804"/>
                  <a:pt x="816046" y="18550"/>
                  <a:pt x="816046" y="17150"/>
                </a:cubicBezTo>
                <a:cubicBezTo>
                  <a:pt x="816046" y="15933"/>
                  <a:pt x="816221" y="14782"/>
                  <a:pt x="816571" y="13697"/>
                </a:cubicBezTo>
                <a:cubicBezTo>
                  <a:pt x="816921" y="12613"/>
                  <a:pt x="817432" y="11660"/>
                  <a:pt x="818104" y="10839"/>
                </a:cubicBezTo>
                <a:cubicBezTo>
                  <a:pt x="818775" y="10018"/>
                  <a:pt x="819599" y="9367"/>
                  <a:pt x="820574" y="8885"/>
                </a:cubicBezTo>
                <a:cubicBezTo>
                  <a:pt x="821550" y="8403"/>
                  <a:pt x="822658" y="8162"/>
                  <a:pt x="823898" y="8162"/>
                </a:cubicBezTo>
                <a:cubicBezTo>
                  <a:pt x="825103" y="8162"/>
                  <a:pt x="826170" y="8351"/>
                  <a:pt x="827100" y="8730"/>
                </a:cubicBezTo>
                <a:cubicBezTo>
                  <a:pt x="828030" y="9109"/>
                  <a:pt x="828814" y="9645"/>
                  <a:pt x="829451" y="10340"/>
                </a:cubicBezTo>
                <a:cubicBezTo>
                  <a:pt x="830088" y="11034"/>
                  <a:pt x="830570" y="11878"/>
                  <a:pt x="830897" y="12871"/>
                </a:cubicBezTo>
                <a:cubicBezTo>
                  <a:pt x="831224" y="13864"/>
                  <a:pt x="831388" y="14974"/>
                  <a:pt x="831388" y="16203"/>
                </a:cubicBezTo>
                <a:moveTo>
                  <a:pt x="828271" y="15772"/>
                </a:moveTo>
                <a:cubicBezTo>
                  <a:pt x="828306" y="15003"/>
                  <a:pt x="828231" y="14300"/>
                  <a:pt x="828047" y="13663"/>
                </a:cubicBezTo>
                <a:cubicBezTo>
                  <a:pt x="827864" y="13026"/>
                  <a:pt x="827580" y="12478"/>
                  <a:pt x="827195" y="12019"/>
                </a:cubicBezTo>
                <a:cubicBezTo>
                  <a:pt x="826810" y="11559"/>
                  <a:pt x="826331" y="11201"/>
                  <a:pt x="825757" y="10942"/>
                </a:cubicBezTo>
                <a:cubicBezTo>
                  <a:pt x="825183" y="10684"/>
                  <a:pt x="824517" y="10555"/>
                  <a:pt x="823760" y="10555"/>
                </a:cubicBezTo>
                <a:cubicBezTo>
                  <a:pt x="823106" y="10555"/>
                  <a:pt x="822509" y="10681"/>
                  <a:pt x="821969" y="10934"/>
                </a:cubicBezTo>
                <a:cubicBezTo>
                  <a:pt x="821430" y="11186"/>
                  <a:pt x="820965" y="11542"/>
                  <a:pt x="820574" y="12001"/>
                </a:cubicBezTo>
                <a:cubicBezTo>
                  <a:pt x="820184" y="12461"/>
                  <a:pt x="819868" y="13012"/>
                  <a:pt x="819627" y="13654"/>
                </a:cubicBezTo>
                <a:cubicBezTo>
                  <a:pt x="819386" y="14297"/>
                  <a:pt x="819237" y="15003"/>
                  <a:pt x="819180" y="15772"/>
                </a:cubicBezTo>
                <a:lnTo>
                  <a:pt x="828271" y="15772"/>
                </a:lnTo>
                <a:close/>
                <a:moveTo>
                  <a:pt x="849894" y="25122"/>
                </a:moveTo>
                <a:cubicBezTo>
                  <a:pt x="849113" y="25420"/>
                  <a:pt x="848313" y="25641"/>
                  <a:pt x="847492" y="25785"/>
                </a:cubicBezTo>
                <a:cubicBezTo>
                  <a:pt x="846671" y="25928"/>
                  <a:pt x="845825" y="26000"/>
                  <a:pt x="844952" y="26000"/>
                </a:cubicBezTo>
                <a:cubicBezTo>
                  <a:pt x="842220" y="26000"/>
                  <a:pt x="840117" y="25260"/>
                  <a:pt x="838642" y="23779"/>
                </a:cubicBezTo>
                <a:cubicBezTo>
                  <a:pt x="837167" y="22298"/>
                  <a:pt x="836429" y="20134"/>
                  <a:pt x="836429" y="17288"/>
                </a:cubicBezTo>
                <a:cubicBezTo>
                  <a:pt x="836429" y="15922"/>
                  <a:pt x="836641" y="14682"/>
                  <a:pt x="837066" y="13568"/>
                </a:cubicBezTo>
                <a:cubicBezTo>
                  <a:pt x="837491" y="12455"/>
                  <a:pt x="838088" y="11502"/>
                  <a:pt x="838857" y="10710"/>
                </a:cubicBezTo>
                <a:cubicBezTo>
                  <a:pt x="839626" y="9918"/>
                  <a:pt x="840544" y="9307"/>
                  <a:pt x="841612" y="8876"/>
                </a:cubicBezTo>
                <a:cubicBezTo>
                  <a:pt x="842679" y="8446"/>
                  <a:pt x="843856" y="8231"/>
                  <a:pt x="845142" y="8231"/>
                </a:cubicBezTo>
                <a:cubicBezTo>
                  <a:pt x="846037" y="8231"/>
                  <a:pt x="846875" y="8295"/>
                  <a:pt x="847656" y="8424"/>
                </a:cubicBezTo>
                <a:cubicBezTo>
                  <a:pt x="848436" y="8553"/>
                  <a:pt x="849182" y="8764"/>
                  <a:pt x="849894" y="9057"/>
                </a:cubicBezTo>
                <a:lnTo>
                  <a:pt x="849894" y="11915"/>
                </a:lnTo>
                <a:cubicBezTo>
                  <a:pt x="849148" y="11519"/>
                  <a:pt x="848387" y="11230"/>
                  <a:pt x="847612" y="11050"/>
                </a:cubicBezTo>
                <a:cubicBezTo>
                  <a:pt x="846838" y="10869"/>
                  <a:pt x="846037" y="10779"/>
                  <a:pt x="845210" y="10779"/>
                </a:cubicBezTo>
                <a:cubicBezTo>
                  <a:pt x="844441" y="10779"/>
                  <a:pt x="843715" y="10925"/>
                  <a:pt x="843032" y="11218"/>
                </a:cubicBezTo>
                <a:cubicBezTo>
                  <a:pt x="842349" y="11511"/>
                  <a:pt x="841750" y="11933"/>
                  <a:pt x="841233" y="12484"/>
                </a:cubicBezTo>
                <a:cubicBezTo>
                  <a:pt x="840716" y="13035"/>
                  <a:pt x="840309" y="13706"/>
                  <a:pt x="840010" y="14498"/>
                </a:cubicBezTo>
                <a:cubicBezTo>
                  <a:pt x="839712" y="15290"/>
                  <a:pt x="839563" y="16186"/>
                  <a:pt x="839563" y="17184"/>
                </a:cubicBezTo>
                <a:cubicBezTo>
                  <a:pt x="839563" y="19273"/>
                  <a:pt x="840071" y="20837"/>
                  <a:pt x="841087" y="21876"/>
                </a:cubicBezTo>
                <a:cubicBezTo>
                  <a:pt x="842103" y="22915"/>
                  <a:pt x="843512" y="23435"/>
                  <a:pt x="845314" y="23435"/>
                </a:cubicBezTo>
                <a:cubicBezTo>
                  <a:pt x="846129" y="23435"/>
                  <a:pt x="846918" y="23343"/>
                  <a:pt x="847681" y="23159"/>
                </a:cubicBezTo>
                <a:cubicBezTo>
                  <a:pt x="848445" y="22975"/>
                  <a:pt x="849182" y="22700"/>
                  <a:pt x="849894" y="22333"/>
                </a:cubicBezTo>
                <a:lnTo>
                  <a:pt x="849894" y="25122"/>
                </a:lnTo>
                <a:close/>
                <a:moveTo>
                  <a:pt x="869048" y="25501"/>
                </a:moveTo>
                <a:cubicBezTo>
                  <a:pt x="868370" y="25679"/>
                  <a:pt x="867670" y="25807"/>
                  <a:pt x="866947" y="25884"/>
                </a:cubicBezTo>
                <a:cubicBezTo>
                  <a:pt x="866224" y="25961"/>
                  <a:pt x="865489" y="26000"/>
                  <a:pt x="864743" y="26000"/>
                </a:cubicBezTo>
                <a:cubicBezTo>
                  <a:pt x="862573" y="26000"/>
                  <a:pt x="860955" y="25509"/>
                  <a:pt x="859887" y="24528"/>
                </a:cubicBezTo>
                <a:cubicBezTo>
                  <a:pt x="858820" y="23546"/>
                  <a:pt x="858286" y="22040"/>
                  <a:pt x="858286" y="20008"/>
                </a:cubicBezTo>
                <a:lnTo>
                  <a:pt x="858286" y="10985"/>
                </a:lnTo>
                <a:lnTo>
                  <a:pt x="853447" y="10985"/>
                </a:lnTo>
                <a:lnTo>
                  <a:pt x="853447" y="8472"/>
                </a:lnTo>
                <a:lnTo>
                  <a:pt x="858286" y="8472"/>
                </a:lnTo>
                <a:lnTo>
                  <a:pt x="858286" y="3704"/>
                </a:lnTo>
                <a:lnTo>
                  <a:pt x="861282" y="2927"/>
                </a:lnTo>
                <a:lnTo>
                  <a:pt x="861282" y="8472"/>
                </a:lnTo>
                <a:lnTo>
                  <a:pt x="869048" y="8472"/>
                </a:lnTo>
                <a:lnTo>
                  <a:pt x="869048" y="10985"/>
                </a:lnTo>
                <a:lnTo>
                  <a:pt x="861282" y="10985"/>
                </a:lnTo>
                <a:lnTo>
                  <a:pt x="861282" y="19767"/>
                </a:lnTo>
                <a:cubicBezTo>
                  <a:pt x="861282" y="21007"/>
                  <a:pt x="861612" y="21934"/>
                  <a:pt x="862272" y="22548"/>
                </a:cubicBezTo>
                <a:cubicBezTo>
                  <a:pt x="862932" y="23162"/>
                  <a:pt x="863905" y="23469"/>
                  <a:pt x="865191" y="23469"/>
                </a:cubicBezTo>
                <a:cubicBezTo>
                  <a:pt x="865742" y="23469"/>
                  <a:pt x="866344" y="23425"/>
                  <a:pt x="866999" y="23336"/>
                </a:cubicBezTo>
                <a:cubicBezTo>
                  <a:pt x="867653" y="23247"/>
                  <a:pt x="868336" y="23108"/>
                  <a:pt x="869048" y="22918"/>
                </a:cubicBezTo>
                <a:lnTo>
                  <a:pt x="869048" y="25501"/>
                </a:lnTo>
                <a:close/>
                <a:moveTo>
                  <a:pt x="888821" y="16978"/>
                </a:moveTo>
                <a:cubicBezTo>
                  <a:pt x="888821" y="18321"/>
                  <a:pt x="888632" y="19552"/>
                  <a:pt x="888253" y="20671"/>
                </a:cubicBezTo>
                <a:cubicBezTo>
                  <a:pt x="887874" y="21790"/>
                  <a:pt x="887329" y="22749"/>
                  <a:pt x="886617" y="23546"/>
                </a:cubicBezTo>
                <a:cubicBezTo>
                  <a:pt x="885905" y="24344"/>
                  <a:pt x="885039" y="24964"/>
                  <a:pt x="884017" y="25406"/>
                </a:cubicBezTo>
                <a:cubicBezTo>
                  <a:pt x="882996" y="25848"/>
                  <a:pt x="881836" y="26069"/>
                  <a:pt x="880539" y="26069"/>
                </a:cubicBezTo>
                <a:cubicBezTo>
                  <a:pt x="879299" y="26069"/>
                  <a:pt x="878189" y="25877"/>
                  <a:pt x="877207" y="25492"/>
                </a:cubicBezTo>
                <a:cubicBezTo>
                  <a:pt x="876226" y="25108"/>
                  <a:pt x="875393" y="24542"/>
                  <a:pt x="874710" y="23796"/>
                </a:cubicBezTo>
                <a:cubicBezTo>
                  <a:pt x="874027" y="23050"/>
                  <a:pt x="873505" y="22126"/>
                  <a:pt x="873144" y="21024"/>
                </a:cubicBezTo>
                <a:cubicBezTo>
                  <a:pt x="872782" y="19922"/>
                  <a:pt x="872601" y="18654"/>
                  <a:pt x="872601" y="17219"/>
                </a:cubicBezTo>
                <a:cubicBezTo>
                  <a:pt x="872601" y="15876"/>
                  <a:pt x="872791" y="14650"/>
                  <a:pt x="873169" y="13542"/>
                </a:cubicBezTo>
                <a:cubicBezTo>
                  <a:pt x="873548" y="12435"/>
                  <a:pt x="874093" y="11482"/>
                  <a:pt x="874805" y="10684"/>
                </a:cubicBezTo>
                <a:cubicBezTo>
                  <a:pt x="875517" y="9886"/>
                  <a:pt x="876384" y="9266"/>
                  <a:pt x="877405" y="8825"/>
                </a:cubicBezTo>
                <a:cubicBezTo>
                  <a:pt x="878427" y="8383"/>
                  <a:pt x="879586" y="8162"/>
                  <a:pt x="880883" y="8162"/>
                </a:cubicBezTo>
                <a:cubicBezTo>
                  <a:pt x="882123" y="8162"/>
                  <a:pt x="883234" y="8354"/>
                  <a:pt x="884215" y="8738"/>
                </a:cubicBezTo>
                <a:cubicBezTo>
                  <a:pt x="885197" y="9123"/>
                  <a:pt x="886029" y="9685"/>
                  <a:pt x="886712" y="10426"/>
                </a:cubicBezTo>
                <a:cubicBezTo>
                  <a:pt x="887395" y="11166"/>
                  <a:pt x="887917" y="12087"/>
                  <a:pt x="888279" y="13189"/>
                </a:cubicBezTo>
                <a:cubicBezTo>
                  <a:pt x="888640" y="14291"/>
                  <a:pt x="888821" y="15554"/>
                  <a:pt x="888821" y="16978"/>
                </a:cubicBezTo>
                <a:moveTo>
                  <a:pt x="885756" y="17115"/>
                </a:moveTo>
                <a:cubicBezTo>
                  <a:pt x="885756" y="16048"/>
                  <a:pt x="885639" y="15115"/>
                  <a:pt x="885403" y="14317"/>
                </a:cubicBezTo>
                <a:cubicBezTo>
                  <a:pt x="885168" y="13520"/>
                  <a:pt x="884832" y="12854"/>
                  <a:pt x="884396" y="12320"/>
                </a:cubicBezTo>
                <a:cubicBezTo>
                  <a:pt x="883960" y="11786"/>
                  <a:pt x="883429" y="11384"/>
                  <a:pt x="882803" y="11115"/>
                </a:cubicBezTo>
                <a:cubicBezTo>
                  <a:pt x="882178" y="10845"/>
                  <a:pt x="881480" y="10710"/>
                  <a:pt x="880711" y="10710"/>
                </a:cubicBezTo>
                <a:cubicBezTo>
                  <a:pt x="879816" y="10710"/>
                  <a:pt x="879050" y="10885"/>
                  <a:pt x="878412" y="11235"/>
                </a:cubicBezTo>
                <a:cubicBezTo>
                  <a:pt x="877775" y="11585"/>
                  <a:pt x="877253" y="12053"/>
                  <a:pt x="876846" y="12638"/>
                </a:cubicBezTo>
                <a:cubicBezTo>
                  <a:pt x="876438" y="13224"/>
                  <a:pt x="876140" y="13904"/>
                  <a:pt x="875950" y="14679"/>
                </a:cubicBezTo>
                <a:cubicBezTo>
                  <a:pt x="875761" y="15454"/>
                  <a:pt x="875666" y="16266"/>
                  <a:pt x="875666" y="17115"/>
                </a:cubicBezTo>
                <a:cubicBezTo>
                  <a:pt x="875666" y="18183"/>
                  <a:pt x="875784" y="19118"/>
                  <a:pt x="876019" y="19922"/>
                </a:cubicBezTo>
                <a:cubicBezTo>
                  <a:pt x="876254" y="20725"/>
                  <a:pt x="876590" y="21394"/>
                  <a:pt x="877026" y="21928"/>
                </a:cubicBezTo>
                <a:cubicBezTo>
                  <a:pt x="877463" y="22462"/>
                  <a:pt x="877991" y="22863"/>
                  <a:pt x="878611" y="23133"/>
                </a:cubicBezTo>
                <a:cubicBezTo>
                  <a:pt x="879230" y="23403"/>
                  <a:pt x="879931" y="23538"/>
                  <a:pt x="880711" y="23538"/>
                </a:cubicBezTo>
                <a:cubicBezTo>
                  <a:pt x="881607" y="23538"/>
                  <a:pt x="882373" y="23363"/>
                  <a:pt x="883010" y="23013"/>
                </a:cubicBezTo>
                <a:cubicBezTo>
                  <a:pt x="883647" y="22663"/>
                  <a:pt x="884169" y="22195"/>
                  <a:pt x="884577" y="21609"/>
                </a:cubicBezTo>
                <a:cubicBezTo>
                  <a:pt x="884984" y="21024"/>
                  <a:pt x="885283" y="20344"/>
                  <a:pt x="885472" y="19569"/>
                </a:cubicBezTo>
                <a:cubicBezTo>
                  <a:pt x="885662" y="18794"/>
                  <a:pt x="885756" y="17976"/>
                  <a:pt x="885756" y="17115"/>
                </a:cubicBezTo>
                <a:close/>
                <a:moveTo>
                  <a:pt x="894155" y="8472"/>
                </a:moveTo>
                <a:lnTo>
                  <a:pt x="896893" y="8472"/>
                </a:lnTo>
                <a:lnTo>
                  <a:pt x="896979" y="11649"/>
                </a:lnTo>
                <a:cubicBezTo>
                  <a:pt x="898001" y="10424"/>
                  <a:pt x="899008" y="9536"/>
                  <a:pt x="900001" y="8987"/>
                </a:cubicBezTo>
                <a:cubicBezTo>
                  <a:pt x="900994" y="8437"/>
                  <a:pt x="901995" y="8162"/>
                  <a:pt x="903005" y="8162"/>
                </a:cubicBezTo>
                <a:cubicBezTo>
                  <a:pt x="904796" y="8162"/>
                  <a:pt x="906154" y="8740"/>
                  <a:pt x="907078" y="9896"/>
                </a:cubicBezTo>
                <a:cubicBezTo>
                  <a:pt x="908002" y="11053"/>
                  <a:pt x="908429" y="12770"/>
                  <a:pt x="908360" y="15049"/>
                </a:cubicBezTo>
                <a:lnTo>
                  <a:pt x="905330" y="15049"/>
                </a:lnTo>
                <a:cubicBezTo>
                  <a:pt x="905364" y="13540"/>
                  <a:pt x="905143" y="12445"/>
                  <a:pt x="904667" y="11765"/>
                </a:cubicBezTo>
                <a:cubicBezTo>
                  <a:pt x="904191" y="11085"/>
                  <a:pt x="903493" y="10744"/>
                  <a:pt x="902575" y="10744"/>
                </a:cubicBezTo>
                <a:cubicBezTo>
                  <a:pt x="902173" y="10744"/>
                  <a:pt x="901769" y="10816"/>
                  <a:pt x="901361" y="10959"/>
                </a:cubicBezTo>
                <a:cubicBezTo>
                  <a:pt x="900954" y="11102"/>
                  <a:pt x="900535" y="11330"/>
                  <a:pt x="900104" y="11645"/>
                </a:cubicBezTo>
                <a:cubicBezTo>
                  <a:pt x="899674" y="11959"/>
                  <a:pt x="899217" y="12362"/>
                  <a:pt x="898735" y="12854"/>
                </a:cubicBezTo>
                <a:cubicBezTo>
                  <a:pt x="898253" y="13345"/>
                  <a:pt x="897737" y="13940"/>
                  <a:pt x="897186" y="14637"/>
                </a:cubicBezTo>
                <a:lnTo>
                  <a:pt x="897186" y="25759"/>
                </a:lnTo>
                <a:lnTo>
                  <a:pt x="894155" y="25759"/>
                </a:lnTo>
                <a:lnTo>
                  <a:pt x="894155" y="8472"/>
                </a:lnTo>
                <a:close/>
                <a:moveTo>
                  <a:pt x="924129" y="32991"/>
                </a:moveTo>
                <a:cubicBezTo>
                  <a:pt x="918838" y="28087"/>
                  <a:pt x="916192" y="22666"/>
                  <a:pt x="916192" y="16728"/>
                </a:cubicBezTo>
                <a:cubicBezTo>
                  <a:pt x="916192" y="15338"/>
                  <a:pt x="916332" y="13951"/>
                  <a:pt x="916614" y="12567"/>
                </a:cubicBezTo>
                <a:cubicBezTo>
                  <a:pt x="916895" y="11184"/>
                  <a:pt x="917348" y="9797"/>
                  <a:pt x="917974" y="8407"/>
                </a:cubicBezTo>
                <a:cubicBezTo>
                  <a:pt x="918599" y="7017"/>
                  <a:pt x="919426" y="5628"/>
                  <a:pt x="920453" y="4238"/>
                </a:cubicBezTo>
                <a:cubicBezTo>
                  <a:pt x="921481" y="2848"/>
                  <a:pt x="922729" y="1470"/>
                  <a:pt x="924198" y="103"/>
                </a:cubicBezTo>
                <a:lnTo>
                  <a:pt x="925937" y="1878"/>
                </a:lnTo>
                <a:cubicBezTo>
                  <a:pt x="921484" y="6277"/>
                  <a:pt x="919257" y="11152"/>
                  <a:pt x="919257" y="16504"/>
                </a:cubicBezTo>
                <a:cubicBezTo>
                  <a:pt x="919257" y="19169"/>
                  <a:pt x="919819" y="21730"/>
                  <a:pt x="920944" y="24188"/>
                </a:cubicBezTo>
                <a:cubicBezTo>
                  <a:pt x="922069" y="26645"/>
                  <a:pt x="923733" y="28965"/>
                  <a:pt x="925937" y="31147"/>
                </a:cubicBezTo>
                <a:lnTo>
                  <a:pt x="924129" y="32991"/>
                </a:lnTo>
                <a:close/>
                <a:moveTo>
                  <a:pt x="942205" y="5579"/>
                </a:moveTo>
                <a:lnTo>
                  <a:pt x="939209" y="5579"/>
                </a:lnTo>
                <a:lnTo>
                  <a:pt x="933699" y="1412"/>
                </a:lnTo>
                <a:lnTo>
                  <a:pt x="938038" y="1412"/>
                </a:lnTo>
                <a:lnTo>
                  <a:pt x="942205" y="5579"/>
                </a:lnTo>
                <a:moveTo>
                  <a:pt x="930703" y="8472"/>
                </a:moveTo>
                <a:lnTo>
                  <a:pt x="930703" y="8472"/>
                </a:lnTo>
                <a:close/>
                <a:moveTo>
                  <a:pt x="959937" y="20335"/>
                </a:moveTo>
                <a:cubicBezTo>
                  <a:pt x="960327" y="20335"/>
                  <a:pt x="960697" y="20410"/>
                  <a:pt x="961047" y="20559"/>
                </a:cubicBezTo>
                <a:cubicBezTo>
                  <a:pt x="961397" y="20708"/>
                  <a:pt x="961702" y="20915"/>
                  <a:pt x="961960" y="21179"/>
                </a:cubicBezTo>
                <a:cubicBezTo>
                  <a:pt x="962218" y="21443"/>
                  <a:pt x="962422" y="21750"/>
                  <a:pt x="962571" y="22100"/>
                </a:cubicBezTo>
                <a:cubicBezTo>
                  <a:pt x="962720" y="22450"/>
                  <a:pt x="962795" y="22826"/>
                  <a:pt x="962795" y="23228"/>
                </a:cubicBezTo>
                <a:cubicBezTo>
                  <a:pt x="962795" y="23618"/>
                  <a:pt x="962720" y="23986"/>
                  <a:pt x="962571" y="24330"/>
                </a:cubicBezTo>
                <a:cubicBezTo>
                  <a:pt x="962422" y="24674"/>
                  <a:pt x="962218" y="24976"/>
                  <a:pt x="961960" y="25234"/>
                </a:cubicBezTo>
                <a:cubicBezTo>
                  <a:pt x="961702" y="25492"/>
                  <a:pt x="961397" y="25696"/>
                  <a:pt x="961047" y="25845"/>
                </a:cubicBezTo>
                <a:cubicBezTo>
                  <a:pt x="960697" y="25994"/>
                  <a:pt x="960327" y="26069"/>
                  <a:pt x="959937" y="26069"/>
                </a:cubicBezTo>
                <a:cubicBezTo>
                  <a:pt x="959535" y="26069"/>
                  <a:pt x="959162" y="25994"/>
                  <a:pt x="958818" y="25845"/>
                </a:cubicBezTo>
                <a:cubicBezTo>
                  <a:pt x="958473" y="25696"/>
                  <a:pt x="958172" y="25492"/>
                  <a:pt x="957914" y="25234"/>
                </a:cubicBezTo>
                <a:cubicBezTo>
                  <a:pt x="957655" y="24976"/>
                  <a:pt x="957452" y="24674"/>
                  <a:pt x="957302" y="24330"/>
                </a:cubicBezTo>
                <a:cubicBezTo>
                  <a:pt x="957153" y="23986"/>
                  <a:pt x="957078" y="23618"/>
                  <a:pt x="957078" y="23228"/>
                </a:cubicBezTo>
                <a:cubicBezTo>
                  <a:pt x="957078" y="22826"/>
                  <a:pt x="957153" y="22450"/>
                  <a:pt x="957302" y="22100"/>
                </a:cubicBezTo>
                <a:cubicBezTo>
                  <a:pt x="957452" y="21750"/>
                  <a:pt x="957655" y="21443"/>
                  <a:pt x="957914" y="21179"/>
                </a:cubicBezTo>
                <a:cubicBezTo>
                  <a:pt x="958172" y="20915"/>
                  <a:pt x="958473" y="20708"/>
                  <a:pt x="958818" y="20559"/>
                </a:cubicBezTo>
                <a:cubicBezTo>
                  <a:pt x="959162" y="20410"/>
                  <a:pt x="959535" y="20335"/>
                  <a:pt x="959937" y="20335"/>
                </a:cubicBezTo>
                <a:close/>
                <a:moveTo>
                  <a:pt x="979228" y="0"/>
                </a:moveTo>
                <a:lnTo>
                  <a:pt x="981725" y="0"/>
                </a:lnTo>
                <a:lnTo>
                  <a:pt x="981277" y="3340"/>
                </a:lnTo>
                <a:cubicBezTo>
                  <a:pt x="981874" y="3401"/>
                  <a:pt x="982474" y="3481"/>
                  <a:pt x="983077" y="3578"/>
                </a:cubicBezTo>
                <a:cubicBezTo>
                  <a:pt x="983679" y="3676"/>
                  <a:pt x="984239" y="3792"/>
                  <a:pt x="984755" y="3926"/>
                </a:cubicBezTo>
                <a:lnTo>
                  <a:pt x="984755" y="6578"/>
                </a:lnTo>
                <a:cubicBezTo>
                  <a:pt x="984124" y="6413"/>
                  <a:pt x="983487" y="6272"/>
                  <a:pt x="982844" y="6154"/>
                </a:cubicBezTo>
                <a:cubicBezTo>
                  <a:pt x="982201" y="6036"/>
                  <a:pt x="981570" y="5948"/>
                  <a:pt x="980950" y="5889"/>
                </a:cubicBezTo>
                <a:lnTo>
                  <a:pt x="979969" y="13266"/>
                </a:lnTo>
                <a:cubicBezTo>
                  <a:pt x="980738" y="13565"/>
                  <a:pt x="981501" y="13889"/>
                  <a:pt x="982259" y="14240"/>
                </a:cubicBezTo>
                <a:cubicBezTo>
                  <a:pt x="983016" y="14590"/>
                  <a:pt x="983696" y="15003"/>
                  <a:pt x="984299" y="15480"/>
                </a:cubicBezTo>
                <a:cubicBezTo>
                  <a:pt x="984902" y="15957"/>
                  <a:pt x="985390" y="16523"/>
                  <a:pt x="985763" y="17178"/>
                </a:cubicBezTo>
                <a:cubicBezTo>
                  <a:pt x="986136" y="17832"/>
                  <a:pt x="986322" y="18614"/>
                  <a:pt x="986322" y="19521"/>
                </a:cubicBezTo>
                <a:cubicBezTo>
                  <a:pt x="986322" y="20486"/>
                  <a:pt x="986127" y="21342"/>
                  <a:pt x="985737" y="22089"/>
                </a:cubicBezTo>
                <a:cubicBezTo>
                  <a:pt x="985347" y="22835"/>
                  <a:pt x="984801" y="23467"/>
                  <a:pt x="984101" y="23984"/>
                </a:cubicBezTo>
                <a:cubicBezTo>
                  <a:pt x="983401" y="24501"/>
                  <a:pt x="982557" y="24906"/>
                  <a:pt x="981570" y="25199"/>
                </a:cubicBezTo>
                <a:cubicBezTo>
                  <a:pt x="980583" y="25492"/>
                  <a:pt x="979498" y="25667"/>
                  <a:pt x="978316" y="25725"/>
                </a:cubicBezTo>
                <a:lnTo>
                  <a:pt x="977747" y="29823"/>
                </a:lnTo>
                <a:lnTo>
                  <a:pt x="975233" y="29823"/>
                </a:lnTo>
                <a:lnTo>
                  <a:pt x="975802" y="25725"/>
                </a:lnTo>
                <a:cubicBezTo>
                  <a:pt x="974872" y="25654"/>
                  <a:pt x="973985" y="25552"/>
                  <a:pt x="973141" y="25416"/>
                </a:cubicBezTo>
                <a:cubicBezTo>
                  <a:pt x="972298" y="25281"/>
                  <a:pt x="971566" y="25131"/>
                  <a:pt x="970946" y="24967"/>
                </a:cubicBezTo>
                <a:lnTo>
                  <a:pt x="970946" y="22109"/>
                </a:lnTo>
                <a:cubicBezTo>
                  <a:pt x="971669" y="22366"/>
                  <a:pt x="972458" y="22576"/>
                  <a:pt x="973314" y="22740"/>
                </a:cubicBezTo>
                <a:cubicBezTo>
                  <a:pt x="974169" y="22903"/>
                  <a:pt x="975119" y="23015"/>
                  <a:pt x="976163" y="23073"/>
                </a:cubicBezTo>
                <a:lnTo>
                  <a:pt x="977179" y="15317"/>
                </a:lnTo>
                <a:cubicBezTo>
                  <a:pt x="976433" y="15029"/>
                  <a:pt x="975698" y="14719"/>
                  <a:pt x="974975" y="14386"/>
                </a:cubicBezTo>
                <a:cubicBezTo>
                  <a:pt x="974252" y="14053"/>
                  <a:pt x="973606" y="13654"/>
                  <a:pt x="973038" y="13188"/>
                </a:cubicBezTo>
                <a:cubicBezTo>
                  <a:pt x="972470" y="12723"/>
                  <a:pt x="972008" y="12175"/>
                  <a:pt x="971652" y="11543"/>
                </a:cubicBezTo>
                <a:cubicBezTo>
                  <a:pt x="971296" y="10911"/>
                  <a:pt x="971118" y="10158"/>
                  <a:pt x="971118" y="9285"/>
                </a:cubicBezTo>
                <a:cubicBezTo>
                  <a:pt x="971118" y="8573"/>
                  <a:pt x="971267" y="7870"/>
                  <a:pt x="971566" y="7175"/>
                </a:cubicBezTo>
                <a:cubicBezTo>
                  <a:pt x="971864" y="6480"/>
                  <a:pt x="972329" y="5853"/>
                  <a:pt x="972961" y="5296"/>
                </a:cubicBezTo>
                <a:cubicBezTo>
                  <a:pt x="973592" y="4739"/>
                  <a:pt x="974390" y="4280"/>
                  <a:pt x="975354" y="3918"/>
                </a:cubicBezTo>
                <a:cubicBezTo>
                  <a:pt x="976318" y="3556"/>
                  <a:pt x="977466" y="3340"/>
                  <a:pt x="978798" y="3272"/>
                </a:cubicBezTo>
                <a:lnTo>
                  <a:pt x="979228" y="0"/>
                </a:lnTo>
                <a:moveTo>
                  <a:pt x="978453" y="5854"/>
                </a:moveTo>
                <a:cubicBezTo>
                  <a:pt x="977018" y="5981"/>
                  <a:pt x="975971" y="6317"/>
                  <a:pt x="975311" y="6863"/>
                </a:cubicBezTo>
                <a:cubicBezTo>
                  <a:pt x="974651" y="7409"/>
                  <a:pt x="974321" y="8107"/>
                  <a:pt x="974321" y="8958"/>
                </a:cubicBezTo>
                <a:cubicBezTo>
                  <a:pt x="974321" y="9751"/>
                  <a:pt x="974594" y="10403"/>
                  <a:pt x="975139" y="10914"/>
                </a:cubicBezTo>
                <a:cubicBezTo>
                  <a:pt x="975684" y="11425"/>
                  <a:pt x="976496" y="11893"/>
                  <a:pt x="977575" y="12318"/>
                </a:cubicBezTo>
                <a:lnTo>
                  <a:pt x="978453" y="5854"/>
                </a:lnTo>
                <a:moveTo>
                  <a:pt x="978660" y="23073"/>
                </a:moveTo>
                <a:cubicBezTo>
                  <a:pt x="980210" y="22958"/>
                  <a:pt x="981337" y="22613"/>
                  <a:pt x="982043" y="22039"/>
                </a:cubicBezTo>
                <a:cubicBezTo>
                  <a:pt x="982749" y="21464"/>
                  <a:pt x="983102" y="20682"/>
                  <a:pt x="983102" y="19693"/>
                </a:cubicBezTo>
                <a:cubicBezTo>
                  <a:pt x="983102" y="19280"/>
                  <a:pt x="983028" y="18909"/>
                  <a:pt x="982879" y="18582"/>
                </a:cubicBezTo>
                <a:cubicBezTo>
                  <a:pt x="982729" y="18255"/>
                  <a:pt x="982505" y="17959"/>
                  <a:pt x="982207" y="17695"/>
                </a:cubicBezTo>
                <a:cubicBezTo>
                  <a:pt x="981909" y="17430"/>
                  <a:pt x="981538" y="17183"/>
                  <a:pt x="981096" y="16954"/>
                </a:cubicBezTo>
                <a:cubicBezTo>
                  <a:pt x="980654" y="16724"/>
                  <a:pt x="980135" y="16494"/>
                  <a:pt x="979538" y="16265"/>
                </a:cubicBezTo>
                <a:lnTo>
                  <a:pt x="978660" y="23073"/>
                </a:lnTo>
                <a:close/>
                <a:moveTo>
                  <a:pt x="1004157" y="32819"/>
                </a:moveTo>
                <a:lnTo>
                  <a:pt x="1002883" y="32819"/>
                </a:lnTo>
                <a:cubicBezTo>
                  <a:pt x="1000667" y="32819"/>
                  <a:pt x="999020" y="32299"/>
                  <a:pt x="997941" y="31260"/>
                </a:cubicBezTo>
                <a:cubicBezTo>
                  <a:pt x="996862" y="30222"/>
                  <a:pt x="996323" y="28646"/>
                  <a:pt x="996323" y="26534"/>
                </a:cubicBezTo>
                <a:lnTo>
                  <a:pt x="996323" y="20611"/>
                </a:lnTo>
                <a:cubicBezTo>
                  <a:pt x="996323" y="20048"/>
                  <a:pt x="996260" y="19546"/>
                  <a:pt x="996133" y="19104"/>
                </a:cubicBezTo>
                <a:cubicBezTo>
                  <a:pt x="996007" y="18662"/>
                  <a:pt x="995786" y="18289"/>
                  <a:pt x="995470" y="17985"/>
                </a:cubicBezTo>
                <a:cubicBezTo>
                  <a:pt x="995155" y="17681"/>
                  <a:pt x="994736" y="17448"/>
                  <a:pt x="994213" y="17288"/>
                </a:cubicBezTo>
                <a:cubicBezTo>
                  <a:pt x="993691" y="17127"/>
                  <a:pt x="993034" y="17046"/>
                  <a:pt x="992242" y="17046"/>
                </a:cubicBezTo>
                <a:lnTo>
                  <a:pt x="991501" y="17046"/>
                </a:lnTo>
                <a:lnTo>
                  <a:pt x="991501" y="14653"/>
                </a:lnTo>
                <a:lnTo>
                  <a:pt x="992242" y="14653"/>
                </a:lnTo>
                <a:cubicBezTo>
                  <a:pt x="993080" y="14653"/>
                  <a:pt x="993763" y="14584"/>
                  <a:pt x="994291" y="14446"/>
                </a:cubicBezTo>
                <a:cubicBezTo>
                  <a:pt x="994819" y="14309"/>
                  <a:pt x="995232" y="14099"/>
                  <a:pt x="995531" y="13818"/>
                </a:cubicBezTo>
                <a:cubicBezTo>
                  <a:pt x="995829" y="13537"/>
                  <a:pt x="996036" y="13178"/>
                  <a:pt x="996150" y="12742"/>
                </a:cubicBezTo>
                <a:cubicBezTo>
                  <a:pt x="996265" y="12306"/>
                  <a:pt x="996323" y="11789"/>
                  <a:pt x="996323" y="11192"/>
                </a:cubicBezTo>
                <a:lnTo>
                  <a:pt x="996323" y="7111"/>
                </a:lnTo>
                <a:cubicBezTo>
                  <a:pt x="996323" y="6147"/>
                  <a:pt x="996437" y="5278"/>
                  <a:pt x="996667" y="4503"/>
                </a:cubicBezTo>
                <a:cubicBezTo>
                  <a:pt x="996897" y="3728"/>
                  <a:pt x="997273" y="3068"/>
                  <a:pt x="997795" y="2523"/>
                </a:cubicBezTo>
                <a:cubicBezTo>
                  <a:pt x="998317" y="1977"/>
                  <a:pt x="998994" y="1558"/>
                  <a:pt x="999827" y="1266"/>
                </a:cubicBezTo>
                <a:cubicBezTo>
                  <a:pt x="1000659" y="973"/>
                  <a:pt x="1001678" y="826"/>
                  <a:pt x="1002883" y="826"/>
                </a:cubicBezTo>
                <a:lnTo>
                  <a:pt x="1004157" y="826"/>
                </a:lnTo>
                <a:lnTo>
                  <a:pt x="1004157" y="3237"/>
                </a:lnTo>
                <a:lnTo>
                  <a:pt x="1003141" y="3237"/>
                </a:lnTo>
                <a:cubicBezTo>
                  <a:pt x="1000478" y="3237"/>
                  <a:pt x="999147" y="4529"/>
                  <a:pt x="999147" y="7111"/>
                </a:cubicBezTo>
                <a:lnTo>
                  <a:pt x="999147" y="11123"/>
                </a:lnTo>
                <a:cubicBezTo>
                  <a:pt x="999147" y="13924"/>
                  <a:pt x="997935" y="15503"/>
                  <a:pt x="995513" y="15858"/>
                </a:cubicBezTo>
                <a:cubicBezTo>
                  <a:pt x="997958" y="16099"/>
                  <a:pt x="999181" y="17672"/>
                  <a:pt x="999181" y="20576"/>
                </a:cubicBezTo>
                <a:lnTo>
                  <a:pt x="999181" y="26465"/>
                </a:lnTo>
                <a:cubicBezTo>
                  <a:pt x="999181" y="29094"/>
                  <a:pt x="1000501" y="30408"/>
                  <a:pt x="1003141" y="30408"/>
                </a:cubicBezTo>
                <a:lnTo>
                  <a:pt x="1004157" y="30408"/>
                </a:lnTo>
                <a:lnTo>
                  <a:pt x="1004157" y="32819"/>
                </a:lnTo>
                <a:close/>
                <a:moveTo>
                  <a:pt x="1025918" y="16805"/>
                </a:moveTo>
                <a:cubicBezTo>
                  <a:pt x="1025918" y="18344"/>
                  <a:pt x="1025703" y="19687"/>
                  <a:pt x="1025272" y="20835"/>
                </a:cubicBezTo>
                <a:cubicBezTo>
                  <a:pt x="1024842" y="21982"/>
                  <a:pt x="1024248" y="22935"/>
                  <a:pt x="1023490" y="23693"/>
                </a:cubicBezTo>
                <a:cubicBezTo>
                  <a:pt x="1022732" y="24450"/>
                  <a:pt x="1021837" y="25019"/>
                  <a:pt x="1020804" y="25397"/>
                </a:cubicBezTo>
                <a:cubicBezTo>
                  <a:pt x="1019771" y="25776"/>
                  <a:pt x="1018652" y="25966"/>
                  <a:pt x="1017446" y="25966"/>
                </a:cubicBezTo>
                <a:cubicBezTo>
                  <a:pt x="1016895" y="25966"/>
                  <a:pt x="1016347" y="25937"/>
                  <a:pt x="1015802" y="25880"/>
                </a:cubicBezTo>
                <a:cubicBezTo>
                  <a:pt x="1015257" y="25822"/>
                  <a:pt x="1014703" y="25725"/>
                  <a:pt x="1014140" y="25587"/>
                </a:cubicBezTo>
                <a:lnTo>
                  <a:pt x="1014140" y="32819"/>
                </a:lnTo>
                <a:lnTo>
                  <a:pt x="1011144" y="32819"/>
                </a:lnTo>
                <a:lnTo>
                  <a:pt x="1011144" y="8472"/>
                </a:lnTo>
                <a:lnTo>
                  <a:pt x="1013813" y="8472"/>
                </a:lnTo>
                <a:lnTo>
                  <a:pt x="1014003" y="11364"/>
                </a:lnTo>
                <a:cubicBezTo>
                  <a:pt x="1014864" y="10182"/>
                  <a:pt x="1015782" y="9353"/>
                  <a:pt x="1016758" y="8876"/>
                </a:cubicBezTo>
                <a:cubicBezTo>
                  <a:pt x="1017733" y="8400"/>
                  <a:pt x="1018789" y="8162"/>
                  <a:pt x="1019926" y="8162"/>
                </a:cubicBezTo>
                <a:cubicBezTo>
                  <a:pt x="1020913" y="8162"/>
                  <a:pt x="1021780" y="8368"/>
                  <a:pt x="1022526" y="8782"/>
                </a:cubicBezTo>
                <a:cubicBezTo>
                  <a:pt x="1023272" y="9195"/>
                  <a:pt x="1023898" y="9777"/>
                  <a:pt x="1024403" y="10529"/>
                </a:cubicBezTo>
                <a:cubicBezTo>
                  <a:pt x="1024908" y="11281"/>
                  <a:pt x="1025287" y="12188"/>
                  <a:pt x="1025539" y="13250"/>
                </a:cubicBezTo>
                <a:cubicBezTo>
                  <a:pt x="1025792" y="14312"/>
                  <a:pt x="1025918" y="15497"/>
                  <a:pt x="1025918" y="16805"/>
                </a:cubicBezTo>
                <a:moveTo>
                  <a:pt x="1022853" y="16943"/>
                </a:moveTo>
                <a:cubicBezTo>
                  <a:pt x="1022853" y="16036"/>
                  <a:pt x="1022787" y="15204"/>
                  <a:pt x="1022655" y="14446"/>
                </a:cubicBezTo>
                <a:cubicBezTo>
                  <a:pt x="1022523" y="13689"/>
                  <a:pt x="1022314" y="13040"/>
                  <a:pt x="1022027" y="12501"/>
                </a:cubicBezTo>
                <a:cubicBezTo>
                  <a:pt x="1021740" y="11961"/>
                  <a:pt x="1021372" y="11539"/>
                  <a:pt x="1020925" y="11235"/>
                </a:cubicBezTo>
                <a:cubicBezTo>
                  <a:pt x="1020477" y="10931"/>
                  <a:pt x="1019943" y="10779"/>
                  <a:pt x="1019323" y="10779"/>
                </a:cubicBezTo>
                <a:cubicBezTo>
                  <a:pt x="1018944" y="10779"/>
                  <a:pt x="1018560" y="10839"/>
                  <a:pt x="1018170" y="10960"/>
                </a:cubicBezTo>
                <a:cubicBezTo>
                  <a:pt x="1017779" y="11080"/>
                  <a:pt x="1017375" y="11281"/>
                  <a:pt x="1016956" y="11562"/>
                </a:cubicBezTo>
                <a:cubicBezTo>
                  <a:pt x="1016537" y="11844"/>
                  <a:pt x="1016095" y="12217"/>
                  <a:pt x="1015630" y="12682"/>
                </a:cubicBezTo>
                <a:cubicBezTo>
                  <a:pt x="1015165" y="13146"/>
                  <a:pt x="1014668" y="13723"/>
                  <a:pt x="1014140" y="14412"/>
                </a:cubicBezTo>
                <a:lnTo>
                  <a:pt x="1014140" y="22797"/>
                </a:lnTo>
                <a:cubicBezTo>
                  <a:pt x="1014691" y="23027"/>
                  <a:pt x="1015271" y="23208"/>
                  <a:pt x="1015879" y="23340"/>
                </a:cubicBezTo>
                <a:cubicBezTo>
                  <a:pt x="1016488" y="23472"/>
                  <a:pt x="1017085" y="23538"/>
                  <a:pt x="1017670" y="23538"/>
                </a:cubicBezTo>
                <a:cubicBezTo>
                  <a:pt x="1019289" y="23538"/>
                  <a:pt x="1020557" y="22990"/>
                  <a:pt x="1021476" y="21893"/>
                </a:cubicBezTo>
                <a:cubicBezTo>
                  <a:pt x="1022394" y="20797"/>
                  <a:pt x="1022853" y="19147"/>
                  <a:pt x="1022853" y="16943"/>
                </a:cubicBezTo>
                <a:close/>
                <a:moveTo>
                  <a:pt x="1031527" y="8472"/>
                </a:moveTo>
                <a:lnTo>
                  <a:pt x="1034265" y="8472"/>
                </a:lnTo>
                <a:lnTo>
                  <a:pt x="1034351" y="11649"/>
                </a:lnTo>
                <a:cubicBezTo>
                  <a:pt x="1035373" y="10424"/>
                  <a:pt x="1036380" y="9536"/>
                  <a:pt x="1037373" y="8987"/>
                </a:cubicBezTo>
                <a:cubicBezTo>
                  <a:pt x="1038366" y="8437"/>
                  <a:pt x="1039368" y="8162"/>
                  <a:pt x="1040378" y="8162"/>
                </a:cubicBezTo>
                <a:cubicBezTo>
                  <a:pt x="1042168" y="8162"/>
                  <a:pt x="1043526" y="8740"/>
                  <a:pt x="1044450" y="9896"/>
                </a:cubicBezTo>
                <a:cubicBezTo>
                  <a:pt x="1045374" y="11053"/>
                  <a:pt x="1045802" y="12770"/>
                  <a:pt x="1045733" y="15049"/>
                </a:cubicBezTo>
                <a:lnTo>
                  <a:pt x="1042702" y="15049"/>
                </a:lnTo>
                <a:cubicBezTo>
                  <a:pt x="1042737" y="13540"/>
                  <a:pt x="1042516" y="12445"/>
                  <a:pt x="1042039" y="11765"/>
                </a:cubicBezTo>
                <a:cubicBezTo>
                  <a:pt x="1041563" y="11085"/>
                  <a:pt x="1040866" y="10744"/>
                  <a:pt x="1039947" y="10744"/>
                </a:cubicBezTo>
                <a:cubicBezTo>
                  <a:pt x="1039546" y="10744"/>
                  <a:pt x="1039141" y="10816"/>
                  <a:pt x="1038733" y="10959"/>
                </a:cubicBezTo>
                <a:cubicBezTo>
                  <a:pt x="1038326" y="11102"/>
                  <a:pt x="1037907" y="11330"/>
                  <a:pt x="1037476" y="11645"/>
                </a:cubicBezTo>
                <a:cubicBezTo>
                  <a:pt x="1037046" y="11959"/>
                  <a:pt x="1036590" y="12362"/>
                  <a:pt x="1036108" y="12854"/>
                </a:cubicBezTo>
                <a:cubicBezTo>
                  <a:pt x="1035625" y="13345"/>
                  <a:pt x="1035109" y="13940"/>
                  <a:pt x="1034558" y="14637"/>
                </a:cubicBezTo>
                <a:lnTo>
                  <a:pt x="1034558" y="25759"/>
                </a:lnTo>
                <a:lnTo>
                  <a:pt x="1031527" y="25759"/>
                </a:lnTo>
                <a:lnTo>
                  <a:pt x="1031527" y="8472"/>
                </a:lnTo>
                <a:close/>
                <a:moveTo>
                  <a:pt x="1064077" y="16203"/>
                </a:moveTo>
                <a:cubicBezTo>
                  <a:pt x="1064077" y="16627"/>
                  <a:pt x="1064071" y="16983"/>
                  <a:pt x="1064060" y="17270"/>
                </a:cubicBezTo>
                <a:cubicBezTo>
                  <a:pt x="1064048" y="17557"/>
                  <a:pt x="1064031" y="17827"/>
                  <a:pt x="1064008" y="18080"/>
                </a:cubicBezTo>
                <a:lnTo>
                  <a:pt x="1051869" y="18080"/>
                </a:lnTo>
                <a:cubicBezTo>
                  <a:pt x="1051869" y="19847"/>
                  <a:pt x="1052363" y="21205"/>
                  <a:pt x="1053350" y="22152"/>
                </a:cubicBezTo>
                <a:cubicBezTo>
                  <a:pt x="1054337" y="23099"/>
                  <a:pt x="1055761" y="23572"/>
                  <a:pt x="1057620" y="23572"/>
                </a:cubicBezTo>
                <a:cubicBezTo>
                  <a:pt x="1058125" y="23572"/>
                  <a:pt x="1058630" y="23552"/>
                  <a:pt x="1059135" y="23511"/>
                </a:cubicBezTo>
                <a:cubicBezTo>
                  <a:pt x="1059640" y="23470"/>
                  <a:pt x="1060128" y="23414"/>
                  <a:pt x="1060599" y="23344"/>
                </a:cubicBezTo>
                <a:cubicBezTo>
                  <a:pt x="1061070" y="23273"/>
                  <a:pt x="1061520" y="23194"/>
                  <a:pt x="1061951" y="23106"/>
                </a:cubicBezTo>
                <a:cubicBezTo>
                  <a:pt x="1062381" y="23018"/>
                  <a:pt x="1062780" y="22921"/>
                  <a:pt x="1063147" y="22815"/>
                </a:cubicBezTo>
                <a:lnTo>
                  <a:pt x="1063147" y="25277"/>
                </a:lnTo>
                <a:cubicBezTo>
                  <a:pt x="1062332" y="25512"/>
                  <a:pt x="1061411" y="25702"/>
                  <a:pt x="1060384" y="25849"/>
                </a:cubicBezTo>
                <a:cubicBezTo>
                  <a:pt x="1059356" y="25996"/>
                  <a:pt x="1058292" y="26069"/>
                  <a:pt x="1057190" y="26069"/>
                </a:cubicBezTo>
                <a:cubicBezTo>
                  <a:pt x="1055709" y="26069"/>
                  <a:pt x="1054435" y="25868"/>
                  <a:pt x="1053367" y="25466"/>
                </a:cubicBezTo>
                <a:cubicBezTo>
                  <a:pt x="1052300" y="25065"/>
                  <a:pt x="1051424" y="24482"/>
                  <a:pt x="1050741" y="23719"/>
                </a:cubicBezTo>
                <a:cubicBezTo>
                  <a:pt x="1050058" y="22955"/>
                  <a:pt x="1049553" y="22020"/>
                  <a:pt x="1049226" y="20912"/>
                </a:cubicBezTo>
                <a:cubicBezTo>
                  <a:pt x="1048899" y="19804"/>
                  <a:pt x="1048735" y="18550"/>
                  <a:pt x="1048735" y="17150"/>
                </a:cubicBezTo>
                <a:cubicBezTo>
                  <a:pt x="1048735" y="15933"/>
                  <a:pt x="1048910" y="14782"/>
                  <a:pt x="1049261" y="13697"/>
                </a:cubicBezTo>
                <a:cubicBezTo>
                  <a:pt x="1049611" y="12613"/>
                  <a:pt x="1050121" y="11660"/>
                  <a:pt x="1050793" y="10839"/>
                </a:cubicBezTo>
                <a:cubicBezTo>
                  <a:pt x="1051464" y="10018"/>
                  <a:pt x="1052288" y="9367"/>
                  <a:pt x="1053264" y="8885"/>
                </a:cubicBezTo>
                <a:cubicBezTo>
                  <a:pt x="1054240" y="8403"/>
                  <a:pt x="1055347" y="8162"/>
                  <a:pt x="1056587" y="8162"/>
                </a:cubicBezTo>
                <a:cubicBezTo>
                  <a:pt x="1057792" y="8162"/>
                  <a:pt x="1058860" y="8351"/>
                  <a:pt x="1059790" y="8730"/>
                </a:cubicBezTo>
                <a:cubicBezTo>
                  <a:pt x="1060720" y="9109"/>
                  <a:pt x="1061503" y="9645"/>
                  <a:pt x="1062140" y="10340"/>
                </a:cubicBezTo>
                <a:cubicBezTo>
                  <a:pt x="1062777" y="11034"/>
                  <a:pt x="1063259" y="11878"/>
                  <a:pt x="1063586" y="12871"/>
                </a:cubicBezTo>
                <a:cubicBezTo>
                  <a:pt x="1063914" y="13864"/>
                  <a:pt x="1064077" y="14974"/>
                  <a:pt x="1064077" y="16203"/>
                </a:cubicBezTo>
                <a:moveTo>
                  <a:pt x="1060961" y="15772"/>
                </a:moveTo>
                <a:cubicBezTo>
                  <a:pt x="1060995" y="15003"/>
                  <a:pt x="1060920" y="14300"/>
                  <a:pt x="1060737" y="13663"/>
                </a:cubicBezTo>
                <a:cubicBezTo>
                  <a:pt x="1060553" y="13026"/>
                  <a:pt x="1060269" y="12478"/>
                  <a:pt x="1059884" y="12019"/>
                </a:cubicBezTo>
                <a:cubicBezTo>
                  <a:pt x="1059500" y="11559"/>
                  <a:pt x="1059021" y="11201"/>
                  <a:pt x="1058447" y="10942"/>
                </a:cubicBezTo>
                <a:cubicBezTo>
                  <a:pt x="1057873" y="10684"/>
                  <a:pt x="1057207" y="10555"/>
                  <a:pt x="1056449" y="10555"/>
                </a:cubicBezTo>
                <a:cubicBezTo>
                  <a:pt x="1055795" y="10555"/>
                  <a:pt x="1055198" y="10681"/>
                  <a:pt x="1054659" y="10934"/>
                </a:cubicBezTo>
                <a:cubicBezTo>
                  <a:pt x="1054119" y="11186"/>
                  <a:pt x="1053654" y="11542"/>
                  <a:pt x="1053264" y="12001"/>
                </a:cubicBezTo>
                <a:cubicBezTo>
                  <a:pt x="1052874" y="12461"/>
                  <a:pt x="1052558" y="13012"/>
                  <a:pt x="1052317" y="13654"/>
                </a:cubicBezTo>
                <a:cubicBezTo>
                  <a:pt x="1052076" y="14297"/>
                  <a:pt x="1051927" y="15003"/>
                  <a:pt x="1051869" y="15772"/>
                </a:cubicBezTo>
                <a:lnTo>
                  <a:pt x="1060961" y="15772"/>
                </a:lnTo>
                <a:close/>
                <a:moveTo>
                  <a:pt x="1084495" y="4201"/>
                </a:moveTo>
                <a:cubicBezTo>
                  <a:pt x="1082922" y="3868"/>
                  <a:pt x="1081567" y="3702"/>
                  <a:pt x="1080431" y="3702"/>
                </a:cubicBezTo>
                <a:cubicBezTo>
                  <a:pt x="1077733" y="3702"/>
                  <a:pt x="1076385" y="5114"/>
                  <a:pt x="1076385" y="7938"/>
                </a:cubicBezTo>
                <a:lnTo>
                  <a:pt x="1076385" y="10968"/>
                </a:lnTo>
                <a:lnTo>
                  <a:pt x="1083961" y="10968"/>
                </a:lnTo>
                <a:lnTo>
                  <a:pt x="1083961" y="13465"/>
                </a:lnTo>
                <a:lnTo>
                  <a:pt x="1076385" y="13465"/>
                </a:lnTo>
                <a:lnTo>
                  <a:pt x="1076385" y="25759"/>
                </a:lnTo>
                <a:lnTo>
                  <a:pt x="1073337" y="25759"/>
                </a:lnTo>
                <a:lnTo>
                  <a:pt x="1073337" y="13465"/>
                </a:lnTo>
                <a:lnTo>
                  <a:pt x="1067775" y="13465"/>
                </a:lnTo>
                <a:lnTo>
                  <a:pt x="1067775" y="10968"/>
                </a:lnTo>
                <a:lnTo>
                  <a:pt x="1073337" y="10968"/>
                </a:lnTo>
                <a:lnTo>
                  <a:pt x="1073337" y="8110"/>
                </a:lnTo>
                <a:cubicBezTo>
                  <a:pt x="1073337" y="3507"/>
                  <a:pt x="1075736" y="1205"/>
                  <a:pt x="1080534" y="1205"/>
                </a:cubicBezTo>
                <a:cubicBezTo>
                  <a:pt x="1081728" y="1205"/>
                  <a:pt x="1083048" y="1343"/>
                  <a:pt x="1084495" y="1619"/>
                </a:cubicBezTo>
                <a:lnTo>
                  <a:pt x="1084495" y="4201"/>
                </a:lnTo>
                <a:moveTo>
                  <a:pt x="1066398" y="8472"/>
                </a:moveTo>
                <a:lnTo>
                  <a:pt x="1066398" y="8472"/>
                </a:lnTo>
                <a:close/>
                <a:moveTo>
                  <a:pt x="1094719" y="10951"/>
                </a:moveTo>
                <a:lnTo>
                  <a:pt x="1089605" y="10951"/>
                </a:lnTo>
                <a:lnTo>
                  <a:pt x="1089605" y="8472"/>
                </a:lnTo>
                <a:lnTo>
                  <a:pt x="1097749" y="8472"/>
                </a:lnTo>
                <a:lnTo>
                  <a:pt x="1097749" y="23262"/>
                </a:lnTo>
                <a:lnTo>
                  <a:pt x="1102898" y="23262"/>
                </a:lnTo>
                <a:lnTo>
                  <a:pt x="1102898" y="25759"/>
                </a:lnTo>
                <a:lnTo>
                  <a:pt x="1089037" y="25759"/>
                </a:lnTo>
                <a:lnTo>
                  <a:pt x="1089037" y="23262"/>
                </a:lnTo>
                <a:lnTo>
                  <a:pt x="1094719" y="23262"/>
                </a:lnTo>
                <a:lnTo>
                  <a:pt x="1094719" y="10951"/>
                </a:lnTo>
                <a:moveTo>
                  <a:pt x="1095769" y="1205"/>
                </a:moveTo>
                <a:cubicBezTo>
                  <a:pt x="1096102" y="1205"/>
                  <a:pt x="1096412" y="1266"/>
                  <a:pt x="1096699" y="1386"/>
                </a:cubicBezTo>
                <a:cubicBezTo>
                  <a:pt x="1096986" y="1507"/>
                  <a:pt x="1097236" y="1676"/>
                  <a:pt x="1097448" y="1894"/>
                </a:cubicBezTo>
                <a:cubicBezTo>
                  <a:pt x="1097660" y="2112"/>
                  <a:pt x="1097827" y="2362"/>
                  <a:pt x="1097947" y="2643"/>
                </a:cubicBezTo>
                <a:cubicBezTo>
                  <a:pt x="1098068" y="2924"/>
                  <a:pt x="1098128" y="3231"/>
                  <a:pt x="1098128" y="3564"/>
                </a:cubicBezTo>
                <a:cubicBezTo>
                  <a:pt x="1098128" y="3886"/>
                  <a:pt x="1098068" y="4190"/>
                  <a:pt x="1097947" y="4477"/>
                </a:cubicBezTo>
                <a:cubicBezTo>
                  <a:pt x="1097827" y="4764"/>
                  <a:pt x="1097660" y="5016"/>
                  <a:pt x="1097448" y="5234"/>
                </a:cubicBezTo>
                <a:cubicBezTo>
                  <a:pt x="1097236" y="5453"/>
                  <a:pt x="1096986" y="5622"/>
                  <a:pt x="1096699" y="5742"/>
                </a:cubicBezTo>
                <a:cubicBezTo>
                  <a:pt x="1096412" y="5863"/>
                  <a:pt x="1096102" y="5923"/>
                  <a:pt x="1095769" y="5923"/>
                </a:cubicBezTo>
                <a:cubicBezTo>
                  <a:pt x="1095436" y="5923"/>
                  <a:pt x="1095126" y="5863"/>
                  <a:pt x="1094839" y="5742"/>
                </a:cubicBezTo>
                <a:cubicBezTo>
                  <a:pt x="1094552" y="5622"/>
                  <a:pt x="1094303" y="5453"/>
                  <a:pt x="1094090" y="5234"/>
                </a:cubicBezTo>
                <a:cubicBezTo>
                  <a:pt x="1093878" y="5016"/>
                  <a:pt x="1093712" y="4764"/>
                  <a:pt x="1093591" y="4477"/>
                </a:cubicBezTo>
                <a:cubicBezTo>
                  <a:pt x="1093471" y="4190"/>
                  <a:pt x="1093410" y="3886"/>
                  <a:pt x="1093410" y="3564"/>
                </a:cubicBezTo>
                <a:cubicBezTo>
                  <a:pt x="1093410" y="3231"/>
                  <a:pt x="1093471" y="2924"/>
                  <a:pt x="1093591" y="2643"/>
                </a:cubicBezTo>
                <a:cubicBezTo>
                  <a:pt x="1093712" y="2362"/>
                  <a:pt x="1093878" y="2112"/>
                  <a:pt x="1094090" y="1894"/>
                </a:cubicBezTo>
                <a:cubicBezTo>
                  <a:pt x="1094303" y="1676"/>
                  <a:pt x="1094552" y="1507"/>
                  <a:pt x="1094839" y="1386"/>
                </a:cubicBezTo>
                <a:cubicBezTo>
                  <a:pt x="1095126" y="1266"/>
                  <a:pt x="1095436" y="1205"/>
                  <a:pt x="1095769" y="1205"/>
                </a:cubicBezTo>
                <a:close/>
                <a:moveTo>
                  <a:pt x="1124090" y="25759"/>
                </a:moveTo>
                <a:lnTo>
                  <a:pt x="1120113" y="25759"/>
                </a:lnTo>
                <a:lnTo>
                  <a:pt x="1115446" y="19164"/>
                </a:lnTo>
                <a:lnTo>
                  <a:pt x="1110832" y="25759"/>
                </a:lnTo>
                <a:lnTo>
                  <a:pt x="1106958" y="25759"/>
                </a:lnTo>
                <a:lnTo>
                  <a:pt x="1113656" y="17081"/>
                </a:lnTo>
                <a:lnTo>
                  <a:pt x="1107268" y="8472"/>
                </a:lnTo>
                <a:lnTo>
                  <a:pt x="1111107" y="8472"/>
                </a:lnTo>
                <a:lnTo>
                  <a:pt x="1115653" y="15118"/>
                </a:lnTo>
                <a:lnTo>
                  <a:pt x="1120113" y="8472"/>
                </a:lnTo>
                <a:lnTo>
                  <a:pt x="1123815" y="8472"/>
                </a:lnTo>
                <a:lnTo>
                  <a:pt x="1117323" y="17150"/>
                </a:lnTo>
                <a:lnTo>
                  <a:pt x="1124090" y="25759"/>
                </a:lnTo>
                <a:close/>
                <a:moveTo>
                  <a:pt x="1128350" y="826"/>
                </a:moveTo>
                <a:lnTo>
                  <a:pt x="1129624" y="826"/>
                </a:lnTo>
                <a:cubicBezTo>
                  <a:pt x="1131839" y="826"/>
                  <a:pt x="1133486" y="1346"/>
                  <a:pt x="1134565" y="2385"/>
                </a:cubicBezTo>
                <a:cubicBezTo>
                  <a:pt x="1135645" y="3424"/>
                  <a:pt x="1136184" y="4999"/>
                  <a:pt x="1136184" y="7111"/>
                </a:cubicBezTo>
                <a:lnTo>
                  <a:pt x="1136184" y="11089"/>
                </a:lnTo>
                <a:cubicBezTo>
                  <a:pt x="1136184" y="11651"/>
                  <a:pt x="1136247" y="12153"/>
                  <a:pt x="1136373" y="12595"/>
                </a:cubicBezTo>
                <a:cubicBezTo>
                  <a:pt x="1136500" y="13037"/>
                  <a:pt x="1136721" y="13410"/>
                  <a:pt x="1137036" y="13715"/>
                </a:cubicBezTo>
                <a:cubicBezTo>
                  <a:pt x="1137352" y="14019"/>
                  <a:pt x="1137774" y="14251"/>
                  <a:pt x="1138302" y="14412"/>
                </a:cubicBezTo>
                <a:cubicBezTo>
                  <a:pt x="1138830" y="14573"/>
                  <a:pt x="1139490" y="14653"/>
                  <a:pt x="1140282" y="14653"/>
                </a:cubicBezTo>
                <a:lnTo>
                  <a:pt x="1141022" y="14653"/>
                </a:lnTo>
                <a:lnTo>
                  <a:pt x="1141022" y="17046"/>
                </a:lnTo>
                <a:lnTo>
                  <a:pt x="1140282" y="17046"/>
                </a:lnTo>
                <a:cubicBezTo>
                  <a:pt x="1139444" y="17046"/>
                  <a:pt x="1138758" y="17115"/>
                  <a:pt x="1138224" y="17253"/>
                </a:cubicBezTo>
                <a:cubicBezTo>
                  <a:pt x="1137691" y="17391"/>
                  <a:pt x="1137275" y="17600"/>
                  <a:pt x="1136976" y="17882"/>
                </a:cubicBezTo>
                <a:cubicBezTo>
                  <a:pt x="1136678" y="18163"/>
                  <a:pt x="1136471" y="18522"/>
                  <a:pt x="1136356" y="18958"/>
                </a:cubicBezTo>
                <a:cubicBezTo>
                  <a:pt x="1136241" y="19394"/>
                  <a:pt x="1136184" y="19910"/>
                  <a:pt x="1136184" y="20507"/>
                </a:cubicBezTo>
                <a:lnTo>
                  <a:pt x="1136184" y="26534"/>
                </a:lnTo>
                <a:cubicBezTo>
                  <a:pt x="1136184" y="27498"/>
                  <a:pt x="1136069" y="28368"/>
                  <a:pt x="1135840" y="29143"/>
                </a:cubicBezTo>
                <a:cubicBezTo>
                  <a:pt x="1135610" y="29917"/>
                  <a:pt x="1135237" y="30577"/>
                  <a:pt x="1134720" y="31123"/>
                </a:cubicBezTo>
                <a:cubicBezTo>
                  <a:pt x="1134204" y="31668"/>
                  <a:pt x="1133527" y="32087"/>
                  <a:pt x="1132689" y="32380"/>
                </a:cubicBezTo>
                <a:cubicBezTo>
                  <a:pt x="1131851" y="32672"/>
                  <a:pt x="1130829" y="32819"/>
                  <a:pt x="1129624" y="32819"/>
                </a:cubicBezTo>
                <a:lnTo>
                  <a:pt x="1128350" y="32819"/>
                </a:lnTo>
                <a:lnTo>
                  <a:pt x="1128350" y="30408"/>
                </a:lnTo>
                <a:lnTo>
                  <a:pt x="1129383" y="30408"/>
                </a:lnTo>
                <a:cubicBezTo>
                  <a:pt x="1132034" y="30408"/>
                  <a:pt x="1133360" y="29117"/>
                  <a:pt x="1133360" y="26534"/>
                </a:cubicBezTo>
                <a:lnTo>
                  <a:pt x="1133360" y="20576"/>
                </a:lnTo>
                <a:cubicBezTo>
                  <a:pt x="1133360" y="17775"/>
                  <a:pt x="1134571" y="16203"/>
                  <a:pt x="1136993" y="15858"/>
                </a:cubicBezTo>
                <a:cubicBezTo>
                  <a:pt x="1134548" y="15594"/>
                  <a:pt x="1133326" y="14016"/>
                  <a:pt x="1133326" y="11123"/>
                </a:cubicBezTo>
                <a:lnTo>
                  <a:pt x="1133326" y="7180"/>
                </a:lnTo>
                <a:cubicBezTo>
                  <a:pt x="1133326" y="4551"/>
                  <a:pt x="1132011" y="3237"/>
                  <a:pt x="1129383" y="3237"/>
                </a:cubicBezTo>
                <a:lnTo>
                  <a:pt x="1128350" y="3237"/>
                </a:lnTo>
                <a:lnTo>
                  <a:pt x="1128350" y="826"/>
                </a:lnTo>
                <a:close/>
                <a:moveTo>
                  <a:pt x="1160575" y="25122"/>
                </a:moveTo>
                <a:cubicBezTo>
                  <a:pt x="1159794" y="25420"/>
                  <a:pt x="1158994" y="25641"/>
                  <a:pt x="1158173" y="25785"/>
                </a:cubicBezTo>
                <a:cubicBezTo>
                  <a:pt x="1157352" y="25928"/>
                  <a:pt x="1156505" y="26000"/>
                  <a:pt x="1155633" y="26000"/>
                </a:cubicBezTo>
                <a:cubicBezTo>
                  <a:pt x="1152901" y="26000"/>
                  <a:pt x="1150797" y="25260"/>
                  <a:pt x="1149322" y="23779"/>
                </a:cubicBezTo>
                <a:cubicBezTo>
                  <a:pt x="1147847" y="22298"/>
                  <a:pt x="1147110" y="20134"/>
                  <a:pt x="1147110" y="17288"/>
                </a:cubicBezTo>
                <a:cubicBezTo>
                  <a:pt x="1147110" y="15922"/>
                  <a:pt x="1147322" y="14682"/>
                  <a:pt x="1147747" y="13568"/>
                </a:cubicBezTo>
                <a:cubicBezTo>
                  <a:pt x="1148172" y="12455"/>
                  <a:pt x="1148769" y="11502"/>
                  <a:pt x="1149538" y="10710"/>
                </a:cubicBezTo>
                <a:cubicBezTo>
                  <a:pt x="1150307" y="9918"/>
                  <a:pt x="1151225" y="9307"/>
                  <a:pt x="1152293" y="8876"/>
                </a:cubicBezTo>
                <a:cubicBezTo>
                  <a:pt x="1153360" y="8446"/>
                  <a:pt x="1154537" y="8231"/>
                  <a:pt x="1155822" y="8231"/>
                </a:cubicBezTo>
                <a:cubicBezTo>
                  <a:pt x="1156718" y="8231"/>
                  <a:pt x="1157556" y="8295"/>
                  <a:pt x="1158336" y="8424"/>
                </a:cubicBezTo>
                <a:cubicBezTo>
                  <a:pt x="1159117" y="8553"/>
                  <a:pt x="1159863" y="8764"/>
                  <a:pt x="1160575" y="9057"/>
                </a:cubicBezTo>
                <a:lnTo>
                  <a:pt x="1160575" y="11915"/>
                </a:lnTo>
                <a:cubicBezTo>
                  <a:pt x="1159829" y="11519"/>
                  <a:pt x="1159068" y="11230"/>
                  <a:pt x="1158293" y="11050"/>
                </a:cubicBezTo>
                <a:cubicBezTo>
                  <a:pt x="1157518" y="10869"/>
                  <a:pt x="1156718" y="10779"/>
                  <a:pt x="1155891" y="10779"/>
                </a:cubicBezTo>
                <a:cubicBezTo>
                  <a:pt x="1155122" y="10779"/>
                  <a:pt x="1154396" y="10925"/>
                  <a:pt x="1153713" y="11218"/>
                </a:cubicBezTo>
                <a:cubicBezTo>
                  <a:pt x="1153030" y="11511"/>
                  <a:pt x="1152430" y="11933"/>
                  <a:pt x="1151914" y="12484"/>
                </a:cubicBezTo>
                <a:cubicBezTo>
                  <a:pt x="1151397" y="13035"/>
                  <a:pt x="1150990" y="13706"/>
                  <a:pt x="1150691" y="14498"/>
                </a:cubicBezTo>
                <a:cubicBezTo>
                  <a:pt x="1150393" y="15290"/>
                  <a:pt x="1150244" y="16186"/>
                  <a:pt x="1150244" y="17184"/>
                </a:cubicBezTo>
                <a:cubicBezTo>
                  <a:pt x="1150244" y="19273"/>
                  <a:pt x="1150752" y="20837"/>
                  <a:pt x="1151767" y="21876"/>
                </a:cubicBezTo>
                <a:cubicBezTo>
                  <a:pt x="1152783" y="22915"/>
                  <a:pt x="1154192" y="23435"/>
                  <a:pt x="1155995" y="23435"/>
                </a:cubicBezTo>
                <a:cubicBezTo>
                  <a:pt x="1156810" y="23435"/>
                  <a:pt x="1157599" y="23343"/>
                  <a:pt x="1158362" y="23159"/>
                </a:cubicBezTo>
                <a:cubicBezTo>
                  <a:pt x="1159126" y="22975"/>
                  <a:pt x="1159863" y="22700"/>
                  <a:pt x="1160575" y="22333"/>
                </a:cubicBezTo>
                <a:lnTo>
                  <a:pt x="1160575" y="25122"/>
                </a:lnTo>
                <a:close/>
                <a:moveTo>
                  <a:pt x="1177928" y="25759"/>
                </a:moveTo>
                <a:lnTo>
                  <a:pt x="1177859" y="23430"/>
                </a:lnTo>
                <a:cubicBezTo>
                  <a:pt x="1176917" y="24361"/>
                  <a:pt x="1175962" y="25034"/>
                  <a:pt x="1174992" y="25448"/>
                </a:cubicBezTo>
                <a:cubicBezTo>
                  <a:pt x="1174022" y="25862"/>
                  <a:pt x="1173003" y="26069"/>
                  <a:pt x="1171935" y="26069"/>
                </a:cubicBezTo>
                <a:cubicBezTo>
                  <a:pt x="1170948" y="26069"/>
                  <a:pt x="1170105" y="25943"/>
                  <a:pt x="1169404" y="25690"/>
                </a:cubicBezTo>
                <a:cubicBezTo>
                  <a:pt x="1168704" y="25437"/>
                  <a:pt x="1168127" y="25089"/>
                  <a:pt x="1167674" y="24646"/>
                </a:cubicBezTo>
                <a:cubicBezTo>
                  <a:pt x="1167220" y="24204"/>
                  <a:pt x="1166888" y="23683"/>
                  <a:pt x="1166675" y="23085"/>
                </a:cubicBezTo>
                <a:cubicBezTo>
                  <a:pt x="1166463" y="22487"/>
                  <a:pt x="1166357" y="21838"/>
                  <a:pt x="1166357" y="21136"/>
                </a:cubicBezTo>
                <a:cubicBezTo>
                  <a:pt x="1166357" y="19400"/>
                  <a:pt x="1167002" y="18041"/>
                  <a:pt x="1168294" y="17058"/>
                </a:cubicBezTo>
                <a:cubicBezTo>
                  <a:pt x="1169585" y="16074"/>
                  <a:pt x="1171494" y="15583"/>
                  <a:pt x="1174019" y="15583"/>
                </a:cubicBezTo>
                <a:lnTo>
                  <a:pt x="1177600" y="15583"/>
                </a:lnTo>
                <a:lnTo>
                  <a:pt x="1177600" y="14073"/>
                </a:lnTo>
                <a:cubicBezTo>
                  <a:pt x="1177600" y="13055"/>
                  <a:pt x="1177273" y="12240"/>
                  <a:pt x="1176619" y="11628"/>
                </a:cubicBezTo>
                <a:cubicBezTo>
                  <a:pt x="1175965" y="11016"/>
                  <a:pt x="1174966" y="10710"/>
                  <a:pt x="1173623" y="10710"/>
                </a:cubicBezTo>
                <a:cubicBezTo>
                  <a:pt x="1172647" y="10710"/>
                  <a:pt x="1171686" y="10821"/>
                  <a:pt x="1170739" y="11042"/>
                </a:cubicBezTo>
                <a:cubicBezTo>
                  <a:pt x="1169792" y="11263"/>
                  <a:pt x="1168813" y="11577"/>
                  <a:pt x="1167803" y="11984"/>
                </a:cubicBezTo>
                <a:lnTo>
                  <a:pt x="1167803" y="9281"/>
                </a:lnTo>
                <a:cubicBezTo>
                  <a:pt x="1168182" y="9141"/>
                  <a:pt x="1168604" y="9004"/>
                  <a:pt x="1169069" y="8870"/>
                </a:cubicBezTo>
                <a:cubicBezTo>
                  <a:pt x="1169533" y="8736"/>
                  <a:pt x="1170024" y="8616"/>
                  <a:pt x="1170541" y="8511"/>
                </a:cubicBezTo>
                <a:cubicBezTo>
                  <a:pt x="1171057" y="8406"/>
                  <a:pt x="1171597" y="8322"/>
                  <a:pt x="1172159" y="8258"/>
                </a:cubicBezTo>
                <a:cubicBezTo>
                  <a:pt x="1172722" y="8194"/>
                  <a:pt x="1173290" y="8162"/>
                  <a:pt x="1173864" y="8162"/>
                </a:cubicBezTo>
                <a:cubicBezTo>
                  <a:pt x="1174909" y="8162"/>
                  <a:pt x="1175850" y="8276"/>
                  <a:pt x="1176688" y="8506"/>
                </a:cubicBezTo>
                <a:cubicBezTo>
                  <a:pt x="1177526" y="8736"/>
                  <a:pt x="1178235" y="9086"/>
                  <a:pt x="1178814" y="9556"/>
                </a:cubicBezTo>
                <a:cubicBezTo>
                  <a:pt x="1179394" y="10027"/>
                  <a:pt x="1179839" y="10618"/>
                  <a:pt x="1180149" y="11330"/>
                </a:cubicBezTo>
                <a:cubicBezTo>
                  <a:pt x="1180459" y="12042"/>
                  <a:pt x="1180614" y="12880"/>
                  <a:pt x="1180614" y="13844"/>
                </a:cubicBezTo>
                <a:lnTo>
                  <a:pt x="1180614" y="25759"/>
                </a:lnTo>
                <a:lnTo>
                  <a:pt x="1177928" y="25759"/>
                </a:lnTo>
                <a:moveTo>
                  <a:pt x="1177600" y="17873"/>
                </a:moveTo>
                <a:lnTo>
                  <a:pt x="1173795" y="17873"/>
                </a:lnTo>
                <a:cubicBezTo>
                  <a:pt x="1173049" y="17873"/>
                  <a:pt x="1172406" y="17948"/>
                  <a:pt x="1171867" y="18098"/>
                </a:cubicBezTo>
                <a:cubicBezTo>
                  <a:pt x="1171327" y="18247"/>
                  <a:pt x="1170885" y="18460"/>
                  <a:pt x="1170541" y="18737"/>
                </a:cubicBezTo>
                <a:cubicBezTo>
                  <a:pt x="1170196" y="19013"/>
                  <a:pt x="1169941" y="19344"/>
                  <a:pt x="1169775" y="19730"/>
                </a:cubicBezTo>
                <a:cubicBezTo>
                  <a:pt x="1169608" y="20115"/>
                  <a:pt x="1169525" y="20550"/>
                  <a:pt x="1169525" y="21034"/>
                </a:cubicBezTo>
                <a:cubicBezTo>
                  <a:pt x="1169525" y="21368"/>
                  <a:pt x="1169577" y="21687"/>
                  <a:pt x="1169680" y="21993"/>
                </a:cubicBezTo>
                <a:cubicBezTo>
                  <a:pt x="1169783" y="22297"/>
                  <a:pt x="1169950" y="22568"/>
                  <a:pt x="1170179" y="22804"/>
                </a:cubicBezTo>
                <a:cubicBezTo>
                  <a:pt x="1170409" y="23040"/>
                  <a:pt x="1170707" y="23227"/>
                  <a:pt x="1171075" y="23365"/>
                </a:cubicBezTo>
                <a:cubicBezTo>
                  <a:pt x="1171442" y="23503"/>
                  <a:pt x="1171890" y="23572"/>
                  <a:pt x="1172418" y="23572"/>
                </a:cubicBezTo>
                <a:cubicBezTo>
                  <a:pt x="1173106" y="23572"/>
                  <a:pt x="1173896" y="23362"/>
                  <a:pt x="1174785" y="22942"/>
                </a:cubicBezTo>
                <a:cubicBezTo>
                  <a:pt x="1175675" y="22522"/>
                  <a:pt x="1176613" y="21857"/>
                  <a:pt x="1177600" y="20947"/>
                </a:cubicBezTo>
                <a:lnTo>
                  <a:pt x="1177600" y="17873"/>
                </a:lnTo>
                <a:close/>
                <a:moveTo>
                  <a:pt x="1200187" y="21041"/>
                </a:moveTo>
                <a:cubicBezTo>
                  <a:pt x="1200187" y="21650"/>
                  <a:pt x="1200084" y="22195"/>
                  <a:pt x="1199877" y="22677"/>
                </a:cubicBezTo>
                <a:cubicBezTo>
                  <a:pt x="1199671" y="23159"/>
                  <a:pt x="1199390" y="23587"/>
                  <a:pt x="1199034" y="23960"/>
                </a:cubicBezTo>
                <a:cubicBezTo>
                  <a:pt x="1198678" y="24333"/>
                  <a:pt x="1198265" y="24651"/>
                  <a:pt x="1197794" y="24915"/>
                </a:cubicBezTo>
                <a:cubicBezTo>
                  <a:pt x="1197323" y="25179"/>
                  <a:pt x="1196821" y="25397"/>
                  <a:pt x="1196287" y="25570"/>
                </a:cubicBezTo>
                <a:cubicBezTo>
                  <a:pt x="1195754" y="25742"/>
                  <a:pt x="1195205" y="25868"/>
                  <a:pt x="1194643" y="25948"/>
                </a:cubicBezTo>
                <a:cubicBezTo>
                  <a:pt x="1194081" y="26029"/>
                  <a:pt x="1193530" y="26069"/>
                  <a:pt x="1192990" y="26069"/>
                </a:cubicBezTo>
                <a:cubicBezTo>
                  <a:pt x="1191819" y="26069"/>
                  <a:pt x="1190743" y="26017"/>
                  <a:pt x="1189762" y="25914"/>
                </a:cubicBezTo>
                <a:cubicBezTo>
                  <a:pt x="1188780" y="25811"/>
                  <a:pt x="1187819" y="25644"/>
                  <a:pt x="1186877" y="25415"/>
                </a:cubicBezTo>
                <a:lnTo>
                  <a:pt x="1186877" y="22660"/>
                </a:lnTo>
                <a:cubicBezTo>
                  <a:pt x="1187888" y="22947"/>
                  <a:pt x="1188892" y="23165"/>
                  <a:pt x="1189891" y="23314"/>
                </a:cubicBezTo>
                <a:cubicBezTo>
                  <a:pt x="1190889" y="23463"/>
                  <a:pt x="1191882" y="23538"/>
                  <a:pt x="1192869" y="23538"/>
                </a:cubicBezTo>
                <a:cubicBezTo>
                  <a:pt x="1194304" y="23538"/>
                  <a:pt x="1195366" y="23343"/>
                  <a:pt x="1196055" y="22952"/>
                </a:cubicBezTo>
                <a:cubicBezTo>
                  <a:pt x="1196744" y="22562"/>
                  <a:pt x="1197088" y="22005"/>
                  <a:pt x="1197088" y="21282"/>
                </a:cubicBezTo>
                <a:cubicBezTo>
                  <a:pt x="1197088" y="20972"/>
                  <a:pt x="1197034" y="20694"/>
                  <a:pt x="1196924" y="20447"/>
                </a:cubicBezTo>
                <a:cubicBezTo>
                  <a:pt x="1196815" y="20200"/>
                  <a:pt x="1196617" y="19965"/>
                  <a:pt x="1196330" y="19741"/>
                </a:cubicBezTo>
                <a:cubicBezTo>
                  <a:pt x="1196043" y="19517"/>
                  <a:pt x="1195599" y="19285"/>
                  <a:pt x="1194996" y="19044"/>
                </a:cubicBezTo>
                <a:cubicBezTo>
                  <a:pt x="1194393" y="18803"/>
                  <a:pt x="1193570" y="18527"/>
                  <a:pt x="1192525" y="18217"/>
                </a:cubicBezTo>
                <a:cubicBezTo>
                  <a:pt x="1191745" y="17988"/>
                  <a:pt x="1191024" y="17727"/>
                  <a:pt x="1190364" y="17434"/>
                </a:cubicBezTo>
                <a:cubicBezTo>
                  <a:pt x="1189704" y="17141"/>
                  <a:pt x="1189133" y="16794"/>
                  <a:pt x="1188651" y="16392"/>
                </a:cubicBezTo>
                <a:cubicBezTo>
                  <a:pt x="1188169" y="15990"/>
                  <a:pt x="1187790" y="15520"/>
                  <a:pt x="1187514" y="14980"/>
                </a:cubicBezTo>
                <a:cubicBezTo>
                  <a:pt x="1187239" y="14441"/>
                  <a:pt x="1187101" y="13804"/>
                  <a:pt x="1187101" y="13069"/>
                </a:cubicBezTo>
                <a:cubicBezTo>
                  <a:pt x="1187101" y="12587"/>
                  <a:pt x="1187213" y="12059"/>
                  <a:pt x="1187437" y="11485"/>
                </a:cubicBezTo>
                <a:cubicBezTo>
                  <a:pt x="1187661" y="10911"/>
                  <a:pt x="1188043" y="10377"/>
                  <a:pt x="1188582" y="9883"/>
                </a:cubicBezTo>
                <a:cubicBezTo>
                  <a:pt x="1189122" y="9390"/>
                  <a:pt x="1189850" y="8980"/>
                  <a:pt x="1190769" y="8652"/>
                </a:cubicBezTo>
                <a:cubicBezTo>
                  <a:pt x="1191687" y="8325"/>
                  <a:pt x="1192835" y="8162"/>
                  <a:pt x="1194213" y="8162"/>
                </a:cubicBezTo>
                <a:cubicBezTo>
                  <a:pt x="1194890" y="8162"/>
                  <a:pt x="1195642" y="8199"/>
                  <a:pt x="1196468" y="8274"/>
                </a:cubicBezTo>
                <a:cubicBezTo>
                  <a:pt x="1197295" y="8348"/>
                  <a:pt x="1198156" y="8477"/>
                  <a:pt x="1199051" y="8661"/>
                </a:cubicBezTo>
                <a:lnTo>
                  <a:pt x="1199051" y="11330"/>
                </a:lnTo>
                <a:cubicBezTo>
                  <a:pt x="1198110" y="11100"/>
                  <a:pt x="1197217" y="10931"/>
                  <a:pt x="1196373" y="10822"/>
                </a:cubicBezTo>
                <a:cubicBezTo>
                  <a:pt x="1195530" y="10713"/>
                  <a:pt x="1194798" y="10658"/>
                  <a:pt x="1194178" y="10658"/>
                </a:cubicBezTo>
                <a:cubicBezTo>
                  <a:pt x="1193432" y="10658"/>
                  <a:pt x="1192803" y="10716"/>
                  <a:pt x="1192293" y="10831"/>
                </a:cubicBezTo>
                <a:cubicBezTo>
                  <a:pt x="1191782" y="10945"/>
                  <a:pt x="1191369" y="11103"/>
                  <a:pt x="1191053" y="11304"/>
                </a:cubicBezTo>
                <a:cubicBezTo>
                  <a:pt x="1190737" y="11505"/>
                  <a:pt x="1190511" y="11740"/>
                  <a:pt x="1190373" y="12010"/>
                </a:cubicBezTo>
                <a:cubicBezTo>
                  <a:pt x="1190235" y="12280"/>
                  <a:pt x="1190166" y="12570"/>
                  <a:pt x="1190166" y="12880"/>
                </a:cubicBezTo>
                <a:cubicBezTo>
                  <a:pt x="1190166" y="13189"/>
                  <a:pt x="1190226" y="13471"/>
                  <a:pt x="1190347" y="13723"/>
                </a:cubicBezTo>
                <a:cubicBezTo>
                  <a:pt x="1190467" y="13976"/>
                  <a:pt x="1190691" y="14220"/>
                  <a:pt x="1191018" y="14455"/>
                </a:cubicBezTo>
                <a:cubicBezTo>
                  <a:pt x="1191346" y="14690"/>
                  <a:pt x="1191802" y="14926"/>
                  <a:pt x="1192387" y="15161"/>
                </a:cubicBezTo>
                <a:cubicBezTo>
                  <a:pt x="1192973" y="15396"/>
                  <a:pt x="1193736" y="15652"/>
                  <a:pt x="1194677" y="15927"/>
                </a:cubicBezTo>
                <a:cubicBezTo>
                  <a:pt x="1195699" y="16226"/>
                  <a:pt x="1196560" y="16539"/>
                  <a:pt x="1197260" y="16866"/>
                </a:cubicBezTo>
                <a:cubicBezTo>
                  <a:pt x="1197960" y="17193"/>
                  <a:pt x="1198529" y="17557"/>
                  <a:pt x="1198965" y="17959"/>
                </a:cubicBezTo>
                <a:cubicBezTo>
                  <a:pt x="1199401" y="18361"/>
                  <a:pt x="1199714" y="18814"/>
                  <a:pt x="1199903" y="19319"/>
                </a:cubicBezTo>
                <a:cubicBezTo>
                  <a:pt x="1200093" y="19824"/>
                  <a:pt x="1200187" y="20398"/>
                  <a:pt x="1200187" y="21041"/>
                </a:cubicBezTo>
                <a:close/>
                <a:moveTo>
                  <a:pt x="1218583" y="25122"/>
                </a:moveTo>
                <a:cubicBezTo>
                  <a:pt x="1217803" y="25420"/>
                  <a:pt x="1217002" y="25641"/>
                  <a:pt x="1216181" y="25785"/>
                </a:cubicBezTo>
                <a:cubicBezTo>
                  <a:pt x="1215361" y="25928"/>
                  <a:pt x="1214514" y="26000"/>
                  <a:pt x="1213642" y="26000"/>
                </a:cubicBezTo>
                <a:cubicBezTo>
                  <a:pt x="1210910" y="26000"/>
                  <a:pt x="1208806" y="25260"/>
                  <a:pt x="1207331" y="23779"/>
                </a:cubicBezTo>
                <a:cubicBezTo>
                  <a:pt x="1205856" y="22298"/>
                  <a:pt x="1205118" y="20134"/>
                  <a:pt x="1205118" y="17288"/>
                </a:cubicBezTo>
                <a:cubicBezTo>
                  <a:pt x="1205118" y="15922"/>
                  <a:pt x="1205331" y="14682"/>
                  <a:pt x="1205756" y="13568"/>
                </a:cubicBezTo>
                <a:cubicBezTo>
                  <a:pt x="1206180" y="12455"/>
                  <a:pt x="1206777" y="11502"/>
                  <a:pt x="1207546" y="10710"/>
                </a:cubicBezTo>
                <a:cubicBezTo>
                  <a:pt x="1208315" y="9918"/>
                  <a:pt x="1209234" y="9307"/>
                  <a:pt x="1210301" y="8876"/>
                </a:cubicBezTo>
                <a:cubicBezTo>
                  <a:pt x="1211369" y="8446"/>
                  <a:pt x="1212545" y="8231"/>
                  <a:pt x="1213831" y="8231"/>
                </a:cubicBezTo>
                <a:cubicBezTo>
                  <a:pt x="1214726" y="8231"/>
                  <a:pt x="1215564" y="8295"/>
                  <a:pt x="1216345" y="8424"/>
                </a:cubicBezTo>
                <a:cubicBezTo>
                  <a:pt x="1217126" y="8553"/>
                  <a:pt x="1217872" y="8764"/>
                  <a:pt x="1218583" y="9057"/>
                </a:cubicBezTo>
                <a:lnTo>
                  <a:pt x="1218583" y="11915"/>
                </a:lnTo>
                <a:cubicBezTo>
                  <a:pt x="1217837" y="11519"/>
                  <a:pt x="1217077" y="11230"/>
                  <a:pt x="1216302" y="11050"/>
                </a:cubicBezTo>
                <a:cubicBezTo>
                  <a:pt x="1215527" y="10869"/>
                  <a:pt x="1214726" y="10779"/>
                  <a:pt x="1213900" y="10779"/>
                </a:cubicBezTo>
                <a:cubicBezTo>
                  <a:pt x="1213131" y="10779"/>
                  <a:pt x="1212405" y="10925"/>
                  <a:pt x="1211722" y="11218"/>
                </a:cubicBezTo>
                <a:cubicBezTo>
                  <a:pt x="1211039" y="11511"/>
                  <a:pt x="1210439" y="11933"/>
                  <a:pt x="1209922" y="12484"/>
                </a:cubicBezTo>
                <a:cubicBezTo>
                  <a:pt x="1209406" y="13035"/>
                  <a:pt x="1208998" y="13706"/>
                  <a:pt x="1208700" y="14498"/>
                </a:cubicBezTo>
                <a:cubicBezTo>
                  <a:pt x="1208401" y="15290"/>
                  <a:pt x="1208252" y="16186"/>
                  <a:pt x="1208252" y="17184"/>
                </a:cubicBezTo>
                <a:cubicBezTo>
                  <a:pt x="1208252" y="19273"/>
                  <a:pt x="1208760" y="20837"/>
                  <a:pt x="1209776" y="21876"/>
                </a:cubicBezTo>
                <a:cubicBezTo>
                  <a:pt x="1210792" y="22915"/>
                  <a:pt x="1212201" y="23435"/>
                  <a:pt x="1214003" y="23435"/>
                </a:cubicBezTo>
                <a:cubicBezTo>
                  <a:pt x="1214818" y="23435"/>
                  <a:pt x="1215607" y="23343"/>
                  <a:pt x="1216371" y="23159"/>
                </a:cubicBezTo>
                <a:cubicBezTo>
                  <a:pt x="1217134" y="22975"/>
                  <a:pt x="1217872" y="22700"/>
                  <a:pt x="1218583" y="22333"/>
                </a:cubicBezTo>
                <a:lnTo>
                  <a:pt x="1218583" y="25122"/>
                </a:lnTo>
                <a:close/>
                <a:moveTo>
                  <a:pt x="1235936" y="25759"/>
                </a:moveTo>
                <a:lnTo>
                  <a:pt x="1235867" y="23430"/>
                </a:lnTo>
                <a:cubicBezTo>
                  <a:pt x="1234926" y="24361"/>
                  <a:pt x="1233970" y="25034"/>
                  <a:pt x="1233000" y="25448"/>
                </a:cubicBezTo>
                <a:cubicBezTo>
                  <a:pt x="1232030" y="25862"/>
                  <a:pt x="1231012" y="26069"/>
                  <a:pt x="1229944" y="26069"/>
                </a:cubicBezTo>
                <a:cubicBezTo>
                  <a:pt x="1228957" y="26069"/>
                  <a:pt x="1228113" y="25943"/>
                  <a:pt x="1227413" y="25690"/>
                </a:cubicBezTo>
                <a:cubicBezTo>
                  <a:pt x="1226713" y="25437"/>
                  <a:pt x="1226136" y="25089"/>
                  <a:pt x="1225683" y="24646"/>
                </a:cubicBezTo>
                <a:cubicBezTo>
                  <a:pt x="1225229" y="24204"/>
                  <a:pt x="1224896" y="23683"/>
                  <a:pt x="1224684" y="23085"/>
                </a:cubicBezTo>
                <a:cubicBezTo>
                  <a:pt x="1224472" y="22487"/>
                  <a:pt x="1224365" y="21838"/>
                  <a:pt x="1224365" y="21136"/>
                </a:cubicBezTo>
                <a:cubicBezTo>
                  <a:pt x="1224365" y="19400"/>
                  <a:pt x="1225011" y="18041"/>
                  <a:pt x="1226302" y="17058"/>
                </a:cubicBezTo>
                <a:cubicBezTo>
                  <a:pt x="1227594" y="16074"/>
                  <a:pt x="1229502" y="15583"/>
                  <a:pt x="1232028" y="15583"/>
                </a:cubicBezTo>
                <a:lnTo>
                  <a:pt x="1235609" y="15583"/>
                </a:lnTo>
                <a:lnTo>
                  <a:pt x="1235609" y="14073"/>
                </a:lnTo>
                <a:cubicBezTo>
                  <a:pt x="1235609" y="13055"/>
                  <a:pt x="1235282" y="12240"/>
                  <a:pt x="1234628" y="11628"/>
                </a:cubicBezTo>
                <a:cubicBezTo>
                  <a:pt x="1233973" y="11016"/>
                  <a:pt x="1232975" y="10710"/>
                  <a:pt x="1231632" y="10710"/>
                </a:cubicBezTo>
                <a:cubicBezTo>
                  <a:pt x="1230656" y="10710"/>
                  <a:pt x="1229694" y="10821"/>
                  <a:pt x="1228747" y="11042"/>
                </a:cubicBezTo>
                <a:cubicBezTo>
                  <a:pt x="1227800" y="11263"/>
                  <a:pt x="1226822" y="11577"/>
                  <a:pt x="1225812" y="11984"/>
                </a:cubicBezTo>
                <a:lnTo>
                  <a:pt x="1225812" y="9281"/>
                </a:lnTo>
                <a:cubicBezTo>
                  <a:pt x="1226191" y="9141"/>
                  <a:pt x="1226612" y="9004"/>
                  <a:pt x="1227077" y="8870"/>
                </a:cubicBezTo>
                <a:cubicBezTo>
                  <a:pt x="1227542" y="8736"/>
                  <a:pt x="1228033" y="8616"/>
                  <a:pt x="1228549" y="8511"/>
                </a:cubicBezTo>
                <a:cubicBezTo>
                  <a:pt x="1229066" y="8406"/>
                  <a:pt x="1229606" y="8322"/>
                  <a:pt x="1230168" y="8258"/>
                </a:cubicBezTo>
                <a:cubicBezTo>
                  <a:pt x="1230730" y="8194"/>
                  <a:pt x="1231299" y="8162"/>
                  <a:pt x="1231873" y="8162"/>
                </a:cubicBezTo>
                <a:cubicBezTo>
                  <a:pt x="1232917" y="8162"/>
                  <a:pt x="1233859" y="8276"/>
                  <a:pt x="1234697" y="8506"/>
                </a:cubicBezTo>
                <a:cubicBezTo>
                  <a:pt x="1235534" y="8736"/>
                  <a:pt x="1236243" y="9086"/>
                  <a:pt x="1236823" y="9556"/>
                </a:cubicBezTo>
                <a:cubicBezTo>
                  <a:pt x="1237403" y="10027"/>
                  <a:pt x="1237848" y="10618"/>
                  <a:pt x="1238157" y="11330"/>
                </a:cubicBezTo>
                <a:cubicBezTo>
                  <a:pt x="1238467" y="12042"/>
                  <a:pt x="1238622" y="12880"/>
                  <a:pt x="1238622" y="13844"/>
                </a:cubicBezTo>
                <a:lnTo>
                  <a:pt x="1238622" y="25759"/>
                </a:lnTo>
                <a:lnTo>
                  <a:pt x="1235936" y="25759"/>
                </a:lnTo>
                <a:moveTo>
                  <a:pt x="1235609" y="17873"/>
                </a:moveTo>
                <a:lnTo>
                  <a:pt x="1231804" y="17873"/>
                </a:lnTo>
                <a:cubicBezTo>
                  <a:pt x="1231058" y="17873"/>
                  <a:pt x="1230415" y="17948"/>
                  <a:pt x="1229875" y="18098"/>
                </a:cubicBezTo>
                <a:cubicBezTo>
                  <a:pt x="1229336" y="18247"/>
                  <a:pt x="1228894" y="18460"/>
                  <a:pt x="1228549" y="18737"/>
                </a:cubicBezTo>
                <a:cubicBezTo>
                  <a:pt x="1228205" y="19013"/>
                  <a:pt x="1227950" y="19344"/>
                  <a:pt x="1227783" y="19730"/>
                </a:cubicBezTo>
                <a:cubicBezTo>
                  <a:pt x="1227617" y="20115"/>
                  <a:pt x="1227534" y="20550"/>
                  <a:pt x="1227534" y="21034"/>
                </a:cubicBezTo>
                <a:cubicBezTo>
                  <a:pt x="1227534" y="21368"/>
                  <a:pt x="1227585" y="21687"/>
                  <a:pt x="1227689" y="21993"/>
                </a:cubicBezTo>
                <a:cubicBezTo>
                  <a:pt x="1227792" y="22297"/>
                  <a:pt x="1227958" y="22568"/>
                  <a:pt x="1228188" y="22804"/>
                </a:cubicBezTo>
                <a:cubicBezTo>
                  <a:pt x="1228417" y="23040"/>
                  <a:pt x="1228716" y="23227"/>
                  <a:pt x="1229083" y="23365"/>
                </a:cubicBezTo>
                <a:cubicBezTo>
                  <a:pt x="1229451" y="23503"/>
                  <a:pt x="1229898" y="23572"/>
                  <a:pt x="1230426" y="23572"/>
                </a:cubicBezTo>
                <a:cubicBezTo>
                  <a:pt x="1231115" y="23572"/>
                  <a:pt x="1231904" y="23362"/>
                  <a:pt x="1232794" y="22942"/>
                </a:cubicBezTo>
                <a:cubicBezTo>
                  <a:pt x="1233683" y="22522"/>
                  <a:pt x="1234622" y="21857"/>
                  <a:pt x="1235609" y="20947"/>
                </a:cubicBezTo>
                <a:lnTo>
                  <a:pt x="1235609" y="17873"/>
                </a:lnTo>
                <a:close/>
                <a:moveTo>
                  <a:pt x="1243629" y="17477"/>
                </a:moveTo>
                <a:cubicBezTo>
                  <a:pt x="1243629" y="16008"/>
                  <a:pt x="1243830" y="14702"/>
                  <a:pt x="1244232" y="13560"/>
                </a:cubicBezTo>
                <a:cubicBezTo>
                  <a:pt x="1244634" y="12418"/>
                  <a:pt x="1245205" y="11453"/>
                  <a:pt x="1245945" y="10667"/>
                </a:cubicBezTo>
                <a:cubicBezTo>
                  <a:pt x="1246685" y="9881"/>
                  <a:pt x="1247575" y="9284"/>
                  <a:pt x="1248614" y="8876"/>
                </a:cubicBezTo>
                <a:cubicBezTo>
                  <a:pt x="1249653" y="8469"/>
                  <a:pt x="1250809" y="8265"/>
                  <a:pt x="1252083" y="8265"/>
                </a:cubicBezTo>
                <a:cubicBezTo>
                  <a:pt x="1252634" y="8265"/>
                  <a:pt x="1253177" y="8299"/>
                  <a:pt x="1253711" y="8368"/>
                </a:cubicBezTo>
                <a:cubicBezTo>
                  <a:pt x="1254244" y="8437"/>
                  <a:pt x="1254770" y="8546"/>
                  <a:pt x="1255286" y="8695"/>
                </a:cubicBezTo>
                <a:lnTo>
                  <a:pt x="1255286" y="1412"/>
                </a:lnTo>
                <a:lnTo>
                  <a:pt x="1258299" y="1412"/>
                </a:lnTo>
                <a:lnTo>
                  <a:pt x="1258299" y="25759"/>
                </a:lnTo>
                <a:lnTo>
                  <a:pt x="1255613" y="25759"/>
                </a:lnTo>
                <a:lnTo>
                  <a:pt x="1255510" y="22488"/>
                </a:lnTo>
                <a:cubicBezTo>
                  <a:pt x="1254672" y="23704"/>
                  <a:pt x="1253765" y="24605"/>
                  <a:pt x="1252789" y="25191"/>
                </a:cubicBezTo>
                <a:cubicBezTo>
                  <a:pt x="1251814" y="25776"/>
                  <a:pt x="1250758" y="26069"/>
                  <a:pt x="1249621" y="26069"/>
                </a:cubicBezTo>
                <a:cubicBezTo>
                  <a:pt x="1248634" y="26069"/>
                  <a:pt x="1247764" y="25862"/>
                  <a:pt x="1247013" y="25449"/>
                </a:cubicBezTo>
                <a:cubicBezTo>
                  <a:pt x="1246261" y="25036"/>
                  <a:pt x="1245635" y="24453"/>
                  <a:pt x="1245136" y="23701"/>
                </a:cubicBezTo>
                <a:cubicBezTo>
                  <a:pt x="1244636" y="22950"/>
                  <a:pt x="1244260" y="22046"/>
                  <a:pt x="1244008" y="20990"/>
                </a:cubicBezTo>
                <a:cubicBezTo>
                  <a:pt x="1243755" y="19933"/>
                  <a:pt x="1243629" y="18763"/>
                  <a:pt x="1243629" y="17477"/>
                </a:cubicBezTo>
                <a:moveTo>
                  <a:pt x="1246694" y="17288"/>
                </a:moveTo>
                <a:cubicBezTo>
                  <a:pt x="1246694" y="19377"/>
                  <a:pt x="1247001" y="20935"/>
                  <a:pt x="1247615" y="21962"/>
                </a:cubicBezTo>
                <a:cubicBezTo>
                  <a:pt x="1248229" y="22990"/>
                  <a:pt x="1249099" y="23503"/>
                  <a:pt x="1250224" y="23503"/>
                </a:cubicBezTo>
                <a:cubicBezTo>
                  <a:pt x="1250981" y="23503"/>
                  <a:pt x="1251782" y="23165"/>
                  <a:pt x="1252626" y="22488"/>
                </a:cubicBezTo>
                <a:cubicBezTo>
                  <a:pt x="1253470" y="21810"/>
                  <a:pt x="1254356" y="20806"/>
                  <a:pt x="1255286" y="19474"/>
                </a:cubicBezTo>
                <a:lnTo>
                  <a:pt x="1255286" y="11450"/>
                </a:lnTo>
                <a:cubicBezTo>
                  <a:pt x="1254793" y="11221"/>
                  <a:pt x="1254247" y="11046"/>
                  <a:pt x="1253650" y="10925"/>
                </a:cubicBezTo>
                <a:cubicBezTo>
                  <a:pt x="1253053" y="10805"/>
                  <a:pt x="1252462" y="10744"/>
                  <a:pt x="1251877" y="10744"/>
                </a:cubicBezTo>
                <a:cubicBezTo>
                  <a:pt x="1250247" y="10744"/>
                  <a:pt x="1248975" y="11272"/>
                  <a:pt x="1248063" y="12329"/>
                </a:cubicBezTo>
                <a:cubicBezTo>
                  <a:pt x="1247150" y="13385"/>
                  <a:pt x="1246694" y="15038"/>
                  <a:pt x="1246694" y="17288"/>
                </a:cubicBezTo>
                <a:close/>
                <a:moveTo>
                  <a:pt x="1278786" y="16203"/>
                </a:moveTo>
                <a:cubicBezTo>
                  <a:pt x="1278786" y="16627"/>
                  <a:pt x="1278780" y="16983"/>
                  <a:pt x="1278769" y="17270"/>
                </a:cubicBezTo>
                <a:cubicBezTo>
                  <a:pt x="1278757" y="17557"/>
                  <a:pt x="1278740" y="17827"/>
                  <a:pt x="1278717" y="18080"/>
                </a:cubicBezTo>
                <a:lnTo>
                  <a:pt x="1266578" y="18080"/>
                </a:lnTo>
                <a:cubicBezTo>
                  <a:pt x="1266578" y="19847"/>
                  <a:pt x="1267072" y="21205"/>
                  <a:pt x="1268059" y="22152"/>
                </a:cubicBezTo>
                <a:cubicBezTo>
                  <a:pt x="1269046" y="23099"/>
                  <a:pt x="1270469" y="23572"/>
                  <a:pt x="1272329" y="23572"/>
                </a:cubicBezTo>
                <a:cubicBezTo>
                  <a:pt x="1272834" y="23572"/>
                  <a:pt x="1273339" y="23552"/>
                  <a:pt x="1273844" y="23511"/>
                </a:cubicBezTo>
                <a:cubicBezTo>
                  <a:pt x="1274349" y="23470"/>
                  <a:pt x="1274837" y="23414"/>
                  <a:pt x="1275308" y="23344"/>
                </a:cubicBezTo>
                <a:cubicBezTo>
                  <a:pt x="1275778" y="23273"/>
                  <a:pt x="1276229" y="23194"/>
                  <a:pt x="1276659" y="23106"/>
                </a:cubicBezTo>
                <a:cubicBezTo>
                  <a:pt x="1277090" y="23018"/>
                  <a:pt x="1277489" y="22921"/>
                  <a:pt x="1277856" y="22815"/>
                </a:cubicBezTo>
                <a:lnTo>
                  <a:pt x="1277856" y="25277"/>
                </a:lnTo>
                <a:cubicBezTo>
                  <a:pt x="1277041" y="25512"/>
                  <a:pt x="1276120" y="25702"/>
                  <a:pt x="1275093" y="25849"/>
                </a:cubicBezTo>
                <a:cubicBezTo>
                  <a:pt x="1274065" y="25996"/>
                  <a:pt x="1273001" y="26069"/>
                  <a:pt x="1271899" y="26069"/>
                </a:cubicBezTo>
                <a:cubicBezTo>
                  <a:pt x="1270418" y="26069"/>
                  <a:pt x="1269144" y="25868"/>
                  <a:pt x="1268076" y="25466"/>
                </a:cubicBezTo>
                <a:cubicBezTo>
                  <a:pt x="1267008" y="25065"/>
                  <a:pt x="1266133" y="24482"/>
                  <a:pt x="1265450" y="23719"/>
                </a:cubicBezTo>
                <a:cubicBezTo>
                  <a:pt x="1264767" y="22955"/>
                  <a:pt x="1264262" y="22020"/>
                  <a:pt x="1263935" y="20912"/>
                </a:cubicBezTo>
                <a:cubicBezTo>
                  <a:pt x="1263608" y="19804"/>
                  <a:pt x="1263444" y="18550"/>
                  <a:pt x="1263444" y="17150"/>
                </a:cubicBezTo>
                <a:cubicBezTo>
                  <a:pt x="1263444" y="15933"/>
                  <a:pt x="1263619" y="14782"/>
                  <a:pt x="1263969" y="13697"/>
                </a:cubicBezTo>
                <a:cubicBezTo>
                  <a:pt x="1264319" y="12613"/>
                  <a:pt x="1264830" y="11660"/>
                  <a:pt x="1265502" y="10839"/>
                </a:cubicBezTo>
                <a:cubicBezTo>
                  <a:pt x="1266173" y="10018"/>
                  <a:pt x="1266997" y="9367"/>
                  <a:pt x="1267973" y="8885"/>
                </a:cubicBezTo>
                <a:cubicBezTo>
                  <a:pt x="1268948" y="8403"/>
                  <a:pt x="1270056" y="8162"/>
                  <a:pt x="1271296" y="8162"/>
                </a:cubicBezTo>
                <a:cubicBezTo>
                  <a:pt x="1272501" y="8162"/>
                  <a:pt x="1273569" y="8351"/>
                  <a:pt x="1274499" y="8730"/>
                </a:cubicBezTo>
                <a:cubicBezTo>
                  <a:pt x="1275428" y="9109"/>
                  <a:pt x="1276212" y="9645"/>
                  <a:pt x="1276849" y="10340"/>
                </a:cubicBezTo>
                <a:cubicBezTo>
                  <a:pt x="1277486" y="11034"/>
                  <a:pt x="1277968" y="11878"/>
                  <a:pt x="1278295" y="12871"/>
                </a:cubicBezTo>
                <a:cubicBezTo>
                  <a:pt x="1278622" y="13864"/>
                  <a:pt x="1278786" y="14974"/>
                  <a:pt x="1278786" y="16203"/>
                </a:cubicBezTo>
                <a:moveTo>
                  <a:pt x="1275669" y="15772"/>
                </a:moveTo>
                <a:cubicBezTo>
                  <a:pt x="1275704" y="15003"/>
                  <a:pt x="1275629" y="14300"/>
                  <a:pt x="1275446" y="13663"/>
                </a:cubicBezTo>
                <a:cubicBezTo>
                  <a:pt x="1275262" y="13026"/>
                  <a:pt x="1274978" y="12478"/>
                  <a:pt x="1274593" y="12019"/>
                </a:cubicBezTo>
                <a:cubicBezTo>
                  <a:pt x="1274209" y="11559"/>
                  <a:pt x="1273729" y="11201"/>
                  <a:pt x="1273155" y="10942"/>
                </a:cubicBezTo>
                <a:cubicBezTo>
                  <a:pt x="1272582" y="10684"/>
                  <a:pt x="1271916" y="10555"/>
                  <a:pt x="1271158" y="10555"/>
                </a:cubicBezTo>
                <a:cubicBezTo>
                  <a:pt x="1270504" y="10555"/>
                  <a:pt x="1269907" y="10681"/>
                  <a:pt x="1269367" y="10934"/>
                </a:cubicBezTo>
                <a:cubicBezTo>
                  <a:pt x="1268828" y="11186"/>
                  <a:pt x="1268363" y="11542"/>
                  <a:pt x="1267973" y="12001"/>
                </a:cubicBezTo>
                <a:cubicBezTo>
                  <a:pt x="1267582" y="12461"/>
                  <a:pt x="1267267" y="13012"/>
                  <a:pt x="1267026" y="13654"/>
                </a:cubicBezTo>
                <a:cubicBezTo>
                  <a:pt x="1266785" y="14297"/>
                  <a:pt x="1266635" y="15003"/>
                  <a:pt x="1266578" y="15772"/>
                </a:cubicBezTo>
                <a:lnTo>
                  <a:pt x="1275669" y="15772"/>
                </a:lnTo>
                <a:close/>
                <a:moveTo>
                  <a:pt x="1283545" y="8472"/>
                </a:moveTo>
                <a:lnTo>
                  <a:pt x="1286283" y="8472"/>
                </a:lnTo>
                <a:lnTo>
                  <a:pt x="1286369" y="11649"/>
                </a:lnTo>
                <a:cubicBezTo>
                  <a:pt x="1287390" y="10424"/>
                  <a:pt x="1288398" y="9536"/>
                  <a:pt x="1289391" y="8987"/>
                </a:cubicBezTo>
                <a:cubicBezTo>
                  <a:pt x="1290384" y="8437"/>
                  <a:pt x="1291385" y="8162"/>
                  <a:pt x="1292395" y="8162"/>
                </a:cubicBezTo>
                <a:cubicBezTo>
                  <a:pt x="1294186" y="8162"/>
                  <a:pt x="1295543" y="8740"/>
                  <a:pt x="1296467" y="9896"/>
                </a:cubicBezTo>
                <a:cubicBezTo>
                  <a:pt x="1297392" y="11053"/>
                  <a:pt x="1297819" y="12770"/>
                  <a:pt x="1297750" y="15049"/>
                </a:cubicBezTo>
                <a:lnTo>
                  <a:pt x="1294720" y="15049"/>
                </a:lnTo>
                <a:cubicBezTo>
                  <a:pt x="1294754" y="13540"/>
                  <a:pt x="1294533" y="12445"/>
                  <a:pt x="1294057" y="11765"/>
                </a:cubicBezTo>
                <a:cubicBezTo>
                  <a:pt x="1293580" y="11085"/>
                  <a:pt x="1292883" y="10744"/>
                  <a:pt x="1291965" y="10744"/>
                </a:cubicBezTo>
                <a:cubicBezTo>
                  <a:pt x="1291563" y="10744"/>
                  <a:pt x="1291158" y="10816"/>
                  <a:pt x="1290751" y="10959"/>
                </a:cubicBezTo>
                <a:cubicBezTo>
                  <a:pt x="1290343" y="11102"/>
                  <a:pt x="1289924" y="11330"/>
                  <a:pt x="1289494" y="11645"/>
                </a:cubicBezTo>
                <a:cubicBezTo>
                  <a:pt x="1289063" y="11959"/>
                  <a:pt x="1288607" y="12362"/>
                  <a:pt x="1288125" y="12854"/>
                </a:cubicBezTo>
                <a:cubicBezTo>
                  <a:pt x="1287643" y="13345"/>
                  <a:pt x="1287126" y="13940"/>
                  <a:pt x="1286575" y="14637"/>
                </a:cubicBezTo>
                <a:lnTo>
                  <a:pt x="1286575" y="25759"/>
                </a:lnTo>
                <a:lnTo>
                  <a:pt x="1283545" y="25759"/>
                </a:lnTo>
                <a:lnTo>
                  <a:pt x="1283545" y="8472"/>
                </a:lnTo>
                <a:close/>
                <a:moveTo>
                  <a:pt x="1311639" y="5579"/>
                </a:moveTo>
                <a:lnTo>
                  <a:pt x="1308643" y="5579"/>
                </a:lnTo>
                <a:lnTo>
                  <a:pt x="1303133" y="1412"/>
                </a:lnTo>
                <a:lnTo>
                  <a:pt x="1307472" y="1412"/>
                </a:lnTo>
                <a:lnTo>
                  <a:pt x="1311639" y="5579"/>
                </a:lnTo>
                <a:moveTo>
                  <a:pt x="1300137" y="8472"/>
                </a:moveTo>
                <a:lnTo>
                  <a:pt x="1300137" y="8472"/>
                </a:lnTo>
                <a:close/>
                <a:moveTo>
                  <a:pt x="1326129" y="103"/>
                </a:moveTo>
                <a:cubicBezTo>
                  <a:pt x="1331420" y="5007"/>
                  <a:pt x="1334066" y="10463"/>
                  <a:pt x="1334066" y="16470"/>
                </a:cubicBezTo>
                <a:cubicBezTo>
                  <a:pt x="1334066" y="17710"/>
                  <a:pt x="1333940" y="18996"/>
                  <a:pt x="1333688" y="20329"/>
                </a:cubicBezTo>
                <a:cubicBezTo>
                  <a:pt x="1333435" y="21661"/>
                  <a:pt x="1333005" y="23025"/>
                  <a:pt x="1332396" y="24420"/>
                </a:cubicBezTo>
                <a:cubicBezTo>
                  <a:pt x="1331788" y="25816"/>
                  <a:pt x="1330970" y="27231"/>
                  <a:pt x="1329942" y="28667"/>
                </a:cubicBezTo>
                <a:cubicBezTo>
                  <a:pt x="1328915" y="30102"/>
                  <a:pt x="1327621" y="31544"/>
                  <a:pt x="1326060" y="32991"/>
                </a:cubicBezTo>
                <a:lnTo>
                  <a:pt x="1324321" y="31216"/>
                </a:lnTo>
                <a:cubicBezTo>
                  <a:pt x="1326559" y="29000"/>
                  <a:pt x="1328229" y="26686"/>
                  <a:pt x="1329331" y="24274"/>
                </a:cubicBezTo>
                <a:cubicBezTo>
                  <a:pt x="1330433" y="21862"/>
                  <a:pt x="1330984" y="19335"/>
                  <a:pt x="1330984" y="16693"/>
                </a:cubicBezTo>
                <a:cubicBezTo>
                  <a:pt x="1330984" y="11227"/>
                  <a:pt x="1328763" y="6311"/>
                  <a:pt x="1324321" y="1947"/>
                </a:cubicBezTo>
                <a:lnTo>
                  <a:pt x="1326129" y="103"/>
                </a:lnTo>
                <a:close/>
                <a:moveTo>
                  <a:pt x="1343855" y="29289"/>
                </a:moveTo>
                <a:cubicBezTo>
                  <a:pt x="1344440" y="29312"/>
                  <a:pt x="1345008" y="29260"/>
                  <a:pt x="1345559" y="29133"/>
                </a:cubicBezTo>
                <a:cubicBezTo>
                  <a:pt x="1346110" y="29006"/>
                  <a:pt x="1346595" y="28819"/>
                  <a:pt x="1347014" y="28571"/>
                </a:cubicBezTo>
                <a:cubicBezTo>
                  <a:pt x="1347433" y="28323"/>
                  <a:pt x="1347769" y="28014"/>
                  <a:pt x="1348022" y="27645"/>
                </a:cubicBezTo>
                <a:cubicBezTo>
                  <a:pt x="1348274" y="27276"/>
                  <a:pt x="1348400" y="26855"/>
                  <a:pt x="1348400" y="26382"/>
                </a:cubicBezTo>
                <a:cubicBezTo>
                  <a:pt x="1348400" y="25898"/>
                  <a:pt x="1348317" y="25507"/>
                  <a:pt x="1348151" y="25208"/>
                </a:cubicBezTo>
                <a:cubicBezTo>
                  <a:pt x="1347984" y="24910"/>
                  <a:pt x="1347798" y="24634"/>
                  <a:pt x="1347591" y="24382"/>
                </a:cubicBezTo>
                <a:cubicBezTo>
                  <a:pt x="1347384" y="24129"/>
                  <a:pt x="1347198" y="23859"/>
                  <a:pt x="1347031" y="23572"/>
                </a:cubicBezTo>
                <a:cubicBezTo>
                  <a:pt x="1346865" y="23285"/>
                  <a:pt x="1346782" y="22901"/>
                  <a:pt x="1346782" y="22419"/>
                </a:cubicBezTo>
                <a:cubicBezTo>
                  <a:pt x="1346782" y="22178"/>
                  <a:pt x="1346828" y="21925"/>
                  <a:pt x="1346920" y="21661"/>
                </a:cubicBezTo>
                <a:cubicBezTo>
                  <a:pt x="1347011" y="21397"/>
                  <a:pt x="1347152" y="21156"/>
                  <a:pt x="1347341" y="20938"/>
                </a:cubicBezTo>
                <a:cubicBezTo>
                  <a:pt x="1347531" y="20720"/>
                  <a:pt x="1347772" y="20542"/>
                  <a:pt x="1348065" y="20404"/>
                </a:cubicBezTo>
                <a:cubicBezTo>
                  <a:pt x="1348357" y="20266"/>
                  <a:pt x="1348705" y="20197"/>
                  <a:pt x="1349106" y="20197"/>
                </a:cubicBezTo>
                <a:cubicBezTo>
                  <a:pt x="1349508" y="20197"/>
                  <a:pt x="1349895" y="20281"/>
                  <a:pt x="1350269" y="20448"/>
                </a:cubicBezTo>
                <a:cubicBezTo>
                  <a:pt x="1350642" y="20614"/>
                  <a:pt x="1350969" y="20870"/>
                  <a:pt x="1351250" y="21215"/>
                </a:cubicBezTo>
                <a:cubicBezTo>
                  <a:pt x="1351531" y="21560"/>
                  <a:pt x="1351755" y="21991"/>
                  <a:pt x="1351922" y="22509"/>
                </a:cubicBezTo>
                <a:cubicBezTo>
                  <a:pt x="1352088" y="23026"/>
                  <a:pt x="1352171" y="23635"/>
                  <a:pt x="1352171" y="24336"/>
                </a:cubicBezTo>
                <a:cubicBezTo>
                  <a:pt x="1352171" y="25291"/>
                  <a:pt x="1351996" y="26207"/>
                  <a:pt x="1351646" y="27087"/>
                </a:cubicBezTo>
                <a:cubicBezTo>
                  <a:pt x="1351296" y="27966"/>
                  <a:pt x="1350774" y="28745"/>
                  <a:pt x="1350079" y="29423"/>
                </a:cubicBezTo>
                <a:cubicBezTo>
                  <a:pt x="1349385" y="30102"/>
                  <a:pt x="1348518" y="30642"/>
                  <a:pt x="1347479" y="31044"/>
                </a:cubicBezTo>
                <a:cubicBezTo>
                  <a:pt x="1346440" y="31447"/>
                  <a:pt x="1345232" y="31648"/>
                  <a:pt x="1343855" y="31648"/>
                </a:cubicBezTo>
                <a:lnTo>
                  <a:pt x="1343855" y="29289"/>
                </a:lnTo>
                <a:moveTo>
                  <a:pt x="1349244" y="8162"/>
                </a:moveTo>
                <a:cubicBezTo>
                  <a:pt x="1349600" y="8162"/>
                  <a:pt x="1349939" y="8233"/>
                  <a:pt x="1350260" y="8377"/>
                </a:cubicBezTo>
                <a:cubicBezTo>
                  <a:pt x="1350581" y="8520"/>
                  <a:pt x="1350863" y="8713"/>
                  <a:pt x="1351104" y="8954"/>
                </a:cubicBezTo>
                <a:cubicBezTo>
                  <a:pt x="1351345" y="9195"/>
                  <a:pt x="1351537" y="9476"/>
                  <a:pt x="1351680" y="9797"/>
                </a:cubicBezTo>
                <a:cubicBezTo>
                  <a:pt x="1351824" y="10119"/>
                  <a:pt x="1351896" y="10457"/>
                  <a:pt x="1351896" y="10813"/>
                </a:cubicBezTo>
                <a:cubicBezTo>
                  <a:pt x="1351896" y="11181"/>
                  <a:pt x="1351824" y="11522"/>
                  <a:pt x="1351680" y="11838"/>
                </a:cubicBezTo>
                <a:cubicBezTo>
                  <a:pt x="1351537" y="12153"/>
                  <a:pt x="1351345" y="12432"/>
                  <a:pt x="1351104" y="12673"/>
                </a:cubicBezTo>
                <a:cubicBezTo>
                  <a:pt x="1350863" y="12914"/>
                  <a:pt x="1350581" y="13103"/>
                  <a:pt x="1350260" y="13241"/>
                </a:cubicBezTo>
                <a:cubicBezTo>
                  <a:pt x="1349939" y="13379"/>
                  <a:pt x="1349600" y="13448"/>
                  <a:pt x="1349244" y="13448"/>
                </a:cubicBezTo>
                <a:cubicBezTo>
                  <a:pt x="1348877" y="13448"/>
                  <a:pt x="1348535" y="13379"/>
                  <a:pt x="1348220" y="13241"/>
                </a:cubicBezTo>
                <a:cubicBezTo>
                  <a:pt x="1347904" y="13103"/>
                  <a:pt x="1347625" y="12914"/>
                  <a:pt x="1347384" y="12673"/>
                </a:cubicBezTo>
                <a:cubicBezTo>
                  <a:pt x="1347143" y="12432"/>
                  <a:pt x="1346954" y="12153"/>
                  <a:pt x="1346816" y="11838"/>
                </a:cubicBezTo>
                <a:cubicBezTo>
                  <a:pt x="1346678" y="11522"/>
                  <a:pt x="1346610" y="11181"/>
                  <a:pt x="1346610" y="10813"/>
                </a:cubicBezTo>
                <a:cubicBezTo>
                  <a:pt x="1346610" y="10457"/>
                  <a:pt x="1346678" y="10119"/>
                  <a:pt x="1346816" y="9797"/>
                </a:cubicBezTo>
                <a:cubicBezTo>
                  <a:pt x="1346954" y="9476"/>
                  <a:pt x="1347143" y="9195"/>
                  <a:pt x="1347384" y="8954"/>
                </a:cubicBezTo>
                <a:cubicBezTo>
                  <a:pt x="1347625" y="8713"/>
                  <a:pt x="1347904" y="8520"/>
                  <a:pt x="1348220" y="8377"/>
                </a:cubicBezTo>
                <a:cubicBezTo>
                  <a:pt x="1348535" y="8233"/>
                  <a:pt x="1348877" y="8162"/>
                  <a:pt x="1349244" y="8162"/>
                </a:cubicBez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Text if(cascaderNode){">
            <a:extLst xmlns:a="http://schemas.openxmlformats.org/drawingml/2006/main">
              <a:ext uri="{FF2B5EF4-FFF2-40B4-BE49-F238E27FC236}">
                <a16:creationId xmlns:a16="http://schemas.microsoft.com/office/drawing/2014/main" id="{364828AA-1F6D-4C18-8FEA-8462542E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039" y="9958918"/>
            <a:ext cx="363047" cy="32888"/>
          </a:xfrm>
          <a:custGeom xmlns:a="http://schemas.openxmlformats.org/drawingml/2006/main">
            <a:pathLst>
              <a:path w="363047" h="32888">
                <a:moveTo>
                  <a:pt x="5682" y="10848"/>
                </a:moveTo>
                <a:lnTo>
                  <a:pt x="568" y="10848"/>
                </a:lnTo>
                <a:lnTo>
                  <a:pt x="568" y="8368"/>
                </a:lnTo>
                <a:lnTo>
                  <a:pt x="8713" y="8368"/>
                </a:lnTo>
                <a:lnTo>
                  <a:pt x="8713" y="23159"/>
                </a:lnTo>
                <a:lnTo>
                  <a:pt x="13861" y="23159"/>
                </a:lnTo>
                <a:lnTo>
                  <a:pt x="13861" y="25656"/>
                </a:lnTo>
                <a:lnTo>
                  <a:pt x="0" y="25656"/>
                </a:lnTo>
                <a:lnTo>
                  <a:pt x="0" y="23159"/>
                </a:lnTo>
                <a:lnTo>
                  <a:pt x="5682" y="23159"/>
                </a:lnTo>
                <a:lnTo>
                  <a:pt x="5682" y="10848"/>
                </a:lnTo>
                <a:moveTo>
                  <a:pt x="6732" y="1102"/>
                </a:moveTo>
                <a:cubicBezTo>
                  <a:pt x="7065" y="1102"/>
                  <a:pt x="7375" y="1162"/>
                  <a:pt x="7662" y="1283"/>
                </a:cubicBezTo>
                <a:cubicBezTo>
                  <a:pt x="7949" y="1403"/>
                  <a:pt x="8199" y="1573"/>
                  <a:pt x="8411" y="1791"/>
                </a:cubicBezTo>
                <a:cubicBezTo>
                  <a:pt x="8624" y="2009"/>
                  <a:pt x="8790" y="2259"/>
                  <a:pt x="8911" y="2540"/>
                </a:cubicBezTo>
                <a:cubicBezTo>
                  <a:pt x="9031" y="2821"/>
                  <a:pt x="9091" y="3128"/>
                  <a:pt x="9091" y="3461"/>
                </a:cubicBezTo>
                <a:cubicBezTo>
                  <a:pt x="9091" y="3782"/>
                  <a:pt x="9031" y="4087"/>
                  <a:pt x="8911" y="4374"/>
                </a:cubicBezTo>
                <a:cubicBezTo>
                  <a:pt x="8790" y="4661"/>
                  <a:pt x="8624" y="4913"/>
                  <a:pt x="8411" y="5131"/>
                </a:cubicBezTo>
                <a:cubicBezTo>
                  <a:pt x="8199" y="5349"/>
                  <a:pt x="7949" y="5519"/>
                  <a:pt x="7662" y="5639"/>
                </a:cubicBezTo>
                <a:cubicBezTo>
                  <a:pt x="7375" y="5760"/>
                  <a:pt x="7065" y="5820"/>
                  <a:pt x="6732" y="5820"/>
                </a:cubicBezTo>
                <a:cubicBezTo>
                  <a:pt x="6400" y="5820"/>
                  <a:pt x="6090" y="5760"/>
                  <a:pt x="5803" y="5639"/>
                </a:cubicBezTo>
                <a:cubicBezTo>
                  <a:pt x="5516" y="5519"/>
                  <a:pt x="5266" y="5349"/>
                  <a:pt x="5054" y="5131"/>
                </a:cubicBezTo>
                <a:cubicBezTo>
                  <a:pt x="4841" y="4913"/>
                  <a:pt x="4675" y="4661"/>
                  <a:pt x="4554" y="4374"/>
                </a:cubicBezTo>
                <a:cubicBezTo>
                  <a:pt x="4434" y="4087"/>
                  <a:pt x="4374" y="3782"/>
                  <a:pt x="4374" y="3461"/>
                </a:cubicBezTo>
                <a:cubicBezTo>
                  <a:pt x="4374" y="3128"/>
                  <a:pt x="4434" y="2821"/>
                  <a:pt x="4554" y="2540"/>
                </a:cubicBezTo>
                <a:cubicBezTo>
                  <a:pt x="4675" y="2259"/>
                  <a:pt x="4841" y="2009"/>
                  <a:pt x="5054" y="1791"/>
                </a:cubicBezTo>
                <a:cubicBezTo>
                  <a:pt x="5266" y="1573"/>
                  <a:pt x="5516" y="1403"/>
                  <a:pt x="5803" y="1283"/>
                </a:cubicBezTo>
                <a:cubicBezTo>
                  <a:pt x="6090" y="1162"/>
                  <a:pt x="6400" y="1102"/>
                  <a:pt x="6732" y="1102"/>
                </a:cubicBezTo>
                <a:close/>
                <a:moveTo>
                  <a:pt x="34842" y="4098"/>
                </a:moveTo>
                <a:cubicBezTo>
                  <a:pt x="33269" y="3765"/>
                  <a:pt x="31914" y="3599"/>
                  <a:pt x="30778" y="3599"/>
                </a:cubicBezTo>
                <a:cubicBezTo>
                  <a:pt x="28080" y="3599"/>
                  <a:pt x="26732" y="5011"/>
                  <a:pt x="26732" y="7834"/>
                </a:cubicBezTo>
                <a:lnTo>
                  <a:pt x="26732" y="10865"/>
                </a:lnTo>
                <a:lnTo>
                  <a:pt x="34308" y="10865"/>
                </a:lnTo>
                <a:lnTo>
                  <a:pt x="34308" y="13362"/>
                </a:lnTo>
                <a:lnTo>
                  <a:pt x="26732" y="13362"/>
                </a:lnTo>
                <a:lnTo>
                  <a:pt x="26732" y="25656"/>
                </a:lnTo>
                <a:lnTo>
                  <a:pt x="23684" y="25656"/>
                </a:lnTo>
                <a:lnTo>
                  <a:pt x="23684" y="13362"/>
                </a:lnTo>
                <a:lnTo>
                  <a:pt x="18122" y="13362"/>
                </a:lnTo>
                <a:lnTo>
                  <a:pt x="18122" y="10865"/>
                </a:lnTo>
                <a:lnTo>
                  <a:pt x="23684" y="10865"/>
                </a:lnTo>
                <a:lnTo>
                  <a:pt x="23684" y="8007"/>
                </a:lnTo>
                <a:cubicBezTo>
                  <a:pt x="23684" y="3404"/>
                  <a:pt x="26083" y="1102"/>
                  <a:pt x="30881" y="1102"/>
                </a:cubicBezTo>
                <a:cubicBezTo>
                  <a:pt x="32075" y="1102"/>
                  <a:pt x="33395" y="1240"/>
                  <a:pt x="34842" y="1515"/>
                </a:cubicBezTo>
                <a:lnTo>
                  <a:pt x="34842" y="4098"/>
                </a:lnTo>
                <a:moveTo>
                  <a:pt x="16745" y="8368"/>
                </a:moveTo>
                <a:lnTo>
                  <a:pt x="16745" y="8368"/>
                </a:lnTo>
                <a:close/>
                <a:moveTo>
                  <a:pt x="69260" y="32888"/>
                </a:moveTo>
                <a:cubicBezTo>
                  <a:pt x="63969" y="27984"/>
                  <a:pt x="61323" y="22563"/>
                  <a:pt x="61323" y="16625"/>
                </a:cubicBezTo>
                <a:cubicBezTo>
                  <a:pt x="61323" y="15235"/>
                  <a:pt x="61463" y="13848"/>
                  <a:pt x="61744" y="12464"/>
                </a:cubicBezTo>
                <a:cubicBezTo>
                  <a:pt x="62026" y="11080"/>
                  <a:pt x="62479" y="9693"/>
                  <a:pt x="63105" y="8304"/>
                </a:cubicBezTo>
                <a:cubicBezTo>
                  <a:pt x="63730" y="6914"/>
                  <a:pt x="64557" y="5524"/>
                  <a:pt x="65584" y="4135"/>
                </a:cubicBezTo>
                <a:cubicBezTo>
                  <a:pt x="66612" y="2745"/>
                  <a:pt x="67860" y="1367"/>
                  <a:pt x="69329" y="0"/>
                </a:cubicBezTo>
                <a:lnTo>
                  <a:pt x="71068" y="1775"/>
                </a:lnTo>
                <a:cubicBezTo>
                  <a:pt x="66614" y="6173"/>
                  <a:pt x="64388" y="11049"/>
                  <a:pt x="64388" y="16401"/>
                </a:cubicBezTo>
                <a:cubicBezTo>
                  <a:pt x="64388" y="19065"/>
                  <a:pt x="64950" y="21627"/>
                  <a:pt x="66075" y="24085"/>
                </a:cubicBezTo>
                <a:cubicBezTo>
                  <a:pt x="67200" y="26542"/>
                  <a:pt x="68864" y="28862"/>
                  <a:pt x="71068" y="31044"/>
                </a:cubicBezTo>
                <a:lnTo>
                  <a:pt x="69260" y="32888"/>
                </a:lnTo>
                <a:close/>
                <a:moveTo>
                  <a:pt x="91012" y="25019"/>
                </a:moveTo>
                <a:cubicBezTo>
                  <a:pt x="90231" y="25317"/>
                  <a:pt x="89430" y="25538"/>
                  <a:pt x="88610" y="25682"/>
                </a:cubicBezTo>
                <a:cubicBezTo>
                  <a:pt x="87789" y="25825"/>
                  <a:pt x="86942" y="25897"/>
                  <a:pt x="86070" y="25897"/>
                </a:cubicBezTo>
                <a:cubicBezTo>
                  <a:pt x="83338" y="25897"/>
                  <a:pt x="81234" y="25156"/>
                  <a:pt x="79759" y="23676"/>
                </a:cubicBezTo>
                <a:cubicBezTo>
                  <a:pt x="78284" y="22195"/>
                  <a:pt x="77547" y="20031"/>
                  <a:pt x="77547" y="17184"/>
                </a:cubicBezTo>
                <a:cubicBezTo>
                  <a:pt x="77547" y="15818"/>
                  <a:pt x="77759" y="14578"/>
                  <a:pt x="78184" y="13465"/>
                </a:cubicBezTo>
                <a:cubicBezTo>
                  <a:pt x="78608" y="12352"/>
                  <a:pt x="79205" y="11399"/>
                  <a:pt x="79974" y="10607"/>
                </a:cubicBezTo>
                <a:cubicBezTo>
                  <a:pt x="80744" y="9815"/>
                  <a:pt x="81662" y="9203"/>
                  <a:pt x="82729" y="8773"/>
                </a:cubicBezTo>
                <a:cubicBezTo>
                  <a:pt x="83797" y="8342"/>
                  <a:pt x="84974" y="8127"/>
                  <a:pt x="86259" y="8127"/>
                </a:cubicBezTo>
                <a:cubicBezTo>
                  <a:pt x="87155" y="8127"/>
                  <a:pt x="87993" y="8192"/>
                  <a:pt x="88773" y="8321"/>
                </a:cubicBezTo>
                <a:cubicBezTo>
                  <a:pt x="89554" y="8450"/>
                  <a:pt x="90300" y="8661"/>
                  <a:pt x="91012" y="8954"/>
                </a:cubicBezTo>
                <a:lnTo>
                  <a:pt x="91012" y="11812"/>
                </a:lnTo>
                <a:cubicBezTo>
                  <a:pt x="90265" y="11416"/>
                  <a:pt x="89505" y="11127"/>
                  <a:pt x="88730" y="10947"/>
                </a:cubicBezTo>
                <a:cubicBezTo>
                  <a:pt x="87955" y="10766"/>
                  <a:pt x="87155" y="10676"/>
                  <a:pt x="86328" y="10676"/>
                </a:cubicBezTo>
                <a:cubicBezTo>
                  <a:pt x="85559" y="10676"/>
                  <a:pt x="84833" y="10822"/>
                  <a:pt x="84150" y="11115"/>
                </a:cubicBezTo>
                <a:cubicBezTo>
                  <a:pt x="83467" y="11407"/>
                  <a:pt x="82867" y="11829"/>
                  <a:pt x="82351" y="12380"/>
                </a:cubicBezTo>
                <a:cubicBezTo>
                  <a:pt x="81834" y="12931"/>
                  <a:pt x="81427" y="13603"/>
                  <a:pt x="81128" y="14395"/>
                </a:cubicBezTo>
                <a:cubicBezTo>
                  <a:pt x="80830" y="15187"/>
                  <a:pt x="80680" y="16082"/>
                  <a:pt x="80680" y="17081"/>
                </a:cubicBezTo>
                <a:cubicBezTo>
                  <a:pt x="80680" y="19170"/>
                  <a:pt x="81188" y="20734"/>
                  <a:pt x="82204" y="21773"/>
                </a:cubicBezTo>
                <a:cubicBezTo>
                  <a:pt x="83220" y="22812"/>
                  <a:pt x="84629" y="23331"/>
                  <a:pt x="86431" y="23331"/>
                </a:cubicBezTo>
                <a:cubicBezTo>
                  <a:pt x="87246" y="23331"/>
                  <a:pt x="88036" y="23239"/>
                  <a:pt x="88799" y="23056"/>
                </a:cubicBezTo>
                <a:cubicBezTo>
                  <a:pt x="89562" y="22872"/>
                  <a:pt x="90300" y="22597"/>
                  <a:pt x="91012" y="22229"/>
                </a:cubicBezTo>
                <a:lnTo>
                  <a:pt x="91012" y="25019"/>
                </a:lnTo>
                <a:close/>
                <a:moveTo>
                  <a:pt x="108364" y="25656"/>
                </a:moveTo>
                <a:lnTo>
                  <a:pt x="108296" y="23326"/>
                </a:lnTo>
                <a:cubicBezTo>
                  <a:pt x="107354" y="24258"/>
                  <a:pt x="106399" y="24931"/>
                  <a:pt x="105429" y="25345"/>
                </a:cubicBezTo>
                <a:cubicBezTo>
                  <a:pt x="104459" y="25759"/>
                  <a:pt x="103440" y="25966"/>
                  <a:pt x="102372" y="25966"/>
                </a:cubicBezTo>
                <a:cubicBezTo>
                  <a:pt x="101385" y="25966"/>
                  <a:pt x="100541" y="25839"/>
                  <a:pt x="99841" y="25586"/>
                </a:cubicBezTo>
                <a:cubicBezTo>
                  <a:pt x="99141" y="25333"/>
                  <a:pt x="98564" y="24986"/>
                  <a:pt x="98111" y="24543"/>
                </a:cubicBezTo>
                <a:cubicBezTo>
                  <a:pt x="97657" y="24100"/>
                  <a:pt x="97324" y="23580"/>
                  <a:pt x="97112" y="22982"/>
                </a:cubicBezTo>
                <a:cubicBezTo>
                  <a:pt x="96900" y="22384"/>
                  <a:pt x="96794" y="21734"/>
                  <a:pt x="96794" y="21033"/>
                </a:cubicBezTo>
                <a:cubicBezTo>
                  <a:pt x="96794" y="19297"/>
                  <a:pt x="97439" y="17937"/>
                  <a:pt x="98731" y="16954"/>
                </a:cubicBezTo>
                <a:cubicBezTo>
                  <a:pt x="100022" y="15971"/>
                  <a:pt x="101930" y="15480"/>
                  <a:pt x="104456" y="15480"/>
                </a:cubicBezTo>
                <a:lnTo>
                  <a:pt x="108037" y="15480"/>
                </a:lnTo>
                <a:lnTo>
                  <a:pt x="108037" y="13970"/>
                </a:lnTo>
                <a:cubicBezTo>
                  <a:pt x="108037" y="12952"/>
                  <a:pt x="107710" y="12137"/>
                  <a:pt x="107056" y="11525"/>
                </a:cubicBezTo>
                <a:cubicBezTo>
                  <a:pt x="106402" y="10913"/>
                  <a:pt x="105403" y="10607"/>
                  <a:pt x="104060" y="10607"/>
                </a:cubicBezTo>
                <a:cubicBezTo>
                  <a:pt x="103084" y="10607"/>
                  <a:pt x="102123" y="10717"/>
                  <a:pt x="101176" y="10939"/>
                </a:cubicBezTo>
                <a:cubicBezTo>
                  <a:pt x="100229" y="11160"/>
                  <a:pt x="99250" y="11474"/>
                  <a:pt x="98240" y="11881"/>
                </a:cubicBezTo>
                <a:lnTo>
                  <a:pt x="98240" y="9178"/>
                </a:lnTo>
                <a:cubicBezTo>
                  <a:pt x="98619" y="9038"/>
                  <a:pt x="99041" y="8901"/>
                  <a:pt x="99505" y="8766"/>
                </a:cubicBezTo>
                <a:cubicBezTo>
                  <a:pt x="99970" y="8632"/>
                  <a:pt x="100461" y="8513"/>
                  <a:pt x="100978" y="8408"/>
                </a:cubicBezTo>
                <a:cubicBezTo>
                  <a:pt x="101494" y="8303"/>
                  <a:pt x="102034" y="8218"/>
                  <a:pt x="102596" y="8155"/>
                </a:cubicBezTo>
                <a:cubicBezTo>
                  <a:pt x="103159" y="8090"/>
                  <a:pt x="103727" y="8058"/>
                  <a:pt x="104301" y="8058"/>
                </a:cubicBezTo>
                <a:cubicBezTo>
                  <a:pt x="105345" y="8058"/>
                  <a:pt x="106287" y="8173"/>
                  <a:pt x="107125" y="8403"/>
                </a:cubicBezTo>
                <a:cubicBezTo>
                  <a:pt x="107963" y="8632"/>
                  <a:pt x="108672" y="8982"/>
                  <a:pt x="109251" y="9453"/>
                </a:cubicBezTo>
                <a:cubicBezTo>
                  <a:pt x="109831" y="9924"/>
                  <a:pt x="110276" y="10515"/>
                  <a:pt x="110586" y="11227"/>
                </a:cubicBezTo>
                <a:cubicBezTo>
                  <a:pt x="110896" y="11938"/>
                  <a:pt x="111051" y="12776"/>
                  <a:pt x="111051" y="13740"/>
                </a:cubicBezTo>
                <a:lnTo>
                  <a:pt x="111051" y="25656"/>
                </a:lnTo>
                <a:lnTo>
                  <a:pt x="108364" y="25656"/>
                </a:lnTo>
                <a:moveTo>
                  <a:pt x="108037" y="17770"/>
                </a:moveTo>
                <a:lnTo>
                  <a:pt x="104232" y="17770"/>
                </a:lnTo>
                <a:cubicBezTo>
                  <a:pt x="103486" y="17770"/>
                  <a:pt x="102843" y="17845"/>
                  <a:pt x="102304" y="17995"/>
                </a:cubicBezTo>
                <a:cubicBezTo>
                  <a:pt x="101764" y="18144"/>
                  <a:pt x="101322" y="18357"/>
                  <a:pt x="100978" y="18633"/>
                </a:cubicBezTo>
                <a:cubicBezTo>
                  <a:pt x="100633" y="18909"/>
                  <a:pt x="100378" y="19241"/>
                  <a:pt x="100211" y="19627"/>
                </a:cubicBezTo>
                <a:cubicBezTo>
                  <a:pt x="100045" y="20012"/>
                  <a:pt x="99962" y="20447"/>
                  <a:pt x="99962" y="20930"/>
                </a:cubicBezTo>
                <a:cubicBezTo>
                  <a:pt x="99962" y="21264"/>
                  <a:pt x="100013" y="21584"/>
                  <a:pt x="100117" y="21889"/>
                </a:cubicBezTo>
                <a:cubicBezTo>
                  <a:pt x="100220" y="22194"/>
                  <a:pt x="100386" y="22465"/>
                  <a:pt x="100616" y="22701"/>
                </a:cubicBezTo>
                <a:cubicBezTo>
                  <a:pt x="100846" y="22937"/>
                  <a:pt x="101144" y="23124"/>
                  <a:pt x="101511" y="23262"/>
                </a:cubicBezTo>
                <a:cubicBezTo>
                  <a:pt x="101879" y="23400"/>
                  <a:pt x="102326" y="23469"/>
                  <a:pt x="102855" y="23469"/>
                </a:cubicBezTo>
                <a:cubicBezTo>
                  <a:pt x="103543" y="23469"/>
                  <a:pt x="104332" y="23259"/>
                  <a:pt x="105222" y="22839"/>
                </a:cubicBezTo>
                <a:cubicBezTo>
                  <a:pt x="106112" y="22418"/>
                  <a:pt x="107050" y="21753"/>
                  <a:pt x="108037" y="20844"/>
                </a:cubicBezTo>
                <a:lnTo>
                  <a:pt x="108037" y="17770"/>
                </a:lnTo>
                <a:close/>
                <a:moveTo>
                  <a:pt x="130624" y="20938"/>
                </a:moveTo>
                <a:cubicBezTo>
                  <a:pt x="130624" y="21546"/>
                  <a:pt x="130521" y="22092"/>
                  <a:pt x="130314" y="22574"/>
                </a:cubicBezTo>
                <a:cubicBezTo>
                  <a:pt x="130108" y="23056"/>
                  <a:pt x="129827" y="23483"/>
                  <a:pt x="129471" y="23856"/>
                </a:cubicBezTo>
                <a:cubicBezTo>
                  <a:pt x="129115" y="24229"/>
                  <a:pt x="128702" y="24548"/>
                  <a:pt x="128231" y="24812"/>
                </a:cubicBezTo>
                <a:cubicBezTo>
                  <a:pt x="127760" y="25076"/>
                  <a:pt x="127258" y="25294"/>
                  <a:pt x="126724" y="25466"/>
                </a:cubicBezTo>
                <a:cubicBezTo>
                  <a:pt x="126191" y="25639"/>
                  <a:pt x="125642" y="25765"/>
                  <a:pt x="125080" y="25845"/>
                </a:cubicBezTo>
                <a:cubicBezTo>
                  <a:pt x="124518" y="25926"/>
                  <a:pt x="123967" y="25966"/>
                  <a:pt x="123427" y="25966"/>
                </a:cubicBezTo>
                <a:cubicBezTo>
                  <a:pt x="122256" y="25966"/>
                  <a:pt x="121180" y="25914"/>
                  <a:pt x="120199" y="25811"/>
                </a:cubicBezTo>
                <a:cubicBezTo>
                  <a:pt x="119217" y="25707"/>
                  <a:pt x="118256" y="25541"/>
                  <a:pt x="117314" y="25311"/>
                </a:cubicBezTo>
                <a:lnTo>
                  <a:pt x="117314" y="22556"/>
                </a:lnTo>
                <a:cubicBezTo>
                  <a:pt x="118325" y="22843"/>
                  <a:pt x="119329" y="23061"/>
                  <a:pt x="120328" y="23211"/>
                </a:cubicBezTo>
                <a:cubicBezTo>
                  <a:pt x="121326" y="23360"/>
                  <a:pt x="122319" y="23435"/>
                  <a:pt x="123306" y="23435"/>
                </a:cubicBezTo>
                <a:cubicBezTo>
                  <a:pt x="124741" y="23435"/>
                  <a:pt x="125803" y="23239"/>
                  <a:pt x="126492" y="22849"/>
                </a:cubicBezTo>
                <a:cubicBezTo>
                  <a:pt x="127181" y="22459"/>
                  <a:pt x="127525" y="21902"/>
                  <a:pt x="127525" y="21179"/>
                </a:cubicBezTo>
                <a:cubicBezTo>
                  <a:pt x="127525" y="20869"/>
                  <a:pt x="127471" y="20591"/>
                  <a:pt x="127361" y="20344"/>
                </a:cubicBezTo>
                <a:cubicBezTo>
                  <a:pt x="127252" y="20097"/>
                  <a:pt x="127054" y="19862"/>
                  <a:pt x="126767" y="19638"/>
                </a:cubicBezTo>
                <a:cubicBezTo>
                  <a:pt x="126480" y="19414"/>
                  <a:pt x="126036" y="19182"/>
                  <a:pt x="125433" y="18941"/>
                </a:cubicBezTo>
                <a:cubicBezTo>
                  <a:pt x="124830" y="18699"/>
                  <a:pt x="124007" y="18424"/>
                  <a:pt x="122962" y="18114"/>
                </a:cubicBezTo>
                <a:cubicBezTo>
                  <a:pt x="122182" y="17884"/>
                  <a:pt x="121461" y="17623"/>
                  <a:pt x="120801" y="17331"/>
                </a:cubicBezTo>
                <a:cubicBezTo>
                  <a:pt x="120141" y="17038"/>
                  <a:pt x="119570" y="16691"/>
                  <a:pt x="119088" y="16289"/>
                </a:cubicBezTo>
                <a:cubicBezTo>
                  <a:pt x="118606" y="15887"/>
                  <a:pt x="118227" y="15416"/>
                  <a:pt x="117951" y="14877"/>
                </a:cubicBezTo>
                <a:cubicBezTo>
                  <a:pt x="117676" y="14337"/>
                  <a:pt x="117538" y="13700"/>
                  <a:pt x="117538" y="12966"/>
                </a:cubicBezTo>
                <a:cubicBezTo>
                  <a:pt x="117538" y="12484"/>
                  <a:pt x="117650" y="11955"/>
                  <a:pt x="117874" y="11382"/>
                </a:cubicBezTo>
                <a:cubicBezTo>
                  <a:pt x="118098" y="10808"/>
                  <a:pt x="118480" y="10274"/>
                  <a:pt x="119019" y="9780"/>
                </a:cubicBezTo>
                <a:cubicBezTo>
                  <a:pt x="119559" y="9287"/>
                  <a:pt x="120287" y="8876"/>
                  <a:pt x="121206" y="8549"/>
                </a:cubicBezTo>
                <a:cubicBezTo>
                  <a:pt x="122124" y="8222"/>
                  <a:pt x="123272" y="8058"/>
                  <a:pt x="124650" y="8058"/>
                </a:cubicBezTo>
                <a:cubicBezTo>
                  <a:pt x="125327" y="8058"/>
                  <a:pt x="126079" y="8096"/>
                  <a:pt x="126905" y="8170"/>
                </a:cubicBezTo>
                <a:cubicBezTo>
                  <a:pt x="127732" y="8245"/>
                  <a:pt x="128593" y="8374"/>
                  <a:pt x="129488" y="8558"/>
                </a:cubicBezTo>
                <a:lnTo>
                  <a:pt x="129488" y="11227"/>
                </a:lnTo>
                <a:cubicBezTo>
                  <a:pt x="128547" y="10997"/>
                  <a:pt x="127654" y="10828"/>
                  <a:pt x="126810" y="10719"/>
                </a:cubicBezTo>
                <a:cubicBezTo>
                  <a:pt x="125967" y="10610"/>
                  <a:pt x="125235" y="10555"/>
                  <a:pt x="124615" y="10555"/>
                </a:cubicBezTo>
                <a:cubicBezTo>
                  <a:pt x="123869" y="10555"/>
                  <a:pt x="123240" y="10612"/>
                  <a:pt x="122730" y="10727"/>
                </a:cubicBezTo>
                <a:cubicBezTo>
                  <a:pt x="122219" y="10842"/>
                  <a:pt x="121806" y="11000"/>
                  <a:pt x="121490" y="11201"/>
                </a:cubicBezTo>
                <a:cubicBezTo>
                  <a:pt x="121174" y="11402"/>
                  <a:pt x="120948" y="11637"/>
                  <a:pt x="120810" y="11907"/>
                </a:cubicBezTo>
                <a:cubicBezTo>
                  <a:pt x="120672" y="12176"/>
                  <a:pt x="120603" y="12466"/>
                  <a:pt x="120603" y="12776"/>
                </a:cubicBezTo>
                <a:cubicBezTo>
                  <a:pt x="120603" y="13086"/>
                  <a:pt x="120663" y="13367"/>
                  <a:pt x="120784" y="13620"/>
                </a:cubicBezTo>
                <a:cubicBezTo>
                  <a:pt x="120904" y="13872"/>
                  <a:pt x="121128" y="14116"/>
                  <a:pt x="121455" y="14352"/>
                </a:cubicBezTo>
                <a:cubicBezTo>
                  <a:pt x="121783" y="14587"/>
                  <a:pt x="122239" y="14822"/>
                  <a:pt x="122824" y="15058"/>
                </a:cubicBezTo>
                <a:cubicBezTo>
                  <a:pt x="123410" y="15293"/>
                  <a:pt x="124173" y="15548"/>
                  <a:pt x="125114" y="15824"/>
                </a:cubicBezTo>
                <a:cubicBezTo>
                  <a:pt x="126136" y="16122"/>
                  <a:pt x="126997" y="16435"/>
                  <a:pt x="127697" y="16762"/>
                </a:cubicBezTo>
                <a:cubicBezTo>
                  <a:pt x="128397" y="17089"/>
                  <a:pt x="128966" y="17454"/>
                  <a:pt x="129402" y="17856"/>
                </a:cubicBezTo>
                <a:cubicBezTo>
                  <a:pt x="129838" y="18257"/>
                  <a:pt x="130151" y="18711"/>
                  <a:pt x="130340" y="19216"/>
                </a:cubicBezTo>
                <a:cubicBezTo>
                  <a:pt x="130530" y="19721"/>
                  <a:pt x="130624" y="20295"/>
                  <a:pt x="130624" y="20938"/>
                </a:cubicBezTo>
                <a:close/>
                <a:moveTo>
                  <a:pt x="150043" y="25019"/>
                </a:moveTo>
                <a:cubicBezTo>
                  <a:pt x="149263" y="25317"/>
                  <a:pt x="148462" y="25538"/>
                  <a:pt x="147641" y="25682"/>
                </a:cubicBezTo>
                <a:cubicBezTo>
                  <a:pt x="146820" y="25825"/>
                  <a:pt x="145974" y="25897"/>
                  <a:pt x="145101" y="25897"/>
                </a:cubicBezTo>
                <a:cubicBezTo>
                  <a:pt x="142369" y="25897"/>
                  <a:pt x="140266" y="25156"/>
                  <a:pt x="138791" y="23676"/>
                </a:cubicBezTo>
                <a:cubicBezTo>
                  <a:pt x="137316" y="22195"/>
                  <a:pt x="136578" y="20031"/>
                  <a:pt x="136578" y="17184"/>
                </a:cubicBezTo>
                <a:cubicBezTo>
                  <a:pt x="136578" y="15818"/>
                  <a:pt x="136791" y="14578"/>
                  <a:pt x="137215" y="13465"/>
                </a:cubicBezTo>
                <a:cubicBezTo>
                  <a:pt x="137640" y="12352"/>
                  <a:pt x="138237" y="11399"/>
                  <a:pt x="139006" y="10607"/>
                </a:cubicBezTo>
                <a:cubicBezTo>
                  <a:pt x="139775" y="9815"/>
                  <a:pt x="140694" y="9203"/>
                  <a:pt x="141761" y="8773"/>
                </a:cubicBezTo>
                <a:cubicBezTo>
                  <a:pt x="142829" y="8342"/>
                  <a:pt x="144005" y="8127"/>
                  <a:pt x="145291" y="8127"/>
                </a:cubicBezTo>
                <a:cubicBezTo>
                  <a:pt x="146186" y="8127"/>
                  <a:pt x="147024" y="8192"/>
                  <a:pt x="147805" y="8321"/>
                </a:cubicBezTo>
                <a:cubicBezTo>
                  <a:pt x="148585" y="8450"/>
                  <a:pt x="149332" y="8661"/>
                  <a:pt x="150043" y="8954"/>
                </a:cubicBezTo>
                <a:lnTo>
                  <a:pt x="150043" y="11812"/>
                </a:lnTo>
                <a:cubicBezTo>
                  <a:pt x="149297" y="11416"/>
                  <a:pt x="148537" y="11127"/>
                  <a:pt x="147762" y="10947"/>
                </a:cubicBezTo>
                <a:cubicBezTo>
                  <a:pt x="146987" y="10766"/>
                  <a:pt x="146186" y="10676"/>
                  <a:pt x="145360" y="10676"/>
                </a:cubicBezTo>
                <a:cubicBezTo>
                  <a:pt x="144591" y="10676"/>
                  <a:pt x="143865" y="10822"/>
                  <a:pt x="143182" y="11115"/>
                </a:cubicBezTo>
                <a:cubicBezTo>
                  <a:pt x="142499" y="11407"/>
                  <a:pt x="141899" y="11829"/>
                  <a:pt x="141382" y="12380"/>
                </a:cubicBezTo>
                <a:cubicBezTo>
                  <a:pt x="140866" y="12931"/>
                  <a:pt x="140458" y="13603"/>
                  <a:pt x="140160" y="14395"/>
                </a:cubicBezTo>
                <a:cubicBezTo>
                  <a:pt x="139861" y="15187"/>
                  <a:pt x="139712" y="16082"/>
                  <a:pt x="139712" y="17081"/>
                </a:cubicBezTo>
                <a:cubicBezTo>
                  <a:pt x="139712" y="19170"/>
                  <a:pt x="140220" y="20734"/>
                  <a:pt x="141236" y="21773"/>
                </a:cubicBezTo>
                <a:cubicBezTo>
                  <a:pt x="142252" y="22812"/>
                  <a:pt x="143661" y="23331"/>
                  <a:pt x="145463" y="23331"/>
                </a:cubicBezTo>
                <a:cubicBezTo>
                  <a:pt x="146278" y="23331"/>
                  <a:pt x="147067" y="23239"/>
                  <a:pt x="147831" y="23056"/>
                </a:cubicBezTo>
                <a:cubicBezTo>
                  <a:pt x="148594" y="22872"/>
                  <a:pt x="149332" y="22597"/>
                  <a:pt x="150043" y="22229"/>
                </a:cubicBezTo>
                <a:lnTo>
                  <a:pt x="150043" y="25019"/>
                </a:lnTo>
                <a:close/>
                <a:moveTo>
                  <a:pt x="166373" y="25656"/>
                </a:moveTo>
                <a:lnTo>
                  <a:pt x="166304" y="23326"/>
                </a:lnTo>
                <a:cubicBezTo>
                  <a:pt x="165363" y="24258"/>
                  <a:pt x="164407" y="24931"/>
                  <a:pt x="163437" y="25345"/>
                </a:cubicBezTo>
                <a:cubicBezTo>
                  <a:pt x="162467" y="25759"/>
                  <a:pt x="161449" y="25966"/>
                  <a:pt x="160381" y="25966"/>
                </a:cubicBezTo>
                <a:cubicBezTo>
                  <a:pt x="159394" y="25966"/>
                  <a:pt x="158550" y="25839"/>
                  <a:pt x="157850" y="25586"/>
                </a:cubicBezTo>
                <a:cubicBezTo>
                  <a:pt x="157150" y="25333"/>
                  <a:pt x="156573" y="24986"/>
                  <a:pt x="156120" y="24543"/>
                </a:cubicBezTo>
                <a:cubicBezTo>
                  <a:pt x="155666" y="24100"/>
                  <a:pt x="155333" y="23580"/>
                  <a:pt x="155121" y="22982"/>
                </a:cubicBezTo>
                <a:cubicBezTo>
                  <a:pt x="154908" y="22384"/>
                  <a:pt x="154802" y="21734"/>
                  <a:pt x="154802" y="21033"/>
                </a:cubicBezTo>
                <a:cubicBezTo>
                  <a:pt x="154802" y="19297"/>
                  <a:pt x="155448" y="17937"/>
                  <a:pt x="156739" y="16954"/>
                </a:cubicBezTo>
                <a:cubicBezTo>
                  <a:pt x="158031" y="15971"/>
                  <a:pt x="159939" y="15480"/>
                  <a:pt x="162465" y="15480"/>
                </a:cubicBezTo>
                <a:lnTo>
                  <a:pt x="166046" y="15480"/>
                </a:lnTo>
                <a:lnTo>
                  <a:pt x="166046" y="13970"/>
                </a:lnTo>
                <a:cubicBezTo>
                  <a:pt x="166046" y="12952"/>
                  <a:pt x="165719" y="12137"/>
                  <a:pt x="165065" y="11525"/>
                </a:cubicBezTo>
                <a:cubicBezTo>
                  <a:pt x="164410" y="10913"/>
                  <a:pt x="163412" y="10607"/>
                  <a:pt x="162069" y="10607"/>
                </a:cubicBezTo>
                <a:cubicBezTo>
                  <a:pt x="161093" y="10607"/>
                  <a:pt x="160131" y="10717"/>
                  <a:pt x="159184" y="10939"/>
                </a:cubicBezTo>
                <a:cubicBezTo>
                  <a:pt x="158237" y="11160"/>
                  <a:pt x="157259" y="11474"/>
                  <a:pt x="156249" y="11881"/>
                </a:cubicBezTo>
                <a:lnTo>
                  <a:pt x="156249" y="9178"/>
                </a:lnTo>
                <a:cubicBezTo>
                  <a:pt x="156627" y="9038"/>
                  <a:pt x="157049" y="8901"/>
                  <a:pt x="157514" y="8766"/>
                </a:cubicBezTo>
                <a:cubicBezTo>
                  <a:pt x="157979" y="8632"/>
                  <a:pt x="158470" y="8513"/>
                  <a:pt x="158986" y="8408"/>
                </a:cubicBezTo>
                <a:cubicBezTo>
                  <a:pt x="159503" y="8303"/>
                  <a:pt x="160042" y="8218"/>
                  <a:pt x="160605" y="8155"/>
                </a:cubicBezTo>
                <a:cubicBezTo>
                  <a:pt x="161167" y="8090"/>
                  <a:pt x="161736" y="8058"/>
                  <a:pt x="162310" y="8058"/>
                </a:cubicBezTo>
                <a:cubicBezTo>
                  <a:pt x="163354" y="8058"/>
                  <a:pt x="164295" y="8173"/>
                  <a:pt x="165133" y="8403"/>
                </a:cubicBezTo>
                <a:cubicBezTo>
                  <a:pt x="165971" y="8632"/>
                  <a:pt x="166680" y="8982"/>
                  <a:pt x="167260" y="9453"/>
                </a:cubicBezTo>
                <a:cubicBezTo>
                  <a:pt x="167840" y="9924"/>
                  <a:pt x="168284" y="10515"/>
                  <a:pt x="168594" y="11227"/>
                </a:cubicBezTo>
                <a:cubicBezTo>
                  <a:pt x="168904" y="11938"/>
                  <a:pt x="169059" y="12776"/>
                  <a:pt x="169059" y="13740"/>
                </a:cubicBezTo>
                <a:lnTo>
                  <a:pt x="169059" y="25656"/>
                </a:lnTo>
                <a:lnTo>
                  <a:pt x="166373" y="25656"/>
                </a:lnTo>
                <a:moveTo>
                  <a:pt x="166046" y="17770"/>
                </a:moveTo>
                <a:lnTo>
                  <a:pt x="162241" y="17770"/>
                </a:lnTo>
                <a:cubicBezTo>
                  <a:pt x="161495" y="17770"/>
                  <a:pt x="160852" y="17845"/>
                  <a:pt x="160312" y="17995"/>
                </a:cubicBezTo>
                <a:cubicBezTo>
                  <a:pt x="159773" y="18144"/>
                  <a:pt x="159331" y="18357"/>
                  <a:pt x="158986" y="18633"/>
                </a:cubicBezTo>
                <a:cubicBezTo>
                  <a:pt x="158642" y="18909"/>
                  <a:pt x="158387" y="19241"/>
                  <a:pt x="158220" y="19627"/>
                </a:cubicBezTo>
                <a:cubicBezTo>
                  <a:pt x="158054" y="20012"/>
                  <a:pt x="157971" y="20447"/>
                  <a:pt x="157971" y="20930"/>
                </a:cubicBezTo>
                <a:cubicBezTo>
                  <a:pt x="157971" y="21264"/>
                  <a:pt x="158022" y="21584"/>
                  <a:pt x="158125" y="21889"/>
                </a:cubicBezTo>
                <a:cubicBezTo>
                  <a:pt x="158229" y="22194"/>
                  <a:pt x="158395" y="22465"/>
                  <a:pt x="158625" y="22701"/>
                </a:cubicBezTo>
                <a:cubicBezTo>
                  <a:pt x="158854" y="22937"/>
                  <a:pt x="159153" y="23124"/>
                  <a:pt x="159520" y="23262"/>
                </a:cubicBezTo>
                <a:cubicBezTo>
                  <a:pt x="159888" y="23400"/>
                  <a:pt x="160335" y="23469"/>
                  <a:pt x="160863" y="23469"/>
                </a:cubicBezTo>
                <a:cubicBezTo>
                  <a:pt x="161552" y="23469"/>
                  <a:pt x="162341" y="23259"/>
                  <a:pt x="163231" y="22839"/>
                </a:cubicBezTo>
                <a:cubicBezTo>
                  <a:pt x="164120" y="22418"/>
                  <a:pt x="165059" y="21753"/>
                  <a:pt x="166046" y="20844"/>
                </a:cubicBezTo>
                <a:lnTo>
                  <a:pt x="166046" y="17770"/>
                </a:lnTo>
                <a:close/>
                <a:moveTo>
                  <a:pt x="174066" y="17374"/>
                </a:moveTo>
                <a:cubicBezTo>
                  <a:pt x="174066" y="15904"/>
                  <a:pt x="174267" y="14599"/>
                  <a:pt x="174669" y="13456"/>
                </a:cubicBezTo>
                <a:cubicBezTo>
                  <a:pt x="175071" y="12314"/>
                  <a:pt x="175642" y="11350"/>
                  <a:pt x="176382" y="10564"/>
                </a:cubicBezTo>
                <a:cubicBezTo>
                  <a:pt x="177122" y="9777"/>
                  <a:pt x="178012" y="9180"/>
                  <a:pt x="179051" y="8773"/>
                </a:cubicBezTo>
                <a:cubicBezTo>
                  <a:pt x="180090" y="8365"/>
                  <a:pt x="181246" y="8162"/>
                  <a:pt x="182520" y="8162"/>
                </a:cubicBezTo>
                <a:cubicBezTo>
                  <a:pt x="183071" y="8162"/>
                  <a:pt x="183614" y="8196"/>
                  <a:pt x="184148" y="8265"/>
                </a:cubicBezTo>
                <a:cubicBezTo>
                  <a:pt x="184681" y="8334"/>
                  <a:pt x="185207" y="8443"/>
                  <a:pt x="185723" y="8592"/>
                </a:cubicBezTo>
                <a:lnTo>
                  <a:pt x="185723" y="1309"/>
                </a:lnTo>
                <a:lnTo>
                  <a:pt x="188736" y="1309"/>
                </a:lnTo>
                <a:lnTo>
                  <a:pt x="188736" y="25656"/>
                </a:lnTo>
                <a:lnTo>
                  <a:pt x="186050" y="25656"/>
                </a:lnTo>
                <a:lnTo>
                  <a:pt x="185947" y="22384"/>
                </a:lnTo>
                <a:cubicBezTo>
                  <a:pt x="185109" y="23601"/>
                  <a:pt x="184202" y="24502"/>
                  <a:pt x="183226" y="25088"/>
                </a:cubicBezTo>
                <a:cubicBezTo>
                  <a:pt x="182251" y="25673"/>
                  <a:pt x="181195" y="25966"/>
                  <a:pt x="180058" y="25966"/>
                </a:cubicBezTo>
                <a:cubicBezTo>
                  <a:pt x="179071" y="25966"/>
                  <a:pt x="178201" y="25759"/>
                  <a:pt x="177450" y="25346"/>
                </a:cubicBezTo>
                <a:cubicBezTo>
                  <a:pt x="176698" y="24933"/>
                  <a:pt x="176072" y="24350"/>
                  <a:pt x="175573" y="23598"/>
                </a:cubicBezTo>
                <a:cubicBezTo>
                  <a:pt x="175073" y="22846"/>
                  <a:pt x="174697" y="21942"/>
                  <a:pt x="174445" y="20886"/>
                </a:cubicBezTo>
                <a:cubicBezTo>
                  <a:pt x="174192" y="19830"/>
                  <a:pt x="174066" y="18659"/>
                  <a:pt x="174066" y="17374"/>
                </a:cubicBezTo>
                <a:moveTo>
                  <a:pt x="177131" y="17184"/>
                </a:moveTo>
                <a:cubicBezTo>
                  <a:pt x="177131" y="19273"/>
                  <a:pt x="177438" y="20832"/>
                  <a:pt x="178052" y="21859"/>
                </a:cubicBezTo>
                <a:cubicBezTo>
                  <a:pt x="178666" y="22886"/>
                  <a:pt x="179536" y="23400"/>
                  <a:pt x="180661" y="23400"/>
                </a:cubicBezTo>
                <a:cubicBezTo>
                  <a:pt x="181418" y="23400"/>
                  <a:pt x="182219" y="23061"/>
                  <a:pt x="183063" y="22384"/>
                </a:cubicBezTo>
                <a:cubicBezTo>
                  <a:pt x="183907" y="21707"/>
                  <a:pt x="184793" y="20703"/>
                  <a:pt x="185723" y="19371"/>
                </a:cubicBezTo>
                <a:lnTo>
                  <a:pt x="185723" y="11347"/>
                </a:lnTo>
                <a:cubicBezTo>
                  <a:pt x="185230" y="11118"/>
                  <a:pt x="184684" y="10942"/>
                  <a:pt x="184087" y="10822"/>
                </a:cubicBezTo>
                <a:cubicBezTo>
                  <a:pt x="183490" y="10701"/>
                  <a:pt x="182899" y="10641"/>
                  <a:pt x="182314" y="10641"/>
                </a:cubicBezTo>
                <a:cubicBezTo>
                  <a:pt x="180684" y="10641"/>
                  <a:pt x="179413" y="11169"/>
                  <a:pt x="178500" y="12225"/>
                </a:cubicBezTo>
                <a:cubicBezTo>
                  <a:pt x="177587" y="13281"/>
                  <a:pt x="177131" y="14934"/>
                  <a:pt x="177131" y="17184"/>
                </a:cubicBezTo>
                <a:close/>
                <a:moveTo>
                  <a:pt x="209223" y="16099"/>
                </a:moveTo>
                <a:cubicBezTo>
                  <a:pt x="209223" y="16524"/>
                  <a:pt x="209217" y="16880"/>
                  <a:pt x="209206" y="17167"/>
                </a:cubicBezTo>
                <a:cubicBezTo>
                  <a:pt x="209194" y="17454"/>
                  <a:pt x="209177" y="17724"/>
                  <a:pt x="209154" y="17976"/>
                </a:cubicBezTo>
                <a:lnTo>
                  <a:pt x="197015" y="17976"/>
                </a:lnTo>
                <a:cubicBezTo>
                  <a:pt x="197015" y="19744"/>
                  <a:pt x="197509" y="21101"/>
                  <a:pt x="198496" y="22048"/>
                </a:cubicBezTo>
                <a:cubicBezTo>
                  <a:pt x="199483" y="22995"/>
                  <a:pt x="200906" y="23469"/>
                  <a:pt x="202766" y="23469"/>
                </a:cubicBezTo>
                <a:cubicBezTo>
                  <a:pt x="203271" y="23469"/>
                  <a:pt x="203776" y="23449"/>
                  <a:pt x="204281" y="23408"/>
                </a:cubicBezTo>
                <a:cubicBezTo>
                  <a:pt x="204786" y="23366"/>
                  <a:pt x="205274" y="23311"/>
                  <a:pt x="205745" y="23240"/>
                </a:cubicBezTo>
                <a:cubicBezTo>
                  <a:pt x="206215" y="23170"/>
                  <a:pt x="206666" y="23090"/>
                  <a:pt x="207096" y="23002"/>
                </a:cubicBezTo>
                <a:cubicBezTo>
                  <a:pt x="207527" y="22914"/>
                  <a:pt x="207926" y="22817"/>
                  <a:pt x="208293" y="22711"/>
                </a:cubicBezTo>
                <a:lnTo>
                  <a:pt x="208293" y="25174"/>
                </a:lnTo>
                <a:cubicBezTo>
                  <a:pt x="207478" y="25408"/>
                  <a:pt x="206557" y="25599"/>
                  <a:pt x="205530" y="25746"/>
                </a:cubicBezTo>
                <a:cubicBezTo>
                  <a:pt x="204502" y="25892"/>
                  <a:pt x="203438" y="25966"/>
                  <a:pt x="202336" y="25966"/>
                </a:cubicBezTo>
                <a:cubicBezTo>
                  <a:pt x="200855" y="25966"/>
                  <a:pt x="199581" y="25765"/>
                  <a:pt x="198513" y="25363"/>
                </a:cubicBezTo>
                <a:cubicBezTo>
                  <a:pt x="197445" y="24961"/>
                  <a:pt x="196570" y="24379"/>
                  <a:pt x="195887" y="23615"/>
                </a:cubicBezTo>
                <a:cubicBezTo>
                  <a:pt x="195204" y="22852"/>
                  <a:pt x="194699" y="21916"/>
                  <a:pt x="194372" y="20809"/>
                </a:cubicBezTo>
                <a:cubicBezTo>
                  <a:pt x="194045" y="19701"/>
                  <a:pt x="193881" y="18447"/>
                  <a:pt x="193881" y="17046"/>
                </a:cubicBezTo>
                <a:cubicBezTo>
                  <a:pt x="193881" y="15830"/>
                  <a:pt x="194056" y="14679"/>
                  <a:pt x="194406" y="13594"/>
                </a:cubicBezTo>
                <a:cubicBezTo>
                  <a:pt x="194756" y="12509"/>
                  <a:pt x="195267" y="11557"/>
                  <a:pt x="195939" y="10736"/>
                </a:cubicBezTo>
                <a:cubicBezTo>
                  <a:pt x="196610" y="9915"/>
                  <a:pt x="197434" y="9264"/>
                  <a:pt x="198410" y="8782"/>
                </a:cubicBezTo>
                <a:cubicBezTo>
                  <a:pt x="199385" y="8299"/>
                  <a:pt x="200493" y="8058"/>
                  <a:pt x="201733" y="8058"/>
                </a:cubicBezTo>
                <a:cubicBezTo>
                  <a:pt x="202938" y="8058"/>
                  <a:pt x="204006" y="8248"/>
                  <a:pt x="204936" y="8627"/>
                </a:cubicBezTo>
                <a:cubicBezTo>
                  <a:pt x="205865" y="9005"/>
                  <a:pt x="206649" y="9542"/>
                  <a:pt x="207286" y="10236"/>
                </a:cubicBezTo>
                <a:cubicBezTo>
                  <a:pt x="207923" y="10931"/>
                  <a:pt x="208405" y="11775"/>
                  <a:pt x="208732" y="12768"/>
                </a:cubicBezTo>
                <a:cubicBezTo>
                  <a:pt x="209059" y="13761"/>
                  <a:pt x="209223" y="14871"/>
                  <a:pt x="209223" y="16099"/>
                </a:cubicBezTo>
                <a:moveTo>
                  <a:pt x="206106" y="15669"/>
                </a:moveTo>
                <a:cubicBezTo>
                  <a:pt x="206141" y="14900"/>
                  <a:pt x="206066" y="14197"/>
                  <a:pt x="205883" y="13560"/>
                </a:cubicBezTo>
                <a:cubicBezTo>
                  <a:pt x="205699" y="12923"/>
                  <a:pt x="205415" y="12374"/>
                  <a:pt x="205030" y="11915"/>
                </a:cubicBezTo>
                <a:cubicBezTo>
                  <a:pt x="204646" y="11456"/>
                  <a:pt x="204166" y="11097"/>
                  <a:pt x="203592" y="10839"/>
                </a:cubicBezTo>
                <a:cubicBezTo>
                  <a:pt x="203019" y="10581"/>
                  <a:pt x="202353" y="10452"/>
                  <a:pt x="201595" y="10452"/>
                </a:cubicBezTo>
                <a:cubicBezTo>
                  <a:pt x="200941" y="10452"/>
                  <a:pt x="200344" y="10578"/>
                  <a:pt x="199804" y="10831"/>
                </a:cubicBezTo>
                <a:cubicBezTo>
                  <a:pt x="199265" y="11083"/>
                  <a:pt x="198800" y="11439"/>
                  <a:pt x="198410" y="11898"/>
                </a:cubicBezTo>
                <a:cubicBezTo>
                  <a:pt x="198019" y="12357"/>
                  <a:pt x="197704" y="12908"/>
                  <a:pt x="197463" y="13551"/>
                </a:cubicBezTo>
                <a:cubicBezTo>
                  <a:pt x="197222" y="14194"/>
                  <a:pt x="197072" y="14900"/>
                  <a:pt x="197015" y="15669"/>
                </a:cubicBezTo>
                <a:lnTo>
                  <a:pt x="206106" y="15669"/>
                </a:lnTo>
                <a:close/>
                <a:moveTo>
                  <a:pt x="215005" y="8368"/>
                </a:moveTo>
                <a:lnTo>
                  <a:pt x="217743" y="8368"/>
                </a:lnTo>
                <a:lnTo>
                  <a:pt x="217829" y="11546"/>
                </a:lnTo>
                <a:cubicBezTo>
                  <a:pt x="218850" y="10320"/>
                  <a:pt x="219858" y="9433"/>
                  <a:pt x="220851" y="8883"/>
                </a:cubicBezTo>
                <a:cubicBezTo>
                  <a:pt x="221843" y="8333"/>
                  <a:pt x="222845" y="8058"/>
                  <a:pt x="223855" y="8058"/>
                </a:cubicBezTo>
                <a:cubicBezTo>
                  <a:pt x="225646" y="8058"/>
                  <a:pt x="227003" y="8637"/>
                  <a:pt x="227927" y="9793"/>
                </a:cubicBezTo>
                <a:cubicBezTo>
                  <a:pt x="228851" y="10950"/>
                  <a:pt x="229279" y="12667"/>
                  <a:pt x="229210" y="14946"/>
                </a:cubicBezTo>
                <a:lnTo>
                  <a:pt x="226180" y="14946"/>
                </a:lnTo>
                <a:cubicBezTo>
                  <a:pt x="226214" y="13437"/>
                  <a:pt x="225993" y="12342"/>
                  <a:pt x="225517" y="11662"/>
                </a:cubicBezTo>
                <a:cubicBezTo>
                  <a:pt x="225040" y="10981"/>
                  <a:pt x="224343" y="10641"/>
                  <a:pt x="223425" y="10641"/>
                </a:cubicBezTo>
                <a:cubicBezTo>
                  <a:pt x="223023" y="10641"/>
                  <a:pt x="222618" y="10713"/>
                  <a:pt x="222211" y="10856"/>
                </a:cubicBezTo>
                <a:cubicBezTo>
                  <a:pt x="221803" y="10999"/>
                  <a:pt x="221384" y="11227"/>
                  <a:pt x="220954" y="11541"/>
                </a:cubicBezTo>
                <a:cubicBezTo>
                  <a:pt x="220523" y="11856"/>
                  <a:pt x="220067" y="12259"/>
                  <a:pt x="219585" y="12750"/>
                </a:cubicBezTo>
                <a:cubicBezTo>
                  <a:pt x="219103" y="13242"/>
                  <a:pt x="218586" y="13836"/>
                  <a:pt x="218035" y="14534"/>
                </a:cubicBezTo>
                <a:lnTo>
                  <a:pt x="218035" y="25656"/>
                </a:lnTo>
                <a:lnTo>
                  <a:pt x="215005" y="25656"/>
                </a:lnTo>
                <a:lnTo>
                  <a:pt x="215005" y="8368"/>
                </a:lnTo>
                <a:close/>
                <a:moveTo>
                  <a:pt x="247554" y="25656"/>
                </a:moveTo>
                <a:lnTo>
                  <a:pt x="243560" y="25656"/>
                </a:lnTo>
                <a:lnTo>
                  <a:pt x="236999" y="11610"/>
                </a:lnTo>
                <a:lnTo>
                  <a:pt x="235105" y="7094"/>
                </a:lnTo>
                <a:lnTo>
                  <a:pt x="235105" y="18452"/>
                </a:lnTo>
                <a:lnTo>
                  <a:pt x="235105" y="25656"/>
                </a:lnTo>
                <a:lnTo>
                  <a:pt x="232247" y="25656"/>
                </a:lnTo>
                <a:lnTo>
                  <a:pt x="232247" y="3134"/>
                </a:lnTo>
                <a:lnTo>
                  <a:pt x="236190" y="3134"/>
                </a:lnTo>
                <a:lnTo>
                  <a:pt x="242440" y="16439"/>
                </a:lnTo>
                <a:lnTo>
                  <a:pt x="244696" y="21592"/>
                </a:lnTo>
                <a:lnTo>
                  <a:pt x="244696" y="9528"/>
                </a:lnTo>
                <a:lnTo>
                  <a:pt x="244696" y="3134"/>
                </a:lnTo>
                <a:lnTo>
                  <a:pt x="247554" y="3134"/>
                </a:lnTo>
                <a:lnTo>
                  <a:pt x="247554" y="25656"/>
                </a:lnTo>
                <a:close/>
                <a:moveTo>
                  <a:pt x="267680" y="16874"/>
                </a:moveTo>
                <a:cubicBezTo>
                  <a:pt x="267680" y="18217"/>
                  <a:pt x="267490" y="19448"/>
                  <a:pt x="267111" y="20568"/>
                </a:cubicBezTo>
                <a:cubicBezTo>
                  <a:pt x="266733" y="21687"/>
                  <a:pt x="266187" y="22645"/>
                  <a:pt x="265476" y="23443"/>
                </a:cubicBezTo>
                <a:cubicBezTo>
                  <a:pt x="264764" y="24241"/>
                  <a:pt x="263897" y="24861"/>
                  <a:pt x="262876" y="25303"/>
                </a:cubicBezTo>
                <a:cubicBezTo>
                  <a:pt x="261854" y="25745"/>
                  <a:pt x="260695" y="25966"/>
                  <a:pt x="259397" y="25966"/>
                </a:cubicBezTo>
                <a:cubicBezTo>
                  <a:pt x="258158" y="25966"/>
                  <a:pt x="257047" y="25773"/>
                  <a:pt x="256066" y="25389"/>
                </a:cubicBezTo>
                <a:cubicBezTo>
                  <a:pt x="255084" y="25004"/>
                  <a:pt x="254252" y="24439"/>
                  <a:pt x="253569" y="23693"/>
                </a:cubicBezTo>
                <a:cubicBezTo>
                  <a:pt x="252886" y="22947"/>
                  <a:pt x="252364" y="22023"/>
                  <a:pt x="252002" y="20921"/>
                </a:cubicBezTo>
                <a:cubicBezTo>
                  <a:pt x="251640" y="19819"/>
                  <a:pt x="251460" y="18550"/>
                  <a:pt x="251460" y="17115"/>
                </a:cubicBezTo>
                <a:cubicBezTo>
                  <a:pt x="251460" y="15772"/>
                  <a:pt x="251649" y="14547"/>
                  <a:pt x="252028" y="13439"/>
                </a:cubicBezTo>
                <a:cubicBezTo>
                  <a:pt x="252407" y="12331"/>
                  <a:pt x="252952" y="11379"/>
                  <a:pt x="253664" y="10581"/>
                </a:cubicBezTo>
                <a:cubicBezTo>
                  <a:pt x="254375" y="9783"/>
                  <a:pt x="255242" y="9163"/>
                  <a:pt x="256264" y="8721"/>
                </a:cubicBezTo>
                <a:cubicBezTo>
                  <a:pt x="257285" y="8279"/>
                  <a:pt x="258445" y="8058"/>
                  <a:pt x="259742" y="8058"/>
                </a:cubicBezTo>
                <a:cubicBezTo>
                  <a:pt x="260982" y="8058"/>
                  <a:pt x="262092" y="8251"/>
                  <a:pt x="263074" y="8635"/>
                </a:cubicBezTo>
                <a:cubicBezTo>
                  <a:pt x="264055" y="9020"/>
                  <a:pt x="264887" y="9582"/>
                  <a:pt x="265570" y="10323"/>
                </a:cubicBezTo>
                <a:cubicBezTo>
                  <a:pt x="266253" y="11063"/>
                  <a:pt x="266776" y="11984"/>
                  <a:pt x="267137" y="13086"/>
                </a:cubicBezTo>
                <a:cubicBezTo>
                  <a:pt x="267499" y="14188"/>
                  <a:pt x="267680" y="15451"/>
                  <a:pt x="267680" y="16874"/>
                </a:cubicBezTo>
                <a:moveTo>
                  <a:pt x="264615" y="17012"/>
                </a:moveTo>
                <a:cubicBezTo>
                  <a:pt x="264615" y="15944"/>
                  <a:pt x="264497" y="15012"/>
                  <a:pt x="264262" y="14214"/>
                </a:cubicBezTo>
                <a:cubicBezTo>
                  <a:pt x="264026" y="13416"/>
                  <a:pt x="263691" y="12750"/>
                  <a:pt x="263254" y="12217"/>
                </a:cubicBezTo>
                <a:cubicBezTo>
                  <a:pt x="262818" y="11683"/>
                  <a:pt x="262287" y="11281"/>
                  <a:pt x="261662" y="11011"/>
                </a:cubicBezTo>
                <a:cubicBezTo>
                  <a:pt x="261036" y="10742"/>
                  <a:pt x="260339" y="10607"/>
                  <a:pt x="259570" y="10607"/>
                </a:cubicBezTo>
                <a:cubicBezTo>
                  <a:pt x="258674" y="10607"/>
                  <a:pt x="257908" y="10782"/>
                  <a:pt x="257271" y="11132"/>
                </a:cubicBezTo>
                <a:cubicBezTo>
                  <a:pt x="256634" y="11482"/>
                  <a:pt x="256111" y="11950"/>
                  <a:pt x="255704" y="12535"/>
                </a:cubicBezTo>
                <a:cubicBezTo>
                  <a:pt x="255296" y="13121"/>
                  <a:pt x="254998" y="13801"/>
                  <a:pt x="254809" y="14576"/>
                </a:cubicBezTo>
                <a:cubicBezTo>
                  <a:pt x="254619" y="15350"/>
                  <a:pt x="254525" y="16163"/>
                  <a:pt x="254525" y="17012"/>
                </a:cubicBezTo>
                <a:cubicBezTo>
                  <a:pt x="254525" y="18080"/>
                  <a:pt x="254642" y="19015"/>
                  <a:pt x="254877" y="19819"/>
                </a:cubicBezTo>
                <a:cubicBezTo>
                  <a:pt x="255113" y="20622"/>
                  <a:pt x="255449" y="21291"/>
                  <a:pt x="255885" y="21825"/>
                </a:cubicBezTo>
                <a:cubicBezTo>
                  <a:pt x="256321" y="22358"/>
                  <a:pt x="256849" y="22760"/>
                  <a:pt x="257469" y="23030"/>
                </a:cubicBezTo>
                <a:cubicBezTo>
                  <a:pt x="258089" y="23300"/>
                  <a:pt x="258789" y="23435"/>
                  <a:pt x="259570" y="23435"/>
                </a:cubicBezTo>
                <a:cubicBezTo>
                  <a:pt x="260465" y="23435"/>
                  <a:pt x="261231" y="23260"/>
                  <a:pt x="261868" y="22909"/>
                </a:cubicBezTo>
                <a:cubicBezTo>
                  <a:pt x="262505" y="22559"/>
                  <a:pt x="263028" y="22092"/>
                  <a:pt x="263435" y="21506"/>
                </a:cubicBezTo>
                <a:cubicBezTo>
                  <a:pt x="263843" y="20921"/>
                  <a:pt x="264141" y="20241"/>
                  <a:pt x="264331" y="19466"/>
                </a:cubicBezTo>
                <a:cubicBezTo>
                  <a:pt x="264520" y="18691"/>
                  <a:pt x="264615" y="17873"/>
                  <a:pt x="264615" y="17012"/>
                </a:cubicBezTo>
                <a:close/>
                <a:moveTo>
                  <a:pt x="271429" y="17374"/>
                </a:moveTo>
                <a:cubicBezTo>
                  <a:pt x="271429" y="15904"/>
                  <a:pt x="271630" y="14599"/>
                  <a:pt x="272032" y="13456"/>
                </a:cubicBezTo>
                <a:cubicBezTo>
                  <a:pt x="272434" y="12314"/>
                  <a:pt x="273005" y="11350"/>
                  <a:pt x="273745" y="10564"/>
                </a:cubicBezTo>
                <a:cubicBezTo>
                  <a:pt x="274486" y="9777"/>
                  <a:pt x="275375" y="9180"/>
                  <a:pt x="276414" y="8773"/>
                </a:cubicBezTo>
                <a:cubicBezTo>
                  <a:pt x="277453" y="8365"/>
                  <a:pt x="278610" y="8162"/>
                  <a:pt x="279884" y="8162"/>
                </a:cubicBezTo>
                <a:cubicBezTo>
                  <a:pt x="280435" y="8162"/>
                  <a:pt x="280977" y="8196"/>
                  <a:pt x="281511" y="8265"/>
                </a:cubicBezTo>
                <a:cubicBezTo>
                  <a:pt x="282045" y="8334"/>
                  <a:pt x="282570" y="8443"/>
                  <a:pt x="283086" y="8592"/>
                </a:cubicBezTo>
                <a:lnTo>
                  <a:pt x="283086" y="1309"/>
                </a:lnTo>
                <a:lnTo>
                  <a:pt x="286100" y="1309"/>
                </a:lnTo>
                <a:lnTo>
                  <a:pt x="286100" y="25656"/>
                </a:lnTo>
                <a:lnTo>
                  <a:pt x="283414" y="25656"/>
                </a:lnTo>
                <a:lnTo>
                  <a:pt x="283310" y="22384"/>
                </a:lnTo>
                <a:cubicBezTo>
                  <a:pt x="282472" y="23601"/>
                  <a:pt x="281565" y="24502"/>
                  <a:pt x="280590" y="25088"/>
                </a:cubicBezTo>
                <a:cubicBezTo>
                  <a:pt x="279614" y="25673"/>
                  <a:pt x="278558" y="25966"/>
                  <a:pt x="277422" y="25966"/>
                </a:cubicBezTo>
                <a:cubicBezTo>
                  <a:pt x="276434" y="25966"/>
                  <a:pt x="275565" y="25759"/>
                  <a:pt x="274813" y="25346"/>
                </a:cubicBezTo>
                <a:cubicBezTo>
                  <a:pt x="274061" y="24933"/>
                  <a:pt x="273435" y="24350"/>
                  <a:pt x="272936" y="23598"/>
                </a:cubicBezTo>
                <a:cubicBezTo>
                  <a:pt x="272437" y="22846"/>
                  <a:pt x="272061" y="21942"/>
                  <a:pt x="271808" y="20886"/>
                </a:cubicBezTo>
                <a:cubicBezTo>
                  <a:pt x="271556" y="19830"/>
                  <a:pt x="271429" y="18659"/>
                  <a:pt x="271429" y="17374"/>
                </a:cubicBezTo>
                <a:moveTo>
                  <a:pt x="274494" y="17184"/>
                </a:moveTo>
                <a:cubicBezTo>
                  <a:pt x="274494" y="19273"/>
                  <a:pt x="274801" y="20832"/>
                  <a:pt x="275416" y="21859"/>
                </a:cubicBezTo>
                <a:cubicBezTo>
                  <a:pt x="276030" y="22886"/>
                  <a:pt x="276899" y="23400"/>
                  <a:pt x="278024" y="23400"/>
                </a:cubicBezTo>
                <a:cubicBezTo>
                  <a:pt x="278782" y="23400"/>
                  <a:pt x="279582" y="23061"/>
                  <a:pt x="280426" y="22384"/>
                </a:cubicBezTo>
                <a:cubicBezTo>
                  <a:pt x="281270" y="21707"/>
                  <a:pt x="282157" y="20703"/>
                  <a:pt x="283086" y="19371"/>
                </a:cubicBezTo>
                <a:lnTo>
                  <a:pt x="283086" y="11347"/>
                </a:lnTo>
                <a:cubicBezTo>
                  <a:pt x="282593" y="11118"/>
                  <a:pt x="282048" y="10942"/>
                  <a:pt x="281451" y="10822"/>
                </a:cubicBezTo>
                <a:cubicBezTo>
                  <a:pt x="280854" y="10701"/>
                  <a:pt x="280263" y="10641"/>
                  <a:pt x="279677" y="10641"/>
                </a:cubicBezTo>
                <a:cubicBezTo>
                  <a:pt x="278047" y="10641"/>
                  <a:pt x="276776" y="11169"/>
                  <a:pt x="275863" y="12225"/>
                </a:cubicBezTo>
                <a:cubicBezTo>
                  <a:pt x="274951" y="13281"/>
                  <a:pt x="274494" y="14934"/>
                  <a:pt x="274494" y="17184"/>
                </a:cubicBezTo>
                <a:close/>
                <a:moveTo>
                  <a:pt x="306586" y="16099"/>
                </a:moveTo>
                <a:cubicBezTo>
                  <a:pt x="306586" y="16524"/>
                  <a:pt x="306580" y="16880"/>
                  <a:pt x="306569" y="17167"/>
                </a:cubicBezTo>
                <a:cubicBezTo>
                  <a:pt x="306557" y="17454"/>
                  <a:pt x="306540" y="17724"/>
                  <a:pt x="306517" y="17976"/>
                </a:cubicBezTo>
                <a:lnTo>
                  <a:pt x="294378" y="17976"/>
                </a:lnTo>
                <a:cubicBezTo>
                  <a:pt x="294378" y="19744"/>
                  <a:pt x="294872" y="21101"/>
                  <a:pt x="295859" y="22048"/>
                </a:cubicBezTo>
                <a:cubicBezTo>
                  <a:pt x="296846" y="22995"/>
                  <a:pt x="298269" y="23469"/>
                  <a:pt x="300129" y="23469"/>
                </a:cubicBezTo>
                <a:cubicBezTo>
                  <a:pt x="300634" y="23469"/>
                  <a:pt x="301139" y="23449"/>
                  <a:pt x="301644" y="23408"/>
                </a:cubicBezTo>
                <a:cubicBezTo>
                  <a:pt x="302149" y="23366"/>
                  <a:pt x="302637" y="23311"/>
                  <a:pt x="303108" y="23240"/>
                </a:cubicBezTo>
                <a:cubicBezTo>
                  <a:pt x="303578" y="23170"/>
                  <a:pt x="304029" y="23090"/>
                  <a:pt x="304460" y="23002"/>
                </a:cubicBezTo>
                <a:cubicBezTo>
                  <a:pt x="304890" y="22914"/>
                  <a:pt x="305289" y="22817"/>
                  <a:pt x="305656" y="22711"/>
                </a:cubicBezTo>
                <a:lnTo>
                  <a:pt x="305656" y="25174"/>
                </a:lnTo>
                <a:cubicBezTo>
                  <a:pt x="304841" y="25408"/>
                  <a:pt x="303920" y="25599"/>
                  <a:pt x="302893" y="25746"/>
                </a:cubicBezTo>
                <a:cubicBezTo>
                  <a:pt x="301865" y="25892"/>
                  <a:pt x="300801" y="25966"/>
                  <a:pt x="299699" y="25966"/>
                </a:cubicBezTo>
                <a:cubicBezTo>
                  <a:pt x="298218" y="25966"/>
                  <a:pt x="296944" y="25765"/>
                  <a:pt x="295876" y="25363"/>
                </a:cubicBezTo>
                <a:cubicBezTo>
                  <a:pt x="294808" y="24961"/>
                  <a:pt x="293933" y="24379"/>
                  <a:pt x="293250" y="23615"/>
                </a:cubicBezTo>
                <a:cubicBezTo>
                  <a:pt x="292567" y="22852"/>
                  <a:pt x="292062" y="21916"/>
                  <a:pt x="291735" y="20809"/>
                </a:cubicBezTo>
                <a:cubicBezTo>
                  <a:pt x="291408" y="19701"/>
                  <a:pt x="291244" y="18447"/>
                  <a:pt x="291244" y="17046"/>
                </a:cubicBezTo>
                <a:cubicBezTo>
                  <a:pt x="291244" y="15830"/>
                  <a:pt x="291419" y="14679"/>
                  <a:pt x="291769" y="13594"/>
                </a:cubicBezTo>
                <a:cubicBezTo>
                  <a:pt x="292119" y="12509"/>
                  <a:pt x="292630" y="11557"/>
                  <a:pt x="293302" y="10736"/>
                </a:cubicBezTo>
                <a:cubicBezTo>
                  <a:pt x="293973" y="9915"/>
                  <a:pt x="294797" y="9264"/>
                  <a:pt x="295773" y="8782"/>
                </a:cubicBezTo>
                <a:cubicBezTo>
                  <a:pt x="296748" y="8299"/>
                  <a:pt x="297856" y="8058"/>
                  <a:pt x="299096" y="8058"/>
                </a:cubicBezTo>
                <a:cubicBezTo>
                  <a:pt x="300301" y="8058"/>
                  <a:pt x="301369" y="8248"/>
                  <a:pt x="302299" y="8627"/>
                </a:cubicBezTo>
                <a:cubicBezTo>
                  <a:pt x="303228" y="9005"/>
                  <a:pt x="304012" y="9542"/>
                  <a:pt x="304649" y="10236"/>
                </a:cubicBezTo>
                <a:cubicBezTo>
                  <a:pt x="305286" y="10931"/>
                  <a:pt x="305768" y="11775"/>
                  <a:pt x="306095" y="12768"/>
                </a:cubicBezTo>
                <a:cubicBezTo>
                  <a:pt x="306422" y="13761"/>
                  <a:pt x="306586" y="14871"/>
                  <a:pt x="306586" y="16099"/>
                </a:cubicBezTo>
                <a:moveTo>
                  <a:pt x="303469" y="15669"/>
                </a:moveTo>
                <a:cubicBezTo>
                  <a:pt x="303504" y="14900"/>
                  <a:pt x="303429" y="14197"/>
                  <a:pt x="303246" y="13560"/>
                </a:cubicBezTo>
                <a:cubicBezTo>
                  <a:pt x="303062" y="12923"/>
                  <a:pt x="302778" y="12374"/>
                  <a:pt x="302393" y="11915"/>
                </a:cubicBezTo>
                <a:cubicBezTo>
                  <a:pt x="302009" y="11456"/>
                  <a:pt x="301529" y="11097"/>
                  <a:pt x="300956" y="10839"/>
                </a:cubicBezTo>
                <a:cubicBezTo>
                  <a:pt x="300382" y="10581"/>
                  <a:pt x="299716" y="10452"/>
                  <a:pt x="298958" y="10452"/>
                </a:cubicBezTo>
                <a:cubicBezTo>
                  <a:pt x="298304" y="10452"/>
                  <a:pt x="297707" y="10578"/>
                  <a:pt x="297167" y="10831"/>
                </a:cubicBezTo>
                <a:cubicBezTo>
                  <a:pt x="296628" y="11083"/>
                  <a:pt x="296163" y="11439"/>
                  <a:pt x="295773" y="11898"/>
                </a:cubicBezTo>
                <a:cubicBezTo>
                  <a:pt x="295382" y="12357"/>
                  <a:pt x="295067" y="12908"/>
                  <a:pt x="294826" y="13551"/>
                </a:cubicBezTo>
                <a:cubicBezTo>
                  <a:pt x="294585" y="14194"/>
                  <a:pt x="294435" y="14900"/>
                  <a:pt x="294378" y="15669"/>
                </a:cubicBezTo>
                <a:lnTo>
                  <a:pt x="303469" y="15669"/>
                </a:lnTo>
                <a:close/>
                <a:moveTo>
                  <a:pt x="314474" y="0"/>
                </a:moveTo>
                <a:cubicBezTo>
                  <a:pt x="319766" y="4904"/>
                  <a:pt x="322412" y="10360"/>
                  <a:pt x="322412" y="16366"/>
                </a:cubicBezTo>
                <a:cubicBezTo>
                  <a:pt x="322412" y="17607"/>
                  <a:pt x="322286" y="18893"/>
                  <a:pt x="322033" y="20225"/>
                </a:cubicBezTo>
                <a:cubicBezTo>
                  <a:pt x="321781" y="21558"/>
                  <a:pt x="321350" y="22922"/>
                  <a:pt x="320742" y="24317"/>
                </a:cubicBezTo>
                <a:cubicBezTo>
                  <a:pt x="320133" y="25712"/>
                  <a:pt x="319316" y="27128"/>
                  <a:pt x="318288" y="28564"/>
                </a:cubicBezTo>
                <a:cubicBezTo>
                  <a:pt x="317261" y="29999"/>
                  <a:pt x="315967" y="31441"/>
                  <a:pt x="314405" y="32888"/>
                </a:cubicBezTo>
                <a:lnTo>
                  <a:pt x="312666" y="31113"/>
                </a:lnTo>
                <a:cubicBezTo>
                  <a:pt x="314905" y="28896"/>
                  <a:pt x="316575" y="26582"/>
                  <a:pt x="317677" y="24171"/>
                </a:cubicBezTo>
                <a:cubicBezTo>
                  <a:pt x="318779" y="21759"/>
                  <a:pt x="319330" y="19232"/>
                  <a:pt x="319330" y="16590"/>
                </a:cubicBezTo>
                <a:cubicBezTo>
                  <a:pt x="319330" y="11123"/>
                  <a:pt x="317109" y="6208"/>
                  <a:pt x="312666" y="1843"/>
                </a:cubicBezTo>
                <a:lnTo>
                  <a:pt x="314474" y="0"/>
                </a:lnTo>
                <a:close/>
                <a:moveTo>
                  <a:pt x="363047" y="32715"/>
                </a:moveTo>
                <a:lnTo>
                  <a:pt x="361773" y="32715"/>
                </a:lnTo>
                <a:cubicBezTo>
                  <a:pt x="359557" y="32715"/>
                  <a:pt x="357910" y="32196"/>
                  <a:pt x="356831" y="31157"/>
                </a:cubicBezTo>
                <a:cubicBezTo>
                  <a:pt x="355752" y="30118"/>
                  <a:pt x="355212" y="28543"/>
                  <a:pt x="355212" y="26431"/>
                </a:cubicBezTo>
                <a:lnTo>
                  <a:pt x="355212" y="20507"/>
                </a:lnTo>
                <a:cubicBezTo>
                  <a:pt x="355212" y="19945"/>
                  <a:pt x="355149" y="19443"/>
                  <a:pt x="355023" y="19001"/>
                </a:cubicBezTo>
                <a:cubicBezTo>
                  <a:pt x="354897" y="18559"/>
                  <a:pt x="354676" y="18186"/>
                  <a:pt x="354360" y="17882"/>
                </a:cubicBezTo>
                <a:cubicBezTo>
                  <a:pt x="354044" y="17577"/>
                  <a:pt x="353625" y="17345"/>
                  <a:pt x="353103" y="17184"/>
                </a:cubicBezTo>
                <a:cubicBezTo>
                  <a:pt x="352581" y="17023"/>
                  <a:pt x="351924" y="16943"/>
                  <a:pt x="351132" y="16943"/>
                </a:cubicBezTo>
                <a:lnTo>
                  <a:pt x="350391" y="16943"/>
                </a:lnTo>
                <a:lnTo>
                  <a:pt x="350391" y="14550"/>
                </a:lnTo>
                <a:lnTo>
                  <a:pt x="351132" y="14550"/>
                </a:lnTo>
                <a:cubicBezTo>
                  <a:pt x="351970" y="14550"/>
                  <a:pt x="352653" y="14481"/>
                  <a:pt x="353181" y="14343"/>
                </a:cubicBezTo>
                <a:cubicBezTo>
                  <a:pt x="353709" y="14205"/>
                  <a:pt x="354122" y="13996"/>
                  <a:pt x="354420" y="13715"/>
                </a:cubicBezTo>
                <a:cubicBezTo>
                  <a:pt x="354719" y="13433"/>
                  <a:pt x="354925" y="13075"/>
                  <a:pt x="355040" y="12638"/>
                </a:cubicBezTo>
                <a:cubicBezTo>
                  <a:pt x="355155" y="12202"/>
                  <a:pt x="355212" y="11686"/>
                  <a:pt x="355212" y="11089"/>
                </a:cubicBezTo>
                <a:lnTo>
                  <a:pt x="355212" y="7008"/>
                </a:lnTo>
                <a:cubicBezTo>
                  <a:pt x="355212" y="6044"/>
                  <a:pt x="355327" y="5174"/>
                  <a:pt x="355557" y="4399"/>
                </a:cubicBezTo>
                <a:cubicBezTo>
                  <a:pt x="355786" y="3625"/>
                  <a:pt x="356162" y="2964"/>
                  <a:pt x="356685" y="2419"/>
                </a:cubicBezTo>
                <a:cubicBezTo>
                  <a:pt x="357207" y="1874"/>
                  <a:pt x="357884" y="1455"/>
                  <a:pt x="358716" y="1162"/>
                </a:cubicBezTo>
                <a:cubicBezTo>
                  <a:pt x="359549" y="870"/>
                  <a:pt x="360567" y="723"/>
                  <a:pt x="361773" y="723"/>
                </a:cubicBezTo>
                <a:lnTo>
                  <a:pt x="363047" y="723"/>
                </a:lnTo>
                <a:lnTo>
                  <a:pt x="363047" y="3134"/>
                </a:lnTo>
                <a:lnTo>
                  <a:pt x="362031" y="3134"/>
                </a:lnTo>
                <a:cubicBezTo>
                  <a:pt x="359368" y="3134"/>
                  <a:pt x="358036" y="4425"/>
                  <a:pt x="358036" y="7008"/>
                </a:cubicBezTo>
                <a:lnTo>
                  <a:pt x="358036" y="11020"/>
                </a:lnTo>
                <a:cubicBezTo>
                  <a:pt x="358036" y="13821"/>
                  <a:pt x="356825" y="15399"/>
                  <a:pt x="354403" y="15755"/>
                </a:cubicBezTo>
                <a:cubicBezTo>
                  <a:pt x="356848" y="15996"/>
                  <a:pt x="358071" y="17569"/>
                  <a:pt x="358071" y="20473"/>
                </a:cubicBezTo>
                <a:lnTo>
                  <a:pt x="358071" y="26362"/>
                </a:lnTo>
                <a:cubicBezTo>
                  <a:pt x="358071" y="28990"/>
                  <a:pt x="359391" y="30305"/>
                  <a:pt x="362031" y="30305"/>
                </a:cubicBezTo>
                <a:lnTo>
                  <a:pt x="363047" y="30305"/>
                </a:lnTo>
                <a:lnTo>
                  <a:pt x="363047" y="32715"/>
                </a:ln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Text this.cascaderHeight=getStyle(cascaderNode,'height');">
            <a:extLst xmlns:a="http://schemas.openxmlformats.org/drawingml/2006/main">
              <a:ext uri="{FF2B5EF4-FFF2-40B4-BE49-F238E27FC236}">
                <a16:creationId xmlns:a16="http://schemas.microsoft.com/office/drawing/2014/main" id="{BDE8944C-98E1-4873-B7A2-C2893A14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949" y="10001615"/>
            <a:ext cx="1060876" cy="32888"/>
          </a:xfrm>
          <a:custGeom xmlns:a="http://schemas.openxmlformats.org/drawingml/2006/main">
            <a:pathLst>
              <a:path w="1060876" h="32888">
                <a:moveTo>
                  <a:pt x="15600" y="25397"/>
                </a:moveTo>
                <a:cubicBezTo>
                  <a:pt x="14923" y="25576"/>
                  <a:pt x="14223" y="25703"/>
                  <a:pt x="13499" y="25781"/>
                </a:cubicBezTo>
                <a:cubicBezTo>
                  <a:pt x="12776" y="25858"/>
                  <a:pt x="12042" y="25897"/>
                  <a:pt x="11295" y="25897"/>
                </a:cubicBezTo>
                <a:cubicBezTo>
                  <a:pt x="9126" y="25897"/>
                  <a:pt x="7507" y="25406"/>
                  <a:pt x="6440" y="24425"/>
                </a:cubicBezTo>
                <a:cubicBezTo>
                  <a:pt x="5372" y="23443"/>
                  <a:pt x="4838" y="21937"/>
                  <a:pt x="4838" y="19905"/>
                </a:cubicBezTo>
                <a:lnTo>
                  <a:pt x="4838" y="10882"/>
                </a:lnTo>
                <a:lnTo>
                  <a:pt x="0" y="10882"/>
                </a:lnTo>
                <a:lnTo>
                  <a:pt x="0" y="8368"/>
                </a:lnTo>
                <a:lnTo>
                  <a:pt x="4838" y="8368"/>
                </a:lnTo>
                <a:lnTo>
                  <a:pt x="4838" y="3601"/>
                </a:lnTo>
                <a:lnTo>
                  <a:pt x="7834" y="2824"/>
                </a:lnTo>
                <a:lnTo>
                  <a:pt x="7834" y="8368"/>
                </a:lnTo>
                <a:lnTo>
                  <a:pt x="15600" y="8368"/>
                </a:lnTo>
                <a:lnTo>
                  <a:pt x="15600" y="10882"/>
                </a:lnTo>
                <a:lnTo>
                  <a:pt x="7834" y="10882"/>
                </a:lnTo>
                <a:lnTo>
                  <a:pt x="7834" y="19664"/>
                </a:lnTo>
                <a:cubicBezTo>
                  <a:pt x="7834" y="20903"/>
                  <a:pt x="8165" y="21830"/>
                  <a:pt x="8825" y="22444"/>
                </a:cubicBezTo>
                <a:cubicBezTo>
                  <a:pt x="9485" y="23059"/>
                  <a:pt x="10457" y="23366"/>
                  <a:pt x="11743" y="23366"/>
                </a:cubicBezTo>
                <a:cubicBezTo>
                  <a:pt x="12294" y="23366"/>
                  <a:pt x="12897" y="23321"/>
                  <a:pt x="13551" y="23233"/>
                </a:cubicBezTo>
                <a:cubicBezTo>
                  <a:pt x="14205" y="23144"/>
                  <a:pt x="14888" y="23004"/>
                  <a:pt x="15600" y="22815"/>
                </a:cubicBezTo>
                <a:lnTo>
                  <a:pt x="15600" y="25397"/>
                </a:lnTo>
                <a:close/>
                <a:moveTo>
                  <a:pt x="35243" y="25656"/>
                </a:moveTo>
                <a:lnTo>
                  <a:pt x="32247" y="25656"/>
                </a:lnTo>
                <a:lnTo>
                  <a:pt x="32247" y="14619"/>
                </a:lnTo>
                <a:cubicBezTo>
                  <a:pt x="32247" y="13287"/>
                  <a:pt x="31997" y="12291"/>
                  <a:pt x="31498" y="11631"/>
                </a:cubicBezTo>
                <a:cubicBezTo>
                  <a:pt x="30999" y="10971"/>
                  <a:pt x="30284" y="10641"/>
                  <a:pt x="29354" y="10641"/>
                </a:cubicBezTo>
                <a:cubicBezTo>
                  <a:pt x="28952" y="10641"/>
                  <a:pt x="28577" y="10696"/>
                  <a:pt x="28226" y="10805"/>
                </a:cubicBezTo>
                <a:cubicBezTo>
                  <a:pt x="27876" y="10914"/>
                  <a:pt x="27512" y="11103"/>
                  <a:pt x="27133" y="11373"/>
                </a:cubicBezTo>
                <a:cubicBezTo>
                  <a:pt x="26754" y="11643"/>
                  <a:pt x="26341" y="12007"/>
                  <a:pt x="25893" y="12466"/>
                </a:cubicBezTo>
                <a:cubicBezTo>
                  <a:pt x="25446" y="12925"/>
                  <a:pt x="24929" y="13499"/>
                  <a:pt x="24344" y="14188"/>
                </a:cubicBezTo>
                <a:lnTo>
                  <a:pt x="24344" y="25656"/>
                </a:lnTo>
                <a:lnTo>
                  <a:pt x="21348" y="25656"/>
                </a:lnTo>
                <a:lnTo>
                  <a:pt x="21348" y="1309"/>
                </a:lnTo>
                <a:lnTo>
                  <a:pt x="24344" y="1309"/>
                </a:lnTo>
                <a:lnTo>
                  <a:pt x="24344" y="8363"/>
                </a:lnTo>
                <a:lnTo>
                  <a:pt x="24240" y="11089"/>
                </a:lnTo>
                <a:cubicBezTo>
                  <a:pt x="24711" y="10526"/>
                  <a:pt x="25173" y="10053"/>
                  <a:pt x="25626" y="9668"/>
                </a:cubicBezTo>
                <a:cubicBezTo>
                  <a:pt x="26080" y="9284"/>
                  <a:pt x="26533" y="8971"/>
                  <a:pt x="26987" y="8730"/>
                </a:cubicBezTo>
                <a:cubicBezTo>
                  <a:pt x="27440" y="8489"/>
                  <a:pt x="27902" y="8317"/>
                  <a:pt x="28373" y="8213"/>
                </a:cubicBezTo>
                <a:cubicBezTo>
                  <a:pt x="28843" y="8110"/>
                  <a:pt x="29331" y="8058"/>
                  <a:pt x="29836" y="8058"/>
                </a:cubicBezTo>
                <a:cubicBezTo>
                  <a:pt x="31558" y="8058"/>
                  <a:pt x="32890" y="8583"/>
                  <a:pt x="33831" y="9634"/>
                </a:cubicBezTo>
                <a:cubicBezTo>
                  <a:pt x="34772" y="10684"/>
                  <a:pt x="35243" y="12265"/>
                  <a:pt x="35243" y="14378"/>
                </a:cubicBezTo>
                <a:lnTo>
                  <a:pt x="35243" y="25656"/>
                </a:lnTo>
                <a:close/>
                <a:moveTo>
                  <a:pt x="46914" y="10848"/>
                </a:moveTo>
                <a:lnTo>
                  <a:pt x="41800" y="10848"/>
                </a:lnTo>
                <a:lnTo>
                  <a:pt x="41800" y="8368"/>
                </a:lnTo>
                <a:lnTo>
                  <a:pt x="49944" y="8368"/>
                </a:lnTo>
                <a:lnTo>
                  <a:pt x="49944" y="23159"/>
                </a:lnTo>
                <a:lnTo>
                  <a:pt x="55092" y="23159"/>
                </a:lnTo>
                <a:lnTo>
                  <a:pt x="55092" y="25656"/>
                </a:lnTo>
                <a:lnTo>
                  <a:pt x="41231" y="25656"/>
                </a:lnTo>
                <a:lnTo>
                  <a:pt x="41231" y="23159"/>
                </a:lnTo>
                <a:lnTo>
                  <a:pt x="46914" y="23159"/>
                </a:lnTo>
                <a:lnTo>
                  <a:pt x="46914" y="10848"/>
                </a:lnTo>
                <a:moveTo>
                  <a:pt x="47964" y="1102"/>
                </a:moveTo>
                <a:cubicBezTo>
                  <a:pt x="48297" y="1102"/>
                  <a:pt x="48607" y="1162"/>
                  <a:pt x="48894" y="1283"/>
                </a:cubicBezTo>
                <a:cubicBezTo>
                  <a:pt x="49181" y="1403"/>
                  <a:pt x="49430" y="1573"/>
                  <a:pt x="49643" y="1791"/>
                </a:cubicBezTo>
                <a:cubicBezTo>
                  <a:pt x="49855" y="2009"/>
                  <a:pt x="50021" y="2259"/>
                  <a:pt x="50142" y="2540"/>
                </a:cubicBezTo>
                <a:cubicBezTo>
                  <a:pt x="50263" y="2821"/>
                  <a:pt x="50323" y="3128"/>
                  <a:pt x="50323" y="3461"/>
                </a:cubicBezTo>
                <a:cubicBezTo>
                  <a:pt x="50323" y="3782"/>
                  <a:pt x="50263" y="4087"/>
                  <a:pt x="50142" y="4374"/>
                </a:cubicBezTo>
                <a:cubicBezTo>
                  <a:pt x="50021" y="4661"/>
                  <a:pt x="49855" y="4913"/>
                  <a:pt x="49643" y="5131"/>
                </a:cubicBezTo>
                <a:cubicBezTo>
                  <a:pt x="49430" y="5349"/>
                  <a:pt x="49181" y="5519"/>
                  <a:pt x="48894" y="5639"/>
                </a:cubicBezTo>
                <a:cubicBezTo>
                  <a:pt x="48607" y="5760"/>
                  <a:pt x="48297" y="5820"/>
                  <a:pt x="47964" y="5820"/>
                </a:cubicBezTo>
                <a:cubicBezTo>
                  <a:pt x="47631" y="5820"/>
                  <a:pt x="47321" y="5760"/>
                  <a:pt x="47034" y="5639"/>
                </a:cubicBezTo>
                <a:cubicBezTo>
                  <a:pt x="46747" y="5519"/>
                  <a:pt x="46497" y="5349"/>
                  <a:pt x="46285" y="5131"/>
                </a:cubicBezTo>
                <a:cubicBezTo>
                  <a:pt x="46073" y="4913"/>
                  <a:pt x="45906" y="4661"/>
                  <a:pt x="45786" y="4374"/>
                </a:cubicBezTo>
                <a:cubicBezTo>
                  <a:pt x="45665" y="4087"/>
                  <a:pt x="45605" y="3782"/>
                  <a:pt x="45605" y="3461"/>
                </a:cubicBezTo>
                <a:cubicBezTo>
                  <a:pt x="45605" y="3128"/>
                  <a:pt x="45665" y="2821"/>
                  <a:pt x="45786" y="2540"/>
                </a:cubicBezTo>
                <a:cubicBezTo>
                  <a:pt x="45906" y="2259"/>
                  <a:pt x="46073" y="2009"/>
                  <a:pt x="46285" y="1791"/>
                </a:cubicBezTo>
                <a:cubicBezTo>
                  <a:pt x="46497" y="1573"/>
                  <a:pt x="46747" y="1403"/>
                  <a:pt x="47034" y="1283"/>
                </a:cubicBezTo>
                <a:cubicBezTo>
                  <a:pt x="47321" y="1162"/>
                  <a:pt x="47631" y="1102"/>
                  <a:pt x="47964" y="1102"/>
                </a:cubicBezTo>
                <a:close/>
                <a:moveTo>
                  <a:pt x="74391" y="20938"/>
                </a:moveTo>
                <a:cubicBezTo>
                  <a:pt x="74391" y="21546"/>
                  <a:pt x="74287" y="22092"/>
                  <a:pt x="74081" y="22574"/>
                </a:cubicBezTo>
                <a:cubicBezTo>
                  <a:pt x="73874" y="23056"/>
                  <a:pt x="73593" y="23483"/>
                  <a:pt x="73237" y="23856"/>
                </a:cubicBezTo>
                <a:cubicBezTo>
                  <a:pt x="72881" y="24229"/>
                  <a:pt x="72468" y="24548"/>
                  <a:pt x="71997" y="24812"/>
                </a:cubicBezTo>
                <a:cubicBezTo>
                  <a:pt x="71527" y="25076"/>
                  <a:pt x="71024" y="25294"/>
                  <a:pt x="70491" y="25466"/>
                </a:cubicBezTo>
                <a:cubicBezTo>
                  <a:pt x="69957" y="25639"/>
                  <a:pt x="69409" y="25765"/>
                  <a:pt x="68846" y="25845"/>
                </a:cubicBezTo>
                <a:cubicBezTo>
                  <a:pt x="68284" y="25926"/>
                  <a:pt x="67733" y="25966"/>
                  <a:pt x="67193" y="25966"/>
                </a:cubicBezTo>
                <a:cubicBezTo>
                  <a:pt x="66022" y="25966"/>
                  <a:pt x="64946" y="25914"/>
                  <a:pt x="63965" y="25811"/>
                </a:cubicBezTo>
                <a:cubicBezTo>
                  <a:pt x="62983" y="25707"/>
                  <a:pt x="62022" y="25541"/>
                  <a:pt x="61081" y="25311"/>
                </a:cubicBezTo>
                <a:lnTo>
                  <a:pt x="61081" y="22556"/>
                </a:lnTo>
                <a:cubicBezTo>
                  <a:pt x="62091" y="22843"/>
                  <a:pt x="63095" y="23061"/>
                  <a:pt x="64094" y="23211"/>
                </a:cubicBezTo>
                <a:cubicBezTo>
                  <a:pt x="65093" y="23360"/>
                  <a:pt x="66086" y="23435"/>
                  <a:pt x="67073" y="23435"/>
                </a:cubicBezTo>
                <a:cubicBezTo>
                  <a:pt x="68508" y="23435"/>
                  <a:pt x="69569" y="23239"/>
                  <a:pt x="70258" y="22849"/>
                </a:cubicBezTo>
                <a:cubicBezTo>
                  <a:pt x="70947" y="22459"/>
                  <a:pt x="71291" y="21902"/>
                  <a:pt x="71291" y="21179"/>
                </a:cubicBezTo>
                <a:cubicBezTo>
                  <a:pt x="71291" y="20869"/>
                  <a:pt x="71237" y="20591"/>
                  <a:pt x="71128" y="20344"/>
                </a:cubicBezTo>
                <a:cubicBezTo>
                  <a:pt x="71019" y="20097"/>
                  <a:pt x="70821" y="19862"/>
                  <a:pt x="70534" y="19638"/>
                </a:cubicBezTo>
                <a:cubicBezTo>
                  <a:pt x="70247" y="19414"/>
                  <a:pt x="69802" y="19182"/>
                  <a:pt x="69199" y="18941"/>
                </a:cubicBezTo>
                <a:cubicBezTo>
                  <a:pt x="68597" y="18699"/>
                  <a:pt x="67773" y="18424"/>
                  <a:pt x="66728" y="18114"/>
                </a:cubicBezTo>
                <a:cubicBezTo>
                  <a:pt x="65948" y="17884"/>
                  <a:pt x="65227" y="17623"/>
                  <a:pt x="64567" y="17331"/>
                </a:cubicBezTo>
                <a:cubicBezTo>
                  <a:pt x="63907" y="17038"/>
                  <a:pt x="63336" y="16691"/>
                  <a:pt x="62854" y="16289"/>
                </a:cubicBezTo>
                <a:cubicBezTo>
                  <a:pt x="62372" y="15887"/>
                  <a:pt x="61993" y="15416"/>
                  <a:pt x="61718" y="14877"/>
                </a:cubicBezTo>
                <a:cubicBezTo>
                  <a:pt x="61442" y="14337"/>
                  <a:pt x="61304" y="13700"/>
                  <a:pt x="61304" y="12966"/>
                </a:cubicBezTo>
                <a:cubicBezTo>
                  <a:pt x="61304" y="12484"/>
                  <a:pt x="61416" y="11955"/>
                  <a:pt x="61640" y="11382"/>
                </a:cubicBezTo>
                <a:cubicBezTo>
                  <a:pt x="61864" y="10808"/>
                  <a:pt x="62246" y="10274"/>
                  <a:pt x="62785" y="9780"/>
                </a:cubicBezTo>
                <a:cubicBezTo>
                  <a:pt x="63325" y="9287"/>
                  <a:pt x="64054" y="8876"/>
                  <a:pt x="64972" y="8549"/>
                </a:cubicBezTo>
                <a:cubicBezTo>
                  <a:pt x="65890" y="8222"/>
                  <a:pt x="67038" y="8058"/>
                  <a:pt x="68416" y="8058"/>
                </a:cubicBezTo>
                <a:cubicBezTo>
                  <a:pt x="69093" y="8058"/>
                  <a:pt x="69845" y="8096"/>
                  <a:pt x="70671" y="8170"/>
                </a:cubicBezTo>
                <a:cubicBezTo>
                  <a:pt x="71498" y="8245"/>
                  <a:pt x="72359" y="8374"/>
                  <a:pt x="73254" y="8558"/>
                </a:cubicBezTo>
                <a:lnTo>
                  <a:pt x="73254" y="11227"/>
                </a:lnTo>
                <a:cubicBezTo>
                  <a:pt x="72313" y="10997"/>
                  <a:pt x="71420" y="10828"/>
                  <a:pt x="70577" y="10719"/>
                </a:cubicBezTo>
                <a:cubicBezTo>
                  <a:pt x="69733" y="10610"/>
                  <a:pt x="69001" y="10555"/>
                  <a:pt x="68381" y="10555"/>
                </a:cubicBezTo>
                <a:cubicBezTo>
                  <a:pt x="67635" y="10555"/>
                  <a:pt x="67007" y="10612"/>
                  <a:pt x="66496" y="10727"/>
                </a:cubicBezTo>
                <a:cubicBezTo>
                  <a:pt x="65985" y="10842"/>
                  <a:pt x="65572" y="11000"/>
                  <a:pt x="65256" y="11201"/>
                </a:cubicBezTo>
                <a:cubicBezTo>
                  <a:pt x="64940" y="11402"/>
                  <a:pt x="64714" y="11637"/>
                  <a:pt x="64576" y="11907"/>
                </a:cubicBezTo>
                <a:cubicBezTo>
                  <a:pt x="64438" y="12176"/>
                  <a:pt x="64369" y="12466"/>
                  <a:pt x="64369" y="12776"/>
                </a:cubicBezTo>
                <a:cubicBezTo>
                  <a:pt x="64369" y="13086"/>
                  <a:pt x="64430" y="13367"/>
                  <a:pt x="64550" y="13620"/>
                </a:cubicBezTo>
                <a:cubicBezTo>
                  <a:pt x="64671" y="13872"/>
                  <a:pt x="64895" y="14116"/>
                  <a:pt x="65222" y="14352"/>
                </a:cubicBezTo>
                <a:cubicBezTo>
                  <a:pt x="65549" y="14587"/>
                  <a:pt x="66005" y="14822"/>
                  <a:pt x="66591" y="15058"/>
                </a:cubicBezTo>
                <a:cubicBezTo>
                  <a:pt x="67176" y="15293"/>
                  <a:pt x="67939" y="15548"/>
                  <a:pt x="68881" y="15824"/>
                </a:cubicBezTo>
                <a:cubicBezTo>
                  <a:pt x="69902" y="16122"/>
                  <a:pt x="70763" y="16435"/>
                  <a:pt x="71463" y="16762"/>
                </a:cubicBezTo>
                <a:cubicBezTo>
                  <a:pt x="72164" y="17089"/>
                  <a:pt x="72732" y="17454"/>
                  <a:pt x="73168" y="17856"/>
                </a:cubicBezTo>
                <a:cubicBezTo>
                  <a:pt x="73604" y="18257"/>
                  <a:pt x="73917" y="18711"/>
                  <a:pt x="74107" y="19216"/>
                </a:cubicBezTo>
                <a:cubicBezTo>
                  <a:pt x="74296" y="19721"/>
                  <a:pt x="74391" y="20295"/>
                  <a:pt x="74391" y="20938"/>
                </a:cubicBezTo>
                <a:close/>
                <a:moveTo>
                  <a:pt x="86158" y="20232"/>
                </a:moveTo>
                <a:cubicBezTo>
                  <a:pt x="86548" y="20232"/>
                  <a:pt x="86918" y="20307"/>
                  <a:pt x="87268" y="20456"/>
                </a:cubicBezTo>
                <a:cubicBezTo>
                  <a:pt x="87618" y="20605"/>
                  <a:pt x="87923" y="20812"/>
                  <a:pt x="88181" y="21076"/>
                </a:cubicBezTo>
                <a:cubicBezTo>
                  <a:pt x="88439" y="21340"/>
                  <a:pt x="88643" y="21647"/>
                  <a:pt x="88792" y="21997"/>
                </a:cubicBezTo>
                <a:cubicBezTo>
                  <a:pt x="88941" y="22347"/>
                  <a:pt x="89016" y="22723"/>
                  <a:pt x="89016" y="23125"/>
                </a:cubicBezTo>
                <a:cubicBezTo>
                  <a:pt x="89016" y="23515"/>
                  <a:pt x="88941" y="23882"/>
                  <a:pt x="88792" y="24227"/>
                </a:cubicBezTo>
                <a:cubicBezTo>
                  <a:pt x="88643" y="24571"/>
                  <a:pt x="88439" y="24872"/>
                  <a:pt x="88181" y="25131"/>
                </a:cubicBezTo>
                <a:cubicBezTo>
                  <a:pt x="87923" y="25389"/>
                  <a:pt x="87618" y="25593"/>
                  <a:pt x="87268" y="25742"/>
                </a:cubicBezTo>
                <a:cubicBezTo>
                  <a:pt x="86918" y="25891"/>
                  <a:pt x="86548" y="25966"/>
                  <a:pt x="86158" y="25966"/>
                </a:cubicBezTo>
                <a:cubicBezTo>
                  <a:pt x="85756" y="25966"/>
                  <a:pt x="85383" y="25891"/>
                  <a:pt x="85038" y="25742"/>
                </a:cubicBezTo>
                <a:cubicBezTo>
                  <a:pt x="84694" y="25593"/>
                  <a:pt x="84393" y="25389"/>
                  <a:pt x="84134" y="25131"/>
                </a:cubicBezTo>
                <a:cubicBezTo>
                  <a:pt x="83876" y="24872"/>
                  <a:pt x="83672" y="24571"/>
                  <a:pt x="83523" y="24227"/>
                </a:cubicBezTo>
                <a:cubicBezTo>
                  <a:pt x="83374" y="23882"/>
                  <a:pt x="83299" y="23515"/>
                  <a:pt x="83299" y="23125"/>
                </a:cubicBezTo>
                <a:cubicBezTo>
                  <a:pt x="83299" y="22723"/>
                  <a:pt x="83374" y="22347"/>
                  <a:pt x="83523" y="21997"/>
                </a:cubicBezTo>
                <a:cubicBezTo>
                  <a:pt x="83672" y="21647"/>
                  <a:pt x="83876" y="21340"/>
                  <a:pt x="84134" y="21076"/>
                </a:cubicBezTo>
                <a:cubicBezTo>
                  <a:pt x="84393" y="20812"/>
                  <a:pt x="84694" y="20605"/>
                  <a:pt x="85038" y="20456"/>
                </a:cubicBezTo>
                <a:cubicBezTo>
                  <a:pt x="85383" y="20307"/>
                  <a:pt x="85756" y="20232"/>
                  <a:pt x="86158" y="20232"/>
                </a:cubicBezTo>
                <a:close/>
                <a:moveTo>
                  <a:pt x="112464" y="25019"/>
                </a:moveTo>
                <a:cubicBezTo>
                  <a:pt x="111683" y="25317"/>
                  <a:pt x="110883" y="25538"/>
                  <a:pt x="110062" y="25682"/>
                </a:cubicBezTo>
                <a:cubicBezTo>
                  <a:pt x="109241" y="25825"/>
                  <a:pt x="108395" y="25897"/>
                  <a:pt x="107522" y="25897"/>
                </a:cubicBezTo>
                <a:cubicBezTo>
                  <a:pt x="104790" y="25897"/>
                  <a:pt x="102687" y="25156"/>
                  <a:pt x="101212" y="23676"/>
                </a:cubicBezTo>
                <a:cubicBezTo>
                  <a:pt x="99736" y="22195"/>
                  <a:pt x="98999" y="20031"/>
                  <a:pt x="98999" y="17184"/>
                </a:cubicBezTo>
                <a:cubicBezTo>
                  <a:pt x="98999" y="15818"/>
                  <a:pt x="99211" y="14578"/>
                  <a:pt x="99636" y="13465"/>
                </a:cubicBezTo>
                <a:cubicBezTo>
                  <a:pt x="100061" y="12352"/>
                  <a:pt x="100658" y="11399"/>
                  <a:pt x="101427" y="10607"/>
                </a:cubicBezTo>
                <a:cubicBezTo>
                  <a:pt x="102196" y="9815"/>
                  <a:pt x="103114" y="9203"/>
                  <a:pt x="104182" y="8773"/>
                </a:cubicBezTo>
                <a:cubicBezTo>
                  <a:pt x="105249" y="8342"/>
                  <a:pt x="106426" y="8127"/>
                  <a:pt x="107712" y="8127"/>
                </a:cubicBezTo>
                <a:cubicBezTo>
                  <a:pt x="108607" y="8127"/>
                  <a:pt x="109445" y="8192"/>
                  <a:pt x="110226" y="8321"/>
                </a:cubicBezTo>
                <a:cubicBezTo>
                  <a:pt x="111006" y="8450"/>
                  <a:pt x="111752" y="8661"/>
                  <a:pt x="112464" y="8954"/>
                </a:cubicBezTo>
                <a:lnTo>
                  <a:pt x="112464" y="11812"/>
                </a:lnTo>
                <a:cubicBezTo>
                  <a:pt x="111718" y="11416"/>
                  <a:pt x="110957" y="11127"/>
                  <a:pt x="110182" y="10947"/>
                </a:cubicBezTo>
                <a:cubicBezTo>
                  <a:pt x="109408" y="10766"/>
                  <a:pt x="108607" y="10676"/>
                  <a:pt x="107780" y="10676"/>
                </a:cubicBezTo>
                <a:cubicBezTo>
                  <a:pt x="107011" y="10676"/>
                  <a:pt x="106285" y="10822"/>
                  <a:pt x="105602" y="11115"/>
                </a:cubicBezTo>
                <a:cubicBezTo>
                  <a:pt x="104919" y="11407"/>
                  <a:pt x="104320" y="11829"/>
                  <a:pt x="103803" y="12380"/>
                </a:cubicBezTo>
                <a:cubicBezTo>
                  <a:pt x="103286" y="12931"/>
                  <a:pt x="102879" y="13603"/>
                  <a:pt x="102580" y="14395"/>
                </a:cubicBezTo>
                <a:cubicBezTo>
                  <a:pt x="102282" y="15187"/>
                  <a:pt x="102133" y="16082"/>
                  <a:pt x="102133" y="17081"/>
                </a:cubicBezTo>
                <a:cubicBezTo>
                  <a:pt x="102133" y="19170"/>
                  <a:pt x="102641" y="20734"/>
                  <a:pt x="103657" y="21773"/>
                </a:cubicBezTo>
                <a:cubicBezTo>
                  <a:pt x="104673" y="22812"/>
                  <a:pt x="106082" y="23331"/>
                  <a:pt x="107884" y="23331"/>
                </a:cubicBezTo>
                <a:cubicBezTo>
                  <a:pt x="108699" y="23331"/>
                  <a:pt x="109488" y="23239"/>
                  <a:pt x="110251" y="23056"/>
                </a:cubicBezTo>
                <a:cubicBezTo>
                  <a:pt x="111015" y="22872"/>
                  <a:pt x="111752" y="22597"/>
                  <a:pt x="112464" y="22229"/>
                </a:cubicBezTo>
                <a:lnTo>
                  <a:pt x="112464" y="25019"/>
                </a:lnTo>
                <a:close/>
                <a:moveTo>
                  <a:pt x="129817" y="25656"/>
                </a:moveTo>
                <a:lnTo>
                  <a:pt x="129748" y="23326"/>
                </a:lnTo>
                <a:cubicBezTo>
                  <a:pt x="128807" y="24258"/>
                  <a:pt x="127851" y="24931"/>
                  <a:pt x="126881" y="25345"/>
                </a:cubicBezTo>
                <a:cubicBezTo>
                  <a:pt x="125911" y="25759"/>
                  <a:pt x="124892" y="25966"/>
                  <a:pt x="123825" y="25966"/>
                </a:cubicBezTo>
                <a:cubicBezTo>
                  <a:pt x="122837" y="25966"/>
                  <a:pt x="121994" y="25839"/>
                  <a:pt x="121294" y="25586"/>
                </a:cubicBezTo>
                <a:cubicBezTo>
                  <a:pt x="120593" y="25333"/>
                  <a:pt x="120016" y="24986"/>
                  <a:pt x="119563" y="24543"/>
                </a:cubicBezTo>
                <a:cubicBezTo>
                  <a:pt x="119110" y="24100"/>
                  <a:pt x="118777" y="23580"/>
                  <a:pt x="118564" y="22982"/>
                </a:cubicBezTo>
                <a:cubicBezTo>
                  <a:pt x="118352" y="22384"/>
                  <a:pt x="118246" y="21734"/>
                  <a:pt x="118246" y="21033"/>
                </a:cubicBezTo>
                <a:cubicBezTo>
                  <a:pt x="118246" y="19297"/>
                  <a:pt x="118892" y="17937"/>
                  <a:pt x="120183" y="16954"/>
                </a:cubicBezTo>
                <a:cubicBezTo>
                  <a:pt x="121474" y="15971"/>
                  <a:pt x="123383" y="15480"/>
                  <a:pt x="125908" y="15480"/>
                </a:cubicBezTo>
                <a:lnTo>
                  <a:pt x="129490" y="15480"/>
                </a:lnTo>
                <a:lnTo>
                  <a:pt x="129490" y="13970"/>
                </a:lnTo>
                <a:cubicBezTo>
                  <a:pt x="129490" y="12952"/>
                  <a:pt x="129162" y="12137"/>
                  <a:pt x="128508" y="11525"/>
                </a:cubicBezTo>
                <a:cubicBezTo>
                  <a:pt x="127854" y="10913"/>
                  <a:pt x="126855" y="10607"/>
                  <a:pt x="125512" y="10607"/>
                </a:cubicBezTo>
                <a:cubicBezTo>
                  <a:pt x="124536" y="10607"/>
                  <a:pt x="123575" y="10717"/>
                  <a:pt x="122628" y="10939"/>
                </a:cubicBezTo>
                <a:cubicBezTo>
                  <a:pt x="121681" y="11160"/>
                  <a:pt x="120702" y="11474"/>
                  <a:pt x="119692" y="11881"/>
                </a:cubicBezTo>
                <a:lnTo>
                  <a:pt x="119692" y="9178"/>
                </a:lnTo>
                <a:cubicBezTo>
                  <a:pt x="120071" y="9038"/>
                  <a:pt x="120493" y="8901"/>
                  <a:pt x="120958" y="8766"/>
                </a:cubicBezTo>
                <a:cubicBezTo>
                  <a:pt x="121423" y="8632"/>
                  <a:pt x="121913" y="8513"/>
                  <a:pt x="122430" y="8408"/>
                </a:cubicBezTo>
                <a:cubicBezTo>
                  <a:pt x="122947" y="8303"/>
                  <a:pt x="123486" y="8218"/>
                  <a:pt x="124048" y="8155"/>
                </a:cubicBezTo>
                <a:cubicBezTo>
                  <a:pt x="124611" y="8090"/>
                  <a:pt x="125179" y="8058"/>
                  <a:pt x="125753" y="8058"/>
                </a:cubicBezTo>
                <a:cubicBezTo>
                  <a:pt x="126798" y="8058"/>
                  <a:pt x="127739" y="8173"/>
                  <a:pt x="128577" y="8403"/>
                </a:cubicBezTo>
                <a:cubicBezTo>
                  <a:pt x="129415" y="8632"/>
                  <a:pt x="130124" y="8982"/>
                  <a:pt x="130704" y="9453"/>
                </a:cubicBezTo>
                <a:cubicBezTo>
                  <a:pt x="131283" y="9924"/>
                  <a:pt x="131728" y="10515"/>
                  <a:pt x="132038" y="11227"/>
                </a:cubicBezTo>
                <a:cubicBezTo>
                  <a:pt x="132348" y="11938"/>
                  <a:pt x="132503" y="12776"/>
                  <a:pt x="132503" y="13740"/>
                </a:cubicBezTo>
                <a:lnTo>
                  <a:pt x="132503" y="25656"/>
                </a:lnTo>
                <a:lnTo>
                  <a:pt x="129817" y="25656"/>
                </a:lnTo>
                <a:moveTo>
                  <a:pt x="129490" y="17770"/>
                </a:moveTo>
                <a:lnTo>
                  <a:pt x="125684" y="17770"/>
                </a:lnTo>
                <a:cubicBezTo>
                  <a:pt x="124938" y="17770"/>
                  <a:pt x="124295" y="17845"/>
                  <a:pt x="123756" y="17995"/>
                </a:cubicBezTo>
                <a:cubicBezTo>
                  <a:pt x="123216" y="18144"/>
                  <a:pt x="122774" y="18357"/>
                  <a:pt x="122430" y="18633"/>
                </a:cubicBezTo>
                <a:cubicBezTo>
                  <a:pt x="122086" y="18909"/>
                  <a:pt x="121830" y="19241"/>
                  <a:pt x="121664" y="19627"/>
                </a:cubicBezTo>
                <a:cubicBezTo>
                  <a:pt x="121497" y="20012"/>
                  <a:pt x="121414" y="20447"/>
                  <a:pt x="121414" y="20930"/>
                </a:cubicBezTo>
                <a:cubicBezTo>
                  <a:pt x="121414" y="21264"/>
                  <a:pt x="121466" y="21584"/>
                  <a:pt x="121569" y="21889"/>
                </a:cubicBezTo>
                <a:cubicBezTo>
                  <a:pt x="121672" y="22194"/>
                  <a:pt x="121839" y="22465"/>
                  <a:pt x="122068" y="22701"/>
                </a:cubicBezTo>
                <a:cubicBezTo>
                  <a:pt x="122298" y="22937"/>
                  <a:pt x="122596" y="23124"/>
                  <a:pt x="122964" y="23262"/>
                </a:cubicBezTo>
                <a:cubicBezTo>
                  <a:pt x="123331" y="23400"/>
                  <a:pt x="123779" y="23469"/>
                  <a:pt x="124307" y="23469"/>
                </a:cubicBezTo>
                <a:cubicBezTo>
                  <a:pt x="124996" y="23469"/>
                  <a:pt x="125785" y="23259"/>
                  <a:pt x="126674" y="22839"/>
                </a:cubicBezTo>
                <a:cubicBezTo>
                  <a:pt x="127564" y="22418"/>
                  <a:pt x="128502" y="21753"/>
                  <a:pt x="129490" y="20844"/>
                </a:cubicBezTo>
                <a:lnTo>
                  <a:pt x="129490" y="17770"/>
                </a:lnTo>
                <a:close/>
                <a:moveTo>
                  <a:pt x="152077" y="20938"/>
                </a:moveTo>
                <a:cubicBezTo>
                  <a:pt x="152077" y="21546"/>
                  <a:pt x="151973" y="22092"/>
                  <a:pt x="151767" y="22574"/>
                </a:cubicBezTo>
                <a:cubicBezTo>
                  <a:pt x="151560" y="23056"/>
                  <a:pt x="151279" y="23483"/>
                  <a:pt x="150923" y="23856"/>
                </a:cubicBezTo>
                <a:cubicBezTo>
                  <a:pt x="150567" y="24229"/>
                  <a:pt x="150154" y="24548"/>
                  <a:pt x="149683" y="24812"/>
                </a:cubicBezTo>
                <a:cubicBezTo>
                  <a:pt x="149213" y="25076"/>
                  <a:pt x="148711" y="25294"/>
                  <a:pt x="148177" y="25466"/>
                </a:cubicBezTo>
                <a:cubicBezTo>
                  <a:pt x="147643" y="25639"/>
                  <a:pt x="147095" y="25765"/>
                  <a:pt x="146532" y="25845"/>
                </a:cubicBezTo>
                <a:cubicBezTo>
                  <a:pt x="145970" y="25926"/>
                  <a:pt x="145419" y="25966"/>
                  <a:pt x="144879" y="25966"/>
                </a:cubicBezTo>
                <a:cubicBezTo>
                  <a:pt x="143709" y="25966"/>
                  <a:pt x="142632" y="25914"/>
                  <a:pt x="141651" y="25811"/>
                </a:cubicBezTo>
                <a:cubicBezTo>
                  <a:pt x="140669" y="25707"/>
                  <a:pt x="139708" y="25541"/>
                  <a:pt x="138767" y="25311"/>
                </a:cubicBezTo>
                <a:lnTo>
                  <a:pt x="138767" y="22556"/>
                </a:lnTo>
                <a:cubicBezTo>
                  <a:pt x="139777" y="22843"/>
                  <a:pt x="140781" y="23061"/>
                  <a:pt x="141780" y="23211"/>
                </a:cubicBezTo>
                <a:cubicBezTo>
                  <a:pt x="142779" y="23360"/>
                  <a:pt x="143772" y="23435"/>
                  <a:pt x="144759" y="23435"/>
                </a:cubicBezTo>
                <a:cubicBezTo>
                  <a:pt x="146194" y="23435"/>
                  <a:pt x="147256" y="23239"/>
                  <a:pt x="147944" y="22849"/>
                </a:cubicBezTo>
                <a:cubicBezTo>
                  <a:pt x="148633" y="22459"/>
                  <a:pt x="148977" y="21902"/>
                  <a:pt x="148977" y="21179"/>
                </a:cubicBezTo>
                <a:cubicBezTo>
                  <a:pt x="148977" y="20869"/>
                  <a:pt x="148923" y="20591"/>
                  <a:pt x="148814" y="20344"/>
                </a:cubicBezTo>
                <a:cubicBezTo>
                  <a:pt x="148705" y="20097"/>
                  <a:pt x="148507" y="19862"/>
                  <a:pt x="148220" y="19638"/>
                </a:cubicBezTo>
                <a:cubicBezTo>
                  <a:pt x="147933" y="19414"/>
                  <a:pt x="147488" y="19182"/>
                  <a:pt x="146885" y="18941"/>
                </a:cubicBezTo>
                <a:cubicBezTo>
                  <a:pt x="146283" y="18699"/>
                  <a:pt x="145459" y="18424"/>
                  <a:pt x="144414" y="18114"/>
                </a:cubicBezTo>
                <a:cubicBezTo>
                  <a:pt x="143634" y="17884"/>
                  <a:pt x="142914" y="17623"/>
                  <a:pt x="142254" y="17331"/>
                </a:cubicBezTo>
                <a:cubicBezTo>
                  <a:pt x="141593" y="17038"/>
                  <a:pt x="141022" y="16691"/>
                  <a:pt x="140540" y="16289"/>
                </a:cubicBezTo>
                <a:cubicBezTo>
                  <a:pt x="140058" y="15887"/>
                  <a:pt x="139679" y="15416"/>
                  <a:pt x="139404" y="14877"/>
                </a:cubicBezTo>
                <a:cubicBezTo>
                  <a:pt x="139128" y="14337"/>
                  <a:pt x="138991" y="13700"/>
                  <a:pt x="138991" y="12966"/>
                </a:cubicBezTo>
                <a:cubicBezTo>
                  <a:pt x="138991" y="12484"/>
                  <a:pt x="139103" y="11955"/>
                  <a:pt x="139326" y="11382"/>
                </a:cubicBezTo>
                <a:cubicBezTo>
                  <a:pt x="139550" y="10808"/>
                  <a:pt x="139932" y="10274"/>
                  <a:pt x="140471" y="9780"/>
                </a:cubicBezTo>
                <a:cubicBezTo>
                  <a:pt x="141011" y="9287"/>
                  <a:pt x="141740" y="8876"/>
                  <a:pt x="142658" y="8549"/>
                </a:cubicBezTo>
                <a:cubicBezTo>
                  <a:pt x="143577" y="8222"/>
                  <a:pt x="144724" y="8058"/>
                  <a:pt x="146102" y="8058"/>
                </a:cubicBezTo>
                <a:cubicBezTo>
                  <a:pt x="146779" y="8058"/>
                  <a:pt x="147531" y="8096"/>
                  <a:pt x="148358" y="8170"/>
                </a:cubicBezTo>
                <a:cubicBezTo>
                  <a:pt x="149184" y="8245"/>
                  <a:pt x="150045" y="8374"/>
                  <a:pt x="150940" y="8558"/>
                </a:cubicBezTo>
                <a:lnTo>
                  <a:pt x="150940" y="11227"/>
                </a:lnTo>
                <a:cubicBezTo>
                  <a:pt x="149999" y="10997"/>
                  <a:pt x="149107" y="10828"/>
                  <a:pt x="148263" y="10719"/>
                </a:cubicBezTo>
                <a:cubicBezTo>
                  <a:pt x="147419" y="10610"/>
                  <a:pt x="146687" y="10555"/>
                  <a:pt x="146067" y="10555"/>
                </a:cubicBezTo>
                <a:cubicBezTo>
                  <a:pt x="145321" y="10555"/>
                  <a:pt x="144693" y="10612"/>
                  <a:pt x="144182" y="10727"/>
                </a:cubicBezTo>
                <a:cubicBezTo>
                  <a:pt x="143671" y="10842"/>
                  <a:pt x="143258" y="11000"/>
                  <a:pt x="142942" y="11201"/>
                </a:cubicBezTo>
                <a:cubicBezTo>
                  <a:pt x="142627" y="11402"/>
                  <a:pt x="142400" y="11637"/>
                  <a:pt x="142262" y="11907"/>
                </a:cubicBezTo>
                <a:cubicBezTo>
                  <a:pt x="142124" y="12176"/>
                  <a:pt x="142056" y="12466"/>
                  <a:pt x="142056" y="12776"/>
                </a:cubicBezTo>
                <a:cubicBezTo>
                  <a:pt x="142056" y="13086"/>
                  <a:pt x="142116" y="13367"/>
                  <a:pt x="142236" y="13620"/>
                </a:cubicBezTo>
                <a:cubicBezTo>
                  <a:pt x="142357" y="13872"/>
                  <a:pt x="142581" y="14116"/>
                  <a:pt x="142908" y="14352"/>
                </a:cubicBezTo>
                <a:cubicBezTo>
                  <a:pt x="143235" y="14587"/>
                  <a:pt x="143691" y="14822"/>
                  <a:pt x="144277" y="15058"/>
                </a:cubicBezTo>
                <a:cubicBezTo>
                  <a:pt x="144862" y="15293"/>
                  <a:pt x="145626" y="15548"/>
                  <a:pt x="146567" y="15824"/>
                </a:cubicBezTo>
                <a:cubicBezTo>
                  <a:pt x="147588" y="16122"/>
                  <a:pt x="148449" y="16435"/>
                  <a:pt x="149150" y="16762"/>
                </a:cubicBezTo>
                <a:cubicBezTo>
                  <a:pt x="149850" y="17089"/>
                  <a:pt x="150418" y="17454"/>
                  <a:pt x="150854" y="17856"/>
                </a:cubicBezTo>
                <a:cubicBezTo>
                  <a:pt x="151290" y="18257"/>
                  <a:pt x="151603" y="18711"/>
                  <a:pt x="151793" y="19216"/>
                </a:cubicBezTo>
                <a:cubicBezTo>
                  <a:pt x="151982" y="19721"/>
                  <a:pt x="152077" y="20295"/>
                  <a:pt x="152077" y="20938"/>
                </a:cubicBezTo>
                <a:close/>
                <a:moveTo>
                  <a:pt x="170473" y="25019"/>
                </a:moveTo>
                <a:cubicBezTo>
                  <a:pt x="169692" y="25317"/>
                  <a:pt x="168891" y="25538"/>
                  <a:pt x="168071" y="25682"/>
                </a:cubicBezTo>
                <a:cubicBezTo>
                  <a:pt x="167250" y="25825"/>
                  <a:pt x="166403" y="25897"/>
                  <a:pt x="165531" y="25897"/>
                </a:cubicBezTo>
                <a:cubicBezTo>
                  <a:pt x="162799" y="25897"/>
                  <a:pt x="160695" y="25156"/>
                  <a:pt x="159220" y="23676"/>
                </a:cubicBezTo>
                <a:cubicBezTo>
                  <a:pt x="157745" y="22195"/>
                  <a:pt x="157008" y="20031"/>
                  <a:pt x="157008" y="17184"/>
                </a:cubicBezTo>
                <a:cubicBezTo>
                  <a:pt x="157008" y="15818"/>
                  <a:pt x="157220" y="14578"/>
                  <a:pt x="157645" y="13465"/>
                </a:cubicBezTo>
                <a:cubicBezTo>
                  <a:pt x="158069" y="12352"/>
                  <a:pt x="158666" y="11399"/>
                  <a:pt x="159435" y="10607"/>
                </a:cubicBezTo>
                <a:cubicBezTo>
                  <a:pt x="160205" y="9815"/>
                  <a:pt x="161123" y="9203"/>
                  <a:pt x="162190" y="8773"/>
                </a:cubicBezTo>
                <a:cubicBezTo>
                  <a:pt x="163258" y="8342"/>
                  <a:pt x="164435" y="8127"/>
                  <a:pt x="165720" y="8127"/>
                </a:cubicBezTo>
                <a:cubicBezTo>
                  <a:pt x="166616" y="8127"/>
                  <a:pt x="167454" y="8192"/>
                  <a:pt x="168234" y="8321"/>
                </a:cubicBezTo>
                <a:cubicBezTo>
                  <a:pt x="169015" y="8450"/>
                  <a:pt x="169761" y="8661"/>
                  <a:pt x="170473" y="8954"/>
                </a:cubicBezTo>
                <a:lnTo>
                  <a:pt x="170473" y="11812"/>
                </a:lnTo>
                <a:cubicBezTo>
                  <a:pt x="169726" y="11416"/>
                  <a:pt x="168966" y="11127"/>
                  <a:pt x="168191" y="10947"/>
                </a:cubicBezTo>
                <a:cubicBezTo>
                  <a:pt x="167416" y="10766"/>
                  <a:pt x="166616" y="10676"/>
                  <a:pt x="165789" y="10676"/>
                </a:cubicBezTo>
                <a:cubicBezTo>
                  <a:pt x="165020" y="10676"/>
                  <a:pt x="164294" y="10822"/>
                  <a:pt x="163611" y="11115"/>
                </a:cubicBezTo>
                <a:cubicBezTo>
                  <a:pt x="162928" y="11407"/>
                  <a:pt x="162328" y="11829"/>
                  <a:pt x="161812" y="12380"/>
                </a:cubicBezTo>
                <a:cubicBezTo>
                  <a:pt x="161295" y="12931"/>
                  <a:pt x="160888" y="13603"/>
                  <a:pt x="160589" y="14395"/>
                </a:cubicBezTo>
                <a:cubicBezTo>
                  <a:pt x="160291" y="15187"/>
                  <a:pt x="160141" y="16082"/>
                  <a:pt x="160141" y="17081"/>
                </a:cubicBezTo>
                <a:cubicBezTo>
                  <a:pt x="160141" y="19170"/>
                  <a:pt x="160649" y="20734"/>
                  <a:pt x="161665" y="21773"/>
                </a:cubicBezTo>
                <a:cubicBezTo>
                  <a:pt x="162681" y="22812"/>
                  <a:pt x="164090" y="23331"/>
                  <a:pt x="165892" y="23331"/>
                </a:cubicBezTo>
                <a:cubicBezTo>
                  <a:pt x="166707" y="23331"/>
                  <a:pt x="167497" y="23239"/>
                  <a:pt x="168260" y="23056"/>
                </a:cubicBezTo>
                <a:cubicBezTo>
                  <a:pt x="169023" y="22872"/>
                  <a:pt x="169761" y="22597"/>
                  <a:pt x="170473" y="22229"/>
                </a:cubicBezTo>
                <a:lnTo>
                  <a:pt x="170473" y="25019"/>
                </a:lnTo>
                <a:close/>
                <a:moveTo>
                  <a:pt x="187826" y="25656"/>
                </a:moveTo>
                <a:lnTo>
                  <a:pt x="187757" y="23326"/>
                </a:lnTo>
                <a:cubicBezTo>
                  <a:pt x="186815" y="24258"/>
                  <a:pt x="185860" y="24931"/>
                  <a:pt x="184890" y="25345"/>
                </a:cubicBezTo>
                <a:cubicBezTo>
                  <a:pt x="183920" y="25759"/>
                  <a:pt x="182901" y="25966"/>
                  <a:pt x="181834" y="25966"/>
                </a:cubicBezTo>
                <a:cubicBezTo>
                  <a:pt x="180846" y="25966"/>
                  <a:pt x="180003" y="25839"/>
                  <a:pt x="179302" y="25586"/>
                </a:cubicBezTo>
                <a:cubicBezTo>
                  <a:pt x="178602" y="25333"/>
                  <a:pt x="178025" y="24986"/>
                  <a:pt x="177572" y="24543"/>
                </a:cubicBezTo>
                <a:cubicBezTo>
                  <a:pt x="177118" y="24100"/>
                  <a:pt x="176786" y="23580"/>
                  <a:pt x="176573" y="22982"/>
                </a:cubicBezTo>
                <a:cubicBezTo>
                  <a:pt x="176361" y="22384"/>
                  <a:pt x="176255" y="21734"/>
                  <a:pt x="176255" y="21033"/>
                </a:cubicBezTo>
                <a:cubicBezTo>
                  <a:pt x="176255" y="19297"/>
                  <a:pt x="176900" y="17937"/>
                  <a:pt x="178192" y="16954"/>
                </a:cubicBezTo>
                <a:cubicBezTo>
                  <a:pt x="179483" y="15971"/>
                  <a:pt x="181392" y="15480"/>
                  <a:pt x="183917" y="15480"/>
                </a:cubicBezTo>
                <a:lnTo>
                  <a:pt x="187498" y="15480"/>
                </a:lnTo>
                <a:lnTo>
                  <a:pt x="187498" y="13970"/>
                </a:lnTo>
                <a:cubicBezTo>
                  <a:pt x="187498" y="12952"/>
                  <a:pt x="187171" y="12137"/>
                  <a:pt x="186517" y="11525"/>
                </a:cubicBezTo>
                <a:cubicBezTo>
                  <a:pt x="185863" y="10913"/>
                  <a:pt x="184864" y="10607"/>
                  <a:pt x="183521" y="10607"/>
                </a:cubicBezTo>
                <a:cubicBezTo>
                  <a:pt x="182545" y="10607"/>
                  <a:pt x="181584" y="10717"/>
                  <a:pt x="180637" y="10939"/>
                </a:cubicBezTo>
                <a:cubicBezTo>
                  <a:pt x="179690" y="11160"/>
                  <a:pt x="178711" y="11474"/>
                  <a:pt x="177701" y="11881"/>
                </a:cubicBezTo>
                <a:lnTo>
                  <a:pt x="177701" y="9178"/>
                </a:lnTo>
                <a:cubicBezTo>
                  <a:pt x="178080" y="9038"/>
                  <a:pt x="178502" y="8901"/>
                  <a:pt x="178967" y="8766"/>
                </a:cubicBezTo>
                <a:cubicBezTo>
                  <a:pt x="179432" y="8632"/>
                  <a:pt x="179922" y="8513"/>
                  <a:pt x="180439" y="8408"/>
                </a:cubicBezTo>
                <a:cubicBezTo>
                  <a:pt x="180955" y="8303"/>
                  <a:pt x="181495" y="8218"/>
                  <a:pt x="182057" y="8155"/>
                </a:cubicBezTo>
                <a:cubicBezTo>
                  <a:pt x="182620" y="8090"/>
                  <a:pt x="183188" y="8058"/>
                  <a:pt x="183762" y="8058"/>
                </a:cubicBezTo>
                <a:cubicBezTo>
                  <a:pt x="184807" y="8058"/>
                  <a:pt x="185748" y="8173"/>
                  <a:pt x="186586" y="8403"/>
                </a:cubicBezTo>
                <a:cubicBezTo>
                  <a:pt x="187424" y="8632"/>
                  <a:pt x="188133" y="8982"/>
                  <a:pt x="188712" y="9453"/>
                </a:cubicBezTo>
                <a:cubicBezTo>
                  <a:pt x="189292" y="9924"/>
                  <a:pt x="189737" y="10515"/>
                  <a:pt x="190047" y="11227"/>
                </a:cubicBezTo>
                <a:cubicBezTo>
                  <a:pt x="190357" y="11938"/>
                  <a:pt x="190512" y="12776"/>
                  <a:pt x="190512" y="13740"/>
                </a:cubicBezTo>
                <a:lnTo>
                  <a:pt x="190512" y="25656"/>
                </a:lnTo>
                <a:lnTo>
                  <a:pt x="187826" y="25656"/>
                </a:lnTo>
                <a:moveTo>
                  <a:pt x="187498" y="17770"/>
                </a:moveTo>
                <a:lnTo>
                  <a:pt x="183693" y="17770"/>
                </a:lnTo>
                <a:cubicBezTo>
                  <a:pt x="182947" y="17770"/>
                  <a:pt x="182304" y="17845"/>
                  <a:pt x="181765" y="17995"/>
                </a:cubicBezTo>
                <a:cubicBezTo>
                  <a:pt x="181225" y="18144"/>
                  <a:pt x="180783" y="18357"/>
                  <a:pt x="180439" y="18633"/>
                </a:cubicBezTo>
                <a:cubicBezTo>
                  <a:pt x="180094" y="18909"/>
                  <a:pt x="179839" y="19241"/>
                  <a:pt x="179673" y="19627"/>
                </a:cubicBezTo>
                <a:cubicBezTo>
                  <a:pt x="179506" y="20012"/>
                  <a:pt x="179423" y="20447"/>
                  <a:pt x="179423" y="20930"/>
                </a:cubicBezTo>
                <a:cubicBezTo>
                  <a:pt x="179423" y="21264"/>
                  <a:pt x="179475" y="21584"/>
                  <a:pt x="179578" y="21889"/>
                </a:cubicBezTo>
                <a:cubicBezTo>
                  <a:pt x="179681" y="22194"/>
                  <a:pt x="179848" y="22465"/>
                  <a:pt x="180077" y="22701"/>
                </a:cubicBezTo>
                <a:cubicBezTo>
                  <a:pt x="180307" y="22937"/>
                  <a:pt x="180605" y="23124"/>
                  <a:pt x="180973" y="23262"/>
                </a:cubicBezTo>
                <a:cubicBezTo>
                  <a:pt x="181340" y="23400"/>
                  <a:pt x="181788" y="23469"/>
                  <a:pt x="182316" y="23469"/>
                </a:cubicBezTo>
                <a:cubicBezTo>
                  <a:pt x="183004" y="23469"/>
                  <a:pt x="183794" y="23259"/>
                  <a:pt x="184683" y="22839"/>
                </a:cubicBezTo>
                <a:cubicBezTo>
                  <a:pt x="185573" y="22418"/>
                  <a:pt x="186511" y="21753"/>
                  <a:pt x="187498" y="20844"/>
                </a:cubicBezTo>
                <a:lnTo>
                  <a:pt x="187498" y="17770"/>
                </a:lnTo>
                <a:close/>
                <a:moveTo>
                  <a:pt x="195519" y="17374"/>
                </a:moveTo>
                <a:cubicBezTo>
                  <a:pt x="195519" y="15904"/>
                  <a:pt x="195719" y="14599"/>
                  <a:pt x="196121" y="13456"/>
                </a:cubicBezTo>
                <a:cubicBezTo>
                  <a:pt x="196523" y="12314"/>
                  <a:pt x="197094" y="11350"/>
                  <a:pt x="197834" y="10564"/>
                </a:cubicBezTo>
                <a:cubicBezTo>
                  <a:pt x="198575" y="9777"/>
                  <a:pt x="199465" y="9180"/>
                  <a:pt x="200503" y="8773"/>
                </a:cubicBezTo>
                <a:cubicBezTo>
                  <a:pt x="201542" y="8365"/>
                  <a:pt x="202699" y="8162"/>
                  <a:pt x="203973" y="8162"/>
                </a:cubicBezTo>
                <a:cubicBezTo>
                  <a:pt x="204524" y="8162"/>
                  <a:pt x="205066" y="8196"/>
                  <a:pt x="205600" y="8265"/>
                </a:cubicBezTo>
                <a:cubicBezTo>
                  <a:pt x="206134" y="8334"/>
                  <a:pt x="206659" y="8443"/>
                  <a:pt x="207176" y="8592"/>
                </a:cubicBezTo>
                <a:lnTo>
                  <a:pt x="207176" y="1309"/>
                </a:lnTo>
                <a:lnTo>
                  <a:pt x="210189" y="1309"/>
                </a:lnTo>
                <a:lnTo>
                  <a:pt x="210189" y="25656"/>
                </a:lnTo>
                <a:lnTo>
                  <a:pt x="207503" y="25656"/>
                </a:lnTo>
                <a:lnTo>
                  <a:pt x="207399" y="22384"/>
                </a:lnTo>
                <a:cubicBezTo>
                  <a:pt x="206561" y="23601"/>
                  <a:pt x="205655" y="24502"/>
                  <a:pt x="204679" y="25088"/>
                </a:cubicBezTo>
                <a:cubicBezTo>
                  <a:pt x="203703" y="25673"/>
                  <a:pt x="202647" y="25966"/>
                  <a:pt x="201511" y="25966"/>
                </a:cubicBezTo>
                <a:cubicBezTo>
                  <a:pt x="200523" y="25966"/>
                  <a:pt x="199654" y="25759"/>
                  <a:pt x="198902" y="25346"/>
                </a:cubicBezTo>
                <a:cubicBezTo>
                  <a:pt x="198150" y="24933"/>
                  <a:pt x="197525" y="24350"/>
                  <a:pt x="197025" y="23598"/>
                </a:cubicBezTo>
                <a:cubicBezTo>
                  <a:pt x="196526" y="22846"/>
                  <a:pt x="196150" y="21942"/>
                  <a:pt x="195897" y="20886"/>
                </a:cubicBezTo>
                <a:cubicBezTo>
                  <a:pt x="195645" y="19830"/>
                  <a:pt x="195519" y="18659"/>
                  <a:pt x="195519" y="17374"/>
                </a:cubicBezTo>
                <a:moveTo>
                  <a:pt x="198583" y="17184"/>
                </a:moveTo>
                <a:cubicBezTo>
                  <a:pt x="198583" y="19273"/>
                  <a:pt x="198891" y="20832"/>
                  <a:pt x="199505" y="21859"/>
                </a:cubicBezTo>
                <a:cubicBezTo>
                  <a:pt x="200119" y="22886"/>
                  <a:pt x="200988" y="23400"/>
                  <a:pt x="202113" y="23400"/>
                </a:cubicBezTo>
                <a:cubicBezTo>
                  <a:pt x="202871" y="23400"/>
                  <a:pt x="203672" y="23061"/>
                  <a:pt x="204515" y="22384"/>
                </a:cubicBezTo>
                <a:cubicBezTo>
                  <a:pt x="205359" y="21707"/>
                  <a:pt x="206246" y="20703"/>
                  <a:pt x="207176" y="19371"/>
                </a:cubicBezTo>
                <a:lnTo>
                  <a:pt x="207176" y="11347"/>
                </a:lnTo>
                <a:cubicBezTo>
                  <a:pt x="206682" y="11118"/>
                  <a:pt x="206137" y="10942"/>
                  <a:pt x="205540" y="10822"/>
                </a:cubicBezTo>
                <a:cubicBezTo>
                  <a:pt x="204943" y="10701"/>
                  <a:pt x="204352" y="10641"/>
                  <a:pt x="203766" y="10641"/>
                </a:cubicBezTo>
                <a:cubicBezTo>
                  <a:pt x="202136" y="10641"/>
                  <a:pt x="200865" y="11169"/>
                  <a:pt x="199952" y="12225"/>
                </a:cubicBezTo>
                <a:cubicBezTo>
                  <a:pt x="199040" y="13281"/>
                  <a:pt x="198583" y="14934"/>
                  <a:pt x="198583" y="17184"/>
                </a:cubicBezTo>
                <a:close/>
                <a:moveTo>
                  <a:pt x="230675" y="16099"/>
                </a:moveTo>
                <a:cubicBezTo>
                  <a:pt x="230675" y="16524"/>
                  <a:pt x="230669" y="16880"/>
                  <a:pt x="230658" y="17167"/>
                </a:cubicBezTo>
                <a:cubicBezTo>
                  <a:pt x="230646" y="17454"/>
                  <a:pt x="230629" y="17724"/>
                  <a:pt x="230606" y="17976"/>
                </a:cubicBezTo>
                <a:lnTo>
                  <a:pt x="218467" y="17976"/>
                </a:lnTo>
                <a:cubicBezTo>
                  <a:pt x="218467" y="19744"/>
                  <a:pt x="218961" y="21101"/>
                  <a:pt x="219948" y="22048"/>
                </a:cubicBezTo>
                <a:cubicBezTo>
                  <a:pt x="220935" y="22995"/>
                  <a:pt x="222359" y="23469"/>
                  <a:pt x="224218" y="23469"/>
                </a:cubicBezTo>
                <a:cubicBezTo>
                  <a:pt x="224723" y="23469"/>
                  <a:pt x="225228" y="23449"/>
                  <a:pt x="225733" y="23408"/>
                </a:cubicBezTo>
                <a:cubicBezTo>
                  <a:pt x="226238" y="23366"/>
                  <a:pt x="226726" y="23311"/>
                  <a:pt x="227197" y="23240"/>
                </a:cubicBezTo>
                <a:cubicBezTo>
                  <a:pt x="227668" y="23170"/>
                  <a:pt x="228118" y="23090"/>
                  <a:pt x="228549" y="23002"/>
                </a:cubicBezTo>
                <a:cubicBezTo>
                  <a:pt x="228979" y="22914"/>
                  <a:pt x="229378" y="22817"/>
                  <a:pt x="229745" y="22711"/>
                </a:cubicBezTo>
                <a:lnTo>
                  <a:pt x="229745" y="25174"/>
                </a:lnTo>
                <a:cubicBezTo>
                  <a:pt x="228930" y="25408"/>
                  <a:pt x="228009" y="25599"/>
                  <a:pt x="226982" y="25746"/>
                </a:cubicBezTo>
                <a:cubicBezTo>
                  <a:pt x="225954" y="25892"/>
                  <a:pt x="224890" y="25966"/>
                  <a:pt x="223788" y="25966"/>
                </a:cubicBezTo>
                <a:cubicBezTo>
                  <a:pt x="222307" y="25966"/>
                  <a:pt x="221033" y="25765"/>
                  <a:pt x="219965" y="25363"/>
                </a:cubicBezTo>
                <a:cubicBezTo>
                  <a:pt x="218898" y="24961"/>
                  <a:pt x="218022" y="24379"/>
                  <a:pt x="217339" y="23615"/>
                </a:cubicBezTo>
                <a:cubicBezTo>
                  <a:pt x="216656" y="22852"/>
                  <a:pt x="216151" y="21916"/>
                  <a:pt x="215824" y="20809"/>
                </a:cubicBezTo>
                <a:cubicBezTo>
                  <a:pt x="215497" y="19701"/>
                  <a:pt x="215333" y="18447"/>
                  <a:pt x="215333" y="17046"/>
                </a:cubicBezTo>
                <a:cubicBezTo>
                  <a:pt x="215333" y="15830"/>
                  <a:pt x="215508" y="14679"/>
                  <a:pt x="215859" y="13594"/>
                </a:cubicBezTo>
                <a:cubicBezTo>
                  <a:pt x="216209" y="12509"/>
                  <a:pt x="216719" y="11557"/>
                  <a:pt x="217391" y="10736"/>
                </a:cubicBezTo>
                <a:cubicBezTo>
                  <a:pt x="218063" y="9915"/>
                  <a:pt x="218886" y="9264"/>
                  <a:pt x="219862" y="8782"/>
                </a:cubicBezTo>
                <a:cubicBezTo>
                  <a:pt x="220838" y="8299"/>
                  <a:pt x="221945" y="8058"/>
                  <a:pt x="223185" y="8058"/>
                </a:cubicBezTo>
                <a:cubicBezTo>
                  <a:pt x="224390" y="8058"/>
                  <a:pt x="225458" y="8248"/>
                  <a:pt x="226388" y="8627"/>
                </a:cubicBezTo>
                <a:cubicBezTo>
                  <a:pt x="227318" y="9005"/>
                  <a:pt x="228101" y="9542"/>
                  <a:pt x="228738" y="10236"/>
                </a:cubicBezTo>
                <a:cubicBezTo>
                  <a:pt x="229375" y="10931"/>
                  <a:pt x="229857" y="11775"/>
                  <a:pt x="230184" y="12768"/>
                </a:cubicBezTo>
                <a:cubicBezTo>
                  <a:pt x="230512" y="13761"/>
                  <a:pt x="230675" y="14871"/>
                  <a:pt x="230675" y="16099"/>
                </a:cubicBezTo>
                <a:moveTo>
                  <a:pt x="227559" y="15669"/>
                </a:moveTo>
                <a:cubicBezTo>
                  <a:pt x="227593" y="14900"/>
                  <a:pt x="227518" y="14197"/>
                  <a:pt x="227335" y="13560"/>
                </a:cubicBezTo>
                <a:cubicBezTo>
                  <a:pt x="227151" y="12923"/>
                  <a:pt x="226867" y="12374"/>
                  <a:pt x="226482" y="11915"/>
                </a:cubicBezTo>
                <a:cubicBezTo>
                  <a:pt x="226098" y="11456"/>
                  <a:pt x="225619" y="11097"/>
                  <a:pt x="225045" y="10839"/>
                </a:cubicBezTo>
                <a:cubicBezTo>
                  <a:pt x="224471" y="10581"/>
                  <a:pt x="223805" y="10452"/>
                  <a:pt x="223047" y="10452"/>
                </a:cubicBezTo>
                <a:cubicBezTo>
                  <a:pt x="222393" y="10452"/>
                  <a:pt x="221796" y="10578"/>
                  <a:pt x="221257" y="10831"/>
                </a:cubicBezTo>
                <a:cubicBezTo>
                  <a:pt x="220717" y="11083"/>
                  <a:pt x="220252" y="11439"/>
                  <a:pt x="219862" y="11898"/>
                </a:cubicBezTo>
                <a:cubicBezTo>
                  <a:pt x="219472" y="12357"/>
                  <a:pt x="219156" y="12908"/>
                  <a:pt x="218915" y="13551"/>
                </a:cubicBezTo>
                <a:cubicBezTo>
                  <a:pt x="218674" y="14194"/>
                  <a:pt x="218525" y="14900"/>
                  <a:pt x="218467" y="15669"/>
                </a:cubicBezTo>
                <a:lnTo>
                  <a:pt x="227559" y="15669"/>
                </a:lnTo>
                <a:close/>
                <a:moveTo>
                  <a:pt x="235434" y="8368"/>
                </a:moveTo>
                <a:lnTo>
                  <a:pt x="238172" y="8368"/>
                </a:lnTo>
                <a:lnTo>
                  <a:pt x="238258" y="11546"/>
                </a:lnTo>
                <a:cubicBezTo>
                  <a:pt x="239280" y="10320"/>
                  <a:pt x="240287" y="9433"/>
                  <a:pt x="241280" y="8883"/>
                </a:cubicBezTo>
                <a:cubicBezTo>
                  <a:pt x="242273" y="8333"/>
                  <a:pt x="243274" y="8058"/>
                  <a:pt x="244284" y="8058"/>
                </a:cubicBezTo>
                <a:cubicBezTo>
                  <a:pt x="246075" y="8058"/>
                  <a:pt x="247433" y="8637"/>
                  <a:pt x="248357" y="9793"/>
                </a:cubicBezTo>
                <a:cubicBezTo>
                  <a:pt x="249281" y="10950"/>
                  <a:pt x="249708" y="12667"/>
                  <a:pt x="249639" y="14946"/>
                </a:cubicBezTo>
                <a:lnTo>
                  <a:pt x="246609" y="14946"/>
                </a:lnTo>
                <a:cubicBezTo>
                  <a:pt x="246643" y="13437"/>
                  <a:pt x="246422" y="12342"/>
                  <a:pt x="245946" y="11662"/>
                </a:cubicBezTo>
                <a:cubicBezTo>
                  <a:pt x="245470" y="10981"/>
                  <a:pt x="244772" y="10641"/>
                  <a:pt x="243854" y="10641"/>
                </a:cubicBezTo>
                <a:cubicBezTo>
                  <a:pt x="243452" y="10641"/>
                  <a:pt x="243048" y="10713"/>
                  <a:pt x="242640" y="10856"/>
                </a:cubicBezTo>
                <a:cubicBezTo>
                  <a:pt x="242233" y="10999"/>
                  <a:pt x="241814" y="11227"/>
                  <a:pt x="241383" y="11541"/>
                </a:cubicBezTo>
                <a:cubicBezTo>
                  <a:pt x="240953" y="11856"/>
                  <a:pt x="240496" y="12259"/>
                  <a:pt x="240014" y="12750"/>
                </a:cubicBezTo>
                <a:cubicBezTo>
                  <a:pt x="239532" y="13242"/>
                  <a:pt x="239016" y="13836"/>
                  <a:pt x="238465" y="14534"/>
                </a:cubicBezTo>
                <a:lnTo>
                  <a:pt x="238465" y="25656"/>
                </a:lnTo>
                <a:lnTo>
                  <a:pt x="235434" y="25656"/>
                </a:lnTo>
                <a:lnTo>
                  <a:pt x="235434" y="8368"/>
                </a:lnTo>
                <a:close/>
                <a:moveTo>
                  <a:pt x="269145" y="25656"/>
                </a:moveTo>
                <a:lnTo>
                  <a:pt x="266080" y="25656"/>
                </a:lnTo>
                <a:lnTo>
                  <a:pt x="266080" y="15325"/>
                </a:lnTo>
                <a:lnTo>
                  <a:pt x="256627" y="15325"/>
                </a:lnTo>
                <a:lnTo>
                  <a:pt x="256627" y="25656"/>
                </a:lnTo>
                <a:lnTo>
                  <a:pt x="253562" y="25656"/>
                </a:lnTo>
                <a:lnTo>
                  <a:pt x="253562" y="3134"/>
                </a:lnTo>
                <a:lnTo>
                  <a:pt x="256627" y="3134"/>
                </a:lnTo>
                <a:lnTo>
                  <a:pt x="256627" y="12673"/>
                </a:lnTo>
                <a:lnTo>
                  <a:pt x="266080" y="12673"/>
                </a:lnTo>
                <a:lnTo>
                  <a:pt x="266080" y="3134"/>
                </a:lnTo>
                <a:lnTo>
                  <a:pt x="269145" y="3134"/>
                </a:lnTo>
                <a:lnTo>
                  <a:pt x="269145" y="25656"/>
                </a:lnTo>
                <a:close/>
                <a:moveTo>
                  <a:pt x="288684" y="16099"/>
                </a:moveTo>
                <a:cubicBezTo>
                  <a:pt x="288684" y="16524"/>
                  <a:pt x="288678" y="16880"/>
                  <a:pt x="288667" y="17167"/>
                </a:cubicBezTo>
                <a:cubicBezTo>
                  <a:pt x="288655" y="17454"/>
                  <a:pt x="288638" y="17724"/>
                  <a:pt x="288615" y="17976"/>
                </a:cubicBezTo>
                <a:lnTo>
                  <a:pt x="276476" y="17976"/>
                </a:lnTo>
                <a:cubicBezTo>
                  <a:pt x="276476" y="19744"/>
                  <a:pt x="276970" y="21101"/>
                  <a:pt x="277957" y="22048"/>
                </a:cubicBezTo>
                <a:cubicBezTo>
                  <a:pt x="278944" y="22995"/>
                  <a:pt x="280367" y="23469"/>
                  <a:pt x="282227" y="23469"/>
                </a:cubicBezTo>
                <a:cubicBezTo>
                  <a:pt x="282732" y="23469"/>
                  <a:pt x="283237" y="23449"/>
                  <a:pt x="283742" y="23408"/>
                </a:cubicBezTo>
                <a:cubicBezTo>
                  <a:pt x="284247" y="23366"/>
                  <a:pt x="284735" y="23311"/>
                  <a:pt x="285206" y="23240"/>
                </a:cubicBezTo>
                <a:cubicBezTo>
                  <a:pt x="285677" y="23170"/>
                  <a:pt x="286127" y="23090"/>
                  <a:pt x="286558" y="23002"/>
                </a:cubicBezTo>
                <a:cubicBezTo>
                  <a:pt x="286988" y="22914"/>
                  <a:pt x="287387" y="22817"/>
                  <a:pt x="287754" y="22711"/>
                </a:cubicBezTo>
                <a:lnTo>
                  <a:pt x="287754" y="25174"/>
                </a:lnTo>
                <a:cubicBezTo>
                  <a:pt x="286939" y="25408"/>
                  <a:pt x="286018" y="25599"/>
                  <a:pt x="284991" y="25746"/>
                </a:cubicBezTo>
                <a:cubicBezTo>
                  <a:pt x="283963" y="25892"/>
                  <a:pt x="282899" y="25966"/>
                  <a:pt x="281797" y="25966"/>
                </a:cubicBezTo>
                <a:cubicBezTo>
                  <a:pt x="280316" y="25966"/>
                  <a:pt x="279042" y="25765"/>
                  <a:pt x="277974" y="25363"/>
                </a:cubicBezTo>
                <a:cubicBezTo>
                  <a:pt x="276906" y="24961"/>
                  <a:pt x="276031" y="24379"/>
                  <a:pt x="275348" y="23615"/>
                </a:cubicBezTo>
                <a:cubicBezTo>
                  <a:pt x="274665" y="22852"/>
                  <a:pt x="274160" y="21916"/>
                  <a:pt x="273833" y="20809"/>
                </a:cubicBezTo>
                <a:cubicBezTo>
                  <a:pt x="273506" y="19701"/>
                  <a:pt x="273342" y="18447"/>
                  <a:pt x="273342" y="17046"/>
                </a:cubicBezTo>
                <a:cubicBezTo>
                  <a:pt x="273342" y="15830"/>
                  <a:pt x="273517" y="14679"/>
                  <a:pt x="273867" y="13594"/>
                </a:cubicBezTo>
                <a:cubicBezTo>
                  <a:pt x="274218" y="12509"/>
                  <a:pt x="274728" y="11557"/>
                  <a:pt x="275400" y="10736"/>
                </a:cubicBezTo>
                <a:cubicBezTo>
                  <a:pt x="276071" y="9915"/>
                  <a:pt x="276895" y="9264"/>
                  <a:pt x="277871" y="8782"/>
                </a:cubicBezTo>
                <a:cubicBezTo>
                  <a:pt x="278846" y="8299"/>
                  <a:pt x="279954" y="8058"/>
                  <a:pt x="281194" y="8058"/>
                </a:cubicBezTo>
                <a:cubicBezTo>
                  <a:pt x="282399" y="8058"/>
                  <a:pt x="283467" y="8248"/>
                  <a:pt x="284397" y="8627"/>
                </a:cubicBezTo>
                <a:cubicBezTo>
                  <a:pt x="285326" y="9005"/>
                  <a:pt x="286110" y="9542"/>
                  <a:pt x="286747" y="10236"/>
                </a:cubicBezTo>
                <a:cubicBezTo>
                  <a:pt x="287384" y="10931"/>
                  <a:pt x="287866" y="11775"/>
                  <a:pt x="288193" y="12768"/>
                </a:cubicBezTo>
                <a:cubicBezTo>
                  <a:pt x="288520" y="13761"/>
                  <a:pt x="288684" y="14871"/>
                  <a:pt x="288684" y="16099"/>
                </a:cubicBezTo>
                <a:moveTo>
                  <a:pt x="285567" y="15669"/>
                </a:moveTo>
                <a:cubicBezTo>
                  <a:pt x="285602" y="14900"/>
                  <a:pt x="285527" y="14197"/>
                  <a:pt x="285344" y="13560"/>
                </a:cubicBezTo>
                <a:cubicBezTo>
                  <a:pt x="285160" y="12923"/>
                  <a:pt x="284876" y="12374"/>
                  <a:pt x="284491" y="11915"/>
                </a:cubicBezTo>
                <a:cubicBezTo>
                  <a:pt x="284107" y="11456"/>
                  <a:pt x="283627" y="11097"/>
                  <a:pt x="283054" y="10839"/>
                </a:cubicBezTo>
                <a:cubicBezTo>
                  <a:pt x="282480" y="10581"/>
                  <a:pt x="281814" y="10452"/>
                  <a:pt x="281056" y="10452"/>
                </a:cubicBezTo>
                <a:cubicBezTo>
                  <a:pt x="280402" y="10452"/>
                  <a:pt x="279805" y="10578"/>
                  <a:pt x="279265" y="10831"/>
                </a:cubicBezTo>
                <a:cubicBezTo>
                  <a:pt x="278726" y="11083"/>
                  <a:pt x="278261" y="11439"/>
                  <a:pt x="277871" y="11898"/>
                </a:cubicBezTo>
                <a:cubicBezTo>
                  <a:pt x="277480" y="12357"/>
                  <a:pt x="277165" y="12908"/>
                  <a:pt x="276924" y="13551"/>
                </a:cubicBezTo>
                <a:cubicBezTo>
                  <a:pt x="276683" y="14194"/>
                  <a:pt x="276533" y="14900"/>
                  <a:pt x="276476" y="15669"/>
                </a:cubicBezTo>
                <a:lnTo>
                  <a:pt x="285567" y="15669"/>
                </a:lnTo>
                <a:close/>
                <a:moveTo>
                  <a:pt x="299649" y="10848"/>
                </a:moveTo>
                <a:lnTo>
                  <a:pt x="294535" y="10848"/>
                </a:lnTo>
                <a:lnTo>
                  <a:pt x="294535" y="8368"/>
                </a:lnTo>
                <a:lnTo>
                  <a:pt x="302679" y="8368"/>
                </a:lnTo>
                <a:lnTo>
                  <a:pt x="302679" y="23159"/>
                </a:lnTo>
                <a:lnTo>
                  <a:pt x="307827" y="23159"/>
                </a:lnTo>
                <a:lnTo>
                  <a:pt x="307827" y="25656"/>
                </a:lnTo>
                <a:lnTo>
                  <a:pt x="293966" y="25656"/>
                </a:lnTo>
                <a:lnTo>
                  <a:pt x="293966" y="23159"/>
                </a:lnTo>
                <a:lnTo>
                  <a:pt x="299649" y="23159"/>
                </a:lnTo>
                <a:lnTo>
                  <a:pt x="299649" y="10848"/>
                </a:lnTo>
                <a:moveTo>
                  <a:pt x="300699" y="1102"/>
                </a:moveTo>
                <a:cubicBezTo>
                  <a:pt x="301032" y="1102"/>
                  <a:pt x="301342" y="1162"/>
                  <a:pt x="301629" y="1283"/>
                </a:cubicBezTo>
                <a:cubicBezTo>
                  <a:pt x="301916" y="1403"/>
                  <a:pt x="302165" y="1573"/>
                  <a:pt x="302378" y="1791"/>
                </a:cubicBezTo>
                <a:cubicBezTo>
                  <a:pt x="302590" y="2009"/>
                  <a:pt x="302756" y="2259"/>
                  <a:pt x="302877" y="2540"/>
                </a:cubicBezTo>
                <a:cubicBezTo>
                  <a:pt x="302998" y="2821"/>
                  <a:pt x="303058" y="3128"/>
                  <a:pt x="303058" y="3461"/>
                </a:cubicBezTo>
                <a:cubicBezTo>
                  <a:pt x="303058" y="3782"/>
                  <a:pt x="302998" y="4087"/>
                  <a:pt x="302877" y="4374"/>
                </a:cubicBezTo>
                <a:cubicBezTo>
                  <a:pt x="302756" y="4661"/>
                  <a:pt x="302590" y="4913"/>
                  <a:pt x="302378" y="5131"/>
                </a:cubicBezTo>
                <a:cubicBezTo>
                  <a:pt x="302165" y="5349"/>
                  <a:pt x="301916" y="5519"/>
                  <a:pt x="301629" y="5639"/>
                </a:cubicBezTo>
                <a:cubicBezTo>
                  <a:pt x="301342" y="5760"/>
                  <a:pt x="301032" y="5820"/>
                  <a:pt x="300699" y="5820"/>
                </a:cubicBezTo>
                <a:cubicBezTo>
                  <a:pt x="300366" y="5820"/>
                  <a:pt x="300056" y="5760"/>
                  <a:pt x="299769" y="5639"/>
                </a:cubicBezTo>
                <a:cubicBezTo>
                  <a:pt x="299482" y="5519"/>
                  <a:pt x="299232" y="5349"/>
                  <a:pt x="299020" y="5131"/>
                </a:cubicBezTo>
                <a:cubicBezTo>
                  <a:pt x="298808" y="4913"/>
                  <a:pt x="298641" y="4661"/>
                  <a:pt x="298521" y="4374"/>
                </a:cubicBezTo>
                <a:cubicBezTo>
                  <a:pt x="298400" y="4087"/>
                  <a:pt x="298340" y="3782"/>
                  <a:pt x="298340" y="3461"/>
                </a:cubicBezTo>
                <a:cubicBezTo>
                  <a:pt x="298340" y="3128"/>
                  <a:pt x="298400" y="2821"/>
                  <a:pt x="298521" y="2540"/>
                </a:cubicBezTo>
                <a:cubicBezTo>
                  <a:pt x="298641" y="2259"/>
                  <a:pt x="298808" y="2009"/>
                  <a:pt x="299020" y="1791"/>
                </a:cubicBezTo>
                <a:cubicBezTo>
                  <a:pt x="299232" y="1573"/>
                  <a:pt x="299482" y="1403"/>
                  <a:pt x="299769" y="1283"/>
                </a:cubicBezTo>
                <a:cubicBezTo>
                  <a:pt x="300056" y="1162"/>
                  <a:pt x="300366" y="1102"/>
                  <a:pt x="300699" y="1102"/>
                </a:cubicBezTo>
                <a:close/>
                <a:moveTo>
                  <a:pt x="324863" y="10813"/>
                </a:moveTo>
                <a:cubicBezTo>
                  <a:pt x="325185" y="11215"/>
                  <a:pt x="325434" y="11683"/>
                  <a:pt x="325612" y="12217"/>
                </a:cubicBezTo>
                <a:cubicBezTo>
                  <a:pt x="325790" y="12750"/>
                  <a:pt x="325879" y="13327"/>
                  <a:pt x="325879" y="13947"/>
                </a:cubicBezTo>
                <a:cubicBezTo>
                  <a:pt x="325879" y="14842"/>
                  <a:pt x="325715" y="15660"/>
                  <a:pt x="325388" y="16401"/>
                </a:cubicBezTo>
                <a:cubicBezTo>
                  <a:pt x="325061" y="17141"/>
                  <a:pt x="324599" y="17775"/>
                  <a:pt x="324002" y="18303"/>
                </a:cubicBezTo>
                <a:cubicBezTo>
                  <a:pt x="323405" y="18831"/>
                  <a:pt x="322691" y="19242"/>
                  <a:pt x="321858" y="19535"/>
                </a:cubicBezTo>
                <a:cubicBezTo>
                  <a:pt x="321026" y="19827"/>
                  <a:pt x="320111" y="19974"/>
                  <a:pt x="319112" y="19974"/>
                </a:cubicBezTo>
                <a:cubicBezTo>
                  <a:pt x="318389" y="19974"/>
                  <a:pt x="317712" y="19896"/>
                  <a:pt x="317080" y="19741"/>
                </a:cubicBezTo>
                <a:cubicBezTo>
                  <a:pt x="316449" y="19586"/>
                  <a:pt x="315950" y="19394"/>
                  <a:pt x="315582" y="19164"/>
                </a:cubicBezTo>
                <a:cubicBezTo>
                  <a:pt x="315364" y="19486"/>
                  <a:pt x="315181" y="19789"/>
                  <a:pt x="315031" y="20075"/>
                </a:cubicBezTo>
                <a:cubicBezTo>
                  <a:pt x="314882" y="20361"/>
                  <a:pt x="314807" y="20680"/>
                  <a:pt x="314807" y="21034"/>
                </a:cubicBezTo>
                <a:cubicBezTo>
                  <a:pt x="314807" y="21468"/>
                  <a:pt x="315017" y="21827"/>
                  <a:pt x="315436" y="22112"/>
                </a:cubicBezTo>
                <a:cubicBezTo>
                  <a:pt x="315855" y="22397"/>
                  <a:pt x="316409" y="22551"/>
                  <a:pt x="317098" y="22574"/>
                </a:cubicBezTo>
                <a:lnTo>
                  <a:pt x="321643" y="22746"/>
                </a:lnTo>
                <a:cubicBezTo>
                  <a:pt x="322504" y="22769"/>
                  <a:pt x="323299" y="22878"/>
                  <a:pt x="324028" y="23074"/>
                </a:cubicBezTo>
                <a:cubicBezTo>
                  <a:pt x="324757" y="23269"/>
                  <a:pt x="325383" y="23551"/>
                  <a:pt x="325905" y="23919"/>
                </a:cubicBezTo>
                <a:cubicBezTo>
                  <a:pt x="326427" y="24287"/>
                  <a:pt x="326835" y="24741"/>
                  <a:pt x="327127" y="25281"/>
                </a:cubicBezTo>
                <a:cubicBezTo>
                  <a:pt x="327420" y="25821"/>
                  <a:pt x="327566" y="26448"/>
                  <a:pt x="327566" y="27161"/>
                </a:cubicBezTo>
                <a:cubicBezTo>
                  <a:pt x="327566" y="27932"/>
                  <a:pt x="327400" y="28662"/>
                  <a:pt x="327067" y="29352"/>
                </a:cubicBezTo>
                <a:cubicBezTo>
                  <a:pt x="326734" y="30042"/>
                  <a:pt x="326221" y="30648"/>
                  <a:pt x="325526" y="31171"/>
                </a:cubicBezTo>
                <a:cubicBezTo>
                  <a:pt x="324832" y="31694"/>
                  <a:pt x="323951" y="32111"/>
                  <a:pt x="322883" y="32422"/>
                </a:cubicBezTo>
                <a:cubicBezTo>
                  <a:pt x="321815" y="32732"/>
                  <a:pt x="320547" y="32888"/>
                  <a:pt x="319078" y="32888"/>
                </a:cubicBezTo>
                <a:cubicBezTo>
                  <a:pt x="317677" y="32888"/>
                  <a:pt x="316486" y="32775"/>
                  <a:pt x="315505" y="32551"/>
                </a:cubicBezTo>
                <a:cubicBezTo>
                  <a:pt x="314523" y="32327"/>
                  <a:pt x="313717" y="32017"/>
                  <a:pt x="313086" y="31620"/>
                </a:cubicBezTo>
                <a:cubicBezTo>
                  <a:pt x="312454" y="31223"/>
                  <a:pt x="311995" y="30752"/>
                  <a:pt x="311708" y="30205"/>
                </a:cubicBezTo>
                <a:cubicBezTo>
                  <a:pt x="311421" y="29659"/>
                  <a:pt x="311278" y="29059"/>
                  <a:pt x="311278" y="28403"/>
                </a:cubicBezTo>
                <a:cubicBezTo>
                  <a:pt x="311278" y="27564"/>
                  <a:pt x="311473" y="26828"/>
                  <a:pt x="311863" y="26195"/>
                </a:cubicBezTo>
                <a:cubicBezTo>
                  <a:pt x="312253" y="25563"/>
                  <a:pt x="312856" y="24954"/>
                  <a:pt x="313671" y="24368"/>
                </a:cubicBezTo>
                <a:cubicBezTo>
                  <a:pt x="313373" y="24230"/>
                  <a:pt x="313114" y="24058"/>
                  <a:pt x="312896" y="23852"/>
                </a:cubicBezTo>
                <a:cubicBezTo>
                  <a:pt x="312678" y="23646"/>
                  <a:pt x="312500" y="23420"/>
                  <a:pt x="312362" y="23174"/>
                </a:cubicBezTo>
                <a:cubicBezTo>
                  <a:pt x="312225" y="22927"/>
                  <a:pt x="312121" y="22667"/>
                  <a:pt x="312052" y="22392"/>
                </a:cubicBezTo>
                <a:cubicBezTo>
                  <a:pt x="311984" y="22117"/>
                  <a:pt x="311949" y="21847"/>
                  <a:pt x="311949" y="21584"/>
                </a:cubicBezTo>
                <a:cubicBezTo>
                  <a:pt x="311949" y="20839"/>
                  <a:pt x="312124" y="20158"/>
                  <a:pt x="312474" y="19539"/>
                </a:cubicBezTo>
                <a:cubicBezTo>
                  <a:pt x="312824" y="18921"/>
                  <a:pt x="313241" y="18337"/>
                  <a:pt x="313723" y="17787"/>
                </a:cubicBezTo>
                <a:cubicBezTo>
                  <a:pt x="313505" y="17523"/>
                  <a:pt x="313312" y="17265"/>
                  <a:pt x="313146" y="17012"/>
                </a:cubicBezTo>
                <a:cubicBezTo>
                  <a:pt x="312979" y="16759"/>
                  <a:pt x="312836" y="16487"/>
                  <a:pt x="312715" y="16194"/>
                </a:cubicBezTo>
                <a:cubicBezTo>
                  <a:pt x="312595" y="15901"/>
                  <a:pt x="312503" y="15586"/>
                  <a:pt x="312440" y="15247"/>
                </a:cubicBezTo>
                <a:cubicBezTo>
                  <a:pt x="312377" y="14908"/>
                  <a:pt x="312345" y="14521"/>
                  <a:pt x="312345" y="14085"/>
                </a:cubicBezTo>
                <a:cubicBezTo>
                  <a:pt x="312345" y="13189"/>
                  <a:pt x="312509" y="12372"/>
                  <a:pt x="312836" y="11631"/>
                </a:cubicBezTo>
                <a:cubicBezTo>
                  <a:pt x="313163" y="10891"/>
                  <a:pt x="313622" y="10257"/>
                  <a:pt x="314213" y="9729"/>
                </a:cubicBezTo>
                <a:cubicBezTo>
                  <a:pt x="314805" y="9200"/>
                  <a:pt x="315516" y="8790"/>
                  <a:pt x="316349" y="8497"/>
                </a:cubicBezTo>
                <a:cubicBezTo>
                  <a:pt x="317181" y="8205"/>
                  <a:pt x="318102" y="8058"/>
                  <a:pt x="319112" y="8058"/>
                </a:cubicBezTo>
                <a:cubicBezTo>
                  <a:pt x="319537" y="8058"/>
                  <a:pt x="319944" y="8087"/>
                  <a:pt x="320335" y="8144"/>
                </a:cubicBezTo>
                <a:cubicBezTo>
                  <a:pt x="320725" y="8202"/>
                  <a:pt x="321069" y="8276"/>
                  <a:pt x="321368" y="8368"/>
                </a:cubicBezTo>
                <a:lnTo>
                  <a:pt x="327635" y="8368"/>
                </a:lnTo>
                <a:lnTo>
                  <a:pt x="327635" y="10813"/>
                </a:lnTo>
                <a:lnTo>
                  <a:pt x="324863" y="10813"/>
                </a:lnTo>
                <a:moveTo>
                  <a:pt x="314463" y="28145"/>
                </a:moveTo>
                <a:cubicBezTo>
                  <a:pt x="314463" y="28962"/>
                  <a:pt x="314888" y="29558"/>
                  <a:pt x="315737" y="29932"/>
                </a:cubicBezTo>
                <a:cubicBezTo>
                  <a:pt x="316587" y="30307"/>
                  <a:pt x="317769" y="30494"/>
                  <a:pt x="319284" y="30494"/>
                </a:cubicBezTo>
                <a:cubicBezTo>
                  <a:pt x="320237" y="30494"/>
                  <a:pt x="321038" y="30408"/>
                  <a:pt x="321686" y="30235"/>
                </a:cubicBezTo>
                <a:cubicBezTo>
                  <a:pt x="322335" y="30062"/>
                  <a:pt x="322857" y="29835"/>
                  <a:pt x="323253" y="29553"/>
                </a:cubicBezTo>
                <a:cubicBezTo>
                  <a:pt x="323649" y="29270"/>
                  <a:pt x="323933" y="28948"/>
                  <a:pt x="324106" y="28585"/>
                </a:cubicBezTo>
                <a:cubicBezTo>
                  <a:pt x="324278" y="28222"/>
                  <a:pt x="324364" y="27851"/>
                  <a:pt x="324364" y="27471"/>
                </a:cubicBezTo>
                <a:cubicBezTo>
                  <a:pt x="324364" y="26768"/>
                  <a:pt x="324077" y="26250"/>
                  <a:pt x="323503" y="25916"/>
                </a:cubicBezTo>
                <a:cubicBezTo>
                  <a:pt x="322929" y="25582"/>
                  <a:pt x="322051" y="25386"/>
                  <a:pt x="320868" y="25329"/>
                </a:cubicBezTo>
                <a:lnTo>
                  <a:pt x="316357" y="25174"/>
                </a:lnTo>
                <a:cubicBezTo>
                  <a:pt x="315978" y="25427"/>
                  <a:pt x="315666" y="25674"/>
                  <a:pt x="315419" y="25916"/>
                </a:cubicBezTo>
                <a:cubicBezTo>
                  <a:pt x="315172" y="26158"/>
                  <a:pt x="314980" y="26403"/>
                  <a:pt x="314842" y="26651"/>
                </a:cubicBezTo>
                <a:cubicBezTo>
                  <a:pt x="314704" y="26898"/>
                  <a:pt x="314607" y="27146"/>
                  <a:pt x="314549" y="27393"/>
                </a:cubicBezTo>
                <a:cubicBezTo>
                  <a:pt x="314492" y="27641"/>
                  <a:pt x="314463" y="27892"/>
                  <a:pt x="314463" y="28145"/>
                </a:cubicBezTo>
                <a:moveTo>
                  <a:pt x="315376" y="14016"/>
                </a:moveTo>
                <a:cubicBezTo>
                  <a:pt x="315376" y="14567"/>
                  <a:pt x="315468" y="15072"/>
                  <a:pt x="315651" y="15531"/>
                </a:cubicBezTo>
                <a:cubicBezTo>
                  <a:pt x="315835" y="15990"/>
                  <a:pt x="316093" y="16381"/>
                  <a:pt x="316426" y="16702"/>
                </a:cubicBezTo>
                <a:cubicBezTo>
                  <a:pt x="316759" y="17023"/>
                  <a:pt x="317152" y="17273"/>
                  <a:pt x="317605" y="17451"/>
                </a:cubicBezTo>
                <a:cubicBezTo>
                  <a:pt x="318059" y="17629"/>
                  <a:pt x="318561" y="17718"/>
                  <a:pt x="319112" y="17718"/>
                </a:cubicBezTo>
                <a:cubicBezTo>
                  <a:pt x="319709" y="17718"/>
                  <a:pt x="320240" y="17618"/>
                  <a:pt x="320705" y="17417"/>
                </a:cubicBezTo>
                <a:cubicBezTo>
                  <a:pt x="321170" y="17216"/>
                  <a:pt x="321560" y="16943"/>
                  <a:pt x="321876" y="16599"/>
                </a:cubicBezTo>
                <a:cubicBezTo>
                  <a:pt x="322191" y="16254"/>
                  <a:pt x="322432" y="15858"/>
                  <a:pt x="322599" y="15411"/>
                </a:cubicBezTo>
                <a:cubicBezTo>
                  <a:pt x="322765" y="14963"/>
                  <a:pt x="322849" y="14498"/>
                  <a:pt x="322849" y="14016"/>
                </a:cubicBezTo>
                <a:cubicBezTo>
                  <a:pt x="322849" y="13465"/>
                  <a:pt x="322757" y="12960"/>
                  <a:pt x="322573" y="12501"/>
                </a:cubicBezTo>
                <a:cubicBezTo>
                  <a:pt x="322389" y="12042"/>
                  <a:pt x="322131" y="11651"/>
                  <a:pt x="321798" y="11330"/>
                </a:cubicBezTo>
                <a:cubicBezTo>
                  <a:pt x="321465" y="11008"/>
                  <a:pt x="321072" y="10759"/>
                  <a:pt x="320619" y="10581"/>
                </a:cubicBezTo>
                <a:cubicBezTo>
                  <a:pt x="320165" y="10403"/>
                  <a:pt x="319663" y="10314"/>
                  <a:pt x="319112" y="10314"/>
                </a:cubicBezTo>
                <a:cubicBezTo>
                  <a:pt x="318515" y="10314"/>
                  <a:pt x="317984" y="10417"/>
                  <a:pt x="317519" y="10624"/>
                </a:cubicBezTo>
                <a:cubicBezTo>
                  <a:pt x="317054" y="10831"/>
                  <a:pt x="316664" y="11103"/>
                  <a:pt x="316349" y="11442"/>
                </a:cubicBezTo>
                <a:cubicBezTo>
                  <a:pt x="316033" y="11780"/>
                  <a:pt x="315792" y="12174"/>
                  <a:pt x="315625" y="12621"/>
                </a:cubicBezTo>
                <a:cubicBezTo>
                  <a:pt x="315459" y="13069"/>
                  <a:pt x="315376" y="13534"/>
                  <a:pt x="315376" y="14016"/>
                </a:cubicBezTo>
                <a:close/>
                <a:moveTo>
                  <a:pt x="345987" y="25656"/>
                </a:moveTo>
                <a:lnTo>
                  <a:pt x="342991" y="25656"/>
                </a:lnTo>
                <a:lnTo>
                  <a:pt x="342991" y="14619"/>
                </a:lnTo>
                <a:cubicBezTo>
                  <a:pt x="342991" y="13287"/>
                  <a:pt x="342741" y="12291"/>
                  <a:pt x="342242" y="11631"/>
                </a:cubicBezTo>
                <a:cubicBezTo>
                  <a:pt x="341742" y="10971"/>
                  <a:pt x="341028" y="10641"/>
                  <a:pt x="340098" y="10641"/>
                </a:cubicBezTo>
                <a:cubicBezTo>
                  <a:pt x="339696" y="10641"/>
                  <a:pt x="339320" y="10696"/>
                  <a:pt x="338970" y="10805"/>
                </a:cubicBezTo>
                <a:cubicBezTo>
                  <a:pt x="338620" y="10914"/>
                  <a:pt x="338256" y="11103"/>
                  <a:pt x="337877" y="11373"/>
                </a:cubicBezTo>
                <a:cubicBezTo>
                  <a:pt x="337498" y="11643"/>
                  <a:pt x="337085" y="12007"/>
                  <a:pt x="336637" y="12466"/>
                </a:cubicBezTo>
                <a:cubicBezTo>
                  <a:pt x="336189" y="12925"/>
                  <a:pt x="335673" y="13499"/>
                  <a:pt x="335087" y="14188"/>
                </a:cubicBezTo>
                <a:lnTo>
                  <a:pt x="335087" y="25656"/>
                </a:lnTo>
                <a:lnTo>
                  <a:pt x="332091" y="25656"/>
                </a:lnTo>
                <a:lnTo>
                  <a:pt x="332091" y="1309"/>
                </a:lnTo>
                <a:lnTo>
                  <a:pt x="335087" y="1309"/>
                </a:lnTo>
                <a:lnTo>
                  <a:pt x="335087" y="8363"/>
                </a:lnTo>
                <a:lnTo>
                  <a:pt x="334984" y="11089"/>
                </a:lnTo>
                <a:cubicBezTo>
                  <a:pt x="335455" y="10526"/>
                  <a:pt x="335917" y="10053"/>
                  <a:pt x="336370" y="9668"/>
                </a:cubicBezTo>
                <a:cubicBezTo>
                  <a:pt x="336824" y="9284"/>
                  <a:pt x="337277" y="8971"/>
                  <a:pt x="337730" y="8730"/>
                </a:cubicBezTo>
                <a:cubicBezTo>
                  <a:pt x="338184" y="8489"/>
                  <a:pt x="338646" y="8317"/>
                  <a:pt x="339117" y="8213"/>
                </a:cubicBezTo>
                <a:cubicBezTo>
                  <a:pt x="339587" y="8110"/>
                  <a:pt x="340075" y="8058"/>
                  <a:pt x="340580" y="8058"/>
                </a:cubicBezTo>
                <a:cubicBezTo>
                  <a:pt x="342302" y="8058"/>
                  <a:pt x="343634" y="8583"/>
                  <a:pt x="344575" y="9634"/>
                </a:cubicBezTo>
                <a:cubicBezTo>
                  <a:pt x="345516" y="10684"/>
                  <a:pt x="345987" y="12265"/>
                  <a:pt x="345987" y="14378"/>
                </a:cubicBezTo>
                <a:lnTo>
                  <a:pt x="345987" y="25656"/>
                </a:lnTo>
                <a:close/>
                <a:moveTo>
                  <a:pt x="365698" y="25397"/>
                </a:moveTo>
                <a:cubicBezTo>
                  <a:pt x="365021" y="25576"/>
                  <a:pt x="364321" y="25703"/>
                  <a:pt x="363598" y="25781"/>
                </a:cubicBezTo>
                <a:cubicBezTo>
                  <a:pt x="362874" y="25858"/>
                  <a:pt x="362140" y="25897"/>
                  <a:pt x="361394" y="25897"/>
                </a:cubicBezTo>
                <a:cubicBezTo>
                  <a:pt x="359224" y="25897"/>
                  <a:pt x="357606" y="25406"/>
                  <a:pt x="356538" y="24425"/>
                </a:cubicBezTo>
                <a:cubicBezTo>
                  <a:pt x="355470" y="23443"/>
                  <a:pt x="354937" y="21937"/>
                  <a:pt x="354937" y="19905"/>
                </a:cubicBezTo>
                <a:lnTo>
                  <a:pt x="354937" y="10882"/>
                </a:lnTo>
                <a:lnTo>
                  <a:pt x="350098" y="10882"/>
                </a:lnTo>
                <a:lnTo>
                  <a:pt x="350098" y="8368"/>
                </a:lnTo>
                <a:lnTo>
                  <a:pt x="354937" y="8368"/>
                </a:lnTo>
                <a:lnTo>
                  <a:pt x="354937" y="3601"/>
                </a:lnTo>
                <a:lnTo>
                  <a:pt x="357933" y="2824"/>
                </a:lnTo>
                <a:lnTo>
                  <a:pt x="357933" y="8368"/>
                </a:lnTo>
                <a:lnTo>
                  <a:pt x="365698" y="8368"/>
                </a:lnTo>
                <a:lnTo>
                  <a:pt x="365698" y="10882"/>
                </a:lnTo>
                <a:lnTo>
                  <a:pt x="357933" y="10882"/>
                </a:lnTo>
                <a:lnTo>
                  <a:pt x="357933" y="19664"/>
                </a:lnTo>
                <a:cubicBezTo>
                  <a:pt x="357933" y="20903"/>
                  <a:pt x="358263" y="21830"/>
                  <a:pt x="358923" y="22444"/>
                </a:cubicBezTo>
                <a:cubicBezTo>
                  <a:pt x="359583" y="23059"/>
                  <a:pt x="360556" y="23366"/>
                  <a:pt x="361841" y="23366"/>
                </a:cubicBezTo>
                <a:cubicBezTo>
                  <a:pt x="362392" y="23366"/>
                  <a:pt x="362995" y="23321"/>
                  <a:pt x="363649" y="23233"/>
                </a:cubicBezTo>
                <a:cubicBezTo>
                  <a:pt x="364304" y="23144"/>
                  <a:pt x="364987" y="23004"/>
                  <a:pt x="365698" y="22815"/>
                </a:cubicBezTo>
                <a:lnTo>
                  <a:pt x="365698" y="25397"/>
                </a:lnTo>
                <a:close/>
                <a:moveTo>
                  <a:pt x="404952" y="14533"/>
                </a:moveTo>
                <a:lnTo>
                  <a:pt x="390144" y="14533"/>
                </a:lnTo>
                <a:lnTo>
                  <a:pt x="390144" y="12001"/>
                </a:lnTo>
                <a:lnTo>
                  <a:pt x="404952" y="12001"/>
                </a:lnTo>
                <a:lnTo>
                  <a:pt x="404952" y="14533"/>
                </a:lnTo>
                <a:moveTo>
                  <a:pt x="404952" y="20542"/>
                </a:moveTo>
                <a:lnTo>
                  <a:pt x="390144" y="20542"/>
                </a:lnTo>
                <a:lnTo>
                  <a:pt x="390144" y="18011"/>
                </a:lnTo>
                <a:lnTo>
                  <a:pt x="404952" y="18011"/>
                </a:lnTo>
                <a:lnTo>
                  <a:pt x="404952" y="20542"/>
                </a:lnTo>
                <a:close/>
                <a:moveTo>
                  <a:pt x="442470" y="10813"/>
                </a:moveTo>
                <a:cubicBezTo>
                  <a:pt x="442792" y="11215"/>
                  <a:pt x="443042" y="11683"/>
                  <a:pt x="443219" y="12217"/>
                </a:cubicBezTo>
                <a:cubicBezTo>
                  <a:pt x="443397" y="12750"/>
                  <a:pt x="443486" y="13327"/>
                  <a:pt x="443486" y="13947"/>
                </a:cubicBezTo>
                <a:cubicBezTo>
                  <a:pt x="443486" y="14842"/>
                  <a:pt x="443323" y="15660"/>
                  <a:pt x="442996" y="16401"/>
                </a:cubicBezTo>
                <a:cubicBezTo>
                  <a:pt x="442668" y="17141"/>
                  <a:pt x="442206" y="17775"/>
                  <a:pt x="441609" y="18303"/>
                </a:cubicBezTo>
                <a:cubicBezTo>
                  <a:pt x="441013" y="18831"/>
                  <a:pt x="440298" y="19242"/>
                  <a:pt x="439466" y="19535"/>
                </a:cubicBezTo>
                <a:cubicBezTo>
                  <a:pt x="438634" y="19827"/>
                  <a:pt x="437718" y="19974"/>
                  <a:pt x="436719" y="19974"/>
                </a:cubicBezTo>
                <a:cubicBezTo>
                  <a:pt x="435996" y="19974"/>
                  <a:pt x="435319" y="19896"/>
                  <a:pt x="434688" y="19741"/>
                </a:cubicBezTo>
                <a:cubicBezTo>
                  <a:pt x="434056" y="19586"/>
                  <a:pt x="433557" y="19394"/>
                  <a:pt x="433190" y="19164"/>
                </a:cubicBezTo>
                <a:cubicBezTo>
                  <a:pt x="432971" y="19486"/>
                  <a:pt x="432788" y="19789"/>
                  <a:pt x="432639" y="20075"/>
                </a:cubicBezTo>
                <a:cubicBezTo>
                  <a:pt x="432489" y="20361"/>
                  <a:pt x="432415" y="20680"/>
                  <a:pt x="432415" y="21034"/>
                </a:cubicBezTo>
                <a:cubicBezTo>
                  <a:pt x="432415" y="21468"/>
                  <a:pt x="432624" y="21827"/>
                  <a:pt x="433043" y="22112"/>
                </a:cubicBezTo>
                <a:cubicBezTo>
                  <a:pt x="433462" y="22397"/>
                  <a:pt x="434016" y="22551"/>
                  <a:pt x="434705" y="22574"/>
                </a:cubicBezTo>
                <a:lnTo>
                  <a:pt x="439251" y="22746"/>
                </a:lnTo>
                <a:cubicBezTo>
                  <a:pt x="440111" y="22769"/>
                  <a:pt x="440906" y="22878"/>
                  <a:pt x="441635" y="23074"/>
                </a:cubicBezTo>
                <a:cubicBezTo>
                  <a:pt x="442364" y="23269"/>
                  <a:pt x="442990" y="23551"/>
                  <a:pt x="443512" y="23919"/>
                </a:cubicBezTo>
                <a:cubicBezTo>
                  <a:pt x="444034" y="24287"/>
                  <a:pt x="444442" y="24741"/>
                  <a:pt x="444735" y="25281"/>
                </a:cubicBezTo>
                <a:cubicBezTo>
                  <a:pt x="445027" y="25821"/>
                  <a:pt x="445174" y="26448"/>
                  <a:pt x="445174" y="27161"/>
                </a:cubicBezTo>
                <a:cubicBezTo>
                  <a:pt x="445174" y="27932"/>
                  <a:pt x="445007" y="28662"/>
                  <a:pt x="444674" y="29352"/>
                </a:cubicBezTo>
                <a:cubicBezTo>
                  <a:pt x="444342" y="30042"/>
                  <a:pt x="443828" y="30648"/>
                  <a:pt x="443133" y="31171"/>
                </a:cubicBezTo>
                <a:cubicBezTo>
                  <a:pt x="442439" y="31694"/>
                  <a:pt x="441558" y="32111"/>
                  <a:pt x="440490" y="32422"/>
                </a:cubicBezTo>
                <a:cubicBezTo>
                  <a:pt x="439423" y="32732"/>
                  <a:pt x="438154" y="32888"/>
                  <a:pt x="436685" y="32888"/>
                </a:cubicBezTo>
                <a:cubicBezTo>
                  <a:pt x="435285" y="32888"/>
                  <a:pt x="434094" y="32775"/>
                  <a:pt x="433112" y="32551"/>
                </a:cubicBezTo>
                <a:cubicBezTo>
                  <a:pt x="432131" y="32327"/>
                  <a:pt x="431324" y="32017"/>
                  <a:pt x="430693" y="31620"/>
                </a:cubicBezTo>
                <a:cubicBezTo>
                  <a:pt x="430062" y="31223"/>
                  <a:pt x="429602" y="30752"/>
                  <a:pt x="429315" y="30205"/>
                </a:cubicBezTo>
                <a:cubicBezTo>
                  <a:pt x="429028" y="29659"/>
                  <a:pt x="428885" y="29059"/>
                  <a:pt x="428885" y="28403"/>
                </a:cubicBezTo>
                <a:cubicBezTo>
                  <a:pt x="428885" y="27564"/>
                  <a:pt x="429080" y="26828"/>
                  <a:pt x="429470" y="26195"/>
                </a:cubicBezTo>
                <a:cubicBezTo>
                  <a:pt x="429861" y="25563"/>
                  <a:pt x="430463" y="24954"/>
                  <a:pt x="431278" y="24368"/>
                </a:cubicBezTo>
                <a:cubicBezTo>
                  <a:pt x="430980" y="24230"/>
                  <a:pt x="430722" y="24058"/>
                  <a:pt x="430503" y="23852"/>
                </a:cubicBezTo>
                <a:cubicBezTo>
                  <a:pt x="430285" y="23646"/>
                  <a:pt x="430107" y="23420"/>
                  <a:pt x="429970" y="23174"/>
                </a:cubicBezTo>
                <a:cubicBezTo>
                  <a:pt x="429832" y="22927"/>
                  <a:pt x="429729" y="22667"/>
                  <a:pt x="429660" y="22392"/>
                </a:cubicBezTo>
                <a:cubicBezTo>
                  <a:pt x="429591" y="22117"/>
                  <a:pt x="429556" y="21847"/>
                  <a:pt x="429556" y="21584"/>
                </a:cubicBezTo>
                <a:cubicBezTo>
                  <a:pt x="429556" y="20839"/>
                  <a:pt x="429731" y="20158"/>
                  <a:pt x="430082" y="19539"/>
                </a:cubicBezTo>
                <a:cubicBezTo>
                  <a:pt x="430432" y="18921"/>
                  <a:pt x="430848" y="18337"/>
                  <a:pt x="431330" y="17787"/>
                </a:cubicBezTo>
                <a:cubicBezTo>
                  <a:pt x="431112" y="17523"/>
                  <a:pt x="430920" y="17265"/>
                  <a:pt x="430753" y="17012"/>
                </a:cubicBezTo>
                <a:cubicBezTo>
                  <a:pt x="430587" y="16759"/>
                  <a:pt x="430443" y="16487"/>
                  <a:pt x="430323" y="16194"/>
                </a:cubicBezTo>
                <a:cubicBezTo>
                  <a:pt x="430202" y="15901"/>
                  <a:pt x="430110" y="15586"/>
                  <a:pt x="430047" y="15247"/>
                </a:cubicBezTo>
                <a:cubicBezTo>
                  <a:pt x="429984" y="14908"/>
                  <a:pt x="429952" y="14521"/>
                  <a:pt x="429952" y="14085"/>
                </a:cubicBezTo>
                <a:cubicBezTo>
                  <a:pt x="429952" y="13189"/>
                  <a:pt x="430116" y="12372"/>
                  <a:pt x="430443" y="11631"/>
                </a:cubicBezTo>
                <a:cubicBezTo>
                  <a:pt x="430770" y="10891"/>
                  <a:pt x="431230" y="10257"/>
                  <a:pt x="431821" y="9729"/>
                </a:cubicBezTo>
                <a:cubicBezTo>
                  <a:pt x="432412" y="9200"/>
                  <a:pt x="433124" y="8790"/>
                  <a:pt x="433956" y="8497"/>
                </a:cubicBezTo>
                <a:cubicBezTo>
                  <a:pt x="434788" y="8205"/>
                  <a:pt x="435709" y="8058"/>
                  <a:pt x="436719" y="8058"/>
                </a:cubicBezTo>
                <a:cubicBezTo>
                  <a:pt x="437144" y="8058"/>
                  <a:pt x="437552" y="8087"/>
                  <a:pt x="437942" y="8144"/>
                </a:cubicBezTo>
                <a:cubicBezTo>
                  <a:pt x="438332" y="8202"/>
                  <a:pt x="438677" y="8276"/>
                  <a:pt x="438975" y="8368"/>
                </a:cubicBezTo>
                <a:lnTo>
                  <a:pt x="445243" y="8368"/>
                </a:lnTo>
                <a:lnTo>
                  <a:pt x="445243" y="10813"/>
                </a:lnTo>
                <a:lnTo>
                  <a:pt x="442470" y="10813"/>
                </a:lnTo>
                <a:moveTo>
                  <a:pt x="432070" y="28145"/>
                </a:moveTo>
                <a:cubicBezTo>
                  <a:pt x="432070" y="28962"/>
                  <a:pt x="432495" y="29558"/>
                  <a:pt x="433345" y="29932"/>
                </a:cubicBezTo>
                <a:cubicBezTo>
                  <a:pt x="434194" y="30307"/>
                  <a:pt x="435376" y="30494"/>
                  <a:pt x="436892" y="30494"/>
                </a:cubicBezTo>
                <a:cubicBezTo>
                  <a:pt x="437844" y="30494"/>
                  <a:pt x="438645" y="30408"/>
                  <a:pt x="439294" y="30235"/>
                </a:cubicBezTo>
                <a:cubicBezTo>
                  <a:pt x="439942" y="30062"/>
                  <a:pt x="440464" y="29835"/>
                  <a:pt x="440860" y="29553"/>
                </a:cubicBezTo>
                <a:cubicBezTo>
                  <a:pt x="441257" y="29270"/>
                  <a:pt x="441541" y="28948"/>
                  <a:pt x="441713" y="28585"/>
                </a:cubicBezTo>
                <a:cubicBezTo>
                  <a:pt x="441885" y="28222"/>
                  <a:pt x="441971" y="27851"/>
                  <a:pt x="441971" y="27471"/>
                </a:cubicBezTo>
                <a:cubicBezTo>
                  <a:pt x="441971" y="26768"/>
                  <a:pt x="441684" y="26250"/>
                  <a:pt x="441110" y="25916"/>
                </a:cubicBezTo>
                <a:cubicBezTo>
                  <a:pt x="440536" y="25582"/>
                  <a:pt x="439658" y="25386"/>
                  <a:pt x="438476" y="25329"/>
                </a:cubicBezTo>
                <a:lnTo>
                  <a:pt x="433964" y="25174"/>
                </a:lnTo>
                <a:cubicBezTo>
                  <a:pt x="433586" y="25427"/>
                  <a:pt x="433273" y="25674"/>
                  <a:pt x="433026" y="25916"/>
                </a:cubicBezTo>
                <a:cubicBezTo>
                  <a:pt x="432779" y="26158"/>
                  <a:pt x="432587" y="26403"/>
                  <a:pt x="432449" y="26651"/>
                </a:cubicBezTo>
                <a:cubicBezTo>
                  <a:pt x="432311" y="26898"/>
                  <a:pt x="432214" y="27146"/>
                  <a:pt x="432156" y="27393"/>
                </a:cubicBezTo>
                <a:cubicBezTo>
                  <a:pt x="432099" y="27641"/>
                  <a:pt x="432070" y="27892"/>
                  <a:pt x="432070" y="28145"/>
                </a:cubicBezTo>
                <a:moveTo>
                  <a:pt x="432983" y="14016"/>
                </a:moveTo>
                <a:cubicBezTo>
                  <a:pt x="432983" y="14567"/>
                  <a:pt x="433075" y="15072"/>
                  <a:pt x="433258" y="15531"/>
                </a:cubicBezTo>
                <a:cubicBezTo>
                  <a:pt x="433442" y="15990"/>
                  <a:pt x="433700" y="16381"/>
                  <a:pt x="434033" y="16702"/>
                </a:cubicBezTo>
                <a:cubicBezTo>
                  <a:pt x="434366" y="17023"/>
                  <a:pt x="434759" y="17273"/>
                  <a:pt x="435213" y="17451"/>
                </a:cubicBezTo>
                <a:cubicBezTo>
                  <a:pt x="435666" y="17629"/>
                  <a:pt x="436168" y="17718"/>
                  <a:pt x="436719" y="17718"/>
                </a:cubicBezTo>
                <a:cubicBezTo>
                  <a:pt x="437316" y="17718"/>
                  <a:pt x="437847" y="17618"/>
                  <a:pt x="438312" y="17417"/>
                </a:cubicBezTo>
                <a:cubicBezTo>
                  <a:pt x="438777" y="17216"/>
                  <a:pt x="439167" y="16943"/>
                  <a:pt x="439483" y="16599"/>
                </a:cubicBezTo>
                <a:cubicBezTo>
                  <a:pt x="439799" y="16254"/>
                  <a:pt x="440040" y="15858"/>
                  <a:pt x="440206" y="15411"/>
                </a:cubicBezTo>
                <a:cubicBezTo>
                  <a:pt x="440373" y="14963"/>
                  <a:pt x="440456" y="14498"/>
                  <a:pt x="440456" y="14016"/>
                </a:cubicBezTo>
                <a:cubicBezTo>
                  <a:pt x="440456" y="13465"/>
                  <a:pt x="440364" y="12960"/>
                  <a:pt x="440180" y="12501"/>
                </a:cubicBezTo>
                <a:cubicBezTo>
                  <a:pt x="439997" y="12042"/>
                  <a:pt x="439738" y="11651"/>
                  <a:pt x="439406" y="11330"/>
                </a:cubicBezTo>
                <a:cubicBezTo>
                  <a:pt x="439073" y="11008"/>
                  <a:pt x="438679" y="10759"/>
                  <a:pt x="438226" y="10581"/>
                </a:cubicBezTo>
                <a:cubicBezTo>
                  <a:pt x="437773" y="10403"/>
                  <a:pt x="437270" y="10314"/>
                  <a:pt x="436719" y="10314"/>
                </a:cubicBezTo>
                <a:cubicBezTo>
                  <a:pt x="436122" y="10314"/>
                  <a:pt x="435592" y="10417"/>
                  <a:pt x="435127" y="10624"/>
                </a:cubicBezTo>
                <a:cubicBezTo>
                  <a:pt x="434662" y="10831"/>
                  <a:pt x="434271" y="11103"/>
                  <a:pt x="433956" y="11442"/>
                </a:cubicBezTo>
                <a:cubicBezTo>
                  <a:pt x="433640" y="11780"/>
                  <a:pt x="433399" y="12174"/>
                  <a:pt x="433233" y="12621"/>
                </a:cubicBezTo>
                <a:cubicBezTo>
                  <a:pt x="433066" y="13069"/>
                  <a:pt x="432983" y="13534"/>
                  <a:pt x="432983" y="14016"/>
                </a:cubicBezTo>
                <a:close/>
                <a:moveTo>
                  <a:pt x="464300" y="16099"/>
                </a:moveTo>
                <a:cubicBezTo>
                  <a:pt x="464300" y="16524"/>
                  <a:pt x="464294" y="16880"/>
                  <a:pt x="464283" y="17167"/>
                </a:cubicBezTo>
                <a:cubicBezTo>
                  <a:pt x="464271" y="17454"/>
                  <a:pt x="464254" y="17724"/>
                  <a:pt x="464231" y="17976"/>
                </a:cubicBezTo>
                <a:lnTo>
                  <a:pt x="452092" y="17976"/>
                </a:lnTo>
                <a:cubicBezTo>
                  <a:pt x="452092" y="19744"/>
                  <a:pt x="452586" y="21101"/>
                  <a:pt x="453573" y="22048"/>
                </a:cubicBezTo>
                <a:cubicBezTo>
                  <a:pt x="454560" y="22995"/>
                  <a:pt x="455983" y="23469"/>
                  <a:pt x="457843" y="23469"/>
                </a:cubicBezTo>
                <a:cubicBezTo>
                  <a:pt x="458348" y="23469"/>
                  <a:pt x="458853" y="23449"/>
                  <a:pt x="459358" y="23408"/>
                </a:cubicBezTo>
                <a:cubicBezTo>
                  <a:pt x="459863" y="23366"/>
                  <a:pt x="460351" y="23311"/>
                  <a:pt x="460822" y="23240"/>
                </a:cubicBezTo>
                <a:cubicBezTo>
                  <a:pt x="461293" y="23170"/>
                  <a:pt x="461743" y="23090"/>
                  <a:pt x="462174" y="23002"/>
                </a:cubicBezTo>
                <a:cubicBezTo>
                  <a:pt x="462604" y="22914"/>
                  <a:pt x="463003" y="22817"/>
                  <a:pt x="463370" y="22711"/>
                </a:cubicBezTo>
                <a:lnTo>
                  <a:pt x="463370" y="25174"/>
                </a:lnTo>
                <a:cubicBezTo>
                  <a:pt x="462555" y="25408"/>
                  <a:pt x="461634" y="25599"/>
                  <a:pt x="460607" y="25746"/>
                </a:cubicBezTo>
                <a:cubicBezTo>
                  <a:pt x="459579" y="25892"/>
                  <a:pt x="458515" y="25966"/>
                  <a:pt x="457413" y="25966"/>
                </a:cubicBezTo>
                <a:cubicBezTo>
                  <a:pt x="455932" y="25966"/>
                  <a:pt x="454658" y="25765"/>
                  <a:pt x="453590" y="25363"/>
                </a:cubicBezTo>
                <a:cubicBezTo>
                  <a:pt x="452523" y="24961"/>
                  <a:pt x="451647" y="24379"/>
                  <a:pt x="450964" y="23615"/>
                </a:cubicBezTo>
                <a:cubicBezTo>
                  <a:pt x="450281" y="22852"/>
                  <a:pt x="449776" y="21916"/>
                  <a:pt x="449449" y="20809"/>
                </a:cubicBezTo>
                <a:cubicBezTo>
                  <a:pt x="449122" y="19701"/>
                  <a:pt x="448958" y="18447"/>
                  <a:pt x="448958" y="17046"/>
                </a:cubicBezTo>
                <a:cubicBezTo>
                  <a:pt x="448958" y="15830"/>
                  <a:pt x="449133" y="14679"/>
                  <a:pt x="449483" y="13594"/>
                </a:cubicBezTo>
                <a:cubicBezTo>
                  <a:pt x="449834" y="12509"/>
                  <a:pt x="450344" y="11557"/>
                  <a:pt x="451016" y="10736"/>
                </a:cubicBezTo>
                <a:cubicBezTo>
                  <a:pt x="451687" y="9915"/>
                  <a:pt x="452511" y="9264"/>
                  <a:pt x="453487" y="8782"/>
                </a:cubicBezTo>
                <a:cubicBezTo>
                  <a:pt x="454462" y="8299"/>
                  <a:pt x="455570" y="8058"/>
                  <a:pt x="456810" y="8058"/>
                </a:cubicBezTo>
                <a:cubicBezTo>
                  <a:pt x="458015" y="8058"/>
                  <a:pt x="459083" y="8248"/>
                  <a:pt x="460013" y="8627"/>
                </a:cubicBezTo>
                <a:cubicBezTo>
                  <a:pt x="460942" y="9005"/>
                  <a:pt x="461726" y="9542"/>
                  <a:pt x="462363" y="10236"/>
                </a:cubicBezTo>
                <a:cubicBezTo>
                  <a:pt x="463000" y="10931"/>
                  <a:pt x="463482" y="11775"/>
                  <a:pt x="463809" y="12768"/>
                </a:cubicBezTo>
                <a:cubicBezTo>
                  <a:pt x="464136" y="13761"/>
                  <a:pt x="464300" y="14871"/>
                  <a:pt x="464300" y="16099"/>
                </a:cubicBezTo>
                <a:moveTo>
                  <a:pt x="461183" y="15669"/>
                </a:moveTo>
                <a:cubicBezTo>
                  <a:pt x="461218" y="14900"/>
                  <a:pt x="461143" y="14197"/>
                  <a:pt x="460960" y="13560"/>
                </a:cubicBezTo>
                <a:cubicBezTo>
                  <a:pt x="460776" y="12923"/>
                  <a:pt x="460492" y="12374"/>
                  <a:pt x="460107" y="11915"/>
                </a:cubicBezTo>
                <a:cubicBezTo>
                  <a:pt x="459723" y="11456"/>
                  <a:pt x="459244" y="11097"/>
                  <a:pt x="458670" y="10839"/>
                </a:cubicBezTo>
                <a:cubicBezTo>
                  <a:pt x="458096" y="10581"/>
                  <a:pt x="457430" y="10452"/>
                  <a:pt x="456672" y="10452"/>
                </a:cubicBezTo>
                <a:cubicBezTo>
                  <a:pt x="456018" y="10452"/>
                  <a:pt x="455421" y="10578"/>
                  <a:pt x="454881" y="10831"/>
                </a:cubicBezTo>
                <a:cubicBezTo>
                  <a:pt x="454342" y="11083"/>
                  <a:pt x="453877" y="11439"/>
                  <a:pt x="453487" y="11898"/>
                </a:cubicBezTo>
                <a:cubicBezTo>
                  <a:pt x="453096" y="12357"/>
                  <a:pt x="452781" y="12908"/>
                  <a:pt x="452540" y="13551"/>
                </a:cubicBezTo>
                <a:cubicBezTo>
                  <a:pt x="452299" y="14194"/>
                  <a:pt x="452149" y="14900"/>
                  <a:pt x="452092" y="15669"/>
                </a:cubicBezTo>
                <a:lnTo>
                  <a:pt x="461183" y="15669"/>
                </a:lnTo>
                <a:close/>
                <a:moveTo>
                  <a:pt x="482283" y="25397"/>
                </a:moveTo>
                <a:cubicBezTo>
                  <a:pt x="481606" y="25576"/>
                  <a:pt x="480905" y="25703"/>
                  <a:pt x="480182" y="25781"/>
                </a:cubicBezTo>
                <a:cubicBezTo>
                  <a:pt x="479459" y="25858"/>
                  <a:pt x="478724" y="25897"/>
                  <a:pt x="477978" y="25897"/>
                </a:cubicBezTo>
                <a:cubicBezTo>
                  <a:pt x="475809" y="25897"/>
                  <a:pt x="474190" y="25406"/>
                  <a:pt x="473123" y="24425"/>
                </a:cubicBezTo>
                <a:cubicBezTo>
                  <a:pt x="472055" y="23443"/>
                  <a:pt x="471521" y="21937"/>
                  <a:pt x="471521" y="19905"/>
                </a:cubicBezTo>
                <a:lnTo>
                  <a:pt x="471521" y="10882"/>
                </a:lnTo>
                <a:lnTo>
                  <a:pt x="466683" y="10882"/>
                </a:lnTo>
                <a:lnTo>
                  <a:pt x="466683" y="8368"/>
                </a:lnTo>
                <a:lnTo>
                  <a:pt x="471521" y="8368"/>
                </a:lnTo>
                <a:lnTo>
                  <a:pt x="471521" y="3601"/>
                </a:lnTo>
                <a:lnTo>
                  <a:pt x="474517" y="2824"/>
                </a:lnTo>
                <a:lnTo>
                  <a:pt x="474517" y="8368"/>
                </a:lnTo>
                <a:lnTo>
                  <a:pt x="482283" y="8368"/>
                </a:lnTo>
                <a:lnTo>
                  <a:pt x="482283" y="10882"/>
                </a:lnTo>
                <a:lnTo>
                  <a:pt x="474517" y="10882"/>
                </a:lnTo>
                <a:lnTo>
                  <a:pt x="474517" y="19664"/>
                </a:lnTo>
                <a:cubicBezTo>
                  <a:pt x="474517" y="20903"/>
                  <a:pt x="474847" y="21830"/>
                  <a:pt x="475507" y="22444"/>
                </a:cubicBezTo>
                <a:cubicBezTo>
                  <a:pt x="476167" y="23059"/>
                  <a:pt x="477140" y="23366"/>
                  <a:pt x="478426" y="23366"/>
                </a:cubicBezTo>
                <a:cubicBezTo>
                  <a:pt x="478977" y="23366"/>
                  <a:pt x="479580" y="23321"/>
                  <a:pt x="480234" y="23233"/>
                </a:cubicBezTo>
                <a:cubicBezTo>
                  <a:pt x="480888" y="23144"/>
                  <a:pt x="481571" y="23004"/>
                  <a:pt x="482283" y="22815"/>
                </a:cubicBezTo>
                <a:lnTo>
                  <a:pt x="482283" y="25397"/>
                </a:lnTo>
                <a:close/>
                <a:moveTo>
                  <a:pt x="502442" y="19556"/>
                </a:moveTo>
                <a:cubicBezTo>
                  <a:pt x="502442" y="20624"/>
                  <a:pt x="502224" y="21560"/>
                  <a:pt x="501788" y="22364"/>
                </a:cubicBezTo>
                <a:cubicBezTo>
                  <a:pt x="501352" y="23169"/>
                  <a:pt x="500743" y="23838"/>
                  <a:pt x="499963" y="24372"/>
                </a:cubicBezTo>
                <a:cubicBezTo>
                  <a:pt x="499182" y="24906"/>
                  <a:pt x="498244" y="25305"/>
                  <a:pt x="497147" y="25570"/>
                </a:cubicBezTo>
                <a:cubicBezTo>
                  <a:pt x="496051" y="25834"/>
                  <a:pt x="494843" y="25966"/>
                  <a:pt x="493523" y="25966"/>
                </a:cubicBezTo>
                <a:cubicBezTo>
                  <a:pt x="492926" y="25966"/>
                  <a:pt x="492332" y="25943"/>
                  <a:pt x="491741" y="25897"/>
                </a:cubicBezTo>
                <a:cubicBezTo>
                  <a:pt x="491149" y="25851"/>
                  <a:pt x="490581" y="25794"/>
                  <a:pt x="490036" y="25725"/>
                </a:cubicBezTo>
                <a:cubicBezTo>
                  <a:pt x="489491" y="25656"/>
                  <a:pt x="488977" y="25575"/>
                  <a:pt x="488495" y="25484"/>
                </a:cubicBezTo>
                <a:cubicBezTo>
                  <a:pt x="488013" y="25392"/>
                  <a:pt x="487577" y="25294"/>
                  <a:pt x="487186" y="25191"/>
                </a:cubicBezTo>
                <a:lnTo>
                  <a:pt x="487186" y="22229"/>
                </a:lnTo>
                <a:cubicBezTo>
                  <a:pt x="488047" y="22551"/>
                  <a:pt x="489014" y="22803"/>
                  <a:pt x="490088" y="22987"/>
                </a:cubicBezTo>
                <a:cubicBezTo>
                  <a:pt x="491161" y="23171"/>
                  <a:pt x="492381" y="23262"/>
                  <a:pt x="493747" y="23262"/>
                </a:cubicBezTo>
                <a:cubicBezTo>
                  <a:pt x="494734" y="23262"/>
                  <a:pt x="495575" y="23185"/>
                  <a:pt x="496269" y="23030"/>
                </a:cubicBezTo>
                <a:cubicBezTo>
                  <a:pt x="496964" y="22875"/>
                  <a:pt x="497532" y="22645"/>
                  <a:pt x="497974" y="22340"/>
                </a:cubicBezTo>
                <a:cubicBezTo>
                  <a:pt x="498416" y="22035"/>
                  <a:pt x="498737" y="21664"/>
                  <a:pt x="498938" y="21228"/>
                </a:cubicBezTo>
                <a:cubicBezTo>
                  <a:pt x="499139" y="20791"/>
                  <a:pt x="499239" y="20291"/>
                  <a:pt x="499239" y="19728"/>
                </a:cubicBezTo>
                <a:cubicBezTo>
                  <a:pt x="499239" y="19119"/>
                  <a:pt x="499070" y="18599"/>
                  <a:pt x="498731" y="18168"/>
                </a:cubicBezTo>
                <a:cubicBezTo>
                  <a:pt x="498393" y="17738"/>
                  <a:pt x="497948" y="17353"/>
                  <a:pt x="497397" y="17014"/>
                </a:cubicBezTo>
                <a:cubicBezTo>
                  <a:pt x="496846" y="16675"/>
                  <a:pt x="496217" y="16365"/>
                  <a:pt x="495512" y="16083"/>
                </a:cubicBezTo>
                <a:cubicBezTo>
                  <a:pt x="494806" y="15802"/>
                  <a:pt x="494085" y="15512"/>
                  <a:pt x="493351" y="15213"/>
                </a:cubicBezTo>
                <a:cubicBezTo>
                  <a:pt x="492616" y="14914"/>
                  <a:pt x="491896" y="14590"/>
                  <a:pt x="491190" y="14240"/>
                </a:cubicBezTo>
                <a:cubicBezTo>
                  <a:pt x="490484" y="13889"/>
                  <a:pt x="489855" y="13476"/>
                  <a:pt x="489304" y="12999"/>
                </a:cubicBezTo>
                <a:cubicBezTo>
                  <a:pt x="488753" y="12522"/>
                  <a:pt x="488308" y="11962"/>
                  <a:pt x="487970" y="11319"/>
                </a:cubicBezTo>
                <a:cubicBezTo>
                  <a:pt x="487631" y="10676"/>
                  <a:pt x="487462" y="9911"/>
                  <a:pt x="487462" y="9027"/>
                </a:cubicBezTo>
                <a:cubicBezTo>
                  <a:pt x="487462" y="8257"/>
                  <a:pt x="487623" y="7499"/>
                  <a:pt x="487944" y="6753"/>
                </a:cubicBezTo>
                <a:cubicBezTo>
                  <a:pt x="488265" y="6006"/>
                  <a:pt x="488765" y="5343"/>
                  <a:pt x="489442" y="4763"/>
                </a:cubicBezTo>
                <a:cubicBezTo>
                  <a:pt x="490119" y="4182"/>
                  <a:pt x="490989" y="3714"/>
                  <a:pt x="492051" y="3358"/>
                </a:cubicBezTo>
                <a:cubicBezTo>
                  <a:pt x="493112" y="3002"/>
                  <a:pt x="494378" y="2824"/>
                  <a:pt x="495847" y="2824"/>
                </a:cubicBezTo>
                <a:cubicBezTo>
                  <a:pt x="496226" y="2824"/>
                  <a:pt x="496636" y="2841"/>
                  <a:pt x="497078" y="2876"/>
                </a:cubicBezTo>
                <a:cubicBezTo>
                  <a:pt x="497520" y="2910"/>
                  <a:pt x="497968" y="2959"/>
                  <a:pt x="498421" y="3022"/>
                </a:cubicBezTo>
                <a:cubicBezTo>
                  <a:pt x="498875" y="3085"/>
                  <a:pt x="499323" y="3157"/>
                  <a:pt x="499765" y="3237"/>
                </a:cubicBezTo>
                <a:cubicBezTo>
                  <a:pt x="500206" y="3317"/>
                  <a:pt x="500617" y="3404"/>
                  <a:pt x="500996" y="3495"/>
                </a:cubicBezTo>
                <a:lnTo>
                  <a:pt x="500996" y="6250"/>
                </a:lnTo>
                <a:cubicBezTo>
                  <a:pt x="500112" y="5998"/>
                  <a:pt x="499228" y="5806"/>
                  <a:pt x="498344" y="5674"/>
                </a:cubicBezTo>
                <a:cubicBezTo>
                  <a:pt x="497460" y="5542"/>
                  <a:pt x="496605" y="5476"/>
                  <a:pt x="495778" y="5476"/>
                </a:cubicBezTo>
                <a:cubicBezTo>
                  <a:pt x="494022" y="5476"/>
                  <a:pt x="492731" y="5769"/>
                  <a:pt x="491904" y="6355"/>
                </a:cubicBezTo>
                <a:cubicBezTo>
                  <a:pt x="491078" y="6941"/>
                  <a:pt x="490664" y="7728"/>
                  <a:pt x="490664" y="8717"/>
                </a:cubicBezTo>
                <a:cubicBezTo>
                  <a:pt x="490664" y="9326"/>
                  <a:pt x="490834" y="9848"/>
                  <a:pt x="491172" y="10285"/>
                </a:cubicBezTo>
                <a:cubicBezTo>
                  <a:pt x="491511" y="10721"/>
                  <a:pt x="491956" y="11112"/>
                  <a:pt x="492507" y="11457"/>
                </a:cubicBezTo>
                <a:cubicBezTo>
                  <a:pt x="493058" y="11802"/>
                  <a:pt x="493686" y="12115"/>
                  <a:pt x="494392" y="12396"/>
                </a:cubicBezTo>
                <a:cubicBezTo>
                  <a:pt x="495098" y="12678"/>
                  <a:pt x="495819" y="12968"/>
                  <a:pt x="496553" y="13266"/>
                </a:cubicBezTo>
                <a:cubicBezTo>
                  <a:pt x="497288" y="13565"/>
                  <a:pt x="498008" y="13892"/>
                  <a:pt x="498714" y="14248"/>
                </a:cubicBezTo>
                <a:cubicBezTo>
                  <a:pt x="499420" y="14604"/>
                  <a:pt x="500049" y="15026"/>
                  <a:pt x="500600" y="15515"/>
                </a:cubicBezTo>
                <a:cubicBezTo>
                  <a:pt x="501151" y="16003"/>
                  <a:pt x="501595" y="16574"/>
                  <a:pt x="501934" y="17229"/>
                </a:cubicBezTo>
                <a:cubicBezTo>
                  <a:pt x="502273" y="17884"/>
                  <a:pt x="502442" y="18659"/>
                  <a:pt x="502442" y="19556"/>
                </a:cubicBezTo>
                <a:close/>
                <a:moveTo>
                  <a:pt x="521637" y="25397"/>
                </a:moveTo>
                <a:cubicBezTo>
                  <a:pt x="520960" y="25576"/>
                  <a:pt x="520260" y="25703"/>
                  <a:pt x="519537" y="25781"/>
                </a:cubicBezTo>
                <a:cubicBezTo>
                  <a:pt x="518814" y="25858"/>
                  <a:pt x="518079" y="25897"/>
                  <a:pt x="517333" y="25897"/>
                </a:cubicBezTo>
                <a:cubicBezTo>
                  <a:pt x="515163" y="25897"/>
                  <a:pt x="513545" y="25406"/>
                  <a:pt x="512477" y="24425"/>
                </a:cubicBezTo>
                <a:cubicBezTo>
                  <a:pt x="511410" y="23443"/>
                  <a:pt x="510876" y="21937"/>
                  <a:pt x="510876" y="19905"/>
                </a:cubicBezTo>
                <a:lnTo>
                  <a:pt x="510876" y="10882"/>
                </a:lnTo>
                <a:lnTo>
                  <a:pt x="506037" y="10882"/>
                </a:lnTo>
                <a:lnTo>
                  <a:pt x="506037" y="8368"/>
                </a:lnTo>
                <a:lnTo>
                  <a:pt x="510876" y="8368"/>
                </a:lnTo>
                <a:lnTo>
                  <a:pt x="510876" y="3601"/>
                </a:lnTo>
                <a:lnTo>
                  <a:pt x="513872" y="2824"/>
                </a:lnTo>
                <a:lnTo>
                  <a:pt x="513872" y="8368"/>
                </a:lnTo>
                <a:lnTo>
                  <a:pt x="521637" y="8368"/>
                </a:lnTo>
                <a:lnTo>
                  <a:pt x="521637" y="10882"/>
                </a:lnTo>
                <a:lnTo>
                  <a:pt x="513872" y="10882"/>
                </a:lnTo>
                <a:lnTo>
                  <a:pt x="513872" y="19664"/>
                </a:lnTo>
                <a:cubicBezTo>
                  <a:pt x="513872" y="20903"/>
                  <a:pt x="514202" y="21830"/>
                  <a:pt x="514862" y="22444"/>
                </a:cubicBezTo>
                <a:cubicBezTo>
                  <a:pt x="515522" y="23059"/>
                  <a:pt x="516495" y="23366"/>
                  <a:pt x="517780" y="23366"/>
                </a:cubicBezTo>
                <a:cubicBezTo>
                  <a:pt x="518331" y="23366"/>
                  <a:pt x="518934" y="23321"/>
                  <a:pt x="519588" y="23233"/>
                </a:cubicBezTo>
                <a:cubicBezTo>
                  <a:pt x="520243" y="23144"/>
                  <a:pt x="520926" y="23004"/>
                  <a:pt x="521637" y="22815"/>
                </a:cubicBezTo>
                <a:lnTo>
                  <a:pt x="521637" y="25397"/>
                </a:lnTo>
                <a:close/>
                <a:moveTo>
                  <a:pt x="542761" y="8368"/>
                </a:moveTo>
                <a:lnTo>
                  <a:pt x="536872" y="23831"/>
                </a:lnTo>
                <a:cubicBezTo>
                  <a:pt x="536264" y="25403"/>
                  <a:pt x="535635" y="26758"/>
                  <a:pt x="534987" y="27894"/>
                </a:cubicBezTo>
                <a:cubicBezTo>
                  <a:pt x="534338" y="29031"/>
                  <a:pt x="533629" y="29963"/>
                  <a:pt x="532860" y="30692"/>
                </a:cubicBezTo>
                <a:cubicBezTo>
                  <a:pt x="532091" y="31421"/>
                  <a:pt x="531247" y="31958"/>
                  <a:pt x="530329" y="32302"/>
                </a:cubicBezTo>
                <a:cubicBezTo>
                  <a:pt x="529411" y="32647"/>
                  <a:pt x="528383" y="32819"/>
                  <a:pt x="527247" y="32819"/>
                </a:cubicBezTo>
                <a:cubicBezTo>
                  <a:pt x="526948" y="32819"/>
                  <a:pt x="526679" y="32813"/>
                  <a:pt x="526438" y="32802"/>
                </a:cubicBezTo>
                <a:cubicBezTo>
                  <a:pt x="526197" y="32790"/>
                  <a:pt x="525933" y="32773"/>
                  <a:pt x="525646" y="32750"/>
                </a:cubicBezTo>
                <a:lnTo>
                  <a:pt x="525646" y="30029"/>
                </a:lnTo>
                <a:cubicBezTo>
                  <a:pt x="525898" y="30064"/>
                  <a:pt x="526174" y="30095"/>
                  <a:pt x="526472" y="30124"/>
                </a:cubicBezTo>
                <a:cubicBezTo>
                  <a:pt x="526771" y="30153"/>
                  <a:pt x="527086" y="30167"/>
                  <a:pt x="527419" y="30167"/>
                </a:cubicBezTo>
                <a:cubicBezTo>
                  <a:pt x="527970" y="30167"/>
                  <a:pt x="528484" y="30087"/>
                  <a:pt x="528960" y="29926"/>
                </a:cubicBezTo>
                <a:cubicBezTo>
                  <a:pt x="529437" y="29765"/>
                  <a:pt x="529887" y="29504"/>
                  <a:pt x="530312" y="29143"/>
                </a:cubicBezTo>
                <a:cubicBezTo>
                  <a:pt x="530737" y="28781"/>
                  <a:pt x="531144" y="28313"/>
                  <a:pt x="531534" y="27739"/>
                </a:cubicBezTo>
                <a:cubicBezTo>
                  <a:pt x="531925" y="27165"/>
                  <a:pt x="532303" y="26471"/>
                  <a:pt x="532671" y="25656"/>
                </a:cubicBezTo>
                <a:lnTo>
                  <a:pt x="525766" y="8368"/>
                </a:lnTo>
                <a:lnTo>
                  <a:pt x="529175" y="8368"/>
                </a:lnTo>
                <a:lnTo>
                  <a:pt x="533549" y="19801"/>
                </a:lnTo>
                <a:lnTo>
                  <a:pt x="534427" y="22488"/>
                </a:lnTo>
                <a:lnTo>
                  <a:pt x="535426" y="19733"/>
                </a:lnTo>
                <a:lnTo>
                  <a:pt x="539472" y="8368"/>
                </a:lnTo>
                <a:lnTo>
                  <a:pt x="542761" y="8368"/>
                </a:lnTo>
                <a:close/>
                <a:moveTo>
                  <a:pt x="551928" y="3771"/>
                </a:moveTo>
                <a:lnTo>
                  <a:pt x="546814" y="3771"/>
                </a:lnTo>
                <a:lnTo>
                  <a:pt x="546814" y="1309"/>
                </a:lnTo>
                <a:lnTo>
                  <a:pt x="554958" y="1309"/>
                </a:lnTo>
                <a:lnTo>
                  <a:pt x="554958" y="23159"/>
                </a:lnTo>
                <a:lnTo>
                  <a:pt x="560107" y="23159"/>
                </a:lnTo>
                <a:lnTo>
                  <a:pt x="560107" y="25656"/>
                </a:lnTo>
                <a:lnTo>
                  <a:pt x="546246" y="25656"/>
                </a:lnTo>
                <a:lnTo>
                  <a:pt x="546246" y="23159"/>
                </a:lnTo>
                <a:lnTo>
                  <a:pt x="551928" y="23159"/>
                </a:lnTo>
                <a:lnTo>
                  <a:pt x="551928" y="3771"/>
                </a:lnTo>
                <a:close/>
                <a:moveTo>
                  <a:pt x="580317" y="16099"/>
                </a:moveTo>
                <a:cubicBezTo>
                  <a:pt x="580317" y="16524"/>
                  <a:pt x="580312" y="16880"/>
                  <a:pt x="580300" y="17167"/>
                </a:cubicBezTo>
                <a:cubicBezTo>
                  <a:pt x="580289" y="17454"/>
                  <a:pt x="580272" y="17724"/>
                  <a:pt x="580249" y="17976"/>
                </a:cubicBezTo>
                <a:lnTo>
                  <a:pt x="568109" y="17976"/>
                </a:lnTo>
                <a:cubicBezTo>
                  <a:pt x="568109" y="19744"/>
                  <a:pt x="568603" y="21101"/>
                  <a:pt x="569590" y="22048"/>
                </a:cubicBezTo>
                <a:cubicBezTo>
                  <a:pt x="570577" y="22995"/>
                  <a:pt x="572001" y="23469"/>
                  <a:pt x="573860" y="23469"/>
                </a:cubicBezTo>
                <a:cubicBezTo>
                  <a:pt x="574366" y="23469"/>
                  <a:pt x="574871" y="23449"/>
                  <a:pt x="575376" y="23408"/>
                </a:cubicBezTo>
                <a:cubicBezTo>
                  <a:pt x="575881" y="23366"/>
                  <a:pt x="576369" y="23311"/>
                  <a:pt x="576839" y="23240"/>
                </a:cubicBezTo>
                <a:cubicBezTo>
                  <a:pt x="577310" y="23170"/>
                  <a:pt x="577760" y="23090"/>
                  <a:pt x="578191" y="23002"/>
                </a:cubicBezTo>
                <a:cubicBezTo>
                  <a:pt x="578621" y="22914"/>
                  <a:pt x="579020" y="22817"/>
                  <a:pt x="579388" y="22711"/>
                </a:cubicBezTo>
                <a:lnTo>
                  <a:pt x="579388" y="25174"/>
                </a:lnTo>
                <a:cubicBezTo>
                  <a:pt x="578573" y="25408"/>
                  <a:pt x="577651" y="25599"/>
                  <a:pt x="576624" y="25746"/>
                </a:cubicBezTo>
                <a:cubicBezTo>
                  <a:pt x="575597" y="25892"/>
                  <a:pt x="574532" y="25966"/>
                  <a:pt x="573430" y="25966"/>
                </a:cubicBezTo>
                <a:cubicBezTo>
                  <a:pt x="571949" y="25966"/>
                  <a:pt x="570675" y="25765"/>
                  <a:pt x="569607" y="25363"/>
                </a:cubicBezTo>
                <a:cubicBezTo>
                  <a:pt x="568540" y="24961"/>
                  <a:pt x="567665" y="24379"/>
                  <a:pt x="566982" y="23615"/>
                </a:cubicBezTo>
                <a:cubicBezTo>
                  <a:pt x="566299" y="22852"/>
                  <a:pt x="565794" y="21916"/>
                  <a:pt x="565466" y="20809"/>
                </a:cubicBezTo>
                <a:cubicBezTo>
                  <a:pt x="565139" y="19701"/>
                  <a:pt x="564976" y="18447"/>
                  <a:pt x="564976" y="17046"/>
                </a:cubicBezTo>
                <a:cubicBezTo>
                  <a:pt x="564976" y="15830"/>
                  <a:pt x="565151" y="14679"/>
                  <a:pt x="565501" y="13594"/>
                </a:cubicBezTo>
                <a:cubicBezTo>
                  <a:pt x="565851" y="12509"/>
                  <a:pt x="566362" y="11557"/>
                  <a:pt x="567033" y="10736"/>
                </a:cubicBezTo>
                <a:cubicBezTo>
                  <a:pt x="567705" y="9915"/>
                  <a:pt x="568528" y="9264"/>
                  <a:pt x="569504" y="8782"/>
                </a:cubicBezTo>
                <a:cubicBezTo>
                  <a:pt x="570480" y="8299"/>
                  <a:pt x="571588" y="8058"/>
                  <a:pt x="572827" y="8058"/>
                </a:cubicBezTo>
                <a:cubicBezTo>
                  <a:pt x="574033" y="8058"/>
                  <a:pt x="575100" y="8248"/>
                  <a:pt x="576030" y="8627"/>
                </a:cubicBezTo>
                <a:cubicBezTo>
                  <a:pt x="576960" y="9005"/>
                  <a:pt x="577743" y="9542"/>
                  <a:pt x="578380" y="10236"/>
                </a:cubicBezTo>
                <a:cubicBezTo>
                  <a:pt x="579017" y="10931"/>
                  <a:pt x="579500" y="11775"/>
                  <a:pt x="579827" y="12768"/>
                </a:cubicBezTo>
                <a:cubicBezTo>
                  <a:pt x="580154" y="13761"/>
                  <a:pt x="580317" y="14871"/>
                  <a:pt x="580317" y="16099"/>
                </a:cubicBezTo>
                <a:moveTo>
                  <a:pt x="577201" y="15669"/>
                </a:moveTo>
                <a:cubicBezTo>
                  <a:pt x="577235" y="14900"/>
                  <a:pt x="577161" y="14197"/>
                  <a:pt x="576977" y="13560"/>
                </a:cubicBezTo>
                <a:cubicBezTo>
                  <a:pt x="576793" y="12923"/>
                  <a:pt x="576509" y="12374"/>
                  <a:pt x="576125" y="11915"/>
                </a:cubicBezTo>
                <a:cubicBezTo>
                  <a:pt x="575740" y="11456"/>
                  <a:pt x="575261" y="11097"/>
                  <a:pt x="574687" y="10839"/>
                </a:cubicBezTo>
                <a:cubicBezTo>
                  <a:pt x="574113" y="10581"/>
                  <a:pt x="573447" y="10452"/>
                  <a:pt x="572690" y="10452"/>
                </a:cubicBezTo>
                <a:cubicBezTo>
                  <a:pt x="572035" y="10452"/>
                  <a:pt x="571438" y="10578"/>
                  <a:pt x="570899" y="10831"/>
                </a:cubicBezTo>
                <a:cubicBezTo>
                  <a:pt x="570359" y="11083"/>
                  <a:pt x="569894" y="11439"/>
                  <a:pt x="569504" y="11898"/>
                </a:cubicBezTo>
                <a:cubicBezTo>
                  <a:pt x="569114" y="12357"/>
                  <a:pt x="568798" y="12908"/>
                  <a:pt x="568557" y="13551"/>
                </a:cubicBezTo>
                <a:cubicBezTo>
                  <a:pt x="568316" y="14194"/>
                  <a:pt x="568167" y="14900"/>
                  <a:pt x="568109" y="15669"/>
                </a:cubicBezTo>
                <a:lnTo>
                  <a:pt x="577201" y="15669"/>
                </a:lnTo>
                <a:close/>
                <a:moveTo>
                  <a:pt x="595945" y="32888"/>
                </a:moveTo>
                <a:cubicBezTo>
                  <a:pt x="590654" y="27984"/>
                  <a:pt x="588008" y="22563"/>
                  <a:pt x="588008" y="16625"/>
                </a:cubicBezTo>
                <a:cubicBezTo>
                  <a:pt x="588008" y="15235"/>
                  <a:pt x="588148" y="13848"/>
                  <a:pt x="588430" y="12464"/>
                </a:cubicBezTo>
                <a:cubicBezTo>
                  <a:pt x="588711" y="11080"/>
                  <a:pt x="589164" y="9693"/>
                  <a:pt x="589790" y="8304"/>
                </a:cubicBezTo>
                <a:cubicBezTo>
                  <a:pt x="590415" y="6914"/>
                  <a:pt x="591242" y="5524"/>
                  <a:pt x="592269" y="4135"/>
                </a:cubicBezTo>
                <a:cubicBezTo>
                  <a:pt x="593297" y="2745"/>
                  <a:pt x="594545" y="1367"/>
                  <a:pt x="596014" y="0"/>
                </a:cubicBezTo>
                <a:lnTo>
                  <a:pt x="597753" y="1775"/>
                </a:lnTo>
                <a:cubicBezTo>
                  <a:pt x="593300" y="6173"/>
                  <a:pt x="591073" y="11049"/>
                  <a:pt x="591073" y="16401"/>
                </a:cubicBezTo>
                <a:cubicBezTo>
                  <a:pt x="591073" y="19065"/>
                  <a:pt x="591635" y="21627"/>
                  <a:pt x="592760" y="24085"/>
                </a:cubicBezTo>
                <a:cubicBezTo>
                  <a:pt x="593885" y="26542"/>
                  <a:pt x="595549" y="28862"/>
                  <a:pt x="597753" y="31044"/>
                </a:cubicBezTo>
                <a:lnTo>
                  <a:pt x="595945" y="32888"/>
                </a:lnTo>
                <a:close/>
                <a:moveTo>
                  <a:pt x="618734" y="25019"/>
                </a:moveTo>
                <a:cubicBezTo>
                  <a:pt x="617953" y="25317"/>
                  <a:pt x="617152" y="25538"/>
                  <a:pt x="616332" y="25682"/>
                </a:cubicBezTo>
                <a:cubicBezTo>
                  <a:pt x="615511" y="25825"/>
                  <a:pt x="614664" y="25897"/>
                  <a:pt x="613792" y="25897"/>
                </a:cubicBezTo>
                <a:cubicBezTo>
                  <a:pt x="611060" y="25897"/>
                  <a:pt x="608956" y="25156"/>
                  <a:pt x="607481" y="23676"/>
                </a:cubicBezTo>
                <a:cubicBezTo>
                  <a:pt x="606006" y="22195"/>
                  <a:pt x="605269" y="20031"/>
                  <a:pt x="605269" y="17184"/>
                </a:cubicBezTo>
                <a:cubicBezTo>
                  <a:pt x="605269" y="15818"/>
                  <a:pt x="605481" y="14578"/>
                  <a:pt x="605906" y="13465"/>
                </a:cubicBezTo>
                <a:cubicBezTo>
                  <a:pt x="606331" y="12352"/>
                  <a:pt x="606927" y="11399"/>
                  <a:pt x="607697" y="10607"/>
                </a:cubicBezTo>
                <a:cubicBezTo>
                  <a:pt x="608466" y="9815"/>
                  <a:pt x="609384" y="9203"/>
                  <a:pt x="610452" y="8773"/>
                </a:cubicBezTo>
                <a:cubicBezTo>
                  <a:pt x="611519" y="8342"/>
                  <a:pt x="612696" y="8127"/>
                  <a:pt x="613981" y="8127"/>
                </a:cubicBezTo>
                <a:cubicBezTo>
                  <a:pt x="614877" y="8127"/>
                  <a:pt x="615715" y="8192"/>
                  <a:pt x="616495" y="8321"/>
                </a:cubicBezTo>
                <a:cubicBezTo>
                  <a:pt x="617276" y="8450"/>
                  <a:pt x="618022" y="8661"/>
                  <a:pt x="618734" y="8954"/>
                </a:cubicBezTo>
                <a:lnTo>
                  <a:pt x="618734" y="11812"/>
                </a:lnTo>
                <a:cubicBezTo>
                  <a:pt x="617988" y="11416"/>
                  <a:pt x="617227" y="11127"/>
                  <a:pt x="616452" y="10947"/>
                </a:cubicBezTo>
                <a:cubicBezTo>
                  <a:pt x="615677" y="10766"/>
                  <a:pt x="614877" y="10676"/>
                  <a:pt x="614050" y="10676"/>
                </a:cubicBezTo>
                <a:cubicBezTo>
                  <a:pt x="613281" y="10676"/>
                  <a:pt x="612555" y="10822"/>
                  <a:pt x="611872" y="11115"/>
                </a:cubicBezTo>
                <a:cubicBezTo>
                  <a:pt x="611189" y="11407"/>
                  <a:pt x="610589" y="11829"/>
                  <a:pt x="610073" y="12380"/>
                </a:cubicBezTo>
                <a:cubicBezTo>
                  <a:pt x="609556" y="12931"/>
                  <a:pt x="609149" y="13603"/>
                  <a:pt x="608850" y="14395"/>
                </a:cubicBezTo>
                <a:cubicBezTo>
                  <a:pt x="608552" y="15187"/>
                  <a:pt x="608403" y="16082"/>
                  <a:pt x="608403" y="17081"/>
                </a:cubicBezTo>
                <a:cubicBezTo>
                  <a:pt x="608403" y="19170"/>
                  <a:pt x="608910" y="20734"/>
                  <a:pt x="609926" y="21773"/>
                </a:cubicBezTo>
                <a:cubicBezTo>
                  <a:pt x="610942" y="22812"/>
                  <a:pt x="612351" y="23331"/>
                  <a:pt x="614154" y="23331"/>
                </a:cubicBezTo>
                <a:cubicBezTo>
                  <a:pt x="614969" y="23331"/>
                  <a:pt x="615758" y="23239"/>
                  <a:pt x="616521" y="23056"/>
                </a:cubicBezTo>
                <a:cubicBezTo>
                  <a:pt x="617284" y="22872"/>
                  <a:pt x="618022" y="22597"/>
                  <a:pt x="618734" y="22229"/>
                </a:cubicBezTo>
                <a:lnTo>
                  <a:pt x="618734" y="25019"/>
                </a:lnTo>
                <a:close/>
                <a:moveTo>
                  <a:pt x="635063" y="25656"/>
                </a:moveTo>
                <a:lnTo>
                  <a:pt x="634994" y="23326"/>
                </a:lnTo>
                <a:cubicBezTo>
                  <a:pt x="634053" y="24258"/>
                  <a:pt x="633098" y="24931"/>
                  <a:pt x="632128" y="25345"/>
                </a:cubicBezTo>
                <a:cubicBezTo>
                  <a:pt x="631158" y="25759"/>
                  <a:pt x="630139" y="25966"/>
                  <a:pt x="629071" y="25966"/>
                </a:cubicBezTo>
                <a:cubicBezTo>
                  <a:pt x="628084" y="25966"/>
                  <a:pt x="627240" y="25839"/>
                  <a:pt x="626540" y="25586"/>
                </a:cubicBezTo>
                <a:cubicBezTo>
                  <a:pt x="625840" y="25333"/>
                  <a:pt x="625263" y="24986"/>
                  <a:pt x="624810" y="24543"/>
                </a:cubicBezTo>
                <a:cubicBezTo>
                  <a:pt x="624356" y="24100"/>
                  <a:pt x="624023" y="23580"/>
                  <a:pt x="623811" y="22982"/>
                </a:cubicBezTo>
                <a:cubicBezTo>
                  <a:pt x="623599" y="22384"/>
                  <a:pt x="623492" y="21734"/>
                  <a:pt x="623492" y="21033"/>
                </a:cubicBezTo>
                <a:cubicBezTo>
                  <a:pt x="623492" y="19297"/>
                  <a:pt x="624138" y="17937"/>
                  <a:pt x="625429" y="16954"/>
                </a:cubicBezTo>
                <a:cubicBezTo>
                  <a:pt x="626721" y="15971"/>
                  <a:pt x="628629" y="15480"/>
                  <a:pt x="631155" y="15480"/>
                </a:cubicBezTo>
                <a:lnTo>
                  <a:pt x="634736" y="15480"/>
                </a:lnTo>
                <a:lnTo>
                  <a:pt x="634736" y="13970"/>
                </a:lnTo>
                <a:cubicBezTo>
                  <a:pt x="634736" y="12952"/>
                  <a:pt x="634409" y="12137"/>
                  <a:pt x="633755" y="11525"/>
                </a:cubicBezTo>
                <a:cubicBezTo>
                  <a:pt x="633100" y="10913"/>
                  <a:pt x="632102" y="10607"/>
                  <a:pt x="630759" y="10607"/>
                </a:cubicBezTo>
                <a:cubicBezTo>
                  <a:pt x="629783" y="10607"/>
                  <a:pt x="628822" y="10717"/>
                  <a:pt x="627875" y="10939"/>
                </a:cubicBezTo>
                <a:cubicBezTo>
                  <a:pt x="626928" y="11160"/>
                  <a:pt x="625949" y="11474"/>
                  <a:pt x="624939" y="11881"/>
                </a:cubicBezTo>
                <a:lnTo>
                  <a:pt x="624939" y="9178"/>
                </a:lnTo>
                <a:cubicBezTo>
                  <a:pt x="625318" y="9038"/>
                  <a:pt x="625739" y="8901"/>
                  <a:pt x="626204" y="8766"/>
                </a:cubicBezTo>
                <a:cubicBezTo>
                  <a:pt x="626669" y="8632"/>
                  <a:pt x="627160" y="8513"/>
                  <a:pt x="627677" y="8408"/>
                </a:cubicBezTo>
                <a:cubicBezTo>
                  <a:pt x="628193" y="8303"/>
                  <a:pt x="628733" y="8218"/>
                  <a:pt x="629295" y="8155"/>
                </a:cubicBezTo>
                <a:cubicBezTo>
                  <a:pt x="629858" y="8090"/>
                  <a:pt x="630426" y="8058"/>
                  <a:pt x="631000" y="8058"/>
                </a:cubicBezTo>
                <a:cubicBezTo>
                  <a:pt x="632044" y="8058"/>
                  <a:pt x="632986" y="8173"/>
                  <a:pt x="633824" y="8403"/>
                </a:cubicBezTo>
                <a:cubicBezTo>
                  <a:pt x="634662" y="8632"/>
                  <a:pt x="635370" y="8982"/>
                  <a:pt x="635950" y="9453"/>
                </a:cubicBezTo>
                <a:cubicBezTo>
                  <a:pt x="636530" y="9924"/>
                  <a:pt x="636975" y="10515"/>
                  <a:pt x="637285" y="11227"/>
                </a:cubicBezTo>
                <a:cubicBezTo>
                  <a:pt x="637594" y="11938"/>
                  <a:pt x="637749" y="12776"/>
                  <a:pt x="637749" y="13740"/>
                </a:cubicBezTo>
                <a:lnTo>
                  <a:pt x="637749" y="25656"/>
                </a:lnTo>
                <a:lnTo>
                  <a:pt x="635063" y="25656"/>
                </a:lnTo>
                <a:moveTo>
                  <a:pt x="634736" y="17770"/>
                </a:moveTo>
                <a:lnTo>
                  <a:pt x="630931" y="17770"/>
                </a:lnTo>
                <a:cubicBezTo>
                  <a:pt x="630185" y="17770"/>
                  <a:pt x="629542" y="17845"/>
                  <a:pt x="629002" y="17995"/>
                </a:cubicBezTo>
                <a:cubicBezTo>
                  <a:pt x="628463" y="18144"/>
                  <a:pt x="628021" y="18357"/>
                  <a:pt x="627677" y="18633"/>
                </a:cubicBezTo>
                <a:cubicBezTo>
                  <a:pt x="627332" y="18909"/>
                  <a:pt x="627077" y="19241"/>
                  <a:pt x="626910" y="19627"/>
                </a:cubicBezTo>
                <a:cubicBezTo>
                  <a:pt x="626744" y="20012"/>
                  <a:pt x="626661" y="20447"/>
                  <a:pt x="626661" y="20930"/>
                </a:cubicBezTo>
                <a:cubicBezTo>
                  <a:pt x="626661" y="21264"/>
                  <a:pt x="626712" y="21584"/>
                  <a:pt x="626816" y="21889"/>
                </a:cubicBezTo>
                <a:cubicBezTo>
                  <a:pt x="626919" y="22194"/>
                  <a:pt x="627085" y="22465"/>
                  <a:pt x="627315" y="22701"/>
                </a:cubicBezTo>
                <a:cubicBezTo>
                  <a:pt x="627545" y="22937"/>
                  <a:pt x="627843" y="23124"/>
                  <a:pt x="628210" y="23262"/>
                </a:cubicBezTo>
                <a:cubicBezTo>
                  <a:pt x="628578" y="23400"/>
                  <a:pt x="629025" y="23469"/>
                  <a:pt x="629553" y="23469"/>
                </a:cubicBezTo>
                <a:cubicBezTo>
                  <a:pt x="630242" y="23469"/>
                  <a:pt x="631031" y="23259"/>
                  <a:pt x="631921" y="22839"/>
                </a:cubicBezTo>
                <a:cubicBezTo>
                  <a:pt x="632811" y="22418"/>
                  <a:pt x="633749" y="21753"/>
                  <a:pt x="634736" y="20844"/>
                </a:cubicBezTo>
                <a:lnTo>
                  <a:pt x="634736" y="17770"/>
                </a:lnTo>
                <a:close/>
                <a:moveTo>
                  <a:pt x="657323" y="20938"/>
                </a:moveTo>
                <a:cubicBezTo>
                  <a:pt x="657323" y="21546"/>
                  <a:pt x="657220" y="22092"/>
                  <a:pt x="657013" y="22574"/>
                </a:cubicBezTo>
                <a:cubicBezTo>
                  <a:pt x="656807" y="23056"/>
                  <a:pt x="656526" y="23483"/>
                  <a:pt x="656170" y="23856"/>
                </a:cubicBezTo>
                <a:cubicBezTo>
                  <a:pt x="655814" y="24229"/>
                  <a:pt x="655401" y="24548"/>
                  <a:pt x="654930" y="24812"/>
                </a:cubicBezTo>
                <a:cubicBezTo>
                  <a:pt x="654459" y="25076"/>
                  <a:pt x="653957" y="25294"/>
                  <a:pt x="653423" y="25466"/>
                </a:cubicBezTo>
                <a:cubicBezTo>
                  <a:pt x="652890" y="25639"/>
                  <a:pt x="652342" y="25765"/>
                  <a:pt x="651779" y="25845"/>
                </a:cubicBezTo>
                <a:cubicBezTo>
                  <a:pt x="651217" y="25926"/>
                  <a:pt x="650666" y="25966"/>
                  <a:pt x="650126" y="25966"/>
                </a:cubicBezTo>
                <a:cubicBezTo>
                  <a:pt x="648955" y="25966"/>
                  <a:pt x="647879" y="25914"/>
                  <a:pt x="646898" y="25811"/>
                </a:cubicBezTo>
                <a:cubicBezTo>
                  <a:pt x="645916" y="25707"/>
                  <a:pt x="644955" y="25541"/>
                  <a:pt x="644013" y="25311"/>
                </a:cubicBezTo>
                <a:lnTo>
                  <a:pt x="644013" y="22556"/>
                </a:lnTo>
                <a:cubicBezTo>
                  <a:pt x="645024" y="22843"/>
                  <a:pt x="646028" y="23061"/>
                  <a:pt x="647027" y="23211"/>
                </a:cubicBezTo>
                <a:cubicBezTo>
                  <a:pt x="648025" y="23360"/>
                  <a:pt x="649018" y="23435"/>
                  <a:pt x="650006" y="23435"/>
                </a:cubicBezTo>
                <a:cubicBezTo>
                  <a:pt x="651440" y="23435"/>
                  <a:pt x="652502" y="23239"/>
                  <a:pt x="653191" y="22849"/>
                </a:cubicBezTo>
                <a:cubicBezTo>
                  <a:pt x="653880" y="22459"/>
                  <a:pt x="654224" y="21902"/>
                  <a:pt x="654224" y="21179"/>
                </a:cubicBezTo>
                <a:cubicBezTo>
                  <a:pt x="654224" y="20869"/>
                  <a:pt x="654170" y="20591"/>
                  <a:pt x="654060" y="20344"/>
                </a:cubicBezTo>
                <a:cubicBezTo>
                  <a:pt x="653951" y="20097"/>
                  <a:pt x="653753" y="19862"/>
                  <a:pt x="653466" y="19638"/>
                </a:cubicBezTo>
                <a:cubicBezTo>
                  <a:pt x="653179" y="19414"/>
                  <a:pt x="652735" y="19182"/>
                  <a:pt x="652132" y="18941"/>
                </a:cubicBezTo>
                <a:cubicBezTo>
                  <a:pt x="651529" y="18699"/>
                  <a:pt x="650706" y="18424"/>
                  <a:pt x="649661" y="18114"/>
                </a:cubicBezTo>
                <a:cubicBezTo>
                  <a:pt x="648881" y="17884"/>
                  <a:pt x="648160" y="17623"/>
                  <a:pt x="647500" y="17331"/>
                </a:cubicBezTo>
                <a:cubicBezTo>
                  <a:pt x="646840" y="17038"/>
                  <a:pt x="646269" y="16691"/>
                  <a:pt x="645787" y="16289"/>
                </a:cubicBezTo>
                <a:cubicBezTo>
                  <a:pt x="645305" y="15887"/>
                  <a:pt x="644926" y="15416"/>
                  <a:pt x="644651" y="14877"/>
                </a:cubicBezTo>
                <a:cubicBezTo>
                  <a:pt x="644375" y="14337"/>
                  <a:pt x="644237" y="13700"/>
                  <a:pt x="644237" y="12966"/>
                </a:cubicBezTo>
                <a:cubicBezTo>
                  <a:pt x="644237" y="12484"/>
                  <a:pt x="644349" y="11955"/>
                  <a:pt x="644573" y="11382"/>
                </a:cubicBezTo>
                <a:cubicBezTo>
                  <a:pt x="644797" y="10808"/>
                  <a:pt x="645179" y="10274"/>
                  <a:pt x="645718" y="9780"/>
                </a:cubicBezTo>
                <a:cubicBezTo>
                  <a:pt x="646258" y="9287"/>
                  <a:pt x="646987" y="8876"/>
                  <a:pt x="647905" y="8549"/>
                </a:cubicBezTo>
                <a:cubicBezTo>
                  <a:pt x="648823" y="8222"/>
                  <a:pt x="649971" y="8058"/>
                  <a:pt x="651349" y="8058"/>
                </a:cubicBezTo>
                <a:cubicBezTo>
                  <a:pt x="652026" y="8058"/>
                  <a:pt x="652778" y="8096"/>
                  <a:pt x="653604" y="8170"/>
                </a:cubicBezTo>
                <a:cubicBezTo>
                  <a:pt x="654431" y="8245"/>
                  <a:pt x="655292" y="8374"/>
                  <a:pt x="656187" y="8558"/>
                </a:cubicBezTo>
                <a:lnTo>
                  <a:pt x="656187" y="11227"/>
                </a:lnTo>
                <a:cubicBezTo>
                  <a:pt x="655246" y="10997"/>
                  <a:pt x="654353" y="10828"/>
                  <a:pt x="653510" y="10719"/>
                </a:cubicBezTo>
                <a:cubicBezTo>
                  <a:pt x="652666" y="10610"/>
                  <a:pt x="651934" y="10555"/>
                  <a:pt x="651314" y="10555"/>
                </a:cubicBezTo>
                <a:cubicBezTo>
                  <a:pt x="650568" y="10555"/>
                  <a:pt x="649940" y="10612"/>
                  <a:pt x="649429" y="10727"/>
                </a:cubicBezTo>
                <a:cubicBezTo>
                  <a:pt x="648918" y="10842"/>
                  <a:pt x="648505" y="11000"/>
                  <a:pt x="648189" y="11201"/>
                </a:cubicBezTo>
                <a:cubicBezTo>
                  <a:pt x="647873" y="11402"/>
                  <a:pt x="647647" y="11637"/>
                  <a:pt x="647509" y="11907"/>
                </a:cubicBezTo>
                <a:cubicBezTo>
                  <a:pt x="647371" y="12176"/>
                  <a:pt x="647302" y="12466"/>
                  <a:pt x="647302" y="12776"/>
                </a:cubicBezTo>
                <a:cubicBezTo>
                  <a:pt x="647302" y="13086"/>
                  <a:pt x="647362" y="13367"/>
                  <a:pt x="647483" y="13620"/>
                </a:cubicBezTo>
                <a:cubicBezTo>
                  <a:pt x="647604" y="13872"/>
                  <a:pt x="647827" y="14116"/>
                  <a:pt x="648155" y="14352"/>
                </a:cubicBezTo>
                <a:cubicBezTo>
                  <a:pt x="648482" y="14587"/>
                  <a:pt x="648938" y="14822"/>
                  <a:pt x="649523" y="15058"/>
                </a:cubicBezTo>
                <a:cubicBezTo>
                  <a:pt x="650109" y="15293"/>
                  <a:pt x="650872" y="15548"/>
                  <a:pt x="651813" y="15824"/>
                </a:cubicBezTo>
                <a:cubicBezTo>
                  <a:pt x="652835" y="16122"/>
                  <a:pt x="653696" y="16435"/>
                  <a:pt x="654396" y="16762"/>
                </a:cubicBezTo>
                <a:cubicBezTo>
                  <a:pt x="655096" y="17089"/>
                  <a:pt x="655665" y="17454"/>
                  <a:pt x="656101" y="17856"/>
                </a:cubicBezTo>
                <a:cubicBezTo>
                  <a:pt x="656537" y="18257"/>
                  <a:pt x="656850" y="18711"/>
                  <a:pt x="657039" y="19216"/>
                </a:cubicBezTo>
                <a:cubicBezTo>
                  <a:pt x="657229" y="19721"/>
                  <a:pt x="657323" y="20295"/>
                  <a:pt x="657323" y="20938"/>
                </a:cubicBezTo>
                <a:close/>
                <a:moveTo>
                  <a:pt x="676742" y="25019"/>
                </a:moveTo>
                <a:cubicBezTo>
                  <a:pt x="675962" y="25317"/>
                  <a:pt x="675161" y="25538"/>
                  <a:pt x="674340" y="25682"/>
                </a:cubicBezTo>
                <a:cubicBezTo>
                  <a:pt x="673520" y="25825"/>
                  <a:pt x="672673" y="25897"/>
                  <a:pt x="671801" y="25897"/>
                </a:cubicBezTo>
                <a:cubicBezTo>
                  <a:pt x="669069" y="25897"/>
                  <a:pt x="666965" y="25156"/>
                  <a:pt x="665490" y="23676"/>
                </a:cubicBezTo>
                <a:cubicBezTo>
                  <a:pt x="664015" y="22195"/>
                  <a:pt x="663277" y="20031"/>
                  <a:pt x="663277" y="17184"/>
                </a:cubicBezTo>
                <a:cubicBezTo>
                  <a:pt x="663277" y="15818"/>
                  <a:pt x="663490" y="14578"/>
                  <a:pt x="663915" y="13465"/>
                </a:cubicBezTo>
                <a:cubicBezTo>
                  <a:pt x="664339" y="12352"/>
                  <a:pt x="664936" y="11399"/>
                  <a:pt x="665705" y="10607"/>
                </a:cubicBezTo>
                <a:cubicBezTo>
                  <a:pt x="666474" y="9815"/>
                  <a:pt x="667393" y="9203"/>
                  <a:pt x="668460" y="8773"/>
                </a:cubicBezTo>
                <a:cubicBezTo>
                  <a:pt x="669528" y="8342"/>
                  <a:pt x="670704" y="8127"/>
                  <a:pt x="671990" y="8127"/>
                </a:cubicBezTo>
                <a:cubicBezTo>
                  <a:pt x="672885" y="8127"/>
                  <a:pt x="673723" y="8192"/>
                  <a:pt x="674504" y="8321"/>
                </a:cubicBezTo>
                <a:cubicBezTo>
                  <a:pt x="675285" y="8450"/>
                  <a:pt x="676031" y="8661"/>
                  <a:pt x="676742" y="8954"/>
                </a:cubicBezTo>
                <a:lnTo>
                  <a:pt x="676742" y="11812"/>
                </a:lnTo>
                <a:cubicBezTo>
                  <a:pt x="675996" y="11416"/>
                  <a:pt x="675236" y="11127"/>
                  <a:pt x="674461" y="10947"/>
                </a:cubicBezTo>
                <a:cubicBezTo>
                  <a:pt x="673686" y="10766"/>
                  <a:pt x="672885" y="10676"/>
                  <a:pt x="672059" y="10676"/>
                </a:cubicBezTo>
                <a:cubicBezTo>
                  <a:pt x="671290" y="10676"/>
                  <a:pt x="670564" y="10822"/>
                  <a:pt x="669881" y="11115"/>
                </a:cubicBezTo>
                <a:cubicBezTo>
                  <a:pt x="669198" y="11407"/>
                  <a:pt x="668598" y="11829"/>
                  <a:pt x="668081" y="12380"/>
                </a:cubicBezTo>
                <a:cubicBezTo>
                  <a:pt x="667565" y="12931"/>
                  <a:pt x="667157" y="13603"/>
                  <a:pt x="666859" y="14395"/>
                </a:cubicBezTo>
                <a:cubicBezTo>
                  <a:pt x="666561" y="15187"/>
                  <a:pt x="666411" y="16082"/>
                  <a:pt x="666411" y="17081"/>
                </a:cubicBezTo>
                <a:cubicBezTo>
                  <a:pt x="666411" y="19170"/>
                  <a:pt x="666919" y="20734"/>
                  <a:pt x="667935" y="21773"/>
                </a:cubicBezTo>
                <a:cubicBezTo>
                  <a:pt x="668951" y="22812"/>
                  <a:pt x="670360" y="23331"/>
                  <a:pt x="672162" y="23331"/>
                </a:cubicBezTo>
                <a:cubicBezTo>
                  <a:pt x="672977" y="23331"/>
                  <a:pt x="673767" y="23239"/>
                  <a:pt x="674530" y="23056"/>
                </a:cubicBezTo>
                <a:cubicBezTo>
                  <a:pt x="675293" y="22872"/>
                  <a:pt x="676031" y="22597"/>
                  <a:pt x="676742" y="22229"/>
                </a:cubicBezTo>
                <a:lnTo>
                  <a:pt x="676742" y="25019"/>
                </a:lnTo>
                <a:close/>
                <a:moveTo>
                  <a:pt x="694095" y="25656"/>
                </a:moveTo>
                <a:lnTo>
                  <a:pt x="694026" y="23326"/>
                </a:lnTo>
                <a:cubicBezTo>
                  <a:pt x="693085" y="24258"/>
                  <a:pt x="692129" y="24931"/>
                  <a:pt x="691159" y="25345"/>
                </a:cubicBezTo>
                <a:cubicBezTo>
                  <a:pt x="690189" y="25759"/>
                  <a:pt x="689170" y="25966"/>
                  <a:pt x="688103" y="25966"/>
                </a:cubicBezTo>
                <a:cubicBezTo>
                  <a:pt x="687116" y="25966"/>
                  <a:pt x="686272" y="25839"/>
                  <a:pt x="685572" y="25586"/>
                </a:cubicBezTo>
                <a:cubicBezTo>
                  <a:pt x="684872" y="25333"/>
                  <a:pt x="684295" y="24986"/>
                  <a:pt x="683841" y="24543"/>
                </a:cubicBezTo>
                <a:cubicBezTo>
                  <a:pt x="683388" y="24100"/>
                  <a:pt x="683055" y="23580"/>
                  <a:pt x="682843" y="22982"/>
                </a:cubicBezTo>
                <a:cubicBezTo>
                  <a:pt x="682630" y="22384"/>
                  <a:pt x="682524" y="21734"/>
                  <a:pt x="682524" y="21033"/>
                </a:cubicBezTo>
                <a:cubicBezTo>
                  <a:pt x="682524" y="19297"/>
                  <a:pt x="683170" y="17937"/>
                  <a:pt x="684461" y="16954"/>
                </a:cubicBezTo>
                <a:cubicBezTo>
                  <a:pt x="685753" y="15971"/>
                  <a:pt x="687661" y="15480"/>
                  <a:pt x="690186" y="15480"/>
                </a:cubicBezTo>
                <a:lnTo>
                  <a:pt x="693768" y="15480"/>
                </a:lnTo>
                <a:lnTo>
                  <a:pt x="693768" y="13970"/>
                </a:lnTo>
                <a:cubicBezTo>
                  <a:pt x="693768" y="12952"/>
                  <a:pt x="693441" y="12137"/>
                  <a:pt x="692786" y="11525"/>
                </a:cubicBezTo>
                <a:cubicBezTo>
                  <a:pt x="692132" y="10913"/>
                  <a:pt x="691133" y="10607"/>
                  <a:pt x="689790" y="10607"/>
                </a:cubicBezTo>
                <a:cubicBezTo>
                  <a:pt x="688815" y="10607"/>
                  <a:pt x="687853" y="10717"/>
                  <a:pt x="686906" y="10939"/>
                </a:cubicBezTo>
                <a:cubicBezTo>
                  <a:pt x="685959" y="11160"/>
                  <a:pt x="684981" y="11474"/>
                  <a:pt x="683970" y="11881"/>
                </a:cubicBezTo>
                <a:lnTo>
                  <a:pt x="683970" y="9178"/>
                </a:lnTo>
                <a:cubicBezTo>
                  <a:pt x="684349" y="9038"/>
                  <a:pt x="684771" y="8901"/>
                  <a:pt x="685236" y="8766"/>
                </a:cubicBezTo>
                <a:cubicBezTo>
                  <a:pt x="685701" y="8632"/>
                  <a:pt x="686192" y="8513"/>
                  <a:pt x="686708" y="8408"/>
                </a:cubicBezTo>
                <a:cubicBezTo>
                  <a:pt x="687225" y="8303"/>
                  <a:pt x="687764" y="8218"/>
                  <a:pt x="688327" y="8155"/>
                </a:cubicBezTo>
                <a:cubicBezTo>
                  <a:pt x="688889" y="8090"/>
                  <a:pt x="689457" y="8058"/>
                  <a:pt x="690031" y="8058"/>
                </a:cubicBezTo>
                <a:cubicBezTo>
                  <a:pt x="691076" y="8058"/>
                  <a:pt x="692017" y="8173"/>
                  <a:pt x="692855" y="8403"/>
                </a:cubicBezTo>
                <a:cubicBezTo>
                  <a:pt x="693693" y="8632"/>
                  <a:pt x="694402" y="8982"/>
                  <a:pt x="694982" y="9453"/>
                </a:cubicBezTo>
                <a:cubicBezTo>
                  <a:pt x="695561" y="9924"/>
                  <a:pt x="696006" y="10515"/>
                  <a:pt x="696316" y="11227"/>
                </a:cubicBezTo>
                <a:cubicBezTo>
                  <a:pt x="696626" y="11938"/>
                  <a:pt x="696781" y="12776"/>
                  <a:pt x="696781" y="13740"/>
                </a:cubicBezTo>
                <a:lnTo>
                  <a:pt x="696781" y="25656"/>
                </a:lnTo>
                <a:lnTo>
                  <a:pt x="694095" y="25656"/>
                </a:lnTo>
                <a:moveTo>
                  <a:pt x="693768" y="17770"/>
                </a:moveTo>
                <a:lnTo>
                  <a:pt x="689963" y="17770"/>
                </a:lnTo>
                <a:cubicBezTo>
                  <a:pt x="689216" y="17770"/>
                  <a:pt x="688574" y="17845"/>
                  <a:pt x="688034" y="17995"/>
                </a:cubicBezTo>
                <a:cubicBezTo>
                  <a:pt x="687495" y="18144"/>
                  <a:pt x="687053" y="18357"/>
                  <a:pt x="686708" y="18633"/>
                </a:cubicBezTo>
                <a:cubicBezTo>
                  <a:pt x="686364" y="18909"/>
                  <a:pt x="686108" y="19241"/>
                  <a:pt x="685942" y="19627"/>
                </a:cubicBezTo>
                <a:cubicBezTo>
                  <a:pt x="685776" y="20012"/>
                  <a:pt x="685692" y="20447"/>
                  <a:pt x="685692" y="20930"/>
                </a:cubicBezTo>
                <a:cubicBezTo>
                  <a:pt x="685692" y="21264"/>
                  <a:pt x="685744" y="21584"/>
                  <a:pt x="685847" y="21889"/>
                </a:cubicBezTo>
                <a:cubicBezTo>
                  <a:pt x="685951" y="22194"/>
                  <a:pt x="686117" y="22465"/>
                  <a:pt x="686347" y="22701"/>
                </a:cubicBezTo>
                <a:cubicBezTo>
                  <a:pt x="686576" y="22937"/>
                  <a:pt x="686875" y="23124"/>
                  <a:pt x="687242" y="23262"/>
                </a:cubicBezTo>
                <a:cubicBezTo>
                  <a:pt x="687609" y="23400"/>
                  <a:pt x="688057" y="23469"/>
                  <a:pt x="688585" y="23469"/>
                </a:cubicBezTo>
                <a:cubicBezTo>
                  <a:pt x="689274" y="23469"/>
                  <a:pt x="690063" y="23259"/>
                  <a:pt x="690953" y="22839"/>
                </a:cubicBezTo>
                <a:cubicBezTo>
                  <a:pt x="691842" y="22418"/>
                  <a:pt x="692781" y="21753"/>
                  <a:pt x="693768" y="20844"/>
                </a:cubicBezTo>
                <a:lnTo>
                  <a:pt x="693768" y="17770"/>
                </a:lnTo>
                <a:close/>
                <a:moveTo>
                  <a:pt x="700765" y="17374"/>
                </a:moveTo>
                <a:cubicBezTo>
                  <a:pt x="700765" y="15904"/>
                  <a:pt x="700966" y="14599"/>
                  <a:pt x="701368" y="13456"/>
                </a:cubicBezTo>
                <a:cubicBezTo>
                  <a:pt x="701770" y="12314"/>
                  <a:pt x="702341" y="11350"/>
                  <a:pt x="703081" y="10564"/>
                </a:cubicBezTo>
                <a:cubicBezTo>
                  <a:pt x="703821" y="9777"/>
                  <a:pt x="704711" y="9180"/>
                  <a:pt x="705750" y="8773"/>
                </a:cubicBezTo>
                <a:cubicBezTo>
                  <a:pt x="706789" y="8365"/>
                  <a:pt x="707945" y="8162"/>
                  <a:pt x="709219" y="8162"/>
                </a:cubicBezTo>
                <a:cubicBezTo>
                  <a:pt x="709770" y="8162"/>
                  <a:pt x="710313" y="8196"/>
                  <a:pt x="710847" y="8265"/>
                </a:cubicBezTo>
                <a:cubicBezTo>
                  <a:pt x="711380" y="8334"/>
                  <a:pt x="711906" y="8443"/>
                  <a:pt x="712422" y="8592"/>
                </a:cubicBezTo>
                <a:lnTo>
                  <a:pt x="712422" y="1309"/>
                </a:lnTo>
                <a:lnTo>
                  <a:pt x="715435" y="1309"/>
                </a:lnTo>
                <a:lnTo>
                  <a:pt x="715435" y="25656"/>
                </a:lnTo>
                <a:lnTo>
                  <a:pt x="712749" y="25656"/>
                </a:lnTo>
                <a:lnTo>
                  <a:pt x="712646" y="22384"/>
                </a:lnTo>
                <a:cubicBezTo>
                  <a:pt x="711808" y="23601"/>
                  <a:pt x="710901" y="24502"/>
                  <a:pt x="709925" y="25088"/>
                </a:cubicBezTo>
                <a:cubicBezTo>
                  <a:pt x="708950" y="25673"/>
                  <a:pt x="707894" y="25966"/>
                  <a:pt x="706757" y="25966"/>
                </a:cubicBezTo>
                <a:cubicBezTo>
                  <a:pt x="705770" y="25966"/>
                  <a:pt x="704900" y="25759"/>
                  <a:pt x="704149" y="25346"/>
                </a:cubicBezTo>
                <a:cubicBezTo>
                  <a:pt x="703397" y="24933"/>
                  <a:pt x="702771" y="24350"/>
                  <a:pt x="702272" y="23598"/>
                </a:cubicBezTo>
                <a:cubicBezTo>
                  <a:pt x="701772" y="22846"/>
                  <a:pt x="701396" y="21942"/>
                  <a:pt x="701144" y="20886"/>
                </a:cubicBezTo>
                <a:cubicBezTo>
                  <a:pt x="700891" y="19830"/>
                  <a:pt x="700765" y="18659"/>
                  <a:pt x="700765" y="17374"/>
                </a:cubicBezTo>
                <a:moveTo>
                  <a:pt x="703830" y="17184"/>
                </a:moveTo>
                <a:cubicBezTo>
                  <a:pt x="703830" y="19273"/>
                  <a:pt x="704137" y="20832"/>
                  <a:pt x="704751" y="21859"/>
                </a:cubicBezTo>
                <a:cubicBezTo>
                  <a:pt x="705365" y="22886"/>
                  <a:pt x="706235" y="23400"/>
                  <a:pt x="707360" y="23400"/>
                </a:cubicBezTo>
                <a:cubicBezTo>
                  <a:pt x="708118" y="23400"/>
                  <a:pt x="708918" y="23061"/>
                  <a:pt x="709762" y="22384"/>
                </a:cubicBezTo>
                <a:cubicBezTo>
                  <a:pt x="710606" y="21707"/>
                  <a:pt x="711492" y="20703"/>
                  <a:pt x="712422" y="19371"/>
                </a:cubicBezTo>
                <a:lnTo>
                  <a:pt x="712422" y="11347"/>
                </a:lnTo>
                <a:cubicBezTo>
                  <a:pt x="711929" y="11118"/>
                  <a:pt x="711383" y="10942"/>
                  <a:pt x="710786" y="10822"/>
                </a:cubicBezTo>
                <a:cubicBezTo>
                  <a:pt x="710189" y="10701"/>
                  <a:pt x="709598" y="10641"/>
                  <a:pt x="709013" y="10641"/>
                </a:cubicBezTo>
                <a:cubicBezTo>
                  <a:pt x="707383" y="10641"/>
                  <a:pt x="706112" y="11169"/>
                  <a:pt x="705199" y="12225"/>
                </a:cubicBezTo>
                <a:cubicBezTo>
                  <a:pt x="704286" y="13281"/>
                  <a:pt x="703830" y="14934"/>
                  <a:pt x="703830" y="17184"/>
                </a:cubicBezTo>
                <a:close/>
                <a:moveTo>
                  <a:pt x="735922" y="16099"/>
                </a:moveTo>
                <a:cubicBezTo>
                  <a:pt x="735922" y="16524"/>
                  <a:pt x="735916" y="16880"/>
                  <a:pt x="735905" y="17167"/>
                </a:cubicBezTo>
                <a:cubicBezTo>
                  <a:pt x="735893" y="17454"/>
                  <a:pt x="735876" y="17724"/>
                  <a:pt x="735853" y="17976"/>
                </a:cubicBezTo>
                <a:lnTo>
                  <a:pt x="723714" y="17976"/>
                </a:lnTo>
                <a:cubicBezTo>
                  <a:pt x="723714" y="19744"/>
                  <a:pt x="724208" y="21101"/>
                  <a:pt x="725195" y="22048"/>
                </a:cubicBezTo>
                <a:cubicBezTo>
                  <a:pt x="726182" y="22995"/>
                  <a:pt x="727605" y="23469"/>
                  <a:pt x="729465" y="23469"/>
                </a:cubicBezTo>
                <a:cubicBezTo>
                  <a:pt x="729970" y="23469"/>
                  <a:pt x="730475" y="23449"/>
                  <a:pt x="730980" y="23408"/>
                </a:cubicBezTo>
                <a:cubicBezTo>
                  <a:pt x="731485" y="23366"/>
                  <a:pt x="731973" y="23311"/>
                  <a:pt x="732444" y="23240"/>
                </a:cubicBezTo>
                <a:cubicBezTo>
                  <a:pt x="732914" y="23170"/>
                  <a:pt x="733365" y="23090"/>
                  <a:pt x="733796" y="23002"/>
                </a:cubicBezTo>
                <a:cubicBezTo>
                  <a:pt x="734226" y="22914"/>
                  <a:pt x="734625" y="22817"/>
                  <a:pt x="734992" y="22711"/>
                </a:cubicBezTo>
                <a:lnTo>
                  <a:pt x="734992" y="25174"/>
                </a:lnTo>
                <a:cubicBezTo>
                  <a:pt x="734177" y="25408"/>
                  <a:pt x="733256" y="25599"/>
                  <a:pt x="732229" y="25746"/>
                </a:cubicBezTo>
                <a:cubicBezTo>
                  <a:pt x="731201" y="25892"/>
                  <a:pt x="730137" y="25966"/>
                  <a:pt x="729035" y="25966"/>
                </a:cubicBezTo>
                <a:cubicBezTo>
                  <a:pt x="727554" y="25966"/>
                  <a:pt x="726280" y="25765"/>
                  <a:pt x="725212" y="25363"/>
                </a:cubicBezTo>
                <a:cubicBezTo>
                  <a:pt x="724144" y="24961"/>
                  <a:pt x="723269" y="24379"/>
                  <a:pt x="722586" y="23615"/>
                </a:cubicBezTo>
                <a:cubicBezTo>
                  <a:pt x="721903" y="22852"/>
                  <a:pt x="721398" y="21916"/>
                  <a:pt x="721071" y="20809"/>
                </a:cubicBezTo>
                <a:cubicBezTo>
                  <a:pt x="720744" y="19701"/>
                  <a:pt x="720580" y="18447"/>
                  <a:pt x="720580" y="17046"/>
                </a:cubicBezTo>
                <a:cubicBezTo>
                  <a:pt x="720580" y="15830"/>
                  <a:pt x="720755" y="14679"/>
                  <a:pt x="721105" y="13594"/>
                </a:cubicBezTo>
                <a:cubicBezTo>
                  <a:pt x="721455" y="12509"/>
                  <a:pt x="721966" y="11557"/>
                  <a:pt x="722638" y="10736"/>
                </a:cubicBezTo>
                <a:cubicBezTo>
                  <a:pt x="723309" y="9915"/>
                  <a:pt x="724133" y="9264"/>
                  <a:pt x="725109" y="8782"/>
                </a:cubicBezTo>
                <a:cubicBezTo>
                  <a:pt x="726084" y="8299"/>
                  <a:pt x="727192" y="8058"/>
                  <a:pt x="728432" y="8058"/>
                </a:cubicBezTo>
                <a:cubicBezTo>
                  <a:pt x="729637" y="8058"/>
                  <a:pt x="730705" y="8248"/>
                  <a:pt x="731635" y="8627"/>
                </a:cubicBezTo>
                <a:cubicBezTo>
                  <a:pt x="732564" y="9005"/>
                  <a:pt x="733348" y="9542"/>
                  <a:pt x="733985" y="10236"/>
                </a:cubicBezTo>
                <a:cubicBezTo>
                  <a:pt x="734622" y="10931"/>
                  <a:pt x="735104" y="11775"/>
                  <a:pt x="735431" y="12768"/>
                </a:cubicBezTo>
                <a:cubicBezTo>
                  <a:pt x="735758" y="13761"/>
                  <a:pt x="735922" y="14871"/>
                  <a:pt x="735922" y="16099"/>
                </a:cubicBezTo>
                <a:moveTo>
                  <a:pt x="732805" y="15669"/>
                </a:moveTo>
                <a:cubicBezTo>
                  <a:pt x="732840" y="14900"/>
                  <a:pt x="732765" y="14197"/>
                  <a:pt x="732582" y="13560"/>
                </a:cubicBezTo>
                <a:cubicBezTo>
                  <a:pt x="732398" y="12923"/>
                  <a:pt x="732114" y="12374"/>
                  <a:pt x="731729" y="11915"/>
                </a:cubicBezTo>
                <a:cubicBezTo>
                  <a:pt x="731345" y="11456"/>
                  <a:pt x="730865" y="11097"/>
                  <a:pt x="730292" y="10839"/>
                </a:cubicBezTo>
                <a:cubicBezTo>
                  <a:pt x="729718" y="10581"/>
                  <a:pt x="729052" y="10452"/>
                  <a:pt x="728294" y="10452"/>
                </a:cubicBezTo>
                <a:cubicBezTo>
                  <a:pt x="727640" y="10452"/>
                  <a:pt x="727043" y="10578"/>
                  <a:pt x="726503" y="10831"/>
                </a:cubicBezTo>
                <a:cubicBezTo>
                  <a:pt x="725964" y="11083"/>
                  <a:pt x="725499" y="11439"/>
                  <a:pt x="725109" y="11898"/>
                </a:cubicBezTo>
                <a:cubicBezTo>
                  <a:pt x="724718" y="12357"/>
                  <a:pt x="724403" y="12908"/>
                  <a:pt x="724162" y="13551"/>
                </a:cubicBezTo>
                <a:cubicBezTo>
                  <a:pt x="723921" y="14194"/>
                  <a:pt x="723771" y="14900"/>
                  <a:pt x="723714" y="15669"/>
                </a:cubicBezTo>
                <a:lnTo>
                  <a:pt x="732805" y="15669"/>
                </a:lnTo>
                <a:close/>
                <a:moveTo>
                  <a:pt x="741704" y="8368"/>
                </a:moveTo>
                <a:lnTo>
                  <a:pt x="744441" y="8368"/>
                </a:lnTo>
                <a:lnTo>
                  <a:pt x="744527" y="11546"/>
                </a:lnTo>
                <a:cubicBezTo>
                  <a:pt x="745549" y="10320"/>
                  <a:pt x="746556" y="9433"/>
                  <a:pt x="747549" y="8883"/>
                </a:cubicBezTo>
                <a:cubicBezTo>
                  <a:pt x="748542" y="8333"/>
                  <a:pt x="749544" y="8058"/>
                  <a:pt x="750554" y="8058"/>
                </a:cubicBezTo>
                <a:cubicBezTo>
                  <a:pt x="752345" y="8058"/>
                  <a:pt x="753702" y="8637"/>
                  <a:pt x="754626" y="9793"/>
                </a:cubicBezTo>
                <a:cubicBezTo>
                  <a:pt x="755550" y="10950"/>
                  <a:pt x="755978" y="12667"/>
                  <a:pt x="755909" y="14946"/>
                </a:cubicBezTo>
                <a:lnTo>
                  <a:pt x="752879" y="14946"/>
                </a:lnTo>
                <a:cubicBezTo>
                  <a:pt x="752913" y="13437"/>
                  <a:pt x="752692" y="12342"/>
                  <a:pt x="752216" y="11662"/>
                </a:cubicBezTo>
                <a:cubicBezTo>
                  <a:pt x="751739" y="10981"/>
                  <a:pt x="751042" y="10641"/>
                  <a:pt x="750124" y="10641"/>
                </a:cubicBezTo>
                <a:cubicBezTo>
                  <a:pt x="749722" y="10641"/>
                  <a:pt x="749317" y="10713"/>
                  <a:pt x="748910" y="10856"/>
                </a:cubicBezTo>
                <a:cubicBezTo>
                  <a:pt x="748502" y="10999"/>
                  <a:pt x="748083" y="11227"/>
                  <a:pt x="747653" y="11541"/>
                </a:cubicBezTo>
                <a:cubicBezTo>
                  <a:pt x="747222" y="11856"/>
                  <a:pt x="746766" y="12259"/>
                  <a:pt x="746284" y="12750"/>
                </a:cubicBezTo>
                <a:cubicBezTo>
                  <a:pt x="745802" y="13242"/>
                  <a:pt x="745285" y="13836"/>
                  <a:pt x="744734" y="14534"/>
                </a:cubicBezTo>
                <a:lnTo>
                  <a:pt x="744734" y="25656"/>
                </a:lnTo>
                <a:lnTo>
                  <a:pt x="741704" y="25656"/>
                </a:lnTo>
                <a:lnTo>
                  <a:pt x="741704" y="8368"/>
                </a:lnTo>
                <a:close/>
                <a:moveTo>
                  <a:pt x="775276" y="25656"/>
                </a:moveTo>
                <a:lnTo>
                  <a:pt x="771282" y="25656"/>
                </a:lnTo>
                <a:lnTo>
                  <a:pt x="764721" y="11610"/>
                </a:lnTo>
                <a:lnTo>
                  <a:pt x="762827" y="7094"/>
                </a:lnTo>
                <a:lnTo>
                  <a:pt x="762827" y="18452"/>
                </a:lnTo>
                <a:lnTo>
                  <a:pt x="762827" y="25656"/>
                </a:lnTo>
                <a:lnTo>
                  <a:pt x="759969" y="25656"/>
                </a:lnTo>
                <a:lnTo>
                  <a:pt x="759969" y="3134"/>
                </a:lnTo>
                <a:lnTo>
                  <a:pt x="763912" y="3134"/>
                </a:lnTo>
                <a:lnTo>
                  <a:pt x="770162" y="16439"/>
                </a:lnTo>
                <a:lnTo>
                  <a:pt x="772418" y="21592"/>
                </a:lnTo>
                <a:lnTo>
                  <a:pt x="772418" y="9528"/>
                </a:lnTo>
                <a:lnTo>
                  <a:pt x="772418" y="3134"/>
                </a:lnTo>
                <a:lnTo>
                  <a:pt x="775276" y="3134"/>
                </a:lnTo>
                <a:lnTo>
                  <a:pt x="775276" y="25656"/>
                </a:lnTo>
                <a:close/>
                <a:moveTo>
                  <a:pt x="794378" y="16874"/>
                </a:moveTo>
                <a:cubicBezTo>
                  <a:pt x="794378" y="18217"/>
                  <a:pt x="794189" y="19448"/>
                  <a:pt x="793810" y="20568"/>
                </a:cubicBezTo>
                <a:cubicBezTo>
                  <a:pt x="793431" y="21687"/>
                  <a:pt x="792886" y="22645"/>
                  <a:pt x="792174" y="23443"/>
                </a:cubicBezTo>
                <a:cubicBezTo>
                  <a:pt x="791463" y="24241"/>
                  <a:pt x="790596" y="24861"/>
                  <a:pt x="789574" y="25303"/>
                </a:cubicBezTo>
                <a:cubicBezTo>
                  <a:pt x="788553" y="25745"/>
                  <a:pt x="787393" y="25966"/>
                  <a:pt x="786096" y="25966"/>
                </a:cubicBezTo>
                <a:cubicBezTo>
                  <a:pt x="784856" y="25966"/>
                  <a:pt x="783746" y="25773"/>
                  <a:pt x="782764" y="25389"/>
                </a:cubicBezTo>
                <a:cubicBezTo>
                  <a:pt x="781783" y="25004"/>
                  <a:pt x="780951" y="24439"/>
                  <a:pt x="780268" y="23693"/>
                </a:cubicBezTo>
                <a:cubicBezTo>
                  <a:pt x="779585" y="22947"/>
                  <a:pt x="779062" y="22023"/>
                  <a:pt x="778701" y="20921"/>
                </a:cubicBezTo>
                <a:cubicBezTo>
                  <a:pt x="778339" y="19819"/>
                  <a:pt x="778158" y="18550"/>
                  <a:pt x="778158" y="17115"/>
                </a:cubicBezTo>
                <a:cubicBezTo>
                  <a:pt x="778158" y="15772"/>
                  <a:pt x="778348" y="14547"/>
                  <a:pt x="778727" y="13439"/>
                </a:cubicBezTo>
                <a:cubicBezTo>
                  <a:pt x="779105" y="12331"/>
                  <a:pt x="779651" y="11379"/>
                  <a:pt x="780362" y="10581"/>
                </a:cubicBezTo>
                <a:cubicBezTo>
                  <a:pt x="781074" y="9783"/>
                  <a:pt x="781941" y="9163"/>
                  <a:pt x="782962" y="8721"/>
                </a:cubicBezTo>
                <a:cubicBezTo>
                  <a:pt x="783984" y="8279"/>
                  <a:pt x="785143" y="8058"/>
                  <a:pt x="786441" y="8058"/>
                </a:cubicBezTo>
                <a:cubicBezTo>
                  <a:pt x="787680" y="8058"/>
                  <a:pt x="788791" y="8251"/>
                  <a:pt x="789772" y="8635"/>
                </a:cubicBezTo>
                <a:cubicBezTo>
                  <a:pt x="790754" y="9020"/>
                  <a:pt x="791586" y="9582"/>
                  <a:pt x="792269" y="10323"/>
                </a:cubicBezTo>
                <a:cubicBezTo>
                  <a:pt x="792952" y="11063"/>
                  <a:pt x="793474" y="11984"/>
                  <a:pt x="793836" y="13086"/>
                </a:cubicBezTo>
                <a:cubicBezTo>
                  <a:pt x="794198" y="14188"/>
                  <a:pt x="794378" y="15451"/>
                  <a:pt x="794378" y="16874"/>
                </a:cubicBezTo>
                <a:moveTo>
                  <a:pt x="791313" y="17012"/>
                </a:moveTo>
                <a:cubicBezTo>
                  <a:pt x="791313" y="15944"/>
                  <a:pt x="791196" y="15012"/>
                  <a:pt x="790960" y="14214"/>
                </a:cubicBezTo>
                <a:cubicBezTo>
                  <a:pt x="790725" y="13416"/>
                  <a:pt x="790389" y="12750"/>
                  <a:pt x="789953" y="12217"/>
                </a:cubicBezTo>
                <a:cubicBezTo>
                  <a:pt x="789517" y="11683"/>
                  <a:pt x="788986" y="11281"/>
                  <a:pt x="788360" y="11011"/>
                </a:cubicBezTo>
                <a:cubicBezTo>
                  <a:pt x="787735" y="10742"/>
                  <a:pt x="787037" y="10607"/>
                  <a:pt x="786268" y="10607"/>
                </a:cubicBezTo>
                <a:cubicBezTo>
                  <a:pt x="785373" y="10607"/>
                  <a:pt x="784607" y="10782"/>
                  <a:pt x="783970" y="11132"/>
                </a:cubicBezTo>
                <a:cubicBezTo>
                  <a:pt x="783333" y="11482"/>
                  <a:pt x="782810" y="11950"/>
                  <a:pt x="782403" y="12535"/>
                </a:cubicBezTo>
                <a:cubicBezTo>
                  <a:pt x="781995" y="13121"/>
                  <a:pt x="781697" y="13801"/>
                  <a:pt x="781507" y="14576"/>
                </a:cubicBezTo>
                <a:cubicBezTo>
                  <a:pt x="781318" y="15350"/>
                  <a:pt x="781223" y="16163"/>
                  <a:pt x="781223" y="17012"/>
                </a:cubicBezTo>
                <a:cubicBezTo>
                  <a:pt x="781223" y="18080"/>
                  <a:pt x="781341" y="19015"/>
                  <a:pt x="781576" y="19819"/>
                </a:cubicBezTo>
                <a:cubicBezTo>
                  <a:pt x="781812" y="20622"/>
                  <a:pt x="782147" y="21291"/>
                  <a:pt x="782584" y="21825"/>
                </a:cubicBezTo>
                <a:cubicBezTo>
                  <a:pt x="783020" y="22358"/>
                  <a:pt x="783548" y="22760"/>
                  <a:pt x="784168" y="23030"/>
                </a:cubicBezTo>
                <a:cubicBezTo>
                  <a:pt x="784788" y="23300"/>
                  <a:pt x="785488" y="23435"/>
                  <a:pt x="786268" y="23435"/>
                </a:cubicBezTo>
                <a:cubicBezTo>
                  <a:pt x="787164" y="23435"/>
                  <a:pt x="787930" y="23260"/>
                  <a:pt x="788567" y="22909"/>
                </a:cubicBezTo>
                <a:cubicBezTo>
                  <a:pt x="789204" y="22559"/>
                  <a:pt x="789726" y="22092"/>
                  <a:pt x="790134" y="21506"/>
                </a:cubicBezTo>
                <a:cubicBezTo>
                  <a:pt x="790541" y="20921"/>
                  <a:pt x="790840" y="20241"/>
                  <a:pt x="791029" y="19466"/>
                </a:cubicBezTo>
                <a:cubicBezTo>
                  <a:pt x="791219" y="18691"/>
                  <a:pt x="791313" y="17873"/>
                  <a:pt x="791313" y="17012"/>
                </a:cubicBezTo>
                <a:close/>
                <a:moveTo>
                  <a:pt x="797105" y="17374"/>
                </a:moveTo>
                <a:cubicBezTo>
                  <a:pt x="797105" y="15904"/>
                  <a:pt x="797306" y="14599"/>
                  <a:pt x="797708" y="13456"/>
                </a:cubicBezTo>
                <a:cubicBezTo>
                  <a:pt x="798110" y="12314"/>
                  <a:pt x="798681" y="11350"/>
                  <a:pt x="799421" y="10564"/>
                </a:cubicBezTo>
                <a:cubicBezTo>
                  <a:pt x="800162" y="9777"/>
                  <a:pt x="801051" y="9180"/>
                  <a:pt x="802090" y="8773"/>
                </a:cubicBezTo>
                <a:cubicBezTo>
                  <a:pt x="803129" y="8365"/>
                  <a:pt x="804286" y="8162"/>
                  <a:pt x="805560" y="8162"/>
                </a:cubicBezTo>
                <a:cubicBezTo>
                  <a:pt x="806111" y="8162"/>
                  <a:pt x="806653" y="8196"/>
                  <a:pt x="807187" y="8265"/>
                </a:cubicBezTo>
                <a:cubicBezTo>
                  <a:pt x="807721" y="8334"/>
                  <a:pt x="808246" y="8443"/>
                  <a:pt x="808762" y="8592"/>
                </a:cubicBezTo>
                <a:lnTo>
                  <a:pt x="808762" y="1309"/>
                </a:lnTo>
                <a:lnTo>
                  <a:pt x="811776" y="1309"/>
                </a:lnTo>
                <a:lnTo>
                  <a:pt x="811776" y="25656"/>
                </a:lnTo>
                <a:lnTo>
                  <a:pt x="809090" y="25656"/>
                </a:lnTo>
                <a:lnTo>
                  <a:pt x="808986" y="22384"/>
                </a:lnTo>
                <a:cubicBezTo>
                  <a:pt x="808148" y="23601"/>
                  <a:pt x="807242" y="24502"/>
                  <a:pt x="806266" y="25088"/>
                </a:cubicBezTo>
                <a:cubicBezTo>
                  <a:pt x="805290" y="25673"/>
                  <a:pt x="804234" y="25966"/>
                  <a:pt x="803098" y="25966"/>
                </a:cubicBezTo>
                <a:cubicBezTo>
                  <a:pt x="802110" y="25966"/>
                  <a:pt x="801241" y="25759"/>
                  <a:pt x="800489" y="25346"/>
                </a:cubicBezTo>
                <a:cubicBezTo>
                  <a:pt x="799737" y="24933"/>
                  <a:pt x="799111" y="24350"/>
                  <a:pt x="798612" y="23598"/>
                </a:cubicBezTo>
                <a:cubicBezTo>
                  <a:pt x="798113" y="22846"/>
                  <a:pt x="797737" y="21942"/>
                  <a:pt x="797484" y="20886"/>
                </a:cubicBezTo>
                <a:cubicBezTo>
                  <a:pt x="797232" y="19830"/>
                  <a:pt x="797105" y="18659"/>
                  <a:pt x="797105" y="17374"/>
                </a:cubicBezTo>
                <a:moveTo>
                  <a:pt x="800170" y="17184"/>
                </a:moveTo>
                <a:cubicBezTo>
                  <a:pt x="800170" y="19273"/>
                  <a:pt x="800477" y="20832"/>
                  <a:pt x="801092" y="21859"/>
                </a:cubicBezTo>
                <a:cubicBezTo>
                  <a:pt x="801706" y="22886"/>
                  <a:pt x="802575" y="23400"/>
                  <a:pt x="803700" y="23400"/>
                </a:cubicBezTo>
                <a:cubicBezTo>
                  <a:pt x="804458" y="23400"/>
                  <a:pt x="805258" y="23061"/>
                  <a:pt x="806102" y="22384"/>
                </a:cubicBezTo>
                <a:cubicBezTo>
                  <a:pt x="806946" y="21707"/>
                  <a:pt x="807833" y="20703"/>
                  <a:pt x="808762" y="19371"/>
                </a:cubicBezTo>
                <a:lnTo>
                  <a:pt x="808762" y="11347"/>
                </a:lnTo>
                <a:cubicBezTo>
                  <a:pt x="808269" y="11118"/>
                  <a:pt x="807724" y="10942"/>
                  <a:pt x="807127" y="10822"/>
                </a:cubicBezTo>
                <a:cubicBezTo>
                  <a:pt x="806530" y="10701"/>
                  <a:pt x="805939" y="10641"/>
                  <a:pt x="805353" y="10641"/>
                </a:cubicBezTo>
                <a:cubicBezTo>
                  <a:pt x="803723" y="10641"/>
                  <a:pt x="802452" y="11169"/>
                  <a:pt x="801539" y="12225"/>
                </a:cubicBezTo>
                <a:cubicBezTo>
                  <a:pt x="800627" y="13281"/>
                  <a:pt x="800170" y="14934"/>
                  <a:pt x="800170" y="17184"/>
                </a:cubicBezTo>
                <a:close/>
                <a:moveTo>
                  <a:pt x="832262" y="16099"/>
                </a:moveTo>
                <a:cubicBezTo>
                  <a:pt x="832262" y="16524"/>
                  <a:pt x="832256" y="16880"/>
                  <a:pt x="832245" y="17167"/>
                </a:cubicBezTo>
                <a:cubicBezTo>
                  <a:pt x="832233" y="17454"/>
                  <a:pt x="832216" y="17724"/>
                  <a:pt x="832193" y="17976"/>
                </a:cubicBezTo>
                <a:lnTo>
                  <a:pt x="820054" y="17976"/>
                </a:lnTo>
                <a:cubicBezTo>
                  <a:pt x="820054" y="19744"/>
                  <a:pt x="820548" y="21101"/>
                  <a:pt x="821535" y="22048"/>
                </a:cubicBezTo>
                <a:cubicBezTo>
                  <a:pt x="822522" y="22995"/>
                  <a:pt x="823945" y="23469"/>
                  <a:pt x="825805" y="23469"/>
                </a:cubicBezTo>
                <a:cubicBezTo>
                  <a:pt x="826310" y="23469"/>
                  <a:pt x="826815" y="23449"/>
                  <a:pt x="827320" y="23408"/>
                </a:cubicBezTo>
                <a:cubicBezTo>
                  <a:pt x="827825" y="23366"/>
                  <a:pt x="828313" y="23311"/>
                  <a:pt x="828784" y="23240"/>
                </a:cubicBezTo>
                <a:cubicBezTo>
                  <a:pt x="829255" y="23170"/>
                  <a:pt x="829705" y="23090"/>
                  <a:pt x="830136" y="23002"/>
                </a:cubicBezTo>
                <a:cubicBezTo>
                  <a:pt x="830566" y="22914"/>
                  <a:pt x="830965" y="22817"/>
                  <a:pt x="831332" y="22711"/>
                </a:cubicBezTo>
                <a:lnTo>
                  <a:pt x="831332" y="25174"/>
                </a:lnTo>
                <a:cubicBezTo>
                  <a:pt x="830517" y="25408"/>
                  <a:pt x="829596" y="25599"/>
                  <a:pt x="828569" y="25746"/>
                </a:cubicBezTo>
                <a:cubicBezTo>
                  <a:pt x="827541" y="25892"/>
                  <a:pt x="826477" y="25966"/>
                  <a:pt x="825375" y="25966"/>
                </a:cubicBezTo>
                <a:cubicBezTo>
                  <a:pt x="823894" y="25966"/>
                  <a:pt x="822620" y="25765"/>
                  <a:pt x="821552" y="25363"/>
                </a:cubicBezTo>
                <a:cubicBezTo>
                  <a:pt x="820485" y="24961"/>
                  <a:pt x="819609" y="24379"/>
                  <a:pt x="818926" y="23615"/>
                </a:cubicBezTo>
                <a:cubicBezTo>
                  <a:pt x="818243" y="22852"/>
                  <a:pt x="817738" y="21916"/>
                  <a:pt x="817411" y="20809"/>
                </a:cubicBezTo>
                <a:cubicBezTo>
                  <a:pt x="817084" y="19701"/>
                  <a:pt x="816920" y="18447"/>
                  <a:pt x="816920" y="17046"/>
                </a:cubicBezTo>
                <a:cubicBezTo>
                  <a:pt x="816920" y="15830"/>
                  <a:pt x="817095" y="14679"/>
                  <a:pt x="817445" y="13594"/>
                </a:cubicBezTo>
                <a:cubicBezTo>
                  <a:pt x="817796" y="12509"/>
                  <a:pt x="818306" y="11557"/>
                  <a:pt x="818978" y="10736"/>
                </a:cubicBezTo>
                <a:cubicBezTo>
                  <a:pt x="819649" y="9915"/>
                  <a:pt x="820473" y="9264"/>
                  <a:pt x="821449" y="8782"/>
                </a:cubicBezTo>
                <a:cubicBezTo>
                  <a:pt x="822424" y="8299"/>
                  <a:pt x="823532" y="8058"/>
                  <a:pt x="824772" y="8058"/>
                </a:cubicBezTo>
                <a:cubicBezTo>
                  <a:pt x="825977" y="8058"/>
                  <a:pt x="827045" y="8248"/>
                  <a:pt x="827975" y="8627"/>
                </a:cubicBezTo>
                <a:cubicBezTo>
                  <a:pt x="828904" y="9005"/>
                  <a:pt x="829688" y="9542"/>
                  <a:pt x="830325" y="10236"/>
                </a:cubicBezTo>
                <a:cubicBezTo>
                  <a:pt x="830962" y="10931"/>
                  <a:pt x="831444" y="11775"/>
                  <a:pt x="831771" y="12768"/>
                </a:cubicBezTo>
                <a:cubicBezTo>
                  <a:pt x="832098" y="13761"/>
                  <a:pt x="832262" y="14871"/>
                  <a:pt x="832262" y="16099"/>
                </a:cubicBezTo>
                <a:moveTo>
                  <a:pt x="829145" y="15669"/>
                </a:moveTo>
                <a:cubicBezTo>
                  <a:pt x="829180" y="14900"/>
                  <a:pt x="829105" y="14197"/>
                  <a:pt x="828922" y="13560"/>
                </a:cubicBezTo>
                <a:cubicBezTo>
                  <a:pt x="828738" y="12923"/>
                  <a:pt x="828454" y="12374"/>
                  <a:pt x="828069" y="11915"/>
                </a:cubicBezTo>
                <a:cubicBezTo>
                  <a:pt x="827685" y="11456"/>
                  <a:pt x="827206" y="11097"/>
                  <a:pt x="826632" y="10839"/>
                </a:cubicBezTo>
                <a:cubicBezTo>
                  <a:pt x="826058" y="10581"/>
                  <a:pt x="825392" y="10452"/>
                  <a:pt x="824634" y="10452"/>
                </a:cubicBezTo>
                <a:cubicBezTo>
                  <a:pt x="823980" y="10452"/>
                  <a:pt x="823383" y="10578"/>
                  <a:pt x="822843" y="10831"/>
                </a:cubicBezTo>
                <a:cubicBezTo>
                  <a:pt x="822304" y="11083"/>
                  <a:pt x="821839" y="11439"/>
                  <a:pt x="821449" y="11898"/>
                </a:cubicBezTo>
                <a:cubicBezTo>
                  <a:pt x="821058" y="12357"/>
                  <a:pt x="820743" y="12908"/>
                  <a:pt x="820502" y="13551"/>
                </a:cubicBezTo>
                <a:cubicBezTo>
                  <a:pt x="820261" y="14194"/>
                  <a:pt x="820111" y="14900"/>
                  <a:pt x="820054" y="15669"/>
                </a:cubicBezTo>
                <a:lnTo>
                  <a:pt x="829145" y="15669"/>
                </a:lnTo>
                <a:close/>
                <a:moveTo>
                  <a:pt x="838972" y="29186"/>
                </a:moveTo>
                <a:cubicBezTo>
                  <a:pt x="839558" y="29209"/>
                  <a:pt x="840126" y="29157"/>
                  <a:pt x="840677" y="29030"/>
                </a:cubicBezTo>
                <a:cubicBezTo>
                  <a:pt x="841228" y="28903"/>
                  <a:pt x="841713" y="28715"/>
                  <a:pt x="842132" y="28467"/>
                </a:cubicBezTo>
                <a:cubicBezTo>
                  <a:pt x="842551" y="28219"/>
                  <a:pt x="842887" y="27911"/>
                  <a:pt x="843139" y="27542"/>
                </a:cubicBezTo>
                <a:cubicBezTo>
                  <a:pt x="843392" y="27173"/>
                  <a:pt x="843518" y="26752"/>
                  <a:pt x="843518" y="26279"/>
                </a:cubicBezTo>
                <a:cubicBezTo>
                  <a:pt x="843518" y="25795"/>
                  <a:pt x="843435" y="25403"/>
                  <a:pt x="843268" y="25105"/>
                </a:cubicBezTo>
                <a:cubicBezTo>
                  <a:pt x="843102" y="24806"/>
                  <a:pt x="842915" y="24531"/>
                  <a:pt x="842709" y="24278"/>
                </a:cubicBezTo>
                <a:cubicBezTo>
                  <a:pt x="842502" y="24026"/>
                  <a:pt x="842315" y="23756"/>
                  <a:pt x="842149" y="23469"/>
                </a:cubicBezTo>
                <a:cubicBezTo>
                  <a:pt x="841983" y="23182"/>
                  <a:pt x="841899" y="22797"/>
                  <a:pt x="841899" y="22315"/>
                </a:cubicBezTo>
                <a:cubicBezTo>
                  <a:pt x="841899" y="22074"/>
                  <a:pt x="841945" y="21822"/>
                  <a:pt x="842037" y="21558"/>
                </a:cubicBezTo>
                <a:cubicBezTo>
                  <a:pt x="842129" y="21294"/>
                  <a:pt x="842270" y="21053"/>
                  <a:pt x="842459" y="20835"/>
                </a:cubicBezTo>
                <a:cubicBezTo>
                  <a:pt x="842648" y="20616"/>
                  <a:pt x="842889" y="20439"/>
                  <a:pt x="843182" y="20301"/>
                </a:cubicBezTo>
                <a:cubicBezTo>
                  <a:pt x="843475" y="20163"/>
                  <a:pt x="843822" y="20094"/>
                  <a:pt x="844224" y="20094"/>
                </a:cubicBezTo>
                <a:cubicBezTo>
                  <a:pt x="844626" y="20094"/>
                  <a:pt x="845013" y="20178"/>
                  <a:pt x="845386" y="20344"/>
                </a:cubicBezTo>
                <a:cubicBezTo>
                  <a:pt x="845759" y="20511"/>
                  <a:pt x="846086" y="20767"/>
                  <a:pt x="846368" y="21112"/>
                </a:cubicBezTo>
                <a:cubicBezTo>
                  <a:pt x="846649" y="21456"/>
                  <a:pt x="846873" y="21888"/>
                  <a:pt x="847039" y="22405"/>
                </a:cubicBezTo>
                <a:cubicBezTo>
                  <a:pt x="847206" y="22922"/>
                  <a:pt x="847289" y="23532"/>
                  <a:pt x="847289" y="24233"/>
                </a:cubicBezTo>
                <a:cubicBezTo>
                  <a:pt x="847289" y="25187"/>
                  <a:pt x="847114" y="26104"/>
                  <a:pt x="846764" y="26983"/>
                </a:cubicBezTo>
                <a:cubicBezTo>
                  <a:pt x="846414" y="27863"/>
                  <a:pt x="845891" y="28642"/>
                  <a:pt x="845197" y="29320"/>
                </a:cubicBezTo>
                <a:cubicBezTo>
                  <a:pt x="844502" y="29998"/>
                  <a:pt x="843636" y="30539"/>
                  <a:pt x="842597" y="30941"/>
                </a:cubicBezTo>
                <a:cubicBezTo>
                  <a:pt x="841558" y="31343"/>
                  <a:pt x="840350" y="31545"/>
                  <a:pt x="838972" y="31545"/>
                </a:cubicBezTo>
                <a:lnTo>
                  <a:pt x="838972" y="29186"/>
                </a:lnTo>
                <a:close/>
                <a:moveTo>
                  <a:pt x="885903" y="1309"/>
                </a:moveTo>
                <a:lnTo>
                  <a:pt x="885403" y="9401"/>
                </a:lnTo>
                <a:lnTo>
                  <a:pt x="882442" y="9401"/>
                </a:lnTo>
                <a:lnTo>
                  <a:pt x="881960" y="1309"/>
                </a:lnTo>
                <a:lnTo>
                  <a:pt x="885903" y="1309"/>
                </a:lnTo>
                <a:close/>
                <a:moveTo>
                  <a:pt x="909533" y="25656"/>
                </a:moveTo>
                <a:lnTo>
                  <a:pt x="906537" y="25656"/>
                </a:lnTo>
                <a:lnTo>
                  <a:pt x="906537" y="14619"/>
                </a:lnTo>
                <a:cubicBezTo>
                  <a:pt x="906537" y="13287"/>
                  <a:pt x="906288" y="12291"/>
                  <a:pt x="905788" y="11631"/>
                </a:cubicBezTo>
                <a:cubicBezTo>
                  <a:pt x="905289" y="10971"/>
                  <a:pt x="904574" y="10641"/>
                  <a:pt x="903644" y="10641"/>
                </a:cubicBezTo>
                <a:cubicBezTo>
                  <a:pt x="903243" y="10641"/>
                  <a:pt x="902867" y="10696"/>
                  <a:pt x="902517" y="10805"/>
                </a:cubicBezTo>
                <a:cubicBezTo>
                  <a:pt x="902167" y="10914"/>
                  <a:pt x="901802" y="11103"/>
                  <a:pt x="901423" y="11373"/>
                </a:cubicBezTo>
                <a:cubicBezTo>
                  <a:pt x="901044" y="11643"/>
                  <a:pt x="900631" y="12007"/>
                  <a:pt x="900184" y="12466"/>
                </a:cubicBezTo>
                <a:cubicBezTo>
                  <a:pt x="899736" y="12925"/>
                  <a:pt x="899219" y="13499"/>
                  <a:pt x="898634" y="14188"/>
                </a:cubicBezTo>
                <a:lnTo>
                  <a:pt x="898634" y="25656"/>
                </a:lnTo>
                <a:lnTo>
                  <a:pt x="895638" y="25656"/>
                </a:lnTo>
                <a:lnTo>
                  <a:pt x="895638" y="1309"/>
                </a:lnTo>
                <a:lnTo>
                  <a:pt x="898634" y="1309"/>
                </a:lnTo>
                <a:lnTo>
                  <a:pt x="898634" y="8363"/>
                </a:lnTo>
                <a:lnTo>
                  <a:pt x="898531" y="11089"/>
                </a:lnTo>
                <a:cubicBezTo>
                  <a:pt x="899001" y="10526"/>
                  <a:pt x="899463" y="10053"/>
                  <a:pt x="899917" y="9668"/>
                </a:cubicBezTo>
                <a:cubicBezTo>
                  <a:pt x="900370" y="9284"/>
                  <a:pt x="900824" y="8971"/>
                  <a:pt x="901277" y="8730"/>
                </a:cubicBezTo>
                <a:cubicBezTo>
                  <a:pt x="901730" y="8489"/>
                  <a:pt x="902192" y="8317"/>
                  <a:pt x="902663" y="8213"/>
                </a:cubicBezTo>
                <a:cubicBezTo>
                  <a:pt x="903134" y="8110"/>
                  <a:pt x="903622" y="8058"/>
                  <a:pt x="904127" y="8058"/>
                </a:cubicBezTo>
                <a:cubicBezTo>
                  <a:pt x="905848" y="8058"/>
                  <a:pt x="907180" y="8583"/>
                  <a:pt x="908121" y="9634"/>
                </a:cubicBezTo>
                <a:cubicBezTo>
                  <a:pt x="909063" y="10684"/>
                  <a:pt x="909533" y="12265"/>
                  <a:pt x="909533" y="14378"/>
                </a:cubicBezTo>
                <a:lnTo>
                  <a:pt x="909533" y="25656"/>
                </a:lnTo>
                <a:close/>
                <a:moveTo>
                  <a:pt x="929916" y="16099"/>
                </a:moveTo>
                <a:cubicBezTo>
                  <a:pt x="929916" y="16524"/>
                  <a:pt x="929911" y="16880"/>
                  <a:pt x="929899" y="17167"/>
                </a:cubicBezTo>
                <a:cubicBezTo>
                  <a:pt x="929888" y="17454"/>
                  <a:pt x="929871" y="17724"/>
                  <a:pt x="929848" y="17976"/>
                </a:cubicBezTo>
                <a:lnTo>
                  <a:pt x="917708" y="17976"/>
                </a:lnTo>
                <a:cubicBezTo>
                  <a:pt x="917708" y="19744"/>
                  <a:pt x="918202" y="21101"/>
                  <a:pt x="919189" y="22048"/>
                </a:cubicBezTo>
                <a:cubicBezTo>
                  <a:pt x="920176" y="22995"/>
                  <a:pt x="921600" y="23469"/>
                  <a:pt x="923460" y="23469"/>
                </a:cubicBezTo>
                <a:cubicBezTo>
                  <a:pt x="923965" y="23469"/>
                  <a:pt x="924470" y="23449"/>
                  <a:pt x="924975" y="23408"/>
                </a:cubicBezTo>
                <a:cubicBezTo>
                  <a:pt x="925480" y="23366"/>
                  <a:pt x="925968" y="23311"/>
                  <a:pt x="926438" y="23240"/>
                </a:cubicBezTo>
                <a:cubicBezTo>
                  <a:pt x="926909" y="23170"/>
                  <a:pt x="927360" y="23090"/>
                  <a:pt x="927790" y="23002"/>
                </a:cubicBezTo>
                <a:cubicBezTo>
                  <a:pt x="928220" y="22914"/>
                  <a:pt x="928619" y="22817"/>
                  <a:pt x="928987" y="22711"/>
                </a:cubicBezTo>
                <a:lnTo>
                  <a:pt x="928987" y="25174"/>
                </a:lnTo>
                <a:cubicBezTo>
                  <a:pt x="928172" y="25408"/>
                  <a:pt x="927250" y="25599"/>
                  <a:pt x="926223" y="25746"/>
                </a:cubicBezTo>
                <a:cubicBezTo>
                  <a:pt x="925196" y="25892"/>
                  <a:pt x="924131" y="25966"/>
                  <a:pt x="923029" y="25966"/>
                </a:cubicBezTo>
                <a:cubicBezTo>
                  <a:pt x="921548" y="25966"/>
                  <a:pt x="920274" y="25765"/>
                  <a:pt x="919206" y="25363"/>
                </a:cubicBezTo>
                <a:cubicBezTo>
                  <a:pt x="918139" y="24961"/>
                  <a:pt x="917264" y="24379"/>
                  <a:pt x="916581" y="23615"/>
                </a:cubicBezTo>
                <a:cubicBezTo>
                  <a:pt x="915898" y="22852"/>
                  <a:pt x="915393" y="21916"/>
                  <a:pt x="915065" y="20809"/>
                </a:cubicBezTo>
                <a:cubicBezTo>
                  <a:pt x="914738" y="19701"/>
                  <a:pt x="914575" y="18447"/>
                  <a:pt x="914575" y="17046"/>
                </a:cubicBezTo>
                <a:cubicBezTo>
                  <a:pt x="914575" y="15830"/>
                  <a:pt x="914750" y="14679"/>
                  <a:pt x="915100" y="13594"/>
                </a:cubicBezTo>
                <a:cubicBezTo>
                  <a:pt x="915450" y="12509"/>
                  <a:pt x="915961" y="11557"/>
                  <a:pt x="916632" y="10736"/>
                </a:cubicBezTo>
                <a:cubicBezTo>
                  <a:pt x="917304" y="9915"/>
                  <a:pt x="918127" y="9264"/>
                  <a:pt x="919103" y="8782"/>
                </a:cubicBezTo>
                <a:cubicBezTo>
                  <a:pt x="920079" y="8299"/>
                  <a:pt x="921187" y="8058"/>
                  <a:pt x="922426" y="8058"/>
                </a:cubicBezTo>
                <a:cubicBezTo>
                  <a:pt x="923632" y="8058"/>
                  <a:pt x="924699" y="8248"/>
                  <a:pt x="925629" y="8627"/>
                </a:cubicBezTo>
                <a:cubicBezTo>
                  <a:pt x="926559" y="9005"/>
                  <a:pt x="927342" y="9542"/>
                  <a:pt x="927979" y="10236"/>
                </a:cubicBezTo>
                <a:cubicBezTo>
                  <a:pt x="928616" y="10931"/>
                  <a:pt x="929099" y="11775"/>
                  <a:pt x="929426" y="12768"/>
                </a:cubicBezTo>
                <a:cubicBezTo>
                  <a:pt x="929753" y="13761"/>
                  <a:pt x="929916" y="14871"/>
                  <a:pt x="929916" y="16099"/>
                </a:cubicBezTo>
                <a:moveTo>
                  <a:pt x="926800" y="15669"/>
                </a:moveTo>
                <a:cubicBezTo>
                  <a:pt x="926834" y="14900"/>
                  <a:pt x="926760" y="14197"/>
                  <a:pt x="926576" y="13560"/>
                </a:cubicBezTo>
                <a:cubicBezTo>
                  <a:pt x="926392" y="12923"/>
                  <a:pt x="926108" y="12374"/>
                  <a:pt x="925724" y="11915"/>
                </a:cubicBezTo>
                <a:cubicBezTo>
                  <a:pt x="925339" y="11456"/>
                  <a:pt x="924860" y="11097"/>
                  <a:pt x="924286" y="10839"/>
                </a:cubicBezTo>
                <a:cubicBezTo>
                  <a:pt x="923712" y="10581"/>
                  <a:pt x="923046" y="10452"/>
                  <a:pt x="922289" y="10452"/>
                </a:cubicBezTo>
                <a:cubicBezTo>
                  <a:pt x="921634" y="10452"/>
                  <a:pt x="921037" y="10578"/>
                  <a:pt x="920498" y="10831"/>
                </a:cubicBezTo>
                <a:cubicBezTo>
                  <a:pt x="919958" y="11083"/>
                  <a:pt x="919493" y="11439"/>
                  <a:pt x="919103" y="11898"/>
                </a:cubicBezTo>
                <a:cubicBezTo>
                  <a:pt x="918713" y="12357"/>
                  <a:pt x="918397" y="12908"/>
                  <a:pt x="918156" y="13551"/>
                </a:cubicBezTo>
                <a:cubicBezTo>
                  <a:pt x="917915" y="14194"/>
                  <a:pt x="917766" y="14900"/>
                  <a:pt x="917708" y="15669"/>
                </a:cubicBezTo>
                <a:lnTo>
                  <a:pt x="926800" y="15669"/>
                </a:lnTo>
                <a:close/>
                <a:moveTo>
                  <a:pt x="940881" y="10848"/>
                </a:moveTo>
                <a:lnTo>
                  <a:pt x="935767" y="10848"/>
                </a:lnTo>
                <a:lnTo>
                  <a:pt x="935767" y="8368"/>
                </a:lnTo>
                <a:lnTo>
                  <a:pt x="943912" y="8368"/>
                </a:lnTo>
                <a:lnTo>
                  <a:pt x="943912" y="23159"/>
                </a:lnTo>
                <a:lnTo>
                  <a:pt x="949060" y="23159"/>
                </a:lnTo>
                <a:lnTo>
                  <a:pt x="949060" y="25656"/>
                </a:lnTo>
                <a:lnTo>
                  <a:pt x="935199" y="25656"/>
                </a:lnTo>
                <a:lnTo>
                  <a:pt x="935199" y="23159"/>
                </a:lnTo>
                <a:lnTo>
                  <a:pt x="940881" y="23159"/>
                </a:lnTo>
                <a:lnTo>
                  <a:pt x="940881" y="10848"/>
                </a:lnTo>
                <a:moveTo>
                  <a:pt x="941932" y="1102"/>
                </a:moveTo>
                <a:cubicBezTo>
                  <a:pt x="942264" y="1102"/>
                  <a:pt x="942574" y="1162"/>
                  <a:pt x="942861" y="1283"/>
                </a:cubicBezTo>
                <a:cubicBezTo>
                  <a:pt x="943148" y="1403"/>
                  <a:pt x="943398" y="1573"/>
                  <a:pt x="943610" y="1791"/>
                </a:cubicBezTo>
                <a:cubicBezTo>
                  <a:pt x="943823" y="2009"/>
                  <a:pt x="943989" y="2259"/>
                  <a:pt x="944110" y="2540"/>
                </a:cubicBezTo>
                <a:cubicBezTo>
                  <a:pt x="944230" y="2821"/>
                  <a:pt x="944290" y="3128"/>
                  <a:pt x="944290" y="3461"/>
                </a:cubicBezTo>
                <a:cubicBezTo>
                  <a:pt x="944290" y="3782"/>
                  <a:pt x="944230" y="4087"/>
                  <a:pt x="944110" y="4374"/>
                </a:cubicBezTo>
                <a:cubicBezTo>
                  <a:pt x="943989" y="4661"/>
                  <a:pt x="943823" y="4913"/>
                  <a:pt x="943610" y="5131"/>
                </a:cubicBezTo>
                <a:cubicBezTo>
                  <a:pt x="943398" y="5349"/>
                  <a:pt x="943148" y="5519"/>
                  <a:pt x="942861" y="5639"/>
                </a:cubicBezTo>
                <a:cubicBezTo>
                  <a:pt x="942574" y="5760"/>
                  <a:pt x="942264" y="5820"/>
                  <a:pt x="941932" y="5820"/>
                </a:cubicBezTo>
                <a:cubicBezTo>
                  <a:pt x="941599" y="5820"/>
                  <a:pt x="941289" y="5760"/>
                  <a:pt x="941002" y="5639"/>
                </a:cubicBezTo>
                <a:cubicBezTo>
                  <a:pt x="940715" y="5519"/>
                  <a:pt x="940465" y="5349"/>
                  <a:pt x="940253" y="5131"/>
                </a:cubicBezTo>
                <a:cubicBezTo>
                  <a:pt x="940040" y="4913"/>
                  <a:pt x="939874" y="4661"/>
                  <a:pt x="939753" y="4374"/>
                </a:cubicBezTo>
                <a:cubicBezTo>
                  <a:pt x="939633" y="4087"/>
                  <a:pt x="939573" y="3782"/>
                  <a:pt x="939573" y="3461"/>
                </a:cubicBezTo>
                <a:cubicBezTo>
                  <a:pt x="939573" y="3128"/>
                  <a:pt x="939633" y="2821"/>
                  <a:pt x="939753" y="2540"/>
                </a:cubicBezTo>
                <a:cubicBezTo>
                  <a:pt x="939874" y="2259"/>
                  <a:pt x="940040" y="2009"/>
                  <a:pt x="940253" y="1791"/>
                </a:cubicBezTo>
                <a:cubicBezTo>
                  <a:pt x="940465" y="1573"/>
                  <a:pt x="940715" y="1403"/>
                  <a:pt x="941002" y="1283"/>
                </a:cubicBezTo>
                <a:cubicBezTo>
                  <a:pt x="941289" y="1162"/>
                  <a:pt x="941599" y="1102"/>
                  <a:pt x="941932" y="1102"/>
                </a:cubicBezTo>
                <a:close/>
                <a:moveTo>
                  <a:pt x="967119" y="10813"/>
                </a:moveTo>
                <a:cubicBezTo>
                  <a:pt x="967440" y="11215"/>
                  <a:pt x="967690" y="11683"/>
                  <a:pt x="967868" y="12217"/>
                </a:cubicBezTo>
                <a:cubicBezTo>
                  <a:pt x="968045" y="12750"/>
                  <a:pt x="968134" y="13327"/>
                  <a:pt x="968134" y="13947"/>
                </a:cubicBezTo>
                <a:cubicBezTo>
                  <a:pt x="968134" y="14842"/>
                  <a:pt x="967971" y="15660"/>
                  <a:pt x="967644" y="16401"/>
                </a:cubicBezTo>
                <a:cubicBezTo>
                  <a:pt x="967317" y="17141"/>
                  <a:pt x="966855" y="17775"/>
                  <a:pt x="966258" y="18303"/>
                </a:cubicBezTo>
                <a:cubicBezTo>
                  <a:pt x="965661" y="18831"/>
                  <a:pt x="964946" y="19242"/>
                  <a:pt x="964114" y="19535"/>
                </a:cubicBezTo>
                <a:cubicBezTo>
                  <a:pt x="963282" y="19827"/>
                  <a:pt x="962366" y="19974"/>
                  <a:pt x="961368" y="19974"/>
                </a:cubicBezTo>
                <a:cubicBezTo>
                  <a:pt x="960644" y="19974"/>
                  <a:pt x="959967" y="19896"/>
                  <a:pt x="959336" y="19741"/>
                </a:cubicBezTo>
                <a:cubicBezTo>
                  <a:pt x="958704" y="19586"/>
                  <a:pt x="958205" y="19394"/>
                  <a:pt x="957838" y="19164"/>
                </a:cubicBezTo>
                <a:cubicBezTo>
                  <a:pt x="957620" y="19486"/>
                  <a:pt x="957436" y="19789"/>
                  <a:pt x="957287" y="20075"/>
                </a:cubicBezTo>
                <a:cubicBezTo>
                  <a:pt x="957137" y="20361"/>
                  <a:pt x="957063" y="20680"/>
                  <a:pt x="957063" y="21034"/>
                </a:cubicBezTo>
                <a:cubicBezTo>
                  <a:pt x="957063" y="21468"/>
                  <a:pt x="957272" y="21827"/>
                  <a:pt x="957691" y="22112"/>
                </a:cubicBezTo>
                <a:cubicBezTo>
                  <a:pt x="958110" y="22397"/>
                  <a:pt x="958664" y="22551"/>
                  <a:pt x="959353" y="22574"/>
                </a:cubicBezTo>
                <a:lnTo>
                  <a:pt x="963899" y="22746"/>
                </a:lnTo>
                <a:cubicBezTo>
                  <a:pt x="964760" y="22769"/>
                  <a:pt x="965555" y="22878"/>
                  <a:pt x="966283" y="23074"/>
                </a:cubicBezTo>
                <a:cubicBezTo>
                  <a:pt x="967012" y="23269"/>
                  <a:pt x="967638" y="23551"/>
                  <a:pt x="968160" y="23919"/>
                </a:cubicBezTo>
                <a:cubicBezTo>
                  <a:pt x="968683" y="24287"/>
                  <a:pt x="969090" y="24741"/>
                  <a:pt x="969383" y="25281"/>
                </a:cubicBezTo>
                <a:cubicBezTo>
                  <a:pt x="969676" y="25821"/>
                  <a:pt x="969822" y="26448"/>
                  <a:pt x="969822" y="27161"/>
                </a:cubicBezTo>
                <a:cubicBezTo>
                  <a:pt x="969822" y="27932"/>
                  <a:pt x="969655" y="28662"/>
                  <a:pt x="969323" y="29352"/>
                </a:cubicBezTo>
                <a:cubicBezTo>
                  <a:pt x="968990" y="30042"/>
                  <a:pt x="968476" y="30648"/>
                  <a:pt x="967781" y="31171"/>
                </a:cubicBezTo>
                <a:cubicBezTo>
                  <a:pt x="967087" y="31694"/>
                  <a:pt x="966206" y="32111"/>
                  <a:pt x="965138" y="32422"/>
                </a:cubicBezTo>
                <a:cubicBezTo>
                  <a:pt x="964071" y="32732"/>
                  <a:pt x="962802" y="32888"/>
                  <a:pt x="961333" y="32888"/>
                </a:cubicBezTo>
                <a:cubicBezTo>
                  <a:pt x="959933" y="32888"/>
                  <a:pt x="958742" y="32775"/>
                  <a:pt x="957760" y="32551"/>
                </a:cubicBezTo>
                <a:cubicBezTo>
                  <a:pt x="956779" y="32327"/>
                  <a:pt x="955972" y="32017"/>
                  <a:pt x="955341" y="31620"/>
                </a:cubicBezTo>
                <a:cubicBezTo>
                  <a:pt x="954710" y="31223"/>
                  <a:pt x="954251" y="30752"/>
                  <a:pt x="953964" y="30205"/>
                </a:cubicBezTo>
                <a:cubicBezTo>
                  <a:pt x="953677" y="29659"/>
                  <a:pt x="953533" y="29059"/>
                  <a:pt x="953533" y="28403"/>
                </a:cubicBezTo>
                <a:cubicBezTo>
                  <a:pt x="953533" y="27564"/>
                  <a:pt x="953728" y="26828"/>
                  <a:pt x="954118" y="26195"/>
                </a:cubicBezTo>
                <a:cubicBezTo>
                  <a:pt x="954509" y="25563"/>
                  <a:pt x="955111" y="24954"/>
                  <a:pt x="955926" y="24368"/>
                </a:cubicBezTo>
                <a:cubicBezTo>
                  <a:pt x="955628" y="24230"/>
                  <a:pt x="955370" y="24058"/>
                  <a:pt x="955152" y="23852"/>
                </a:cubicBezTo>
                <a:cubicBezTo>
                  <a:pt x="954934" y="23646"/>
                  <a:pt x="954756" y="23420"/>
                  <a:pt x="954618" y="23174"/>
                </a:cubicBezTo>
                <a:cubicBezTo>
                  <a:pt x="954480" y="22927"/>
                  <a:pt x="954377" y="22667"/>
                  <a:pt x="954308" y="22392"/>
                </a:cubicBezTo>
                <a:cubicBezTo>
                  <a:pt x="954239" y="22117"/>
                  <a:pt x="954205" y="21847"/>
                  <a:pt x="954205" y="21584"/>
                </a:cubicBezTo>
                <a:cubicBezTo>
                  <a:pt x="954205" y="20839"/>
                  <a:pt x="954380" y="20158"/>
                  <a:pt x="954730" y="19539"/>
                </a:cubicBezTo>
                <a:cubicBezTo>
                  <a:pt x="955080" y="18921"/>
                  <a:pt x="955496" y="18337"/>
                  <a:pt x="955978" y="17787"/>
                </a:cubicBezTo>
                <a:cubicBezTo>
                  <a:pt x="955760" y="17523"/>
                  <a:pt x="955568" y="17265"/>
                  <a:pt x="955401" y="17012"/>
                </a:cubicBezTo>
                <a:cubicBezTo>
                  <a:pt x="955235" y="16759"/>
                  <a:pt x="955091" y="16487"/>
                  <a:pt x="954971" y="16194"/>
                </a:cubicBezTo>
                <a:cubicBezTo>
                  <a:pt x="954850" y="15901"/>
                  <a:pt x="954758" y="15586"/>
                  <a:pt x="954695" y="15247"/>
                </a:cubicBezTo>
                <a:cubicBezTo>
                  <a:pt x="954632" y="14908"/>
                  <a:pt x="954601" y="14521"/>
                  <a:pt x="954601" y="14085"/>
                </a:cubicBezTo>
                <a:cubicBezTo>
                  <a:pt x="954601" y="13189"/>
                  <a:pt x="954764" y="12372"/>
                  <a:pt x="955091" y="11631"/>
                </a:cubicBezTo>
                <a:cubicBezTo>
                  <a:pt x="955418" y="10891"/>
                  <a:pt x="955878" y="10257"/>
                  <a:pt x="956469" y="9729"/>
                </a:cubicBezTo>
                <a:cubicBezTo>
                  <a:pt x="957060" y="9200"/>
                  <a:pt x="957772" y="8790"/>
                  <a:pt x="958604" y="8497"/>
                </a:cubicBezTo>
                <a:cubicBezTo>
                  <a:pt x="959436" y="8205"/>
                  <a:pt x="960357" y="8058"/>
                  <a:pt x="961368" y="8058"/>
                </a:cubicBezTo>
                <a:cubicBezTo>
                  <a:pt x="961792" y="8058"/>
                  <a:pt x="962200" y="8087"/>
                  <a:pt x="962590" y="8144"/>
                </a:cubicBezTo>
                <a:cubicBezTo>
                  <a:pt x="962980" y="8202"/>
                  <a:pt x="963325" y="8276"/>
                  <a:pt x="963623" y="8368"/>
                </a:cubicBezTo>
                <a:lnTo>
                  <a:pt x="969891" y="8368"/>
                </a:lnTo>
                <a:lnTo>
                  <a:pt x="969891" y="10813"/>
                </a:lnTo>
                <a:lnTo>
                  <a:pt x="967119" y="10813"/>
                </a:lnTo>
                <a:moveTo>
                  <a:pt x="956719" y="28145"/>
                </a:moveTo>
                <a:cubicBezTo>
                  <a:pt x="956719" y="28962"/>
                  <a:pt x="957143" y="29558"/>
                  <a:pt x="957993" y="29932"/>
                </a:cubicBezTo>
                <a:cubicBezTo>
                  <a:pt x="958842" y="30307"/>
                  <a:pt x="960024" y="30494"/>
                  <a:pt x="961540" y="30494"/>
                </a:cubicBezTo>
                <a:cubicBezTo>
                  <a:pt x="962492" y="30494"/>
                  <a:pt x="963293" y="30408"/>
                  <a:pt x="963942" y="30235"/>
                </a:cubicBezTo>
                <a:cubicBezTo>
                  <a:pt x="964590" y="30062"/>
                  <a:pt x="965113" y="29835"/>
                  <a:pt x="965509" y="29553"/>
                </a:cubicBezTo>
                <a:cubicBezTo>
                  <a:pt x="965905" y="29270"/>
                  <a:pt x="966189" y="28948"/>
                  <a:pt x="966361" y="28585"/>
                </a:cubicBezTo>
                <a:cubicBezTo>
                  <a:pt x="966533" y="28222"/>
                  <a:pt x="966619" y="27851"/>
                  <a:pt x="966619" y="27471"/>
                </a:cubicBezTo>
                <a:cubicBezTo>
                  <a:pt x="966619" y="26768"/>
                  <a:pt x="966332" y="26250"/>
                  <a:pt x="965758" y="25916"/>
                </a:cubicBezTo>
                <a:cubicBezTo>
                  <a:pt x="965184" y="25582"/>
                  <a:pt x="964306" y="25386"/>
                  <a:pt x="963124" y="25329"/>
                </a:cubicBezTo>
                <a:lnTo>
                  <a:pt x="958613" y="25174"/>
                </a:lnTo>
                <a:cubicBezTo>
                  <a:pt x="958234" y="25427"/>
                  <a:pt x="957921" y="25674"/>
                  <a:pt x="957674" y="25916"/>
                </a:cubicBezTo>
                <a:cubicBezTo>
                  <a:pt x="957427" y="26158"/>
                  <a:pt x="957235" y="26403"/>
                  <a:pt x="957097" y="26651"/>
                </a:cubicBezTo>
                <a:cubicBezTo>
                  <a:pt x="956960" y="26898"/>
                  <a:pt x="956862" y="27146"/>
                  <a:pt x="956805" y="27393"/>
                </a:cubicBezTo>
                <a:cubicBezTo>
                  <a:pt x="956747" y="27641"/>
                  <a:pt x="956719" y="27892"/>
                  <a:pt x="956719" y="28145"/>
                </a:cubicBezTo>
                <a:moveTo>
                  <a:pt x="957631" y="14016"/>
                </a:moveTo>
                <a:cubicBezTo>
                  <a:pt x="957631" y="14567"/>
                  <a:pt x="957723" y="15072"/>
                  <a:pt x="957907" y="15531"/>
                </a:cubicBezTo>
                <a:cubicBezTo>
                  <a:pt x="958090" y="15990"/>
                  <a:pt x="958349" y="16381"/>
                  <a:pt x="958681" y="16702"/>
                </a:cubicBezTo>
                <a:cubicBezTo>
                  <a:pt x="959014" y="17023"/>
                  <a:pt x="959407" y="17273"/>
                  <a:pt x="959861" y="17451"/>
                </a:cubicBezTo>
                <a:cubicBezTo>
                  <a:pt x="960314" y="17629"/>
                  <a:pt x="960817" y="17718"/>
                  <a:pt x="961368" y="17718"/>
                </a:cubicBezTo>
                <a:cubicBezTo>
                  <a:pt x="961964" y="17718"/>
                  <a:pt x="962495" y="17618"/>
                  <a:pt x="962960" y="17417"/>
                </a:cubicBezTo>
                <a:cubicBezTo>
                  <a:pt x="963425" y="17216"/>
                  <a:pt x="963815" y="16943"/>
                  <a:pt x="964131" y="16599"/>
                </a:cubicBezTo>
                <a:cubicBezTo>
                  <a:pt x="964447" y="16254"/>
                  <a:pt x="964688" y="15858"/>
                  <a:pt x="964854" y="15411"/>
                </a:cubicBezTo>
                <a:cubicBezTo>
                  <a:pt x="965021" y="14963"/>
                  <a:pt x="965104" y="14498"/>
                  <a:pt x="965104" y="14016"/>
                </a:cubicBezTo>
                <a:cubicBezTo>
                  <a:pt x="965104" y="13465"/>
                  <a:pt x="965012" y="12960"/>
                  <a:pt x="964828" y="12501"/>
                </a:cubicBezTo>
                <a:cubicBezTo>
                  <a:pt x="964645" y="12042"/>
                  <a:pt x="964387" y="11651"/>
                  <a:pt x="964054" y="11330"/>
                </a:cubicBezTo>
                <a:cubicBezTo>
                  <a:pt x="963721" y="11008"/>
                  <a:pt x="963328" y="10759"/>
                  <a:pt x="962874" y="10581"/>
                </a:cubicBezTo>
                <a:cubicBezTo>
                  <a:pt x="962421" y="10403"/>
                  <a:pt x="961919" y="10314"/>
                  <a:pt x="961368" y="10314"/>
                </a:cubicBezTo>
                <a:cubicBezTo>
                  <a:pt x="960771" y="10314"/>
                  <a:pt x="960240" y="10417"/>
                  <a:pt x="959775" y="10624"/>
                </a:cubicBezTo>
                <a:cubicBezTo>
                  <a:pt x="959310" y="10831"/>
                  <a:pt x="958920" y="11103"/>
                  <a:pt x="958604" y="11442"/>
                </a:cubicBezTo>
                <a:cubicBezTo>
                  <a:pt x="958288" y="11780"/>
                  <a:pt x="958047" y="12174"/>
                  <a:pt x="957881" y="12621"/>
                </a:cubicBezTo>
                <a:cubicBezTo>
                  <a:pt x="957714" y="13069"/>
                  <a:pt x="957631" y="13534"/>
                  <a:pt x="957631" y="14016"/>
                </a:cubicBezTo>
                <a:close/>
                <a:moveTo>
                  <a:pt x="987219" y="25656"/>
                </a:moveTo>
                <a:lnTo>
                  <a:pt x="984223" y="25656"/>
                </a:lnTo>
                <a:lnTo>
                  <a:pt x="984223" y="14619"/>
                </a:lnTo>
                <a:cubicBezTo>
                  <a:pt x="984223" y="13287"/>
                  <a:pt x="983974" y="12291"/>
                  <a:pt x="983474" y="11631"/>
                </a:cubicBezTo>
                <a:cubicBezTo>
                  <a:pt x="982975" y="10971"/>
                  <a:pt x="982260" y="10641"/>
                  <a:pt x="981330" y="10641"/>
                </a:cubicBezTo>
                <a:cubicBezTo>
                  <a:pt x="980929" y="10641"/>
                  <a:pt x="980553" y="10696"/>
                  <a:pt x="980203" y="10805"/>
                </a:cubicBezTo>
                <a:cubicBezTo>
                  <a:pt x="979853" y="10914"/>
                  <a:pt x="979488" y="11103"/>
                  <a:pt x="979109" y="11373"/>
                </a:cubicBezTo>
                <a:cubicBezTo>
                  <a:pt x="978730" y="11643"/>
                  <a:pt x="978317" y="12007"/>
                  <a:pt x="977870" y="12466"/>
                </a:cubicBezTo>
                <a:cubicBezTo>
                  <a:pt x="977422" y="12925"/>
                  <a:pt x="976905" y="13499"/>
                  <a:pt x="976320" y="14188"/>
                </a:cubicBezTo>
                <a:lnTo>
                  <a:pt x="976320" y="25656"/>
                </a:lnTo>
                <a:lnTo>
                  <a:pt x="973324" y="25656"/>
                </a:lnTo>
                <a:lnTo>
                  <a:pt x="973324" y="1309"/>
                </a:lnTo>
                <a:lnTo>
                  <a:pt x="976320" y="1309"/>
                </a:lnTo>
                <a:lnTo>
                  <a:pt x="976320" y="8363"/>
                </a:lnTo>
                <a:lnTo>
                  <a:pt x="976217" y="11089"/>
                </a:lnTo>
                <a:cubicBezTo>
                  <a:pt x="976687" y="10526"/>
                  <a:pt x="977149" y="10053"/>
                  <a:pt x="977603" y="9668"/>
                </a:cubicBezTo>
                <a:cubicBezTo>
                  <a:pt x="978056" y="9284"/>
                  <a:pt x="978509" y="8971"/>
                  <a:pt x="978963" y="8730"/>
                </a:cubicBezTo>
                <a:cubicBezTo>
                  <a:pt x="979416" y="8489"/>
                  <a:pt x="979878" y="8317"/>
                  <a:pt x="980349" y="8213"/>
                </a:cubicBezTo>
                <a:cubicBezTo>
                  <a:pt x="980820" y="8110"/>
                  <a:pt x="981308" y="8058"/>
                  <a:pt x="981813" y="8058"/>
                </a:cubicBezTo>
                <a:cubicBezTo>
                  <a:pt x="983534" y="8058"/>
                  <a:pt x="984866" y="8583"/>
                  <a:pt x="985807" y="9634"/>
                </a:cubicBezTo>
                <a:cubicBezTo>
                  <a:pt x="986749" y="10684"/>
                  <a:pt x="987219" y="12265"/>
                  <a:pt x="987219" y="14378"/>
                </a:cubicBezTo>
                <a:lnTo>
                  <a:pt x="987219" y="25656"/>
                </a:lnTo>
                <a:close/>
                <a:moveTo>
                  <a:pt x="1006931" y="25397"/>
                </a:moveTo>
                <a:cubicBezTo>
                  <a:pt x="1006253" y="25576"/>
                  <a:pt x="1005553" y="25703"/>
                  <a:pt x="1004830" y="25781"/>
                </a:cubicBezTo>
                <a:cubicBezTo>
                  <a:pt x="1004107" y="25858"/>
                  <a:pt x="1003372" y="25897"/>
                  <a:pt x="1002626" y="25897"/>
                </a:cubicBezTo>
                <a:cubicBezTo>
                  <a:pt x="1000457" y="25897"/>
                  <a:pt x="998838" y="25406"/>
                  <a:pt x="997770" y="24425"/>
                </a:cubicBezTo>
                <a:cubicBezTo>
                  <a:pt x="996703" y="23443"/>
                  <a:pt x="996169" y="21937"/>
                  <a:pt x="996169" y="19905"/>
                </a:cubicBezTo>
                <a:lnTo>
                  <a:pt x="996169" y="10882"/>
                </a:lnTo>
                <a:lnTo>
                  <a:pt x="991331" y="10882"/>
                </a:lnTo>
                <a:lnTo>
                  <a:pt x="991331" y="8368"/>
                </a:lnTo>
                <a:lnTo>
                  <a:pt x="996169" y="8368"/>
                </a:lnTo>
                <a:lnTo>
                  <a:pt x="996169" y="3601"/>
                </a:lnTo>
                <a:lnTo>
                  <a:pt x="999165" y="2824"/>
                </a:lnTo>
                <a:lnTo>
                  <a:pt x="999165" y="8368"/>
                </a:lnTo>
                <a:lnTo>
                  <a:pt x="1006931" y="8368"/>
                </a:lnTo>
                <a:lnTo>
                  <a:pt x="1006931" y="10882"/>
                </a:lnTo>
                <a:lnTo>
                  <a:pt x="999165" y="10882"/>
                </a:lnTo>
                <a:lnTo>
                  <a:pt x="999165" y="19664"/>
                </a:lnTo>
                <a:cubicBezTo>
                  <a:pt x="999165" y="20903"/>
                  <a:pt x="999495" y="21830"/>
                  <a:pt x="1000155" y="22444"/>
                </a:cubicBezTo>
                <a:cubicBezTo>
                  <a:pt x="1000815" y="23059"/>
                  <a:pt x="1001788" y="23366"/>
                  <a:pt x="1003074" y="23366"/>
                </a:cubicBezTo>
                <a:cubicBezTo>
                  <a:pt x="1003625" y="23366"/>
                  <a:pt x="1004227" y="23321"/>
                  <a:pt x="1004882" y="23233"/>
                </a:cubicBezTo>
                <a:cubicBezTo>
                  <a:pt x="1005536" y="23144"/>
                  <a:pt x="1006219" y="23004"/>
                  <a:pt x="1006931" y="22815"/>
                </a:cubicBezTo>
                <a:lnTo>
                  <a:pt x="1006931" y="25397"/>
                </a:lnTo>
                <a:close/>
                <a:moveTo>
                  <a:pt x="1021597" y="1309"/>
                </a:moveTo>
                <a:lnTo>
                  <a:pt x="1021098" y="9401"/>
                </a:lnTo>
                <a:lnTo>
                  <a:pt x="1018136" y="9401"/>
                </a:lnTo>
                <a:lnTo>
                  <a:pt x="1017654" y="1309"/>
                </a:lnTo>
                <a:lnTo>
                  <a:pt x="1021597" y="1309"/>
                </a:lnTo>
                <a:close/>
                <a:moveTo>
                  <a:pt x="1035885" y="0"/>
                </a:moveTo>
                <a:cubicBezTo>
                  <a:pt x="1041177" y="4904"/>
                  <a:pt x="1043823" y="10360"/>
                  <a:pt x="1043823" y="16366"/>
                </a:cubicBezTo>
                <a:cubicBezTo>
                  <a:pt x="1043823" y="17607"/>
                  <a:pt x="1043697" y="18893"/>
                  <a:pt x="1043444" y="20225"/>
                </a:cubicBezTo>
                <a:cubicBezTo>
                  <a:pt x="1043192" y="21558"/>
                  <a:pt x="1042761" y="22922"/>
                  <a:pt x="1042153" y="24317"/>
                </a:cubicBezTo>
                <a:cubicBezTo>
                  <a:pt x="1041544" y="25712"/>
                  <a:pt x="1040727" y="27128"/>
                  <a:pt x="1039699" y="28564"/>
                </a:cubicBezTo>
                <a:cubicBezTo>
                  <a:pt x="1038672" y="29999"/>
                  <a:pt x="1037378" y="31441"/>
                  <a:pt x="1035816" y="32888"/>
                </a:cubicBezTo>
                <a:lnTo>
                  <a:pt x="1034077" y="31113"/>
                </a:lnTo>
                <a:cubicBezTo>
                  <a:pt x="1036316" y="28896"/>
                  <a:pt x="1037986" y="26582"/>
                  <a:pt x="1039088" y="24171"/>
                </a:cubicBezTo>
                <a:cubicBezTo>
                  <a:pt x="1040190" y="21759"/>
                  <a:pt x="1040741" y="19232"/>
                  <a:pt x="1040741" y="16590"/>
                </a:cubicBezTo>
                <a:cubicBezTo>
                  <a:pt x="1040741" y="11123"/>
                  <a:pt x="1038520" y="6208"/>
                  <a:pt x="1034077" y="1843"/>
                </a:cubicBezTo>
                <a:lnTo>
                  <a:pt x="1035885" y="0"/>
                </a:lnTo>
                <a:close/>
                <a:moveTo>
                  <a:pt x="1052559" y="29186"/>
                </a:moveTo>
                <a:cubicBezTo>
                  <a:pt x="1053145" y="29209"/>
                  <a:pt x="1053713" y="29157"/>
                  <a:pt x="1054264" y="29030"/>
                </a:cubicBezTo>
                <a:cubicBezTo>
                  <a:pt x="1054815" y="28903"/>
                  <a:pt x="1055300" y="28715"/>
                  <a:pt x="1055719" y="28467"/>
                </a:cubicBezTo>
                <a:cubicBezTo>
                  <a:pt x="1056138" y="28219"/>
                  <a:pt x="1056474" y="27911"/>
                  <a:pt x="1056726" y="27542"/>
                </a:cubicBezTo>
                <a:cubicBezTo>
                  <a:pt x="1056979" y="27173"/>
                  <a:pt x="1057105" y="26752"/>
                  <a:pt x="1057105" y="26279"/>
                </a:cubicBezTo>
                <a:cubicBezTo>
                  <a:pt x="1057105" y="25795"/>
                  <a:pt x="1057022" y="25403"/>
                  <a:pt x="1056855" y="25105"/>
                </a:cubicBezTo>
                <a:cubicBezTo>
                  <a:pt x="1056689" y="24806"/>
                  <a:pt x="1056502" y="24531"/>
                  <a:pt x="1056296" y="24278"/>
                </a:cubicBezTo>
                <a:cubicBezTo>
                  <a:pt x="1056089" y="24026"/>
                  <a:pt x="1055902" y="23756"/>
                  <a:pt x="1055736" y="23469"/>
                </a:cubicBezTo>
                <a:cubicBezTo>
                  <a:pt x="1055570" y="23182"/>
                  <a:pt x="1055486" y="22797"/>
                  <a:pt x="1055486" y="22315"/>
                </a:cubicBezTo>
                <a:cubicBezTo>
                  <a:pt x="1055486" y="22074"/>
                  <a:pt x="1055532" y="21822"/>
                  <a:pt x="1055624" y="21558"/>
                </a:cubicBezTo>
                <a:cubicBezTo>
                  <a:pt x="1055716" y="21294"/>
                  <a:pt x="1055857" y="21053"/>
                  <a:pt x="1056046" y="20835"/>
                </a:cubicBezTo>
                <a:cubicBezTo>
                  <a:pt x="1056235" y="20616"/>
                  <a:pt x="1056476" y="20439"/>
                  <a:pt x="1056769" y="20301"/>
                </a:cubicBezTo>
                <a:cubicBezTo>
                  <a:pt x="1057062" y="20163"/>
                  <a:pt x="1057409" y="20094"/>
                  <a:pt x="1057811" y="20094"/>
                </a:cubicBezTo>
                <a:cubicBezTo>
                  <a:pt x="1058213" y="20094"/>
                  <a:pt x="1058600" y="20178"/>
                  <a:pt x="1058973" y="20344"/>
                </a:cubicBezTo>
                <a:cubicBezTo>
                  <a:pt x="1059346" y="20511"/>
                  <a:pt x="1059673" y="20767"/>
                  <a:pt x="1059955" y="21112"/>
                </a:cubicBezTo>
                <a:cubicBezTo>
                  <a:pt x="1060236" y="21456"/>
                  <a:pt x="1060460" y="21888"/>
                  <a:pt x="1060626" y="22405"/>
                </a:cubicBezTo>
                <a:cubicBezTo>
                  <a:pt x="1060793" y="22922"/>
                  <a:pt x="1060876" y="23532"/>
                  <a:pt x="1060876" y="24233"/>
                </a:cubicBezTo>
                <a:cubicBezTo>
                  <a:pt x="1060876" y="25187"/>
                  <a:pt x="1060701" y="26104"/>
                  <a:pt x="1060351" y="26983"/>
                </a:cubicBezTo>
                <a:cubicBezTo>
                  <a:pt x="1060001" y="27863"/>
                  <a:pt x="1059478" y="28642"/>
                  <a:pt x="1058784" y="29320"/>
                </a:cubicBezTo>
                <a:cubicBezTo>
                  <a:pt x="1058089" y="29998"/>
                  <a:pt x="1057223" y="30539"/>
                  <a:pt x="1056184" y="30941"/>
                </a:cubicBezTo>
                <a:cubicBezTo>
                  <a:pt x="1055145" y="31343"/>
                  <a:pt x="1053937" y="31545"/>
                  <a:pt x="1052559" y="31545"/>
                </a:cubicBezTo>
                <a:lnTo>
                  <a:pt x="1052559" y="29186"/>
                </a:lnTo>
                <a:moveTo>
                  <a:pt x="1057949" y="8058"/>
                </a:moveTo>
                <a:cubicBezTo>
                  <a:pt x="1058304" y="8058"/>
                  <a:pt x="1058643" y="8130"/>
                  <a:pt x="1058965" y="8274"/>
                </a:cubicBezTo>
                <a:cubicBezTo>
                  <a:pt x="1059286" y="8417"/>
                  <a:pt x="1059567" y="8609"/>
                  <a:pt x="1059808" y="8850"/>
                </a:cubicBezTo>
                <a:cubicBezTo>
                  <a:pt x="1060049" y="9091"/>
                  <a:pt x="1060242" y="9373"/>
                  <a:pt x="1060385" y="9694"/>
                </a:cubicBezTo>
                <a:cubicBezTo>
                  <a:pt x="1060529" y="10016"/>
                  <a:pt x="1060600" y="10354"/>
                  <a:pt x="1060600" y="10710"/>
                </a:cubicBezTo>
                <a:cubicBezTo>
                  <a:pt x="1060600" y="11077"/>
                  <a:pt x="1060529" y="11419"/>
                  <a:pt x="1060385" y="11735"/>
                </a:cubicBezTo>
                <a:cubicBezTo>
                  <a:pt x="1060242" y="12050"/>
                  <a:pt x="1060049" y="12329"/>
                  <a:pt x="1059808" y="12570"/>
                </a:cubicBezTo>
                <a:cubicBezTo>
                  <a:pt x="1059567" y="12811"/>
                  <a:pt x="1059286" y="13000"/>
                  <a:pt x="1058965" y="13138"/>
                </a:cubicBezTo>
                <a:cubicBezTo>
                  <a:pt x="1058643" y="13276"/>
                  <a:pt x="1058304" y="13344"/>
                  <a:pt x="1057949" y="13344"/>
                </a:cubicBezTo>
                <a:cubicBezTo>
                  <a:pt x="1057581" y="13344"/>
                  <a:pt x="1057240" y="13276"/>
                  <a:pt x="1056924" y="13138"/>
                </a:cubicBezTo>
                <a:cubicBezTo>
                  <a:pt x="1056608" y="13000"/>
                  <a:pt x="1056330" y="12811"/>
                  <a:pt x="1056089" y="12570"/>
                </a:cubicBezTo>
                <a:cubicBezTo>
                  <a:pt x="1055848" y="12329"/>
                  <a:pt x="1055659" y="12050"/>
                  <a:pt x="1055521" y="11735"/>
                </a:cubicBezTo>
                <a:cubicBezTo>
                  <a:pt x="1055383" y="11419"/>
                  <a:pt x="1055314" y="11077"/>
                  <a:pt x="1055314" y="10710"/>
                </a:cubicBezTo>
                <a:cubicBezTo>
                  <a:pt x="1055314" y="10354"/>
                  <a:pt x="1055383" y="10016"/>
                  <a:pt x="1055521" y="9694"/>
                </a:cubicBezTo>
                <a:cubicBezTo>
                  <a:pt x="1055659" y="9373"/>
                  <a:pt x="1055848" y="9091"/>
                  <a:pt x="1056089" y="8850"/>
                </a:cubicBezTo>
                <a:cubicBezTo>
                  <a:pt x="1056330" y="8609"/>
                  <a:pt x="1056608" y="8417"/>
                  <a:pt x="1056924" y="8274"/>
                </a:cubicBezTo>
                <a:cubicBezTo>
                  <a:pt x="1057240" y="8130"/>
                  <a:pt x="1057581" y="8058"/>
                  <a:pt x="1057949" y="8058"/>
                </a:cubicBez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482065-73DC-4AFB-BBD6-78CFE351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91" y="9108658"/>
            <a:ext cx="480132" cy="226302"/>
          </a:xfrm>
          <a:custGeom xmlns:a="http://schemas.openxmlformats.org/drawingml/2006/main">
            <a:pathLst>
              <a:path w="480132" h="226302">
                <a:moveTo>
                  <a:pt x="0" y="226302"/>
                </a:moveTo>
                <a:lnTo>
                  <a:pt x="0" y="0"/>
                </a:lnTo>
                <a:lnTo>
                  <a:pt x="480132" y="0"/>
                </a:lnTo>
                <a:lnTo>
                  <a:pt x="480132" y="226302"/>
                </a:lnTo>
                <a:lnTo>
                  <a:pt x="0" y="226302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70196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77edab86f46e7"/>
          <a:stretch xmlns:a="http://schemas.openxmlformats.org/drawingml/2006/main"/>
        </p:blipFill>
        <p:spPr>
          <a:xfrm xmlns:a="http://schemas.openxmlformats.org/drawingml/2006/main">
            <a:off x="346081" y="8333616"/>
            <a:ext cx="6482" cy="1776153"/>
          </a:xfrm>
          <a:prstGeom xmlns:a="http://schemas.openxmlformats.org/drawingml/2006/main" prst="rect">
            <a:avLst/>
          </a:prstGeom>
        </p:spPr>
      </p:pic>
      <p:pic>
        <p:nvPicPr>
          <p:cNvPr id="6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1b987919242f1"/>
          <a:stretch xmlns:a="http://schemas.openxmlformats.org/drawingml/2006/main"/>
        </p:blipFill>
        <p:spPr>
          <a:xfrm xmlns:a="http://schemas.openxmlformats.org/drawingml/2006/main">
            <a:off x="827743" y="8333616"/>
            <a:ext cx="6482" cy="1776153"/>
          </a:xfrm>
          <a:prstGeom xmlns:a="http://schemas.openxmlformats.org/drawingml/2006/main" prst="rect">
            <a:avLst/>
          </a:prstGeom>
        </p:spPr>
      </p:pic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87D8B1-1FA8-4680-A6F1-03C093D0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92" y="9380336"/>
            <a:ext cx="367504" cy="77788"/>
          </a:xfrm>
          <a:custGeom xmlns:a="http://schemas.openxmlformats.org/drawingml/2006/main">
            <a:pathLst>
              <a:path w="367504" h="77788">
                <a:moveTo>
                  <a:pt x="0" y="12965"/>
                </a:moveTo>
                <a:cubicBezTo>
                  <a:pt x="0" y="5791"/>
                  <a:pt x="5791" y="0"/>
                  <a:pt x="12965" y="0"/>
                </a:cubicBezTo>
                <a:lnTo>
                  <a:pt x="354539" y="0"/>
                </a:lnTo>
                <a:cubicBezTo>
                  <a:pt x="361713" y="0"/>
                  <a:pt x="367504" y="5791"/>
                  <a:pt x="367504" y="12965"/>
                </a:cubicBezTo>
                <a:lnTo>
                  <a:pt x="367504" y="64823"/>
                </a:lnTo>
                <a:cubicBezTo>
                  <a:pt x="367504" y="71910"/>
                  <a:pt x="361713" y="77788"/>
                  <a:pt x="354539" y="77788"/>
                </a:cubicBezTo>
                <a:lnTo>
                  <a:pt x="12965" y="77788"/>
                </a:lnTo>
                <a:cubicBezTo>
                  <a:pt x="5791" y="77788"/>
                  <a:pt x="0" y="71910"/>
                  <a:pt x="0" y="64823"/>
                </a:cubicBezTo>
                <a:lnTo>
                  <a:pt x="0" y="12965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Text PATCH_9">
            <a:extLst xmlns:a="http://schemas.openxmlformats.org/drawingml/2006/main">
              <a:ext uri="{FF2B5EF4-FFF2-40B4-BE49-F238E27FC236}">
                <a16:creationId xmlns:a16="http://schemas.microsoft.com/office/drawing/2014/main" id="{04AF6CD3-9816-418D-8A2E-3D88F434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65" y="9404281"/>
            <a:ext cx="187109" cy="42540"/>
          </a:xfrm>
          <a:custGeom xmlns:a="http://schemas.openxmlformats.org/drawingml/2006/main">
            <a:pathLst>
              <a:path w="187109" h="42540">
                <a:moveTo>
                  <a:pt x="20131" y="10103"/>
                </a:moveTo>
                <a:cubicBezTo>
                  <a:pt x="20131" y="11741"/>
                  <a:pt x="19861" y="13218"/>
                  <a:pt x="19320" y="14535"/>
                </a:cubicBezTo>
                <a:cubicBezTo>
                  <a:pt x="18780" y="15851"/>
                  <a:pt x="18008" y="16974"/>
                  <a:pt x="17003" y="17902"/>
                </a:cubicBezTo>
                <a:cubicBezTo>
                  <a:pt x="15999" y="18831"/>
                  <a:pt x="14767" y="19548"/>
                  <a:pt x="13306" y="20055"/>
                </a:cubicBezTo>
                <a:cubicBezTo>
                  <a:pt x="11846" y="20561"/>
                  <a:pt x="10103" y="20814"/>
                  <a:pt x="8078" y="20814"/>
                </a:cubicBezTo>
                <a:lnTo>
                  <a:pt x="4355" y="20814"/>
                </a:lnTo>
                <a:lnTo>
                  <a:pt x="4355" y="32614"/>
                </a:lnTo>
                <a:cubicBezTo>
                  <a:pt x="4355" y="32749"/>
                  <a:pt x="4317" y="32867"/>
                  <a:pt x="4241" y="32969"/>
                </a:cubicBezTo>
                <a:cubicBezTo>
                  <a:pt x="4165" y="33070"/>
                  <a:pt x="4047" y="33150"/>
                  <a:pt x="3887" y="33209"/>
                </a:cubicBezTo>
                <a:cubicBezTo>
                  <a:pt x="3726" y="33268"/>
                  <a:pt x="3507" y="33319"/>
                  <a:pt x="3228" y="33361"/>
                </a:cubicBezTo>
                <a:cubicBezTo>
                  <a:pt x="2950" y="33403"/>
                  <a:pt x="2600" y="33424"/>
                  <a:pt x="2178" y="33424"/>
                </a:cubicBezTo>
                <a:cubicBezTo>
                  <a:pt x="1756" y="33424"/>
                  <a:pt x="1405" y="33403"/>
                  <a:pt x="1127" y="33361"/>
                </a:cubicBezTo>
                <a:cubicBezTo>
                  <a:pt x="848" y="33319"/>
                  <a:pt x="625" y="33268"/>
                  <a:pt x="456" y="33209"/>
                </a:cubicBezTo>
                <a:cubicBezTo>
                  <a:pt x="287" y="33150"/>
                  <a:pt x="169" y="33070"/>
                  <a:pt x="101" y="32969"/>
                </a:cubicBezTo>
                <a:cubicBezTo>
                  <a:pt x="34" y="32867"/>
                  <a:pt x="0" y="32749"/>
                  <a:pt x="0" y="32614"/>
                </a:cubicBezTo>
                <a:lnTo>
                  <a:pt x="0" y="2380"/>
                </a:lnTo>
                <a:cubicBezTo>
                  <a:pt x="0" y="1705"/>
                  <a:pt x="177" y="1224"/>
                  <a:pt x="532" y="937"/>
                </a:cubicBezTo>
                <a:cubicBezTo>
                  <a:pt x="886" y="650"/>
                  <a:pt x="1283" y="506"/>
                  <a:pt x="1722" y="506"/>
                </a:cubicBezTo>
                <a:lnTo>
                  <a:pt x="8736" y="506"/>
                </a:lnTo>
                <a:cubicBezTo>
                  <a:pt x="9445" y="506"/>
                  <a:pt x="10124" y="536"/>
                  <a:pt x="10774" y="595"/>
                </a:cubicBezTo>
                <a:cubicBezTo>
                  <a:pt x="11424" y="654"/>
                  <a:pt x="12192" y="781"/>
                  <a:pt x="13079" y="975"/>
                </a:cubicBezTo>
                <a:cubicBezTo>
                  <a:pt x="13965" y="1169"/>
                  <a:pt x="14868" y="1532"/>
                  <a:pt x="15788" y="2064"/>
                </a:cubicBezTo>
                <a:cubicBezTo>
                  <a:pt x="16708" y="2595"/>
                  <a:pt x="17489" y="3250"/>
                  <a:pt x="18130" y="4026"/>
                </a:cubicBezTo>
                <a:cubicBezTo>
                  <a:pt x="18772" y="4803"/>
                  <a:pt x="19265" y="5702"/>
                  <a:pt x="19612" y="6723"/>
                </a:cubicBezTo>
                <a:cubicBezTo>
                  <a:pt x="19958" y="7744"/>
                  <a:pt x="20131" y="8871"/>
                  <a:pt x="20131" y="10103"/>
                </a:cubicBezTo>
                <a:moveTo>
                  <a:pt x="15547" y="10458"/>
                </a:moveTo>
                <a:cubicBezTo>
                  <a:pt x="15547" y="9124"/>
                  <a:pt x="15298" y="8010"/>
                  <a:pt x="14800" y="7115"/>
                </a:cubicBezTo>
                <a:cubicBezTo>
                  <a:pt x="14302" y="6221"/>
                  <a:pt x="13686" y="5554"/>
                  <a:pt x="12952" y="5115"/>
                </a:cubicBezTo>
                <a:cubicBezTo>
                  <a:pt x="12218" y="4676"/>
                  <a:pt x="11458" y="4398"/>
                  <a:pt x="10673" y="4279"/>
                </a:cubicBezTo>
                <a:cubicBezTo>
                  <a:pt x="9888" y="4161"/>
                  <a:pt x="9124" y="4102"/>
                  <a:pt x="8381" y="4102"/>
                </a:cubicBezTo>
                <a:lnTo>
                  <a:pt x="4355" y="4102"/>
                </a:lnTo>
                <a:lnTo>
                  <a:pt x="4355" y="17244"/>
                </a:lnTo>
                <a:lnTo>
                  <a:pt x="8280" y="17244"/>
                </a:lnTo>
                <a:cubicBezTo>
                  <a:pt x="9597" y="17244"/>
                  <a:pt x="10690" y="17075"/>
                  <a:pt x="11559" y="16738"/>
                </a:cubicBezTo>
                <a:cubicBezTo>
                  <a:pt x="12429" y="16400"/>
                  <a:pt x="13159" y="15931"/>
                  <a:pt x="13750" y="15332"/>
                </a:cubicBezTo>
                <a:cubicBezTo>
                  <a:pt x="14340" y="14733"/>
                  <a:pt x="14788" y="14015"/>
                  <a:pt x="15092" y="13180"/>
                </a:cubicBezTo>
                <a:cubicBezTo>
                  <a:pt x="15395" y="12344"/>
                  <a:pt x="15547" y="11437"/>
                  <a:pt x="15547" y="10458"/>
                </a:cubicBezTo>
                <a:close/>
                <a:moveTo>
                  <a:pt x="51347" y="31728"/>
                </a:moveTo>
                <a:cubicBezTo>
                  <a:pt x="51482" y="32099"/>
                  <a:pt x="51554" y="32399"/>
                  <a:pt x="51563" y="32627"/>
                </a:cubicBezTo>
                <a:cubicBezTo>
                  <a:pt x="51571" y="32855"/>
                  <a:pt x="51508" y="33028"/>
                  <a:pt x="51373" y="33146"/>
                </a:cubicBezTo>
                <a:cubicBezTo>
                  <a:pt x="51238" y="33264"/>
                  <a:pt x="51014" y="33340"/>
                  <a:pt x="50702" y="33374"/>
                </a:cubicBezTo>
                <a:cubicBezTo>
                  <a:pt x="50389" y="33408"/>
                  <a:pt x="49972" y="33424"/>
                  <a:pt x="49448" y="33424"/>
                </a:cubicBezTo>
                <a:cubicBezTo>
                  <a:pt x="48925" y="33424"/>
                  <a:pt x="48507" y="33412"/>
                  <a:pt x="48195" y="33386"/>
                </a:cubicBezTo>
                <a:cubicBezTo>
                  <a:pt x="47882" y="33361"/>
                  <a:pt x="47646" y="33319"/>
                  <a:pt x="47486" y="33260"/>
                </a:cubicBezTo>
                <a:cubicBezTo>
                  <a:pt x="47325" y="33201"/>
                  <a:pt x="47207" y="33121"/>
                  <a:pt x="47131" y="33019"/>
                </a:cubicBezTo>
                <a:cubicBezTo>
                  <a:pt x="47055" y="32918"/>
                  <a:pt x="46984" y="32791"/>
                  <a:pt x="46916" y="32639"/>
                </a:cubicBezTo>
                <a:lnTo>
                  <a:pt x="44105" y="24663"/>
                </a:lnTo>
                <a:lnTo>
                  <a:pt x="30482" y="24663"/>
                </a:lnTo>
                <a:lnTo>
                  <a:pt x="27798" y="32538"/>
                </a:lnTo>
                <a:cubicBezTo>
                  <a:pt x="27748" y="32690"/>
                  <a:pt x="27680" y="32821"/>
                  <a:pt x="27596" y="32931"/>
                </a:cubicBezTo>
                <a:cubicBezTo>
                  <a:pt x="27511" y="33040"/>
                  <a:pt x="27389" y="33133"/>
                  <a:pt x="27229" y="33209"/>
                </a:cubicBezTo>
                <a:cubicBezTo>
                  <a:pt x="27068" y="33285"/>
                  <a:pt x="26840" y="33340"/>
                  <a:pt x="26545" y="33374"/>
                </a:cubicBezTo>
                <a:cubicBezTo>
                  <a:pt x="26249" y="33408"/>
                  <a:pt x="25865" y="33424"/>
                  <a:pt x="25393" y="33424"/>
                </a:cubicBezTo>
                <a:cubicBezTo>
                  <a:pt x="24903" y="33424"/>
                  <a:pt x="24502" y="33403"/>
                  <a:pt x="24190" y="33361"/>
                </a:cubicBezTo>
                <a:cubicBezTo>
                  <a:pt x="23878" y="33319"/>
                  <a:pt x="23658" y="33239"/>
                  <a:pt x="23532" y="33121"/>
                </a:cubicBezTo>
                <a:cubicBezTo>
                  <a:pt x="23405" y="33002"/>
                  <a:pt x="23346" y="32829"/>
                  <a:pt x="23354" y="32601"/>
                </a:cubicBezTo>
                <a:cubicBezTo>
                  <a:pt x="23363" y="32374"/>
                  <a:pt x="23435" y="32074"/>
                  <a:pt x="23570" y="31703"/>
                </a:cubicBezTo>
                <a:lnTo>
                  <a:pt x="34559" y="1266"/>
                </a:lnTo>
                <a:cubicBezTo>
                  <a:pt x="34627" y="1080"/>
                  <a:pt x="34715" y="928"/>
                  <a:pt x="34825" y="810"/>
                </a:cubicBezTo>
                <a:cubicBezTo>
                  <a:pt x="34935" y="692"/>
                  <a:pt x="35095" y="599"/>
                  <a:pt x="35306" y="532"/>
                </a:cubicBezTo>
                <a:cubicBezTo>
                  <a:pt x="35517" y="464"/>
                  <a:pt x="35787" y="418"/>
                  <a:pt x="36116" y="392"/>
                </a:cubicBezTo>
                <a:cubicBezTo>
                  <a:pt x="36446" y="367"/>
                  <a:pt x="36863" y="355"/>
                  <a:pt x="37370" y="355"/>
                </a:cubicBezTo>
                <a:cubicBezTo>
                  <a:pt x="37910" y="355"/>
                  <a:pt x="38357" y="367"/>
                  <a:pt x="38712" y="392"/>
                </a:cubicBezTo>
                <a:cubicBezTo>
                  <a:pt x="39066" y="418"/>
                  <a:pt x="39353" y="464"/>
                  <a:pt x="39573" y="532"/>
                </a:cubicBezTo>
                <a:cubicBezTo>
                  <a:pt x="39792" y="599"/>
                  <a:pt x="39961" y="696"/>
                  <a:pt x="40079" y="823"/>
                </a:cubicBezTo>
                <a:cubicBezTo>
                  <a:pt x="40197" y="950"/>
                  <a:pt x="40290" y="1106"/>
                  <a:pt x="40358" y="1291"/>
                </a:cubicBezTo>
                <a:lnTo>
                  <a:pt x="51347" y="31728"/>
                </a:lnTo>
                <a:moveTo>
                  <a:pt x="37243" y="4862"/>
                </a:moveTo>
                <a:lnTo>
                  <a:pt x="37218" y="4862"/>
                </a:lnTo>
                <a:lnTo>
                  <a:pt x="31571" y="21194"/>
                </a:lnTo>
                <a:lnTo>
                  <a:pt x="42966" y="21194"/>
                </a:lnTo>
                <a:lnTo>
                  <a:pt x="37243" y="4862"/>
                </a:lnTo>
                <a:close/>
                <a:moveTo>
                  <a:pt x="77528" y="2380"/>
                </a:moveTo>
                <a:cubicBezTo>
                  <a:pt x="77528" y="2701"/>
                  <a:pt x="77511" y="2979"/>
                  <a:pt x="77477" y="3216"/>
                </a:cubicBezTo>
                <a:cubicBezTo>
                  <a:pt x="77444" y="3452"/>
                  <a:pt x="77389" y="3642"/>
                  <a:pt x="77313" y="3786"/>
                </a:cubicBezTo>
                <a:cubicBezTo>
                  <a:pt x="77237" y="3929"/>
                  <a:pt x="77144" y="4035"/>
                  <a:pt x="77034" y="4102"/>
                </a:cubicBezTo>
                <a:cubicBezTo>
                  <a:pt x="76925" y="4170"/>
                  <a:pt x="76802" y="4203"/>
                  <a:pt x="76667" y="4203"/>
                </a:cubicBezTo>
                <a:lnTo>
                  <a:pt x="67450" y="4203"/>
                </a:lnTo>
                <a:lnTo>
                  <a:pt x="67450" y="32614"/>
                </a:lnTo>
                <a:cubicBezTo>
                  <a:pt x="67450" y="32749"/>
                  <a:pt x="67416" y="32867"/>
                  <a:pt x="67349" y="32969"/>
                </a:cubicBezTo>
                <a:cubicBezTo>
                  <a:pt x="67281" y="33070"/>
                  <a:pt x="67163" y="33150"/>
                  <a:pt x="66994" y="33209"/>
                </a:cubicBezTo>
                <a:cubicBezTo>
                  <a:pt x="66826" y="33268"/>
                  <a:pt x="66602" y="33319"/>
                  <a:pt x="66323" y="33361"/>
                </a:cubicBezTo>
                <a:cubicBezTo>
                  <a:pt x="66045" y="33403"/>
                  <a:pt x="65695" y="33424"/>
                  <a:pt x="65273" y="33424"/>
                </a:cubicBezTo>
                <a:cubicBezTo>
                  <a:pt x="64867" y="33424"/>
                  <a:pt x="64521" y="33403"/>
                  <a:pt x="64234" y="33361"/>
                </a:cubicBezTo>
                <a:cubicBezTo>
                  <a:pt x="63947" y="33319"/>
                  <a:pt x="63719" y="33268"/>
                  <a:pt x="63551" y="33209"/>
                </a:cubicBezTo>
                <a:cubicBezTo>
                  <a:pt x="63382" y="33150"/>
                  <a:pt x="63264" y="33070"/>
                  <a:pt x="63196" y="32969"/>
                </a:cubicBezTo>
                <a:cubicBezTo>
                  <a:pt x="63129" y="32867"/>
                  <a:pt x="63095" y="32749"/>
                  <a:pt x="63095" y="32614"/>
                </a:cubicBezTo>
                <a:lnTo>
                  <a:pt x="63095" y="4203"/>
                </a:lnTo>
                <a:lnTo>
                  <a:pt x="53878" y="4203"/>
                </a:lnTo>
                <a:cubicBezTo>
                  <a:pt x="53743" y="4203"/>
                  <a:pt x="53620" y="4170"/>
                  <a:pt x="53511" y="4102"/>
                </a:cubicBezTo>
                <a:cubicBezTo>
                  <a:pt x="53401" y="4035"/>
                  <a:pt x="53312" y="3929"/>
                  <a:pt x="53245" y="3786"/>
                </a:cubicBezTo>
                <a:cubicBezTo>
                  <a:pt x="53177" y="3642"/>
                  <a:pt x="53122" y="3452"/>
                  <a:pt x="53080" y="3216"/>
                </a:cubicBezTo>
                <a:cubicBezTo>
                  <a:pt x="53038" y="2979"/>
                  <a:pt x="53017" y="2701"/>
                  <a:pt x="53017" y="2380"/>
                </a:cubicBezTo>
                <a:cubicBezTo>
                  <a:pt x="53017" y="2059"/>
                  <a:pt x="53038" y="1777"/>
                  <a:pt x="53080" y="1532"/>
                </a:cubicBezTo>
                <a:cubicBezTo>
                  <a:pt x="53122" y="1287"/>
                  <a:pt x="53177" y="1089"/>
                  <a:pt x="53245" y="937"/>
                </a:cubicBezTo>
                <a:cubicBezTo>
                  <a:pt x="53312" y="785"/>
                  <a:pt x="53401" y="675"/>
                  <a:pt x="53511" y="608"/>
                </a:cubicBezTo>
                <a:cubicBezTo>
                  <a:pt x="53620" y="540"/>
                  <a:pt x="53743" y="506"/>
                  <a:pt x="53878" y="506"/>
                </a:cubicBezTo>
                <a:lnTo>
                  <a:pt x="76667" y="506"/>
                </a:lnTo>
                <a:cubicBezTo>
                  <a:pt x="76802" y="506"/>
                  <a:pt x="76925" y="540"/>
                  <a:pt x="77034" y="608"/>
                </a:cubicBezTo>
                <a:cubicBezTo>
                  <a:pt x="77144" y="675"/>
                  <a:pt x="77237" y="785"/>
                  <a:pt x="77313" y="937"/>
                </a:cubicBezTo>
                <a:cubicBezTo>
                  <a:pt x="77389" y="1089"/>
                  <a:pt x="77444" y="1287"/>
                  <a:pt x="77477" y="1532"/>
                </a:cubicBezTo>
                <a:cubicBezTo>
                  <a:pt x="77511" y="1777"/>
                  <a:pt x="77528" y="2059"/>
                  <a:pt x="77528" y="2380"/>
                </a:cubicBezTo>
                <a:close/>
                <a:moveTo>
                  <a:pt x="103762" y="28613"/>
                </a:moveTo>
                <a:cubicBezTo>
                  <a:pt x="103762" y="28883"/>
                  <a:pt x="103754" y="29120"/>
                  <a:pt x="103737" y="29322"/>
                </a:cubicBezTo>
                <a:cubicBezTo>
                  <a:pt x="103720" y="29525"/>
                  <a:pt x="103690" y="29702"/>
                  <a:pt x="103648" y="29854"/>
                </a:cubicBezTo>
                <a:cubicBezTo>
                  <a:pt x="103606" y="30006"/>
                  <a:pt x="103551" y="30141"/>
                  <a:pt x="103484" y="30259"/>
                </a:cubicBezTo>
                <a:cubicBezTo>
                  <a:pt x="103416" y="30377"/>
                  <a:pt x="103298" y="30522"/>
                  <a:pt x="103129" y="30692"/>
                </a:cubicBezTo>
                <a:cubicBezTo>
                  <a:pt x="102960" y="30862"/>
                  <a:pt x="102606" y="31121"/>
                  <a:pt x="102066" y="31470"/>
                </a:cubicBezTo>
                <a:cubicBezTo>
                  <a:pt x="101525" y="31819"/>
                  <a:pt x="100854" y="32159"/>
                  <a:pt x="100053" y="32491"/>
                </a:cubicBezTo>
                <a:cubicBezTo>
                  <a:pt x="99251" y="32822"/>
                  <a:pt x="98331" y="33103"/>
                  <a:pt x="97293" y="33333"/>
                </a:cubicBezTo>
                <a:cubicBezTo>
                  <a:pt x="96254" y="33563"/>
                  <a:pt x="95119" y="33678"/>
                  <a:pt x="93887" y="33678"/>
                </a:cubicBezTo>
                <a:cubicBezTo>
                  <a:pt x="91760" y="33678"/>
                  <a:pt x="89840" y="33323"/>
                  <a:pt x="88126" y="32614"/>
                </a:cubicBezTo>
                <a:cubicBezTo>
                  <a:pt x="86413" y="31905"/>
                  <a:pt x="84953" y="30858"/>
                  <a:pt x="83746" y="29474"/>
                </a:cubicBezTo>
                <a:cubicBezTo>
                  <a:pt x="82539" y="28090"/>
                  <a:pt x="81610" y="26381"/>
                  <a:pt x="80960" y="24347"/>
                </a:cubicBezTo>
                <a:cubicBezTo>
                  <a:pt x="80310" y="22312"/>
                  <a:pt x="79985" y="19970"/>
                  <a:pt x="79985" y="17320"/>
                </a:cubicBezTo>
                <a:cubicBezTo>
                  <a:pt x="79985" y="14602"/>
                  <a:pt x="80336" y="12180"/>
                  <a:pt x="81036" y="10053"/>
                </a:cubicBezTo>
                <a:cubicBezTo>
                  <a:pt x="81737" y="7926"/>
                  <a:pt x="82720" y="6124"/>
                  <a:pt x="83986" y="4646"/>
                </a:cubicBezTo>
                <a:cubicBezTo>
                  <a:pt x="85252" y="3169"/>
                  <a:pt x="86767" y="2043"/>
                  <a:pt x="88531" y="1266"/>
                </a:cubicBezTo>
                <a:cubicBezTo>
                  <a:pt x="90295" y="490"/>
                  <a:pt x="92249" y="101"/>
                  <a:pt x="94393" y="101"/>
                </a:cubicBezTo>
                <a:cubicBezTo>
                  <a:pt x="95339" y="101"/>
                  <a:pt x="96259" y="191"/>
                  <a:pt x="97153" y="370"/>
                </a:cubicBezTo>
                <a:cubicBezTo>
                  <a:pt x="98048" y="548"/>
                  <a:pt x="98875" y="774"/>
                  <a:pt x="99635" y="1046"/>
                </a:cubicBezTo>
                <a:cubicBezTo>
                  <a:pt x="100394" y="1318"/>
                  <a:pt x="101070" y="1633"/>
                  <a:pt x="101661" y="1991"/>
                </a:cubicBezTo>
                <a:cubicBezTo>
                  <a:pt x="102251" y="2348"/>
                  <a:pt x="102661" y="2642"/>
                  <a:pt x="102889" y="2872"/>
                </a:cubicBezTo>
                <a:cubicBezTo>
                  <a:pt x="103117" y="3101"/>
                  <a:pt x="103264" y="3275"/>
                  <a:pt x="103332" y="3393"/>
                </a:cubicBezTo>
                <a:cubicBezTo>
                  <a:pt x="103399" y="3511"/>
                  <a:pt x="103454" y="3651"/>
                  <a:pt x="103496" y="3811"/>
                </a:cubicBezTo>
                <a:cubicBezTo>
                  <a:pt x="103539" y="3971"/>
                  <a:pt x="103572" y="4161"/>
                  <a:pt x="103598" y="4381"/>
                </a:cubicBezTo>
                <a:cubicBezTo>
                  <a:pt x="103623" y="4600"/>
                  <a:pt x="103636" y="4862"/>
                  <a:pt x="103636" y="5166"/>
                </a:cubicBezTo>
                <a:cubicBezTo>
                  <a:pt x="103636" y="5503"/>
                  <a:pt x="103619" y="5790"/>
                  <a:pt x="103585" y="6027"/>
                </a:cubicBezTo>
                <a:cubicBezTo>
                  <a:pt x="103551" y="6263"/>
                  <a:pt x="103501" y="6461"/>
                  <a:pt x="103433" y="6622"/>
                </a:cubicBezTo>
                <a:cubicBezTo>
                  <a:pt x="103365" y="6782"/>
                  <a:pt x="103285" y="6900"/>
                  <a:pt x="103192" y="6976"/>
                </a:cubicBezTo>
                <a:cubicBezTo>
                  <a:pt x="103100" y="7052"/>
                  <a:pt x="102986" y="7090"/>
                  <a:pt x="102851" y="7090"/>
                </a:cubicBezTo>
                <a:cubicBezTo>
                  <a:pt x="102614" y="7090"/>
                  <a:pt x="102285" y="6924"/>
                  <a:pt x="101863" y="6592"/>
                </a:cubicBezTo>
                <a:cubicBezTo>
                  <a:pt x="101441" y="6260"/>
                  <a:pt x="100897" y="5895"/>
                  <a:pt x="100230" y="5495"/>
                </a:cubicBezTo>
                <a:cubicBezTo>
                  <a:pt x="99563" y="5095"/>
                  <a:pt x="98753" y="4729"/>
                  <a:pt x="97799" y="4397"/>
                </a:cubicBezTo>
                <a:cubicBezTo>
                  <a:pt x="96845" y="4065"/>
                  <a:pt x="95702" y="3900"/>
                  <a:pt x="94368" y="3900"/>
                </a:cubicBezTo>
                <a:cubicBezTo>
                  <a:pt x="92916" y="3900"/>
                  <a:pt x="91595" y="4191"/>
                  <a:pt x="90405" y="4773"/>
                </a:cubicBezTo>
                <a:cubicBezTo>
                  <a:pt x="89215" y="5356"/>
                  <a:pt x="88198" y="6212"/>
                  <a:pt x="87354" y="7343"/>
                </a:cubicBezTo>
                <a:cubicBezTo>
                  <a:pt x="86510" y="8474"/>
                  <a:pt x="85856" y="9854"/>
                  <a:pt x="85391" y="11483"/>
                </a:cubicBezTo>
                <a:cubicBezTo>
                  <a:pt x="84927" y="13112"/>
                  <a:pt x="84695" y="14973"/>
                  <a:pt x="84695" y="17067"/>
                </a:cubicBezTo>
                <a:cubicBezTo>
                  <a:pt x="84695" y="19143"/>
                  <a:pt x="84919" y="20979"/>
                  <a:pt x="85366" y="22574"/>
                </a:cubicBezTo>
                <a:cubicBezTo>
                  <a:pt x="85813" y="24169"/>
                  <a:pt x="86455" y="25503"/>
                  <a:pt x="87291" y="26575"/>
                </a:cubicBezTo>
                <a:cubicBezTo>
                  <a:pt x="88126" y="27647"/>
                  <a:pt x="89152" y="28457"/>
                  <a:pt x="90367" y="29006"/>
                </a:cubicBezTo>
                <a:cubicBezTo>
                  <a:pt x="91583" y="29554"/>
                  <a:pt x="92958" y="29829"/>
                  <a:pt x="94495" y="29829"/>
                </a:cubicBezTo>
                <a:cubicBezTo>
                  <a:pt x="95794" y="29829"/>
                  <a:pt x="96930" y="29667"/>
                  <a:pt x="97900" y="29344"/>
                </a:cubicBezTo>
                <a:cubicBezTo>
                  <a:pt x="98871" y="29020"/>
                  <a:pt x="99698" y="28659"/>
                  <a:pt x="100382" y="28259"/>
                </a:cubicBezTo>
                <a:cubicBezTo>
                  <a:pt x="101065" y="27859"/>
                  <a:pt x="101627" y="27497"/>
                  <a:pt x="102066" y="27174"/>
                </a:cubicBezTo>
                <a:cubicBezTo>
                  <a:pt x="102505" y="26851"/>
                  <a:pt x="102851" y="26689"/>
                  <a:pt x="103104" y="26689"/>
                </a:cubicBezTo>
                <a:cubicBezTo>
                  <a:pt x="103222" y="26689"/>
                  <a:pt x="103323" y="26714"/>
                  <a:pt x="103408" y="26765"/>
                </a:cubicBezTo>
                <a:cubicBezTo>
                  <a:pt x="103492" y="26815"/>
                  <a:pt x="103560" y="26913"/>
                  <a:pt x="103610" y="27056"/>
                </a:cubicBezTo>
                <a:cubicBezTo>
                  <a:pt x="103661" y="27200"/>
                  <a:pt x="103699" y="27398"/>
                  <a:pt x="103724" y="27651"/>
                </a:cubicBezTo>
                <a:cubicBezTo>
                  <a:pt x="103750" y="27904"/>
                  <a:pt x="103762" y="28225"/>
                  <a:pt x="103762" y="28613"/>
                </a:cubicBezTo>
                <a:close/>
                <a:moveTo>
                  <a:pt x="133436" y="32614"/>
                </a:moveTo>
                <a:cubicBezTo>
                  <a:pt x="133436" y="32749"/>
                  <a:pt x="133402" y="32867"/>
                  <a:pt x="133335" y="32969"/>
                </a:cubicBezTo>
                <a:cubicBezTo>
                  <a:pt x="133267" y="33070"/>
                  <a:pt x="133149" y="33150"/>
                  <a:pt x="132980" y="33209"/>
                </a:cubicBezTo>
                <a:cubicBezTo>
                  <a:pt x="132811" y="33268"/>
                  <a:pt x="132588" y="33319"/>
                  <a:pt x="132309" y="33361"/>
                </a:cubicBezTo>
                <a:cubicBezTo>
                  <a:pt x="132030" y="33403"/>
                  <a:pt x="131689" y="33424"/>
                  <a:pt x="131283" y="33424"/>
                </a:cubicBezTo>
                <a:cubicBezTo>
                  <a:pt x="130845" y="33424"/>
                  <a:pt x="130490" y="33403"/>
                  <a:pt x="130220" y="33361"/>
                </a:cubicBezTo>
                <a:cubicBezTo>
                  <a:pt x="129950" y="33319"/>
                  <a:pt x="129730" y="33268"/>
                  <a:pt x="129562" y="33209"/>
                </a:cubicBezTo>
                <a:cubicBezTo>
                  <a:pt x="129393" y="33150"/>
                  <a:pt x="129275" y="33070"/>
                  <a:pt x="129207" y="32969"/>
                </a:cubicBezTo>
                <a:cubicBezTo>
                  <a:pt x="129140" y="32867"/>
                  <a:pt x="129106" y="32749"/>
                  <a:pt x="129106" y="32614"/>
                </a:cubicBezTo>
                <a:lnTo>
                  <a:pt x="129106" y="18080"/>
                </a:lnTo>
                <a:lnTo>
                  <a:pt x="114191" y="18080"/>
                </a:lnTo>
                <a:lnTo>
                  <a:pt x="114191" y="32614"/>
                </a:lnTo>
                <a:cubicBezTo>
                  <a:pt x="114191" y="32749"/>
                  <a:pt x="114158" y="32867"/>
                  <a:pt x="114090" y="32969"/>
                </a:cubicBezTo>
                <a:cubicBezTo>
                  <a:pt x="114023" y="33070"/>
                  <a:pt x="113904" y="33150"/>
                  <a:pt x="113736" y="33209"/>
                </a:cubicBezTo>
                <a:cubicBezTo>
                  <a:pt x="113567" y="33268"/>
                  <a:pt x="113343" y="33319"/>
                  <a:pt x="113065" y="33361"/>
                </a:cubicBezTo>
                <a:cubicBezTo>
                  <a:pt x="112786" y="33403"/>
                  <a:pt x="112436" y="33424"/>
                  <a:pt x="112014" y="33424"/>
                </a:cubicBezTo>
                <a:cubicBezTo>
                  <a:pt x="111609" y="33424"/>
                  <a:pt x="111263" y="33403"/>
                  <a:pt x="110976" y="33361"/>
                </a:cubicBezTo>
                <a:cubicBezTo>
                  <a:pt x="110689" y="33319"/>
                  <a:pt x="110461" y="33268"/>
                  <a:pt x="110292" y="33209"/>
                </a:cubicBezTo>
                <a:cubicBezTo>
                  <a:pt x="110123" y="33150"/>
                  <a:pt x="110005" y="33070"/>
                  <a:pt x="109937" y="32969"/>
                </a:cubicBezTo>
                <a:cubicBezTo>
                  <a:pt x="109870" y="32867"/>
                  <a:pt x="109836" y="32749"/>
                  <a:pt x="109836" y="32614"/>
                </a:cubicBezTo>
                <a:lnTo>
                  <a:pt x="109836" y="1165"/>
                </a:lnTo>
                <a:cubicBezTo>
                  <a:pt x="109836" y="1030"/>
                  <a:pt x="109870" y="912"/>
                  <a:pt x="109937" y="810"/>
                </a:cubicBezTo>
                <a:cubicBezTo>
                  <a:pt x="110005" y="709"/>
                  <a:pt x="110123" y="629"/>
                  <a:pt x="110292" y="570"/>
                </a:cubicBezTo>
                <a:cubicBezTo>
                  <a:pt x="110461" y="511"/>
                  <a:pt x="110689" y="460"/>
                  <a:pt x="110976" y="418"/>
                </a:cubicBezTo>
                <a:cubicBezTo>
                  <a:pt x="111263" y="376"/>
                  <a:pt x="111609" y="355"/>
                  <a:pt x="112014" y="355"/>
                </a:cubicBezTo>
                <a:cubicBezTo>
                  <a:pt x="112436" y="355"/>
                  <a:pt x="112786" y="376"/>
                  <a:pt x="113065" y="418"/>
                </a:cubicBezTo>
                <a:cubicBezTo>
                  <a:pt x="113343" y="460"/>
                  <a:pt x="113567" y="511"/>
                  <a:pt x="113736" y="570"/>
                </a:cubicBezTo>
                <a:cubicBezTo>
                  <a:pt x="113904" y="629"/>
                  <a:pt x="114023" y="709"/>
                  <a:pt x="114090" y="810"/>
                </a:cubicBezTo>
                <a:cubicBezTo>
                  <a:pt x="114158" y="912"/>
                  <a:pt x="114191" y="1030"/>
                  <a:pt x="114191" y="1165"/>
                </a:cubicBezTo>
                <a:lnTo>
                  <a:pt x="114191" y="14281"/>
                </a:lnTo>
                <a:lnTo>
                  <a:pt x="129106" y="14281"/>
                </a:lnTo>
                <a:lnTo>
                  <a:pt x="129106" y="1165"/>
                </a:lnTo>
                <a:cubicBezTo>
                  <a:pt x="129106" y="1030"/>
                  <a:pt x="129140" y="912"/>
                  <a:pt x="129207" y="810"/>
                </a:cubicBezTo>
                <a:cubicBezTo>
                  <a:pt x="129275" y="709"/>
                  <a:pt x="129393" y="629"/>
                  <a:pt x="129562" y="570"/>
                </a:cubicBezTo>
                <a:cubicBezTo>
                  <a:pt x="129730" y="511"/>
                  <a:pt x="129950" y="460"/>
                  <a:pt x="130220" y="418"/>
                </a:cubicBezTo>
                <a:cubicBezTo>
                  <a:pt x="130490" y="376"/>
                  <a:pt x="130845" y="355"/>
                  <a:pt x="131283" y="355"/>
                </a:cubicBezTo>
                <a:cubicBezTo>
                  <a:pt x="131689" y="355"/>
                  <a:pt x="132030" y="376"/>
                  <a:pt x="132309" y="418"/>
                </a:cubicBezTo>
                <a:cubicBezTo>
                  <a:pt x="132588" y="460"/>
                  <a:pt x="132811" y="511"/>
                  <a:pt x="132980" y="570"/>
                </a:cubicBezTo>
                <a:cubicBezTo>
                  <a:pt x="133149" y="629"/>
                  <a:pt x="133267" y="709"/>
                  <a:pt x="133335" y="810"/>
                </a:cubicBezTo>
                <a:cubicBezTo>
                  <a:pt x="133402" y="912"/>
                  <a:pt x="133436" y="1030"/>
                  <a:pt x="133436" y="1165"/>
                </a:cubicBezTo>
                <a:lnTo>
                  <a:pt x="133436" y="32614"/>
                </a:lnTo>
                <a:close/>
                <a:moveTo>
                  <a:pt x="163562" y="40831"/>
                </a:moveTo>
                <a:cubicBezTo>
                  <a:pt x="163562" y="41426"/>
                  <a:pt x="163495" y="41860"/>
                  <a:pt x="163360" y="42132"/>
                </a:cubicBezTo>
                <a:cubicBezTo>
                  <a:pt x="163225" y="42404"/>
                  <a:pt x="163014" y="42540"/>
                  <a:pt x="162727" y="42540"/>
                </a:cubicBezTo>
                <a:lnTo>
                  <a:pt x="138342" y="42540"/>
                </a:lnTo>
                <a:cubicBezTo>
                  <a:pt x="138055" y="42540"/>
                  <a:pt x="137836" y="42412"/>
                  <a:pt x="137684" y="42157"/>
                </a:cubicBezTo>
                <a:cubicBezTo>
                  <a:pt x="137532" y="41902"/>
                  <a:pt x="137456" y="41477"/>
                  <a:pt x="137456" y="40882"/>
                </a:cubicBezTo>
                <a:cubicBezTo>
                  <a:pt x="137456" y="40303"/>
                  <a:pt x="137532" y="39870"/>
                  <a:pt x="137684" y="39581"/>
                </a:cubicBezTo>
                <a:cubicBezTo>
                  <a:pt x="137836" y="39292"/>
                  <a:pt x="138055" y="39147"/>
                  <a:pt x="138342" y="39147"/>
                </a:cubicBezTo>
                <a:lnTo>
                  <a:pt x="162727" y="39147"/>
                </a:lnTo>
                <a:cubicBezTo>
                  <a:pt x="162997" y="39147"/>
                  <a:pt x="163204" y="39283"/>
                  <a:pt x="163347" y="39555"/>
                </a:cubicBezTo>
                <a:cubicBezTo>
                  <a:pt x="163491" y="39828"/>
                  <a:pt x="163562" y="40253"/>
                  <a:pt x="163562" y="40831"/>
                </a:cubicBezTo>
                <a:close/>
                <a:moveTo>
                  <a:pt x="187109" y="15596"/>
                </a:moveTo>
                <a:cubicBezTo>
                  <a:pt x="187109" y="17017"/>
                  <a:pt x="187025" y="18454"/>
                  <a:pt x="186856" y="19907"/>
                </a:cubicBezTo>
                <a:cubicBezTo>
                  <a:pt x="186687" y="21361"/>
                  <a:pt x="186400" y="22760"/>
                  <a:pt x="185995" y="24105"/>
                </a:cubicBezTo>
                <a:cubicBezTo>
                  <a:pt x="185590" y="25448"/>
                  <a:pt x="185045" y="26708"/>
                  <a:pt x="184362" y="27883"/>
                </a:cubicBezTo>
                <a:cubicBezTo>
                  <a:pt x="183678" y="29058"/>
                  <a:pt x="182817" y="30085"/>
                  <a:pt x="181779" y="30964"/>
                </a:cubicBezTo>
                <a:cubicBezTo>
                  <a:pt x="180741" y="31843"/>
                  <a:pt x="179508" y="32532"/>
                  <a:pt x="178082" y="33031"/>
                </a:cubicBezTo>
                <a:cubicBezTo>
                  <a:pt x="176655" y="33530"/>
                  <a:pt x="174997" y="33779"/>
                  <a:pt x="173106" y="33779"/>
                </a:cubicBezTo>
                <a:cubicBezTo>
                  <a:pt x="172380" y="33779"/>
                  <a:pt x="171675" y="33732"/>
                  <a:pt x="170992" y="33640"/>
                </a:cubicBezTo>
                <a:cubicBezTo>
                  <a:pt x="170308" y="33547"/>
                  <a:pt x="169692" y="33433"/>
                  <a:pt x="169143" y="33298"/>
                </a:cubicBezTo>
                <a:cubicBezTo>
                  <a:pt x="168595" y="33163"/>
                  <a:pt x="168135" y="33019"/>
                  <a:pt x="167763" y="32867"/>
                </a:cubicBezTo>
                <a:cubicBezTo>
                  <a:pt x="167392" y="32715"/>
                  <a:pt x="167122" y="32563"/>
                  <a:pt x="166953" y="32412"/>
                </a:cubicBezTo>
                <a:cubicBezTo>
                  <a:pt x="166784" y="32260"/>
                  <a:pt x="166662" y="32053"/>
                  <a:pt x="166586" y="31791"/>
                </a:cubicBezTo>
                <a:cubicBezTo>
                  <a:pt x="166510" y="31530"/>
                  <a:pt x="166472" y="31179"/>
                  <a:pt x="166472" y="30740"/>
                </a:cubicBezTo>
                <a:cubicBezTo>
                  <a:pt x="166472" y="30369"/>
                  <a:pt x="166485" y="30074"/>
                  <a:pt x="166510" y="29854"/>
                </a:cubicBezTo>
                <a:cubicBezTo>
                  <a:pt x="166535" y="29635"/>
                  <a:pt x="166573" y="29466"/>
                  <a:pt x="166624" y="29348"/>
                </a:cubicBezTo>
                <a:cubicBezTo>
                  <a:pt x="166674" y="29229"/>
                  <a:pt x="166746" y="29149"/>
                  <a:pt x="166839" y="29107"/>
                </a:cubicBezTo>
                <a:cubicBezTo>
                  <a:pt x="166932" y="29065"/>
                  <a:pt x="167046" y="29044"/>
                  <a:pt x="167181" y="29044"/>
                </a:cubicBezTo>
                <a:cubicBezTo>
                  <a:pt x="167367" y="29044"/>
                  <a:pt x="167628" y="29107"/>
                  <a:pt x="167966" y="29234"/>
                </a:cubicBezTo>
                <a:cubicBezTo>
                  <a:pt x="168303" y="29360"/>
                  <a:pt x="168730" y="29500"/>
                  <a:pt x="169245" y="29652"/>
                </a:cubicBezTo>
                <a:cubicBezTo>
                  <a:pt x="169759" y="29803"/>
                  <a:pt x="170363" y="29943"/>
                  <a:pt x="171055" y="30069"/>
                </a:cubicBezTo>
                <a:cubicBezTo>
                  <a:pt x="171747" y="30196"/>
                  <a:pt x="172524" y="30259"/>
                  <a:pt x="173385" y="30259"/>
                </a:cubicBezTo>
                <a:cubicBezTo>
                  <a:pt x="175022" y="30259"/>
                  <a:pt x="176427" y="29942"/>
                  <a:pt x="177601" y="29307"/>
                </a:cubicBezTo>
                <a:cubicBezTo>
                  <a:pt x="178774" y="28673"/>
                  <a:pt x="179732" y="27822"/>
                  <a:pt x="180475" y="26756"/>
                </a:cubicBezTo>
                <a:cubicBezTo>
                  <a:pt x="181217" y="25689"/>
                  <a:pt x="181775" y="24454"/>
                  <a:pt x="182146" y="23049"/>
                </a:cubicBezTo>
                <a:cubicBezTo>
                  <a:pt x="182517" y="21644"/>
                  <a:pt x="182720" y="20165"/>
                  <a:pt x="182754" y="18611"/>
                </a:cubicBezTo>
                <a:cubicBezTo>
                  <a:pt x="181859" y="19135"/>
                  <a:pt x="180787" y="19599"/>
                  <a:pt x="179538" y="20004"/>
                </a:cubicBezTo>
                <a:cubicBezTo>
                  <a:pt x="178289" y="20409"/>
                  <a:pt x="176854" y="20612"/>
                  <a:pt x="175233" y="20612"/>
                </a:cubicBezTo>
                <a:cubicBezTo>
                  <a:pt x="173410" y="20612"/>
                  <a:pt x="171878" y="20362"/>
                  <a:pt x="170637" y="19864"/>
                </a:cubicBezTo>
                <a:cubicBezTo>
                  <a:pt x="169397" y="19365"/>
                  <a:pt x="168401" y="18685"/>
                  <a:pt x="167649" y="17823"/>
                </a:cubicBezTo>
                <a:cubicBezTo>
                  <a:pt x="166898" y="16961"/>
                  <a:pt x="166358" y="15939"/>
                  <a:pt x="166029" y="14755"/>
                </a:cubicBezTo>
                <a:cubicBezTo>
                  <a:pt x="165700" y="13572"/>
                  <a:pt x="165535" y="12279"/>
                  <a:pt x="165535" y="10876"/>
                </a:cubicBezTo>
                <a:cubicBezTo>
                  <a:pt x="165535" y="9423"/>
                  <a:pt x="165746" y="8041"/>
                  <a:pt x="166168" y="6731"/>
                </a:cubicBezTo>
                <a:cubicBezTo>
                  <a:pt x="166590" y="5421"/>
                  <a:pt x="167248" y="4267"/>
                  <a:pt x="168143" y="3270"/>
                </a:cubicBezTo>
                <a:cubicBezTo>
                  <a:pt x="169038" y="2273"/>
                  <a:pt x="170177" y="1479"/>
                  <a:pt x="171562" y="888"/>
                </a:cubicBezTo>
                <a:cubicBezTo>
                  <a:pt x="172946" y="296"/>
                  <a:pt x="174600" y="0"/>
                  <a:pt x="176525" y="0"/>
                </a:cubicBezTo>
                <a:cubicBezTo>
                  <a:pt x="177892" y="0"/>
                  <a:pt x="179103" y="173"/>
                  <a:pt x="180158" y="520"/>
                </a:cubicBezTo>
                <a:cubicBezTo>
                  <a:pt x="181213" y="866"/>
                  <a:pt x="182129" y="1365"/>
                  <a:pt x="182906" y="2016"/>
                </a:cubicBezTo>
                <a:cubicBezTo>
                  <a:pt x="183682" y="2667"/>
                  <a:pt x="184340" y="3453"/>
                  <a:pt x="184881" y="4375"/>
                </a:cubicBezTo>
                <a:cubicBezTo>
                  <a:pt x="185421" y="5296"/>
                  <a:pt x="185856" y="6340"/>
                  <a:pt x="186185" y="7507"/>
                </a:cubicBezTo>
                <a:cubicBezTo>
                  <a:pt x="186514" y="8673"/>
                  <a:pt x="186750" y="9937"/>
                  <a:pt x="186894" y="11298"/>
                </a:cubicBezTo>
                <a:cubicBezTo>
                  <a:pt x="187037" y="12659"/>
                  <a:pt x="187109" y="14091"/>
                  <a:pt x="187109" y="15596"/>
                </a:cubicBezTo>
                <a:moveTo>
                  <a:pt x="182678" y="15113"/>
                </a:moveTo>
                <a:cubicBezTo>
                  <a:pt x="182678" y="12949"/>
                  <a:pt x="182534" y="11126"/>
                  <a:pt x="182247" y="9647"/>
                </a:cubicBezTo>
                <a:cubicBezTo>
                  <a:pt x="181960" y="8166"/>
                  <a:pt x="181538" y="6970"/>
                  <a:pt x="180981" y="6057"/>
                </a:cubicBezTo>
                <a:cubicBezTo>
                  <a:pt x="180424" y="5143"/>
                  <a:pt x="179740" y="4484"/>
                  <a:pt x="178930" y="4078"/>
                </a:cubicBezTo>
                <a:cubicBezTo>
                  <a:pt x="178120" y="3672"/>
                  <a:pt x="177183" y="3469"/>
                  <a:pt x="176119" y="3469"/>
                </a:cubicBezTo>
                <a:cubicBezTo>
                  <a:pt x="175022" y="3469"/>
                  <a:pt x="174085" y="3668"/>
                  <a:pt x="173309" y="4066"/>
                </a:cubicBezTo>
                <a:cubicBezTo>
                  <a:pt x="172532" y="4463"/>
                  <a:pt x="171895" y="4995"/>
                  <a:pt x="171397" y="5663"/>
                </a:cubicBezTo>
                <a:cubicBezTo>
                  <a:pt x="170899" y="6331"/>
                  <a:pt x="170532" y="7088"/>
                  <a:pt x="170295" y="7934"/>
                </a:cubicBezTo>
                <a:cubicBezTo>
                  <a:pt x="170059" y="8779"/>
                  <a:pt x="169941" y="9650"/>
                  <a:pt x="169941" y="10547"/>
                </a:cubicBezTo>
                <a:cubicBezTo>
                  <a:pt x="169941" y="11545"/>
                  <a:pt x="170046" y="12458"/>
                  <a:pt x="170257" y="13287"/>
                </a:cubicBezTo>
                <a:cubicBezTo>
                  <a:pt x="170468" y="14115"/>
                  <a:pt x="170810" y="14817"/>
                  <a:pt x="171283" y="15392"/>
                </a:cubicBezTo>
                <a:cubicBezTo>
                  <a:pt x="171756" y="15967"/>
                  <a:pt x="172372" y="16411"/>
                  <a:pt x="173131" y="16724"/>
                </a:cubicBezTo>
                <a:cubicBezTo>
                  <a:pt x="173891" y="17037"/>
                  <a:pt x="174828" y="17193"/>
                  <a:pt x="175942" y="17193"/>
                </a:cubicBezTo>
                <a:cubicBezTo>
                  <a:pt x="177208" y="17193"/>
                  <a:pt x="178432" y="17003"/>
                  <a:pt x="179614" y="16623"/>
                </a:cubicBezTo>
                <a:cubicBezTo>
                  <a:pt x="180795" y="16242"/>
                  <a:pt x="181817" y="15739"/>
                  <a:pt x="182678" y="151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792F65-17F4-44FE-A5C3-FB26FE9D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92" y="9512575"/>
            <a:ext cx="367504" cy="77788"/>
          </a:xfrm>
          <a:custGeom xmlns:a="http://schemas.openxmlformats.org/drawingml/2006/main">
            <a:pathLst>
              <a:path w="367504" h="77788">
                <a:moveTo>
                  <a:pt x="0" y="12965"/>
                </a:moveTo>
                <a:cubicBezTo>
                  <a:pt x="0" y="5877"/>
                  <a:pt x="5791" y="0"/>
                  <a:pt x="12965" y="0"/>
                </a:cubicBezTo>
                <a:lnTo>
                  <a:pt x="354539" y="0"/>
                </a:lnTo>
                <a:cubicBezTo>
                  <a:pt x="361713" y="0"/>
                  <a:pt x="367504" y="5877"/>
                  <a:pt x="367504" y="12965"/>
                </a:cubicBezTo>
                <a:lnTo>
                  <a:pt x="367504" y="64823"/>
                </a:lnTo>
                <a:cubicBezTo>
                  <a:pt x="367504" y="71997"/>
                  <a:pt x="361713" y="77788"/>
                  <a:pt x="354539" y="77788"/>
                </a:cubicBezTo>
                <a:lnTo>
                  <a:pt x="12965" y="77788"/>
                </a:lnTo>
                <a:cubicBezTo>
                  <a:pt x="5791" y="77788"/>
                  <a:pt x="0" y="71997"/>
                  <a:pt x="0" y="64823"/>
                </a:cubicBezTo>
                <a:lnTo>
                  <a:pt x="0" y="12965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Text PATCH_10">
            <a:extLst xmlns:a="http://schemas.openxmlformats.org/drawingml/2006/main">
              <a:ext uri="{FF2B5EF4-FFF2-40B4-BE49-F238E27FC236}">
                <a16:creationId xmlns:a16="http://schemas.microsoft.com/office/drawing/2014/main" id="{0567A01F-5DCA-4B91-8847-4894B892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19" y="9536606"/>
            <a:ext cx="213978" cy="42540"/>
          </a:xfrm>
          <a:custGeom xmlns:a="http://schemas.openxmlformats.org/drawingml/2006/main">
            <a:pathLst>
              <a:path w="213978" h="42540">
                <a:moveTo>
                  <a:pt x="20131" y="10103"/>
                </a:moveTo>
                <a:cubicBezTo>
                  <a:pt x="20131" y="11741"/>
                  <a:pt x="19861" y="13218"/>
                  <a:pt x="19320" y="14535"/>
                </a:cubicBezTo>
                <a:cubicBezTo>
                  <a:pt x="18780" y="15851"/>
                  <a:pt x="18008" y="16974"/>
                  <a:pt x="17003" y="17902"/>
                </a:cubicBezTo>
                <a:cubicBezTo>
                  <a:pt x="15999" y="18831"/>
                  <a:pt x="14767" y="19548"/>
                  <a:pt x="13306" y="20055"/>
                </a:cubicBezTo>
                <a:cubicBezTo>
                  <a:pt x="11846" y="20561"/>
                  <a:pt x="10103" y="20814"/>
                  <a:pt x="8078" y="20814"/>
                </a:cubicBezTo>
                <a:lnTo>
                  <a:pt x="4355" y="20814"/>
                </a:lnTo>
                <a:lnTo>
                  <a:pt x="4355" y="32614"/>
                </a:lnTo>
                <a:cubicBezTo>
                  <a:pt x="4355" y="32749"/>
                  <a:pt x="4317" y="32867"/>
                  <a:pt x="4241" y="32969"/>
                </a:cubicBezTo>
                <a:cubicBezTo>
                  <a:pt x="4165" y="33070"/>
                  <a:pt x="4047" y="33150"/>
                  <a:pt x="3887" y="33209"/>
                </a:cubicBezTo>
                <a:cubicBezTo>
                  <a:pt x="3726" y="33268"/>
                  <a:pt x="3507" y="33319"/>
                  <a:pt x="3228" y="33361"/>
                </a:cubicBezTo>
                <a:cubicBezTo>
                  <a:pt x="2950" y="33403"/>
                  <a:pt x="2600" y="33424"/>
                  <a:pt x="2178" y="33424"/>
                </a:cubicBezTo>
                <a:cubicBezTo>
                  <a:pt x="1756" y="33424"/>
                  <a:pt x="1405" y="33403"/>
                  <a:pt x="1127" y="33361"/>
                </a:cubicBezTo>
                <a:cubicBezTo>
                  <a:pt x="848" y="33319"/>
                  <a:pt x="625" y="33268"/>
                  <a:pt x="456" y="33209"/>
                </a:cubicBezTo>
                <a:cubicBezTo>
                  <a:pt x="287" y="33150"/>
                  <a:pt x="169" y="33070"/>
                  <a:pt x="101" y="32969"/>
                </a:cubicBezTo>
                <a:cubicBezTo>
                  <a:pt x="34" y="32867"/>
                  <a:pt x="0" y="32749"/>
                  <a:pt x="0" y="32614"/>
                </a:cubicBezTo>
                <a:lnTo>
                  <a:pt x="0" y="2380"/>
                </a:lnTo>
                <a:cubicBezTo>
                  <a:pt x="0" y="1705"/>
                  <a:pt x="177" y="1224"/>
                  <a:pt x="532" y="937"/>
                </a:cubicBezTo>
                <a:cubicBezTo>
                  <a:pt x="886" y="650"/>
                  <a:pt x="1283" y="506"/>
                  <a:pt x="1722" y="506"/>
                </a:cubicBezTo>
                <a:lnTo>
                  <a:pt x="8736" y="506"/>
                </a:lnTo>
                <a:cubicBezTo>
                  <a:pt x="9445" y="506"/>
                  <a:pt x="10124" y="536"/>
                  <a:pt x="10774" y="595"/>
                </a:cubicBezTo>
                <a:cubicBezTo>
                  <a:pt x="11424" y="654"/>
                  <a:pt x="12192" y="781"/>
                  <a:pt x="13079" y="975"/>
                </a:cubicBezTo>
                <a:cubicBezTo>
                  <a:pt x="13965" y="1169"/>
                  <a:pt x="14868" y="1532"/>
                  <a:pt x="15788" y="2064"/>
                </a:cubicBezTo>
                <a:cubicBezTo>
                  <a:pt x="16708" y="2595"/>
                  <a:pt x="17489" y="3250"/>
                  <a:pt x="18130" y="4026"/>
                </a:cubicBezTo>
                <a:cubicBezTo>
                  <a:pt x="18772" y="4803"/>
                  <a:pt x="19265" y="5702"/>
                  <a:pt x="19612" y="6723"/>
                </a:cubicBezTo>
                <a:cubicBezTo>
                  <a:pt x="19958" y="7744"/>
                  <a:pt x="20131" y="8871"/>
                  <a:pt x="20131" y="10103"/>
                </a:cubicBezTo>
                <a:moveTo>
                  <a:pt x="15547" y="10458"/>
                </a:moveTo>
                <a:cubicBezTo>
                  <a:pt x="15547" y="9124"/>
                  <a:pt x="15298" y="8010"/>
                  <a:pt x="14800" y="7115"/>
                </a:cubicBezTo>
                <a:cubicBezTo>
                  <a:pt x="14302" y="6221"/>
                  <a:pt x="13686" y="5554"/>
                  <a:pt x="12952" y="5115"/>
                </a:cubicBezTo>
                <a:cubicBezTo>
                  <a:pt x="12218" y="4676"/>
                  <a:pt x="11458" y="4398"/>
                  <a:pt x="10673" y="4279"/>
                </a:cubicBezTo>
                <a:cubicBezTo>
                  <a:pt x="9888" y="4161"/>
                  <a:pt x="9124" y="4102"/>
                  <a:pt x="8381" y="4102"/>
                </a:cubicBezTo>
                <a:lnTo>
                  <a:pt x="4355" y="4102"/>
                </a:lnTo>
                <a:lnTo>
                  <a:pt x="4355" y="17244"/>
                </a:lnTo>
                <a:lnTo>
                  <a:pt x="8280" y="17244"/>
                </a:lnTo>
                <a:cubicBezTo>
                  <a:pt x="9597" y="17244"/>
                  <a:pt x="10690" y="17075"/>
                  <a:pt x="11559" y="16738"/>
                </a:cubicBezTo>
                <a:cubicBezTo>
                  <a:pt x="12429" y="16400"/>
                  <a:pt x="13159" y="15931"/>
                  <a:pt x="13750" y="15332"/>
                </a:cubicBezTo>
                <a:cubicBezTo>
                  <a:pt x="14340" y="14733"/>
                  <a:pt x="14788" y="14015"/>
                  <a:pt x="15092" y="13180"/>
                </a:cubicBezTo>
                <a:cubicBezTo>
                  <a:pt x="15395" y="12344"/>
                  <a:pt x="15547" y="11437"/>
                  <a:pt x="15547" y="10458"/>
                </a:cubicBezTo>
                <a:close/>
                <a:moveTo>
                  <a:pt x="51347" y="31728"/>
                </a:moveTo>
                <a:cubicBezTo>
                  <a:pt x="51482" y="32099"/>
                  <a:pt x="51554" y="32399"/>
                  <a:pt x="51563" y="32627"/>
                </a:cubicBezTo>
                <a:cubicBezTo>
                  <a:pt x="51571" y="32855"/>
                  <a:pt x="51508" y="33028"/>
                  <a:pt x="51373" y="33146"/>
                </a:cubicBezTo>
                <a:cubicBezTo>
                  <a:pt x="51238" y="33264"/>
                  <a:pt x="51014" y="33340"/>
                  <a:pt x="50702" y="33374"/>
                </a:cubicBezTo>
                <a:cubicBezTo>
                  <a:pt x="50389" y="33408"/>
                  <a:pt x="49972" y="33424"/>
                  <a:pt x="49448" y="33424"/>
                </a:cubicBezTo>
                <a:cubicBezTo>
                  <a:pt x="48925" y="33424"/>
                  <a:pt x="48507" y="33412"/>
                  <a:pt x="48195" y="33386"/>
                </a:cubicBezTo>
                <a:cubicBezTo>
                  <a:pt x="47883" y="33361"/>
                  <a:pt x="47646" y="33319"/>
                  <a:pt x="47486" y="33260"/>
                </a:cubicBezTo>
                <a:cubicBezTo>
                  <a:pt x="47325" y="33201"/>
                  <a:pt x="47207" y="33121"/>
                  <a:pt x="47131" y="33019"/>
                </a:cubicBezTo>
                <a:cubicBezTo>
                  <a:pt x="47055" y="32918"/>
                  <a:pt x="46984" y="32791"/>
                  <a:pt x="46916" y="32639"/>
                </a:cubicBezTo>
                <a:lnTo>
                  <a:pt x="44105" y="24663"/>
                </a:lnTo>
                <a:lnTo>
                  <a:pt x="30482" y="24663"/>
                </a:lnTo>
                <a:lnTo>
                  <a:pt x="27798" y="32538"/>
                </a:lnTo>
                <a:cubicBezTo>
                  <a:pt x="27748" y="32690"/>
                  <a:pt x="27680" y="32821"/>
                  <a:pt x="27596" y="32931"/>
                </a:cubicBezTo>
                <a:cubicBezTo>
                  <a:pt x="27511" y="33040"/>
                  <a:pt x="27389" y="33133"/>
                  <a:pt x="27229" y="33209"/>
                </a:cubicBezTo>
                <a:cubicBezTo>
                  <a:pt x="27068" y="33285"/>
                  <a:pt x="26840" y="33340"/>
                  <a:pt x="26545" y="33374"/>
                </a:cubicBezTo>
                <a:cubicBezTo>
                  <a:pt x="26250" y="33408"/>
                  <a:pt x="25865" y="33424"/>
                  <a:pt x="25393" y="33424"/>
                </a:cubicBezTo>
                <a:cubicBezTo>
                  <a:pt x="24903" y="33424"/>
                  <a:pt x="24502" y="33403"/>
                  <a:pt x="24190" y="33361"/>
                </a:cubicBezTo>
                <a:cubicBezTo>
                  <a:pt x="23878" y="33319"/>
                  <a:pt x="23658" y="33239"/>
                  <a:pt x="23532" y="33121"/>
                </a:cubicBezTo>
                <a:cubicBezTo>
                  <a:pt x="23405" y="33002"/>
                  <a:pt x="23346" y="32829"/>
                  <a:pt x="23354" y="32601"/>
                </a:cubicBezTo>
                <a:cubicBezTo>
                  <a:pt x="23363" y="32374"/>
                  <a:pt x="23435" y="32074"/>
                  <a:pt x="23570" y="31703"/>
                </a:cubicBezTo>
                <a:lnTo>
                  <a:pt x="34559" y="1266"/>
                </a:lnTo>
                <a:cubicBezTo>
                  <a:pt x="34627" y="1080"/>
                  <a:pt x="34715" y="928"/>
                  <a:pt x="34825" y="810"/>
                </a:cubicBezTo>
                <a:cubicBezTo>
                  <a:pt x="34935" y="692"/>
                  <a:pt x="35095" y="599"/>
                  <a:pt x="35306" y="532"/>
                </a:cubicBezTo>
                <a:cubicBezTo>
                  <a:pt x="35517" y="464"/>
                  <a:pt x="35787" y="418"/>
                  <a:pt x="36116" y="392"/>
                </a:cubicBezTo>
                <a:cubicBezTo>
                  <a:pt x="36446" y="367"/>
                  <a:pt x="36863" y="355"/>
                  <a:pt x="37370" y="355"/>
                </a:cubicBezTo>
                <a:cubicBezTo>
                  <a:pt x="37910" y="355"/>
                  <a:pt x="38357" y="367"/>
                  <a:pt x="38712" y="392"/>
                </a:cubicBezTo>
                <a:cubicBezTo>
                  <a:pt x="39066" y="418"/>
                  <a:pt x="39353" y="464"/>
                  <a:pt x="39573" y="532"/>
                </a:cubicBezTo>
                <a:cubicBezTo>
                  <a:pt x="39792" y="599"/>
                  <a:pt x="39961" y="696"/>
                  <a:pt x="40079" y="823"/>
                </a:cubicBezTo>
                <a:cubicBezTo>
                  <a:pt x="40197" y="950"/>
                  <a:pt x="40290" y="1106"/>
                  <a:pt x="40358" y="1291"/>
                </a:cubicBezTo>
                <a:lnTo>
                  <a:pt x="51347" y="31728"/>
                </a:lnTo>
                <a:moveTo>
                  <a:pt x="37243" y="4862"/>
                </a:moveTo>
                <a:lnTo>
                  <a:pt x="37218" y="4862"/>
                </a:lnTo>
                <a:lnTo>
                  <a:pt x="31571" y="21194"/>
                </a:lnTo>
                <a:lnTo>
                  <a:pt x="42966" y="21194"/>
                </a:lnTo>
                <a:lnTo>
                  <a:pt x="37243" y="4862"/>
                </a:lnTo>
                <a:close/>
                <a:moveTo>
                  <a:pt x="77528" y="2380"/>
                </a:moveTo>
                <a:cubicBezTo>
                  <a:pt x="77528" y="2701"/>
                  <a:pt x="77511" y="2979"/>
                  <a:pt x="77478" y="3216"/>
                </a:cubicBezTo>
                <a:cubicBezTo>
                  <a:pt x="77444" y="3452"/>
                  <a:pt x="77389" y="3642"/>
                  <a:pt x="77313" y="3786"/>
                </a:cubicBezTo>
                <a:cubicBezTo>
                  <a:pt x="77237" y="3929"/>
                  <a:pt x="77144" y="4035"/>
                  <a:pt x="77034" y="4102"/>
                </a:cubicBezTo>
                <a:cubicBezTo>
                  <a:pt x="76925" y="4170"/>
                  <a:pt x="76802" y="4203"/>
                  <a:pt x="76667" y="4203"/>
                </a:cubicBezTo>
                <a:lnTo>
                  <a:pt x="67450" y="4203"/>
                </a:lnTo>
                <a:lnTo>
                  <a:pt x="67450" y="32614"/>
                </a:lnTo>
                <a:cubicBezTo>
                  <a:pt x="67450" y="32749"/>
                  <a:pt x="67416" y="32867"/>
                  <a:pt x="67349" y="32969"/>
                </a:cubicBezTo>
                <a:cubicBezTo>
                  <a:pt x="67281" y="33070"/>
                  <a:pt x="67163" y="33150"/>
                  <a:pt x="66994" y="33209"/>
                </a:cubicBezTo>
                <a:cubicBezTo>
                  <a:pt x="66826" y="33268"/>
                  <a:pt x="66602" y="33319"/>
                  <a:pt x="66323" y="33361"/>
                </a:cubicBezTo>
                <a:cubicBezTo>
                  <a:pt x="66045" y="33403"/>
                  <a:pt x="65695" y="33424"/>
                  <a:pt x="65273" y="33424"/>
                </a:cubicBezTo>
                <a:cubicBezTo>
                  <a:pt x="64867" y="33424"/>
                  <a:pt x="64521" y="33403"/>
                  <a:pt x="64234" y="33361"/>
                </a:cubicBezTo>
                <a:cubicBezTo>
                  <a:pt x="63947" y="33319"/>
                  <a:pt x="63720" y="33268"/>
                  <a:pt x="63551" y="33209"/>
                </a:cubicBezTo>
                <a:cubicBezTo>
                  <a:pt x="63382" y="33150"/>
                  <a:pt x="63264" y="33070"/>
                  <a:pt x="63196" y="32969"/>
                </a:cubicBezTo>
                <a:cubicBezTo>
                  <a:pt x="63129" y="32867"/>
                  <a:pt x="63095" y="32749"/>
                  <a:pt x="63095" y="32614"/>
                </a:cubicBezTo>
                <a:lnTo>
                  <a:pt x="63095" y="4203"/>
                </a:lnTo>
                <a:lnTo>
                  <a:pt x="53878" y="4203"/>
                </a:lnTo>
                <a:cubicBezTo>
                  <a:pt x="53743" y="4203"/>
                  <a:pt x="53620" y="4170"/>
                  <a:pt x="53511" y="4102"/>
                </a:cubicBezTo>
                <a:cubicBezTo>
                  <a:pt x="53401" y="4035"/>
                  <a:pt x="53312" y="3929"/>
                  <a:pt x="53245" y="3786"/>
                </a:cubicBezTo>
                <a:cubicBezTo>
                  <a:pt x="53177" y="3642"/>
                  <a:pt x="53122" y="3452"/>
                  <a:pt x="53080" y="3216"/>
                </a:cubicBezTo>
                <a:cubicBezTo>
                  <a:pt x="53038" y="2979"/>
                  <a:pt x="53017" y="2701"/>
                  <a:pt x="53017" y="2380"/>
                </a:cubicBezTo>
                <a:cubicBezTo>
                  <a:pt x="53017" y="2059"/>
                  <a:pt x="53038" y="1777"/>
                  <a:pt x="53080" y="1532"/>
                </a:cubicBezTo>
                <a:cubicBezTo>
                  <a:pt x="53122" y="1287"/>
                  <a:pt x="53177" y="1089"/>
                  <a:pt x="53245" y="937"/>
                </a:cubicBezTo>
                <a:cubicBezTo>
                  <a:pt x="53312" y="785"/>
                  <a:pt x="53401" y="675"/>
                  <a:pt x="53511" y="608"/>
                </a:cubicBezTo>
                <a:cubicBezTo>
                  <a:pt x="53620" y="540"/>
                  <a:pt x="53743" y="506"/>
                  <a:pt x="53878" y="506"/>
                </a:cubicBezTo>
                <a:lnTo>
                  <a:pt x="76667" y="506"/>
                </a:lnTo>
                <a:cubicBezTo>
                  <a:pt x="76802" y="506"/>
                  <a:pt x="76925" y="540"/>
                  <a:pt x="77034" y="608"/>
                </a:cubicBezTo>
                <a:cubicBezTo>
                  <a:pt x="77144" y="675"/>
                  <a:pt x="77237" y="785"/>
                  <a:pt x="77313" y="937"/>
                </a:cubicBezTo>
                <a:cubicBezTo>
                  <a:pt x="77389" y="1089"/>
                  <a:pt x="77444" y="1287"/>
                  <a:pt x="77478" y="1532"/>
                </a:cubicBezTo>
                <a:cubicBezTo>
                  <a:pt x="77511" y="1777"/>
                  <a:pt x="77528" y="2059"/>
                  <a:pt x="77528" y="2380"/>
                </a:cubicBezTo>
                <a:close/>
                <a:moveTo>
                  <a:pt x="103762" y="28613"/>
                </a:moveTo>
                <a:cubicBezTo>
                  <a:pt x="103762" y="28883"/>
                  <a:pt x="103754" y="29120"/>
                  <a:pt x="103737" y="29322"/>
                </a:cubicBezTo>
                <a:cubicBezTo>
                  <a:pt x="103720" y="29525"/>
                  <a:pt x="103691" y="29702"/>
                  <a:pt x="103648" y="29854"/>
                </a:cubicBezTo>
                <a:cubicBezTo>
                  <a:pt x="103606" y="30006"/>
                  <a:pt x="103551" y="30141"/>
                  <a:pt x="103484" y="30259"/>
                </a:cubicBezTo>
                <a:cubicBezTo>
                  <a:pt x="103416" y="30377"/>
                  <a:pt x="103298" y="30522"/>
                  <a:pt x="103129" y="30692"/>
                </a:cubicBezTo>
                <a:cubicBezTo>
                  <a:pt x="102960" y="30862"/>
                  <a:pt x="102606" y="31121"/>
                  <a:pt x="102066" y="31470"/>
                </a:cubicBezTo>
                <a:cubicBezTo>
                  <a:pt x="101526" y="31819"/>
                  <a:pt x="100855" y="32159"/>
                  <a:pt x="100053" y="32491"/>
                </a:cubicBezTo>
                <a:cubicBezTo>
                  <a:pt x="99251" y="32822"/>
                  <a:pt x="98331" y="33103"/>
                  <a:pt x="97293" y="33333"/>
                </a:cubicBezTo>
                <a:cubicBezTo>
                  <a:pt x="96254" y="33563"/>
                  <a:pt x="95119" y="33678"/>
                  <a:pt x="93887" y="33678"/>
                </a:cubicBezTo>
                <a:cubicBezTo>
                  <a:pt x="91760" y="33678"/>
                  <a:pt x="89840" y="33323"/>
                  <a:pt x="88126" y="32614"/>
                </a:cubicBezTo>
                <a:cubicBezTo>
                  <a:pt x="86413" y="31905"/>
                  <a:pt x="84953" y="30858"/>
                  <a:pt x="83746" y="29474"/>
                </a:cubicBezTo>
                <a:cubicBezTo>
                  <a:pt x="82539" y="28090"/>
                  <a:pt x="81610" y="26381"/>
                  <a:pt x="80960" y="24347"/>
                </a:cubicBezTo>
                <a:cubicBezTo>
                  <a:pt x="80310" y="22312"/>
                  <a:pt x="79985" y="19970"/>
                  <a:pt x="79985" y="17320"/>
                </a:cubicBezTo>
                <a:cubicBezTo>
                  <a:pt x="79985" y="14602"/>
                  <a:pt x="80336" y="12180"/>
                  <a:pt x="81036" y="10053"/>
                </a:cubicBezTo>
                <a:cubicBezTo>
                  <a:pt x="81737" y="7926"/>
                  <a:pt x="82720" y="6124"/>
                  <a:pt x="83986" y="4646"/>
                </a:cubicBezTo>
                <a:cubicBezTo>
                  <a:pt x="85252" y="3169"/>
                  <a:pt x="86767" y="2043"/>
                  <a:pt x="88531" y="1266"/>
                </a:cubicBezTo>
                <a:cubicBezTo>
                  <a:pt x="90295" y="490"/>
                  <a:pt x="92249" y="101"/>
                  <a:pt x="94393" y="101"/>
                </a:cubicBezTo>
                <a:cubicBezTo>
                  <a:pt x="95339" y="101"/>
                  <a:pt x="96259" y="191"/>
                  <a:pt x="97153" y="370"/>
                </a:cubicBezTo>
                <a:cubicBezTo>
                  <a:pt x="98048" y="548"/>
                  <a:pt x="98875" y="774"/>
                  <a:pt x="99635" y="1046"/>
                </a:cubicBezTo>
                <a:cubicBezTo>
                  <a:pt x="100395" y="1318"/>
                  <a:pt x="101070" y="1633"/>
                  <a:pt x="101661" y="1991"/>
                </a:cubicBezTo>
                <a:cubicBezTo>
                  <a:pt x="102251" y="2348"/>
                  <a:pt x="102661" y="2642"/>
                  <a:pt x="102889" y="2872"/>
                </a:cubicBezTo>
                <a:cubicBezTo>
                  <a:pt x="103117" y="3101"/>
                  <a:pt x="103264" y="3275"/>
                  <a:pt x="103332" y="3393"/>
                </a:cubicBezTo>
                <a:cubicBezTo>
                  <a:pt x="103399" y="3511"/>
                  <a:pt x="103454" y="3651"/>
                  <a:pt x="103496" y="3811"/>
                </a:cubicBezTo>
                <a:cubicBezTo>
                  <a:pt x="103539" y="3971"/>
                  <a:pt x="103572" y="4161"/>
                  <a:pt x="103598" y="4381"/>
                </a:cubicBezTo>
                <a:cubicBezTo>
                  <a:pt x="103623" y="4600"/>
                  <a:pt x="103636" y="4862"/>
                  <a:pt x="103636" y="5166"/>
                </a:cubicBezTo>
                <a:cubicBezTo>
                  <a:pt x="103636" y="5503"/>
                  <a:pt x="103619" y="5790"/>
                  <a:pt x="103585" y="6027"/>
                </a:cubicBezTo>
                <a:cubicBezTo>
                  <a:pt x="103551" y="6263"/>
                  <a:pt x="103501" y="6461"/>
                  <a:pt x="103433" y="6622"/>
                </a:cubicBezTo>
                <a:cubicBezTo>
                  <a:pt x="103366" y="6782"/>
                  <a:pt x="103285" y="6900"/>
                  <a:pt x="103193" y="6976"/>
                </a:cubicBezTo>
                <a:cubicBezTo>
                  <a:pt x="103100" y="7052"/>
                  <a:pt x="102986" y="7090"/>
                  <a:pt x="102851" y="7090"/>
                </a:cubicBezTo>
                <a:cubicBezTo>
                  <a:pt x="102614" y="7090"/>
                  <a:pt x="102285" y="6924"/>
                  <a:pt x="101863" y="6592"/>
                </a:cubicBezTo>
                <a:cubicBezTo>
                  <a:pt x="101441" y="6260"/>
                  <a:pt x="100897" y="5895"/>
                  <a:pt x="100230" y="5495"/>
                </a:cubicBezTo>
                <a:cubicBezTo>
                  <a:pt x="99563" y="5095"/>
                  <a:pt x="98753" y="4729"/>
                  <a:pt x="97799" y="4397"/>
                </a:cubicBezTo>
                <a:cubicBezTo>
                  <a:pt x="96845" y="4065"/>
                  <a:pt x="95702" y="3900"/>
                  <a:pt x="94368" y="3900"/>
                </a:cubicBezTo>
                <a:cubicBezTo>
                  <a:pt x="92916" y="3900"/>
                  <a:pt x="91595" y="4191"/>
                  <a:pt x="90405" y="4773"/>
                </a:cubicBezTo>
                <a:cubicBezTo>
                  <a:pt x="89215" y="5356"/>
                  <a:pt x="88198" y="6212"/>
                  <a:pt x="87354" y="7343"/>
                </a:cubicBezTo>
                <a:cubicBezTo>
                  <a:pt x="86510" y="8474"/>
                  <a:pt x="85856" y="9854"/>
                  <a:pt x="85392" y="11483"/>
                </a:cubicBezTo>
                <a:cubicBezTo>
                  <a:pt x="84927" y="13112"/>
                  <a:pt x="84695" y="14973"/>
                  <a:pt x="84695" y="17067"/>
                </a:cubicBezTo>
                <a:cubicBezTo>
                  <a:pt x="84695" y="19143"/>
                  <a:pt x="84919" y="20979"/>
                  <a:pt x="85366" y="22574"/>
                </a:cubicBezTo>
                <a:cubicBezTo>
                  <a:pt x="85814" y="24169"/>
                  <a:pt x="86455" y="25503"/>
                  <a:pt x="87291" y="26575"/>
                </a:cubicBezTo>
                <a:cubicBezTo>
                  <a:pt x="88126" y="27647"/>
                  <a:pt x="89152" y="28457"/>
                  <a:pt x="90367" y="29006"/>
                </a:cubicBezTo>
                <a:cubicBezTo>
                  <a:pt x="91583" y="29554"/>
                  <a:pt x="92958" y="29829"/>
                  <a:pt x="94495" y="29829"/>
                </a:cubicBezTo>
                <a:cubicBezTo>
                  <a:pt x="95794" y="29829"/>
                  <a:pt x="96930" y="29667"/>
                  <a:pt x="97900" y="29344"/>
                </a:cubicBezTo>
                <a:cubicBezTo>
                  <a:pt x="98871" y="29020"/>
                  <a:pt x="99698" y="28659"/>
                  <a:pt x="100382" y="28259"/>
                </a:cubicBezTo>
                <a:cubicBezTo>
                  <a:pt x="101066" y="27859"/>
                  <a:pt x="101627" y="27497"/>
                  <a:pt x="102066" y="27174"/>
                </a:cubicBezTo>
                <a:cubicBezTo>
                  <a:pt x="102505" y="26851"/>
                  <a:pt x="102851" y="26689"/>
                  <a:pt x="103104" y="26689"/>
                </a:cubicBezTo>
                <a:cubicBezTo>
                  <a:pt x="103222" y="26689"/>
                  <a:pt x="103323" y="26714"/>
                  <a:pt x="103408" y="26765"/>
                </a:cubicBezTo>
                <a:cubicBezTo>
                  <a:pt x="103492" y="26815"/>
                  <a:pt x="103560" y="26913"/>
                  <a:pt x="103610" y="27056"/>
                </a:cubicBezTo>
                <a:cubicBezTo>
                  <a:pt x="103661" y="27200"/>
                  <a:pt x="103699" y="27398"/>
                  <a:pt x="103724" y="27651"/>
                </a:cubicBezTo>
                <a:cubicBezTo>
                  <a:pt x="103750" y="27904"/>
                  <a:pt x="103762" y="28225"/>
                  <a:pt x="103762" y="28613"/>
                </a:cubicBezTo>
                <a:close/>
                <a:moveTo>
                  <a:pt x="133436" y="32614"/>
                </a:moveTo>
                <a:cubicBezTo>
                  <a:pt x="133436" y="32749"/>
                  <a:pt x="133402" y="32867"/>
                  <a:pt x="133335" y="32969"/>
                </a:cubicBezTo>
                <a:cubicBezTo>
                  <a:pt x="133267" y="33070"/>
                  <a:pt x="133149" y="33150"/>
                  <a:pt x="132980" y="33209"/>
                </a:cubicBezTo>
                <a:cubicBezTo>
                  <a:pt x="132811" y="33268"/>
                  <a:pt x="132588" y="33319"/>
                  <a:pt x="132309" y="33361"/>
                </a:cubicBezTo>
                <a:cubicBezTo>
                  <a:pt x="132031" y="33403"/>
                  <a:pt x="131689" y="33424"/>
                  <a:pt x="131284" y="33424"/>
                </a:cubicBezTo>
                <a:cubicBezTo>
                  <a:pt x="130845" y="33424"/>
                  <a:pt x="130490" y="33403"/>
                  <a:pt x="130220" y="33361"/>
                </a:cubicBezTo>
                <a:cubicBezTo>
                  <a:pt x="129950" y="33319"/>
                  <a:pt x="129731" y="33268"/>
                  <a:pt x="129562" y="33209"/>
                </a:cubicBezTo>
                <a:cubicBezTo>
                  <a:pt x="129393" y="33150"/>
                  <a:pt x="129275" y="33070"/>
                  <a:pt x="129207" y="32969"/>
                </a:cubicBezTo>
                <a:cubicBezTo>
                  <a:pt x="129140" y="32867"/>
                  <a:pt x="129106" y="32749"/>
                  <a:pt x="129106" y="32614"/>
                </a:cubicBezTo>
                <a:lnTo>
                  <a:pt x="129106" y="18080"/>
                </a:lnTo>
                <a:lnTo>
                  <a:pt x="114192" y="18080"/>
                </a:lnTo>
                <a:lnTo>
                  <a:pt x="114192" y="32614"/>
                </a:lnTo>
                <a:cubicBezTo>
                  <a:pt x="114192" y="32749"/>
                  <a:pt x="114158" y="32867"/>
                  <a:pt x="114090" y="32969"/>
                </a:cubicBezTo>
                <a:cubicBezTo>
                  <a:pt x="114023" y="33070"/>
                  <a:pt x="113905" y="33150"/>
                  <a:pt x="113736" y="33209"/>
                </a:cubicBezTo>
                <a:cubicBezTo>
                  <a:pt x="113567" y="33268"/>
                  <a:pt x="113343" y="33319"/>
                  <a:pt x="113065" y="33361"/>
                </a:cubicBezTo>
                <a:cubicBezTo>
                  <a:pt x="112786" y="33403"/>
                  <a:pt x="112436" y="33424"/>
                  <a:pt x="112014" y="33424"/>
                </a:cubicBezTo>
                <a:cubicBezTo>
                  <a:pt x="111609" y="33424"/>
                  <a:pt x="111263" y="33403"/>
                  <a:pt x="110976" y="33361"/>
                </a:cubicBezTo>
                <a:cubicBezTo>
                  <a:pt x="110689" y="33319"/>
                  <a:pt x="110461" y="33268"/>
                  <a:pt x="110292" y="33209"/>
                </a:cubicBezTo>
                <a:cubicBezTo>
                  <a:pt x="110123" y="33150"/>
                  <a:pt x="110005" y="33070"/>
                  <a:pt x="109938" y="32969"/>
                </a:cubicBezTo>
                <a:cubicBezTo>
                  <a:pt x="109870" y="32867"/>
                  <a:pt x="109836" y="32749"/>
                  <a:pt x="109836" y="32614"/>
                </a:cubicBezTo>
                <a:lnTo>
                  <a:pt x="109836" y="1165"/>
                </a:lnTo>
                <a:cubicBezTo>
                  <a:pt x="109836" y="1030"/>
                  <a:pt x="109870" y="912"/>
                  <a:pt x="109938" y="810"/>
                </a:cubicBezTo>
                <a:cubicBezTo>
                  <a:pt x="110005" y="709"/>
                  <a:pt x="110123" y="629"/>
                  <a:pt x="110292" y="570"/>
                </a:cubicBezTo>
                <a:cubicBezTo>
                  <a:pt x="110461" y="511"/>
                  <a:pt x="110689" y="460"/>
                  <a:pt x="110976" y="418"/>
                </a:cubicBezTo>
                <a:cubicBezTo>
                  <a:pt x="111263" y="376"/>
                  <a:pt x="111609" y="355"/>
                  <a:pt x="112014" y="355"/>
                </a:cubicBezTo>
                <a:cubicBezTo>
                  <a:pt x="112436" y="355"/>
                  <a:pt x="112786" y="376"/>
                  <a:pt x="113065" y="418"/>
                </a:cubicBezTo>
                <a:cubicBezTo>
                  <a:pt x="113343" y="460"/>
                  <a:pt x="113567" y="511"/>
                  <a:pt x="113736" y="570"/>
                </a:cubicBezTo>
                <a:cubicBezTo>
                  <a:pt x="113905" y="629"/>
                  <a:pt x="114023" y="709"/>
                  <a:pt x="114090" y="810"/>
                </a:cubicBezTo>
                <a:cubicBezTo>
                  <a:pt x="114158" y="912"/>
                  <a:pt x="114192" y="1030"/>
                  <a:pt x="114192" y="1165"/>
                </a:cubicBezTo>
                <a:lnTo>
                  <a:pt x="114192" y="14281"/>
                </a:lnTo>
                <a:lnTo>
                  <a:pt x="129106" y="14281"/>
                </a:lnTo>
                <a:lnTo>
                  <a:pt x="129106" y="1165"/>
                </a:lnTo>
                <a:cubicBezTo>
                  <a:pt x="129106" y="1030"/>
                  <a:pt x="129140" y="912"/>
                  <a:pt x="129207" y="810"/>
                </a:cubicBezTo>
                <a:cubicBezTo>
                  <a:pt x="129275" y="709"/>
                  <a:pt x="129393" y="629"/>
                  <a:pt x="129562" y="570"/>
                </a:cubicBezTo>
                <a:cubicBezTo>
                  <a:pt x="129731" y="511"/>
                  <a:pt x="129950" y="460"/>
                  <a:pt x="130220" y="418"/>
                </a:cubicBezTo>
                <a:cubicBezTo>
                  <a:pt x="130490" y="376"/>
                  <a:pt x="130845" y="355"/>
                  <a:pt x="131284" y="355"/>
                </a:cubicBezTo>
                <a:cubicBezTo>
                  <a:pt x="131689" y="355"/>
                  <a:pt x="132031" y="376"/>
                  <a:pt x="132309" y="418"/>
                </a:cubicBezTo>
                <a:cubicBezTo>
                  <a:pt x="132588" y="460"/>
                  <a:pt x="132811" y="511"/>
                  <a:pt x="132980" y="570"/>
                </a:cubicBezTo>
                <a:cubicBezTo>
                  <a:pt x="133149" y="629"/>
                  <a:pt x="133267" y="709"/>
                  <a:pt x="133335" y="810"/>
                </a:cubicBezTo>
                <a:cubicBezTo>
                  <a:pt x="133402" y="912"/>
                  <a:pt x="133436" y="1030"/>
                  <a:pt x="133436" y="1165"/>
                </a:cubicBezTo>
                <a:lnTo>
                  <a:pt x="133436" y="32614"/>
                </a:lnTo>
                <a:close/>
                <a:moveTo>
                  <a:pt x="163562" y="40831"/>
                </a:moveTo>
                <a:cubicBezTo>
                  <a:pt x="163562" y="41426"/>
                  <a:pt x="163495" y="41860"/>
                  <a:pt x="163360" y="42132"/>
                </a:cubicBezTo>
                <a:cubicBezTo>
                  <a:pt x="163225" y="42404"/>
                  <a:pt x="163014" y="42540"/>
                  <a:pt x="162727" y="42540"/>
                </a:cubicBezTo>
                <a:lnTo>
                  <a:pt x="138342" y="42540"/>
                </a:lnTo>
                <a:cubicBezTo>
                  <a:pt x="138055" y="42540"/>
                  <a:pt x="137836" y="42412"/>
                  <a:pt x="137684" y="42157"/>
                </a:cubicBezTo>
                <a:cubicBezTo>
                  <a:pt x="137532" y="41902"/>
                  <a:pt x="137456" y="41477"/>
                  <a:pt x="137456" y="40882"/>
                </a:cubicBezTo>
                <a:cubicBezTo>
                  <a:pt x="137456" y="40303"/>
                  <a:pt x="137532" y="39870"/>
                  <a:pt x="137684" y="39581"/>
                </a:cubicBezTo>
                <a:cubicBezTo>
                  <a:pt x="137836" y="39292"/>
                  <a:pt x="138055" y="39147"/>
                  <a:pt x="138342" y="39147"/>
                </a:cubicBezTo>
                <a:lnTo>
                  <a:pt x="162727" y="39147"/>
                </a:lnTo>
                <a:cubicBezTo>
                  <a:pt x="162997" y="39147"/>
                  <a:pt x="163204" y="39283"/>
                  <a:pt x="163347" y="39555"/>
                </a:cubicBezTo>
                <a:cubicBezTo>
                  <a:pt x="163491" y="39828"/>
                  <a:pt x="163562" y="40253"/>
                  <a:pt x="163562" y="40831"/>
                </a:cubicBezTo>
                <a:close/>
                <a:moveTo>
                  <a:pt x="186932" y="31551"/>
                </a:moveTo>
                <a:cubicBezTo>
                  <a:pt x="186932" y="31871"/>
                  <a:pt x="186906" y="32141"/>
                  <a:pt x="186856" y="32361"/>
                </a:cubicBezTo>
                <a:cubicBezTo>
                  <a:pt x="186805" y="32580"/>
                  <a:pt x="186738" y="32758"/>
                  <a:pt x="186653" y="32893"/>
                </a:cubicBezTo>
                <a:cubicBezTo>
                  <a:pt x="186569" y="33028"/>
                  <a:pt x="186472" y="33125"/>
                  <a:pt x="186362" y="33184"/>
                </a:cubicBezTo>
                <a:cubicBezTo>
                  <a:pt x="186252" y="33243"/>
                  <a:pt x="186138" y="33272"/>
                  <a:pt x="186020" y="33272"/>
                </a:cubicBezTo>
                <a:lnTo>
                  <a:pt x="168903" y="33272"/>
                </a:lnTo>
                <a:cubicBezTo>
                  <a:pt x="168785" y="33272"/>
                  <a:pt x="168675" y="33243"/>
                  <a:pt x="168574" y="33184"/>
                </a:cubicBezTo>
                <a:cubicBezTo>
                  <a:pt x="168472" y="33125"/>
                  <a:pt x="168375" y="33028"/>
                  <a:pt x="168282" y="32893"/>
                </a:cubicBezTo>
                <a:cubicBezTo>
                  <a:pt x="168190" y="32758"/>
                  <a:pt x="168118" y="32580"/>
                  <a:pt x="168067" y="32361"/>
                </a:cubicBezTo>
                <a:cubicBezTo>
                  <a:pt x="168017" y="32141"/>
                  <a:pt x="167991" y="31871"/>
                  <a:pt x="167991" y="31551"/>
                </a:cubicBezTo>
                <a:cubicBezTo>
                  <a:pt x="167991" y="31247"/>
                  <a:pt x="168017" y="30985"/>
                  <a:pt x="168067" y="30766"/>
                </a:cubicBezTo>
                <a:cubicBezTo>
                  <a:pt x="168118" y="30546"/>
                  <a:pt x="168181" y="30365"/>
                  <a:pt x="168257" y="30221"/>
                </a:cubicBezTo>
                <a:cubicBezTo>
                  <a:pt x="168333" y="30078"/>
                  <a:pt x="168426" y="29968"/>
                  <a:pt x="168536" y="29892"/>
                </a:cubicBezTo>
                <a:cubicBezTo>
                  <a:pt x="168645" y="29816"/>
                  <a:pt x="168768" y="29778"/>
                  <a:pt x="168903" y="29778"/>
                </a:cubicBezTo>
                <a:lnTo>
                  <a:pt x="175740" y="29778"/>
                </a:lnTo>
                <a:lnTo>
                  <a:pt x="175740" y="4836"/>
                </a:lnTo>
                <a:lnTo>
                  <a:pt x="169409" y="8635"/>
                </a:lnTo>
                <a:cubicBezTo>
                  <a:pt x="169089" y="8803"/>
                  <a:pt x="168831" y="8905"/>
                  <a:pt x="168637" y="8938"/>
                </a:cubicBezTo>
                <a:cubicBezTo>
                  <a:pt x="168443" y="8972"/>
                  <a:pt x="168287" y="8934"/>
                  <a:pt x="168169" y="8825"/>
                </a:cubicBezTo>
                <a:cubicBezTo>
                  <a:pt x="168050" y="8715"/>
                  <a:pt x="167970" y="8533"/>
                  <a:pt x="167928" y="8279"/>
                </a:cubicBezTo>
                <a:cubicBezTo>
                  <a:pt x="167886" y="8025"/>
                  <a:pt x="167865" y="7703"/>
                  <a:pt x="167865" y="7314"/>
                </a:cubicBezTo>
                <a:cubicBezTo>
                  <a:pt x="167865" y="7026"/>
                  <a:pt x="167877" y="6780"/>
                  <a:pt x="167903" y="6577"/>
                </a:cubicBezTo>
                <a:cubicBezTo>
                  <a:pt x="167928" y="6374"/>
                  <a:pt x="167966" y="6205"/>
                  <a:pt x="168017" y="6069"/>
                </a:cubicBezTo>
                <a:cubicBezTo>
                  <a:pt x="168067" y="5934"/>
                  <a:pt x="168139" y="5815"/>
                  <a:pt x="168232" y="5714"/>
                </a:cubicBezTo>
                <a:cubicBezTo>
                  <a:pt x="168325" y="5612"/>
                  <a:pt x="168447" y="5511"/>
                  <a:pt x="168599" y="5409"/>
                </a:cubicBezTo>
                <a:lnTo>
                  <a:pt x="176145" y="558"/>
                </a:lnTo>
                <a:cubicBezTo>
                  <a:pt x="176212" y="507"/>
                  <a:pt x="176297" y="465"/>
                  <a:pt x="176398" y="431"/>
                </a:cubicBezTo>
                <a:cubicBezTo>
                  <a:pt x="176499" y="397"/>
                  <a:pt x="176626" y="363"/>
                  <a:pt x="176778" y="329"/>
                </a:cubicBezTo>
                <a:cubicBezTo>
                  <a:pt x="176930" y="295"/>
                  <a:pt x="177107" y="274"/>
                  <a:pt x="177310" y="266"/>
                </a:cubicBezTo>
                <a:cubicBezTo>
                  <a:pt x="177512" y="257"/>
                  <a:pt x="177765" y="253"/>
                  <a:pt x="178069" y="253"/>
                </a:cubicBezTo>
                <a:cubicBezTo>
                  <a:pt x="178474" y="253"/>
                  <a:pt x="178812" y="270"/>
                  <a:pt x="179082" y="304"/>
                </a:cubicBezTo>
                <a:cubicBezTo>
                  <a:pt x="179352" y="338"/>
                  <a:pt x="179563" y="384"/>
                  <a:pt x="179715" y="443"/>
                </a:cubicBezTo>
                <a:cubicBezTo>
                  <a:pt x="179867" y="502"/>
                  <a:pt x="179968" y="578"/>
                  <a:pt x="180019" y="672"/>
                </a:cubicBezTo>
                <a:cubicBezTo>
                  <a:pt x="180070" y="765"/>
                  <a:pt x="180095" y="862"/>
                  <a:pt x="180095" y="963"/>
                </a:cubicBezTo>
                <a:lnTo>
                  <a:pt x="180095" y="29778"/>
                </a:lnTo>
                <a:lnTo>
                  <a:pt x="186020" y="29778"/>
                </a:lnTo>
                <a:cubicBezTo>
                  <a:pt x="186155" y="29778"/>
                  <a:pt x="186282" y="29816"/>
                  <a:pt x="186400" y="29892"/>
                </a:cubicBezTo>
                <a:cubicBezTo>
                  <a:pt x="186518" y="29968"/>
                  <a:pt x="186615" y="30078"/>
                  <a:pt x="186691" y="30221"/>
                </a:cubicBezTo>
                <a:cubicBezTo>
                  <a:pt x="186767" y="30365"/>
                  <a:pt x="186826" y="30546"/>
                  <a:pt x="186868" y="30766"/>
                </a:cubicBezTo>
                <a:cubicBezTo>
                  <a:pt x="186911" y="30985"/>
                  <a:pt x="186932" y="31247"/>
                  <a:pt x="186932" y="31551"/>
                </a:cubicBezTo>
                <a:close/>
                <a:moveTo>
                  <a:pt x="213978" y="16813"/>
                </a:moveTo>
                <a:cubicBezTo>
                  <a:pt x="213978" y="19332"/>
                  <a:pt x="213779" y="21632"/>
                  <a:pt x="213383" y="23711"/>
                </a:cubicBezTo>
                <a:cubicBezTo>
                  <a:pt x="212986" y="25791"/>
                  <a:pt x="212328" y="27579"/>
                  <a:pt x="211408" y="29075"/>
                </a:cubicBezTo>
                <a:cubicBezTo>
                  <a:pt x="210487" y="30571"/>
                  <a:pt x="209285" y="31729"/>
                  <a:pt x="207799" y="32549"/>
                </a:cubicBezTo>
                <a:cubicBezTo>
                  <a:pt x="206314" y="33369"/>
                  <a:pt x="204482" y="33779"/>
                  <a:pt x="202304" y="33779"/>
                </a:cubicBezTo>
                <a:cubicBezTo>
                  <a:pt x="200245" y="33779"/>
                  <a:pt x="198510" y="33411"/>
                  <a:pt x="197101" y="32676"/>
                </a:cubicBezTo>
                <a:cubicBezTo>
                  <a:pt x="195691" y="31940"/>
                  <a:pt x="194556" y="30858"/>
                  <a:pt x="193695" y="29430"/>
                </a:cubicBezTo>
                <a:cubicBezTo>
                  <a:pt x="192834" y="28001"/>
                  <a:pt x="192222" y="26243"/>
                  <a:pt x="191859" y="24155"/>
                </a:cubicBezTo>
                <a:cubicBezTo>
                  <a:pt x="191496" y="22067"/>
                  <a:pt x="191315" y="19671"/>
                  <a:pt x="191315" y="16965"/>
                </a:cubicBezTo>
                <a:cubicBezTo>
                  <a:pt x="191315" y="14463"/>
                  <a:pt x="191517" y="12168"/>
                  <a:pt x="191923" y="10080"/>
                </a:cubicBezTo>
                <a:cubicBezTo>
                  <a:pt x="192328" y="7992"/>
                  <a:pt x="192986" y="6200"/>
                  <a:pt x="193898" y="4704"/>
                </a:cubicBezTo>
                <a:cubicBezTo>
                  <a:pt x="194809" y="3208"/>
                  <a:pt x="196008" y="2050"/>
                  <a:pt x="197493" y="1230"/>
                </a:cubicBezTo>
                <a:cubicBezTo>
                  <a:pt x="198979" y="410"/>
                  <a:pt x="200802" y="0"/>
                  <a:pt x="202963" y="0"/>
                </a:cubicBezTo>
                <a:cubicBezTo>
                  <a:pt x="205039" y="0"/>
                  <a:pt x="206782" y="368"/>
                  <a:pt x="208192" y="1103"/>
                </a:cubicBezTo>
                <a:cubicBezTo>
                  <a:pt x="209601" y="1838"/>
                  <a:pt x="210736" y="2920"/>
                  <a:pt x="211597" y="4349"/>
                </a:cubicBezTo>
                <a:cubicBezTo>
                  <a:pt x="212458" y="5778"/>
                  <a:pt x="213070" y="7536"/>
                  <a:pt x="213433" y="9624"/>
                </a:cubicBezTo>
                <a:cubicBezTo>
                  <a:pt x="213796" y="11712"/>
                  <a:pt x="213978" y="14108"/>
                  <a:pt x="213978" y="16813"/>
                </a:cubicBezTo>
                <a:moveTo>
                  <a:pt x="209521" y="17118"/>
                </a:moveTo>
                <a:cubicBezTo>
                  <a:pt x="209521" y="15478"/>
                  <a:pt x="209462" y="14006"/>
                  <a:pt x="209344" y="12703"/>
                </a:cubicBezTo>
                <a:cubicBezTo>
                  <a:pt x="209226" y="11401"/>
                  <a:pt x="209053" y="10251"/>
                  <a:pt x="208825" y="9253"/>
                </a:cubicBezTo>
                <a:cubicBezTo>
                  <a:pt x="208597" y="8255"/>
                  <a:pt x="208301" y="7397"/>
                  <a:pt x="207938" y="6679"/>
                </a:cubicBezTo>
                <a:cubicBezTo>
                  <a:pt x="207576" y="5960"/>
                  <a:pt x="207141" y="5368"/>
                  <a:pt x="206634" y="4903"/>
                </a:cubicBezTo>
                <a:cubicBezTo>
                  <a:pt x="206128" y="4438"/>
                  <a:pt x="205550" y="4099"/>
                  <a:pt x="204900" y="3888"/>
                </a:cubicBezTo>
                <a:cubicBezTo>
                  <a:pt x="204250" y="3676"/>
                  <a:pt x="203520" y="3570"/>
                  <a:pt x="202710" y="3570"/>
                </a:cubicBezTo>
                <a:cubicBezTo>
                  <a:pt x="201275" y="3570"/>
                  <a:pt x="200110" y="3909"/>
                  <a:pt x="199215" y="4586"/>
                </a:cubicBezTo>
                <a:cubicBezTo>
                  <a:pt x="198320" y="5262"/>
                  <a:pt x="197616" y="6192"/>
                  <a:pt x="197101" y="7376"/>
                </a:cubicBezTo>
                <a:cubicBezTo>
                  <a:pt x="196586" y="8559"/>
                  <a:pt x="196236" y="9946"/>
                  <a:pt x="196050" y="11536"/>
                </a:cubicBezTo>
                <a:cubicBezTo>
                  <a:pt x="195864" y="13126"/>
                  <a:pt x="195771" y="14834"/>
                  <a:pt x="195771" y="16661"/>
                </a:cubicBezTo>
                <a:cubicBezTo>
                  <a:pt x="195771" y="19113"/>
                  <a:pt x="195898" y="21198"/>
                  <a:pt x="196151" y="22915"/>
                </a:cubicBezTo>
                <a:cubicBezTo>
                  <a:pt x="196405" y="24632"/>
                  <a:pt x="196805" y="26031"/>
                  <a:pt x="197354" y="27114"/>
                </a:cubicBezTo>
                <a:cubicBezTo>
                  <a:pt x="197903" y="28196"/>
                  <a:pt x="198603" y="28982"/>
                  <a:pt x="199456" y="29473"/>
                </a:cubicBezTo>
                <a:cubicBezTo>
                  <a:pt x="200308" y="29963"/>
                  <a:pt x="201342" y="30209"/>
                  <a:pt x="202558" y="30209"/>
                </a:cubicBezTo>
                <a:cubicBezTo>
                  <a:pt x="203503" y="30209"/>
                  <a:pt x="204334" y="30056"/>
                  <a:pt x="205052" y="29752"/>
                </a:cubicBezTo>
                <a:cubicBezTo>
                  <a:pt x="205769" y="29448"/>
                  <a:pt x="206385" y="29012"/>
                  <a:pt x="206900" y="28446"/>
                </a:cubicBezTo>
                <a:cubicBezTo>
                  <a:pt x="207415" y="27879"/>
                  <a:pt x="207841" y="27198"/>
                  <a:pt x="208179" y="26403"/>
                </a:cubicBezTo>
                <a:cubicBezTo>
                  <a:pt x="208517" y="25608"/>
                  <a:pt x="208787" y="24729"/>
                  <a:pt x="208989" y="23765"/>
                </a:cubicBezTo>
                <a:cubicBezTo>
                  <a:pt x="209192" y="22801"/>
                  <a:pt x="209331" y="21756"/>
                  <a:pt x="209407" y="20632"/>
                </a:cubicBezTo>
                <a:cubicBezTo>
                  <a:pt x="209483" y="19507"/>
                  <a:pt x="209521" y="18336"/>
                  <a:pt x="209521" y="171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A25D08-F0C6-45F2-873D-931EF4EC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92" y="9644901"/>
            <a:ext cx="367504" cy="77788"/>
          </a:xfrm>
          <a:custGeom xmlns:a="http://schemas.openxmlformats.org/drawingml/2006/main">
            <a:pathLst>
              <a:path w="367504" h="77788">
                <a:moveTo>
                  <a:pt x="0" y="12965"/>
                </a:moveTo>
                <a:cubicBezTo>
                  <a:pt x="0" y="5791"/>
                  <a:pt x="5791" y="0"/>
                  <a:pt x="12965" y="0"/>
                </a:cubicBezTo>
                <a:lnTo>
                  <a:pt x="354539" y="0"/>
                </a:lnTo>
                <a:cubicBezTo>
                  <a:pt x="361713" y="0"/>
                  <a:pt x="367504" y="5791"/>
                  <a:pt x="367504" y="12965"/>
                </a:cubicBezTo>
                <a:lnTo>
                  <a:pt x="367504" y="64823"/>
                </a:lnTo>
                <a:cubicBezTo>
                  <a:pt x="367504" y="71997"/>
                  <a:pt x="361713" y="77788"/>
                  <a:pt x="354539" y="77788"/>
                </a:cubicBezTo>
                <a:lnTo>
                  <a:pt x="12965" y="77788"/>
                </a:lnTo>
                <a:cubicBezTo>
                  <a:pt x="5791" y="77788"/>
                  <a:pt x="0" y="71997"/>
                  <a:pt x="0" y="64823"/>
                </a:cubicBezTo>
                <a:lnTo>
                  <a:pt x="0" y="12965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Text PATCH_11">
            <a:extLst xmlns:a="http://schemas.openxmlformats.org/drawingml/2006/main">
              <a:ext uri="{FF2B5EF4-FFF2-40B4-BE49-F238E27FC236}">
                <a16:creationId xmlns:a16="http://schemas.microsoft.com/office/drawing/2014/main" id="{AB6B9AEA-01E6-4649-9F54-B622A8BE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19" y="9669033"/>
            <a:ext cx="212965" cy="42439"/>
          </a:xfrm>
          <a:custGeom xmlns:a="http://schemas.openxmlformats.org/drawingml/2006/main">
            <a:pathLst>
              <a:path w="212965" h="42439">
                <a:moveTo>
                  <a:pt x="20131" y="10002"/>
                </a:moveTo>
                <a:cubicBezTo>
                  <a:pt x="20131" y="11639"/>
                  <a:pt x="19861" y="13117"/>
                  <a:pt x="19320" y="14433"/>
                </a:cubicBezTo>
                <a:cubicBezTo>
                  <a:pt x="18780" y="15750"/>
                  <a:pt x="18008" y="16873"/>
                  <a:pt x="17003" y="17801"/>
                </a:cubicBezTo>
                <a:cubicBezTo>
                  <a:pt x="15999" y="18729"/>
                  <a:pt x="14767" y="19447"/>
                  <a:pt x="13306" y="19953"/>
                </a:cubicBezTo>
                <a:cubicBezTo>
                  <a:pt x="11846" y="20460"/>
                  <a:pt x="10103" y="20713"/>
                  <a:pt x="8078" y="20713"/>
                </a:cubicBezTo>
                <a:lnTo>
                  <a:pt x="4355" y="20713"/>
                </a:lnTo>
                <a:lnTo>
                  <a:pt x="4355" y="32513"/>
                </a:lnTo>
                <a:cubicBezTo>
                  <a:pt x="4355" y="32648"/>
                  <a:pt x="4317" y="32766"/>
                  <a:pt x="4241" y="32867"/>
                </a:cubicBezTo>
                <a:cubicBezTo>
                  <a:pt x="4165" y="32969"/>
                  <a:pt x="4047" y="33049"/>
                  <a:pt x="3887" y="33108"/>
                </a:cubicBezTo>
                <a:cubicBezTo>
                  <a:pt x="3726" y="33167"/>
                  <a:pt x="3507" y="33218"/>
                  <a:pt x="3228" y="33260"/>
                </a:cubicBezTo>
                <a:cubicBezTo>
                  <a:pt x="2950" y="33302"/>
                  <a:pt x="2600" y="33323"/>
                  <a:pt x="2178" y="33323"/>
                </a:cubicBezTo>
                <a:cubicBezTo>
                  <a:pt x="1756" y="33323"/>
                  <a:pt x="1405" y="33302"/>
                  <a:pt x="1127" y="33260"/>
                </a:cubicBezTo>
                <a:cubicBezTo>
                  <a:pt x="848" y="33218"/>
                  <a:pt x="625" y="33167"/>
                  <a:pt x="456" y="33108"/>
                </a:cubicBezTo>
                <a:cubicBezTo>
                  <a:pt x="287" y="33049"/>
                  <a:pt x="169" y="32969"/>
                  <a:pt x="101" y="32867"/>
                </a:cubicBezTo>
                <a:cubicBezTo>
                  <a:pt x="34" y="32766"/>
                  <a:pt x="0" y="32648"/>
                  <a:pt x="0" y="32513"/>
                </a:cubicBezTo>
                <a:lnTo>
                  <a:pt x="0" y="2279"/>
                </a:lnTo>
                <a:cubicBezTo>
                  <a:pt x="0" y="1604"/>
                  <a:pt x="177" y="1123"/>
                  <a:pt x="532" y="836"/>
                </a:cubicBezTo>
                <a:cubicBezTo>
                  <a:pt x="886" y="549"/>
                  <a:pt x="1283" y="405"/>
                  <a:pt x="1722" y="405"/>
                </a:cubicBezTo>
                <a:lnTo>
                  <a:pt x="8736" y="405"/>
                </a:lnTo>
                <a:cubicBezTo>
                  <a:pt x="9445" y="405"/>
                  <a:pt x="10124" y="435"/>
                  <a:pt x="10774" y="494"/>
                </a:cubicBezTo>
                <a:cubicBezTo>
                  <a:pt x="11424" y="553"/>
                  <a:pt x="12192" y="679"/>
                  <a:pt x="13079" y="874"/>
                </a:cubicBezTo>
                <a:cubicBezTo>
                  <a:pt x="13965" y="1068"/>
                  <a:pt x="14868" y="1431"/>
                  <a:pt x="15788" y="1962"/>
                </a:cubicBezTo>
                <a:cubicBezTo>
                  <a:pt x="16708" y="2494"/>
                  <a:pt x="17489" y="3148"/>
                  <a:pt x="18130" y="3925"/>
                </a:cubicBezTo>
                <a:cubicBezTo>
                  <a:pt x="18772" y="4701"/>
                  <a:pt x="19265" y="5600"/>
                  <a:pt x="19612" y="6622"/>
                </a:cubicBezTo>
                <a:cubicBezTo>
                  <a:pt x="19958" y="7643"/>
                  <a:pt x="20131" y="8770"/>
                  <a:pt x="20131" y="10002"/>
                </a:cubicBezTo>
                <a:moveTo>
                  <a:pt x="15547" y="10357"/>
                </a:moveTo>
                <a:cubicBezTo>
                  <a:pt x="15547" y="9023"/>
                  <a:pt x="15298" y="7909"/>
                  <a:pt x="14800" y="7014"/>
                </a:cubicBezTo>
                <a:cubicBezTo>
                  <a:pt x="14302" y="6119"/>
                  <a:pt x="13686" y="5453"/>
                  <a:pt x="12952" y="5014"/>
                </a:cubicBezTo>
                <a:cubicBezTo>
                  <a:pt x="12218" y="4575"/>
                  <a:pt x="11458" y="4296"/>
                  <a:pt x="10673" y="4178"/>
                </a:cubicBezTo>
                <a:cubicBezTo>
                  <a:pt x="9888" y="4060"/>
                  <a:pt x="9124" y="4001"/>
                  <a:pt x="8381" y="4001"/>
                </a:cubicBezTo>
                <a:lnTo>
                  <a:pt x="4355" y="4001"/>
                </a:lnTo>
                <a:lnTo>
                  <a:pt x="4355" y="17143"/>
                </a:lnTo>
                <a:lnTo>
                  <a:pt x="8280" y="17143"/>
                </a:lnTo>
                <a:cubicBezTo>
                  <a:pt x="9597" y="17143"/>
                  <a:pt x="10690" y="16974"/>
                  <a:pt x="11559" y="16636"/>
                </a:cubicBezTo>
                <a:cubicBezTo>
                  <a:pt x="12429" y="16299"/>
                  <a:pt x="13159" y="15830"/>
                  <a:pt x="13750" y="15231"/>
                </a:cubicBezTo>
                <a:cubicBezTo>
                  <a:pt x="14340" y="14632"/>
                  <a:pt x="14788" y="13914"/>
                  <a:pt x="15092" y="13079"/>
                </a:cubicBezTo>
                <a:cubicBezTo>
                  <a:pt x="15395" y="12243"/>
                  <a:pt x="15547" y="11336"/>
                  <a:pt x="15547" y="10357"/>
                </a:cubicBezTo>
                <a:close/>
                <a:moveTo>
                  <a:pt x="51347" y="31627"/>
                </a:moveTo>
                <a:cubicBezTo>
                  <a:pt x="51482" y="31998"/>
                  <a:pt x="51554" y="32298"/>
                  <a:pt x="51563" y="32525"/>
                </a:cubicBezTo>
                <a:cubicBezTo>
                  <a:pt x="51571" y="32753"/>
                  <a:pt x="51508" y="32926"/>
                  <a:pt x="51373" y="33045"/>
                </a:cubicBezTo>
                <a:cubicBezTo>
                  <a:pt x="51238" y="33163"/>
                  <a:pt x="51014" y="33239"/>
                  <a:pt x="50702" y="33272"/>
                </a:cubicBezTo>
                <a:cubicBezTo>
                  <a:pt x="50389" y="33306"/>
                  <a:pt x="49972" y="33323"/>
                  <a:pt x="49448" y="33323"/>
                </a:cubicBezTo>
                <a:cubicBezTo>
                  <a:pt x="48925" y="33323"/>
                  <a:pt x="48507" y="33310"/>
                  <a:pt x="48195" y="33285"/>
                </a:cubicBezTo>
                <a:cubicBezTo>
                  <a:pt x="47883" y="33260"/>
                  <a:pt x="47646" y="33218"/>
                  <a:pt x="47486" y="33159"/>
                </a:cubicBezTo>
                <a:cubicBezTo>
                  <a:pt x="47325" y="33099"/>
                  <a:pt x="47207" y="33019"/>
                  <a:pt x="47131" y="32918"/>
                </a:cubicBezTo>
                <a:cubicBezTo>
                  <a:pt x="47055" y="32817"/>
                  <a:pt x="46984" y="32690"/>
                  <a:pt x="46916" y="32538"/>
                </a:cubicBezTo>
                <a:lnTo>
                  <a:pt x="44105" y="24562"/>
                </a:lnTo>
                <a:lnTo>
                  <a:pt x="30482" y="24562"/>
                </a:lnTo>
                <a:lnTo>
                  <a:pt x="27798" y="32437"/>
                </a:lnTo>
                <a:cubicBezTo>
                  <a:pt x="27748" y="32589"/>
                  <a:pt x="27680" y="32720"/>
                  <a:pt x="27596" y="32829"/>
                </a:cubicBezTo>
                <a:cubicBezTo>
                  <a:pt x="27511" y="32939"/>
                  <a:pt x="27389" y="33032"/>
                  <a:pt x="27229" y="33108"/>
                </a:cubicBezTo>
                <a:cubicBezTo>
                  <a:pt x="27068" y="33184"/>
                  <a:pt x="26840" y="33239"/>
                  <a:pt x="26545" y="33272"/>
                </a:cubicBezTo>
                <a:cubicBezTo>
                  <a:pt x="26250" y="33306"/>
                  <a:pt x="25865" y="33323"/>
                  <a:pt x="25393" y="33323"/>
                </a:cubicBezTo>
                <a:cubicBezTo>
                  <a:pt x="24903" y="33323"/>
                  <a:pt x="24502" y="33302"/>
                  <a:pt x="24190" y="33260"/>
                </a:cubicBezTo>
                <a:cubicBezTo>
                  <a:pt x="23878" y="33218"/>
                  <a:pt x="23658" y="33137"/>
                  <a:pt x="23532" y="33019"/>
                </a:cubicBezTo>
                <a:cubicBezTo>
                  <a:pt x="23405" y="32901"/>
                  <a:pt x="23346" y="32728"/>
                  <a:pt x="23354" y="32500"/>
                </a:cubicBezTo>
                <a:cubicBezTo>
                  <a:pt x="23363" y="32272"/>
                  <a:pt x="23435" y="31973"/>
                  <a:pt x="23570" y="31601"/>
                </a:cubicBezTo>
                <a:lnTo>
                  <a:pt x="34559" y="1165"/>
                </a:lnTo>
                <a:cubicBezTo>
                  <a:pt x="34627" y="979"/>
                  <a:pt x="34715" y="827"/>
                  <a:pt x="34825" y="709"/>
                </a:cubicBezTo>
                <a:cubicBezTo>
                  <a:pt x="34935" y="591"/>
                  <a:pt x="35095" y="498"/>
                  <a:pt x="35306" y="430"/>
                </a:cubicBezTo>
                <a:cubicBezTo>
                  <a:pt x="35517" y="363"/>
                  <a:pt x="35787" y="317"/>
                  <a:pt x="36116" y="291"/>
                </a:cubicBezTo>
                <a:cubicBezTo>
                  <a:pt x="36446" y="266"/>
                  <a:pt x="36863" y="253"/>
                  <a:pt x="37370" y="253"/>
                </a:cubicBezTo>
                <a:cubicBezTo>
                  <a:pt x="37910" y="253"/>
                  <a:pt x="38357" y="266"/>
                  <a:pt x="38712" y="291"/>
                </a:cubicBezTo>
                <a:cubicBezTo>
                  <a:pt x="39066" y="317"/>
                  <a:pt x="39353" y="363"/>
                  <a:pt x="39573" y="430"/>
                </a:cubicBezTo>
                <a:cubicBezTo>
                  <a:pt x="39792" y="498"/>
                  <a:pt x="39961" y="595"/>
                  <a:pt x="40079" y="722"/>
                </a:cubicBezTo>
                <a:cubicBezTo>
                  <a:pt x="40197" y="848"/>
                  <a:pt x="40290" y="1004"/>
                  <a:pt x="40358" y="1190"/>
                </a:cubicBezTo>
                <a:lnTo>
                  <a:pt x="51347" y="31627"/>
                </a:lnTo>
                <a:moveTo>
                  <a:pt x="37243" y="4760"/>
                </a:moveTo>
                <a:lnTo>
                  <a:pt x="37218" y="4760"/>
                </a:lnTo>
                <a:lnTo>
                  <a:pt x="31571" y="21093"/>
                </a:lnTo>
                <a:lnTo>
                  <a:pt x="42966" y="21093"/>
                </a:lnTo>
                <a:lnTo>
                  <a:pt x="37243" y="4760"/>
                </a:lnTo>
                <a:close/>
                <a:moveTo>
                  <a:pt x="77528" y="2279"/>
                </a:moveTo>
                <a:cubicBezTo>
                  <a:pt x="77528" y="2600"/>
                  <a:pt x="77511" y="2878"/>
                  <a:pt x="77478" y="3115"/>
                </a:cubicBezTo>
                <a:cubicBezTo>
                  <a:pt x="77444" y="3351"/>
                  <a:pt x="77389" y="3541"/>
                  <a:pt x="77313" y="3684"/>
                </a:cubicBezTo>
                <a:cubicBezTo>
                  <a:pt x="77237" y="3828"/>
                  <a:pt x="77144" y="3933"/>
                  <a:pt x="77034" y="4001"/>
                </a:cubicBezTo>
                <a:cubicBezTo>
                  <a:pt x="76925" y="4068"/>
                  <a:pt x="76802" y="4102"/>
                  <a:pt x="76667" y="4102"/>
                </a:cubicBezTo>
                <a:lnTo>
                  <a:pt x="67450" y="4102"/>
                </a:lnTo>
                <a:lnTo>
                  <a:pt x="67450" y="32513"/>
                </a:lnTo>
                <a:cubicBezTo>
                  <a:pt x="67450" y="32648"/>
                  <a:pt x="67416" y="32766"/>
                  <a:pt x="67349" y="32867"/>
                </a:cubicBezTo>
                <a:cubicBezTo>
                  <a:pt x="67281" y="32969"/>
                  <a:pt x="67163" y="33049"/>
                  <a:pt x="66994" y="33108"/>
                </a:cubicBezTo>
                <a:cubicBezTo>
                  <a:pt x="66826" y="33167"/>
                  <a:pt x="66602" y="33218"/>
                  <a:pt x="66323" y="33260"/>
                </a:cubicBezTo>
                <a:cubicBezTo>
                  <a:pt x="66045" y="33302"/>
                  <a:pt x="65695" y="33323"/>
                  <a:pt x="65273" y="33323"/>
                </a:cubicBezTo>
                <a:cubicBezTo>
                  <a:pt x="64867" y="33323"/>
                  <a:pt x="64521" y="33302"/>
                  <a:pt x="64234" y="33260"/>
                </a:cubicBezTo>
                <a:cubicBezTo>
                  <a:pt x="63947" y="33218"/>
                  <a:pt x="63720" y="33167"/>
                  <a:pt x="63551" y="33108"/>
                </a:cubicBezTo>
                <a:cubicBezTo>
                  <a:pt x="63382" y="33049"/>
                  <a:pt x="63264" y="32969"/>
                  <a:pt x="63196" y="32867"/>
                </a:cubicBezTo>
                <a:cubicBezTo>
                  <a:pt x="63129" y="32766"/>
                  <a:pt x="63095" y="32648"/>
                  <a:pt x="63095" y="32513"/>
                </a:cubicBezTo>
                <a:lnTo>
                  <a:pt x="63095" y="4102"/>
                </a:lnTo>
                <a:lnTo>
                  <a:pt x="53878" y="4102"/>
                </a:lnTo>
                <a:cubicBezTo>
                  <a:pt x="53743" y="4102"/>
                  <a:pt x="53620" y="4068"/>
                  <a:pt x="53511" y="4001"/>
                </a:cubicBezTo>
                <a:cubicBezTo>
                  <a:pt x="53401" y="3933"/>
                  <a:pt x="53312" y="3828"/>
                  <a:pt x="53245" y="3684"/>
                </a:cubicBezTo>
                <a:cubicBezTo>
                  <a:pt x="53177" y="3541"/>
                  <a:pt x="53122" y="3351"/>
                  <a:pt x="53080" y="3115"/>
                </a:cubicBezTo>
                <a:cubicBezTo>
                  <a:pt x="53038" y="2878"/>
                  <a:pt x="53017" y="2600"/>
                  <a:pt x="53017" y="2279"/>
                </a:cubicBezTo>
                <a:cubicBezTo>
                  <a:pt x="53017" y="1958"/>
                  <a:pt x="53038" y="1675"/>
                  <a:pt x="53080" y="1431"/>
                </a:cubicBezTo>
                <a:cubicBezTo>
                  <a:pt x="53122" y="1186"/>
                  <a:pt x="53177" y="988"/>
                  <a:pt x="53245" y="836"/>
                </a:cubicBezTo>
                <a:cubicBezTo>
                  <a:pt x="53312" y="684"/>
                  <a:pt x="53401" y="574"/>
                  <a:pt x="53511" y="506"/>
                </a:cubicBezTo>
                <a:cubicBezTo>
                  <a:pt x="53620" y="439"/>
                  <a:pt x="53743" y="405"/>
                  <a:pt x="53878" y="405"/>
                </a:cubicBezTo>
                <a:lnTo>
                  <a:pt x="76667" y="405"/>
                </a:lnTo>
                <a:cubicBezTo>
                  <a:pt x="76802" y="405"/>
                  <a:pt x="76925" y="439"/>
                  <a:pt x="77034" y="506"/>
                </a:cubicBezTo>
                <a:cubicBezTo>
                  <a:pt x="77144" y="574"/>
                  <a:pt x="77237" y="684"/>
                  <a:pt x="77313" y="836"/>
                </a:cubicBezTo>
                <a:cubicBezTo>
                  <a:pt x="77389" y="988"/>
                  <a:pt x="77444" y="1186"/>
                  <a:pt x="77478" y="1431"/>
                </a:cubicBezTo>
                <a:cubicBezTo>
                  <a:pt x="77511" y="1675"/>
                  <a:pt x="77528" y="1958"/>
                  <a:pt x="77528" y="2279"/>
                </a:cubicBezTo>
                <a:close/>
                <a:moveTo>
                  <a:pt x="103762" y="28512"/>
                </a:moveTo>
                <a:cubicBezTo>
                  <a:pt x="103762" y="28782"/>
                  <a:pt x="103754" y="29018"/>
                  <a:pt x="103737" y="29221"/>
                </a:cubicBezTo>
                <a:cubicBezTo>
                  <a:pt x="103720" y="29424"/>
                  <a:pt x="103691" y="29601"/>
                  <a:pt x="103648" y="29753"/>
                </a:cubicBezTo>
                <a:cubicBezTo>
                  <a:pt x="103606" y="29905"/>
                  <a:pt x="103551" y="30040"/>
                  <a:pt x="103484" y="30158"/>
                </a:cubicBezTo>
                <a:cubicBezTo>
                  <a:pt x="103416" y="30276"/>
                  <a:pt x="103298" y="30420"/>
                  <a:pt x="103129" y="30591"/>
                </a:cubicBezTo>
                <a:cubicBezTo>
                  <a:pt x="102960" y="30761"/>
                  <a:pt x="102606" y="31020"/>
                  <a:pt x="102066" y="31369"/>
                </a:cubicBezTo>
                <a:cubicBezTo>
                  <a:pt x="101526" y="31717"/>
                  <a:pt x="100855" y="32058"/>
                  <a:pt x="100053" y="32389"/>
                </a:cubicBezTo>
                <a:cubicBezTo>
                  <a:pt x="99251" y="32721"/>
                  <a:pt x="98331" y="33002"/>
                  <a:pt x="97293" y="33231"/>
                </a:cubicBezTo>
                <a:cubicBezTo>
                  <a:pt x="96254" y="33461"/>
                  <a:pt x="95119" y="33576"/>
                  <a:pt x="93887" y="33576"/>
                </a:cubicBezTo>
                <a:cubicBezTo>
                  <a:pt x="91760" y="33576"/>
                  <a:pt x="89840" y="33222"/>
                  <a:pt x="88126" y="32513"/>
                </a:cubicBezTo>
                <a:cubicBezTo>
                  <a:pt x="86413" y="31804"/>
                  <a:pt x="84953" y="30757"/>
                  <a:pt x="83746" y="29373"/>
                </a:cubicBezTo>
                <a:cubicBezTo>
                  <a:pt x="82539" y="27989"/>
                  <a:pt x="81610" y="26280"/>
                  <a:pt x="80960" y="24245"/>
                </a:cubicBezTo>
                <a:cubicBezTo>
                  <a:pt x="80310" y="22211"/>
                  <a:pt x="79985" y="19869"/>
                  <a:pt x="79985" y="17219"/>
                </a:cubicBezTo>
                <a:cubicBezTo>
                  <a:pt x="79985" y="14501"/>
                  <a:pt x="80336" y="12078"/>
                  <a:pt x="81036" y="9951"/>
                </a:cubicBezTo>
                <a:cubicBezTo>
                  <a:pt x="81737" y="7824"/>
                  <a:pt x="82720" y="6022"/>
                  <a:pt x="83986" y="4545"/>
                </a:cubicBezTo>
                <a:cubicBezTo>
                  <a:pt x="85252" y="3068"/>
                  <a:pt x="86767" y="1941"/>
                  <a:pt x="88531" y="1165"/>
                </a:cubicBezTo>
                <a:cubicBezTo>
                  <a:pt x="90295" y="388"/>
                  <a:pt x="92249" y="0"/>
                  <a:pt x="94393" y="0"/>
                </a:cubicBezTo>
                <a:cubicBezTo>
                  <a:pt x="95339" y="0"/>
                  <a:pt x="96259" y="89"/>
                  <a:pt x="97153" y="268"/>
                </a:cubicBezTo>
                <a:cubicBezTo>
                  <a:pt x="98048" y="447"/>
                  <a:pt x="98875" y="673"/>
                  <a:pt x="99635" y="945"/>
                </a:cubicBezTo>
                <a:cubicBezTo>
                  <a:pt x="100395" y="1217"/>
                  <a:pt x="101070" y="1532"/>
                  <a:pt x="101661" y="1890"/>
                </a:cubicBezTo>
                <a:cubicBezTo>
                  <a:pt x="102251" y="2247"/>
                  <a:pt x="102661" y="2540"/>
                  <a:pt x="102889" y="2770"/>
                </a:cubicBezTo>
                <a:cubicBezTo>
                  <a:pt x="103117" y="3000"/>
                  <a:pt x="103264" y="3174"/>
                  <a:pt x="103332" y="3292"/>
                </a:cubicBezTo>
                <a:cubicBezTo>
                  <a:pt x="103399" y="3410"/>
                  <a:pt x="103454" y="3549"/>
                  <a:pt x="103496" y="3710"/>
                </a:cubicBezTo>
                <a:cubicBezTo>
                  <a:pt x="103539" y="3870"/>
                  <a:pt x="103572" y="4060"/>
                  <a:pt x="103598" y="4279"/>
                </a:cubicBezTo>
                <a:cubicBezTo>
                  <a:pt x="103623" y="4499"/>
                  <a:pt x="103636" y="4760"/>
                  <a:pt x="103636" y="5064"/>
                </a:cubicBezTo>
                <a:cubicBezTo>
                  <a:pt x="103636" y="5402"/>
                  <a:pt x="103619" y="5689"/>
                  <a:pt x="103585" y="5925"/>
                </a:cubicBezTo>
                <a:cubicBezTo>
                  <a:pt x="103551" y="6162"/>
                  <a:pt x="103501" y="6360"/>
                  <a:pt x="103433" y="6520"/>
                </a:cubicBezTo>
                <a:cubicBezTo>
                  <a:pt x="103366" y="6681"/>
                  <a:pt x="103285" y="6799"/>
                  <a:pt x="103193" y="6875"/>
                </a:cubicBezTo>
                <a:cubicBezTo>
                  <a:pt x="103100" y="6951"/>
                  <a:pt x="102986" y="6989"/>
                  <a:pt x="102851" y="6989"/>
                </a:cubicBezTo>
                <a:cubicBezTo>
                  <a:pt x="102614" y="6989"/>
                  <a:pt x="102285" y="6823"/>
                  <a:pt x="101863" y="6491"/>
                </a:cubicBezTo>
                <a:cubicBezTo>
                  <a:pt x="101441" y="6159"/>
                  <a:pt x="100897" y="5793"/>
                  <a:pt x="100230" y="5393"/>
                </a:cubicBezTo>
                <a:cubicBezTo>
                  <a:pt x="99563" y="4994"/>
                  <a:pt x="98753" y="4628"/>
                  <a:pt x="97799" y="4296"/>
                </a:cubicBezTo>
                <a:cubicBezTo>
                  <a:pt x="96845" y="3964"/>
                  <a:pt x="95702" y="3798"/>
                  <a:pt x="94368" y="3798"/>
                </a:cubicBezTo>
                <a:cubicBezTo>
                  <a:pt x="92916" y="3798"/>
                  <a:pt x="91595" y="4089"/>
                  <a:pt x="90405" y="4672"/>
                </a:cubicBezTo>
                <a:cubicBezTo>
                  <a:pt x="89215" y="5254"/>
                  <a:pt x="88198" y="6111"/>
                  <a:pt x="87354" y="7242"/>
                </a:cubicBezTo>
                <a:cubicBezTo>
                  <a:pt x="86510" y="8373"/>
                  <a:pt x="85856" y="9753"/>
                  <a:pt x="85392" y="11382"/>
                </a:cubicBezTo>
                <a:cubicBezTo>
                  <a:pt x="84927" y="13011"/>
                  <a:pt x="84695" y="14872"/>
                  <a:pt x="84695" y="16965"/>
                </a:cubicBezTo>
                <a:cubicBezTo>
                  <a:pt x="84695" y="19042"/>
                  <a:pt x="84919" y="20878"/>
                  <a:pt x="85366" y="22473"/>
                </a:cubicBezTo>
                <a:cubicBezTo>
                  <a:pt x="85814" y="24068"/>
                  <a:pt x="86455" y="25402"/>
                  <a:pt x="87291" y="26474"/>
                </a:cubicBezTo>
                <a:cubicBezTo>
                  <a:pt x="88126" y="27546"/>
                  <a:pt x="89152" y="28356"/>
                  <a:pt x="90367" y="28905"/>
                </a:cubicBezTo>
                <a:cubicBezTo>
                  <a:pt x="91583" y="29453"/>
                  <a:pt x="92958" y="29727"/>
                  <a:pt x="94495" y="29727"/>
                </a:cubicBezTo>
                <a:cubicBezTo>
                  <a:pt x="95794" y="29727"/>
                  <a:pt x="96930" y="29566"/>
                  <a:pt x="97900" y="29242"/>
                </a:cubicBezTo>
                <a:cubicBezTo>
                  <a:pt x="98871" y="28919"/>
                  <a:pt x="99698" y="28557"/>
                  <a:pt x="100382" y="28158"/>
                </a:cubicBezTo>
                <a:cubicBezTo>
                  <a:pt x="101066" y="27758"/>
                  <a:pt x="101627" y="27396"/>
                  <a:pt x="102066" y="27073"/>
                </a:cubicBezTo>
                <a:cubicBezTo>
                  <a:pt x="102505" y="26749"/>
                  <a:pt x="102851" y="26588"/>
                  <a:pt x="103104" y="26588"/>
                </a:cubicBezTo>
                <a:cubicBezTo>
                  <a:pt x="103222" y="26588"/>
                  <a:pt x="103323" y="26613"/>
                  <a:pt x="103408" y="26664"/>
                </a:cubicBezTo>
                <a:cubicBezTo>
                  <a:pt x="103492" y="26714"/>
                  <a:pt x="103560" y="26811"/>
                  <a:pt x="103610" y="26955"/>
                </a:cubicBezTo>
                <a:cubicBezTo>
                  <a:pt x="103661" y="27098"/>
                  <a:pt x="103699" y="27297"/>
                  <a:pt x="103724" y="27550"/>
                </a:cubicBezTo>
                <a:cubicBezTo>
                  <a:pt x="103750" y="27803"/>
                  <a:pt x="103762" y="28124"/>
                  <a:pt x="103762" y="28512"/>
                </a:cubicBezTo>
                <a:close/>
                <a:moveTo>
                  <a:pt x="133436" y="32513"/>
                </a:moveTo>
                <a:cubicBezTo>
                  <a:pt x="133436" y="32648"/>
                  <a:pt x="133402" y="32766"/>
                  <a:pt x="133335" y="32867"/>
                </a:cubicBezTo>
                <a:cubicBezTo>
                  <a:pt x="133267" y="32969"/>
                  <a:pt x="133149" y="33049"/>
                  <a:pt x="132980" y="33108"/>
                </a:cubicBezTo>
                <a:cubicBezTo>
                  <a:pt x="132811" y="33167"/>
                  <a:pt x="132588" y="33218"/>
                  <a:pt x="132309" y="33260"/>
                </a:cubicBezTo>
                <a:cubicBezTo>
                  <a:pt x="132031" y="33302"/>
                  <a:pt x="131689" y="33323"/>
                  <a:pt x="131284" y="33323"/>
                </a:cubicBezTo>
                <a:cubicBezTo>
                  <a:pt x="130845" y="33323"/>
                  <a:pt x="130490" y="33302"/>
                  <a:pt x="130220" y="33260"/>
                </a:cubicBezTo>
                <a:cubicBezTo>
                  <a:pt x="129950" y="33218"/>
                  <a:pt x="129731" y="33167"/>
                  <a:pt x="129562" y="33108"/>
                </a:cubicBezTo>
                <a:cubicBezTo>
                  <a:pt x="129393" y="33049"/>
                  <a:pt x="129275" y="32969"/>
                  <a:pt x="129207" y="32867"/>
                </a:cubicBezTo>
                <a:cubicBezTo>
                  <a:pt x="129140" y="32766"/>
                  <a:pt x="129106" y="32648"/>
                  <a:pt x="129106" y="32513"/>
                </a:cubicBezTo>
                <a:lnTo>
                  <a:pt x="129106" y="17978"/>
                </a:lnTo>
                <a:lnTo>
                  <a:pt x="114192" y="17978"/>
                </a:lnTo>
                <a:lnTo>
                  <a:pt x="114192" y="32513"/>
                </a:lnTo>
                <a:cubicBezTo>
                  <a:pt x="114192" y="32648"/>
                  <a:pt x="114158" y="32766"/>
                  <a:pt x="114090" y="32867"/>
                </a:cubicBezTo>
                <a:cubicBezTo>
                  <a:pt x="114023" y="32969"/>
                  <a:pt x="113905" y="33049"/>
                  <a:pt x="113736" y="33108"/>
                </a:cubicBezTo>
                <a:cubicBezTo>
                  <a:pt x="113567" y="33167"/>
                  <a:pt x="113343" y="33218"/>
                  <a:pt x="113065" y="33260"/>
                </a:cubicBezTo>
                <a:cubicBezTo>
                  <a:pt x="112786" y="33302"/>
                  <a:pt x="112436" y="33323"/>
                  <a:pt x="112014" y="33323"/>
                </a:cubicBezTo>
                <a:cubicBezTo>
                  <a:pt x="111609" y="33323"/>
                  <a:pt x="111263" y="33302"/>
                  <a:pt x="110976" y="33260"/>
                </a:cubicBezTo>
                <a:cubicBezTo>
                  <a:pt x="110689" y="33218"/>
                  <a:pt x="110461" y="33167"/>
                  <a:pt x="110292" y="33108"/>
                </a:cubicBezTo>
                <a:cubicBezTo>
                  <a:pt x="110123" y="33049"/>
                  <a:pt x="110005" y="32969"/>
                  <a:pt x="109938" y="32867"/>
                </a:cubicBezTo>
                <a:cubicBezTo>
                  <a:pt x="109870" y="32766"/>
                  <a:pt x="109836" y="32648"/>
                  <a:pt x="109836" y="32513"/>
                </a:cubicBezTo>
                <a:lnTo>
                  <a:pt x="109836" y="1064"/>
                </a:lnTo>
                <a:cubicBezTo>
                  <a:pt x="109836" y="928"/>
                  <a:pt x="109870" y="810"/>
                  <a:pt x="109938" y="709"/>
                </a:cubicBezTo>
                <a:cubicBezTo>
                  <a:pt x="110005" y="608"/>
                  <a:pt x="110123" y="528"/>
                  <a:pt x="110292" y="468"/>
                </a:cubicBezTo>
                <a:cubicBezTo>
                  <a:pt x="110461" y="409"/>
                  <a:pt x="110689" y="359"/>
                  <a:pt x="110976" y="317"/>
                </a:cubicBezTo>
                <a:cubicBezTo>
                  <a:pt x="111263" y="274"/>
                  <a:pt x="111609" y="253"/>
                  <a:pt x="112014" y="253"/>
                </a:cubicBezTo>
                <a:cubicBezTo>
                  <a:pt x="112436" y="253"/>
                  <a:pt x="112786" y="274"/>
                  <a:pt x="113065" y="317"/>
                </a:cubicBezTo>
                <a:cubicBezTo>
                  <a:pt x="113343" y="359"/>
                  <a:pt x="113567" y="409"/>
                  <a:pt x="113736" y="468"/>
                </a:cubicBezTo>
                <a:cubicBezTo>
                  <a:pt x="113905" y="528"/>
                  <a:pt x="114023" y="608"/>
                  <a:pt x="114090" y="709"/>
                </a:cubicBezTo>
                <a:cubicBezTo>
                  <a:pt x="114158" y="810"/>
                  <a:pt x="114192" y="928"/>
                  <a:pt x="114192" y="1064"/>
                </a:cubicBezTo>
                <a:lnTo>
                  <a:pt x="114192" y="14180"/>
                </a:lnTo>
                <a:lnTo>
                  <a:pt x="129106" y="14180"/>
                </a:lnTo>
                <a:lnTo>
                  <a:pt x="129106" y="1064"/>
                </a:lnTo>
                <a:cubicBezTo>
                  <a:pt x="129106" y="928"/>
                  <a:pt x="129140" y="810"/>
                  <a:pt x="129207" y="709"/>
                </a:cubicBezTo>
                <a:cubicBezTo>
                  <a:pt x="129275" y="608"/>
                  <a:pt x="129393" y="528"/>
                  <a:pt x="129562" y="468"/>
                </a:cubicBezTo>
                <a:cubicBezTo>
                  <a:pt x="129731" y="409"/>
                  <a:pt x="129950" y="359"/>
                  <a:pt x="130220" y="317"/>
                </a:cubicBezTo>
                <a:cubicBezTo>
                  <a:pt x="130490" y="274"/>
                  <a:pt x="130845" y="253"/>
                  <a:pt x="131284" y="253"/>
                </a:cubicBezTo>
                <a:cubicBezTo>
                  <a:pt x="131689" y="253"/>
                  <a:pt x="132031" y="274"/>
                  <a:pt x="132309" y="317"/>
                </a:cubicBezTo>
                <a:cubicBezTo>
                  <a:pt x="132588" y="359"/>
                  <a:pt x="132811" y="409"/>
                  <a:pt x="132980" y="468"/>
                </a:cubicBezTo>
                <a:cubicBezTo>
                  <a:pt x="133149" y="528"/>
                  <a:pt x="133267" y="608"/>
                  <a:pt x="133335" y="709"/>
                </a:cubicBezTo>
                <a:cubicBezTo>
                  <a:pt x="133402" y="810"/>
                  <a:pt x="133436" y="928"/>
                  <a:pt x="133436" y="1064"/>
                </a:cubicBezTo>
                <a:lnTo>
                  <a:pt x="133436" y="32513"/>
                </a:lnTo>
                <a:close/>
                <a:moveTo>
                  <a:pt x="163562" y="40730"/>
                </a:moveTo>
                <a:cubicBezTo>
                  <a:pt x="163562" y="41325"/>
                  <a:pt x="163495" y="41758"/>
                  <a:pt x="163360" y="42031"/>
                </a:cubicBezTo>
                <a:cubicBezTo>
                  <a:pt x="163225" y="42303"/>
                  <a:pt x="163014" y="42439"/>
                  <a:pt x="162727" y="42439"/>
                </a:cubicBezTo>
                <a:lnTo>
                  <a:pt x="138342" y="42439"/>
                </a:lnTo>
                <a:cubicBezTo>
                  <a:pt x="138055" y="42439"/>
                  <a:pt x="137836" y="42311"/>
                  <a:pt x="137684" y="42056"/>
                </a:cubicBezTo>
                <a:cubicBezTo>
                  <a:pt x="137532" y="41801"/>
                  <a:pt x="137456" y="41376"/>
                  <a:pt x="137456" y="40780"/>
                </a:cubicBezTo>
                <a:cubicBezTo>
                  <a:pt x="137456" y="40202"/>
                  <a:pt x="137532" y="39769"/>
                  <a:pt x="137684" y="39479"/>
                </a:cubicBezTo>
                <a:cubicBezTo>
                  <a:pt x="137836" y="39190"/>
                  <a:pt x="138055" y="39046"/>
                  <a:pt x="138342" y="39046"/>
                </a:cubicBezTo>
                <a:lnTo>
                  <a:pt x="162727" y="39046"/>
                </a:lnTo>
                <a:cubicBezTo>
                  <a:pt x="162997" y="39046"/>
                  <a:pt x="163204" y="39182"/>
                  <a:pt x="163347" y="39454"/>
                </a:cubicBezTo>
                <a:cubicBezTo>
                  <a:pt x="163491" y="39726"/>
                  <a:pt x="163562" y="40151"/>
                  <a:pt x="163562" y="40730"/>
                </a:cubicBezTo>
                <a:close/>
                <a:moveTo>
                  <a:pt x="186932" y="31449"/>
                </a:moveTo>
                <a:cubicBezTo>
                  <a:pt x="186932" y="31770"/>
                  <a:pt x="186906" y="32040"/>
                  <a:pt x="186856" y="32260"/>
                </a:cubicBezTo>
                <a:cubicBezTo>
                  <a:pt x="186805" y="32479"/>
                  <a:pt x="186738" y="32656"/>
                  <a:pt x="186653" y="32791"/>
                </a:cubicBezTo>
                <a:cubicBezTo>
                  <a:pt x="186569" y="32926"/>
                  <a:pt x="186472" y="33023"/>
                  <a:pt x="186362" y="33083"/>
                </a:cubicBezTo>
                <a:cubicBezTo>
                  <a:pt x="186252" y="33142"/>
                  <a:pt x="186138" y="33171"/>
                  <a:pt x="186020" y="33171"/>
                </a:cubicBezTo>
                <a:lnTo>
                  <a:pt x="168903" y="33171"/>
                </a:lnTo>
                <a:cubicBezTo>
                  <a:pt x="168785" y="33171"/>
                  <a:pt x="168675" y="33142"/>
                  <a:pt x="168574" y="33083"/>
                </a:cubicBezTo>
                <a:cubicBezTo>
                  <a:pt x="168472" y="33023"/>
                  <a:pt x="168375" y="32926"/>
                  <a:pt x="168282" y="32791"/>
                </a:cubicBezTo>
                <a:cubicBezTo>
                  <a:pt x="168190" y="32656"/>
                  <a:pt x="168118" y="32479"/>
                  <a:pt x="168067" y="32260"/>
                </a:cubicBezTo>
                <a:cubicBezTo>
                  <a:pt x="168017" y="32040"/>
                  <a:pt x="167991" y="31770"/>
                  <a:pt x="167991" y="31449"/>
                </a:cubicBezTo>
                <a:cubicBezTo>
                  <a:pt x="167991" y="31145"/>
                  <a:pt x="168017" y="30884"/>
                  <a:pt x="168067" y="30664"/>
                </a:cubicBezTo>
                <a:cubicBezTo>
                  <a:pt x="168118" y="30445"/>
                  <a:pt x="168181" y="30263"/>
                  <a:pt x="168257" y="30120"/>
                </a:cubicBezTo>
                <a:cubicBezTo>
                  <a:pt x="168333" y="29976"/>
                  <a:pt x="168426" y="29867"/>
                  <a:pt x="168536" y="29791"/>
                </a:cubicBezTo>
                <a:cubicBezTo>
                  <a:pt x="168645" y="29715"/>
                  <a:pt x="168768" y="29677"/>
                  <a:pt x="168903" y="29677"/>
                </a:cubicBezTo>
                <a:lnTo>
                  <a:pt x="175740" y="29677"/>
                </a:lnTo>
                <a:lnTo>
                  <a:pt x="175740" y="4735"/>
                </a:lnTo>
                <a:lnTo>
                  <a:pt x="169409" y="8533"/>
                </a:lnTo>
                <a:cubicBezTo>
                  <a:pt x="169089" y="8702"/>
                  <a:pt x="168831" y="8803"/>
                  <a:pt x="168637" y="8837"/>
                </a:cubicBezTo>
                <a:cubicBezTo>
                  <a:pt x="168443" y="8871"/>
                  <a:pt x="168287" y="8833"/>
                  <a:pt x="168169" y="8723"/>
                </a:cubicBezTo>
                <a:cubicBezTo>
                  <a:pt x="168050" y="8614"/>
                  <a:pt x="167970" y="8432"/>
                  <a:pt x="167928" y="8178"/>
                </a:cubicBezTo>
                <a:cubicBezTo>
                  <a:pt x="167886" y="7924"/>
                  <a:pt x="167865" y="7602"/>
                  <a:pt x="167865" y="7213"/>
                </a:cubicBezTo>
                <a:cubicBezTo>
                  <a:pt x="167865" y="6925"/>
                  <a:pt x="167877" y="6679"/>
                  <a:pt x="167903" y="6476"/>
                </a:cubicBezTo>
                <a:cubicBezTo>
                  <a:pt x="167928" y="6273"/>
                  <a:pt x="167966" y="6104"/>
                  <a:pt x="168017" y="5968"/>
                </a:cubicBezTo>
                <a:cubicBezTo>
                  <a:pt x="168067" y="5832"/>
                  <a:pt x="168139" y="5714"/>
                  <a:pt x="168232" y="5613"/>
                </a:cubicBezTo>
                <a:cubicBezTo>
                  <a:pt x="168325" y="5511"/>
                  <a:pt x="168447" y="5409"/>
                  <a:pt x="168599" y="5308"/>
                </a:cubicBezTo>
                <a:lnTo>
                  <a:pt x="176145" y="457"/>
                </a:lnTo>
                <a:cubicBezTo>
                  <a:pt x="176212" y="406"/>
                  <a:pt x="176297" y="364"/>
                  <a:pt x="176398" y="330"/>
                </a:cubicBezTo>
                <a:cubicBezTo>
                  <a:pt x="176499" y="296"/>
                  <a:pt x="176626" y="262"/>
                  <a:pt x="176778" y="228"/>
                </a:cubicBezTo>
                <a:cubicBezTo>
                  <a:pt x="176930" y="194"/>
                  <a:pt x="177107" y="173"/>
                  <a:pt x="177310" y="165"/>
                </a:cubicBezTo>
                <a:cubicBezTo>
                  <a:pt x="177512" y="156"/>
                  <a:pt x="177765" y="152"/>
                  <a:pt x="178069" y="152"/>
                </a:cubicBezTo>
                <a:cubicBezTo>
                  <a:pt x="178474" y="152"/>
                  <a:pt x="178812" y="169"/>
                  <a:pt x="179082" y="203"/>
                </a:cubicBezTo>
                <a:cubicBezTo>
                  <a:pt x="179352" y="236"/>
                  <a:pt x="179563" y="283"/>
                  <a:pt x="179715" y="342"/>
                </a:cubicBezTo>
                <a:cubicBezTo>
                  <a:pt x="179867" y="401"/>
                  <a:pt x="179968" y="477"/>
                  <a:pt x="180019" y="571"/>
                </a:cubicBezTo>
                <a:cubicBezTo>
                  <a:pt x="180070" y="663"/>
                  <a:pt x="180095" y="760"/>
                  <a:pt x="180095" y="862"/>
                </a:cubicBezTo>
                <a:lnTo>
                  <a:pt x="180095" y="29677"/>
                </a:lnTo>
                <a:lnTo>
                  <a:pt x="186020" y="29677"/>
                </a:lnTo>
                <a:cubicBezTo>
                  <a:pt x="186155" y="29677"/>
                  <a:pt x="186282" y="29715"/>
                  <a:pt x="186400" y="29791"/>
                </a:cubicBezTo>
                <a:cubicBezTo>
                  <a:pt x="186518" y="29867"/>
                  <a:pt x="186615" y="29976"/>
                  <a:pt x="186691" y="30120"/>
                </a:cubicBezTo>
                <a:cubicBezTo>
                  <a:pt x="186767" y="30263"/>
                  <a:pt x="186826" y="30445"/>
                  <a:pt x="186868" y="30664"/>
                </a:cubicBezTo>
                <a:cubicBezTo>
                  <a:pt x="186911" y="30884"/>
                  <a:pt x="186932" y="31145"/>
                  <a:pt x="186932" y="31449"/>
                </a:cubicBezTo>
                <a:close/>
                <a:moveTo>
                  <a:pt x="212965" y="31449"/>
                </a:moveTo>
                <a:cubicBezTo>
                  <a:pt x="212965" y="31770"/>
                  <a:pt x="212939" y="32040"/>
                  <a:pt x="212889" y="32260"/>
                </a:cubicBezTo>
                <a:cubicBezTo>
                  <a:pt x="212838" y="32479"/>
                  <a:pt x="212771" y="32656"/>
                  <a:pt x="212686" y="32791"/>
                </a:cubicBezTo>
                <a:cubicBezTo>
                  <a:pt x="212602" y="32926"/>
                  <a:pt x="212505" y="33023"/>
                  <a:pt x="212395" y="33083"/>
                </a:cubicBezTo>
                <a:cubicBezTo>
                  <a:pt x="212285" y="33142"/>
                  <a:pt x="212171" y="33171"/>
                  <a:pt x="212053" y="33171"/>
                </a:cubicBezTo>
                <a:lnTo>
                  <a:pt x="194936" y="33171"/>
                </a:lnTo>
                <a:cubicBezTo>
                  <a:pt x="194818" y="33171"/>
                  <a:pt x="194708" y="33142"/>
                  <a:pt x="194607" y="33083"/>
                </a:cubicBezTo>
                <a:cubicBezTo>
                  <a:pt x="194505" y="33023"/>
                  <a:pt x="194408" y="32926"/>
                  <a:pt x="194315" y="32791"/>
                </a:cubicBezTo>
                <a:cubicBezTo>
                  <a:pt x="194223" y="32656"/>
                  <a:pt x="194151" y="32479"/>
                  <a:pt x="194100" y="32260"/>
                </a:cubicBezTo>
                <a:cubicBezTo>
                  <a:pt x="194050" y="32040"/>
                  <a:pt x="194024" y="31770"/>
                  <a:pt x="194024" y="31449"/>
                </a:cubicBezTo>
                <a:cubicBezTo>
                  <a:pt x="194024" y="31145"/>
                  <a:pt x="194050" y="30884"/>
                  <a:pt x="194100" y="30664"/>
                </a:cubicBezTo>
                <a:cubicBezTo>
                  <a:pt x="194151" y="30445"/>
                  <a:pt x="194214" y="30263"/>
                  <a:pt x="194290" y="30120"/>
                </a:cubicBezTo>
                <a:cubicBezTo>
                  <a:pt x="194366" y="29976"/>
                  <a:pt x="194459" y="29867"/>
                  <a:pt x="194569" y="29791"/>
                </a:cubicBezTo>
                <a:cubicBezTo>
                  <a:pt x="194678" y="29715"/>
                  <a:pt x="194801" y="29677"/>
                  <a:pt x="194936" y="29677"/>
                </a:cubicBezTo>
                <a:lnTo>
                  <a:pt x="201773" y="29677"/>
                </a:lnTo>
                <a:lnTo>
                  <a:pt x="201773" y="4735"/>
                </a:lnTo>
                <a:lnTo>
                  <a:pt x="195442" y="8533"/>
                </a:lnTo>
                <a:cubicBezTo>
                  <a:pt x="195122" y="8702"/>
                  <a:pt x="194864" y="8803"/>
                  <a:pt x="194670" y="8837"/>
                </a:cubicBezTo>
                <a:cubicBezTo>
                  <a:pt x="194476" y="8871"/>
                  <a:pt x="194320" y="8833"/>
                  <a:pt x="194202" y="8723"/>
                </a:cubicBezTo>
                <a:cubicBezTo>
                  <a:pt x="194083" y="8614"/>
                  <a:pt x="194003" y="8432"/>
                  <a:pt x="193961" y="8178"/>
                </a:cubicBezTo>
                <a:cubicBezTo>
                  <a:pt x="193919" y="7924"/>
                  <a:pt x="193898" y="7602"/>
                  <a:pt x="193898" y="7213"/>
                </a:cubicBezTo>
                <a:cubicBezTo>
                  <a:pt x="193898" y="6925"/>
                  <a:pt x="193910" y="6679"/>
                  <a:pt x="193936" y="6476"/>
                </a:cubicBezTo>
                <a:cubicBezTo>
                  <a:pt x="193961" y="6273"/>
                  <a:pt x="193999" y="6104"/>
                  <a:pt x="194050" y="5968"/>
                </a:cubicBezTo>
                <a:cubicBezTo>
                  <a:pt x="194100" y="5832"/>
                  <a:pt x="194172" y="5714"/>
                  <a:pt x="194265" y="5613"/>
                </a:cubicBezTo>
                <a:cubicBezTo>
                  <a:pt x="194358" y="5511"/>
                  <a:pt x="194480" y="5409"/>
                  <a:pt x="194632" y="5308"/>
                </a:cubicBezTo>
                <a:lnTo>
                  <a:pt x="202178" y="457"/>
                </a:lnTo>
                <a:cubicBezTo>
                  <a:pt x="202245" y="406"/>
                  <a:pt x="202330" y="364"/>
                  <a:pt x="202431" y="330"/>
                </a:cubicBezTo>
                <a:cubicBezTo>
                  <a:pt x="202532" y="296"/>
                  <a:pt x="202659" y="262"/>
                  <a:pt x="202811" y="228"/>
                </a:cubicBezTo>
                <a:cubicBezTo>
                  <a:pt x="202963" y="194"/>
                  <a:pt x="203140" y="173"/>
                  <a:pt x="203343" y="165"/>
                </a:cubicBezTo>
                <a:cubicBezTo>
                  <a:pt x="203545" y="156"/>
                  <a:pt x="203798" y="152"/>
                  <a:pt x="204102" y="152"/>
                </a:cubicBezTo>
                <a:cubicBezTo>
                  <a:pt x="204507" y="152"/>
                  <a:pt x="204845" y="169"/>
                  <a:pt x="205115" y="203"/>
                </a:cubicBezTo>
                <a:cubicBezTo>
                  <a:pt x="205385" y="236"/>
                  <a:pt x="205596" y="283"/>
                  <a:pt x="205748" y="342"/>
                </a:cubicBezTo>
                <a:cubicBezTo>
                  <a:pt x="205900" y="401"/>
                  <a:pt x="206001" y="477"/>
                  <a:pt x="206052" y="571"/>
                </a:cubicBezTo>
                <a:cubicBezTo>
                  <a:pt x="206103" y="663"/>
                  <a:pt x="206128" y="760"/>
                  <a:pt x="206128" y="862"/>
                </a:cubicBezTo>
                <a:lnTo>
                  <a:pt x="206128" y="29677"/>
                </a:lnTo>
                <a:lnTo>
                  <a:pt x="212053" y="29677"/>
                </a:lnTo>
                <a:cubicBezTo>
                  <a:pt x="212188" y="29677"/>
                  <a:pt x="212315" y="29715"/>
                  <a:pt x="212433" y="29791"/>
                </a:cubicBezTo>
                <a:cubicBezTo>
                  <a:pt x="212551" y="29867"/>
                  <a:pt x="212648" y="29976"/>
                  <a:pt x="212724" y="30120"/>
                </a:cubicBezTo>
                <a:cubicBezTo>
                  <a:pt x="212800" y="30263"/>
                  <a:pt x="212859" y="30445"/>
                  <a:pt x="212901" y="30664"/>
                </a:cubicBezTo>
                <a:cubicBezTo>
                  <a:pt x="212944" y="30884"/>
                  <a:pt x="212965" y="31145"/>
                  <a:pt x="212965" y="314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721EDD-E162-42DF-A3DC-59221F7E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92" y="9777227"/>
            <a:ext cx="367504" cy="77788"/>
          </a:xfrm>
          <a:custGeom xmlns:a="http://schemas.openxmlformats.org/drawingml/2006/main">
            <a:pathLst>
              <a:path w="367504" h="77788">
                <a:moveTo>
                  <a:pt x="0" y="12965"/>
                </a:moveTo>
                <a:cubicBezTo>
                  <a:pt x="0" y="5791"/>
                  <a:pt x="5791" y="0"/>
                  <a:pt x="12965" y="0"/>
                </a:cubicBezTo>
                <a:lnTo>
                  <a:pt x="354539" y="0"/>
                </a:lnTo>
                <a:cubicBezTo>
                  <a:pt x="361713" y="0"/>
                  <a:pt x="367504" y="5791"/>
                  <a:pt x="367504" y="12965"/>
                </a:cubicBezTo>
                <a:lnTo>
                  <a:pt x="367504" y="64823"/>
                </a:lnTo>
                <a:cubicBezTo>
                  <a:pt x="367504" y="71997"/>
                  <a:pt x="361713" y="77788"/>
                  <a:pt x="354539" y="77788"/>
                </a:cubicBezTo>
                <a:lnTo>
                  <a:pt x="12965" y="77788"/>
                </a:lnTo>
                <a:cubicBezTo>
                  <a:pt x="5791" y="77788"/>
                  <a:pt x="0" y="71997"/>
                  <a:pt x="0" y="64823"/>
                </a:cubicBezTo>
                <a:lnTo>
                  <a:pt x="0" y="12965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3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Text PATCH_12">
            <a:extLst xmlns:a="http://schemas.openxmlformats.org/drawingml/2006/main">
              <a:ext uri="{FF2B5EF4-FFF2-40B4-BE49-F238E27FC236}">
                <a16:creationId xmlns:a16="http://schemas.microsoft.com/office/drawing/2014/main" id="{111BA26C-556C-4361-B44D-18F5650B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19" y="9801344"/>
            <a:ext cx="212889" cy="42540"/>
          </a:xfrm>
          <a:custGeom xmlns:a="http://schemas.openxmlformats.org/drawingml/2006/main">
            <a:pathLst>
              <a:path w="212889" h="42540">
                <a:moveTo>
                  <a:pt x="20131" y="10103"/>
                </a:moveTo>
                <a:cubicBezTo>
                  <a:pt x="20131" y="11741"/>
                  <a:pt x="19861" y="13218"/>
                  <a:pt x="19320" y="14535"/>
                </a:cubicBezTo>
                <a:cubicBezTo>
                  <a:pt x="18780" y="15851"/>
                  <a:pt x="18008" y="16974"/>
                  <a:pt x="17003" y="17902"/>
                </a:cubicBezTo>
                <a:cubicBezTo>
                  <a:pt x="15999" y="18831"/>
                  <a:pt x="14767" y="19548"/>
                  <a:pt x="13306" y="20055"/>
                </a:cubicBezTo>
                <a:cubicBezTo>
                  <a:pt x="11846" y="20561"/>
                  <a:pt x="10103" y="20814"/>
                  <a:pt x="8078" y="20814"/>
                </a:cubicBezTo>
                <a:lnTo>
                  <a:pt x="4355" y="20814"/>
                </a:lnTo>
                <a:lnTo>
                  <a:pt x="4355" y="32614"/>
                </a:lnTo>
                <a:cubicBezTo>
                  <a:pt x="4355" y="32749"/>
                  <a:pt x="4317" y="32867"/>
                  <a:pt x="4241" y="32969"/>
                </a:cubicBezTo>
                <a:cubicBezTo>
                  <a:pt x="4165" y="33070"/>
                  <a:pt x="4047" y="33150"/>
                  <a:pt x="3887" y="33209"/>
                </a:cubicBezTo>
                <a:cubicBezTo>
                  <a:pt x="3726" y="33268"/>
                  <a:pt x="3507" y="33319"/>
                  <a:pt x="3228" y="33361"/>
                </a:cubicBezTo>
                <a:cubicBezTo>
                  <a:pt x="2950" y="33403"/>
                  <a:pt x="2600" y="33424"/>
                  <a:pt x="2178" y="33424"/>
                </a:cubicBezTo>
                <a:cubicBezTo>
                  <a:pt x="1756" y="33424"/>
                  <a:pt x="1405" y="33403"/>
                  <a:pt x="1127" y="33361"/>
                </a:cubicBezTo>
                <a:cubicBezTo>
                  <a:pt x="848" y="33319"/>
                  <a:pt x="625" y="33268"/>
                  <a:pt x="456" y="33209"/>
                </a:cubicBezTo>
                <a:cubicBezTo>
                  <a:pt x="287" y="33150"/>
                  <a:pt x="169" y="33070"/>
                  <a:pt x="101" y="32969"/>
                </a:cubicBezTo>
                <a:cubicBezTo>
                  <a:pt x="34" y="32867"/>
                  <a:pt x="0" y="32749"/>
                  <a:pt x="0" y="32614"/>
                </a:cubicBezTo>
                <a:lnTo>
                  <a:pt x="0" y="2380"/>
                </a:lnTo>
                <a:cubicBezTo>
                  <a:pt x="0" y="1705"/>
                  <a:pt x="177" y="1224"/>
                  <a:pt x="532" y="937"/>
                </a:cubicBezTo>
                <a:cubicBezTo>
                  <a:pt x="886" y="650"/>
                  <a:pt x="1283" y="506"/>
                  <a:pt x="1722" y="506"/>
                </a:cubicBezTo>
                <a:lnTo>
                  <a:pt x="8736" y="506"/>
                </a:lnTo>
                <a:cubicBezTo>
                  <a:pt x="9445" y="506"/>
                  <a:pt x="10124" y="536"/>
                  <a:pt x="10774" y="595"/>
                </a:cubicBezTo>
                <a:cubicBezTo>
                  <a:pt x="11424" y="654"/>
                  <a:pt x="12192" y="781"/>
                  <a:pt x="13079" y="975"/>
                </a:cubicBezTo>
                <a:cubicBezTo>
                  <a:pt x="13965" y="1169"/>
                  <a:pt x="14868" y="1532"/>
                  <a:pt x="15788" y="2064"/>
                </a:cubicBezTo>
                <a:cubicBezTo>
                  <a:pt x="16708" y="2595"/>
                  <a:pt x="17489" y="3250"/>
                  <a:pt x="18130" y="4026"/>
                </a:cubicBezTo>
                <a:cubicBezTo>
                  <a:pt x="18772" y="4803"/>
                  <a:pt x="19265" y="5702"/>
                  <a:pt x="19612" y="6723"/>
                </a:cubicBezTo>
                <a:cubicBezTo>
                  <a:pt x="19958" y="7744"/>
                  <a:pt x="20131" y="8871"/>
                  <a:pt x="20131" y="10103"/>
                </a:cubicBezTo>
                <a:moveTo>
                  <a:pt x="15547" y="10458"/>
                </a:moveTo>
                <a:cubicBezTo>
                  <a:pt x="15547" y="9124"/>
                  <a:pt x="15298" y="8010"/>
                  <a:pt x="14800" y="7115"/>
                </a:cubicBezTo>
                <a:cubicBezTo>
                  <a:pt x="14302" y="6221"/>
                  <a:pt x="13686" y="5554"/>
                  <a:pt x="12952" y="5115"/>
                </a:cubicBezTo>
                <a:cubicBezTo>
                  <a:pt x="12218" y="4676"/>
                  <a:pt x="11458" y="4398"/>
                  <a:pt x="10673" y="4279"/>
                </a:cubicBezTo>
                <a:cubicBezTo>
                  <a:pt x="9888" y="4161"/>
                  <a:pt x="9124" y="4102"/>
                  <a:pt x="8381" y="4102"/>
                </a:cubicBezTo>
                <a:lnTo>
                  <a:pt x="4355" y="4102"/>
                </a:lnTo>
                <a:lnTo>
                  <a:pt x="4355" y="17244"/>
                </a:lnTo>
                <a:lnTo>
                  <a:pt x="8280" y="17244"/>
                </a:lnTo>
                <a:cubicBezTo>
                  <a:pt x="9597" y="17244"/>
                  <a:pt x="10690" y="17075"/>
                  <a:pt x="11559" y="16738"/>
                </a:cubicBezTo>
                <a:cubicBezTo>
                  <a:pt x="12429" y="16400"/>
                  <a:pt x="13159" y="15931"/>
                  <a:pt x="13750" y="15332"/>
                </a:cubicBezTo>
                <a:cubicBezTo>
                  <a:pt x="14340" y="14733"/>
                  <a:pt x="14788" y="14015"/>
                  <a:pt x="15092" y="13180"/>
                </a:cubicBezTo>
                <a:cubicBezTo>
                  <a:pt x="15395" y="12344"/>
                  <a:pt x="15547" y="11437"/>
                  <a:pt x="15547" y="10458"/>
                </a:cubicBezTo>
                <a:close/>
                <a:moveTo>
                  <a:pt x="51347" y="31728"/>
                </a:moveTo>
                <a:cubicBezTo>
                  <a:pt x="51482" y="32099"/>
                  <a:pt x="51554" y="32399"/>
                  <a:pt x="51563" y="32627"/>
                </a:cubicBezTo>
                <a:cubicBezTo>
                  <a:pt x="51571" y="32855"/>
                  <a:pt x="51508" y="33028"/>
                  <a:pt x="51373" y="33146"/>
                </a:cubicBezTo>
                <a:cubicBezTo>
                  <a:pt x="51238" y="33264"/>
                  <a:pt x="51014" y="33340"/>
                  <a:pt x="50702" y="33374"/>
                </a:cubicBezTo>
                <a:cubicBezTo>
                  <a:pt x="50389" y="33408"/>
                  <a:pt x="49972" y="33424"/>
                  <a:pt x="49448" y="33424"/>
                </a:cubicBezTo>
                <a:cubicBezTo>
                  <a:pt x="48925" y="33424"/>
                  <a:pt x="48507" y="33412"/>
                  <a:pt x="48195" y="33386"/>
                </a:cubicBezTo>
                <a:cubicBezTo>
                  <a:pt x="47883" y="33361"/>
                  <a:pt x="47646" y="33319"/>
                  <a:pt x="47486" y="33260"/>
                </a:cubicBezTo>
                <a:cubicBezTo>
                  <a:pt x="47325" y="33201"/>
                  <a:pt x="47207" y="33121"/>
                  <a:pt x="47131" y="33019"/>
                </a:cubicBezTo>
                <a:cubicBezTo>
                  <a:pt x="47055" y="32918"/>
                  <a:pt x="46984" y="32791"/>
                  <a:pt x="46916" y="32639"/>
                </a:cubicBezTo>
                <a:lnTo>
                  <a:pt x="44105" y="24663"/>
                </a:lnTo>
                <a:lnTo>
                  <a:pt x="30482" y="24663"/>
                </a:lnTo>
                <a:lnTo>
                  <a:pt x="27798" y="32538"/>
                </a:lnTo>
                <a:cubicBezTo>
                  <a:pt x="27748" y="32690"/>
                  <a:pt x="27680" y="32821"/>
                  <a:pt x="27596" y="32931"/>
                </a:cubicBezTo>
                <a:cubicBezTo>
                  <a:pt x="27511" y="33040"/>
                  <a:pt x="27389" y="33133"/>
                  <a:pt x="27229" y="33209"/>
                </a:cubicBezTo>
                <a:cubicBezTo>
                  <a:pt x="27068" y="33285"/>
                  <a:pt x="26840" y="33340"/>
                  <a:pt x="26545" y="33374"/>
                </a:cubicBezTo>
                <a:cubicBezTo>
                  <a:pt x="26250" y="33408"/>
                  <a:pt x="25865" y="33424"/>
                  <a:pt x="25393" y="33424"/>
                </a:cubicBezTo>
                <a:cubicBezTo>
                  <a:pt x="24903" y="33424"/>
                  <a:pt x="24502" y="33403"/>
                  <a:pt x="24190" y="33361"/>
                </a:cubicBezTo>
                <a:cubicBezTo>
                  <a:pt x="23878" y="33319"/>
                  <a:pt x="23658" y="33239"/>
                  <a:pt x="23532" y="33121"/>
                </a:cubicBezTo>
                <a:cubicBezTo>
                  <a:pt x="23405" y="33002"/>
                  <a:pt x="23346" y="32829"/>
                  <a:pt x="23354" y="32601"/>
                </a:cubicBezTo>
                <a:cubicBezTo>
                  <a:pt x="23363" y="32374"/>
                  <a:pt x="23435" y="32074"/>
                  <a:pt x="23570" y="31703"/>
                </a:cubicBezTo>
                <a:lnTo>
                  <a:pt x="34559" y="1266"/>
                </a:lnTo>
                <a:cubicBezTo>
                  <a:pt x="34627" y="1080"/>
                  <a:pt x="34715" y="928"/>
                  <a:pt x="34825" y="810"/>
                </a:cubicBezTo>
                <a:cubicBezTo>
                  <a:pt x="34935" y="692"/>
                  <a:pt x="35095" y="599"/>
                  <a:pt x="35306" y="532"/>
                </a:cubicBezTo>
                <a:cubicBezTo>
                  <a:pt x="35517" y="464"/>
                  <a:pt x="35787" y="418"/>
                  <a:pt x="36116" y="392"/>
                </a:cubicBezTo>
                <a:cubicBezTo>
                  <a:pt x="36446" y="367"/>
                  <a:pt x="36863" y="355"/>
                  <a:pt x="37370" y="355"/>
                </a:cubicBezTo>
                <a:cubicBezTo>
                  <a:pt x="37910" y="355"/>
                  <a:pt x="38357" y="367"/>
                  <a:pt x="38712" y="392"/>
                </a:cubicBezTo>
                <a:cubicBezTo>
                  <a:pt x="39066" y="418"/>
                  <a:pt x="39353" y="464"/>
                  <a:pt x="39573" y="532"/>
                </a:cubicBezTo>
                <a:cubicBezTo>
                  <a:pt x="39792" y="599"/>
                  <a:pt x="39961" y="696"/>
                  <a:pt x="40079" y="823"/>
                </a:cubicBezTo>
                <a:cubicBezTo>
                  <a:pt x="40197" y="950"/>
                  <a:pt x="40290" y="1106"/>
                  <a:pt x="40358" y="1291"/>
                </a:cubicBezTo>
                <a:lnTo>
                  <a:pt x="51347" y="31728"/>
                </a:lnTo>
                <a:moveTo>
                  <a:pt x="37243" y="4862"/>
                </a:moveTo>
                <a:lnTo>
                  <a:pt x="37218" y="4862"/>
                </a:lnTo>
                <a:lnTo>
                  <a:pt x="31571" y="21194"/>
                </a:lnTo>
                <a:lnTo>
                  <a:pt x="42966" y="21194"/>
                </a:lnTo>
                <a:lnTo>
                  <a:pt x="37243" y="4862"/>
                </a:lnTo>
                <a:close/>
                <a:moveTo>
                  <a:pt x="77528" y="2380"/>
                </a:moveTo>
                <a:cubicBezTo>
                  <a:pt x="77528" y="2701"/>
                  <a:pt x="77511" y="2979"/>
                  <a:pt x="77478" y="3216"/>
                </a:cubicBezTo>
                <a:cubicBezTo>
                  <a:pt x="77444" y="3452"/>
                  <a:pt x="77389" y="3642"/>
                  <a:pt x="77313" y="3786"/>
                </a:cubicBezTo>
                <a:cubicBezTo>
                  <a:pt x="77237" y="3929"/>
                  <a:pt x="77144" y="4035"/>
                  <a:pt x="77034" y="4102"/>
                </a:cubicBezTo>
                <a:cubicBezTo>
                  <a:pt x="76925" y="4170"/>
                  <a:pt x="76802" y="4203"/>
                  <a:pt x="76667" y="4203"/>
                </a:cubicBezTo>
                <a:lnTo>
                  <a:pt x="67450" y="4203"/>
                </a:lnTo>
                <a:lnTo>
                  <a:pt x="67450" y="32614"/>
                </a:lnTo>
                <a:cubicBezTo>
                  <a:pt x="67450" y="32749"/>
                  <a:pt x="67416" y="32867"/>
                  <a:pt x="67349" y="32969"/>
                </a:cubicBezTo>
                <a:cubicBezTo>
                  <a:pt x="67281" y="33070"/>
                  <a:pt x="67163" y="33150"/>
                  <a:pt x="66994" y="33209"/>
                </a:cubicBezTo>
                <a:cubicBezTo>
                  <a:pt x="66826" y="33268"/>
                  <a:pt x="66602" y="33319"/>
                  <a:pt x="66323" y="33361"/>
                </a:cubicBezTo>
                <a:cubicBezTo>
                  <a:pt x="66045" y="33403"/>
                  <a:pt x="65695" y="33424"/>
                  <a:pt x="65273" y="33424"/>
                </a:cubicBezTo>
                <a:cubicBezTo>
                  <a:pt x="64867" y="33424"/>
                  <a:pt x="64521" y="33403"/>
                  <a:pt x="64234" y="33361"/>
                </a:cubicBezTo>
                <a:cubicBezTo>
                  <a:pt x="63947" y="33319"/>
                  <a:pt x="63720" y="33268"/>
                  <a:pt x="63551" y="33209"/>
                </a:cubicBezTo>
                <a:cubicBezTo>
                  <a:pt x="63382" y="33150"/>
                  <a:pt x="63264" y="33070"/>
                  <a:pt x="63196" y="32969"/>
                </a:cubicBezTo>
                <a:cubicBezTo>
                  <a:pt x="63129" y="32867"/>
                  <a:pt x="63095" y="32749"/>
                  <a:pt x="63095" y="32614"/>
                </a:cubicBezTo>
                <a:lnTo>
                  <a:pt x="63095" y="4203"/>
                </a:lnTo>
                <a:lnTo>
                  <a:pt x="53878" y="4203"/>
                </a:lnTo>
                <a:cubicBezTo>
                  <a:pt x="53743" y="4203"/>
                  <a:pt x="53620" y="4170"/>
                  <a:pt x="53511" y="4102"/>
                </a:cubicBezTo>
                <a:cubicBezTo>
                  <a:pt x="53401" y="4035"/>
                  <a:pt x="53312" y="3929"/>
                  <a:pt x="53245" y="3786"/>
                </a:cubicBezTo>
                <a:cubicBezTo>
                  <a:pt x="53177" y="3642"/>
                  <a:pt x="53122" y="3452"/>
                  <a:pt x="53080" y="3216"/>
                </a:cubicBezTo>
                <a:cubicBezTo>
                  <a:pt x="53038" y="2979"/>
                  <a:pt x="53017" y="2701"/>
                  <a:pt x="53017" y="2380"/>
                </a:cubicBezTo>
                <a:cubicBezTo>
                  <a:pt x="53017" y="2059"/>
                  <a:pt x="53038" y="1777"/>
                  <a:pt x="53080" y="1532"/>
                </a:cubicBezTo>
                <a:cubicBezTo>
                  <a:pt x="53122" y="1287"/>
                  <a:pt x="53177" y="1089"/>
                  <a:pt x="53245" y="937"/>
                </a:cubicBezTo>
                <a:cubicBezTo>
                  <a:pt x="53312" y="785"/>
                  <a:pt x="53401" y="675"/>
                  <a:pt x="53511" y="608"/>
                </a:cubicBezTo>
                <a:cubicBezTo>
                  <a:pt x="53620" y="540"/>
                  <a:pt x="53743" y="506"/>
                  <a:pt x="53878" y="506"/>
                </a:cubicBezTo>
                <a:lnTo>
                  <a:pt x="76667" y="506"/>
                </a:lnTo>
                <a:cubicBezTo>
                  <a:pt x="76802" y="506"/>
                  <a:pt x="76925" y="540"/>
                  <a:pt x="77034" y="608"/>
                </a:cubicBezTo>
                <a:cubicBezTo>
                  <a:pt x="77144" y="675"/>
                  <a:pt x="77237" y="785"/>
                  <a:pt x="77313" y="937"/>
                </a:cubicBezTo>
                <a:cubicBezTo>
                  <a:pt x="77389" y="1089"/>
                  <a:pt x="77444" y="1287"/>
                  <a:pt x="77478" y="1532"/>
                </a:cubicBezTo>
                <a:cubicBezTo>
                  <a:pt x="77511" y="1777"/>
                  <a:pt x="77528" y="2059"/>
                  <a:pt x="77528" y="2380"/>
                </a:cubicBezTo>
                <a:close/>
                <a:moveTo>
                  <a:pt x="103762" y="28613"/>
                </a:moveTo>
                <a:cubicBezTo>
                  <a:pt x="103762" y="28883"/>
                  <a:pt x="103754" y="29120"/>
                  <a:pt x="103737" y="29322"/>
                </a:cubicBezTo>
                <a:cubicBezTo>
                  <a:pt x="103720" y="29525"/>
                  <a:pt x="103691" y="29702"/>
                  <a:pt x="103648" y="29854"/>
                </a:cubicBezTo>
                <a:cubicBezTo>
                  <a:pt x="103606" y="30006"/>
                  <a:pt x="103551" y="30141"/>
                  <a:pt x="103484" y="30259"/>
                </a:cubicBezTo>
                <a:cubicBezTo>
                  <a:pt x="103416" y="30377"/>
                  <a:pt x="103298" y="30522"/>
                  <a:pt x="103129" y="30692"/>
                </a:cubicBezTo>
                <a:cubicBezTo>
                  <a:pt x="102960" y="30862"/>
                  <a:pt x="102606" y="31121"/>
                  <a:pt x="102066" y="31470"/>
                </a:cubicBezTo>
                <a:cubicBezTo>
                  <a:pt x="101526" y="31819"/>
                  <a:pt x="100855" y="32159"/>
                  <a:pt x="100053" y="32491"/>
                </a:cubicBezTo>
                <a:cubicBezTo>
                  <a:pt x="99251" y="32822"/>
                  <a:pt x="98331" y="33103"/>
                  <a:pt x="97293" y="33333"/>
                </a:cubicBezTo>
                <a:cubicBezTo>
                  <a:pt x="96254" y="33563"/>
                  <a:pt x="95119" y="33678"/>
                  <a:pt x="93887" y="33678"/>
                </a:cubicBezTo>
                <a:cubicBezTo>
                  <a:pt x="91760" y="33678"/>
                  <a:pt x="89840" y="33323"/>
                  <a:pt x="88126" y="32614"/>
                </a:cubicBezTo>
                <a:cubicBezTo>
                  <a:pt x="86413" y="31905"/>
                  <a:pt x="84953" y="30858"/>
                  <a:pt x="83746" y="29474"/>
                </a:cubicBezTo>
                <a:cubicBezTo>
                  <a:pt x="82539" y="28090"/>
                  <a:pt x="81610" y="26381"/>
                  <a:pt x="80960" y="24347"/>
                </a:cubicBezTo>
                <a:cubicBezTo>
                  <a:pt x="80310" y="22312"/>
                  <a:pt x="79985" y="19970"/>
                  <a:pt x="79985" y="17320"/>
                </a:cubicBezTo>
                <a:cubicBezTo>
                  <a:pt x="79985" y="14602"/>
                  <a:pt x="80336" y="12180"/>
                  <a:pt x="81036" y="10053"/>
                </a:cubicBezTo>
                <a:cubicBezTo>
                  <a:pt x="81737" y="7926"/>
                  <a:pt x="82720" y="6124"/>
                  <a:pt x="83986" y="4646"/>
                </a:cubicBezTo>
                <a:cubicBezTo>
                  <a:pt x="85252" y="3169"/>
                  <a:pt x="86767" y="2043"/>
                  <a:pt x="88531" y="1266"/>
                </a:cubicBezTo>
                <a:cubicBezTo>
                  <a:pt x="90295" y="490"/>
                  <a:pt x="92249" y="101"/>
                  <a:pt x="94393" y="101"/>
                </a:cubicBezTo>
                <a:cubicBezTo>
                  <a:pt x="95339" y="101"/>
                  <a:pt x="96259" y="191"/>
                  <a:pt x="97153" y="370"/>
                </a:cubicBezTo>
                <a:cubicBezTo>
                  <a:pt x="98048" y="548"/>
                  <a:pt x="98875" y="774"/>
                  <a:pt x="99635" y="1046"/>
                </a:cubicBezTo>
                <a:cubicBezTo>
                  <a:pt x="100395" y="1318"/>
                  <a:pt x="101070" y="1633"/>
                  <a:pt x="101661" y="1991"/>
                </a:cubicBezTo>
                <a:cubicBezTo>
                  <a:pt x="102251" y="2348"/>
                  <a:pt x="102661" y="2642"/>
                  <a:pt x="102889" y="2872"/>
                </a:cubicBezTo>
                <a:cubicBezTo>
                  <a:pt x="103117" y="3101"/>
                  <a:pt x="103264" y="3275"/>
                  <a:pt x="103332" y="3393"/>
                </a:cubicBezTo>
                <a:cubicBezTo>
                  <a:pt x="103399" y="3511"/>
                  <a:pt x="103454" y="3651"/>
                  <a:pt x="103496" y="3811"/>
                </a:cubicBezTo>
                <a:cubicBezTo>
                  <a:pt x="103539" y="3971"/>
                  <a:pt x="103572" y="4161"/>
                  <a:pt x="103598" y="4381"/>
                </a:cubicBezTo>
                <a:cubicBezTo>
                  <a:pt x="103623" y="4600"/>
                  <a:pt x="103636" y="4862"/>
                  <a:pt x="103636" y="5166"/>
                </a:cubicBezTo>
                <a:cubicBezTo>
                  <a:pt x="103636" y="5503"/>
                  <a:pt x="103619" y="5790"/>
                  <a:pt x="103585" y="6027"/>
                </a:cubicBezTo>
                <a:cubicBezTo>
                  <a:pt x="103551" y="6263"/>
                  <a:pt x="103501" y="6461"/>
                  <a:pt x="103433" y="6622"/>
                </a:cubicBezTo>
                <a:cubicBezTo>
                  <a:pt x="103366" y="6782"/>
                  <a:pt x="103285" y="6900"/>
                  <a:pt x="103193" y="6976"/>
                </a:cubicBezTo>
                <a:cubicBezTo>
                  <a:pt x="103100" y="7052"/>
                  <a:pt x="102986" y="7090"/>
                  <a:pt x="102851" y="7090"/>
                </a:cubicBezTo>
                <a:cubicBezTo>
                  <a:pt x="102614" y="7090"/>
                  <a:pt x="102285" y="6924"/>
                  <a:pt x="101863" y="6592"/>
                </a:cubicBezTo>
                <a:cubicBezTo>
                  <a:pt x="101441" y="6260"/>
                  <a:pt x="100897" y="5895"/>
                  <a:pt x="100230" y="5495"/>
                </a:cubicBezTo>
                <a:cubicBezTo>
                  <a:pt x="99563" y="5095"/>
                  <a:pt x="98753" y="4729"/>
                  <a:pt x="97799" y="4397"/>
                </a:cubicBezTo>
                <a:cubicBezTo>
                  <a:pt x="96845" y="4065"/>
                  <a:pt x="95702" y="3900"/>
                  <a:pt x="94368" y="3900"/>
                </a:cubicBezTo>
                <a:cubicBezTo>
                  <a:pt x="92916" y="3900"/>
                  <a:pt x="91595" y="4191"/>
                  <a:pt x="90405" y="4773"/>
                </a:cubicBezTo>
                <a:cubicBezTo>
                  <a:pt x="89215" y="5356"/>
                  <a:pt x="88198" y="6212"/>
                  <a:pt x="87354" y="7343"/>
                </a:cubicBezTo>
                <a:cubicBezTo>
                  <a:pt x="86510" y="8474"/>
                  <a:pt x="85856" y="9854"/>
                  <a:pt x="85392" y="11483"/>
                </a:cubicBezTo>
                <a:cubicBezTo>
                  <a:pt x="84927" y="13112"/>
                  <a:pt x="84695" y="14973"/>
                  <a:pt x="84695" y="17067"/>
                </a:cubicBezTo>
                <a:cubicBezTo>
                  <a:pt x="84695" y="19143"/>
                  <a:pt x="84919" y="20979"/>
                  <a:pt x="85366" y="22574"/>
                </a:cubicBezTo>
                <a:cubicBezTo>
                  <a:pt x="85814" y="24169"/>
                  <a:pt x="86455" y="25503"/>
                  <a:pt x="87291" y="26575"/>
                </a:cubicBezTo>
                <a:cubicBezTo>
                  <a:pt x="88126" y="27647"/>
                  <a:pt x="89152" y="28457"/>
                  <a:pt x="90367" y="29006"/>
                </a:cubicBezTo>
                <a:cubicBezTo>
                  <a:pt x="91583" y="29554"/>
                  <a:pt x="92958" y="29829"/>
                  <a:pt x="94495" y="29829"/>
                </a:cubicBezTo>
                <a:cubicBezTo>
                  <a:pt x="95794" y="29829"/>
                  <a:pt x="96930" y="29667"/>
                  <a:pt x="97900" y="29344"/>
                </a:cubicBezTo>
                <a:cubicBezTo>
                  <a:pt x="98871" y="29020"/>
                  <a:pt x="99698" y="28659"/>
                  <a:pt x="100382" y="28259"/>
                </a:cubicBezTo>
                <a:cubicBezTo>
                  <a:pt x="101066" y="27859"/>
                  <a:pt x="101627" y="27497"/>
                  <a:pt x="102066" y="27174"/>
                </a:cubicBezTo>
                <a:cubicBezTo>
                  <a:pt x="102505" y="26851"/>
                  <a:pt x="102851" y="26689"/>
                  <a:pt x="103104" y="26689"/>
                </a:cubicBezTo>
                <a:cubicBezTo>
                  <a:pt x="103222" y="26689"/>
                  <a:pt x="103323" y="26714"/>
                  <a:pt x="103408" y="26765"/>
                </a:cubicBezTo>
                <a:cubicBezTo>
                  <a:pt x="103492" y="26815"/>
                  <a:pt x="103560" y="26913"/>
                  <a:pt x="103610" y="27056"/>
                </a:cubicBezTo>
                <a:cubicBezTo>
                  <a:pt x="103661" y="27200"/>
                  <a:pt x="103699" y="27398"/>
                  <a:pt x="103724" y="27651"/>
                </a:cubicBezTo>
                <a:cubicBezTo>
                  <a:pt x="103750" y="27904"/>
                  <a:pt x="103762" y="28225"/>
                  <a:pt x="103762" y="28613"/>
                </a:cubicBezTo>
                <a:close/>
                <a:moveTo>
                  <a:pt x="133436" y="32614"/>
                </a:moveTo>
                <a:cubicBezTo>
                  <a:pt x="133436" y="32749"/>
                  <a:pt x="133402" y="32867"/>
                  <a:pt x="133335" y="32969"/>
                </a:cubicBezTo>
                <a:cubicBezTo>
                  <a:pt x="133267" y="33070"/>
                  <a:pt x="133149" y="33150"/>
                  <a:pt x="132980" y="33209"/>
                </a:cubicBezTo>
                <a:cubicBezTo>
                  <a:pt x="132811" y="33268"/>
                  <a:pt x="132588" y="33319"/>
                  <a:pt x="132309" y="33361"/>
                </a:cubicBezTo>
                <a:cubicBezTo>
                  <a:pt x="132031" y="33403"/>
                  <a:pt x="131689" y="33424"/>
                  <a:pt x="131284" y="33424"/>
                </a:cubicBezTo>
                <a:cubicBezTo>
                  <a:pt x="130845" y="33424"/>
                  <a:pt x="130490" y="33403"/>
                  <a:pt x="130220" y="33361"/>
                </a:cubicBezTo>
                <a:cubicBezTo>
                  <a:pt x="129950" y="33319"/>
                  <a:pt x="129731" y="33268"/>
                  <a:pt x="129562" y="33209"/>
                </a:cubicBezTo>
                <a:cubicBezTo>
                  <a:pt x="129393" y="33150"/>
                  <a:pt x="129275" y="33070"/>
                  <a:pt x="129207" y="32969"/>
                </a:cubicBezTo>
                <a:cubicBezTo>
                  <a:pt x="129140" y="32867"/>
                  <a:pt x="129106" y="32749"/>
                  <a:pt x="129106" y="32614"/>
                </a:cubicBezTo>
                <a:lnTo>
                  <a:pt x="129106" y="18080"/>
                </a:lnTo>
                <a:lnTo>
                  <a:pt x="114192" y="18080"/>
                </a:lnTo>
                <a:lnTo>
                  <a:pt x="114192" y="32614"/>
                </a:lnTo>
                <a:cubicBezTo>
                  <a:pt x="114192" y="32749"/>
                  <a:pt x="114158" y="32867"/>
                  <a:pt x="114090" y="32969"/>
                </a:cubicBezTo>
                <a:cubicBezTo>
                  <a:pt x="114023" y="33070"/>
                  <a:pt x="113905" y="33150"/>
                  <a:pt x="113736" y="33209"/>
                </a:cubicBezTo>
                <a:cubicBezTo>
                  <a:pt x="113567" y="33268"/>
                  <a:pt x="113343" y="33319"/>
                  <a:pt x="113065" y="33361"/>
                </a:cubicBezTo>
                <a:cubicBezTo>
                  <a:pt x="112786" y="33403"/>
                  <a:pt x="112436" y="33424"/>
                  <a:pt x="112014" y="33424"/>
                </a:cubicBezTo>
                <a:cubicBezTo>
                  <a:pt x="111609" y="33424"/>
                  <a:pt x="111263" y="33403"/>
                  <a:pt x="110976" y="33361"/>
                </a:cubicBezTo>
                <a:cubicBezTo>
                  <a:pt x="110689" y="33319"/>
                  <a:pt x="110461" y="33268"/>
                  <a:pt x="110292" y="33209"/>
                </a:cubicBezTo>
                <a:cubicBezTo>
                  <a:pt x="110123" y="33150"/>
                  <a:pt x="110005" y="33070"/>
                  <a:pt x="109938" y="32969"/>
                </a:cubicBezTo>
                <a:cubicBezTo>
                  <a:pt x="109870" y="32867"/>
                  <a:pt x="109836" y="32749"/>
                  <a:pt x="109836" y="32614"/>
                </a:cubicBezTo>
                <a:lnTo>
                  <a:pt x="109836" y="1165"/>
                </a:lnTo>
                <a:cubicBezTo>
                  <a:pt x="109836" y="1030"/>
                  <a:pt x="109870" y="912"/>
                  <a:pt x="109938" y="810"/>
                </a:cubicBezTo>
                <a:cubicBezTo>
                  <a:pt x="110005" y="709"/>
                  <a:pt x="110123" y="629"/>
                  <a:pt x="110292" y="570"/>
                </a:cubicBezTo>
                <a:cubicBezTo>
                  <a:pt x="110461" y="511"/>
                  <a:pt x="110689" y="460"/>
                  <a:pt x="110976" y="418"/>
                </a:cubicBezTo>
                <a:cubicBezTo>
                  <a:pt x="111263" y="376"/>
                  <a:pt x="111609" y="355"/>
                  <a:pt x="112014" y="355"/>
                </a:cubicBezTo>
                <a:cubicBezTo>
                  <a:pt x="112436" y="355"/>
                  <a:pt x="112786" y="376"/>
                  <a:pt x="113065" y="418"/>
                </a:cubicBezTo>
                <a:cubicBezTo>
                  <a:pt x="113343" y="460"/>
                  <a:pt x="113567" y="511"/>
                  <a:pt x="113736" y="570"/>
                </a:cubicBezTo>
                <a:cubicBezTo>
                  <a:pt x="113905" y="629"/>
                  <a:pt x="114023" y="709"/>
                  <a:pt x="114090" y="810"/>
                </a:cubicBezTo>
                <a:cubicBezTo>
                  <a:pt x="114158" y="912"/>
                  <a:pt x="114192" y="1030"/>
                  <a:pt x="114192" y="1165"/>
                </a:cubicBezTo>
                <a:lnTo>
                  <a:pt x="114192" y="14281"/>
                </a:lnTo>
                <a:lnTo>
                  <a:pt x="129106" y="14281"/>
                </a:lnTo>
                <a:lnTo>
                  <a:pt x="129106" y="1165"/>
                </a:lnTo>
                <a:cubicBezTo>
                  <a:pt x="129106" y="1030"/>
                  <a:pt x="129140" y="912"/>
                  <a:pt x="129207" y="810"/>
                </a:cubicBezTo>
                <a:cubicBezTo>
                  <a:pt x="129275" y="709"/>
                  <a:pt x="129393" y="629"/>
                  <a:pt x="129562" y="570"/>
                </a:cubicBezTo>
                <a:cubicBezTo>
                  <a:pt x="129731" y="511"/>
                  <a:pt x="129950" y="460"/>
                  <a:pt x="130220" y="418"/>
                </a:cubicBezTo>
                <a:cubicBezTo>
                  <a:pt x="130490" y="376"/>
                  <a:pt x="130845" y="355"/>
                  <a:pt x="131284" y="355"/>
                </a:cubicBezTo>
                <a:cubicBezTo>
                  <a:pt x="131689" y="355"/>
                  <a:pt x="132031" y="376"/>
                  <a:pt x="132309" y="418"/>
                </a:cubicBezTo>
                <a:cubicBezTo>
                  <a:pt x="132588" y="460"/>
                  <a:pt x="132811" y="511"/>
                  <a:pt x="132980" y="570"/>
                </a:cubicBezTo>
                <a:cubicBezTo>
                  <a:pt x="133149" y="629"/>
                  <a:pt x="133267" y="709"/>
                  <a:pt x="133335" y="810"/>
                </a:cubicBezTo>
                <a:cubicBezTo>
                  <a:pt x="133402" y="912"/>
                  <a:pt x="133436" y="1030"/>
                  <a:pt x="133436" y="1165"/>
                </a:cubicBezTo>
                <a:lnTo>
                  <a:pt x="133436" y="32614"/>
                </a:lnTo>
                <a:close/>
                <a:moveTo>
                  <a:pt x="163562" y="40831"/>
                </a:moveTo>
                <a:cubicBezTo>
                  <a:pt x="163562" y="41426"/>
                  <a:pt x="163495" y="41860"/>
                  <a:pt x="163360" y="42132"/>
                </a:cubicBezTo>
                <a:cubicBezTo>
                  <a:pt x="163225" y="42404"/>
                  <a:pt x="163014" y="42540"/>
                  <a:pt x="162727" y="42540"/>
                </a:cubicBezTo>
                <a:lnTo>
                  <a:pt x="138342" y="42540"/>
                </a:lnTo>
                <a:cubicBezTo>
                  <a:pt x="138055" y="42540"/>
                  <a:pt x="137836" y="42412"/>
                  <a:pt x="137684" y="42157"/>
                </a:cubicBezTo>
                <a:cubicBezTo>
                  <a:pt x="137532" y="41902"/>
                  <a:pt x="137456" y="41477"/>
                  <a:pt x="137456" y="40882"/>
                </a:cubicBezTo>
                <a:cubicBezTo>
                  <a:pt x="137456" y="40303"/>
                  <a:pt x="137532" y="39870"/>
                  <a:pt x="137684" y="39581"/>
                </a:cubicBezTo>
                <a:cubicBezTo>
                  <a:pt x="137836" y="39292"/>
                  <a:pt x="138055" y="39147"/>
                  <a:pt x="138342" y="39147"/>
                </a:cubicBezTo>
                <a:lnTo>
                  <a:pt x="162727" y="39147"/>
                </a:lnTo>
                <a:cubicBezTo>
                  <a:pt x="162997" y="39147"/>
                  <a:pt x="163204" y="39283"/>
                  <a:pt x="163347" y="39555"/>
                </a:cubicBezTo>
                <a:cubicBezTo>
                  <a:pt x="163491" y="39828"/>
                  <a:pt x="163562" y="40253"/>
                  <a:pt x="163562" y="40831"/>
                </a:cubicBezTo>
                <a:close/>
                <a:moveTo>
                  <a:pt x="186932" y="31551"/>
                </a:moveTo>
                <a:cubicBezTo>
                  <a:pt x="186932" y="31871"/>
                  <a:pt x="186906" y="32141"/>
                  <a:pt x="186856" y="32361"/>
                </a:cubicBezTo>
                <a:cubicBezTo>
                  <a:pt x="186805" y="32580"/>
                  <a:pt x="186738" y="32758"/>
                  <a:pt x="186653" y="32893"/>
                </a:cubicBezTo>
                <a:cubicBezTo>
                  <a:pt x="186569" y="33028"/>
                  <a:pt x="186472" y="33125"/>
                  <a:pt x="186362" y="33184"/>
                </a:cubicBezTo>
                <a:cubicBezTo>
                  <a:pt x="186252" y="33243"/>
                  <a:pt x="186138" y="33272"/>
                  <a:pt x="186020" y="33272"/>
                </a:cubicBezTo>
                <a:lnTo>
                  <a:pt x="168903" y="33272"/>
                </a:lnTo>
                <a:cubicBezTo>
                  <a:pt x="168785" y="33272"/>
                  <a:pt x="168675" y="33243"/>
                  <a:pt x="168574" y="33184"/>
                </a:cubicBezTo>
                <a:cubicBezTo>
                  <a:pt x="168472" y="33125"/>
                  <a:pt x="168375" y="33028"/>
                  <a:pt x="168282" y="32893"/>
                </a:cubicBezTo>
                <a:cubicBezTo>
                  <a:pt x="168190" y="32758"/>
                  <a:pt x="168118" y="32580"/>
                  <a:pt x="168067" y="32361"/>
                </a:cubicBezTo>
                <a:cubicBezTo>
                  <a:pt x="168017" y="32141"/>
                  <a:pt x="167991" y="31871"/>
                  <a:pt x="167991" y="31551"/>
                </a:cubicBezTo>
                <a:cubicBezTo>
                  <a:pt x="167991" y="31247"/>
                  <a:pt x="168017" y="30985"/>
                  <a:pt x="168067" y="30766"/>
                </a:cubicBezTo>
                <a:cubicBezTo>
                  <a:pt x="168118" y="30546"/>
                  <a:pt x="168181" y="30365"/>
                  <a:pt x="168257" y="30221"/>
                </a:cubicBezTo>
                <a:cubicBezTo>
                  <a:pt x="168333" y="30078"/>
                  <a:pt x="168426" y="29968"/>
                  <a:pt x="168536" y="29892"/>
                </a:cubicBezTo>
                <a:cubicBezTo>
                  <a:pt x="168645" y="29816"/>
                  <a:pt x="168768" y="29778"/>
                  <a:pt x="168903" y="29778"/>
                </a:cubicBezTo>
                <a:lnTo>
                  <a:pt x="175740" y="29778"/>
                </a:lnTo>
                <a:lnTo>
                  <a:pt x="175740" y="4836"/>
                </a:lnTo>
                <a:lnTo>
                  <a:pt x="169409" y="8635"/>
                </a:lnTo>
                <a:cubicBezTo>
                  <a:pt x="169089" y="8803"/>
                  <a:pt x="168831" y="8905"/>
                  <a:pt x="168637" y="8938"/>
                </a:cubicBezTo>
                <a:cubicBezTo>
                  <a:pt x="168443" y="8972"/>
                  <a:pt x="168287" y="8934"/>
                  <a:pt x="168169" y="8825"/>
                </a:cubicBezTo>
                <a:cubicBezTo>
                  <a:pt x="168050" y="8715"/>
                  <a:pt x="167970" y="8533"/>
                  <a:pt x="167928" y="8279"/>
                </a:cubicBezTo>
                <a:cubicBezTo>
                  <a:pt x="167886" y="8025"/>
                  <a:pt x="167865" y="7703"/>
                  <a:pt x="167865" y="7314"/>
                </a:cubicBezTo>
                <a:cubicBezTo>
                  <a:pt x="167865" y="7026"/>
                  <a:pt x="167877" y="6780"/>
                  <a:pt x="167903" y="6577"/>
                </a:cubicBezTo>
                <a:cubicBezTo>
                  <a:pt x="167928" y="6374"/>
                  <a:pt x="167966" y="6205"/>
                  <a:pt x="168017" y="6069"/>
                </a:cubicBezTo>
                <a:cubicBezTo>
                  <a:pt x="168067" y="5934"/>
                  <a:pt x="168139" y="5815"/>
                  <a:pt x="168232" y="5714"/>
                </a:cubicBezTo>
                <a:cubicBezTo>
                  <a:pt x="168325" y="5612"/>
                  <a:pt x="168447" y="5511"/>
                  <a:pt x="168599" y="5409"/>
                </a:cubicBezTo>
                <a:lnTo>
                  <a:pt x="176145" y="558"/>
                </a:lnTo>
                <a:cubicBezTo>
                  <a:pt x="176212" y="507"/>
                  <a:pt x="176297" y="465"/>
                  <a:pt x="176398" y="431"/>
                </a:cubicBezTo>
                <a:cubicBezTo>
                  <a:pt x="176499" y="397"/>
                  <a:pt x="176626" y="363"/>
                  <a:pt x="176778" y="329"/>
                </a:cubicBezTo>
                <a:cubicBezTo>
                  <a:pt x="176930" y="295"/>
                  <a:pt x="177107" y="274"/>
                  <a:pt x="177310" y="266"/>
                </a:cubicBezTo>
                <a:cubicBezTo>
                  <a:pt x="177512" y="257"/>
                  <a:pt x="177765" y="253"/>
                  <a:pt x="178069" y="253"/>
                </a:cubicBezTo>
                <a:cubicBezTo>
                  <a:pt x="178474" y="253"/>
                  <a:pt x="178812" y="270"/>
                  <a:pt x="179082" y="304"/>
                </a:cubicBezTo>
                <a:cubicBezTo>
                  <a:pt x="179352" y="338"/>
                  <a:pt x="179563" y="384"/>
                  <a:pt x="179715" y="443"/>
                </a:cubicBezTo>
                <a:cubicBezTo>
                  <a:pt x="179867" y="502"/>
                  <a:pt x="179968" y="578"/>
                  <a:pt x="180019" y="672"/>
                </a:cubicBezTo>
                <a:cubicBezTo>
                  <a:pt x="180070" y="765"/>
                  <a:pt x="180095" y="862"/>
                  <a:pt x="180095" y="963"/>
                </a:cubicBezTo>
                <a:lnTo>
                  <a:pt x="180095" y="29778"/>
                </a:lnTo>
                <a:lnTo>
                  <a:pt x="186020" y="29778"/>
                </a:lnTo>
                <a:cubicBezTo>
                  <a:pt x="186155" y="29778"/>
                  <a:pt x="186282" y="29816"/>
                  <a:pt x="186400" y="29892"/>
                </a:cubicBezTo>
                <a:cubicBezTo>
                  <a:pt x="186518" y="29968"/>
                  <a:pt x="186615" y="30078"/>
                  <a:pt x="186691" y="30221"/>
                </a:cubicBezTo>
                <a:cubicBezTo>
                  <a:pt x="186767" y="30365"/>
                  <a:pt x="186826" y="30546"/>
                  <a:pt x="186868" y="30766"/>
                </a:cubicBezTo>
                <a:cubicBezTo>
                  <a:pt x="186911" y="30985"/>
                  <a:pt x="186932" y="31247"/>
                  <a:pt x="186932" y="31551"/>
                </a:cubicBezTo>
                <a:close/>
                <a:moveTo>
                  <a:pt x="212889" y="31399"/>
                </a:moveTo>
                <a:cubicBezTo>
                  <a:pt x="212889" y="31703"/>
                  <a:pt x="212868" y="31973"/>
                  <a:pt x="212826" y="32209"/>
                </a:cubicBezTo>
                <a:cubicBezTo>
                  <a:pt x="212783" y="32445"/>
                  <a:pt x="212724" y="32644"/>
                  <a:pt x="212648" y="32804"/>
                </a:cubicBezTo>
                <a:cubicBezTo>
                  <a:pt x="212572" y="32964"/>
                  <a:pt x="212471" y="33083"/>
                  <a:pt x="212344" y="33159"/>
                </a:cubicBezTo>
                <a:cubicBezTo>
                  <a:pt x="212218" y="33235"/>
                  <a:pt x="212079" y="33272"/>
                  <a:pt x="211927" y="33272"/>
                </a:cubicBezTo>
                <a:lnTo>
                  <a:pt x="193822" y="33272"/>
                </a:lnTo>
                <a:cubicBezTo>
                  <a:pt x="193585" y="33272"/>
                  <a:pt x="193379" y="33243"/>
                  <a:pt x="193201" y="33184"/>
                </a:cubicBezTo>
                <a:cubicBezTo>
                  <a:pt x="193024" y="33125"/>
                  <a:pt x="192872" y="33028"/>
                  <a:pt x="192746" y="32893"/>
                </a:cubicBezTo>
                <a:cubicBezTo>
                  <a:pt x="192619" y="32758"/>
                  <a:pt x="192526" y="32563"/>
                  <a:pt x="192467" y="32310"/>
                </a:cubicBezTo>
                <a:cubicBezTo>
                  <a:pt x="192408" y="32057"/>
                  <a:pt x="192378" y="31745"/>
                  <a:pt x="192378" y="31373"/>
                </a:cubicBezTo>
                <a:cubicBezTo>
                  <a:pt x="192378" y="31036"/>
                  <a:pt x="192391" y="30740"/>
                  <a:pt x="192416" y="30487"/>
                </a:cubicBezTo>
                <a:cubicBezTo>
                  <a:pt x="192442" y="30234"/>
                  <a:pt x="192497" y="30010"/>
                  <a:pt x="192581" y="29816"/>
                </a:cubicBezTo>
                <a:cubicBezTo>
                  <a:pt x="192665" y="29622"/>
                  <a:pt x="192771" y="29428"/>
                  <a:pt x="192897" y="29234"/>
                </a:cubicBezTo>
                <a:cubicBezTo>
                  <a:pt x="193024" y="29040"/>
                  <a:pt x="193189" y="28833"/>
                  <a:pt x="193391" y="28613"/>
                </a:cubicBezTo>
                <a:lnTo>
                  <a:pt x="199747" y="21869"/>
                </a:lnTo>
                <a:cubicBezTo>
                  <a:pt x="201216" y="20315"/>
                  <a:pt x="202393" y="18921"/>
                  <a:pt x="203279" y="17688"/>
                </a:cubicBezTo>
                <a:cubicBezTo>
                  <a:pt x="204166" y="16455"/>
                  <a:pt x="204849" y="15331"/>
                  <a:pt x="205330" y="14318"/>
                </a:cubicBezTo>
                <a:cubicBezTo>
                  <a:pt x="205811" y="13304"/>
                  <a:pt x="206128" y="12383"/>
                  <a:pt x="206280" y="11555"/>
                </a:cubicBezTo>
                <a:cubicBezTo>
                  <a:pt x="206432" y="10728"/>
                  <a:pt x="206508" y="9951"/>
                  <a:pt x="206508" y="9224"/>
                </a:cubicBezTo>
                <a:cubicBezTo>
                  <a:pt x="206508" y="8497"/>
                  <a:pt x="206390" y="7809"/>
                  <a:pt x="206153" y="7158"/>
                </a:cubicBezTo>
                <a:cubicBezTo>
                  <a:pt x="205917" y="6507"/>
                  <a:pt x="205575" y="5937"/>
                  <a:pt x="205128" y="5447"/>
                </a:cubicBezTo>
                <a:cubicBezTo>
                  <a:pt x="204680" y="4956"/>
                  <a:pt x="204119" y="4567"/>
                  <a:pt x="203444" y="4280"/>
                </a:cubicBezTo>
                <a:cubicBezTo>
                  <a:pt x="202769" y="3993"/>
                  <a:pt x="201992" y="3849"/>
                  <a:pt x="201114" y="3849"/>
                </a:cubicBezTo>
                <a:cubicBezTo>
                  <a:pt x="200085" y="3849"/>
                  <a:pt x="199160" y="3992"/>
                  <a:pt x="198342" y="4279"/>
                </a:cubicBezTo>
                <a:cubicBezTo>
                  <a:pt x="197523" y="4566"/>
                  <a:pt x="196805" y="4879"/>
                  <a:pt x="196189" y="5216"/>
                </a:cubicBezTo>
                <a:cubicBezTo>
                  <a:pt x="195573" y="5554"/>
                  <a:pt x="195058" y="5866"/>
                  <a:pt x="194645" y="6153"/>
                </a:cubicBezTo>
                <a:cubicBezTo>
                  <a:pt x="194231" y="6440"/>
                  <a:pt x="193923" y="6584"/>
                  <a:pt x="193720" y="6584"/>
                </a:cubicBezTo>
                <a:cubicBezTo>
                  <a:pt x="193602" y="6584"/>
                  <a:pt x="193497" y="6550"/>
                  <a:pt x="193404" y="6482"/>
                </a:cubicBezTo>
                <a:cubicBezTo>
                  <a:pt x="193311" y="6415"/>
                  <a:pt x="193235" y="6305"/>
                  <a:pt x="193176" y="6153"/>
                </a:cubicBezTo>
                <a:cubicBezTo>
                  <a:pt x="193117" y="6001"/>
                  <a:pt x="193071" y="5799"/>
                  <a:pt x="193037" y="5545"/>
                </a:cubicBezTo>
                <a:cubicBezTo>
                  <a:pt x="193003" y="5292"/>
                  <a:pt x="192986" y="4988"/>
                  <a:pt x="192986" y="4634"/>
                </a:cubicBezTo>
                <a:cubicBezTo>
                  <a:pt x="192986" y="4381"/>
                  <a:pt x="192995" y="4161"/>
                  <a:pt x="193011" y="3975"/>
                </a:cubicBezTo>
                <a:cubicBezTo>
                  <a:pt x="193028" y="3790"/>
                  <a:pt x="193058" y="3629"/>
                  <a:pt x="193100" y="3494"/>
                </a:cubicBezTo>
                <a:cubicBezTo>
                  <a:pt x="193142" y="3359"/>
                  <a:pt x="193197" y="3233"/>
                  <a:pt x="193265" y="3115"/>
                </a:cubicBezTo>
                <a:cubicBezTo>
                  <a:pt x="193332" y="2996"/>
                  <a:pt x="193467" y="2849"/>
                  <a:pt x="193670" y="2671"/>
                </a:cubicBezTo>
                <a:cubicBezTo>
                  <a:pt x="193872" y="2494"/>
                  <a:pt x="194223" y="2254"/>
                  <a:pt x="194721" y="1950"/>
                </a:cubicBezTo>
                <a:cubicBezTo>
                  <a:pt x="195219" y="1646"/>
                  <a:pt x="195843" y="1346"/>
                  <a:pt x="196594" y="1051"/>
                </a:cubicBezTo>
                <a:cubicBezTo>
                  <a:pt x="197346" y="755"/>
                  <a:pt x="198173" y="506"/>
                  <a:pt x="199076" y="304"/>
                </a:cubicBezTo>
                <a:cubicBezTo>
                  <a:pt x="199979" y="101"/>
                  <a:pt x="200929" y="0"/>
                  <a:pt x="201925" y="0"/>
                </a:cubicBezTo>
                <a:cubicBezTo>
                  <a:pt x="203511" y="0"/>
                  <a:pt x="204900" y="224"/>
                  <a:pt x="206090" y="672"/>
                </a:cubicBezTo>
                <a:cubicBezTo>
                  <a:pt x="207280" y="1119"/>
                  <a:pt x="208268" y="1731"/>
                  <a:pt x="209053" y="2508"/>
                </a:cubicBezTo>
                <a:cubicBezTo>
                  <a:pt x="209838" y="3285"/>
                  <a:pt x="210424" y="4189"/>
                  <a:pt x="210812" y="5220"/>
                </a:cubicBezTo>
                <a:cubicBezTo>
                  <a:pt x="211201" y="6250"/>
                  <a:pt x="211395" y="7349"/>
                  <a:pt x="211395" y="8514"/>
                </a:cubicBezTo>
                <a:cubicBezTo>
                  <a:pt x="211395" y="9562"/>
                  <a:pt x="211302" y="10605"/>
                  <a:pt x="211116" y="11645"/>
                </a:cubicBezTo>
                <a:cubicBezTo>
                  <a:pt x="210931" y="12683"/>
                  <a:pt x="210538" y="13807"/>
                  <a:pt x="209939" y="15015"/>
                </a:cubicBezTo>
                <a:cubicBezTo>
                  <a:pt x="209340" y="16223"/>
                  <a:pt x="208474" y="17566"/>
                  <a:pt x="207343" y="19044"/>
                </a:cubicBezTo>
                <a:cubicBezTo>
                  <a:pt x="206212" y="20522"/>
                  <a:pt x="204710" y="22224"/>
                  <a:pt x="202836" y="24150"/>
                </a:cubicBezTo>
                <a:lnTo>
                  <a:pt x="197645" y="29576"/>
                </a:lnTo>
                <a:lnTo>
                  <a:pt x="211901" y="29576"/>
                </a:lnTo>
                <a:cubicBezTo>
                  <a:pt x="212036" y="29576"/>
                  <a:pt x="212167" y="29614"/>
                  <a:pt x="212294" y="29689"/>
                </a:cubicBezTo>
                <a:cubicBezTo>
                  <a:pt x="212420" y="29765"/>
                  <a:pt x="212530" y="29879"/>
                  <a:pt x="212623" y="30031"/>
                </a:cubicBezTo>
                <a:cubicBezTo>
                  <a:pt x="212716" y="30183"/>
                  <a:pt x="212783" y="30373"/>
                  <a:pt x="212826" y="30601"/>
                </a:cubicBezTo>
                <a:cubicBezTo>
                  <a:pt x="212868" y="30829"/>
                  <a:pt x="212889" y="31095"/>
                  <a:pt x="212889" y="31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2102DD-EFAB-4234-82F2-F902D331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92" y="9909552"/>
            <a:ext cx="367504" cy="77788"/>
          </a:xfrm>
          <a:custGeom xmlns:a="http://schemas.openxmlformats.org/drawingml/2006/main">
            <a:pathLst>
              <a:path w="367504" h="77788">
                <a:moveTo>
                  <a:pt x="0" y="12965"/>
                </a:moveTo>
                <a:cubicBezTo>
                  <a:pt x="0" y="5791"/>
                  <a:pt x="5791" y="0"/>
                  <a:pt x="12965" y="0"/>
                </a:cubicBezTo>
                <a:lnTo>
                  <a:pt x="354539" y="0"/>
                </a:lnTo>
                <a:cubicBezTo>
                  <a:pt x="361713" y="0"/>
                  <a:pt x="367504" y="5791"/>
                  <a:pt x="367504" y="12965"/>
                </a:cubicBezTo>
                <a:lnTo>
                  <a:pt x="367504" y="64823"/>
                </a:lnTo>
                <a:cubicBezTo>
                  <a:pt x="367504" y="71997"/>
                  <a:pt x="361713" y="77788"/>
                  <a:pt x="354539" y="77788"/>
                </a:cubicBezTo>
                <a:lnTo>
                  <a:pt x="12965" y="77788"/>
                </a:lnTo>
                <a:cubicBezTo>
                  <a:pt x="5791" y="77788"/>
                  <a:pt x="0" y="71997"/>
                  <a:pt x="0" y="64823"/>
                </a:cubicBezTo>
                <a:lnTo>
                  <a:pt x="0" y="12965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Text PATCH_13">
            <a:extLst xmlns:a="http://schemas.openxmlformats.org/drawingml/2006/main">
              <a:ext uri="{FF2B5EF4-FFF2-40B4-BE49-F238E27FC236}">
                <a16:creationId xmlns:a16="http://schemas.microsoft.com/office/drawing/2014/main" id="{FF418DC1-33CB-4C78-9D2D-E428E1E0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19" y="9933670"/>
            <a:ext cx="212636" cy="42540"/>
          </a:xfrm>
          <a:custGeom xmlns:a="http://schemas.openxmlformats.org/drawingml/2006/main">
            <a:pathLst>
              <a:path w="212636" h="42540">
                <a:moveTo>
                  <a:pt x="20131" y="10103"/>
                </a:moveTo>
                <a:cubicBezTo>
                  <a:pt x="20131" y="11741"/>
                  <a:pt x="19861" y="13218"/>
                  <a:pt x="19320" y="14535"/>
                </a:cubicBezTo>
                <a:cubicBezTo>
                  <a:pt x="18780" y="15851"/>
                  <a:pt x="18008" y="16974"/>
                  <a:pt x="17003" y="17902"/>
                </a:cubicBezTo>
                <a:cubicBezTo>
                  <a:pt x="15999" y="18831"/>
                  <a:pt x="14767" y="19548"/>
                  <a:pt x="13306" y="20055"/>
                </a:cubicBezTo>
                <a:cubicBezTo>
                  <a:pt x="11846" y="20561"/>
                  <a:pt x="10103" y="20814"/>
                  <a:pt x="8078" y="20814"/>
                </a:cubicBezTo>
                <a:lnTo>
                  <a:pt x="4355" y="20814"/>
                </a:lnTo>
                <a:lnTo>
                  <a:pt x="4355" y="32614"/>
                </a:lnTo>
                <a:cubicBezTo>
                  <a:pt x="4355" y="32749"/>
                  <a:pt x="4317" y="32867"/>
                  <a:pt x="4241" y="32969"/>
                </a:cubicBezTo>
                <a:cubicBezTo>
                  <a:pt x="4165" y="33070"/>
                  <a:pt x="4047" y="33150"/>
                  <a:pt x="3887" y="33209"/>
                </a:cubicBezTo>
                <a:cubicBezTo>
                  <a:pt x="3726" y="33268"/>
                  <a:pt x="3507" y="33319"/>
                  <a:pt x="3228" y="33361"/>
                </a:cubicBezTo>
                <a:cubicBezTo>
                  <a:pt x="2950" y="33403"/>
                  <a:pt x="2600" y="33424"/>
                  <a:pt x="2178" y="33424"/>
                </a:cubicBezTo>
                <a:cubicBezTo>
                  <a:pt x="1756" y="33424"/>
                  <a:pt x="1405" y="33403"/>
                  <a:pt x="1127" y="33361"/>
                </a:cubicBezTo>
                <a:cubicBezTo>
                  <a:pt x="848" y="33319"/>
                  <a:pt x="625" y="33268"/>
                  <a:pt x="456" y="33209"/>
                </a:cubicBezTo>
                <a:cubicBezTo>
                  <a:pt x="287" y="33150"/>
                  <a:pt x="169" y="33070"/>
                  <a:pt x="101" y="32969"/>
                </a:cubicBezTo>
                <a:cubicBezTo>
                  <a:pt x="34" y="32867"/>
                  <a:pt x="0" y="32749"/>
                  <a:pt x="0" y="32614"/>
                </a:cubicBezTo>
                <a:lnTo>
                  <a:pt x="0" y="2380"/>
                </a:lnTo>
                <a:cubicBezTo>
                  <a:pt x="0" y="1705"/>
                  <a:pt x="177" y="1224"/>
                  <a:pt x="532" y="937"/>
                </a:cubicBezTo>
                <a:cubicBezTo>
                  <a:pt x="886" y="650"/>
                  <a:pt x="1283" y="506"/>
                  <a:pt x="1722" y="506"/>
                </a:cubicBezTo>
                <a:lnTo>
                  <a:pt x="8736" y="506"/>
                </a:lnTo>
                <a:cubicBezTo>
                  <a:pt x="9445" y="506"/>
                  <a:pt x="10124" y="536"/>
                  <a:pt x="10774" y="595"/>
                </a:cubicBezTo>
                <a:cubicBezTo>
                  <a:pt x="11424" y="654"/>
                  <a:pt x="12192" y="781"/>
                  <a:pt x="13079" y="975"/>
                </a:cubicBezTo>
                <a:cubicBezTo>
                  <a:pt x="13965" y="1169"/>
                  <a:pt x="14868" y="1532"/>
                  <a:pt x="15788" y="2064"/>
                </a:cubicBezTo>
                <a:cubicBezTo>
                  <a:pt x="16708" y="2595"/>
                  <a:pt x="17489" y="3250"/>
                  <a:pt x="18130" y="4026"/>
                </a:cubicBezTo>
                <a:cubicBezTo>
                  <a:pt x="18772" y="4803"/>
                  <a:pt x="19265" y="5702"/>
                  <a:pt x="19612" y="6723"/>
                </a:cubicBezTo>
                <a:cubicBezTo>
                  <a:pt x="19958" y="7744"/>
                  <a:pt x="20131" y="8871"/>
                  <a:pt x="20131" y="10103"/>
                </a:cubicBezTo>
                <a:moveTo>
                  <a:pt x="15547" y="10458"/>
                </a:moveTo>
                <a:cubicBezTo>
                  <a:pt x="15547" y="9124"/>
                  <a:pt x="15298" y="8010"/>
                  <a:pt x="14800" y="7115"/>
                </a:cubicBezTo>
                <a:cubicBezTo>
                  <a:pt x="14302" y="6221"/>
                  <a:pt x="13686" y="5554"/>
                  <a:pt x="12952" y="5115"/>
                </a:cubicBezTo>
                <a:cubicBezTo>
                  <a:pt x="12218" y="4676"/>
                  <a:pt x="11458" y="4398"/>
                  <a:pt x="10673" y="4279"/>
                </a:cubicBezTo>
                <a:cubicBezTo>
                  <a:pt x="9888" y="4161"/>
                  <a:pt x="9124" y="4102"/>
                  <a:pt x="8381" y="4102"/>
                </a:cubicBezTo>
                <a:lnTo>
                  <a:pt x="4355" y="4102"/>
                </a:lnTo>
                <a:lnTo>
                  <a:pt x="4355" y="17244"/>
                </a:lnTo>
                <a:lnTo>
                  <a:pt x="8280" y="17244"/>
                </a:lnTo>
                <a:cubicBezTo>
                  <a:pt x="9597" y="17244"/>
                  <a:pt x="10690" y="17075"/>
                  <a:pt x="11559" y="16738"/>
                </a:cubicBezTo>
                <a:cubicBezTo>
                  <a:pt x="12429" y="16400"/>
                  <a:pt x="13159" y="15931"/>
                  <a:pt x="13750" y="15332"/>
                </a:cubicBezTo>
                <a:cubicBezTo>
                  <a:pt x="14340" y="14733"/>
                  <a:pt x="14788" y="14015"/>
                  <a:pt x="15092" y="13180"/>
                </a:cubicBezTo>
                <a:cubicBezTo>
                  <a:pt x="15395" y="12344"/>
                  <a:pt x="15547" y="11437"/>
                  <a:pt x="15547" y="10458"/>
                </a:cubicBezTo>
                <a:close/>
                <a:moveTo>
                  <a:pt x="51347" y="31728"/>
                </a:moveTo>
                <a:cubicBezTo>
                  <a:pt x="51482" y="32099"/>
                  <a:pt x="51554" y="32399"/>
                  <a:pt x="51563" y="32627"/>
                </a:cubicBezTo>
                <a:cubicBezTo>
                  <a:pt x="51571" y="32855"/>
                  <a:pt x="51508" y="33028"/>
                  <a:pt x="51373" y="33146"/>
                </a:cubicBezTo>
                <a:cubicBezTo>
                  <a:pt x="51238" y="33264"/>
                  <a:pt x="51014" y="33340"/>
                  <a:pt x="50702" y="33374"/>
                </a:cubicBezTo>
                <a:cubicBezTo>
                  <a:pt x="50389" y="33408"/>
                  <a:pt x="49972" y="33424"/>
                  <a:pt x="49448" y="33424"/>
                </a:cubicBezTo>
                <a:cubicBezTo>
                  <a:pt x="48925" y="33424"/>
                  <a:pt x="48507" y="33412"/>
                  <a:pt x="48195" y="33386"/>
                </a:cubicBezTo>
                <a:cubicBezTo>
                  <a:pt x="47883" y="33361"/>
                  <a:pt x="47646" y="33319"/>
                  <a:pt x="47486" y="33260"/>
                </a:cubicBezTo>
                <a:cubicBezTo>
                  <a:pt x="47325" y="33201"/>
                  <a:pt x="47207" y="33121"/>
                  <a:pt x="47131" y="33019"/>
                </a:cubicBezTo>
                <a:cubicBezTo>
                  <a:pt x="47055" y="32918"/>
                  <a:pt x="46984" y="32791"/>
                  <a:pt x="46916" y="32639"/>
                </a:cubicBezTo>
                <a:lnTo>
                  <a:pt x="44105" y="24663"/>
                </a:lnTo>
                <a:lnTo>
                  <a:pt x="30482" y="24663"/>
                </a:lnTo>
                <a:lnTo>
                  <a:pt x="27798" y="32538"/>
                </a:lnTo>
                <a:cubicBezTo>
                  <a:pt x="27748" y="32690"/>
                  <a:pt x="27680" y="32821"/>
                  <a:pt x="27596" y="32931"/>
                </a:cubicBezTo>
                <a:cubicBezTo>
                  <a:pt x="27511" y="33040"/>
                  <a:pt x="27389" y="33133"/>
                  <a:pt x="27229" y="33209"/>
                </a:cubicBezTo>
                <a:cubicBezTo>
                  <a:pt x="27068" y="33285"/>
                  <a:pt x="26840" y="33340"/>
                  <a:pt x="26545" y="33374"/>
                </a:cubicBezTo>
                <a:cubicBezTo>
                  <a:pt x="26250" y="33408"/>
                  <a:pt x="25865" y="33424"/>
                  <a:pt x="25393" y="33424"/>
                </a:cubicBezTo>
                <a:cubicBezTo>
                  <a:pt x="24903" y="33424"/>
                  <a:pt x="24502" y="33403"/>
                  <a:pt x="24190" y="33361"/>
                </a:cubicBezTo>
                <a:cubicBezTo>
                  <a:pt x="23878" y="33319"/>
                  <a:pt x="23658" y="33239"/>
                  <a:pt x="23532" y="33121"/>
                </a:cubicBezTo>
                <a:cubicBezTo>
                  <a:pt x="23405" y="33002"/>
                  <a:pt x="23346" y="32829"/>
                  <a:pt x="23354" y="32601"/>
                </a:cubicBezTo>
                <a:cubicBezTo>
                  <a:pt x="23363" y="32374"/>
                  <a:pt x="23435" y="32074"/>
                  <a:pt x="23570" y="31703"/>
                </a:cubicBezTo>
                <a:lnTo>
                  <a:pt x="34559" y="1266"/>
                </a:lnTo>
                <a:cubicBezTo>
                  <a:pt x="34627" y="1080"/>
                  <a:pt x="34715" y="928"/>
                  <a:pt x="34825" y="810"/>
                </a:cubicBezTo>
                <a:cubicBezTo>
                  <a:pt x="34935" y="692"/>
                  <a:pt x="35095" y="599"/>
                  <a:pt x="35306" y="532"/>
                </a:cubicBezTo>
                <a:cubicBezTo>
                  <a:pt x="35517" y="464"/>
                  <a:pt x="35787" y="418"/>
                  <a:pt x="36116" y="392"/>
                </a:cubicBezTo>
                <a:cubicBezTo>
                  <a:pt x="36446" y="367"/>
                  <a:pt x="36863" y="355"/>
                  <a:pt x="37370" y="355"/>
                </a:cubicBezTo>
                <a:cubicBezTo>
                  <a:pt x="37910" y="355"/>
                  <a:pt x="38357" y="367"/>
                  <a:pt x="38712" y="392"/>
                </a:cubicBezTo>
                <a:cubicBezTo>
                  <a:pt x="39066" y="418"/>
                  <a:pt x="39353" y="464"/>
                  <a:pt x="39573" y="532"/>
                </a:cubicBezTo>
                <a:cubicBezTo>
                  <a:pt x="39792" y="599"/>
                  <a:pt x="39961" y="696"/>
                  <a:pt x="40079" y="823"/>
                </a:cubicBezTo>
                <a:cubicBezTo>
                  <a:pt x="40197" y="950"/>
                  <a:pt x="40290" y="1106"/>
                  <a:pt x="40358" y="1291"/>
                </a:cubicBezTo>
                <a:lnTo>
                  <a:pt x="51347" y="31728"/>
                </a:lnTo>
                <a:moveTo>
                  <a:pt x="37243" y="4862"/>
                </a:moveTo>
                <a:lnTo>
                  <a:pt x="37218" y="4862"/>
                </a:lnTo>
                <a:lnTo>
                  <a:pt x="31571" y="21194"/>
                </a:lnTo>
                <a:lnTo>
                  <a:pt x="42966" y="21194"/>
                </a:lnTo>
                <a:lnTo>
                  <a:pt x="37243" y="4862"/>
                </a:lnTo>
                <a:close/>
                <a:moveTo>
                  <a:pt x="77528" y="2380"/>
                </a:moveTo>
                <a:cubicBezTo>
                  <a:pt x="77528" y="2701"/>
                  <a:pt x="77511" y="2979"/>
                  <a:pt x="77478" y="3216"/>
                </a:cubicBezTo>
                <a:cubicBezTo>
                  <a:pt x="77444" y="3452"/>
                  <a:pt x="77389" y="3642"/>
                  <a:pt x="77313" y="3786"/>
                </a:cubicBezTo>
                <a:cubicBezTo>
                  <a:pt x="77237" y="3929"/>
                  <a:pt x="77144" y="4035"/>
                  <a:pt x="77034" y="4102"/>
                </a:cubicBezTo>
                <a:cubicBezTo>
                  <a:pt x="76925" y="4170"/>
                  <a:pt x="76802" y="4203"/>
                  <a:pt x="76667" y="4203"/>
                </a:cubicBezTo>
                <a:lnTo>
                  <a:pt x="67450" y="4203"/>
                </a:lnTo>
                <a:lnTo>
                  <a:pt x="67450" y="32614"/>
                </a:lnTo>
                <a:cubicBezTo>
                  <a:pt x="67450" y="32749"/>
                  <a:pt x="67416" y="32867"/>
                  <a:pt x="67349" y="32969"/>
                </a:cubicBezTo>
                <a:cubicBezTo>
                  <a:pt x="67281" y="33070"/>
                  <a:pt x="67163" y="33150"/>
                  <a:pt x="66994" y="33209"/>
                </a:cubicBezTo>
                <a:cubicBezTo>
                  <a:pt x="66826" y="33268"/>
                  <a:pt x="66602" y="33319"/>
                  <a:pt x="66323" y="33361"/>
                </a:cubicBezTo>
                <a:cubicBezTo>
                  <a:pt x="66045" y="33403"/>
                  <a:pt x="65695" y="33424"/>
                  <a:pt x="65273" y="33424"/>
                </a:cubicBezTo>
                <a:cubicBezTo>
                  <a:pt x="64867" y="33424"/>
                  <a:pt x="64521" y="33403"/>
                  <a:pt x="64234" y="33361"/>
                </a:cubicBezTo>
                <a:cubicBezTo>
                  <a:pt x="63947" y="33319"/>
                  <a:pt x="63720" y="33268"/>
                  <a:pt x="63551" y="33209"/>
                </a:cubicBezTo>
                <a:cubicBezTo>
                  <a:pt x="63382" y="33150"/>
                  <a:pt x="63264" y="33070"/>
                  <a:pt x="63196" y="32969"/>
                </a:cubicBezTo>
                <a:cubicBezTo>
                  <a:pt x="63129" y="32867"/>
                  <a:pt x="63095" y="32749"/>
                  <a:pt x="63095" y="32614"/>
                </a:cubicBezTo>
                <a:lnTo>
                  <a:pt x="63095" y="4203"/>
                </a:lnTo>
                <a:lnTo>
                  <a:pt x="53878" y="4203"/>
                </a:lnTo>
                <a:cubicBezTo>
                  <a:pt x="53743" y="4203"/>
                  <a:pt x="53620" y="4170"/>
                  <a:pt x="53511" y="4102"/>
                </a:cubicBezTo>
                <a:cubicBezTo>
                  <a:pt x="53401" y="4035"/>
                  <a:pt x="53312" y="3929"/>
                  <a:pt x="53245" y="3786"/>
                </a:cubicBezTo>
                <a:cubicBezTo>
                  <a:pt x="53177" y="3642"/>
                  <a:pt x="53122" y="3452"/>
                  <a:pt x="53080" y="3216"/>
                </a:cubicBezTo>
                <a:cubicBezTo>
                  <a:pt x="53038" y="2979"/>
                  <a:pt x="53017" y="2701"/>
                  <a:pt x="53017" y="2380"/>
                </a:cubicBezTo>
                <a:cubicBezTo>
                  <a:pt x="53017" y="2059"/>
                  <a:pt x="53038" y="1777"/>
                  <a:pt x="53080" y="1532"/>
                </a:cubicBezTo>
                <a:cubicBezTo>
                  <a:pt x="53122" y="1287"/>
                  <a:pt x="53177" y="1089"/>
                  <a:pt x="53245" y="937"/>
                </a:cubicBezTo>
                <a:cubicBezTo>
                  <a:pt x="53312" y="785"/>
                  <a:pt x="53401" y="675"/>
                  <a:pt x="53511" y="608"/>
                </a:cubicBezTo>
                <a:cubicBezTo>
                  <a:pt x="53620" y="540"/>
                  <a:pt x="53743" y="506"/>
                  <a:pt x="53878" y="506"/>
                </a:cubicBezTo>
                <a:lnTo>
                  <a:pt x="76667" y="506"/>
                </a:lnTo>
                <a:cubicBezTo>
                  <a:pt x="76802" y="506"/>
                  <a:pt x="76925" y="540"/>
                  <a:pt x="77034" y="608"/>
                </a:cubicBezTo>
                <a:cubicBezTo>
                  <a:pt x="77144" y="675"/>
                  <a:pt x="77237" y="785"/>
                  <a:pt x="77313" y="937"/>
                </a:cubicBezTo>
                <a:cubicBezTo>
                  <a:pt x="77389" y="1089"/>
                  <a:pt x="77444" y="1287"/>
                  <a:pt x="77478" y="1532"/>
                </a:cubicBezTo>
                <a:cubicBezTo>
                  <a:pt x="77511" y="1777"/>
                  <a:pt x="77528" y="2059"/>
                  <a:pt x="77528" y="2380"/>
                </a:cubicBezTo>
                <a:close/>
                <a:moveTo>
                  <a:pt x="103762" y="28613"/>
                </a:moveTo>
                <a:cubicBezTo>
                  <a:pt x="103762" y="28883"/>
                  <a:pt x="103754" y="29120"/>
                  <a:pt x="103737" y="29322"/>
                </a:cubicBezTo>
                <a:cubicBezTo>
                  <a:pt x="103720" y="29525"/>
                  <a:pt x="103691" y="29702"/>
                  <a:pt x="103648" y="29854"/>
                </a:cubicBezTo>
                <a:cubicBezTo>
                  <a:pt x="103606" y="30006"/>
                  <a:pt x="103551" y="30141"/>
                  <a:pt x="103484" y="30259"/>
                </a:cubicBezTo>
                <a:cubicBezTo>
                  <a:pt x="103416" y="30377"/>
                  <a:pt x="103298" y="30522"/>
                  <a:pt x="103129" y="30692"/>
                </a:cubicBezTo>
                <a:cubicBezTo>
                  <a:pt x="102960" y="30862"/>
                  <a:pt x="102606" y="31121"/>
                  <a:pt x="102066" y="31470"/>
                </a:cubicBezTo>
                <a:cubicBezTo>
                  <a:pt x="101526" y="31819"/>
                  <a:pt x="100855" y="32159"/>
                  <a:pt x="100053" y="32491"/>
                </a:cubicBezTo>
                <a:cubicBezTo>
                  <a:pt x="99251" y="32822"/>
                  <a:pt x="98331" y="33103"/>
                  <a:pt x="97293" y="33333"/>
                </a:cubicBezTo>
                <a:cubicBezTo>
                  <a:pt x="96254" y="33563"/>
                  <a:pt x="95119" y="33678"/>
                  <a:pt x="93887" y="33678"/>
                </a:cubicBezTo>
                <a:cubicBezTo>
                  <a:pt x="91760" y="33678"/>
                  <a:pt x="89840" y="33323"/>
                  <a:pt x="88126" y="32614"/>
                </a:cubicBezTo>
                <a:cubicBezTo>
                  <a:pt x="86413" y="31905"/>
                  <a:pt x="84953" y="30858"/>
                  <a:pt x="83746" y="29474"/>
                </a:cubicBezTo>
                <a:cubicBezTo>
                  <a:pt x="82539" y="28090"/>
                  <a:pt x="81610" y="26381"/>
                  <a:pt x="80960" y="24347"/>
                </a:cubicBezTo>
                <a:cubicBezTo>
                  <a:pt x="80310" y="22312"/>
                  <a:pt x="79985" y="19970"/>
                  <a:pt x="79985" y="17320"/>
                </a:cubicBezTo>
                <a:cubicBezTo>
                  <a:pt x="79985" y="14602"/>
                  <a:pt x="80336" y="12180"/>
                  <a:pt x="81036" y="10053"/>
                </a:cubicBezTo>
                <a:cubicBezTo>
                  <a:pt x="81737" y="7926"/>
                  <a:pt x="82720" y="6124"/>
                  <a:pt x="83986" y="4646"/>
                </a:cubicBezTo>
                <a:cubicBezTo>
                  <a:pt x="85252" y="3169"/>
                  <a:pt x="86767" y="2043"/>
                  <a:pt x="88531" y="1266"/>
                </a:cubicBezTo>
                <a:cubicBezTo>
                  <a:pt x="90295" y="490"/>
                  <a:pt x="92249" y="101"/>
                  <a:pt x="94393" y="101"/>
                </a:cubicBezTo>
                <a:cubicBezTo>
                  <a:pt x="95339" y="101"/>
                  <a:pt x="96259" y="191"/>
                  <a:pt x="97153" y="370"/>
                </a:cubicBezTo>
                <a:cubicBezTo>
                  <a:pt x="98048" y="548"/>
                  <a:pt x="98875" y="774"/>
                  <a:pt x="99635" y="1046"/>
                </a:cubicBezTo>
                <a:cubicBezTo>
                  <a:pt x="100395" y="1318"/>
                  <a:pt x="101070" y="1633"/>
                  <a:pt x="101661" y="1991"/>
                </a:cubicBezTo>
                <a:cubicBezTo>
                  <a:pt x="102251" y="2348"/>
                  <a:pt x="102661" y="2642"/>
                  <a:pt x="102889" y="2872"/>
                </a:cubicBezTo>
                <a:cubicBezTo>
                  <a:pt x="103117" y="3101"/>
                  <a:pt x="103264" y="3275"/>
                  <a:pt x="103332" y="3393"/>
                </a:cubicBezTo>
                <a:cubicBezTo>
                  <a:pt x="103399" y="3511"/>
                  <a:pt x="103454" y="3651"/>
                  <a:pt x="103496" y="3811"/>
                </a:cubicBezTo>
                <a:cubicBezTo>
                  <a:pt x="103539" y="3971"/>
                  <a:pt x="103572" y="4161"/>
                  <a:pt x="103598" y="4381"/>
                </a:cubicBezTo>
                <a:cubicBezTo>
                  <a:pt x="103623" y="4600"/>
                  <a:pt x="103636" y="4862"/>
                  <a:pt x="103636" y="5166"/>
                </a:cubicBezTo>
                <a:cubicBezTo>
                  <a:pt x="103636" y="5503"/>
                  <a:pt x="103619" y="5790"/>
                  <a:pt x="103585" y="6027"/>
                </a:cubicBezTo>
                <a:cubicBezTo>
                  <a:pt x="103551" y="6263"/>
                  <a:pt x="103501" y="6461"/>
                  <a:pt x="103433" y="6622"/>
                </a:cubicBezTo>
                <a:cubicBezTo>
                  <a:pt x="103366" y="6782"/>
                  <a:pt x="103285" y="6900"/>
                  <a:pt x="103193" y="6976"/>
                </a:cubicBezTo>
                <a:cubicBezTo>
                  <a:pt x="103100" y="7052"/>
                  <a:pt x="102986" y="7090"/>
                  <a:pt x="102851" y="7090"/>
                </a:cubicBezTo>
                <a:cubicBezTo>
                  <a:pt x="102614" y="7090"/>
                  <a:pt x="102285" y="6924"/>
                  <a:pt x="101863" y="6592"/>
                </a:cubicBezTo>
                <a:cubicBezTo>
                  <a:pt x="101441" y="6260"/>
                  <a:pt x="100897" y="5895"/>
                  <a:pt x="100230" y="5495"/>
                </a:cubicBezTo>
                <a:cubicBezTo>
                  <a:pt x="99563" y="5095"/>
                  <a:pt x="98753" y="4729"/>
                  <a:pt x="97799" y="4397"/>
                </a:cubicBezTo>
                <a:cubicBezTo>
                  <a:pt x="96845" y="4065"/>
                  <a:pt x="95702" y="3900"/>
                  <a:pt x="94368" y="3900"/>
                </a:cubicBezTo>
                <a:cubicBezTo>
                  <a:pt x="92916" y="3900"/>
                  <a:pt x="91595" y="4191"/>
                  <a:pt x="90405" y="4773"/>
                </a:cubicBezTo>
                <a:cubicBezTo>
                  <a:pt x="89215" y="5356"/>
                  <a:pt x="88198" y="6212"/>
                  <a:pt x="87354" y="7343"/>
                </a:cubicBezTo>
                <a:cubicBezTo>
                  <a:pt x="86510" y="8474"/>
                  <a:pt x="85856" y="9854"/>
                  <a:pt x="85392" y="11483"/>
                </a:cubicBezTo>
                <a:cubicBezTo>
                  <a:pt x="84927" y="13112"/>
                  <a:pt x="84695" y="14973"/>
                  <a:pt x="84695" y="17067"/>
                </a:cubicBezTo>
                <a:cubicBezTo>
                  <a:pt x="84695" y="19143"/>
                  <a:pt x="84919" y="20979"/>
                  <a:pt x="85366" y="22574"/>
                </a:cubicBezTo>
                <a:cubicBezTo>
                  <a:pt x="85814" y="24169"/>
                  <a:pt x="86455" y="25503"/>
                  <a:pt x="87291" y="26575"/>
                </a:cubicBezTo>
                <a:cubicBezTo>
                  <a:pt x="88126" y="27647"/>
                  <a:pt x="89152" y="28457"/>
                  <a:pt x="90367" y="29006"/>
                </a:cubicBezTo>
                <a:cubicBezTo>
                  <a:pt x="91583" y="29554"/>
                  <a:pt x="92958" y="29829"/>
                  <a:pt x="94495" y="29829"/>
                </a:cubicBezTo>
                <a:cubicBezTo>
                  <a:pt x="95794" y="29829"/>
                  <a:pt x="96930" y="29667"/>
                  <a:pt x="97900" y="29344"/>
                </a:cubicBezTo>
                <a:cubicBezTo>
                  <a:pt x="98871" y="29020"/>
                  <a:pt x="99698" y="28659"/>
                  <a:pt x="100382" y="28259"/>
                </a:cubicBezTo>
                <a:cubicBezTo>
                  <a:pt x="101066" y="27859"/>
                  <a:pt x="101627" y="27497"/>
                  <a:pt x="102066" y="27174"/>
                </a:cubicBezTo>
                <a:cubicBezTo>
                  <a:pt x="102505" y="26851"/>
                  <a:pt x="102851" y="26689"/>
                  <a:pt x="103104" y="26689"/>
                </a:cubicBezTo>
                <a:cubicBezTo>
                  <a:pt x="103222" y="26689"/>
                  <a:pt x="103323" y="26714"/>
                  <a:pt x="103408" y="26765"/>
                </a:cubicBezTo>
                <a:cubicBezTo>
                  <a:pt x="103492" y="26815"/>
                  <a:pt x="103560" y="26913"/>
                  <a:pt x="103610" y="27056"/>
                </a:cubicBezTo>
                <a:cubicBezTo>
                  <a:pt x="103661" y="27200"/>
                  <a:pt x="103699" y="27398"/>
                  <a:pt x="103724" y="27651"/>
                </a:cubicBezTo>
                <a:cubicBezTo>
                  <a:pt x="103750" y="27904"/>
                  <a:pt x="103762" y="28225"/>
                  <a:pt x="103762" y="28613"/>
                </a:cubicBezTo>
                <a:close/>
                <a:moveTo>
                  <a:pt x="133436" y="32614"/>
                </a:moveTo>
                <a:cubicBezTo>
                  <a:pt x="133436" y="32749"/>
                  <a:pt x="133402" y="32867"/>
                  <a:pt x="133335" y="32969"/>
                </a:cubicBezTo>
                <a:cubicBezTo>
                  <a:pt x="133267" y="33070"/>
                  <a:pt x="133149" y="33150"/>
                  <a:pt x="132980" y="33209"/>
                </a:cubicBezTo>
                <a:cubicBezTo>
                  <a:pt x="132811" y="33268"/>
                  <a:pt x="132588" y="33319"/>
                  <a:pt x="132309" y="33361"/>
                </a:cubicBezTo>
                <a:cubicBezTo>
                  <a:pt x="132031" y="33403"/>
                  <a:pt x="131689" y="33424"/>
                  <a:pt x="131284" y="33424"/>
                </a:cubicBezTo>
                <a:cubicBezTo>
                  <a:pt x="130845" y="33424"/>
                  <a:pt x="130490" y="33403"/>
                  <a:pt x="130220" y="33361"/>
                </a:cubicBezTo>
                <a:cubicBezTo>
                  <a:pt x="129950" y="33319"/>
                  <a:pt x="129731" y="33268"/>
                  <a:pt x="129562" y="33209"/>
                </a:cubicBezTo>
                <a:cubicBezTo>
                  <a:pt x="129393" y="33150"/>
                  <a:pt x="129275" y="33070"/>
                  <a:pt x="129207" y="32969"/>
                </a:cubicBezTo>
                <a:cubicBezTo>
                  <a:pt x="129140" y="32867"/>
                  <a:pt x="129106" y="32749"/>
                  <a:pt x="129106" y="32614"/>
                </a:cubicBezTo>
                <a:lnTo>
                  <a:pt x="129106" y="18080"/>
                </a:lnTo>
                <a:lnTo>
                  <a:pt x="114192" y="18080"/>
                </a:lnTo>
                <a:lnTo>
                  <a:pt x="114192" y="32614"/>
                </a:lnTo>
                <a:cubicBezTo>
                  <a:pt x="114192" y="32749"/>
                  <a:pt x="114158" y="32867"/>
                  <a:pt x="114090" y="32969"/>
                </a:cubicBezTo>
                <a:cubicBezTo>
                  <a:pt x="114023" y="33070"/>
                  <a:pt x="113905" y="33150"/>
                  <a:pt x="113736" y="33209"/>
                </a:cubicBezTo>
                <a:cubicBezTo>
                  <a:pt x="113567" y="33268"/>
                  <a:pt x="113343" y="33319"/>
                  <a:pt x="113065" y="33361"/>
                </a:cubicBezTo>
                <a:cubicBezTo>
                  <a:pt x="112786" y="33403"/>
                  <a:pt x="112436" y="33424"/>
                  <a:pt x="112014" y="33424"/>
                </a:cubicBezTo>
                <a:cubicBezTo>
                  <a:pt x="111609" y="33424"/>
                  <a:pt x="111263" y="33403"/>
                  <a:pt x="110976" y="33361"/>
                </a:cubicBezTo>
                <a:cubicBezTo>
                  <a:pt x="110689" y="33319"/>
                  <a:pt x="110461" y="33268"/>
                  <a:pt x="110292" y="33209"/>
                </a:cubicBezTo>
                <a:cubicBezTo>
                  <a:pt x="110123" y="33150"/>
                  <a:pt x="110005" y="33070"/>
                  <a:pt x="109938" y="32969"/>
                </a:cubicBezTo>
                <a:cubicBezTo>
                  <a:pt x="109870" y="32867"/>
                  <a:pt x="109836" y="32749"/>
                  <a:pt x="109836" y="32614"/>
                </a:cubicBezTo>
                <a:lnTo>
                  <a:pt x="109836" y="1165"/>
                </a:lnTo>
                <a:cubicBezTo>
                  <a:pt x="109836" y="1030"/>
                  <a:pt x="109870" y="912"/>
                  <a:pt x="109938" y="810"/>
                </a:cubicBezTo>
                <a:cubicBezTo>
                  <a:pt x="110005" y="709"/>
                  <a:pt x="110123" y="629"/>
                  <a:pt x="110292" y="570"/>
                </a:cubicBezTo>
                <a:cubicBezTo>
                  <a:pt x="110461" y="511"/>
                  <a:pt x="110689" y="460"/>
                  <a:pt x="110976" y="418"/>
                </a:cubicBezTo>
                <a:cubicBezTo>
                  <a:pt x="111263" y="376"/>
                  <a:pt x="111609" y="355"/>
                  <a:pt x="112014" y="355"/>
                </a:cubicBezTo>
                <a:cubicBezTo>
                  <a:pt x="112436" y="355"/>
                  <a:pt x="112786" y="376"/>
                  <a:pt x="113065" y="418"/>
                </a:cubicBezTo>
                <a:cubicBezTo>
                  <a:pt x="113343" y="460"/>
                  <a:pt x="113567" y="511"/>
                  <a:pt x="113736" y="570"/>
                </a:cubicBezTo>
                <a:cubicBezTo>
                  <a:pt x="113905" y="629"/>
                  <a:pt x="114023" y="709"/>
                  <a:pt x="114090" y="810"/>
                </a:cubicBezTo>
                <a:cubicBezTo>
                  <a:pt x="114158" y="912"/>
                  <a:pt x="114192" y="1030"/>
                  <a:pt x="114192" y="1165"/>
                </a:cubicBezTo>
                <a:lnTo>
                  <a:pt x="114192" y="14281"/>
                </a:lnTo>
                <a:lnTo>
                  <a:pt x="129106" y="14281"/>
                </a:lnTo>
                <a:lnTo>
                  <a:pt x="129106" y="1165"/>
                </a:lnTo>
                <a:cubicBezTo>
                  <a:pt x="129106" y="1030"/>
                  <a:pt x="129140" y="912"/>
                  <a:pt x="129207" y="810"/>
                </a:cubicBezTo>
                <a:cubicBezTo>
                  <a:pt x="129275" y="709"/>
                  <a:pt x="129393" y="629"/>
                  <a:pt x="129562" y="570"/>
                </a:cubicBezTo>
                <a:cubicBezTo>
                  <a:pt x="129731" y="511"/>
                  <a:pt x="129950" y="460"/>
                  <a:pt x="130220" y="418"/>
                </a:cubicBezTo>
                <a:cubicBezTo>
                  <a:pt x="130490" y="376"/>
                  <a:pt x="130845" y="355"/>
                  <a:pt x="131284" y="355"/>
                </a:cubicBezTo>
                <a:cubicBezTo>
                  <a:pt x="131689" y="355"/>
                  <a:pt x="132031" y="376"/>
                  <a:pt x="132309" y="418"/>
                </a:cubicBezTo>
                <a:cubicBezTo>
                  <a:pt x="132588" y="460"/>
                  <a:pt x="132811" y="511"/>
                  <a:pt x="132980" y="570"/>
                </a:cubicBezTo>
                <a:cubicBezTo>
                  <a:pt x="133149" y="629"/>
                  <a:pt x="133267" y="709"/>
                  <a:pt x="133335" y="810"/>
                </a:cubicBezTo>
                <a:cubicBezTo>
                  <a:pt x="133402" y="912"/>
                  <a:pt x="133436" y="1030"/>
                  <a:pt x="133436" y="1165"/>
                </a:cubicBezTo>
                <a:lnTo>
                  <a:pt x="133436" y="32614"/>
                </a:lnTo>
                <a:close/>
                <a:moveTo>
                  <a:pt x="163562" y="40831"/>
                </a:moveTo>
                <a:cubicBezTo>
                  <a:pt x="163562" y="41426"/>
                  <a:pt x="163495" y="41860"/>
                  <a:pt x="163360" y="42132"/>
                </a:cubicBezTo>
                <a:cubicBezTo>
                  <a:pt x="163225" y="42404"/>
                  <a:pt x="163014" y="42540"/>
                  <a:pt x="162727" y="42540"/>
                </a:cubicBezTo>
                <a:lnTo>
                  <a:pt x="138342" y="42540"/>
                </a:lnTo>
                <a:cubicBezTo>
                  <a:pt x="138055" y="42540"/>
                  <a:pt x="137836" y="42412"/>
                  <a:pt x="137684" y="42157"/>
                </a:cubicBezTo>
                <a:cubicBezTo>
                  <a:pt x="137532" y="41902"/>
                  <a:pt x="137456" y="41477"/>
                  <a:pt x="137456" y="40882"/>
                </a:cubicBezTo>
                <a:cubicBezTo>
                  <a:pt x="137456" y="40303"/>
                  <a:pt x="137532" y="39870"/>
                  <a:pt x="137684" y="39581"/>
                </a:cubicBezTo>
                <a:cubicBezTo>
                  <a:pt x="137836" y="39292"/>
                  <a:pt x="138055" y="39147"/>
                  <a:pt x="138342" y="39147"/>
                </a:cubicBezTo>
                <a:lnTo>
                  <a:pt x="162727" y="39147"/>
                </a:lnTo>
                <a:cubicBezTo>
                  <a:pt x="162997" y="39147"/>
                  <a:pt x="163204" y="39283"/>
                  <a:pt x="163347" y="39555"/>
                </a:cubicBezTo>
                <a:cubicBezTo>
                  <a:pt x="163491" y="39828"/>
                  <a:pt x="163562" y="40253"/>
                  <a:pt x="163562" y="40831"/>
                </a:cubicBezTo>
                <a:close/>
                <a:moveTo>
                  <a:pt x="186932" y="31551"/>
                </a:moveTo>
                <a:cubicBezTo>
                  <a:pt x="186932" y="31871"/>
                  <a:pt x="186906" y="32141"/>
                  <a:pt x="186856" y="32361"/>
                </a:cubicBezTo>
                <a:cubicBezTo>
                  <a:pt x="186805" y="32580"/>
                  <a:pt x="186738" y="32758"/>
                  <a:pt x="186653" y="32893"/>
                </a:cubicBezTo>
                <a:cubicBezTo>
                  <a:pt x="186569" y="33028"/>
                  <a:pt x="186472" y="33125"/>
                  <a:pt x="186362" y="33184"/>
                </a:cubicBezTo>
                <a:cubicBezTo>
                  <a:pt x="186252" y="33243"/>
                  <a:pt x="186138" y="33272"/>
                  <a:pt x="186020" y="33272"/>
                </a:cubicBezTo>
                <a:lnTo>
                  <a:pt x="168903" y="33272"/>
                </a:lnTo>
                <a:cubicBezTo>
                  <a:pt x="168785" y="33272"/>
                  <a:pt x="168675" y="33243"/>
                  <a:pt x="168574" y="33184"/>
                </a:cubicBezTo>
                <a:cubicBezTo>
                  <a:pt x="168472" y="33125"/>
                  <a:pt x="168375" y="33028"/>
                  <a:pt x="168282" y="32893"/>
                </a:cubicBezTo>
                <a:cubicBezTo>
                  <a:pt x="168190" y="32758"/>
                  <a:pt x="168118" y="32580"/>
                  <a:pt x="168067" y="32361"/>
                </a:cubicBezTo>
                <a:cubicBezTo>
                  <a:pt x="168017" y="32141"/>
                  <a:pt x="167991" y="31871"/>
                  <a:pt x="167991" y="31551"/>
                </a:cubicBezTo>
                <a:cubicBezTo>
                  <a:pt x="167991" y="31247"/>
                  <a:pt x="168017" y="30985"/>
                  <a:pt x="168067" y="30766"/>
                </a:cubicBezTo>
                <a:cubicBezTo>
                  <a:pt x="168118" y="30546"/>
                  <a:pt x="168181" y="30365"/>
                  <a:pt x="168257" y="30221"/>
                </a:cubicBezTo>
                <a:cubicBezTo>
                  <a:pt x="168333" y="30078"/>
                  <a:pt x="168426" y="29968"/>
                  <a:pt x="168536" y="29892"/>
                </a:cubicBezTo>
                <a:cubicBezTo>
                  <a:pt x="168645" y="29816"/>
                  <a:pt x="168768" y="29778"/>
                  <a:pt x="168903" y="29778"/>
                </a:cubicBezTo>
                <a:lnTo>
                  <a:pt x="175740" y="29778"/>
                </a:lnTo>
                <a:lnTo>
                  <a:pt x="175740" y="4836"/>
                </a:lnTo>
                <a:lnTo>
                  <a:pt x="169409" y="8635"/>
                </a:lnTo>
                <a:cubicBezTo>
                  <a:pt x="169089" y="8803"/>
                  <a:pt x="168831" y="8905"/>
                  <a:pt x="168637" y="8938"/>
                </a:cubicBezTo>
                <a:cubicBezTo>
                  <a:pt x="168443" y="8972"/>
                  <a:pt x="168287" y="8934"/>
                  <a:pt x="168169" y="8825"/>
                </a:cubicBezTo>
                <a:cubicBezTo>
                  <a:pt x="168050" y="8715"/>
                  <a:pt x="167970" y="8533"/>
                  <a:pt x="167928" y="8279"/>
                </a:cubicBezTo>
                <a:cubicBezTo>
                  <a:pt x="167886" y="8025"/>
                  <a:pt x="167865" y="7703"/>
                  <a:pt x="167865" y="7314"/>
                </a:cubicBezTo>
                <a:cubicBezTo>
                  <a:pt x="167865" y="7026"/>
                  <a:pt x="167877" y="6780"/>
                  <a:pt x="167903" y="6577"/>
                </a:cubicBezTo>
                <a:cubicBezTo>
                  <a:pt x="167928" y="6374"/>
                  <a:pt x="167966" y="6205"/>
                  <a:pt x="168017" y="6069"/>
                </a:cubicBezTo>
                <a:cubicBezTo>
                  <a:pt x="168067" y="5934"/>
                  <a:pt x="168139" y="5815"/>
                  <a:pt x="168232" y="5714"/>
                </a:cubicBezTo>
                <a:cubicBezTo>
                  <a:pt x="168325" y="5612"/>
                  <a:pt x="168447" y="5511"/>
                  <a:pt x="168599" y="5409"/>
                </a:cubicBezTo>
                <a:lnTo>
                  <a:pt x="176145" y="558"/>
                </a:lnTo>
                <a:cubicBezTo>
                  <a:pt x="176212" y="507"/>
                  <a:pt x="176297" y="465"/>
                  <a:pt x="176398" y="431"/>
                </a:cubicBezTo>
                <a:cubicBezTo>
                  <a:pt x="176499" y="397"/>
                  <a:pt x="176626" y="363"/>
                  <a:pt x="176778" y="329"/>
                </a:cubicBezTo>
                <a:cubicBezTo>
                  <a:pt x="176930" y="295"/>
                  <a:pt x="177107" y="274"/>
                  <a:pt x="177310" y="266"/>
                </a:cubicBezTo>
                <a:cubicBezTo>
                  <a:pt x="177512" y="257"/>
                  <a:pt x="177765" y="253"/>
                  <a:pt x="178069" y="253"/>
                </a:cubicBezTo>
                <a:cubicBezTo>
                  <a:pt x="178474" y="253"/>
                  <a:pt x="178812" y="270"/>
                  <a:pt x="179082" y="304"/>
                </a:cubicBezTo>
                <a:cubicBezTo>
                  <a:pt x="179352" y="338"/>
                  <a:pt x="179563" y="384"/>
                  <a:pt x="179715" y="443"/>
                </a:cubicBezTo>
                <a:cubicBezTo>
                  <a:pt x="179867" y="502"/>
                  <a:pt x="179968" y="578"/>
                  <a:pt x="180019" y="672"/>
                </a:cubicBezTo>
                <a:cubicBezTo>
                  <a:pt x="180070" y="765"/>
                  <a:pt x="180095" y="862"/>
                  <a:pt x="180095" y="963"/>
                </a:cubicBezTo>
                <a:lnTo>
                  <a:pt x="180095" y="29778"/>
                </a:lnTo>
                <a:lnTo>
                  <a:pt x="186020" y="29778"/>
                </a:lnTo>
                <a:cubicBezTo>
                  <a:pt x="186155" y="29778"/>
                  <a:pt x="186282" y="29816"/>
                  <a:pt x="186400" y="29892"/>
                </a:cubicBezTo>
                <a:cubicBezTo>
                  <a:pt x="186518" y="29968"/>
                  <a:pt x="186615" y="30078"/>
                  <a:pt x="186691" y="30221"/>
                </a:cubicBezTo>
                <a:cubicBezTo>
                  <a:pt x="186767" y="30365"/>
                  <a:pt x="186826" y="30546"/>
                  <a:pt x="186868" y="30766"/>
                </a:cubicBezTo>
                <a:cubicBezTo>
                  <a:pt x="186911" y="30985"/>
                  <a:pt x="186932" y="31247"/>
                  <a:pt x="186932" y="31551"/>
                </a:cubicBezTo>
                <a:close/>
                <a:moveTo>
                  <a:pt x="212636" y="23929"/>
                </a:moveTo>
                <a:cubicBezTo>
                  <a:pt x="212636" y="25431"/>
                  <a:pt x="212374" y="26786"/>
                  <a:pt x="211851" y="27993"/>
                </a:cubicBezTo>
                <a:cubicBezTo>
                  <a:pt x="211327" y="29200"/>
                  <a:pt x="210576" y="30234"/>
                  <a:pt x="209597" y="31095"/>
                </a:cubicBezTo>
                <a:cubicBezTo>
                  <a:pt x="208618" y="31956"/>
                  <a:pt x="207411" y="32618"/>
                  <a:pt x="205976" y="33083"/>
                </a:cubicBezTo>
                <a:cubicBezTo>
                  <a:pt x="204541" y="33547"/>
                  <a:pt x="202921" y="33779"/>
                  <a:pt x="201114" y="33779"/>
                </a:cubicBezTo>
                <a:cubicBezTo>
                  <a:pt x="200017" y="33779"/>
                  <a:pt x="198992" y="33690"/>
                  <a:pt x="198038" y="33511"/>
                </a:cubicBezTo>
                <a:cubicBezTo>
                  <a:pt x="197084" y="33334"/>
                  <a:pt x="196236" y="33122"/>
                  <a:pt x="195493" y="32876"/>
                </a:cubicBezTo>
                <a:cubicBezTo>
                  <a:pt x="194750" y="32630"/>
                  <a:pt x="194134" y="32376"/>
                  <a:pt x="193644" y="32113"/>
                </a:cubicBezTo>
                <a:cubicBezTo>
                  <a:pt x="193155" y="31851"/>
                  <a:pt x="192847" y="31660"/>
                  <a:pt x="192720" y="31541"/>
                </a:cubicBezTo>
                <a:cubicBezTo>
                  <a:pt x="192594" y="31422"/>
                  <a:pt x="192497" y="31304"/>
                  <a:pt x="192429" y="31186"/>
                </a:cubicBezTo>
                <a:cubicBezTo>
                  <a:pt x="192361" y="31067"/>
                  <a:pt x="192302" y="30923"/>
                  <a:pt x="192252" y="30754"/>
                </a:cubicBezTo>
                <a:cubicBezTo>
                  <a:pt x="192201" y="30584"/>
                  <a:pt x="192163" y="30376"/>
                  <a:pt x="192138" y="30130"/>
                </a:cubicBezTo>
                <a:cubicBezTo>
                  <a:pt x="192113" y="29884"/>
                  <a:pt x="192100" y="29583"/>
                  <a:pt x="192100" y="29227"/>
                </a:cubicBezTo>
                <a:cubicBezTo>
                  <a:pt x="192100" y="28618"/>
                  <a:pt x="192159" y="28194"/>
                  <a:pt x="192277" y="27957"/>
                </a:cubicBezTo>
                <a:cubicBezTo>
                  <a:pt x="192395" y="27719"/>
                  <a:pt x="192564" y="27600"/>
                  <a:pt x="192784" y="27600"/>
                </a:cubicBezTo>
                <a:cubicBezTo>
                  <a:pt x="192935" y="27600"/>
                  <a:pt x="193235" y="27737"/>
                  <a:pt x="193682" y="28010"/>
                </a:cubicBezTo>
                <a:cubicBezTo>
                  <a:pt x="194130" y="28282"/>
                  <a:pt x="194704" y="28576"/>
                  <a:pt x="195404" y="28892"/>
                </a:cubicBezTo>
                <a:cubicBezTo>
                  <a:pt x="196105" y="29207"/>
                  <a:pt x="196924" y="29501"/>
                  <a:pt x="197860" y="29774"/>
                </a:cubicBezTo>
                <a:cubicBezTo>
                  <a:pt x="198797" y="30047"/>
                  <a:pt x="199840" y="30183"/>
                  <a:pt x="200988" y="30183"/>
                </a:cubicBezTo>
                <a:cubicBezTo>
                  <a:pt x="202102" y="30183"/>
                  <a:pt x="203081" y="30040"/>
                  <a:pt x="203925" y="29753"/>
                </a:cubicBezTo>
                <a:cubicBezTo>
                  <a:pt x="204769" y="29466"/>
                  <a:pt x="205478" y="29061"/>
                  <a:pt x="206052" y="28537"/>
                </a:cubicBezTo>
                <a:cubicBezTo>
                  <a:pt x="206626" y="28014"/>
                  <a:pt x="207056" y="27394"/>
                  <a:pt x="207343" y="26676"/>
                </a:cubicBezTo>
                <a:cubicBezTo>
                  <a:pt x="207630" y="25959"/>
                  <a:pt x="207774" y="25178"/>
                  <a:pt x="207774" y="24334"/>
                </a:cubicBezTo>
                <a:cubicBezTo>
                  <a:pt x="207774" y="23406"/>
                  <a:pt x="207592" y="22570"/>
                  <a:pt x="207229" y="21827"/>
                </a:cubicBezTo>
                <a:cubicBezTo>
                  <a:pt x="206867" y="21084"/>
                  <a:pt x="206335" y="20443"/>
                  <a:pt x="205634" y="19903"/>
                </a:cubicBezTo>
                <a:cubicBezTo>
                  <a:pt x="204934" y="19363"/>
                  <a:pt x="204073" y="18949"/>
                  <a:pt x="203051" y="18662"/>
                </a:cubicBezTo>
                <a:cubicBezTo>
                  <a:pt x="202030" y="18375"/>
                  <a:pt x="200870" y="18231"/>
                  <a:pt x="199570" y="18231"/>
                </a:cubicBezTo>
                <a:lnTo>
                  <a:pt x="196455" y="18231"/>
                </a:lnTo>
                <a:cubicBezTo>
                  <a:pt x="196320" y="18231"/>
                  <a:pt x="196189" y="18202"/>
                  <a:pt x="196063" y="18143"/>
                </a:cubicBezTo>
                <a:cubicBezTo>
                  <a:pt x="195936" y="18084"/>
                  <a:pt x="195826" y="17987"/>
                  <a:pt x="195733" y="17852"/>
                </a:cubicBezTo>
                <a:cubicBezTo>
                  <a:pt x="195641" y="17717"/>
                  <a:pt x="195565" y="17539"/>
                  <a:pt x="195506" y="17320"/>
                </a:cubicBezTo>
                <a:cubicBezTo>
                  <a:pt x="195447" y="17100"/>
                  <a:pt x="195417" y="16813"/>
                  <a:pt x="195417" y="16459"/>
                </a:cubicBezTo>
                <a:cubicBezTo>
                  <a:pt x="195417" y="16138"/>
                  <a:pt x="195442" y="15872"/>
                  <a:pt x="195493" y="15661"/>
                </a:cubicBezTo>
                <a:cubicBezTo>
                  <a:pt x="195544" y="15450"/>
                  <a:pt x="195615" y="15282"/>
                  <a:pt x="195708" y="15155"/>
                </a:cubicBezTo>
                <a:cubicBezTo>
                  <a:pt x="195801" y="15028"/>
                  <a:pt x="195907" y="14935"/>
                  <a:pt x="196025" y="14876"/>
                </a:cubicBezTo>
                <a:cubicBezTo>
                  <a:pt x="196143" y="14817"/>
                  <a:pt x="196278" y="14788"/>
                  <a:pt x="196430" y="14788"/>
                </a:cubicBezTo>
                <a:lnTo>
                  <a:pt x="199291" y="14788"/>
                </a:lnTo>
                <a:cubicBezTo>
                  <a:pt x="200405" y="14788"/>
                  <a:pt x="201406" y="14644"/>
                  <a:pt x="202292" y="14356"/>
                </a:cubicBezTo>
                <a:cubicBezTo>
                  <a:pt x="203178" y="14067"/>
                  <a:pt x="203929" y="13652"/>
                  <a:pt x="204545" y="13109"/>
                </a:cubicBezTo>
                <a:cubicBezTo>
                  <a:pt x="205162" y="12567"/>
                  <a:pt x="205634" y="11918"/>
                  <a:pt x="205963" y="11164"/>
                </a:cubicBezTo>
                <a:cubicBezTo>
                  <a:pt x="206293" y="10409"/>
                  <a:pt x="206457" y="9565"/>
                  <a:pt x="206457" y="8632"/>
                </a:cubicBezTo>
                <a:cubicBezTo>
                  <a:pt x="206457" y="7954"/>
                  <a:pt x="206347" y="7305"/>
                  <a:pt x="206128" y="6686"/>
                </a:cubicBezTo>
                <a:cubicBezTo>
                  <a:pt x="205909" y="6067"/>
                  <a:pt x="205579" y="5529"/>
                  <a:pt x="205140" y="5071"/>
                </a:cubicBezTo>
                <a:cubicBezTo>
                  <a:pt x="204702" y="4614"/>
                  <a:pt x="204140" y="4253"/>
                  <a:pt x="203457" y="3991"/>
                </a:cubicBezTo>
                <a:cubicBezTo>
                  <a:pt x="202773" y="3727"/>
                  <a:pt x="201984" y="3596"/>
                  <a:pt x="201089" y="3596"/>
                </a:cubicBezTo>
                <a:cubicBezTo>
                  <a:pt x="200110" y="3596"/>
                  <a:pt x="199211" y="3743"/>
                  <a:pt x="198392" y="4039"/>
                </a:cubicBezTo>
                <a:cubicBezTo>
                  <a:pt x="197574" y="4334"/>
                  <a:pt x="196843" y="4651"/>
                  <a:pt x="196202" y="4988"/>
                </a:cubicBezTo>
                <a:cubicBezTo>
                  <a:pt x="195560" y="5326"/>
                  <a:pt x="195029" y="5642"/>
                  <a:pt x="194607" y="5938"/>
                </a:cubicBezTo>
                <a:cubicBezTo>
                  <a:pt x="194185" y="6233"/>
                  <a:pt x="193889" y="6381"/>
                  <a:pt x="193720" y="6381"/>
                </a:cubicBezTo>
                <a:cubicBezTo>
                  <a:pt x="193602" y="6381"/>
                  <a:pt x="193497" y="6360"/>
                  <a:pt x="193404" y="6318"/>
                </a:cubicBezTo>
                <a:cubicBezTo>
                  <a:pt x="193311" y="6276"/>
                  <a:pt x="193235" y="6191"/>
                  <a:pt x="193176" y="6065"/>
                </a:cubicBezTo>
                <a:cubicBezTo>
                  <a:pt x="193117" y="5938"/>
                  <a:pt x="193075" y="5761"/>
                  <a:pt x="193049" y="5533"/>
                </a:cubicBezTo>
                <a:cubicBezTo>
                  <a:pt x="193024" y="5305"/>
                  <a:pt x="193011" y="5005"/>
                  <a:pt x="193011" y="4634"/>
                </a:cubicBezTo>
                <a:cubicBezTo>
                  <a:pt x="193011" y="4381"/>
                  <a:pt x="193020" y="4157"/>
                  <a:pt x="193037" y="3963"/>
                </a:cubicBezTo>
                <a:cubicBezTo>
                  <a:pt x="193054" y="3769"/>
                  <a:pt x="193087" y="3600"/>
                  <a:pt x="193138" y="3456"/>
                </a:cubicBezTo>
                <a:cubicBezTo>
                  <a:pt x="193189" y="3313"/>
                  <a:pt x="193248" y="3182"/>
                  <a:pt x="193315" y="3064"/>
                </a:cubicBezTo>
                <a:cubicBezTo>
                  <a:pt x="193383" y="2946"/>
                  <a:pt x="193497" y="2806"/>
                  <a:pt x="193657" y="2646"/>
                </a:cubicBezTo>
                <a:cubicBezTo>
                  <a:pt x="193817" y="2486"/>
                  <a:pt x="194142" y="2254"/>
                  <a:pt x="194632" y="1950"/>
                </a:cubicBezTo>
                <a:cubicBezTo>
                  <a:pt x="195122" y="1646"/>
                  <a:pt x="195725" y="1346"/>
                  <a:pt x="196442" y="1051"/>
                </a:cubicBezTo>
                <a:cubicBezTo>
                  <a:pt x="197160" y="755"/>
                  <a:pt x="197987" y="506"/>
                  <a:pt x="198924" y="304"/>
                </a:cubicBezTo>
                <a:cubicBezTo>
                  <a:pt x="199861" y="101"/>
                  <a:pt x="200870" y="0"/>
                  <a:pt x="201950" y="0"/>
                </a:cubicBezTo>
                <a:cubicBezTo>
                  <a:pt x="203469" y="0"/>
                  <a:pt x="204803" y="195"/>
                  <a:pt x="205951" y="585"/>
                </a:cubicBezTo>
                <a:cubicBezTo>
                  <a:pt x="207099" y="974"/>
                  <a:pt x="208057" y="1524"/>
                  <a:pt x="208825" y="2235"/>
                </a:cubicBezTo>
                <a:cubicBezTo>
                  <a:pt x="209593" y="2947"/>
                  <a:pt x="210167" y="3797"/>
                  <a:pt x="210547" y="4788"/>
                </a:cubicBezTo>
                <a:cubicBezTo>
                  <a:pt x="210926" y="5779"/>
                  <a:pt x="211116" y="6875"/>
                  <a:pt x="211116" y="8078"/>
                </a:cubicBezTo>
                <a:cubicBezTo>
                  <a:pt x="211116" y="9110"/>
                  <a:pt x="210981" y="10072"/>
                  <a:pt x="210711" y="10961"/>
                </a:cubicBezTo>
                <a:cubicBezTo>
                  <a:pt x="210441" y="11850"/>
                  <a:pt x="210044" y="12637"/>
                  <a:pt x="209521" y="13323"/>
                </a:cubicBezTo>
                <a:cubicBezTo>
                  <a:pt x="208998" y="14009"/>
                  <a:pt x="208356" y="14593"/>
                  <a:pt x="207597" y="15076"/>
                </a:cubicBezTo>
                <a:cubicBezTo>
                  <a:pt x="206837" y="15558"/>
                  <a:pt x="205959" y="15893"/>
                  <a:pt x="204963" y="16079"/>
                </a:cubicBezTo>
                <a:lnTo>
                  <a:pt x="204963" y="16130"/>
                </a:lnTo>
                <a:cubicBezTo>
                  <a:pt x="206094" y="16248"/>
                  <a:pt x="207128" y="16531"/>
                  <a:pt x="208065" y="16978"/>
                </a:cubicBezTo>
                <a:cubicBezTo>
                  <a:pt x="209002" y="17425"/>
                  <a:pt x="209808" y="17987"/>
                  <a:pt x="210483" y="18662"/>
                </a:cubicBezTo>
                <a:cubicBezTo>
                  <a:pt x="211159" y="19337"/>
                  <a:pt x="211686" y="20126"/>
                  <a:pt x="212066" y="21030"/>
                </a:cubicBezTo>
                <a:cubicBezTo>
                  <a:pt x="212446" y="21933"/>
                  <a:pt x="212636" y="22899"/>
                  <a:pt x="212636" y="239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FE43D8-5FF1-423B-8293-A92BCD1B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92" y="10041878"/>
            <a:ext cx="367504" cy="77788"/>
          </a:xfrm>
          <a:custGeom xmlns:a="http://schemas.openxmlformats.org/drawingml/2006/main">
            <a:pathLst>
              <a:path w="367504" h="77788">
                <a:moveTo>
                  <a:pt x="0" y="12965"/>
                </a:moveTo>
                <a:cubicBezTo>
                  <a:pt x="0" y="5791"/>
                  <a:pt x="5791" y="0"/>
                  <a:pt x="12965" y="0"/>
                </a:cubicBezTo>
                <a:lnTo>
                  <a:pt x="354539" y="0"/>
                </a:lnTo>
                <a:cubicBezTo>
                  <a:pt x="361713" y="0"/>
                  <a:pt x="367504" y="5791"/>
                  <a:pt x="367504" y="12965"/>
                </a:cubicBezTo>
                <a:lnTo>
                  <a:pt x="367504" y="64823"/>
                </a:lnTo>
                <a:cubicBezTo>
                  <a:pt x="367504" y="71997"/>
                  <a:pt x="361713" y="77788"/>
                  <a:pt x="354539" y="77788"/>
                </a:cubicBezTo>
                <a:lnTo>
                  <a:pt x="12965" y="77788"/>
                </a:lnTo>
                <a:cubicBezTo>
                  <a:pt x="5791" y="77788"/>
                  <a:pt x="0" y="71997"/>
                  <a:pt x="0" y="64823"/>
                </a:cubicBezTo>
                <a:lnTo>
                  <a:pt x="0" y="12965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1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Text PATCH_14">
            <a:extLst xmlns:a="http://schemas.openxmlformats.org/drawingml/2006/main">
              <a:ext uri="{FF2B5EF4-FFF2-40B4-BE49-F238E27FC236}">
                <a16:creationId xmlns:a16="http://schemas.microsoft.com/office/drawing/2014/main" id="{7F9B20E3-DE8C-42B2-8EE5-DC5E7ABB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19" y="10066096"/>
            <a:ext cx="214281" cy="42439"/>
          </a:xfrm>
          <a:custGeom xmlns:a="http://schemas.openxmlformats.org/drawingml/2006/main">
            <a:pathLst>
              <a:path w="214281" h="42439">
                <a:moveTo>
                  <a:pt x="20131" y="10002"/>
                </a:moveTo>
                <a:cubicBezTo>
                  <a:pt x="20131" y="11639"/>
                  <a:pt x="19861" y="13117"/>
                  <a:pt x="19320" y="14433"/>
                </a:cubicBezTo>
                <a:cubicBezTo>
                  <a:pt x="18780" y="15750"/>
                  <a:pt x="18008" y="16873"/>
                  <a:pt x="17003" y="17801"/>
                </a:cubicBezTo>
                <a:cubicBezTo>
                  <a:pt x="15999" y="18729"/>
                  <a:pt x="14767" y="19447"/>
                  <a:pt x="13306" y="19953"/>
                </a:cubicBezTo>
                <a:cubicBezTo>
                  <a:pt x="11846" y="20460"/>
                  <a:pt x="10103" y="20713"/>
                  <a:pt x="8078" y="20713"/>
                </a:cubicBezTo>
                <a:lnTo>
                  <a:pt x="4355" y="20713"/>
                </a:lnTo>
                <a:lnTo>
                  <a:pt x="4355" y="32513"/>
                </a:lnTo>
                <a:cubicBezTo>
                  <a:pt x="4355" y="32648"/>
                  <a:pt x="4317" y="32766"/>
                  <a:pt x="4241" y="32867"/>
                </a:cubicBezTo>
                <a:cubicBezTo>
                  <a:pt x="4165" y="32969"/>
                  <a:pt x="4047" y="33049"/>
                  <a:pt x="3887" y="33108"/>
                </a:cubicBezTo>
                <a:cubicBezTo>
                  <a:pt x="3726" y="33167"/>
                  <a:pt x="3507" y="33218"/>
                  <a:pt x="3228" y="33260"/>
                </a:cubicBezTo>
                <a:cubicBezTo>
                  <a:pt x="2950" y="33302"/>
                  <a:pt x="2600" y="33323"/>
                  <a:pt x="2178" y="33323"/>
                </a:cubicBezTo>
                <a:cubicBezTo>
                  <a:pt x="1756" y="33323"/>
                  <a:pt x="1405" y="33302"/>
                  <a:pt x="1127" y="33260"/>
                </a:cubicBezTo>
                <a:cubicBezTo>
                  <a:pt x="848" y="33218"/>
                  <a:pt x="625" y="33167"/>
                  <a:pt x="456" y="33108"/>
                </a:cubicBezTo>
                <a:cubicBezTo>
                  <a:pt x="287" y="33049"/>
                  <a:pt x="169" y="32969"/>
                  <a:pt x="101" y="32867"/>
                </a:cubicBezTo>
                <a:cubicBezTo>
                  <a:pt x="34" y="32766"/>
                  <a:pt x="0" y="32648"/>
                  <a:pt x="0" y="32513"/>
                </a:cubicBezTo>
                <a:lnTo>
                  <a:pt x="0" y="2279"/>
                </a:lnTo>
                <a:cubicBezTo>
                  <a:pt x="0" y="1604"/>
                  <a:pt x="177" y="1123"/>
                  <a:pt x="532" y="836"/>
                </a:cubicBezTo>
                <a:cubicBezTo>
                  <a:pt x="886" y="549"/>
                  <a:pt x="1283" y="405"/>
                  <a:pt x="1722" y="405"/>
                </a:cubicBezTo>
                <a:lnTo>
                  <a:pt x="8736" y="405"/>
                </a:lnTo>
                <a:cubicBezTo>
                  <a:pt x="9445" y="405"/>
                  <a:pt x="10124" y="435"/>
                  <a:pt x="10774" y="494"/>
                </a:cubicBezTo>
                <a:cubicBezTo>
                  <a:pt x="11424" y="553"/>
                  <a:pt x="12192" y="679"/>
                  <a:pt x="13079" y="874"/>
                </a:cubicBezTo>
                <a:cubicBezTo>
                  <a:pt x="13965" y="1068"/>
                  <a:pt x="14868" y="1431"/>
                  <a:pt x="15788" y="1962"/>
                </a:cubicBezTo>
                <a:cubicBezTo>
                  <a:pt x="16708" y="2494"/>
                  <a:pt x="17489" y="3148"/>
                  <a:pt x="18130" y="3925"/>
                </a:cubicBezTo>
                <a:cubicBezTo>
                  <a:pt x="18772" y="4701"/>
                  <a:pt x="19265" y="5600"/>
                  <a:pt x="19612" y="6622"/>
                </a:cubicBezTo>
                <a:cubicBezTo>
                  <a:pt x="19958" y="7643"/>
                  <a:pt x="20131" y="8770"/>
                  <a:pt x="20131" y="10002"/>
                </a:cubicBezTo>
                <a:moveTo>
                  <a:pt x="15547" y="10357"/>
                </a:moveTo>
                <a:cubicBezTo>
                  <a:pt x="15547" y="9023"/>
                  <a:pt x="15298" y="7909"/>
                  <a:pt x="14800" y="7014"/>
                </a:cubicBezTo>
                <a:cubicBezTo>
                  <a:pt x="14302" y="6119"/>
                  <a:pt x="13686" y="5453"/>
                  <a:pt x="12952" y="5014"/>
                </a:cubicBezTo>
                <a:cubicBezTo>
                  <a:pt x="12218" y="4575"/>
                  <a:pt x="11458" y="4296"/>
                  <a:pt x="10673" y="4178"/>
                </a:cubicBezTo>
                <a:cubicBezTo>
                  <a:pt x="9888" y="4060"/>
                  <a:pt x="9124" y="4001"/>
                  <a:pt x="8381" y="4001"/>
                </a:cubicBezTo>
                <a:lnTo>
                  <a:pt x="4355" y="4001"/>
                </a:lnTo>
                <a:lnTo>
                  <a:pt x="4355" y="17143"/>
                </a:lnTo>
                <a:lnTo>
                  <a:pt x="8280" y="17143"/>
                </a:lnTo>
                <a:cubicBezTo>
                  <a:pt x="9597" y="17143"/>
                  <a:pt x="10690" y="16974"/>
                  <a:pt x="11559" y="16636"/>
                </a:cubicBezTo>
                <a:cubicBezTo>
                  <a:pt x="12429" y="16299"/>
                  <a:pt x="13159" y="15830"/>
                  <a:pt x="13750" y="15231"/>
                </a:cubicBezTo>
                <a:cubicBezTo>
                  <a:pt x="14340" y="14632"/>
                  <a:pt x="14788" y="13914"/>
                  <a:pt x="15092" y="13079"/>
                </a:cubicBezTo>
                <a:cubicBezTo>
                  <a:pt x="15395" y="12243"/>
                  <a:pt x="15547" y="11336"/>
                  <a:pt x="15547" y="10357"/>
                </a:cubicBezTo>
                <a:close/>
                <a:moveTo>
                  <a:pt x="51347" y="31627"/>
                </a:moveTo>
                <a:cubicBezTo>
                  <a:pt x="51482" y="31998"/>
                  <a:pt x="51554" y="32298"/>
                  <a:pt x="51563" y="32525"/>
                </a:cubicBezTo>
                <a:cubicBezTo>
                  <a:pt x="51571" y="32753"/>
                  <a:pt x="51508" y="32926"/>
                  <a:pt x="51373" y="33045"/>
                </a:cubicBezTo>
                <a:cubicBezTo>
                  <a:pt x="51238" y="33163"/>
                  <a:pt x="51014" y="33239"/>
                  <a:pt x="50702" y="33272"/>
                </a:cubicBezTo>
                <a:cubicBezTo>
                  <a:pt x="50389" y="33306"/>
                  <a:pt x="49972" y="33323"/>
                  <a:pt x="49448" y="33323"/>
                </a:cubicBezTo>
                <a:cubicBezTo>
                  <a:pt x="48925" y="33323"/>
                  <a:pt x="48507" y="33310"/>
                  <a:pt x="48195" y="33285"/>
                </a:cubicBezTo>
                <a:cubicBezTo>
                  <a:pt x="47883" y="33260"/>
                  <a:pt x="47646" y="33218"/>
                  <a:pt x="47486" y="33159"/>
                </a:cubicBezTo>
                <a:cubicBezTo>
                  <a:pt x="47325" y="33099"/>
                  <a:pt x="47207" y="33019"/>
                  <a:pt x="47131" y="32918"/>
                </a:cubicBezTo>
                <a:cubicBezTo>
                  <a:pt x="47055" y="32817"/>
                  <a:pt x="46984" y="32690"/>
                  <a:pt x="46916" y="32538"/>
                </a:cubicBezTo>
                <a:lnTo>
                  <a:pt x="44105" y="24562"/>
                </a:lnTo>
                <a:lnTo>
                  <a:pt x="30482" y="24562"/>
                </a:lnTo>
                <a:lnTo>
                  <a:pt x="27798" y="32437"/>
                </a:lnTo>
                <a:cubicBezTo>
                  <a:pt x="27748" y="32589"/>
                  <a:pt x="27680" y="32720"/>
                  <a:pt x="27596" y="32829"/>
                </a:cubicBezTo>
                <a:cubicBezTo>
                  <a:pt x="27511" y="32939"/>
                  <a:pt x="27389" y="33032"/>
                  <a:pt x="27229" y="33108"/>
                </a:cubicBezTo>
                <a:cubicBezTo>
                  <a:pt x="27068" y="33184"/>
                  <a:pt x="26840" y="33239"/>
                  <a:pt x="26545" y="33272"/>
                </a:cubicBezTo>
                <a:cubicBezTo>
                  <a:pt x="26250" y="33306"/>
                  <a:pt x="25865" y="33323"/>
                  <a:pt x="25393" y="33323"/>
                </a:cubicBezTo>
                <a:cubicBezTo>
                  <a:pt x="24903" y="33323"/>
                  <a:pt x="24502" y="33302"/>
                  <a:pt x="24190" y="33260"/>
                </a:cubicBezTo>
                <a:cubicBezTo>
                  <a:pt x="23878" y="33218"/>
                  <a:pt x="23658" y="33137"/>
                  <a:pt x="23532" y="33019"/>
                </a:cubicBezTo>
                <a:cubicBezTo>
                  <a:pt x="23405" y="32901"/>
                  <a:pt x="23346" y="32728"/>
                  <a:pt x="23354" y="32500"/>
                </a:cubicBezTo>
                <a:cubicBezTo>
                  <a:pt x="23363" y="32272"/>
                  <a:pt x="23435" y="31973"/>
                  <a:pt x="23570" y="31601"/>
                </a:cubicBezTo>
                <a:lnTo>
                  <a:pt x="34559" y="1165"/>
                </a:lnTo>
                <a:cubicBezTo>
                  <a:pt x="34627" y="979"/>
                  <a:pt x="34715" y="827"/>
                  <a:pt x="34825" y="709"/>
                </a:cubicBezTo>
                <a:cubicBezTo>
                  <a:pt x="34935" y="591"/>
                  <a:pt x="35095" y="498"/>
                  <a:pt x="35306" y="430"/>
                </a:cubicBezTo>
                <a:cubicBezTo>
                  <a:pt x="35517" y="363"/>
                  <a:pt x="35787" y="317"/>
                  <a:pt x="36116" y="291"/>
                </a:cubicBezTo>
                <a:cubicBezTo>
                  <a:pt x="36446" y="266"/>
                  <a:pt x="36863" y="253"/>
                  <a:pt x="37370" y="253"/>
                </a:cubicBezTo>
                <a:cubicBezTo>
                  <a:pt x="37910" y="253"/>
                  <a:pt x="38357" y="266"/>
                  <a:pt x="38712" y="291"/>
                </a:cubicBezTo>
                <a:cubicBezTo>
                  <a:pt x="39066" y="317"/>
                  <a:pt x="39353" y="363"/>
                  <a:pt x="39573" y="430"/>
                </a:cubicBezTo>
                <a:cubicBezTo>
                  <a:pt x="39792" y="498"/>
                  <a:pt x="39961" y="595"/>
                  <a:pt x="40079" y="722"/>
                </a:cubicBezTo>
                <a:cubicBezTo>
                  <a:pt x="40197" y="848"/>
                  <a:pt x="40290" y="1004"/>
                  <a:pt x="40358" y="1190"/>
                </a:cubicBezTo>
                <a:lnTo>
                  <a:pt x="51347" y="31627"/>
                </a:lnTo>
                <a:moveTo>
                  <a:pt x="37243" y="4760"/>
                </a:moveTo>
                <a:lnTo>
                  <a:pt x="37218" y="4760"/>
                </a:lnTo>
                <a:lnTo>
                  <a:pt x="31571" y="21093"/>
                </a:lnTo>
                <a:lnTo>
                  <a:pt x="42966" y="21093"/>
                </a:lnTo>
                <a:lnTo>
                  <a:pt x="37243" y="4760"/>
                </a:lnTo>
                <a:close/>
                <a:moveTo>
                  <a:pt x="77528" y="2279"/>
                </a:moveTo>
                <a:cubicBezTo>
                  <a:pt x="77528" y="2600"/>
                  <a:pt x="77511" y="2878"/>
                  <a:pt x="77478" y="3115"/>
                </a:cubicBezTo>
                <a:cubicBezTo>
                  <a:pt x="77444" y="3351"/>
                  <a:pt x="77389" y="3541"/>
                  <a:pt x="77313" y="3684"/>
                </a:cubicBezTo>
                <a:cubicBezTo>
                  <a:pt x="77237" y="3828"/>
                  <a:pt x="77144" y="3933"/>
                  <a:pt x="77034" y="4001"/>
                </a:cubicBezTo>
                <a:cubicBezTo>
                  <a:pt x="76925" y="4068"/>
                  <a:pt x="76802" y="4102"/>
                  <a:pt x="76667" y="4102"/>
                </a:cubicBezTo>
                <a:lnTo>
                  <a:pt x="67450" y="4102"/>
                </a:lnTo>
                <a:lnTo>
                  <a:pt x="67450" y="32513"/>
                </a:lnTo>
                <a:cubicBezTo>
                  <a:pt x="67450" y="32648"/>
                  <a:pt x="67416" y="32766"/>
                  <a:pt x="67349" y="32867"/>
                </a:cubicBezTo>
                <a:cubicBezTo>
                  <a:pt x="67281" y="32969"/>
                  <a:pt x="67163" y="33049"/>
                  <a:pt x="66994" y="33108"/>
                </a:cubicBezTo>
                <a:cubicBezTo>
                  <a:pt x="66826" y="33167"/>
                  <a:pt x="66602" y="33218"/>
                  <a:pt x="66323" y="33260"/>
                </a:cubicBezTo>
                <a:cubicBezTo>
                  <a:pt x="66045" y="33302"/>
                  <a:pt x="65695" y="33323"/>
                  <a:pt x="65273" y="33323"/>
                </a:cubicBezTo>
                <a:cubicBezTo>
                  <a:pt x="64867" y="33323"/>
                  <a:pt x="64521" y="33302"/>
                  <a:pt x="64234" y="33260"/>
                </a:cubicBezTo>
                <a:cubicBezTo>
                  <a:pt x="63947" y="33218"/>
                  <a:pt x="63720" y="33167"/>
                  <a:pt x="63551" y="33108"/>
                </a:cubicBezTo>
                <a:cubicBezTo>
                  <a:pt x="63382" y="33049"/>
                  <a:pt x="63264" y="32969"/>
                  <a:pt x="63196" y="32867"/>
                </a:cubicBezTo>
                <a:cubicBezTo>
                  <a:pt x="63129" y="32766"/>
                  <a:pt x="63095" y="32648"/>
                  <a:pt x="63095" y="32513"/>
                </a:cubicBezTo>
                <a:lnTo>
                  <a:pt x="63095" y="4102"/>
                </a:lnTo>
                <a:lnTo>
                  <a:pt x="53878" y="4102"/>
                </a:lnTo>
                <a:cubicBezTo>
                  <a:pt x="53743" y="4102"/>
                  <a:pt x="53620" y="4068"/>
                  <a:pt x="53511" y="4001"/>
                </a:cubicBezTo>
                <a:cubicBezTo>
                  <a:pt x="53401" y="3933"/>
                  <a:pt x="53312" y="3828"/>
                  <a:pt x="53245" y="3684"/>
                </a:cubicBezTo>
                <a:cubicBezTo>
                  <a:pt x="53177" y="3541"/>
                  <a:pt x="53122" y="3351"/>
                  <a:pt x="53080" y="3115"/>
                </a:cubicBezTo>
                <a:cubicBezTo>
                  <a:pt x="53038" y="2878"/>
                  <a:pt x="53017" y="2600"/>
                  <a:pt x="53017" y="2279"/>
                </a:cubicBezTo>
                <a:cubicBezTo>
                  <a:pt x="53017" y="1958"/>
                  <a:pt x="53038" y="1675"/>
                  <a:pt x="53080" y="1431"/>
                </a:cubicBezTo>
                <a:cubicBezTo>
                  <a:pt x="53122" y="1186"/>
                  <a:pt x="53177" y="988"/>
                  <a:pt x="53245" y="836"/>
                </a:cubicBezTo>
                <a:cubicBezTo>
                  <a:pt x="53312" y="684"/>
                  <a:pt x="53401" y="574"/>
                  <a:pt x="53511" y="506"/>
                </a:cubicBezTo>
                <a:cubicBezTo>
                  <a:pt x="53620" y="439"/>
                  <a:pt x="53743" y="405"/>
                  <a:pt x="53878" y="405"/>
                </a:cubicBezTo>
                <a:lnTo>
                  <a:pt x="76667" y="405"/>
                </a:lnTo>
                <a:cubicBezTo>
                  <a:pt x="76802" y="405"/>
                  <a:pt x="76925" y="439"/>
                  <a:pt x="77034" y="506"/>
                </a:cubicBezTo>
                <a:cubicBezTo>
                  <a:pt x="77144" y="574"/>
                  <a:pt x="77237" y="684"/>
                  <a:pt x="77313" y="836"/>
                </a:cubicBezTo>
                <a:cubicBezTo>
                  <a:pt x="77389" y="988"/>
                  <a:pt x="77444" y="1186"/>
                  <a:pt x="77478" y="1431"/>
                </a:cubicBezTo>
                <a:cubicBezTo>
                  <a:pt x="77511" y="1675"/>
                  <a:pt x="77528" y="1958"/>
                  <a:pt x="77528" y="2279"/>
                </a:cubicBezTo>
                <a:close/>
                <a:moveTo>
                  <a:pt x="103762" y="28512"/>
                </a:moveTo>
                <a:cubicBezTo>
                  <a:pt x="103762" y="28782"/>
                  <a:pt x="103754" y="29018"/>
                  <a:pt x="103737" y="29221"/>
                </a:cubicBezTo>
                <a:cubicBezTo>
                  <a:pt x="103720" y="29424"/>
                  <a:pt x="103691" y="29601"/>
                  <a:pt x="103648" y="29753"/>
                </a:cubicBezTo>
                <a:cubicBezTo>
                  <a:pt x="103606" y="29905"/>
                  <a:pt x="103551" y="30040"/>
                  <a:pt x="103484" y="30158"/>
                </a:cubicBezTo>
                <a:cubicBezTo>
                  <a:pt x="103416" y="30276"/>
                  <a:pt x="103298" y="30420"/>
                  <a:pt x="103129" y="30591"/>
                </a:cubicBezTo>
                <a:cubicBezTo>
                  <a:pt x="102960" y="30761"/>
                  <a:pt x="102606" y="31020"/>
                  <a:pt x="102066" y="31369"/>
                </a:cubicBezTo>
                <a:cubicBezTo>
                  <a:pt x="101526" y="31717"/>
                  <a:pt x="100855" y="32058"/>
                  <a:pt x="100053" y="32389"/>
                </a:cubicBezTo>
                <a:cubicBezTo>
                  <a:pt x="99251" y="32721"/>
                  <a:pt x="98331" y="33002"/>
                  <a:pt x="97293" y="33231"/>
                </a:cubicBezTo>
                <a:cubicBezTo>
                  <a:pt x="96254" y="33461"/>
                  <a:pt x="95119" y="33576"/>
                  <a:pt x="93887" y="33576"/>
                </a:cubicBezTo>
                <a:cubicBezTo>
                  <a:pt x="91760" y="33576"/>
                  <a:pt x="89840" y="33222"/>
                  <a:pt x="88126" y="32513"/>
                </a:cubicBezTo>
                <a:cubicBezTo>
                  <a:pt x="86413" y="31804"/>
                  <a:pt x="84953" y="30757"/>
                  <a:pt x="83746" y="29373"/>
                </a:cubicBezTo>
                <a:cubicBezTo>
                  <a:pt x="82539" y="27989"/>
                  <a:pt x="81610" y="26280"/>
                  <a:pt x="80960" y="24245"/>
                </a:cubicBezTo>
                <a:cubicBezTo>
                  <a:pt x="80310" y="22211"/>
                  <a:pt x="79985" y="19869"/>
                  <a:pt x="79985" y="17219"/>
                </a:cubicBezTo>
                <a:cubicBezTo>
                  <a:pt x="79985" y="14501"/>
                  <a:pt x="80336" y="12078"/>
                  <a:pt x="81036" y="9951"/>
                </a:cubicBezTo>
                <a:cubicBezTo>
                  <a:pt x="81737" y="7824"/>
                  <a:pt x="82720" y="6022"/>
                  <a:pt x="83986" y="4545"/>
                </a:cubicBezTo>
                <a:cubicBezTo>
                  <a:pt x="85252" y="3068"/>
                  <a:pt x="86767" y="1941"/>
                  <a:pt x="88531" y="1165"/>
                </a:cubicBezTo>
                <a:cubicBezTo>
                  <a:pt x="90295" y="388"/>
                  <a:pt x="92249" y="0"/>
                  <a:pt x="94393" y="0"/>
                </a:cubicBezTo>
                <a:cubicBezTo>
                  <a:pt x="95339" y="0"/>
                  <a:pt x="96259" y="89"/>
                  <a:pt x="97153" y="268"/>
                </a:cubicBezTo>
                <a:cubicBezTo>
                  <a:pt x="98048" y="447"/>
                  <a:pt x="98875" y="673"/>
                  <a:pt x="99635" y="945"/>
                </a:cubicBezTo>
                <a:cubicBezTo>
                  <a:pt x="100395" y="1217"/>
                  <a:pt x="101070" y="1532"/>
                  <a:pt x="101661" y="1890"/>
                </a:cubicBezTo>
                <a:cubicBezTo>
                  <a:pt x="102251" y="2247"/>
                  <a:pt x="102661" y="2540"/>
                  <a:pt x="102889" y="2770"/>
                </a:cubicBezTo>
                <a:cubicBezTo>
                  <a:pt x="103117" y="3000"/>
                  <a:pt x="103264" y="3174"/>
                  <a:pt x="103332" y="3292"/>
                </a:cubicBezTo>
                <a:cubicBezTo>
                  <a:pt x="103399" y="3410"/>
                  <a:pt x="103454" y="3549"/>
                  <a:pt x="103496" y="3710"/>
                </a:cubicBezTo>
                <a:cubicBezTo>
                  <a:pt x="103539" y="3870"/>
                  <a:pt x="103572" y="4060"/>
                  <a:pt x="103598" y="4279"/>
                </a:cubicBezTo>
                <a:cubicBezTo>
                  <a:pt x="103623" y="4499"/>
                  <a:pt x="103636" y="4760"/>
                  <a:pt x="103636" y="5064"/>
                </a:cubicBezTo>
                <a:cubicBezTo>
                  <a:pt x="103636" y="5402"/>
                  <a:pt x="103619" y="5689"/>
                  <a:pt x="103585" y="5925"/>
                </a:cubicBezTo>
                <a:cubicBezTo>
                  <a:pt x="103551" y="6162"/>
                  <a:pt x="103501" y="6360"/>
                  <a:pt x="103433" y="6520"/>
                </a:cubicBezTo>
                <a:cubicBezTo>
                  <a:pt x="103366" y="6681"/>
                  <a:pt x="103285" y="6799"/>
                  <a:pt x="103193" y="6875"/>
                </a:cubicBezTo>
                <a:cubicBezTo>
                  <a:pt x="103100" y="6951"/>
                  <a:pt x="102986" y="6989"/>
                  <a:pt x="102851" y="6989"/>
                </a:cubicBezTo>
                <a:cubicBezTo>
                  <a:pt x="102614" y="6989"/>
                  <a:pt x="102285" y="6823"/>
                  <a:pt x="101863" y="6491"/>
                </a:cubicBezTo>
                <a:cubicBezTo>
                  <a:pt x="101441" y="6159"/>
                  <a:pt x="100897" y="5793"/>
                  <a:pt x="100230" y="5393"/>
                </a:cubicBezTo>
                <a:cubicBezTo>
                  <a:pt x="99563" y="4994"/>
                  <a:pt x="98753" y="4628"/>
                  <a:pt x="97799" y="4296"/>
                </a:cubicBezTo>
                <a:cubicBezTo>
                  <a:pt x="96845" y="3964"/>
                  <a:pt x="95702" y="3798"/>
                  <a:pt x="94368" y="3798"/>
                </a:cubicBezTo>
                <a:cubicBezTo>
                  <a:pt x="92916" y="3798"/>
                  <a:pt x="91595" y="4089"/>
                  <a:pt x="90405" y="4672"/>
                </a:cubicBezTo>
                <a:cubicBezTo>
                  <a:pt x="89215" y="5254"/>
                  <a:pt x="88198" y="6111"/>
                  <a:pt x="87354" y="7242"/>
                </a:cubicBezTo>
                <a:cubicBezTo>
                  <a:pt x="86510" y="8373"/>
                  <a:pt x="85856" y="9753"/>
                  <a:pt x="85392" y="11382"/>
                </a:cubicBezTo>
                <a:cubicBezTo>
                  <a:pt x="84927" y="13011"/>
                  <a:pt x="84695" y="14872"/>
                  <a:pt x="84695" y="16965"/>
                </a:cubicBezTo>
                <a:cubicBezTo>
                  <a:pt x="84695" y="19042"/>
                  <a:pt x="84919" y="20878"/>
                  <a:pt x="85366" y="22473"/>
                </a:cubicBezTo>
                <a:cubicBezTo>
                  <a:pt x="85814" y="24068"/>
                  <a:pt x="86455" y="25402"/>
                  <a:pt x="87291" y="26474"/>
                </a:cubicBezTo>
                <a:cubicBezTo>
                  <a:pt x="88126" y="27546"/>
                  <a:pt x="89152" y="28356"/>
                  <a:pt x="90367" y="28905"/>
                </a:cubicBezTo>
                <a:cubicBezTo>
                  <a:pt x="91583" y="29453"/>
                  <a:pt x="92958" y="29727"/>
                  <a:pt x="94495" y="29727"/>
                </a:cubicBezTo>
                <a:cubicBezTo>
                  <a:pt x="95794" y="29727"/>
                  <a:pt x="96930" y="29566"/>
                  <a:pt x="97900" y="29242"/>
                </a:cubicBezTo>
                <a:cubicBezTo>
                  <a:pt x="98871" y="28919"/>
                  <a:pt x="99698" y="28557"/>
                  <a:pt x="100382" y="28158"/>
                </a:cubicBezTo>
                <a:cubicBezTo>
                  <a:pt x="101066" y="27758"/>
                  <a:pt x="101627" y="27396"/>
                  <a:pt x="102066" y="27073"/>
                </a:cubicBezTo>
                <a:cubicBezTo>
                  <a:pt x="102505" y="26749"/>
                  <a:pt x="102851" y="26588"/>
                  <a:pt x="103104" y="26588"/>
                </a:cubicBezTo>
                <a:cubicBezTo>
                  <a:pt x="103222" y="26588"/>
                  <a:pt x="103323" y="26613"/>
                  <a:pt x="103408" y="26664"/>
                </a:cubicBezTo>
                <a:cubicBezTo>
                  <a:pt x="103492" y="26714"/>
                  <a:pt x="103560" y="26811"/>
                  <a:pt x="103610" y="26955"/>
                </a:cubicBezTo>
                <a:cubicBezTo>
                  <a:pt x="103661" y="27098"/>
                  <a:pt x="103699" y="27297"/>
                  <a:pt x="103724" y="27550"/>
                </a:cubicBezTo>
                <a:cubicBezTo>
                  <a:pt x="103750" y="27803"/>
                  <a:pt x="103762" y="28124"/>
                  <a:pt x="103762" y="28512"/>
                </a:cubicBezTo>
                <a:close/>
                <a:moveTo>
                  <a:pt x="133436" y="32513"/>
                </a:moveTo>
                <a:cubicBezTo>
                  <a:pt x="133436" y="32648"/>
                  <a:pt x="133402" y="32766"/>
                  <a:pt x="133335" y="32867"/>
                </a:cubicBezTo>
                <a:cubicBezTo>
                  <a:pt x="133267" y="32969"/>
                  <a:pt x="133149" y="33049"/>
                  <a:pt x="132980" y="33108"/>
                </a:cubicBezTo>
                <a:cubicBezTo>
                  <a:pt x="132811" y="33167"/>
                  <a:pt x="132588" y="33218"/>
                  <a:pt x="132309" y="33260"/>
                </a:cubicBezTo>
                <a:cubicBezTo>
                  <a:pt x="132031" y="33302"/>
                  <a:pt x="131689" y="33323"/>
                  <a:pt x="131284" y="33323"/>
                </a:cubicBezTo>
                <a:cubicBezTo>
                  <a:pt x="130845" y="33323"/>
                  <a:pt x="130490" y="33302"/>
                  <a:pt x="130220" y="33260"/>
                </a:cubicBezTo>
                <a:cubicBezTo>
                  <a:pt x="129950" y="33218"/>
                  <a:pt x="129731" y="33167"/>
                  <a:pt x="129562" y="33108"/>
                </a:cubicBezTo>
                <a:cubicBezTo>
                  <a:pt x="129393" y="33049"/>
                  <a:pt x="129275" y="32969"/>
                  <a:pt x="129207" y="32867"/>
                </a:cubicBezTo>
                <a:cubicBezTo>
                  <a:pt x="129140" y="32766"/>
                  <a:pt x="129106" y="32648"/>
                  <a:pt x="129106" y="32513"/>
                </a:cubicBezTo>
                <a:lnTo>
                  <a:pt x="129106" y="17978"/>
                </a:lnTo>
                <a:lnTo>
                  <a:pt x="114192" y="17978"/>
                </a:lnTo>
                <a:lnTo>
                  <a:pt x="114192" y="32513"/>
                </a:lnTo>
                <a:cubicBezTo>
                  <a:pt x="114192" y="32648"/>
                  <a:pt x="114158" y="32766"/>
                  <a:pt x="114090" y="32867"/>
                </a:cubicBezTo>
                <a:cubicBezTo>
                  <a:pt x="114023" y="32969"/>
                  <a:pt x="113905" y="33049"/>
                  <a:pt x="113736" y="33108"/>
                </a:cubicBezTo>
                <a:cubicBezTo>
                  <a:pt x="113567" y="33167"/>
                  <a:pt x="113343" y="33218"/>
                  <a:pt x="113065" y="33260"/>
                </a:cubicBezTo>
                <a:cubicBezTo>
                  <a:pt x="112786" y="33302"/>
                  <a:pt x="112436" y="33323"/>
                  <a:pt x="112014" y="33323"/>
                </a:cubicBezTo>
                <a:cubicBezTo>
                  <a:pt x="111609" y="33323"/>
                  <a:pt x="111263" y="33302"/>
                  <a:pt x="110976" y="33260"/>
                </a:cubicBezTo>
                <a:cubicBezTo>
                  <a:pt x="110689" y="33218"/>
                  <a:pt x="110461" y="33167"/>
                  <a:pt x="110292" y="33108"/>
                </a:cubicBezTo>
                <a:cubicBezTo>
                  <a:pt x="110123" y="33049"/>
                  <a:pt x="110005" y="32969"/>
                  <a:pt x="109938" y="32867"/>
                </a:cubicBezTo>
                <a:cubicBezTo>
                  <a:pt x="109870" y="32766"/>
                  <a:pt x="109836" y="32648"/>
                  <a:pt x="109836" y="32513"/>
                </a:cubicBezTo>
                <a:lnTo>
                  <a:pt x="109836" y="1064"/>
                </a:lnTo>
                <a:cubicBezTo>
                  <a:pt x="109836" y="928"/>
                  <a:pt x="109870" y="810"/>
                  <a:pt x="109938" y="709"/>
                </a:cubicBezTo>
                <a:cubicBezTo>
                  <a:pt x="110005" y="608"/>
                  <a:pt x="110123" y="528"/>
                  <a:pt x="110292" y="468"/>
                </a:cubicBezTo>
                <a:cubicBezTo>
                  <a:pt x="110461" y="409"/>
                  <a:pt x="110689" y="359"/>
                  <a:pt x="110976" y="317"/>
                </a:cubicBezTo>
                <a:cubicBezTo>
                  <a:pt x="111263" y="274"/>
                  <a:pt x="111609" y="253"/>
                  <a:pt x="112014" y="253"/>
                </a:cubicBezTo>
                <a:cubicBezTo>
                  <a:pt x="112436" y="253"/>
                  <a:pt x="112786" y="274"/>
                  <a:pt x="113065" y="317"/>
                </a:cubicBezTo>
                <a:cubicBezTo>
                  <a:pt x="113343" y="359"/>
                  <a:pt x="113567" y="409"/>
                  <a:pt x="113736" y="468"/>
                </a:cubicBezTo>
                <a:cubicBezTo>
                  <a:pt x="113905" y="528"/>
                  <a:pt x="114023" y="608"/>
                  <a:pt x="114090" y="709"/>
                </a:cubicBezTo>
                <a:cubicBezTo>
                  <a:pt x="114158" y="810"/>
                  <a:pt x="114192" y="928"/>
                  <a:pt x="114192" y="1064"/>
                </a:cubicBezTo>
                <a:lnTo>
                  <a:pt x="114192" y="14180"/>
                </a:lnTo>
                <a:lnTo>
                  <a:pt x="129106" y="14180"/>
                </a:lnTo>
                <a:lnTo>
                  <a:pt x="129106" y="1064"/>
                </a:lnTo>
                <a:cubicBezTo>
                  <a:pt x="129106" y="928"/>
                  <a:pt x="129140" y="810"/>
                  <a:pt x="129207" y="709"/>
                </a:cubicBezTo>
                <a:cubicBezTo>
                  <a:pt x="129275" y="608"/>
                  <a:pt x="129393" y="528"/>
                  <a:pt x="129562" y="468"/>
                </a:cubicBezTo>
                <a:cubicBezTo>
                  <a:pt x="129731" y="409"/>
                  <a:pt x="129950" y="359"/>
                  <a:pt x="130220" y="317"/>
                </a:cubicBezTo>
                <a:cubicBezTo>
                  <a:pt x="130490" y="274"/>
                  <a:pt x="130845" y="253"/>
                  <a:pt x="131284" y="253"/>
                </a:cubicBezTo>
                <a:cubicBezTo>
                  <a:pt x="131689" y="253"/>
                  <a:pt x="132031" y="274"/>
                  <a:pt x="132309" y="317"/>
                </a:cubicBezTo>
                <a:cubicBezTo>
                  <a:pt x="132588" y="359"/>
                  <a:pt x="132811" y="409"/>
                  <a:pt x="132980" y="468"/>
                </a:cubicBezTo>
                <a:cubicBezTo>
                  <a:pt x="133149" y="528"/>
                  <a:pt x="133267" y="608"/>
                  <a:pt x="133335" y="709"/>
                </a:cubicBezTo>
                <a:cubicBezTo>
                  <a:pt x="133402" y="810"/>
                  <a:pt x="133436" y="928"/>
                  <a:pt x="133436" y="1064"/>
                </a:cubicBezTo>
                <a:lnTo>
                  <a:pt x="133436" y="32513"/>
                </a:lnTo>
                <a:close/>
                <a:moveTo>
                  <a:pt x="163562" y="40730"/>
                </a:moveTo>
                <a:cubicBezTo>
                  <a:pt x="163562" y="41325"/>
                  <a:pt x="163495" y="41758"/>
                  <a:pt x="163360" y="42031"/>
                </a:cubicBezTo>
                <a:cubicBezTo>
                  <a:pt x="163225" y="42303"/>
                  <a:pt x="163014" y="42439"/>
                  <a:pt x="162727" y="42439"/>
                </a:cubicBezTo>
                <a:lnTo>
                  <a:pt x="138342" y="42439"/>
                </a:lnTo>
                <a:cubicBezTo>
                  <a:pt x="138055" y="42439"/>
                  <a:pt x="137836" y="42311"/>
                  <a:pt x="137684" y="42056"/>
                </a:cubicBezTo>
                <a:cubicBezTo>
                  <a:pt x="137532" y="41801"/>
                  <a:pt x="137456" y="41376"/>
                  <a:pt x="137456" y="40780"/>
                </a:cubicBezTo>
                <a:cubicBezTo>
                  <a:pt x="137456" y="40202"/>
                  <a:pt x="137532" y="39769"/>
                  <a:pt x="137684" y="39479"/>
                </a:cubicBezTo>
                <a:cubicBezTo>
                  <a:pt x="137836" y="39190"/>
                  <a:pt x="138055" y="39046"/>
                  <a:pt x="138342" y="39046"/>
                </a:cubicBezTo>
                <a:lnTo>
                  <a:pt x="162727" y="39046"/>
                </a:lnTo>
                <a:cubicBezTo>
                  <a:pt x="162997" y="39046"/>
                  <a:pt x="163204" y="39182"/>
                  <a:pt x="163347" y="39454"/>
                </a:cubicBezTo>
                <a:cubicBezTo>
                  <a:pt x="163491" y="39726"/>
                  <a:pt x="163562" y="40151"/>
                  <a:pt x="163562" y="40730"/>
                </a:cubicBezTo>
                <a:close/>
                <a:moveTo>
                  <a:pt x="186932" y="31449"/>
                </a:moveTo>
                <a:cubicBezTo>
                  <a:pt x="186932" y="31770"/>
                  <a:pt x="186906" y="32040"/>
                  <a:pt x="186856" y="32260"/>
                </a:cubicBezTo>
                <a:cubicBezTo>
                  <a:pt x="186805" y="32479"/>
                  <a:pt x="186738" y="32656"/>
                  <a:pt x="186653" y="32791"/>
                </a:cubicBezTo>
                <a:cubicBezTo>
                  <a:pt x="186569" y="32926"/>
                  <a:pt x="186472" y="33023"/>
                  <a:pt x="186362" y="33083"/>
                </a:cubicBezTo>
                <a:cubicBezTo>
                  <a:pt x="186252" y="33142"/>
                  <a:pt x="186138" y="33171"/>
                  <a:pt x="186020" y="33171"/>
                </a:cubicBezTo>
                <a:lnTo>
                  <a:pt x="168903" y="33171"/>
                </a:lnTo>
                <a:cubicBezTo>
                  <a:pt x="168785" y="33171"/>
                  <a:pt x="168675" y="33142"/>
                  <a:pt x="168574" y="33083"/>
                </a:cubicBezTo>
                <a:cubicBezTo>
                  <a:pt x="168472" y="33023"/>
                  <a:pt x="168375" y="32926"/>
                  <a:pt x="168282" y="32791"/>
                </a:cubicBezTo>
                <a:cubicBezTo>
                  <a:pt x="168190" y="32656"/>
                  <a:pt x="168118" y="32479"/>
                  <a:pt x="168067" y="32260"/>
                </a:cubicBezTo>
                <a:cubicBezTo>
                  <a:pt x="168017" y="32040"/>
                  <a:pt x="167991" y="31770"/>
                  <a:pt x="167991" y="31449"/>
                </a:cubicBezTo>
                <a:cubicBezTo>
                  <a:pt x="167991" y="31145"/>
                  <a:pt x="168017" y="30884"/>
                  <a:pt x="168067" y="30664"/>
                </a:cubicBezTo>
                <a:cubicBezTo>
                  <a:pt x="168118" y="30445"/>
                  <a:pt x="168181" y="30263"/>
                  <a:pt x="168257" y="30120"/>
                </a:cubicBezTo>
                <a:cubicBezTo>
                  <a:pt x="168333" y="29976"/>
                  <a:pt x="168426" y="29867"/>
                  <a:pt x="168536" y="29791"/>
                </a:cubicBezTo>
                <a:cubicBezTo>
                  <a:pt x="168645" y="29715"/>
                  <a:pt x="168768" y="29677"/>
                  <a:pt x="168903" y="29677"/>
                </a:cubicBezTo>
                <a:lnTo>
                  <a:pt x="175740" y="29677"/>
                </a:lnTo>
                <a:lnTo>
                  <a:pt x="175740" y="4735"/>
                </a:lnTo>
                <a:lnTo>
                  <a:pt x="169409" y="8533"/>
                </a:lnTo>
                <a:cubicBezTo>
                  <a:pt x="169089" y="8702"/>
                  <a:pt x="168831" y="8803"/>
                  <a:pt x="168637" y="8837"/>
                </a:cubicBezTo>
                <a:cubicBezTo>
                  <a:pt x="168443" y="8871"/>
                  <a:pt x="168287" y="8833"/>
                  <a:pt x="168169" y="8723"/>
                </a:cubicBezTo>
                <a:cubicBezTo>
                  <a:pt x="168050" y="8614"/>
                  <a:pt x="167970" y="8432"/>
                  <a:pt x="167928" y="8178"/>
                </a:cubicBezTo>
                <a:cubicBezTo>
                  <a:pt x="167886" y="7924"/>
                  <a:pt x="167865" y="7602"/>
                  <a:pt x="167865" y="7213"/>
                </a:cubicBezTo>
                <a:cubicBezTo>
                  <a:pt x="167865" y="6925"/>
                  <a:pt x="167877" y="6679"/>
                  <a:pt x="167903" y="6476"/>
                </a:cubicBezTo>
                <a:cubicBezTo>
                  <a:pt x="167928" y="6273"/>
                  <a:pt x="167966" y="6104"/>
                  <a:pt x="168017" y="5968"/>
                </a:cubicBezTo>
                <a:cubicBezTo>
                  <a:pt x="168067" y="5832"/>
                  <a:pt x="168139" y="5714"/>
                  <a:pt x="168232" y="5613"/>
                </a:cubicBezTo>
                <a:cubicBezTo>
                  <a:pt x="168325" y="5511"/>
                  <a:pt x="168447" y="5409"/>
                  <a:pt x="168599" y="5308"/>
                </a:cubicBezTo>
                <a:lnTo>
                  <a:pt x="176145" y="457"/>
                </a:lnTo>
                <a:cubicBezTo>
                  <a:pt x="176212" y="406"/>
                  <a:pt x="176297" y="364"/>
                  <a:pt x="176398" y="330"/>
                </a:cubicBezTo>
                <a:cubicBezTo>
                  <a:pt x="176499" y="296"/>
                  <a:pt x="176626" y="262"/>
                  <a:pt x="176778" y="228"/>
                </a:cubicBezTo>
                <a:cubicBezTo>
                  <a:pt x="176930" y="194"/>
                  <a:pt x="177107" y="173"/>
                  <a:pt x="177310" y="165"/>
                </a:cubicBezTo>
                <a:cubicBezTo>
                  <a:pt x="177512" y="156"/>
                  <a:pt x="177765" y="152"/>
                  <a:pt x="178069" y="152"/>
                </a:cubicBezTo>
                <a:cubicBezTo>
                  <a:pt x="178474" y="152"/>
                  <a:pt x="178812" y="169"/>
                  <a:pt x="179082" y="203"/>
                </a:cubicBezTo>
                <a:cubicBezTo>
                  <a:pt x="179352" y="236"/>
                  <a:pt x="179563" y="283"/>
                  <a:pt x="179715" y="342"/>
                </a:cubicBezTo>
                <a:cubicBezTo>
                  <a:pt x="179867" y="401"/>
                  <a:pt x="179968" y="477"/>
                  <a:pt x="180019" y="571"/>
                </a:cubicBezTo>
                <a:cubicBezTo>
                  <a:pt x="180070" y="663"/>
                  <a:pt x="180095" y="760"/>
                  <a:pt x="180095" y="862"/>
                </a:cubicBezTo>
                <a:lnTo>
                  <a:pt x="180095" y="29677"/>
                </a:lnTo>
                <a:lnTo>
                  <a:pt x="186020" y="29677"/>
                </a:lnTo>
                <a:cubicBezTo>
                  <a:pt x="186155" y="29677"/>
                  <a:pt x="186282" y="29715"/>
                  <a:pt x="186400" y="29791"/>
                </a:cubicBezTo>
                <a:cubicBezTo>
                  <a:pt x="186518" y="29867"/>
                  <a:pt x="186615" y="29976"/>
                  <a:pt x="186691" y="30120"/>
                </a:cubicBezTo>
                <a:cubicBezTo>
                  <a:pt x="186767" y="30263"/>
                  <a:pt x="186826" y="30445"/>
                  <a:pt x="186868" y="30664"/>
                </a:cubicBezTo>
                <a:cubicBezTo>
                  <a:pt x="186911" y="30884"/>
                  <a:pt x="186932" y="31145"/>
                  <a:pt x="186932" y="31449"/>
                </a:cubicBezTo>
                <a:close/>
                <a:moveTo>
                  <a:pt x="214281" y="23828"/>
                </a:moveTo>
                <a:cubicBezTo>
                  <a:pt x="214281" y="24385"/>
                  <a:pt x="214197" y="24824"/>
                  <a:pt x="214028" y="25144"/>
                </a:cubicBezTo>
                <a:cubicBezTo>
                  <a:pt x="213859" y="25465"/>
                  <a:pt x="213623" y="25625"/>
                  <a:pt x="213319" y="25625"/>
                </a:cubicBezTo>
                <a:lnTo>
                  <a:pt x="209622" y="25625"/>
                </a:lnTo>
                <a:lnTo>
                  <a:pt x="209622" y="32536"/>
                </a:lnTo>
                <a:cubicBezTo>
                  <a:pt x="209622" y="32671"/>
                  <a:pt x="209589" y="32786"/>
                  <a:pt x="209521" y="32879"/>
                </a:cubicBezTo>
                <a:cubicBezTo>
                  <a:pt x="209454" y="32972"/>
                  <a:pt x="209335" y="33053"/>
                  <a:pt x="209167" y="33121"/>
                </a:cubicBezTo>
                <a:cubicBezTo>
                  <a:pt x="208998" y="33188"/>
                  <a:pt x="208778" y="33239"/>
                  <a:pt x="208508" y="33272"/>
                </a:cubicBezTo>
                <a:cubicBezTo>
                  <a:pt x="208238" y="33306"/>
                  <a:pt x="207892" y="33323"/>
                  <a:pt x="207470" y="33323"/>
                </a:cubicBezTo>
                <a:cubicBezTo>
                  <a:pt x="207065" y="33323"/>
                  <a:pt x="206727" y="33306"/>
                  <a:pt x="206457" y="33272"/>
                </a:cubicBezTo>
                <a:cubicBezTo>
                  <a:pt x="206187" y="33239"/>
                  <a:pt x="205972" y="33188"/>
                  <a:pt x="205811" y="33121"/>
                </a:cubicBezTo>
                <a:cubicBezTo>
                  <a:pt x="205651" y="33053"/>
                  <a:pt x="205541" y="32972"/>
                  <a:pt x="205482" y="32879"/>
                </a:cubicBezTo>
                <a:cubicBezTo>
                  <a:pt x="205423" y="32786"/>
                  <a:pt x="205394" y="32671"/>
                  <a:pt x="205394" y="32536"/>
                </a:cubicBezTo>
                <a:lnTo>
                  <a:pt x="205394" y="25625"/>
                </a:lnTo>
                <a:lnTo>
                  <a:pt x="191872" y="25625"/>
                </a:lnTo>
                <a:cubicBezTo>
                  <a:pt x="191669" y="25625"/>
                  <a:pt x="191501" y="25600"/>
                  <a:pt x="191366" y="25549"/>
                </a:cubicBezTo>
                <a:cubicBezTo>
                  <a:pt x="191230" y="25499"/>
                  <a:pt x="191108" y="25406"/>
                  <a:pt x="190998" y="25271"/>
                </a:cubicBezTo>
                <a:cubicBezTo>
                  <a:pt x="190889" y="25136"/>
                  <a:pt x="190813" y="24942"/>
                  <a:pt x="190770" y="24688"/>
                </a:cubicBezTo>
                <a:cubicBezTo>
                  <a:pt x="190728" y="24435"/>
                  <a:pt x="190707" y="24106"/>
                  <a:pt x="190707" y="23701"/>
                </a:cubicBezTo>
                <a:cubicBezTo>
                  <a:pt x="190707" y="23380"/>
                  <a:pt x="190716" y="23093"/>
                  <a:pt x="190732" y="22840"/>
                </a:cubicBezTo>
                <a:cubicBezTo>
                  <a:pt x="190749" y="22587"/>
                  <a:pt x="190783" y="22355"/>
                  <a:pt x="190834" y="22144"/>
                </a:cubicBezTo>
                <a:cubicBezTo>
                  <a:pt x="190884" y="21933"/>
                  <a:pt x="190952" y="21730"/>
                  <a:pt x="191036" y="21536"/>
                </a:cubicBezTo>
                <a:cubicBezTo>
                  <a:pt x="191121" y="21342"/>
                  <a:pt x="191222" y="21135"/>
                  <a:pt x="191340" y="20916"/>
                </a:cubicBezTo>
                <a:lnTo>
                  <a:pt x="203140" y="1037"/>
                </a:lnTo>
                <a:cubicBezTo>
                  <a:pt x="203224" y="902"/>
                  <a:pt x="203347" y="784"/>
                  <a:pt x="203507" y="684"/>
                </a:cubicBezTo>
                <a:cubicBezTo>
                  <a:pt x="203668" y="582"/>
                  <a:pt x="203874" y="498"/>
                  <a:pt x="204128" y="430"/>
                </a:cubicBezTo>
                <a:cubicBezTo>
                  <a:pt x="204381" y="363"/>
                  <a:pt x="204693" y="317"/>
                  <a:pt x="205064" y="291"/>
                </a:cubicBezTo>
                <a:cubicBezTo>
                  <a:pt x="205436" y="266"/>
                  <a:pt x="205875" y="253"/>
                  <a:pt x="206381" y="253"/>
                </a:cubicBezTo>
                <a:cubicBezTo>
                  <a:pt x="206938" y="253"/>
                  <a:pt x="207424" y="274"/>
                  <a:pt x="207837" y="317"/>
                </a:cubicBezTo>
                <a:cubicBezTo>
                  <a:pt x="208251" y="359"/>
                  <a:pt x="208584" y="414"/>
                  <a:pt x="208837" y="481"/>
                </a:cubicBezTo>
                <a:cubicBezTo>
                  <a:pt x="209091" y="549"/>
                  <a:pt x="209285" y="637"/>
                  <a:pt x="209420" y="747"/>
                </a:cubicBezTo>
                <a:cubicBezTo>
                  <a:pt x="209555" y="856"/>
                  <a:pt x="209622" y="987"/>
                  <a:pt x="209622" y="1139"/>
                </a:cubicBezTo>
                <a:lnTo>
                  <a:pt x="209622" y="22030"/>
                </a:lnTo>
                <a:lnTo>
                  <a:pt x="213319" y="22030"/>
                </a:lnTo>
                <a:cubicBezTo>
                  <a:pt x="213606" y="22030"/>
                  <a:pt x="213838" y="22177"/>
                  <a:pt x="214016" y="22473"/>
                </a:cubicBezTo>
                <a:cubicBezTo>
                  <a:pt x="214193" y="22768"/>
                  <a:pt x="214281" y="23220"/>
                  <a:pt x="214281" y="23828"/>
                </a:cubicBezTo>
                <a:moveTo>
                  <a:pt x="205394" y="4073"/>
                </a:moveTo>
                <a:lnTo>
                  <a:pt x="205343" y="4073"/>
                </a:lnTo>
                <a:lnTo>
                  <a:pt x="194683" y="22030"/>
                </a:lnTo>
                <a:lnTo>
                  <a:pt x="205394" y="22030"/>
                </a:lnTo>
                <a:lnTo>
                  <a:pt x="205394" y="40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1946C7-28CE-4096-8AB9-75CE98C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92" y="8323806"/>
            <a:ext cx="367504" cy="77788"/>
          </a:xfrm>
          <a:custGeom xmlns:a="http://schemas.openxmlformats.org/drawingml/2006/main">
            <a:pathLst>
              <a:path w="367504" h="77788">
                <a:moveTo>
                  <a:pt x="0" y="12965"/>
                </a:moveTo>
                <a:cubicBezTo>
                  <a:pt x="0" y="5791"/>
                  <a:pt x="5791" y="0"/>
                  <a:pt x="12965" y="0"/>
                </a:cubicBezTo>
                <a:lnTo>
                  <a:pt x="354539" y="0"/>
                </a:lnTo>
                <a:cubicBezTo>
                  <a:pt x="361713" y="0"/>
                  <a:pt x="367504" y="5791"/>
                  <a:pt x="367504" y="12965"/>
                </a:cubicBezTo>
                <a:lnTo>
                  <a:pt x="367504" y="64823"/>
                </a:lnTo>
                <a:cubicBezTo>
                  <a:pt x="367504" y="71997"/>
                  <a:pt x="361713" y="77788"/>
                  <a:pt x="354539" y="77788"/>
                </a:cubicBezTo>
                <a:lnTo>
                  <a:pt x="12965" y="77788"/>
                </a:lnTo>
                <a:cubicBezTo>
                  <a:pt x="5791" y="77788"/>
                  <a:pt x="0" y="71997"/>
                  <a:pt x="0" y="64823"/>
                </a:cubicBezTo>
                <a:lnTo>
                  <a:pt x="0" y="12965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1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Text PATCH_2">
            <a:extLst xmlns:a="http://schemas.openxmlformats.org/drawingml/2006/main">
              <a:ext uri="{FF2B5EF4-FFF2-40B4-BE49-F238E27FC236}">
                <a16:creationId xmlns:a16="http://schemas.microsoft.com/office/drawing/2014/main" id="{39FEB5C8-92CC-40B7-836A-BBBD6038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65" y="8347838"/>
            <a:ext cx="186856" cy="42540"/>
          </a:xfrm>
          <a:custGeom xmlns:a="http://schemas.openxmlformats.org/drawingml/2006/main">
            <a:pathLst>
              <a:path w="186856" h="42540">
                <a:moveTo>
                  <a:pt x="20131" y="10103"/>
                </a:moveTo>
                <a:cubicBezTo>
                  <a:pt x="20131" y="11741"/>
                  <a:pt x="19861" y="13218"/>
                  <a:pt x="19320" y="14535"/>
                </a:cubicBezTo>
                <a:cubicBezTo>
                  <a:pt x="18780" y="15851"/>
                  <a:pt x="18008" y="16974"/>
                  <a:pt x="17003" y="17902"/>
                </a:cubicBezTo>
                <a:cubicBezTo>
                  <a:pt x="15999" y="18831"/>
                  <a:pt x="14767" y="19548"/>
                  <a:pt x="13306" y="20055"/>
                </a:cubicBezTo>
                <a:cubicBezTo>
                  <a:pt x="11846" y="20561"/>
                  <a:pt x="10103" y="20814"/>
                  <a:pt x="8078" y="20814"/>
                </a:cubicBezTo>
                <a:lnTo>
                  <a:pt x="4355" y="20814"/>
                </a:lnTo>
                <a:lnTo>
                  <a:pt x="4355" y="32614"/>
                </a:lnTo>
                <a:cubicBezTo>
                  <a:pt x="4355" y="32749"/>
                  <a:pt x="4317" y="32867"/>
                  <a:pt x="4241" y="32969"/>
                </a:cubicBezTo>
                <a:cubicBezTo>
                  <a:pt x="4165" y="33070"/>
                  <a:pt x="4047" y="33150"/>
                  <a:pt x="3887" y="33209"/>
                </a:cubicBezTo>
                <a:cubicBezTo>
                  <a:pt x="3726" y="33268"/>
                  <a:pt x="3507" y="33319"/>
                  <a:pt x="3228" y="33361"/>
                </a:cubicBezTo>
                <a:cubicBezTo>
                  <a:pt x="2950" y="33403"/>
                  <a:pt x="2600" y="33424"/>
                  <a:pt x="2178" y="33424"/>
                </a:cubicBezTo>
                <a:cubicBezTo>
                  <a:pt x="1756" y="33424"/>
                  <a:pt x="1405" y="33403"/>
                  <a:pt x="1127" y="33361"/>
                </a:cubicBezTo>
                <a:cubicBezTo>
                  <a:pt x="848" y="33319"/>
                  <a:pt x="625" y="33268"/>
                  <a:pt x="456" y="33209"/>
                </a:cubicBezTo>
                <a:cubicBezTo>
                  <a:pt x="287" y="33150"/>
                  <a:pt x="169" y="33070"/>
                  <a:pt x="101" y="32969"/>
                </a:cubicBezTo>
                <a:cubicBezTo>
                  <a:pt x="34" y="32867"/>
                  <a:pt x="0" y="32749"/>
                  <a:pt x="0" y="32614"/>
                </a:cubicBezTo>
                <a:lnTo>
                  <a:pt x="0" y="2380"/>
                </a:lnTo>
                <a:cubicBezTo>
                  <a:pt x="0" y="1705"/>
                  <a:pt x="177" y="1224"/>
                  <a:pt x="532" y="937"/>
                </a:cubicBezTo>
                <a:cubicBezTo>
                  <a:pt x="886" y="650"/>
                  <a:pt x="1283" y="506"/>
                  <a:pt x="1722" y="506"/>
                </a:cubicBezTo>
                <a:lnTo>
                  <a:pt x="8736" y="506"/>
                </a:lnTo>
                <a:cubicBezTo>
                  <a:pt x="9445" y="506"/>
                  <a:pt x="10124" y="536"/>
                  <a:pt x="10774" y="595"/>
                </a:cubicBezTo>
                <a:cubicBezTo>
                  <a:pt x="11424" y="654"/>
                  <a:pt x="12192" y="781"/>
                  <a:pt x="13079" y="975"/>
                </a:cubicBezTo>
                <a:cubicBezTo>
                  <a:pt x="13965" y="1169"/>
                  <a:pt x="14868" y="1532"/>
                  <a:pt x="15788" y="2064"/>
                </a:cubicBezTo>
                <a:cubicBezTo>
                  <a:pt x="16708" y="2595"/>
                  <a:pt x="17489" y="3250"/>
                  <a:pt x="18130" y="4026"/>
                </a:cubicBezTo>
                <a:cubicBezTo>
                  <a:pt x="18772" y="4803"/>
                  <a:pt x="19265" y="5702"/>
                  <a:pt x="19612" y="6723"/>
                </a:cubicBezTo>
                <a:cubicBezTo>
                  <a:pt x="19958" y="7744"/>
                  <a:pt x="20131" y="8871"/>
                  <a:pt x="20131" y="10103"/>
                </a:cubicBezTo>
                <a:moveTo>
                  <a:pt x="15547" y="10458"/>
                </a:moveTo>
                <a:cubicBezTo>
                  <a:pt x="15547" y="9124"/>
                  <a:pt x="15298" y="8010"/>
                  <a:pt x="14800" y="7115"/>
                </a:cubicBezTo>
                <a:cubicBezTo>
                  <a:pt x="14302" y="6221"/>
                  <a:pt x="13686" y="5554"/>
                  <a:pt x="12952" y="5115"/>
                </a:cubicBezTo>
                <a:cubicBezTo>
                  <a:pt x="12218" y="4676"/>
                  <a:pt x="11458" y="4398"/>
                  <a:pt x="10673" y="4279"/>
                </a:cubicBezTo>
                <a:cubicBezTo>
                  <a:pt x="9888" y="4161"/>
                  <a:pt x="9124" y="4102"/>
                  <a:pt x="8381" y="4102"/>
                </a:cubicBezTo>
                <a:lnTo>
                  <a:pt x="4355" y="4102"/>
                </a:lnTo>
                <a:lnTo>
                  <a:pt x="4355" y="17244"/>
                </a:lnTo>
                <a:lnTo>
                  <a:pt x="8280" y="17244"/>
                </a:lnTo>
                <a:cubicBezTo>
                  <a:pt x="9597" y="17244"/>
                  <a:pt x="10690" y="17075"/>
                  <a:pt x="11559" y="16738"/>
                </a:cubicBezTo>
                <a:cubicBezTo>
                  <a:pt x="12429" y="16400"/>
                  <a:pt x="13159" y="15931"/>
                  <a:pt x="13750" y="15332"/>
                </a:cubicBezTo>
                <a:cubicBezTo>
                  <a:pt x="14340" y="14733"/>
                  <a:pt x="14788" y="14015"/>
                  <a:pt x="15092" y="13180"/>
                </a:cubicBezTo>
                <a:cubicBezTo>
                  <a:pt x="15395" y="12344"/>
                  <a:pt x="15547" y="11437"/>
                  <a:pt x="15547" y="10458"/>
                </a:cubicBezTo>
                <a:close/>
                <a:moveTo>
                  <a:pt x="51347" y="31728"/>
                </a:moveTo>
                <a:cubicBezTo>
                  <a:pt x="51482" y="32099"/>
                  <a:pt x="51554" y="32399"/>
                  <a:pt x="51563" y="32627"/>
                </a:cubicBezTo>
                <a:cubicBezTo>
                  <a:pt x="51571" y="32855"/>
                  <a:pt x="51508" y="33028"/>
                  <a:pt x="51373" y="33146"/>
                </a:cubicBezTo>
                <a:cubicBezTo>
                  <a:pt x="51238" y="33264"/>
                  <a:pt x="51014" y="33340"/>
                  <a:pt x="50702" y="33374"/>
                </a:cubicBezTo>
                <a:cubicBezTo>
                  <a:pt x="50389" y="33408"/>
                  <a:pt x="49972" y="33424"/>
                  <a:pt x="49448" y="33424"/>
                </a:cubicBezTo>
                <a:cubicBezTo>
                  <a:pt x="48925" y="33424"/>
                  <a:pt x="48507" y="33412"/>
                  <a:pt x="48195" y="33386"/>
                </a:cubicBezTo>
                <a:cubicBezTo>
                  <a:pt x="47882" y="33361"/>
                  <a:pt x="47646" y="33319"/>
                  <a:pt x="47486" y="33260"/>
                </a:cubicBezTo>
                <a:cubicBezTo>
                  <a:pt x="47325" y="33201"/>
                  <a:pt x="47207" y="33121"/>
                  <a:pt x="47131" y="33019"/>
                </a:cubicBezTo>
                <a:cubicBezTo>
                  <a:pt x="47055" y="32918"/>
                  <a:pt x="46984" y="32791"/>
                  <a:pt x="46916" y="32639"/>
                </a:cubicBezTo>
                <a:lnTo>
                  <a:pt x="44105" y="24663"/>
                </a:lnTo>
                <a:lnTo>
                  <a:pt x="30482" y="24663"/>
                </a:lnTo>
                <a:lnTo>
                  <a:pt x="27798" y="32538"/>
                </a:lnTo>
                <a:cubicBezTo>
                  <a:pt x="27748" y="32690"/>
                  <a:pt x="27680" y="32821"/>
                  <a:pt x="27596" y="32931"/>
                </a:cubicBezTo>
                <a:cubicBezTo>
                  <a:pt x="27511" y="33040"/>
                  <a:pt x="27389" y="33133"/>
                  <a:pt x="27229" y="33209"/>
                </a:cubicBezTo>
                <a:cubicBezTo>
                  <a:pt x="27068" y="33285"/>
                  <a:pt x="26840" y="33340"/>
                  <a:pt x="26545" y="33374"/>
                </a:cubicBezTo>
                <a:cubicBezTo>
                  <a:pt x="26249" y="33408"/>
                  <a:pt x="25865" y="33424"/>
                  <a:pt x="25393" y="33424"/>
                </a:cubicBezTo>
                <a:cubicBezTo>
                  <a:pt x="24903" y="33424"/>
                  <a:pt x="24502" y="33403"/>
                  <a:pt x="24190" y="33361"/>
                </a:cubicBezTo>
                <a:cubicBezTo>
                  <a:pt x="23878" y="33319"/>
                  <a:pt x="23658" y="33239"/>
                  <a:pt x="23532" y="33121"/>
                </a:cubicBezTo>
                <a:cubicBezTo>
                  <a:pt x="23405" y="33002"/>
                  <a:pt x="23346" y="32829"/>
                  <a:pt x="23354" y="32601"/>
                </a:cubicBezTo>
                <a:cubicBezTo>
                  <a:pt x="23363" y="32374"/>
                  <a:pt x="23435" y="32074"/>
                  <a:pt x="23570" y="31703"/>
                </a:cubicBezTo>
                <a:lnTo>
                  <a:pt x="34559" y="1266"/>
                </a:lnTo>
                <a:cubicBezTo>
                  <a:pt x="34627" y="1080"/>
                  <a:pt x="34715" y="928"/>
                  <a:pt x="34825" y="810"/>
                </a:cubicBezTo>
                <a:cubicBezTo>
                  <a:pt x="34935" y="692"/>
                  <a:pt x="35095" y="599"/>
                  <a:pt x="35306" y="532"/>
                </a:cubicBezTo>
                <a:cubicBezTo>
                  <a:pt x="35517" y="464"/>
                  <a:pt x="35787" y="418"/>
                  <a:pt x="36116" y="392"/>
                </a:cubicBezTo>
                <a:cubicBezTo>
                  <a:pt x="36446" y="367"/>
                  <a:pt x="36863" y="355"/>
                  <a:pt x="37370" y="355"/>
                </a:cubicBezTo>
                <a:cubicBezTo>
                  <a:pt x="37910" y="355"/>
                  <a:pt x="38357" y="367"/>
                  <a:pt x="38712" y="392"/>
                </a:cubicBezTo>
                <a:cubicBezTo>
                  <a:pt x="39066" y="418"/>
                  <a:pt x="39353" y="464"/>
                  <a:pt x="39573" y="532"/>
                </a:cubicBezTo>
                <a:cubicBezTo>
                  <a:pt x="39792" y="599"/>
                  <a:pt x="39961" y="696"/>
                  <a:pt x="40079" y="823"/>
                </a:cubicBezTo>
                <a:cubicBezTo>
                  <a:pt x="40197" y="950"/>
                  <a:pt x="40290" y="1106"/>
                  <a:pt x="40358" y="1291"/>
                </a:cubicBezTo>
                <a:lnTo>
                  <a:pt x="51347" y="31728"/>
                </a:lnTo>
                <a:moveTo>
                  <a:pt x="37243" y="4862"/>
                </a:moveTo>
                <a:lnTo>
                  <a:pt x="37218" y="4862"/>
                </a:lnTo>
                <a:lnTo>
                  <a:pt x="31571" y="21194"/>
                </a:lnTo>
                <a:lnTo>
                  <a:pt x="42966" y="21194"/>
                </a:lnTo>
                <a:lnTo>
                  <a:pt x="37243" y="4862"/>
                </a:lnTo>
                <a:close/>
                <a:moveTo>
                  <a:pt x="77528" y="2380"/>
                </a:moveTo>
                <a:cubicBezTo>
                  <a:pt x="77528" y="2701"/>
                  <a:pt x="77511" y="2979"/>
                  <a:pt x="77477" y="3216"/>
                </a:cubicBezTo>
                <a:cubicBezTo>
                  <a:pt x="77444" y="3452"/>
                  <a:pt x="77389" y="3642"/>
                  <a:pt x="77313" y="3786"/>
                </a:cubicBezTo>
                <a:cubicBezTo>
                  <a:pt x="77237" y="3929"/>
                  <a:pt x="77144" y="4035"/>
                  <a:pt x="77034" y="4102"/>
                </a:cubicBezTo>
                <a:cubicBezTo>
                  <a:pt x="76925" y="4170"/>
                  <a:pt x="76802" y="4203"/>
                  <a:pt x="76667" y="4203"/>
                </a:cubicBezTo>
                <a:lnTo>
                  <a:pt x="67450" y="4203"/>
                </a:lnTo>
                <a:lnTo>
                  <a:pt x="67450" y="32614"/>
                </a:lnTo>
                <a:cubicBezTo>
                  <a:pt x="67450" y="32749"/>
                  <a:pt x="67416" y="32867"/>
                  <a:pt x="67349" y="32969"/>
                </a:cubicBezTo>
                <a:cubicBezTo>
                  <a:pt x="67281" y="33070"/>
                  <a:pt x="67163" y="33150"/>
                  <a:pt x="66994" y="33209"/>
                </a:cubicBezTo>
                <a:cubicBezTo>
                  <a:pt x="66826" y="33268"/>
                  <a:pt x="66602" y="33319"/>
                  <a:pt x="66323" y="33361"/>
                </a:cubicBezTo>
                <a:cubicBezTo>
                  <a:pt x="66045" y="33403"/>
                  <a:pt x="65695" y="33424"/>
                  <a:pt x="65273" y="33424"/>
                </a:cubicBezTo>
                <a:cubicBezTo>
                  <a:pt x="64867" y="33424"/>
                  <a:pt x="64521" y="33403"/>
                  <a:pt x="64234" y="33361"/>
                </a:cubicBezTo>
                <a:cubicBezTo>
                  <a:pt x="63947" y="33319"/>
                  <a:pt x="63719" y="33268"/>
                  <a:pt x="63551" y="33209"/>
                </a:cubicBezTo>
                <a:cubicBezTo>
                  <a:pt x="63382" y="33150"/>
                  <a:pt x="63264" y="33070"/>
                  <a:pt x="63196" y="32969"/>
                </a:cubicBezTo>
                <a:cubicBezTo>
                  <a:pt x="63129" y="32867"/>
                  <a:pt x="63095" y="32749"/>
                  <a:pt x="63095" y="32614"/>
                </a:cubicBezTo>
                <a:lnTo>
                  <a:pt x="63095" y="4203"/>
                </a:lnTo>
                <a:lnTo>
                  <a:pt x="53878" y="4203"/>
                </a:lnTo>
                <a:cubicBezTo>
                  <a:pt x="53743" y="4203"/>
                  <a:pt x="53620" y="4170"/>
                  <a:pt x="53511" y="4102"/>
                </a:cubicBezTo>
                <a:cubicBezTo>
                  <a:pt x="53401" y="4035"/>
                  <a:pt x="53312" y="3929"/>
                  <a:pt x="53245" y="3786"/>
                </a:cubicBezTo>
                <a:cubicBezTo>
                  <a:pt x="53177" y="3642"/>
                  <a:pt x="53122" y="3452"/>
                  <a:pt x="53080" y="3216"/>
                </a:cubicBezTo>
                <a:cubicBezTo>
                  <a:pt x="53038" y="2979"/>
                  <a:pt x="53017" y="2701"/>
                  <a:pt x="53017" y="2380"/>
                </a:cubicBezTo>
                <a:cubicBezTo>
                  <a:pt x="53017" y="2059"/>
                  <a:pt x="53038" y="1777"/>
                  <a:pt x="53080" y="1532"/>
                </a:cubicBezTo>
                <a:cubicBezTo>
                  <a:pt x="53122" y="1287"/>
                  <a:pt x="53177" y="1089"/>
                  <a:pt x="53245" y="937"/>
                </a:cubicBezTo>
                <a:cubicBezTo>
                  <a:pt x="53312" y="785"/>
                  <a:pt x="53401" y="675"/>
                  <a:pt x="53511" y="608"/>
                </a:cubicBezTo>
                <a:cubicBezTo>
                  <a:pt x="53620" y="540"/>
                  <a:pt x="53743" y="506"/>
                  <a:pt x="53878" y="506"/>
                </a:cubicBezTo>
                <a:lnTo>
                  <a:pt x="76667" y="506"/>
                </a:lnTo>
                <a:cubicBezTo>
                  <a:pt x="76802" y="506"/>
                  <a:pt x="76925" y="540"/>
                  <a:pt x="77034" y="608"/>
                </a:cubicBezTo>
                <a:cubicBezTo>
                  <a:pt x="77144" y="675"/>
                  <a:pt x="77237" y="785"/>
                  <a:pt x="77313" y="937"/>
                </a:cubicBezTo>
                <a:cubicBezTo>
                  <a:pt x="77389" y="1089"/>
                  <a:pt x="77444" y="1287"/>
                  <a:pt x="77477" y="1532"/>
                </a:cubicBezTo>
                <a:cubicBezTo>
                  <a:pt x="77511" y="1777"/>
                  <a:pt x="77528" y="2059"/>
                  <a:pt x="77528" y="2380"/>
                </a:cubicBezTo>
                <a:close/>
                <a:moveTo>
                  <a:pt x="103762" y="28613"/>
                </a:moveTo>
                <a:cubicBezTo>
                  <a:pt x="103762" y="28883"/>
                  <a:pt x="103754" y="29120"/>
                  <a:pt x="103737" y="29322"/>
                </a:cubicBezTo>
                <a:cubicBezTo>
                  <a:pt x="103720" y="29525"/>
                  <a:pt x="103690" y="29702"/>
                  <a:pt x="103648" y="29854"/>
                </a:cubicBezTo>
                <a:cubicBezTo>
                  <a:pt x="103606" y="30006"/>
                  <a:pt x="103551" y="30141"/>
                  <a:pt x="103484" y="30259"/>
                </a:cubicBezTo>
                <a:cubicBezTo>
                  <a:pt x="103416" y="30377"/>
                  <a:pt x="103298" y="30522"/>
                  <a:pt x="103129" y="30692"/>
                </a:cubicBezTo>
                <a:cubicBezTo>
                  <a:pt x="102960" y="30862"/>
                  <a:pt x="102606" y="31121"/>
                  <a:pt x="102066" y="31470"/>
                </a:cubicBezTo>
                <a:cubicBezTo>
                  <a:pt x="101525" y="31819"/>
                  <a:pt x="100854" y="32159"/>
                  <a:pt x="100053" y="32491"/>
                </a:cubicBezTo>
                <a:cubicBezTo>
                  <a:pt x="99251" y="32822"/>
                  <a:pt x="98331" y="33103"/>
                  <a:pt x="97293" y="33333"/>
                </a:cubicBezTo>
                <a:cubicBezTo>
                  <a:pt x="96254" y="33563"/>
                  <a:pt x="95119" y="33678"/>
                  <a:pt x="93887" y="33678"/>
                </a:cubicBezTo>
                <a:cubicBezTo>
                  <a:pt x="91760" y="33678"/>
                  <a:pt x="89840" y="33323"/>
                  <a:pt x="88126" y="32614"/>
                </a:cubicBezTo>
                <a:cubicBezTo>
                  <a:pt x="86413" y="31905"/>
                  <a:pt x="84953" y="30858"/>
                  <a:pt x="83746" y="29474"/>
                </a:cubicBezTo>
                <a:cubicBezTo>
                  <a:pt x="82539" y="28090"/>
                  <a:pt x="81610" y="26381"/>
                  <a:pt x="80960" y="24347"/>
                </a:cubicBezTo>
                <a:cubicBezTo>
                  <a:pt x="80310" y="22312"/>
                  <a:pt x="79985" y="19970"/>
                  <a:pt x="79985" y="17320"/>
                </a:cubicBezTo>
                <a:cubicBezTo>
                  <a:pt x="79985" y="14602"/>
                  <a:pt x="80336" y="12180"/>
                  <a:pt x="81036" y="10053"/>
                </a:cubicBezTo>
                <a:cubicBezTo>
                  <a:pt x="81737" y="7926"/>
                  <a:pt x="82720" y="6124"/>
                  <a:pt x="83986" y="4646"/>
                </a:cubicBezTo>
                <a:cubicBezTo>
                  <a:pt x="85252" y="3169"/>
                  <a:pt x="86767" y="2043"/>
                  <a:pt x="88531" y="1266"/>
                </a:cubicBezTo>
                <a:cubicBezTo>
                  <a:pt x="90295" y="490"/>
                  <a:pt x="92249" y="101"/>
                  <a:pt x="94393" y="101"/>
                </a:cubicBezTo>
                <a:cubicBezTo>
                  <a:pt x="95339" y="101"/>
                  <a:pt x="96259" y="191"/>
                  <a:pt x="97153" y="370"/>
                </a:cubicBezTo>
                <a:cubicBezTo>
                  <a:pt x="98048" y="548"/>
                  <a:pt x="98875" y="774"/>
                  <a:pt x="99635" y="1046"/>
                </a:cubicBezTo>
                <a:cubicBezTo>
                  <a:pt x="100394" y="1318"/>
                  <a:pt x="101070" y="1633"/>
                  <a:pt x="101661" y="1991"/>
                </a:cubicBezTo>
                <a:cubicBezTo>
                  <a:pt x="102251" y="2348"/>
                  <a:pt x="102661" y="2642"/>
                  <a:pt x="102889" y="2872"/>
                </a:cubicBezTo>
                <a:cubicBezTo>
                  <a:pt x="103117" y="3101"/>
                  <a:pt x="103264" y="3275"/>
                  <a:pt x="103332" y="3393"/>
                </a:cubicBezTo>
                <a:cubicBezTo>
                  <a:pt x="103399" y="3511"/>
                  <a:pt x="103454" y="3651"/>
                  <a:pt x="103496" y="3811"/>
                </a:cubicBezTo>
                <a:cubicBezTo>
                  <a:pt x="103539" y="3971"/>
                  <a:pt x="103572" y="4161"/>
                  <a:pt x="103598" y="4381"/>
                </a:cubicBezTo>
                <a:cubicBezTo>
                  <a:pt x="103623" y="4600"/>
                  <a:pt x="103636" y="4862"/>
                  <a:pt x="103636" y="5166"/>
                </a:cubicBezTo>
                <a:cubicBezTo>
                  <a:pt x="103636" y="5503"/>
                  <a:pt x="103619" y="5790"/>
                  <a:pt x="103585" y="6027"/>
                </a:cubicBezTo>
                <a:cubicBezTo>
                  <a:pt x="103551" y="6263"/>
                  <a:pt x="103501" y="6461"/>
                  <a:pt x="103433" y="6622"/>
                </a:cubicBezTo>
                <a:cubicBezTo>
                  <a:pt x="103365" y="6782"/>
                  <a:pt x="103285" y="6900"/>
                  <a:pt x="103192" y="6976"/>
                </a:cubicBezTo>
                <a:cubicBezTo>
                  <a:pt x="103100" y="7052"/>
                  <a:pt x="102986" y="7090"/>
                  <a:pt x="102851" y="7090"/>
                </a:cubicBezTo>
                <a:cubicBezTo>
                  <a:pt x="102614" y="7090"/>
                  <a:pt x="102285" y="6924"/>
                  <a:pt x="101863" y="6592"/>
                </a:cubicBezTo>
                <a:cubicBezTo>
                  <a:pt x="101441" y="6260"/>
                  <a:pt x="100897" y="5895"/>
                  <a:pt x="100230" y="5495"/>
                </a:cubicBezTo>
                <a:cubicBezTo>
                  <a:pt x="99563" y="5095"/>
                  <a:pt x="98753" y="4729"/>
                  <a:pt x="97799" y="4397"/>
                </a:cubicBezTo>
                <a:cubicBezTo>
                  <a:pt x="96845" y="4065"/>
                  <a:pt x="95702" y="3900"/>
                  <a:pt x="94368" y="3900"/>
                </a:cubicBezTo>
                <a:cubicBezTo>
                  <a:pt x="92916" y="3900"/>
                  <a:pt x="91595" y="4191"/>
                  <a:pt x="90405" y="4773"/>
                </a:cubicBezTo>
                <a:cubicBezTo>
                  <a:pt x="89215" y="5356"/>
                  <a:pt x="88198" y="6212"/>
                  <a:pt x="87354" y="7343"/>
                </a:cubicBezTo>
                <a:cubicBezTo>
                  <a:pt x="86510" y="8474"/>
                  <a:pt x="85856" y="9854"/>
                  <a:pt x="85391" y="11483"/>
                </a:cubicBezTo>
                <a:cubicBezTo>
                  <a:pt x="84927" y="13112"/>
                  <a:pt x="84695" y="14973"/>
                  <a:pt x="84695" y="17067"/>
                </a:cubicBezTo>
                <a:cubicBezTo>
                  <a:pt x="84695" y="19143"/>
                  <a:pt x="84919" y="20979"/>
                  <a:pt x="85366" y="22574"/>
                </a:cubicBezTo>
                <a:cubicBezTo>
                  <a:pt x="85813" y="24169"/>
                  <a:pt x="86455" y="25503"/>
                  <a:pt x="87291" y="26575"/>
                </a:cubicBezTo>
                <a:cubicBezTo>
                  <a:pt x="88126" y="27647"/>
                  <a:pt x="89152" y="28457"/>
                  <a:pt x="90367" y="29006"/>
                </a:cubicBezTo>
                <a:cubicBezTo>
                  <a:pt x="91583" y="29554"/>
                  <a:pt x="92958" y="29829"/>
                  <a:pt x="94495" y="29829"/>
                </a:cubicBezTo>
                <a:cubicBezTo>
                  <a:pt x="95794" y="29829"/>
                  <a:pt x="96930" y="29667"/>
                  <a:pt x="97900" y="29344"/>
                </a:cubicBezTo>
                <a:cubicBezTo>
                  <a:pt x="98871" y="29020"/>
                  <a:pt x="99698" y="28659"/>
                  <a:pt x="100382" y="28259"/>
                </a:cubicBezTo>
                <a:cubicBezTo>
                  <a:pt x="101065" y="27859"/>
                  <a:pt x="101627" y="27497"/>
                  <a:pt x="102066" y="27174"/>
                </a:cubicBezTo>
                <a:cubicBezTo>
                  <a:pt x="102505" y="26851"/>
                  <a:pt x="102851" y="26689"/>
                  <a:pt x="103104" y="26689"/>
                </a:cubicBezTo>
                <a:cubicBezTo>
                  <a:pt x="103222" y="26689"/>
                  <a:pt x="103323" y="26714"/>
                  <a:pt x="103408" y="26765"/>
                </a:cubicBezTo>
                <a:cubicBezTo>
                  <a:pt x="103492" y="26815"/>
                  <a:pt x="103560" y="26913"/>
                  <a:pt x="103610" y="27056"/>
                </a:cubicBezTo>
                <a:cubicBezTo>
                  <a:pt x="103661" y="27200"/>
                  <a:pt x="103699" y="27398"/>
                  <a:pt x="103724" y="27651"/>
                </a:cubicBezTo>
                <a:cubicBezTo>
                  <a:pt x="103750" y="27904"/>
                  <a:pt x="103762" y="28225"/>
                  <a:pt x="103762" y="28613"/>
                </a:cubicBezTo>
                <a:close/>
                <a:moveTo>
                  <a:pt x="133436" y="32614"/>
                </a:moveTo>
                <a:cubicBezTo>
                  <a:pt x="133436" y="32749"/>
                  <a:pt x="133402" y="32867"/>
                  <a:pt x="133335" y="32969"/>
                </a:cubicBezTo>
                <a:cubicBezTo>
                  <a:pt x="133267" y="33070"/>
                  <a:pt x="133149" y="33150"/>
                  <a:pt x="132980" y="33209"/>
                </a:cubicBezTo>
                <a:cubicBezTo>
                  <a:pt x="132811" y="33268"/>
                  <a:pt x="132588" y="33319"/>
                  <a:pt x="132309" y="33361"/>
                </a:cubicBezTo>
                <a:cubicBezTo>
                  <a:pt x="132030" y="33403"/>
                  <a:pt x="131689" y="33424"/>
                  <a:pt x="131283" y="33424"/>
                </a:cubicBezTo>
                <a:cubicBezTo>
                  <a:pt x="130845" y="33424"/>
                  <a:pt x="130490" y="33403"/>
                  <a:pt x="130220" y="33361"/>
                </a:cubicBezTo>
                <a:cubicBezTo>
                  <a:pt x="129950" y="33319"/>
                  <a:pt x="129730" y="33268"/>
                  <a:pt x="129562" y="33209"/>
                </a:cubicBezTo>
                <a:cubicBezTo>
                  <a:pt x="129393" y="33150"/>
                  <a:pt x="129275" y="33070"/>
                  <a:pt x="129207" y="32969"/>
                </a:cubicBezTo>
                <a:cubicBezTo>
                  <a:pt x="129140" y="32867"/>
                  <a:pt x="129106" y="32749"/>
                  <a:pt x="129106" y="32614"/>
                </a:cubicBezTo>
                <a:lnTo>
                  <a:pt x="129106" y="18080"/>
                </a:lnTo>
                <a:lnTo>
                  <a:pt x="114191" y="18080"/>
                </a:lnTo>
                <a:lnTo>
                  <a:pt x="114191" y="32614"/>
                </a:lnTo>
                <a:cubicBezTo>
                  <a:pt x="114191" y="32749"/>
                  <a:pt x="114158" y="32867"/>
                  <a:pt x="114090" y="32969"/>
                </a:cubicBezTo>
                <a:cubicBezTo>
                  <a:pt x="114023" y="33070"/>
                  <a:pt x="113904" y="33150"/>
                  <a:pt x="113736" y="33209"/>
                </a:cubicBezTo>
                <a:cubicBezTo>
                  <a:pt x="113567" y="33268"/>
                  <a:pt x="113343" y="33319"/>
                  <a:pt x="113065" y="33361"/>
                </a:cubicBezTo>
                <a:cubicBezTo>
                  <a:pt x="112786" y="33403"/>
                  <a:pt x="112436" y="33424"/>
                  <a:pt x="112014" y="33424"/>
                </a:cubicBezTo>
                <a:cubicBezTo>
                  <a:pt x="111609" y="33424"/>
                  <a:pt x="111263" y="33403"/>
                  <a:pt x="110976" y="33361"/>
                </a:cubicBezTo>
                <a:cubicBezTo>
                  <a:pt x="110689" y="33319"/>
                  <a:pt x="110461" y="33268"/>
                  <a:pt x="110292" y="33209"/>
                </a:cubicBezTo>
                <a:cubicBezTo>
                  <a:pt x="110123" y="33150"/>
                  <a:pt x="110005" y="33070"/>
                  <a:pt x="109937" y="32969"/>
                </a:cubicBezTo>
                <a:cubicBezTo>
                  <a:pt x="109870" y="32867"/>
                  <a:pt x="109836" y="32749"/>
                  <a:pt x="109836" y="32614"/>
                </a:cubicBezTo>
                <a:lnTo>
                  <a:pt x="109836" y="1165"/>
                </a:lnTo>
                <a:cubicBezTo>
                  <a:pt x="109836" y="1030"/>
                  <a:pt x="109870" y="912"/>
                  <a:pt x="109937" y="810"/>
                </a:cubicBezTo>
                <a:cubicBezTo>
                  <a:pt x="110005" y="709"/>
                  <a:pt x="110123" y="629"/>
                  <a:pt x="110292" y="570"/>
                </a:cubicBezTo>
                <a:cubicBezTo>
                  <a:pt x="110461" y="511"/>
                  <a:pt x="110689" y="460"/>
                  <a:pt x="110976" y="418"/>
                </a:cubicBezTo>
                <a:cubicBezTo>
                  <a:pt x="111263" y="376"/>
                  <a:pt x="111609" y="355"/>
                  <a:pt x="112014" y="355"/>
                </a:cubicBezTo>
                <a:cubicBezTo>
                  <a:pt x="112436" y="355"/>
                  <a:pt x="112786" y="376"/>
                  <a:pt x="113065" y="418"/>
                </a:cubicBezTo>
                <a:cubicBezTo>
                  <a:pt x="113343" y="460"/>
                  <a:pt x="113567" y="511"/>
                  <a:pt x="113736" y="570"/>
                </a:cubicBezTo>
                <a:cubicBezTo>
                  <a:pt x="113904" y="629"/>
                  <a:pt x="114023" y="709"/>
                  <a:pt x="114090" y="810"/>
                </a:cubicBezTo>
                <a:cubicBezTo>
                  <a:pt x="114158" y="912"/>
                  <a:pt x="114191" y="1030"/>
                  <a:pt x="114191" y="1165"/>
                </a:cubicBezTo>
                <a:lnTo>
                  <a:pt x="114191" y="14281"/>
                </a:lnTo>
                <a:lnTo>
                  <a:pt x="129106" y="14281"/>
                </a:lnTo>
                <a:lnTo>
                  <a:pt x="129106" y="1165"/>
                </a:lnTo>
                <a:cubicBezTo>
                  <a:pt x="129106" y="1030"/>
                  <a:pt x="129140" y="912"/>
                  <a:pt x="129207" y="810"/>
                </a:cubicBezTo>
                <a:cubicBezTo>
                  <a:pt x="129275" y="709"/>
                  <a:pt x="129393" y="629"/>
                  <a:pt x="129562" y="570"/>
                </a:cubicBezTo>
                <a:cubicBezTo>
                  <a:pt x="129730" y="511"/>
                  <a:pt x="129950" y="460"/>
                  <a:pt x="130220" y="418"/>
                </a:cubicBezTo>
                <a:cubicBezTo>
                  <a:pt x="130490" y="376"/>
                  <a:pt x="130845" y="355"/>
                  <a:pt x="131283" y="355"/>
                </a:cubicBezTo>
                <a:cubicBezTo>
                  <a:pt x="131689" y="355"/>
                  <a:pt x="132030" y="376"/>
                  <a:pt x="132309" y="418"/>
                </a:cubicBezTo>
                <a:cubicBezTo>
                  <a:pt x="132588" y="460"/>
                  <a:pt x="132811" y="511"/>
                  <a:pt x="132980" y="570"/>
                </a:cubicBezTo>
                <a:cubicBezTo>
                  <a:pt x="133149" y="629"/>
                  <a:pt x="133267" y="709"/>
                  <a:pt x="133335" y="810"/>
                </a:cubicBezTo>
                <a:cubicBezTo>
                  <a:pt x="133402" y="912"/>
                  <a:pt x="133436" y="1030"/>
                  <a:pt x="133436" y="1165"/>
                </a:cubicBezTo>
                <a:lnTo>
                  <a:pt x="133436" y="32614"/>
                </a:lnTo>
                <a:close/>
                <a:moveTo>
                  <a:pt x="163562" y="40831"/>
                </a:moveTo>
                <a:cubicBezTo>
                  <a:pt x="163562" y="41426"/>
                  <a:pt x="163495" y="41860"/>
                  <a:pt x="163360" y="42132"/>
                </a:cubicBezTo>
                <a:cubicBezTo>
                  <a:pt x="163225" y="42404"/>
                  <a:pt x="163014" y="42540"/>
                  <a:pt x="162727" y="42540"/>
                </a:cubicBezTo>
                <a:lnTo>
                  <a:pt x="138342" y="42540"/>
                </a:lnTo>
                <a:cubicBezTo>
                  <a:pt x="138055" y="42540"/>
                  <a:pt x="137836" y="42412"/>
                  <a:pt x="137684" y="42157"/>
                </a:cubicBezTo>
                <a:cubicBezTo>
                  <a:pt x="137532" y="41902"/>
                  <a:pt x="137456" y="41477"/>
                  <a:pt x="137456" y="40882"/>
                </a:cubicBezTo>
                <a:cubicBezTo>
                  <a:pt x="137456" y="40303"/>
                  <a:pt x="137532" y="39870"/>
                  <a:pt x="137684" y="39581"/>
                </a:cubicBezTo>
                <a:cubicBezTo>
                  <a:pt x="137836" y="39292"/>
                  <a:pt x="138055" y="39147"/>
                  <a:pt x="138342" y="39147"/>
                </a:cubicBezTo>
                <a:lnTo>
                  <a:pt x="162727" y="39147"/>
                </a:lnTo>
                <a:cubicBezTo>
                  <a:pt x="162997" y="39147"/>
                  <a:pt x="163204" y="39283"/>
                  <a:pt x="163347" y="39555"/>
                </a:cubicBezTo>
                <a:cubicBezTo>
                  <a:pt x="163491" y="39828"/>
                  <a:pt x="163562" y="40253"/>
                  <a:pt x="163562" y="40831"/>
                </a:cubicBezTo>
                <a:close/>
                <a:moveTo>
                  <a:pt x="186856" y="31399"/>
                </a:moveTo>
                <a:cubicBezTo>
                  <a:pt x="186856" y="31703"/>
                  <a:pt x="186835" y="31973"/>
                  <a:pt x="186792" y="32209"/>
                </a:cubicBezTo>
                <a:cubicBezTo>
                  <a:pt x="186750" y="32445"/>
                  <a:pt x="186691" y="32644"/>
                  <a:pt x="186615" y="32804"/>
                </a:cubicBezTo>
                <a:cubicBezTo>
                  <a:pt x="186539" y="32964"/>
                  <a:pt x="186438" y="33083"/>
                  <a:pt x="186311" y="33159"/>
                </a:cubicBezTo>
                <a:cubicBezTo>
                  <a:pt x="186185" y="33235"/>
                  <a:pt x="186045" y="33272"/>
                  <a:pt x="185893" y="33272"/>
                </a:cubicBezTo>
                <a:lnTo>
                  <a:pt x="167789" y="33272"/>
                </a:lnTo>
                <a:cubicBezTo>
                  <a:pt x="167552" y="33272"/>
                  <a:pt x="167345" y="33243"/>
                  <a:pt x="167168" y="33184"/>
                </a:cubicBezTo>
                <a:cubicBezTo>
                  <a:pt x="166991" y="33125"/>
                  <a:pt x="166839" y="33028"/>
                  <a:pt x="166712" y="32893"/>
                </a:cubicBezTo>
                <a:cubicBezTo>
                  <a:pt x="166586" y="32758"/>
                  <a:pt x="166493" y="32563"/>
                  <a:pt x="166434" y="32310"/>
                </a:cubicBezTo>
                <a:cubicBezTo>
                  <a:pt x="166375" y="32057"/>
                  <a:pt x="166345" y="31745"/>
                  <a:pt x="166345" y="31373"/>
                </a:cubicBezTo>
                <a:cubicBezTo>
                  <a:pt x="166345" y="31036"/>
                  <a:pt x="166358" y="30740"/>
                  <a:pt x="166383" y="30487"/>
                </a:cubicBezTo>
                <a:cubicBezTo>
                  <a:pt x="166409" y="30234"/>
                  <a:pt x="166463" y="30010"/>
                  <a:pt x="166548" y="29816"/>
                </a:cubicBezTo>
                <a:cubicBezTo>
                  <a:pt x="166632" y="29622"/>
                  <a:pt x="166738" y="29428"/>
                  <a:pt x="166864" y="29234"/>
                </a:cubicBezTo>
                <a:cubicBezTo>
                  <a:pt x="166991" y="29040"/>
                  <a:pt x="167156" y="28833"/>
                  <a:pt x="167358" y="28613"/>
                </a:cubicBezTo>
                <a:lnTo>
                  <a:pt x="173714" y="21869"/>
                </a:lnTo>
                <a:cubicBezTo>
                  <a:pt x="175182" y="20315"/>
                  <a:pt x="176360" y="18921"/>
                  <a:pt x="177246" y="17688"/>
                </a:cubicBezTo>
                <a:cubicBezTo>
                  <a:pt x="178132" y="16455"/>
                  <a:pt x="178816" y="15331"/>
                  <a:pt x="179297" y="14318"/>
                </a:cubicBezTo>
                <a:cubicBezTo>
                  <a:pt x="179778" y="13304"/>
                  <a:pt x="180095" y="12383"/>
                  <a:pt x="180247" y="11555"/>
                </a:cubicBezTo>
                <a:cubicBezTo>
                  <a:pt x="180399" y="10728"/>
                  <a:pt x="180475" y="9951"/>
                  <a:pt x="180475" y="9224"/>
                </a:cubicBezTo>
                <a:cubicBezTo>
                  <a:pt x="180475" y="8497"/>
                  <a:pt x="180357" y="7809"/>
                  <a:pt x="180120" y="7158"/>
                </a:cubicBezTo>
                <a:cubicBezTo>
                  <a:pt x="179884" y="6507"/>
                  <a:pt x="179542" y="5937"/>
                  <a:pt x="179095" y="5447"/>
                </a:cubicBezTo>
                <a:cubicBezTo>
                  <a:pt x="178647" y="4956"/>
                  <a:pt x="178086" y="4567"/>
                  <a:pt x="177411" y="4280"/>
                </a:cubicBezTo>
                <a:cubicBezTo>
                  <a:pt x="176736" y="3993"/>
                  <a:pt x="175959" y="3849"/>
                  <a:pt x="175081" y="3849"/>
                </a:cubicBezTo>
                <a:cubicBezTo>
                  <a:pt x="174051" y="3849"/>
                  <a:pt x="173127" y="3992"/>
                  <a:pt x="172308" y="4279"/>
                </a:cubicBezTo>
                <a:cubicBezTo>
                  <a:pt x="171490" y="4566"/>
                  <a:pt x="170772" y="4879"/>
                  <a:pt x="170156" y="5216"/>
                </a:cubicBezTo>
                <a:cubicBezTo>
                  <a:pt x="169540" y="5554"/>
                  <a:pt x="169025" y="5866"/>
                  <a:pt x="168612" y="6153"/>
                </a:cubicBezTo>
                <a:cubicBezTo>
                  <a:pt x="168198" y="6440"/>
                  <a:pt x="167890" y="6584"/>
                  <a:pt x="167687" y="6584"/>
                </a:cubicBezTo>
                <a:cubicBezTo>
                  <a:pt x="167569" y="6584"/>
                  <a:pt x="167464" y="6550"/>
                  <a:pt x="167371" y="6482"/>
                </a:cubicBezTo>
                <a:cubicBezTo>
                  <a:pt x="167278" y="6415"/>
                  <a:pt x="167202" y="6305"/>
                  <a:pt x="167143" y="6153"/>
                </a:cubicBezTo>
                <a:cubicBezTo>
                  <a:pt x="167084" y="6001"/>
                  <a:pt x="167037" y="5799"/>
                  <a:pt x="167004" y="5545"/>
                </a:cubicBezTo>
                <a:cubicBezTo>
                  <a:pt x="166970" y="5292"/>
                  <a:pt x="166953" y="4988"/>
                  <a:pt x="166953" y="4634"/>
                </a:cubicBezTo>
                <a:cubicBezTo>
                  <a:pt x="166953" y="4381"/>
                  <a:pt x="166961" y="4161"/>
                  <a:pt x="166978" y="3975"/>
                </a:cubicBezTo>
                <a:cubicBezTo>
                  <a:pt x="166995" y="3790"/>
                  <a:pt x="167025" y="3629"/>
                  <a:pt x="167067" y="3494"/>
                </a:cubicBezTo>
                <a:cubicBezTo>
                  <a:pt x="167109" y="3359"/>
                  <a:pt x="167164" y="3233"/>
                  <a:pt x="167232" y="3115"/>
                </a:cubicBezTo>
                <a:cubicBezTo>
                  <a:pt x="167299" y="2996"/>
                  <a:pt x="167434" y="2849"/>
                  <a:pt x="167637" y="2671"/>
                </a:cubicBezTo>
                <a:cubicBezTo>
                  <a:pt x="167839" y="2494"/>
                  <a:pt x="168190" y="2254"/>
                  <a:pt x="168688" y="1950"/>
                </a:cubicBezTo>
                <a:cubicBezTo>
                  <a:pt x="169185" y="1646"/>
                  <a:pt x="169810" y="1346"/>
                  <a:pt x="170561" y="1051"/>
                </a:cubicBezTo>
                <a:cubicBezTo>
                  <a:pt x="171313" y="755"/>
                  <a:pt x="172140" y="506"/>
                  <a:pt x="173043" y="304"/>
                </a:cubicBezTo>
                <a:cubicBezTo>
                  <a:pt x="173946" y="101"/>
                  <a:pt x="174896" y="0"/>
                  <a:pt x="175891" y="0"/>
                </a:cubicBezTo>
                <a:cubicBezTo>
                  <a:pt x="177478" y="0"/>
                  <a:pt x="178867" y="224"/>
                  <a:pt x="180057" y="672"/>
                </a:cubicBezTo>
                <a:cubicBezTo>
                  <a:pt x="181247" y="1119"/>
                  <a:pt x="182235" y="1731"/>
                  <a:pt x="183019" y="2508"/>
                </a:cubicBezTo>
                <a:cubicBezTo>
                  <a:pt x="183804" y="3285"/>
                  <a:pt x="184391" y="4189"/>
                  <a:pt x="184779" y="5220"/>
                </a:cubicBezTo>
                <a:cubicBezTo>
                  <a:pt x="185168" y="6250"/>
                  <a:pt x="185362" y="7349"/>
                  <a:pt x="185362" y="8514"/>
                </a:cubicBezTo>
                <a:cubicBezTo>
                  <a:pt x="185362" y="9562"/>
                  <a:pt x="185269" y="10605"/>
                  <a:pt x="185083" y="11645"/>
                </a:cubicBezTo>
                <a:cubicBezTo>
                  <a:pt x="184898" y="12683"/>
                  <a:pt x="184505" y="13807"/>
                  <a:pt x="183906" y="15015"/>
                </a:cubicBezTo>
                <a:cubicBezTo>
                  <a:pt x="183306" y="16223"/>
                  <a:pt x="182441" y="17566"/>
                  <a:pt x="181310" y="19044"/>
                </a:cubicBezTo>
                <a:cubicBezTo>
                  <a:pt x="180179" y="20522"/>
                  <a:pt x="178677" y="22224"/>
                  <a:pt x="176803" y="24150"/>
                </a:cubicBezTo>
                <a:lnTo>
                  <a:pt x="171612" y="29576"/>
                </a:lnTo>
                <a:lnTo>
                  <a:pt x="185868" y="29576"/>
                </a:lnTo>
                <a:cubicBezTo>
                  <a:pt x="186003" y="29576"/>
                  <a:pt x="186134" y="29614"/>
                  <a:pt x="186261" y="29689"/>
                </a:cubicBezTo>
                <a:cubicBezTo>
                  <a:pt x="186387" y="29765"/>
                  <a:pt x="186497" y="29879"/>
                  <a:pt x="186590" y="30031"/>
                </a:cubicBezTo>
                <a:cubicBezTo>
                  <a:pt x="186683" y="30183"/>
                  <a:pt x="186750" y="30373"/>
                  <a:pt x="186792" y="30601"/>
                </a:cubicBezTo>
                <a:cubicBezTo>
                  <a:pt x="186835" y="30829"/>
                  <a:pt x="186856" y="31095"/>
                  <a:pt x="186856" y="31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767A36-A243-4EE1-900C-83B36D73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92" y="8456132"/>
            <a:ext cx="367504" cy="77788"/>
          </a:xfrm>
          <a:custGeom xmlns:a="http://schemas.openxmlformats.org/drawingml/2006/main">
            <a:pathLst>
              <a:path w="367504" h="77788">
                <a:moveTo>
                  <a:pt x="0" y="12965"/>
                </a:moveTo>
                <a:cubicBezTo>
                  <a:pt x="0" y="5791"/>
                  <a:pt x="5791" y="0"/>
                  <a:pt x="12965" y="0"/>
                </a:cubicBezTo>
                <a:lnTo>
                  <a:pt x="354539" y="0"/>
                </a:lnTo>
                <a:cubicBezTo>
                  <a:pt x="361713" y="0"/>
                  <a:pt x="367504" y="5791"/>
                  <a:pt x="367504" y="12965"/>
                </a:cubicBezTo>
                <a:lnTo>
                  <a:pt x="367504" y="64823"/>
                </a:lnTo>
                <a:cubicBezTo>
                  <a:pt x="367504" y="71910"/>
                  <a:pt x="361713" y="77788"/>
                  <a:pt x="354539" y="77788"/>
                </a:cubicBezTo>
                <a:lnTo>
                  <a:pt x="12965" y="77788"/>
                </a:lnTo>
                <a:cubicBezTo>
                  <a:pt x="5791" y="77788"/>
                  <a:pt x="0" y="71910"/>
                  <a:pt x="0" y="64823"/>
                </a:cubicBezTo>
                <a:lnTo>
                  <a:pt x="0" y="12965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Text PATCH_3">
            <a:extLst xmlns:a="http://schemas.openxmlformats.org/drawingml/2006/main">
              <a:ext uri="{FF2B5EF4-FFF2-40B4-BE49-F238E27FC236}">
                <a16:creationId xmlns:a16="http://schemas.microsoft.com/office/drawing/2014/main" id="{60297700-20AD-4C3F-BC28-30FE7FF1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65" y="8479990"/>
            <a:ext cx="186602" cy="42540"/>
          </a:xfrm>
          <a:custGeom xmlns:a="http://schemas.openxmlformats.org/drawingml/2006/main">
            <a:pathLst>
              <a:path w="186602" h="42540">
                <a:moveTo>
                  <a:pt x="20131" y="10103"/>
                </a:moveTo>
                <a:cubicBezTo>
                  <a:pt x="20131" y="11741"/>
                  <a:pt x="19861" y="13218"/>
                  <a:pt x="19320" y="14535"/>
                </a:cubicBezTo>
                <a:cubicBezTo>
                  <a:pt x="18780" y="15851"/>
                  <a:pt x="18008" y="16974"/>
                  <a:pt x="17003" y="17902"/>
                </a:cubicBezTo>
                <a:cubicBezTo>
                  <a:pt x="15999" y="18831"/>
                  <a:pt x="14767" y="19548"/>
                  <a:pt x="13306" y="20055"/>
                </a:cubicBezTo>
                <a:cubicBezTo>
                  <a:pt x="11846" y="20561"/>
                  <a:pt x="10103" y="20814"/>
                  <a:pt x="8078" y="20814"/>
                </a:cubicBezTo>
                <a:lnTo>
                  <a:pt x="4355" y="20814"/>
                </a:lnTo>
                <a:lnTo>
                  <a:pt x="4355" y="32614"/>
                </a:lnTo>
                <a:cubicBezTo>
                  <a:pt x="4355" y="32749"/>
                  <a:pt x="4317" y="32867"/>
                  <a:pt x="4241" y="32969"/>
                </a:cubicBezTo>
                <a:cubicBezTo>
                  <a:pt x="4165" y="33070"/>
                  <a:pt x="4047" y="33150"/>
                  <a:pt x="3887" y="33209"/>
                </a:cubicBezTo>
                <a:cubicBezTo>
                  <a:pt x="3726" y="33268"/>
                  <a:pt x="3507" y="33319"/>
                  <a:pt x="3228" y="33361"/>
                </a:cubicBezTo>
                <a:cubicBezTo>
                  <a:pt x="2950" y="33403"/>
                  <a:pt x="2600" y="33424"/>
                  <a:pt x="2178" y="33424"/>
                </a:cubicBezTo>
                <a:cubicBezTo>
                  <a:pt x="1756" y="33424"/>
                  <a:pt x="1405" y="33403"/>
                  <a:pt x="1127" y="33361"/>
                </a:cubicBezTo>
                <a:cubicBezTo>
                  <a:pt x="848" y="33319"/>
                  <a:pt x="625" y="33268"/>
                  <a:pt x="456" y="33209"/>
                </a:cubicBezTo>
                <a:cubicBezTo>
                  <a:pt x="287" y="33150"/>
                  <a:pt x="169" y="33070"/>
                  <a:pt x="101" y="32969"/>
                </a:cubicBezTo>
                <a:cubicBezTo>
                  <a:pt x="34" y="32867"/>
                  <a:pt x="0" y="32749"/>
                  <a:pt x="0" y="32614"/>
                </a:cubicBezTo>
                <a:lnTo>
                  <a:pt x="0" y="2380"/>
                </a:lnTo>
                <a:cubicBezTo>
                  <a:pt x="0" y="1705"/>
                  <a:pt x="177" y="1224"/>
                  <a:pt x="532" y="937"/>
                </a:cubicBezTo>
                <a:cubicBezTo>
                  <a:pt x="886" y="650"/>
                  <a:pt x="1283" y="506"/>
                  <a:pt x="1722" y="506"/>
                </a:cubicBezTo>
                <a:lnTo>
                  <a:pt x="8736" y="506"/>
                </a:lnTo>
                <a:cubicBezTo>
                  <a:pt x="9445" y="506"/>
                  <a:pt x="10124" y="536"/>
                  <a:pt x="10774" y="595"/>
                </a:cubicBezTo>
                <a:cubicBezTo>
                  <a:pt x="11424" y="654"/>
                  <a:pt x="12192" y="781"/>
                  <a:pt x="13079" y="975"/>
                </a:cubicBezTo>
                <a:cubicBezTo>
                  <a:pt x="13965" y="1169"/>
                  <a:pt x="14868" y="1532"/>
                  <a:pt x="15788" y="2064"/>
                </a:cubicBezTo>
                <a:cubicBezTo>
                  <a:pt x="16708" y="2595"/>
                  <a:pt x="17489" y="3250"/>
                  <a:pt x="18130" y="4026"/>
                </a:cubicBezTo>
                <a:cubicBezTo>
                  <a:pt x="18772" y="4803"/>
                  <a:pt x="19265" y="5702"/>
                  <a:pt x="19612" y="6723"/>
                </a:cubicBezTo>
                <a:cubicBezTo>
                  <a:pt x="19958" y="7744"/>
                  <a:pt x="20131" y="8871"/>
                  <a:pt x="20131" y="10103"/>
                </a:cubicBezTo>
                <a:moveTo>
                  <a:pt x="15547" y="10458"/>
                </a:moveTo>
                <a:cubicBezTo>
                  <a:pt x="15547" y="9124"/>
                  <a:pt x="15298" y="8010"/>
                  <a:pt x="14800" y="7115"/>
                </a:cubicBezTo>
                <a:cubicBezTo>
                  <a:pt x="14302" y="6221"/>
                  <a:pt x="13686" y="5554"/>
                  <a:pt x="12952" y="5115"/>
                </a:cubicBezTo>
                <a:cubicBezTo>
                  <a:pt x="12218" y="4676"/>
                  <a:pt x="11458" y="4398"/>
                  <a:pt x="10673" y="4279"/>
                </a:cubicBezTo>
                <a:cubicBezTo>
                  <a:pt x="9888" y="4161"/>
                  <a:pt x="9124" y="4102"/>
                  <a:pt x="8381" y="4102"/>
                </a:cubicBezTo>
                <a:lnTo>
                  <a:pt x="4355" y="4102"/>
                </a:lnTo>
                <a:lnTo>
                  <a:pt x="4355" y="17244"/>
                </a:lnTo>
                <a:lnTo>
                  <a:pt x="8280" y="17244"/>
                </a:lnTo>
                <a:cubicBezTo>
                  <a:pt x="9597" y="17244"/>
                  <a:pt x="10690" y="17075"/>
                  <a:pt x="11559" y="16738"/>
                </a:cubicBezTo>
                <a:cubicBezTo>
                  <a:pt x="12429" y="16400"/>
                  <a:pt x="13159" y="15931"/>
                  <a:pt x="13750" y="15332"/>
                </a:cubicBezTo>
                <a:cubicBezTo>
                  <a:pt x="14340" y="14733"/>
                  <a:pt x="14788" y="14015"/>
                  <a:pt x="15092" y="13180"/>
                </a:cubicBezTo>
                <a:cubicBezTo>
                  <a:pt x="15395" y="12344"/>
                  <a:pt x="15547" y="11437"/>
                  <a:pt x="15547" y="10458"/>
                </a:cubicBezTo>
                <a:close/>
                <a:moveTo>
                  <a:pt x="51347" y="31728"/>
                </a:moveTo>
                <a:cubicBezTo>
                  <a:pt x="51482" y="32099"/>
                  <a:pt x="51554" y="32399"/>
                  <a:pt x="51563" y="32627"/>
                </a:cubicBezTo>
                <a:cubicBezTo>
                  <a:pt x="51571" y="32855"/>
                  <a:pt x="51508" y="33028"/>
                  <a:pt x="51373" y="33146"/>
                </a:cubicBezTo>
                <a:cubicBezTo>
                  <a:pt x="51238" y="33264"/>
                  <a:pt x="51014" y="33340"/>
                  <a:pt x="50702" y="33374"/>
                </a:cubicBezTo>
                <a:cubicBezTo>
                  <a:pt x="50389" y="33408"/>
                  <a:pt x="49972" y="33424"/>
                  <a:pt x="49448" y="33424"/>
                </a:cubicBezTo>
                <a:cubicBezTo>
                  <a:pt x="48925" y="33424"/>
                  <a:pt x="48507" y="33412"/>
                  <a:pt x="48195" y="33386"/>
                </a:cubicBezTo>
                <a:cubicBezTo>
                  <a:pt x="47882" y="33361"/>
                  <a:pt x="47646" y="33319"/>
                  <a:pt x="47486" y="33260"/>
                </a:cubicBezTo>
                <a:cubicBezTo>
                  <a:pt x="47325" y="33201"/>
                  <a:pt x="47207" y="33121"/>
                  <a:pt x="47131" y="33019"/>
                </a:cubicBezTo>
                <a:cubicBezTo>
                  <a:pt x="47055" y="32918"/>
                  <a:pt x="46984" y="32791"/>
                  <a:pt x="46916" y="32639"/>
                </a:cubicBezTo>
                <a:lnTo>
                  <a:pt x="44105" y="24663"/>
                </a:lnTo>
                <a:lnTo>
                  <a:pt x="30482" y="24663"/>
                </a:lnTo>
                <a:lnTo>
                  <a:pt x="27798" y="32538"/>
                </a:lnTo>
                <a:cubicBezTo>
                  <a:pt x="27748" y="32690"/>
                  <a:pt x="27680" y="32821"/>
                  <a:pt x="27596" y="32931"/>
                </a:cubicBezTo>
                <a:cubicBezTo>
                  <a:pt x="27511" y="33040"/>
                  <a:pt x="27389" y="33133"/>
                  <a:pt x="27229" y="33209"/>
                </a:cubicBezTo>
                <a:cubicBezTo>
                  <a:pt x="27068" y="33285"/>
                  <a:pt x="26840" y="33340"/>
                  <a:pt x="26545" y="33374"/>
                </a:cubicBezTo>
                <a:cubicBezTo>
                  <a:pt x="26249" y="33408"/>
                  <a:pt x="25865" y="33424"/>
                  <a:pt x="25393" y="33424"/>
                </a:cubicBezTo>
                <a:cubicBezTo>
                  <a:pt x="24903" y="33424"/>
                  <a:pt x="24502" y="33403"/>
                  <a:pt x="24190" y="33361"/>
                </a:cubicBezTo>
                <a:cubicBezTo>
                  <a:pt x="23878" y="33319"/>
                  <a:pt x="23658" y="33239"/>
                  <a:pt x="23532" y="33121"/>
                </a:cubicBezTo>
                <a:cubicBezTo>
                  <a:pt x="23405" y="33002"/>
                  <a:pt x="23346" y="32829"/>
                  <a:pt x="23354" y="32601"/>
                </a:cubicBezTo>
                <a:cubicBezTo>
                  <a:pt x="23363" y="32374"/>
                  <a:pt x="23435" y="32074"/>
                  <a:pt x="23570" y="31703"/>
                </a:cubicBezTo>
                <a:lnTo>
                  <a:pt x="34559" y="1266"/>
                </a:lnTo>
                <a:cubicBezTo>
                  <a:pt x="34627" y="1080"/>
                  <a:pt x="34715" y="928"/>
                  <a:pt x="34825" y="810"/>
                </a:cubicBezTo>
                <a:cubicBezTo>
                  <a:pt x="34935" y="692"/>
                  <a:pt x="35095" y="599"/>
                  <a:pt x="35306" y="532"/>
                </a:cubicBezTo>
                <a:cubicBezTo>
                  <a:pt x="35517" y="464"/>
                  <a:pt x="35787" y="418"/>
                  <a:pt x="36116" y="392"/>
                </a:cubicBezTo>
                <a:cubicBezTo>
                  <a:pt x="36446" y="367"/>
                  <a:pt x="36863" y="355"/>
                  <a:pt x="37370" y="355"/>
                </a:cubicBezTo>
                <a:cubicBezTo>
                  <a:pt x="37910" y="355"/>
                  <a:pt x="38357" y="367"/>
                  <a:pt x="38712" y="392"/>
                </a:cubicBezTo>
                <a:cubicBezTo>
                  <a:pt x="39066" y="418"/>
                  <a:pt x="39353" y="464"/>
                  <a:pt x="39573" y="532"/>
                </a:cubicBezTo>
                <a:cubicBezTo>
                  <a:pt x="39792" y="599"/>
                  <a:pt x="39961" y="696"/>
                  <a:pt x="40079" y="823"/>
                </a:cubicBezTo>
                <a:cubicBezTo>
                  <a:pt x="40197" y="950"/>
                  <a:pt x="40290" y="1106"/>
                  <a:pt x="40358" y="1291"/>
                </a:cubicBezTo>
                <a:lnTo>
                  <a:pt x="51347" y="31728"/>
                </a:lnTo>
                <a:moveTo>
                  <a:pt x="37243" y="4862"/>
                </a:moveTo>
                <a:lnTo>
                  <a:pt x="37218" y="4862"/>
                </a:lnTo>
                <a:lnTo>
                  <a:pt x="31571" y="21194"/>
                </a:lnTo>
                <a:lnTo>
                  <a:pt x="42966" y="21194"/>
                </a:lnTo>
                <a:lnTo>
                  <a:pt x="37243" y="4862"/>
                </a:lnTo>
                <a:close/>
                <a:moveTo>
                  <a:pt x="77528" y="2380"/>
                </a:moveTo>
                <a:cubicBezTo>
                  <a:pt x="77528" y="2701"/>
                  <a:pt x="77511" y="2979"/>
                  <a:pt x="77477" y="3216"/>
                </a:cubicBezTo>
                <a:cubicBezTo>
                  <a:pt x="77444" y="3452"/>
                  <a:pt x="77389" y="3642"/>
                  <a:pt x="77313" y="3786"/>
                </a:cubicBezTo>
                <a:cubicBezTo>
                  <a:pt x="77237" y="3929"/>
                  <a:pt x="77144" y="4035"/>
                  <a:pt x="77034" y="4102"/>
                </a:cubicBezTo>
                <a:cubicBezTo>
                  <a:pt x="76925" y="4170"/>
                  <a:pt x="76802" y="4203"/>
                  <a:pt x="76667" y="4203"/>
                </a:cubicBezTo>
                <a:lnTo>
                  <a:pt x="67450" y="4203"/>
                </a:lnTo>
                <a:lnTo>
                  <a:pt x="67450" y="32614"/>
                </a:lnTo>
                <a:cubicBezTo>
                  <a:pt x="67450" y="32749"/>
                  <a:pt x="67416" y="32867"/>
                  <a:pt x="67349" y="32969"/>
                </a:cubicBezTo>
                <a:cubicBezTo>
                  <a:pt x="67281" y="33070"/>
                  <a:pt x="67163" y="33150"/>
                  <a:pt x="66994" y="33209"/>
                </a:cubicBezTo>
                <a:cubicBezTo>
                  <a:pt x="66826" y="33268"/>
                  <a:pt x="66602" y="33319"/>
                  <a:pt x="66323" y="33361"/>
                </a:cubicBezTo>
                <a:cubicBezTo>
                  <a:pt x="66045" y="33403"/>
                  <a:pt x="65695" y="33424"/>
                  <a:pt x="65273" y="33424"/>
                </a:cubicBezTo>
                <a:cubicBezTo>
                  <a:pt x="64867" y="33424"/>
                  <a:pt x="64521" y="33403"/>
                  <a:pt x="64234" y="33361"/>
                </a:cubicBezTo>
                <a:cubicBezTo>
                  <a:pt x="63947" y="33319"/>
                  <a:pt x="63719" y="33268"/>
                  <a:pt x="63551" y="33209"/>
                </a:cubicBezTo>
                <a:cubicBezTo>
                  <a:pt x="63382" y="33150"/>
                  <a:pt x="63264" y="33070"/>
                  <a:pt x="63196" y="32969"/>
                </a:cubicBezTo>
                <a:cubicBezTo>
                  <a:pt x="63129" y="32867"/>
                  <a:pt x="63095" y="32749"/>
                  <a:pt x="63095" y="32614"/>
                </a:cubicBezTo>
                <a:lnTo>
                  <a:pt x="63095" y="4203"/>
                </a:lnTo>
                <a:lnTo>
                  <a:pt x="53878" y="4203"/>
                </a:lnTo>
                <a:cubicBezTo>
                  <a:pt x="53743" y="4203"/>
                  <a:pt x="53620" y="4170"/>
                  <a:pt x="53511" y="4102"/>
                </a:cubicBezTo>
                <a:cubicBezTo>
                  <a:pt x="53401" y="4035"/>
                  <a:pt x="53312" y="3929"/>
                  <a:pt x="53245" y="3786"/>
                </a:cubicBezTo>
                <a:cubicBezTo>
                  <a:pt x="53177" y="3642"/>
                  <a:pt x="53122" y="3452"/>
                  <a:pt x="53080" y="3216"/>
                </a:cubicBezTo>
                <a:cubicBezTo>
                  <a:pt x="53038" y="2979"/>
                  <a:pt x="53017" y="2701"/>
                  <a:pt x="53017" y="2380"/>
                </a:cubicBezTo>
                <a:cubicBezTo>
                  <a:pt x="53017" y="2059"/>
                  <a:pt x="53038" y="1777"/>
                  <a:pt x="53080" y="1532"/>
                </a:cubicBezTo>
                <a:cubicBezTo>
                  <a:pt x="53122" y="1287"/>
                  <a:pt x="53177" y="1089"/>
                  <a:pt x="53245" y="937"/>
                </a:cubicBezTo>
                <a:cubicBezTo>
                  <a:pt x="53312" y="785"/>
                  <a:pt x="53401" y="675"/>
                  <a:pt x="53511" y="608"/>
                </a:cubicBezTo>
                <a:cubicBezTo>
                  <a:pt x="53620" y="540"/>
                  <a:pt x="53743" y="506"/>
                  <a:pt x="53878" y="506"/>
                </a:cubicBezTo>
                <a:lnTo>
                  <a:pt x="76667" y="506"/>
                </a:lnTo>
                <a:cubicBezTo>
                  <a:pt x="76802" y="506"/>
                  <a:pt x="76925" y="540"/>
                  <a:pt x="77034" y="608"/>
                </a:cubicBezTo>
                <a:cubicBezTo>
                  <a:pt x="77144" y="675"/>
                  <a:pt x="77237" y="785"/>
                  <a:pt x="77313" y="937"/>
                </a:cubicBezTo>
                <a:cubicBezTo>
                  <a:pt x="77389" y="1089"/>
                  <a:pt x="77444" y="1287"/>
                  <a:pt x="77477" y="1532"/>
                </a:cubicBezTo>
                <a:cubicBezTo>
                  <a:pt x="77511" y="1777"/>
                  <a:pt x="77528" y="2059"/>
                  <a:pt x="77528" y="2380"/>
                </a:cubicBezTo>
                <a:close/>
                <a:moveTo>
                  <a:pt x="103762" y="28613"/>
                </a:moveTo>
                <a:cubicBezTo>
                  <a:pt x="103762" y="28883"/>
                  <a:pt x="103754" y="29120"/>
                  <a:pt x="103737" y="29322"/>
                </a:cubicBezTo>
                <a:cubicBezTo>
                  <a:pt x="103720" y="29525"/>
                  <a:pt x="103690" y="29702"/>
                  <a:pt x="103648" y="29854"/>
                </a:cubicBezTo>
                <a:cubicBezTo>
                  <a:pt x="103606" y="30006"/>
                  <a:pt x="103551" y="30141"/>
                  <a:pt x="103484" y="30259"/>
                </a:cubicBezTo>
                <a:cubicBezTo>
                  <a:pt x="103416" y="30377"/>
                  <a:pt x="103298" y="30522"/>
                  <a:pt x="103129" y="30692"/>
                </a:cubicBezTo>
                <a:cubicBezTo>
                  <a:pt x="102960" y="30862"/>
                  <a:pt x="102606" y="31121"/>
                  <a:pt x="102066" y="31470"/>
                </a:cubicBezTo>
                <a:cubicBezTo>
                  <a:pt x="101525" y="31819"/>
                  <a:pt x="100854" y="32159"/>
                  <a:pt x="100053" y="32491"/>
                </a:cubicBezTo>
                <a:cubicBezTo>
                  <a:pt x="99251" y="32822"/>
                  <a:pt x="98331" y="33103"/>
                  <a:pt x="97293" y="33333"/>
                </a:cubicBezTo>
                <a:cubicBezTo>
                  <a:pt x="96254" y="33563"/>
                  <a:pt x="95119" y="33678"/>
                  <a:pt x="93887" y="33678"/>
                </a:cubicBezTo>
                <a:cubicBezTo>
                  <a:pt x="91760" y="33678"/>
                  <a:pt x="89840" y="33323"/>
                  <a:pt x="88126" y="32614"/>
                </a:cubicBezTo>
                <a:cubicBezTo>
                  <a:pt x="86413" y="31905"/>
                  <a:pt x="84953" y="30858"/>
                  <a:pt x="83746" y="29474"/>
                </a:cubicBezTo>
                <a:cubicBezTo>
                  <a:pt x="82539" y="28090"/>
                  <a:pt x="81610" y="26381"/>
                  <a:pt x="80960" y="24347"/>
                </a:cubicBezTo>
                <a:cubicBezTo>
                  <a:pt x="80310" y="22312"/>
                  <a:pt x="79985" y="19970"/>
                  <a:pt x="79985" y="17320"/>
                </a:cubicBezTo>
                <a:cubicBezTo>
                  <a:pt x="79985" y="14602"/>
                  <a:pt x="80336" y="12180"/>
                  <a:pt x="81036" y="10053"/>
                </a:cubicBezTo>
                <a:cubicBezTo>
                  <a:pt x="81737" y="7926"/>
                  <a:pt x="82720" y="6124"/>
                  <a:pt x="83986" y="4646"/>
                </a:cubicBezTo>
                <a:cubicBezTo>
                  <a:pt x="85252" y="3169"/>
                  <a:pt x="86767" y="2043"/>
                  <a:pt x="88531" y="1266"/>
                </a:cubicBezTo>
                <a:cubicBezTo>
                  <a:pt x="90295" y="490"/>
                  <a:pt x="92249" y="101"/>
                  <a:pt x="94393" y="101"/>
                </a:cubicBezTo>
                <a:cubicBezTo>
                  <a:pt x="95339" y="101"/>
                  <a:pt x="96259" y="191"/>
                  <a:pt x="97153" y="370"/>
                </a:cubicBezTo>
                <a:cubicBezTo>
                  <a:pt x="98048" y="548"/>
                  <a:pt x="98875" y="774"/>
                  <a:pt x="99635" y="1046"/>
                </a:cubicBezTo>
                <a:cubicBezTo>
                  <a:pt x="100394" y="1318"/>
                  <a:pt x="101070" y="1633"/>
                  <a:pt x="101661" y="1991"/>
                </a:cubicBezTo>
                <a:cubicBezTo>
                  <a:pt x="102251" y="2348"/>
                  <a:pt x="102661" y="2642"/>
                  <a:pt x="102889" y="2872"/>
                </a:cubicBezTo>
                <a:cubicBezTo>
                  <a:pt x="103117" y="3101"/>
                  <a:pt x="103264" y="3275"/>
                  <a:pt x="103332" y="3393"/>
                </a:cubicBezTo>
                <a:cubicBezTo>
                  <a:pt x="103399" y="3511"/>
                  <a:pt x="103454" y="3651"/>
                  <a:pt x="103496" y="3811"/>
                </a:cubicBezTo>
                <a:cubicBezTo>
                  <a:pt x="103539" y="3971"/>
                  <a:pt x="103572" y="4161"/>
                  <a:pt x="103598" y="4381"/>
                </a:cubicBezTo>
                <a:cubicBezTo>
                  <a:pt x="103623" y="4600"/>
                  <a:pt x="103636" y="4862"/>
                  <a:pt x="103636" y="5166"/>
                </a:cubicBezTo>
                <a:cubicBezTo>
                  <a:pt x="103636" y="5503"/>
                  <a:pt x="103619" y="5790"/>
                  <a:pt x="103585" y="6027"/>
                </a:cubicBezTo>
                <a:cubicBezTo>
                  <a:pt x="103551" y="6263"/>
                  <a:pt x="103501" y="6461"/>
                  <a:pt x="103433" y="6622"/>
                </a:cubicBezTo>
                <a:cubicBezTo>
                  <a:pt x="103365" y="6782"/>
                  <a:pt x="103285" y="6900"/>
                  <a:pt x="103192" y="6976"/>
                </a:cubicBezTo>
                <a:cubicBezTo>
                  <a:pt x="103100" y="7052"/>
                  <a:pt x="102986" y="7090"/>
                  <a:pt x="102851" y="7090"/>
                </a:cubicBezTo>
                <a:cubicBezTo>
                  <a:pt x="102614" y="7090"/>
                  <a:pt x="102285" y="6924"/>
                  <a:pt x="101863" y="6592"/>
                </a:cubicBezTo>
                <a:cubicBezTo>
                  <a:pt x="101441" y="6260"/>
                  <a:pt x="100897" y="5895"/>
                  <a:pt x="100230" y="5495"/>
                </a:cubicBezTo>
                <a:cubicBezTo>
                  <a:pt x="99563" y="5095"/>
                  <a:pt x="98753" y="4729"/>
                  <a:pt x="97799" y="4397"/>
                </a:cubicBezTo>
                <a:cubicBezTo>
                  <a:pt x="96845" y="4065"/>
                  <a:pt x="95702" y="3900"/>
                  <a:pt x="94368" y="3900"/>
                </a:cubicBezTo>
                <a:cubicBezTo>
                  <a:pt x="92916" y="3900"/>
                  <a:pt x="91595" y="4191"/>
                  <a:pt x="90405" y="4773"/>
                </a:cubicBezTo>
                <a:cubicBezTo>
                  <a:pt x="89215" y="5356"/>
                  <a:pt x="88198" y="6212"/>
                  <a:pt x="87354" y="7343"/>
                </a:cubicBezTo>
                <a:cubicBezTo>
                  <a:pt x="86510" y="8474"/>
                  <a:pt x="85856" y="9854"/>
                  <a:pt x="85391" y="11483"/>
                </a:cubicBezTo>
                <a:cubicBezTo>
                  <a:pt x="84927" y="13112"/>
                  <a:pt x="84695" y="14973"/>
                  <a:pt x="84695" y="17067"/>
                </a:cubicBezTo>
                <a:cubicBezTo>
                  <a:pt x="84695" y="19143"/>
                  <a:pt x="84919" y="20979"/>
                  <a:pt x="85366" y="22574"/>
                </a:cubicBezTo>
                <a:cubicBezTo>
                  <a:pt x="85813" y="24169"/>
                  <a:pt x="86455" y="25503"/>
                  <a:pt x="87291" y="26575"/>
                </a:cubicBezTo>
                <a:cubicBezTo>
                  <a:pt x="88126" y="27647"/>
                  <a:pt x="89152" y="28457"/>
                  <a:pt x="90367" y="29006"/>
                </a:cubicBezTo>
                <a:cubicBezTo>
                  <a:pt x="91583" y="29554"/>
                  <a:pt x="92958" y="29829"/>
                  <a:pt x="94495" y="29829"/>
                </a:cubicBezTo>
                <a:cubicBezTo>
                  <a:pt x="95794" y="29829"/>
                  <a:pt x="96930" y="29667"/>
                  <a:pt x="97900" y="29344"/>
                </a:cubicBezTo>
                <a:cubicBezTo>
                  <a:pt x="98871" y="29020"/>
                  <a:pt x="99698" y="28659"/>
                  <a:pt x="100382" y="28259"/>
                </a:cubicBezTo>
                <a:cubicBezTo>
                  <a:pt x="101065" y="27859"/>
                  <a:pt x="101627" y="27497"/>
                  <a:pt x="102066" y="27174"/>
                </a:cubicBezTo>
                <a:cubicBezTo>
                  <a:pt x="102505" y="26851"/>
                  <a:pt x="102851" y="26689"/>
                  <a:pt x="103104" y="26689"/>
                </a:cubicBezTo>
                <a:cubicBezTo>
                  <a:pt x="103222" y="26689"/>
                  <a:pt x="103323" y="26714"/>
                  <a:pt x="103408" y="26765"/>
                </a:cubicBezTo>
                <a:cubicBezTo>
                  <a:pt x="103492" y="26815"/>
                  <a:pt x="103560" y="26913"/>
                  <a:pt x="103610" y="27056"/>
                </a:cubicBezTo>
                <a:cubicBezTo>
                  <a:pt x="103661" y="27200"/>
                  <a:pt x="103699" y="27398"/>
                  <a:pt x="103724" y="27651"/>
                </a:cubicBezTo>
                <a:cubicBezTo>
                  <a:pt x="103750" y="27904"/>
                  <a:pt x="103762" y="28225"/>
                  <a:pt x="103762" y="28613"/>
                </a:cubicBezTo>
                <a:close/>
                <a:moveTo>
                  <a:pt x="133436" y="32614"/>
                </a:moveTo>
                <a:cubicBezTo>
                  <a:pt x="133436" y="32749"/>
                  <a:pt x="133402" y="32867"/>
                  <a:pt x="133335" y="32969"/>
                </a:cubicBezTo>
                <a:cubicBezTo>
                  <a:pt x="133267" y="33070"/>
                  <a:pt x="133149" y="33150"/>
                  <a:pt x="132980" y="33209"/>
                </a:cubicBezTo>
                <a:cubicBezTo>
                  <a:pt x="132811" y="33268"/>
                  <a:pt x="132588" y="33319"/>
                  <a:pt x="132309" y="33361"/>
                </a:cubicBezTo>
                <a:cubicBezTo>
                  <a:pt x="132030" y="33403"/>
                  <a:pt x="131689" y="33424"/>
                  <a:pt x="131283" y="33424"/>
                </a:cubicBezTo>
                <a:cubicBezTo>
                  <a:pt x="130845" y="33424"/>
                  <a:pt x="130490" y="33403"/>
                  <a:pt x="130220" y="33361"/>
                </a:cubicBezTo>
                <a:cubicBezTo>
                  <a:pt x="129950" y="33319"/>
                  <a:pt x="129730" y="33268"/>
                  <a:pt x="129562" y="33209"/>
                </a:cubicBezTo>
                <a:cubicBezTo>
                  <a:pt x="129393" y="33150"/>
                  <a:pt x="129275" y="33070"/>
                  <a:pt x="129207" y="32969"/>
                </a:cubicBezTo>
                <a:cubicBezTo>
                  <a:pt x="129140" y="32867"/>
                  <a:pt x="129106" y="32749"/>
                  <a:pt x="129106" y="32614"/>
                </a:cubicBezTo>
                <a:lnTo>
                  <a:pt x="129106" y="18080"/>
                </a:lnTo>
                <a:lnTo>
                  <a:pt x="114191" y="18080"/>
                </a:lnTo>
                <a:lnTo>
                  <a:pt x="114191" y="32614"/>
                </a:lnTo>
                <a:cubicBezTo>
                  <a:pt x="114191" y="32749"/>
                  <a:pt x="114158" y="32867"/>
                  <a:pt x="114090" y="32969"/>
                </a:cubicBezTo>
                <a:cubicBezTo>
                  <a:pt x="114023" y="33070"/>
                  <a:pt x="113904" y="33150"/>
                  <a:pt x="113736" y="33209"/>
                </a:cubicBezTo>
                <a:cubicBezTo>
                  <a:pt x="113567" y="33268"/>
                  <a:pt x="113343" y="33319"/>
                  <a:pt x="113065" y="33361"/>
                </a:cubicBezTo>
                <a:cubicBezTo>
                  <a:pt x="112786" y="33403"/>
                  <a:pt x="112436" y="33424"/>
                  <a:pt x="112014" y="33424"/>
                </a:cubicBezTo>
                <a:cubicBezTo>
                  <a:pt x="111609" y="33424"/>
                  <a:pt x="111263" y="33403"/>
                  <a:pt x="110976" y="33361"/>
                </a:cubicBezTo>
                <a:cubicBezTo>
                  <a:pt x="110689" y="33319"/>
                  <a:pt x="110461" y="33268"/>
                  <a:pt x="110292" y="33209"/>
                </a:cubicBezTo>
                <a:cubicBezTo>
                  <a:pt x="110123" y="33150"/>
                  <a:pt x="110005" y="33070"/>
                  <a:pt x="109937" y="32969"/>
                </a:cubicBezTo>
                <a:cubicBezTo>
                  <a:pt x="109870" y="32867"/>
                  <a:pt x="109836" y="32749"/>
                  <a:pt x="109836" y="32614"/>
                </a:cubicBezTo>
                <a:lnTo>
                  <a:pt x="109836" y="1165"/>
                </a:lnTo>
                <a:cubicBezTo>
                  <a:pt x="109836" y="1030"/>
                  <a:pt x="109870" y="912"/>
                  <a:pt x="109937" y="810"/>
                </a:cubicBezTo>
                <a:cubicBezTo>
                  <a:pt x="110005" y="709"/>
                  <a:pt x="110123" y="629"/>
                  <a:pt x="110292" y="570"/>
                </a:cubicBezTo>
                <a:cubicBezTo>
                  <a:pt x="110461" y="511"/>
                  <a:pt x="110689" y="460"/>
                  <a:pt x="110976" y="418"/>
                </a:cubicBezTo>
                <a:cubicBezTo>
                  <a:pt x="111263" y="376"/>
                  <a:pt x="111609" y="355"/>
                  <a:pt x="112014" y="355"/>
                </a:cubicBezTo>
                <a:cubicBezTo>
                  <a:pt x="112436" y="355"/>
                  <a:pt x="112786" y="376"/>
                  <a:pt x="113065" y="418"/>
                </a:cubicBezTo>
                <a:cubicBezTo>
                  <a:pt x="113343" y="460"/>
                  <a:pt x="113567" y="511"/>
                  <a:pt x="113736" y="570"/>
                </a:cubicBezTo>
                <a:cubicBezTo>
                  <a:pt x="113904" y="629"/>
                  <a:pt x="114023" y="709"/>
                  <a:pt x="114090" y="810"/>
                </a:cubicBezTo>
                <a:cubicBezTo>
                  <a:pt x="114158" y="912"/>
                  <a:pt x="114191" y="1030"/>
                  <a:pt x="114191" y="1165"/>
                </a:cubicBezTo>
                <a:lnTo>
                  <a:pt x="114191" y="14281"/>
                </a:lnTo>
                <a:lnTo>
                  <a:pt x="129106" y="14281"/>
                </a:lnTo>
                <a:lnTo>
                  <a:pt x="129106" y="1165"/>
                </a:lnTo>
                <a:cubicBezTo>
                  <a:pt x="129106" y="1030"/>
                  <a:pt x="129140" y="912"/>
                  <a:pt x="129207" y="810"/>
                </a:cubicBezTo>
                <a:cubicBezTo>
                  <a:pt x="129275" y="709"/>
                  <a:pt x="129393" y="629"/>
                  <a:pt x="129562" y="570"/>
                </a:cubicBezTo>
                <a:cubicBezTo>
                  <a:pt x="129730" y="511"/>
                  <a:pt x="129950" y="460"/>
                  <a:pt x="130220" y="418"/>
                </a:cubicBezTo>
                <a:cubicBezTo>
                  <a:pt x="130490" y="376"/>
                  <a:pt x="130845" y="355"/>
                  <a:pt x="131283" y="355"/>
                </a:cubicBezTo>
                <a:cubicBezTo>
                  <a:pt x="131689" y="355"/>
                  <a:pt x="132030" y="376"/>
                  <a:pt x="132309" y="418"/>
                </a:cubicBezTo>
                <a:cubicBezTo>
                  <a:pt x="132588" y="460"/>
                  <a:pt x="132811" y="511"/>
                  <a:pt x="132980" y="570"/>
                </a:cubicBezTo>
                <a:cubicBezTo>
                  <a:pt x="133149" y="629"/>
                  <a:pt x="133267" y="709"/>
                  <a:pt x="133335" y="810"/>
                </a:cubicBezTo>
                <a:cubicBezTo>
                  <a:pt x="133402" y="912"/>
                  <a:pt x="133436" y="1030"/>
                  <a:pt x="133436" y="1165"/>
                </a:cubicBezTo>
                <a:lnTo>
                  <a:pt x="133436" y="32614"/>
                </a:lnTo>
                <a:close/>
                <a:moveTo>
                  <a:pt x="163562" y="40831"/>
                </a:moveTo>
                <a:cubicBezTo>
                  <a:pt x="163562" y="41426"/>
                  <a:pt x="163495" y="41860"/>
                  <a:pt x="163360" y="42132"/>
                </a:cubicBezTo>
                <a:cubicBezTo>
                  <a:pt x="163225" y="42404"/>
                  <a:pt x="163014" y="42540"/>
                  <a:pt x="162727" y="42540"/>
                </a:cubicBezTo>
                <a:lnTo>
                  <a:pt x="138342" y="42540"/>
                </a:lnTo>
                <a:cubicBezTo>
                  <a:pt x="138055" y="42540"/>
                  <a:pt x="137836" y="42412"/>
                  <a:pt x="137684" y="42157"/>
                </a:cubicBezTo>
                <a:cubicBezTo>
                  <a:pt x="137532" y="41902"/>
                  <a:pt x="137456" y="41477"/>
                  <a:pt x="137456" y="40882"/>
                </a:cubicBezTo>
                <a:cubicBezTo>
                  <a:pt x="137456" y="40303"/>
                  <a:pt x="137532" y="39870"/>
                  <a:pt x="137684" y="39581"/>
                </a:cubicBezTo>
                <a:cubicBezTo>
                  <a:pt x="137836" y="39292"/>
                  <a:pt x="138055" y="39147"/>
                  <a:pt x="138342" y="39147"/>
                </a:cubicBezTo>
                <a:lnTo>
                  <a:pt x="162727" y="39147"/>
                </a:lnTo>
                <a:cubicBezTo>
                  <a:pt x="162997" y="39147"/>
                  <a:pt x="163204" y="39283"/>
                  <a:pt x="163347" y="39555"/>
                </a:cubicBezTo>
                <a:cubicBezTo>
                  <a:pt x="163491" y="39828"/>
                  <a:pt x="163562" y="40253"/>
                  <a:pt x="163562" y="40831"/>
                </a:cubicBezTo>
                <a:close/>
                <a:moveTo>
                  <a:pt x="186602" y="23929"/>
                </a:moveTo>
                <a:cubicBezTo>
                  <a:pt x="186602" y="25431"/>
                  <a:pt x="186341" y="26786"/>
                  <a:pt x="185818" y="27993"/>
                </a:cubicBezTo>
                <a:cubicBezTo>
                  <a:pt x="185294" y="29200"/>
                  <a:pt x="184543" y="30234"/>
                  <a:pt x="183564" y="31095"/>
                </a:cubicBezTo>
                <a:cubicBezTo>
                  <a:pt x="182585" y="31956"/>
                  <a:pt x="181378" y="32618"/>
                  <a:pt x="179943" y="33083"/>
                </a:cubicBezTo>
                <a:cubicBezTo>
                  <a:pt x="178508" y="33547"/>
                  <a:pt x="176887" y="33779"/>
                  <a:pt x="175081" y="33779"/>
                </a:cubicBezTo>
                <a:cubicBezTo>
                  <a:pt x="173984" y="33779"/>
                  <a:pt x="172958" y="33690"/>
                  <a:pt x="172005" y="33511"/>
                </a:cubicBezTo>
                <a:cubicBezTo>
                  <a:pt x="171051" y="33334"/>
                  <a:pt x="170203" y="33122"/>
                  <a:pt x="169460" y="32876"/>
                </a:cubicBezTo>
                <a:cubicBezTo>
                  <a:pt x="168717" y="32630"/>
                  <a:pt x="168101" y="32376"/>
                  <a:pt x="167611" y="32113"/>
                </a:cubicBezTo>
                <a:cubicBezTo>
                  <a:pt x="167122" y="31851"/>
                  <a:pt x="166814" y="31660"/>
                  <a:pt x="166687" y="31541"/>
                </a:cubicBezTo>
                <a:cubicBezTo>
                  <a:pt x="166561" y="31422"/>
                  <a:pt x="166463" y="31304"/>
                  <a:pt x="166396" y="31186"/>
                </a:cubicBezTo>
                <a:cubicBezTo>
                  <a:pt x="166328" y="31067"/>
                  <a:pt x="166269" y="30923"/>
                  <a:pt x="166219" y="30754"/>
                </a:cubicBezTo>
                <a:cubicBezTo>
                  <a:pt x="166168" y="30584"/>
                  <a:pt x="166130" y="30376"/>
                  <a:pt x="166105" y="30130"/>
                </a:cubicBezTo>
                <a:cubicBezTo>
                  <a:pt x="166079" y="29884"/>
                  <a:pt x="166067" y="29583"/>
                  <a:pt x="166067" y="29227"/>
                </a:cubicBezTo>
                <a:cubicBezTo>
                  <a:pt x="166067" y="28618"/>
                  <a:pt x="166126" y="28194"/>
                  <a:pt x="166244" y="27957"/>
                </a:cubicBezTo>
                <a:cubicBezTo>
                  <a:pt x="166362" y="27719"/>
                  <a:pt x="166531" y="27600"/>
                  <a:pt x="166750" y="27600"/>
                </a:cubicBezTo>
                <a:cubicBezTo>
                  <a:pt x="166902" y="27600"/>
                  <a:pt x="167202" y="27737"/>
                  <a:pt x="167649" y="28010"/>
                </a:cubicBezTo>
                <a:cubicBezTo>
                  <a:pt x="168097" y="28282"/>
                  <a:pt x="168671" y="28576"/>
                  <a:pt x="169371" y="28892"/>
                </a:cubicBezTo>
                <a:cubicBezTo>
                  <a:pt x="170072" y="29207"/>
                  <a:pt x="170890" y="29501"/>
                  <a:pt x="171827" y="29774"/>
                </a:cubicBezTo>
                <a:cubicBezTo>
                  <a:pt x="172764" y="30047"/>
                  <a:pt x="173807" y="30183"/>
                  <a:pt x="174955" y="30183"/>
                </a:cubicBezTo>
                <a:cubicBezTo>
                  <a:pt x="176069" y="30183"/>
                  <a:pt x="177048" y="30040"/>
                  <a:pt x="177892" y="29753"/>
                </a:cubicBezTo>
                <a:cubicBezTo>
                  <a:pt x="178736" y="29466"/>
                  <a:pt x="179445" y="29061"/>
                  <a:pt x="180019" y="28537"/>
                </a:cubicBezTo>
                <a:cubicBezTo>
                  <a:pt x="180593" y="28014"/>
                  <a:pt x="181023" y="27394"/>
                  <a:pt x="181310" y="26676"/>
                </a:cubicBezTo>
                <a:cubicBezTo>
                  <a:pt x="181597" y="25959"/>
                  <a:pt x="181741" y="25178"/>
                  <a:pt x="181741" y="24334"/>
                </a:cubicBezTo>
                <a:cubicBezTo>
                  <a:pt x="181741" y="23406"/>
                  <a:pt x="181559" y="22570"/>
                  <a:pt x="181196" y="21827"/>
                </a:cubicBezTo>
                <a:cubicBezTo>
                  <a:pt x="180833" y="21084"/>
                  <a:pt x="180302" y="20443"/>
                  <a:pt x="179601" y="19903"/>
                </a:cubicBezTo>
                <a:cubicBezTo>
                  <a:pt x="178901" y="19363"/>
                  <a:pt x="178040" y="18949"/>
                  <a:pt x="177018" y="18662"/>
                </a:cubicBezTo>
                <a:cubicBezTo>
                  <a:pt x="175997" y="18375"/>
                  <a:pt x="174836" y="18231"/>
                  <a:pt x="173537" y="18231"/>
                </a:cubicBezTo>
                <a:lnTo>
                  <a:pt x="170422" y="18231"/>
                </a:lnTo>
                <a:cubicBezTo>
                  <a:pt x="170287" y="18231"/>
                  <a:pt x="170156" y="18202"/>
                  <a:pt x="170030" y="18143"/>
                </a:cubicBezTo>
                <a:cubicBezTo>
                  <a:pt x="169903" y="18084"/>
                  <a:pt x="169793" y="17987"/>
                  <a:pt x="169700" y="17852"/>
                </a:cubicBezTo>
                <a:cubicBezTo>
                  <a:pt x="169608" y="17717"/>
                  <a:pt x="169532" y="17539"/>
                  <a:pt x="169472" y="17320"/>
                </a:cubicBezTo>
                <a:cubicBezTo>
                  <a:pt x="169413" y="17100"/>
                  <a:pt x="169384" y="16813"/>
                  <a:pt x="169384" y="16459"/>
                </a:cubicBezTo>
                <a:cubicBezTo>
                  <a:pt x="169384" y="16138"/>
                  <a:pt x="169409" y="15872"/>
                  <a:pt x="169460" y="15661"/>
                </a:cubicBezTo>
                <a:cubicBezTo>
                  <a:pt x="169510" y="15450"/>
                  <a:pt x="169582" y="15282"/>
                  <a:pt x="169675" y="15155"/>
                </a:cubicBezTo>
                <a:cubicBezTo>
                  <a:pt x="169768" y="15028"/>
                  <a:pt x="169873" y="14935"/>
                  <a:pt x="169992" y="14876"/>
                </a:cubicBezTo>
                <a:cubicBezTo>
                  <a:pt x="170110" y="14817"/>
                  <a:pt x="170245" y="14788"/>
                  <a:pt x="170397" y="14788"/>
                </a:cubicBezTo>
                <a:lnTo>
                  <a:pt x="173258" y="14788"/>
                </a:lnTo>
                <a:cubicBezTo>
                  <a:pt x="174372" y="14788"/>
                  <a:pt x="175372" y="14644"/>
                  <a:pt x="176259" y="14356"/>
                </a:cubicBezTo>
                <a:cubicBezTo>
                  <a:pt x="177145" y="14067"/>
                  <a:pt x="177896" y="13652"/>
                  <a:pt x="178512" y="13109"/>
                </a:cubicBezTo>
                <a:cubicBezTo>
                  <a:pt x="179128" y="12567"/>
                  <a:pt x="179601" y="11918"/>
                  <a:pt x="179930" y="11164"/>
                </a:cubicBezTo>
                <a:cubicBezTo>
                  <a:pt x="180259" y="10409"/>
                  <a:pt x="180424" y="9565"/>
                  <a:pt x="180424" y="8632"/>
                </a:cubicBezTo>
                <a:cubicBezTo>
                  <a:pt x="180424" y="7954"/>
                  <a:pt x="180314" y="7305"/>
                  <a:pt x="180095" y="6686"/>
                </a:cubicBezTo>
                <a:cubicBezTo>
                  <a:pt x="179875" y="6067"/>
                  <a:pt x="179546" y="5529"/>
                  <a:pt x="179107" y="5071"/>
                </a:cubicBezTo>
                <a:cubicBezTo>
                  <a:pt x="178668" y="4614"/>
                  <a:pt x="178107" y="4253"/>
                  <a:pt x="177423" y="3991"/>
                </a:cubicBezTo>
                <a:cubicBezTo>
                  <a:pt x="176740" y="3727"/>
                  <a:pt x="175951" y="3596"/>
                  <a:pt x="175056" y="3596"/>
                </a:cubicBezTo>
                <a:cubicBezTo>
                  <a:pt x="174077" y="3596"/>
                  <a:pt x="173178" y="3743"/>
                  <a:pt x="172359" y="4039"/>
                </a:cubicBezTo>
                <a:cubicBezTo>
                  <a:pt x="171540" y="4334"/>
                  <a:pt x="170810" y="4651"/>
                  <a:pt x="170169" y="4988"/>
                </a:cubicBezTo>
                <a:cubicBezTo>
                  <a:pt x="169527" y="5326"/>
                  <a:pt x="168996" y="5642"/>
                  <a:pt x="168574" y="5938"/>
                </a:cubicBezTo>
                <a:cubicBezTo>
                  <a:pt x="168152" y="6233"/>
                  <a:pt x="167856" y="6381"/>
                  <a:pt x="167687" y="6381"/>
                </a:cubicBezTo>
                <a:cubicBezTo>
                  <a:pt x="167569" y="6381"/>
                  <a:pt x="167464" y="6360"/>
                  <a:pt x="167371" y="6318"/>
                </a:cubicBezTo>
                <a:cubicBezTo>
                  <a:pt x="167278" y="6276"/>
                  <a:pt x="167202" y="6191"/>
                  <a:pt x="167143" y="6065"/>
                </a:cubicBezTo>
                <a:cubicBezTo>
                  <a:pt x="167084" y="5938"/>
                  <a:pt x="167042" y="5761"/>
                  <a:pt x="167016" y="5533"/>
                </a:cubicBezTo>
                <a:cubicBezTo>
                  <a:pt x="166991" y="5305"/>
                  <a:pt x="166978" y="5005"/>
                  <a:pt x="166978" y="4634"/>
                </a:cubicBezTo>
                <a:cubicBezTo>
                  <a:pt x="166978" y="4381"/>
                  <a:pt x="166987" y="4157"/>
                  <a:pt x="167004" y="3963"/>
                </a:cubicBezTo>
                <a:cubicBezTo>
                  <a:pt x="167021" y="3769"/>
                  <a:pt x="167054" y="3600"/>
                  <a:pt x="167105" y="3456"/>
                </a:cubicBezTo>
                <a:cubicBezTo>
                  <a:pt x="167156" y="3313"/>
                  <a:pt x="167215" y="3182"/>
                  <a:pt x="167282" y="3064"/>
                </a:cubicBezTo>
                <a:cubicBezTo>
                  <a:pt x="167350" y="2946"/>
                  <a:pt x="167464" y="2806"/>
                  <a:pt x="167624" y="2646"/>
                </a:cubicBezTo>
                <a:cubicBezTo>
                  <a:pt x="167784" y="2486"/>
                  <a:pt x="168109" y="2254"/>
                  <a:pt x="168599" y="1950"/>
                </a:cubicBezTo>
                <a:cubicBezTo>
                  <a:pt x="169088" y="1646"/>
                  <a:pt x="169692" y="1346"/>
                  <a:pt x="170409" y="1051"/>
                </a:cubicBezTo>
                <a:cubicBezTo>
                  <a:pt x="171127" y="755"/>
                  <a:pt x="171954" y="506"/>
                  <a:pt x="172891" y="304"/>
                </a:cubicBezTo>
                <a:cubicBezTo>
                  <a:pt x="173828" y="101"/>
                  <a:pt x="174836" y="0"/>
                  <a:pt x="175917" y="0"/>
                </a:cubicBezTo>
                <a:cubicBezTo>
                  <a:pt x="177436" y="0"/>
                  <a:pt x="178770" y="195"/>
                  <a:pt x="179918" y="585"/>
                </a:cubicBezTo>
                <a:cubicBezTo>
                  <a:pt x="181066" y="974"/>
                  <a:pt x="182024" y="1524"/>
                  <a:pt x="182792" y="2235"/>
                </a:cubicBezTo>
                <a:cubicBezTo>
                  <a:pt x="183560" y="2947"/>
                  <a:pt x="184134" y="3797"/>
                  <a:pt x="184513" y="4788"/>
                </a:cubicBezTo>
                <a:cubicBezTo>
                  <a:pt x="184893" y="5779"/>
                  <a:pt x="185083" y="6875"/>
                  <a:pt x="185083" y="8078"/>
                </a:cubicBezTo>
                <a:cubicBezTo>
                  <a:pt x="185083" y="9110"/>
                  <a:pt x="184948" y="10072"/>
                  <a:pt x="184678" y="10961"/>
                </a:cubicBezTo>
                <a:cubicBezTo>
                  <a:pt x="184408" y="11850"/>
                  <a:pt x="184011" y="12637"/>
                  <a:pt x="183488" y="13323"/>
                </a:cubicBezTo>
                <a:cubicBezTo>
                  <a:pt x="182965" y="14009"/>
                  <a:pt x="182323" y="14593"/>
                  <a:pt x="181564" y="15076"/>
                </a:cubicBezTo>
                <a:cubicBezTo>
                  <a:pt x="180804" y="15558"/>
                  <a:pt x="179926" y="15893"/>
                  <a:pt x="178930" y="16079"/>
                </a:cubicBezTo>
                <a:lnTo>
                  <a:pt x="178930" y="16130"/>
                </a:lnTo>
                <a:cubicBezTo>
                  <a:pt x="180061" y="16248"/>
                  <a:pt x="181095" y="16531"/>
                  <a:pt x="182032" y="16978"/>
                </a:cubicBezTo>
                <a:cubicBezTo>
                  <a:pt x="182969" y="17425"/>
                  <a:pt x="183775" y="17987"/>
                  <a:pt x="184450" y="18662"/>
                </a:cubicBezTo>
                <a:cubicBezTo>
                  <a:pt x="185125" y="19337"/>
                  <a:pt x="185653" y="20126"/>
                  <a:pt x="186033" y="21030"/>
                </a:cubicBezTo>
                <a:cubicBezTo>
                  <a:pt x="186413" y="21933"/>
                  <a:pt x="186602" y="22899"/>
                  <a:pt x="186602" y="239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92352-822D-4391-93D5-B2CFAE41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92" y="8588371"/>
            <a:ext cx="367504" cy="77788"/>
          </a:xfrm>
          <a:custGeom xmlns:a="http://schemas.openxmlformats.org/drawingml/2006/main">
            <a:pathLst>
              <a:path w="367504" h="77788">
                <a:moveTo>
                  <a:pt x="0" y="12965"/>
                </a:moveTo>
                <a:cubicBezTo>
                  <a:pt x="0" y="5877"/>
                  <a:pt x="5791" y="0"/>
                  <a:pt x="12965" y="0"/>
                </a:cubicBezTo>
                <a:lnTo>
                  <a:pt x="354539" y="0"/>
                </a:lnTo>
                <a:cubicBezTo>
                  <a:pt x="361713" y="0"/>
                  <a:pt x="367504" y="5877"/>
                  <a:pt x="367504" y="12965"/>
                </a:cubicBezTo>
                <a:lnTo>
                  <a:pt x="367504" y="64823"/>
                </a:lnTo>
                <a:cubicBezTo>
                  <a:pt x="367504" y="71997"/>
                  <a:pt x="361713" y="77788"/>
                  <a:pt x="354539" y="77788"/>
                </a:cubicBezTo>
                <a:lnTo>
                  <a:pt x="12965" y="77788"/>
                </a:lnTo>
                <a:cubicBezTo>
                  <a:pt x="5791" y="77788"/>
                  <a:pt x="0" y="71997"/>
                  <a:pt x="0" y="64823"/>
                </a:cubicBezTo>
                <a:lnTo>
                  <a:pt x="0" y="12965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3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Text PATCH_4">
            <a:extLst xmlns:a="http://schemas.openxmlformats.org/drawingml/2006/main">
              <a:ext uri="{FF2B5EF4-FFF2-40B4-BE49-F238E27FC236}">
                <a16:creationId xmlns:a16="http://schemas.microsoft.com/office/drawing/2014/main" id="{846F202A-3F0F-4BB0-AFB1-67284975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65" y="8612417"/>
            <a:ext cx="188248" cy="42439"/>
          </a:xfrm>
          <a:custGeom xmlns:a="http://schemas.openxmlformats.org/drawingml/2006/main">
            <a:pathLst>
              <a:path w="188248" h="42439">
                <a:moveTo>
                  <a:pt x="20131" y="10002"/>
                </a:moveTo>
                <a:cubicBezTo>
                  <a:pt x="20131" y="11639"/>
                  <a:pt x="19861" y="13117"/>
                  <a:pt x="19320" y="14433"/>
                </a:cubicBezTo>
                <a:cubicBezTo>
                  <a:pt x="18780" y="15750"/>
                  <a:pt x="18008" y="16873"/>
                  <a:pt x="17003" y="17801"/>
                </a:cubicBezTo>
                <a:cubicBezTo>
                  <a:pt x="15999" y="18729"/>
                  <a:pt x="14767" y="19447"/>
                  <a:pt x="13306" y="19953"/>
                </a:cubicBezTo>
                <a:cubicBezTo>
                  <a:pt x="11846" y="20460"/>
                  <a:pt x="10103" y="20713"/>
                  <a:pt x="8078" y="20713"/>
                </a:cubicBezTo>
                <a:lnTo>
                  <a:pt x="4355" y="20713"/>
                </a:lnTo>
                <a:lnTo>
                  <a:pt x="4355" y="32513"/>
                </a:lnTo>
                <a:cubicBezTo>
                  <a:pt x="4355" y="32648"/>
                  <a:pt x="4317" y="32766"/>
                  <a:pt x="4241" y="32867"/>
                </a:cubicBezTo>
                <a:cubicBezTo>
                  <a:pt x="4165" y="32969"/>
                  <a:pt x="4047" y="33049"/>
                  <a:pt x="3887" y="33108"/>
                </a:cubicBezTo>
                <a:cubicBezTo>
                  <a:pt x="3726" y="33167"/>
                  <a:pt x="3507" y="33218"/>
                  <a:pt x="3228" y="33260"/>
                </a:cubicBezTo>
                <a:cubicBezTo>
                  <a:pt x="2950" y="33302"/>
                  <a:pt x="2600" y="33323"/>
                  <a:pt x="2178" y="33323"/>
                </a:cubicBezTo>
                <a:cubicBezTo>
                  <a:pt x="1756" y="33323"/>
                  <a:pt x="1405" y="33302"/>
                  <a:pt x="1127" y="33260"/>
                </a:cubicBezTo>
                <a:cubicBezTo>
                  <a:pt x="848" y="33218"/>
                  <a:pt x="625" y="33167"/>
                  <a:pt x="456" y="33108"/>
                </a:cubicBezTo>
                <a:cubicBezTo>
                  <a:pt x="287" y="33049"/>
                  <a:pt x="169" y="32969"/>
                  <a:pt x="101" y="32867"/>
                </a:cubicBezTo>
                <a:cubicBezTo>
                  <a:pt x="34" y="32766"/>
                  <a:pt x="0" y="32648"/>
                  <a:pt x="0" y="32513"/>
                </a:cubicBezTo>
                <a:lnTo>
                  <a:pt x="0" y="2279"/>
                </a:lnTo>
                <a:cubicBezTo>
                  <a:pt x="0" y="1604"/>
                  <a:pt x="177" y="1123"/>
                  <a:pt x="532" y="836"/>
                </a:cubicBezTo>
                <a:cubicBezTo>
                  <a:pt x="886" y="549"/>
                  <a:pt x="1283" y="405"/>
                  <a:pt x="1722" y="405"/>
                </a:cubicBezTo>
                <a:lnTo>
                  <a:pt x="8736" y="405"/>
                </a:lnTo>
                <a:cubicBezTo>
                  <a:pt x="9445" y="405"/>
                  <a:pt x="10124" y="435"/>
                  <a:pt x="10774" y="494"/>
                </a:cubicBezTo>
                <a:cubicBezTo>
                  <a:pt x="11424" y="553"/>
                  <a:pt x="12192" y="679"/>
                  <a:pt x="13079" y="874"/>
                </a:cubicBezTo>
                <a:cubicBezTo>
                  <a:pt x="13965" y="1068"/>
                  <a:pt x="14868" y="1431"/>
                  <a:pt x="15788" y="1962"/>
                </a:cubicBezTo>
                <a:cubicBezTo>
                  <a:pt x="16708" y="2494"/>
                  <a:pt x="17489" y="3148"/>
                  <a:pt x="18130" y="3925"/>
                </a:cubicBezTo>
                <a:cubicBezTo>
                  <a:pt x="18772" y="4701"/>
                  <a:pt x="19265" y="5600"/>
                  <a:pt x="19612" y="6622"/>
                </a:cubicBezTo>
                <a:cubicBezTo>
                  <a:pt x="19958" y="7643"/>
                  <a:pt x="20131" y="8770"/>
                  <a:pt x="20131" y="10002"/>
                </a:cubicBezTo>
                <a:moveTo>
                  <a:pt x="15547" y="10357"/>
                </a:moveTo>
                <a:cubicBezTo>
                  <a:pt x="15547" y="9023"/>
                  <a:pt x="15298" y="7909"/>
                  <a:pt x="14800" y="7014"/>
                </a:cubicBezTo>
                <a:cubicBezTo>
                  <a:pt x="14302" y="6119"/>
                  <a:pt x="13686" y="5453"/>
                  <a:pt x="12952" y="5014"/>
                </a:cubicBezTo>
                <a:cubicBezTo>
                  <a:pt x="12218" y="4575"/>
                  <a:pt x="11458" y="4296"/>
                  <a:pt x="10673" y="4178"/>
                </a:cubicBezTo>
                <a:cubicBezTo>
                  <a:pt x="9888" y="4060"/>
                  <a:pt x="9124" y="4001"/>
                  <a:pt x="8381" y="4001"/>
                </a:cubicBezTo>
                <a:lnTo>
                  <a:pt x="4355" y="4001"/>
                </a:lnTo>
                <a:lnTo>
                  <a:pt x="4355" y="17143"/>
                </a:lnTo>
                <a:lnTo>
                  <a:pt x="8280" y="17143"/>
                </a:lnTo>
                <a:cubicBezTo>
                  <a:pt x="9597" y="17143"/>
                  <a:pt x="10690" y="16974"/>
                  <a:pt x="11559" y="16636"/>
                </a:cubicBezTo>
                <a:cubicBezTo>
                  <a:pt x="12429" y="16299"/>
                  <a:pt x="13159" y="15830"/>
                  <a:pt x="13750" y="15231"/>
                </a:cubicBezTo>
                <a:cubicBezTo>
                  <a:pt x="14340" y="14632"/>
                  <a:pt x="14788" y="13914"/>
                  <a:pt x="15092" y="13079"/>
                </a:cubicBezTo>
                <a:cubicBezTo>
                  <a:pt x="15395" y="12243"/>
                  <a:pt x="15547" y="11336"/>
                  <a:pt x="15547" y="10357"/>
                </a:cubicBezTo>
                <a:close/>
                <a:moveTo>
                  <a:pt x="51347" y="31627"/>
                </a:moveTo>
                <a:cubicBezTo>
                  <a:pt x="51482" y="31998"/>
                  <a:pt x="51554" y="32298"/>
                  <a:pt x="51563" y="32525"/>
                </a:cubicBezTo>
                <a:cubicBezTo>
                  <a:pt x="51571" y="32753"/>
                  <a:pt x="51508" y="32926"/>
                  <a:pt x="51373" y="33045"/>
                </a:cubicBezTo>
                <a:cubicBezTo>
                  <a:pt x="51238" y="33163"/>
                  <a:pt x="51014" y="33239"/>
                  <a:pt x="50702" y="33272"/>
                </a:cubicBezTo>
                <a:cubicBezTo>
                  <a:pt x="50389" y="33306"/>
                  <a:pt x="49972" y="33323"/>
                  <a:pt x="49448" y="33323"/>
                </a:cubicBezTo>
                <a:cubicBezTo>
                  <a:pt x="48925" y="33323"/>
                  <a:pt x="48507" y="33310"/>
                  <a:pt x="48195" y="33285"/>
                </a:cubicBezTo>
                <a:cubicBezTo>
                  <a:pt x="47882" y="33260"/>
                  <a:pt x="47646" y="33218"/>
                  <a:pt x="47486" y="33159"/>
                </a:cubicBezTo>
                <a:cubicBezTo>
                  <a:pt x="47325" y="33099"/>
                  <a:pt x="47207" y="33019"/>
                  <a:pt x="47131" y="32918"/>
                </a:cubicBezTo>
                <a:cubicBezTo>
                  <a:pt x="47055" y="32817"/>
                  <a:pt x="46984" y="32690"/>
                  <a:pt x="46916" y="32538"/>
                </a:cubicBezTo>
                <a:lnTo>
                  <a:pt x="44105" y="24562"/>
                </a:lnTo>
                <a:lnTo>
                  <a:pt x="30482" y="24562"/>
                </a:lnTo>
                <a:lnTo>
                  <a:pt x="27798" y="32437"/>
                </a:lnTo>
                <a:cubicBezTo>
                  <a:pt x="27748" y="32589"/>
                  <a:pt x="27680" y="32720"/>
                  <a:pt x="27596" y="32829"/>
                </a:cubicBezTo>
                <a:cubicBezTo>
                  <a:pt x="27511" y="32939"/>
                  <a:pt x="27389" y="33032"/>
                  <a:pt x="27229" y="33108"/>
                </a:cubicBezTo>
                <a:cubicBezTo>
                  <a:pt x="27068" y="33184"/>
                  <a:pt x="26840" y="33239"/>
                  <a:pt x="26545" y="33272"/>
                </a:cubicBezTo>
                <a:cubicBezTo>
                  <a:pt x="26249" y="33306"/>
                  <a:pt x="25865" y="33323"/>
                  <a:pt x="25393" y="33323"/>
                </a:cubicBezTo>
                <a:cubicBezTo>
                  <a:pt x="24903" y="33323"/>
                  <a:pt x="24502" y="33302"/>
                  <a:pt x="24190" y="33260"/>
                </a:cubicBezTo>
                <a:cubicBezTo>
                  <a:pt x="23878" y="33218"/>
                  <a:pt x="23658" y="33137"/>
                  <a:pt x="23532" y="33019"/>
                </a:cubicBezTo>
                <a:cubicBezTo>
                  <a:pt x="23405" y="32901"/>
                  <a:pt x="23346" y="32728"/>
                  <a:pt x="23354" y="32500"/>
                </a:cubicBezTo>
                <a:cubicBezTo>
                  <a:pt x="23363" y="32272"/>
                  <a:pt x="23435" y="31973"/>
                  <a:pt x="23570" y="31601"/>
                </a:cubicBezTo>
                <a:lnTo>
                  <a:pt x="34559" y="1165"/>
                </a:lnTo>
                <a:cubicBezTo>
                  <a:pt x="34627" y="979"/>
                  <a:pt x="34715" y="827"/>
                  <a:pt x="34825" y="709"/>
                </a:cubicBezTo>
                <a:cubicBezTo>
                  <a:pt x="34935" y="591"/>
                  <a:pt x="35095" y="498"/>
                  <a:pt x="35306" y="430"/>
                </a:cubicBezTo>
                <a:cubicBezTo>
                  <a:pt x="35517" y="363"/>
                  <a:pt x="35787" y="317"/>
                  <a:pt x="36116" y="291"/>
                </a:cubicBezTo>
                <a:cubicBezTo>
                  <a:pt x="36446" y="266"/>
                  <a:pt x="36863" y="253"/>
                  <a:pt x="37370" y="253"/>
                </a:cubicBezTo>
                <a:cubicBezTo>
                  <a:pt x="37910" y="253"/>
                  <a:pt x="38357" y="266"/>
                  <a:pt x="38712" y="291"/>
                </a:cubicBezTo>
                <a:cubicBezTo>
                  <a:pt x="39066" y="317"/>
                  <a:pt x="39353" y="363"/>
                  <a:pt x="39573" y="430"/>
                </a:cubicBezTo>
                <a:cubicBezTo>
                  <a:pt x="39792" y="498"/>
                  <a:pt x="39961" y="595"/>
                  <a:pt x="40079" y="722"/>
                </a:cubicBezTo>
                <a:cubicBezTo>
                  <a:pt x="40197" y="848"/>
                  <a:pt x="40290" y="1004"/>
                  <a:pt x="40358" y="1190"/>
                </a:cubicBezTo>
                <a:lnTo>
                  <a:pt x="51347" y="31627"/>
                </a:lnTo>
                <a:moveTo>
                  <a:pt x="37243" y="4760"/>
                </a:moveTo>
                <a:lnTo>
                  <a:pt x="37218" y="4760"/>
                </a:lnTo>
                <a:lnTo>
                  <a:pt x="31571" y="21093"/>
                </a:lnTo>
                <a:lnTo>
                  <a:pt x="42966" y="21093"/>
                </a:lnTo>
                <a:lnTo>
                  <a:pt x="37243" y="4760"/>
                </a:lnTo>
                <a:close/>
                <a:moveTo>
                  <a:pt x="77528" y="2279"/>
                </a:moveTo>
                <a:cubicBezTo>
                  <a:pt x="77528" y="2600"/>
                  <a:pt x="77511" y="2878"/>
                  <a:pt x="77477" y="3115"/>
                </a:cubicBezTo>
                <a:cubicBezTo>
                  <a:pt x="77444" y="3351"/>
                  <a:pt x="77389" y="3541"/>
                  <a:pt x="77313" y="3684"/>
                </a:cubicBezTo>
                <a:cubicBezTo>
                  <a:pt x="77237" y="3828"/>
                  <a:pt x="77144" y="3933"/>
                  <a:pt x="77034" y="4001"/>
                </a:cubicBezTo>
                <a:cubicBezTo>
                  <a:pt x="76925" y="4068"/>
                  <a:pt x="76802" y="4102"/>
                  <a:pt x="76667" y="4102"/>
                </a:cubicBezTo>
                <a:lnTo>
                  <a:pt x="67450" y="4102"/>
                </a:lnTo>
                <a:lnTo>
                  <a:pt x="67450" y="32513"/>
                </a:lnTo>
                <a:cubicBezTo>
                  <a:pt x="67450" y="32648"/>
                  <a:pt x="67416" y="32766"/>
                  <a:pt x="67349" y="32867"/>
                </a:cubicBezTo>
                <a:cubicBezTo>
                  <a:pt x="67281" y="32969"/>
                  <a:pt x="67163" y="33049"/>
                  <a:pt x="66994" y="33108"/>
                </a:cubicBezTo>
                <a:cubicBezTo>
                  <a:pt x="66826" y="33167"/>
                  <a:pt x="66602" y="33218"/>
                  <a:pt x="66323" y="33260"/>
                </a:cubicBezTo>
                <a:cubicBezTo>
                  <a:pt x="66045" y="33302"/>
                  <a:pt x="65695" y="33323"/>
                  <a:pt x="65273" y="33323"/>
                </a:cubicBezTo>
                <a:cubicBezTo>
                  <a:pt x="64867" y="33323"/>
                  <a:pt x="64521" y="33302"/>
                  <a:pt x="64234" y="33260"/>
                </a:cubicBezTo>
                <a:cubicBezTo>
                  <a:pt x="63947" y="33218"/>
                  <a:pt x="63719" y="33167"/>
                  <a:pt x="63551" y="33108"/>
                </a:cubicBezTo>
                <a:cubicBezTo>
                  <a:pt x="63382" y="33049"/>
                  <a:pt x="63264" y="32969"/>
                  <a:pt x="63196" y="32867"/>
                </a:cubicBezTo>
                <a:cubicBezTo>
                  <a:pt x="63129" y="32766"/>
                  <a:pt x="63095" y="32648"/>
                  <a:pt x="63095" y="32513"/>
                </a:cubicBezTo>
                <a:lnTo>
                  <a:pt x="63095" y="4102"/>
                </a:lnTo>
                <a:lnTo>
                  <a:pt x="53878" y="4102"/>
                </a:lnTo>
                <a:cubicBezTo>
                  <a:pt x="53743" y="4102"/>
                  <a:pt x="53620" y="4068"/>
                  <a:pt x="53511" y="4001"/>
                </a:cubicBezTo>
                <a:cubicBezTo>
                  <a:pt x="53401" y="3933"/>
                  <a:pt x="53312" y="3828"/>
                  <a:pt x="53245" y="3684"/>
                </a:cubicBezTo>
                <a:cubicBezTo>
                  <a:pt x="53177" y="3541"/>
                  <a:pt x="53122" y="3351"/>
                  <a:pt x="53080" y="3115"/>
                </a:cubicBezTo>
                <a:cubicBezTo>
                  <a:pt x="53038" y="2878"/>
                  <a:pt x="53017" y="2600"/>
                  <a:pt x="53017" y="2279"/>
                </a:cubicBezTo>
                <a:cubicBezTo>
                  <a:pt x="53017" y="1958"/>
                  <a:pt x="53038" y="1675"/>
                  <a:pt x="53080" y="1431"/>
                </a:cubicBezTo>
                <a:cubicBezTo>
                  <a:pt x="53122" y="1186"/>
                  <a:pt x="53177" y="988"/>
                  <a:pt x="53245" y="836"/>
                </a:cubicBezTo>
                <a:cubicBezTo>
                  <a:pt x="53312" y="684"/>
                  <a:pt x="53401" y="574"/>
                  <a:pt x="53511" y="506"/>
                </a:cubicBezTo>
                <a:cubicBezTo>
                  <a:pt x="53620" y="439"/>
                  <a:pt x="53743" y="405"/>
                  <a:pt x="53878" y="405"/>
                </a:cubicBezTo>
                <a:lnTo>
                  <a:pt x="76667" y="405"/>
                </a:lnTo>
                <a:cubicBezTo>
                  <a:pt x="76802" y="405"/>
                  <a:pt x="76925" y="439"/>
                  <a:pt x="77034" y="506"/>
                </a:cubicBezTo>
                <a:cubicBezTo>
                  <a:pt x="77144" y="574"/>
                  <a:pt x="77237" y="684"/>
                  <a:pt x="77313" y="836"/>
                </a:cubicBezTo>
                <a:cubicBezTo>
                  <a:pt x="77389" y="988"/>
                  <a:pt x="77444" y="1186"/>
                  <a:pt x="77477" y="1431"/>
                </a:cubicBezTo>
                <a:cubicBezTo>
                  <a:pt x="77511" y="1675"/>
                  <a:pt x="77528" y="1958"/>
                  <a:pt x="77528" y="2279"/>
                </a:cubicBezTo>
                <a:close/>
                <a:moveTo>
                  <a:pt x="103762" y="28512"/>
                </a:moveTo>
                <a:cubicBezTo>
                  <a:pt x="103762" y="28782"/>
                  <a:pt x="103754" y="29018"/>
                  <a:pt x="103737" y="29221"/>
                </a:cubicBezTo>
                <a:cubicBezTo>
                  <a:pt x="103720" y="29424"/>
                  <a:pt x="103690" y="29601"/>
                  <a:pt x="103648" y="29753"/>
                </a:cubicBezTo>
                <a:cubicBezTo>
                  <a:pt x="103606" y="29905"/>
                  <a:pt x="103551" y="30040"/>
                  <a:pt x="103484" y="30158"/>
                </a:cubicBezTo>
                <a:cubicBezTo>
                  <a:pt x="103416" y="30276"/>
                  <a:pt x="103298" y="30420"/>
                  <a:pt x="103129" y="30591"/>
                </a:cubicBezTo>
                <a:cubicBezTo>
                  <a:pt x="102960" y="30761"/>
                  <a:pt x="102606" y="31020"/>
                  <a:pt x="102066" y="31369"/>
                </a:cubicBezTo>
                <a:cubicBezTo>
                  <a:pt x="101525" y="31717"/>
                  <a:pt x="100854" y="32058"/>
                  <a:pt x="100053" y="32389"/>
                </a:cubicBezTo>
                <a:cubicBezTo>
                  <a:pt x="99251" y="32721"/>
                  <a:pt x="98331" y="33002"/>
                  <a:pt x="97293" y="33231"/>
                </a:cubicBezTo>
                <a:cubicBezTo>
                  <a:pt x="96254" y="33461"/>
                  <a:pt x="95119" y="33576"/>
                  <a:pt x="93887" y="33576"/>
                </a:cubicBezTo>
                <a:cubicBezTo>
                  <a:pt x="91760" y="33576"/>
                  <a:pt x="89840" y="33222"/>
                  <a:pt x="88126" y="32513"/>
                </a:cubicBezTo>
                <a:cubicBezTo>
                  <a:pt x="86413" y="31804"/>
                  <a:pt x="84953" y="30757"/>
                  <a:pt x="83746" y="29373"/>
                </a:cubicBezTo>
                <a:cubicBezTo>
                  <a:pt x="82539" y="27989"/>
                  <a:pt x="81610" y="26280"/>
                  <a:pt x="80960" y="24245"/>
                </a:cubicBezTo>
                <a:cubicBezTo>
                  <a:pt x="80310" y="22211"/>
                  <a:pt x="79985" y="19869"/>
                  <a:pt x="79985" y="17219"/>
                </a:cubicBezTo>
                <a:cubicBezTo>
                  <a:pt x="79985" y="14501"/>
                  <a:pt x="80336" y="12078"/>
                  <a:pt x="81036" y="9951"/>
                </a:cubicBezTo>
                <a:cubicBezTo>
                  <a:pt x="81737" y="7824"/>
                  <a:pt x="82720" y="6022"/>
                  <a:pt x="83986" y="4545"/>
                </a:cubicBezTo>
                <a:cubicBezTo>
                  <a:pt x="85252" y="3068"/>
                  <a:pt x="86767" y="1941"/>
                  <a:pt x="88531" y="1165"/>
                </a:cubicBezTo>
                <a:cubicBezTo>
                  <a:pt x="90295" y="388"/>
                  <a:pt x="92249" y="0"/>
                  <a:pt x="94393" y="0"/>
                </a:cubicBezTo>
                <a:cubicBezTo>
                  <a:pt x="95339" y="0"/>
                  <a:pt x="96259" y="89"/>
                  <a:pt x="97153" y="268"/>
                </a:cubicBezTo>
                <a:cubicBezTo>
                  <a:pt x="98048" y="447"/>
                  <a:pt x="98875" y="673"/>
                  <a:pt x="99635" y="945"/>
                </a:cubicBezTo>
                <a:cubicBezTo>
                  <a:pt x="100394" y="1217"/>
                  <a:pt x="101070" y="1532"/>
                  <a:pt x="101661" y="1890"/>
                </a:cubicBezTo>
                <a:cubicBezTo>
                  <a:pt x="102251" y="2247"/>
                  <a:pt x="102661" y="2540"/>
                  <a:pt x="102889" y="2770"/>
                </a:cubicBezTo>
                <a:cubicBezTo>
                  <a:pt x="103117" y="3000"/>
                  <a:pt x="103264" y="3174"/>
                  <a:pt x="103332" y="3292"/>
                </a:cubicBezTo>
                <a:cubicBezTo>
                  <a:pt x="103399" y="3410"/>
                  <a:pt x="103454" y="3549"/>
                  <a:pt x="103496" y="3710"/>
                </a:cubicBezTo>
                <a:cubicBezTo>
                  <a:pt x="103539" y="3870"/>
                  <a:pt x="103572" y="4060"/>
                  <a:pt x="103598" y="4279"/>
                </a:cubicBezTo>
                <a:cubicBezTo>
                  <a:pt x="103623" y="4499"/>
                  <a:pt x="103636" y="4760"/>
                  <a:pt x="103636" y="5064"/>
                </a:cubicBezTo>
                <a:cubicBezTo>
                  <a:pt x="103636" y="5402"/>
                  <a:pt x="103619" y="5689"/>
                  <a:pt x="103585" y="5925"/>
                </a:cubicBezTo>
                <a:cubicBezTo>
                  <a:pt x="103551" y="6162"/>
                  <a:pt x="103501" y="6360"/>
                  <a:pt x="103433" y="6520"/>
                </a:cubicBezTo>
                <a:cubicBezTo>
                  <a:pt x="103365" y="6681"/>
                  <a:pt x="103285" y="6799"/>
                  <a:pt x="103192" y="6875"/>
                </a:cubicBezTo>
                <a:cubicBezTo>
                  <a:pt x="103100" y="6951"/>
                  <a:pt x="102986" y="6989"/>
                  <a:pt x="102851" y="6989"/>
                </a:cubicBezTo>
                <a:cubicBezTo>
                  <a:pt x="102614" y="6989"/>
                  <a:pt x="102285" y="6823"/>
                  <a:pt x="101863" y="6491"/>
                </a:cubicBezTo>
                <a:cubicBezTo>
                  <a:pt x="101441" y="6159"/>
                  <a:pt x="100897" y="5793"/>
                  <a:pt x="100230" y="5393"/>
                </a:cubicBezTo>
                <a:cubicBezTo>
                  <a:pt x="99563" y="4994"/>
                  <a:pt x="98753" y="4628"/>
                  <a:pt x="97799" y="4296"/>
                </a:cubicBezTo>
                <a:cubicBezTo>
                  <a:pt x="96845" y="3964"/>
                  <a:pt x="95702" y="3798"/>
                  <a:pt x="94368" y="3798"/>
                </a:cubicBezTo>
                <a:cubicBezTo>
                  <a:pt x="92916" y="3798"/>
                  <a:pt x="91595" y="4089"/>
                  <a:pt x="90405" y="4672"/>
                </a:cubicBezTo>
                <a:cubicBezTo>
                  <a:pt x="89215" y="5254"/>
                  <a:pt x="88198" y="6111"/>
                  <a:pt x="87354" y="7242"/>
                </a:cubicBezTo>
                <a:cubicBezTo>
                  <a:pt x="86510" y="8373"/>
                  <a:pt x="85856" y="9753"/>
                  <a:pt x="85391" y="11382"/>
                </a:cubicBezTo>
                <a:cubicBezTo>
                  <a:pt x="84927" y="13011"/>
                  <a:pt x="84695" y="14872"/>
                  <a:pt x="84695" y="16965"/>
                </a:cubicBezTo>
                <a:cubicBezTo>
                  <a:pt x="84695" y="19042"/>
                  <a:pt x="84919" y="20878"/>
                  <a:pt x="85366" y="22473"/>
                </a:cubicBezTo>
                <a:cubicBezTo>
                  <a:pt x="85813" y="24068"/>
                  <a:pt x="86455" y="25402"/>
                  <a:pt x="87291" y="26474"/>
                </a:cubicBezTo>
                <a:cubicBezTo>
                  <a:pt x="88126" y="27546"/>
                  <a:pt x="89152" y="28356"/>
                  <a:pt x="90367" y="28905"/>
                </a:cubicBezTo>
                <a:cubicBezTo>
                  <a:pt x="91583" y="29453"/>
                  <a:pt x="92958" y="29727"/>
                  <a:pt x="94495" y="29727"/>
                </a:cubicBezTo>
                <a:cubicBezTo>
                  <a:pt x="95794" y="29727"/>
                  <a:pt x="96930" y="29566"/>
                  <a:pt x="97900" y="29242"/>
                </a:cubicBezTo>
                <a:cubicBezTo>
                  <a:pt x="98871" y="28919"/>
                  <a:pt x="99698" y="28557"/>
                  <a:pt x="100382" y="28158"/>
                </a:cubicBezTo>
                <a:cubicBezTo>
                  <a:pt x="101065" y="27758"/>
                  <a:pt x="101627" y="27396"/>
                  <a:pt x="102066" y="27073"/>
                </a:cubicBezTo>
                <a:cubicBezTo>
                  <a:pt x="102505" y="26749"/>
                  <a:pt x="102851" y="26588"/>
                  <a:pt x="103104" y="26588"/>
                </a:cubicBezTo>
                <a:cubicBezTo>
                  <a:pt x="103222" y="26588"/>
                  <a:pt x="103323" y="26613"/>
                  <a:pt x="103408" y="26664"/>
                </a:cubicBezTo>
                <a:cubicBezTo>
                  <a:pt x="103492" y="26714"/>
                  <a:pt x="103560" y="26811"/>
                  <a:pt x="103610" y="26955"/>
                </a:cubicBezTo>
                <a:cubicBezTo>
                  <a:pt x="103661" y="27098"/>
                  <a:pt x="103699" y="27297"/>
                  <a:pt x="103724" y="27550"/>
                </a:cubicBezTo>
                <a:cubicBezTo>
                  <a:pt x="103750" y="27803"/>
                  <a:pt x="103762" y="28124"/>
                  <a:pt x="103762" y="28512"/>
                </a:cubicBezTo>
                <a:close/>
                <a:moveTo>
                  <a:pt x="133436" y="32513"/>
                </a:moveTo>
                <a:cubicBezTo>
                  <a:pt x="133436" y="32648"/>
                  <a:pt x="133402" y="32766"/>
                  <a:pt x="133335" y="32867"/>
                </a:cubicBezTo>
                <a:cubicBezTo>
                  <a:pt x="133267" y="32969"/>
                  <a:pt x="133149" y="33049"/>
                  <a:pt x="132980" y="33108"/>
                </a:cubicBezTo>
                <a:cubicBezTo>
                  <a:pt x="132811" y="33167"/>
                  <a:pt x="132588" y="33218"/>
                  <a:pt x="132309" y="33260"/>
                </a:cubicBezTo>
                <a:cubicBezTo>
                  <a:pt x="132030" y="33302"/>
                  <a:pt x="131689" y="33323"/>
                  <a:pt x="131283" y="33323"/>
                </a:cubicBezTo>
                <a:cubicBezTo>
                  <a:pt x="130845" y="33323"/>
                  <a:pt x="130490" y="33302"/>
                  <a:pt x="130220" y="33260"/>
                </a:cubicBezTo>
                <a:cubicBezTo>
                  <a:pt x="129950" y="33218"/>
                  <a:pt x="129730" y="33167"/>
                  <a:pt x="129562" y="33108"/>
                </a:cubicBezTo>
                <a:cubicBezTo>
                  <a:pt x="129393" y="33049"/>
                  <a:pt x="129275" y="32969"/>
                  <a:pt x="129207" y="32867"/>
                </a:cubicBezTo>
                <a:cubicBezTo>
                  <a:pt x="129140" y="32766"/>
                  <a:pt x="129106" y="32648"/>
                  <a:pt x="129106" y="32513"/>
                </a:cubicBezTo>
                <a:lnTo>
                  <a:pt x="129106" y="17978"/>
                </a:lnTo>
                <a:lnTo>
                  <a:pt x="114191" y="17978"/>
                </a:lnTo>
                <a:lnTo>
                  <a:pt x="114191" y="32513"/>
                </a:lnTo>
                <a:cubicBezTo>
                  <a:pt x="114191" y="32648"/>
                  <a:pt x="114158" y="32766"/>
                  <a:pt x="114090" y="32867"/>
                </a:cubicBezTo>
                <a:cubicBezTo>
                  <a:pt x="114023" y="32969"/>
                  <a:pt x="113904" y="33049"/>
                  <a:pt x="113736" y="33108"/>
                </a:cubicBezTo>
                <a:cubicBezTo>
                  <a:pt x="113567" y="33167"/>
                  <a:pt x="113343" y="33218"/>
                  <a:pt x="113065" y="33260"/>
                </a:cubicBezTo>
                <a:cubicBezTo>
                  <a:pt x="112786" y="33302"/>
                  <a:pt x="112436" y="33323"/>
                  <a:pt x="112014" y="33323"/>
                </a:cubicBezTo>
                <a:cubicBezTo>
                  <a:pt x="111609" y="33323"/>
                  <a:pt x="111263" y="33302"/>
                  <a:pt x="110976" y="33260"/>
                </a:cubicBezTo>
                <a:cubicBezTo>
                  <a:pt x="110689" y="33218"/>
                  <a:pt x="110461" y="33167"/>
                  <a:pt x="110292" y="33108"/>
                </a:cubicBezTo>
                <a:cubicBezTo>
                  <a:pt x="110123" y="33049"/>
                  <a:pt x="110005" y="32969"/>
                  <a:pt x="109937" y="32867"/>
                </a:cubicBezTo>
                <a:cubicBezTo>
                  <a:pt x="109870" y="32766"/>
                  <a:pt x="109836" y="32648"/>
                  <a:pt x="109836" y="32513"/>
                </a:cubicBezTo>
                <a:lnTo>
                  <a:pt x="109836" y="1064"/>
                </a:lnTo>
                <a:cubicBezTo>
                  <a:pt x="109836" y="928"/>
                  <a:pt x="109870" y="810"/>
                  <a:pt x="109937" y="709"/>
                </a:cubicBezTo>
                <a:cubicBezTo>
                  <a:pt x="110005" y="608"/>
                  <a:pt x="110123" y="528"/>
                  <a:pt x="110292" y="468"/>
                </a:cubicBezTo>
                <a:cubicBezTo>
                  <a:pt x="110461" y="409"/>
                  <a:pt x="110689" y="359"/>
                  <a:pt x="110976" y="317"/>
                </a:cubicBezTo>
                <a:cubicBezTo>
                  <a:pt x="111263" y="274"/>
                  <a:pt x="111609" y="253"/>
                  <a:pt x="112014" y="253"/>
                </a:cubicBezTo>
                <a:cubicBezTo>
                  <a:pt x="112436" y="253"/>
                  <a:pt x="112786" y="274"/>
                  <a:pt x="113065" y="317"/>
                </a:cubicBezTo>
                <a:cubicBezTo>
                  <a:pt x="113343" y="359"/>
                  <a:pt x="113567" y="409"/>
                  <a:pt x="113736" y="468"/>
                </a:cubicBezTo>
                <a:cubicBezTo>
                  <a:pt x="113904" y="528"/>
                  <a:pt x="114023" y="608"/>
                  <a:pt x="114090" y="709"/>
                </a:cubicBezTo>
                <a:cubicBezTo>
                  <a:pt x="114158" y="810"/>
                  <a:pt x="114191" y="928"/>
                  <a:pt x="114191" y="1064"/>
                </a:cubicBezTo>
                <a:lnTo>
                  <a:pt x="114191" y="14180"/>
                </a:lnTo>
                <a:lnTo>
                  <a:pt x="129106" y="14180"/>
                </a:lnTo>
                <a:lnTo>
                  <a:pt x="129106" y="1064"/>
                </a:lnTo>
                <a:cubicBezTo>
                  <a:pt x="129106" y="928"/>
                  <a:pt x="129140" y="810"/>
                  <a:pt x="129207" y="709"/>
                </a:cubicBezTo>
                <a:cubicBezTo>
                  <a:pt x="129275" y="608"/>
                  <a:pt x="129393" y="528"/>
                  <a:pt x="129562" y="468"/>
                </a:cubicBezTo>
                <a:cubicBezTo>
                  <a:pt x="129730" y="409"/>
                  <a:pt x="129950" y="359"/>
                  <a:pt x="130220" y="317"/>
                </a:cubicBezTo>
                <a:cubicBezTo>
                  <a:pt x="130490" y="274"/>
                  <a:pt x="130845" y="253"/>
                  <a:pt x="131283" y="253"/>
                </a:cubicBezTo>
                <a:cubicBezTo>
                  <a:pt x="131689" y="253"/>
                  <a:pt x="132030" y="274"/>
                  <a:pt x="132309" y="317"/>
                </a:cubicBezTo>
                <a:cubicBezTo>
                  <a:pt x="132588" y="359"/>
                  <a:pt x="132811" y="409"/>
                  <a:pt x="132980" y="468"/>
                </a:cubicBezTo>
                <a:cubicBezTo>
                  <a:pt x="133149" y="528"/>
                  <a:pt x="133267" y="608"/>
                  <a:pt x="133335" y="709"/>
                </a:cubicBezTo>
                <a:cubicBezTo>
                  <a:pt x="133402" y="810"/>
                  <a:pt x="133436" y="928"/>
                  <a:pt x="133436" y="1064"/>
                </a:cubicBezTo>
                <a:lnTo>
                  <a:pt x="133436" y="32513"/>
                </a:lnTo>
                <a:close/>
                <a:moveTo>
                  <a:pt x="163562" y="40730"/>
                </a:moveTo>
                <a:cubicBezTo>
                  <a:pt x="163562" y="41325"/>
                  <a:pt x="163495" y="41758"/>
                  <a:pt x="163360" y="42031"/>
                </a:cubicBezTo>
                <a:cubicBezTo>
                  <a:pt x="163225" y="42303"/>
                  <a:pt x="163014" y="42439"/>
                  <a:pt x="162727" y="42439"/>
                </a:cubicBezTo>
                <a:lnTo>
                  <a:pt x="138342" y="42439"/>
                </a:lnTo>
                <a:cubicBezTo>
                  <a:pt x="138055" y="42439"/>
                  <a:pt x="137836" y="42311"/>
                  <a:pt x="137684" y="42056"/>
                </a:cubicBezTo>
                <a:cubicBezTo>
                  <a:pt x="137532" y="41801"/>
                  <a:pt x="137456" y="41376"/>
                  <a:pt x="137456" y="40780"/>
                </a:cubicBezTo>
                <a:cubicBezTo>
                  <a:pt x="137456" y="40202"/>
                  <a:pt x="137532" y="39769"/>
                  <a:pt x="137684" y="39479"/>
                </a:cubicBezTo>
                <a:cubicBezTo>
                  <a:pt x="137836" y="39190"/>
                  <a:pt x="138055" y="39046"/>
                  <a:pt x="138342" y="39046"/>
                </a:cubicBezTo>
                <a:lnTo>
                  <a:pt x="162727" y="39046"/>
                </a:lnTo>
                <a:cubicBezTo>
                  <a:pt x="162997" y="39046"/>
                  <a:pt x="163204" y="39182"/>
                  <a:pt x="163347" y="39454"/>
                </a:cubicBezTo>
                <a:cubicBezTo>
                  <a:pt x="163491" y="39726"/>
                  <a:pt x="163562" y="40151"/>
                  <a:pt x="163562" y="40730"/>
                </a:cubicBezTo>
                <a:close/>
                <a:moveTo>
                  <a:pt x="188248" y="23828"/>
                </a:moveTo>
                <a:cubicBezTo>
                  <a:pt x="188248" y="24385"/>
                  <a:pt x="188164" y="24824"/>
                  <a:pt x="187995" y="25144"/>
                </a:cubicBezTo>
                <a:cubicBezTo>
                  <a:pt x="187826" y="25465"/>
                  <a:pt x="187590" y="25625"/>
                  <a:pt x="187286" y="25625"/>
                </a:cubicBezTo>
                <a:lnTo>
                  <a:pt x="183589" y="25625"/>
                </a:lnTo>
                <a:lnTo>
                  <a:pt x="183589" y="32536"/>
                </a:lnTo>
                <a:cubicBezTo>
                  <a:pt x="183589" y="32671"/>
                  <a:pt x="183555" y="32786"/>
                  <a:pt x="183488" y="32879"/>
                </a:cubicBezTo>
                <a:cubicBezTo>
                  <a:pt x="183420" y="32972"/>
                  <a:pt x="183302" y="33053"/>
                  <a:pt x="183133" y="33121"/>
                </a:cubicBezTo>
                <a:cubicBezTo>
                  <a:pt x="182965" y="33188"/>
                  <a:pt x="182745" y="33239"/>
                  <a:pt x="182475" y="33272"/>
                </a:cubicBezTo>
                <a:cubicBezTo>
                  <a:pt x="182205" y="33306"/>
                  <a:pt x="181859" y="33323"/>
                  <a:pt x="181437" y="33323"/>
                </a:cubicBezTo>
                <a:cubicBezTo>
                  <a:pt x="181032" y="33323"/>
                  <a:pt x="180694" y="33306"/>
                  <a:pt x="180424" y="33272"/>
                </a:cubicBezTo>
                <a:cubicBezTo>
                  <a:pt x="180154" y="33239"/>
                  <a:pt x="179939" y="33188"/>
                  <a:pt x="179778" y="33121"/>
                </a:cubicBezTo>
                <a:cubicBezTo>
                  <a:pt x="179618" y="33053"/>
                  <a:pt x="179508" y="32972"/>
                  <a:pt x="179449" y="32879"/>
                </a:cubicBezTo>
                <a:cubicBezTo>
                  <a:pt x="179390" y="32786"/>
                  <a:pt x="179361" y="32671"/>
                  <a:pt x="179361" y="32536"/>
                </a:cubicBezTo>
                <a:lnTo>
                  <a:pt x="179361" y="25625"/>
                </a:lnTo>
                <a:lnTo>
                  <a:pt x="165839" y="25625"/>
                </a:lnTo>
                <a:cubicBezTo>
                  <a:pt x="165636" y="25625"/>
                  <a:pt x="165467" y="25600"/>
                  <a:pt x="165332" y="25549"/>
                </a:cubicBezTo>
                <a:cubicBezTo>
                  <a:pt x="165197" y="25499"/>
                  <a:pt x="165075" y="25406"/>
                  <a:pt x="164965" y="25271"/>
                </a:cubicBezTo>
                <a:cubicBezTo>
                  <a:pt x="164856" y="25136"/>
                  <a:pt x="164780" y="24942"/>
                  <a:pt x="164737" y="24688"/>
                </a:cubicBezTo>
                <a:cubicBezTo>
                  <a:pt x="164695" y="24435"/>
                  <a:pt x="164674" y="24106"/>
                  <a:pt x="164674" y="23701"/>
                </a:cubicBezTo>
                <a:cubicBezTo>
                  <a:pt x="164674" y="23380"/>
                  <a:pt x="164682" y="23093"/>
                  <a:pt x="164699" y="22840"/>
                </a:cubicBezTo>
                <a:cubicBezTo>
                  <a:pt x="164716" y="22587"/>
                  <a:pt x="164750" y="22355"/>
                  <a:pt x="164801" y="22144"/>
                </a:cubicBezTo>
                <a:cubicBezTo>
                  <a:pt x="164851" y="21933"/>
                  <a:pt x="164919" y="21730"/>
                  <a:pt x="165003" y="21536"/>
                </a:cubicBezTo>
                <a:cubicBezTo>
                  <a:pt x="165088" y="21342"/>
                  <a:pt x="165189" y="21135"/>
                  <a:pt x="165307" y="20916"/>
                </a:cubicBezTo>
                <a:lnTo>
                  <a:pt x="177107" y="1037"/>
                </a:lnTo>
                <a:cubicBezTo>
                  <a:pt x="177191" y="902"/>
                  <a:pt x="177314" y="784"/>
                  <a:pt x="177474" y="684"/>
                </a:cubicBezTo>
                <a:cubicBezTo>
                  <a:pt x="177634" y="582"/>
                  <a:pt x="177841" y="498"/>
                  <a:pt x="178094" y="430"/>
                </a:cubicBezTo>
                <a:cubicBezTo>
                  <a:pt x="178348" y="363"/>
                  <a:pt x="178660" y="317"/>
                  <a:pt x="179031" y="291"/>
                </a:cubicBezTo>
                <a:cubicBezTo>
                  <a:pt x="179403" y="266"/>
                  <a:pt x="179842" y="253"/>
                  <a:pt x="180348" y="253"/>
                </a:cubicBezTo>
                <a:cubicBezTo>
                  <a:pt x="180905" y="253"/>
                  <a:pt x="181390" y="274"/>
                  <a:pt x="181804" y="317"/>
                </a:cubicBezTo>
                <a:cubicBezTo>
                  <a:pt x="182218" y="359"/>
                  <a:pt x="182551" y="414"/>
                  <a:pt x="182804" y="481"/>
                </a:cubicBezTo>
                <a:cubicBezTo>
                  <a:pt x="183057" y="549"/>
                  <a:pt x="183252" y="637"/>
                  <a:pt x="183387" y="747"/>
                </a:cubicBezTo>
                <a:cubicBezTo>
                  <a:pt x="183522" y="856"/>
                  <a:pt x="183589" y="987"/>
                  <a:pt x="183589" y="1139"/>
                </a:cubicBezTo>
                <a:lnTo>
                  <a:pt x="183589" y="22030"/>
                </a:lnTo>
                <a:lnTo>
                  <a:pt x="187286" y="22030"/>
                </a:lnTo>
                <a:cubicBezTo>
                  <a:pt x="187573" y="22030"/>
                  <a:pt x="187805" y="22177"/>
                  <a:pt x="187983" y="22473"/>
                </a:cubicBezTo>
                <a:cubicBezTo>
                  <a:pt x="188160" y="22768"/>
                  <a:pt x="188248" y="23220"/>
                  <a:pt x="188248" y="23828"/>
                </a:cubicBezTo>
                <a:moveTo>
                  <a:pt x="179361" y="4073"/>
                </a:moveTo>
                <a:lnTo>
                  <a:pt x="179310" y="4073"/>
                </a:lnTo>
                <a:lnTo>
                  <a:pt x="168650" y="22030"/>
                </a:lnTo>
                <a:lnTo>
                  <a:pt x="179361" y="22030"/>
                </a:lnTo>
                <a:lnTo>
                  <a:pt x="179361" y="40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BE20D1-2CFA-43D6-8227-4FE3E608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92" y="8720696"/>
            <a:ext cx="367504" cy="77788"/>
          </a:xfrm>
          <a:custGeom xmlns:a="http://schemas.openxmlformats.org/drawingml/2006/main">
            <a:pathLst>
              <a:path w="367504" h="77788">
                <a:moveTo>
                  <a:pt x="0" y="12965"/>
                </a:moveTo>
                <a:cubicBezTo>
                  <a:pt x="0" y="5791"/>
                  <a:pt x="5791" y="0"/>
                  <a:pt x="12965" y="0"/>
                </a:cubicBezTo>
                <a:lnTo>
                  <a:pt x="354539" y="0"/>
                </a:lnTo>
                <a:cubicBezTo>
                  <a:pt x="361713" y="0"/>
                  <a:pt x="367504" y="5791"/>
                  <a:pt x="367504" y="12965"/>
                </a:cubicBezTo>
                <a:lnTo>
                  <a:pt x="367504" y="64823"/>
                </a:lnTo>
                <a:cubicBezTo>
                  <a:pt x="367504" y="71997"/>
                  <a:pt x="361713" y="77788"/>
                  <a:pt x="354539" y="77788"/>
                </a:cubicBezTo>
                <a:lnTo>
                  <a:pt x="12965" y="77788"/>
                </a:lnTo>
                <a:cubicBezTo>
                  <a:pt x="5791" y="77788"/>
                  <a:pt x="0" y="71997"/>
                  <a:pt x="0" y="64823"/>
                </a:cubicBezTo>
                <a:lnTo>
                  <a:pt x="0" y="12965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Text PATCH_5">
            <a:extLst xmlns:a="http://schemas.openxmlformats.org/drawingml/2006/main">
              <a:ext uri="{FF2B5EF4-FFF2-40B4-BE49-F238E27FC236}">
                <a16:creationId xmlns:a16="http://schemas.microsoft.com/office/drawing/2014/main" id="{BE9CD145-7B1D-46F0-9A26-E920D502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65" y="8744742"/>
            <a:ext cx="186704" cy="42439"/>
          </a:xfrm>
          <a:custGeom xmlns:a="http://schemas.openxmlformats.org/drawingml/2006/main">
            <a:pathLst>
              <a:path w="186704" h="42439">
                <a:moveTo>
                  <a:pt x="20131" y="10002"/>
                </a:moveTo>
                <a:cubicBezTo>
                  <a:pt x="20131" y="11639"/>
                  <a:pt x="19861" y="13117"/>
                  <a:pt x="19320" y="14433"/>
                </a:cubicBezTo>
                <a:cubicBezTo>
                  <a:pt x="18780" y="15750"/>
                  <a:pt x="18008" y="16873"/>
                  <a:pt x="17003" y="17801"/>
                </a:cubicBezTo>
                <a:cubicBezTo>
                  <a:pt x="15999" y="18729"/>
                  <a:pt x="14767" y="19447"/>
                  <a:pt x="13306" y="19953"/>
                </a:cubicBezTo>
                <a:cubicBezTo>
                  <a:pt x="11846" y="20460"/>
                  <a:pt x="10103" y="20713"/>
                  <a:pt x="8078" y="20713"/>
                </a:cubicBezTo>
                <a:lnTo>
                  <a:pt x="4355" y="20713"/>
                </a:lnTo>
                <a:lnTo>
                  <a:pt x="4355" y="32513"/>
                </a:lnTo>
                <a:cubicBezTo>
                  <a:pt x="4355" y="32648"/>
                  <a:pt x="4317" y="32766"/>
                  <a:pt x="4241" y="32867"/>
                </a:cubicBezTo>
                <a:cubicBezTo>
                  <a:pt x="4165" y="32969"/>
                  <a:pt x="4047" y="33049"/>
                  <a:pt x="3887" y="33108"/>
                </a:cubicBezTo>
                <a:cubicBezTo>
                  <a:pt x="3726" y="33167"/>
                  <a:pt x="3507" y="33218"/>
                  <a:pt x="3228" y="33260"/>
                </a:cubicBezTo>
                <a:cubicBezTo>
                  <a:pt x="2950" y="33302"/>
                  <a:pt x="2600" y="33323"/>
                  <a:pt x="2178" y="33323"/>
                </a:cubicBezTo>
                <a:cubicBezTo>
                  <a:pt x="1756" y="33323"/>
                  <a:pt x="1405" y="33302"/>
                  <a:pt x="1127" y="33260"/>
                </a:cubicBezTo>
                <a:cubicBezTo>
                  <a:pt x="848" y="33218"/>
                  <a:pt x="625" y="33167"/>
                  <a:pt x="456" y="33108"/>
                </a:cubicBezTo>
                <a:cubicBezTo>
                  <a:pt x="287" y="33049"/>
                  <a:pt x="169" y="32969"/>
                  <a:pt x="101" y="32867"/>
                </a:cubicBezTo>
                <a:cubicBezTo>
                  <a:pt x="34" y="32766"/>
                  <a:pt x="0" y="32648"/>
                  <a:pt x="0" y="32513"/>
                </a:cubicBezTo>
                <a:lnTo>
                  <a:pt x="0" y="2279"/>
                </a:lnTo>
                <a:cubicBezTo>
                  <a:pt x="0" y="1604"/>
                  <a:pt x="177" y="1123"/>
                  <a:pt x="532" y="836"/>
                </a:cubicBezTo>
                <a:cubicBezTo>
                  <a:pt x="886" y="549"/>
                  <a:pt x="1283" y="405"/>
                  <a:pt x="1722" y="405"/>
                </a:cubicBezTo>
                <a:lnTo>
                  <a:pt x="8736" y="405"/>
                </a:lnTo>
                <a:cubicBezTo>
                  <a:pt x="9445" y="405"/>
                  <a:pt x="10124" y="435"/>
                  <a:pt x="10774" y="494"/>
                </a:cubicBezTo>
                <a:cubicBezTo>
                  <a:pt x="11424" y="553"/>
                  <a:pt x="12192" y="679"/>
                  <a:pt x="13079" y="874"/>
                </a:cubicBezTo>
                <a:cubicBezTo>
                  <a:pt x="13965" y="1068"/>
                  <a:pt x="14868" y="1431"/>
                  <a:pt x="15788" y="1962"/>
                </a:cubicBezTo>
                <a:cubicBezTo>
                  <a:pt x="16708" y="2494"/>
                  <a:pt x="17489" y="3148"/>
                  <a:pt x="18130" y="3925"/>
                </a:cubicBezTo>
                <a:cubicBezTo>
                  <a:pt x="18772" y="4701"/>
                  <a:pt x="19265" y="5600"/>
                  <a:pt x="19612" y="6622"/>
                </a:cubicBezTo>
                <a:cubicBezTo>
                  <a:pt x="19958" y="7643"/>
                  <a:pt x="20131" y="8770"/>
                  <a:pt x="20131" y="10002"/>
                </a:cubicBezTo>
                <a:moveTo>
                  <a:pt x="15547" y="10357"/>
                </a:moveTo>
                <a:cubicBezTo>
                  <a:pt x="15547" y="9023"/>
                  <a:pt x="15298" y="7909"/>
                  <a:pt x="14800" y="7014"/>
                </a:cubicBezTo>
                <a:cubicBezTo>
                  <a:pt x="14302" y="6119"/>
                  <a:pt x="13686" y="5453"/>
                  <a:pt x="12952" y="5014"/>
                </a:cubicBezTo>
                <a:cubicBezTo>
                  <a:pt x="12218" y="4575"/>
                  <a:pt x="11458" y="4296"/>
                  <a:pt x="10673" y="4178"/>
                </a:cubicBezTo>
                <a:cubicBezTo>
                  <a:pt x="9888" y="4060"/>
                  <a:pt x="9124" y="4001"/>
                  <a:pt x="8381" y="4001"/>
                </a:cubicBezTo>
                <a:lnTo>
                  <a:pt x="4355" y="4001"/>
                </a:lnTo>
                <a:lnTo>
                  <a:pt x="4355" y="17143"/>
                </a:lnTo>
                <a:lnTo>
                  <a:pt x="8280" y="17143"/>
                </a:lnTo>
                <a:cubicBezTo>
                  <a:pt x="9597" y="17143"/>
                  <a:pt x="10690" y="16974"/>
                  <a:pt x="11559" y="16636"/>
                </a:cubicBezTo>
                <a:cubicBezTo>
                  <a:pt x="12429" y="16299"/>
                  <a:pt x="13159" y="15830"/>
                  <a:pt x="13750" y="15231"/>
                </a:cubicBezTo>
                <a:cubicBezTo>
                  <a:pt x="14340" y="14632"/>
                  <a:pt x="14788" y="13914"/>
                  <a:pt x="15092" y="13079"/>
                </a:cubicBezTo>
                <a:cubicBezTo>
                  <a:pt x="15395" y="12243"/>
                  <a:pt x="15547" y="11336"/>
                  <a:pt x="15547" y="10357"/>
                </a:cubicBezTo>
                <a:close/>
                <a:moveTo>
                  <a:pt x="51347" y="31627"/>
                </a:moveTo>
                <a:cubicBezTo>
                  <a:pt x="51482" y="31998"/>
                  <a:pt x="51554" y="32298"/>
                  <a:pt x="51563" y="32525"/>
                </a:cubicBezTo>
                <a:cubicBezTo>
                  <a:pt x="51571" y="32753"/>
                  <a:pt x="51508" y="32926"/>
                  <a:pt x="51373" y="33045"/>
                </a:cubicBezTo>
                <a:cubicBezTo>
                  <a:pt x="51238" y="33163"/>
                  <a:pt x="51014" y="33239"/>
                  <a:pt x="50702" y="33272"/>
                </a:cubicBezTo>
                <a:cubicBezTo>
                  <a:pt x="50389" y="33306"/>
                  <a:pt x="49972" y="33323"/>
                  <a:pt x="49448" y="33323"/>
                </a:cubicBezTo>
                <a:cubicBezTo>
                  <a:pt x="48925" y="33323"/>
                  <a:pt x="48507" y="33310"/>
                  <a:pt x="48195" y="33285"/>
                </a:cubicBezTo>
                <a:cubicBezTo>
                  <a:pt x="47882" y="33260"/>
                  <a:pt x="47646" y="33218"/>
                  <a:pt x="47486" y="33159"/>
                </a:cubicBezTo>
                <a:cubicBezTo>
                  <a:pt x="47325" y="33099"/>
                  <a:pt x="47207" y="33019"/>
                  <a:pt x="47131" y="32918"/>
                </a:cubicBezTo>
                <a:cubicBezTo>
                  <a:pt x="47055" y="32817"/>
                  <a:pt x="46984" y="32690"/>
                  <a:pt x="46916" y="32538"/>
                </a:cubicBezTo>
                <a:lnTo>
                  <a:pt x="44105" y="24562"/>
                </a:lnTo>
                <a:lnTo>
                  <a:pt x="30482" y="24562"/>
                </a:lnTo>
                <a:lnTo>
                  <a:pt x="27798" y="32437"/>
                </a:lnTo>
                <a:cubicBezTo>
                  <a:pt x="27748" y="32589"/>
                  <a:pt x="27680" y="32720"/>
                  <a:pt x="27596" y="32829"/>
                </a:cubicBezTo>
                <a:cubicBezTo>
                  <a:pt x="27511" y="32939"/>
                  <a:pt x="27389" y="33032"/>
                  <a:pt x="27229" y="33108"/>
                </a:cubicBezTo>
                <a:cubicBezTo>
                  <a:pt x="27068" y="33184"/>
                  <a:pt x="26840" y="33239"/>
                  <a:pt x="26545" y="33272"/>
                </a:cubicBezTo>
                <a:cubicBezTo>
                  <a:pt x="26249" y="33306"/>
                  <a:pt x="25865" y="33323"/>
                  <a:pt x="25393" y="33323"/>
                </a:cubicBezTo>
                <a:cubicBezTo>
                  <a:pt x="24903" y="33323"/>
                  <a:pt x="24502" y="33302"/>
                  <a:pt x="24190" y="33260"/>
                </a:cubicBezTo>
                <a:cubicBezTo>
                  <a:pt x="23878" y="33218"/>
                  <a:pt x="23658" y="33137"/>
                  <a:pt x="23532" y="33019"/>
                </a:cubicBezTo>
                <a:cubicBezTo>
                  <a:pt x="23405" y="32901"/>
                  <a:pt x="23346" y="32728"/>
                  <a:pt x="23354" y="32500"/>
                </a:cubicBezTo>
                <a:cubicBezTo>
                  <a:pt x="23363" y="32272"/>
                  <a:pt x="23435" y="31973"/>
                  <a:pt x="23570" y="31601"/>
                </a:cubicBezTo>
                <a:lnTo>
                  <a:pt x="34559" y="1165"/>
                </a:lnTo>
                <a:cubicBezTo>
                  <a:pt x="34627" y="979"/>
                  <a:pt x="34715" y="827"/>
                  <a:pt x="34825" y="709"/>
                </a:cubicBezTo>
                <a:cubicBezTo>
                  <a:pt x="34935" y="591"/>
                  <a:pt x="35095" y="498"/>
                  <a:pt x="35306" y="430"/>
                </a:cubicBezTo>
                <a:cubicBezTo>
                  <a:pt x="35517" y="363"/>
                  <a:pt x="35787" y="317"/>
                  <a:pt x="36116" y="291"/>
                </a:cubicBezTo>
                <a:cubicBezTo>
                  <a:pt x="36446" y="266"/>
                  <a:pt x="36863" y="253"/>
                  <a:pt x="37370" y="253"/>
                </a:cubicBezTo>
                <a:cubicBezTo>
                  <a:pt x="37910" y="253"/>
                  <a:pt x="38357" y="266"/>
                  <a:pt x="38712" y="291"/>
                </a:cubicBezTo>
                <a:cubicBezTo>
                  <a:pt x="39066" y="317"/>
                  <a:pt x="39353" y="363"/>
                  <a:pt x="39573" y="430"/>
                </a:cubicBezTo>
                <a:cubicBezTo>
                  <a:pt x="39792" y="498"/>
                  <a:pt x="39961" y="595"/>
                  <a:pt x="40079" y="722"/>
                </a:cubicBezTo>
                <a:cubicBezTo>
                  <a:pt x="40197" y="848"/>
                  <a:pt x="40290" y="1004"/>
                  <a:pt x="40358" y="1190"/>
                </a:cubicBezTo>
                <a:lnTo>
                  <a:pt x="51347" y="31627"/>
                </a:lnTo>
                <a:moveTo>
                  <a:pt x="37243" y="4760"/>
                </a:moveTo>
                <a:lnTo>
                  <a:pt x="37218" y="4760"/>
                </a:lnTo>
                <a:lnTo>
                  <a:pt x="31571" y="21093"/>
                </a:lnTo>
                <a:lnTo>
                  <a:pt x="42966" y="21093"/>
                </a:lnTo>
                <a:lnTo>
                  <a:pt x="37243" y="4760"/>
                </a:lnTo>
                <a:close/>
                <a:moveTo>
                  <a:pt x="77528" y="2279"/>
                </a:moveTo>
                <a:cubicBezTo>
                  <a:pt x="77528" y="2600"/>
                  <a:pt x="77511" y="2878"/>
                  <a:pt x="77477" y="3115"/>
                </a:cubicBezTo>
                <a:cubicBezTo>
                  <a:pt x="77444" y="3351"/>
                  <a:pt x="77389" y="3541"/>
                  <a:pt x="77313" y="3684"/>
                </a:cubicBezTo>
                <a:cubicBezTo>
                  <a:pt x="77237" y="3828"/>
                  <a:pt x="77144" y="3933"/>
                  <a:pt x="77034" y="4001"/>
                </a:cubicBezTo>
                <a:cubicBezTo>
                  <a:pt x="76925" y="4068"/>
                  <a:pt x="76802" y="4102"/>
                  <a:pt x="76667" y="4102"/>
                </a:cubicBezTo>
                <a:lnTo>
                  <a:pt x="67450" y="4102"/>
                </a:lnTo>
                <a:lnTo>
                  <a:pt x="67450" y="32513"/>
                </a:lnTo>
                <a:cubicBezTo>
                  <a:pt x="67450" y="32648"/>
                  <a:pt x="67416" y="32766"/>
                  <a:pt x="67349" y="32867"/>
                </a:cubicBezTo>
                <a:cubicBezTo>
                  <a:pt x="67281" y="32969"/>
                  <a:pt x="67163" y="33049"/>
                  <a:pt x="66994" y="33108"/>
                </a:cubicBezTo>
                <a:cubicBezTo>
                  <a:pt x="66826" y="33167"/>
                  <a:pt x="66602" y="33218"/>
                  <a:pt x="66323" y="33260"/>
                </a:cubicBezTo>
                <a:cubicBezTo>
                  <a:pt x="66045" y="33302"/>
                  <a:pt x="65695" y="33323"/>
                  <a:pt x="65273" y="33323"/>
                </a:cubicBezTo>
                <a:cubicBezTo>
                  <a:pt x="64867" y="33323"/>
                  <a:pt x="64521" y="33302"/>
                  <a:pt x="64234" y="33260"/>
                </a:cubicBezTo>
                <a:cubicBezTo>
                  <a:pt x="63947" y="33218"/>
                  <a:pt x="63719" y="33167"/>
                  <a:pt x="63551" y="33108"/>
                </a:cubicBezTo>
                <a:cubicBezTo>
                  <a:pt x="63382" y="33049"/>
                  <a:pt x="63264" y="32969"/>
                  <a:pt x="63196" y="32867"/>
                </a:cubicBezTo>
                <a:cubicBezTo>
                  <a:pt x="63129" y="32766"/>
                  <a:pt x="63095" y="32648"/>
                  <a:pt x="63095" y="32513"/>
                </a:cubicBezTo>
                <a:lnTo>
                  <a:pt x="63095" y="4102"/>
                </a:lnTo>
                <a:lnTo>
                  <a:pt x="53878" y="4102"/>
                </a:lnTo>
                <a:cubicBezTo>
                  <a:pt x="53743" y="4102"/>
                  <a:pt x="53620" y="4068"/>
                  <a:pt x="53511" y="4001"/>
                </a:cubicBezTo>
                <a:cubicBezTo>
                  <a:pt x="53401" y="3933"/>
                  <a:pt x="53312" y="3828"/>
                  <a:pt x="53245" y="3684"/>
                </a:cubicBezTo>
                <a:cubicBezTo>
                  <a:pt x="53177" y="3541"/>
                  <a:pt x="53122" y="3351"/>
                  <a:pt x="53080" y="3115"/>
                </a:cubicBezTo>
                <a:cubicBezTo>
                  <a:pt x="53038" y="2878"/>
                  <a:pt x="53017" y="2600"/>
                  <a:pt x="53017" y="2279"/>
                </a:cubicBezTo>
                <a:cubicBezTo>
                  <a:pt x="53017" y="1958"/>
                  <a:pt x="53038" y="1675"/>
                  <a:pt x="53080" y="1431"/>
                </a:cubicBezTo>
                <a:cubicBezTo>
                  <a:pt x="53122" y="1186"/>
                  <a:pt x="53177" y="988"/>
                  <a:pt x="53245" y="836"/>
                </a:cubicBezTo>
                <a:cubicBezTo>
                  <a:pt x="53312" y="684"/>
                  <a:pt x="53401" y="574"/>
                  <a:pt x="53511" y="506"/>
                </a:cubicBezTo>
                <a:cubicBezTo>
                  <a:pt x="53620" y="439"/>
                  <a:pt x="53743" y="405"/>
                  <a:pt x="53878" y="405"/>
                </a:cubicBezTo>
                <a:lnTo>
                  <a:pt x="76667" y="405"/>
                </a:lnTo>
                <a:cubicBezTo>
                  <a:pt x="76802" y="405"/>
                  <a:pt x="76925" y="439"/>
                  <a:pt x="77034" y="506"/>
                </a:cubicBezTo>
                <a:cubicBezTo>
                  <a:pt x="77144" y="574"/>
                  <a:pt x="77237" y="684"/>
                  <a:pt x="77313" y="836"/>
                </a:cubicBezTo>
                <a:cubicBezTo>
                  <a:pt x="77389" y="988"/>
                  <a:pt x="77444" y="1186"/>
                  <a:pt x="77477" y="1431"/>
                </a:cubicBezTo>
                <a:cubicBezTo>
                  <a:pt x="77511" y="1675"/>
                  <a:pt x="77528" y="1958"/>
                  <a:pt x="77528" y="2279"/>
                </a:cubicBezTo>
                <a:close/>
                <a:moveTo>
                  <a:pt x="103762" y="28512"/>
                </a:moveTo>
                <a:cubicBezTo>
                  <a:pt x="103762" y="28782"/>
                  <a:pt x="103754" y="29018"/>
                  <a:pt x="103737" y="29221"/>
                </a:cubicBezTo>
                <a:cubicBezTo>
                  <a:pt x="103720" y="29424"/>
                  <a:pt x="103690" y="29601"/>
                  <a:pt x="103648" y="29753"/>
                </a:cubicBezTo>
                <a:cubicBezTo>
                  <a:pt x="103606" y="29905"/>
                  <a:pt x="103551" y="30040"/>
                  <a:pt x="103484" y="30158"/>
                </a:cubicBezTo>
                <a:cubicBezTo>
                  <a:pt x="103416" y="30276"/>
                  <a:pt x="103298" y="30420"/>
                  <a:pt x="103129" y="30591"/>
                </a:cubicBezTo>
                <a:cubicBezTo>
                  <a:pt x="102960" y="30761"/>
                  <a:pt x="102606" y="31020"/>
                  <a:pt x="102066" y="31369"/>
                </a:cubicBezTo>
                <a:cubicBezTo>
                  <a:pt x="101525" y="31717"/>
                  <a:pt x="100854" y="32058"/>
                  <a:pt x="100053" y="32389"/>
                </a:cubicBezTo>
                <a:cubicBezTo>
                  <a:pt x="99251" y="32721"/>
                  <a:pt x="98331" y="33002"/>
                  <a:pt x="97293" y="33231"/>
                </a:cubicBezTo>
                <a:cubicBezTo>
                  <a:pt x="96254" y="33461"/>
                  <a:pt x="95119" y="33576"/>
                  <a:pt x="93887" y="33576"/>
                </a:cubicBezTo>
                <a:cubicBezTo>
                  <a:pt x="91760" y="33576"/>
                  <a:pt x="89840" y="33222"/>
                  <a:pt x="88126" y="32513"/>
                </a:cubicBezTo>
                <a:cubicBezTo>
                  <a:pt x="86413" y="31804"/>
                  <a:pt x="84953" y="30757"/>
                  <a:pt x="83746" y="29373"/>
                </a:cubicBezTo>
                <a:cubicBezTo>
                  <a:pt x="82539" y="27989"/>
                  <a:pt x="81610" y="26280"/>
                  <a:pt x="80960" y="24245"/>
                </a:cubicBezTo>
                <a:cubicBezTo>
                  <a:pt x="80310" y="22211"/>
                  <a:pt x="79985" y="19869"/>
                  <a:pt x="79985" y="17219"/>
                </a:cubicBezTo>
                <a:cubicBezTo>
                  <a:pt x="79985" y="14501"/>
                  <a:pt x="80336" y="12078"/>
                  <a:pt x="81036" y="9951"/>
                </a:cubicBezTo>
                <a:cubicBezTo>
                  <a:pt x="81737" y="7824"/>
                  <a:pt x="82720" y="6022"/>
                  <a:pt x="83986" y="4545"/>
                </a:cubicBezTo>
                <a:cubicBezTo>
                  <a:pt x="85252" y="3068"/>
                  <a:pt x="86767" y="1941"/>
                  <a:pt x="88531" y="1165"/>
                </a:cubicBezTo>
                <a:cubicBezTo>
                  <a:pt x="90295" y="388"/>
                  <a:pt x="92249" y="0"/>
                  <a:pt x="94393" y="0"/>
                </a:cubicBezTo>
                <a:cubicBezTo>
                  <a:pt x="95339" y="0"/>
                  <a:pt x="96259" y="89"/>
                  <a:pt x="97153" y="268"/>
                </a:cubicBezTo>
                <a:cubicBezTo>
                  <a:pt x="98048" y="447"/>
                  <a:pt x="98875" y="673"/>
                  <a:pt x="99635" y="945"/>
                </a:cubicBezTo>
                <a:cubicBezTo>
                  <a:pt x="100394" y="1217"/>
                  <a:pt x="101070" y="1532"/>
                  <a:pt x="101661" y="1890"/>
                </a:cubicBezTo>
                <a:cubicBezTo>
                  <a:pt x="102251" y="2247"/>
                  <a:pt x="102661" y="2540"/>
                  <a:pt x="102889" y="2770"/>
                </a:cubicBezTo>
                <a:cubicBezTo>
                  <a:pt x="103117" y="3000"/>
                  <a:pt x="103264" y="3174"/>
                  <a:pt x="103332" y="3292"/>
                </a:cubicBezTo>
                <a:cubicBezTo>
                  <a:pt x="103399" y="3410"/>
                  <a:pt x="103454" y="3549"/>
                  <a:pt x="103496" y="3710"/>
                </a:cubicBezTo>
                <a:cubicBezTo>
                  <a:pt x="103539" y="3870"/>
                  <a:pt x="103572" y="4060"/>
                  <a:pt x="103598" y="4279"/>
                </a:cubicBezTo>
                <a:cubicBezTo>
                  <a:pt x="103623" y="4499"/>
                  <a:pt x="103636" y="4760"/>
                  <a:pt x="103636" y="5064"/>
                </a:cubicBezTo>
                <a:cubicBezTo>
                  <a:pt x="103636" y="5402"/>
                  <a:pt x="103619" y="5689"/>
                  <a:pt x="103585" y="5925"/>
                </a:cubicBezTo>
                <a:cubicBezTo>
                  <a:pt x="103551" y="6162"/>
                  <a:pt x="103501" y="6360"/>
                  <a:pt x="103433" y="6520"/>
                </a:cubicBezTo>
                <a:cubicBezTo>
                  <a:pt x="103365" y="6681"/>
                  <a:pt x="103285" y="6799"/>
                  <a:pt x="103192" y="6875"/>
                </a:cubicBezTo>
                <a:cubicBezTo>
                  <a:pt x="103100" y="6951"/>
                  <a:pt x="102986" y="6989"/>
                  <a:pt x="102851" y="6989"/>
                </a:cubicBezTo>
                <a:cubicBezTo>
                  <a:pt x="102614" y="6989"/>
                  <a:pt x="102285" y="6823"/>
                  <a:pt x="101863" y="6491"/>
                </a:cubicBezTo>
                <a:cubicBezTo>
                  <a:pt x="101441" y="6159"/>
                  <a:pt x="100897" y="5793"/>
                  <a:pt x="100230" y="5393"/>
                </a:cubicBezTo>
                <a:cubicBezTo>
                  <a:pt x="99563" y="4994"/>
                  <a:pt x="98753" y="4628"/>
                  <a:pt x="97799" y="4296"/>
                </a:cubicBezTo>
                <a:cubicBezTo>
                  <a:pt x="96845" y="3964"/>
                  <a:pt x="95702" y="3798"/>
                  <a:pt x="94368" y="3798"/>
                </a:cubicBezTo>
                <a:cubicBezTo>
                  <a:pt x="92916" y="3798"/>
                  <a:pt x="91595" y="4089"/>
                  <a:pt x="90405" y="4672"/>
                </a:cubicBezTo>
                <a:cubicBezTo>
                  <a:pt x="89215" y="5254"/>
                  <a:pt x="88198" y="6111"/>
                  <a:pt x="87354" y="7242"/>
                </a:cubicBezTo>
                <a:cubicBezTo>
                  <a:pt x="86510" y="8373"/>
                  <a:pt x="85856" y="9753"/>
                  <a:pt x="85391" y="11382"/>
                </a:cubicBezTo>
                <a:cubicBezTo>
                  <a:pt x="84927" y="13011"/>
                  <a:pt x="84695" y="14872"/>
                  <a:pt x="84695" y="16965"/>
                </a:cubicBezTo>
                <a:cubicBezTo>
                  <a:pt x="84695" y="19042"/>
                  <a:pt x="84919" y="20878"/>
                  <a:pt x="85366" y="22473"/>
                </a:cubicBezTo>
                <a:cubicBezTo>
                  <a:pt x="85813" y="24068"/>
                  <a:pt x="86455" y="25402"/>
                  <a:pt x="87291" y="26474"/>
                </a:cubicBezTo>
                <a:cubicBezTo>
                  <a:pt x="88126" y="27546"/>
                  <a:pt x="89152" y="28356"/>
                  <a:pt x="90367" y="28905"/>
                </a:cubicBezTo>
                <a:cubicBezTo>
                  <a:pt x="91583" y="29453"/>
                  <a:pt x="92958" y="29727"/>
                  <a:pt x="94495" y="29727"/>
                </a:cubicBezTo>
                <a:cubicBezTo>
                  <a:pt x="95794" y="29727"/>
                  <a:pt x="96930" y="29566"/>
                  <a:pt x="97900" y="29242"/>
                </a:cubicBezTo>
                <a:cubicBezTo>
                  <a:pt x="98871" y="28919"/>
                  <a:pt x="99698" y="28557"/>
                  <a:pt x="100382" y="28158"/>
                </a:cubicBezTo>
                <a:cubicBezTo>
                  <a:pt x="101065" y="27758"/>
                  <a:pt x="101627" y="27396"/>
                  <a:pt x="102066" y="27073"/>
                </a:cubicBezTo>
                <a:cubicBezTo>
                  <a:pt x="102505" y="26749"/>
                  <a:pt x="102851" y="26588"/>
                  <a:pt x="103104" y="26588"/>
                </a:cubicBezTo>
                <a:cubicBezTo>
                  <a:pt x="103222" y="26588"/>
                  <a:pt x="103323" y="26613"/>
                  <a:pt x="103408" y="26664"/>
                </a:cubicBezTo>
                <a:cubicBezTo>
                  <a:pt x="103492" y="26714"/>
                  <a:pt x="103560" y="26811"/>
                  <a:pt x="103610" y="26955"/>
                </a:cubicBezTo>
                <a:cubicBezTo>
                  <a:pt x="103661" y="27098"/>
                  <a:pt x="103699" y="27297"/>
                  <a:pt x="103724" y="27550"/>
                </a:cubicBezTo>
                <a:cubicBezTo>
                  <a:pt x="103750" y="27803"/>
                  <a:pt x="103762" y="28124"/>
                  <a:pt x="103762" y="28512"/>
                </a:cubicBezTo>
                <a:close/>
                <a:moveTo>
                  <a:pt x="133436" y="32513"/>
                </a:moveTo>
                <a:cubicBezTo>
                  <a:pt x="133436" y="32648"/>
                  <a:pt x="133402" y="32766"/>
                  <a:pt x="133335" y="32867"/>
                </a:cubicBezTo>
                <a:cubicBezTo>
                  <a:pt x="133267" y="32969"/>
                  <a:pt x="133149" y="33049"/>
                  <a:pt x="132980" y="33108"/>
                </a:cubicBezTo>
                <a:cubicBezTo>
                  <a:pt x="132811" y="33167"/>
                  <a:pt x="132588" y="33218"/>
                  <a:pt x="132309" y="33260"/>
                </a:cubicBezTo>
                <a:cubicBezTo>
                  <a:pt x="132030" y="33302"/>
                  <a:pt x="131689" y="33323"/>
                  <a:pt x="131283" y="33323"/>
                </a:cubicBezTo>
                <a:cubicBezTo>
                  <a:pt x="130845" y="33323"/>
                  <a:pt x="130490" y="33302"/>
                  <a:pt x="130220" y="33260"/>
                </a:cubicBezTo>
                <a:cubicBezTo>
                  <a:pt x="129950" y="33218"/>
                  <a:pt x="129730" y="33167"/>
                  <a:pt x="129562" y="33108"/>
                </a:cubicBezTo>
                <a:cubicBezTo>
                  <a:pt x="129393" y="33049"/>
                  <a:pt x="129275" y="32969"/>
                  <a:pt x="129207" y="32867"/>
                </a:cubicBezTo>
                <a:cubicBezTo>
                  <a:pt x="129140" y="32766"/>
                  <a:pt x="129106" y="32648"/>
                  <a:pt x="129106" y="32513"/>
                </a:cubicBezTo>
                <a:lnTo>
                  <a:pt x="129106" y="17978"/>
                </a:lnTo>
                <a:lnTo>
                  <a:pt x="114191" y="17978"/>
                </a:lnTo>
                <a:lnTo>
                  <a:pt x="114191" y="32513"/>
                </a:lnTo>
                <a:cubicBezTo>
                  <a:pt x="114191" y="32648"/>
                  <a:pt x="114158" y="32766"/>
                  <a:pt x="114090" y="32867"/>
                </a:cubicBezTo>
                <a:cubicBezTo>
                  <a:pt x="114023" y="32969"/>
                  <a:pt x="113904" y="33049"/>
                  <a:pt x="113736" y="33108"/>
                </a:cubicBezTo>
                <a:cubicBezTo>
                  <a:pt x="113567" y="33167"/>
                  <a:pt x="113343" y="33218"/>
                  <a:pt x="113065" y="33260"/>
                </a:cubicBezTo>
                <a:cubicBezTo>
                  <a:pt x="112786" y="33302"/>
                  <a:pt x="112436" y="33323"/>
                  <a:pt x="112014" y="33323"/>
                </a:cubicBezTo>
                <a:cubicBezTo>
                  <a:pt x="111609" y="33323"/>
                  <a:pt x="111263" y="33302"/>
                  <a:pt x="110976" y="33260"/>
                </a:cubicBezTo>
                <a:cubicBezTo>
                  <a:pt x="110689" y="33218"/>
                  <a:pt x="110461" y="33167"/>
                  <a:pt x="110292" y="33108"/>
                </a:cubicBezTo>
                <a:cubicBezTo>
                  <a:pt x="110123" y="33049"/>
                  <a:pt x="110005" y="32969"/>
                  <a:pt x="109937" y="32867"/>
                </a:cubicBezTo>
                <a:cubicBezTo>
                  <a:pt x="109870" y="32766"/>
                  <a:pt x="109836" y="32648"/>
                  <a:pt x="109836" y="32513"/>
                </a:cubicBezTo>
                <a:lnTo>
                  <a:pt x="109836" y="1064"/>
                </a:lnTo>
                <a:cubicBezTo>
                  <a:pt x="109836" y="928"/>
                  <a:pt x="109870" y="810"/>
                  <a:pt x="109937" y="709"/>
                </a:cubicBezTo>
                <a:cubicBezTo>
                  <a:pt x="110005" y="608"/>
                  <a:pt x="110123" y="528"/>
                  <a:pt x="110292" y="468"/>
                </a:cubicBezTo>
                <a:cubicBezTo>
                  <a:pt x="110461" y="409"/>
                  <a:pt x="110689" y="359"/>
                  <a:pt x="110976" y="317"/>
                </a:cubicBezTo>
                <a:cubicBezTo>
                  <a:pt x="111263" y="274"/>
                  <a:pt x="111609" y="253"/>
                  <a:pt x="112014" y="253"/>
                </a:cubicBezTo>
                <a:cubicBezTo>
                  <a:pt x="112436" y="253"/>
                  <a:pt x="112786" y="274"/>
                  <a:pt x="113065" y="317"/>
                </a:cubicBezTo>
                <a:cubicBezTo>
                  <a:pt x="113343" y="359"/>
                  <a:pt x="113567" y="409"/>
                  <a:pt x="113736" y="468"/>
                </a:cubicBezTo>
                <a:cubicBezTo>
                  <a:pt x="113904" y="528"/>
                  <a:pt x="114023" y="608"/>
                  <a:pt x="114090" y="709"/>
                </a:cubicBezTo>
                <a:cubicBezTo>
                  <a:pt x="114158" y="810"/>
                  <a:pt x="114191" y="928"/>
                  <a:pt x="114191" y="1064"/>
                </a:cubicBezTo>
                <a:lnTo>
                  <a:pt x="114191" y="14180"/>
                </a:lnTo>
                <a:lnTo>
                  <a:pt x="129106" y="14180"/>
                </a:lnTo>
                <a:lnTo>
                  <a:pt x="129106" y="1064"/>
                </a:lnTo>
                <a:cubicBezTo>
                  <a:pt x="129106" y="928"/>
                  <a:pt x="129140" y="810"/>
                  <a:pt x="129207" y="709"/>
                </a:cubicBezTo>
                <a:cubicBezTo>
                  <a:pt x="129275" y="608"/>
                  <a:pt x="129393" y="528"/>
                  <a:pt x="129562" y="468"/>
                </a:cubicBezTo>
                <a:cubicBezTo>
                  <a:pt x="129730" y="409"/>
                  <a:pt x="129950" y="359"/>
                  <a:pt x="130220" y="317"/>
                </a:cubicBezTo>
                <a:cubicBezTo>
                  <a:pt x="130490" y="274"/>
                  <a:pt x="130845" y="253"/>
                  <a:pt x="131283" y="253"/>
                </a:cubicBezTo>
                <a:cubicBezTo>
                  <a:pt x="131689" y="253"/>
                  <a:pt x="132030" y="274"/>
                  <a:pt x="132309" y="317"/>
                </a:cubicBezTo>
                <a:cubicBezTo>
                  <a:pt x="132588" y="359"/>
                  <a:pt x="132811" y="409"/>
                  <a:pt x="132980" y="468"/>
                </a:cubicBezTo>
                <a:cubicBezTo>
                  <a:pt x="133149" y="528"/>
                  <a:pt x="133267" y="608"/>
                  <a:pt x="133335" y="709"/>
                </a:cubicBezTo>
                <a:cubicBezTo>
                  <a:pt x="133402" y="810"/>
                  <a:pt x="133436" y="928"/>
                  <a:pt x="133436" y="1064"/>
                </a:cubicBezTo>
                <a:lnTo>
                  <a:pt x="133436" y="32513"/>
                </a:lnTo>
                <a:close/>
                <a:moveTo>
                  <a:pt x="163562" y="40730"/>
                </a:moveTo>
                <a:cubicBezTo>
                  <a:pt x="163562" y="41325"/>
                  <a:pt x="163495" y="41758"/>
                  <a:pt x="163360" y="42031"/>
                </a:cubicBezTo>
                <a:cubicBezTo>
                  <a:pt x="163225" y="42303"/>
                  <a:pt x="163014" y="42439"/>
                  <a:pt x="162727" y="42439"/>
                </a:cubicBezTo>
                <a:lnTo>
                  <a:pt x="138342" y="42439"/>
                </a:lnTo>
                <a:cubicBezTo>
                  <a:pt x="138055" y="42439"/>
                  <a:pt x="137836" y="42311"/>
                  <a:pt x="137684" y="42056"/>
                </a:cubicBezTo>
                <a:cubicBezTo>
                  <a:pt x="137532" y="41801"/>
                  <a:pt x="137456" y="41376"/>
                  <a:pt x="137456" y="40780"/>
                </a:cubicBezTo>
                <a:cubicBezTo>
                  <a:pt x="137456" y="40202"/>
                  <a:pt x="137532" y="39769"/>
                  <a:pt x="137684" y="39479"/>
                </a:cubicBezTo>
                <a:cubicBezTo>
                  <a:pt x="137836" y="39190"/>
                  <a:pt x="138055" y="39046"/>
                  <a:pt x="138342" y="39046"/>
                </a:cubicBezTo>
                <a:lnTo>
                  <a:pt x="162727" y="39046"/>
                </a:lnTo>
                <a:cubicBezTo>
                  <a:pt x="162997" y="39046"/>
                  <a:pt x="163204" y="39182"/>
                  <a:pt x="163347" y="39454"/>
                </a:cubicBezTo>
                <a:cubicBezTo>
                  <a:pt x="163491" y="39726"/>
                  <a:pt x="163562" y="40151"/>
                  <a:pt x="163562" y="40730"/>
                </a:cubicBezTo>
                <a:close/>
                <a:moveTo>
                  <a:pt x="186704" y="22663"/>
                </a:moveTo>
                <a:cubicBezTo>
                  <a:pt x="186704" y="24418"/>
                  <a:pt x="186408" y="25980"/>
                  <a:pt x="185818" y="27347"/>
                </a:cubicBezTo>
                <a:cubicBezTo>
                  <a:pt x="185227" y="28715"/>
                  <a:pt x="184391" y="29867"/>
                  <a:pt x="183311" y="30804"/>
                </a:cubicBezTo>
                <a:cubicBezTo>
                  <a:pt x="182230" y="31741"/>
                  <a:pt x="180943" y="32454"/>
                  <a:pt x="179449" y="32943"/>
                </a:cubicBezTo>
                <a:cubicBezTo>
                  <a:pt x="177955" y="33433"/>
                  <a:pt x="176297" y="33678"/>
                  <a:pt x="174473" y="33678"/>
                </a:cubicBezTo>
                <a:cubicBezTo>
                  <a:pt x="173461" y="33678"/>
                  <a:pt x="172498" y="33606"/>
                  <a:pt x="171587" y="33462"/>
                </a:cubicBezTo>
                <a:cubicBezTo>
                  <a:pt x="170675" y="33319"/>
                  <a:pt x="169865" y="33142"/>
                  <a:pt x="169156" y="32931"/>
                </a:cubicBezTo>
                <a:cubicBezTo>
                  <a:pt x="168447" y="32720"/>
                  <a:pt x="167865" y="32513"/>
                  <a:pt x="167409" y="32310"/>
                </a:cubicBezTo>
                <a:cubicBezTo>
                  <a:pt x="166953" y="32108"/>
                  <a:pt x="166662" y="31947"/>
                  <a:pt x="166535" y="31829"/>
                </a:cubicBezTo>
                <a:cubicBezTo>
                  <a:pt x="166409" y="31711"/>
                  <a:pt x="166320" y="31601"/>
                  <a:pt x="166269" y="31500"/>
                </a:cubicBezTo>
                <a:cubicBezTo>
                  <a:pt x="166219" y="31399"/>
                  <a:pt x="166172" y="31276"/>
                  <a:pt x="166130" y="31133"/>
                </a:cubicBezTo>
                <a:cubicBezTo>
                  <a:pt x="166088" y="30989"/>
                  <a:pt x="166058" y="30808"/>
                  <a:pt x="166041" y="30588"/>
                </a:cubicBezTo>
                <a:cubicBezTo>
                  <a:pt x="166025" y="30369"/>
                  <a:pt x="166016" y="30107"/>
                  <a:pt x="166016" y="29803"/>
                </a:cubicBezTo>
                <a:cubicBezTo>
                  <a:pt x="166016" y="29516"/>
                  <a:pt x="166029" y="29259"/>
                  <a:pt x="166054" y="29031"/>
                </a:cubicBezTo>
                <a:cubicBezTo>
                  <a:pt x="166079" y="28803"/>
                  <a:pt x="166126" y="28618"/>
                  <a:pt x="166193" y="28474"/>
                </a:cubicBezTo>
                <a:cubicBezTo>
                  <a:pt x="166261" y="28331"/>
                  <a:pt x="166341" y="28225"/>
                  <a:pt x="166434" y="28158"/>
                </a:cubicBezTo>
                <a:cubicBezTo>
                  <a:pt x="166527" y="28090"/>
                  <a:pt x="166632" y="28056"/>
                  <a:pt x="166750" y="28056"/>
                </a:cubicBezTo>
                <a:cubicBezTo>
                  <a:pt x="166919" y="28056"/>
                  <a:pt x="167181" y="28162"/>
                  <a:pt x="167535" y="28373"/>
                </a:cubicBezTo>
                <a:cubicBezTo>
                  <a:pt x="167890" y="28584"/>
                  <a:pt x="168367" y="28812"/>
                  <a:pt x="168966" y="29056"/>
                </a:cubicBezTo>
                <a:cubicBezTo>
                  <a:pt x="169565" y="29301"/>
                  <a:pt x="170308" y="29533"/>
                  <a:pt x="171194" y="29753"/>
                </a:cubicBezTo>
                <a:cubicBezTo>
                  <a:pt x="172081" y="29972"/>
                  <a:pt x="173131" y="30082"/>
                  <a:pt x="174347" y="30082"/>
                </a:cubicBezTo>
                <a:cubicBezTo>
                  <a:pt x="175478" y="30082"/>
                  <a:pt x="176516" y="29947"/>
                  <a:pt x="177461" y="29677"/>
                </a:cubicBezTo>
                <a:cubicBezTo>
                  <a:pt x="178407" y="29407"/>
                  <a:pt x="179221" y="28985"/>
                  <a:pt x="179905" y="28411"/>
                </a:cubicBezTo>
                <a:cubicBezTo>
                  <a:pt x="180589" y="27837"/>
                  <a:pt x="181125" y="27115"/>
                  <a:pt x="181513" y="26246"/>
                </a:cubicBezTo>
                <a:cubicBezTo>
                  <a:pt x="181901" y="25376"/>
                  <a:pt x="182095" y="24317"/>
                  <a:pt x="182095" y="23068"/>
                </a:cubicBezTo>
                <a:cubicBezTo>
                  <a:pt x="182095" y="22021"/>
                  <a:pt x="181931" y="21097"/>
                  <a:pt x="181601" y="20295"/>
                </a:cubicBezTo>
                <a:cubicBezTo>
                  <a:pt x="181272" y="19493"/>
                  <a:pt x="180766" y="18827"/>
                  <a:pt x="180082" y="18295"/>
                </a:cubicBezTo>
                <a:cubicBezTo>
                  <a:pt x="179399" y="17763"/>
                  <a:pt x="178533" y="17366"/>
                  <a:pt x="177487" y="17105"/>
                </a:cubicBezTo>
                <a:cubicBezTo>
                  <a:pt x="176440" y="16843"/>
                  <a:pt x="175191" y="16712"/>
                  <a:pt x="173739" y="16712"/>
                </a:cubicBezTo>
                <a:cubicBezTo>
                  <a:pt x="172709" y="16712"/>
                  <a:pt x="171823" y="16763"/>
                  <a:pt x="171080" y="16864"/>
                </a:cubicBezTo>
                <a:cubicBezTo>
                  <a:pt x="170338" y="16965"/>
                  <a:pt x="169646" y="17016"/>
                  <a:pt x="169004" y="17016"/>
                </a:cubicBezTo>
                <a:cubicBezTo>
                  <a:pt x="168531" y="17016"/>
                  <a:pt x="168194" y="16906"/>
                  <a:pt x="167991" y="16687"/>
                </a:cubicBezTo>
                <a:cubicBezTo>
                  <a:pt x="167789" y="16467"/>
                  <a:pt x="167687" y="16044"/>
                  <a:pt x="167687" y="15418"/>
                </a:cubicBezTo>
                <a:lnTo>
                  <a:pt x="167687" y="2053"/>
                </a:lnTo>
                <a:cubicBezTo>
                  <a:pt x="167687" y="1496"/>
                  <a:pt x="167818" y="1082"/>
                  <a:pt x="168080" y="811"/>
                </a:cubicBezTo>
                <a:cubicBezTo>
                  <a:pt x="168341" y="540"/>
                  <a:pt x="168717" y="405"/>
                  <a:pt x="169207" y="405"/>
                </a:cubicBezTo>
                <a:lnTo>
                  <a:pt x="183716" y="405"/>
                </a:lnTo>
                <a:cubicBezTo>
                  <a:pt x="183851" y="405"/>
                  <a:pt x="183982" y="443"/>
                  <a:pt x="184108" y="519"/>
                </a:cubicBezTo>
                <a:cubicBezTo>
                  <a:pt x="184235" y="595"/>
                  <a:pt x="184340" y="709"/>
                  <a:pt x="184425" y="861"/>
                </a:cubicBezTo>
                <a:cubicBezTo>
                  <a:pt x="184509" y="1013"/>
                  <a:pt x="184573" y="1207"/>
                  <a:pt x="184615" y="1443"/>
                </a:cubicBezTo>
                <a:cubicBezTo>
                  <a:pt x="184657" y="1680"/>
                  <a:pt x="184678" y="1958"/>
                  <a:pt x="184678" y="2279"/>
                </a:cubicBezTo>
                <a:cubicBezTo>
                  <a:pt x="184678" y="2887"/>
                  <a:pt x="184594" y="3359"/>
                  <a:pt x="184425" y="3697"/>
                </a:cubicBezTo>
                <a:cubicBezTo>
                  <a:pt x="184256" y="4035"/>
                  <a:pt x="184020" y="4203"/>
                  <a:pt x="183716" y="4203"/>
                </a:cubicBezTo>
                <a:lnTo>
                  <a:pt x="171486" y="4203"/>
                </a:lnTo>
                <a:lnTo>
                  <a:pt x="171486" y="13420"/>
                </a:lnTo>
                <a:cubicBezTo>
                  <a:pt x="172076" y="13336"/>
                  <a:pt x="172680" y="13285"/>
                  <a:pt x="173296" y="13268"/>
                </a:cubicBezTo>
                <a:cubicBezTo>
                  <a:pt x="173912" y="13252"/>
                  <a:pt x="174625" y="13243"/>
                  <a:pt x="175436" y="13243"/>
                </a:cubicBezTo>
                <a:cubicBezTo>
                  <a:pt x="177309" y="13243"/>
                  <a:pt x="178947" y="13467"/>
                  <a:pt x="180348" y="13914"/>
                </a:cubicBezTo>
                <a:cubicBezTo>
                  <a:pt x="181749" y="14362"/>
                  <a:pt x="182918" y="14995"/>
                  <a:pt x="183855" y="15813"/>
                </a:cubicBezTo>
                <a:cubicBezTo>
                  <a:pt x="184792" y="16632"/>
                  <a:pt x="185501" y="17624"/>
                  <a:pt x="185982" y="18789"/>
                </a:cubicBezTo>
                <a:cubicBezTo>
                  <a:pt x="186463" y="19953"/>
                  <a:pt x="186704" y="21245"/>
                  <a:pt x="186704" y="226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44CD4-DD5F-407E-8472-D0E29EDC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92" y="8853022"/>
            <a:ext cx="367504" cy="77788"/>
          </a:xfrm>
          <a:custGeom xmlns:a="http://schemas.openxmlformats.org/drawingml/2006/main">
            <a:pathLst>
              <a:path w="367504" h="77788">
                <a:moveTo>
                  <a:pt x="0" y="12965"/>
                </a:moveTo>
                <a:cubicBezTo>
                  <a:pt x="0" y="5791"/>
                  <a:pt x="5791" y="0"/>
                  <a:pt x="12965" y="0"/>
                </a:cubicBezTo>
                <a:lnTo>
                  <a:pt x="354539" y="0"/>
                </a:lnTo>
                <a:cubicBezTo>
                  <a:pt x="361713" y="0"/>
                  <a:pt x="367504" y="5791"/>
                  <a:pt x="367504" y="12965"/>
                </a:cubicBezTo>
                <a:lnTo>
                  <a:pt x="367504" y="64823"/>
                </a:lnTo>
                <a:cubicBezTo>
                  <a:pt x="367504" y="71997"/>
                  <a:pt x="361713" y="77788"/>
                  <a:pt x="354539" y="77788"/>
                </a:cubicBezTo>
                <a:lnTo>
                  <a:pt x="12965" y="77788"/>
                </a:lnTo>
                <a:cubicBezTo>
                  <a:pt x="5791" y="77788"/>
                  <a:pt x="0" y="71997"/>
                  <a:pt x="0" y="64823"/>
                </a:cubicBezTo>
                <a:lnTo>
                  <a:pt x="0" y="12965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Text PATCH_6">
            <a:extLst xmlns:a="http://schemas.openxmlformats.org/drawingml/2006/main">
              <a:ext uri="{FF2B5EF4-FFF2-40B4-BE49-F238E27FC236}">
                <a16:creationId xmlns:a16="http://schemas.microsoft.com/office/drawing/2014/main" id="{CDC229C3-0617-4629-B573-CEA68E35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65" y="8877018"/>
            <a:ext cx="187691" cy="42490"/>
          </a:xfrm>
          <a:custGeom xmlns:a="http://schemas.openxmlformats.org/drawingml/2006/main">
            <a:pathLst>
              <a:path w="187691" h="42490">
                <a:moveTo>
                  <a:pt x="20131" y="10053"/>
                </a:moveTo>
                <a:cubicBezTo>
                  <a:pt x="20131" y="11690"/>
                  <a:pt x="19861" y="13167"/>
                  <a:pt x="19320" y="14484"/>
                </a:cubicBezTo>
                <a:cubicBezTo>
                  <a:pt x="18780" y="15801"/>
                  <a:pt x="18008" y="16923"/>
                  <a:pt x="17003" y="17852"/>
                </a:cubicBezTo>
                <a:cubicBezTo>
                  <a:pt x="15999" y="18780"/>
                  <a:pt x="14767" y="19498"/>
                  <a:pt x="13306" y="20004"/>
                </a:cubicBezTo>
                <a:cubicBezTo>
                  <a:pt x="11846" y="20510"/>
                  <a:pt x="10103" y="20764"/>
                  <a:pt x="8078" y="20764"/>
                </a:cubicBezTo>
                <a:lnTo>
                  <a:pt x="4355" y="20764"/>
                </a:lnTo>
                <a:lnTo>
                  <a:pt x="4355" y="32563"/>
                </a:lnTo>
                <a:cubicBezTo>
                  <a:pt x="4355" y="32699"/>
                  <a:pt x="4317" y="32817"/>
                  <a:pt x="4241" y="32918"/>
                </a:cubicBezTo>
                <a:cubicBezTo>
                  <a:pt x="4165" y="33019"/>
                  <a:pt x="4047" y="33099"/>
                  <a:pt x="3887" y="33159"/>
                </a:cubicBezTo>
                <a:cubicBezTo>
                  <a:pt x="3726" y="33218"/>
                  <a:pt x="3507" y="33268"/>
                  <a:pt x="3228" y="33310"/>
                </a:cubicBezTo>
                <a:cubicBezTo>
                  <a:pt x="2950" y="33353"/>
                  <a:pt x="2600" y="33374"/>
                  <a:pt x="2178" y="33374"/>
                </a:cubicBezTo>
                <a:cubicBezTo>
                  <a:pt x="1756" y="33374"/>
                  <a:pt x="1405" y="33353"/>
                  <a:pt x="1127" y="33310"/>
                </a:cubicBezTo>
                <a:cubicBezTo>
                  <a:pt x="848" y="33268"/>
                  <a:pt x="625" y="33218"/>
                  <a:pt x="456" y="33159"/>
                </a:cubicBezTo>
                <a:cubicBezTo>
                  <a:pt x="287" y="33099"/>
                  <a:pt x="169" y="33019"/>
                  <a:pt x="101" y="32918"/>
                </a:cubicBezTo>
                <a:cubicBezTo>
                  <a:pt x="34" y="32817"/>
                  <a:pt x="0" y="32699"/>
                  <a:pt x="0" y="32563"/>
                </a:cubicBezTo>
                <a:lnTo>
                  <a:pt x="0" y="2330"/>
                </a:lnTo>
                <a:cubicBezTo>
                  <a:pt x="0" y="1654"/>
                  <a:pt x="177" y="1173"/>
                  <a:pt x="532" y="886"/>
                </a:cubicBezTo>
                <a:cubicBezTo>
                  <a:pt x="886" y="599"/>
                  <a:pt x="1283" y="456"/>
                  <a:pt x="1722" y="456"/>
                </a:cubicBezTo>
                <a:lnTo>
                  <a:pt x="8736" y="456"/>
                </a:lnTo>
                <a:cubicBezTo>
                  <a:pt x="9445" y="456"/>
                  <a:pt x="10124" y="485"/>
                  <a:pt x="10774" y="544"/>
                </a:cubicBezTo>
                <a:cubicBezTo>
                  <a:pt x="11424" y="603"/>
                  <a:pt x="12192" y="730"/>
                  <a:pt x="13079" y="924"/>
                </a:cubicBezTo>
                <a:cubicBezTo>
                  <a:pt x="13965" y="1118"/>
                  <a:pt x="14868" y="1481"/>
                  <a:pt x="15788" y="2013"/>
                </a:cubicBezTo>
                <a:cubicBezTo>
                  <a:pt x="16708" y="2545"/>
                  <a:pt x="17489" y="3199"/>
                  <a:pt x="18130" y="3975"/>
                </a:cubicBezTo>
                <a:cubicBezTo>
                  <a:pt x="18772" y="4752"/>
                  <a:pt x="19265" y="5651"/>
                  <a:pt x="19612" y="6672"/>
                </a:cubicBezTo>
                <a:cubicBezTo>
                  <a:pt x="19958" y="7694"/>
                  <a:pt x="20131" y="8820"/>
                  <a:pt x="20131" y="10053"/>
                </a:cubicBezTo>
                <a:moveTo>
                  <a:pt x="15547" y="10407"/>
                </a:moveTo>
                <a:cubicBezTo>
                  <a:pt x="15547" y="9074"/>
                  <a:pt x="15298" y="7959"/>
                  <a:pt x="14800" y="7065"/>
                </a:cubicBezTo>
                <a:cubicBezTo>
                  <a:pt x="14302" y="6170"/>
                  <a:pt x="13686" y="5503"/>
                  <a:pt x="12952" y="5064"/>
                </a:cubicBezTo>
                <a:cubicBezTo>
                  <a:pt x="12218" y="4625"/>
                  <a:pt x="11458" y="4347"/>
                  <a:pt x="10673" y="4229"/>
                </a:cubicBezTo>
                <a:cubicBezTo>
                  <a:pt x="9888" y="4111"/>
                  <a:pt x="9124" y="4051"/>
                  <a:pt x="8381" y="4051"/>
                </a:cubicBezTo>
                <a:lnTo>
                  <a:pt x="4355" y="4051"/>
                </a:lnTo>
                <a:lnTo>
                  <a:pt x="4355" y="17193"/>
                </a:lnTo>
                <a:lnTo>
                  <a:pt x="8280" y="17193"/>
                </a:lnTo>
                <a:cubicBezTo>
                  <a:pt x="9597" y="17193"/>
                  <a:pt x="10690" y="17025"/>
                  <a:pt x="11559" y="16687"/>
                </a:cubicBezTo>
                <a:cubicBezTo>
                  <a:pt x="12429" y="16349"/>
                  <a:pt x="13159" y="15881"/>
                  <a:pt x="13750" y="15282"/>
                </a:cubicBezTo>
                <a:cubicBezTo>
                  <a:pt x="14340" y="14682"/>
                  <a:pt x="14788" y="13965"/>
                  <a:pt x="15092" y="13129"/>
                </a:cubicBezTo>
                <a:cubicBezTo>
                  <a:pt x="15395" y="12294"/>
                  <a:pt x="15547" y="11386"/>
                  <a:pt x="15547" y="10407"/>
                </a:cubicBezTo>
                <a:close/>
                <a:moveTo>
                  <a:pt x="51347" y="31677"/>
                </a:moveTo>
                <a:cubicBezTo>
                  <a:pt x="51482" y="32049"/>
                  <a:pt x="51554" y="32348"/>
                  <a:pt x="51563" y="32576"/>
                </a:cubicBezTo>
                <a:cubicBezTo>
                  <a:pt x="51571" y="32804"/>
                  <a:pt x="51508" y="32977"/>
                  <a:pt x="51373" y="33095"/>
                </a:cubicBezTo>
                <a:cubicBezTo>
                  <a:pt x="51238" y="33213"/>
                  <a:pt x="51014" y="33289"/>
                  <a:pt x="50702" y="33323"/>
                </a:cubicBezTo>
                <a:cubicBezTo>
                  <a:pt x="50389" y="33357"/>
                  <a:pt x="49972" y="33374"/>
                  <a:pt x="49448" y="33374"/>
                </a:cubicBezTo>
                <a:cubicBezTo>
                  <a:pt x="48925" y="33374"/>
                  <a:pt x="48507" y="33361"/>
                  <a:pt x="48195" y="33336"/>
                </a:cubicBezTo>
                <a:cubicBezTo>
                  <a:pt x="47882" y="33310"/>
                  <a:pt x="47646" y="33268"/>
                  <a:pt x="47486" y="33209"/>
                </a:cubicBezTo>
                <a:cubicBezTo>
                  <a:pt x="47325" y="33150"/>
                  <a:pt x="47207" y="33070"/>
                  <a:pt x="47131" y="32969"/>
                </a:cubicBezTo>
                <a:cubicBezTo>
                  <a:pt x="47055" y="32867"/>
                  <a:pt x="46984" y="32741"/>
                  <a:pt x="46916" y="32589"/>
                </a:cubicBezTo>
                <a:lnTo>
                  <a:pt x="44105" y="24613"/>
                </a:lnTo>
                <a:lnTo>
                  <a:pt x="30482" y="24613"/>
                </a:lnTo>
                <a:lnTo>
                  <a:pt x="27798" y="32488"/>
                </a:lnTo>
                <a:cubicBezTo>
                  <a:pt x="27748" y="32639"/>
                  <a:pt x="27680" y="32770"/>
                  <a:pt x="27596" y="32880"/>
                </a:cubicBezTo>
                <a:cubicBezTo>
                  <a:pt x="27511" y="32990"/>
                  <a:pt x="27389" y="33083"/>
                  <a:pt x="27229" y="33159"/>
                </a:cubicBezTo>
                <a:cubicBezTo>
                  <a:pt x="27068" y="33235"/>
                  <a:pt x="26840" y="33289"/>
                  <a:pt x="26545" y="33323"/>
                </a:cubicBezTo>
                <a:cubicBezTo>
                  <a:pt x="26249" y="33357"/>
                  <a:pt x="25865" y="33374"/>
                  <a:pt x="25393" y="33374"/>
                </a:cubicBezTo>
                <a:cubicBezTo>
                  <a:pt x="24903" y="33374"/>
                  <a:pt x="24502" y="33353"/>
                  <a:pt x="24190" y="33310"/>
                </a:cubicBezTo>
                <a:cubicBezTo>
                  <a:pt x="23878" y="33268"/>
                  <a:pt x="23658" y="33188"/>
                  <a:pt x="23532" y="33070"/>
                </a:cubicBezTo>
                <a:cubicBezTo>
                  <a:pt x="23405" y="32952"/>
                  <a:pt x="23346" y="32779"/>
                  <a:pt x="23354" y="32551"/>
                </a:cubicBezTo>
                <a:cubicBezTo>
                  <a:pt x="23363" y="32323"/>
                  <a:pt x="23435" y="32023"/>
                  <a:pt x="23570" y="31652"/>
                </a:cubicBezTo>
                <a:lnTo>
                  <a:pt x="34559" y="1215"/>
                </a:lnTo>
                <a:cubicBezTo>
                  <a:pt x="34627" y="1030"/>
                  <a:pt x="34715" y="878"/>
                  <a:pt x="34825" y="760"/>
                </a:cubicBezTo>
                <a:cubicBezTo>
                  <a:pt x="34935" y="641"/>
                  <a:pt x="35095" y="549"/>
                  <a:pt x="35306" y="481"/>
                </a:cubicBezTo>
                <a:cubicBezTo>
                  <a:pt x="35517" y="414"/>
                  <a:pt x="35787" y="367"/>
                  <a:pt x="36116" y="342"/>
                </a:cubicBezTo>
                <a:cubicBezTo>
                  <a:pt x="36446" y="317"/>
                  <a:pt x="36863" y="304"/>
                  <a:pt x="37370" y="304"/>
                </a:cubicBezTo>
                <a:cubicBezTo>
                  <a:pt x="37910" y="304"/>
                  <a:pt x="38357" y="317"/>
                  <a:pt x="38712" y="342"/>
                </a:cubicBezTo>
                <a:cubicBezTo>
                  <a:pt x="39066" y="367"/>
                  <a:pt x="39353" y="414"/>
                  <a:pt x="39573" y="481"/>
                </a:cubicBezTo>
                <a:cubicBezTo>
                  <a:pt x="39792" y="549"/>
                  <a:pt x="39961" y="646"/>
                  <a:pt x="40079" y="772"/>
                </a:cubicBezTo>
                <a:cubicBezTo>
                  <a:pt x="40197" y="899"/>
                  <a:pt x="40290" y="1055"/>
                  <a:pt x="40358" y="1241"/>
                </a:cubicBezTo>
                <a:lnTo>
                  <a:pt x="51347" y="31677"/>
                </a:lnTo>
                <a:moveTo>
                  <a:pt x="37243" y="4811"/>
                </a:moveTo>
                <a:lnTo>
                  <a:pt x="37218" y="4811"/>
                </a:lnTo>
                <a:lnTo>
                  <a:pt x="31571" y="21143"/>
                </a:lnTo>
                <a:lnTo>
                  <a:pt x="42966" y="21143"/>
                </a:lnTo>
                <a:lnTo>
                  <a:pt x="37243" y="4811"/>
                </a:lnTo>
                <a:close/>
                <a:moveTo>
                  <a:pt x="77528" y="2330"/>
                </a:moveTo>
                <a:cubicBezTo>
                  <a:pt x="77528" y="2650"/>
                  <a:pt x="77511" y="2929"/>
                  <a:pt x="77477" y="3165"/>
                </a:cubicBezTo>
                <a:cubicBezTo>
                  <a:pt x="77444" y="3402"/>
                  <a:pt x="77389" y="3591"/>
                  <a:pt x="77313" y="3735"/>
                </a:cubicBezTo>
                <a:cubicBezTo>
                  <a:pt x="77237" y="3878"/>
                  <a:pt x="77144" y="3984"/>
                  <a:pt x="77034" y="4051"/>
                </a:cubicBezTo>
                <a:cubicBezTo>
                  <a:pt x="76925" y="4119"/>
                  <a:pt x="76802" y="4153"/>
                  <a:pt x="76667" y="4153"/>
                </a:cubicBezTo>
                <a:lnTo>
                  <a:pt x="67450" y="4153"/>
                </a:lnTo>
                <a:lnTo>
                  <a:pt x="67450" y="32563"/>
                </a:lnTo>
                <a:cubicBezTo>
                  <a:pt x="67450" y="32699"/>
                  <a:pt x="67416" y="32817"/>
                  <a:pt x="67349" y="32918"/>
                </a:cubicBezTo>
                <a:cubicBezTo>
                  <a:pt x="67281" y="33019"/>
                  <a:pt x="67163" y="33099"/>
                  <a:pt x="66994" y="33159"/>
                </a:cubicBezTo>
                <a:cubicBezTo>
                  <a:pt x="66826" y="33218"/>
                  <a:pt x="66602" y="33268"/>
                  <a:pt x="66323" y="33310"/>
                </a:cubicBezTo>
                <a:cubicBezTo>
                  <a:pt x="66045" y="33353"/>
                  <a:pt x="65695" y="33374"/>
                  <a:pt x="65273" y="33374"/>
                </a:cubicBezTo>
                <a:cubicBezTo>
                  <a:pt x="64867" y="33374"/>
                  <a:pt x="64521" y="33353"/>
                  <a:pt x="64234" y="33310"/>
                </a:cubicBezTo>
                <a:cubicBezTo>
                  <a:pt x="63947" y="33268"/>
                  <a:pt x="63719" y="33218"/>
                  <a:pt x="63551" y="33159"/>
                </a:cubicBezTo>
                <a:cubicBezTo>
                  <a:pt x="63382" y="33099"/>
                  <a:pt x="63264" y="33019"/>
                  <a:pt x="63196" y="32918"/>
                </a:cubicBezTo>
                <a:cubicBezTo>
                  <a:pt x="63129" y="32817"/>
                  <a:pt x="63095" y="32699"/>
                  <a:pt x="63095" y="32563"/>
                </a:cubicBezTo>
                <a:lnTo>
                  <a:pt x="63095" y="4153"/>
                </a:lnTo>
                <a:lnTo>
                  <a:pt x="53878" y="4153"/>
                </a:lnTo>
                <a:cubicBezTo>
                  <a:pt x="53743" y="4153"/>
                  <a:pt x="53620" y="4119"/>
                  <a:pt x="53511" y="4051"/>
                </a:cubicBezTo>
                <a:cubicBezTo>
                  <a:pt x="53401" y="3984"/>
                  <a:pt x="53312" y="3878"/>
                  <a:pt x="53245" y="3735"/>
                </a:cubicBezTo>
                <a:cubicBezTo>
                  <a:pt x="53177" y="3591"/>
                  <a:pt x="53122" y="3402"/>
                  <a:pt x="53080" y="3165"/>
                </a:cubicBezTo>
                <a:cubicBezTo>
                  <a:pt x="53038" y="2929"/>
                  <a:pt x="53017" y="2650"/>
                  <a:pt x="53017" y="2330"/>
                </a:cubicBezTo>
                <a:cubicBezTo>
                  <a:pt x="53017" y="2009"/>
                  <a:pt x="53038" y="1726"/>
                  <a:pt x="53080" y="1481"/>
                </a:cubicBezTo>
                <a:cubicBezTo>
                  <a:pt x="53122" y="1237"/>
                  <a:pt x="53177" y="1038"/>
                  <a:pt x="53245" y="886"/>
                </a:cubicBezTo>
                <a:cubicBezTo>
                  <a:pt x="53312" y="734"/>
                  <a:pt x="53401" y="625"/>
                  <a:pt x="53511" y="557"/>
                </a:cubicBezTo>
                <a:cubicBezTo>
                  <a:pt x="53620" y="490"/>
                  <a:pt x="53743" y="456"/>
                  <a:pt x="53878" y="456"/>
                </a:cubicBezTo>
                <a:lnTo>
                  <a:pt x="76667" y="456"/>
                </a:lnTo>
                <a:cubicBezTo>
                  <a:pt x="76802" y="456"/>
                  <a:pt x="76925" y="490"/>
                  <a:pt x="77034" y="557"/>
                </a:cubicBezTo>
                <a:cubicBezTo>
                  <a:pt x="77144" y="625"/>
                  <a:pt x="77237" y="734"/>
                  <a:pt x="77313" y="886"/>
                </a:cubicBezTo>
                <a:cubicBezTo>
                  <a:pt x="77389" y="1038"/>
                  <a:pt x="77444" y="1237"/>
                  <a:pt x="77477" y="1481"/>
                </a:cubicBezTo>
                <a:cubicBezTo>
                  <a:pt x="77511" y="1726"/>
                  <a:pt x="77528" y="2009"/>
                  <a:pt x="77528" y="2330"/>
                </a:cubicBezTo>
                <a:close/>
                <a:moveTo>
                  <a:pt x="103762" y="28563"/>
                </a:moveTo>
                <a:cubicBezTo>
                  <a:pt x="103762" y="28833"/>
                  <a:pt x="103754" y="29069"/>
                  <a:pt x="103737" y="29272"/>
                </a:cubicBezTo>
                <a:cubicBezTo>
                  <a:pt x="103720" y="29474"/>
                  <a:pt x="103690" y="29652"/>
                  <a:pt x="103648" y="29803"/>
                </a:cubicBezTo>
                <a:cubicBezTo>
                  <a:pt x="103606" y="29955"/>
                  <a:pt x="103551" y="30090"/>
                  <a:pt x="103484" y="30209"/>
                </a:cubicBezTo>
                <a:cubicBezTo>
                  <a:pt x="103416" y="30327"/>
                  <a:pt x="103298" y="30471"/>
                  <a:pt x="103129" y="30641"/>
                </a:cubicBezTo>
                <a:cubicBezTo>
                  <a:pt x="102960" y="30811"/>
                  <a:pt x="102606" y="31071"/>
                  <a:pt x="102066" y="31419"/>
                </a:cubicBezTo>
                <a:cubicBezTo>
                  <a:pt x="101525" y="31768"/>
                  <a:pt x="100854" y="32108"/>
                  <a:pt x="100053" y="32440"/>
                </a:cubicBezTo>
                <a:cubicBezTo>
                  <a:pt x="99251" y="32772"/>
                  <a:pt x="98331" y="33053"/>
                  <a:pt x="97293" y="33282"/>
                </a:cubicBezTo>
                <a:cubicBezTo>
                  <a:pt x="96254" y="33512"/>
                  <a:pt x="95119" y="33627"/>
                  <a:pt x="93887" y="33627"/>
                </a:cubicBezTo>
                <a:cubicBezTo>
                  <a:pt x="91760" y="33627"/>
                  <a:pt x="89840" y="33272"/>
                  <a:pt x="88126" y="32563"/>
                </a:cubicBezTo>
                <a:cubicBezTo>
                  <a:pt x="86413" y="31854"/>
                  <a:pt x="84953" y="30808"/>
                  <a:pt x="83746" y="29424"/>
                </a:cubicBezTo>
                <a:cubicBezTo>
                  <a:pt x="82539" y="28039"/>
                  <a:pt x="81610" y="26330"/>
                  <a:pt x="80960" y="24296"/>
                </a:cubicBezTo>
                <a:cubicBezTo>
                  <a:pt x="80310" y="22262"/>
                  <a:pt x="79985" y="19920"/>
                  <a:pt x="79985" y="17269"/>
                </a:cubicBezTo>
                <a:cubicBezTo>
                  <a:pt x="79985" y="14551"/>
                  <a:pt x="80336" y="12129"/>
                  <a:pt x="81036" y="10002"/>
                </a:cubicBezTo>
                <a:cubicBezTo>
                  <a:pt x="81737" y="7875"/>
                  <a:pt x="82720" y="6073"/>
                  <a:pt x="83986" y="4596"/>
                </a:cubicBezTo>
                <a:cubicBezTo>
                  <a:pt x="85252" y="3119"/>
                  <a:pt x="86767" y="1992"/>
                  <a:pt x="88531" y="1215"/>
                </a:cubicBezTo>
                <a:cubicBezTo>
                  <a:pt x="90295" y="439"/>
                  <a:pt x="92249" y="51"/>
                  <a:pt x="94393" y="51"/>
                </a:cubicBezTo>
                <a:cubicBezTo>
                  <a:pt x="95339" y="51"/>
                  <a:pt x="96259" y="140"/>
                  <a:pt x="97153" y="319"/>
                </a:cubicBezTo>
                <a:cubicBezTo>
                  <a:pt x="98048" y="498"/>
                  <a:pt x="98875" y="723"/>
                  <a:pt x="99635" y="995"/>
                </a:cubicBezTo>
                <a:cubicBezTo>
                  <a:pt x="100394" y="1268"/>
                  <a:pt x="101070" y="1583"/>
                  <a:pt x="101661" y="1940"/>
                </a:cubicBezTo>
                <a:cubicBezTo>
                  <a:pt x="102251" y="2297"/>
                  <a:pt x="102661" y="2591"/>
                  <a:pt x="102889" y="2821"/>
                </a:cubicBezTo>
                <a:cubicBezTo>
                  <a:pt x="103117" y="3050"/>
                  <a:pt x="103264" y="3224"/>
                  <a:pt x="103332" y="3342"/>
                </a:cubicBezTo>
                <a:cubicBezTo>
                  <a:pt x="103399" y="3461"/>
                  <a:pt x="103454" y="3600"/>
                  <a:pt x="103496" y="3760"/>
                </a:cubicBezTo>
                <a:cubicBezTo>
                  <a:pt x="103539" y="3921"/>
                  <a:pt x="103572" y="4111"/>
                  <a:pt x="103598" y="4330"/>
                </a:cubicBezTo>
                <a:cubicBezTo>
                  <a:pt x="103623" y="4549"/>
                  <a:pt x="103636" y="4811"/>
                  <a:pt x="103636" y="5115"/>
                </a:cubicBezTo>
                <a:cubicBezTo>
                  <a:pt x="103636" y="5453"/>
                  <a:pt x="103619" y="5740"/>
                  <a:pt x="103585" y="5976"/>
                </a:cubicBezTo>
                <a:cubicBezTo>
                  <a:pt x="103551" y="6212"/>
                  <a:pt x="103501" y="6411"/>
                  <a:pt x="103433" y="6571"/>
                </a:cubicBezTo>
                <a:cubicBezTo>
                  <a:pt x="103365" y="6731"/>
                  <a:pt x="103285" y="6849"/>
                  <a:pt x="103192" y="6925"/>
                </a:cubicBezTo>
                <a:cubicBezTo>
                  <a:pt x="103100" y="7001"/>
                  <a:pt x="102986" y="7039"/>
                  <a:pt x="102851" y="7039"/>
                </a:cubicBezTo>
                <a:cubicBezTo>
                  <a:pt x="102614" y="7039"/>
                  <a:pt x="102285" y="6873"/>
                  <a:pt x="101863" y="6542"/>
                </a:cubicBezTo>
                <a:cubicBezTo>
                  <a:pt x="101441" y="6210"/>
                  <a:pt x="100897" y="5844"/>
                  <a:pt x="100230" y="5444"/>
                </a:cubicBezTo>
                <a:cubicBezTo>
                  <a:pt x="99563" y="5044"/>
                  <a:pt x="98753" y="4678"/>
                  <a:pt x="97799" y="4347"/>
                </a:cubicBezTo>
                <a:cubicBezTo>
                  <a:pt x="96845" y="4015"/>
                  <a:pt x="95702" y="3849"/>
                  <a:pt x="94368" y="3849"/>
                </a:cubicBezTo>
                <a:cubicBezTo>
                  <a:pt x="92916" y="3849"/>
                  <a:pt x="91595" y="4140"/>
                  <a:pt x="90405" y="4722"/>
                </a:cubicBezTo>
                <a:cubicBezTo>
                  <a:pt x="89215" y="5305"/>
                  <a:pt x="88198" y="6162"/>
                  <a:pt x="87354" y="7293"/>
                </a:cubicBezTo>
                <a:cubicBezTo>
                  <a:pt x="86510" y="8424"/>
                  <a:pt x="85856" y="9804"/>
                  <a:pt x="85391" y="11433"/>
                </a:cubicBezTo>
                <a:cubicBezTo>
                  <a:pt x="84927" y="13062"/>
                  <a:pt x="84695" y="14923"/>
                  <a:pt x="84695" y="17016"/>
                </a:cubicBezTo>
                <a:cubicBezTo>
                  <a:pt x="84695" y="19092"/>
                  <a:pt x="84919" y="20928"/>
                  <a:pt x="85366" y="22523"/>
                </a:cubicBezTo>
                <a:cubicBezTo>
                  <a:pt x="85813" y="24119"/>
                  <a:pt x="86455" y="25452"/>
                  <a:pt x="87291" y="26524"/>
                </a:cubicBezTo>
                <a:cubicBezTo>
                  <a:pt x="88126" y="27596"/>
                  <a:pt x="89152" y="28407"/>
                  <a:pt x="90367" y="28955"/>
                </a:cubicBezTo>
                <a:cubicBezTo>
                  <a:pt x="91583" y="29504"/>
                  <a:pt x="92958" y="29778"/>
                  <a:pt x="94495" y="29778"/>
                </a:cubicBezTo>
                <a:cubicBezTo>
                  <a:pt x="95794" y="29778"/>
                  <a:pt x="96930" y="29616"/>
                  <a:pt x="97900" y="29293"/>
                </a:cubicBezTo>
                <a:cubicBezTo>
                  <a:pt x="98871" y="28970"/>
                  <a:pt x="99698" y="28608"/>
                  <a:pt x="100382" y="28208"/>
                </a:cubicBezTo>
                <a:cubicBezTo>
                  <a:pt x="101065" y="27808"/>
                  <a:pt x="101627" y="27447"/>
                  <a:pt x="102066" y="27123"/>
                </a:cubicBezTo>
                <a:cubicBezTo>
                  <a:pt x="102505" y="26800"/>
                  <a:pt x="102851" y="26638"/>
                  <a:pt x="103104" y="26638"/>
                </a:cubicBezTo>
                <a:cubicBezTo>
                  <a:pt x="103222" y="26638"/>
                  <a:pt x="103323" y="26664"/>
                  <a:pt x="103408" y="26714"/>
                </a:cubicBezTo>
                <a:cubicBezTo>
                  <a:pt x="103492" y="26765"/>
                  <a:pt x="103560" y="26862"/>
                  <a:pt x="103610" y="27005"/>
                </a:cubicBezTo>
                <a:cubicBezTo>
                  <a:pt x="103661" y="27149"/>
                  <a:pt x="103699" y="27347"/>
                  <a:pt x="103724" y="27600"/>
                </a:cubicBezTo>
                <a:cubicBezTo>
                  <a:pt x="103750" y="27854"/>
                  <a:pt x="103762" y="28174"/>
                  <a:pt x="103762" y="28563"/>
                </a:cubicBezTo>
                <a:close/>
                <a:moveTo>
                  <a:pt x="133436" y="32563"/>
                </a:moveTo>
                <a:cubicBezTo>
                  <a:pt x="133436" y="32699"/>
                  <a:pt x="133402" y="32817"/>
                  <a:pt x="133335" y="32918"/>
                </a:cubicBezTo>
                <a:cubicBezTo>
                  <a:pt x="133267" y="33019"/>
                  <a:pt x="133149" y="33099"/>
                  <a:pt x="132980" y="33159"/>
                </a:cubicBezTo>
                <a:cubicBezTo>
                  <a:pt x="132811" y="33218"/>
                  <a:pt x="132588" y="33268"/>
                  <a:pt x="132309" y="33310"/>
                </a:cubicBezTo>
                <a:cubicBezTo>
                  <a:pt x="132030" y="33353"/>
                  <a:pt x="131689" y="33374"/>
                  <a:pt x="131283" y="33374"/>
                </a:cubicBezTo>
                <a:cubicBezTo>
                  <a:pt x="130845" y="33374"/>
                  <a:pt x="130490" y="33353"/>
                  <a:pt x="130220" y="33310"/>
                </a:cubicBezTo>
                <a:cubicBezTo>
                  <a:pt x="129950" y="33268"/>
                  <a:pt x="129730" y="33218"/>
                  <a:pt x="129562" y="33159"/>
                </a:cubicBezTo>
                <a:cubicBezTo>
                  <a:pt x="129393" y="33099"/>
                  <a:pt x="129275" y="33019"/>
                  <a:pt x="129207" y="32918"/>
                </a:cubicBezTo>
                <a:cubicBezTo>
                  <a:pt x="129140" y="32817"/>
                  <a:pt x="129106" y="32699"/>
                  <a:pt x="129106" y="32563"/>
                </a:cubicBezTo>
                <a:lnTo>
                  <a:pt x="129106" y="18029"/>
                </a:lnTo>
                <a:lnTo>
                  <a:pt x="114191" y="18029"/>
                </a:lnTo>
                <a:lnTo>
                  <a:pt x="114191" y="32563"/>
                </a:lnTo>
                <a:cubicBezTo>
                  <a:pt x="114191" y="32699"/>
                  <a:pt x="114158" y="32817"/>
                  <a:pt x="114090" y="32918"/>
                </a:cubicBezTo>
                <a:cubicBezTo>
                  <a:pt x="114023" y="33019"/>
                  <a:pt x="113904" y="33099"/>
                  <a:pt x="113736" y="33159"/>
                </a:cubicBezTo>
                <a:cubicBezTo>
                  <a:pt x="113567" y="33218"/>
                  <a:pt x="113343" y="33268"/>
                  <a:pt x="113065" y="33310"/>
                </a:cubicBezTo>
                <a:cubicBezTo>
                  <a:pt x="112786" y="33353"/>
                  <a:pt x="112436" y="33374"/>
                  <a:pt x="112014" y="33374"/>
                </a:cubicBezTo>
                <a:cubicBezTo>
                  <a:pt x="111609" y="33374"/>
                  <a:pt x="111263" y="33353"/>
                  <a:pt x="110976" y="33310"/>
                </a:cubicBezTo>
                <a:cubicBezTo>
                  <a:pt x="110689" y="33268"/>
                  <a:pt x="110461" y="33218"/>
                  <a:pt x="110292" y="33159"/>
                </a:cubicBezTo>
                <a:cubicBezTo>
                  <a:pt x="110123" y="33099"/>
                  <a:pt x="110005" y="33019"/>
                  <a:pt x="109937" y="32918"/>
                </a:cubicBezTo>
                <a:cubicBezTo>
                  <a:pt x="109870" y="32817"/>
                  <a:pt x="109836" y="32699"/>
                  <a:pt x="109836" y="32563"/>
                </a:cubicBezTo>
                <a:lnTo>
                  <a:pt x="109836" y="1114"/>
                </a:lnTo>
                <a:cubicBezTo>
                  <a:pt x="109836" y="979"/>
                  <a:pt x="109870" y="861"/>
                  <a:pt x="109937" y="760"/>
                </a:cubicBezTo>
                <a:cubicBezTo>
                  <a:pt x="110005" y="658"/>
                  <a:pt x="110123" y="578"/>
                  <a:pt x="110292" y="519"/>
                </a:cubicBezTo>
                <a:cubicBezTo>
                  <a:pt x="110461" y="460"/>
                  <a:pt x="110689" y="409"/>
                  <a:pt x="110976" y="367"/>
                </a:cubicBezTo>
                <a:cubicBezTo>
                  <a:pt x="111263" y="325"/>
                  <a:pt x="111609" y="304"/>
                  <a:pt x="112014" y="304"/>
                </a:cubicBezTo>
                <a:cubicBezTo>
                  <a:pt x="112436" y="304"/>
                  <a:pt x="112786" y="325"/>
                  <a:pt x="113065" y="367"/>
                </a:cubicBezTo>
                <a:cubicBezTo>
                  <a:pt x="113343" y="409"/>
                  <a:pt x="113567" y="460"/>
                  <a:pt x="113736" y="519"/>
                </a:cubicBezTo>
                <a:cubicBezTo>
                  <a:pt x="113904" y="578"/>
                  <a:pt x="114023" y="658"/>
                  <a:pt x="114090" y="760"/>
                </a:cubicBezTo>
                <a:cubicBezTo>
                  <a:pt x="114158" y="861"/>
                  <a:pt x="114191" y="979"/>
                  <a:pt x="114191" y="1114"/>
                </a:cubicBezTo>
                <a:lnTo>
                  <a:pt x="114191" y="14231"/>
                </a:lnTo>
                <a:lnTo>
                  <a:pt x="129106" y="14231"/>
                </a:lnTo>
                <a:lnTo>
                  <a:pt x="129106" y="1114"/>
                </a:lnTo>
                <a:cubicBezTo>
                  <a:pt x="129106" y="979"/>
                  <a:pt x="129140" y="861"/>
                  <a:pt x="129207" y="760"/>
                </a:cubicBezTo>
                <a:cubicBezTo>
                  <a:pt x="129275" y="658"/>
                  <a:pt x="129393" y="578"/>
                  <a:pt x="129562" y="519"/>
                </a:cubicBezTo>
                <a:cubicBezTo>
                  <a:pt x="129730" y="460"/>
                  <a:pt x="129950" y="409"/>
                  <a:pt x="130220" y="367"/>
                </a:cubicBezTo>
                <a:cubicBezTo>
                  <a:pt x="130490" y="325"/>
                  <a:pt x="130845" y="304"/>
                  <a:pt x="131283" y="304"/>
                </a:cubicBezTo>
                <a:cubicBezTo>
                  <a:pt x="131689" y="304"/>
                  <a:pt x="132030" y="325"/>
                  <a:pt x="132309" y="367"/>
                </a:cubicBezTo>
                <a:cubicBezTo>
                  <a:pt x="132588" y="409"/>
                  <a:pt x="132811" y="460"/>
                  <a:pt x="132980" y="519"/>
                </a:cubicBezTo>
                <a:cubicBezTo>
                  <a:pt x="133149" y="578"/>
                  <a:pt x="133267" y="658"/>
                  <a:pt x="133335" y="760"/>
                </a:cubicBezTo>
                <a:cubicBezTo>
                  <a:pt x="133402" y="861"/>
                  <a:pt x="133436" y="979"/>
                  <a:pt x="133436" y="1114"/>
                </a:cubicBezTo>
                <a:lnTo>
                  <a:pt x="133436" y="32563"/>
                </a:lnTo>
                <a:close/>
                <a:moveTo>
                  <a:pt x="163562" y="40780"/>
                </a:moveTo>
                <a:cubicBezTo>
                  <a:pt x="163562" y="41375"/>
                  <a:pt x="163495" y="41809"/>
                  <a:pt x="163360" y="42081"/>
                </a:cubicBezTo>
                <a:cubicBezTo>
                  <a:pt x="163225" y="42353"/>
                  <a:pt x="163014" y="42490"/>
                  <a:pt x="162727" y="42490"/>
                </a:cubicBezTo>
                <a:lnTo>
                  <a:pt x="138342" y="42490"/>
                </a:lnTo>
                <a:cubicBezTo>
                  <a:pt x="138055" y="42490"/>
                  <a:pt x="137836" y="42362"/>
                  <a:pt x="137684" y="42107"/>
                </a:cubicBezTo>
                <a:cubicBezTo>
                  <a:pt x="137532" y="41852"/>
                  <a:pt x="137456" y="41427"/>
                  <a:pt x="137456" y="40831"/>
                </a:cubicBezTo>
                <a:cubicBezTo>
                  <a:pt x="137456" y="40253"/>
                  <a:pt x="137532" y="39819"/>
                  <a:pt x="137684" y="39530"/>
                </a:cubicBezTo>
                <a:cubicBezTo>
                  <a:pt x="137836" y="39241"/>
                  <a:pt x="138055" y="39096"/>
                  <a:pt x="138342" y="39096"/>
                </a:cubicBezTo>
                <a:lnTo>
                  <a:pt x="162727" y="39096"/>
                </a:lnTo>
                <a:cubicBezTo>
                  <a:pt x="162997" y="39096"/>
                  <a:pt x="163204" y="39233"/>
                  <a:pt x="163347" y="39505"/>
                </a:cubicBezTo>
                <a:cubicBezTo>
                  <a:pt x="163491" y="39777"/>
                  <a:pt x="163562" y="40202"/>
                  <a:pt x="163562" y="40780"/>
                </a:cubicBezTo>
                <a:close/>
                <a:moveTo>
                  <a:pt x="187691" y="22624"/>
                </a:moveTo>
                <a:cubicBezTo>
                  <a:pt x="187691" y="24060"/>
                  <a:pt x="187472" y="25451"/>
                  <a:pt x="187033" y="26794"/>
                </a:cubicBezTo>
                <a:cubicBezTo>
                  <a:pt x="186594" y="28138"/>
                  <a:pt x="185919" y="29321"/>
                  <a:pt x="185007" y="30344"/>
                </a:cubicBezTo>
                <a:cubicBezTo>
                  <a:pt x="184096" y="31366"/>
                  <a:pt x="182939" y="32186"/>
                  <a:pt x="181538" y="32803"/>
                </a:cubicBezTo>
                <a:cubicBezTo>
                  <a:pt x="180137" y="33420"/>
                  <a:pt x="178483" y="33728"/>
                  <a:pt x="176575" y="33728"/>
                </a:cubicBezTo>
                <a:cubicBezTo>
                  <a:pt x="175208" y="33728"/>
                  <a:pt x="174001" y="33559"/>
                  <a:pt x="172954" y="33222"/>
                </a:cubicBezTo>
                <a:cubicBezTo>
                  <a:pt x="171908" y="32884"/>
                  <a:pt x="170996" y="32402"/>
                  <a:pt x="170219" y="31777"/>
                </a:cubicBezTo>
                <a:cubicBezTo>
                  <a:pt x="169443" y="31152"/>
                  <a:pt x="168797" y="30383"/>
                  <a:pt x="168282" y="29471"/>
                </a:cubicBezTo>
                <a:cubicBezTo>
                  <a:pt x="167767" y="28559"/>
                  <a:pt x="167354" y="27520"/>
                  <a:pt x="167042" y="26354"/>
                </a:cubicBezTo>
                <a:cubicBezTo>
                  <a:pt x="166729" y="25188"/>
                  <a:pt x="166506" y="23913"/>
                  <a:pt x="166371" y="22527"/>
                </a:cubicBezTo>
                <a:cubicBezTo>
                  <a:pt x="166236" y="21142"/>
                  <a:pt x="166168" y="19656"/>
                  <a:pt x="166168" y="18068"/>
                </a:cubicBezTo>
                <a:cubicBezTo>
                  <a:pt x="166168" y="16666"/>
                  <a:pt x="166244" y="15246"/>
                  <a:pt x="166396" y="13811"/>
                </a:cubicBezTo>
                <a:cubicBezTo>
                  <a:pt x="166548" y="12375"/>
                  <a:pt x="166818" y="10989"/>
                  <a:pt x="167206" y="9655"/>
                </a:cubicBezTo>
                <a:cubicBezTo>
                  <a:pt x="167594" y="8320"/>
                  <a:pt x="168122" y="7066"/>
                  <a:pt x="168789" y="5892"/>
                </a:cubicBezTo>
                <a:cubicBezTo>
                  <a:pt x="169456" y="4718"/>
                  <a:pt x="170291" y="3696"/>
                  <a:pt x="171296" y="2826"/>
                </a:cubicBezTo>
                <a:cubicBezTo>
                  <a:pt x="172300" y="1955"/>
                  <a:pt x="173503" y="1267"/>
                  <a:pt x="174904" y="760"/>
                </a:cubicBezTo>
                <a:cubicBezTo>
                  <a:pt x="176305" y="253"/>
                  <a:pt x="177934" y="0"/>
                  <a:pt x="179791" y="0"/>
                </a:cubicBezTo>
                <a:cubicBezTo>
                  <a:pt x="180416" y="0"/>
                  <a:pt x="181049" y="38"/>
                  <a:pt x="181690" y="114"/>
                </a:cubicBezTo>
                <a:cubicBezTo>
                  <a:pt x="182332" y="190"/>
                  <a:pt x="182922" y="291"/>
                  <a:pt x="183463" y="418"/>
                </a:cubicBezTo>
                <a:cubicBezTo>
                  <a:pt x="184003" y="544"/>
                  <a:pt x="184459" y="684"/>
                  <a:pt x="184830" y="836"/>
                </a:cubicBezTo>
                <a:cubicBezTo>
                  <a:pt x="185201" y="988"/>
                  <a:pt x="185446" y="1110"/>
                  <a:pt x="185564" y="1203"/>
                </a:cubicBezTo>
                <a:cubicBezTo>
                  <a:pt x="185682" y="1296"/>
                  <a:pt x="185771" y="1397"/>
                  <a:pt x="185830" y="1507"/>
                </a:cubicBezTo>
                <a:cubicBezTo>
                  <a:pt x="185889" y="1616"/>
                  <a:pt x="185936" y="1735"/>
                  <a:pt x="185969" y="1861"/>
                </a:cubicBezTo>
                <a:cubicBezTo>
                  <a:pt x="186003" y="1988"/>
                  <a:pt x="186029" y="2131"/>
                  <a:pt x="186045" y="2292"/>
                </a:cubicBezTo>
                <a:cubicBezTo>
                  <a:pt x="186062" y="2452"/>
                  <a:pt x="186071" y="2650"/>
                  <a:pt x="186071" y="2887"/>
                </a:cubicBezTo>
                <a:cubicBezTo>
                  <a:pt x="186071" y="3191"/>
                  <a:pt x="186067" y="3452"/>
                  <a:pt x="186058" y="3672"/>
                </a:cubicBezTo>
                <a:cubicBezTo>
                  <a:pt x="186050" y="3891"/>
                  <a:pt x="186016" y="4068"/>
                  <a:pt x="185957" y="4203"/>
                </a:cubicBezTo>
                <a:cubicBezTo>
                  <a:pt x="185898" y="4338"/>
                  <a:pt x="185822" y="4440"/>
                  <a:pt x="185729" y="4507"/>
                </a:cubicBezTo>
                <a:cubicBezTo>
                  <a:pt x="185636" y="4575"/>
                  <a:pt x="185514" y="4609"/>
                  <a:pt x="185362" y="4609"/>
                </a:cubicBezTo>
                <a:cubicBezTo>
                  <a:pt x="185176" y="4609"/>
                  <a:pt x="184923" y="4549"/>
                  <a:pt x="184602" y="4431"/>
                </a:cubicBezTo>
                <a:cubicBezTo>
                  <a:pt x="184281" y="4313"/>
                  <a:pt x="183893" y="4182"/>
                  <a:pt x="183437" y="4039"/>
                </a:cubicBezTo>
                <a:cubicBezTo>
                  <a:pt x="182982" y="3895"/>
                  <a:pt x="182429" y="3764"/>
                  <a:pt x="181779" y="3646"/>
                </a:cubicBezTo>
                <a:cubicBezTo>
                  <a:pt x="181129" y="3528"/>
                  <a:pt x="180373" y="3469"/>
                  <a:pt x="179512" y="3469"/>
                </a:cubicBezTo>
                <a:cubicBezTo>
                  <a:pt x="177943" y="3469"/>
                  <a:pt x="176592" y="3790"/>
                  <a:pt x="175461" y="4431"/>
                </a:cubicBezTo>
                <a:cubicBezTo>
                  <a:pt x="174330" y="5073"/>
                  <a:pt x="173406" y="5934"/>
                  <a:pt x="172688" y="7014"/>
                </a:cubicBezTo>
                <a:cubicBezTo>
                  <a:pt x="171971" y="8094"/>
                  <a:pt x="171439" y="9348"/>
                  <a:pt x="171093" y="10774"/>
                </a:cubicBezTo>
                <a:cubicBezTo>
                  <a:pt x="170747" y="12201"/>
                  <a:pt x="170549" y="13691"/>
                  <a:pt x="170498" y="15244"/>
                </a:cubicBezTo>
                <a:cubicBezTo>
                  <a:pt x="170937" y="14990"/>
                  <a:pt x="171431" y="14737"/>
                  <a:pt x="171979" y="14484"/>
                </a:cubicBezTo>
                <a:cubicBezTo>
                  <a:pt x="172528" y="14231"/>
                  <a:pt x="173127" y="14003"/>
                  <a:pt x="173777" y="13800"/>
                </a:cubicBezTo>
                <a:cubicBezTo>
                  <a:pt x="174427" y="13598"/>
                  <a:pt x="175115" y="13433"/>
                  <a:pt x="175841" y="13306"/>
                </a:cubicBezTo>
                <a:cubicBezTo>
                  <a:pt x="176567" y="13180"/>
                  <a:pt x="177343" y="13117"/>
                  <a:pt x="178170" y="13117"/>
                </a:cubicBezTo>
                <a:cubicBezTo>
                  <a:pt x="179943" y="13117"/>
                  <a:pt x="181437" y="13357"/>
                  <a:pt x="182652" y="13839"/>
                </a:cubicBezTo>
                <a:cubicBezTo>
                  <a:pt x="183868" y="14321"/>
                  <a:pt x="184851" y="14988"/>
                  <a:pt x="185602" y="15842"/>
                </a:cubicBezTo>
                <a:cubicBezTo>
                  <a:pt x="186353" y="16695"/>
                  <a:pt x="186889" y="17701"/>
                  <a:pt x="187210" y="18859"/>
                </a:cubicBezTo>
                <a:cubicBezTo>
                  <a:pt x="187531" y="20017"/>
                  <a:pt x="187691" y="21272"/>
                  <a:pt x="187691" y="22624"/>
                </a:cubicBezTo>
                <a:moveTo>
                  <a:pt x="183285" y="23029"/>
                </a:moveTo>
                <a:cubicBezTo>
                  <a:pt x="183285" y="22048"/>
                  <a:pt x="183188" y="21156"/>
                  <a:pt x="182994" y="20353"/>
                </a:cubicBezTo>
                <a:cubicBezTo>
                  <a:pt x="182800" y="19550"/>
                  <a:pt x="182475" y="18869"/>
                  <a:pt x="182019" y="18311"/>
                </a:cubicBezTo>
                <a:cubicBezTo>
                  <a:pt x="181564" y="17752"/>
                  <a:pt x="180956" y="17321"/>
                  <a:pt x="180196" y="17017"/>
                </a:cubicBezTo>
                <a:cubicBezTo>
                  <a:pt x="179436" y="16712"/>
                  <a:pt x="178500" y="16560"/>
                  <a:pt x="177385" y="16560"/>
                </a:cubicBezTo>
                <a:cubicBezTo>
                  <a:pt x="176761" y="16560"/>
                  <a:pt x="176136" y="16615"/>
                  <a:pt x="175512" y="16726"/>
                </a:cubicBezTo>
                <a:cubicBezTo>
                  <a:pt x="174887" y="16835"/>
                  <a:pt x="174284" y="16988"/>
                  <a:pt x="173701" y="17182"/>
                </a:cubicBezTo>
                <a:cubicBezTo>
                  <a:pt x="173119" y="17376"/>
                  <a:pt x="172562" y="17605"/>
                  <a:pt x="172030" y="17867"/>
                </a:cubicBezTo>
                <a:cubicBezTo>
                  <a:pt x="171498" y="18129"/>
                  <a:pt x="171013" y="18412"/>
                  <a:pt x="170574" y="18717"/>
                </a:cubicBezTo>
                <a:cubicBezTo>
                  <a:pt x="170574" y="20898"/>
                  <a:pt x="170713" y="22725"/>
                  <a:pt x="170992" y="24196"/>
                </a:cubicBezTo>
                <a:cubicBezTo>
                  <a:pt x="171270" y="25668"/>
                  <a:pt x="171675" y="26847"/>
                  <a:pt x="172207" y="27735"/>
                </a:cubicBezTo>
                <a:cubicBezTo>
                  <a:pt x="172739" y="28623"/>
                  <a:pt x="173402" y="29257"/>
                  <a:pt x="174195" y="29638"/>
                </a:cubicBezTo>
                <a:cubicBezTo>
                  <a:pt x="174988" y="30018"/>
                  <a:pt x="175917" y="30209"/>
                  <a:pt x="176980" y="30209"/>
                </a:cubicBezTo>
                <a:cubicBezTo>
                  <a:pt x="178061" y="30209"/>
                  <a:pt x="178998" y="30006"/>
                  <a:pt x="179791" y="29600"/>
                </a:cubicBezTo>
                <a:cubicBezTo>
                  <a:pt x="180584" y="29194"/>
                  <a:pt x="181243" y="28648"/>
                  <a:pt x="181766" y="27964"/>
                </a:cubicBezTo>
                <a:cubicBezTo>
                  <a:pt x="182289" y="27278"/>
                  <a:pt x="182673" y="26509"/>
                  <a:pt x="182918" y="25655"/>
                </a:cubicBezTo>
                <a:cubicBezTo>
                  <a:pt x="183163" y="24801"/>
                  <a:pt x="183285" y="23925"/>
                  <a:pt x="183285" y="230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6056D-1C14-4791-958E-3D6B3879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92" y="8985348"/>
            <a:ext cx="367504" cy="77788"/>
          </a:xfrm>
          <a:custGeom xmlns:a="http://schemas.openxmlformats.org/drawingml/2006/main">
            <a:pathLst>
              <a:path w="367504" h="77788">
                <a:moveTo>
                  <a:pt x="0" y="12965"/>
                </a:moveTo>
                <a:cubicBezTo>
                  <a:pt x="0" y="5791"/>
                  <a:pt x="5791" y="0"/>
                  <a:pt x="12965" y="0"/>
                </a:cubicBezTo>
                <a:lnTo>
                  <a:pt x="354539" y="0"/>
                </a:lnTo>
                <a:cubicBezTo>
                  <a:pt x="361713" y="0"/>
                  <a:pt x="367504" y="5791"/>
                  <a:pt x="367504" y="12965"/>
                </a:cubicBezTo>
                <a:lnTo>
                  <a:pt x="367504" y="64823"/>
                </a:lnTo>
                <a:cubicBezTo>
                  <a:pt x="367504" y="71997"/>
                  <a:pt x="361713" y="77788"/>
                  <a:pt x="354539" y="77788"/>
                </a:cubicBezTo>
                <a:lnTo>
                  <a:pt x="12965" y="77788"/>
                </a:lnTo>
                <a:cubicBezTo>
                  <a:pt x="5791" y="77788"/>
                  <a:pt x="0" y="71997"/>
                  <a:pt x="0" y="64823"/>
                </a:cubicBezTo>
                <a:lnTo>
                  <a:pt x="0" y="12965"/>
                </a:lnTo>
                <a:close/>
              </a:path>
            </a:pathLst>
          </a:custGeom>
          <a:solidFill xmlns:a="http://schemas.openxmlformats.org/drawingml/2006/main">
            <a:srgbClr val="F4B183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Text PATCH_7">
            <a:extLst xmlns:a="http://schemas.openxmlformats.org/drawingml/2006/main">
              <a:ext uri="{FF2B5EF4-FFF2-40B4-BE49-F238E27FC236}">
                <a16:creationId xmlns:a16="http://schemas.microsoft.com/office/drawing/2014/main" id="{21E214FC-7A37-4D85-A56C-5E2AFF74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65" y="9009393"/>
            <a:ext cx="187337" cy="42439"/>
          </a:xfrm>
          <a:custGeom xmlns:a="http://schemas.openxmlformats.org/drawingml/2006/main">
            <a:pathLst>
              <a:path w="187337" h="42439">
                <a:moveTo>
                  <a:pt x="20131" y="10002"/>
                </a:moveTo>
                <a:cubicBezTo>
                  <a:pt x="20131" y="11639"/>
                  <a:pt x="19861" y="13117"/>
                  <a:pt x="19320" y="14433"/>
                </a:cubicBezTo>
                <a:cubicBezTo>
                  <a:pt x="18780" y="15750"/>
                  <a:pt x="18008" y="16873"/>
                  <a:pt x="17003" y="17801"/>
                </a:cubicBezTo>
                <a:cubicBezTo>
                  <a:pt x="15999" y="18729"/>
                  <a:pt x="14767" y="19447"/>
                  <a:pt x="13306" y="19953"/>
                </a:cubicBezTo>
                <a:cubicBezTo>
                  <a:pt x="11846" y="20460"/>
                  <a:pt x="10103" y="20713"/>
                  <a:pt x="8078" y="20713"/>
                </a:cubicBezTo>
                <a:lnTo>
                  <a:pt x="4355" y="20713"/>
                </a:lnTo>
                <a:lnTo>
                  <a:pt x="4355" y="32513"/>
                </a:lnTo>
                <a:cubicBezTo>
                  <a:pt x="4355" y="32648"/>
                  <a:pt x="4317" y="32766"/>
                  <a:pt x="4241" y="32867"/>
                </a:cubicBezTo>
                <a:cubicBezTo>
                  <a:pt x="4165" y="32969"/>
                  <a:pt x="4047" y="33049"/>
                  <a:pt x="3887" y="33108"/>
                </a:cubicBezTo>
                <a:cubicBezTo>
                  <a:pt x="3726" y="33167"/>
                  <a:pt x="3507" y="33218"/>
                  <a:pt x="3228" y="33260"/>
                </a:cubicBezTo>
                <a:cubicBezTo>
                  <a:pt x="2950" y="33302"/>
                  <a:pt x="2600" y="33323"/>
                  <a:pt x="2178" y="33323"/>
                </a:cubicBezTo>
                <a:cubicBezTo>
                  <a:pt x="1756" y="33323"/>
                  <a:pt x="1405" y="33302"/>
                  <a:pt x="1127" y="33260"/>
                </a:cubicBezTo>
                <a:cubicBezTo>
                  <a:pt x="848" y="33218"/>
                  <a:pt x="625" y="33167"/>
                  <a:pt x="456" y="33108"/>
                </a:cubicBezTo>
                <a:cubicBezTo>
                  <a:pt x="287" y="33049"/>
                  <a:pt x="169" y="32969"/>
                  <a:pt x="101" y="32867"/>
                </a:cubicBezTo>
                <a:cubicBezTo>
                  <a:pt x="34" y="32766"/>
                  <a:pt x="0" y="32648"/>
                  <a:pt x="0" y="32513"/>
                </a:cubicBezTo>
                <a:lnTo>
                  <a:pt x="0" y="2279"/>
                </a:lnTo>
                <a:cubicBezTo>
                  <a:pt x="0" y="1604"/>
                  <a:pt x="177" y="1123"/>
                  <a:pt x="532" y="836"/>
                </a:cubicBezTo>
                <a:cubicBezTo>
                  <a:pt x="886" y="549"/>
                  <a:pt x="1283" y="405"/>
                  <a:pt x="1722" y="405"/>
                </a:cubicBezTo>
                <a:lnTo>
                  <a:pt x="8736" y="405"/>
                </a:lnTo>
                <a:cubicBezTo>
                  <a:pt x="9445" y="405"/>
                  <a:pt x="10124" y="435"/>
                  <a:pt x="10774" y="494"/>
                </a:cubicBezTo>
                <a:cubicBezTo>
                  <a:pt x="11424" y="553"/>
                  <a:pt x="12192" y="679"/>
                  <a:pt x="13079" y="874"/>
                </a:cubicBezTo>
                <a:cubicBezTo>
                  <a:pt x="13965" y="1068"/>
                  <a:pt x="14868" y="1431"/>
                  <a:pt x="15788" y="1962"/>
                </a:cubicBezTo>
                <a:cubicBezTo>
                  <a:pt x="16708" y="2494"/>
                  <a:pt x="17489" y="3148"/>
                  <a:pt x="18130" y="3925"/>
                </a:cubicBezTo>
                <a:cubicBezTo>
                  <a:pt x="18772" y="4701"/>
                  <a:pt x="19265" y="5600"/>
                  <a:pt x="19612" y="6622"/>
                </a:cubicBezTo>
                <a:cubicBezTo>
                  <a:pt x="19958" y="7643"/>
                  <a:pt x="20131" y="8770"/>
                  <a:pt x="20131" y="10002"/>
                </a:cubicBezTo>
                <a:moveTo>
                  <a:pt x="15547" y="10357"/>
                </a:moveTo>
                <a:cubicBezTo>
                  <a:pt x="15547" y="9023"/>
                  <a:pt x="15298" y="7909"/>
                  <a:pt x="14800" y="7014"/>
                </a:cubicBezTo>
                <a:cubicBezTo>
                  <a:pt x="14302" y="6119"/>
                  <a:pt x="13686" y="5453"/>
                  <a:pt x="12952" y="5014"/>
                </a:cubicBezTo>
                <a:cubicBezTo>
                  <a:pt x="12218" y="4575"/>
                  <a:pt x="11458" y="4296"/>
                  <a:pt x="10673" y="4178"/>
                </a:cubicBezTo>
                <a:cubicBezTo>
                  <a:pt x="9888" y="4060"/>
                  <a:pt x="9124" y="4001"/>
                  <a:pt x="8381" y="4001"/>
                </a:cubicBezTo>
                <a:lnTo>
                  <a:pt x="4355" y="4001"/>
                </a:lnTo>
                <a:lnTo>
                  <a:pt x="4355" y="17143"/>
                </a:lnTo>
                <a:lnTo>
                  <a:pt x="8280" y="17143"/>
                </a:lnTo>
                <a:cubicBezTo>
                  <a:pt x="9597" y="17143"/>
                  <a:pt x="10690" y="16974"/>
                  <a:pt x="11559" y="16636"/>
                </a:cubicBezTo>
                <a:cubicBezTo>
                  <a:pt x="12429" y="16299"/>
                  <a:pt x="13159" y="15830"/>
                  <a:pt x="13750" y="15231"/>
                </a:cubicBezTo>
                <a:cubicBezTo>
                  <a:pt x="14340" y="14632"/>
                  <a:pt x="14788" y="13914"/>
                  <a:pt x="15092" y="13079"/>
                </a:cubicBezTo>
                <a:cubicBezTo>
                  <a:pt x="15395" y="12243"/>
                  <a:pt x="15547" y="11336"/>
                  <a:pt x="15547" y="10357"/>
                </a:cubicBezTo>
                <a:close/>
                <a:moveTo>
                  <a:pt x="51347" y="31627"/>
                </a:moveTo>
                <a:cubicBezTo>
                  <a:pt x="51482" y="31998"/>
                  <a:pt x="51554" y="32298"/>
                  <a:pt x="51563" y="32525"/>
                </a:cubicBezTo>
                <a:cubicBezTo>
                  <a:pt x="51571" y="32753"/>
                  <a:pt x="51508" y="32926"/>
                  <a:pt x="51373" y="33045"/>
                </a:cubicBezTo>
                <a:cubicBezTo>
                  <a:pt x="51238" y="33163"/>
                  <a:pt x="51014" y="33239"/>
                  <a:pt x="50702" y="33272"/>
                </a:cubicBezTo>
                <a:cubicBezTo>
                  <a:pt x="50389" y="33306"/>
                  <a:pt x="49972" y="33323"/>
                  <a:pt x="49448" y="33323"/>
                </a:cubicBezTo>
                <a:cubicBezTo>
                  <a:pt x="48925" y="33323"/>
                  <a:pt x="48507" y="33310"/>
                  <a:pt x="48195" y="33285"/>
                </a:cubicBezTo>
                <a:cubicBezTo>
                  <a:pt x="47882" y="33260"/>
                  <a:pt x="47646" y="33218"/>
                  <a:pt x="47486" y="33159"/>
                </a:cubicBezTo>
                <a:cubicBezTo>
                  <a:pt x="47325" y="33099"/>
                  <a:pt x="47207" y="33019"/>
                  <a:pt x="47131" y="32918"/>
                </a:cubicBezTo>
                <a:cubicBezTo>
                  <a:pt x="47055" y="32817"/>
                  <a:pt x="46984" y="32690"/>
                  <a:pt x="46916" y="32538"/>
                </a:cubicBezTo>
                <a:lnTo>
                  <a:pt x="44105" y="24562"/>
                </a:lnTo>
                <a:lnTo>
                  <a:pt x="30482" y="24562"/>
                </a:lnTo>
                <a:lnTo>
                  <a:pt x="27798" y="32437"/>
                </a:lnTo>
                <a:cubicBezTo>
                  <a:pt x="27748" y="32589"/>
                  <a:pt x="27680" y="32720"/>
                  <a:pt x="27596" y="32829"/>
                </a:cubicBezTo>
                <a:cubicBezTo>
                  <a:pt x="27511" y="32939"/>
                  <a:pt x="27389" y="33032"/>
                  <a:pt x="27229" y="33108"/>
                </a:cubicBezTo>
                <a:cubicBezTo>
                  <a:pt x="27068" y="33184"/>
                  <a:pt x="26840" y="33239"/>
                  <a:pt x="26545" y="33272"/>
                </a:cubicBezTo>
                <a:cubicBezTo>
                  <a:pt x="26249" y="33306"/>
                  <a:pt x="25865" y="33323"/>
                  <a:pt x="25393" y="33323"/>
                </a:cubicBezTo>
                <a:cubicBezTo>
                  <a:pt x="24903" y="33323"/>
                  <a:pt x="24502" y="33302"/>
                  <a:pt x="24190" y="33260"/>
                </a:cubicBezTo>
                <a:cubicBezTo>
                  <a:pt x="23878" y="33218"/>
                  <a:pt x="23658" y="33137"/>
                  <a:pt x="23532" y="33019"/>
                </a:cubicBezTo>
                <a:cubicBezTo>
                  <a:pt x="23405" y="32901"/>
                  <a:pt x="23346" y="32728"/>
                  <a:pt x="23354" y="32500"/>
                </a:cubicBezTo>
                <a:cubicBezTo>
                  <a:pt x="23363" y="32272"/>
                  <a:pt x="23435" y="31973"/>
                  <a:pt x="23570" y="31601"/>
                </a:cubicBezTo>
                <a:lnTo>
                  <a:pt x="34559" y="1165"/>
                </a:lnTo>
                <a:cubicBezTo>
                  <a:pt x="34627" y="979"/>
                  <a:pt x="34715" y="827"/>
                  <a:pt x="34825" y="709"/>
                </a:cubicBezTo>
                <a:cubicBezTo>
                  <a:pt x="34935" y="591"/>
                  <a:pt x="35095" y="498"/>
                  <a:pt x="35306" y="430"/>
                </a:cubicBezTo>
                <a:cubicBezTo>
                  <a:pt x="35517" y="363"/>
                  <a:pt x="35787" y="317"/>
                  <a:pt x="36116" y="291"/>
                </a:cubicBezTo>
                <a:cubicBezTo>
                  <a:pt x="36446" y="266"/>
                  <a:pt x="36863" y="253"/>
                  <a:pt x="37370" y="253"/>
                </a:cubicBezTo>
                <a:cubicBezTo>
                  <a:pt x="37910" y="253"/>
                  <a:pt x="38357" y="266"/>
                  <a:pt x="38712" y="291"/>
                </a:cubicBezTo>
                <a:cubicBezTo>
                  <a:pt x="39066" y="317"/>
                  <a:pt x="39353" y="363"/>
                  <a:pt x="39573" y="430"/>
                </a:cubicBezTo>
                <a:cubicBezTo>
                  <a:pt x="39792" y="498"/>
                  <a:pt x="39961" y="595"/>
                  <a:pt x="40079" y="722"/>
                </a:cubicBezTo>
                <a:cubicBezTo>
                  <a:pt x="40197" y="848"/>
                  <a:pt x="40290" y="1004"/>
                  <a:pt x="40358" y="1190"/>
                </a:cubicBezTo>
                <a:lnTo>
                  <a:pt x="51347" y="31627"/>
                </a:lnTo>
                <a:moveTo>
                  <a:pt x="37243" y="4760"/>
                </a:moveTo>
                <a:lnTo>
                  <a:pt x="37218" y="4760"/>
                </a:lnTo>
                <a:lnTo>
                  <a:pt x="31571" y="21093"/>
                </a:lnTo>
                <a:lnTo>
                  <a:pt x="42966" y="21093"/>
                </a:lnTo>
                <a:lnTo>
                  <a:pt x="37243" y="4760"/>
                </a:lnTo>
                <a:close/>
                <a:moveTo>
                  <a:pt x="77528" y="2279"/>
                </a:moveTo>
                <a:cubicBezTo>
                  <a:pt x="77528" y="2600"/>
                  <a:pt x="77511" y="2878"/>
                  <a:pt x="77477" y="3115"/>
                </a:cubicBezTo>
                <a:cubicBezTo>
                  <a:pt x="77444" y="3351"/>
                  <a:pt x="77389" y="3541"/>
                  <a:pt x="77313" y="3684"/>
                </a:cubicBezTo>
                <a:cubicBezTo>
                  <a:pt x="77237" y="3828"/>
                  <a:pt x="77144" y="3933"/>
                  <a:pt x="77034" y="4001"/>
                </a:cubicBezTo>
                <a:cubicBezTo>
                  <a:pt x="76925" y="4068"/>
                  <a:pt x="76802" y="4102"/>
                  <a:pt x="76667" y="4102"/>
                </a:cubicBezTo>
                <a:lnTo>
                  <a:pt x="67450" y="4102"/>
                </a:lnTo>
                <a:lnTo>
                  <a:pt x="67450" y="32513"/>
                </a:lnTo>
                <a:cubicBezTo>
                  <a:pt x="67450" y="32648"/>
                  <a:pt x="67416" y="32766"/>
                  <a:pt x="67349" y="32867"/>
                </a:cubicBezTo>
                <a:cubicBezTo>
                  <a:pt x="67281" y="32969"/>
                  <a:pt x="67163" y="33049"/>
                  <a:pt x="66994" y="33108"/>
                </a:cubicBezTo>
                <a:cubicBezTo>
                  <a:pt x="66826" y="33167"/>
                  <a:pt x="66602" y="33218"/>
                  <a:pt x="66323" y="33260"/>
                </a:cubicBezTo>
                <a:cubicBezTo>
                  <a:pt x="66045" y="33302"/>
                  <a:pt x="65695" y="33323"/>
                  <a:pt x="65273" y="33323"/>
                </a:cubicBezTo>
                <a:cubicBezTo>
                  <a:pt x="64867" y="33323"/>
                  <a:pt x="64521" y="33302"/>
                  <a:pt x="64234" y="33260"/>
                </a:cubicBezTo>
                <a:cubicBezTo>
                  <a:pt x="63947" y="33218"/>
                  <a:pt x="63719" y="33167"/>
                  <a:pt x="63551" y="33108"/>
                </a:cubicBezTo>
                <a:cubicBezTo>
                  <a:pt x="63382" y="33049"/>
                  <a:pt x="63264" y="32969"/>
                  <a:pt x="63196" y="32867"/>
                </a:cubicBezTo>
                <a:cubicBezTo>
                  <a:pt x="63129" y="32766"/>
                  <a:pt x="63095" y="32648"/>
                  <a:pt x="63095" y="32513"/>
                </a:cubicBezTo>
                <a:lnTo>
                  <a:pt x="63095" y="4102"/>
                </a:lnTo>
                <a:lnTo>
                  <a:pt x="53878" y="4102"/>
                </a:lnTo>
                <a:cubicBezTo>
                  <a:pt x="53743" y="4102"/>
                  <a:pt x="53620" y="4068"/>
                  <a:pt x="53511" y="4001"/>
                </a:cubicBezTo>
                <a:cubicBezTo>
                  <a:pt x="53401" y="3933"/>
                  <a:pt x="53312" y="3828"/>
                  <a:pt x="53245" y="3684"/>
                </a:cubicBezTo>
                <a:cubicBezTo>
                  <a:pt x="53177" y="3541"/>
                  <a:pt x="53122" y="3351"/>
                  <a:pt x="53080" y="3115"/>
                </a:cubicBezTo>
                <a:cubicBezTo>
                  <a:pt x="53038" y="2878"/>
                  <a:pt x="53017" y="2600"/>
                  <a:pt x="53017" y="2279"/>
                </a:cubicBezTo>
                <a:cubicBezTo>
                  <a:pt x="53017" y="1958"/>
                  <a:pt x="53038" y="1675"/>
                  <a:pt x="53080" y="1431"/>
                </a:cubicBezTo>
                <a:cubicBezTo>
                  <a:pt x="53122" y="1186"/>
                  <a:pt x="53177" y="988"/>
                  <a:pt x="53245" y="836"/>
                </a:cubicBezTo>
                <a:cubicBezTo>
                  <a:pt x="53312" y="684"/>
                  <a:pt x="53401" y="574"/>
                  <a:pt x="53511" y="506"/>
                </a:cubicBezTo>
                <a:cubicBezTo>
                  <a:pt x="53620" y="439"/>
                  <a:pt x="53743" y="405"/>
                  <a:pt x="53878" y="405"/>
                </a:cubicBezTo>
                <a:lnTo>
                  <a:pt x="76667" y="405"/>
                </a:lnTo>
                <a:cubicBezTo>
                  <a:pt x="76802" y="405"/>
                  <a:pt x="76925" y="439"/>
                  <a:pt x="77034" y="506"/>
                </a:cubicBezTo>
                <a:cubicBezTo>
                  <a:pt x="77144" y="574"/>
                  <a:pt x="77237" y="684"/>
                  <a:pt x="77313" y="836"/>
                </a:cubicBezTo>
                <a:cubicBezTo>
                  <a:pt x="77389" y="988"/>
                  <a:pt x="77444" y="1186"/>
                  <a:pt x="77477" y="1431"/>
                </a:cubicBezTo>
                <a:cubicBezTo>
                  <a:pt x="77511" y="1675"/>
                  <a:pt x="77528" y="1958"/>
                  <a:pt x="77528" y="2279"/>
                </a:cubicBezTo>
                <a:close/>
                <a:moveTo>
                  <a:pt x="103762" y="28512"/>
                </a:moveTo>
                <a:cubicBezTo>
                  <a:pt x="103762" y="28782"/>
                  <a:pt x="103754" y="29018"/>
                  <a:pt x="103737" y="29221"/>
                </a:cubicBezTo>
                <a:cubicBezTo>
                  <a:pt x="103720" y="29424"/>
                  <a:pt x="103690" y="29601"/>
                  <a:pt x="103648" y="29753"/>
                </a:cubicBezTo>
                <a:cubicBezTo>
                  <a:pt x="103606" y="29905"/>
                  <a:pt x="103551" y="30040"/>
                  <a:pt x="103484" y="30158"/>
                </a:cubicBezTo>
                <a:cubicBezTo>
                  <a:pt x="103416" y="30276"/>
                  <a:pt x="103298" y="30420"/>
                  <a:pt x="103129" y="30591"/>
                </a:cubicBezTo>
                <a:cubicBezTo>
                  <a:pt x="102960" y="30761"/>
                  <a:pt x="102606" y="31020"/>
                  <a:pt x="102066" y="31369"/>
                </a:cubicBezTo>
                <a:cubicBezTo>
                  <a:pt x="101525" y="31717"/>
                  <a:pt x="100854" y="32058"/>
                  <a:pt x="100053" y="32389"/>
                </a:cubicBezTo>
                <a:cubicBezTo>
                  <a:pt x="99251" y="32721"/>
                  <a:pt x="98331" y="33002"/>
                  <a:pt x="97293" y="33231"/>
                </a:cubicBezTo>
                <a:cubicBezTo>
                  <a:pt x="96254" y="33461"/>
                  <a:pt x="95119" y="33576"/>
                  <a:pt x="93887" y="33576"/>
                </a:cubicBezTo>
                <a:cubicBezTo>
                  <a:pt x="91760" y="33576"/>
                  <a:pt x="89840" y="33222"/>
                  <a:pt x="88126" y="32513"/>
                </a:cubicBezTo>
                <a:cubicBezTo>
                  <a:pt x="86413" y="31804"/>
                  <a:pt x="84953" y="30757"/>
                  <a:pt x="83746" y="29373"/>
                </a:cubicBezTo>
                <a:cubicBezTo>
                  <a:pt x="82539" y="27989"/>
                  <a:pt x="81610" y="26280"/>
                  <a:pt x="80960" y="24245"/>
                </a:cubicBezTo>
                <a:cubicBezTo>
                  <a:pt x="80310" y="22211"/>
                  <a:pt x="79985" y="19869"/>
                  <a:pt x="79985" y="17219"/>
                </a:cubicBezTo>
                <a:cubicBezTo>
                  <a:pt x="79985" y="14501"/>
                  <a:pt x="80336" y="12078"/>
                  <a:pt x="81036" y="9951"/>
                </a:cubicBezTo>
                <a:cubicBezTo>
                  <a:pt x="81737" y="7824"/>
                  <a:pt x="82720" y="6022"/>
                  <a:pt x="83986" y="4545"/>
                </a:cubicBezTo>
                <a:cubicBezTo>
                  <a:pt x="85252" y="3068"/>
                  <a:pt x="86767" y="1941"/>
                  <a:pt x="88531" y="1165"/>
                </a:cubicBezTo>
                <a:cubicBezTo>
                  <a:pt x="90295" y="388"/>
                  <a:pt x="92249" y="0"/>
                  <a:pt x="94393" y="0"/>
                </a:cubicBezTo>
                <a:cubicBezTo>
                  <a:pt x="95339" y="0"/>
                  <a:pt x="96259" y="89"/>
                  <a:pt x="97153" y="268"/>
                </a:cubicBezTo>
                <a:cubicBezTo>
                  <a:pt x="98048" y="447"/>
                  <a:pt x="98875" y="673"/>
                  <a:pt x="99635" y="945"/>
                </a:cubicBezTo>
                <a:cubicBezTo>
                  <a:pt x="100394" y="1217"/>
                  <a:pt x="101070" y="1532"/>
                  <a:pt x="101661" y="1890"/>
                </a:cubicBezTo>
                <a:cubicBezTo>
                  <a:pt x="102251" y="2247"/>
                  <a:pt x="102661" y="2540"/>
                  <a:pt x="102889" y="2770"/>
                </a:cubicBezTo>
                <a:cubicBezTo>
                  <a:pt x="103117" y="3000"/>
                  <a:pt x="103264" y="3174"/>
                  <a:pt x="103332" y="3292"/>
                </a:cubicBezTo>
                <a:cubicBezTo>
                  <a:pt x="103399" y="3410"/>
                  <a:pt x="103454" y="3549"/>
                  <a:pt x="103496" y="3710"/>
                </a:cubicBezTo>
                <a:cubicBezTo>
                  <a:pt x="103539" y="3870"/>
                  <a:pt x="103572" y="4060"/>
                  <a:pt x="103598" y="4279"/>
                </a:cubicBezTo>
                <a:cubicBezTo>
                  <a:pt x="103623" y="4499"/>
                  <a:pt x="103636" y="4760"/>
                  <a:pt x="103636" y="5064"/>
                </a:cubicBezTo>
                <a:cubicBezTo>
                  <a:pt x="103636" y="5402"/>
                  <a:pt x="103619" y="5689"/>
                  <a:pt x="103585" y="5925"/>
                </a:cubicBezTo>
                <a:cubicBezTo>
                  <a:pt x="103551" y="6162"/>
                  <a:pt x="103501" y="6360"/>
                  <a:pt x="103433" y="6520"/>
                </a:cubicBezTo>
                <a:cubicBezTo>
                  <a:pt x="103365" y="6681"/>
                  <a:pt x="103285" y="6799"/>
                  <a:pt x="103192" y="6875"/>
                </a:cubicBezTo>
                <a:cubicBezTo>
                  <a:pt x="103100" y="6951"/>
                  <a:pt x="102986" y="6989"/>
                  <a:pt x="102851" y="6989"/>
                </a:cubicBezTo>
                <a:cubicBezTo>
                  <a:pt x="102614" y="6989"/>
                  <a:pt x="102285" y="6823"/>
                  <a:pt x="101863" y="6491"/>
                </a:cubicBezTo>
                <a:cubicBezTo>
                  <a:pt x="101441" y="6159"/>
                  <a:pt x="100897" y="5793"/>
                  <a:pt x="100230" y="5393"/>
                </a:cubicBezTo>
                <a:cubicBezTo>
                  <a:pt x="99563" y="4994"/>
                  <a:pt x="98753" y="4628"/>
                  <a:pt x="97799" y="4296"/>
                </a:cubicBezTo>
                <a:cubicBezTo>
                  <a:pt x="96845" y="3964"/>
                  <a:pt x="95702" y="3798"/>
                  <a:pt x="94368" y="3798"/>
                </a:cubicBezTo>
                <a:cubicBezTo>
                  <a:pt x="92916" y="3798"/>
                  <a:pt x="91595" y="4089"/>
                  <a:pt x="90405" y="4672"/>
                </a:cubicBezTo>
                <a:cubicBezTo>
                  <a:pt x="89215" y="5254"/>
                  <a:pt x="88198" y="6111"/>
                  <a:pt x="87354" y="7242"/>
                </a:cubicBezTo>
                <a:cubicBezTo>
                  <a:pt x="86510" y="8373"/>
                  <a:pt x="85856" y="9753"/>
                  <a:pt x="85391" y="11382"/>
                </a:cubicBezTo>
                <a:cubicBezTo>
                  <a:pt x="84927" y="13011"/>
                  <a:pt x="84695" y="14872"/>
                  <a:pt x="84695" y="16965"/>
                </a:cubicBezTo>
                <a:cubicBezTo>
                  <a:pt x="84695" y="19042"/>
                  <a:pt x="84919" y="20878"/>
                  <a:pt x="85366" y="22473"/>
                </a:cubicBezTo>
                <a:cubicBezTo>
                  <a:pt x="85813" y="24068"/>
                  <a:pt x="86455" y="25402"/>
                  <a:pt x="87291" y="26474"/>
                </a:cubicBezTo>
                <a:cubicBezTo>
                  <a:pt x="88126" y="27546"/>
                  <a:pt x="89152" y="28356"/>
                  <a:pt x="90367" y="28905"/>
                </a:cubicBezTo>
                <a:cubicBezTo>
                  <a:pt x="91583" y="29453"/>
                  <a:pt x="92958" y="29727"/>
                  <a:pt x="94495" y="29727"/>
                </a:cubicBezTo>
                <a:cubicBezTo>
                  <a:pt x="95794" y="29727"/>
                  <a:pt x="96930" y="29566"/>
                  <a:pt x="97900" y="29242"/>
                </a:cubicBezTo>
                <a:cubicBezTo>
                  <a:pt x="98871" y="28919"/>
                  <a:pt x="99698" y="28557"/>
                  <a:pt x="100382" y="28158"/>
                </a:cubicBezTo>
                <a:cubicBezTo>
                  <a:pt x="101065" y="27758"/>
                  <a:pt x="101627" y="27396"/>
                  <a:pt x="102066" y="27073"/>
                </a:cubicBezTo>
                <a:cubicBezTo>
                  <a:pt x="102505" y="26749"/>
                  <a:pt x="102851" y="26588"/>
                  <a:pt x="103104" y="26588"/>
                </a:cubicBezTo>
                <a:cubicBezTo>
                  <a:pt x="103222" y="26588"/>
                  <a:pt x="103323" y="26613"/>
                  <a:pt x="103408" y="26664"/>
                </a:cubicBezTo>
                <a:cubicBezTo>
                  <a:pt x="103492" y="26714"/>
                  <a:pt x="103560" y="26811"/>
                  <a:pt x="103610" y="26955"/>
                </a:cubicBezTo>
                <a:cubicBezTo>
                  <a:pt x="103661" y="27098"/>
                  <a:pt x="103699" y="27297"/>
                  <a:pt x="103724" y="27550"/>
                </a:cubicBezTo>
                <a:cubicBezTo>
                  <a:pt x="103750" y="27803"/>
                  <a:pt x="103762" y="28124"/>
                  <a:pt x="103762" y="28512"/>
                </a:cubicBezTo>
                <a:close/>
                <a:moveTo>
                  <a:pt x="133436" y="32513"/>
                </a:moveTo>
                <a:cubicBezTo>
                  <a:pt x="133436" y="32648"/>
                  <a:pt x="133402" y="32766"/>
                  <a:pt x="133335" y="32867"/>
                </a:cubicBezTo>
                <a:cubicBezTo>
                  <a:pt x="133267" y="32969"/>
                  <a:pt x="133149" y="33049"/>
                  <a:pt x="132980" y="33108"/>
                </a:cubicBezTo>
                <a:cubicBezTo>
                  <a:pt x="132811" y="33167"/>
                  <a:pt x="132588" y="33218"/>
                  <a:pt x="132309" y="33260"/>
                </a:cubicBezTo>
                <a:cubicBezTo>
                  <a:pt x="132030" y="33302"/>
                  <a:pt x="131689" y="33323"/>
                  <a:pt x="131283" y="33323"/>
                </a:cubicBezTo>
                <a:cubicBezTo>
                  <a:pt x="130845" y="33323"/>
                  <a:pt x="130490" y="33302"/>
                  <a:pt x="130220" y="33260"/>
                </a:cubicBezTo>
                <a:cubicBezTo>
                  <a:pt x="129950" y="33218"/>
                  <a:pt x="129730" y="33167"/>
                  <a:pt x="129562" y="33108"/>
                </a:cubicBezTo>
                <a:cubicBezTo>
                  <a:pt x="129393" y="33049"/>
                  <a:pt x="129275" y="32969"/>
                  <a:pt x="129207" y="32867"/>
                </a:cubicBezTo>
                <a:cubicBezTo>
                  <a:pt x="129140" y="32766"/>
                  <a:pt x="129106" y="32648"/>
                  <a:pt x="129106" y="32513"/>
                </a:cubicBezTo>
                <a:lnTo>
                  <a:pt x="129106" y="17978"/>
                </a:lnTo>
                <a:lnTo>
                  <a:pt x="114191" y="17978"/>
                </a:lnTo>
                <a:lnTo>
                  <a:pt x="114191" y="32513"/>
                </a:lnTo>
                <a:cubicBezTo>
                  <a:pt x="114191" y="32648"/>
                  <a:pt x="114158" y="32766"/>
                  <a:pt x="114090" y="32867"/>
                </a:cubicBezTo>
                <a:cubicBezTo>
                  <a:pt x="114023" y="32969"/>
                  <a:pt x="113904" y="33049"/>
                  <a:pt x="113736" y="33108"/>
                </a:cubicBezTo>
                <a:cubicBezTo>
                  <a:pt x="113567" y="33167"/>
                  <a:pt x="113343" y="33218"/>
                  <a:pt x="113065" y="33260"/>
                </a:cubicBezTo>
                <a:cubicBezTo>
                  <a:pt x="112786" y="33302"/>
                  <a:pt x="112436" y="33323"/>
                  <a:pt x="112014" y="33323"/>
                </a:cubicBezTo>
                <a:cubicBezTo>
                  <a:pt x="111609" y="33323"/>
                  <a:pt x="111263" y="33302"/>
                  <a:pt x="110976" y="33260"/>
                </a:cubicBezTo>
                <a:cubicBezTo>
                  <a:pt x="110689" y="33218"/>
                  <a:pt x="110461" y="33167"/>
                  <a:pt x="110292" y="33108"/>
                </a:cubicBezTo>
                <a:cubicBezTo>
                  <a:pt x="110123" y="33049"/>
                  <a:pt x="110005" y="32969"/>
                  <a:pt x="109937" y="32867"/>
                </a:cubicBezTo>
                <a:cubicBezTo>
                  <a:pt x="109870" y="32766"/>
                  <a:pt x="109836" y="32648"/>
                  <a:pt x="109836" y="32513"/>
                </a:cubicBezTo>
                <a:lnTo>
                  <a:pt x="109836" y="1064"/>
                </a:lnTo>
                <a:cubicBezTo>
                  <a:pt x="109836" y="928"/>
                  <a:pt x="109870" y="810"/>
                  <a:pt x="109937" y="709"/>
                </a:cubicBezTo>
                <a:cubicBezTo>
                  <a:pt x="110005" y="608"/>
                  <a:pt x="110123" y="528"/>
                  <a:pt x="110292" y="468"/>
                </a:cubicBezTo>
                <a:cubicBezTo>
                  <a:pt x="110461" y="409"/>
                  <a:pt x="110689" y="359"/>
                  <a:pt x="110976" y="317"/>
                </a:cubicBezTo>
                <a:cubicBezTo>
                  <a:pt x="111263" y="274"/>
                  <a:pt x="111609" y="253"/>
                  <a:pt x="112014" y="253"/>
                </a:cubicBezTo>
                <a:cubicBezTo>
                  <a:pt x="112436" y="253"/>
                  <a:pt x="112786" y="274"/>
                  <a:pt x="113065" y="317"/>
                </a:cubicBezTo>
                <a:cubicBezTo>
                  <a:pt x="113343" y="359"/>
                  <a:pt x="113567" y="409"/>
                  <a:pt x="113736" y="468"/>
                </a:cubicBezTo>
                <a:cubicBezTo>
                  <a:pt x="113904" y="528"/>
                  <a:pt x="114023" y="608"/>
                  <a:pt x="114090" y="709"/>
                </a:cubicBezTo>
                <a:cubicBezTo>
                  <a:pt x="114158" y="810"/>
                  <a:pt x="114191" y="928"/>
                  <a:pt x="114191" y="1064"/>
                </a:cubicBezTo>
                <a:lnTo>
                  <a:pt x="114191" y="14180"/>
                </a:lnTo>
                <a:lnTo>
                  <a:pt x="129106" y="14180"/>
                </a:lnTo>
                <a:lnTo>
                  <a:pt x="129106" y="1064"/>
                </a:lnTo>
                <a:cubicBezTo>
                  <a:pt x="129106" y="928"/>
                  <a:pt x="129140" y="810"/>
                  <a:pt x="129207" y="709"/>
                </a:cubicBezTo>
                <a:cubicBezTo>
                  <a:pt x="129275" y="608"/>
                  <a:pt x="129393" y="528"/>
                  <a:pt x="129562" y="468"/>
                </a:cubicBezTo>
                <a:cubicBezTo>
                  <a:pt x="129730" y="409"/>
                  <a:pt x="129950" y="359"/>
                  <a:pt x="130220" y="317"/>
                </a:cubicBezTo>
                <a:cubicBezTo>
                  <a:pt x="130490" y="274"/>
                  <a:pt x="130845" y="253"/>
                  <a:pt x="131283" y="253"/>
                </a:cubicBezTo>
                <a:cubicBezTo>
                  <a:pt x="131689" y="253"/>
                  <a:pt x="132030" y="274"/>
                  <a:pt x="132309" y="317"/>
                </a:cubicBezTo>
                <a:cubicBezTo>
                  <a:pt x="132588" y="359"/>
                  <a:pt x="132811" y="409"/>
                  <a:pt x="132980" y="468"/>
                </a:cubicBezTo>
                <a:cubicBezTo>
                  <a:pt x="133149" y="528"/>
                  <a:pt x="133267" y="608"/>
                  <a:pt x="133335" y="709"/>
                </a:cubicBezTo>
                <a:cubicBezTo>
                  <a:pt x="133402" y="810"/>
                  <a:pt x="133436" y="928"/>
                  <a:pt x="133436" y="1064"/>
                </a:cubicBezTo>
                <a:lnTo>
                  <a:pt x="133436" y="32513"/>
                </a:lnTo>
                <a:close/>
                <a:moveTo>
                  <a:pt x="163562" y="40730"/>
                </a:moveTo>
                <a:cubicBezTo>
                  <a:pt x="163562" y="41325"/>
                  <a:pt x="163495" y="41758"/>
                  <a:pt x="163360" y="42031"/>
                </a:cubicBezTo>
                <a:cubicBezTo>
                  <a:pt x="163225" y="42303"/>
                  <a:pt x="163014" y="42439"/>
                  <a:pt x="162727" y="42439"/>
                </a:cubicBezTo>
                <a:lnTo>
                  <a:pt x="138342" y="42439"/>
                </a:lnTo>
                <a:cubicBezTo>
                  <a:pt x="138055" y="42439"/>
                  <a:pt x="137836" y="42311"/>
                  <a:pt x="137684" y="42056"/>
                </a:cubicBezTo>
                <a:cubicBezTo>
                  <a:pt x="137532" y="41801"/>
                  <a:pt x="137456" y="41376"/>
                  <a:pt x="137456" y="40780"/>
                </a:cubicBezTo>
                <a:cubicBezTo>
                  <a:pt x="137456" y="40202"/>
                  <a:pt x="137532" y="39769"/>
                  <a:pt x="137684" y="39479"/>
                </a:cubicBezTo>
                <a:cubicBezTo>
                  <a:pt x="137836" y="39190"/>
                  <a:pt x="138055" y="39046"/>
                  <a:pt x="138342" y="39046"/>
                </a:cubicBezTo>
                <a:lnTo>
                  <a:pt x="162727" y="39046"/>
                </a:lnTo>
                <a:cubicBezTo>
                  <a:pt x="162997" y="39046"/>
                  <a:pt x="163204" y="39182"/>
                  <a:pt x="163347" y="39454"/>
                </a:cubicBezTo>
                <a:cubicBezTo>
                  <a:pt x="163491" y="39726"/>
                  <a:pt x="163562" y="40151"/>
                  <a:pt x="163562" y="40730"/>
                </a:cubicBezTo>
                <a:close/>
                <a:moveTo>
                  <a:pt x="187337" y="2279"/>
                </a:moveTo>
                <a:cubicBezTo>
                  <a:pt x="187337" y="2583"/>
                  <a:pt x="187324" y="2857"/>
                  <a:pt x="187299" y="3102"/>
                </a:cubicBezTo>
                <a:cubicBezTo>
                  <a:pt x="187274" y="3347"/>
                  <a:pt x="187240" y="3583"/>
                  <a:pt x="187198" y="3811"/>
                </a:cubicBezTo>
                <a:cubicBezTo>
                  <a:pt x="187155" y="4039"/>
                  <a:pt x="187096" y="4258"/>
                  <a:pt x="187020" y="4469"/>
                </a:cubicBezTo>
                <a:cubicBezTo>
                  <a:pt x="186944" y="4680"/>
                  <a:pt x="186856" y="4904"/>
                  <a:pt x="186754" y="5140"/>
                </a:cubicBezTo>
                <a:lnTo>
                  <a:pt x="174955" y="32336"/>
                </a:lnTo>
                <a:cubicBezTo>
                  <a:pt x="174870" y="32538"/>
                  <a:pt x="174765" y="32703"/>
                  <a:pt x="174638" y="32829"/>
                </a:cubicBezTo>
                <a:cubicBezTo>
                  <a:pt x="174511" y="32956"/>
                  <a:pt x="174351" y="33057"/>
                  <a:pt x="174157" y="33133"/>
                </a:cubicBezTo>
                <a:cubicBezTo>
                  <a:pt x="173963" y="33209"/>
                  <a:pt x="173714" y="33260"/>
                  <a:pt x="173410" y="33285"/>
                </a:cubicBezTo>
                <a:cubicBezTo>
                  <a:pt x="173106" y="33310"/>
                  <a:pt x="172735" y="33323"/>
                  <a:pt x="172296" y="33323"/>
                </a:cubicBezTo>
                <a:cubicBezTo>
                  <a:pt x="171722" y="33323"/>
                  <a:pt x="171275" y="33298"/>
                  <a:pt x="170954" y="33247"/>
                </a:cubicBezTo>
                <a:cubicBezTo>
                  <a:pt x="170633" y="33197"/>
                  <a:pt x="170401" y="33116"/>
                  <a:pt x="170257" y="33007"/>
                </a:cubicBezTo>
                <a:cubicBezTo>
                  <a:pt x="170114" y="32897"/>
                  <a:pt x="170051" y="32762"/>
                  <a:pt x="170068" y="32601"/>
                </a:cubicBezTo>
                <a:cubicBezTo>
                  <a:pt x="170084" y="32441"/>
                  <a:pt x="170143" y="32251"/>
                  <a:pt x="170245" y="32032"/>
                </a:cubicBezTo>
                <a:lnTo>
                  <a:pt x="182652" y="4229"/>
                </a:lnTo>
                <a:lnTo>
                  <a:pt x="166928" y="4229"/>
                </a:lnTo>
                <a:cubicBezTo>
                  <a:pt x="166607" y="4229"/>
                  <a:pt x="166366" y="4060"/>
                  <a:pt x="166206" y="3722"/>
                </a:cubicBezTo>
                <a:cubicBezTo>
                  <a:pt x="166046" y="3385"/>
                  <a:pt x="165965" y="2912"/>
                  <a:pt x="165965" y="2304"/>
                </a:cubicBezTo>
                <a:cubicBezTo>
                  <a:pt x="165965" y="1984"/>
                  <a:pt x="165987" y="1705"/>
                  <a:pt x="166029" y="1469"/>
                </a:cubicBezTo>
                <a:cubicBezTo>
                  <a:pt x="166071" y="1232"/>
                  <a:pt x="166134" y="1034"/>
                  <a:pt x="166219" y="874"/>
                </a:cubicBezTo>
                <a:cubicBezTo>
                  <a:pt x="166303" y="713"/>
                  <a:pt x="166404" y="595"/>
                  <a:pt x="166523" y="519"/>
                </a:cubicBezTo>
                <a:cubicBezTo>
                  <a:pt x="166641" y="443"/>
                  <a:pt x="166776" y="405"/>
                  <a:pt x="166928" y="405"/>
                </a:cubicBezTo>
                <a:lnTo>
                  <a:pt x="186020" y="405"/>
                </a:lnTo>
                <a:cubicBezTo>
                  <a:pt x="186256" y="405"/>
                  <a:pt x="186463" y="430"/>
                  <a:pt x="186640" y="481"/>
                </a:cubicBezTo>
                <a:cubicBezTo>
                  <a:pt x="186818" y="532"/>
                  <a:pt x="186953" y="633"/>
                  <a:pt x="187046" y="785"/>
                </a:cubicBezTo>
                <a:cubicBezTo>
                  <a:pt x="187138" y="937"/>
                  <a:pt x="187210" y="1131"/>
                  <a:pt x="187261" y="1367"/>
                </a:cubicBezTo>
                <a:cubicBezTo>
                  <a:pt x="187311" y="1604"/>
                  <a:pt x="187337" y="1908"/>
                  <a:pt x="187337" y="22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a922df21d4675"/>
          <a:stretch xmlns:a="http://schemas.openxmlformats.org/drawingml/2006/main"/>
        </p:blipFill>
        <p:spPr>
          <a:xfrm xmlns:a="http://schemas.openxmlformats.org/drawingml/2006/main">
            <a:off x="369659" y="9147578"/>
            <a:ext cx="437694" cy="197271"/>
          </a:xfrm>
          <a:prstGeom xmlns:a="http://schemas.openxmlformats.org/drawingml/2006/main" prst="rect">
            <a:avLst/>
          </a:prstGeom>
        </p:spPr>
      </p:pic>
      <p:pic>
        <p:nvPicPr>
          <p:cNvPr id="6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65f29a7704c2d"/>
          <a:stretch xmlns:a="http://schemas.openxmlformats.org/drawingml/2006/main"/>
        </p:blipFill>
        <p:spPr>
          <a:xfrm xmlns:a="http://schemas.openxmlformats.org/drawingml/2006/main">
            <a:off x="418406" y="9162845"/>
            <a:ext cx="340183" cy="182241"/>
          </a:xfrm>
          <a:prstGeom xmlns:a="http://schemas.openxmlformats.org/drawingml/2006/main" prst="rect">
            <a:avLst/>
          </a:prstGeom>
        </p:spPr>
      </p:pic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C3964E-9BAB-46BD-86BD-4B30AD56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92" y="9157345"/>
            <a:ext cx="367504" cy="128695"/>
          </a:xfrm>
          <a:custGeom xmlns:a="http://schemas.openxmlformats.org/drawingml/2006/main">
            <a:pathLst>
              <a:path w="367504" h="128695">
                <a:moveTo>
                  <a:pt x="0" y="21435"/>
                </a:moveTo>
                <a:cubicBezTo>
                  <a:pt x="0" y="9594"/>
                  <a:pt x="9594" y="0"/>
                  <a:pt x="21435" y="0"/>
                </a:cubicBezTo>
                <a:lnTo>
                  <a:pt x="346069" y="0"/>
                </a:lnTo>
                <a:cubicBezTo>
                  <a:pt x="357910" y="0"/>
                  <a:pt x="367504" y="9594"/>
                  <a:pt x="367504" y="21435"/>
                </a:cubicBezTo>
                <a:lnTo>
                  <a:pt x="367504" y="107261"/>
                </a:lnTo>
                <a:cubicBezTo>
                  <a:pt x="367504" y="119102"/>
                  <a:pt x="357910" y="128695"/>
                  <a:pt x="346069" y="128695"/>
                </a:cubicBezTo>
                <a:lnTo>
                  <a:pt x="21435" y="128695"/>
                </a:lnTo>
                <a:cubicBezTo>
                  <a:pt x="9594" y="128695"/>
                  <a:pt x="0" y="119102"/>
                  <a:pt x="0" y="107261"/>
                </a:cubicBezTo>
                <a:lnTo>
                  <a:pt x="0" y="21435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Text PATCH_8">
            <a:extLst xmlns:a="http://schemas.openxmlformats.org/drawingml/2006/main">
              <a:ext uri="{FF2B5EF4-FFF2-40B4-BE49-F238E27FC236}">
                <a16:creationId xmlns:a16="http://schemas.microsoft.com/office/drawing/2014/main" id="{1DEB8167-FC52-4EEE-ADEC-DC83A14E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00" y="9205350"/>
            <a:ext cx="200992" cy="44347"/>
          </a:xfrm>
          <a:custGeom xmlns:a="http://schemas.openxmlformats.org/drawingml/2006/main">
            <a:pathLst>
              <a:path w="200992" h="44347">
                <a:moveTo>
                  <a:pt x="23332" y="10969"/>
                </a:moveTo>
                <a:cubicBezTo>
                  <a:pt x="23332" y="12881"/>
                  <a:pt x="23034" y="14573"/>
                  <a:pt x="22437" y="16046"/>
                </a:cubicBezTo>
                <a:cubicBezTo>
                  <a:pt x="21840" y="17519"/>
                  <a:pt x="20971" y="18760"/>
                  <a:pt x="19830" y="19768"/>
                </a:cubicBezTo>
                <a:cubicBezTo>
                  <a:pt x="18689" y="20776"/>
                  <a:pt x="17289" y="21543"/>
                  <a:pt x="15629" y="22069"/>
                </a:cubicBezTo>
                <a:cubicBezTo>
                  <a:pt x="13970" y="22595"/>
                  <a:pt x="12017" y="22858"/>
                  <a:pt x="9770" y="22858"/>
                </a:cubicBezTo>
                <a:lnTo>
                  <a:pt x="6926" y="22858"/>
                </a:lnTo>
                <a:lnTo>
                  <a:pt x="6926" y="33758"/>
                </a:lnTo>
                <a:cubicBezTo>
                  <a:pt x="6926" y="33934"/>
                  <a:pt x="6869" y="34093"/>
                  <a:pt x="6755" y="34234"/>
                </a:cubicBezTo>
                <a:cubicBezTo>
                  <a:pt x="6641" y="34374"/>
                  <a:pt x="6452" y="34489"/>
                  <a:pt x="6189" y="34577"/>
                </a:cubicBezTo>
                <a:cubicBezTo>
                  <a:pt x="5925" y="34665"/>
                  <a:pt x="5574" y="34735"/>
                  <a:pt x="5135" y="34788"/>
                </a:cubicBezTo>
                <a:cubicBezTo>
                  <a:pt x="4696" y="34840"/>
                  <a:pt x="4134" y="34867"/>
                  <a:pt x="3450" y="34867"/>
                </a:cubicBezTo>
                <a:cubicBezTo>
                  <a:pt x="2783" y="34867"/>
                  <a:pt x="2225" y="34840"/>
                  <a:pt x="1778" y="34788"/>
                </a:cubicBezTo>
                <a:cubicBezTo>
                  <a:pt x="1330" y="34735"/>
                  <a:pt x="974" y="34665"/>
                  <a:pt x="711" y="34577"/>
                </a:cubicBezTo>
                <a:cubicBezTo>
                  <a:pt x="448" y="34489"/>
                  <a:pt x="263" y="34375"/>
                  <a:pt x="158" y="34235"/>
                </a:cubicBezTo>
                <a:cubicBezTo>
                  <a:pt x="53" y="34094"/>
                  <a:pt x="0" y="33936"/>
                  <a:pt x="0" y="33761"/>
                </a:cubicBezTo>
                <a:lnTo>
                  <a:pt x="0" y="3107"/>
                </a:lnTo>
                <a:cubicBezTo>
                  <a:pt x="0" y="2282"/>
                  <a:pt x="215" y="1663"/>
                  <a:pt x="645" y="1251"/>
                </a:cubicBezTo>
                <a:cubicBezTo>
                  <a:pt x="1075" y="838"/>
                  <a:pt x="1642" y="632"/>
                  <a:pt x="2344" y="632"/>
                </a:cubicBezTo>
                <a:lnTo>
                  <a:pt x="10376" y="632"/>
                </a:lnTo>
                <a:cubicBezTo>
                  <a:pt x="11183" y="632"/>
                  <a:pt x="11951" y="663"/>
                  <a:pt x="12680" y="724"/>
                </a:cubicBezTo>
                <a:cubicBezTo>
                  <a:pt x="13409" y="786"/>
                  <a:pt x="14282" y="917"/>
                  <a:pt x="15300" y="1119"/>
                </a:cubicBezTo>
                <a:cubicBezTo>
                  <a:pt x="16319" y="1321"/>
                  <a:pt x="17350" y="1693"/>
                  <a:pt x="18395" y="2237"/>
                </a:cubicBezTo>
                <a:cubicBezTo>
                  <a:pt x="19439" y="2780"/>
                  <a:pt x="20330" y="3469"/>
                  <a:pt x="21068" y="4302"/>
                </a:cubicBezTo>
                <a:cubicBezTo>
                  <a:pt x="21805" y="5134"/>
                  <a:pt x="22367" y="6108"/>
                  <a:pt x="22753" y="7221"/>
                </a:cubicBezTo>
                <a:cubicBezTo>
                  <a:pt x="23139" y="8335"/>
                  <a:pt x="23332" y="9584"/>
                  <a:pt x="23332" y="10969"/>
                </a:cubicBezTo>
                <a:moveTo>
                  <a:pt x="16090" y="11470"/>
                </a:moveTo>
                <a:cubicBezTo>
                  <a:pt x="16090" y="10285"/>
                  <a:pt x="15880" y="9308"/>
                  <a:pt x="15458" y="8541"/>
                </a:cubicBezTo>
                <a:cubicBezTo>
                  <a:pt x="15037" y="7774"/>
                  <a:pt x="14519" y="7207"/>
                  <a:pt x="13905" y="6841"/>
                </a:cubicBezTo>
                <a:cubicBezTo>
                  <a:pt x="13290" y="6475"/>
                  <a:pt x="12645" y="6244"/>
                  <a:pt x="11969" y="6148"/>
                </a:cubicBezTo>
                <a:cubicBezTo>
                  <a:pt x="11293" y="6052"/>
                  <a:pt x="10595" y="6004"/>
                  <a:pt x="9875" y="6004"/>
                </a:cubicBezTo>
                <a:lnTo>
                  <a:pt x="6926" y="6004"/>
                </a:lnTo>
                <a:lnTo>
                  <a:pt x="6926" y="17486"/>
                </a:lnTo>
                <a:lnTo>
                  <a:pt x="10033" y="17486"/>
                </a:lnTo>
                <a:cubicBezTo>
                  <a:pt x="11139" y="17486"/>
                  <a:pt x="12066" y="17338"/>
                  <a:pt x="12812" y="17042"/>
                </a:cubicBezTo>
                <a:cubicBezTo>
                  <a:pt x="13558" y="16745"/>
                  <a:pt x="14168" y="16331"/>
                  <a:pt x="14642" y="15799"/>
                </a:cubicBezTo>
                <a:cubicBezTo>
                  <a:pt x="15116" y="15267"/>
                  <a:pt x="15476" y="14631"/>
                  <a:pt x="15722" y="13890"/>
                </a:cubicBezTo>
                <a:cubicBezTo>
                  <a:pt x="15967" y="13149"/>
                  <a:pt x="16090" y="12342"/>
                  <a:pt x="16090" y="11470"/>
                </a:cubicBezTo>
                <a:close/>
                <a:moveTo>
                  <a:pt x="56876" y="32128"/>
                </a:moveTo>
                <a:cubicBezTo>
                  <a:pt x="57087" y="32760"/>
                  <a:pt x="57219" y="33260"/>
                  <a:pt x="57271" y="33629"/>
                </a:cubicBezTo>
                <a:cubicBezTo>
                  <a:pt x="57324" y="33998"/>
                  <a:pt x="57254" y="34274"/>
                  <a:pt x="57061" y="34459"/>
                </a:cubicBezTo>
                <a:cubicBezTo>
                  <a:pt x="56868" y="34643"/>
                  <a:pt x="56525" y="34757"/>
                  <a:pt x="56034" y="34801"/>
                </a:cubicBezTo>
                <a:cubicBezTo>
                  <a:pt x="55542" y="34845"/>
                  <a:pt x="54866" y="34867"/>
                  <a:pt x="54006" y="34867"/>
                </a:cubicBezTo>
                <a:cubicBezTo>
                  <a:pt x="53110" y="34867"/>
                  <a:pt x="52413" y="34854"/>
                  <a:pt x="51912" y="34827"/>
                </a:cubicBezTo>
                <a:cubicBezTo>
                  <a:pt x="51412" y="34801"/>
                  <a:pt x="51030" y="34748"/>
                  <a:pt x="50767" y="34669"/>
                </a:cubicBezTo>
                <a:cubicBezTo>
                  <a:pt x="50503" y="34590"/>
                  <a:pt x="50319" y="34480"/>
                  <a:pt x="50214" y="34340"/>
                </a:cubicBezTo>
                <a:cubicBezTo>
                  <a:pt x="50108" y="34200"/>
                  <a:pt x="50021" y="34015"/>
                  <a:pt x="49950" y="33787"/>
                </a:cubicBezTo>
                <a:lnTo>
                  <a:pt x="47659" y="26914"/>
                </a:lnTo>
                <a:lnTo>
                  <a:pt x="34861" y="26914"/>
                </a:lnTo>
                <a:lnTo>
                  <a:pt x="32701" y="33603"/>
                </a:lnTo>
                <a:cubicBezTo>
                  <a:pt x="32631" y="33848"/>
                  <a:pt x="32539" y="34055"/>
                  <a:pt x="32425" y="34222"/>
                </a:cubicBezTo>
                <a:cubicBezTo>
                  <a:pt x="32311" y="34388"/>
                  <a:pt x="32126" y="34520"/>
                  <a:pt x="31872" y="34617"/>
                </a:cubicBezTo>
                <a:cubicBezTo>
                  <a:pt x="31617" y="34713"/>
                  <a:pt x="31257" y="34779"/>
                  <a:pt x="30792" y="34814"/>
                </a:cubicBezTo>
                <a:cubicBezTo>
                  <a:pt x="30327" y="34849"/>
                  <a:pt x="29717" y="34867"/>
                  <a:pt x="28962" y="34867"/>
                </a:cubicBezTo>
                <a:cubicBezTo>
                  <a:pt x="28154" y="34867"/>
                  <a:pt x="27522" y="34840"/>
                  <a:pt x="27066" y="34788"/>
                </a:cubicBezTo>
                <a:cubicBezTo>
                  <a:pt x="26609" y="34735"/>
                  <a:pt x="26293" y="34608"/>
                  <a:pt x="26118" y="34406"/>
                </a:cubicBezTo>
                <a:cubicBezTo>
                  <a:pt x="25942" y="34204"/>
                  <a:pt x="25881" y="33919"/>
                  <a:pt x="25933" y="33550"/>
                </a:cubicBezTo>
                <a:cubicBezTo>
                  <a:pt x="25986" y="33181"/>
                  <a:pt x="26118" y="32690"/>
                  <a:pt x="26328" y="32075"/>
                </a:cubicBezTo>
                <a:lnTo>
                  <a:pt x="36836" y="1843"/>
                </a:lnTo>
                <a:cubicBezTo>
                  <a:pt x="36941" y="1545"/>
                  <a:pt x="37064" y="1304"/>
                  <a:pt x="37205" y="1119"/>
                </a:cubicBezTo>
                <a:cubicBezTo>
                  <a:pt x="37345" y="935"/>
                  <a:pt x="37569" y="794"/>
                  <a:pt x="37876" y="698"/>
                </a:cubicBezTo>
                <a:cubicBezTo>
                  <a:pt x="38183" y="601"/>
                  <a:pt x="38609" y="540"/>
                  <a:pt x="39153" y="514"/>
                </a:cubicBezTo>
                <a:cubicBezTo>
                  <a:pt x="39697" y="487"/>
                  <a:pt x="40417" y="474"/>
                  <a:pt x="41313" y="474"/>
                </a:cubicBezTo>
                <a:cubicBezTo>
                  <a:pt x="42348" y="474"/>
                  <a:pt x="43174" y="487"/>
                  <a:pt x="43788" y="514"/>
                </a:cubicBezTo>
                <a:cubicBezTo>
                  <a:pt x="44403" y="540"/>
                  <a:pt x="44881" y="601"/>
                  <a:pt x="45223" y="698"/>
                </a:cubicBezTo>
                <a:cubicBezTo>
                  <a:pt x="45566" y="794"/>
                  <a:pt x="45811" y="939"/>
                  <a:pt x="45961" y="1132"/>
                </a:cubicBezTo>
                <a:cubicBezTo>
                  <a:pt x="46110" y="1325"/>
                  <a:pt x="46237" y="1589"/>
                  <a:pt x="46343" y="1922"/>
                </a:cubicBezTo>
                <a:lnTo>
                  <a:pt x="56876" y="32128"/>
                </a:lnTo>
                <a:moveTo>
                  <a:pt x="41234" y="7112"/>
                </a:moveTo>
                <a:lnTo>
                  <a:pt x="41207" y="7112"/>
                </a:lnTo>
                <a:lnTo>
                  <a:pt x="36388" y="21594"/>
                </a:lnTo>
                <a:lnTo>
                  <a:pt x="46053" y="21594"/>
                </a:lnTo>
                <a:lnTo>
                  <a:pt x="41234" y="7112"/>
                </a:lnTo>
                <a:close/>
                <a:moveTo>
                  <a:pt x="84750" y="3489"/>
                </a:moveTo>
                <a:cubicBezTo>
                  <a:pt x="84750" y="4001"/>
                  <a:pt x="84729" y="4437"/>
                  <a:pt x="84685" y="4799"/>
                </a:cubicBezTo>
                <a:cubicBezTo>
                  <a:pt x="84641" y="5160"/>
                  <a:pt x="84575" y="5451"/>
                  <a:pt x="84487" y="5672"/>
                </a:cubicBezTo>
                <a:cubicBezTo>
                  <a:pt x="84399" y="5892"/>
                  <a:pt x="84290" y="6056"/>
                  <a:pt x="84158" y="6161"/>
                </a:cubicBezTo>
                <a:cubicBezTo>
                  <a:pt x="84026" y="6267"/>
                  <a:pt x="83881" y="6320"/>
                  <a:pt x="83723" y="6320"/>
                </a:cubicBezTo>
                <a:lnTo>
                  <a:pt x="75191" y="6320"/>
                </a:lnTo>
                <a:lnTo>
                  <a:pt x="75191" y="33762"/>
                </a:lnTo>
                <a:cubicBezTo>
                  <a:pt x="75191" y="33937"/>
                  <a:pt x="75134" y="34095"/>
                  <a:pt x="75020" y="34236"/>
                </a:cubicBezTo>
                <a:cubicBezTo>
                  <a:pt x="74906" y="34375"/>
                  <a:pt x="74717" y="34489"/>
                  <a:pt x="74454" y="34577"/>
                </a:cubicBezTo>
                <a:cubicBezTo>
                  <a:pt x="74190" y="34665"/>
                  <a:pt x="73835" y="34735"/>
                  <a:pt x="73387" y="34788"/>
                </a:cubicBezTo>
                <a:cubicBezTo>
                  <a:pt x="72940" y="34840"/>
                  <a:pt x="72382" y="34867"/>
                  <a:pt x="71715" y="34867"/>
                </a:cubicBezTo>
                <a:cubicBezTo>
                  <a:pt x="71048" y="34867"/>
                  <a:pt x="70490" y="34840"/>
                  <a:pt x="70043" y="34788"/>
                </a:cubicBezTo>
                <a:cubicBezTo>
                  <a:pt x="69595" y="34735"/>
                  <a:pt x="69240" y="34665"/>
                  <a:pt x="68976" y="34577"/>
                </a:cubicBezTo>
                <a:cubicBezTo>
                  <a:pt x="68713" y="34489"/>
                  <a:pt x="68524" y="34375"/>
                  <a:pt x="68410" y="34236"/>
                </a:cubicBezTo>
                <a:cubicBezTo>
                  <a:pt x="68296" y="34095"/>
                  <a:pt x="68239" y="33937"/>
                  <a:pt x="68239" y="33762"/>
                </a:cubicBezTo>
                <a:lnTo>
                  <a:pt x="68239" y="6320"/>
                </a:lnTo>
                <a:lnTo>
                  <a:pt x="59706" y="6320"/>
                </a:lnTo>
                <a:cubicBezTo>
                  <a:pt x="59531" y="6320"/>
                  <a:pt x="59382" y="6267"/>
                  <a:pt x="59259" y="6161"/>
                </a:cubicBezTo>
                <a:cubicBezTo>
                  <a:pt x="59136" y="6056"/>
                  <a:pt x="59031" y="5892"/>
                  <a:pt x="58943" y="5672"/>
                </a:cubicBezTo>
                <a:cubicBezTo>
                  <a:pt x="58855" y="5451"/>
                  <a:pt x="58789" y="5160"/>
                  <a:pt x="58745" y="4799"/>
                </a:cubicBezTo>
                <a:cubicBezTo>
                  <a:pt x="58701" y="4437"/>
                  <a:pt x="58679" y="4001"/>
                  <a:pt x="58679" y="3489"/>
                </a:cubicBezTo>
                <a:cubicBezTo>
                  <a:pt x="58679" y="2960"/>
                  <a:pt x="58701" y="2511"/>
                  <a:pt x="58745" y="2140"/>
                </a:cubicBezTo>
                <a:cubicBezTo>
                  <a:pt x="58789" y="1770"/>
                  <a:pt x="58855" y="1474"/>
                  <a:pt x="58943" y="1254"/>
                </a:cubicBezTo>
                <a:cubicBezTo>
                  <a:pt x="59031" y="1034"/>
                  <a:pt x="59136" y="875"/>
                  <a:pt x="59259" y="778"/>
                </a:cubicBezTo>
                <a:cubicBezTo>
                  <a:pt x="59382" y="681"/>
                  <a:pt x="59531" y="632"/>
                  <a:pt x="59706" y="632"/>
                </a:cubicBezTo>
                <a:lnTo>
                  <a:pt x="83723" y="632"/>
                </a:lnTo>
                <a:cubicBezTo>
                  <a:pt x="83881" y="632"/>
                  <a:pt x="84026" y="681"/>
                  <a:pt x="84158" y="778"/>
                </a:cubicBezTo>
                <a:cubicBezTo>
                  <a:pt x="84290" y="875"/>
                  <a:pt x="84399" y="1034"/>
                  <a:pt x="84487" y="1254"/>
                </a:cubicBezTo>
                <a:cubicBezTo>
                  <a:pt x="84575" y="1474"/>
                  <a:pt x="84641" y="1770"/>
                  <a:pt x="84685" y="2140"/>
                </a:cubicBezTo>
                <a:cubicBezTo>
                  <a:pt x="84729" y="2511"/>
                  <a:pt x="84750" y="2960"/>
                  <a:pt x="84750" y="3489"/>
                </a:cubicBezTo>
                <a:close/>
                <a:moveTo>
                  <a:pt x="112558" y="29521"/>
                </a:moveTo>
                <a:cubicBezTo>
                  <a:pt x="112558" y="29960"/>
                  <a:pt x="112545" y="30333"/>
                  <a:pt x="112519" y="30640"/>
                </a:cubicBezTo>
                <a:cubicBezTo>
                  <a:pt x="112492" y="30947"/>
                  <a:pt x="112453" y="31211"/>
                  <a:pt x="112400" y="31430"/>
                </a:cubicBezTo>
                <a:cubicBezTo>
                  <a:pt x="112348" y="31650"/>
                  <a:pt x="112277" y="31838"/>
                  <a:pt x="112190" y="31996"/>
                </a:cubicBezTo>
                <a:cubicBezTo>
                  <a:pt x="112102" y="32154"/>
                  <a:pt x="111961" y="32336"/>
                  <a:pt x="111768" y="32542"/>
                </a:cubicBezTo>
                <a:cubicBezTo>
                  <a:pt x="111575" y="32747"/>
                  <a:pt x="111202" y="33010"/>
                  <a:pt x="110649" y="33332"/>
                </a:cubicBezTo>
                <a:cubicBezTo>
                  <a:pt x="110096" y="33653"/>
                  <a:pt x="109420" y="33962"/>
                  <a:pt x="108621" y="34257"/>
                </a:cubicBezTo>
                <a:cubicBezTo>
                  <a:pt x="107823" y="34552"/>
                  <a:pt x="106910" y="34797"/>
                  <a:pt x="105883" y="34993"/>
                </a:cubicBezTo>
                <a:cubicBezTo>
                  <a:pt x="104856" y="35190"/>
                  <a:pt x="103745" y="35288"/>
                  <a:pt x="102551" y="35288"/>
                </a:cubicBezTo>
                <a:cubicBezTo>
                  <a:pt x="100216" y="35288"/>
                  <a:pt x="98110" y="34928"/>
                  <a:pt x="96231" y="34207"/>
                </a:cubicBezTo>
                <a:cubicBezTo>
                  <a:pt x="94352" y="33486"/>
                  <a:pt x="92755" y="32409"/>
                  <a:pt x="91438" y="30976"/>
                </a:cubicBezTo>
                <a:cubicBezTo>
                  <a:pt x="90121" y="29543"/>
                  <a:pt x="89112" y="27754"/>
                  <a:pt x="88410" y="25609"/>
                </a:cubicBezTo>
                <a:cubicBezTo>
                  <a:pt x="87707" y="23464"/>
                  <a:pt x="87356" y="20967"/>
                  <a:pt x="87356" y="18119"/>
                </a:cubicBezTo>
                <a:cubicBezTo>
                  <a:pt x="87356" y="15218"/>
                  <a:pt x="87743" y="12642"/>
                  <a:pt x="88515" y="10391"/>
                </a:cubicBezTo>
                <a:cubicBezTo>
                  <a:pt x="89287" y="8141"/>
                  <a:pt x="90367" y="6251"/>
                  <a:pt x="91754" y="4721"/>
                </a:cubicBezTo>
                <a:cubicBezTo>
                  <a:pt x="93141" y="3191"/>
                  <a:pt x="94805" y="2030"/>
                  <a:pt x="96745" y="1239"/>
                </a:cubicBezTo>
                <a:cubicBezTo>
                  <a:pt x="98684" y="448"/>
                  <a:pt x="100822" y="53"/>
                  <a:pt x="103157" y="53"/>
                </a:cubicBezTo>
                <a:cubicBezTo>
                  <a:pt x="104105" y="53"/>
                  <a:pt x="105018" y="133"/>
                  <a:pt x="105896" y="294"/>
                </a:cubicBezTo>
                <a:cubicBezTo>
                  <a:pt x="106774" y="455"/>
                  <a:pt x="107586" y="665"/>
                  <a:pt x="108332" y="924"/>
                </a:cubicBezTo>
                <a:cubicBezTo>
                  <a:pt x="109078" y="1183"/>
                  <a:pt x="109749" y="1482"/>
                  <a:pt x="110346" y="1822"/>
                </a:cubicBezTo>
                <a:cubicBezTo>
                  <a:pt x="110943" y="2162"/>
                  <a:pt x="111360" y="2452"/>
                  <a:pt x="111597" y="2694"/>
                </a:cubicBezTo>
                <a:cubicBezTo>
                  <a:pt x="111834" y="2934"/>
                  <a:pt x="111997" y="3134"/>
                  <a:pt x="112084" y="3292"/>
                </a:cubicBezTo>
                <a:cubicBezTo>
                  <a:pt x="112172" y="3450"/>
                  <a:pt x="112242" y="3652"/>
                  <a:pt x="112295" y="3897"/>
                </a:cubicBezTo>
                <a:cubicBezTo>
                  <a:pt x="112348" y="4143"/>
                  <a:pt x="112387" y="4433"/>
                  <a:pt x="112413" y="4767"/>
                </a:cubicBezTo>
                <a:cubicBezTo>
                  <a:pt x="112440" y="5100"/>
                  <a:pt x="112453" y="5513"/>
                  <a:pt x="112453" y="6004"/>
                </a:cubicBezTo>
                <a:cubicBezTo>
                  <a:pt x="112453" y="6531"/>
                  <a:pt x="112435" y="6979"/>
                  <a:pt x="112400" y="7347"/>
                </a:cubicBezTo>
                <a:cubicBezTo>
                  <a:pt x="112365" y="7716"/>
                  <a:pt x="112304" y="8014"/>
                  <a:pt x="112216" y="8243"/>
                </a:cubicBezTo>
                <a:cubicBezTo>
                  <a:pt x="112128" y="8471"/>
                  <a:pt x="112023" y="8638"/>
                  <a:pt x="111900" y="8743"/>
                </a:cubicBezTo>
                <a:cubicBezTo>
                  <a:pt x="111777" y="8848"/>
                  <a:pt x="111637" y="8901"/>
                  <a:pt x="111479" y="8901"/>
                </a:cubicBezTo>
                <a:cubicBezTo>
                  <a:pt x="111215" y="8901"/>
                  <a:pt x="110882" y="8746"/>
                  <a:pt x="110478" y="8436"/>
                </a:cubicBezTo>
                <a:cubicBezTo>
                  <a:pt x="110074" y="8126"/>
                  <a:pt x="109552" y="7781"/>
                  <a:pt x="108911" y="7400"/>
                </a:cubicBezTo>
                <a:cubicBezTo>
                  <a:pt x="108270" y="7019"/>
                  <a:pt x="107506" y="6674"/>
                  <a:pt x="106620" y="6364"/>
                </a:cubicBezTo>
                <a:cubicBezTo>
                  <a:pt x="105733" y="6054"/>
                  <a:pt x="104676" y="5899"/>
                  <a:pt x="103447" y="5899"/>
                </a:cubicBezTo>
                <a:cubicBezTo>
                  <a:pt x="102095" y="5899"/>
                  <a:pt x="100888" y="6175"/>
                  <a:pt x="99826" y="6728"/>
                </a:cubicBezTo>
                <a:cubicBezTo>
                  <a:pt x="98763" y="7281"/>
                  <a:pt x="97859" y="8071"/>
                  <a:pt x="97113" y="9099"/>
                </a:cubicBezTo>
                <a:cubicBezTo>
                  <a:pt x="96367" y="10126"/>
                  <a:pt x="95801" y="11368"/>
                  <a:pt x="95415" y="12825"/>
                </a:cubicBezTo>
                <a:cubicBezTo>
                  <a:pt x="95028" y="14282"/>
                  <a:pt x="94835" y="15924"/>
                  <a:pt x="94835" y="17749"/>
                </a:cubicBezTo>
                <a:cubicBezTo>
                  <a:pt x="94835" y="19751"/>
                  <a:pt x="95042" y="21484"/>
                  <a:pt x="95454" y="22950"/>
                </a:cubicBezTo>
                <a:cubicBezTo>
                  <a:pt x="95867" y="24416"/>
                  <a:pt x="96455" y="25623"/>
                  <a:pt x="97219" y="26571"/>
                </a:cubicBezTo>
                <a:cubicBezTo>
                  <a:pt x="97982" y="27519"/>
                  <a:pt x="98904" y="28226"/>
                  <a:pt x="99984" y="28691"/>
                </a:cubicBezTo>
                <a:cubicBezTo>
                  <a:pt x="101063" y="29157"/>
                  <a:pt x="102279" y="29389"/>
                  <a:pt x="103631" y="29389"/>
                </a:cubicBezTo>
                <a:cubicBezTo>
                  <a:pt x="104860" y="29389"/>
                  <a:pt x="105922" y="29243"/>
                  <a:pt x="106817" y="28951"/>
                </a:cubicBezTo>
                <a:cubicBezTo>
                  <a:pt x="107713" y="28658"/>
                  <a:pt x="108481" y="28335"/>
                  <a:pt x="109122" y="27980"/>
                </a:cubicBezTo>
                <a:cubicBezTo>
                  <a:pt x="109762" y="27626"/>
                  <a:pt x="110289" y="27307"/>
                  <a:pt x="110702" y="27023"/>
                </a:cubicBezTo>
                <a:cubicBezTo>
                  <a:pt x="111114" y="26740"/>
                  <a:pt x="111435" y="26598"/>
                  <a:pt x="111663" y="26598"/>
                </a:cubicBezTo>
                <a:cubicBezTo>
                  <a:pt x="111839" y="26598"/>
                  <a:pt x="111979" y="26633"/>
                  <a:pt x="112084" y="26703"/>
                </a:cubicBezTo>
                <a:cubicBezTo>
                  <a:pt x="112190" y="26773"/>
                  <a:pt x="112277" y="26914"/>
                  <a:pt x="112348" y="27124"/>
                </a:cubicBezTo>
                <a:cubicBezTo>
                  <a:pt x="112418" y="27335"/>
                  <a:pt x="112471" y="27629"/>
                  <a:pt x="112506" y="28007"/>
                </a:cubicBezTo>
                <a:cubicBezTo>
                  <a:pt x="112541" y="28384"/>
                  <a:pt x="112558" y="28889"/>
                  <a:pt x="112558" y="29521"/>
                </a:cubicBezTo>
                <a:close/>
                <a:moveTo>
                  <a:pt x="144549" y="33761"/>
                </a:moveTo>
                <a:cubicBezTo>
                  <a:pt x="144549" y="33936"/>
                  <a:pt x="144492" y="34094"/>
                  <a:pt x="144378" y="34235"/>
                </a:cubicBezTo>
                <a:cubicBezTo>
                  <a:pt x="144263" y="34375"/>
                  <a:pt x="144075" y="34489"/>
                  <a:pt x="143811" y="34577"/>
                </a:cubicBezTo>
                <a:cubicBezTo>
                  <a:pt x="143548" y="34665"/>
                  <a:pt x="143197" y="34735"/>
                  <a:pt x="142758" y="34788"/>
                </a:cubicBezTo>
                <a:cubicBezTo>
                  <a:pt x="142319" y="34840"/>
                  <a:pt x="141766" y="34867"/>
                  <a:pt x="141099" y="34867"/>
                </a:cubicBezTo>
                <a:cubicBezTo>
                  <a:pt x="140414" y="34867"/>
                  <a:pt x="139848" y="34840"/>
                  <a:pt x="139400" y="34788"/>
                </a:cubicBezTo>
                <a:cubicBezTo>
                  <a:pt x="138953" y="34735"/>
                  <a:pt x="138602" y="34665"/>
                  <a:pt x="138347" y="34577"/>
                </a:cubicBezTo>
                <a:cubicBezTo>
                  <a:pt x="138092" y="34489"/>
                  <a:pt x="137908" y="34374"/>
                  <a:pt x="137794" y="34234"/>
                </a:cubicBezTo>
                <a:cubicBezTo>
                  <a:pt x="137680" y="34093"/>
                  <a:pt x="137623" y="33935"/>
                  <a:pt x="137623" y="33759"/>
                </a:cubicBezTo>
                <a:lnTo>
                  <a:pt x="137623" y="19961"/>
                </a:lnTo>
                <a:lnTo>
                  <a:pt x="124877" y="19961"/>
                </a:lnTo>
                <a:lnTo>
                  <a:pt x="124877" y="33759"/>
                </a:lnTo>
                <a:cubicBezTo>
                  <a:pt x="124877" y="33935"/>
                  <a:pt x="124824" y="34093"/>
                  <a:pt x="124719" y="34234"/>
                </a:cubicBezTo>
                <a:cubicBezTo>
                  <a:pt x="124614" y="34374"/>
                  <a:pt x="124429" y="34489"/>
                  <a:pt x="124166" y="34577"/>
                </a:cubicBezTo>
                <a:cubicBezTo>
                  <a:pt x="123903" y="34665"/>
                  <a:pt x="123551" y="34735"/>
                  <a:pt x="123113" y="34788"/>
                </a:cubicBezTo>
                <a:cubicBezTo>
                  <a:pt x="122674" y="34840"/>
                  <a:pt x="122112" y="34867"/>
                  <a:pt x="121427" y="34867"/>
                </a:cubicBezTo>
                <a:cubicBezTo>
                  <a:pt x="120760" y="34867"/>
                  <a:pt x="120203" y="34840"/>
                  <a:pt x="119755" y="34788"/>
                </a:cubicBezTo>
                <a:cubicBezTo>
                  <a:pt x="119307" y="34735"/>
                  <a:pt x="118952" y="34665"/>
                  <a:pt x="118688" y="34577"/>
                </a:cubicBezTo>
                <a:cubicBezTo>
                  <a:pt x="118425" y="34489"/>
                  <a:pt x="118236" y="34375"/>
                  <a:pt x="118122" y="34235"/>
                </a:cubicBezTo>
                <a:cubicBezTo>
                  <a:pt x="118008" y="34094"/>
                  <a:pt x="117951" y="33936"/>
                  <a:pt x="117951" y="33761"/>
                </a:cubicBezTo>
                <a:lnTo>
                  <a:pt x="117951" y="1580"/>
                </a:lnTo>
                <a:cubicBezTo>
                  <a:pt x="117951" y="1405"/>
                  <a:pt x="118008" y="1246"/>
                  <a:pt x="118122" y="1106"/>
                </a:cubicBezTo>
                <a:cubicBezTo>
                  <a:pt x="118236" y="966"/>
                  <a:pt x="118425" y="851"/>
                  <a:pt x="118688" y="764"/>
                </a:cubicBezTo>
                <a:cubicBezTo>
                  <a:pt x="118952" y="676"/>
                  <a:pt x="119307" y="606"/>
                  <a:pt x="119755" y="553"/>
                </a:cubicBezTo>
                <a:cubicBezTo>
                  <a:pt x="120203" y="500"/>
                  <a:pt x="120760" y="474"/>
                  <a:pt x="121427" y="474"/>
                </a:cubicBezTo>
                <a:cubicBezTo>
                  <a:pt x="122112" y="474"/>
                  <a:pt x="122674" y="500"/>
                  <a:pt x="123113" y="553"/>
                </a:cubicBezTo>
                <a:cubicBezTo>
                  <a:pt x="123551" y="606"/>
                  <a:pt x="123903" y="676"/>
                  <a:pt x="124166" y="764"/>
                </a:cubicBezTo>
                <a:cubicBezTo>
                  <a:pt x="124429" y="851"/>
                  <a:pt x="124614" y="965"/>
                  <a:pt x="124719" y="1105"/>
                </a:cubicBezTo>
                <a:cubicBezTo>
                  <a:pt x="124824" y="1245"/>
                  <a:pt x="124877" y="1403"/>
                  <a:pt x="124877" y="1578"/>
                </a:cubicBezTo>
                <a:lnTo>
                  <a:pt x="124877" y="14063"/>
                </a:lnTo>
                <a:lnTo>
                  <a:pt x="137623" y="14063"/>
                </a:lnTo>
                <a:lnTo>
                  <a:pt x="137623" y="1578"/>
                </a:lnTo>
                <a:cubicBezTo>
                  <a:pt x="137623" y="1403"/>
                  <a:pt x="137680" y="1245"/>
                  <a:pt x="137794" y="1105"/>
                </a:cubicBezTo>
                <a:cubicBezTo>
                  <a:pt x="137908" y="965"/>
                  <a:pt x="138092" y="851"/>
                  <a:pt x="138347" y="764"/>
                </a:cubicBezTo>
                <a:cubicBezTo>
                  <a:pt x="138602" y="676"/>
                  <a:pt x="138953" y="606"/>
                  <a:pt x="139400" y="553"/>
                </a:cubicBezTo>
                <a:cubicBezTo>
                  <a:pt x="139848" y="500"/>
                  <a:pt x="140414" y="474"/>
                  <a:pt x="141099" y="474"/>
                </a:cubicBezTo>
                <a:cubicBezTo>
                  <a:pt x="141766" y="474"/>
                  <a:pt x="142319" y="500"/>
                  <a:pt x="142758" y="553"/>
                </a:cubicBezTo>
                <a:cubicBezTo>
                  <a:pt x="143197" y="606"/>
                  <a:pt x="143548" y="676"/>
                  <a:pt x="143811" y="764"/>
                </a:cubicBezTo>
                <a:cubicBezTo>
                  <a:pt x="144075" y="851"/>
                  <a:pt x="144263" y="966"/>
                  <a:pt x="144378" y="1106"/>
                </a:cubicBezTo>
                <a:cubicBezTo>
                  <a:pt x="144492" y="1246"/>
                  <a:pt x="144549" y="1405"/>
                  <a:pt x="144549" y="1580"/>
                </a:cubicBezTo>
                <a:lnTo>
                  <a:pt x="144549" y="33761"/>
                </a:lnTo>
                <a:close/>
                <a:moveTo>
                  <a:pt x="175450" y="41898"/>
                </a:moveTo>
                <a:cubicBezTo>
                  <a:pt x="175450" y="42776"/>
                  <a:pt x="175367" y="43403"/>
                  <a:pt x="175200" y="43781"/>
                </a:cubicBezTo>
                <a:cubicBezTo>
                  <a:pt x="175033" y="44158"/>
                  <a:pt x="174757" y="44347"/>
                  <a:pt x="174371" y="44347"/>
                </a:cubicBezTo>
                <a:lnTo>
                  <a:pt x="149353" y="44347"/>
                </a:lnTo>
                <a:cubicBezTo>
                  <a:pt x="148949" y="44347"/>
                  <a:pt x="148664" y="44163"/>
                  <a:pt x="148497" y="43794"/>
                </a:cubicBezTo>
                <a:cubicBezTo>
                  <a:pt x="148330" y="43425"/>
                  <a:pt x="148247" y="42802"/>
                  <a:pt x="148247" y="41924"/>
                </a:cubicBezTo>
                <a:cubicBezTo>
                  <a:pt x="148247" y="41047"/>
                  <a:pt x="148330" y="40415"/>
                  <a:pt x="148497" y="40028"/>
                </a:cubicBezTo>
                <a:cubicBezTo>
                  <a:pt x="148664" y="39642"/>
                  <a:pt x="148949" y="39449"/>
                  <a:pt x="149353" y="39449"/>
                </a:cubicBezTo>
                <a:lnTo>
                  <a:pt x="174371" y="39449"/>
                </a:lnTo>
                <a:cubicBezTo>
                  <a:pt x="174757" y="39449"/>
                  <a:pt x="175033" y="39633"/>
                  <a:pt x="175200" y="40002"/>
                </a:cubicBezTo>
                <a:cubicBezTo>
                  <a:pt x="175367" y="40371"/>
                  <a:pt x="175450" y="41003"/>
                  <a:pt x="175450" y="41898"/>
                </a:cubicBezTo>
                <a:close/>
                <a:moveTo>
                  <a:pt x="200992" y="25582"/>
                </a:moveTo>
                <a:cubicBezTo>
                  <a:pt x="200992" y="27130"/>
                  <a:pt x="200724" y="28510"/>
                  <a:pt x="200189" y="29723"/>
                </a:cubicBezTo>
                <a:cubicBezTo>
                  <a:pt x="199653" y="30936"/>
                  <a:pt x="198863" y="31961"/>
                  <a:pt x="197819" y="32796"/>
                </a:cubicBezTo>
                <a:cubicBezTo>
                  <a:pt x="196774" y="33631"/>
                  <a:pt x="195479" y="34264"/>
                  <a:pt x="193934" y="34695"/>
                </a:cubicBezTo>
                <a:cubicBezTo>
                  <a:pt x="192389" y="35125"/>
                  <a:pt x="190608" y="35341"/>
                  <a:pt x="188589" y="35341"/>
                </a:cubicBezTo>
                <a:cubicBezTo>
                  <a:pt x="186657" y="35341"/>
                  <a:pt x="184963" y="35147"/>
                  <a:pt x="183506" y="34761"/>
                </a:cubicBezTo>
                <a:cubicBezTo>
                  <a:pt x="182049" y="34374"/>
                  <a:pt x="180829" y="33807"/>
                  <a:pt x="179846" y="33060"/>
                </a:cubicBezTo>
                <a:cubicBezTo>
                  <a:pt x="178862" y="32312"/>
                  <a:pt x="178125" y="31389"/>
                  <a:pt x="177633" y="30290"/>
                </a:cubicBezTo>
                <a:cubicBezTo>
                  <a:pt x="177142" y="29191"/>
                  <a:pt x="176896" y="27930"/>
                  <a:pt x="176896" y="26506"/>
                </a:cubicBezTo>
                <a:cubicBezTo>
                  <a:pt x="176896" y="25538"/>
                  <a:pt x="177041" y="24628"/>
                  <a:pt x="177331" y="23776"/>
                </a:cubicBezTo>
                <a:cubicBezTo>
                  <a:pt x="177620" y="22923"/>
                  <a:pt x="178050" y="22132"/>
                  <a:pt x="178621" y="21402"/>
                </a:cubicBezTo>
                <a:cubicBezTo>
                  <a:pt x="179192" y="20673"/>
                  <a:pt x="179903" y="19987"/>
                  <a:pt x="180754" y="19345"/>
                </a:cubicBezTo>
                <a:cubicBezTo>
                  <a:pt x="181606" y="18703"/>
                  <a:pt x="182584" y="18092"/>
                  <a:pt x="183690" y="17512"/>
                </a:cubicBezTo>
                <a:cubicBezTo>
                  <a:pt x="182795" y="17020"/>
                  <a:pt x="181987" y="16488"/>
                  <a:pt x="181268" y="15917"/>
                </a:cubicBezTo>
                <a:cubicBezTo>
                  <a:pt x="180548" y="15345"/>
                  <a:pt x="179933" y="14721"/>
                  <a:pt x="179424" y="14044"/>
                </a:cubicBezTo>
                <a:cubicBezTo>
                  <a:pt x="178915" y="13367"/>
                  <a:pt x="178529" y="12625"/>
                  <a:pt x="178265" y="11816"/>
                </a:cubicBezTo>
                <a:cubicBezTo>
                  <a:pt x="178002" y="11007"/>
                  <a:pt x="177870" y="10127"/>
                  <a:pt x="177870" y="9178"/>
                </a:cubicBezTo>
                <a:cubicBezTo>
                  <a:pt x="177870" y="7807"/>
                  <a:pt x="178112" y="6563"/>
                  <a:pt x="178595" y="5446"/>
                </a:cubicBezTo>
                <a:cubicBezTo>
                  <a:pt x="179077" y="4330"/>
                  <a:pt x="179797" y="3363"/>
                  <a:pt x="180754" y="2545"/>
                </a:cubicBezTo>
                <a:cubicBezTo>
                  <a:pt x="181711" y="1727"/>
                  <a:pt x="182909" y="1099"/>
                  <a:pt x="184349" y="659"/>
                </a:cubicBezTo>
                <a:cubicBezTo>
                  <a:pt x="185788" y="220"/>
                  <a:pt x="187456" y="0"/>
                  <a:pt x="189352" y="0"/>
                </a:cubicBezTo>
                <a:cubicBezTo>
                  <a:pt x="191231" y="0"/>
                  <a:pt x="192842" y="202"/>
                  <a:pt x="194185" y="607"/>
                </a:cubicBezTo>
                <a:cubicBezTo>
                  <a:pt x="195528" y="1011"/>
                  <a:pt x="196629" y="1582"/>
                  <a:pt x="197490" y="2321"/>
                </a:cubicBezTo>
                <a:cubicBezTo>
                  <a:pt x="198350" y="3059"/>
                  <a:pt x="198986" y="3943"/>
                  <a:pt x="199399" y="4971"/>
                </a:cubicBezTo>
                <a:cubicBezTo>
                  <a:pt x="199811" y="6000"/>
                  <a:pt x="200018" y="7139"/>
                  <a:pt x="200018" y="8387"/>
                </a:cubicBezTo>
                <a:cubicBezTo>
                  <a:pt x="200018" y="9213"/>
                  <a:pt x="199882" y="10017"/>
                  <a:pt x="199609" y="10800"/>
                </a:cubicBezTo>
                <a:cubicBezTo>
                  <a:pt x="199337" y="11583"/>
                  <a:pt x="198956" y="12326"/>
                  <a:pt x="198464" y="13029"/>
                </a:cubicBezTo>
                <a:cubicBezTo>
                  <a:pt x="197972" y="13732"/>
                  <a:pt x="197367" y="14396"/>
                  <a:pt x="196647" y="15020"/>
                </a:cubicBezTo>
                <a:cubicBezTo>
                  <a:pt x="195927" y="15644"/>
                  <a:pt x="195111" y="16211"/>
                  <a:pt x="194198" y="16721"/>
                </a:cubicBezTo>
                <a:cubicBezTo>
                  <a:pt x="195269" y="17284"/>
                  <a:pt x="196226" y="17882"/>
                  <a:pt x="197068" y="18515"/>
                </a:cubicBezTo>
                <a:cubicBezTo>
                  <a:pt x="197911" y="19147"/>
                  <a:pt x="198622" y="19828"/>
                  <a:pt x="199201" y="20558"/>
                </a:cubicBezTo>
                <a:cubicBezTo>
                  <a:pt x="199781" y="21288"/>
                  <a:pt x="200224" y="22066"/>
                  <a:pt x="200531" y="22893"/>
                </a:cubicBezTo>
                <a:cubicBezTo>
                  <a:pt x="200838" y="23719"/>
                  <a:pt x="200992" y="24616"/>
                  <a:pt x="200992" y="25582"/>
                </a:cubicBezTo>
                <a:moveTo>
                  <a:pt x="193355" y="9015"/>
                </a:moveTo>
                <a:cubicBezTo>
                  <a:pt x="193355" y="8400"/>
                  <a:pt x="193267" y="7846"/>
                  <a:pt x="193092" y="7353"/>
                </a:cubicBezTo>
                <a:cubicBezTo>
                  <a:pt x="192916" y="6860"/>
                  <a:pt x="192640" y="6442"/>
                  <a:pt x="192262" y="6099"/>
                </a:cubicBezTo>
                <a:cubicBezTo>
                  <a:pt x="191885" y="5755"/>
                  <a:pt x="191419" y="5496"/>
                  <a:pt x="190866" y="5320"/>
                </a:cubicBezTo>
                <a:cubicBezTo>
                  <a:pt x="190313" y="5144"/>
                  <a:pt x="189659" y="5056"/>
                  <a:pt x="188905" y="5056"/>
                </a:cubicBezTo>
                <a:cubicBezTo>
                  <a:pt x="187430" y="5056"/>
                  <a:pt x="186333" y="5395"/>
                  <a:pt x="185613" y="6073"/>
                </a:cubicBezTo>
                <a:cubicBezTo>
                  <a:pt x="184893" y="6750"/>
                  <a:pt x="184533" y="7687"/>
                  <a:pt x="184533" y="8884"/>
                </a:cubicBezTo>
                <a:cubicBezTo>
                  <a:pt x="184533" y="9447"/>
                  <a:pt x="184625" y="9966"/>
                  <a:pt x="184810" y="10441"/>
                </a:cubicBezTo>
                <a:cubicBezTo>
                  <a:pt x="184994" y="10916"/>
                  <a:pt x="185279" y="11365"/>
                  <a:pt x="185665" y="11787"/>
                </a:cubicBezTo>
                <a:cubicBezTo>
                  <a:pt x="186052" y="12210"/>
                  <a:pt x="186552" y="12623"/>
                  <a:pt x="187166" y="13028"/>
                </a:cubicBezTo>
                <a:cubicBezTo>
                  <a:pt x="187781" y="13432"/>
                  <a:pt x="188510" y="13863"/>
                  <a:pt x="189352" y="14321"/>
                </a:cubicBezTo>
                <a:cubicBezTo>
                  <a:pt x="190634" y="13564"/>
                  <a:pt x="191621" y="12755"/>
                  <a:pt x="192315" y="11893"/>
                </a:cubicBezTo>
                <a:cubicBezTo>
                  <a:pt x="193008" y="11031"/>
                  <a:pt x="193355" y="10072"/>
                  <a:pt x="193355" y="9015"/>
                </a:cubicBezTo>
                <a:moveTo>
                  <a:pt x="194145" y="26062"/>
                </a:moveTo>
                <a:cubicBezTo>
                  <a:pt x="194145" y="25411"/>
                  <a:pt x="194035" y="24817"/>
                  <a:pt x="193816" y="24280"/>
                </a:cubicBezTo>
                <a:cubicBezTo>
                  <a:pt x="193596" y="23743"/>
                  <a:pt x="193254" y="23237"/>
                  <a:pt x="192789" y="22763"/>
                </a:cubicBezTo>
                <a:cubicBezTo>
                  <a:pt x="192324" y="22288"/>
                  <a:pt x="191740" y="21830"/>
                  <a:pt x="191038" y="21390"/>
                </a:cubicBezTo>
                <a:cubicBezTo>
                  <a:pt x="190335" y="20950"/>
                  <a:pt x="189519" y="20501"/>
                  <a:pt x="188589" y="20044"/>
                </a:cubicBezTo>
                <a:cubicBezTo>
                  <a:pt x="187781" y="20484"/>
                  <a:pt x="187070" y="20924"/>
                  <a:pt x="186455" y="21364"/>
                </a:cubicBezTo>
                <a:cubicBezTo>
                  <a:pt x="185841" y="21803"/>
                  <a:pt x="185332" y="22265"/>
                  <a:pt x="184928" y="22749"/>
                </a:cubicBezTo>
                <a:cubicBezTo>
                  <a:pt x="184524" y="23233"/>
                  <a:pt x="184221" y="23743"/>
                  <a:pt x="184020" y="24280"/>
                </a:cubicBezTo>
                <a:cubicBezTo>
                  <a:pt x="183818" y="24817"/>
                  <a:pt x="183717" y="25393"/>
                  <a:pt x="183717" y="26008"/>
                </a:cubicBezTo>
                <a:cubicBezTo>
                  <a:pt x="183717" y="27381"/>
                  <a:pt x="184160" y="28428"/>
                  <a:pt x="185047" y="29150"/>
                </a:cubicBezTo>
                <a:cubicBezTo>
                  <a:pt x="185933" y="29871"/>
                  <a:pt x="187254" y="30232"/>
                  <a:pt x="189010" y="30232"/>
                </a:cubicBezTo>
                <a:cubicBezTo>
                  <a:pt x="190730" y="30232"/>
                  <a:pt x="192016" y="29862"/>
                  <a:pt x="192868" y="29123"/>
                </a:cubicBezTo>
                <a:cubicBezTo>
                  <a:pt x="193719" y="28384"/>
                  <a:pt x="194145" y="27364"/>
                  <a:pt x="194145" y="260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F2E020-05A6-43CE-8B99-F4538E57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022" y="9967806"/>
            <a:ext cx="1310550" cy="220485"/>
          </a:xfrm>
          <a:custGeom xmlns:a="http://schemas.openxmlformats.org/drawingml/2006/main">
            <a:pathLst>
              <a:path w="1310550" h="220485">
                <a:moveTo>
                  <a:pt x="0" y="37770"/>
                </a:moveTo>
                <a:cubicBezTo>
                  <a:pt x="0" y="16940"/>
                  <a:pt x="16854" y="0"/>
                  <a:pt x="37770" y="0"/>
                </a:cubicBezTo>
                <a:lnTo>
                  <a:pt x="1272780" y="0"/>
                </a:lnTo>
                <a:cubicBezTo>
                  <a:pt x="1293610" y="0"/>
                  <a:pt x="1310550" y="16940"/>
                  <a:pt x="1310550" y="37770"/>
                </a:cubicBezTo>
                <a:lnTo>
                  <a:pt x="1310550" y="182715"/>
                </a:lnTo>
                <a:cubicBezTo>
                  <a:pt x="1310550" y="203631"/>
                  <a:pt x="1293610" y="220485"/>
                  <a:pt x="1272780" y="220485"/>
                </a:cubicBezTo>
                <a:lnTo>
                  <a:pt x="37770" y="220485"/>
                </a:lnTo>
                <a:cubicBezTo>
                  <a:pt x="16854" y="220485"/>
                  <a:pt x="0" y="203631"/>
                  <a:pt x="0" y="182715"/>
                </a:cubicBezTo>
                <a:lnTo>
                  <a:pt x="0" y="37770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01D75-111C-4D6C-8013-F22EAC41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182" y="9959376"/>
            <a:ext cx="237884" cy="237890"/>
          </a:xfrm>
          <a:custGeom xmlns:a="http://schemas.openxmlformats.org/drawingml/2006/main">
            <a:pathLst>
              <a:path w="237884" h="237890">
                <a:moveTo>
                  <a:pt x="118940" y="41"/>
                </a:moveTo>
                <a:cubicBezTo>
                  <a:pt x="151776" y="41"/>
                  <a:pt x="181502" y="13344"/>
                  <a:pt x="203016" y="34869"/>
                </a:cubicBezTo>
                <a:cubicBezTo>
                  <a:pt x="225344" y="57147"/>
                  <a:pt x="237884" y="87402"/>
                  <a:pt x="237844" y="118948"/>
                </a:cubicBezTo>
                <a:cubicBezTo>
                  <a:pt x="237844" y="151782"/>
                  <a:pt x="224541" y="181509"/>
                  <a:pt x="203016" y="203019"/>
                </a:cubicBezTo>
                <a:cubicBezTo>
                  <a:pt x="180740" y="225354"/>
                  <a:pt x="150486" y="237890"/>
                  <a:pt x="118941" y="237853"/>
                </a:cubicBezTo>
                <a:cubicBezTo>
                  <a:pt x="87399" y="237890"/>
                  <a:pt x="57143" y="225354"/>
                  <a:pt x="34870" y="203018"/>
                </a:cubicBezTo>
                <a:cubicBezTo>
                  <a:pt x="12536" y="180745"/>
                  <a:pt x="0" y="150488"/>
                  <a:pt x="38" y="118948"/>
                </a:cubicBezTo>
                <a:cubicBezTo>
                  <a:pt x="38" y="86111"/>
                  <a:pt x="13345" y="56384"/>
                  <a:pt x="34870" y="34869"/>
                </a:cubicBezTo>
                <a:cubicBezTo>
                  <a:pt x="57143" y="12541"/>
                  <a:pt x="87398" y="0"/>
                  <a:pt x="118940" y="41"/>
                </a:cubicBezTo>
                <a:close/>
              </a:path>
            </a:pathLst>
          </a:custGeom>
          <a:solidFill xmlns:a="http://schemas.openxmlformats.org/drawingml/2006/main">
            <a:srgbClr val="57B4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34FD6B-F7AD-483E-90B0-664BA44C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499" y="9998910"/>
            <a:ext cx="152854" cy="156068"/>
          </a:xfrm>
          <a:custGeom xmlns:a="http://schemas.openxmlformats.org/drawingml/2006/main">
            <a:pathLst>
              <a:path w="152854" h="156068">
                <a:moveTo>
                  <a:pt x="144713" y="53437"/>
                </a:moveTo>
                <a:cubicBezTo>
                  <a:pt x="144724" y="57147"/>
                  <a:pt x="144175" y="60836"/>
                  <a:pt x="143077" y="64383"/>
                </a:cubicBezTo>
                <a:cubicBezTo>
                  <a:pt x="142813" y="65216"/>
                  <a:pt x="142894" y="65785"/>
                  <a:pt x="143504" y="66476"/>
                </a:cubicBezTo>
                <a:cubicBezTo>
                  <a:pt x="148169" y="71822"/>
                  <a:pt x="151218" y="78367"/>
                  <a:pt x="152315" y="85380"/>
                </a:cubicBezTo>
                <a:cubicBezTo>
                  <a:pt x="152681" y="87422"/>
                  <a:pt x="152854" y="89496"/>
                  <a:pt x="152844" y="91579"/>
                </a:cubicBezTo>
                <a:cubicBezTo>
                  <a:pt x="152742" y="99394"/>
                  <a:pt x="150273" y="106995"/>
                  <a:pt x="145760" y="113376"/>
                </a:cubicBezTo>
                <a:cubicBezTo>
                  <a:pt x="142031" y="118712"/>
                  <a:pt x="137000" y="123005"/>
                  <a:pt x="131157" y="125846"/>
                </a:cubicBezTo>
                <a:cubicBezTo>
                  <a:pt x="128494" y="127171"/>
                  <a:pt x="125669" y="128160"/>
                  <a:pt x="122772" y="128788"/>
                </a:cubicBezTo>
                <a:cubicBezTo>
                  <a:pt x="122142" y="128874"/>
                  <a:pt x="121634" y="129324"/>
                  <a:pt x="121472" y="129931"/>
                </a:cubicBezTo>
                <a:cubicBezTo>
                  <a:pt x="117295" y="141144"/>
                  <a:pt x="109581" y="148911"/>
                  <a:pt x="98301" y="153233"/>
                </a:cubicBezTo>
                <a:cubicBezTo>
                  <a:pt x="94632" y="154620"/>
                  <a:pt x="90760" y="155413"/>
                  <a:pt x="86827" y="155581"/>
                </a:cubicBezTo>
                <a:cubicBezTo>
                  <a:pt x="76766" y="156068"/>
                  <a:pt x="67813" y="153194"/>
                  <a:pt x="59998" y="146944"/>
                </a:cubicBezTo>
                <a:cubicBezTo>
                  <a:pt x="58727" y="145886"/>
                  <a:pt x="57518" y="144761"/>
                  <a:pt x="56369" y="143575"/>
                </a:cubicBezTo>
                <a:cubicBezTo>
                  <a:pt x="55963" y="143092"/>
                  <a:pt x="55311" y="142885"/>
                  <a:pt x="54696" y="143041"/>
                </a:cubicBezTo>
                <a:cubicBezTo>
                  <a:pt x="45473" y="144665"/>
                  <a:pt x="36677" y="143407"/>
                  <a:pt x="28514" y="138819"/>
                </a:cubicBezTo>
                <a:cubicBezTo>
                  <a:pt x="17866" y="132836"/>
                  <a:pt x="11455" y="123750"/>
                  <a:pt x="9093" y="111943"/>
                </a:cubicBezTo>
                <a:cubicBezTo>
                  <a:pt x="7968" y="106117"/>
                  <a:pt x="8310" y="100106"/>
                  <a:pt x="10092" y="94445"/>
                </a:cubicBezTo>
                <a:lnTo>
                  <a:pt x="10259" y="93906"/>
                </a:lnTo>
                <a:cubicBezTo>
                  <a:pt x="10437" y="93490"/>
                  <a:pt x="10332" y="93012"/>
                  <a:pt x="10000" y="92707"/>
                </a:cubicBezTo>
                <a:cubicBezTo>
                  <a:pt x="4396" y="86396"/>
                  <a:pt x="1053" y="78397"/>
                  <a:pt x="495" y="69972"/>
                </a:cubicBezTo>
                <a:cubicBezTo>
                  <a:pt x="0" y="63011"/>
                  <a:pt x="1480" y="56049"/>
                  <a:pt x="4763" y="49890"/>
                </a:cubicBezTo>
                <a:cubicBezTo>
                  <a:pt x="8577" y="42420"/>
                  <a:pt x="14754" y="36424"/>
                  <a:pt x="22332" y="32827"/>
                </a:cubicBezTo>
                <a:cubicBezTo>
                  <a:pt x="24915" y="31576"/>
                  <a:pt x="27637" y="30631"/>
                  <a:pt x="30442" y="30022"/>
                </a:cubicBezTo>
                <a:cubicBezTo>
                  <a:pt x="31074" y="29940"/>
                  <a:pt x="31586" y="29493"/>
                  <a:pt x="31745" y="28883"/>
                </a:cubicBezTo>
                <a:cubicBezTo>
                  <a:pt x="33798" y="22968"/>
                  <a:pt x="37308" y="17663"/>
                  <a:pt x="41951" y="13466"/>
                </a:cubicBezTo>
                <a:cubicBezTo>
                  <a:pt x="54263" y="2297"/>
                  <a:pt x="72233" y="0"/>
                  <a:pt x="86959" y="7714"/>
                </a:cubicBezTo>
                <a:cubicBezTo>
                  <a:pt x="90587" y="9604"/>
                  <a:pt x="93849" y="12084"/>
                  <a:pt x="96624" y="15051"/>
                </a:cubicBezTo>
                <a:cubicBezTo>
                  <a:pt x="97274" y="15753"/>
                  <a:pt x="97884" y="15895"/>
                  <a:pt x="98809" y="15743"/>
                </a:cubicBezTo>
                <a:cubicBezTo>
                  <a:pt x="106258" y="14371"/>
                  <a:pt x="113951" y="15214"/>
                  <a:pt x="120943" y="18161"/>
                </a:cubicBezTo>
                <a:cubicBezTo>
                  <a:pt x="125933" y="20224"/>
                  <a:pt x="130425" y="23324"/>
                  <a:pt x="134104" y="27247"/>
                </a:cubicBezTo>
                <a:cubicBezTo>
                  <a:pt x="140852" y="34310"/>
                  <a:pt x="144642" y="43681"/>
                  <a:pt x="144713" y="53437"/>
                </a:cubicBezTo>
                <a:close/>
                <a:moveTo>
                  <a:pt x="87010" y="19726"/>
                </a:moveTo>
                <a:cubicBezTo>
                  <a:pt x="86766" y="19483"/>
                  <a:pt x="86593" y="19300"/>
                  <a:pt x="86400" y="19147"/>
                </a:cubicBezTo>
                <a:cubicBezTo>
                  <a:pt x="80475" y="14523"/>
                  <a:pt x="72965" y="12389"/>
                  <a:pt x="65485" y="13202"/>
                </a:cubicBezTo>
                <a:cubicBezTo>
                  <a:pt x="59530" y="13740"/>
                  <a:pt x="53905" y="16169"/>
                  <a:pt x="49436" y="20143"/>
                </a:cubicBezTo>
                <a:cubicBezTo>
                  <a:pt x="42980" y="25794"/>
                  <a:pt x="39581" y="32918"/>
                  <a:pt x="39504" y="41445"/>
                </a:cubicBezTo>
                <a:cubicBezTo>
                  <a:pt x="39406" y="53071"/>
                  <a:pt x="39489" y="64688"/>
                  <a:pt x="39467" y="76324"/>
                </a:cubicBezTo>
                <a:cubicBezTo>
                  <a:pt x="39398" y="76985"/>
                  <a:pt x="39772" y="77615"/>
                  <a:pt x="40381" y="77889"/>
                </a:cubicBezTo>
                <a:cubicBezTo>
                  <a:pt x="44269" y="80074"/>
                  <a:pt x="48125" y="82290"/>
                  <a:pt x="51997" y="84495"/>
                </a:cubicBezTo>
                <a:cubicBezTo>
                  <a:pt x="52226" y="84627"/>
                  <a:pt x="52485" y="84719"/>
                  <a:pt x="52851" y="84892"/>
                </a:cubicBezTo>
                <a:lnTo>
                  <a:pt x="52851" y="83642"/>
                </a:lnTo>
                <a:lnTo>
                  <a:pt x="52851" y="42329"/>
                </a:lnTo>
                <a:cubicBezTo>
                  <a:pt x="52851" y="40246"/>
                  <a:pt x="53727" y="38721"/>
                  <a:pt x="55546" y="37674"/>
                </a:cubicBezTo>
                <a:lnTo>
                  <a:pt x="85993" y="20346"/>
                </a:lnTo>
                <a:lnTo>
                  <a:pt x="87010" y="19726"/>
                </a:lnTo>
                <a:close/>
                <a:moveTo>
                  <a:pt x="29443" y="40662"/>
                </a:moveTo>
                <a:cubicBezTo>
                  <a:pt x="29108" y="40764"/>
                  <a:pt x="28879" y="40815"/>
                  <a:pt x="28643" y="40906"/>
                </a:cubicBezTo>
                <a:cubicBezTo>
                  <a:pt x="25332" y="42166"/>
                  <a:pt x="22303" y="44067"/>
                  <a:pt x="19726" y="46496"/>
                </a:cubicBezTo>
                <a:cubicBezTo>
                  <a:pt x="12713" y="53163"/>
                  <a:pt x="9565" y="61293"/>
                  <a:pt x="10717" y="70846"/>
                </a:cubicBezTo>
                <a:cubicBezTo>
                  <a:pt x="11860" y="80207"/>
                  <a:pt x="16654" y="87382"/>
                  <a:pt x="24870" y="92179"/>
                </a:cubicBezTo>
                <a:cubicBezTo>
                  <a:pt x="35016" y="98083"/>
                  <a:pt x="45267" y="103825"/>
                  <a:pt x="55455" y="109656"/>
                </a:cubicBezTo>
                <a:cubicBezTo>
                  <a:pt x="55953" y="109999"/>
                  <a:pt x="56623" y="109993"/>
                  <a:pt x="57111" y="109641"/>
                </a:cubicBezTo>
                <a:cubicBezTo>
                  <a:pt x="60943" y="107430"/>
                  <a:pt x="64784" y="105250"/>
                  <a:pt x="68636" y="103063"/>
                </a:cubicBezTo>
                <a:cubicBezTo>
                  <a:pt x="68920" y="102911"/>
                  <a:pt x="69164" y="102735"/>
                  <a:pt x="69489" y="102514"/>
                </a:cubicBezTo>
                <a:cubicBezTo>
                  <a:pt x="69205" y="102316"/>
                  <a:pt x="69002" y="102164"/>
                  <a:pt x="68788" y="102042"/>
                </a:cubicBezTo>
                <a:lnTo>
                  <a:pt x="42325" y="86945"/>
                </a:lnTo>
                <a:lnTo>
                  <a:pt x="31959" y="81040"/>
                </a:lnTo>
                <a:cubicBezTo>
                  <a:pt x="30932" y="80511"/>
                  <a:pt x="30157" y="79587"/>
                  <a:pt x="29802" y="78489"/>
                </a:cubicBezTo>
                <a:cubicBezTo>
                  <a:pt x="29571" y="77706"/>
                  <a:pt x="29453" y="76893"/>
                  <a:pt x="29451" y="76080"/>
                </a:cubicBezTo>
                <a:cubicBezTo>
                  <a:pt x="29428" y="64759"/>
                  <a:pt x="29428" y="53457"/>
                  <a:pt x="29451" y="42146"/>
                </a:cubicBezTo>
                <a:lnTo>
                  <a:pt x="29451" y="40662"/>
                </a:lnTo>
                <a:lnTo>
                  <a:pt x="29443" y="40662"/>
                </a:lnTo>
                <a:close/>
                <a:moveTo>
                  <a:pt x="134205" y="58427"/>
                </a:moveTo>
                <a:cubicBezTo>
                  <a:pt x="134845" y="55094"/>
                  <a:pt x="134835" y="51659"/>
                  <a:pt x="134154" y="48325"/>
                </a:cubicBezTo>
                <a:cubicBezTo>
                  <a:pt x="132102" y="38518"/>
                  <a:pt x="126482" y="31363"/>
                  <a:pt x="117142" y="27379"/>
                </a:cubicBezTo>
                <a:cubicBezTo>
                  <a:pt x="108077" y="23517"/>
                  <a:pt x="99154" y="24249"/>
                  <a:pt x="90577" y="29137"/>
                </a:cubicBezTo>
                <a:cubicBezTo>
                  <a:pt x="80577" y="34849"/>
                  <a:pt x="70567" y="40550"/>
                  <a:pt x="60546" y="46242"/>
                </a:cubicBezTo>
                <a:cubicBezTo>
                  <a:pt x="60079" y="46445"/>
                  <a:pt x="59794" y="46923"/>
                  <a:pt x="59825" y="47431"/>
                </a:cubicBezTo>
                <a:cubicBezTo>
                  <a:pt x="59855" y="51974"/>
                  <a:pt x="59845" y="56496"/>
                  <a:pt x="59845" y="61039"/>
                </a:cubicBezTo>
                <a:cubicBezTo>
                  <a:pt x="59845" y="61253"/>
                  <a:pt x="59875" y="61456"/>
                  <a:pt x="59916" y="61801"/>
                </a:cubicBezTo>
                <a:lnTo>
                  <a:pt x="61573" y="60866"/>
                </a:lnTo>
                <a:lnTo>
                  <a:pt x="88199" y="45693"/>
                </a:lnTo>
                <a:lnTo>
                  <a:pt x="97244" y="40540"/>
                </a:lnTo>
                <a:cubicBezTo>
                  <a:pt x="98199" y="39961"/>
                  <a:pt x="99327" y="39697"/>
                  <a:pt x="100445" y="39778"/>
                </a:cubicBezTo>
                <a:cubicBezTo>
                  <a:pt x="101329" y="39890"/>
                  <a:pt x="102183" y="40195"/>
                  <a:pt x="102945" y="40672"/>
                </a:cubicBezTo>
                <a:cubicBezTo>
                  <a:pt x="108168" y="43660"/>
                  <a:pt x="113382" y="46638"/>
                  <a:pt x="118616" y="49616"/>
                </a:cubicBezTo>
                <a:lnTo>
                  <a:pt x="133545" y="58122"/>
                </a:lnTo>
                <a:cubicBezTo>
                  <a:pt x="133758" y="58234"/>
                  <a:pt x="133982" y="58336"/>
                  <a:pt x="134205" y="58427"/>
                </a:cubicBezTo>
                <a:close/>
                <a:moveTo>
                  <a:pt x="18887" y="100243"/>
                </a:moveTo>
                <a:cubicBezTo>
                  <a:pt x="18765" y="101859"/>
                  <a:pt x="18620" y="103231"/>
                  <a:pt x="18583" y="104610"/>
                </a:cubicBezTo>
                <a:cubicBezTo>
                  <a:pt x="18374" y="109748"/>
                  <a:pt x="19673" y="114835"/>
                  <a:pt x="22317" y="119245"/>
                </a:cubicBezTo>
                <a:cubicBezTo>
                  <a:pt x="28453" y="129398"/>
                  <a:pt x="37638" y="134169"/>
                  <a:pt x="49550" y="133727"/>
                </a:cubicBezTo>
                <a:cubicBezTo>
                  <a:pt x="54215" y="133567"/>
                  <a:pt x="58544" y="132035"/>
                  <a:pt x="62579" y="129702"/>
                </a:cubicBezTo>
                <a:cubicBezTo>
                  <a:pt x="66949" y="127172"/>
                  <a:pt x="71359" y="124680"/>
                  <a:pt x="75760" y="122180"/>
                </a:cubicBezTo>
                <a:cubicBezTo>
                  <a:pt x="81370" y="118978"/>
                  <a:pt x="86979" y="115784"/>
                  <a:pt x="92599" y="112598"/>
                </a:cubicBezTo>
                <a:cubicBezTo>
                  <a:pt x="93118" y="112357"/>
                  <a:pt x="93423" y="111816"/>
                  <a:pt x="93362" y="111249"/>
                </a:cubicBezTo>
                <a:cubicBezTo>
                  <a:pt x="93341" y="106836"/>
                  <a:pt x="93351" y="102423"/>
                  <a:pt x="93351" y="98012"/>
                </a:cubicBezTo>
                <a:cubicBezTo>
                  <a:pt x="93351" y="97707"/>
                  <a:pt x="93321" y="97423"/>
                  <a:pt x="93290" y="97026"/>
                </a:cubicBezTo>
                <a:cubicBezTo>
                  <a:pt x="92935" y="97209"/>
                  <a:pt x="92681" y="97321"/>
                  <a:pt x="92437" y="97463"/>
                </a:cubicBezTo>
                <a:cubicBezTo>
                  <a:pt x="88494" y="99699"/>
                  <a:pt x="84540" y="101957"/>
                  <a:pt x="80587" y="104222"/>
                </a:cubicBezTo>
                <a:lnTo>
                  <a:pt x="63666" y="113863"/>
                </a:lnTo>
                <a:lnTo>
                  <a:pt x="55790" y="118353"/>
                </a:lnTo>
                <a:cubicBezTo>
                  <a:pt x="54222" y="119308"/>
                  <a:pt x="52257" y="119308"/>
                  <a:pt x="50694" y="118353"/>
                </a:cubicBezTo>
                <a:lnTo>
                  <a:pt x="49940" y="117934"/>
                </a:lnTo>
                <a:lnTo>
                  <a:pt x="22241" y="102148"/>
                </a:lnTo>
                <a:cubicBezTo>
                  <a:pt x="21196" y="101539"/>
                  <a:pt x="20153" y="100959"/>
                  <a:pt x="18887" y="100243"/>
                </a:cubicBezTo>
                <a:close/>
                <a:moveTo>
                  <a:pt x="83656" y="56273"/>
                </a:moveTo>
                <a:cubicBezTo>
                  <a:pt x="83961" y="56466"/>
                  <a:pt x="84103" y="56588"/>
                  <a:pt x="84266" y="56669"/>
                </a:cubicBezTo>
                <a:cubicBezTo>
                  <a:pt x="92111" y="61161"/>
                  <a:pt x="99967" y="65633"/>
                  <a:pt x="107803" y="70105"/>
                </a:cubicBezTo>
                <a:lnTo>
                  <a:pt x="121238" y="77757"/>
                </a:lnTo>
                <a:cubicBezTo>
                  <a:pt x="122376" y="78367"/>
                  <a:pt x="123199" y="79414"/>
                  <a:pt x="123524" y="80654"/>
                </a:cubicBezTo>
                <a:cubicBezTo>
                  <a:pt x="123687" y="81264"/>
                  <a:pt x="123778" y="81883"/>
                  <a:pt x="123768" y="82524"/>
                </a:cubicBezTo>
                <a:cubicBezTo>
                  <a:pt x="123778" y="94079"/>
                  <a:pt x="123778" y="105640"/>
                  <a:pt x="123768" y="117202"/>
                </a:cubicBezTo>
                <a:lnTo>
                  <a:pt x="123768" y="118178"/>
                </a:lnTo>
                <a:cubicBezTo>
                  <a:pt x="124307" y="117979"/>
                  <a:pt x="124754" y="117827"/>
                  <a:pt x="125191" y="117644"/>
                </a:cubicBezTo>
                <a:cubicBezTo>
                  <a:pt x="128596" y="116234"/>
                  <a:pt x="131675" y="114176"/>
                  <a:pt x="134246" y="111577"/>
                </a:cubicBezTo>
                <a:cubicBezTo>
                  <a:pt x="140252" y="105509"/>
                  <a:pt x="143209" y="98236"/>
                  <a:pt x="142661" y="89750"/>
                </a:cubicBezTo>
                <a:cubicBezTo>
                  <a:pt x="142000" y="79658"/>
                  <a:pt x="137173" y="71964"/>
                  <a:pt x="128443" y="66680"/>
                </a:cubicBezTo>
                <a:cubicBezTo>
                  <a:pt x="125567" y="64932"/>
                  <a:pt x="122599" y="63316"/>
                  <a:pt x="119662" y="61659"/>
                </a:cubicBezTo>
                <a:lnTo>
                  <a:pt x="97711" y="49118"/>
                </a:lnTo>
                <a:cubicBezTo>
                  <a:pt x="97233" y="48803"/>
                  <a:pt x="96603" y="48803"/>
                  <a:pt x="96136" y="49138"/>
                </a:cubicBezTo>
                <a:cubicBezTo>
                  <a:pt x="93524" y="50663"/>
                  <a:pt x="90882" y="52146"/>
                  <a:pt x="88260" y="53630"/>
                </a:cubicBezTo>
                <a:lnTo>
                  <a:pt x="83656" y="56273"/>
                </a:lnTo>
                <a:close/>
                <a:moveTo>
                  <a:pt x="100364" y="73916"/>
                </a:moveTo>
                <a:lnTo>
                  <a:pt x="100364" y="116318"/>
                </a:lnTo>
                <a:cubicBezTo>
                  <a:pt x="100364" y="118430"/>
                  <a:pt x="99571" y="120037"/>
                  <a:pt x="97691" y="121089"/>
                </a:cubicBezTo>
                <a:lnTo>
                  <a:pt x="82345" y="129833"/>
                </a:lnTo>
                <a:lnTo>
                  <a:pt x="66918" y="138629"/>
                </a:lnTo>
                <a:cubicBezTo>
                  <a:pt x="66695" y="138758"/>
                  <a:pt x="66481" y="138934"/>
                  <a:pt x="66187" y="139139"/>
                </a:cubicBezTo>
                <a:cubicBezTo>
                  <a:pt x="66532" y="139421"/>
                  <a:pt x="66796" y="139657"/>
                  <a:pt x="67071" y="139863"/>
                </a:cubicBezTo>
                <a:cubicBezTo>
                  <a:pt x="75526" y="145938"/>
                  <a:pt x="84754" y="147432"/>
                  <a:pt x="94622" y="143987"/>
                </a:cubicBezTo>
                <a:cubicBezTo>
                  <a:pt x="105892" y="140067"/>
                  <a:pt x="113504" y="129522"/>
                  <a:pt x="113687" y="117591"/>
                </a:cubicBezTo>
                <a:cubicBezTo>
                  <a:pt x="113748" y="105838"/>
                  <a:pt x="113687" y="94079"/>
                  <a:pt x="113717" y="82341"/>
                </a:cubicBezTo>
                <a:cubicBezTo>
                  <a:pt x="113768" y="81761"/>
                  <a:pt x="113453" y="81213"/>
                  <a:pt x="112935" y="80969"/>
                </a:cubicBezTo>
                <a:cubicBezTo>
                  <a:pt x="108992" y="78763"/>
                  <a:pt x="105089" y="76517"/>
                  <a:pt x="101156" y="74271"/>
                </a:cubicBezTo>
                <a:cubicBezTo>
                  <a:pt x="100973" y="74170"/>
                  <a:pt x="100770" y="74109"/>
                  <a:pt x="100364" y="73916"/>
                </a:cubicBezTo>
                <a:close/>
                <a:moveTo>
                  <a:pt x="59845" y="88967"/>
                </a:moveTo>
                <a:lnTo>
                  <a:pt x="76613" y="98520"/>
                </a:lnTo>
                <a:lnTo>
                  <a:pt x="93290" y="89018"/>
                </a:lnTo>
                <a:cubicBezTo>
                  <a:pt x="93311" y="88926"/>
                  <a:pt x="93331" y="88825"/>
                  <a:pt x="93351" y="88733"/>
                </a:cubicBezTo>
                <a:cubicBezTo>
                  <a:pt x="93351" y="82625"/>
                  <a:pt x="93351" y="76517"/>
                  <a:pt x="93372" y="70399"/>
                </a:cubicBezTo>
                <a:cubicBezTo>
                  <a:pt x="93372" y="69901"/>
                  <a:pt x="93118" y="69688"/>
                  <a:pt x="92731" y="69474"/>
                </a:cubicBezTo>
                <a:lnTo>
                  <a:pt x="78046" y="61120"/>
                </a:lnTo>
                <a:lnTo>
                  <a:pt x="76603" y="60318"/>
                </a:lnTo>
                <a:lnTo>
                  <a:pt x="76014" y="60633"/>
                </a:lnTo>
                <a:lnTo>
                  <a:pt x="60495" y="69444"/>
                </a:lnTo>
                <a:cubicBezTo>
                  <a:pt x="60038" y="69667"/>
                  <a:pt x="59764" y="70145"/>
                  <a:pt x="59825" y="70653"/>
                </a:cubicBezTo>
                <a:cubicBezTo>
                  <a:pt x="59845" y="74962"/>
                  <a:pt x="59825" y="79282"/>
                  <a:pt x="59825" y="83601"/>
                </a:cubicBezTo>
                <a:lnTo>
                  <a:pt x="59835" y="88967"/>
                </a:lnTo>
                <a:lnTo>
                  <a:pt x="59845" y="8896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Text Thispatchhassolvedthebugscenario.">
            <a:extLst xmlns:a="http://schemas.openxmlformats.org/drawingml/2006/main">
              <a:ext uri="{FF2B5EF4-FFF2-40B4-BE49-F238E27FC236}">
                <a16:creationId xmlns:a16="http://schemas.microsoft.com/office/drawing/2014/main" id="{77859C7C-4CA6-4BF4-8AF8-B6F6F0F8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860" y="10062518"/>
            <a:ext cx="1223766" cy="50483"/>
          </a:xfrm>
          <a:custGeom xmlns:a="http://schemas.openxmlformats.org/drawingml/2006/main">
            <a:pathLst>
              <a:path w="1223766" h="50483">
                <a:moveTo>
                  <a:pt x="26089" y="7384"/>
                </a:moveTo>
                <a:lnTo>
                  <a:pt x="15506" y="7384"/>
                </a:lnTo>
                <a:lnTo>
                  <a:pt x="15506" y="38997"/>
                </a:lnTo>
                <a:lnTo>
                  <a:pt x="10583" y="38997"/>
                </a:lnTo>
                <a:lnTo>
                  <a:pt x="10583" y="7384"/>
                </a:lnTo>
                <a:lnTo>
                  <a:pt x="0" y="7384"/>
                </a:lnTo>
                <a:lnTo>
                  <a:pt x="0" y="3227"/>
                </a:lnTo>
                <a:lnTo>
                  <a:pt x="26089" y="3227"/>
                </a:lnTo>
                <a:lnTo>
                  <a:pt x="26089" y="7384"/>
                </a:lnTo>
                <a:close/>
                <a:moveTo>
                  <a:pt x="55208" y="38997"/>
                </a:moveTo>
                <a:lnTo>
                  <a:pt x="50449" y="38997"/>
                </a:lnTo>
                <a:lnTo>
                  <a:pt x="50449" y="21468"/>
                </a:lnTo>
                <a:cubicBezTo>
                  <a:pt x="50449" y="19353"/>
                  <a:pt x="50053" y="17771"/>
                  <a:pt x="49260" y="16723"/>
                </a:cubicBezTo>
                <a:cubicBezTo>
                  <a:pt x="48467" y="15675"/>
                  <a:pt x="47332" y="15150"/>
                  <a:pt x="45855" y="15150"/>
                </a:cubicBezTo>
                <a:cubicBezTo>
                  <a:pt x="45217" y="15150"/>
                  <a:pt x="44620" y="15237"/>
                  <a:pt x="44064" y="15410"/>
                </a:cubicBezTo>
                <a:cubicBezTo>
                  <a:pt x="43508" y="15583"/>
                  <a:pt x="42929" y="15884"/>
                  <a:pt x="42327" y="16313"/>
                </a:cubicBezTo>
                <a:cubicBezTo>
                  <a:pt x="41725" y="16741"/>
                  <a:pt x="41069" y="17320"/>
                  <a:pt x="40358" y="18049"/>
                </a:cubicBezTo>
                <a:cubicBezTo>
                  <a:pt x="39647" y="18778"/>
                  <a:pt x="38827" y="19690"/>
                  <a:pt x="37897" y="20784"/>
                </a:cubicBezTo>
                <a:lnTo>
                  <a:pt x="37897" y="38997"/>
                </a:lnTo>
                <a:lnTo>
                  <a:pt x="33138" y="38997"/>
                </a:lnTo>
                <a:lnTo>
                  <a:pt x="33138" y="328"/>
                </a:lnTo>
                <a:lnTo>
                  <a:pt x="37897" y="328"/>
                </a:lnTo>
                <a:lnTo>
                  <a:pt x="37897" y="11533"/>
                </a:lnTo>
                <a:lnTo>
                  <a:pt x="37733" y="15861"/>
                </a:lnTo>
                <a:cubicBezTo>
                  <a:pt x="38480" y="14968"/>
                  <a:pt x="39214" y="14216"/>
                  <a:pt x="39934" y="13605"/>
                </a:cubicBezTo>
                <a:cubicBezTo>
                  <a:pt x="40654" y="12995"/>
                  <a:pt x="41375" y="12498"/>
                  <a:pt x="42095" y="12115"/>
                </a:cubicBezTo>
                <a:cubicBezTo>
                  <a:pt x="42815" y="11732"/>
                  <a:pt x="43549" y="11458"/>
                  <a:pt x="44296" y="11294"/>
                </a:cubicBezTo>
                <a:cubicBezTo>
                  <a:pt x="45044" y="11130"/>
                  <a:pt x="45818" y="11048"/>
                  <a:pt x="46621" y="11048"/>
                </a:cubicBezTo>
                <a:cubicBezTo>
                  <a:pt x="49355" y="11048"/>
                  <a:pt x="51470" y="11882"/>
                  <a:pt x="52965" y="13551"/>
                </a:cubicBezTo>
                <a:cubicBezTo>
                  <a:pt x="54460" y="15219"/>
                  <a:pt x="55208" y="17730"/>
                  <a:pt x="55208" y="21085"/>
                </a:cubicBezTo>
                <a:lnTo>
                  <a:pt x="55208" y="38997"/>
                </a:lnTo>
                <a:close/>
                <a:moveTo>
                  <a:pt x="73606" y="15479"/>
                </a:moveTo>
                <a:lnTo>
                  <a:pt x="65484" y="15479"/>
                </a:lnTo>
                <a:lnTo>
                  <a:pt x="65484" y="11541"/>
                </a:lnTo>
                <a:lnTo>
                  <a:pt x="78419" y="11541"/>
                </a:lnTo>
                <a:lnTo>
                  <a:pt x="78419" y="35032"/>
                </a:lnTo>
                <a:lnTo>
                  <a:pt x="86596" y="35032"/>
                </a:lnTo>
                <a:lnTo>
                  <a:pt x="86596" y="38997"/>
                </a:lnTo>
                <a:lnTo>
                  <a:pt x="64582" y="38997"/>
                </a:lnTo>
                <a:lnTo>
                  <a:pt x="64582" y="35032"/>
                </a:lnTo>
                <a:lnTo>
                  <a:pt x="73606" y="35032"/>
                </a:lnTo>
                <a:lnTo>
                  <a:pt x="73606" y="15479"/>
                </a:lnTo>
                <a:moveTo>
                  <a:pt x="75274" y="0"/>
                </a:moveTo>
                <a:cubicBezTo>
                  <a:pt x="75803" y="0"/>
                  <a:pt x="76295" y="96"/>
                  <a:pt x="76751" y="287"/>
                </a:cubicBezTo>
                <a:cubicBezTo>
                  <a:pt x="77207" y="479"/>
                  <a:pt x="77603" y="747"/>
                  <a:pt x="77941" y="1094"/>
                </a:cubicBezTo>
                <a:cubicBezTo>
                  <a:pt x="78278" y="1440"/>
                  <a:pt x="78542" y="1837"/>
                  <a:pt x="78734" y="2283"/>
                </a:cubicBezTo>
                <a:cubicBezTo>
                  <a:pt x="78925" y="2730"/>
                  <a:pt x="79021" y="3218"/>
                  <a:pt x="79021" y="3747"/>
                </a:cubicBezTo>
                <a:cubicBezTo>
                  <a:pt x="79021" y="4257"/>
                  <a:pt x="78925" y="4740"/>
                  <a:pt x="78734" y="5196"/>
                </a:cubicBezTo>
                <a:cubicBezTo>
                  <a:pt x="78542" y="5652"/>
                  <a:pt x="78278" y="6053"/>
                  <a:pt x="77941" y="6399"/>
                </a:cubicBezTo>
                <a:cubicBezTo>
                  <a:pt x="77603" y="6746"/>
                  <a:pt x="77207" y="7015"/>
                  <a:pt x="76751" y="7206"/>
                </a:cubicBezTo>
                <a:cubicBezTo>
                  <a:pt x="76295" y="7397"/>
                  <a:pt x="75803" y="7493"/>
                  <a:pt x="75274" y="7493"/>
                </a:cubicBezTo>
                <a:cubicBezTo>
                  <a:pt x="74746" y="7493"/>
                  <a:pt x="74253" y="7397"/>
                  <a:pt x="73798" y="7206"/>
                </a:cubicBezTo>
                <a:cubicBezTo>
                  <a:pt x="73342" y="7015"/>
                  <a:pt x="72945" y="6746"/>
                  <a:pt x="72608" y="6399"/>
                </a:cubicBezTo>
                <a:cubicBezTo>
                  <a:pt x="72271" y="6053"/>
                  <a:pt x="72006" y="5652"/>
                  <a:pt x="71815" y="5196"/>
                </a:cubicBezTo>
                <a:cubicBezTo>
                  <a:pt x="71624" y="4740"/>
                  <a:pt x="71528" y="4257"/>
                  <a:pt x="71528" y="3747"/>
                </a:cubicBezTo>
                <a:cubicBezTo>
                  <a:pt x="71528" y="3218"/>
                  <a:pt x="71624" y="2730"/>
                  <a:pt x="71815" y="2283"/>
                </a:cubicBezTo>
                <a:cubicBezTo>
                  <a:pt x="72006" y="1837"/>
                  <a:pt x="72271" y="1440"/>
                  <a:pt x="72608" y="1094"/>
                </a:cubicBezTo>
                <a:cubicBezTo>
                  <a:pt x="72945" y="747"/>
                  <a:pt x="73342" y="479"/>
                  <a:pt x="73798" y="287"/>
                </a:cubicBezTo>
                <a:cubicBezTo>
                  <a:pt x="74253" y="96"/>
                  <a:pt x="74746" y="0"/>
                  <a:pt x="75274" y="0"/>
                </a:cubicBezTo>
                <a:close/>
                <a:moveTo>
                  <a:pt x="117109" y="31504"/>
                </a:moveTo>
                <a:cubicBezTo>
                  <a:pt x="117109" y="32470"/>
                  <a:pt x="116945" y="33336"/>
                  <a:pt x="116617" y="34102"/>
                </a:cubicBezTo>
                <a:cubicBezTo>
                  <a:pt x="116289" y="34868"/>
                  <a:pt x="115842" y="35547"/>
                  <a:pt x="115277" y="36139"/>
                </a:cubicBezTo>
                <a:cubicBezTo>
                  <a:pt x="114712" y="36732"/>
                  <a:pt x="114056" y="37238"/>
                  <a:pt x="113308" y="37657"/>
                </a:cubicBezTo>
                <a:cubicBezTo>
                  <a:pt x="112561" y="38076"/>
                  <a:pt x="111763" y="38423"/>
                  <a:pt x="110915" y="38696"/>
                </a:cubicBezTo>
                <a:cubicBezTo>
                  <a:pt x="110067" y="38970"/>
                  <a:pt x="109197" y="39170"/>
                  <a:pt x="108303" y="39298"/>
                </a:cubicBezTo>
                <a:cubicBezTo>
                  <a:pt x="107410" y="39426"/>
                  <a:pt x="106535" y="39489"/>
                  <a:pt x="105678" y="39489"/>
                </a:cubicBezTo>
                <a:cubicBezTo>
                  <a:pt x="103819" y="39489"/>
                  <a:pt x="102109" y="39407"/>
                  <a:pt x="100551" y="39243"/>
                </a:cubicBezTo>
                <a:cubicBezTo>
                  <a:pt x="98992" y="39079"/>
                  <a:pt x="97465" y="38815"/>
                  <a:pt x="95970" y="38450"/>
                </a:cubicBezTo>
                <a:lnTo>
                  <a:pt x="95970" y="34075"/>
                </a:lnTo>
                <a:cubicBezTo>
                  <a:pt x="97574" y="34530"/>
                  <a:pt x="99169" y="34877"/>
                  <a:pt x="100756" y="35114"/>
                </a:cubicBezTo>
                <a:cubicBezTo>
                  <a:pt x="102342" y="35351"/>
                  <a:pt x="103919" y="35469"/>
                  <a:pt x="105487" y="35469"/>
                </a:cubicBezTo>
                <a:cubicBezTo>
                  <a:pt x="107766" y="35469"/>
                  <a:pt x="109452" y="35159"/>
                  <a:pt x="110546" y="34540"/>
                </a:cubicBezTo>
                <a:cubicBezTo>
                  <a:pt x="111640" y="33920"/>
                  <a:pt x="112187" y="33035"/>
                  <a:pt x="112187" y="31887"/>
                </a:cubicBezTo>
                <a:cubicBezTo>
                  <a:pt x="112187" y="31395"/>
                  <a:pt x="112100" y="30953"/>
                  <a:pt x="111927" y="30561"/>
                </a:cubicBezTo>
                <a:cubicBezTo>
                  <a:pt x="111754" y="30169"/>
                  <a:pt x="111439" y="29795"/>
                  <a:pt x="110983" y="29439"/>
                </a:cubicBezTo>
                <a:cubicBezTo>
                  <a:pt x="110528" y="29084"/>
                  <a:pt x="109821" y="28715"/>
                  <a:pt x="108864" y="28332"/>
                </a:cubicBezTo>
                <a:cubicBezTo>
                  <a:pt x="107907" y="27949"/>
                  <a:pt x="106599" y="27511"/>
                  <a:pt x="104940" y="27019"/>
                </a:cubicBezTo>
                <a:cubicBezTo>
                  <a:pt x="103700" y="26654"/>
                  <a:pt x="102556" y="26240"/>
                  <a:pt x="101508" y="25775"/>
                </a:cubicBezTo>
                <a:cubicBezTo>
                  <a:pt x="100459" y="25310"/>
                  <a:pt x="99552" y="24758"/>
                  <a:pt x="98787" y="24120"/>
                </a:cubicBezTo>
                <a:cubicBezTo>
                  <a:pt x="98021" y="23482"/>
                  <a:pt x="97419" y="22735"/>
                  <a:pt x="96982" y="21878"/>
                </a:cubicBezTo>
                <a:cubicBezTo>
                  <a:pt x="96544" y="21021"/>
                  <a:pt x="96325" y="20009"/>
                  <a:pt x="96325" y="18842"/>
                </a:cubicBezTo>
                <a:cubicBezTo>
                  <a:pt x="96325" y="18077"/>
                  <a:pt x="96503" y="17238"/>
                  <a:pt x="96859" y="16326"/>
                </a:cubicBezTo>
                <a:cubicBezTo>
                  <a:pt x="97214" y="15415"/>
                  <a:pt x="97820" y="14567"/>
                  <a:pt x="98677" y="13783"/>
                </a:cubicBezTo>
                <a:cubicBezTo>
                  <a:pt x="99534" y="12999"/>
                  <a:pt x="100692" y="12347"/>
                  <a:pt x="102150" y="11828"/>
                </a:cubicBezTo>
                <a:cubicBezTo>
                  <a:pt x="103609" y="11308"/>
                  <a:pt x="105432" y="11048"/>
                  <a:pt x="107620" y="11048"/>
                </a:cubicBezTo>
                <a:cubicBezTo>
                  <a:pt x="108695" y="11048"/>
                  <a:pt x="109890" y="11108"/>
                  <a:pt x="111202" y="11226"/>
                </a:cubicBezTo>
                <a:cubicBezTo>
                  <a:pt x="112515" y="11345"/>
                  <a:pt x="113882" y="11550"/>
                  <a:pt x="115304" y="11841"/>
                </a:cubicBezTo>
                <a:lnTo>
                  <a:pt x="115304" y="16080"/>
                </a:lnTo>
                <a:cubicBezTo>
                  <a:pt x="113809" y="15716"/>
                  <a:pt x="112392" y="15447"/>
                  <a:pt x="111052" y="15273"/>
                </a:cubicBezTo>
                <a:cubicBezTo>
                  <a:pt x="109712" y="15100"/>
                  <a:pt x="108550" y="15014"/>
                  <a:pt x="107565" y="15014"/>
                </a:cubicBezTo>
                <a:cubicBezTo>
                  <a:pt x="106380" y="15014"/>
                  <a:pt x="105382" y="15105"/>
                  <a:pt x="104571" y="15287"/>
                </a:cubicBezTo>
                <a:cubicBezTo>
                  <a:pt x="103759" y="15469"/>
                  <a:pt x="103103" y="15720"/>
                  <a:pt x="102602" y="16039"/>
                </a:cubicBezTo>
                <a:cubicBezTo>
                  <a:pt x="102100" y="16358"/>
                  <a:pt x="101740" y="16732"/>
                  <a:pt x="101521" y="17160"/>
                </a:cubicBezTo>
                <a:cubicBezTo>
                  <a:pt x="101303" y="17589"/>
                  <a:pt x="101193" y="18049"/>
                  <a:pt x="101193" y="18541"/>
                </a:cubicBezTo>
                <a:cubicBezTo>
                  <a:pt x="101193" y="19034"/>
                  <a:pt x="101289" y="19480"/>
                  <a:pt x="101480" y="19881"/>
                </a:cubicBezTo>
                <a:cubicBezTo>
                  <a:pt x="101672" y="20283"/>
                  <a:pt x="102027" y="20670"/>
                  <a:pt x="102547" y="21044"/>
                </a:cubicBezTo>
                <a:cubicBezTo>
                  <a:pt x="103066" y="21417"/>
                  <a:pt x="103791" y="21791"/>
                  <a:pt x="104721" y="22165"/>
                </a:cubicBezTo>
                <a:cubicBezTo>
                  <a:pt x="105651" y="22539"/>
                  <a:pt x="106863" y="22944"/>
                  <a:pt x="108358" y="23382"/>
                </a:cubicBezTo>
                <a:cubicBezTo>
                  <a:pt x="109981" y="23856"/>
                  <a:pt x="111348" y="24353"/>
                  <a:pt x="112460" y="24872"/>
                </a:cubicBezTo>
                <a:cubicBezTo>
                  <a:pt x="113572" y="25392"/>
                  <a:pt x="114475" y="25971"/>
                  <a:pt x="115168" y="26609"/>
                </a:cubicBezTo>
                <a:cubicBezTo>
                  <a:pt x="115860" y="27247"/>
                  <a:pt x="116357" y="27967"/>
                  <a:pt x="116658" y="28769"/>
                </a:cubicBezTo>
                <a:cubicBezTo>
                  <a:pt x="116959" y="29571"/>
                  <a:pt x="117109" y="30483"/>
                  <a:pt x="117109" y="31504"/>
                </a:cubicBezTo>
                <a:close/>
                <a:moveTo>
                  <a:pt x="184175" y="24777"/>
                </a:moveTo>
                <a:cubicBezTo>
                  <a:pt x="184175" y="27220"/>
                  <a:pt x="183833" y="29353"/>
                  <a:pt x="183149" y="31176"/>
                </a:cubicBezTo>
                <a:cubicBezTo>
                  <a:pt x="182465" y="32999"/>
                  <a:pt x="181522" y="34512"/>
                  <a:pt x="180319" y="35716"/>
                </a:cubicBezTo>
                <a:cubicBezTo>
                  <a:pt x="179115" y="36919"/>
                  <a:pt x="177693" y="37821"/>
                  <a:pt x="176052" y="38423"/>
                </a:cubicBezTo>
                <a:cubicBezTo>
                  <a:pt x="174412" y="39025"/>
                  <a:pt x="172634" y="39325"/>
                  <a:pt x="170720" y="39325"/>
                </a:cubicBezTo>
                <a:cubicBezTo>
                  <a:pt x="169845" y="39325"/>
                  <a:pt x="168974" y="39280"/>
                  <a:pt x="168108" y="39189"/>
                </a:cubicBezTo>
                <a:cubicBezTo>
                  <a:pt x="167242" y="39097"/>
                  <a:pt x="166362" y="38942"/>
                  <a:pt x="165469" y="38724"/>
                </a:cubicBezTo>
                <a:lnTo>
                  <a:pt x="165469" y="50210"/>
                </a:lnTo>
                <a:lnTo>
                  <a:pt x="160711" y="50210"/>
                </a:lnTo>
                <a:lnTo>
                  <a:pt x="160711" y="11541"/>
                </a:lnTo>
                <a:lnTo>
                  <a:pt x="164949" y="11541"/>
                </a:lnTo>
                <a:lnTo>
                  <a:pt x="165250" y="16135"/>
                </a:lnTo>
                <a:cubicBezTo>
                  <a:pt x="166618" y="14257"/>
                  <a:pt x="168076" y="12940"/>
                  <a:pt x="169626" y="12183"/>
                </a:cubicBezTo>
                <a:cubicBezTo>
                  <a:pt x="171176" y="11427"/>
                  <a:pt x="172853" y="11048"/>
                  <a:pt x="174658" y="11048"/>
                </a:cubicBezTo>
                <a:cubicBezTo>
                  <a:pt x="176226" y="11048"/>
                  <a:pt x="177602" y="11376"/>
                  <a:pt x="178787" y="12033"/>
                </a:cubicBezTo>
                <a:cubicBezTo>
                  <a:pt x="179972" y="12689"/>
                  <a:pt x="180966" y="13614"/>
                  <a:pt x="181768" y="14809"/>
                </a:cubicBezTo>
                <a:cubicBezTo>
                  <a:pt x="182570" y="16003"/>
                  <a:pt x="183172" y="17443"/>
                  <a:pt x="183573" y="19129"/>
                </a:cubicBezTo>
                <a:cubicBezTo>
                  <a:pt x="183974" y="20816"/>
                  <a:pt x="184175" y="22698"/>
                  <a:pt x="184175" y="24777"/>
                </a:cubicBezTo>
                <a:moveTo>
                  <a:pt x="179307" y="24995"/>
                </a:moveTo>
                <a:cubicBezTo>
                  <a:pt x="179307" y="23555"/>
                  <a:pt x="179202" y="22233"/>
                  <a:pt x="178992" y="21030"/>
                </a:cubicBezTo>
                <a:cubicBezTo>
                  <a:pt x="178783" y="19827"/>
                  <a:pt x="178450" y="18797"/>
                  <a:pt x="177994" y="17940"/>
                </a:cubicBezTo>
                <a:cubicBezTo>
                  <a:pt x="177538" y="17083"/>
                  <a:pt x="176955" y="16413"/>
                  <a:pt x="176244" y="15930"/>
                </a:cubicBezTo>
                <a:cubicBezTo>
                  <a:pt x="175533" y="15447"/>
                  <a:pt x="174685" y="15205"/>
                  <a:pt x="173701" y="15205"/>
                </a:cubicBezTo>
                <a:cubicBezTo>
                  <a:pt x="173099" y="15205"/>
                  <a:pt x="172488" y="15301"/>
                  <a:pt x="171868" y="15492"/>
                </a:cubicBezTo>
                <a:cubicBezTo>
                  <a:pt x="171248" y="15684"/>
                  <a:pt x="170606" y="16003"/>
                  <a:pt x="169940" y="16449"/>
                </a:cubicBezTo>
                <a:cubicBezTo>
                  <a:pt x="169275" y="16896"/>
                  <a:pt x="168573" y="17489"/>
                  <a:pt x="167835" y="18227"/>
                </a:cubicBezTo>
                <a:cubicBezTo>
                  <a:pt x="167096" y="18965"/>
                  <a:pt x="166308" y="19881"/>
                  <a:pt x="165469" y="20975"/>
                </a:cubicBezTo>
                <a:lnTo>
                  <a:pt x="165469" y="34293"/>
                </a:lnTo>
                <a:cubicBezTo>
                  <a:pt x="166344" y="34658"/>
                  <a:pt x="167265" y="34945"/>
                  <a:pt x="168231" y="35155"/>
                </a:cubicBezTo>
                <a:cubicBezTo>
                  <a:pt x="169197" y="35365"/>
                  <a:pt x="170145" y="35469"/>
                  <a:pt x="171075" y="35469"/>
                </a:cubicBezTo>
                <a:cubicBezTo>
                  <a:pt x="173646" y="35469"/>
                  <a:pt x="175661" y="34599"/>
                  <a:pt x="177119" y="32858"/>
                </a:cubicBezTo>
                <a:cubicBezTo>
                  <a:pt x="178578" y="31117"/>
                  <a:pt x="179307" y="28496"/>
                  <a:pt x="179307" y="24995"/>
                </a:cubicBezTo>
                <a:close/>
                <a:moveTo>
                  <a:pt x="209434" y="38997"/>
                </a:moveTo>
                <a:lnTo>
                  <a:pt x="209324" y="35298"/>
                </a:lnTo>
                <a:cubicBezTo>
                  <a:pt x="207829" y="36777"/>
                  <a:pt x="206312" y="37846"/>
                  <a:pt x="204771" y="38503"/>
                </a:cubicBezTo>
                <a:cubicBezTo>
                  <a:pt x="203231" y="39161"/>
                  <a:pt x="201613" y="39489"/>
                  <a:pt x="199917" y="39489"/>
                </a:cubicBezTo>
                <a:cubicBezTo>
                  <a:pt x="198349" y="39489"/>
                  <a:pt x="197009" y="39289"/>
                  <a:pt x="195897" y="38887"/>
                </a:cubicBezTo>
                <a:cubicBezTo>
                  <a:pt x="194785" y="38485"/>
                  <a:pt x="193869" y="37933"/>
                  <a:pt x="193149" y="37230"/>
                </a:cubicBezTo>
                <a:cubicBezTo>
                  <a:pt x="192428" y="36527"/>
                  <a:pt x="191900" y="35700"/>
                  <a:pt x="191562" y="34751"/>
                </a:cubicBezTo>
                <a:cubicBezTo>
                  <a:pt x="191225" y="33801"/>
                  <a:pt x="191056" y="32769"/>
                  <a:pt x="191056" y="31655"/>
                </a:cubicBezTo>
                <a:cubicBezTo>
                  <a:pt x="191056" y="28898"/>
                  <a:pt x="192082" y="26738"/>
                  <a:pt x="194133" y="25177"/>
                </a:cubicBezTo>
                <a:cubicBezTo>
                  <a:pt x="196184" y="23616"/>
                  <a:pt x="199215" y="22835"/>
                  <a:pt x="203226" y="22835"/>
                </a:cubicBezTo>
                <a:lnTo>
                  <a:pt x="208914" y="22835"/>
                </a:lnTo>
                <a:lnTo>
                  <a:pt x="208914" y="20437"/>
                </a:lnTo>
                <a:cubicBezTo>
                  <a:pt x="208914" y="18820"/>
                  <a:pt x="208395" y="17526"/>
                  <a:pt x="207355" y="16554"/>
                </a:cubicBezTo>
                <a:cubicBezTo>
                  <a:pt x="206316" y="15582"/>
                  <a:pt x="204730" y="15096"/>
                  <a:pt x="202597" y="15096"/>
                </a:cubicBezTo>
                <a:cubicBezTo>
                  <a:pt x="201047" y="15096"/>
                  <a:pt x="199520" y="15271"/>
                  <a:pt x="198016" y="15623"/>
                </a:cubicBezTo>
                <a:cubicBezTo>
                  <a:pt x="196512" y="15974"/>
                  <a:pt x="194958" y="16473"/>
                  <a:pt x="193354" y="17119"/>
                </a:cubicBezTo>
                <a:lnTo>
                  <a:pt x="193354" y="12826"/>
                </a:lnTo>
                <a:cubicBezTo>
                  <a:pt x="193955" y="12604"/>
                  <a:pt x="194625" y="12386"/>
                  <a:pt x="195364" y="12173"/>
                </a:cubicBezTo>
                <a:cubicBezTo>
                  <a:pt x="196102" y="11960"/>
                  <a:pt x="196881" y="11770"/>
                  <a:pt x="197702" y="11604"/>
                </a:cubicBezTo>
                <a:cubicBezTo>
                  <a:pt x="198522" y="11437"/>
                  <a:pt x="199379" y="11303"/>
                  <a:pt x="200272" y="11201"/>
                </a:cubicBezTo>
                <a:cubicBezTo>
                  <a:pt x="201166" y="11099"/>
                  <a:pt x="202068" y="11048"/>
                  <a:pt x="202980" y="11048"/>
                </a:cubicBezTo>
                <a:cubicBezTo>
                  <a:pt x="204639" y="11048"/>
                  <a:pt x="206134" y="11231"/>
                  <a:pt x="207465" y="11595"/>
                </a:cubicBezTo>
                <a:cubicBezTo>
                  <a:pt x="208796" y="11960"/>
                  <a:pt x="209922" y="12516"/>
                  <a:pt x="210842" y="13263"/>
                </a:cubicBezTo>
                <a:cubicBezTo>
                  <a:pt x="211763" y="14011"/>
                  <a:pt x="212469" y="14950"/>
                  <a:pt x="212962" y="16080"/>
                </a:cubicBezTo>
                <a:cubicBezTo>
                  <a:pt x="213454" y="17211"/>
                  <a:pt x="213700" y="18541"/>
                  <a:pt x="213700" y="20073"/>
                </a:cubicBezTo>
                <a:lnTo>
                  <a:pt x="213700" y="38997"/>
                </a:lnTo>
                <a:lnTo>
                  <a:pt x="209434" y="38997"/>
                </a:lnTo>
                <a:moveTo>
                  <a:pt x="208914" y="26472"/>
                </a:moveTo>
                <a:lnTo>
                  <a:pt x="202870" y="26472"/>
                </a:lnTo>
                <a:cubicBezTo>
                  <a:pt x="201685" y="26472"/>
                  <a:pt x="200664" y="26591"/>
                  <a:pt x="199808" y="26829"/>
                </a:cubicBezTo>
                <a:cubicBezTo>
                  <a:pt x="198951" y="27067"/>
                  <a:pt x="198249" y="27405"/>
                  <a:pt x="197702" y="27844"/>
                </a:cubicBezTo>
                <a:cubicBezTo>
                  <a:pt x="197155" y="28282"/>
                  <a:pt x="196749" y="28808"/>
                  <a:pt x="196485" y="29421"/>
                </a:cubicBezTo>
                <a:cubicBezTo>
                  <a:pt x="196221" y="30034"/>
                  <a:pt x="196088" y="30724"/>
                  <a:pt x="196088" y="31492"/>
                </a:cubicBezTo>
                <a:cubicBezTo>
                  <a:pt x="196088" y="32022"/>
                  <a:pt x="196170" y="32530"/>
                  <a:pt x="196334" y="33015"/>
                </a:cubicBezTo>
                <a:cubicBezTo>
                  <a:pt x="196499" y="33499"/>
                  <a:pt x="196763" y="33929"/>
                  <a:pt x="197128" y="34304"/>
                </a:cubicBezTo>
                <a:cubicBezTo>
                  <a:pt x="197492" y="34679"/>
                  <a:pt x="197966" y="34976"/>
                  <a:pt x="198550" y="35195"/>
                </a:cubicBezTo>
                <a:cubicBezTo>
                  <a:pt x="199133" y="35414"/>
                  <a:pt x="199844" y="35524"/>
                  <a:pt x="200683" y="35524"/>
                </a:cubicBezTo>
                <a:cubicBezTo>
                  <a:pt x="201777" y="35524"/>
                  <a:pt x="203030" y="35190"/>
                  <a:pt x="204443" y="34523"/>
                </a:cubicBezTo>
                <a:cubicBezTo>
                  <a:pt x="205856" y="33856"/>
                  <a:pt x="207346" y="32799"/>
                  <a:pt x="208914" y="31354"/>
                </a:cubicBezTo>
                <a:lnTo>
                  <a:pt x="208914" y="26472"/>
                </a:lnTo>
                <a:close/>
                <a:moveTo>
                  <a:pt x="245003" y="38587"/>
                </a:moveTo>
                <a:cubicBezTo>
                  <a:pt x="243927" y="38870"/>
                  <a:pt x="242815" y="39073"/>
                  <a:pt x="241667" y="39195"/>
                </a:cubicBezTo>
                <a:cubicBezTo>
                  <a:pt x="240518" y="39319"/>
                  <a:pt x="239351" y="39380"/>
                  <a:pt x="238166" y="39380"/>
                </a:cubicBezTo>
                <a:cubicBezTo>
                  <a:pt x="234720" y="39380"/>
                  <a:pt x="232150" y="38601"/>
                  <a:pt x="230454" y="37042"/>
                </a:cubicBezTo>
                <a:cubicBezTo>
                  <a:pt x="228759" y="35483"/>
                  <a:pt x="227911" y="33090"/>
                  <a:pt x="227911" y="29863"/>
                </a:cubicBezTo>
                <a:lnTo>
                  <a:pt x="227911" y="15533"/>
                </a:lnTo>
                <a:lnTo>
                  <a:pt x="220226" y="15533"/>
                </a:lnTo>
                <a:lnTo>
                  <a:pt x="220226" y="11541"/>
                </a:lnTo>
                <a:lnTo>
                  <a:pt x="227911" y="11541"/>
                </a:lnTo>
                <a:lnTo>
                  <a:pt x="227911" y="3969"/>
                </a:lnTo>
                <a:lnTo>
                  <a:pt x="232669" y="2735"/>
                </a:lnTo>
                <a:lnTo>
                  <a:pt x="232669" y="11541"/>
                </a:lnTo>
                <a:lnTo>
                  <a:pt x="245003" y="11541"/>
                </a:lnTo>
                <a:lnTo>
                  <a:pt x="245003" y="15533"/>
                </a:lnTo>
                <a:lnTo>
                  <a:pt x="232669" y="15533"/>
                </a:lnTo>
                <a:lnTo>
                  <a:pt x="232669" y="29480"/>
                </a:lnTo>
                <a:cubicBezTo>
                  <a:pt x="232669" y="31449"/>
                  <a:pt x="233193" y="32922"/>
                  <a:pt x="234242" y="33897"/>
                </a:cubicBezTo>
                <a:cubicBezTo>
                  <a:pt x="235290" y="34872"/>
                  <a:pt x="236835" y="35360"/>
                  <a:pt x="238877" y="35360"/>
                </a:cubicBezTo>
                <a:cubicBezTo>
                  <a:pt x="239752" y="35360"/>
                  <a:pt x="240709" y="35290"/>
                  <a:pt x="241749" y="35149"/>
                </a:cubicBezTo>
                <a:cubicBezTo>
                  <a:pt x="242788" y="35008"/>
                  <a:pt x="243873" y="34786"/>
                  <a:pt x="245003" y="34485"/>
                </a:cubicBezTo>
                <a:lnTo>
                  <a:pt x="245003" y="38587"/>
                </a:lnTo>
                <a:close/>
                <a:moveTo>
                  <a:pt x="275294" y="37985"/>
                </a:moveTo>
                <a:cubicBezTo>
                  <a:pt x="274054" y="38459"/>
                  <a:pt x="272783" y="38810"/>
                  <a:pt x="271479" y="39038"/>
                </a:cubicBezTo>
                <a:cubicBezTo>
                  <a:pt x="270176" y="39266"/>
                  <a:pt x="268831" y="39380"/>
                  <a:pt x="267445" y="39380"/>
                </a:cubicBezTo>
                <a:cubicBezTo>
                  <a:pt x="263106" y="39380"/>
                  <a:pt x="259765" y="38204"/>
                  <a:pt x="257423" y="35852"/>
                </a:cubicBezTo>
                <a:cubicBezTo>
                  <a:pt x="255080" y="33500"/>
                  <a:pt x="253908" y="30064"/>
                  <a:pt x="253908" y="25542"/>
                </a:cubicBezTo>
                <a:cubicBezTo>
                  <a:pt x="253908" y="23373"/>
                  <a:pt x="254246" y="21404"/>
                  <a:pt x="254920" y="19635"/>
                </a:cubicBezTo>
                <a:cubicBezTo>
                  <a:pt x="255595" y="17867"/>
                  <a:pt x="256543" y="16354"/>
                  <a:pt x="257764" y="15096"/>
                </a:cubicBezTo>
                <a:cubicBezTo>
                  <a:pt x="258986" y="13838"/>
                  <a:pt x="260444" y="12867"/>
                  <a:pt x="262140" y="12183"/>
                </a:cubicBezTo>
                <a:cubicBezTo>
                  <a:pt x="263836" y="11500"/>
                  <a:pt x="265704" y="11158"/>
                  <a:pt x="267746" y="11158"/>
                </a:cubicBezTo>
                <a:cubicBezTo>
                  <a:pt x="269168" y="11158"/>
                  <a:pt x="270499" y="11260"/>
                  <a:pt x="271739" y="11465"/>
                </a:cubicBezTo>
                <a:cubicBezTo>
                  <a:pt x="272979" y="11670"/>
                  <a:pt x="274164" y="12005"/>
                  <a:pt x="275294" y="12470"/>
                </a:cubicBezTo>
                <a:lnTo>
                  <a:pt x="275294" y="17010"/>
                </a:lnTo>
                <a:cubicBezTo>
                  <a:pt x="274109" y="16380"/>
                  <a:pt x="272901" y="15922"/>
                  <a:pt x="271671" y="15636"/>
                </a:cubicBezTo>
                <a:cubicBezTo>
                  <a:pt x="270440" y="15349"/>
                  <a:pt x="269168" y="15205"/>
                  <a:pt x="267856" y="15205"/>
                </a:cubicBezTo>
                <a:cubicBezTo>
                  <a:pt x="266634" y="15205"/>
                  <a:pt x="265481" y="15438"/>
                  <a:pt x="264396" y="15902"/>
                </a:cubicBezTo>
                <a:cubicBezTo>
                  <a:pt x="263311" y="16367"/>
                  <a:pt x="262359" y="17037"/>
                  <a:pt x="261538" y="17912"/>
                </a:cubicBezTo>
                <a:cubicBezTo>
                  <a:pt x="260718" y="18788"/>
                  <a:pt x="260071" y="19854"/>
                  <a:pt x="259597" y="21112"/>
                </a:cubicBezTo>
                <a:cubicBezTo>
                  <a:pt x="259123" y="22370"/>
                  <a:pt x="258886" y="23792"/>
                  <a:pt x="258886" y="25378"/>
                </a:cubicBezTo>
                <a:cubicBezTo>
                  <a:pt x="258886" y="28696"/>
                  <a:pt x="259692" y="31180"/>
                  <a:pt x="261306" y="32830"/>
                </a:cubicBezTo>
                <a:cubicBezTo>
                  <a:pt x="262919" y="34480"/>
                  <a:pt x="265157" y="35305"/>
                  <a:pt x="268020" y="35305"/>
                </a:cubicBezTo>
                <a:cubicBezTo>
                  <a:pt x="269314" y="35305"/>
                  <a:pt x="270568" y="35159"/>
                  <a:pt x="271780" y="34868"/>
                </a:cubicBezTo>
                <a:cubicBezTo>
                  <a:pt x="272992" y="34576"/>
                  <a:pt x="274164" y="34138"/>
                  <a:pt x="275294" y="33555"/>
                </a:cubicBezTo>
                <a:lnTo>
                  <a:pt x="275294" y="37985"/>
                </a:lnTo>
                <a:close/>
                <a:moveTo>
                  <a:pt x="308125" y="38997"/>
                </a:moveTo>
                <a:lnTo>
                  <a:pt x="303367" y="38997"/>
                </a:lnTo>
                <a:lnTo>
                  <a:pt x="303367" y="21468"/>
                </a:lnTo>
                <a:cubicBezTo>
                  <a:pt x="303367" y="19353"/>
                  <a:pt x="302970" y="17771"/>
                  <a:pt x="302177" y="16723"/>
                </a:cubicBezTo>
                <a:cubicBezTo>
                  <a:pt x="301384" y="15675"/>
                  <a:pt x="300249" y="15150"/>
                  <a:pt x="298772" y="15150"/>
                </a:cubicBezTo>
                <a:cubicBezTo>
                  <a:pt x="298134" y="15150"/>
                  <a:pt x="297537" y="15237"/>
                  <a:pt x="296981" y="15410"/>
                </a:cubicBezTo>
                <a:cubicBezTo>
                  <a:pt x="296425" y="15583"/>
                  <a:pt x="295846" y="15884"/>
                  <a:pt x="295244" y="16313"/>
                </a:cubicBezTo>
                <a:cubicBezTo>
                  <a:pt x="294643" y="16741"/>
                  <a:pt x="293986" y="17320"/>
                  <a:pt x="293275" y="18049"/>
                </a:cubicBezTo>
                <a:cubicBezTo>
                  <a:pt x="292564" y="18778"/>
                  <a:pt x="291744" y="19690"/>
                  <a:pt x="290814" y="20784"/>
                </a:cubicBezTo>
                <a:lnTo>
                  <a:pt x="290814" y="38997"/>
                </a:lnTo>
                <a:lnTo>
                  <a:pt x="286056" y="38997"/>
                </a:lnTo>
                <a:lnTo>
                  <a:pt x="286056" y="328"/>
                </a:lnTo>
                <a:lnTo>
                  <a:pt x="290814" y="328"/>
                </a:lnTo>
                <a:lnTo>
                  <a:pt x="290814" y="11533"/>
                </a:lnTo>
                <a:lnTo>
                  <a:pt x="290650" y="15861"/>
                </a:lnTo>
                <a:cubicBezTo>
                  <a:pt x="291398" y="14968"/>
                  <a:pt x="292131" y="14216"/>
                  <a:pt x="292852" y="13605"/>
                </a:cubicBezTo>
                <a:cubicBezTo>
                  <a:pt x="293572" y="12995"/>
                  <a:pt x="294292" y="12498"/>
                  <a:pt x="295012" y="12115"/>
                </a:cubicBezTo>
                <a:cubicBezTo>
                  <a:pt x="295732" y="11732"/>
                  <a:pt x="296466" y="11458"/>
                  <a:pt x="297213" y="11294"/>
                </a:cubicBezTo>
                <a:cubicBezTo>
                  <a:pt x="297961" y="11130"/>
                  <a:pt x="298736" y="11048"/>
                  <a:pt x="299538" y="11048"/>
                </a:cubicBezTo>
                <a:cubicBezTo>
                  <a:pt x="302273" y="11048"/>
                  <a:pt x="304388" y="11882"/>
                  <a:pt x="305883" y="13551"/>
                </a:cubicBezTo>
                <a:cubicBezTo>
                  <a:pt x="307378" y="15219"/>
                  <a:pt x="308125" y="17730"/>
                  <a:pt x="308125" y="21085"/>
                </a:cubicBezTo>
                <a:lnTo>
                  <a:pt x="308125" y="38997"/>
                </a:lnTo>
                <a:close/>
                <a:moveTo>
                  <a:pt x="373619" y="38997"/>
                </a:moveTo>
                <a:lnTo>
                  <a:pt x="368860" y="38997"/>
                </a:lnTo>
                <a:lnTo>
                  <a:pt x="368860" y="21468"/>
                </a:lnTo>
                <a:cubicBezTo>
                  <a:pt x="368860" y="19353"/>
                  <a:pt x="368464" y="17771"/>
                  <a:pt x="367671" y="16723"/>
                </a:cubicBezTo>
                <a:cubicBezTo>
                  <a:pt x="366878" y="15675"/>
                  <a:pt x="365743" y="15150"/>
                  <a:pt x="364266" y="15150"/>
                </a:cubicBezTo>
                <a:cubicBezTo>
                  <a:pt x="363628" y="15150"/>
                  <a:pt x="363031" y="15237"/>
                  <a:pt x="362475" y="15410"/>
                </a:cubicBezTo>
                <a:cubicBezTo>
                  <a:pt x="361919" y="15583"/>
                  <a:pt x="361340" y="15884"/>
                  <a:pt x="360738" y="16313"/>
                </a:cubicBezTo>
                <a:cubicBezTo>
                  <a:pt x="360137" y="16741"/>
                  <a:pt x="359480" y="17320"/>
                  <a:pt x="358769" y="18049"/>
                </a:cubicBezTo>
                <a:cubicBezTo>
                  <a:pt x="358058" y="18778"/>
                  <a:pt x="357238" y="19690"/>
                  <a:pt x="356308" y="20784"/>
                </a:cubicBezTo>
                <a:lnTo>
                  <a:pt x="356308" y="38997"/>
                </a:lnTo>
                <a:lnTo>
                  <a:pt x="351550" y="38997"/>
                </a:lnTo>
                <a:lnTo>
                  <a:pt x="351550" y="328"/>
                </a:lnTo>
                <a:lnTo>
                  <a:pt x="356308" y="328"/>
                </a:lnTo>
                <a:lnTo>
                  <a:pt x="356308" y="11533"/>
                </a:lnTo>
                <a:lnTo>
                  <a:pt x="356144" y="15861"/>
                </a:lnTo>
                <a:cubicBezTo>
                  <a:pt x="356891" y="14968"/>
                  <a:pt x="357625" y="14216"/>
                  <a:pt x="358345" y="13605"/>
                </a:cubicBezTo>
                <a:cubicBezTo>
                  <a:pt x="359066" y="12995"/>
                  <a:pt x="359786" y="12498"/>
                  <a:pt x="360506" y="12115"/>
                </a:cubicBezTo>
                <a:cubicBezTo>
                  <a:pt x="361226" y="11732"/>
                  <a:pt x="361960" y="11458"/>
                  <a:pt x="362707" y="11294"/>
                </a:cubicBezTo>
                <a:cubicBezTo>
                  <a:pt x="363455" y="11130"/>
                  <a:pt x="364230" y="11048"/>
                  <a:pt x="365032" y="11048"/>
                </a:cubicBezTo>
                <a:cubicBezTo>
                  <a:pt x="367767" y="11048"/>
                  <a:pt x="369881" y="11882"/>
                  <a:pt x="371376" y="13551"/>
                </a:cubicBezTo>
                <a:cubicBezTo>
                  <a:pt x="372871" y="15219"/>
                  <a:pt x="373619" y="17730"/>
                  <a:pt x="373619" y="21085"/>
                </a:cubicBezTo>
                <a:lnTo>
                  <a:pt x="373619" y="38997"/>
                </a:lnTo>
                <a:close/>
                <a:moveTo>
                  <a:pt x="400304" y="38997"/>
                </a:moveTo>
                <a:lnTo>
                  <a:pt x="400194" y="35298"/>
                </a:lnTo>
                <a:cubicBezTo>
                  <a:pt x="398699" y="36777"/>
                  <a:pt x="397182" y="37846"/>
                  <a:pt x="395641" y="38503"/>
                </a:cubicBezTo>
                <a:cubicBezTo>
                  <a:pt x="394100" y="39161"/>
                  <a:pt x="392482" y="39489"/>
                  <a:pt x="390787" y="39489"/>
                </a:cubicBezTo>
                <a:cubicBezTo>
                  <a:pt x="389219" y="39489"/>
                  <a:pt x="387879" y="39289"/>
                  <a:pt x="386767" y="38887"/>
                </a:cubicBezTo>
                <a:cubicBezTo>
                  <a:pt x="385655" y="38485"/>
                  <a:pt x="384739" y="37933"/>
                  <a:pt x="384018" y="37230"/>
                </a:cubicBezTo>
                <a:cubicBezTo>
                  <a:pt x="383298" y="36527"/>
                  <a:pt x="382770" y="35700"/>
                  <a:pt x="382432" y="34751"/>
                </a:cubicBezTo>
                <a:cubicBezTo>
                  <a:pt x="382095" y="33801"/>
                  <a:pt x="381926" y="32769"/>
                  <a:pt x="381926" y="31655"/>
                </a:cubicBezTo>
                <a:cubicBezTo>
                  <a:pt x="381926" y="28898"/>
                  <a:pt x="382952" y="26738"/>
                  <a:pt x="385003" y="25177"/>
                </a:cubicBezTo>
                <a:cubicBezTo>
                  <a:pt x="387054" y="23616"/>
                  <a:pt x="390085" y="22835"/>
                  <a:pt x="394096" y="22835"/>
                </a:cubicBezTo>
                <a:lnTo>
                  <a:pt x="399784" y="22835"/>
                </a:lnTo>
                <a:lnTo>
                  <a:pt x="399784" y="20437"/>
                </a:lnTo>
                <a:cubicBezTo>
                  <a:pt x="399784" y="18820"/>
                  <a:pt x="399264" y="17526"/>
                  <a:pt x="398225" y="16554"/>
                </a:cubicBezTo>
                <a:cubicBezTo>
                  <a:pt x="397186" y="15582"/>
                  <a:pt x="395600" y="15096"/>
                  <a:pt x="393467" y="15096"/>
                </a:cubicBezTo>
                <a:cubicBezTo>
                  <a:pt x="391917" y="15096"/>
                  <a:pt x="390390" y="15271"/>
                  <a:pt x="388886" y="15623"/>
                </a:cubicBezTo>
                <a:cubicBezTo>
                  <a:pt x="387382" y="15974"/>
                  <a:pt x="385828" y="16473"/>
                  <a:pt x="384223" y="17119"/>
                </a:cubicBezTo>
                <a:lnTo>
                  <a:pt x="384223" y="12826"/>
                </a:lnTo>
                <a:cubicBezTo>
                  <a:pt x="384825" y="12604"/>
                  <a:pt x="385495" y="12386"/>
                  <a:pt x="386234" y="12173"/>
                </a:cubicBezTo>
                <a:cubicBezTo>
                  <a:pt x="386972" y="11960"/>
                  <a:pt x="387751" y="11770"/>
                  <a:pt x="388572" y="11604"/>
                </a:cubicBezTo>
                <a:cubicBezTo>
                  <a:pt x="389392" y="11437"/>
                  <a:pt x="390249" y="11303"/>
                  <a:pt x="391142" y="11201"/>
                </a:cubicBezTo>
                <a:cubicBezTo>
                  <a:pt x="392036" y="11099"/>
                  <a:pt x="392938" y="11048"/>
                  <a:pt x="393850" y="11048"/>
                </a:cubicBezTo>
                <a:cubicBezTo>
                  <a:pt x="395509" y="11048"/>
                  <a:pt x="397004" y="11231"/>
                  <a:pt x="398335" y="11595"/>
                </a:cubicBezTo>
                <a:cubicBezTo>
                  <a:pt x="399666" y="11960"/>
                  <a:pt x="400791" y="12516"/>
                  <a:pt x="401712" y="13263"/>
                </a:cubicBezTo>
                <a:cubicBezTo>
                  <a:pt x="402633" y="14011"/>
                  <a:pt x="403339" y="14950"/>
                  <a:pt x="403831" y="16080"/>
                </a:cubicBezTo>
                <a:cubicBezTo>
                  <a:pt x="404324" y="17211"/>
                  <a:pt x="404570" y="18541"/>
                  <a:pt x="404570" y="20073"/>
                </a:cubicBezTo>
                <a:lnTo>
                  <a:pt x="404570" y="38997"/>
                </a:lnTo>
                <a:lnTo>
                  <a:pt x="400304" y="38997"/>
                </a:lnTo>
                <a:moveTo>
                  <a:pt x="399784" y="26472"/>
                </a:moveTo>
                <a:lnTo>
                  <a:pt x="393740" y="26472"/>
                </a:lnTo>
                <a:cubicBezTo>
                  <a:pt x="392555" y="26472"/>
                  <a:pt x="391534" y="26591"/>
                  <a:pt x="390677" y="26829"/>
                </a:cubicBezTo>
                <a:cubicBezTo>
                  <a:pt x="389821" y="27067"/>
                  <a:pt x="389119" y="27405"/>
                  <a:pt x="388572" y="27844"/>
                </a:cubicBezTo>
                <a:cubicBezTo>
                  <a:pt x="388025" y="28282"/>
                  <a:pt x="387619" y="28808"/>
                  <a:pt x="387355" y="29421"/>
                </a:cubicBezTo>
                <a:cubicBezTo>
                  <a:pt x="387090" y="30034"/>
                  <a:pt x="386958" y="30724"/>
                  <a:pt x="386958" y="31492"/>
                </a:cubicBezTo>
                <a:cubicBezTo>
                  <a:pt x="386958" y="32022"/>
                  <a:pt x="387040" y="32530"/>
                  <a:pt x="387204" y="33015"/>
                </a:cubicBezTo>
                <a:cubicBezTo>
                  <a:pt x="387368" y="33499"/>
                  <a:pt x="387633" y="33929"/>
                  <a:pt x="387997" y="34304"/>
                </a:cubicBezTo>
                <a:cubicBezTo>
                  <a:pt x="388362" y="34679"/>
                  <a:pt x="388836" y="34976"/>
                  <a:pt x="389419" y="35195"/>
                </a:cubicBezTo>
                <a:cubicBezTo>
                  <a:pt x="390003" y="35414"/>
                  <a:pt x="390714" y="35524"/>
                  <a:pt x="391553" y="35524"/>
                </a:cubicBezTo>
                <a:cubicBezTo>
                  <a:pt x="392646" y="35524"/>
                  <a:pt x="393900" y="35190"/>
                  <a:pt x="395313" y="34523"/>
                </a:cubicBezTo>
                <a:cubicBezTo>
                  <a:pt x="396726" y="33856"/>
                  <a:pt x="398216" y="32799"/>
                  <a:pt x="399784" y="31354"/>
                </a:cubicBezTo>
                <a:lnTo>
                  <a:pt x="399784" y="26472"/>
                </a:lnTo>
                <a:close/>
                <a:moveTo>
                  <a:pt x="435521" y="31504"/>
                </a:moveTo>
                <a:cubicBezTo>
                  <a:pt x="435521" y="32470"/>
                  <a:pt x="435356" y="33336"/>
                  <a:pt x="435028" y="34102"/>
                </a:cubicBezTo>
                <a:cubicBezTo>
                  <a:pt x="434700" y="34868"/>
                  <a:pt x="434253" y="35547"/>
                  <a:pt x="433688" y="36139"/>
                </a:cubicBezTo>
                <a:cubicBezTo>
                  <a:pt x="433123" y="36732"/>
                  <a:pt x="432467" y="37238"/>
                  <a:pt x="431719" y="37657"/>
                </a:cubicBezTo>
                <a:cubicBezTo>
                  <a:pt x="430972" y="38076"/>
                  <a:pt x="430174" y="38423"/>
                  <a:pt x="429326" y="38696"/>
                </a:cubicBezTo>
                <a:cubicBezTo>
                  <a:pt x="428479" y="38970"/>
                  <a:pt x="427608" y="39170"/>
                  <a:pt x="426715" y="39298"/>
                </a:cubicBezTo>
                <a:cubicBezTo>
                  <a:pt x="425821" y="39426"/>
                  <a:pt x="424946" y="39489"/>
                  <a:pt x="424089" y="39489"/>
                </a:cubicBezTo>
                <a:cubicBezTo>
                  <a:pt x="422230" y="39489"/>
                  <a:pt x="420521" y="39407"/>
                  <a:pt x="418962" y="39243"/>
                </a:cubicBezTo>
                <a:cubicBezTo>
                  <a:pt x="417403" y="39079"/>
                  <a:pt x="415876" y="38815"/>
                  <a:pt x="414381" y="38450"/>
                </a:cubicBezTo>
                <a:lnTo>
                  <a:pt x="414381" y="34075"/>
                </a:lnTo>
                <a:cubicBezTo>
                  <a:pt x="415985" y="34530"/>
                  <a:pt x="417581" y="34877"/>
                  <a:pt x="419167" y="35114"/>
                </a:cubicBezTo>
                <a:cubicBezTo>
                  <a:pt x="420753" y="35351"/>
                  <a:pt x="422330" y="35469"/>
                  <a:pt x="423898" y="35469"/>
                </a:cubicBezTo>
                <a:cubicBezTo>
                  <a:pt x="426177" y="35469"/>
                  <a:pt x="427863" y="35159"/>
                  <a:pt x="428957" y="34540"/>
                </a:cubicBezTo>
                <a:cubicBezTo>
                  <a:pt x="430051" y="33920"/>
                  <a:pt x="430598" y="33035"/>
                  <a:pt x="430598" y="31887"/>
                </a:cubicBezTo>
                <a:cubicBezTo>
                  <a:pt x="430598" y="31395"/>
                  <a:pt x="430511" y="30953"/>
                  <a:pt x="430338" y="30561"/>
                </a:cubicBezTo>
                <a:cubicBezTo>
                  <a:pt x="430165" y="30169"/>
                  <a:pt x="429851" y="29795"/>
                  <a:pt x="429395" y="29439"/>
                </a:cubicBezTo>
                <a:cubicBezTo>
                  <a:pt x="428939" y="29084"/>
                  <a:pt x="428232" y="28715"/>
                  <a:pt x="427275" y="28332"/>
                </a:cubicBezTo>
                <a:cubicBezTo>
                  <a:pt x="426318" y="27949"/>
                  <a:pt x="425010" y="27511"/>
                  <a:pt x="423351" y="27019"/>
                </a:cubicBezTo>
                <a:cubicBezTo>
                  <a:pt x="422111" y="26654"/>
                  <a:pt x="420967" y="26240"/>
                  <a:pt x="419919" y="25775"/>
                </a:cubicBezTo>
                <a:cubicBezTo>
                  <a:pt x="418871" y="25310"/>
                  <a:pt x="417964" y="24758"/>
                  <a:pt x="417198" y="24120"/>
                </a:cubicBezTo>
                <a:cubicBezTo>
                  <a:pt x="416432" y="23482"/>
                  <a:pt x="415830" y="22735"/>
                  <a:pt x="415393" y="21878"/>
                </a:cubicBezTo>
                <a:cubicBezTo>
                  <a:pt x="414955" y="21021"/>
                  <a:pt x="414737" y="20009"/>
                  <a:pt x="414737" y="18842"/>
                </a:cubicBezTo>
                <a:cubicBezTo>
                  <a:pt x="414737" y="18077"/>
                  <a:pt x="414914" y="17238"/>
                  <a:pt x="415270" y="16326"/>
                </a:cubicBezTo>
                <a:cubicBezTo>
                  <a:pt x="415625" y="15415"/>
                  <a:pt x="416232" y="14567"/>
                  <a:pt x="417088" y="13783"/>
                </a:cubicBezTo>
                <a:cubicBezTo>
                  <a:pt x="417945" y="12999"/>
                  <a:pt x="419103" y="12347"/>
                  <a:pt x="420562" y="11828"/>
                </a:cubicBezTo>
                <a:cubicBezTo>
                  <a:pt x="422020" y="11308"/>
                  <a:pt x="423843" y="11048"/>
                  <a:pt x="426031" y="11048"/>
                </a:cubicBezTo>
                <a:cubicBezTo>
                  <a:pt x="427107" y="11048"/>
                  <a:pt x="428301" y="11108"/>
                  <a:pt x="429614" y="11226"/>
                </a:cubicBezTo>
                <a:cubicBezTo>
                  <a:pt x="430926" y="11345"/>
                  <a:pt x="432294" y="11550"/>
                  <a:pt x="433716" y="11841"/>
                </a:cubicBezTo>
                <a:lnTo>
                  <a:pt x="433716" y="16080"/>
                </a:lnTo>
                <a:cubicBezTo>
                  <a:pt x="432221" y="15716"/>
                  <a:pt x="430803" y="15447"/>
                  <a:pt x="429463" y="15273"/>
                </a:cubicBezTo>
                <a:cubicBezTo>
                  <a:pt x="428123" y="15100"/>
                  <a:pt x="426961" y="15014"/>
                  <a:pt x="425976" y="15014"/>
                </a:cubicBezTo>
                <a:cubicBezTo>
                  <a:pt x="424791" y="15014"/>
                  <a:pt x="423793" y="15105"/>
                  <a:pt x="422982" y="15287"/>
                </a:cubicBezTo>
                <a:cubicBezTo>
                  <a:pt x="422170" y="15469"/>
                  <a:pt x="421514" y="15720"/>
                  <a:pt x="421013" y="16039"/>
                </a:cubicBezTo>
                <a:cubicBezTo>
                  <a:pt x="420511" y="16358"/>
                  <a:pt x="420151" y="16732"/>
                  <a:pt x="419933" y="17160"/>
                </a:cubicBezTo>
                <a:cubicBezTo>
                  <a:pt x="419714" y="17589"/>
                  <a:pt x="419604" y="18049"/>
                  <a:pt x="419604" y="18541"/>
                </a:cubicBezTo>
                <a:cubicBezTo>
                  <a:pt x="419604" y="19034"/>
                  <a:pt x="419700" y="19480"/>
                  <a:pt x="419892" y="19881"/>
                </a:cubicBezTo>
                <a:cubicBezTo>
                  <a:pt x="420083" y="20283"/>
                  <a:pt x="420439" y="20670"/>
                  <a:pt x="420958" y="21044"/>
                </a:cubicBezTo>
                <a:cubicBezTo>
                  <a:pt x="421478" y="21417"/>
                  <a:pt x="422202" y="21791"/>
                  <a:pt x="423132" y="22165"/>
                </a:cubicBezTo>
                <a:cubicBezTo>
                  <a:pt x="424062" y="22539"/>
                  <a:pt x="425274" y="22944"/>
                  <a:pt x="426769" y="23382"/>
                </a:cubicBezTo>
                <a:cubicBezTo>
                  <a:pt x="428392" y="23856"/>
                  <a:pt x="429759" y="24353"/>
                  <a:pt x="430871" y="24872"/>
                </a:cubicBezTo>
                <a:cubicBezTo>
                  <a:pt x="431984" y="25392"/>
                  <a:pt x="432886" y="25971"/>
                  <a:pt x="433579" y="26609"/>
                </a:cubicBezTo>
                <a:cubicBezTo>
                  <a:pt x="434272" y="27247"/>
                  <a:pt x="434768" y="27967"/>
                  <a:pt x="435069" y="28769"/>
                </a:cubicBezTo>
                <a:cubicBezTo>
                  <a:pt x="435370" y="29571"/>
                  <a:pt x="435521" y="30483"/>
                  <a:pt x="435521" y="31504"/>
                </a:cubicBezTo>
                <a:close/>
                <a:moveTo>
                  <a:pt x="500863" y="31504"/>
                </a:moveTo>
                <a:cubicBezTo>
                  <a:pt x="500863" y="32470"/>
                  <a:pt x="500699" y="33336"/>
                  <a:pt x="500371" y="34102"/>
                </a:cubicBezTo>
                <a:cubicBezTo>
                  <a:pt x="500043" y="34868"/>
                  <a:pt x="499596" y="35547"/>
                  <a:pt x="499031" y="36139"/>
                </a:cubicBezTo>
                <a:cubicBezTo>
                  <a:pt x="498466" y="36732"/>
                  <a:pt x="497809" y="37238"/>
                  <a:pt x="497062" y="37657"/>
                </a:cubicBezTo>
                <a:cubicBezTo>
                  <a:pt x="496314" y="38076"/>
                  <a:pt x="495517" y="38423"/>
                  <a:pt x="494669" y="38696"/>
                </a:cubicBezTo>
                <a:cubicBezTo>
                  <a:pt x="493821" y="38970"/>
                  <a:pt x="492950" y="39170"/>
                  <a:pt x="492057" y="39298"/>
                </a:cubicBezTo>
                <a:cubicBezTo>
                  <a:pt x="491164" y="39426"/>
                  <a:pt x="490289" y="39489"/>
                  <a:pt x="489432" y="39489"/>
                </a:cubicBezTo>
                <a:cubicBezTo>
                  <a:pt x="487572" y="39489"/>
                  <a:pt x="485863" y="39407"/>
                  <a:pt x="484304" y="39243"/>
                </a:cubicBezTo>
                <a:cubicBezTo>
                  <a:pt x="482745" y="39079"/>
                  <a:pt x="481219" y="38815"/>
                  <a:pt x="479724" y="38450"/>
                </a:cubicBezTo>
                <a:lnTo>
                  <a:pt x="479724" y="34075"/>
                </a:lnTo>
                <a:cubicBezTo>
                  <a:pt x="481328" y="34530"/>
                  <a:pt x="482923" y="34877"/>
                  <a:pt x="484509" y="35114"/>
                </a:cubicBezTo>
                <a:cubicBezTo>
                  <a:pt x="486095" y="35351"/>
                  <a:pt x="487672" y="35469"/>
                  <a:pt x="489240" y="35469"/>
                </a:cubicBezTo>
                <a:cubicBezTo>
                  <a:pt x="491519" y="35469"/>
                  <a:pt x="493206" y="35159"/>
                  <a:pt x="494300" y="34540"/>
                </a:cubicBezTo>
                <a:cubicBezTo>
                  <a:pt x="495394" y="33920"/>
                  <a:pt x="495940" y="33035"/>
                  <a:pt x="495940" y="31887"/>
                </a:cubicBezTo>
                <a:cubicBezTo>
                  <a:pt x="495940" y="31395"/>
                  <a:pt x="495854" y="30953"/>
                  <a:pt x="495681" y="30561"/>
                </a:cubicBezTo>
                <a:cubicBezTo>
                  <a:pt x="495507" y="30169"/>
                  <a:pt x="495193" y="29795"/>
                  <a:pt x="494737" y="29439"/>
                </a:cubicBezTo>
                <a:cubicBezTo>
                  <a:pt x="494281" y="29084"/>
                  <a:pt x="493575" y="28715"/>
                  <a:pt x="492618" y="28332"/>
                </a:cubicBezTo>
                <a:cubicBezTo>
                  <a:pt x="491661" y="27949"/>
                  <a:pt x="490353" y="27511"/>
                  <a:pt x="488693" y="27019"/>
                </a:cubicBezTo>
                <a:cubicBezTo>
                  <a:pt x="487454" y="26654"/>
                  <a:pt x="486310" y="26240"/>
                  <a:pt x="485261" y="25775"/>
                </a:cubicBezTo>
                <a:cubicBezTo>
                  <a:pt x="484213" y="25310"/>
                  <a:pt x="483306" y="24758"/>
                  <a:pt x="482540" y="24120"/>
                </a:cubicBezTo>
                <a:cubicBezTo>
                  <a:pt x="481775" y="23482"/>
                  <a:pt x="481173" y="22735"/>
                  <a:pt x="480735" y="21878"/>
                </a:cubicBezTo>
                <a:cubicBezTo>
                  <a:pt x="480298" y="21021"/>
                  <a:pt x="480079" y="20009"/>
                  <a:pt x="480079" y="18842"/>
                </a:cubicBezTo>
                <a:cubicBezTo>
                  <a:pt x="480079" y="18077"/>
                  <a:pt x="480257" y="17238"/>
                  <a:pt x="480612" y="16326"/>
                </a:cubicBezTo>
                <a:cubicBezTo>
                  <a:pt x="480968" y="15415"/>
                  <a:pt x="481574" y="14567"/>
                  <a:pt x="482431" y="13783"/>
                </a:cubicBezTo>
                <a:cubicBezTo>
                  <a:pt x="483288" y="12999"/>
                  <a:pt x="484445" y="12347"/>
                  <a:pt x="485904" y="11828"/>
                </a:cubicBezTo>
                <a:cubicBezTo>
                  <a:pt x="487363" y="11308"/>
                  <a:pt x="489186" y="11048"/>
                  <a:pt x="491373" y="11048"/>
                </a:cubicBezTo>
                <a:cubicBezTo>
                  <a:pt x="492449" y="11048"/>
                  <a:pt x="493643" y="11108"/>
                  <a:pt x="494956" y="11226"/>
                </a:cubicBezTo>
                <a:cubicBezTo>
                  <a:pt x="496269" y="11345"/>
                  <a:pt x="497636" y="11550"/>
                  <a:pt x="499058" y="11841"/>
                </a:cubicBezTo>
                <a:lnTo>
                  <a:pt x="499058" y="16080"/>
                </a:lnTo>
                <a:cubicBezTo>
                  <a:pt x="497563" y="15716"/>
                  <a:pt x="496146" y="15447"/>
                  <a:pt x="494806" y="15273"/>
                </a:cubicBezTo>
                <a:cubicBezTo>
                  <a:pt x="493466" y="15100"/>
                  <a:pt x="492303" y="15014"/>
                  <a:pt x="491319" y="15014"/>
                </a:cubicBezTo>
                <a:cubicBezTo>
                  <a:pt x="490134" y="15014"/>
                  <a:pt x="489136" y="15105"/>
                  <a:pt x="488324" y="15287"/>
                </a:cubicBezTo>
                <a:cubicBezTo>
                  <a:pt x="487513" y="15469"/>
                  <a:pt x="486857" y="15720"/>
                  <a:pt x="486355" y="16039"/>
                </a:cubicBezTo>
                <a:cubicBezTo>
                  <a:pt x="485854" y="16358"/>
                  <a:pt x="485494" y="16732"/>
                  <a:pt x="485275" y="17160"/>
                </a:cubicBezTo>
                <a:cubicBezTo>
                  <a:pt x="485056" y="17589"/>
                  <a:pt x="484947" y="18049"/>
                  <a:pt x="484947" y="18541"/>
                </a:cubicBezTo>
                <a:cubicBezTo>
                  <a:pt x="484947" y="19034"/>
                  <a:pt x="485043" y="19480"/>
                  <a:pt x="485234" y="19881"/>
                </a:cubicBezTo>
                <a:cubicBezTo>
                  <a:pt x="485425" y="20283"/>
                  <a:pt x="485781" y="20670"/>
                  <a:pt x="486301" y="21044"/>
                </a:cubicBezTo>
                <a:cubicBezTo>
                  <a:pt x="486820" y="21417"/>
                  <a:pt x="487545" y="21791"/>
                  <a:pt x="488475" y="22165"/>
                </a:cubicBezTo>
                <a:cubicBezTo>
                  <a:pt x="489404" y="22539"/>
                  <a:pt x="490617" y="22944"/>
                  <a:pt x="492112" y="23382"/>
                </a:cubicBezTo>
                <a:cubicBezTo>
                  <a:pt x="493734" y="23856"/>
                  <a:pt x="495102" y="24353"/>
                  <a:pt x="496214" y="24872"/>
                </a:cubicBezTo>
                <a:cubicBezTo>
                  <a:pt x="497326" y="25392"/>
                  <a:pt x="498229" y="25971"/>
                  <a:pt x="498921" y="26609"/>
                </a:cubicBezTo>
                <a:cubicBezTo>
                  <a:pt x="499614" y="27247"/>
                  <a:pt x="500111" y="27967"/>
                  <a:pt x="500412" y="28769"/>
                </a:cubicBezTo>
                <a:cubicBezTo>
                  <a:pt x="500713" y="29571"/>
                  <a:pt x="500863" y="30483"/>
                  <a:pt x="500863" y="31504"/>
                </a:cubicBezTo>
                <a:close/>
                <a:moveTo>
                  <a:pt x="534108" y="25050"/>
                </a:moveTo>
                <a:cubicBezTo>
                  <a:pt x="534108" y="27183"/>
                  <a:pt x="533807" y="29138"/>
                  <a:pt x="533205" y="30916"/>
                </a:cubicBezTo>
                <a:cubicBezTo>
                  <a:pt x="532603" y="32694"/>
                  <a:pt x="531737" y="34216"/>
                  <a:pt x="530607" y="35483"/>
                </a:cubicBezTo>
                <a:cubicBezTo>
                  <a:pt x="529477" y="36750"/>
                  <a:pt x="528100" y="37735"/>
                  <a:pt x="526478" y="38437"/>
                </a:cubicBezTo>
                <a:cubicBezTo>
                  <a:pt x="524855" y="39138"/>
                  <a:pt x="523014" y="39489"/>
                  <a:pt x="520954" y="39489"/>
                </a:cubicBezTo>
                <a:cubicBezTo>
                  <a:pt x="518985" y="39489"/>
                  <a:pt x="517221" y="39184"/>
                  <a:pt x="515662" y="38573"/>
                </a:cubicBezTo>
                <a:cubicBezTo>
                  <a:pt x="514103" y="37963"/>
                  <a:pt x="512781" y="37065"/>
                  <a:pt x="511696" y="35880"/>
                </a:cubicBezTo>
                <a:cubicBezTo>
                  <a:pt x="510612" y="34695"/>
                  <a:pt x="509782" y="33227"/>
                  <a:pt x="509208" y="31477"/>
                </a:cubicBezTo>
                <a:cubicBezTo>
                  <a:pt x="508634" y="29726"/>
                  <a:pt x="508346" y="27712"/>
                  <a:pt x="508346" y="25433"/>
                </a:cubicBezTo>
                <a:cubicBezTo>
                  <a:pt x="508346" y="23300"/>
                  <a:pt x="508647" y="21354"/>
                  <a:pt x="509249" y="19594"/>
                </a:cubicBezTo>
                <a:cubicBezTo>
                  <a:pt x="509851" y="17835"/>
                  <a:pt x="510717" y="16322"/>
                  <a:pt x="511847" y="15055"/>
                </a:cubicBezTo>
                <a:cubicBezTo>
                  <a:pt x="512977" y="13788"/>
                  <a:pt x="514354" y="12803"/>
                  <a:pt x="515976" y="12101"/>
                </a:cubicBezTo>
                <a:cubicBezTo>
                  <a:pt x="517599" y="11399"/>
                  <a:pt x="519440" y="11048"/>
                  <a:pt x="521500" y="11048"/>
                </a:cubicBezTo>
                <a:cubicBezTo>
                  <a:pt x="523469" y="11048"/>
                  <a:pt x="525233" y="11354"/>
                  <a:pt x="526792" y="11964"/>
                </a:cubicBezTo>
                <a:cubicBezTo>
                  <a:pt x="528351" y="12575"/>
                  <a:pt x="529673" y="13469"/>
                  <a:pt x="530758" y="14644"/>
                </a:cubicBezTo>
                <a:cubicBezTo>
                  <a:pt x="531842" y="15820"/>
                  <a:pt x="532672" y="17283"/>
                  <a:pt x="533246" y="19034"/>
                </a:cubicBezTo>
                <a:cubicBezTo>
                  <a:pt x="533820" y="20784"/>
                  <a:pt x="534108" y="22789"/>
                  <a:pt x="534108" y="25050"/>
                </a:cubicBezTo>
                <a:moveTo>
                  <a:pt x="529240" y="25269"/>
                </a:moveTo>
                <a:cubicBezTo>
                  <a:pt x="529240" y="23573"/>
                  <a:pt x="529053" y="22092"/>
                  <a:pt x="528679" y="20825"/>
                </a:cubicBezTo>
                <a:cubicBezTo>
                  <a:pt x="528305" y="19558"/>
                  <a:pt x="527772" y="18500"/>
                  <a:pt x="527079" y="17653"/>
                </a:cubicBezTo>
                <a:cubicBezTo>
                  <a:pt x="526387" y="16805"/>
                  <a:pt x="525543" y="16167"/>
                  <a:pt x="524550" y="15738"/>
                </a:cubicBezTo>
                <a:cubicBezTo>
                  <a:pt x="523556" y="15310"/>
                  <a:pt x="522449" y="15096"/>
                  <a:pt x="521227" y="15096"/>
                </a:cubicBezTo>
                <a:cubicBezTo>
                  <a:pt x="519805" y="15096"/>
                  <a:pt x="518588" y="15374"/>
                  <a:pt x="517576" y="15930"/>
                </a:cubicBezTo>
                <a:cubicBezTo>
                  <a:pt x="516564" y="16486"/>
                  <a:pt x="515735" y="17229"/>
                  <a:pt x="515088" y="18159"/>
                </a:cubicBezTo>
                <a:cubicBezTo>
                  <a:pt x="514440" y="19088"/>
                  <a:pt x="513966" y="20169"/>
                  <a:pt x="513665" y="21399"/>
                </a:cubicBezTo>
                <a:cubicBezTo>
                  <a:pt x="513365" y="22630"/>
                  <a:pt x="513214" y="23920"/>
                  <a:pt x="513214" y="25269"/>
                </a:cubicBezTo>
                <a:cubicBezTo>
                  <a:pt x="513214" y="26964"/>
                  <a:pt x="513401" y="28450"/>
                  <a:pt x="513775" y="29726"/>
                </a:cubicBezTo>
                <a:cubicBezTo>
                  <a:pt x="514149" y="31003"/>
                  <a:pt x="514682" y="32065"/>
                  <a:pt x="515375" y="32912"/>
                </a:cubicBezTo>
                <a:cubicBezTo>
                  <a:pt x="516067" y="33760"/>
                  <a:pt x="516906" y="34398"/>
                  <a:pt x="517891" y="34827"/>
                </a:cubicBezTo>
                <a:cubicBezTo>
                  <a:pt x="518875" y="35255"/>
                  <a:pt x="519987" y="35469"/>
                  <a:pt x="521227" y="35469"/>
                </a:cubicBezTo>
                <a:cubicBezTo>
                  <a:pt x="522649" y="35469"/>
                  <a:pt x="523866" y="35191"/>
                  <a:pt x="524878" y="34635"/>
                </a:cubicBezTo>
                <a:cubicBezTo>
                  <a:pt x="525890" y="34079"/>
                  <a:pt x="526719" y="33336"/>
                  <a:pt x="527366" y="32406"/>
                </a:cubicBezTo>
                <a:cubicBezTo>
                  <a:pt x="528014" y="31477"/>
                  <a:pt x="528488" y="30396"/>
                  <a:pt x="528789" y="29166"/>
                </a:cubicBezTo>
                <a:cubicBezTo>
                  <a:pt x="529089" y="27935"/>
                  <a:pt x="529240" y="26636"/>
                  <a:pt x="529240" y="25269"/>
                </a:cubicBezTo>
                <a:close/>
                <a:moveTo>
                  <a:pt x="551651" y="4239"/>
                </a:moveTo>
                <a:lnTo>
                  <a:pt x="543529" y="4239"/>
                </a:lnTo>
                <a:lnTo>
                  <a:pt x="543529" y="328"/>
                </a:lnTo>
                <a:lnTo>
                  <a:pt x="556465" y="328"/>
                </a:lnTo>
                <a:lnTo>
                  <a:pt x="556465" y="35032"/>
                </a:lnTo>
                <a:lnTo>
                  <a:pt x="564641" y="35032"/>
                </a:lnTo>
                <a:lnTo>
                  <a:pt x="564641" y="38997"/>
                </a:lnTo>
                <a:lnTo>
                  <a:pt x="542627" y="38997"/>
                </a:lnTo>
                <a:lnTo>
                  <a:pt x="542627" y="35032"/>
                </a:lnTo>
                <a:lnTo>
                  <a:pt x="551651" y="35032"/>
                </a:lnTo>
                <a:lnTo>
                  <a:pt x="551651" y="4239"/>
                </a:lnTo>
                <a:close/>
                <a:moveTo>
                  <a:pt x="570812" y="11541"/>
                </a:moveTo>
                <a:lnTo>
                  <a:pt x="576227" y="11541"/>
                </a:lnTo>
                <a:lnTo>
                  <a:pt x="582954" y="29699"/>
                </a:lnTo>
                <a:lnTo>
                  <a:pt x="584404" y="34129"/>
                </a:lnTo>
                <a:lnTo>
                  <a:pt x="585908" y="29590"/>
                </a:lnTo>
                <a:lnTo>
                  <a:pt x="592581" y="11541"/>
                </a:lnTo>
                <a:lnTo>
                  <a:pt x="597804" y="11541"/>
                </a:lnTo>
                <a:lnTo>
                  <a:pt x="587029" y="38997"/>
                </a:lnTo>
                <a:lnTo>
                  <a:pt x="581560" y="38997"/>
                </a:lnTo>
                <a:lnTo>
                  <a:pt x="570812" y="11541"/>
                </a:lnTo>
                <a:close/>
                <a:moveTo>
                  <a:pt x="627657" y="23819"/>
                </a:moveTo>
                <a:cubicBezTo>
                  <a:pt x="627657" y="24494"/>
                  <a:pt x="627648" y="25059"/>
                  <a:pt x="627630" y="25515"/>
                </a:cubicBezTo>
                <a:cubicBezTo>
                  <a:pt x="627612" y="25971"/>
                  <a:pt x="627585" y="26399"/>
                  <a:pt x="627548" y="26800"/>
                </a:cubicBezTo>
                <a:lnTo>
                  <a:pt x="608268" y="26800"/>
                </a:lnTo>
                <a:cubicBezTo>
                  <a:pt x="608268" y="29608"/>
                  <a:pt x="609052" y="31764"/>
                  <a:pt x="610620" y="33268"/>
                </a:cubicBezTo>
                <a:cubicBezTo>
                  <a:pt x="612188" y="34772"/>
                  <a:pt x="614449" y="35524"/>
                  <a:pt x="617402" y="35524"/>
                </a:cubicBezTo>
                <a:cubicBezTo>
                  <a:pt x="618204" y="35524"/>
                  <a:pt x="619007" y="35492"/>
                  <a:pt x="619809" y="35427"/>
                </a:cubicBezTo>
                <a:cubicBezTo>
                  <a:pt x="620611" y="35361"/>
                  <a:pt x="621386" y="35273"/>
                  <a:pt x="622133" y="35161"/>
                </a:cubicBezTo>
                <a:cubicBezTo>
                  <a:pt x="622881" y="35049"/>
                  <a:pt x="623596" y="34923"/>
                  <a:pt x="624280" y="34783"/>
                </a:cubicBezTo>
                <a:cubicBezTo>
                  <a:pt x="624964" y="34643"/>
                  <a:pt x="625597" y="34489"/>
                  <a:pt x="626181" y="34321"/>
                </a:cubicBezTo>
                <a:lnTo>
                  <a:pt x="626181" y="38231"/>
                </a:lnTo>
                <a:cubicBezTo>
                  <a:pt x="624886" y="38604"/>
                  <a:pt x="623423" y="38907"/>
                  <a:pt x="621791" y="39140"/>
                </a:cubicBezTo>
                <a:cubicBezTo>
                  <a:pt x="620160" y="39373"/>
                  <a:pt x="618469" y="39489"/>
                  <a:pt x="616719" y="39489"/>
                </a:cubicBezTo>
                <a:cubicBezTo>
                  <a:pt x="614367" y="39489"/>
                  <a:pt x="612343" y="39170"/>
                  <a:pt x="610647" y="38532"/>
                </a:cubicBezTo>
                <a:cubicBezTo>
                  <a:pt x="608952" y="37894"/>
                  <a:pt x="607562" y="36969"/>
                  <a:pt x="606477" y="35757"/>
                </a:cubicBezTo>
                <a:cubicBezTo>
                  <a:pt x="605392" y="34544"/>
                  <a:pt x="604590" y="33058"/>
                  <a:pt x="604070" y="31299"/>
                </a:cubicBezTo>
                <a:cubicBezTo>
                  <a:pt x="603551" y="29540"/>
                  <a:pt x="603291" y="27548"/>
                  <a:pt x="603291" y="25324"/>
                </a:cubicBezTo>
                <a:cubicBezTo>
                  <a:pt x="603291" y="23391"/>
                  <a:pt x="603569" y="21563"/>
                  <a:pt x="604125" y="19840"/>
                </a:cubicBezTo>
                <a:cubicBezTo>
                  <a:pt x="604681" y="18118"/>
                  <a:pt x="605493" y="16604"/>
                  <a:pt x="606559" y="15301"/>
                </a:cubicBezTo>
                <a:cubicBezTo>
                  <a:pt x="607626" y="13997"/>
                  <a:pt x="608934" y="12963"/>
                  <a:pt x="610483" y="12197"/>
                </a:cubicBezTo>
                <a:cubicBezTo>
                  <a:pt x="612033" y="11431"/>
                  <a:pt x="613792" y="11048"/>
                  <a:pt x="615761" y="11048"/>
                </a:cubicBezTo>
                <a:cubicBezTo>
                  <a:pt x="617676" y="11048"/>
                  <a:pt x="619371" y="11349"/>
                  <a:pt x="620848" y="11951"/>
                </a:cubicBezTo>
                <a:cubicBezTo>
                  <a:pt x="622325" y="12552"/>
                  <a:pt x="623569" y="13405"/>
                  <a:pt x="624581" y="14508"/>
                </a:cubicBezTo>
                <a:cubicBezTo>
                  <a:pt x="625593" y="15611"/>
                  <a:pt x="626358" y="16951"/>
                  <a:pt x="626878" y="18528"/>
                </a:cubicBezTo>
                <a:cubicBezTo>
                  <a:pt x="627398" y="20105"/>
                  <a:pt x="627657" y="21869"/>
                  <a:pt x="627657" y="23819"/>
                </a:cubicBezTo>
                <a:moveTo>
                  <a:pt x="622708" y="23136"/>
                </a:moveTo>
                <a:cubicBezTo>
                  <a:pt x="622762" y="21914"/>
                  <a:pt x="622644" y="20798"/>
                  <a:pt x="622352" y="19786"/>
                </a:cubicBezTo>
                <a:cubicBezTo>
                  <a:pt x="622060" y="18774"/>
                  <a:pt x="621609" y="17903"/>
                  <a:pt x="620998" y="17174"/>
                </a:cubicBezTo>
                <a:cubicBezTo>
                  <a:pt x="620388" y="16445"/>
                  <a:pt x="619626" y="15875"/>
                  <a:pt x="618715" y="15465"/>
                </a:cubicBezTo>
                <a:cubicBezTo>
                  <a:pt x="617803" y="15055"/>
                  <a:pt x="616746" y="14850"/>
                  <a:pt x="615543" y="14850"/>
                </a:cubicBezTo>
                <a:cubicBezTo>
                  <a:pt x="614503" y="14850"/>
                  <a:pt x="613555" y="15050"/>
                  <a:pt x="612699" y="15451"/>
                </a:cubicBezTo>
                <a:cubicBezTo>
                  <a:pt x="611842" y="15852"/>
                  <a:pt x="611103" y="16417"/>
                  <a:pt x="610483" y="17147"/>
                </a:cubicBezTo>
                <a:cubicBezTo>
                  <a:pt x="609864" y="17876"/>
                  <a:pt x="609362" y="18751"/>
                  <a:pt x="608979" y="19772"/>
                </a:cubicBezTo>
                <a:cubicBezTo>
                  <a:pt x="608596" y="20793"/>
                  <a:pt x="608359" y="21914"/>
                  <a:pt x="608268" y="23136"/>
                </a:cubicBezTo>
                <a:lnTo>
                  <a:pt x="622708" y="23136"/>
                </a:lnTo>
                <a:close/>
                <a:moveTo>
                  <a:pt x="634157" y="25843"/>
                </a:moveTo>
                <a:cubicBezTo>
                  <a:pt x="634157" y="23510"/>
                  <a:pt x="634476" y="21436"/>
                  <a:pt x="635114" y="19622"/>
                </a:cubicBezTo>
                <a:cubicBezTo>
                  <a:pt x="635752" y="17808"/>
                  <a:pt x="636659" y="16276"/>
                  <a:pt x="637835" y="15027"/>
                </a:cubicBezTo>
                <a:cubicBezTo>
                  <a:pt x="639011" y="13778"/>
                  <a:pt x="640424" y="12830"/>
                  <a:pt x="642074" y="12183"/>
                </a:cubicBezTo>
                <a:cubicBezTo>
                  <a:pt x="643724" y="11536"/>
                  <a:pt x="645561" y="11212"/>
                  <a:pt x="647584" y="11212"/>
                </a:cubicBezTo>
                <a:cubicBezTo>
                  <a:pt x="648459" y="11212"/>
                  <a:pt x="649321" y="11267"/>
                  <a:pt x="650169" y="11376"/>
                </a:cubicBezTo>
                <a:cubicBezTo>
                  <a:pt x="651016" y="11486"/>
                  <a:pt x="651850" y="11659"/>
                  <a:pt x="652671" y="11896"/>
                </a:cubicBezTo>
                <a:lnTo>
                  <a:pt x="652671" y="328"/>
                </a:lnTo>
                <a:lnTo>
                  <a:pt x="657457" y="328"/>
                </a:lnTo>
                <a:lnTo>
                  <a:pt x="657457" y="38997"/>
                </a:lnTo>
                <a:lnTo>
                  <a:pt x="653190" y="38997"/>
                </a:lnTo>
                <a:lnTo>
                  <a:pt x="653026" y="33801"/>
                </a:lnTo>
                <a:cubicBezTo>
                  <a:pt x="651695" y="35734"/>
                  <a:pt x="650255" y="37165"/>
                  <a:pt x="648705" y="38095"/>
                </a:cubicBezTo>
                <a:cubicBezTo>
                  <a:pt x="647156" y="39025"/>
                  <a:pt x="645478" y="39489"/>
                  <a:pt x="643674" y="39489"/>
                </a:cubicBezTo>
                <a:cubicBezTo>
                  <a:pt x="642106" y="39489"/>
                  <a:pt x="640725" y="39161"/>
                  <a:pt x="639530" y="38505"/>
                </a:cubicBezTo>
                <a:cubicBezTo>
                  <a:pt x="638336" y="37849"/>
                  <a:pt x="637343" y="36923"/>
                  <a:pt x="636550" y="35729"/>
                </a:cubicBezTo>
                <a:cubicBezTo>
                  <a:pt x="635757" y="34535"/>
                  <a:pt x="635159" y="33099"/>
                  <a:pt x="634758" y="31422"/>
                </a:cubicBezTo>
                <a:cubicBezTo>
                  <a:pt x="634357" y="29745"/>
                  <a:pt x="634157" y="27885"/>
                  <a:pt x="634157" y="25843"/>
                </a:cubicBezTo>
                <a:moveTo>
                  <a:pt x="639025" y="25542"/>
                </a:moveTo>
                <a:cubicBezTo>
                  <a:pt x="639025" y="28860"/>
                  <a:pt x="639512" y="31335"/>
                  <a:pt x="640488" y="32967"/>
                </a:cubicBezTo>
                <a:cubicBezTo>
                  <a:pt x="641463" y="34599"/>
                  <a:pt x="642844" y="35415"/>
                  <a:pt x="644631" y="35415"/>
                </a:cubicBezTo>
                <a:cubicBezTo>
                  <a:pt x="645834" y="35415"/>
                  <a:pt x="647106" y="34877"/>
                  <a:pt x="648446" y="33801"/>
                </a:cubicBezTo>
                <a:cubicBezTo>
                  <a:pt x="649786" y="32726"/>
                  <a:pt x="651194" y="31130"/>
                  <a:pt x="652671" y="29015"/>
                </a:cubicBezTo>
                <a:lnTo>
                  <a:pt x="652671" y="16272"/>
                </a:lnTo>
                <a:cubicBezTo>
                  <a:pt x="651887" y="15907"/>
                  <a:pt x="651021" y="15629"/>
                  <a:pt x="650073" y="15438"/>
                </a:cubicBezTo>
                <a:cubicBezTo>
                  <a:pt x="649125" y="15246"/>
                  <a:pt x="648186" y="15150"/>
                  <a:pt x="647256" y="15150"/>
                </a:cubicBezTo>
                <a:cubicBezTo>
                  <a:pt x="644667" y="15150"/>
                  <a:pt x="642648" y="15989"/>
                  <a:pt x="641199" y="17666"/>
                </a:cubicBezTo>
                <a:cubicBezTo>
                  <a:pt x="639749" y="19344"/>
                  <a:pt x="639025" y="21969"/>
                  <a:pt x="639025" y="25542"/>
                </a:cubicBezTo>
                <a:close/>
                <a:moveTo>
                  <a:pt x="723373" y="38587"/>
                </a:moveTo>
                <a:cubicBezTo>
                  <a:pt x="722297" y="38870"/>
                  <a:pt x="721185" y="39073"/>
                  <a:pt x="720037" y="39195"/>
                </a:cubicBezTo>
                <a:cubicBezTo>
                  <a:pt x="718888" y="39319"/>
                  <a:pt x="717721" y="39380"/>
                  <a:pt x="716536" y="39380"/>
                </a:cubicBezTo>
                <a:cubicBezTo>
                  <a:pt x="713090" y="39380"/>
                  <a:pt x="710520" y="38601"/>
                  <a:pt x="708824" y="37042"/>
                </a:cubicBezTo>
                <a:cubicBezTo>
                  <a:pt x="707129" y="35483"/>
                  <a:pt x="706281" y="33090"/>
                  <a:pt x="706281" y="29863"/>
                </a:cubicBezTo>
                <a:lnTo>
                  <a:pt x="706281" y="15533"/>
                </a:lnTo>
                <a:lnTo>
                  <a:pt x="698596" y="15533"/>
                </a:lnTo>
                <a:lnTo>
                  <a:pt x="698596" y="11541"/>
                </a:lnTo>
                <a:lnTo>
                  <a:pt x="706281" y="11541"/>
                </a:lnTo>
                <a:lnTo>
                  <a:pt x="706281" y="3969"/>
                </a:lnTo>
                <a:lnTo>
                  <a:pt x="711039" y="2735"/>
                </a:lnTo>
                <a:lnTo>
                  <a:pt x="711039" y="11541"/>
                </a:lnTo>
                <a:lnTo>
                  <a:pt x="723373" y="11541"/>
                </a:lnTo>
                <a:lnTo>
                  <a:pt x="723373" y="15533"/>
                </a:lnTo>
                <a:lnTo>
                  <a:pt x="711039" y="15533"/>
                </a:lnTo>
                <a:lnTo>
                  <a:pt x="711039" y="29480"/>
                </a:lnTo>
                <a:cubicBezTo>
                  <a:pt x="711039" y="31449"/>
                  <a:pt x="711564" y="32922"/>
                  <a:pt x="712612" y="33897"/>
                </a:cubicBezTo>
                <a:cubicBezTo>
                  <a:pt x="713660" y="34872"/>
                  <a:pt x="715205" y="35360"/>
                  <a:pt x="717247" y="35360"/>
                </a:cubicBezTo>
                <a:cubicBezTo>
                  <a:pt x="718122" y="35360"/>
                  <a:pt x="719079" y="35290"/>
                  <a:pt x="720119" y="35149"/>
                </a:cubicBezTo>
                <a:cubicBezTo>
                  <a:pt x="721158" y="35008"/>
                  <a:pt x="722243" y="34786"/>
                  <a:pt x="723373" y="34485"/>
                </a:cubicBezTo>
                <a:lnTo>
                  <a:pt x="723373" y="38587"/>
                </a:lnTo>
                <a:close/>
                <a:moveTo>
                  <a:pt x="754403" y="38997"/>
                </a:moveTo>
                <a:lnTo>
                  <a:pt x="749644" y="38997"/>
                </a:lnTo>
                <a:lnTo>
                  <a:pt x="749644" y="21468"/>
                </a:lnTo>
                <a:cubicBezTo>
                  <a:pt x="749644" y="19353"/>
                  <a:pt x="749248" y="17771"/>
                  <a:pt x="748455" y="16723"/>
                </a:cubicBezTo>
                <a:cubicBezTo>
                  <a:pt x="747662" y="15675"/>
                  <a:pt x="746527" y="15150"/>
                  <a:pt x="745050" y="15150"/>
                </a:cubicBezTo>
                <a:cubicBezTo>
                  <a:pt x="744412" y="15150"/>
                  <a:pt x="743815" y="15237"/>
                  <a:pt x="743259" y="15410"/>
                </a:cubicBezTo>
                <a:cubicBezTo>
                  <a:pt x="742703" y="15583"/>
                  <a:pt x="742124" y="15884"/>
                  <a:pt x="741522" y="16313"/>
                </a:cubicBezTo>
                <a:cubicBezTo>
                  <a:pt x="740921" y="16741"/>
                  <a:pt x="740264" y="17320"/>
                  <a:pt x="739553" y="18049"/>
                </a:cubicBezTo>
                <a:cubicBezTo>
                  <a:pt x="738842" y="18778"/>
                  <a:pt x="738022" y="19690"/>
                  <a:pt x="737092" y="20784"/>
                </a:cubicBezTo>
                <a:lnTo>
                  <a:pt x="737092" y="38997"/>
                </a:lnTo>
                <a:lnTo>
                  <a:pt x="732334" y="38997"/>
                </a:lnTo>
                <a:lnTo>
                  <a:pt x="732334" y="328"/>
                </a:lnTo>
                <a:lnTo>
                  <a:pt x="737092" y="328"/>
                </a:lnTo>
                <a:lnTo>
                  <a:pt x="737092" y="11533"/>
                </a:lnTo>
                <a:lnTo>
                  <a:pt x="736928" y="15861"/>
                </a:lnTo>
                <a:cubicBezTo>
                  <a:pt x="737675" y="14968"/>
                  <a:pt x="738409" y="14216"/>
                  <a:pt x="739129" y="13605"/>
                </a:cubicBezTo>
                <a:cubicBezTo>
                  <a:pt x="739849" y="12995"/>
                  <a:pt x="740570" y="12498"/>
                  <a:pt x="741290" y="12115"/>
                </a:cubicBezTo>
                <a:cubicBezTo>
                  <a:pt x="742010" y="11732"/>
                  <a:pt x="742744" y="11458"/>
                  <a:pt x="743491" y="11294"/>
                </a:cubicBezTo>
                <a:cubicBezTo>
                  <a:pt x="744239" y="11130"/>
                  <a:pt x="745014" y="11048"/>
                  <a:pt x="745816" y="11048"/>
                </a:cubicBezTo>
                <a:cubicBezTo>
                  <a:pt x="748550" y="11048"/>
                  <a:pt x="750665" y="11882"/>
                  <a:pt x="752160" y="13551"/>
                </a:cubicBezTo>
                <a:cubicBezTo>
                  <a:pt x="753655" y="15219"/>
                  <a:pt x="754403" y="17730"/>
                  <a:pt x="754403" y="21085"/>
                </a:cubicBezTo>
                <a:lnTo>
                  <a:pt x="754403" y="38997"/>
                </a:lnTo>
                <a:close/>
                <a:moveTo>
                  <a:pt x="787616" y="23819"/>
                </a:moveTo>
                <a:cubicBezTo>
                  <a:pt x="787616" y="24494"/>
                  <a:pt x="787607" y="25059"/>
                  <a:pt x="787589" y="25515"/>
                </a:cubicBezTo>
                <a:cubicBezTo>
                  <a:pt x="787571" y="25971"/>
                  <a:pt x="787543" y="26399"/>
                  <a:pt x="787507" y="26800"/>
                </a:cubicBezTo>
                <a:lnTo>
                  <a:pt x="768227" y="26800"/>
                </a:lnTo>
                <a:cubicBezTo>
                  <a:pt x="768227" y="29608"/>
                  <a:pt x="769011" y="31764"/>
                  <a:pt x="770579" y="33268"/>
                </a:cubicBezTo>
                <a:cubicBezTo>
                  <a:pt x="772147" y="34772"/>
                  <a:pt x="774408" y="35524"/>
                  <a:pt x="777361" y="35524"/>
                </a:cubicBezTo>
                <a:cubicBezTo>
                  <a:pt x="778163" y="35524"/>
                  <a:pt x="778965" y="35492"/>
                  <a:pt x="779768" y="35427"/>
                </a:cubicBezTo>
                <a:cubicBezTo>
                  <a:pt x="780570" y="35361"/>
                  <a:pt x="781345" y="35273"/>
                  <a:pt x="782092" y="35161"/>
                </a:cubicBezTo>
                <a:cubicBezTo>
                  <a:pt x="782840" y="35049"/>
                  <a:pt x="783555" y="34923"/>
                  <a:pt x="784239" y="34783"/>
                </a:cubicBezTo>
                <a:cubicBezTo>
                  <a:pt x="784923" y="34643"/>
                  <a:pt x="785556" y="34489"/>
                  <a:pt x="786140" y="34321"/>
                </a:cubicBezTo>
                <a:lnTo>
                  <a:pt x="786140" y="38231"/>
                </a:lnTo>
                <a:cubicBezTo>
                  <a:pt x="784845" y="38604"/>
                  <a:pt x="783382" y="38907"/>
                  <a:pt x="781750" y="39140"/>
                </a:cubicBezTo>
                <a:cubicBezTo>
                  <a:pt x="780119" y="39373"/>
                  <a:pt x="778428" y="39489"/>
                  <a:pt x="776677" y="39489"/>
                </a:cubicBezTo>
                <a:cubicBezTo>
                  <a:pt x="774326" y="39489"/>
                  <a:pt x="772302" y="39170"/>
                  <a:pt x="770606" y="38532"/>
                </a:cubicBezTo>
                <a:cubicBezTo>
                  <a:pt x="768911" y="37894"/>
                  <a:pt x="767521" y="36969"/>
                  <a:pt x="766436" y="35757"/>
                </a:cubicBezTo>
                <a:cubicBezTo>
                  <a:pt x="765351" y="34544"/>
                  <a:pt x="764549" y="33058"/>
                  <a:pt x="764029" y="31299"/>
                </a:cubicBezTo>
                <a:cubicBezTo>
                  <a:pt x="763510" y="29540"/>
                  <a:pt x="763250" y="27548"/>
                  <a:pt x="763250" y="25324"/>
                </a:cubicBezTo>
                <a:cubicBezTo>
                  <a:pt x="763250" y="23391"/>
                  <a:pt x="763528" y="21563"/>
                  <a:pt x="764084" y="19840"/>
                </a:cubicBezTo>
                <a:cubicBezTo>
                  <a:pt x="764640" y="18118"/>
                  <a:pt x="765451" y="16604"/>
                  <a:pt x="766518" y="15301"/>
                </a:cubicBezTo>
                <a:cubicBezTo>
                  <a:pt x="767584" y="13997"/>
                  <a:pt x="768893" y="12963"/>
                  <a:pt x="770442" y="12197"/>
                </a:cubicBezTo>
                <a:cubicBezTo>
                  <a:pt x="771992" y="11431"/>
                  <a:pt x="773751" y="11048"/>
                  <a:pt x="775720" y="11048"/>
                </a:cubicBezTo>
                <a:cubicBezTo>
                  <a:pt x="777635" y="11048"/>
                  <a:pt x="779330" y="11349"/>
                  <a:pt x="780807" y="11951"/>
                </a:cubicBezTo>
                <a:cubicBezTo>
                  <a:pt x="782284" y="12552"/>
                  <a:pt x="783528" y="13405"/>
                  <a:pt x="784540" y="14508"/>
                </a:cubicBezTo>
                <a:cubicBezTo>
                  <a:pt x="785552" y="15611"/>
                  <a:pt x="786317" y="16951"/>
                  <a:pt x="786837" y="18528"/>
                </a:cubicBezTo>
                <a:cubicBezTo>
                  <a:pt x="787357" y="20105"/>
                  <a:pt x="787616" y="21869"/>
                  <a:pt x="787616" y="23819"/>
                </a:cubicBezTo>
                <a:moveTo>
                  <a:pt x="782666" y="23136"/>
                </a:moveTo>
                <a:cubicBezTo>
                  <a:pt x="782721" y="21914"/>
                  <a:pt x="782603" y="20798"/>
                  <a:pt x="782311" y="19786"/>
                </a:cubicBezTo>
                <a:cubicBezTo>
                  <a:pt x="782019" y="18774"/>
                  <a:pt x="781568" y="17903"/>
                  <a:pt x="780957" y="17174"/>
                </a:cubicBezTo>
                <a:cubicBezTo>
                  <a:pt x="780346" y="16445"/>
                  <a:pt x="779585" y="15875"/>
                  <a:pt x="778674" y="15465"/>
                </a:cubicBezTo>
                <a:cubicBezTo>
                  <a:pt x="777762" y="15055"/>
                  <a:pt x="776705" y="14850"/>
                  <a:pt x="775501" y="14850"/>
                </a:cubicBezTo>
                <a:cubicBezTo>
                  <a:pt x="774462" y="14850"/>
                  <a:pt x="773514" y="15050"/>
                  <a:pt x="772657" y="15451"/>
                </a:cubicBezTo>
                <a:cubicBezTo>
                  <a:pt x="771800" y="15852"/>
                  <a:pt x="771062" y="16417"/>
                  <a:pt x="770442" y="17147"/>
                </a:cubicBezTo>
                <a:cubicBezTo>
                  <a:pt x="769822" y="17876"/>
                  <a:pt x="769321" y="18751"/>
                  <a:pt x="768938" y="19772"/>
                </a:cubicBezTo>
                <a:cubicBezTo>
                  <a:pt x="768555" y="20793"/>
                  <a:pt x="768318" y="21914"/>
                  <a:pt x="768227" y="23136"/>
                </a:cubicBezTo>
                <a:lnTo>
                  <a:pt x="782666" y="23136"/>
                </a:lnTo>
                <a:close/>
                <a:moveTo>
                  <a:pt x="853322" y="24777"/>
                </a:moveTo>
                <a:cubicBezTo>
                  <a:pt x="853322" y="27056"/>
                  <a:pt x="853007" y="29093"/>
                  <a:pt x="852378" y="30889"/>
                </a:cubicBezTo>
                <a:cubicBezTo>
                  <a:pt x="851749" y="32685"/>
                  <a:pt x="850856" y="34207"/>
                  <a:pt x="849698" y="35456"/>
                </a:cubicBezTo>
                <a:cubicBezTo>
                  <a:pt x="848541" y="36705"/>
                  <a:pt x="847132" y="37662"/>
                  <a:pt x="845473" y="38327"/>
                </a:cubicBezTo>
                <a:cubicBezTo>
                  <a:pt x="843814" y="38993"/>
                  <a:pt x="841946" y="39325"/>
                  <a:pt x="839867" y="39325"/>
                </a:cubicBezTo>
                <a:cubicBezTo>
                  <a:pt x="838245" y="39325"/>
                  <a:pt x="836585" y="39170"/>
                  <a:pt x="834890" y="38860"/>
                </a:cubicBezTo>
                <a:cubicBezTo>
                  <a:pt x="833194" y="38551"/>
                  <a:pt x="831517" y="38058"/>
                  <a:pt x="829858" y="37384"/>
                </a:cubicBezTo>
                <a:lnTo>
                  <a:pt x="829858" y="328"/>
                </a:lnTo>
                <a:lnTo>
                  <a:pt x="834616" y="328"/>
                </a:lnTo>
                <a:lnTo>
                  <a:pt x="834616" y="10985"/>
                </a:lnTo>
                <a:lnTo>
                  <a:pt x="834398" y="16080"/>
                </a:lnTo>
                <a:cubicBezTo>
                  <a:pt x="835765" y="14239"/>
                  <a:pt x="837228" y="12940"/>
                  <a:pt x="838787" y="12183"/>
                </a:cubicBezTo>
                <a:cubicBezTo>
                  <a:pt x="840346" y="11427"/>
                  <a:pt x="842018" y="11048"/>
                  <a:pt x="843805" y="11048"/>
                </a:cubicBezTo>
                <a:cubicBezTo>
                  <a:pt x="845373" y="11048"/>
                  <a:pt x="846750" y="11376"/>
                  <a:pt x="847935" y="12033"/>
                </a:cubicBezTo>
                <a:cubicBezTo>
                  <a:pt x="849120" y="12689"/>
                  <a:pt x="850113" y="13614"/>
                  <a:pt x="850915" y="14809"/>
                </a:cubicBezTo>
                <a:cubicBezTo>
                  <a:pt x="851718" y="16003"/>
                  <a:pt x="852319" y="17443"/>
                  <a:pt x="852720" y="19129"/>
                </a:cubicBezTo>
                <a:cubicBezTo>
                  <a:pt x="853121" y="20816"/>
                  <a:pt x="853322" y="22698"/>
                  <a:pt x="853322" y="24777"/>
                </a:cubicBezTo>
                <a:moveTo>
                  <a:pt x="848454" y="24995"/>
                </a:moveTo>
                <a:cubicBezTo>
                  <a:pt x="848454" y="23555"/>
                  <a:pt x="848349" y="22233"/>
                  <a:pt x="848140" y="21030"/>
                </a:cubicBezTo>
                <a:cubicBezTo>
                  <a:pt x="847930" y="19827"/>
                  <a:pt x="847597" y="18797"/>
                  <a:pt x="847141" y="17940"/>
                </a:cubicBezTo>
                <a:cubicBezTo>
                  <a:pt x="846686" y="17083"/>
                  <a:pt x="846102" y="16413"/>
                  <a:pt x="845391" y="15930"/>
                </a:cubicBezTo>
                <a:cubicBezTo>
                  <a:pt x="844680" y="15447"/>
                  <a:pt x="843832" y="15205"/>
                  <a:pt x="842848" y="15205"/>
                </a:cubicBezTo>
                <a:cubicBezTo>
                  <a:pt x="842246" y="15205"/>
                  <a:pt x="841636" y="15301"/>
                  <a:pt x="841016" y="15492"/>
                </a:cubicBezTo>
                <a:cubicBezTo>
                  <a:pt x="840396" y="15684"/>
                  <a:pt x="839753" y="16003"/>
                  <a:pt x="839088" y="16449"/>
                </a:cubicBezTo>
                <a:cubicBezTo>
                  <a:pt x="838422" y="16896"/>
                  <a:pt x="837720" y="17489"/>
                  <a:pt x="836982" y="18227"/>
                </a:cubicBezTo>
                <a:cubicBezTo>
                  <a:pt x="836244" y="18965"/>
                  <a:pt x="835455" y="19881"/>
                  <a:pt x="834616" y="20975"/>
                </a:cubicBezTo>
                <a:lnTo>
                  <a:pt x="834616" y="34293"/>
                </a:lnTo>
                <a:cubicBezTo>
                  <a:pt x="835546" y="34658"/>
                  <a:pt x="836494" y="34945"/>
                  <a:pt x="837461" y="35155"/>
                </a:cubicBezTo>
                <a:cubicBezTo>
                  <a:pt x="838427" y="35365"/>
                  <a:pt x="839348" y="35469"/>
                  <a:pt x="840223" y="35469"/>
                </a:cubicBezTo>
                <a:cubicBezTo>
                  <a:pt x="841317" y="35469"/>
                  <a:pt x="842360" y="35296"/>
                  <a:pt x="843354" y="34950"/>
                </a:cubicBezTo>
                <a:cubicBezTo>
                  <a:pt x="844348" y="34603"/>
                  <a:pt x="845223" y="34025"/>
                  <a:pt x="845979" y="33213"/>
                </a:cubicBezTo>
                <a:cubicBezTo>
                  <a:pt x="846736" y="32402"/>
                  <a:pt x="847337" y="31326"/>
                  <a:pt x="847784" y="29986"/>
                </a:cubicBezTo>
                <a:cubicBezTo>
                  <a:pt x="848231" y="28646"/>
                  <a:pt x="848454" y="26983"/>
                  <a:pt x="848454" y="24995"/>
                </a:cubicBezTo>
                <a:close/>
                <a:moveTo>
                  <a:pt x="883042" y="38997"/>
                </a:moveTo>
                <a:lnTo>
                  <a:pt x="878776" y="38997"/>
                </a:lnTo>
                <a:lnTo>
                  <a:pt x="878612" y="34567"/>
                </a:lnTo>
                <a:cubicBezTo>
                  <a:pt x="877791" y="35515"/>
                  <a:pt x="877012" y="36303"/>
                  <a:pt x="876274" y="36932"/>
                </a:cubicBezTo>
                <a:cubicBezTo>
                  <a:pt x="875535" y="37561"/>
                  <a:pt x="874801" y="38067"/>
                  <a:pt x="874072" y="38450"/>
                </a:cubicBezTo>
                <a:cubicBezTo>
                  <a:pt x="873343" y="38833"/>
                  <a:pt x="872609" y="39102"/>
                  <a:pt x="871871" y="39257"/>
                </a:cubicBezTo>
                <a:cubicBezTo>
                  <a:pt x="871132" y="39412"/>
                  <a:pt x="870353" y="39489"/>
                  <a:pt x="869532" y="39489"/>
                </a:cubicBezTo>
                <a:cubicBezTo>
                  <a:pt x="866707" y="39489"/>
                  <a:pt x="864573" y="38660"/>
                  <a:pt x="863133" y="37001"/>
                </a:cubicBezTo>
                <a:cubicBezTo>
                  <a:pt x="861693" y="35342"/>
                  <a:pt x="860973" y="32835"/>
                  <a:pt x="860973" y="29480"/>
                </a:cubicBezTo>
                <a:lnTo>
                  <a:pt x="860973" y="11541"/>
                </a:lnTo>
                <a:lnTo>
                  <a:pt x="865731" y="11541"/>
                </a:lnTo>
                <a:lnTo>
                  <a:pt x="865731" y="29097"/>
                </a:lnTo>
                <a:cubicBezTo>
                  <a:pt x="865731" y="33309"/>
                  <a:pt x="867317" y="35415"/>
                  <a:pt x="870490" y="35415"/>
                </a:cubicBezTo>
                <a:cubicBezTo>
                  <a:pt x="871073" y="35415"/>
                  <a:pt x="871643" y="35328"/>
                  <a:pt x="872199" y="35155"/>
                </a:cubicBezTo>
                <a:cubicBezTo>
                  <a:pt x="872755" y="34982"/>
                  <a:pt x="873338" y="34681"/>
                  <a:pt x="873949" y="34252"/>
                </a:cubicBezTo>
                <a:cubicBezTo>
                  <a:pt x="874560" y="33824"/>
                  <a:pt x="875216" y="33245"/>
                  <a:pt x="875918" y="32516"/>
                </a:cubicBezTo>
                <a:cubicBezTo>
                  <a:pt x="876620" y="31787"/>
                  <a:pt x="877408" y="30866"/>
                  <a:pt x="878284" y="29754"/>
                </a:cubicBezTo>
                <a:lnTo>
                  <a:pt x="878284" y="11541"/>
                </a:lnTo>
                <a:lnTo>
                  <a:pt x="883042" y="11541"/>
                </a:lnTo>
                <a:lnTo>
                  <a:pt x="883042" y="38997"/>
                </a:lnTo>
                <a:close/>
                <a:moveTo>
                  <a:pt x="911860" y="15424"/>
                </a:moveTo>
                <a:cubicBezTo>
                  <a:pt x="912370" y="16062"/>
                  <a:pt x="912767" y="16805"/>
                  <a:pt x="913049" y="17653"/>
                </a:cubicBezTo>
                <a:cubicBezTo>
                  <a:pt x="913332" y="18500"/>
                  <a:pt x="913473" y="19417"/>
                  <a:pt x="913473" y="20401"/>
                </a:cubicBezTo>
                <a:cubicBezTo>
                  <a:pt x="913473" y="21823"/>
                  <a:pt x="913214" y="23122"/>
                  <a:pt x="912694" y="24298"/>
                </a:cubicBezTo>
                <a:cubicBezTo>
                  <a:pt x="912174" y="25474"/>
                  <a:pt x="911441" y="26481"/>
                  <a:pt x="910492" y="27320"/>
                </a:cubicBezTo>
                <a:cubicBezTo>
                  <a:pt x="909544" y="28159"/>
                  <a:pt x="908410" y="28810"/>
                  <a:pt x="907088" y="29275"/>
                </a:cubicBezTo>
                <a:cubicBezTo>
                  <a:pt x="905766" y="29740"/>
                  <a:pt x="904312" y="29973"/>
                  <a:pt x="902726" y="29973"/>
                </a:cubicBezTo>
                <a:cubicBezTo>
                  <a:pt x="901577" y="29973"/>
                  <a:pt x="900502" y="29850"/>
                  <a:pt x="899499" y="29603"/>
                </a:cubicBezTo>
                <a:cubicBezTo>
                  <a:pt x="898496" y="29357"/>
                  <a:pt x="897703" y="29052"/>
                  <a:pt x="897120" y="28687"/>
                </a:cubicBezTo>
                <a:cubicBezTo>
                  <a:pt x="896773" y="29198"/>
                  <a:pt x="896482" y="29680"/>
                  <a:pt x="896245" y="30134"/>
                </a:cubicBezTo>
                <a:cubicBezTo>
                  <a:pt x="896008" y="30588"/>
                  <a:pt x="895889" y="31095"/>
                  <a:pt x="895889" y="31657"/>
                </a:cubicBezTo>
                <a:cubicBezTo>
                  <a:pt x="895889" y="32345"/>
                  <a:pt x="896222" y="32916"/>
                  <a:pt x="896887" y="33369"/>
                </a:cubicBezTo>
                <a:cubicBezTo>
                  <a:pt x="897553" y="33821"/>
                  <a:pt x="898432" y="34066"/>
                  <a:pt x="899526" y="34102"/>
                </a:cubicBezTo>
                <a:lnTo>
                  <a:pt x="906746" y="34375"/>
                </a:lnTo>
                <a:cubicBezTo>
                  <a:pt x="908113" y="34412"/>
                  <a:pt x="909376" y="34585"/>
                  <a:pt x="910534" y="34896"/>
                </a:cubicBezTo>
                <a:cubicBezTo>
                  <a:pt x="911691" y="35206"/>
                  <a:pt x="912685" y="35654"/>
                  <a:pt x="913514" y="36239"/>
                </a:cubicBezTo>
                <a:cubicBezTo>
                  <a:pt x="914344" y="36823"/>
                  <a:pt x="914991" y="37544"/>
                  <a:pt x="915456" y="38402"/>
                </a:cubicBezTo>
                <a:cubicBezTo>
                  <a:pt x="915921" y="39260"/>
                  <a:pt x="916153" y="40256"/>
                  <a:pt x="916153" y="41388"/>
                </a:cubicBezTo>
                <a:cubicBezTo>
                  <a:pt x="916153" y="42612"/>
                  <a:pt x="915889" y="43772"/>
                  <a:pt x="915360" y="44867"/>
                </a:cubicBezTo>
                <a:cubicBezTo>
                  <a:pt x="914832" y="45963"/>
                  <a:pt x="914016" y="46926"/>
                  <a:pt x="912913" y="47757"/>
                </a:cubicBezTo>
                <a:cubicBezTo>
                  <a:pt x="911810" y="48588"/>
                  <a:pt x="910410" y="49250"/>
                  <a:pt x="908715" y="49743"/>
                </a:cubicBezTo>
                <a:cubicBezTo>
                  <a:pt x="907019" y="50236"/>
                  <a:pt x="905005" y="50483"/>
                  <a:pt x="902671" y="50483"/>
                </a:cubicBezTo>
                <a:cubicBezTo>
                  <a:pt x="900447" y="50483"/>
                  <a:pt x="898555" y="50305"/>
                  <a:pt x="896997" y="49949"/>
                </a:cubicBezTo>
                <a:cubicBezTo>
                  <a:pt x="895438" y="49593"/>
                  <a:pt x="894157" y="49100"/>
                  <a:pt x="893154" y="48470"/>
                </a:cubicBezTo>
                <a:cubicBezTo>
                  <a:pt x="892152" y="47839"/>
                  <a:pt x="891422" y="47091"/>
                  <a:pt x="890967" y="46223"/>
                </a:cubicBezTo>
                <a:cubicBezTo>
                  <a:pt x="890511" y="45356"/>
                  <a:pt x="890283" y="44402"/>
                  <a:pt x="890283" y="43361"/>
                </a:cubicBezTo>
                <a:cubicBezTo>
                  <a:pt x="890283" y="42028"/>
                  <a:pt x="890593" y="40859"/>
                  <a:pt x="891213" y="39854"/>
                </a:cubicBezTo>
                <a:cubicBezTo>
                  <a:pt x="891833" y="38850"/>
                  <a:pt x="892790" y="37883"/>
                  <a:pt x="894084" y="36951"/>
                </a:cubicBezTo>
                <a:cubicBezTo>
                  <a:pt x="893610" y="36733"/>
                  <a:pt x="893200" y="36460"/>
                  <a:pt x="892854" y="36133"/>
                </a:cubicBezTo>
                <a:cubicBezTo>
                  <a:pt x="892507" y="35805"/>
                  <a:pt x="892225" y="35446"/>
                  <a:pt x="892006" y="35055"/>
                </a:cubicBezTo>
                <a:cubicBezTo>
                  <a:pt x="891787" y="34663"/>
                  <a:pt x="891623" y="34250"/>
                  <a:pt x="891514" y="33813"/>
                </a:cubicBezTo>
                <a:cubicBezTo>
                  <a:pt x="891404" y="33376"/>
                  <a:pt x="891349" y="32949"/>
                  <a:pt x="891349" y="32530"/>
                </a:cubicBezTo>
                <a:cubicBezTo>
                  <a:pt x="891349" y="31348"/>
                  <a:pt x="891627" y="30265"/>
                  <a:pt x="892184" y="29283"/>
                </a:cubicBezTo>
                <a:cubicBezTo>
                  <a:pt x="892740" y="28301"/>
                  <a:pt x="893400" y="27373"/>
                  <a:pt x="894166" y="26499"/>
                </a:cubicBezTo>
                <a:cubicBezTo>
                  <a:pt x="893820" y="26080"/>
                  <a:pt x="893514" y="25670"/>
                  <a:pt x="893250" y="25269"/>
                </a:cubicBezTo>
                <a:cubicBezTo>
                  <a:pt x="892986" y="24868"/>
                  <a:pt x="892758" y="24435"/>
                  <a:pt x="892566" y="23970"/>
                </a:cubicBezTo>
                <a:cubicBezTo>
                  <a:pt x="892375" y="23505"/>
                  <a:pt x="892229" y="23004"/>
                  <a:pt x="892129" y="22466"/>
                </a:cubicBezTo>
                <a:cubicBezTo>
                  <a:pt x="892029" y="21928"/>
                  <a:pt x="891978" y="21313"/>
                  <a:pt x="891978" y="20620"/>
                </a:cubicBezTo>
                <a:cubicBezTo>
                  <a:pt x="891978" y="19198"/>
                  <a:pt x="892238" y="17899"/>
                  <a:pt x="892758" y="16723"/>
                </a:cubicBezTo>
                <a:cubicBezTo>
                  <a:pt x="893277" y="15547"/>
                  <a:pt x="894007" y="14540"/>
                  <a:pt x="894946" y="13701"/>
                </a:cubicBezTo>
                <a:cubicBezTo>
                  <a:pt x="895885" y="12862"/>
                  <a:pt x="897015" y="12211"/>
                  <a:pt x="898337" y="11746"/>
                </a:cubicBezTo>
                <a:cubicBezTo>
                  <a:pt x="899658" y="11281"/>
                  <a:pt x="901122" y="11048"/>
                  <a:pt x="902726" y="11048"/>
                </a:cubicBezTo>
                <a:cubicBezTo>
                  <a:pt x="903400" y="11048"/>
                  <a:pt x="904048" y="11094"/>
                  <a:pt x="904668" y="11185"/>
                </a:cubicBezTo>
                <a:cubicBezTo>
                  <a:pt x="905287" y="11276"/>
                  <a:pt x="905834" y="11395"/>
                  <a:pt x="906308" y="11541"/>
                </a:cubicBezTo>
                <a:lnTo>
                  <a:pt x="916263" y="11541"/>
                </a:lnTo>
                <a:lnTo>
                  <a:pt x="916263" y="15424"/>
                </a:lnTo>
                <a:lnTo>
                  <a:pt x="911860" y="15424"/>
                </a:lnTo>
                <a:moveTo>
                  <a:pt x="895342" y="42951"/>
                </a:moveTo>
                <a:cubicBezTo>
                  <a:pt x="895342" y="44249"/>
                  <a:pt x="896017" y="45195"/>
                  <a:pt x="897366" y="45790"/>
                </a:cubicBezTo>
                <a:cubicBezTo>
                  <a:pt x="898715" y="46384"/>
                  <a:pt x="900593" y="46682"/>
                  <a:pt x="902999" y="46682"/>
                </a:cubicBezTo>
                <a:cubicBezTo>
                  <a:pt x="904513" y="46682"/>
                  <a:pt x="905784" y="46544"/>
                  <a:pt x="906814" y="46270"/>
                </a:cubicBezTo>
                <a:cubicBezTo>
                  <a:pt x="907844" y="45996"/>
                  <a:pt x="908674" y="45635"/>
                  <a:pt x="909303" y="45186"/>
                </a:cubicBezTo>
                <a:cubicBezTo>
                  <a:pt x="909932" y="44738"/>
                  <a:pt x="910383" y="44226"/>
                  <a:pt x="910657" y="43650"/>
                </a:cubicBezTo>
                <a:cubicBezTo>
                  <a:pt x="910930" y="43074"/>
                  <a:pt x="911067" y="42484"/>
                  <a:pt x="911067" y="41880"/>
                </a:cubicBezTo>
                <a:cubicBezTo>
                  <a:pt x="911067" y="40764"/>
                  <a:pt x="910611" y="39940"/>
                  <a:pt x="909699" y="39410"/>
                </a:cubicBezTo>
                <a:cubicBezTo>
                  <a:pt x="908788" y="38880"/>
                  <a:pt x="907393" y="38569"/>
                  <a:pt x="905515" y="38478"/>
                </a:cubicBezTo>
                <a:lnTo>
                  <a:pt x="898350" y="38231"/>
                </a:lnTo>
                <a:cubicBezTo>
                  <a:pt x="897749" y="38634"/>
                  <a:pt x="897252" y="39027"/>
                  <a:pt x="896860" y="39411"/>
                </a:cubicBezTo>
                <a:cubicBezTo>
                  <a:pt x="896468" y="39795"/>
                  <a:pt x="896163" y="40184"/>
                  <a:pt x="895944" y="40577"/>
                </a:cubicBezTo>
                <a:cubicBezTo>
                  <a:pt x="895725" y="40970"/>
                  <a:pt x="895570" y="41364"/>
                  <a:pt x="895479" y="41757"/>
                </a:cubicBezTo>
                <a:cubicBezTo>
                  <a:pt x="895388" y="42150"/>
                  <a:pt x="895342" y="42548"/>
                  <a:pt x="895342" y="42951"/>
                </a:cubicBezTo>
                <a:moveTo>
                  <a:pt x="896792" y="20510"/>
                </a:moveTo>
                <a:cubicBezTo>
                  <a:pt x="896792" y="21386"/>
                  <a:pt x="896937" y="22188"/>
                  <a:pt x="897229" y="22917"/>
                </a:cubicBezTo>
                <a:cubicBezTo>
                  <a:pt x="897521" y="23646"/>
                  <a:pt x="897931" y="24266"/>
                  <a:pt x="898460" y="24777"/>
                </a:cubicBezTo>
                <a:cubicBezTo>
                  <a:pt x="898988" y="25287"/>
                  <a:pt x="899613" y="25684"/>
                  <a:pt x="900333" y="25966"/>
                </a:cubicBezTo>
                <a:cubicBezTo>
                  <a:pt x="901053" y="26249"/>
                  <a:pt x="901851" y="26390"/>
                  <a:pt x="902726" y="26390"/>
                </a:cubicBezTo>
                <a:cubicBezTo>
                  <a:pt x="903674" y="26390"/>
                  <a:pt x="904517" y="26231"/>
                  <a:pt x="905255" y="25912"/>
                </a:cubicBezTo>
                <a:cubicBezTo>
                  <a:pt x="905994" y="25592"/>
                  <a:pt x="906614" y="25159"/>
                  <a:pt x="907115" y="24613"/>
                </a:cubicBezTo>
                <a:cubicBezTo>
                  <a:pt x="907616" y="24066"/>
                  <a:pt x="907999" y="23437"/>
                  <a:pt x="908264" y="22726"/>
                </a:cubicBezTo>
                <a:cubicBezTo>
                  <a:pt x="908528" y="22015"/>
                  <a:pt x="908660" y="21276"/>
                  <a:pt x="908660" y="20510"/>
                </a:cubicBezTo>
                <a:cubicBezTo>
                  <a:pt x="908660" y="19635"/>
                  <a:pt x="908514" y="18833"/>
                  <a:pt x="908223" y="18104"/>
                </a:cubicBezTo>
                <a:cubicBezTo>
                  <a:pt x="907931" y="17375"/>
                  <a:pt x="907521" y="16755"/>
                  <a:pt x="906992" y="16244"/>
                </a:cubicBezTo>
                <a:cubicBezTo>
                  <a:pt x="906463" y="15734"/>
                  <a:pt x="905839" y="15337"/>
                  <a:pt x="905119" y="15055"/>
                </a:cubicBezTo>
                <a:cubicBezTo>
                  <a:pt x="904399" y="14772"/>
                  <a:pt x="903601" y="14631"/>
                  <a:pt x="902726" y="14631"/>
                </a:cubicBezTo>
                <a:cubicBezTo>
                  <a:pt x="901778" y="14631"/>
                  <a:pt x="900935" y="14795"/>
                  <a:pt x="900196" y="15123"/>
                </a:cubicBezTo>
                <a:cubicBezTo>
                  <a:pt x="899458" y="15451"/>
                  <a:pt x="898838" y="15884"/>
                  <a:pt x="898337" y="16422"/>
                </a:cubicBezTo>
                <a:cubicBezTo>
                  <a:pt x="897835" y="16960"/>
                  <a:pt x="897452" y="17584"/>
                  <a:pt x="897188" y="18295"/>
                </a:cubicBezTo>
                <a:cubicBezTo>
                  <a:pt x="896924" y="19006"/>
                  <a:pt x="896792" y="19745"/>
                  <a:pt x="896792" y="20510"/>
                </a:cubicBezTo>
                <a:close/>
                <a:moveTo>
                  <a:pt x="979171" y="31504"/>
                </a:moveTo>
                <a:cubicBezTo>
                  <a:pt x="979171" y="32470"/>
                  <a:pt x="979007" y="33336"/>
                  <a:pt x="978678" y="34102"/>
                </a:cubicBezTo>
                <a:cubicBezTo>
                  <a:pt x="978350" y="34868"/>
                  <a:pt x="977904" y="35547"/>
                  <a:pt x="977338" y="36139"/>
                </a:cubicBezTo>
                <a:cubicBezTo>
                  <a:pt x="976773" y="36732"/>
                  <a:pt x="976117" y="37238"/>
                  <a:pt x="975369" y="37657"/>
                </a:cubicBezTo>
                <a:cubicBezTo>
                  <a:pt x="974622" y="38076"/>
                  <a:pt x="973824" y="38423"/>
                  <a:pt x="972977" y="38696"/>
                </a:cubicBezTo>
                <a:cubicBezTo>
                  <a:pt x="972129" y="38970"/>
                  <a:pt x="971258" y="39170"/>
                  <a:pt x="970365" y="39298"/>
                </a:cubicBezTo>
                <a:cubicBezTo>
                  <a:pt x="969472" y="39426"/>
                  <a:pt x="968596" y="39489"/>
                  <a:pt x="967740" y="39489"/>
                </a:cubicBezTo>
                <a:cubicBezTo>
                  <a:pt x="965880" y="39489"/>
                  <a:pt x="964171" y="39407"/>
                  <a:pt x="962612" y="39243"/>
                </a:cubicBezTo>
                <a:cubicBezTo>
                  <a:pt x="961053" y="39079"/>
                  <a:pt x="959526" y="38815"/>
                  <a:pt x="958031" y="38450"/>
                </a:cubicBezTo>
                <a:lnTo>
                  <a:pt x="958031" y="34075"/>
                </a:lnTo>
                <a:cubicBezTo>
                  <a:pt x="959636" y="34530"/>
                  <a:pt x="961231" y="34877"/>
                  <a:pt x="962817" y="35114"/>
                </a:cubicBezTo>
                <a:cubicBezTo>
                  <a:pt x="964403" y="35351"/>
                  <a:pt x="965980" y="35469"/>
                  <a:pt x="967548" y="35469"/>
                </a:cubicBezTo>
                <a:cubicBezTo>
                  <a:pt x="969827" y="35469"/>
                  <a:pt x="971514" y="35159"/>
                  <a:pt x="972607" y="34540"/>
                </a:cubicBezTo>
                <a:cubicBezTo>
                  <a:pt x="973701" y="33920"/>
                  <a:pt x="974248" y="33035"/>
                  <a:pt x="974248" y="31887"/>
                </a:cubicBezTo>
                <a:cubicBezTo>
                  <a:pt x="974248" y="31395"/>
                  <a:pt x="974162" y="30953"/>
                  <a:pt x="973988" y="30561"/>
                </a:cubicBezTo>
                <a:cubicBezTo>
                  <a:pt x="973815" y="30169"/>
                  <a:pt x="973501" y="29795"/>
                  <a:pt x="973045" y="29439"/>
                </a:cubicBezTo>
                <a:cubicBezTo>
                  <a:pt x="972589" y="29084"/>
                  <a:pt x="971883" y="28715"/>
                  <a:pt x="970926" y="28332"/>
                </a:cubicBezTo>
                <a:cubicBezTo>
                  <a:pt x="969968" y="27949"/>
                  <a:pt x="968660" y="27511"/>
                  <a:pt x="967001" y="27019"/>
                </a:cubicBezTo>
                <a:cubicBezTo>
                  <a:pt x="965761" y="26654"/>
                  <a:pt x="964617" y="26240"/>
                  <a:pt x="963569" y="25775"/>
                </a:cubicBezTo>
                <a:cubicBezTo>
                  <a:pt x="962521" y="25310"/>
                  <a:pt x="961614" y="24758"/>
                  <a:pt x="960848" y="24120"/>
                </a:cubicBezTo>
                <a:cubicBezTo>
                  <a:pt x="960082" y="23482"/>
                  <a:pt x="959481" y="22735"/>
                  <a:pt x="959043" y="21878"/>
                </a:cubicBezTo>
                <a:cubicBezTo>
                  <a:pt x="958606" y="21021"/>
                  <a:pt x="958387" y="20009"/>
                  <a:pt x="958387" y="18842"/>
                </a:cubicBezTo>
                <a:cubicBezTo>
                  <a:pt x="958387" y="18077"/>
                  <a:pt x="958565" y="17238"/>
                  <a:pt x="958920" y="16326"/>
                </a:cubicBezTo>
                <a:cubicBezTo>
                  <a:pt x="959276" y="15415"/>
                  <a:pt x="959882" y="14567"/>
                  <a:pt x="960739" y="13783"/>
                </a:cubicBezTo>
                <a:cubicBezTo>
                  <a:pt x="961596" y="12999"/>
                  <a:pt x="962753" y="12347"/>
                  <a:pt x="964212" y="11828"/>
                </a:cubicBezTo>
                <a:cubicBezTo>
                  <a:pt x="965670" y="11308"/>
                  <a:pt x="967493" y="11048"/>
                  <a:pt x="969681" y="11048"/>
                </a:cubicBezTo>
                <a:cubicBezTo>
                  <a:pt x="970757" y="11048"/>
                  <a:pt x="971951" y="11108"/>
                  <a:pt x="973264" y="11226"/>
                </a:cubicBezTo>
                <a:cubicBezTo>
                  <a:pt x="974576" y="11345"/>
                  <a:pt x="975944" y="11550"/>
                  <a:pt x="977366" y="11841"/>
                </a:cubicBezTo>
                <a:lnTo>
                  <a:pt x="977366" y="16080"/>
                </a:lnTo>
                <a:cubicBezTo>
                  <a:pt x="975871" y="15716"/>
                  <a:pt x="974453" y="15447"/>
                  <a:pt x="973113" y="15273"/>
                </a:cubicBezTo>
                <a:cubicBezTo>
                  <a:pt x="971773" y="15100"/>
                  <a:pt x="970611" y="15014"/>
                  <a:pt x="969627" y="15014"/>
                </a:cubicBezTo>
                <a:cubicBezTo>
                  <a:pt x="968442" y="15014"/>
                  <a:pt x="967443" y="15105"/>
                  <a:pt x="966632" y="15287"/>
                </a:cubicBezTo>
                <a:cubicBezTo>
                  <a:pt x="965821" y="15469"/>
                  <a:pt x="965164" y="15720"/>
                  <a:pt x="964663" y="16039"/>
                </a:cubicBezTo>
                <a:cubicBezTo>
                  <a:pt x="964162" y="16358"/>
                  <a:pt x="963802" y="16732"/>
                  <a:pt x="963583" y="17160"/>
                </a:cubicBezTo>
                <a:cubicBezTo>
                  <a:pt x="963364" y="17589"/>
                  <a:pt x="963255" y="18049"/>
                  <a:pt x="963255" y="18541"/>
                </a:cubicBezTo>
                <a:cubicBezTo>
                  <a:pt x="963255" y="19034"/>
                  <a:pt x="963350" y="19480"/>
                  <a:pt x="963542" y="19881"/>
                </a:cubicBezTo>
                <a:cubicBezTo>
                  <a:pt x="963733" y="20283"/>
                  <a:pt x="964089" y="20670"/>
                  <a:pt x="964608" y="21044"/>
                </a:cubicBezTo>
                <a:cubicBezTo>
                  <a:pt x="965128" y="21417"/>
                  <a:pt x="965853" y="21791"/>
                  <a:pt x="966782" y="22165"/>
                </a:cubicBezTo>
                <a:cubicBezTo>
                  <a:pt x="967712" y="22539"/>
                  <a:pt x="968925" y="22944"/>
                  <a:pt x="970420" y="23382"/>
                </a:cubicBezTo>
                <a:cubicBezTo>
                  <a:pt x="972042" y="23856"/>
                  <a:pt x="973410" y="24353"/>
                  <a:pt x="974522" y="24872"/>
                </a:cubicBezTo>
                <a:cubicBezTo>
                  <a:pt x="975634" y="25392"/>
                  <a:pt x="976536" y="25971"/>
                  <a:pt x="977229" y="26609"/>
                </a:cubicBezTo>
                <a:cubicBezTo>
                  <a:pt x="977922" y="27247"/>
                  <a:pt x="978419" y="27967"/>
                  <a:pt x="978720" y="28769"/>
                </a:cubicBezTo>
                <a:cubicBezTo>
                  <a:pt x="979020" y="29571"/>
                  <a:pt x="979171" y="30483"/>
                  <a:pt x="979171" y="31504"/>
                </a:cubicBezTo>
                <a:close/>
                <a:moveTo>
                  <a:pt x="1009845" y="37985"/>
                </a:moveTo>
                <a:cubicBezTo>
                  <a:pt x="1008605" y="38459"/>
                  <a:pt x="1007333" y="38810"/>
                  <a:pt x="1006030" y="39038"/>
                </a:cubicBezTo>
                <a:cubicBezTo>
                  <a:pt x="1004726" y="39266"/>
                  <a:pt x="1003382" y="39380"/>
                  <a:pt x="1001996" y="39380"/>
                </a:cubicBezTo>
                <a:cubicBezTo>
                  <a:pt x="997657" y="39380"/>
                  <a:pt x="994316" y="38204"/>
                  <a:pt x="991973" y="35852"/>
                </a:cubicBezTo>
                <a:cubicBezTo>
                  <a:pt x="989631" y="33500"/>
                  <a:pt x="988459" y="30064"/>
                  <a:pt x="988459" y="25542"/>
                </a:cubicBezTo>
                <a:cubicBezTo>
                  <a:pt x="988459" y="23373"/>
                  <a:pt x="988796" y="21404"/>
                  <a:pt x="989471" y="19635"/>
                </a:cubicBezTo>
                <a:cubicBezTo>
                  <a:pt x="990146" y="17867"/>
                  <a:pt x="991094" y="16354"/>
                  <a:pt x="992315" y="15096"/>
                </a:cubicBezTo>
                <a:cubicBezTo>
                  <a:pt x="993537" y="13838"/>
                  <a:pt x="994995" y="12867"/>
                  <a:pt x="996691" y="12183"/>
                </a:cubicBezTo>
                <a:cubicBezTo>
                  <a:pt x="998386" y="11500"/>
                  <a:pt x="1000255" y="11158"/>
                  <a:pt x="1002297" y="11158"/>
                </a:cubicBezTo>
                <a:cubicBezTo>
                  <a:pt x="1003719" y="11158"/>
                  <a:pt x="1005050" y="11260"/>
                  <a:pt x="1006290" y="11465"/>
                </a:cubicBezTo>
                <a:cubicBezTo>
                  <a:pt x="1007529" y="11670"/>
                  <a:pt x="1008714" y="12005"/>
                  <a:pt x="1009845" y="12470"/>
                </a:cubicBezTo>
                <a:lnTo>
                  <a:pt x="1009845" y="17010"/>
                </a:lnTo>
                <a:cubicBezTo>
                  <a:pt x="1008660" y="16380"/>
                  <a:pt x="1007452" y="15922"/>
                  <a:pt x="1006221" y="15636"/>
                </a:cubicBezTo>
                <a:cubicBezTo>
                  <a:pt x="1004991" y="15349"/>
                  <a:pt x="1003719" y="15205"/>
                  <a:pt x="1002406" y="15205"/>
                </a:cubicBezTo>
                <a:cubicBezTo>
                  <a:pt x="1001185" y="15205"/>
                  <a:pt x="1000032" y="15438"/>
                  <a:pt x="998947" y="15902"/>
                </a:cubicBezTo>
                <a:cubicBezTo>
                  <a:pt x="997862" y="16367"/>
                  <a:pt x="996909" y="17037"/>
                  <a:pt x="996089" y="17912"/>
                </a:cubicBezTo>
                <a:cubicBezTo>
                  <a:pt x="995269" y="18788"/>
                  <a:pt x="994621" y="19854"/>
                  <a:pt x="994147" y="21112"/>
                </a:cubicBezTo>
                <a:cubicBezTo>
                  <a:pt x="993673" y="22370"/>
                  <a:pt x="993436" y="23792"/>
                  <a:pt x="993436" y="25378"/>
                </a:cubicBezTo>
                <a:cubicBezTo>
                  <a:pt x="993436" y="28696"/>
                  <a:pt x="994243" y="31180"/>
                  <a:pt x="995857" y="32830"/>
                </a:cubicBezTo>
                <a:cubicBezTo>
                  <a:pt x="997470" y="34480"/>
                  <a:pt x="999708" y="35305"/>
                  <a:pt x="1002570" y="35305"/>
                </a:cubicBezTo>
                <a:cubicBezTo>
                  <a:pt x="1003865" y="35305"/>
                  <a:pt x="1005118" y="35159"/>
                  <a:pt x="1006331" y="34868"/>
                </a:cubicBezTo>
                <a:cubicBezTo>
                  <a:pt x="1007543" y="34576"/>
                  <a:pt x="1008714" y="34138"/>
                  <a:pt x="1009845" y="33555"/>
                </a:cubicBezTo>
                <a:lnTo>
                  <a:pt x="1009845" y="37985"/>
                </a:lnTo>
                <a:close/>
                <a:moveTo>
                  <a:pt x="1042789" y="23819"/>
                </a:moveTo>
                <a:cubicBezTo>
                  <a:pt x="1042789" y="24494"/>
                  <a:pt x="1042780" y="25059"/>
                  <a:pt x="1042761" y="25515"/>
                </a:cubicBezTo>
                <a:cubicBezTo>
                  <a:pt x="1042743" y="25971"/>
                  <a:pt x="1042716" y="26399"/>
                  <a:pt x="1042679" y="26800"/>
                </a:cubicBezTo>
                <a:lnTo>
                  <a:pt x="1023400" y="26800"/>
                </a:lnTo>
                <a:cubicBezTo>
                  <a:pt x="1023400" y="29608"/>
                  <a:pt x="1024184" y="31764"/>
                  <a:pt x="1025751" y="33268"/>
                </a:cubicBezTo>
                <a:cubicBezTo>
                  <a:pt x="1027319" y="34772"/>
                  <a:pt x="1029580" y="35524"/>
                  <a:pt x="1032534" y="35524"/>
                </a:cubicBezTo>
                <a:cubicBezTo>
                  <a:pt x="1033336" y="35524"/>
                  <a:pt x="1034138" y="35492"/>
                  <a:pt x="1034940" y="35427"/>
                </a:cubicBezTo>
                <a:cubicBezTo>
                  <a:pt x="1035742" y="35361"/>
                  <a:pt x="1036517" y="35273"/>
                  <a:pt x="1037265" y="35161"/>
                </a:cubicBezTo>
                <a:cubicBezTo>
                  <a:pt x="1038012" y="35049"/>
                  <a:pt x="1038728" y="34923"/>
                  <a:pt x="1039411" y="34783"/>
                </a:cubicBezTo>
                <a:cubicBezTo>
                  <a:pt x="1040095" y="34643"/>
                  <a:pt x="1040729" y="34489"/>
                  <a:pt x="1041312" y="34321"/>
                </a:cubicBezTo>
                <a:lnTo>
                  <a:pt x="1041312" y="38231"/>
                </a:lnTo>
                <a:cubicBezTo>
                  <a:pt x="1040018" y="38604"/>
                  <a:pt x="1038555" y="38907"/>
                  <a:pt x="1036923" y="39140"/>
                </a:cubicBezTo>
                <a:cubicBezTo>
                  <a:pt x="1035291" y="39373"/>
                  <a:pt x="1033600" y="39489"/>
                  <a:pt x="1031850" y="39489"/>
                </a:cubicBezTo>
                <a:cubicBezTo>
                  <a:pt x="1029498" y="39489"/>
                  <a:pt x="1027474" y="39170"/>
                  <a:pt x="1025779" y="38532"/>
                </a:cubicBezTo>
                <a:cubicBezTo>
                  <a:pt x="1024083" y="37894"/>
                  <a:pt x="1022693" y="36969"/>
                  <a:pt x="1021608" y="35757"/>
                </a:cubicBezTo>
                <a:cubicBezTo>
                  <a:pt x="1020524" y="34544"/>
                  <a:pt x="1019721" y="33058"/>
                  <a:pt x="1019202" y="31299"/>
                </a:cubicBezTo>
                <a:cubicBezTo>
                  <a:pt x="1018682" y="29540"/>
                  <a:pt x="1018422" y="27548"/>
                  <a:pt x="1018422" y="25324"/>
                </a:cubicBezTo>
                <a:cubicBezTo>
                  <a:pt x="1018422" y="23391"/>
                  <a:pt x="1018700" y="21563"/>
                  <a:pt x="1019256" y="19840"/>
                </a:cubicBezTo>
                <a:cubicBezTo>
                  <a:pt x="1019813" y="18118"/>
                  <a:pt x="1020624" y="16604"/>
                  <a:pt x="1021690" y="15301"/>
                </a:cubicBezTo>
                <a:cubicBezTo>
                  <a:pt x="1022757" y="13997"/>
                  <a:pt x="1024065" y="12963"/>
                  <a:pt x="1025615" y="12197"/>
                </a:cubicBezTo>
                <a:cubicBezTo>
                  <a:pt x="1027164" y="11431"/>
                  <a:pt x="1028924" y="11048"/>
                  <a:pt x="1030893" y="11048"/>
                </a:cubicBezTo>
                <a:cubicBezTo>
                  <a:pt x="1032807" y="11048"/>
                  <a:pt x="1034503" y="11349"/>
                  <a:pt x="1035979" y="11951"/>
                </a:cubicBezTo>
                <a:cubicBezTo>
                  <a:pt x="1037456" y="12552"/>
                  <a:pt x="1038700" y="13405"/>
                  <a:pt x="1039712" y="14508"/>
                </a:cubicBezTo>
                <a:cubicBezTo>
                  <a:pt x="1040724" y="15611"/>
                  <a:pt x="1041490" y="16951"/>
                  <a:pt x="1042009" y="18528"/>
                </a:cubicBezTo>
                <a:cubicBezTo>
                  <a:pt x="1042529" y="20105"/>
                  <a:pt x="1042789" y="21869"/>
                  <a:pt x="1042789" y="23819"/>
                </a:cubicBezTo>
                <a:moveTo>
                  <a:pt x="1037839" y="23136"/>
                </a:moveTo>
                <a:cubicBezTo>
                  <a:pt x="1037894" y="21914"/>
                  <a:pt x="1037775" y="20798"/>
                  <a:pt x="1037483" y="19786"/>
                </a:cubicBezTo>
                <a:cubicBezTo>
                  <a:pt x="1037192" y="18774"/>
                  <a:pt x="1036740" y="17903"/>
                  <a:pt x="1036130" y="17174"/>
                </a:cubicBezTo>
                <a:cubicBezTo>
                  <a:pt x="1035519" y="16445"/>
                  <a:pt x="1034758" y="15875"/>
                  <a:pt x="1033846" y="15465"/>
                </a:cubicBezTo>
                <a:cubicBezTo>
                  <a:pt x="1032935" y="15055"/>
                  <a:pt x="1031877" y="14850"/>
                  <a:pt x="1030674" y="14850"/>
                </a:cubicBezTo>
                <a:cubicBezTo>
                  <a:pt x="1029635" y="14850"/>
                  <a:pt x="1028687" y="15050"/>
                  <a:pt x="1027830" y="15451"/>
                </a:cubicBezTo>
                <a:cubicBezTo>
                  <a:pt x="1026973" y="15852"/>
                  <a:pt x="1026235" y="16417"/>
                  <a:pt x="1025615" y="17147"/>
                </a:cubicBezTo>
                <a:cubicBezTo>
                  <a:pt x="1024995" y="17876"/>
                  <a:pt x="1024493" y="18751"/>
                  <a:pt x="1024111" y="19772"/>
                </a:cubicBezTo>
                <a:cubicBezTo>
                  <a:pt x="1023728" y="20793"/>
                  <a:pt x="1023491" y="21914"/>
                  <a:pt x="1023400" y="23136"/>
                </a:cubicBezTo>
                <a:lnTo>
                  <a:pt x="1037839" y="23136"/>
                </a:lnTo>
                <a:close/>
                <a:moveTo>
                  <a:pt x="1051691" y="11541"/>
                </a:moveTo>
                <a:lnTo>
                  <a:pt x="1055929" y="11541"/>
                </a:lnTo>
                <a:lnTo>
                  <a:pt x="1056121" y="15971"/>
                </a:lnTo>
                <a:cubicBezTo>
                  <a:pt x="1056923" y="15023"/>
                  <a:pt x="1057698" y="14234"/>
                  <a:pt x="1058445" y="13605"/>
                </a:cubicBezTo>
                <a:cubicBezTo>
                  <a:pt x="1059193" y="12976"/>
                  <a:pt x="1059927" y="12470"/>
                  <a:pt x="1060647" y="12087"/>
                </a:cubicBezTo>
                <a:cubicBezTo>
                  <a:pt x="1061367" y="11705"/>
                  <a:pt x="1062101" y="11436"/>
                  <a:pt x="1062848" y="11281"/>
                </a:cubicBezTo>
                <a:cubicBezTo>
                  <a:pt x="1063596" y="11126"/>
                  <a:pt x="1064371" y="11048"/>
                  <a:pt x="1065173" y="11048"/>
                </a:cubicBezTo>
                <a:cubicBezTo>
                  <a:pt x="1067999" y="11048"/>
                  <a:pt x="1070136" y="11882"/>
                  <a:pt x="1071586" y="13551"/>
                </a:cubicBezTo>
                <a:cubicBezTo>
                  <a:pt x="1073035" y="15219"/>
                  <a:pt x="1073760" y="17730"/>
                  <a:pt x="1073760" y="21085"/>
                </a:cubicBezTo>
                <a:lnTo>
                  <a:pt x="1073760" y="38997"/>
                </a:lnTo>
                <a:lnTo>
                  <a:pt x="1069001" y="38997"/>
                </a:lnTo>
                <a:lnTo>
                  <a:pt x="1069001" y="21468"/>
                </a:lnTo>
                <a:cubicBezTo>
                  <a:pt x="1069001" y="19316"/>
                  <a:pt x="1068600" y="17726"/>
                  <a:pt x="1067798" y="16695"/>
                </a:cubicBezTo>
                <a:cubicBezTo>
                  <a:pt x="1066996" y="15665"/>
                  <a:pt x="1065802" y="15150"/>
                  <a:pt x="1064216" y="15150"/>
                </a:cubicBezTo>
                <a:cubicBezTo>
                  <a:pt x="1063632" y="15150"/>
                  <a:pt x="1063062" y="15237"/>
                  <a:pt x="1062506" y="15410"/>
                </a:cubicBezTo>
                <a:cubicBezTo>
                  <a:pt x="1061950" y="15583"/>
                  <a:pt x="1061372" y="15884"/>
                  <a:pt x="1060770" y="16313"/>
                </a:cubicBezTo>
                <a:cubicBezTo>
                  <a:pt x="1060168" y="16741"/>
                  <a:pt x="1059516" y="17320"/>
                  <a:pt x="1058815" y="18049"/>
                </a:cubicBezTo>
                <a:cubicBezTo>
                  <a:pt x="1058113" y="18778"/>
                  <a:pt x="1057324" y="19690"/>
                  <a:pt x="1056449" y="20784"/>
                </a:cubicBezTo>
                <a:lnTo>
                  <a:pt x="1056449" y="38997"/>
                </a:lnTo>
                <a:lnTo>
                  <a:pt x="1051691" y="38997"/>
                </a:lnTo>
                <a:lnTo>
                  <a:pt x="1051691" y="11541"/>
                </a:lnTo>
                <a:close/>
                <a:moveTo>
                  <a:pt x="1100414" y="38997"/>
                </a:moveTo>
                <a:lnTo>
                  <a:pt x="1100304" y="35298"/>
                </a:lnTo>
                <a:cubicBezTo>
                  <a:pt x="1098809" y="36777"/>
                  <a:pt x="1097292" y="37846"/>
                  <a:pt x="1095751" y="38503"/>
                </a:cubicBezTo>
                <a:cubicBezTo>
                  <a:pt x="1094210" y="39161"/>
                  <a:pt x="1092592" y="39489"/>
                  <a:pt x="1090897" y="39489"/>
                </a:cubicBezTo>
                <a:cubicBezTo>
                  <a:pt x="1089329" y="39489"/>
                  <a:pt x="1087989" y="39289"/>
                  <a:pt x="1086877" y="38887"/>
                </a:cubicBezTo>
                <a:cubicBezTo>
                  <a:pt x="1085765" y="38485"/>
                  <a:pt x="1084849" y="37933"/>
                  <a:pt x="1084128" y="37230"/>
                </a:cubicBezTo>
                <a:cubicBezTo>
                  <a:pt x="1083408" y="36527"/>
                  <a:pt x="1082880" y="35700"/>
                  <a:pt x="1082542" y="34751"/>
                </a:cubicBezTo>
                <a:cubicBezTo>
                  <a:pt x="1082205" y="33801"/>
                  <a:pt x="1082036" y="32769"/>
                  <a:pt x="1082036" y="31655"/>
                </a:cubicBezTo>
                <a:cubicBezTo>
                  <a:pt x="1082036" y="28898"/>
                  <a:pt x="1083062" y="26738"/>
                  <a:pt x="1085113" y="25177"/>
                </a:cubicBezTo>
                <a:cubicBezTo>
                  <a:pt x="1087164" y="23616"/>
                  <a:pt x="1090195" y="22835"/>
                  <a:pt x="1094206" y="22835"/>
                </a:cubicBezTo>
                <a:lnTo>
                  <a:pt x="1099894" y="22835"/>
                </a:lnTo>
                <a:lnTo>
                  <a:pt x="1099894" y="20437"/>
                </a:lnTo>
                <a:cubicBezTo>
                  <a:pt x="1099894" y="18820"/>
                  <a:pt x="1099375" y="17526"/>
                  <a:pt x="1098335" y="16554"/>
                </a:cubicBezTo>
                <a:cubicBezTo>
                  <a:pt x="1097296" y="15582"/>
                  <a:pt x="1095710" y="15096"/>
                  <a:pt x="1093577" y="15096"/>
                </a:cubicBezTo>
                <a:cubicBezTo>
                  <a:pt x="1092027" y="15096"/>
                  <a:pt x="1090500" y="15271"/>
                  <a:pt x="1088996" y="15623"/>
                </a:cubicBezTo>
                <a:cubicBezTo>
                  <a:pt x="1087492" y="15974"/>
                  <a:pt x="1085938" y="16473"/>
                  <a:pt x="1084334" y="17119"/>
                </a:cubicBezTo>
                <a:lnTo>
                  <a:pt x="1084334" y="12826"/>
                </a:lnTo>
                <a:cubicBezTo>
                  <a:pt x="1084935" y="12604"/>
                  <a:pt x="1085605" y="12386"/>
                  <a:pt x="1086344" y="12173"/>
                </a:cubicBezTo>
                <a:cubicBezTo>
                  <a:pt x="1087082" y="11960"/>
                  <a:pt x="1087861" y="11770"/>
                  <a:pt x="1088682" y="11604"/>
                </a:cubicBezTo>
                <a:cubicBezTo>
                  <a:pt x="1089502" y="11437"/>
                  <a:pt x="1090359" y="11303"/>
                  <a:pt x="1091252" y="11201"/>
                </a:cubicBezTo>
                <a:cubicBezTo>
                  <a:pt x="1092146" y="11099"/>
                  <a:pt x="1093048" y="11048"/>
                  <a:pt x="1093960" y="11048"/>
                </a:cubicBezTo>
                <a:cubicBezTo>
                  <a:pt x="1095619" y="11048"/>
                  <a:pt x="1097114" y="11231"/>
                  <a:pt x="1098445" y="11595"/>
                </a:cubicBezTo>
                <a:cubicBezTo>
                  <a:pt x="1099776" y="11960"/>
                  <a:pt x="1100901" y="12516"/>
                  <a:pt x="1101822" y="13263"/>
                </a:cubicBezTo>
                <a:cubicBezTo>
                  <a:pt x="1102743" y="14011"/>
                  <a:pt x="1103449" y="14950"/>
                  <a:pt x="1103942" y="16080"/>
                </a:cubicBezTo>
                <a:cubicBezTo>
                  <a:pt x="1104434" y="17211"/>
                  <a:pt x="1104680" y="18541"/>
                  <a:pt x="1104680" y="20073"/>
                </a:cubicBezTo>
                <a:lnTo>
                  <a:pt x="1104680" y="38997"/>
                </a:lnTo>
                <a:lnTo>
                  <a:pt x="1100414" y="38997"/>
                </a:lnTo>
                <a:moveTo>
                  <a:pt x="1099894" y="26472"/>
                </a:moveTo>
                <a:lnTo>
                  <a:pt x="1093850" y="26472"/>
                </a:lnTo>
                <a:cubicBezTo>
                  <a:pt x="1092665" y="26472"/>
                  <a:pt x="1091644" y="26591"/>
                  <a:pt x="1090788" y="26829"/>
                </a:cubicBezTo>
                <a:cubicBezTo>
                  <a:pt x="1089931" y="27067"/>
                  <a:pt x="1089229" y="27405"/>
                  <a:pt x="1088682" y="27844"/>
                </a:cubicBezTo>
                <a:cubicBezTo>
                  <a:pt x="1088135" y="28282"/>
                  <a:pt x="1087729" y="28808"/>
                  <a:pt x="1087465" y="29421"/>
                </a:cubicBezTo>
                <a:cubicBezTo>
                  <a:pt x="1087200" y="30034"/>
                  <a:pt x="1087068" y="30724"/>
                  <a:pt x="1087068" y="31492"/>
                </a:cubicBezTo>
                <a:cubicBezTo>
                  <a:pt x="1087068" y="32022"/>
                  <a:pt x="1087150" y="32530"/>
                  <a:pt x="1087314" y="33015"/>
                </a:cubicBezTo>
                <a:cubicBezTo>
                  <a:pt x="1087479" y="33499"/>
                  <a:pt x="1087743" y="33929"/>
                  <a:pt x="1088107" y="34304"/>
                </a:cubicBezTo>
                <a:cubicBezTo>
                  <a:pt x="1088472" y="34679"/>
                  <a:pt x="1088946" y="34976"/>
                  <a:pt x="1089530" y="35195"/>
                </a:cubicBezTo>
                <a:cubicBezTo>
                  <a:pt x="1090113" y="35414"/>
                  <a:pt x="1090824" y="35524"/>
                  <a:pt x="1091663" y="35524"/>
                </a:cubicBezTo>
                <a:cubicBezTo>
                  <a:pt x="1092757" y="35524"/>
                  <a:pt x="1094010" y="35190"/>
                  <a:pt x="1095423" y="34523"/>
                </a:cubicBezTo>
                <a:cubicBezTo>
                  <a:pt x="1096836" y="33856"/>
                  <a:pt x="1098326" y="32799"/>
                  <a:pt x="1099894" y="31354"/>
                </a:cubicBezTo>
                <a:lnTo>
                  <a:pt x="1099894" y="26472"/>
                </a:lnTo>
                <a:close/>
                <a:moveTo>
                  <a:pt x="1114980" y="11541"/>
                </a:moveTo>
                <a:lnTo>
                  <a:pt x="1119328" y="11541"/>
                </a:lnTo>
                <a:lnTo>
                  <a:pt x="1119465" y="16587"/>
                </a:lnTo>
                <a:cubicBezTo>
                  <a:pt x="1121087" y="14641"/>
                  <a:pt x="1122687" y="13231"/>
                  <a:pt x="1124264" y="12358"/>
                </a:cubicBezTo>
                <a:cubicBezTo>
                  <a:pt x="1125841" y="11485"/>
                  <a:pt x="1127432" y="11048"/>
                  <a:pt x="1129036" y="11048"/>
                </a:cubicBezTo>
                <a:cubicBezTo>
                  <a:pt x="1131880" y="11048"/>
                  <a:pt x="1134036" y="11967"/>
                  <a:pt x="1135504" y="13804"/>
                </a:cubicBezTo>
                <a:cubicBezTo>
                  <a:pt x="1136972" y="15640"/>
                  <a:pt x="1137651" y="18368"/>
                  <a:pt x="1137541" y="21987"/>
                </a:cubicBezTo>
                <a:lnTo>
                  <a:pt x="1132728" y="21987"/>
                </a:lnTo>
                <a:cubicBezTo>
                  <a:pt x="1132783" y="19590"/>
                  <a:pt x="1132432" y="17852"/>
                  <a:pt x="1131675" y="16772"/>
                </a:cubicBezTo>
                <a:cubicBezTo>
                  <a:pt x="1130919" y="15691"/>
                  <a:pt x="1129811" y="15150"/>
                  <a:pt x="1128353" y="15150"/>
                </a:cubicBezTo>
                <a:cubicBezTo>
                  <a:pt x="1127715" y="15150"/>
                  <a:pt x="1127072" y="15264"/>
                  <a:pt x="1126425" y="15491"/>
                </a:cubicBezTo>
                <a:cubicBezTo>
                  <a:pt x="1125777" y="15718"/>
                  <a:pt x="1125112" y="16081"/>
                  <a:pt x="1124428" y="16580"/>
                </a:cubicBezTo>
                <a:cubicBezTo>
                  <a:pt x="1123745" y="17079"/>
                  <a:pt x="1123020" y="17719"/>
                  <a:pt x="1122254" y="18500"/>
                </a:cubicBezTo>
                <a:cubicBezTo>
                  <a:pt x="1121489" y="19281"/>
                  <a:pt x="1120668" y="20225"/>
                  <a:pt x="1119793" y="21333"/>
                </a:cubicBezTo>
                <a:lnTo>
                  <a:pt x="1119793" y="38997"/>
                </a:lnTo>
                <a:lnTo>
                  <a:pt x="1114980" y="38997"/>
                </a:lnTo>
                <a:lnTo>
                  <a:pt x="1114980" y="11541"/>
                </a:lnTo>
                <a:close/>
                <a:moveTo>
                  <a:pt x="1154296" y="15479"/>
                </a:moveTo>
                <a:lnTo>
                  <a:pt x="1146174" y="15479"/>
                </a:lnTo>
                <a:lnTo>
                  <a:pt x="1146174" y="11541"/>
                </a:lnTo>
                <a:lnTo>
                  <a:pt x="1159109" y="11541"/>
                </a:lnTo>
                <a:lnTo>
                  <a:pt x="1159109" y="35032"/>
                </a:lnTo>
                <a:lnTo>
                  <a:pt x="1167286" y="35032"/>
                </a:lnTo>
                <a:lnTo>
                  <a:pt x="1167286" y="38997"/>
                </a:lnTo>
                <a:lnTo>
                  <a:pt x="1145272" y="38997"/>
                </a:lnTo>
                <a:lnTo>
                  <a:pt x="1145272" y="35032"/>
                </a:lnTo>
                <a:lnTo>
                  <a:pt x="1154296" y="35032"/>
                </a:lnTo>
                <a:lnTo>
                  <a:pt x="1154296" y="15479"/>
                </a:lnTo>
                <a:moveTo>
                  <a:pt x="1155964" y="0"/>
                </a:moveTo>
                <a:cubicBezTo>
                  <a:pt x="1156493" y="0"/>
                  <a:pt x="1156985" y="96"/>
                  <a:pt x="1157441" y="287"/>
                </a:cubicBezTo>
                <a:cubicBezTo>
                  <a:pt x="1157897" y="479"/>
                  <a:pt x="1158293" y="747"/>
                  <a:pt x="1158631" y="1094"/>
                </a:cubicBezTo>
                <a:cubicBezTo>
                  <a:pt x="1158968" y="1440"/>
                  <a:pt x="1159232" y="1837"/>
                  <a:pt x="1159424" y="2283"/>
                </a:cubicBezTo>
                <a:cubicBezTo>
                  <a:pt x="1159615" y="2730"/>
                  <a:pt x="1159711" y="3218"/>
                  <a:pt x="1159711" y="3747"/>
                </a:cubicBezTo>
                <a:cubicBezTo>
                  <a:pt x="1159711" y="4257"/>
                  <a:pt x="1159615" y="4740"/>
                  <a:pt x="1159424" y="5196"/>
                </a:cubicBezTo>
                <a:cubicBezTo>
                  <a:pt x="1159232" y="5652"/>
                  <a:pt x="1158968" y="6053"/>
                  <a:pt x="1158631" y="6399"/>
                </a:cubicBezTo>
                <a:cubicBezTo>
                  <a:pt x="1158293" y="6746"/>
                  <a:pt x="1157897" y="7015"/>
                  <a:pt x="1157441" y="7206"/>
                </a:cubicBezTo>
                <a:cubicBezTo>
                  <a:pt x="1156985" y="7397"/>
                  <a:pt x="1156493" y="7493"/>
                  <a:pt x="1155964" y="7493"/>
                </a:cubicBezTo>
                <a:cubicBezTo>
                  <a:pt x="1155436" y="7493"/>
                  <a:pt x="1154943" y="7397"/>
                  <a:pt x="1154488" y="7206"/>
                </a:cubicBezTo>
                <a:cubicBezTo>
                  <a:pt x="1154032" y="7015"/>
                  <a:pt x="1153635" y="6746"/>
                  <a:pt x="1153298" y="6399"/>
                </a:cubicBezTo>
                <a:cubicBezTo>
                  <a:pt x="1152961" y="6053"/>
                  <a:pt x="1152696" y="5652"/>
                  <a:pt x="1152505" y="5196"/>
                </a:cubicBezTo>
                <a:cubicBezTo>
                  <a:pt x="1152313" y="4740"/>
                  <a:pt x="1152218" y="4257"/>
                  <a:pt x="1152218" y="3747"/>
                </a:cubicBezTo>
                <a:cubicBezTo>
                  <a:pt x="1152218" y="3218"/>
                  <a:pt x="1152313" y="2730"/>
                  <a:pt x="1152505" y="2283"/>
                </a:cubicBezTo>
                <a:cubicBezTo>
                  <a:pt x="1152696" y="1837"/>
                  <a:pt x="1152961" y="1440"/>
                  <a:pt x="1153298" y="1094"/>
                </a:cubicBezTo>
                <a:cubicBezTo>
                  <a:pt x="1153635" y="747"/>
                  <a:pt x="1154032" y="479"/>
                  <a:pt x="1154488" y="287"/>
                </a:cubicBezTo>
                <a:cubicBezTo>
                  <a:pt x="1154943" y="96"/>
                  <a:pt x="1155436" y="0"/>
                  <a:pt x="1155964" y="0"/>
                </a:cubicBezTo>
                <a:close/>
                <a:moveTo>
                  <a:pt x="1199929" y="25050"/>
                </a:moveTo>
                <a:cubicBezTo>
                  <a:pt x="1199929" y="27183"/>
                  <a:pt x="1199628" y="29138"/>
                  <a:pt x="1199026" y="30916"/>
                </a:cubicBezTo>
                <a:cubicBezTo>
                  <a:pt x="1198425" y="32694"/>
                  <a:pt x="1197559" y="34216"/>
                  <a:pt x="1196428" y="35483"/>
                </a:cubicBezTo>
                <a:cubicBezTo>
                  <a:pt x="1195298" y="36750"/>
                  <a:pt x="1193922" y="37735"/>
                  <a:pt x="1192299" y="38437"/>
                </a:cubicBezTo>
                <a:cubicBezTo>
                  <a:pt x="1190676" y="39138"/>
                  <a:pt x="1188835" y="39489"/>
                  <a:pt x="1186775" y="39489"/>
                </a:cubicBezTo>
                <a:cubicBezTo>
                  <a:pt x="1184806" y="39489"/>
                  <a:pt x="1183042" y="39184"/>
                  <a:pt x="1181483" y="38573"/>
                </a:cubicBezTo>
                <a:cubicBezTo>
                  <a:pt x="1179924" y="37963"/>
                  <a:pt x="1178602" y="37065"/>
                  <a:pt x="1177518" y="35880"/>
                </a:cubicBezTo>
                <a:cubicBezTo>
                  <a:pt x="1176433" y="34695"/>
                  <a:pt x="1175603" y="33227"/>
                  <a:pt x="1175029" y="31477"/>
                </a:cubicBezTo>
                <a:cubicBezTo>
                  <a:pt x="1174455" y="29726"/>
                  <a:pt x="1174168" y="27712"/>
                  <a:pt x="1174168" y="25433"/>
                </a:cubicBezTo>
                <a:cubicBezTo>
                  <a:pt x="1174168" y="23300"/>
                  <a:pt x="1174468" y="21354"/>
                  <a:pt x="1175070" y="19594"/>
                </a:cubicBezTo>
                <a:cubicBezTo>
                  <a:pt x="1175672" y="17835"/>
                  <a:pt x="1176538" y="16322"/>
                  <a:pt x="1177668" y="15055"/>
                </a:cubicBezTo>
                <a:cubicBezTo>
                  <a:pt x="1178798" y="13788"/>
                  <a:pt x="1180175" y="12803"/>
                  <a:pt x="1181798" y="12101"/>
                </a:cubicBezTo>
                <a:cubicBezTo>
                  <a:pt x="1183420" y="11399"/>
                  <a:pt x="1185262" y="11048"/>
                  <a:pt x="1187322" y="11048"/>
                </a:cubicBezTo>
                <a:cubicBezTo>
                  <a:pt x="1189291" y="11048"/>
                  <a:pt x="1191055" y="11354"/>
                  <a:pt x="1192613" y="11964"/>
                </a:cubicBezTo>
                <a:cubicBezTo>
                  <a:pt x="1194172" y="12575"/>
                  <a:pt x="1195494" y="13469"/>
                  <a:pt x="1196579" y="14644"/>
                </a:cubicBezTo>
                <a:cubicBezTo>
                  <a:pt x="1197664" y="15820"/>
                  <a:pt x="1198493" y="17283"/>
                  <a:pt x="1199067" y="19034"/>
                </a:cubicBezTo>
                <a:cubicBezTo>
                  <a:pt x="1199642" y="20784"/>
                  <a:pt x="1199929" y="22789"/>
                  <a:pt x="1199929" y="25050"/>
                </a:cubicBezTo>
                <a:moveTo>
                  <a:pt x="1195061" y="25269"/>
                </a:moveTo>
                <a:cubicBezTo>
                  <a:pt x="1195061" y="23573"/>
                  <a:pt x="1194874" y="22092"/>
                  <a:pt x="1194500" y="20825"/>
                </a:cubicBezTo>
                <a:cubicBezTo>
                  <a:pt x="1194127" y="19558"/>
                  <a:pt x="1193593" y="18500"/>
                  <a:pt x="1192901" y="17653"/>
                </a:cubicBezTo>
                <a:cubicBezTo>
                  <a:pt x="1192208" y="16805"/>
                  <a:pt x="1191365" y="16167"/>
                  <a:pt x="1190371" y="15738"/>
                </a:cubicBezTo>
                <a:cubicBezTo>
                  <a:pt x="1189377" y="15310"/>
                  <a:pt x="1188270" y="15096"/>
                  <a:pt x="1187048" y="15096"/>
                </a:cubicBezTo>
                <a:cubicBezTo>
                  <a:pt x="1185626" y="15096"/>
                  <a:pt x="1184409" y="15374"/>
                  <a:pt x="1183397" y="15930"/>
                </a:cubicBezTo>
                <a:cubicBezTo>
                  <a:pt x="1182386" y="16486"/>
                  <a:pt x="1181556" y="17229"/>
                  <a:pt x="1180909" y="18159"/>
                </a:cubicBezTo>
                <a:cubicBezTo>
                  <a:pt x="1180262" y="19088"/>
                  <a:pt x="1179788" y="20169"/>
                  <a:pt x="1179487" y="21399"/>
                </a:cubicBezTo>
                <a:cubicBezTo>
                  <a:pt x="1179186" y="22630"/>
                  <a:pt x="1179035" y="23920"/>
                  <a:pt x="1179035" y="25269"/>
                </a:cubicBezTo>
                <a:cubicBezTo>
                  <a:pt x="1179035" y="26964"/>
                  <a:pt x="1179222" y="28450"/>
                  <a:pt x="1179596" y="29726"/>
                </a:cubicBezTo>
                <a:cubicBezTo>
                  <a:pt x="1179970" y="31003"/>
                  <a:pt x="1180503" y="32065"/>
                  <a:pt x="1181196" y="32912"/>
                </a:cubicBezTo>
                <a:cubicBezTo>
                  <a:pt x="1181889" y="33760"/>
                  <a:pt x="1182727" y="34398"/>
                  <a:pt x="1183712" y="34827"/>
                </a:cubicBezTo>
                <a:cubicBezTo>
                  <a:pt x="1184696" y="35255"/>
                  <a:pt x="1185808" y="35469"/>
                  <a:pt x="1187048" y="35469"/>
                </a:cubicBezTo>
                <a:cubicBezTo>
                  <a:pt x="1188470" y="35469"/>
                  <a:pt x="1189687" y="35191"/>
                  <a:pt x="1190699" y="34635"/>
                </a:cubicBezTo>
                <a:cubicBezTo>
                  <a:pt x="1191711" y="34079"/>
                  <a:pt x="1192540" y="33336"/>
                  <a:pt x="1193188" y="32406"/>
                </a:cubicBezTo>
                <a:cubicBezTo>
                  <a:pt x="1193835" y="31477"/>
                  <a:pt x="1194309" y="30396"/>
                  <a:pt x="1194610" y="29166"/>
                </a:cubicBezTo>
                <a:cubicBezTo>
                  <a:pt x="1194911" y="27935"/>
                  <a:pt x="1195061" y="26636"/>
                  <a:pt x="1195061" y="25269"/>
                </a:cubicBezTo>
                <a:close/>
                <a:moveTo>
                  <a:pt x="1219227" y="30383"/>
                </a:moveTo>
                <a:cubicBezTo>
                  <a:pt x="1219847" y="30383"/>
                  <a:pt x="1220434" y="30501"/>
                  <a:pt x="1220991" y="30738"/>
                </a:cubicBezTo>
                <a:cubicBezTo>
                  <a:pt x="1221547" y="30975"/>
                  <a:pt x="1222030" y="31303"/>
                  <a:pt x="1222440" y="31723"/>
                </a:cubicBezTo>
                <a:cubicBezTo>
                  <a:pt x="1222850" y="32142"/>
                  <a:pt x="1223174" y="32630"/>
                  <a:pt x="1223411" y="33186"/>
                </a:cubicBezTo>
                <a:cubicBezTo>
                  <a:pt x="1223648" y="33742"/>
                  <a:pt x="1223766" y="34339"/>
                  <a:pt x="1223766" y="34977"/>
                </a:cubicBezTo>
                <a:cubicBezTo>
                  <a:pt x="1223766" y="35597"/>
                  <a:pt x="1223648" y="36180"/>
                  <a:pt x="1223411" y="36727"/>
                </a:cubicBezTo>
                <a:cubicBezTo>
                  <a:pt x="1223174" y="37274"/>
                  <a:pt x="1222850" y="37753"/>
                  <a:pt x="1222440" y="38163"/>
                </a:cubicBezTo>
                <a:cubicBezTo>
                  <a:pt x="1222030" y="38573"/>
                  <a:pt x="1221547" y="38897"/>
                  <a:pt x="1220991" y="39134"/>
                </a:cubicBezTo>
                <a:cubicBezTo>
                  <a:pt x="1220434" y="39371"/>
                  <a:pt x="1219847" y="39489"/>
                  <a:pt x="1219227" y="39489"/>
                </a:cubicBezTo>
                <a:cubicBezTo>
                  <a:pt x="1218589" y="39489"/>
                  <a:pt x="1217996" y="39371"/>
                  <a:pt x="1217449" y="39134"/>
                </a:cubicBezTo>
                <a:cubicBezTo>
                  <a:pt x="1216902" y="38897"/>
                  <a:pt x="1216424" y="38573"/>
                  <a:pt x="1216013" y="38163"/>
                </a:cubicBezTo>
                <a:cubicBezTo>
                  <a:pt x="1215603" y="37753"/>
                  <a:pt x="1215280" y="37274"/>
                  <a:pt x="1215043" y="36727"/>
                </a:cubicBezTo>
                <a:cubicBezTo>
                  <a:pt x="1214806" y="36180"/>
                  <a:pt x="1214687" y="35597"/>
                  <a:pt x="1214687" y="34977"/>
                </a:cubicBezTo>
                <a:cubicBezTo>
                  <a:pt x="1214687" y="34339"/>
                  <a:pt x="1214806" y="33742"/>
                  <a:pt x="1215043" y="33186"/>
                </a:cubicBezTo>
                <a:cubicBezTo>
                  <a:pt x="1215280" y="32630"/>
                  <a:pt x="1215603" y="32142"/>
                  <a:pt x="1216013" y="31723"/>
                </a:cubicBezTo>
                <a:cubicBezTo>
                  <a:pt x="1216424" y="31303"/>
                  <a:pt x="1216902" y="30975"/>
                  <a:pt x="1217449" y="30738"/>
                </a:cubicBezTo>
                <a:cubicBezTo>
                  <a:pt x="1217996" y="30501"/>
                  <a:pt x="1218589" y="30383"/>
                  <a:pt x="1219227" y="303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AA24A-91C2-46D6-B732-CD6D89DE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053" y="9376706"/>
            <a:ext cx="239154" cy="239240"/>
          </a:xfrm>
          <a:custGeom xmlns:a="http://schemas.openxmlformats.org/drawingml/2006/main">
            <a:pathLst>
              <a:path w="239154" h="239240">
                <a:moveTo>
                  <a:pt x="119534" y="86"/>
                </a:moveTo>
                <a:cubicBezTo>
                  <a:pt x="152550" y="86"/>
                  <a:pt x="182455" y="13483"/>
                  <a:pt x="204063" y="35091"/>
                </a:cubicBezTo>
                <a:cubicBezTo>
                  <a:pt x="226535" y="57476"/>
                  <a:pt x="239154" y="87900"/>
                  <a:pt x="239154" y="119620"/>
                </a:cubicBezTo>
                <a:cubicBezTo>
                  <a:pt x="239154" y="152637"/>
                  <a:pt x="225757" y="182542"/>
                  <a:pt x="204063" y="204150"/>
                </a:cubicBezTo>
                <a:cubicBezTo>
                  <a:pt x="181678" y="226622"/>
                  <a:pt x="151254" y="239240"/>
                  <a:pt x="119534" y="239154"/>
                </a:cubicBezTo>
                <a:cubicBezTo>
                  <a:pt x="87814" y="239240"/>
                  <a:pt x="57476" y="226622"/>
                  <a:pt x="35004" y="204150"/>
                </a:cubicBezTo>
                <a:cubicBezTo>
                  <a:pt x="12619" y="181764"/>
                  <a:pt x="0" y="151340"/>
                  <a:pt x="0" y="119620"/>
                </a:cubicBezTo>
                <a:cubicBezTo>
                  <a:pt x="0" y="86604"/>
                  <a:pt x="13397" y="56699"/>
                  <a:pt x="35004" y="35091"/>
                </a:cubicBezTo>
                <a:cubicBezTo>
                  <a:pt x="57476" y="12619"/>
                  <a:pt x="87814" y="0"/>
                  <a:pt x="119534" y="86"/>
                </a:cubicBez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3297D5-6B25-441C-89AE-9067D16B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440" y="9585902"/>
            <a:ext cx="199527" cy="10276"/>
          </a:xfrm>
          <a:custGeom xmlns:a="http://schemas.openxmlformats.org/drawingml/2006/main">
            <a:pathLst>
              <a:path w="199527" h="10276">
                <a:moveTo>
                  <a:pt x="42362" y="2057"/>
                </a:moveTo>
                <a:cubicBezTo>
                  <a:pt x="42362" y="2057"/>
                  <a:pt x="75108" y="421"/>
                  <a:pt x="96869" y="222"/>
                </a:cubicBezTo>
                <a:cubicBezTo>
                  <a:pt x="121050" y="0"/>
                  <a:pt x="159570" y="2057"/>
                  <a:pt x="159570" y="2057"/>
                </a:cubicBezTo>
                <a:lnTo>
                  <a:pt x="199527" y="6576"/>
                </a:lnTo>
                <a:cubicBezTo>
                  <a:pt x="199527" y="6576"/>
                  <a:pt x="137098" y="10276"/>
                  <a:pt x="96869" y="10248"/>
                </a:cubicBezTo>
                <a:cubicBezTo>
                  <a:pt x="57414" y="10220"/>
                  <a:pt x="0" y="6576"/>
                  <a:pt x="0" y="6576"/>
                </a:cubicBezTo>
                <a:lnTo>
                  <a:pt x="42362" y="205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91CDE9-C99F-45FA-9D01-B8AB7F68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97" y="9395217"/>
            <a:ext cx="197067" cy="195268"/>
          </a:xfrm>
          <a:custGeom xmlns:a="http://schemas.openxmlformats.org/drawingml/2006/main">
            <a:pathLst>
              <a:path w="197067" h="195268">
                <a:moveTo>
                  <a:pt x="180038" y="84407"/>
                </a:moveTo>
                <a:lnTo>
                  <a:pt x="180180" y="80741"/>
                </a:lnTo>
                <a:lnTo>
                  <a:pt x="180272" y="77181"/>
                </a:lnTo>
                <a:lnTo>
                  <a:pt x="180316" y="73726"/>
                </a:lnTo>
                <a:lnTo>
                  <a:pt x="180313" y="70376"/>
                </a:lnTo>
                <a:lnTo>
                  <a:pt x="180265" y="67128"/>
                </a:lnTo>
                <a:lnTo>
                  <a:pt x="180174" y="63981"/>
                </a:lnTo>
                <a:lnTo>
                  <a:pt x="180041" y="60935"/>
                </a:lnTo>
                <a:lnTo>
                  <a:pt x="179869" y="57987"/>
                </a:lnTo>
                <a:lnTo>
                  <a:pt x="179658" y="55137"/>
                </a:lnTo>
                <a:lnTo>
                  <a:pt x="179412" y="52382"/>
                </a:lnTo>
                <a:lnTo>
                  <a:pt x="179130" y="49722"/>
                </a:lnTo>
                <a:lnTo>
                  <a:pt x="178816" y="47156"/>
                </a:lnTo>
                <a:lnTo>
                  <a:pt x="178471" y="44681"/>
                </a:lnTo>
                <a:lnTo>
                  <a:pt x="178096" y="42297"/>
                </a:lnTo>
                <a:lnTo>
                  <a:pt x="177694" y="40003"/>
                </a:lnTo>
                <a:lnTo>
                  <a:pt x="177265" y="37796"/>
                </a:lnTo>
                <a:lnTo>
                  <a:pt x="176813" y="35676"/>
                </a:lnTo>
                <a:lnTo>
                  <a:pt x="176337" y="33641"/>
                </a:lnTo>
                <a:lnTo>
                  <a:pt x="175841" y="31690"/>
                </a:lnTo>
                <a:lnTo>
                  <a:pt x="175326" y="29822"/>
                </a:lnTo>
                <a:lnTo>
                  <a:pt x="174794" y="28035"/>
                </a:lnTo>
                <a:lnTo>
                  <a:pt x="174245" y="26328"/>
                </a:lnTo>
                <a:lnTo>
                  <a:pt x="173683" y="24699"/>
                </a:lnTo>
                <a:lnTo>
                  <a:pt x="173396" y="23909"/>
                </a:lnTo>
                <a:lnTo>
                  <a:pt x="173105" y="23137"/>
                </a:lnTo>
                <a:lnTo>
                  <a:pt x="172812" y="22384"/>
                </a:lnTo>
                <a:lnTo>
                  <a:pt x="172515" y="21650"/>
                </a:lnTo>
                <a:lnTo>
                  <a:pt x="172217" y="20934"/>
                </a:lnTo>
                <a:lnTo>
                  <a:pt x="171916" y="20237"/>
                </a:lnTo>
                <a:lnTo>
                  <a:pt x="171613" y="19558"/>
                </a:lnTo>
                <a:lnTo>
                  <a:pt x="171308" y="18896"/>
                </a:lnTo>
                <a:lnTo>
                  <a:pt x="171002" y="18253"/>
                </a:lnTo>
                <a:lnTo>
                  <a:pt x="170694" y="17627"/>
                </a:lnTo>
                <a:lnTo>
                  <a:pt x="170385" y="17018"/>
                </a:lnTo>
                <a:lnTo>
                  <a:pt x="170076" y="16427"/>
                </a:lnTo>
                <a:lnTo>
                  <a:pt x="169765" y="15854"/>
                </a:lnTo>
                <a:lnTo>
                  <a:pt x="169454" y="15297"/>
                </a:lnTo>
                <a:lnTo>
                  <a:pt x="169142" y="14757"/>
                </a:lnTo>
                <a:lnTo>
                  <a:pt x="168830" y="14235"/>
                </a:lnTo>
                <a:lnTo>
                  <a:pt x="168519" y="13728"/>
                </a:lnTo>
                <a:lnTo>
                  <a:pt x="168207" y="13239"/>
                </a:lnTo>
                <a:lnTo>
                  <a:pt x="167896" y="12766"/>
                </a:lnTo>
                <a:lnTo>
                  <a:pt x="167586" y="12309"/>
                </a:lnTo>
                <a:lnTo>
                  <a:pt x="167277" y="11868"/>
                </a:lnTo>
                <a:lnTo>
                  <a:pt x="166968" y="11443"/>
                </a:lnTo>
                <a:lnTo>
                  <a:pt x="166661" y="11034"/>
                </a:lnTo>
                <a:lnTo>
                  <a:pt x="166356" y="10640"/>
                </a:lnTo>
                <a:lnTo>
                  <a:pt x="166205" y="10450"/>
                </a:lnTo>
                <a:lnTo>
                  <a:pt x="166054" y="10264"/>
                </a:lnTo>
                <a:lnTo>
                  <a:pt x="165903" y="10080"/>
                </a:lnTo>
                <a:lnTo>
                  <a:pt x="165752" y="9901"/>
                </a:lnTo>
                <a:lnTo>
                  <a:pt x="165602" y="9724"/>
                </a:lnTo>
                <a:lnTo>
                  <a:pt x="165452" y="9551"/>
                </a:lnTo>
                <a:lnTo>
                  <a:pt x="165302" y="9381"/>
                </a:lnTo>
                <a:lnTo>
                  <a:pt x="165152" y="9215"/>
                </a:lnTo>
                <a:lnTo>
                  <a:pt x="165003" y="9052"/>
                </a:lnTo>
                <a:lnTo>
                  <a:pt x="164854" y="8893"/>
                </a:lnTo>
                <a:lnTo>
                  <a:pt x="164705" y="8737"/>
                </a:lnTo>
                <a:lnTo>
                  <a:pt x="164557" y="8584"/>
                </a:lnTo>
                <a:lnTo>
                  <a:pt x="164410" y="8435"/>
                </a:lnTo>
                <a:lnTo>
                  <a:pt x="164262" y="8289"/>
                </a:lnTo>
                <a:lnTo>
                  <a:pt x="164116" y="8147"/>
                </a:lnTo>
                <a:lnTo>
                  <a:pt x="163970" y="8008"/>
                </a:lnTo>
                <a:lnTo>
                  <a:pt x="163824" y="7872"/>
                </a:lnTo>
                <a:lnTo>
                  <a:pt x="163679" y="7740"/>
                </a:lnTo>
                <a:lnTo>
                  <a:pt x="163535" y="7612"/>
                </a:lnTo>
                <a:lnTo>
                  <a:pt x="163391" y="7486"/>
                </a:lnTo>
                <a:lnTo>
                  <a:pt x="163248" y="7365"/>
                </a:lnTo>
                <a:lnTo>
                  <a:pt x="163106" y="7247"/>
                </a:lnTo>
                <a:lnTo>
                  <a:pt x="162965" y="7132"/>
                </a:lnTo>
                <a:lnTo>
                  <a:pt x="162824" y="7021"/>
                </a:lnTo>
                <a:lnTo>
                  <a:pt x="162690" y="6917"/>
                </a:lnTo>
                <a:lnTo>
                  <a:pt x="162554" y="6815"/>
                </a:lnTo>
                <a:lnTo>
                  <a:pt x="162417" y="6715"/>
                </a:lnTo>
                <a:lnTo>
                  <a:pt x="162278" y="6617"/>
                </a:lnTo>
                <a:lnTo>
                  <a:pt x="162138" y="6520"/>
                </a:lnTo>
                <a:lnTo>
                  <a:pt x="161997" y="6426"/>
                </a:lnTo>
                <a:lnTo>
                  <a:pt x="161855" y="6334"/>
                </a:lnTo>
                <a:lnTo>
                  <a:pt x="161712" y="6244"/>
                </a:lnTo>
                <a:lnTo>
                  <a:pt x="161567" y="6157"/>
                </a:lnTo>
                <a:lnTo>
                  <a:pt x="161422" y="6072"/>
                </a:lnTo>
                <a:lnTo>
                  <a:pt x="161276" y="5991"/>
                </a:lnTo>
                <a:lnTo>
                  <a:pt x="161128" y="5912"/>
                </a:lnTo>
                <a:lnTo>
                  <a:pt x="160980" y="5836"/>
                </a:lnTo>
                <a:lnTo>
                  <a:pt x="160831" y="5764"/>
                </a:lnTo>
                <a:lnTo>
                  <a:pt x="160680" y="5695"/>
                </a:lnTo>
                <a:lnTo>
                  <a:pt x="160530" y="5629"/>
                </a:lnTo>
                <a:lnTo>
                  <a:pt x="160378" y="5567"/>
                </a:lnTo>
                <a:lnTo>
                  <a:pt x="160226" y="5509"/>
                </a:lnTo>
                <a:lnTo>
                  <a:pt x="160073" y="5455"/>
                </a:lnTo>
                <a:lnTo>
                  <a:pt x="159920" y="5406"/>
                </a:lnTo>
                <a:lnTo>
                  <a:pt x="159766" y="5360"/>
                </a:lnTo>
                <a:lnTo>
                  <a:pt x="159611" y="5319"/>
                </a:lnTo>
                <a:lnTo>
                  <a:pt x="159456" y="5282"/>
                </a:lnTo>
                <a:lnTo>
                  <a:pt x="159301" y="5250"/>
                </a:lnTo>
                <a:lnTo>
                  <a:pt x="159187" y="5230"/>
                </a:lnTo>
                <a:lnTo>
                  <a:pt x="159073" y="5213"/>
                </a:lnTo>
                <a:lnTo>
                  <a:pt x="158959" y="5199"/>
                </a:lnTo>
                <a:lnTo>
                  <a:pt x="158846" y="5189"/>
                </a:lnTo>
                <a:lnTo>
                  <a:pt x="158734" y="5181"/>
                </a:lnTo>
                <a:lnTo>
                  <a:pt x="158622" y="5175"/>
                </a:lnTo>
                <a:lnTo>
                  <a:pt x="158511" y="5173"/>
                </a:lnTo>
                <a:lnTo>
                  <a:pt x="158400" y="5172"/>
                </a:lnTo>
                <a:lnTo>
                  <a:pt x="158291" y="5174"/>
                </a:lnTo>
                <a:lnTo>
                  <a:pt x="158183" y="5178"/>
                </a:lnTo>
                <a:lnTo>
                  <a:pt x="158076" y="5184"/>
                </a:lnTo>
                <a:lnTo>
                  <a:pt x="157971" y="5192"/>
                </a:lnTo>
                <a:lnTo>
                  <a:pt x="157867" y="5201"/>
                </a:lnTo>
                <a:lnTo>
                  <a:pt x="157765" y="5212"/>
                </a:lnTo>
                <a:lnTo>
                  <a:pt x="157664" y="5224"/>
                </a:lnTo>
                <a:lnTo>
                  <a:pt x="157566" y="5237"/>
                </a:lnTo>
                <a:lnTo>
                  <a:pt x="157470" y="5251"/>
                </a:lnTo>
                <a:lnTo>
                  <a:pt x="157376" y="5266"/>
                </a:lnTo>
                <a:lnTo>
                  <a:pt x="157284" y="5282"/>
                </a:lnTo>
                <a:lnTo>
                  <a:pt x="157194" y="5298"/>
                </a:lnTo>
                <a:lnTo>
                  <a:pt x="157108" y="5314"/>
                </a:lnTo>
                <a:lnTo>
                  <a:pt x="157024" y="5331"/>
                </a:lnTo>
                <a:lnTo>
                  <a:pt x="156942" y="5347"/>
                </a:lnTo>
                <a:lnTo>
                  <a:pt x="156864" y="5364"/>
                </a:lnTo>
                <a:lnTo>
                  <a:pt x="156776" y="5384"/>
                </a:lnTo>
                <a:lnTo>
                  <a:pt x="156687" y="5405"/>
                </a:lnTo>
                <a:lnTo>
                  <a:pt x="156598" y="5427"/>
                </a:lnTo>
                <a:lnTo>
                  <a:pt x="156508" y="5450"/>
                </a:lnTo>
                <a:lnTo>
                  <a:pt x="156417" y="5474"/>
                </a:lnTo>
                <a:lnTo>
                  <a:pt x="156326" y="5498"/>
                </a:lnTo>
                <a:lnTo>
                  <a:pt x="156234" y="5523"/>
                </a:lnTo>
                <a:lnTo>
                  <a:pt x="156142" y="5549"/>
                </a:lnTo>
                <a:lnTo>
                  <a:pt x="156049" y="5576"/>
                </a:lnTo>
                <a:lnTo>
                  <a:pt x="155955" y="5604"/>
                </a:lnTo>
                <a:lnTo>
                  <a:pt x="155861" y="5632"/>
                </a:lnTo>
                <a:lnTo>
                  <a:pt x="155766" y="5661"/>
                </a:lnTo>
                <a:lnTo>
                  <a:pt x="155671" y="5691"/>
                </a:lnTo>
                <a:lnTo>
                  <a:pt x="155576" y="5721"/>
                </a:lnTo>
                <a:lnTo>
                  <a:pt x="155480" y="5752"/>
                </a:lnTo>
                <a:lnTo>
                  <a:pt x="155384" y="5783"/>
                </a:lnTo>
                <a:lnTo>
                  <a:pt x="155287" y="5816"/>
                </a:lnTo>
                <a:lnTo>
                  <a:pt x="155190" y="5848"/>
                </a:lnTo>
                <a:lnTo>
                  <a:pt x="155093" y="5882"/>
                </a:lnTo>
                <a:lnTo>
                  <a:pt x="154996" y="5916"/>
                </a:lnTo>
                <a:lnTo>
                  <a:pt x="154898" y="5950"/>
                </a:lnTo>
                <a:lnTo>
                  <a:pt x="154800" y="5985"/>
                </a:lnTo>
                <a:lnTo>
                  <a:pt x="154701" y="6021"/>
                </a:lnTo>
                <a:lnTo>
                  <a:pt x="154603" y="6056"/>
                </a:lnTo>
                <a:lnTo>
                  <a:pt x="154402" y="6131"/>
                </a:lnTo>
                <a:lnTo>
                  <a:pt x="154197" y="6209"/>
                </a:lnTo>
                <a:lnTo>
                  <a:pt x="153989" y="6290"/>
                </a:lnTo>
                <a:lnTo>
                  <a:pt x="153778" y="6374"/>
                </a:lnTo>
                <a:lnTo>
                  <a:pt x="153564" y="6460"/>
                </a:lnTo>
                <a:lnTo>
                  <a:pt x="153346" y="6550"/>
                </a:lnTo>
                <a:lnTo>
                  <a:pt x="153125" y="6642"/>
                </a:lnTo>
                <a:lnTo>
                  <a:pt x="152901" y="6737"/>
                </a:lnTo>
                <a:lnTo>
                  <a:pt x="152674" y="6834"/>
                </a:lnTo>
                <a:lnTo>
                  <a:pt x="152444" y="6935"/>
                </a:lnTo>
                <a:lnTo>
                  <a:pt x="152212" y="7038"/>
                </a:lnTo>
                <a:lnTo>
                  <a:pt x="151976" y="7143"/>
                </a:lnTo>
                <a:lnTo>
                  <a:pt x="151737" y="7251"/>
                </a:lnTo>
                <a:lnTo>
                  <a:pt x="151496" y="7362"/>
                </a:lnTo>
                <a:lnTo>
                  <a:pt x="151252" y="7475"/>
                </a:lnTo>
                <a:lnTo>
                  <a:pt x="151005" y="7591"/>
                </a:lnTo>
                <a:lnTo>
                  <a:pt x="150756" y="7709"/>
                </a:lnTo>
                <a:lnTo>
                  <a:pt x="150504" y="7829"/>
                </a:lnTo>
                <a:lnTo>
                  <a:pt x="150249" y="7951"/>
                </a:lnTo>
                <a:lnTo>
                  <a:pt x="149992" y="8076"/>
                </a:lnTo>
                <a:lnTo>
                  <a:pt x="149733" y="8204"/>
                </a:lnTo>
                <a:lnTo>
                  <a:pt x="149471" y="8333"/>
                </a:lnTo>
                <a:lnTo>
                  <a:pt x="149207" y="8464"/>
                </a:lnTo>
                <a:lnTo>
                  <a:pt x="148941" y="8598"/>
                </a:lnTo>
                <a:lnTo>
                  <a:pt x="148402" y="8871"/>
                </a:lnTo>
                <a:lnTo>
                  <a:pt x="147853" y="9154"/>
                </a:lnTo>
                <a:lnTo>
                  <a:pt x="147294" y="9445"/>
                </a:lnTo>
                <a:lnTo>
                  <a:pt x="146726" y="9745"/>
                </a:lnTo>
                <a:lnTo>
                  <a:pt x="146149" y="10053"/>
                </a:lnTo>
                <a:lnTo>
                  <a:pt x="145563" y="10370"/>
                </a:lnTo>
                <a:lnTo>
                  <a:pt x="144969" y="10695"/>
                </a:lnTo>
                <a:lnTo>
                  <a:pt x="144367" y="11028"/>
                </a:lnTo>
                <a:lnTo>
                  <a:pt x="143758" y="11368"/>
                </a:lnTo>
                <a:lnTo>
                  <a:pt x="143141" y="11716"/>
                </a:lnTo>
                <a:lnTo>
                  <a:pt x="142519" y="12071"/>
                </a:lnTo>
                <a:lnTo>
                  <a:pt x="141890" y="12433"/>
                </a:lnTo>
                <a:lnTo>
                  <a:pt x="141256" y="12801"/>
                </a:lnTo>
                <a:lnTo>
                  <a:pt x="140616" y="13177"/>
                </a:lnTo>
                <a:lnTo>
                  <a:pt x="139972" y="13558"/>
                </a:lnTo>
                <a:lnTo>
                  <a:pt x="139323" y="13946"/>
                </a:lnTo>
                <a:lnTo>
                  <a:pt x="138670" y="14340"/>
                </a:lnTo>
                <a:lnTo>
                  <a:pt x="138014" y="14739"/>
                </a:lnTo>
                <a:lnTo>
                  <a:pt x="137354" y="15143"/>
                </a:lnTo>
                <a:lnTo>
                  <a:pt x="136692" y="15553"/>
                </a:lnTo>
                <a:lnTo>
                  <a:pt x="136028" y="15968"/>
                </a:lnTo>
                <a:lnTo>
                  <a:pt x="135361" y="16388"/>
                </a:lnTo>
                <a:lnTo>
                  <a:pt x="134693" y="16812"/>
                </a:lnTo>
                <a:lnTo>
                  <a:pt x="134024" y="17240"/>
                </a:lnTo>
                <a:lnTo>
                  <a:pt x="133355" y="17672"/>
                </a:lnTo>
                <a:lnTo>
                  <a:pt x="132686" y="18108"/>
                </a:lnTo>
                <a:lnTo>
                  <a:pt x="132015" y="18548"/>
                </a:lnTo>
                <a:lnTo>
                  <a:pt x="131345" y="18991"/>
                </a:lnTo>
                <a:lnTo>
                  <a:pt x="130676" y="19439"/>
                </a:lnTo>
                <a:lnTo>
                  <a:pt x="130007" y="19889"/>
                </a:lnTo>
                <a:lnTo>
                  <a:pt x="129339" y="20343"/>
                </a:lnTo>
                <a:lnTo>
                  <a:pt x="128674" y="20800"/>
                </a:lnTo>
                <a:lnTo>
                  <a:pt x="128010" y="21259"/>
                </a:lnTo>
                <a:lnTo>
                  <a:pt x="127349" y="21721"/>
                </a:lnTo>
                <a:lnTo>
                  <a:pt x="126691" y="22185"/>
                </a:lnTo>
                <a:lnTo>
                  <a:pt x="126036" y="22651"/>
                </a:lnTo>
                <a:lnTo>
                  <a:pt x="125386" y="23119"/>
                </a:lnTo>
                <a:lnTo>
                  <a:pt x="124739" y="23589"/>
                </a:lnTo>
                <a:lnTo>
                  <a:pt x="124098" y="24059"/>
                </a:lnTo>
                <a:lnTo>
                  <a:pt x="123461" y="24531"/>
                </a:lnTo>
                <a:lnTo>
                  <a:pt x="122831" y="25004"/>
                </a:lnTo>
                <a:lnTo>
                  <a:pt x="122206" y="25477"/>
                </a:lnTo>
                <a:lnTo>
                  <a:pt x="121587" y="25951"/>
                </a:lnTo>
                <a:lnTo>
                  <a:pt x="120976" y="26425"/>
                </a:lnTo>
                <a:lnTo>
                  <a:pt x="120372" y="26899"/>
                </a:lnTo>
                <a:lnTo>
                  <a:pt x="119775" y="27373"/>
                </a:lnTo>
                <a:lnTo>
                  <a:pt x="119187" y="27846"/>
                </a:lnTo>
                <a:lnTo>
                  <a:pt x="118608" y="28319"/>
                </a:lnTo>
                <a:lnTo>
                  <a:pt x="118277" y="28593"/>
                </a:lnTo>
                <a:lnTo>
                  <a:pt x="117948" y="28867"/>
                </a:lnTo>
                <a:lnTo>
                  <a:pt x="117621" y="29142"/>
                </a:lnTo>
                <a:lnTo>
                  <a:pt x="117297" y="29418"/>
                </a:lnTo>
                <a:lnTo>
                  <a:pt x="116975" y="29693"/>
                </a:lnTo>
                <a:lnTo>
                  <a:pt x="116656" y="29969"/>
                </a:lnTo>
                <a:lnTo>
                  <a:pt x="116340" y="30245"/>
                </a:lnTo>
                <a:lnTo>
                  <a:pt x="116026" y="30521"/>
                </a:lnTo>
                <a:lnTo>
                  <a:pt x="115715" y="30797"/>
                </a:lnTo>
                <a:lnTo>
                  <a:pt x="115407" y="31073"/>
                </a:lnTo>
                <a:lnTo>
                  <a:pt x="115103" y="31349"/>
                </a:lnTo>
                <a:lnTo>
                  <a:pt x="114802" y="31625"/>
                </a:lnTo>
                <a:lnTo>
                  <a:pt x="114504" y="31901"/>
                </a:lnTo>
                <a:lnTo>
                  <a:pt x="114209" y="32177"/>
                </a:lnTo>
                <a:lnTo>
                  <a:pt x="113918" y="32453"/>
                </a:lnTo>
                <a:lnTo>
                  <a:pt x="113631" y="32728"/>
                </a:lnTo>
                <a:lnTo>
                  <a:pt x="113348" y="33004"/>
                </a:lnTo>
                <a:lnTo>
                  <a:pt x="113069" y="33279"/>
                </a:lnTo>
                <a:lnTo>
                  <a:pt x="112793" y="33553"/>
                </a:lnTo>
                <a:lnTo>
                  <a:pt x="112522" y="33827"/>
                </a:lnTo>
                <a:lnTo>
                  <a:pt x="112256" y="34101"/>
                </a:lnTo>
                <a:lnTo>
                  <a:pt x="111993" y="34374"/>
                </a:lnTo>
                <a:lnTo>
                  <a:pt x="111735" y="34647"/>
                </a:lnTo>
                <a:lnTo>
                  <a:pt x="111482" y="34919"/>
                </a:lnTo>
                <a:lnTo>
                  <a:pt x="111524" y="34612"/>
                </a:lnTo>
                <a:lnTo>
                  <a:pt x="111560" y="34310"/>
                </a:lnTo>
                <a:lnTo>
                  <a:pt x="111592" y="34015"/>
                </a:lnTo>
                <a:lnTo>
                  <a:pt x="111618" y="33727"/>
                </a:lnTo>
                <a:lnTo>
                  <a:pt x="111639" y="33447"/>
                </a:lnTo>
                <a:lnTo>
                  <a:pt x="111653" y="33176"/>
                </a:lnTo>
                <a:lnTo>
                  <a:pt x="111661" y="32915"/>
                </a:lnTo>
                <a:lnTo>
                  <a:pt x="111662" y="32665"/>
                </a:lnTo>
                <a:lnTo>
                  <a:pt x="111656" y="32427"/>
                </a:lnTo>
                <a:lnTo>
                  <a:pt x="111642" y="32202"/>
                </a:lnTo>
                <a:lnTo>
                  <a:pt x="111620" y="31991"/>
                </a:lnTo>
                <a:lnTo>
                  <a:pt x="111589" y="31795"/>
                </a:lnTo>
                <a:lnTo>
                  <a:pt x="111550" y="31615"/>
                </a:lnTo>
                <a:lnTo>
                  <a:pt x="111503" y="31452"/>
                </a:lnTo>
                <a:lnTo>
                  <a:pt x="111445" y="31307"/>
                </a:lnTo>
                <a:lnTo>
                  <a:pt x="111378" y="31180"/>
                </a:lnTo>
                <a:lnTo>
                  <a:pt x="111301" y="31074"/>
                </a:lnTo>
                <a:lnTo>
                  <a:pt x="111213" y="30988"/>
                </a:lnTo>
                <a:lnTo>
                  <a:pt x="111115" y="30924"/>
                </a:lnTo>
                <a:lnTo>
                  <a:pt x="111005" y="30883"/>
                </a:lnTo>
                <a:lnTo>
                  <a:pt x="110884" y="30866"/>
                </a:lnTo>
                <a:lnTo>
                  <a:pt x="110751" y="30873"/>
                </a:lnTo>
                <a:lnTo>
                  <a:pt x="110606" y="30906"/>
                </a:lnTo>
                <a:lnTo>
                  <a:pt x="110448" y="30966"/>
                </a:lnTo>
                <a:lnTo>
                  <a:pt x="110199" y="31090"/>
                </a:lnTo>
                <a:lnTo>
                  <a:pt x="109961" y="31238"/>
                </a:lnTo>
                <a:lnTo>
                  <a:pt x="109734" y="31406"/>
                </a:lnTo>
                <a:lnTo>
                  <a:pt x="109518" y="31594"/>
                </a:lnTo>
                <a:lnTo>
                  <a:pt x="109312" y="31800"/>
                </a:lnTo>
                <a:lnTo>
                  <a:pt x="109116" y="32022"/>
                </a:lnTo>
                <a:lnTo>
                  <a:pt x="108930" y="32258"/>
                </a:lnTo>
                <a:lnTo>
                  <a:pt x="108754" y="32508"/>
                </a:lnTo>
                <a:lnTo>
                  <a:pt x="108587" y="32769"/>
                </a:lnTo>
                <a:lnTo>
                  <a:pt x="108431" y="33040"/>
                </a:lnTo>
                <a:lnTo>
                  <a:pt x="108283" y="33319"/>
                </a:lnTo>
                <a:lnTo>
                  <a:pt x="108145" y="33604"/>
                </a:lnTo>
                <a:lnTo>
                  <a:pt x="108016" y="33894"/>
                </a:lnTo>
                <a:lnTo>
                  <a:pt x="107896" y="34188"/>
                </a:lnTo>
                <a:lnTo>
                  <a:pt x="107784" y="34483"/>
                </a:lnTo>
                <a:lnTo>
                  <a:pt x="107681" y="34779"/>
                </a:lnTo>
                <a:lnTo>
                  <a:pt x="107586" y="35073"/>
                </a:lnTo>
                <a:lnTo>
                  <a:pt x="107500" y="35363"/>
                </a:lnTo>
                <a:lnTo>
                  <a:pt x="107421" y="35650"/>
                </a:lnTo>
                <a:lnTo>
                  <a:pt x="107351" y="35929"/>
                </a:lnTo>
                <a:lnTo>
                  <a:pt x="107288" y="36201"/>
                </a:lnTo>
                <a:lnTo>
                  <a:pt x="107232" y="36463"/>
                </a:lnTo>
                <a:lnTo>
                  <a:pt x="107184" y="36714"/>
                </a:lnTo>
                <a:lnTo>
                  <a:pt x="107144" y="36952"/>
                </a:lnTo>
                <a:lnTo>
                  <a:pt x="106588" y="36849"/>
                </a:lnTo>
                <a:lnTo>
                  <a:pt x="106028" y="36751"/>
                </a:lnTo>
                <a:lnTo>
                  <a:pt x="105464" y="36658"/>
                </a:lnTo>
                <a:lnTo>
                  <a:pt x="104897" y="36569"/>
                </a:lnTo>
                <a:lnTo>
                  <a:pt x="104326" y="36484"/>
                </a:lnTo>
                <a:lnTo>
                  <a:pt x="103752" y="36404"/>
                </a:lnTo>
                <a:lnTo>
                  <a:pt x="103176" y="36329"/>
                </a:lnTo>
                <a:lnTo>
                  <a:pt x="102597" y="36257"/>
                </a:lnTo>
                <a:lnTo>
                  <a:pt x="102016" y="36190"/>
                </a:lnTo>
                <a:lnTo>
                  <a:pt x="101433" y="36128"/>
                </a:lnTo>
                <a:lnTo>
                  <a:pt x="100850" y="36069"/>
                </a:lnTo>
                <a:lnTo>
                  <a:pt x="100265" y="36014"/>
                </a:lnTo>
                <a:lnTo>
                  <a:pt x="99679" y="35964"/>
                </a:lnTo>
                <a:lnTo>
                  <a:pt x="99093" y="35917"/>
                </a:lnTo>
                <a:lnTo>
                  <a:pt x="98507" y="35874"/>
                </a:lnTo>
                <a:lnTo>
                  <a:pt x="97922" y="35835"/>
                </a:lnTo>
                <a:lnTo>
                  <a:pt x="97337" y="35800"/>
                </a:lnTo>
                <a:lnTo>
                  <a:pt x="96752" y="35769"/>
                </a:lnTo>
                <a:lnTo>
                  <a:pt x="96170" y="35741"/>
                </a:lnTo>
                <a:lnTo>
                  <a:pt x="95589" y="35717"/>
                </a:lnTo>
                <a:lnTo>
                  <a:pt x="95009" y="35696"/>
                </a:lnTo>
                <a:lnTo>
                  <a:pt x="94433" y="35679"/>
                </a:lnTo>
                <a:lnTo>
                  <a:pt x="93858" y="35665"/>
                </a:lnTo>
                <a:lnTo>
                  <a:pt x="93287" y="35655"/>
                </a:lnTo>
                <a:lnTo>
                  <a:pt x="92781" y="35647"/>
                </a:lnTo>
                <a:lnTo>
                  <a:pt x="92275" y="35642"/>
                </a:lnTo>
                <a:lnTo>
                  <a:pt x="91772" y="35640"/>
                </a:lnTo>
                <a:lnTo>
                  <a:pt x="91271" y="35639"/>
                </a:lnTo>
                <a:lnTo>
                  <a:pt x="90772" y="35641"/>
                </a:lnTo>
                <a:lnTo>
                  <a:pt x="90275" y="35646"/>
                </a:lnTo>
                <a:lnTo>
                  <a:pt x="89781" y="35652"/>
                </a:lnTo>
                <a:lnTo>
                  <a:pt x="89289" y="35661"/>
                </a:lnTo>
                <a:lnTo>
                  <a:pt x="88801" y="35673"/>
                </a:lnTo>
                <a:lnTo>
                  <a:pt x="88316" y="35686"/>
                </a:lnTo>
                <a:lnTo>
                  <a:pt x="87835" y="35702"/>
                </a:lnTo>
                <a:lnTo>
                  <a:pt x="87357" y="35720"/>
                </a:lnTo>
                <a:lnTo>
                  <a:pt x="86883" y="35740"/>
                </a:lnTo>
                <a:lnTo>
                  <a:pt x="86414" y="35762"/>
                </a:lnTo>
                <a:lnTo>
                  <a:pt x="85949" y="35786"/>
                </a:lnTo>
                <a:lnTo>
                  <a:pt x="85488" y="35812"/>
                </a:lnTo>
                <a:lnTo>
                  <a:pt x="85032" y="35840"/>
                </a:lnTo>
                <a:lnTo>
                  <a:pt x="84582" y="35871"/>
                </a:lnTo>
                <a:lnTo>
                  <a:pt x="84137" y="35903"/>
                </a:lnTo>
                <a:lnTo>
                  <a:pt x="83697" y="35937"/>
                </a:lnTo>
                <a:lnTo>
                  <a:pt x="83263" y="35973"/>
                </a:lnTo>
                <a:lnTo>
                  <a:pt x="82835" y="36011"/>
                </a:lnTo>
                <a:lnTo>
                  <a:pt x="82414" y="36051"/>
                </a:lnTo>
                <a:lnTo>
                  <a:pt x="81999" y="36093"/>
                </a:lnTo>
                <a:lnTo>
                  <a:pt x="81961" y="35857"/>
                </a:lnTo>
                <a:lnTo>
                  <a:pt x="81916" y="35607"/>
                </a:lnTo>
                <a:lnTo>
                  <a:pt x="81863" y="35344"/>
                </a:lnTo>
                <a:lnTo>
                  <a:pt x="81803" y="35070"/>
                </a:lnTo>
                <a:lnTo>
                  <a:pt x="81735" y="34786"/>
                </a:lnTo>
                <a:lnTo>
                  <a:pt x="81658" y="34495"/>
                </a:lnTo>
                <a:lnTo>
                  <a:pt x="81573" y="34198"/>
                </a:lnTo>
                <a:lnTo>
                  <a:pt x="81480" y="33896"/>
                </a:lnTo>
                <a:lnTo>
                  <a:pt x="81378" y="33593"/>
                </a:lnTo>
                <a:lnTo>
                  <a:pt x="81267" y="33289"/>
                </a:lnTo>
                <a:lnTo>
                  <a:pt x="81147" y="32986"/>
                </a:lnTo>
                <a:lnTo>
                  <a:pt x="81017" y="32686"/>
                </a:lnTo>
                <a:lnTo>
                  <a:pt x="80878" y="32390"/>
                </a:lnTo>
                <a:lnTo>
                  <a:pt x="80730" y="32101"/>
                </a:lnTo>
                <a:lnTo>
                  <a:pt x="80572" y="31821"/>
                </a:lnTo>
                <a:lnTo>
                  <a:pt x="80403" y="31550"/>
                </a:lnTo>
                <a:lnTo>
                  <a:pt x="80224" y="31291"/>
                </a:lnTo>
                <a:lnTo>
                  <a:pt x="80035" y="31045"/>
                </a:lnTo>
                <a:lnTo>
                  <a:pt x="79836" y="30814"/>
                </a:lnTo>
                <a:lnTo>
                  <a:pt x="79625" y="30600"/>
                </a:lnTo>
                <a:lnTo>
                  <a:pt x="79404" y="30405"/>
                </a:lnTo>
                <a:lnTo>
                  <a:pt x="79171" y="30230"/>
                </a:lnTo>
                <a:lnTo>
                  <a:pt x="78927" y="30078"/>
                </a:lnTo>
                <a:lnTo>
                  <a:pt x="78672" y="29949"/>
                </a:lnTo>
                <a:lnTo>
                  <a:pt x="78549" y="29900"/>
                </a:lnTo>
                <a:lnTo>
                  <a:pt x="78433" y="29868"/>
                </a:lnTo>
                <a:lnTo>
                  <a:pt x="78325" y="29851"/>
                </a:lnTo>
                <a:lnTo>
                  <a:pt x="78224" y="29849"/>
                </a:lnTo>
                <a:lnTo>
                  <a:pt x="78131" y="29862"/>
                </a:lnTo>
                <a:lnTo>
                  <a:pt x="78044" y="29890"/>
                </a:lnTo>
                <a:lnTo>
                  <a:pt x="77964" y="29931"/>
                </a:lnTo>
                <a:lnTo>
                  <a:pt x="77890" y="29986"/>
                </a:lnTo>
                <a:lnTo>
                  <a:pt x="77823" y="30053"/>
                </a:lnTo>
                <a:lnTo>
                  <a:pt x="77762" y="30133"/>
                </a:lnTo>
                <a:lnTo>
                  <a:pt x="77707" y="30226"/>
                </a:lnTo>
                <a:lnTo>
                  <a:pt x="77658" y="30329"/>
                </a:lnTo>
                <a:lnTo>
                  <a:pt x="77615" y="30444"/>
                </a:lnTo>
                <a:lnTo>
                  <a:pt x="77577" y="30569"/>
                </a:lnTo>
                <a:lnTo>
                  <a:pt x="77545" y="30705"/>
                </a:lnTo>
                <a:lnTo>
                  <a:pt x="77518" y="30850"/>
                </a:lnTo>
                <a:lnTo>
                  <a:pt x="77496" y="31005"/>
                </a:lnTo>
                <a:lnTo>
                  <a:pt x="77479" y="31168"/>
                </a:lnTo>
                <a:lnTo>
                  <a:pt x="77467" y="31340"/>
                </a:lnTo>
                <a:lnTo>
                  <a:pt x="77459" y="31519"/>
                </a:lnTo>
                <a:lnTo>
                  <a:pt x="77456" y="31706"/>
                </a:lnTo>
                <a:lnTo>
                  <a:pt x="77457" y="31900"/>
                </a:lnTo>
                <a:lnTo>
                  <a:pt x="77463" y="32100"/>
                </a:lnTo>
                <a:lnTo>
                  <a:pt x="77472" y="32307"/>
                </a:lnTo>
                <a:lnTo>
                  <a:pt x="76626" y="30887"/>
                </a:lnTo>
                <a:lnTo>
                  <a:pt x="75776" y="29506"/>
                </a:lnTo>
                <a:lnTo>
                  <a:pt x="74924" y="28164"/>
                </a:lnTo>
                <a:lnTo>
                  <a:pt x="74069" y="26860"/>
                </a:lnTo>
                <a:lnTo>
                  <a:pt x="73212" y="25594"/>
                </a:lnTo>
                <a:lnTo>
                  <a:pt x="72354" y="24366"/>
                </a:lnTo>
                <a:lnTo>
                  <a:pt x="71495" y="23174"/>
                </a:lnTo>
                <a:lnTo>
                  <a:pt x="70637" y="22018"/>
                </a:lnTo>
                <a:lnTo>
                  <a:pt x="69778" y="20898"/>
                </a:lnTo>
                <a:lnTo>
                  <a:pt x="68921" y="19814"/>
                </a:lnTo>
                <a:lnTo>
                  <a:pt x="68066" y="18765"/>
                </a:lnTo>
                <a:lnTo>
                  <a:pt x="67213" y="17750"/>
                </a:lnTo>
                <a:lnTo>
                  <a:pt x="66362" y="16769"/>
                </a:lnTo>
                <a:lnTo>
                  <a:pt x="65515" y="15821"/>
                </a:lnTo>
                <a:lnTo>
                  <a:pt x="64672" y="14907"/>
                </a:lnTo>
                <a:lnTo>
                  <a:pt x="63834" y="14026"/>
                </a:lnTo>
                <a:lnTo>
                  <a:pt x="63000" y="13176"/>
                </a:lnTo>
                <a:lnTo>
                  <a:pt x="62173" y="12358"/>
                </a:lnTo>
                <a:lnTo>
                  <a:pt x="61352" y="11571"/>
                </a:lnTo>
                <a:lnTo>
                  <a:pt x="60538" y="10816"/>
                </a:lnTo>
                <a:lnTo>
                  <a:pt x="59731" y="10090"/>
                </a:lnTo>
                <a:lnTo>
                  <a:pt x="58932" y="9394"/>
                </a:lnTo>
                <a:lnTo>
                  <a:pt x="58142" y="8728"/>
                </a:lnTo>
                <a:lnTo>
                  <a:pt x="57362" y="8090"/>
                </a:lnTo>
                <a:lnTo>
                  <a:pt x="56912" y="7732"/>
                </a:lnTo>
                <a:lnTo>
                  <a:pt x="56466" y="7383"/>
                </a:lnTo>
                <a:lnTo>
                  <a:pt x="56023" y="7044"/>
                </a:lnTo>
                <a:lnTo>
                  <a:pt x="55583" y="6714"/>
                </a:lnTo>
                <a:lnTo>
                  <a:pt x="55148" y="6394"/>
                </a:lnTo>
                <a:lnTo>
                  <a:pt x="54716" y="6082"/>
                </a:lnTo>
                <a:lnTo>
                  <a:pt x="54288" y="5779"/>
                </a:lnTo>
                <a:lnTo>
                  <a:pt x="53864" y="5485"/>
                </a:lnTo>
                <a:lnTo>
                  <a:pt x="53445" y="5200"/>
                </a:lnTo>
                <a:lnTo>
                  <a:pt x="53029" y="4924"/>
                </a:lnTo>
                <a:lnTo>
                  <a:pt x="52618" y="4657"/>
                </a:lnTo>
                <a:lnTo>
                  <a:pt x="52212" y="4398"/>
                </a:lnTo>
                <a:lnTo>
                  <a:pt x="51810" y="4147"/>
                </a:lnTo>
                <a:lnTo>
                  <a:pt x="51413" y="3905"/>
                </a:lnTo>
                <a:lnTo>
                  <a:pt x="51021" y="3671"/>
                </a:lnTo>
                <a:lnTo>
                  <a:pt x="50634" y="3446"/>
                </a:lnTo>
                <a:lnTo>
                  <a:pt x="50252" y="3228"/>
                </a:lnTo>
                <a:lnTo>
                  <a:pt x="49875" y="3019"/>
                </a:lnTo>
                <a:lnTo>
                  <a:pt x="49503" y="2818"/>
                </a:lnTo>
                <a:lnTo>
                  <a:pt x="49137" y="2624"/>
                </a:lnTo>
                <a:lnTo>
                  <a:pt x="48777" y="2439"/>
                </a:lnTo>
                <a:lnTo>
                  <a:pt x="48422" y="2261"/>
                </a:lnTo>
                <a:lnTo>
                  <a:pt x="48073" y="2091"/>
                </a:lnTo>
                <a:lnTo>
                  <a:pt x="47729" y="1928"/>
                </a:lnTo>
                <a:lnTo>
                  <a:pt x="47405" y="1778"/>
                </a:lnTo>
                <a:lnTo>
                  <a:pt x="47083" y="1633"/>
                </a:lnTo>
                <a:lnTo>
                  <a:pt x="46764" y="1493"/>
                </a:lnTo>
                <a:lnTo>
                  <a:pt x="46449" y="1359"/>
                </a:lnTo>
                <a:lnTo>
                  <a:pt x="46136" y="1231"/>
                </a:lnTo>
                <a:lnTo>
                  <a:pt x="45827" y="1109"/>
                </a:lnTo>
                <a:lnTo>
                  <a:pt x="45522" y="993"/>
                </a:lnTo>
                <a:lnTo>
                  <a:pt x="45221" y="883"/>
                </a:lnTo>
                <a:lnTo>
                  <a:pt x="44923" y="779"/>
                </a:lnTo>
                <a:lnTo>
                  <a:pt x="44631" y="681"/>
                </a:lnTo>
                <a:lnTo>
                  <a:pt x="44342" y="589"/>
                </a:lnTo>
                <a:lnTo>
                  <a:pt x="44058" y="504"/>
                </a:lnTo>
                <a:lnTo>
                  <a:pt x="43779" y="425"/>
                </a:lnTo>
                <a:lnTo>
                  <a:pt x="43505" y="353"/>
                </a:lnTo>
                <a:lnTo>
                  <a:pt x="43237" y="287"/>
                </a:lnTo>
                <a:lnTo>
                  <a:pt x="42974" y="227"/>
                </a:lnTo>
                <a:lnTo>
                  <a:pt x="42716" y="175"/>
                </a:lnTo>
                <a:lnTo>
                  <a:pt x="42465" y="129"/>
                </a:lnTo>
                <a:lnTo>
                  <a:pt x="42219" y="90"/>
                </a:lnTo>
                <a:lnTo>
                  <a:pt x="41979" y="58"/>
                </a:lnTo>
                <a:lnTo>
                  <a:pt x="41746" y="33"/>
                </a:lnTo>
                <a:lnTo>
                  <a:pt x="41520" y="15"/>
                </a:lnTo>
                <a:lnTo>
                  <a:pt x="41300" y="4"/>
                </a:lnTo>
                <a:lnTo>
                  <a:pt x="41088" y="0"/>
                </a:lnTo>
                <a:lnTo>
                  <a:pt x="40921" y="3"/>
                </a:lnTo>
                <a:lnTo>
                  <a:pt x="40755" y="11"/>
                </a:lnTo>
                <a:lnTo>
                  <a:pt x="40592" y="25"/>
                </a:lnTo>
                <a:lnTo>
                  <a:pt x="40431" y="43"/>
                </a:lnTo>
                <a:lnTo>
                  <a:pt x="40272" y="66"/>
                </a:lnTo>
                <a:lnTo>
                  <a:pt x="40115" y="94"/>
                </a:lnTo>
                <a:lnTo>
                  <a:pt x="39961" y="127"/>
                </a:lnTo>
                <a:lnTo>
                  <a:pt x="39808" y="163"/>
                </a:lnTo>
                <a:lnTo>
                  <a:pt x="39658" y="203"/>
                </a:lnTo>
                <a:lnTo>
                  <a:pt x="39510" y="248"/>
                </a:lnTo>
                <a:lnTo>
                  <a:pt x="39365" y="295"/>
                </a:lnTo>
                <a:lnTo>
                  <a:pt x="39222" y="346"/>
                </a:lnTo>
                <a:lnTo>
                  <a:pt x="39081" y="400"/>
                </a:lnTo>
                <a:lnTo>
                  <a:pt x="38943" y="457"/>
                </a:lnTo>
                <a:lnTo>
                  <a:pt x="38807" y="517"/>
                </a:lnTo>
                <a:lnTo>
                  <a:pt x="38674" y="579"/>
                </a:lnTo>
                <a:lnTo>
                  <a:pt x="38543" y="644"/>
                </a:lnTo>
                <a:lnTo>
                  <a:pt x="38415" y="710"/>
                </a:lnTo>
                <a:lnTo>
                  <a:pt x="38290" y="778"/>
                </a:lnTo>
                <a:lnTo>
                  <a:pt x="38167" y="848"/>
                </a:lnTo>
                <a:lnTo>
                  <a:pt x="38047" y="919"/>
                </a:lnTo>
                <a:lnTo>
                  <a:pt x="37929" y="992"/>
                </a:lnTo>
                <a:lnTo>
                  <a:pt x="37815" y="1065"/>
                </a:lnTo>
                <a:lnTo>
                  <a:pt x="37703" y="1139"/>
                </a:lnTo>
                <a:lnTo>
                  <a:pt x="37591" y="1216"/>
                </a:lnTo>
                <a:lnTo>
                  <a:pt x="37480" y="1295"/>
                </a:lnTo>
                <a:lnTo>
                  <a:pt x="37369" y="1376"/>
                </a:lnTo>
                <a:lnTo>
                  <a:pt x="37259" y="1459"/>
                </a:lnTo>
                <a:lnTo>
                  <a:pt x="37149" y="1544"/>
                </a:lnTo>
                <a:lnTo>
                  <a:pt x="37041" y="1630"/>
                </a:lnTo>
                <a:lnTo>
                  <a:pt x="36933" y="1719"/>
                </a:lnTo>
                <a:lnTo>
                  <a:pt x="36825" y="1809"/>
                </a:lnTo>
                <a:lnTo>
                  <a:pt x="36719" y="1901"/>
                </a:lnTo>
                <a:lnTo>
                  <a:pt x="36613" y="1995"/>
                </a:lnTo>
                <a:lnTo>
                  <a:pt x="36508" y="2090"/>
                </a:lnTo>
                <a:lnTo>
                  <a:pt x="36403" y="2187"/>
                </a:lnTo>
                <a:lnTo>
                  <a:pt x="36299" y="2285"/>
                </a:lnTo>
                <a:lnTo>
                  <a:pt x="36196" y="2385"/>
                </a:lnTo>
                <a:lnTo>
                  <a:pt x="36093" y="2486"/>
                </a:lnTo>
                <a:lnTo>
                  <a:pt x="35992" y="2588"/>
                </a:lnTo>
                <a:lnTo>
                  <a:pt x="35890" y="2691"/>
                </a:lnTo>
                <a:lnTo>
                  <a:pt x="35790" y="2796"/>
                </a:lnTo>
                <a:lnTo>
                  <a:pt x="35690" y="2902"/>
                </a:lnTo>
                <a:lnTo>
                  <a:pt x="35591" y="3008"/>
                </a:lnTo>
                <a:lnTo>
                  <a:pt x="35493" y="3116"/>
                </a:lnTo>
                <a:lnTo>
                  <a:pt x="35395" y="3225"/>
                </a:lnTo>
                <a:lnTo>
                  <a:pt x="35298" y="3334"/>
                </a:lnTo>
                <a:lnTo>
                  <a:pt x="35202" y="3445"/>
                </a:lnTo>
                <a:lnTo>
                  <a:pt x="35010" y="3671"/>
                </a:lnTo>
                <a:lnTo>
                  <a:pt x="34817" y="3905"/>
                </a:lnTo>
                <a:lnTo>
                  <a:pt x="34625" y="4146"/>
                </a:lnTo>
                <a:lnTo>
                  <a:pt x="34432" y="4393"/>
                </a:lnTo>
                <a:lnTo>
                  <a:pt x="34239" y="4646"/>
                </a:lnTo>
                <a:lnTo>
                  <a:pt x="34045" y="4906"/>
                </a:lnTo>
                <a:lnTo>
                  <a:pt x="33852" y="5173"/>
                </a:lnTo>
                <a:lnTo>
                  <a:pt x="33658" y="5445"/>
                </a:lnTo>
                <a:lnTo>
                  <a:pt x="33464" y="5724"/>
                </a:lnTo>
                <a:lnTo>
                  <a:pt x="33271" y="6008"/>
                </a:lnTo>
                <a:lnTo>
                  <a:pt x="33077" y="6298"/>
                </a:lnTo>
                <a:lnTo>
                  <a:pt x="32883" y="6594"/>
                </a:lnTo>
                <a:lnTo>
                  <a:pt x="32689" y="6896"/>
                </a:lnTo>
                <a:lnTo>
                  <a:pt x="32495" y="7203"/>
                </a:lnTo>
                <a:lnTo>
                  <a:pt x="32301" y="7516"/>
                </a:lnTo>
                <a:lnTo>
                  <a:pt x="32107" y="7833"/>
                </a:lnTo>
                <a:lnTo>
                  <a:pt x="31913" y="8156"/>
                </a:lnTo>
                <a:lnTo>
                  <a:pt x="31719" y="8484"/>
                </a:lnTo>
                <a:lnTo>
                  <a:pt x="31526" y="8817"/>
                </a:lnTo>
                <a:lnTo>
                  <a:pt x="31332" y="9155"/>
                </a:lnTo>
                <a:lnTo>
                  <a:pt x="31139" y="9498"/>
                </a:lnTo>
                <a:lnTo>
                  <a:pt x="30946" y="9845"/>
                </a:lnTo>
                <a:lnTo>
                  <a:pt x="30753" y="10197"/>
                </a:lnTo>
                <a:lnTo>
                  <a:pt x="30560" y="10553"/>
                </a:lnTo>
                <a:lnTo>
                  <a:pt x="30172" y="11286"/>
                </a:lnTo>
                <a:lnTo>
                  <a:pt x="29783" y="12041"/>
                </a:lnTo>
                <a:lnTo>
                  <a:pt x="29393" y="12817"/>
                </a:lnTo>
                <a:lnTo>
                  <a:pt x="29002" y="13614"/>
                </a:lnTo>
                <a:lnTo>
                  <a:pt x="28610" y="14431"/>
                </a:lnTo>
                <a:lnTo>
                  <a:pt x="28218" y="15268"/>
                </a:lnTo>
                <a:lnTo>
                  <a:pt x="27825" y="16124"/>
                </a:lnTo>
                <a:lnTo>
                  <a:pt x="27433" y="16999"/>
                </a:lnTo>
                <a:lnTo>
                  <a:pt x="27041" y="17892"/>
                </a:lnTo>
                <a:lnTo>
                  <a:pt x="26649" y="18802"/>
                </a:lnTo>
                <a:lnTo>
                  <a:pt x="26258" y="19730"/>
                </a:lnTo>
                <a:lnTo>
                  <a:pt x="25868" y="20674"/>
                </a:lnTo>
                <a:lnTo>
                  <a:pt x="25478" y="21634"/>
                </a:lnTo>
                <a:lnTo>
                  <a:pt x="25091" y="22609"/>
                </a:lnTo>
                <a:lnTo>
                  <a:pt x="24704" y="23600"/>
                </a:lnTo>
                <a:lnTo>
                  <a:pt x="24320" y="24604"/>
                </a:lnTo>
                <a:lnTo>
                  <a:pt x="23938" y="25623"/>
                </a:lnTo>
                <a:lnTo>
                  <a:pt x="23557" y="26655"/>
                </a:lnTo>
                <a:lnTo>
                  <a:pt x="23180" y="27699"/>
                </a:lnTo>
                <a:lnTo>
                  <a:pt x="22805" y="28756"/>
                </a:lnTo>
                <a:lnTo>
                  <a:pt x="22432" y="29825"/>
                </a:lnTo>
                <a:lnTo>
                  <a:pt x="22063" y="30905"/>
                </a:lnTo>
                <a:lnTo>
                  <a:pt x="21698" y="31995"/>
                </a:lnTo>
                <a:lnTo>
                  <a:pt x="21335" y="33096"/>
                </a:lnTo>
                <a:lnTo>
                  <a:pt x="20632" y="35293"/>
                </a:lnTo>
                <a:lnTo>
                  <a:pt x="19943" y="37531"/>
                </a:lnTo>
                <a:lnTo>
                  <a:pt x="19271" y="39803"/>
                </a:lnTo>
                <a:lnTo>
                  <a:pt x="18616" y="42106"/>
                </a:lnTo>
                <a:lnTo>
                  <a:pt x="17983" y="44436"/>
                </a:lnTo>
                <a:lnTo>
                  <a:pt x="17371" y="46789"/>
                </a:lnTo>
                <a:lnTo>
                  <a:pt x="16783" y="49160"/>
                </a:lnTo>
                <a:lnTo>
                  <a:pt x="16221" y="51547"/>
                </a:lnTo>
                <a:lnTo>
                  <a:pt x="15688" y="53943"/>
                </a:lnTo>
                <a:lnTo>
                  <a:pt x="15183" y="56347"/>
                </a:lnTo>
                <a:lnTo>
                  <a:pt x="14711" y="58752"/>
                </a:lnTo>
                <a:lnTo>
                  <a:pt x="14272" y="61156"/>
                </a:lnTo>
                <a:lnTo>
                  <a:pt x="13868" y="63554"/>
                </a:lnTo>
                <a:lnTo>
                  <a:pt x="13502" y="65942"/>
                </a:lnTo>
                <a:lnTo>
                  <a:pt x="13175" y="68316"/>
                </a:lnTo>
                <a:lnTo>
                  <a:pt x="12889" y="70672"/>
                </a:lnTo>
                <a:lnTo>
                  <a:pt x="12646" y="73005"/>
                </a:lnTo>
                <a:lnTo>
                  <a:pt x="12448" y="75313"/>
                </a:lnTo>
                <a:lnTo>
                  <a:pt x="12297" y="77589"/>
                </a:lnTo>
                <a:lnTo>
                  <a:pt x="12194" y="79832"/>
                </a:lnTo>
                <a:lnTo>
                  <a:pt x="12142" y="82036"/>
                </a:lnTo>
                <a:lnTo>
                  <a:pt x="12143" y="84197"/>
                </a:lnTo>
                <a:lnTo>
                  <a:pt x="12198" y="86311"/>
                </a:lnTo>
                <a:lnTo>
                  <a:pt x="12309" y="88375"/>
                </a:lnTo>
                <a:lnTo>
                  <a:pt x="12273" y="88514"/>
                </a:lnTo>
                <a:lnTo>
                  <a:pt x="12236" y="88653"/>
                </a:lnTo>
                <a:lnTo>
                  <a:pt x="12200" y="88792"/>
                </a:lnTo>
                <a:lnTo>
                  <a:pt x="12164" y="88931"/>
                </a:lnTo>
                <a:lnTo>
                  <a:pt x="12128" y="89070"/>
                </a:lnTo>
                <a:lnTo>
                  <a:pt x="12092" y="89209"/>
                </a:lnTo>
                <a:lnTo>
                  <a:pt x="12056" y="89348"/>
                </a:lnTo>
                <a:lnTo>
                  <a:pt x="12020" y="89488"/>
                </a:lnTo>
                <a:lnTo>
                  <a:pt x="11985" y="89627"/>
                </a:lnTo>
                <a:lnTo>
                  <a:pt x="11949" y="89765"/>
                </a:lnTo>
                <a:lnTo>
                  <a:pt x="11914" y="89904"/>
                </a:lnTo>
                <a:lnTo>
                  <a:pt x="11879" y="90043"/>
                </a:lnTo>
                <a:lnTo>
                  <a:pt x="11844" y="90182"/>
                </a:lnTo>
                <a:lnTo>
                  <a:pt x="11809" y="90321"/>
                </a:lnTo>
                <a:lnTo>
                  <a:pt x="11775" y="90460"/>
                </a:lnTo>
                <a:lnTo>
                  <a:pt x="11740" y="90598"/>
                </a:lnTo>
                <a:lnTo>
                  <a:pt x="11706" y="90737"/>
                </a:lnTo>
                <a:lnTo>
                  <a:pt x="11672" y="90876"/>
                </a:lnTo>
                <a:lnTo>
                  <a:pt x="11637" y="91014"/>
                </a:lnTo>
                <a:lnTo>
                  <a:pt x="11604" y="91152"/>
                </a:lnTo>
                <a:lnTo>
                  <a:pt x="11570" y="91291"/>
                </a:lnTo>
                <a:lnTo>
                  <a:pt x="11536" y="91429"/>
                </a:lnTo>
                <a:lnTo>
                  <a:pt x="11503" y="91567"/>
                </a:lnTo>
                <a:lnTo>
                  <a:pt x="11469" y="91705"/>
                </a:lnTo>
                <a:lnTo>
                  <a:pt x="11068" y="92299"/>
                </a:lnTo>
                <a:lnTo>
                  <a:pt x="10669" y="92914"/>
                </a:lnTo>
                <a:lnTo>
                  <a:pt x="10273" y="93550"/>
                </a:lnTo>
                <a:lnTo>
                  <a:pt x="9879" y="94209"/>
                </a:lnTo>
                <a:lnTo>
                  <a:pt x="9490" y="94889"/>
                </a:lnTo>
                <a:lnTo>
                  <a:pt x="9104" y="95593"/>
                </a:lnTo>
                <a:lnTo>
                  <a:pt x="8722" y="96319"/>
                </a:lnTo>
                <a:lnTo>
                  <a:pt x="8344" y="97068"/>
                </a:lnTo>
                <a:lnTo>
                  <a:pt x="7972" y="97841"/>
                </a:lnTo>
                <a:lnTo>
                  <a:pt x="7604" y="98638"/>
                </a:lnTo>
                <a:lnTo>
                  <a:pt x="7242" y="99458"/>
                </a:lnTo>
                <a:lnTo>
                  <a:pt x="6886" y="100304"/>
                </a:lnTo>
                <a:lnTo>
                  <a:pt x="6537" y="101173"/>
                </a:lnTo>
                <a:lnTo>
                  <a:pt x="6193" y="102068"/>
                </a:lnTo>
                <a:lnTo>
                  <a:pt x="5857" y="102988"/>
                </a:lnTo>
                <a:lnTo>
                  <a:pt x="5528" y="103933"/>
                </a:lnTo>
                <a:lnTo>
                  <a:pt x="5207" y="104904"/>
                </a:lnTo>
                <a:lnTo>
                  <a:pt x="4893" y="105902"/>
                </a:lnTo>
                <a:lnTo>
                  <a:pt x="4588" y="106926"/>
                </a:lnTo>
                <a:lnTo>
                  <a:pt x="4292" y="107976"/>
                </a:lnTo>
                <a:lnTo>
                  <a:pt x="4004" y="109054"/>
                </a:lnTo>
                <a:lnTo>
                  <a:pt x="3726" y="110159"/>
                </a:lnTo>
                <a:lnTo>
                  <a:pt x="3458" y="111291"/>
                </a:lnTo>
                <a:lnTo>
                  <a:pt x="3199" y="112451"/>
                </a:lnTo>
                <a:lnTo>
                  <a:pt x="2831" y="114222"/>
                </a:lnTo>
                <a:lnTo>
                  <a:pt x="2524" y="115829"/>
                </a:lnTo>
                <a:lnTo>
                  <a:pt x="2278" y="117280"/>
                </a:lnTo>
                <a:lnTo>
                  <a:pt x="2089" y="118581"/>
                </a:lnTo>
                <a:lnTo>
                  <a:pt x="1956" y="119739"/>
                </a:lnTo>
                <a:lnTo>
                  <a:pt x="1877" y="120759"/>
                </a:lnTo>
                <a:lnTo>
                  <a:pt x="1850" y="121650"/>
                </a:lnTo>
                <a:lnTo>
                  <a:pt x="1873" y="122416"/>
                </a:lnTo>
                <a:lnTo>
                  <a:pt x="1944" y="123065"/>
                </a:lnTo>
                <a:lnTo>
                  <a:pt x="2062" y="123602"/>
                </a:lnTo>
                <a:lnTo>
                  <a:pt x="2224" y="124036"/>
                </a:lnTo>
                <a:lnTo>
                  <a:pt x="2428" y="124371"/>
                </a:lnTo>
                <a:lnTo>
                  <a:pt x="2673" y="124615"/>
                </a:lnTo>
                <a:lnTo>
                  <a:pt x="2956" y="124774"/>
                </a:lnTo>
                <a:lnTo>
                  <a:pt x="3276" y="124854"/>
                </a:lnTo>
                <a:lnTo>
                  <a:pt x="3630" y="124862"/>
                </a:lnTo>
                <a:lnTo>
                  <a:pt x="4017" y="124805"/>
                </a:lnTo>
                <a:lnTo>
                  <a:pt x="4435" y="124688"/>
                </a:lnTo>
                <a:lnTo>
                  <a:pt x="4881" y="124519"/>
                </a:lnTo>
                <a:lnTo>
                  <a:pt x="5355" y="124304"/>
                </a:lnTo>
                <a:lnTo>
                  <a:pt x="5853" y="124049"/>
                </a:lnTo>
                <a:lnTo>
                  <a:pt x="6374" y="123761"/>
                </a:lnTo>
                <a:lnTo>
                  <a:pt x="6916" y="123447"/>
                </a:lnTo>
                <a:lnTo>
                  <a:pt x="7477" y="123112"/>
                </a:lnTo>
                <a:lnTo>
                  <a:pt x="7434" y="123507"/>
                </a:lnTo>
                <a:lnTo>
                  <a:pt x="7388" y="123906"/>
                </a:lnTo>
                <a:lnTo>
                  <a:pt x="7338" y="124309"/>
                </a:lnTo>
                <a:lnTo>
                  <a:pt x="7286" y="124715"/>
                </a:lnTo>
                <a:lnTo>
                  <a:pt x="7228" y="125122"/>
                </a:lnTo>
                <a:lnTo>
                  <a:pt x="7166" y="125529"/>
                </a:lnTo>
                <a:lnTo>
                  <a:pt x="7098" y="125936"/>
                </a:lnTo>
                <a:lnTo>
                  <a:pt x="7024" y="126341"/>
                </a:lnTo>
                <a:lnTo>
                  <a:pt x="6943" y="126743"/>
                </a:lnTo>
                <a:lnTo>
                  <a:pt x="6853" y="127141"/>
                </a:lnTo>
                <a:lnTo>
                  <a:pt x="6756" y="127534"/>
                </a:lnTo>
                <a:lnTo>
                  <a:pt x="6649" y="127921"/>
                </a:lnTo>
                <a:lnTo>
                  <a:pt x="6533" y="128301"/>
                </a:lnTo>
                <a:lnTo>
                  <a:pt x="6406" y="128672"/>
                </a:lnTo>
                <a:lnTo>
                  <a:pt x="6269" y="129034"/>
                </a:lnTo>
                <a:lnTo>
                  <a:pt x="6119" y="129386"/>
                </a:lnTo>
                <a:lnTo>
                  <a:pt x="5957" y="129727"/>
                </a:lnTo>
                <a:lnTo>
                  <a:pt x="5782" y="130055"/>
                </a:lnTo>
                <a:lnTo>
                  <a:pt x="5594" y="130370"/>
                </a:lnTo>
                <a:lnTo>
                  <a:pt x="5391" y="130670"/>
                </a:lnTo>
                <a:lnTo>
                  <a:pt x="5173" y="130954"/>
                </a:lnTo>
                <a:lnTo>
                  <a:pt x="4939" y="131221"/>
                </a:lnTo>
                <a:lnTo>
                  <a:pt x="4689" y="131471"/>
                </a:lnTo>
                <a:lnTo>
                  <a:pt x="4421" y="131701"/>
                </a:lnTo>
                <a:lnTo>
                  <a:pt x="3957" y="132095"/>
                </a:lnTo>
                <a:lnTo>
                  <a:pt x="3560" y="132477"/>
                </a:lnTo>
                <a:lnTo>
                  <a:pt x="3230" y="132846"/>
                </a:lnTo>
                <a:lnTo>
                  <a:pt x="2965" y="133200"/>
                </a:lnTo>
                <a:lnTo>
                  <a:pt x="2764" y="133538"/>
                </a:lnTo>
                <a:lnTo>
                  <a:pt x="2627" y="133858"/>
                </a:lnTo>
                <a:lnTo>
                  <a:pt x="2551" y="134159"/>
                </a:lnTo>
                <a:lnTo>
                  <a:pt x="2535" y="134440"/>
                </a:lnTo>
                <a:lnTo>
                  <a:pt x="2578" y="134698"/>
                </a:lnTo>
                <a:lnTo>
                  <a:pt x="2679" y="134933"/>
                </a:lnTo>
                <a:lnTo>
                  <a:pt x="2837" y="135142"/>
                </a:lnTo>
                <a:lnTo>
                  <a:pt x="3050" y="135325"/>
                </a:lnTo>
                <a:lnTo>
                  <a:pt x="3317" y="135480"/>
                </a:lnTo>
                <a:lnTo>
                  <a:pt x="3637" y="135606"/>
                </a:lnTo>
                <a:lnTo>
                  <a:pt x="4009" y="135701"/>
                </a:lnTo>
                <a:lnTo>
                  <a:pt x="4431" y="135763"/>
                </a:lnTo>
                <a:lnTo>
                  <a:pt x="4902" y="135791"/>
                </a:lnTo>
                <a:lnTo>
                  <a:pt x="5421" y="135784"/>
                </a:lnTo>
                <a:lnTo>
                  <a:pt x="5987" y="135740"/>
                </a:lnTo>
                <a:lnTo>
                  <a:pt x="6597" y="135658"/>
                </a:lnTo>
                <a:lnTo>
                  <a:pt x="7252" y="135536"/>
                </a:lnTo>
                <a:lnTo>
                  <a:pt x="7950" y="135373"/>
                </a:lnTo>
                <a:lnTo>
                  <a:pt x="8690" y="135167"/>
                </a:lnTo>
                <a:lnTo>
                  <a:pt x="9470" y="134916"/>
                </a:lnTo>
                <a:lnTo>
                  <a:pt x="9476" y="134940"/>
                </a:lnTo>
                <a:lnTo>
                  <a:pt x="9482" y="134963"/>
                </a:lnTo>
                <a:lnTo>
                  <a:pt x="9488" y="134987"/>
                </a:lnTo>
                <a:lnTo>
                  <a:pt x="9494" y="135010"/>
                </a:lnTo>
                <a:lnTo>
                  <a:pt x="9500" y="135034"/>
                </a:lnTo>
                <a:lnTo>
                  <a:pt x="9506" y="135057"/>
                </a:lnTo>
                <a:lnTo>
                  <a:pt x="9512" y="135081"/>
                </a:lnTo>
                <a:lnTo>
                  <a:pt x="9518" y="135104"/>
                </a:lnTo>
                <a:lnTo>
                  <a:pt x="9524" y="135128"/>
                </a:lnTo>
                <a:lnTo>
                  <a:pt x="9530" y="135151"/>
                </a:lnTo>
                <a:lnTo>
                  <a:pt x="9536" y="135174"/>
                </a:lnTo>
                <a:lnTo>
                  <a:pt x="9543" y="135198"/>
                </a:lnTo>
                <a:lnTo>
                  <a:pt x="9549" y="135221"/>
                </a:lnTo>
                <a:lnTo>
                  <a:pt x="9555" y="135245"/>
                </a:lnTo>
                <a:lnTo>
                  <a:pt x="9561" y="135268"/>
                </a:lnTo>
                <a:lnTo>
                  <a:pt x="9567" y="135291"/>
                </a:lnTo>
                <a:lnTo>
                  <a:pt x="9573" y="135315"/>
                </a:lnTo>
                <a:lnTo>
                  <a:pt x="9579" y="135338"/>
                </a:lnTo>
                <a:lnTo>
                  <a:pt x="9586" y="135361"/>
                </a:lnTo>
                <a:lnTo>
                  <a:pt x="9592" y="135385"/>
                </a:lnTo>
                <a:lnTo>
                  <a:pt x="9598" y="135408"/>
                </a:lnTo>
                <a:lnTo>
                  <a:pt x="9604" y="135431"/>
                </a:lnTo>
                <a:lnTo>
                  <a:pt x="9611" y="135455"/>
                </a:lnTo>
                <a:lnTo>
                  <a:pt x="9617" y="135478"/>
                </a:lnTo>
                <a:lnTo>
                  <a:pt x="9372" y="136075"/>
                </a:lnTo>
                <a:lnTo>
                  <a:pt x="9138" y="136690"/>
                </a:lnTo>
                <a:lnTo>
                  <a:pt x="8916" y="137322"/>
                </a:lnTo>
                <a:lnTo>
                  <a:pt x="8706" y="137973"/>
                </a:lnTo>
                <a:lnTo>
                  <a:pt x="8510" y="138641"/>
                </a:lnTo>
                <a:lnTo>
                  <a:pt x="8329" y="139326"/>
                </a:lnTo>
                <a:lnTo>
                  <a:pt x="8165" y="140028"/>
                </a:lnTo>
                <a:lnTo>
                  <a:pt x="8017" y="140746"/>
                </a:lnTo>
                <a:lnTo>
                  <a:pt x="7889" y="141481"/>
                </a:lnTo>
                <a:lnTo>
                  <a:pt x="7780" y="142233"/>
                </a:lnTo>
                <a:lnTo>
                  <a:pt x="7692" y="143000"/>
                </a:lnTo>
                <a:lnTo>
                  <a:pt x="7627" y="143783"/>
                </a:lnTo>
                <a:lnTo>
                  <a:pt x="7585" y="144581"/>
                </a:lnTo>
                <a:lnTo>
                  <a:pt x="7567" y="145394"/>
                </a:lnTo>
                <a:lnTo>
                  <a:pt x="7575" y="146223"/>
                </a:lnTo>
                <a:lnTo>
                  <a:pt x="7611" y="147066"/>
                </a:lnTo>
                <a:lnTo>
                  <a:pt x="7674" y="147924"/>
                </a:lnTo>
                <a:lnTo>
                  <a:pt x="7767" y="148796"/>
                </a:lnTo>
                <a:lnTo>
                  <a:pt x="7890" y="149682"/>
                </a:lnTo>
                <a:lnTo>
                  <a:pt x="8045" y="150582"/>
                </a:lnTo>
                <a:lnTo>
                  <a:pt x="8232" y="151495"/>
                </a:lnTo>
                <a:lnTo>
                  <a:pt x="8454" y="152422"/>
                </a:lnTo>
                <a:lnTo>
                  <a:pt x="8711" y="153361"/>
                </a:lnTo>
                <a:lnTo>
                  <a:pt x="9005" y="154313"/>
                </a:lnTo>
                <a:lnTo>
                  <a:pt x="9172" y="154778"/>
                </a:lnTo>
                <a:lnTo>
                  <a:pt x="9346" y="155168"/>
                </a:lnTo>
                <a:lnTo>
                  <a:pt x="9527" y="155486"/>
                </a:lnTo>
                <a:lnTo>
                  <a:pt x="9715" y="155736"/>
                </a:lnTo>
                <a:lnTo>
                  <a:pt x="9909" y="155918"/>
                </a:lnTo>
                <a:lnTo>
                  <a:pt x="10111" y="156037"/>
                </a:lnTo>
                <a:lnTo>
                  <a:pt x="10320" y="156095"/>
                </a:lnTo>
                <a:lnTo>
                  <a:pt x="10535" y="156094"/>
                </a:lnTo>
                <a:lnTo>
                  <a:pt x="10758" y="156038"/>
                </a:lnTo>
                <a:lnTo>
                  <a:pt x="10988" y="155928"/>
                </a:lnTo>
                <a:lnTo>
                  <a:pt x="11225" y="155769"/>
                </a:lnTo>
                <a:lnTo>
                  <a:pt x="11468" y="155561"/>
                </a:lnTo>
                <a:lnTo>
                  <a:pt x="11719" y="155309"/>
                </a:lnTo>
                <a:lnTo>
                  <a:pt x="11978" y="155014"/>
                </a:lnTo>
                <a:lnTo>
                  <a:pt x="12243" y="154679"/>
                </a:lnTo>
                <a:lnTo>
                  <a:pt x="12515" y="154308"/>
                </a:lnTo>
                <a:lnTo>
                  <a:pt x="12795" y="153902"/>
                </a:lnTo>
                <a:lnTo>
                  <a:pt x="13082" y="153465"/>
                </a:lnTo>
                <a:lnTo>
                  <a:pt x="13376" y="152999"/>
                </a:lnTo>
                <a:lnTo>
                  <a:pt x="13677" y="152507"/>
                </a:lnTo>
                <a:lnTo>
                  <a:pt x="13986" y="151991"/>
                </a:lnTo>
                <a:lnTo>
                  <a:pt x="14302" y="151454"/>
                </a:lnTo>
                <a:lnTo>
                  <a:pt x="14625" y="150899"/>
                </a:lnTo>
                <a:lnTo>
                  <a:pt x="14955" y="150329"/>
                </a:lnTo>
                <a:lnTo>
                  <a:pt x="16031" y="152614"/>
                </a:lnTo>
                <a:lnTo>
                  <a:pt x="17149" y="154828"/>
                </a:lnTo>
                <a:lnTo>
                  <a:pt x="18308" y="156971"/>
                </a:lnTo>
                <a:lnTo>
                  <a:pt x="19505" y="159043"/>
                </a:lnTo>
                <a:lnTo>
                  <a:pt x="20738" y="161045"/>
                </a:lnTo>
                <a:lnTo>
                  <a:pt x="22006" y="162975"/>
                </a:lnTo>
                <a:lnTo>
                  <a:pt x="23305" y="164834"/>
                </a:lnTo>
                <a:lnTo>
                  <a:pt x="24633" y="166622"/>
                </a:lnTo>
                <a:lnTo>
                  <a:pt x="25989" y="168339"/>
                </a:lnTo>
                <a:lnTo>
                  <a:pt x="27370" y="169985"/>
                </a:lnTo>
                <a:lnTo>
                  <a:pt x="28775" y="171560"/>
                </a:lnTo>
                <a:lnTo>
                  <a:pt x="30200" y="173063"/>
                </a:lnTo>
                <a:lnTo>
                  <a:pt x="31643" y="174496"/>
                </a:lnTo>
                <a:lnTo>
                  <a:pt x="33104" y="175857"/>
                </a:lnTo>
                <a:lnTo>
                  <a:pt x="34578" y="177147"/>
                </a:lnTo>
                <a:lnTo>
                  <a:pt x="36065" y="178366"/>
                </a:lnTo>
                <a:lnTo>
                  <a:pt x="37561" y="179513"/>
                </a:lnTo>
                <a:lnTo>
                  <a:pt x="39066" y="180589"/>
                </a:lnTo>
                <a:lnTo>
                  <a:pt x="40576" y="181594"/>
                </a:lnTo>
                <a:lnTo>
                  <a:pt x="42089" y="182527"/>
                </a:lnTo>
                <a:lnTo>
                  <a:pt x="43603" y="183389"/>
                </a:lnTo>
                <a:lnTo>
                  <a:pt x="45116" y="184179"/>
                </a:lnTo>
                <a:lnTo>
                  <a:pt x="46627" y="184898"/>
                </a:lnTo>
                <a:lnTo>
                  <a:pt x="48131" y="185546"/>
                </a:lnTo>
                <a:lnTo>
                  <a:pt x="49661" y="186149"/>
                </a:lnTo>
                <a:lnTo>
                  <a:pt x="51288" y="186750"/>
                </a:lnTo>
                <a:lnTo>
                  <a:pt x="53010" y="187347"/>
                </a:lnTo>
                <a:lnTo>
                  <a:pt x="54822" y="187937"/>
                </a:lnTo>
                <a:lnTo>
                  <a:pt x="56720" y="188519"/>
                </a:lnTo>
                <a:lnTo>
                  <a:pt x="58702" y="189088"/>
                </a:lnTo>
                <a:lnTo>
                  <a:pt x="60764" y="189644"/>
                </a:lnTo>
                <a:lnTo>
                  <a:pt x="62902" y="190183"/>
                </a:lnTo>
                <a:lnTo>
                  <a:pt x="65112" y="190704"/>
                </a:lnTo>
                <a:lnTo>
                  <a:pt x="67391" y="191203"/>
                </a:lnTo>
                <a:lnTo>
                  <a:pt x="69736" y="191678"/>
                </a:lnTo>
                <a:lnTo>
                  <a:pt x="72142" y="192126"/>
                </a:lnTo>
                <a:lnTo>
                  <a:pt x="74607" y="192546"/>
                </a:lnTo>
                <a:lnTo>
                  <a:pt x="77125" y="192935"/>
                </a:lnTo>
                <a:lnTo>
                  <a:pt x="79695" y="193289"/>
                </a:lnTo>
                <a:lnTo>
                  <a:pt x="82312" y="193608"/>
                </a:lnTo>
                <a:lnTo>
                  <a:pt x="84973" y="193888"/>
                </a:lnTo>
                <a:lnTo>
                  <a:pt x="87675" y="194127"/>
                </a:lnTo>
                <a:lnTo>
                  <a:pt x="90412" y="194322"/>
                </a:lnTo>
                <a:lnTo>
                  <a:pt x="93183" y="194471"/>
                </a:lnTo>
                <a:lnTo>
                  <a:pt x="95983" y="194571"/>
                </a:lnTo>
                <a:lnTo>
                  <a:pt x="98809" y="194620"/>
                </a:lnTo>
                <a:lnTo>
                  <a:pt x="101657" y="194616"/>
                </a:lnTo>
                <a:lnTo>
                  <a:pt x="104523" y="194556"/>
                </a:lnTo>
                <a:lnTo>
                  <a:pt x="107406" y="194437"/>
                </a:lnTo>
                <a:lnTo>
                  <a:pt x="110306" y="194257"/>
                </a:lnTo>
                <a:lnTo>
                  <a:pt x="113217" y="194013"/>
                </a:lnTo>
                <a:lnTo>
                  <a:pt x="116137" y="193702"/>
                </a:lnTo>
                <a:lnTo>
                  <a:pt x="119061" y="193322"/>
                </a:lnTo>
                <a:lnTo>
                  <a:pt x="121987" y="192869"/>
                </a:lnTo>
                <a:lnTo>
                  <a:pt x="124909" y="192342"/>
                </a:lnTo>
                <a:lnTo>
                  <a:pt x="127824" y="191737"/>
                </a:lnTo>
                <a:lnTo>
                  <a:pt x="130728" y="191052"/>
                </a:lnTo>
                <a:lnTo>
                  <a:pt x="133618" y="190283"/>
                </a:lnTo>
                <a:lnTo>
                  <a:pt x="136489" y="189429"/>
                </a:lnTo>
                <a:lnTo>
                  <a:pt x="139338" y="188487"/>
                </a:lnTo>
                <a:lnTo>
                  <a:pt x="142161" y="187453"/>
                </a:lnTo>
                <a:lnTo>
                  <a:pt x="144953" y="186325"/>
                </a:lnTo>
                <a:lnTo>
                  <a:pt x="147712" y="185101"/>
                </a:lnTo>
                <a:lnTo>
                  <a:pt x="150433" y="183778"/>
                </a:lnTo>
                <a:lnTo>
                  <a:pt x="153112" y="182352"/>
                </a:lnTo>
                <a:lnTo>
                  <a:pt x="155746" y="180822"/>
                </a:lnTo>
                <a:lnTo>
                  <a:pt x="158331" y="179185"/>
                </a:lnTo>
                <a:lnTo>
                  <a:pt x="160862" y="177437"/>
                </a:lnTo>
                <a:lnTo>
                  <a:pt x="163336" y="175577"/>
                </a:lnTo>
                <a:lnTo>
                  <a:pt x="165750" y="173601"/>
                </a:lnTo>
                <a:lnTo>
                  <a:pt x="168099" y="171507"/>
                </a:lnTo>
                <a:lnTo>
                  <a:pt x="170379" y="169292"/>
                </a:lnTo>
                <a:lnTo>
                  <a:pt x="171006" y="168647"/>
                </a:lnTo>
                <a:lnTo>
                  <a:pt x="171619" y="167997"/>
                </a:lnTo>
                <a:lnTo>
                  <a:pt x="172219" y="167342"/>
                </a:lnTo>
                <a:lnTo>
                  <a:pt x="172805" y="166683"/>
                </a:lnTo>
                <a:lnTo>
                  <a:pt x="173378" y="166020"/>
                </a:lnTo>
                <a:lnTo>
                  <a:pt x="173938" y="165352"/>
                </a:lnTo>
                <a:lnTo>
                  <a:pt x="174486" y="164681"/>
                </a:lnTo>
                <a:lnTo>
                  <a:pt x="175020" y="164005"/>
                </a:lnTo>
                <a:lnTo>
                  <a:pt x="175541" y="163325"/>
                </a:lnTo>
                <a:lnTo>
                  <a:pt x="176050" y="162641"/>
                </a:lnTo>
                <a:lnTo>
                  <a:pt x="176546" y="161953"/>
                </a:lnTo>
                <a:lnTo>
                  <a:pt x="177029" y="161262"/>
                </a:lnTo>
                <a:lnTo>
                  <a:pt x="177500" y="160566"/>
                </a:lnTo>
                <a:lnTo>
                  <a:pt x="177959" y="159867"/>
                </a:lnTo>
                <a:lnTo>
                  <a:pt x="178405" y="159164"/>
                </a:lnTo>
                <a:lnTo>
                  <a:pt x="178839" y="158458"/>
                </a:lnTo>
                <a:lnTo>
                  <a:pt x="179260" y="157748"/>
                </a:lnTo>
                <a:lnTo>
                  <a:pt x="179670" y="157035"/>
                </a:lnTo>
                <a:lnTo>
                  <a:pt x="180067" y="156318"/>
                </a:lnTo>
                <a:lnTo>
                  <a:pt x="180453" y="155598"/>
                </a:lnTo>
                <a:lnTo>
                  <a:pt x="180827" y="154875"/>
                </a:lnTo>
                <a:lnTo>
                  <a:pt x="181189" y="154148"/>
                </a:lnTo>
                <a:lnTo>
                  <a:pt x="181539" y="153419"/>
                </a:lnTo>
                <a:lnTo>
                  <a:pt x="181878" y="152686"/>
                </a:lnTo>
                <a:lnTo>
                  <a:pt x="182097" y="153058"/>
                </a:lnTo>
                <a:lnTo>
                  <a:pt x="182429" y="153630"/>
                </a:lnTo>
                <a:lnTo>
                  <a:pt x="182753" y="154186"/>
                </a:lnTo>
                <a:lnTo>
                  <a:pt x="183070" y="154724"/>
                </a:lnTo>
                <a:lnTo>
                  <a:pt x="183379" y="155242"/>
                </a:lnTo>
                <a:lnTo>
                  <a:pt x="183681" y="155735"/>
                </a:lnTo>
                <a:lnTo>
                  <a:pt x="183976" y="156203"/>
                </a:lnTo>
                <a:lnTo>
                  <a:pt x="184264" y="156642"/>
                </a:lnTo>
                <a:lnTo>
                  <a:pt x="184544" y="157049"/>
                </a:lnTo>
                <a:lnTo>
                  <a:pt x="184817" y="157421"/>
                </a:lnTo>
                <a:lnTo>
                  <a:pt x="185083" y="157757"/>
                </a:lnTo>
                <a:lnTo>
                  <a:pt x="185342" y="158053"/>
                </a:lnTo>
                <a:lnTo>
                  <a:pt x="185593" y="158307"/>
                </a:lnTo>
                <a:lnTo>
                  <a:pt x="185838" y="158515"/>
                </a:lnTo>
                <a:lnTo>
                  <a:pt x="186075" y="158676"/>
                </a:lnTo>
                <a:lnTo>
                  <a:pt x="186305" y="158787"/>
                </a:lnTo>
                <a:lnTo>
                  <a:pt x="186528" y="158844"/>
                </a:lnTo>
                <a:lnTo>
                  <a:pt x="186743" y="158845"/>
                </a:lnTo>
                <a:lnTo>
                  <a:pt x="186952" y="158788"/>
                </a:lnTo>
                <a:lnTo>
                  <a:pt x="187154" y="158669"/>
                </a:lnTo>
                <a:lnTo>
                  <a:pt x="187348" y="158487"/>
                </a:lnTo>
                <a:lnTo>
                  <a:pt x="187536" y="158238"/>
                </a:lnTo>
                <a:lnTo>
                  <a:pt x="187717" y="157919"/>
                </a:lnTo>
                <a:lnTo>
                  <a:pt x="187890" y="157529"/>
                </a:lnTo>
                <a:lnTo>
                  <a:pt x="188057" y="157064"/>
                </a:lnTo>
                <a:lnTo>
                  <a:pt x="188365" y="156062"/>
                </a:lnTo>
                <a:lnTo>
                  <a:pt x="188633" y="155074"/>
                </a:lnTo>
                <a:lnTo>
                  <a:pt x="188862" y="154100"/>
                </a:lnTo>
                <a:lnTo>
                  <a:pt x="189053" y="153142"/>
                </a:lnTo>
                <a:lnTo>
                  <a:pt x="189208" y="152198"/>
                </a:lnTo>
                <a:lnTo>
                  <a:pt x="189328" y="151270"/>
                </a:lnTo>
                <a:lnTo>
                  <a:pt x="189415" y="150357"/>
                </a:lnTo>
                <a:lnTo>
                  <a:pt x="189470" y="149460"/>
                </a:lnTo>
                <a:lnTo>
                  <a:pt x="189494" y="148579"/>
                </a:lnTo>
                <a:lnTo>
                  <a:pt x="189489" y="147715"/>
                </a:lnTo>
                <a:lnTo>
                  <a:pt x="189456" y="146868"/>
                </a:lnTo>
                <a:lnTo>
                  <a:pt x="189397" y="146037"/>
                </a:lnTo>
                <a:lnTo>
                  <a:pt x="189313" y="145224"/>
                </a:lnTo>
                <a:lnTo>
                  <a:pt x="189205" y="144428"/>
                </a:lnTo>
                <a:lnTo>
                  <a:pt x="189074" y="143651"/>
                </a:lnTo>
                <a:lnTo>
                  <a:pt x="188923" y="142891"/>
                </a:lnTo>
                <a:lnTo>
                  <a:pt x="188752" y="142150"/>
                </a:lnTo>
                <a:lnTo>
                  <a:pt x="188564" y="141428"/>
                </a:lnTo>
                <a:lnTo>
                  <a:pt x="188358" y="140724"/>
                </a:lnTo>
                <a:lnTo>
                  <a:pt x="188137" y="140040"/>
                </a:lnTo>
                <a:lnTo>
                  <a:pt x="187902" y="139375"/>
                </a:lnTo>
                <a:lnTo>
                  <a:pt x="187655" y="138731"/>
                </a:lnTo>
                <a:lnTo>
                  <a:pt x="187396" y="138106"/>
                </a:lnTo>
                <a:lnTo>
                  <a:pt x="187128" y="137502"/>
                </a:lnTo>
                <a:lnTo>
                  <a:pt x="187146" y="137507"/>
                </a:lnTo>
                <a:lnTo>
                  <a:pt x="187966" y="137789"/>
                </a:lnTo>
                <a:lnTo>
                  <a:pt x="188744" y="138023"/>
                </a:lnTo>
                <a:lnTo>
                  <a:pt x="189479" y="138212"/>
                </a:lnTo>
                <a:lnTo>
                  <a:pt x="190170" y="138357"/>
                </a:lnTo>
                <a:lnTo>
                  <a:pt x="190816" y="138459"/>
                </a:lnTo>
                <a:lnTo>
                  <a:pt x="191415" y="138520"/>
                </a:lnTo>
                <a:lnTo>
                  <a:pt x="191965" y="138543"/>
                </a:lnTo>
                <a:lnTo>
                  <a:pt x="192466" y="138528"/>
                </a:lnTo>
                <a:lnTo>
                  <a:pt x="192915" y="138476"/>
                </a:lnTo>
                <a:lnTo>
                  <a:pt x="193313" y="138390"/>
                </a:lnTo>
                <a:lnTo>
                  <a:pt x="193657" y="138272"/>
                </a:lnTo>
                <a:lnTo>
                  <a:pt x="193946" y="138121"/>
                </a:lnTo>
                <a:lnTo>
                  <a:pt x="194178" y="137942"/>
                </a:lnTo>
                <a:lnTo>
                  <a:pt x="194353" y="137734"/>
                </a:lnTo>
                <a:lnTo>
                  <a:pt x="194469" y="137499"/>
                </a:lnTo>
                <a:lnTo>
                  <a:pt x="194525" y="137239"/>
                </a:lnTo>
                <a:lnTo>
                  <a:pt x="194519" y="136956"/>
                </a:lnTo>
                <a:lnTo>
                  <a:pt x="194451" y="136651"/>
                </a:lnTo>
                <a:lnTo>
                  <a:pt x="194318" y="136326"/>
                </a:lnTo>
                <a:lnTo>
                  <a:pt x="194119" y="135982"/>
                </a:lnTo>
                <a:lnTo>
                  <a:pt x="193853" y="135621"/>
                </a:lnTo>
                <a:lnTo>
                  <a:pt x="193519" y="135245"/>
                </a:lnTo>
                <a:lnTo>
                  <a:pt x="193115" y="134855"/>
                </a:lnTo>
                <a:lnTo>
                  <a:pt x="192641" y="134452"/>
                </a:lnTo>
                <a:lnTo>
                  <a:pt x="192374" y="134221"/>
                </a:lnTo>
                <a:lnTo>
                  <a:pt x="192123" y="133971"/>
                </a:lnTo>
                <a:lnTo>
                  <a:pt x="191890" y="133704"/>
                </a:lnTo>
                <a:lnTo>
                  <a:pt x="191672" y="133420"/>
                </a:lnTo>
                <a:lnTo>
                  <a:pt x="191469" y="133120"/>
                </a:lnTo>
                <a:lnTo>
                  <a:pt x="191281" y="132805"/>
                </a:lnTo>
                <a:lnTo>
                  <a:pt x="191106" y="132477"/>
                </a:lnTo>
                <a:lnTo>
                  <a:pt x="190944" y="132136"/>
                </a:lnTo>
                <a:lnTo>
                  <a:pt x="190795" y="131784"/>
                </a:lnTo>
                <a:lnTo>
                  <a:pt x="190658" y="131422"/>
                </a:lnTo>
                <a:lnTo>
                  <a:pt x="190532" y="131050"/>
                </a:lnTo>
                <a:lnTo>
                  <a:pt x="190416" y="130670"/>
                </a:lnTo>
                <a:lnTo>
                  <a:pt x="190310" y="130283"/>
                </a:lnTo>
                <a:lnTo>
                  <a:pt x="190213" y="129890"/>
                </a:lnTo>
                <a:lnTo>
                  <a:pt x="190124" y="129492"/>
                </a:lnTo>
                <a:lnTo>
                  <a:pt x="190043" y="129090"/>
                </a:lnTo>
                <a:lnTo>
                  <a:pt x="189969" y="128685"/>
                </a:lnTo>
                <a:lnTo>
                  <a:pt x="189901" y="128279"/>
                </a:lnTo>
                <a:lnTo>
                  <a:pt x="189839" y="127871"/>
                </a:lnTo>
                <a:lnTo>
                  <a:pt x="189782" y="127465"/>
                </a:lnTo>
                <a:lnTo>
                  <a:pt x="189729" y="127059"/>
                </a:lnTo>
                <a:lnTo>
                  <a:pt x="189680" y="126656"/>
                </a:lnTo>
                <a:lnTo>
                  <a:pt x="189635" y="126256"/>
                </a:lnTo>
                <a:lnTo>
                  <a:pt x="189591" y="125861"/>
                </a:lnTo>
                <a:lnTo>
                  <a:pt x="190152" y="126196"/>
                </a:lnTo>
                <a:lnTo>
                  <a:pt x="190693" y="126511"/>
                </a:lnTo>
                <a:lnTo>
                  <a:pt x="191214" y="126799"/>
                </a:lnTo>
                <a:lnTo>
                  <a:pt x="191712" y="127054"/>
                </a:lnTo>
                <a:lnTo>
                  <a:pt x="192185" y="127269"/>
                </a:lnTo>
                <a:lnTo>
                  <a:pt x="192632" y="127438"/>
                </a:lnTo>
                <a:lnTo>
                  <a:pt x="193049" y="127554"/>
                </a:lnTo>
                <a:lnTo>
                  <a:pt x="193436" y="127612"/>
                </a:lnTo>
                <a:lnTo>
                  <a:pt x="193790" y="127604"/>
                </a:lnTo>
                <a:lnTo>
                  <a:pt x="194110" y="127524"/>
                </a:lnTo>
                <a:lnTo>
                  <a:pt x="194393" y="127365"/>
                </a:lnTo>
                <a:lnTo>
                  <a:pt x="194638" y="127121"/>
                </a:lnTo>
                <a:lnTo>
                  <a:pt x="194842" y="126786"/>
                </a:lnTo>
                <a:lnTo>
                  <a:pt x="195004" y="126353"/>
                </a:lnTo>
                <a:lnTo>
                  <a:pt x="195122" y="125815"/>
                </a:lnTo>
                <a:lnTo>
                  <a:pt x="195194" y="125166"/>
                </a:lnTo>
                <a:lnTo>
                  <a:pt x="195217" y="124400"/>
                </a:lnTo>
                <a:lnTo>
                  <a:pt x="195190" y="123510"/>
                </a:lnTo>
                <a:lnTo>
                  <a:pt x="195111" y="122489"/>
                </a:lnTo>
                <a:lnTo>
                  <a:pt x="194978" y="121332"/>
                </a:lnTo>
                <a:lnTo>
                  <a:pt x="194790" y="120031"/>
                </a:lnTo>
                <a:lnTo>
                  <a:pt x="194543" y="118581"/>
                </a:lnTo>
                <a:lnTo>
                  <a:pt x="194236" y="116973"/>
                </a:lnTo>
                <a:lnTo>
                  <a:pt x="193868" y="115204"/>
                </a:lnTo>
                <a:lnTo>
                  <a:pt x="193452" y="113371"/>
                </a:lnTo>
                <a:lnTo>
                  <a:pt x="193011" y="111608"/>
                </a:lnTo>
                <a:lnTo>
                  <a:pt x="192546" y="109915"/>
                </a:lnTo>
                <a:lnTo>
                  <a:pt x="192060" y="108289"/>
                </a:lnTo>
                <a:lnTo>
                  <a:pt x="191553" y="106729"/>
                </a:lnTo>
                <a:lnTo>
                  <a:pt x="191026" y="105235"/>
                </a:lnTo>
                <a:lnTo>
                  <a:pt x="190482" y="103805"/>
                </a:lnTo>
                <a:lnTo>
                  <a:pt x="189921" y="102439"/>
                </a:lnTo>
                <a:lnTo>
                  <a:pt x="189345" y="101133"/>
                </a:lnTo>
                <a:lnTo>
                  <a:pt x="188755" y="99889"/>
                </a:lnTo>
                <a:lnTo>
                  <a:pt x="188153" y="98704"/>
                </a:lnTo>
                <a:lnTo>
                  <a:pt x="187540" y="97578"/>
                </a:lnTo>
                <a:lnTo>
                  <a:pt x="186918" y="96508"/>
                </a:lnTo>
                <a:lnTo>
                  <a:pt x="186287" y="95495"/>
                </a:lnTo>
                <a:lnTo>
                  <a:pt x="185650" y="94536"/>
                </a:lnTo>
                <a:lnTo>
                  <a:pt x="185007" y="93631"/>
                </a:lnTo>
                <a:lnTo>
                  <a:pt x="184361" y="92779"/>
                </a:lnTo>
                <a:lnTo>
                  <a:pt x="183712" y="91978"/>
                </a:lnTo>
                <a:lnTo>
                  <a:pt x="183062" y="91226"/>
                </a:lnTo>
                <a:lnTo>
                  <a:pt x="182412" y="90524"/>
                </a:lnTo>
                <a:lnTo>
                  <a:pt x="181764" y="89870"/>
                </a:lnTo>
                <a:lnTo>
                  <a:pt x="181120" y="89262"/>
                </a:lnTo>
                <a:lnTo>
                  <a:pt x="180479" y="88700"/>
                </a:lnTo>
                <a:lnTo>
                  <a:pt x="179845" y="88182"/>
                </a:lnTo>
                <a:lnTo>
                  <a:pt x="180038" y="844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D06A3B-8030-4FF8-9FEB-1131D41C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305" y="9400984"/>
            <a:ext cx="174805" cy="193465"/>
          </a:xfrm>
          <a:custGeom xmlns:a="http://schemas.openxmlformats.org/drawingml/2006/main">
            <a:pathLst>
              <a:path w="174805" h="193465">
                <a:moveTo>
                  <a:pt x="30721" y="0"/>
                </a:moveTo>
                <a:cubicBezTo>
                  <a:pt x="22716" y="0"/>
                  <a:pt x="3447" y="52588"/>
                  <a:pt x="5792" y="83239"/>
                </a:cubicBezTo>
                <a:cubicBezTo>
                  <a:pt x="1074" y="101022"/>
                  <a:pt x="0" y="117049"/>
                  <a:pt x="3150" y="128360"/>
                </a:cubicBezTo>
                <a:cubicBezTo>
                  <a:pt x="10266" y="153913"/>
                  <a:pt x="25247" y="169215"/>
                  <a:pt x="38674" y="174698"/>
                </a:cubicBezTo>
                <a:cubicBezTo>
                  <a:pt x="60868" y="183759"/>
                  <a:pt x="120702" y="193465"/>
                  <a:pt x="154051" y="159558"/>
                </a:cubicBezTo>
                <a:cubicBezTo>
                  <a:pt x="174805" y="138462"/>
                  <a:pt x="171842" y="109042"/>
                  <a:pt x="162359" y="83239"/>
                </a:cubicBezTo>
                <a:cubicBezTo>
                  <a:pt x="165909" y="23472"/>
                  <a:pt x="150562" y="5644"/>
                  <a:pt x="146197" y="4803"/>
                </a:cubicBezTo>
                <a:cubicBezTo>
                  <a:pt x="141824" y="3970"/>
                  <a:pt x="105136" y="25251"/>
                  <a:pt x="98247" y="36821"/>
                </a:cubicBezTo>
                <a:cubicBezTo>
                  <a:pt x="88405" y="33946"/>
                  <a:pt x="73488" y="34331"/>
                  <a:pt x="66595" y="35655"/>
                </a:cubicBezTo>
                <a:cubicBezTo>
                  <a:pt x="52063" y="7336"/>
                  <a:pt x="34576" y="0"/>
                  <a:pt x="30722" y="0"/>
                </a:cubicBezTo>
                <a:lnTo>
                  <a:pt x="3072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87A8A-6CD6-4374-98F8-7FAF7163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357" y="9433309"/>
            <a:ext cx="152473" cy="150752"/>
          </a:xfrm>
          <a:custGeom xmlns:a="http://schemas.openxmlformats.org/drawingml/2006/main">
            <a:pathLst>
              <a:path w="152473" h="150752">
                <a:moveTo>
                  <a:pt x="33000" y="81082"/>
                </a:moveTo>
                <a:cubicBezTo>
                  <a:pt x="41563" y="83460"/>
                  <a:pt x="44670" y="83176"/>
                  <a:pt x="49501" y="79557"/>
                </a:cubicBezTo>
                <a:cubicBezTo>
                  <a:pt x="55721" y="74886"/>
                  <a:pt x="59640" y="59390"/>
                  <a:pt x="62637" y="30361"/>
                </a:cubicBezTo>
                <a:cubicBezTo>
                  <a:pt x="63645" y="20580"/>
                  <a:pt x="58632" y="6083"/>
                  <a:pt x="59281" y="3164"/>
                </a:cubicBezTo>
                <a:cubicBezTo>
                  <a:pt x="59736" y="0"/>
                  <a:pt x="86775" y="1332"/>
                  <a:pt x="87388" y="4382"/>
                </a:cubicBezTo>
                <a:cubicBezTo>
                  <a:pt x="88019" y="7529"/>
                  <a:pt x="83725" y="17223"/>
                  <a:pt x="83111" y="30361"/>
                </a:cubicBezTo>
                <a:cubicBezTo>
                  <a:pt x="84032" y="61835"/>
                  <a:pt x="89106" y="70363"/>
                  <a:pt x="95636" y="77717"/>
                </a:cubicBezTo>
                <a:cubicBezTo>
                  <a:pt x="98081" y="80469"/>
                  <a:pt x="101446" y="81503"/>
                  <a:pt x="106635" y="81082"/>
                </a:cubicBezTo>
                <a:cubicBezTo>
                  <a:pt x="117941" y="80162"/>
                  <a:pt x="139186" y="67445"/>
                  <a:pt x="147889" y="79557"/>
                </a:cubicBezTo>
                <a:cubicBezTo>
                  <a:pt x="151921" y="85160"/>
                  <a:pt x="152473" y="105527"/>
                  <a:pt x="141474" y="122639"/>
                </a:cubicBezTo>
                <a:cubicBezTo>
                  <a:pt x="126530" y="145886"/>
                  <a:pt x="89834" y="150752"/>
                  <a:pt x="75469" y="150752"/>
                </a:cubicBezTo>
                <a:cubicBezTo>
                  <a:pt x="47041" y="150752"/>
                  <a:pt x="32695" y="142806"/>
                  <a:pt x="21695" y="133945"/>
                </a:cubicBezTo>
                <a:cubicBezTo>
                  <a:pt x="10695" y="125083"/>
                  <a:pt x="0" y="112250"/>
                  <a:pt x="2138" y="91776"/>
                </a:cubicBezTo>
                <a:cubicBezTo>
                  <a:pt x="4280" y="71275"/>
                  <a:pt x="27500" y="79557"/>
                  <a:pt x="33000" y="8108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B903FD-5BA8-4D58-9607-9BFB82FF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218" y="9526003"/>
            <a:ext cx="66307" cy="26847"/>
          </a:xfrm>
          <a:custGeom xmlns:a="http://schemas.openxmlformats.org/drawingml/2006/main">
            <a:pathLst>
              <a:path w="66307" h="26847">
                <a:moveTo>
                  <a:pt x="32082" y="26278"/>
                </a:moveTo>
                <a:cubicBezTo>
                  <a:pt x="15579" y="25839"/>
                  <a:pt x="1834" y="14667"/>
                  <a:pt x="0" y="305"/>
                </a:cubicBezTo>
                <a:cubicBezTo>
                  <a:pt x="14361" y="13139"/>
                  <a:pt x="21889" y="4583"/>
                  <a:pt x="33607" y="4583"/>
                </a:cubicBezTo>
                <a:cubicBezTo>
                  <a:pt x="44913" y="4583"/>
                  <a:pt x="49199" y="14972"/>
                  <a:pt x="66307" y="0"/>
                </a:cubicBezTo>
                <a:cubicBezTo>
                  <a:pt x="66307" y="11612"/>
                  <a:pt x="53467" y="26847"/>
                  <a:pt x="32082" y="262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151E22-4A45-4BEB-BB72-54108F1A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286" y="9532003"/>
            <a:ext cx="29536" cy="36662"/>
          </a:xfrm>
          <a:custGeom xmlns:a="http://schemas.openxmlformats.org/drawingml/2006/main">
            <a:pathLst>
              <a:path w="29536" h="36662">
                <a:moveTo>
                  <a:pt x="1174" y="23830"/>
                </a:moveTo>
                <a:cubicBezTo>
                  <a:pt x="0" y="15176"/>
                  <a:pt x="1069" y="6212"/>
                  <a:pt x="3313" y="612"/>
                </a:cubicBezTo>
                <a:lnTo>
                  <a:pt x="29536" y="0"/>
                </a:lnTo>
                <a:cubicBezTo>
                  <a:pt x="29028" y="5500"/>
                  <a:pt x="27652" y="15153"/>
                  <a:pt x="28625" y="23220"/>
                </a:cubicBezTo>
                <a:cubicBezTo>
                  <a:pt x="29475" y="30246"/>
                  <a:pt x="26188" y="36662"/>
                  <a:pt x="15206" y="36662"/>
                </a:cubicBezTo>
                <a:cubicBezTo>
                  <a:pt x="6056" y="36662"/>
                  <a:pt x="2086" y="30551"/>
                  <a:pt x="1174" y="23830"/>
                </a:cubicBezTo>
                <a:close/>
              </a:path>
            </a:pathLst>
          </a:custGeom>
          <a:solidFill xmlns:a="http://schemas.openxmlformats.org/drawingml/2006/main">
            <a:srgbClr val="FF8F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E85B2-F685-412B-9873-CFA47FB1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7454" y="9530281"/>
            <a:ext cx="32875" cy="39586"/>
          </a:xfrm>
          <a:custGeom xmlns:a="http://schemas.openxmlformats.org/drawingml/2006/main">
            <a:pathLst>
              <a:path w="32875" h="39586">
                <a:moveTo>
                  <a:pt x="32875" y="1423"/>
                </a:moveTo>
                <a:lnTo>
                  <a:pt x="32446" y="725"/>
                </a:lnTo>
                <a:cubicBezTo>
                  <a:pt x="32358" y="1690"/>
                  <a:pt x="32244" y="2767"/>
                  <a:pt x="32122" y="3929"/>
                </a:cubicBezTo>
                <a:cubicBezTo>
                  <a:pt x="31526" y="9705"/>
                  <a:pt x="30702" y="17584"/>
                  <a:pt x="31517" y="24348"/>
                </a:cubicBezTo>
                <a:cubicBezTo>
                  <a:pt x="31973" y="28179"/>
                  <a:pt x="31333" y="32029"/>
                  <a:pt x="28923" y="34935"/>
                </a:cubicBezTo>
                <a:cubicBezTo>
                  <a:pt x="26495" y="37860"/>
                  <a:pt x="22481" y="39586"/>
                  <a:pt x="16679" y="39586"/>
                </a:cubicBezTo>
                <a:cubicBezTo>
                  <a:pt x="11736" y="39586"/>
                  <a:pt x="8072" y="37900"/>
                  <a:pt x="5530" y="35188"/>
                </a:cubicBezTo>
                <a:cubicBezTo>
                  <a:pt x="3024" y="32505"/>
                  <a:pt x="1709" y="28929"/>
                  <a:pt x="1218" y="25297"/>
                </a:cubicBezTo>
                <a:cubicBezTo>
                  <a:pt x="0" y="16218"/>
                  <a:pt x="1104" y="6770"/>
                  <a:pt x="3462" y="770"/>
                </a:cubicBezTo>
                <a:lnTo>
                  <a:pt x="3769" y="0"/>
                </a:lnTo>
                <a:lnTo>
                  <a:pt x="32875" y="1423"/>
                </a:lnTo>
                <a:close/>
                <a:moveTo>
                  <a:pt x="5478" y="2474"/>
                </a:moveTo>
                <a:cubicBezTo>
                  <a:pt x="3497" y="8043"/>
                  <a:pt x="2559" y="16622"/>
                  <a:pt x="3672" y="24957"/>
                </a:cubicBezTo>
                <a:cubicBezTo>
                  <a:pt x="4111" y="28240"/>
                  <a:pt x="5276" y="31265"/>
                  <a:pt x="7327" y="33454"/>
                </a:cubicBezTo>
                <a:cubicBezTo>
                  <a:pt x="9352" y="35615"/>
                  <a:pt x="12340" y="37071"/>
                  <a:pt x="16679" y="37071"/>
                </a:cubicBezTo>
                <a:cubicBezTo>
                  <a:pt x="22008" y="37071"/>
                  <a:pt x="25224" y="35498"/>
                  <a:pt x="27030" y="33314"/>
                </a:cubicBezTo>
                <a:cubicBezTo>
                  <a:pt x="28861" y="31113"/>
                  <a:pt x="29466" y="28047"/>
                  <a:pt x="29054" y="24649"/>
                </a:cubicBezTo>
                <a:cubicBezTo>
                  <a:pt x="28213" y="17568"/>
                  <a:pt x="29072" y="9327"/>
                  <a:pt x="29668" y="3570"/>
                </a:cubicBezTo>
                <a:cubicBezTo>
                  <a:pt x="29729" y="2986"/>
                  <a:pt x="29790" y="2428"/>
                  <a:pt x="29843" y="1898"/>
                </a:cubicBezTo>
                <a:lnTo>
                  <a:pt x="5478" y="2474"/>
                </a:lnTo>
                <a:close/>
              </a:path>
            </a:pathLst>
          </a:custGeom>
          <a:solidFill xmlns:a="http://schemas.openxmlformats.org/drawingml/2006/main">
            <a:srgbClr val="DF413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0F88E-C3FB-40C8-9822-9A627ED7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717" y="9530586"/>
            <a:ext cx="8861" cy="24107"/>
          </a:xfrm>
          <a:custGeom xmlns:a="http://schemas.openxmlformats.org/drawingml/2006/main">
            <a:pathLst>
              <a:path w="8861" h="24107">
                <a:moveTo>
                  <a:pt x="8861" y="2444"/>
                </a:moveTo>
                <a:cubicBezTo>
                  <a:pt x="6722" y="4889"/>
                  <a:pt x="4891" y="8983"/>
                  <a:pt x="4891" y="19250"/>
                </a:cubicBezTo>
                <a:lnTo>
                  <a:pt x="4891" y="19799"/>
                </a:lnTo>
                <a:cubicBezTo>
                  <a:pt x="5005" y="22971"/>
                  <a:pt x="4899" y="24107"/>
                  <a:pt x="4891" y="19799"/>
                </a:cubicBezTo>
                <a:cubicBezTo>
                  <a:pt x="4707" y="14534"/>
                  <a:pt x="3953" y="3658"/>
                  <a:pt x="1227" y="2750"/>
                </a:cubicBezTo>
                <a:cubicBezTo>
                  <a:pt x="307" y="2444"/>
                  <a:pt x="0" y="0"/>
                  <a:pt x="8861" y="2444"/>
                </a:cubicBezTo>
                <a:close/>
              </a:path>
            </a:pathLst>
          </a:custGeom>
          <a:solidFill xmlns:a="http://schemas.openxmlformats.org/drawingml/2006/main">
            <a:srgbClr val="D74D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84EE52-8193-431F-9E9B-036910B4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735" y="9504925"/>
            <a:ext cx="67079" cy="32194"/>
          </a:xfrm>
          <a:custGeom xmlns:a="http://schemas.openxmlformats.org/drawingml/2006/main">
            <a:pathLst>
              <a:path w="67079" h="32194">
                <a:moveTo>
                  <a:pt x="31776" y="16149"/>
                </a:moveTo>
                <a:cubicBezTo>
                  <a:pt x="38797" y="16149"/>
                  <a:pt x="44485" y="10881"/>
                  <a:pt x="44485" y="6354"/>
                </a:cubicBezTo>
                <a:cubicBezTo>
                  <a:pt x="44485" y="1832"/>
                  <a:pt x="38797" y="0"/>
                  <a:pt x="31776" y="0"/>
                </a:cubicBezTo>
                <a:cubicBezTo>
                  <a:pt x="24756" y="0"/>
                  <a:pt x="19068" y="1832"/>
                  <a:pt x="19068" y="6354"/>
                </a:cubicBezTo>
                <a:cubicBezTo>
                  <a:pt x="19068" y="10881"/>
                  <a:pt x="24756" y="16149"/>
                  <a:pt x="31776" y="16149"/>
                </a:cubicBezTo>
                <a:close/>
                <a:moveTo>
                  <a:pt x="5024" y="19651"/>
                </a:moveTo>
                <a:cubicBezTo>
                  <a:pt x="4490" y="18410"/>
                  <a:pt x="3053" y="17838"/>
                  <a:pt x="1812" y="18372"/>
                </a:cubicBezTo>
                <a:cubicBezTo>
                  <a:pt x="572" y="18906"/>
                  <a:pt x="0" y="20344"/>
                  <a:pt x="534" y="21584"/>
                </a:cubicBezTo>
                <a:cubicBezTo>
                  <a:pt x="1432" y="23669"/>
                  <a:pt x="3584" y="26795"/>
                  <a:pt x="7015" y="28924"/>
                </a:cubicBezTo>
                <a:cubicBezTo>
                  <a:pt x="10561" y="31124"/>
                  <a:pt x="15378" y="32194"/>
                  <a:pt x="21241" y="30124"/>
                </a:cubicBezTo>
                <a:cubicBezTo>
                  <a:pt x="30234" y="26952"/>
                  <a:pt x="37289" y="27683"/>
                  <a:pt x="44651" y="30138"/>
                </a:cubicBezTo>
                <a:cubicBezTo>
                  <a:pt x="48587" y="31450"/>
                  <a:pt x="53407" y="31348"/>
                  <a:pt x="57509" y="29980"/>
                </a:cubicBezTo>
                <a:cubicBezTo>
                  <a:pt x="61593" y="28619"/>
                  <a:pt x="65502" y="25802"/>
                  <a:pt x="66711" y="21244"/>
                </a:cubicBezTo>
                <a:cubicBezTo>
                  <a:pt x="67079" y="19945"/>
                  <a:pt x="66317" y="18594"/>
                  <a:pt x="65020" y="18227"/>
                </a:cubicBezTo>
                <a:cubicBezTo>
                  <a:pt x="63723" y="17861"/>
                  <a:pt x="62373" y="18617"/>
                  <a:pt x="62005" y="19916"/>
                </a:cubicBezTo>
                <a:cubicBezTo>
                  <a:pt x="61996" y="19941"/>
                  <a:pt x="61987" y="19965"/>
                  <a:pt x="61987" y="19991"/>
                </a:cubicBezTo>
                <a:cubicBezTo>
                  <a:pt x="61356" y="22351"/>
                  <a:pt x="59191" y="24266"/>
                  <a:pt x="55966" y="25341"/>
                </a:cubicBezTo>
                <a:cubicBezTo>
                  <a:pt x="52767" y="26408"/>
                  <a:pt x="49033" y="26447"/>
                  <a:pt x="46194" y="25500"/>
                </a:cubicBezTo>
                <a:cubicBezTo>
                  <a:pt x="38025" y="22778"/>
                  <a:pt x="29831" y="21907"/>
                  <a:pt x="19620" y="25514"/>
                </a:cubicBezTo>
                <a:cubicBezTo>
                  <a:pt x="15220" y="27065"/>
                  <a:pt x="11943" y="26228"/>
                  <a:pt x="9594" y="24770"/>
                </a:cubicBezTo>
                <a:cubicBezTo>
                  <a:pt x="7129" y="23241"/>
                  <a:pt x="5586" y="20955"/>
                  <a:pt x="5024" y="196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AD035-91F6-4E01-9A2D-32760D2C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616" y="9508650"/>
            <a:ext cx="4899" cy="2708"/>
          </a:xfrm>
          <a:custGeom xmlns:a="http://schemas.openxmlformats.org/drawingml/2006/main">
            <a:pathLst>
              <a:path w="4899" h="2708">
                <a:moveTo>
                  <a:pt x="4724" y="605"/>
                </a:moveTo>
                <a:cubicBezTo>
                  <a:pt x="4899" y="1122"/>
                  <a:pt x="4014" y="1876"/>
                  <a:pt x="2752" y="2296"/>
                </a:cubicBezTo>
                <a:cubicBezTo>
                  <a:pt x="1499" y="2708"/>
                  <a:pt x="333" y="2621"/>
                  <a:pt x="167" y="2104"/>
                </a:cubicBezTo>
                <a:cubicBezTo>
                  <a:pt x="0" y="1586"/>
                  <a:pt x="876" y="833"/>
                  <a:pt x="2139" y="412"/>
                </a:cubicBezTo>
                <a:cubicBezTo>
                  <a:pt x="3401" y="0"/>
                  <a:pt x="4558" y="88"/>
                  <a:pt x="4724" y="605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5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81A68F-6E9C-40BE-AE9D-B63DC18C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8690" y="9495652"/>
            <a:ext cx="27354" cy="7643"/>
          </a:xfrm>
          <a:custGeom xmlns:a="http://schemas.openxmlformats.org/drawingml/2006/main">
            <a:pathLst>
              <a:path w="27354" h="7643">
                <a:moveTo>
                  <a:pt x="13830" y="3769"/>
                </a:moveTo>
                <a:cubicBezTo>
                  <a:pt x="9650" y="3681"/>
                  <a:pt x="5618" y="4654"/>
                  <a:pt x="3146" y="6425"/>
                </a:cubicBezTo>
                <a:cubicBezTo>
                  <a:pt x="2323" y="7012"/>
                  <a:pt x="1183" y="6819"/>
                  <a:pt x="596" y="5995"/>
                </a:cubicBezTo>
                <a:cubicBezTo>
                  <a:pt x="0" y="5171"/>
                  <a:pt x="193" y="4023"/>
                  <a:pt x="1017" y="3436"/>
                </a:cubicBezTo>
                <a:cubicBezTo>
                  <a:pt x="4356" y="1052"/>
                  <a:pt x="9264" y="0"/>
                  <a:pt x="13909" y="105"/>
                </a:cubicBezTo>
                <a:cubicBezTo>
                  <a:pt x="18546" y="210"/>
                  <a:pt x="23392" y="1464"/>
                  <a:pt x="26521" y="4225"/>
                </a:cubicBezTo>
                <a:cubicBezTo>
                  <a:pt x="27275" y="4891"/>
                  <a:pt x="27354" y="6056"/>
                  <a:pt x="26679" y="6810"/>
                </a:cubicBezTo>
                <a:cubicBezTo>
                  <a:pt x="26013" y="7573"/>
                  <a:pt x="24856" y="7643"/>
                  <a:pt x="24093" y="6977"/>
                </a:cubicBezTo>
                <a:cubicBezTo>
                  <a:pt x="21876" y="5013"/>
                  <a:pt x="18020" y="3865"/>
                  <a:pt x="13830" y="3769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450ECE-3EEE-4FDF-9A3F-A1552A65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8996" y="9487808"/>
            <a:ext cx="86777" cy="23218"/>
          </a:xfrm>
          <a:custGeom xmlns:a="http://schemas.openxmlformats.org/drawingml/2006/main">
            <a:pathLst>
              <a:path w="86777" h="23218">
                <a:moveTo>
                  <a:pt x="75777" y="21999"/>
                </a:moveTo>
                <a:cubicBezTo>
                  <a:pt x="81851" y="21999"/>
                  <a:pt x="86777" y="17074"/>
                  <a:pt x="86777" y="11000"/>
                </a:cubicBezTo>
                <a:cubicBezTo>
                  <a:pt x="86777" y="4926"/>
                  <a:pt x="81851" y="0"/>
                  <a:pt x="75777" y="0"/>
                </a:cubicBezTo>
                <a:cubicBezTo>
                  <a:pt x="69704" y="0"/>
                  <a:pt x="64778" y="4926"/>
                  <a:pt x="64778" y="11000"/>
                </a:cubicBezTo>
                <a:cubicBezTo>
                  <a:pt x="64778" y="17074"/>
                  <a:pt x="69704" y="21999"/>
                  <a:pt x="75777" y="21999"/>
                </a:cubicBezTo>
                <a:close/>
                <a:moveTo>
                  <a:pt x="10999" y="23218"/>
                </a:moveTo>
                <a:cubicBezTo>
                  <a:pt x="17075" y="23218"/>
                  <a:pt x="22000" y="18292"/>
                  <a:pt x="22000" y="12218"/>
                </a:cubicBezTo>
                <a:cubicBezTo>
                  <a:pt x="22000" y="6144"/>
                  <a:pt x="17075" y="1218"/>
                  <a:pt x="10999" y="1218"/>
                </a:cubicBezTo>
                <a:cubicBezTo>
                  <a:pt x="4924" y="1218"/>
                  <a:pt x="0" y="6144"/>
                  <a:pt x="0" y="12218"/>
                </a:cubicBezTo>
                <a:cubicBezTo>
                  <a:pt x="0" y="18292"/>
                  <a:pt x="4924" y="23218"/>
                  <a:pt x="10999" y="2321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16DD4-AB6F-4285-AEC2-744ACCC1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051" y="9490858"/>
            <a:ext cx="76386" cy="12840"/>
          </a:xfrm>
          <a:custGeom xmlns:a="http://schemas.openxmlformats.org/drawingml/2006/main">
            <a:pathLst>
              <a:path w="76386" h="12840">
                <a:moveTo>
                  <a:pt x="70583" y="11613"/>
                </a:moveTo>
                <a:cubicBezTo>
                  <a:pt x="73791" y="11613"/>
                  <a:pt x="76386" y="9019"/>
                  <a:pt x="76386" y="5811"/>
                </a:cubicBezTo>
                <a:cubicBezTo>
                  <a:pt x="76386" y="2603"/>
                  <a:pt x="73791" y="0"/>
                  <a:pt x="70583" y="0"/>
                </a:cubicBezTo>
                <a:cubicBezTo>
                  <a:pt x="67376" y="0"/>
                  <a:pt x="64781" y="2603"/>
                  <a:pt x="64781" y="5811"/>
                </a:cubicBezTo>
                <a:cubicBezTo>
                  <a:pt x="64781" y="9019"/>
                  <a:pt x="67376" y="11613"/>
                  <a:pt x="70583" y="11613"/>
                </a:cubicBezTo>
                <a:close/>
                <a:moveTo>
                  <a:pt x="5806" y="12840"/>
                </a:moveTo>
                <a:cubicBezTo>
                  <a:pt x="9012" y="12840"/>
                  <a:pt x="11611" y="10237"/>
                  <a:pt x="11611" y="7029"/>
                </a:cubicBezTo>
                <a:cubicBezTo>
                  <a:pt x="11611" y="3830"/>
                  <a:pt x="9012" y="1227"/>
                  <a:pt x="5806" y="1227"/>
                </a:cubicBezTo>
                <a:cubicBezTo>
                  <a:pt x="2600" y="1227"/>
                  <a:pt x="0" y="3830"/>
                  <a:pt x="0" y="7029"/>
                </a:cubicBezTo>
                <a:cubicBezTo>
                  <a:pt x="0" y="10237"/>
                  <a:pt x="2600" y="12840"/>
                  <a:pt x="5806" y="128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4E2269-4F27-4E59-8E37-EE6CB8E1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519" y="9493303"/>
            <a:ext cx="68423" cy="4917"/>
          </a:xfrm>
          <a:custGeom xmlns:a="http://schemas.openxmlformats.org/drawingml/2006/main">
            <a:pathLst>
              <a:path w="68423" h="4917">
                <a:moveTo>
                  <a:pt x="66285" y="4277"/>
                </a:moveTo>
                <a:cubicBezTo>
                  <a:pt x="67468" y="4277"/>
                  <a:pt x="68423" y="3322"/>
                  <a:pt x="68423" y="2139"/>
                </a:cubicBezTo>
                <a:cubicBezTo>
                  <a:pt x="68423" y="964"/>
                  <a:pt x="67468" y="0"/>
                  <a:pt x="66285" y="0"/>
                </a:cubicBezTo>
                <a:cubicBezTo>
                  <a:pt x="65101" y="0"/>
                  <a:pt x="64146" y="964"/>
                  <a:pt x="64146" y="2139"/>
                </a:cubicBezTo>
                <a:cubicBezTo>
                  <a:pt x="64146" y="3322"/>
                  <a:pt x="65101" y="4277"/>
                  <a:pt x="66285" y="4277"/>
                </a:cubicBezTo>
                <a:close/>
                <a:moveTo>
                  <a:pt x="2117" y="4891"/>
                </a:moveTo>
                <a:cubicBezTo>
                  <a:pt x="3298" y="4917"/>
                  <a:pt x="4278" y="3988"/>
                  <a:pt x="4306" y="2805"/>
                </a:cubicBezTo>
                <a:cubicBezTo>
                  <a:pt x="4334" y="1621"/>
                  <a:pt x="3399" y="640"/>
                  <a:pt x="2218" y="614"/>
                </a:cubicBezTo>
                <a:cubicBezTo>
                  <a:pt x="2184" y="614"/>
                  <a:pt x="2150" y="614"/>
                  <a:pt x="2117" y="614"/>
                </a:cubicBezTo>
                <a:cubicBezTo>
                  <a:pt x="935" y="640"/>
                  <a:pt x="0" y="1621"/>
                  <a:pt x="28" y="2805"/>
                </a:cubicBezTo>
                <a:cubicBezTo>
                  <a:pt x="55" y="3944"/>
                  <a:pt x="975" y="4864"/>
                  <a:pt x="2117" y="489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065321-F4AD-46B6-9F8F-B3C7EA9C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0662" y="9503085"/>
            <a:ext cx="124060" cy="11612"/>
          </a:xfrm>
          <a:custGeom xmlns:a="http://schemas.openxmlformats.org/drawingml/2006/main">
            <a:pathLst>
              <a:path w="124060" h="11612">
                <a:moveTo>
                  <a:pt x="113665" y="9781"/>
                </a:moveTo>
                <a:cubicBezTo>
                  <a:pt x="119406" y="9781"/>
                  <a:pt x="124060" y="7590"/>
                  <a:pt x="124060" y="4891"/>
                </a:cubicBezTo>
                <a:cubicBezTo>
                  <a:pt x="124060" y="2191"/>
                  <a:pt x="119406" y="0"/>
                  <a:pt x="113665" y="0"/>
                </a:cubicBezTo>
                <a:cubicBezTo>
                  <a:pt x="107933" y="0"/>
                  <a:pt x="103279" y="2191"/>
                  <a:pt x="103279" y="4891"/>
                </a:cubicBezTo>
                <a:cubicBezTo>
                  <a:pt x="103279" y="7590"/>
                  <a:pt x="107933" y="9781"/>
                  <a:pt x="113665" y="9781"/>
                </a:cubicBezTo>
                <a:close/>
                <a:moveTo>
                  <a:pt x="10389" y="11612"/>
                </a:moveTo>
                <a:cubicBezTo>
                  <a:pt x="16127" y="11612"/>
                  <a:pt x="20779" y="9422"/>
                  <a:pt x="20779" y="6723"/>
                </a:cubicBezTo>
                <a:cubicBezTo>
                  <a:pt x="20779" y="4023"/>
                  <a:pt x="16127" y="1832"/>
                  <a:pt x="10389" y="1832"/>
                </a:cubicBezTo>
                <a:cubicBezTo>
                  <a:pt x="4652" y="1832"/>
                  <a:pt x="0" y="4023"/>
                  <a:pt x="0" y="6723"/>
                </a:cubicBezTo>
                <a:cubicBezTo>
                  <a:pt x="0" y="9422"/>
                  <a:pt x="4652" y="11612"/>
                  <a:pt x="10389" y="11612"/>
                </a:cubicBezTo>
                <a:close/>
              </a:path>
            </a:pathLst>
          </a:custGeom>
          <a:solidFill xmlns:a="http://schemas.openxmlformats.org/drawingml/2006/main">
            <a:srgbClr val="FF8F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294A76-0839-47FA-BCCE-0A58A32B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902" y="9416270"/>
            <a:ext cx="139452" cy="52360"/>
          </a:xfrm>
          <a:custGeom xmlns:a="http://schemas.openxmlformats.org/drawingml/2006/main">
            <a:pathLst>
              <a:path w="139452" h="52360">
                <a:moveTo>
                  <a:pt x="4581" y="49144"/>
                </a:moveTo>
                <a:cubicBezTo>
                  <a:pt x="0" y="49302"/>
                  <a:pt x="1069" y="0"/>
                  <a:pt x="16013" y="131"/>
                </a:cubicBezTo>
                <a:cubicBezTo>
                  <a:pt x="18471" y="316"/>
                  <a:pt x="37388" y="16811"/>
                  <a:pt x="36797" y="21526"/>
                </a:cubicBezTo>
                <a:cubicBezTo>
                  <a:pt x="36459" y="24217"/>
                  <a:pt x="29096" y="29730"/>
                  <a:pt x="21079" y="35743"/>
                </a:cubicBezTo>
                <a:cubicBezTo>
                  <a:pt x="15046" y="40265"/>
                  <a:pt x="8640" y="45059"/>
                  <a:pt x="4581" y="49144"/>
                </a:cubicBezTo>
                <a:close/>
                <a:moveTo>
                  <a:pt x="134868" y="52203"/>
                </a:moveTo>
                <a:cubicBezTo>
                  <a:pt x="139452" y="52360"/>
                  <a:pt x="138382" y="3059"/>
                  <a:pt x="123439" y="3182"/>
                </a:cubicBezTo>
                <a:cubicBezTo>
                  <a:pt x="120976" y="3374"/>
                  <a:pt x="102063" y="19870"/>
                  <a:pt x="102659" y="24576"/>
                </a:cubicBezTo>
                <a:cubicBezTo>
                  <a:pt x="102992" y="27267"/>
                  <a:pt x="110354" y="32789"/>
                  <a:pt x="118373" y="38793"/>
                </a:cubicBezTo>
                <a:cubicBezTo>
                  <a:pt x="124403" y="43315"/>
                  <a:pt x="130810" y="48118"/>
                  <a:pt x="134868" y="52203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270A5-640A-41AA-9125-D836C526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339" y="9551075"/>
            <a:ext cx="161925" cy="49627"/>
          </a:xfrm>
          <a:custGeom xmlns:a="http://schemas.openxmlformats.org/drawingml/2006/main">
            <a:pathLst>
              <a:path w="161925" h="49627">
                <a:moveTo>
                  <a:pt x="13554" y="38379"/>
                </a:moveTo>
                <a:cubicBezTo>
                  <a:pt x="9126" y="40467"/>
                  <a:pt x="239" y="42350"/>
                  <a:pt x="133" y="33182"/>
                </a:cubicBezTo>
                <a:cubicBezTo>
                  <a:pt x="0" y="21722"/>
                  <a:pt x="5448" y="0"/>
                  <a:pt x="28704" y="5997"/>
                </a:cubicBezTo>
                <a:cubicBezTo>
                  <a:pt x="51959" y="11993"/>
                  <a:pt x="54483" y="29851"/>
                  <a:pt x="53420" y="33182"/>
                </a:cubicBezTo>
                <a:cubicBezTo>
                  <a:pt x="52357" y="36514"/>
                  <a:pt x="50098" y="41178"/>
                  <a:pt x="42657" y="38379"/>
                </a:cubicBezTo>
                <a:cubicBezTo>
                  <a:pt x="40841" y="42822"/>
                  <a:pt x="35268" y="49627"/>
                  <a:pt x="27508" y="41312"/>
                </a:cubicBezTo>
                <a:cubicBezTo>
                  <a:pt x="24540" y="43932"/>
                  <a:pt x="17595" y="47016"/>
                  <a:pt x="13554" y="38379"/>
                </a:cubicBezTo>
                <a:close/>
                <a:moveTo>
                  <a:pt x="148674" y="38482"/>
                </a:moveTo>
                <a:cubicBezTo>
                  <a:pt x="153003" y="40539"/>
                  <a:pt x="161689" y="42394"/>
                  <a:pt x="161794" y="33361"/>
                </a:cubicBezTo>
                <a:cubicBezTo>
                  <a:pt x="161925" y="22072"/>
                  <a:pt x="156597" y="675"/>
                  <a:pt x="133862" y="6581"/>
                </a:cubicBezTo>
                <a:cubicBezTo>
                  <a:pt x="111136" y="12489"/>
                  <a:pt x="108664" y="30081"/>
                  <a:pt x="109707" y="33361"/>
                </a:cubicBezTo>
                <a:cubicBezTo>
                  <a:pt x="110741" y="36644"/>
                  <a:pt x="112950" y="41239"/>
                  <a:pt x="120224" y="38482"/>
                </a:cubicBezTo>
                <a:cubicBezTo>
                  <a:pt x="122004" y="42858"/>
                  <a:pt x="127446" y="49561"/>
                  <a:pt x="135036" y="41370"/>
                </a:cubicBezTo>
                <a:cubicBezTo>
                  <a:pt x="137937" y="43951"/>
                  <a:pt x="144730" y="46989"/>
                  <a:pt x="148674" y="3848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A44AE8-C7C4-4A2A-B6D4-73601417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812" y="9551452"/>
            <a:ext cx="171869" cy="49628"/>
          </a:xfrm>
          <a:custGeom xmlns:a="http://schemas.openxmlformats.org/drawingml/2006/main">
            <a:pathLst>
              <a:path w="171869" h="49628">
                <a:moveTo>
                  <a:pt x="6186" y="33440"/>
                </a:moveTo>
                <a:cubicBezTo>
                  <a:pt x="6120" y="27715"/>
                  <a:pt x="7480" y="19642"/>
                  <a:pt x="11497" y="13882"/>
                </a:cubicBezTo>
                <a:cubicBezTo>
                  <a:pt x="13464" y="11062"/>
                  <a:pt x="16022" y="8856"/>
                  <a:pt x="19342" y="7653"/>
                </a:cubicBezTo>
                <a:cubicBezTo>
                  <a:pt x="22665" y="6450"/>
                  <a:pt x="27016" y="6158"/>
                  <a:pt x="32729" y="7627"/>
                </a:cubicBezTo>
                <a:cubicBezTo>
                  <a:pt x="44336" y="10611"/>
                  <a:pt x="50509" y="16451"/>
                  <a:pt x="53701" y="21715"/>
                </a:cubicBezTo>
                <a:cubicBezTo>
                  <a:pt x="55317" y="24380"/>
                  <a:pt x="56196" y="26941"/>
                  <a:pt x="56608" y="28984"/>
                </a:cubicBezTo>
                <a:cubicBezTo>
                  <a:pt x="56815" y="30006"/>
                  <a:pt x="56899" y="30872"/>
                  <a:pt x="56909" y="31532"/>
                </a:cubicBezTo>
                <a:cubicBezTo>
                  <a:pt x="56920" y="32195"/>
                  <a:pt x="56853" y="32508"/>
                  <a:pt x="56846" y="32541"/>
                </a:cubicBezTo>
                <a:lnTo>
                  <a:pt x="56845" y="32544"/>
                </a:lnTo>
                <a:cubicBezTo>
                  <a:pt x="56304" y="34232"/>
                  <a:pt x="55654" y="35534"/>
                  <a:pt x="54737" y="36226"/>
                </a:cubicBezTo>
                <a:cubicBezTo>
                  <a:pt x="54083" y="36721"/>
                  <a:pt x="52685" y="37357"/>
                  <a:pt x="49390" y="36121"/>
                </a:cubicBezTo>
                <a:lnTo>
                  <a:pt x="46615" y="35081"/>
                </a:lnTo>
                <a:lnTo>
                  <a:pt x="45490" y="37823"/>
                </a:lnTo>
                <a:cubicBezTo>
                  <a:pt x="44652" y="39867"/>
                  <a:pt x="43089" y="42020"/>
                  <a:pt x="41341" y="42839"/>
                </a:cubicBezTo>
                <a:cubicBezTo>
                  <a:pt x="40576" y="43197"/>
                  <a:pt x="39754" y="43318"/>
                  <a:pt x="38768" y="43041"/>
                </a:cubicBezTo>
                <a:cubicBezTo>
                  <a:pt x="37720" y="42747"/>
                  <a:pt x="36262" y="41937"/>
                  <a:pt x="34450" y="40001"/>
                </a:cubicBezTo>
                <a:lnTo>
                  <a:pt x="32425" y="37837"/>
                </a:lnTo>
                <a:lnTo>
                  <a:pt x="30201" y="39796"/>
                </a:lnTo>
                <a:cubicBezTo>
                  <a:pt x="28938" y="40908"/>
                  <a:pt x="26987" y="41940"/>
                  <a:pt x="25212" y="41954"/>
                </a:cubicBezTo>
                <a:cubicBezTo>
                  <a:pt x="24356" y="41968"/>
                  <a:pt x="23519" y="41709"/>
                  <a:pt x="22823" y="41212"/>
                </a:cubicBezTo>
                <a:cubicBezTo>
                  <a:pt x="22018" y="40651"/>
                  <a:pt x="21062" y="39610"/>
                  <a:pt x="20159" y="37685"/>
                </a:cubicBezTo>
                <a:lnTo>
                  <a:pt x="18860" y="34917"/>
                </a:lnTo>
                <a:lnTo>
                  <a:pt x="16092" y="36217"/>
                </a:lnTo>
                <a:cubicBezTo>
                  <a:pt x="13965" y="37218"/>
                  <a:pt x="11082" y="37990"/>
                  <a:pt x="8986" y="37680"/>
                </a:cubicBezTo>
                <a:cubicBezTo>
                  <a:pt x="8030" y="37538"/>
                  <a:pt x="7446" y="37205"/>
                  <a:pt x="7071" y="36765"/>
                </a:cubicBezTo>
                <a:cubicBezTo>
                  <a:pt x="6688" y="36315"/>
                  <a:pt x="6208" y="35383"/>
                  <a:pt x="6186" y="33440"/>
                </a:cubicBezTo>
                <a:close/>
                <a:moveTo>
                  <a:pt x="34251" y="1708"/>
                </a:moveTo>
                <a:cubicBezTo>
                  <a:pt x="27608" y="0"/>
                  <a:pt x="21970" y="202"/>
                  <a:pt x="17261" y="1907"/>
                </a:cubicBezTo>
                <a:cubicBezTo>
                  <a:pt x="12549" y="3614"/>
                  <a:pt x="9036" y="6729"/>
                  <a:pt x="6485" y="10386"/>
                </a:cubicBezTo>
                <a:cubicBezTo>
                  <a:pt x="1465" y="17583"/>
                  <a:pt x="0" y="27092"/>
                  <a:pt x="75" y="33510"/>
                </a:cubicBezTo>
                <a:cubicBezTo>
                  <a:pt x="109" y="36425"/>
                  <a:pt x="852" y="38887"/>
                  <a:pt x="2418" y="40727"/>
                </a:cubicBezTo>
                <a:cubicBezTo>
                  <a:pt x="3993" y="42576"/>
                  <a:pt x="6084" y="43427"/>
                  <a:pt x="8091" y="43725"/>
                </a:cubicBezTo>
                <a:cubicBezTo>
                  <a:pt x="10793" y="44125"/>
                  <a:pt x="13673" y="43581"/>
                  <a:pt x="16041" y="42800"/>
                </a:cubicBezTo>
                <a:cubicBezTo>
                  <a:pt x="17001" y="44227"/>
                  <a:pt x="18100" y="45369"/>
                  <a:pt x="19330" y="46226"/>
                </a:cubicBezTo>
                <a:cubicBezTo>
                  <a:pt x="21064" y="47446"/>
                  <a:pt x="23136" y="48089"/>
                  <a:pt x="25256" y="48064"/>
                </a:cubicBezTo>
                <a:cubicBezTo>
                  <a:pt x="27791" y="48046"/>
                  <a:pt x="30120" y="47144"/>
                  <a:pt x="31948" y="46047"/>
                </a:cubicBezTo>
                <a:cubicBezTo>
                  <a:pt x="33637" y="47469"/>
                  <a:pt x="35360" y="48432"/>
                  <a:pt x="37117" y="48925"/>
                </a:cubicBezTo>
                <a:cubicBezTo>
                  <a:pt x="39621" y="49628"/>
                  <a:pt x="41947" y="49303"/>
                  <a:pt x="43934" y="48373"/>
                </a:cubicBezTo>
                <a:cubicBezTo>
                  <a:pt x="46617" y="47115"/>
                  <a:pt x="48588" y="44814"/>
                  <a:pt x="49894" y="42632"/>
                </a:cubicBezTo>
                <a:cubicBezTo>
                  <a:pt x="53314" y="43364"/>
                  <a:pt x="56172" y="42800"/>
                  <a:pt x="58419" y="41104"/>
                </a:cubicBezTo>
                <a:cubicBezTo>
                  <a:pt x="60961" y="39184"/>
                  <a:pt x="62076" y="36249"/>
                  <a:pt x="62666" y="34407"/>
                </a:cubicBezTo>
                <a:cubicBezTo>
                  <a:pt x="63185" y="32783"/>
                  <a:pt x="63114" y="30322"/>
                  <a:pt x="62598" y="27774"/>
                </a:cubicBezTo>
                <a:cubicBezTo>
                  <a:pt x="62053" y="25077"/>
                  <a:pt x="60928" y="21848"/>
                  <a:pt x="58926" y="18546"/>
                </a:cubicBezTo>
                <a:cubicBezTo>
                  <a:pt x="54881" y="11877"/>
                  <a:pt x="47358" y="5079"/>
                  <a:pt x="34251" y="1708"/>
                </a:cubicBezTo>
                <a:close/>
                <a:moveTo>
                  <a:pt x="165690" y="33440"/>
                </a:moveTo>
                <a:cubicBezTo>
                  <a:pt x="165751" y="27715"/>
                  <a:pt x="164393" y="19642"/>
                  <a:pt x="160379" y="13882"/>
                </a:cubicBezTo>
                <a:cubicBezTo>
                  <a:pt x="158407" y="11062"/>
                  <a:pt x="155847" y="8856"/>
                  <a:pt x="152534" y="7653"/>
                </a:cubicBezTo>
                <a:cubicBezTo>
                  <a:pt x="149204" y="6450"/>
                  <a:pt x="144857" y="6158"/>
                  <a:pt x="139142" y="7627"/>
                </a:cubicBezTo>
                <a:cubicBezTo>
                  <a:pt x="127538" y="10611"/>
                  <a:pt x="121359" y="16451"/>
                  <a:pt x="118169" y="21715"/>
                </a:cubicBezTo>
                <a:cubicBezTo>
                  <a:pt x="116556" y="24380"/>
                  <a:pt x="115680" y="26941"/>
                  <a:pt x="115268" y="28984"/>
                </a:cubicBezTo>
                <a:cubicBezTo>
                  <a:pt x="115058" y="30006"/>
                  <a:pt x="114970" y="30872"/>
                  <a:pt x="114961" y="31532"/>
                </a:cubicBezTo>
                <a:cubicBezTo>
                  <a:pt x="114953" y="32195"/>
                  <a:pt x="115023" y="32507"/>
                  <a:pt x="115023" y="32541"/>
                </a:cubicBezTo>
                <a:lnTo>
                  <a:pt x="115023" y="32544"/>
                </a:lnTo>
                <a:cubicBezTo>
                  <a:pt x="115566" y="34232"/>
                  <a:pt x="116215" y="35534"/>
                  <a:pt x="117135" y="36226"/>
                </a:cubicBezTo>
                <a:cubicBezTo>
                  <a:pt x="117792" y="36721"/>
                  <a:pt x="119186" y="37357"/>
                  <a:pt x="122481" y="36121"/>
                </a:cubicBezTo>
                <a:lnTo>
                  <a:pt x="125260" y="35081"/>
                </a:lnTo>
                <a:lnTo>
                  <a:pt x="126381" y="37823"/>
                </a:lnTo>
                <a:cubicBezTo>
                  <a:pt x="127223" y="39867"/>
                  <a:pt x="128783" y="42020"/>
                  <a:pt x="130536" y="42839"/>
                </a:cubicBezTo>
                <a:cubicBezTo>
                  <a:pt x="131298" y="43197"/>
                  <a:pt x="132122" y="43318"/>
                  <a:pt x="133104" y="43041"/>
                </a:cubicBezTo>
                <a:cubicBezTo>
                  <a:pt x="134155" y="42747"/>
                  <a:pt x="135610" y="41937"/>
                  <a:pt x="137425" y="40001"/>
                </a:cubicBezTo>
                <a:lnTo>
                  <a:pt x="139449" y="37837"/>
                </a:lnTo>
                <a:lnTo>
                  <a:pt x="141675" y="39796"/>
                </a:lnTo>
                <a:cubicBezTo>
                  <a:pt x="142937" y="40908"/>
                  <a:pt x="144883" y="41940"/>
                  <a:pt x="146662" y="41954"/>
                </a:cubicBezTo>
                <a:cubicBezTo>
                  <a:pt x="147512" y="41968"/>
                  <a:pt x="148354" y="41709"/>
                  <a:pt x="149046" y="41212"/>
                </a:cubicBezTo>
                <a:cubicBezTo>
                  <a:pt x="149853" y="40651"/>
                  <a:pt x="150808" y="39610"/>
                  <a:pt x="151711" y="37685"/>
                </a:cubicBezTo>
                <a:lnTo>
                  <a:pt x="153008" y="34917"/>
                </a:lnTo>
                <a:lnTo>
                  <a:pt x="155777" y="36217"/>
                </a:lnTo>
                <a:cubicBezTo>
                  <a:pt x="157907" y="37218"/>
                  <a:pt x="160791" y="37990"/>
                  <a:pt x="162885" y="37680"/>
                </a:cubicBezTo>
                <a:cubicBezTo>
                  <a:pt x="163841" y="37538"/>
                  <a:pt x="164428" y="37205"/>
                  <a:pt x="164805" y="36765"/>
                </a:cubicBezTo>
                <a:cubicBezTo>
                  <a:pt x="165182" y="36315"/>
                  <a:pt x="165664" y="35383"/>
                  <a:pt x="165690" y="33440"/>
                </a:cubicBezTo>
                <a:close/>
                <a:moveTo>
                  <a:pt x="137617" y="1708"/>
                </a:moveTo>
                <a:cubicBezTo>
                  <a:pt x="144261" y="0"/>
                  <a:pt x="149905" y="202"/>
                  <a:pt x="154612" y="1907"/>
                </a:cubicBezTo>
                <a:cubicBezTo>
                  <a:pt x="159327" y="3614"/>
                  <a:pt x="162833" y="6729"/>
                  <a:pt x="165392" y="10386"/>
                </a:cubicBezTo>
                <a:cubicBezTo>
                  <a:pt x="170405" y="17583"/>
                  <a:pt x="171869" y="27092"/>
                  <a:pt x="171799" y="33510"/>
                </a:cubicBezTo>
                <a:cubicBezTo>
                  <a:pt x="171764" y="36425"/>
                  <a:pt x="171019" y="38887"/>
                  <a:pt x="169450" y="40727"/>
                </a:cubicBezTo>
                <a:cubicBezTo>
                  <a:pt x="167881" y="42576"/>
                  <a:pt x="165786" y="43427"/>
                  <a:pt x="163779" y="43725"/>
                </a:cubicBezTo>
                <a:cubicBezTo>
                  <a:pt x="161080" y="44125"/>
                  <a:pt x="158196" y="43581"/>
                  <a:pt x="155830" y="42800"/>
                </a:cubicBezTo>
                <a:cubicBezTo>
                  <a:pt x="154875" y="44227"/>
                  <a:pt x="153770" y="45369"/>
                  <a:pt x="152543" y="46226"/>
                </a:cubicBezTo>
                <a:cubicBezTo>
                  <a:pt x="150808" y="47446"/>
                  <a:pt x="148739" y="48089"/>
                  <a:pt x="146618" y="48064"/>
                </a:cubicBezTo>
                <a:cubicBezTo>
                  <a:pt x="144077" y="48046"/>
                  <a:pt x="141754" y="47144"/>
                  <a:pt x="139922" y="46047"/>
                </a:cubicBezTo>
                <a:cubicBezTo>
                  <a:pt x="138231" y="47469"/>
                  <a:pt x="136513" y="48432"/>
                  <a:pt x="134751" y="48925"/>
                </a:cubicBezTo>
                <a:cubicBezTo>
                  <a:pt x="132254" y="49628"/>
                  <a:pt x="129922" y="49303"/>
                  <a:pt x="127941" y="48373"/>
                </a:cubicBezTo>
                <a:cubicBezTo>
                  <a:pt x="125260" y="47115"/>
                  <a:pt x="123288" y="44814"/>
                  <a:pt x="121982" y="42632"/>
                </a:cubicBezTo>
                <a:cubicBezTo>
                  <a:pt x="118555" y="43364"/>
                  <a:pt x="115698" y="42800"/>
                  <a:pt x="113454" y="41104"/>
                </a:cubicBezTo>
                <a:cubicBezTo>
                  <a:pt x="110912" y="39184"/>
                  <a:pt x="109799" y="36249"/>
                  <a:pt x="109203" y="34407"/>
                </a:cubicBezTo>
                <a:cubicBezTo>
                  <a:pt x="108686" y="32783"/>
                  <a:pt x="108756" y="30322"/>
                  <a:pt x="109273" y="27774"/>
                </a:cubicBezTo>
                <a:cubicBezTo>
                  <a:pt x="109817" y="25077"/>
                  <a:pt x="110947" y="21848"/>
                  <a:pt x="112945" y="18546"/>
                </a:cubicBezTo>
                <a:cubicBezTo>
                  <a:pt x="116995" y="11877"/>
                  <a:pt x="124514" y="5079"/>
                  <a:pt x="137617" y="17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C68224-FBBE-468B-AC5D-7A8EA391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816" y="9377398"/>
            <a:ext cx="1310550" cy="461540"/>
          </a:xfrm>
          <a:custGeom xmlns:a="http://schemas.openxmlformats.org/drawingml/2006/main">
            <a:pathLst>
              <a:path w="1310550" h="461540">
                <a:moveTo>
                  <a:pt x="0" y="37252"/>
                </a:moveTo>
                <a:cubicBezTo>
                  <a:pt x="0" y="16681"/>
                  <a:pt x="16681" y="0"/>
                  <a:pt x="37252" y="0"/>
                </a:cubicBezTo>
                <a:lnTo>
                  <a:pt x="1273212" y="0"/>
                </a:lnTo>
                <a:cubicBezTo>
                  <a:pt x="1293869" y="0"/>
                  <a:pt x="1310550" y="16681"/>
                  <a:pt x="1310550" y="37252"/>
                </a:cubicBezTo>
                <a:lnTo>
                  <a:pt x="1310550" y="424289"/>
                </a:lnTo>
                <a:cubicBezTo>
                  <a:pt x="1310550" y="444859"/>
                  <a:pt x="1293869" y="461540"/>
                  <a:pt x="1273212" y="461540"/>
                </a:cubicBezTo>
                <a:lnTo>
                  <a:pt x="37252" y="461540"/>
                </a:lnTo>
                <a:cubicBezTo>
                  <a:pt x="16681" y="461540"/>
                  <a:pt x="0" y="444859"/>
                  <a:pt x="0" y="424289"/>
                </a:cubicBezTo>
                <a:lnTo>
                  <a:pt x="0" y="37252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Text Pleasereadtheissuereportto">
            <a:extLst xmlns:a="http://schemas.openxmlformats.org/drawingml/2006/main">
              <a:ext uri="{FF2B5EF4-FFF2-40B4-BE49-F238E27FC236}">
                <a16:creationId xmlns:a16="http://schemas.microsoft.com/office/drawing/2014/main" id="{B2CF584D-CC9D-4513-9371-A616BF56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258" y="9447908"/>
            <a:ext cx="1143062" cy="50210"/>
          </a:xfrm>
          <a:custGeom xmlns:a="http://schemas.openxmlformats.org/drawingml/2006/main">
            <a:pathLst>
              <a:path w="1143062" h="50210">
                <a:moveTo>
                  <a:pt x="23464" y="14166"/>
                </a:moveTo>
                <a:cubicBezTo>
                  <a:pt x="23464" y="15624"/>
                  <a:pt x="23190" y="17069"/>
                  <a:pt x="22644" y="18500"/>
                </a:cubicBezTo>
                <a:cubicBezTo>
                  <a:pt x="22097" y="19932"/>
                  <a:pt x="21249" y="21212"/>
                  <a:pt x="20100" y="22343"/>
                </a:cubicBezTo>
                <a:cubicBezTo>
                  <a:pt x="18952" y="23473"/>
                  <a:pt x="17484" y="24389"/>
                  <a:pt x="15697" y="25091"/>
                </a:cubicBezTo>
                <a:cubicBezTo>
                  <a:pt x="13911" y="25793"/>
                  <a:pt x="11778" y="26144"/>
                  <a:pt x="9298" y="26144"/>
                </a:cubicBezTo>
                <a:lnTo>
                  <a:pt x="4868" y="26144"/>
                </a:lnTo>
                <a:lnTo>
                  <a:pt x="4868" y="38997"/>
                </a:lnTo>
                <a:lnTo>
                  <a:pt x="0" y="38997"/>
                </a:lnTo>
                <a:lnTo>
                  <a:pt x="0" y="3227"/>
                </a:lnTo>
                <a:lnTo>
                  <a:pt x="10064" y="3227"/>
                </a:lnTo>
                <a:cubicBezTo>
                  <a:pt x="11832" y="3227"/>
                  <a:pt x="13528" y="3423"/>
                  <a:pt x="15150" y="3815"/>
                </a:cubicBezTo>
                <a:cubicBezTo>
                  <a:pt x="16773" y="4207"/>
                  <a:pt x="18200" y="4840"/>
                  <a:pt x="19430" y="5716"/>
                </a:cubicBezTo>
                <a:cubicBezTo>
                  <a:pt x="20661" y="6591"/>
                  <a:pt x="21641" y="7721"/>
                  <a:pt x="22370" y="9107"/>
                </a:cubicBezTo>
                <a:cubicBezTo>
                  <a:pt x="23099" y="10492"/>
                  <a:pt x="23464" y="12179"/>
                  <a:pt x="23464" y="14166"/>
                </a:cubicBezTo>
                <a:moveTo>
                  <a:pt x="18405" y="14385"/>
                </a:moveTo>
                <a:cubicBezTo>
                  <a:pt x="18405" y="12087"/>
                  <a:pt x="17653" y="10328"/>
                  <a:pt x="16149" y="9107"/>
                </a:cubicBezTo>
                <a:cubicBezTo>
                  <a:pt x="14644" y="7885"/>
                  <a:pt x="12543" y="7274"/>
                  <a:pt x="9845" y="7274"/>
                </a:cubicBezTo>
                <a:lnTo>
                  <a:pt x="4868" y="7274"/>
                </a:lnTo>
                <a:lnTo>
                  <a:pt x="4868" y="21987"/>
                </a:lnTo>
                <a:lnTo>
                  <a:pt x="9407" y="21987"/>
                </a:lnTo>
                <a:cubicBezTo>
                  <a:pt x="12288" y="21987"/>
                  <a:pt x="14508" y="21358"/>
                  <a:pt x="16067" y="20100"/>
                </a:cubicBezTo>
                <a:cubicBezTo>
                  <a:pt x="17625" y="18842"/>
                  <a:pt x="18405" y="16937"/>
                  <a:pt x="18405" y="14385"/>
                </a:cubicBezTo>
                <a:close/>
                <a:moveTo>
                  <a:pt x="40522" y="4239"/>
                </a:moveTo>
                <a:lnTo>
                  <a:pt x="32400" y="4239"/>
                </a:lnTo>
                <a:lnTo>
                  <a:pt x="32400" y="328"/>
                </a:lnTo>
                <a:lnTo>
                  <a:pt x="45336" y="328"/>
                </a:lnTo>
                <a:lnTo>
                  <a:pt x="45336" y="35032"/>
                </a:lnTo>
                <a:lnTo>
                  <a:pt x="53512" y="35032"/>
                </a:lnTo>
                <a:lnTo>
                  <a:pt x="53512" y="38997"/>
                </a:lnTo>
                <a:lnTo>
                  <a:pt x="31498" y="38997"/>
                </a:lnTo>
                <a:lnTo>
                  <a:pt x="31498" y="35032"/>
                </a:lnTo>
                <a:lnTo>
                  <a:pt x="40522" y="35032"/>
                </a:lnTo>
                <a:lnTo>
                  <a:pt x="40522" y="4239"/>
                </a:lnTo>
                <a:close/>
                <a:moveTo>
                  <a:pt x="85475" y="23819"/>
                </a:moveTo>
                <a:cubicBezTo>
                  <a:pt x="85475" y="24494"/>
                  <a:pt x="85466" y="25059"/>
                  <a:pt x="85448" y="25515"/>
                </a:cubicBezTo>
                <a:cubicBezTo>
                  <a:pt x="85430" y="25971"/>
                  <a:pt x="85402" y="26399"/>
                  <a:pt x="85366" y="26800"/>
                </a:cubicBezTo>
                <a:lnTo>
                  <a:pt x="66086" y="26800"/>
                </a:lnTo>
                <a:cubicBezTo>
                  <a:pt x="66086" y="29608"/>
                  <a:pt x="66870" y="31764"/>
                  <a:pt x="68438" y="33268"/>
                </a:cubicBezTo>
                <a:cubicBezTo>
                  <a:pt x="70006" y="34772"/>
                  <a:pt x="72267" y="35524"/>
                  <a:pt x="75220" y="35524"/>
                </a:cubicBezTo>
                <a:cubicBezTo>
                  <a:pt x="76022" y="35524"/>
                  <a:pt x="76824" y="35492"/>
                  <a:pt x="77627" y="35427"/>
                </a:cubicBezTo>
                <a:cubicBezTo>
                  <a:pt x="78429" y="35361"/>
                  <a:pt x="79204" y="35273"/>
                  <a:pt x="79951" y="35161"/>
                </a:cubicBezTo>
                <a:cubicBezTo>
                  <a:pt x="80699" y="35049"/>
                  <a:pt x="81414" y="34923"/>
                  <a:pt x="82098" y="34783"/>
                </a:cubicBezTo>
                <a:cubicBezTo>
                  <a:pt x="82782" y="34643"/>
                  <a:pt x="83415" y="34489"/>
                  <a:pt x="83998" y="34321"/>
                </a:cubicBezTo>
                <a:lnTo>
                  <a:pt x="83998" y="38231"/>
                </a:lnTo>
                <a:cubicBezTo>
                  <a:pt x="82704" y="38604"/>
                  <a:pt x="81241" y="38907"/>
                  <a:pt x="79609" y="39140"/>
                </a:cubicBezTo>
                <a:cubicBezTo>
                  <a:pt x="77978" y="39373"/>
                  <a:pt x="76287" y="39489"/>
                  <a:pt x="74536" y="39489"/>
                </a:cubicBezTo>
                <a:cubicBezTo>
                  <a:pt x="72184" y="39489"/>
                  <a:pt x="70161" y="39170"/>
                  <a:pt x="68465" y="38532"/>
                </a:cubicBezTo>
                <a:cubicBezTo>
                  <a:pt x="66770" y="37894"/>
                  <a:pt x="65380" y="36969"/>
                  <a:pt x="64295" y="35757"/>
                </a:cubicBezTo>
                <a:cubicBezTo>
                  <a:pt x="63210" y="34544"/>
                  <a:pt x="62408" y="33058"/>
                  <a:pt x="61888" y="31299"/>
                </a:cubicBezTo>
                <a:cubicBezTo>
                  <a:pt x="61369" y="29540"/>
                  <a:pt x="61109" y="27548"/>
                  <a:pt x="61109" y="25324"/>
                </a:cubicBezTo>
                <a:cubicBezTo>
                  <a:pt x="61109" y="23391"/>
                  <a:pt x="61387" y="21563"/>
                  <a:pt x="61943" y="19840"/>
                </a:cubicBezTo>
                <a:cubicBezTo>
                  <a:pt x="62499" y="18118"/>
                  <a:pt x="63310" y="16604"/>
                  <a:pt x="64377" y="15301"/>
                </a:cubicBezTo>
                <a:cubicBezTo>
                  <a:pt x="65443" y="13997"/>
                  <a:pt x="66751" y="12963"/>
                  <a:pt x="68301" y="12197"/>
                </a:cubicBezTo>
                <a:cubicBezTo>
                  <a:pt x="69851" y="11431"/>
                  <a:pt x="71610" y="11048"/>
                  <a:pt x="73579" y="11048"/>
                </a:cubicBezTo>
                <a:cubicBezTo>
                  <a:pt x="75493" y="11048"/>
                  <a:pt x="77189" y="11349"/>
                  <a:pt x="78666" y="11951"/>
                </a:cubicBezTo>
                <a:cubicBezTo>
                  <a:pt x="80143" y="12552"/>
                  <a:pt x="81387" y="13405"/>
                  <a:pt x="82399" y="14508"/>
                </a:cubicBezTo>
                <a:cubicBezTo>
                  <a:pt x="83411" y="15611"/>
                  <a:pt x="84176" y="16951"/>
                  <a:pt x="84696" y="18528"/>
                </a:cubicBezTo>
                <a:cubicBezTo>
                  <a:pt x="85215" y="20105"/>
                  <a:pt x="85475" y="21869"/>
                  <a:pt x="85475" y="23819"/>
                </a:cubicBezTo>
                <a:moveTo>
                  <a:pt x="80525" y="23136"/>
                </a:moveTo>
                <a:cubicBezTo>
                  <a:pt x="80580" y="21914"/>
                  <a:pt x="80462" y="20798"/>
                  <a:pt x="80170" y="19786"/>
                </a:cubicBezTo>
                <a:cubicBezTo>
                  <a:pt x="79878" y="18774"/>
                  <a:pt x="79427" y="17903"/>
                  <a:pt x="78816" y="17174"/>
                </a:cubicBezTo>
                <a:cubicBezTo>
                  <a:pt x="78205" y="16445"/>
                  <a:pt x="77444" y="15875"/>
                  <a:pt x="76533" y="15465"/>
                </a:cubicBezTo>
                <a:cubicBezTo>
                  <a:pt x="75621" y="15055"/>
                  <a:pt x="74564" y="14850"/>
                  <a:pt x="73360" y="14850"/>
                </a:cubicBezTo>
                <a:cubicBezTo>
                  <a:pt x="72321" y="14850"/>
                  <a:pt x="71373" y="15050"/>
                  <a:pt x="70516" y="15451"/>
                </a:cubicBezTo>
                <a:cubicBezTo>
                  <a:pt x="69659" y="15852"/>
                  <a:pt x="68921" y="16417"/>
                  <a:pt x="68301" y="17147"/>
                </a:cubicBezTo>
                <a:cubicBezTo>
                  <a:pt x="67681" y="17876"/>
                  <a:pt x="67180" y="18751"/>
                  <a:pt x="66797" y="19772"/>
                </a:cubicBezTo>
                <a:cubicBezTo>
                  <a:pt x="66414" y="20793"/>
                  <a:pt x="66177" y="21914"/>
                  <a:pt x="66086" y="23136"/>
                </a:cubicBezTo>
                <a:lnTo>
                  <a:pt x="80525" y="23136"/>
                </a:lnTo>
                <a:close/>
                <a:moveTo>
                  <a:pt x="111039" y="38997"/>
                </a:moveTo>
                <a:lnTo>
                  <a:pt x="110929" y="35298"/>
                </a:lnTo>
                <a:cubicBezTo>
                  <a:pt x="109434" y="36777"/>
                  <a:pt x="107917" y="37846"/>
                  <a:pt x="106376" y="38503"/>
                </a:cubicBezTo>
                <a:cubicBezTo>
                  <a:pt x="104835" y="39161"/>
                  <a:pt x="103217" y="39489"/>
                  <a:pt x="101522" y="39489"/>
                </a:cubicBezTo>
                <a:cubicBezTo>
                  <a:pt x="99954" y="39489"/>
                  <a:pt x="98614" y="39289"/>
                  <a:pt x="97502" y="38887"/>
                </a:cubicBezTo>
                <a:cubicBezTo>
                  <a:pt x="96390" y="38485"/>
                  <a:pt x="95474" y="37933"/>
                  <a:pt x="94753" y="37230"/>
                </a:cubicBezTo>
                <a:cubicBezTo>
                  <a:pt x="94033" y="36527"/>
                  <a:pt x="93505" y="35700"/>
                  <a:pt x="93167" y="34751"/>
                </a:cubicBezTo>
                <a:cubicBezTo>
                  <a:pt x="92830" y="33801"/>
                  <a:pt x="92661" y="32769"/>
                  <a:pt x="92661" y="31655"/>
                </a:cubicBezTo>
                <a:cubicBezTo>
                  <a:pt x="92661" y="28898"/>
                  <a:pt x="93687" y="26738"/>
                  <a:pt x="95738" y="25177"/>
                </a:cubicBezTo>
                <a:cubicBezTo>
                  <a:pt x="97789" y="23616"/>
                  <a:pt x="100820" y="22835"/>
                  <a:pt x="104831" y="22835"/>
                </a:cubicBezTo>
                <a:lnTo>
                  <a:pt x="110519" y="22835"/>
                </a:lnTo>
                <a:lnTo>
                  <a:pt x="110519" y="20437"/>
                </a:lnTo>
                <a:cubicBezTo>
                  <a:pt x="110519" y="18820"/>
                  <a:pt x="110000" y="17526"/>
                  <a:pt x="108960" y="16554"/>
                </a:cubicBezTo>
                <a:cubicBezTo>
                  <a:pt x="107921" y="15582"/>
                  <a:pt x="106335" y="15096"/>
                  <a:pt x="104202" y="15096"/>
                </a:cubicBezTo>
                <a:cubicBezTo>
                  <a:pt x="102652" y="15096"/>
                  <a:pt x="101125" y="15271"/>
                  <a:pt x="99621" y="15623"/>
                </a:cubicBezTo>
                <a:cubicBezTo>
                  <a:pt x="98117" y="15974"/>
                  <a:pt x="96563" y="16473"/>
                  <a:pt x="94959" y="17119"/>
                </a:cubicBezTo>
                <a:lnTo>
                  <a:pt x="94959" y="12826"/>
                </a:lnTo>
                <a:cubicBezTo>
                  <a:pt x="95560" y="12604"/>
                  <a:pt x="96230" y="12386"/>
                  <a:pt x="96969" y="12173"/>
                </a:cubicBezTo>
                <a:cubicBezTo>
                  <a:pt x="97707" y="11960"/>
                  <a:pt x="98486" y="11770"/>
                  <a:pt x="99307" y="11604"/>
                </a:cubicBezTo>
                <a:cubicBezTo>
                  <a:pt x="100127" y="11437"/>
                  <a:pt x="100984" y="11303"/>
                  <a:pt x="101877" y="11201"/>
                </a:cubicBezTo>
                <a:cubicBezTo>
                  <a:pt x="102771" y="11099"/>
                  <a:pt x="103673" y="11048"/>
                  <a:pt x="104585" y="11048"/>
                </a:cubicBezTo>
                <a:cubicBezTo>
                  <a:pt x="106244" y="11048"/>
                  <a:pt x="107739" y="11231"/>
                  <a:pt x="109070" y="11595"/>
                </a:cubicBezTo>
                <a:cubicBezTo>
                  <a:pt x="110401" y="11960"/>
                  <a:pt x="111526" y="12516"/>
                  <a:pt x="112447" y="13263"/>
                </a:cubicBezTo>
                <a:cubicBezTo>
                  <a:pt x="113368" y="14011"/>
                  <a:pt x="114074" y="14950"/>
                  <a:pt x="114567" y="16080"/>
                </a:cubicBezTo>
                <a:cubicBezTo>
                  <a:pt x="115059" y="17211"/>
                  <a:pt x="115305" y="18541"/>
                  <a:pt x="115305" y="20073"/>
                </a:cubicBezTo>
                <a:lnTo>
                  <a:pt x="115305" y="38997"/>
                </a:lnTo>
                <a:lnTo>
                  <a:pt x="111039" y="38997"/>
                </a:lnTo>
                <a:moveTo>
                  <a:pt x="110519" y="26472"/>
                </a:moveTo>
                <a:lnTo>
                  <a:pt x="104475" y="26472"/>
                </a:lnTo>
                <a:cubicBezTo>
                  <a:pt x="103290" y="26472"/>
                  <a:pt x="102269" y="26591"/>
                  <a:pt x="101413" y="26829"/>
                </a:cubicBezTo>
                <a:cubicBezTo>
                  <a:pt x="100556" y="27067"/>
                  <a:pt x="99854" y="27405"/>
                  <a:pt x="99307" y="27844"/>
                </a:cubicBezTo>
                <a:cubicBezTo>
                  <a:pt x="98760" y="28282"/>
                  <a:pt x="98354" y="28808"/>
                  <a:pt x="98090" y="29421"/>
                </a:cubicBezTo>
                <a:cubicBezTo>
                  <a:pt x="97825" y="30034"/>
                  <a:pt x="97693" y="30724"/>
                  <a:pt x="97693" y="31492"/>
                </a:cubicBezTo>
                <a:cubicBezTo>
                  <a:pt x="97693" y="32022"/>
                  <a:pt x="97775" y="32530"/>
                  <a:pt x="97939" y="33015"/>
                </a:cubicBezTo>
                <a:cubicBezTo>
                  <a:pt x="98104" y="33499"/>
                  <a:pt x="98368" y="33929"/>
                  <a:pt x="98733" y="34304"/>
                </a:cubicBezTo>
                <a:cubicBezTo>
                  <a:pt x="99097" y="34679"/>
                  <a:pt x="99571" y="34976"/>
                  <a:pt x="100155" y="35195"/>
                </a:cubicBezTo>
                <a:cubicBezTo>
                  <a:pt x="100738" y="35414"/>
                  <a:pt x="101449" y="35524"/>
                  <a:pt x="102288" y="35524"/>
                </a:cubicBezTo>
                <a:cubicBezTo>
                  <a:pt x="103382" y="35524"/>
                  <a:pt x="104635" y="35190"/>
                  <a:pt x="106048" y="34523"/>
                </a:cubicBezTo>
                <a:cubicBezTo>
                  <a:pt x="107461" y="33856"/>
                  <a:pt x="108951" y="32799"/>
                  <a:pt x="110519" y="31354"/>
                </a:cubicBezTo>
                <a:lnTo>
                  <a:pt x="110519" y="26472"/>
                </a:lnTo>
                <a:close/>
                <a:moveTo>
                  <a:pt x="146256" y="31504"/>
                </a:moveTo>
                <a:cubicBezTo>
                  <a:pt x="146256" y="32470"/>
                  <a:pt x="146092" y="33336"/>
                  <a:pt x="145763" y="34102"/>
                </a:cubicBezTo>
                <a:cubicBezTo>
                  <a:pt x="145435" y="34868"/>
                  <a:pt x="144989" y="35547"/>
                  <a:pt x="144423" y="36139"/>
                </a:cubicBezTo>
                <a:cubicBezTo>
                  <a:pt x="143858" y="36732"/>
                  <a:pt x="143202" y="37238"/>
                  <a:pt x="142454" y="37657"/>
                </a:cubicBezTo>
                <a:cubicBezTo>
                  <a:pt x="141707" y="38076"/>
                  <a:pt x="140909" y="38423"/>
                  <a:pt x="140061" y="38696"/>
                </a:cubicBezTo>
                <a:cubicBezTo>
                  <a:pt x="139214" y="38970"/>
                  <a:pt x="138343" y="39170"/>
                  <a:pt x="137450" y="39298"/>
                </a:cubicBezTo>
                <a:cubicBezTo>
                  <a:pt x="136556" y="39426"/>
                  <a:pt x="135681" y="39489"/>
                  <a:pt x="134824" y="39489"/>
                </a:cubicBezTo>
                <a:cubicBezTo>
                  <a:pt x="132965" y="39489"/>
                  <a:pt x="131256" y="39407"/>
                  <a:pt x="129697" y="39243"/>
                </a:cubicBezTo>
                <a:cubicBezTo>
                  <a:pt x="128138" y="39079"/>
                  <a:pt x="126611" y="38815"/>
                  <a:pt x="125116" y="38450"/>
                </a:cubicBezTo>
                <a:lnTo>
                  <a:pt x="125116" y="34075"/>
                </a:lnTo>
                <a:cubicBezTo>
                  <a:pt x="126721" y="34530"/>
                  <a:pt x="128316" y="34877"/>
                  <a:pt x="129902" y="35114"/>
                </a:cubicBezTo>
                <a:cubicBezTo>
                  <a:pt x="131488" y="35351"/>
                  <a:pt x="133065" y="35469"/>
                  <a:pt x="134633" y="35469"/>
                </a:cubicBezTo>
                <a:cubicBezTo>
                  <a:pt x="136912" y="35469"/>
                  <a:pt x="138598" y="35159"/>
                  <a:pt x="139692" y="34540"/>
                </a:cubicBezTo>
                <a:cubicBezTo>
                  <a:pt x="140786" y="33920"/>
                  <a:pt x="141333" y="33035"/>
                  <a:pt x="141333" y="31887"/>
                </a:cubicBezTo>
                <a:cubicBezTo>
                  <a:pt x="141333" y="31395"/>
                  <a:pt x="141246" y="30953"/>
                  <a:pt x="141073" y="30561"/>
                </a:cubicBezTo>
                <a:cubicBezTo>
                  <a:pt x="140900" y="30169"/>
                  <a:pt x="140586" y="29795"/>
                  <a:pt x="140130" y="29439"/>
                </a:cubicBezTo>
                <a:cubicBezTo>
                  <a:pt x="139674" y="29084"/>
                  <a:pt x="138968" y="28715"/>
                  <a:pt x="138010" y="28332"/>
                </a:cubicBezTo>
                <a:cubicBezTo>
                  <a:pt x="137053" y="27949"/>
                  <a:pt x="135745" y="27511"/>
                  <a:pt x="134086" y="27019"/>
                </a:cubicBezTo>
                <a:cubicBezTo>
                  <a:pt x="132846" y="26654"/>
                  <a:pt x="131702" y="26240"/>
                  <a:pt x="130654" y="25775"/>
                </a:cubicBezTo>
                <a:cubicBezTo>
                  <a:pt x="129606" y="25310"/>
                  <a:pt x="128699" y="24758"/>
                  <a:pt x="127933" y="24120"/>
                </a:cubicBezTo>
                <a:cubicBezTo>
                  <a:pt x="127167" y="23482"/>
                  <a:pt x="126566" y="22735"/>
                  <a:pt x="126128" y="21878"/>
                </a:cubicBezTo>
                <a:cubicBezTo>
                  <a:pt x="125690" y="21021"/>
                  <a:pt x="125472" y="20009"/>
                  <a:pt x="125472" y="18842"/>
                </a:cubicBezTo>
                <a:cubicBezTo>
                  <a:pt x="125472" y="18077"/>
                  <a:pt x="125649" y="17238"/>
                  <a:pt x="126005" y="16326"/>
                </a:cubicBezTo>
                <a:cubicBezTo>
                  <a:pt x="126360" y="15415"/>
                  <a:pt x="126967" y="14567"/>
                  <a:pt x="127824" y="13783"/>
                </a:cubicBezTo>
                <a:cubicBezTo>
                  <a:pt x="128680" y="12999"/>
                  <a:pt x="129838" y="12347"/>
                  <a:pt x="131297" y="11828"/>
                </a:cubicBezTo>
                <a:cubicBezTo>
                  <a:pt x="132755" y="11308"/>
                  <a:pt x="134578" y="11048"/>
                  <a:pt x="136766" y="11048"/>
                </a:cubicBezTo>
                <a:cubicBezTo>
                  <a:pt x="137842" y="11048"/>
                  <a:pt x="139036" y="11108"/>
                  <a:pt x="140349" y="11226"/>
                </a:cubicBezTo>
                <a:cubicBezTo>
                  <a:pt x="141661" y="11345"/>
                  <a:pt x="143029" y="11550"/>
                  <a:pt x="144451" y="11841"/>
                </a:cubicBezTo>
                <a:lnTo>
                  <a:pt x="144451" y="16080"/>
                </a:lnTo>
                <a:cubicBezTo>
                  <a:pt x="142956" y="15716"/>
                  <a:pt x="141538" y="15447"/>
                  <a:pt x="140198" y="15273"/>
                </a:cubicBezTo>
                <a:cubicBezTo>
                  <a:pt x="138858" y="15100"/>
                  <a:pt x="137696" y="15014"/>
                  <a:pt x="136711" y="15014"/>
                </a:cubicBezTo>
                <a:cubicBezTo>
                  <a:pt x="135526" y="15014"/>
                  <a:pt x="134528" y="15105"/>
                  <a:pt x="133717" y="15287"/>
                </a:cubicBezTo>
                <a:cubicBezTo>
                  <a:pt x="132906" y="15469"/>
                  <a:pt x="132249" y="15720"/>
                  <a:pt x="131748" y="16039"/>
                </a:cubicBezTo>
                <a:cubicBezTo>
                  <a:pt x="131247" y="16358"/>
                  <a:pt x="130886" y="16732"/>
                  <a:pt x="130668" y="17160"/>
                </a:cubicBezTo>
                <a:cubicBezTo>
                  <a:pt x="130449" y="17589"/>
                  <a:pt x="130339" y="18049"/>
                  <a:pt x="130339" y="18541"/>
                </a:cubicBezTo>
                <a:cubicBezTo>
                  <a:pt x="130339" y="19034"/>
                  <a:pt x="130435" y="19480"/>
                  <a:pt x="130627" y="19881"/>
                </a:cubicBezTo>
                <a:cubicBezTo>
                  <a:pt x="130818" y="20283"/>
                  <a:pt x="131174" y="20670"/>
                  <a:pt x="131693" y="21044"/>
                </a:cubicBezTo>
                <a:cubicBezTo>
                  <a:pt x="132213" y="21417"/>
                  <a:pt x="132937" y="21791"/>
                  <a:pt x="133867" y="22165"/>
                </a:cubicBezTo>
                <a:cubicBezTo>
                  <a:pt x="134797" y="22539"/>
                  <a:pt x="136009" y="22944"/>
                  <a:pt x="137504" y="23382"/>
                </a:cubicBezTo>
                <a:cubicBezTo>
                  <a:pt x="139127" y="23856"/>
                  <a:pt x="140494" y="24353"/>
                  <a:pt x="141607" y="24872"/>
                </a:cubicBezTo>
                <a:cubicBezTo>
                  <a:pt x="142719" y="25392"/>
                  <a:pt x="143621" y="25971"/>
                  <a:pt x="144314" y="26609"/>
                </a:cubicBezTo>
                <a:cubicBezTo>
                  <a:pt x="145007" y="27247"/>
                  <a:pt x="145504" y="27967"/>
                  <a:pt x="145804" y="28769"/>
                </a:cubicBezTo>
                <a:cubicBezTo>
                  <a:pt x="146105" y="29571"/>
                  <a:pt x="146256" y="30483"/>
                  <a:pt x="146256" y="31504"/>
                </a:cubicBezTo>
                <a:close/>
                <a:moveTo>
                  <a:pt x="178820" y="23819"/>
                </a:moveTo>
                <a:cubicBezTo>
                  <a:pt x="178820" y="24494"/>
                  <a:pt x="178811" y="25059"/>
                  <a:pt x="178792" y="25515"/>
                </a:cubicBezTo>
                <a:cubicBezTo>
                  <a:pt x="178774" y="25971"/>
                  <a:pt x="178747" y="26399"/>
                  <a:pt x="178710" y="26800"/>
                </a:cubicBezTo>
                <a:lnTo>
                  <a:pt x="159431" y="26800"/>
                </a:lnTo>
                <a:cubicBezTo>
                  <a:pt x="159431" y="29608"/>
                  <a:pt x="160215" y="31764"/>
                  <a:pt x="161782" y="33268"/>
                </a:cubicBezTo>
                <a:cubicBezTo>
                  <a:pt x="163350" y="34772"/>
                  <a:pt x="165611" y="35524"/>
                  <a:pt x="168565" y="35524"/>
                </a:cubicBezTo>
                <a:cubicBezTo>
                  <a:pt x="169367" y="35524"/>
                  <a:pt x="170169" y="35492"/>
                  <a:pt x="170971" y="35427"/>
                </a:cubicBezTo>
                <a:cubicBezTo>
                  <a:pt x="171773" y="35361"/>
                  <a:pt x="172548" y="35273"/>
                  <a:pt x="173296" y="35161"/>
                </a:cubicBezTo>
                <a:cubicBezTo>
                  <a:pt x="174043" y="35049"/>
                  <a:pt x="174759" y="34923"/>
                  <a:pt x="175442" y="34783"/>
                </a:cubicBezTo>
                <a:cubicBezTo>
                  <a:pt x="176126" y="34643"/>
                  <a:pt x="176760" y="34489"/>
                  <a:pt x="177343" y="34321"/>
                </a:cubicBezTo>
                <a:lnTo>
                  <a:pt x="177343" y="38231"/>
                </a:lnTo>
                <a:cubicBezTo>
                  <a:pt x="176049" y="38604"/>
                  <a:pt x="174585" y="38907"/>
                  <a:pt x="172954" y="39140"/>
                </a:cubicBezTo>
                <a:cubicBezTo>
                  <a:pt x="171322" y="39373"/>
                  <a:pt x="169631" y="39489"/>
                  <a:pt x="167881" y="39489"/>
                </a:cubicBezTo>
                <a:cubicBezTo>
                  <a:pt x="165529" y="39489"/>
                  <a:pt x="163505" y="39170"/>
                  <a:pt x="161810" y="38532"/>
                </a:cubicBezTo>
                <a:cubicBezTo>
                  <a:pt x="160114" y="37894"/>
                  <a:pt x="158724" y="36969"/>
                  <a:pt x="157639" y="35757"/>
                </a:cubicBezTo>
                <a:cubicBezTo>
                  <a:pt x="156555" y="34544"/>
                  <a:pt x="155752" y="33058"/>
                  <a:pt x="155233" y="31299"/>
                </a:cubicBezTo>
                <a:cubicBezTo>
                  <a:pt x="154713" y="29540"/>
                  <a:pt x="154453" y="27548"/>
                  <a:pt x="154453" y="25324"/>
                </a:cubicBezTo>
                <a:cubicBezTo>
                  <a:pt x="154453" y="23391"/>
                  <a:pt x="154731" y="21563"/>
                  <a:pt x="155287" y="19840"/>
                </a:cubicBezTo>
                <a:cubicBezTo>
                  <a:pt x="155844" y="18118"/>
                  <a:pt x="156655" y="16604"/>
                  <a:pt x="157721" y="15301"/>
                </a:cubicBezTo>
                <a:cubicBezTo>
                  <a:pt x="158788" y="13997"/>
                  <a:pt x="160096" y="12963"/>
                  <a:pt x="161646" y="12197"/>
                </a:cubicBezTo>
                <a:cubicBezTo>
                  <a:pt x="163195" y="11431"/>
                  <a:pt x="164955" y="11048"/>
                  <a:pt x="166924" y="11048"/>
                </a:cubicBezTo>
                <a:cubicBezTo>
                  <a:pt x="168838" y="11048"/>
                  <a:pt x="170534" y="11349"/>
                  <a:pt x="172010" y="11951"/>
                </a:cubicBezTo>
                <a:cubicBezTo>
                  <a:pt x="173487" y="12552"/>
                  <a:pt x="174731" y="13405"/>
                  <a:pt x="175743" y="14508"/>
                </a:cubicBezTo>
                <a:cubicBezTo>
                  <a:pt x="176755" y="15611"/>
                  <a:pt x="177521" y="16951"/>
                  <a:pt x="178040" y="18528"/>
                </a:cubicBezTo>
                <a:cubicBezTo>
                  <a:pt x="178560" y="20105"/>
                  <a:pt x="178820" y="21869"/>
                  <a:pt x="178820" y="23819"/>
                </a:cubicBezTo>
                <a:moveTo>
                  <a:pt x="173870" y="23136"/>
                </a:moveTo>
                <a:cubicBezTo>
                  <a:pt x="173925" y="21914"/>
                  <a:pt x="173806" y="20798"/>
                  <a:pt x="173514" y="19786"/>
                </a:cubicBezTo>
                <a:cubicBezTo>
                  <a:pt x="173223" y="18774"/>
                  <a:pt x="172771" y="17903"/>
                  <a:pt x="172161" y="17174"/>
                </a:cubicBezTo>
                <a:cubicBezTo>
                  <a:pt x="171550" y="16445"/>
                  <a:pt x="170789" y="15875"/>
                  <a:pt x="169877" y="15465"/>
                </a:cubicBezTo>
                <a:cubicBezTo>
                  <a:pt x="168966" y="15055"/>
                  <a:pt x="167908" y="14850"/>
                  <a:pt x="166705" y="14850"/>
                </a:cubicBezTo>
                <a:cubicBezTo>
                  <a:pt x="165666" y="14850"/>
                  <a:pt x="164718" y="15050"/>
                  <a:pt x="163861" y="15451"/>
                </a:cubicBezTo>
                <a:cubicBezTo>
                  <a:pt x="163004" y="15852"/>
                  <a:pt x="162266" y="16417"/>
                  <a:pt x="161646" y="17147"/>
                </a:cubicBezTo>
                <a:cubicBezTo>
                  <a:pt x="161026" y="17876"/>
                  <a:pt x="160524" y="18751"/>
                  <a:pt x="160142" y="19772"/>
                </a:cubicBezTo>
                <a:cubicBezTo>
                  <a:pt x="159759" y="20793"/>
                  <a:pt x="159522" y="21914"/>
                  <a:pt x="159431" y="23136"/>
                </a:cubicBezTo>
                <a:lnTo>
                  <a:pt x="173870" y="23136"/>
                </a:lnTo>
                <a:close/>
                <a:moveTo>
                  <a:pt x="255283" y="11541"/>
                </a:moveTo>
                <a:lnTo>
                  <a:pt x="259631" y="11541"/>
                </a:lnTo>
                <a:lnTo>
                  <a:pt x="259768" y="16587"/>
                </a:lnTo>
                <a:cubicBezTo>
                  <a:pt x="261390" y="14641"/>
                  <a:pt x="262990" y="13231"/>
                  <a:pt x="264567" y="12358"/>
                </a:cubicBezTo>
                <a:cubicBezTo>
                  <a:pt x="266144" y="11485"/>
                  <a:pt x="267735" y="11048"/>
                  <a:pt x="269339" y="11048"/>
                </a:cubicBezTo>
                <a:cubicBezTo>
                  <a:pt x="272183" y="11048"/>
                  <a:pt x="274339" y="11967"/>
                  <a:pt x="275807" y="13804"/>
                </a:cubicBezTo>
                <a:cubicBezTo>
                  <a:pt x="277275" y="15640"/>
                  <a:pt x="277954" y="18368"/>
                  <a:pt x="277844" y="21987"/>
                </a:cubicBezTo>
                <a:lnTo>
                  <a:pt x="273031" y="21987"/>
                </a:lnTo>
                <a:cubicBezTo>
                  <a:pt x="273086" y="19590"/>
                  <a:pt x="272735" y="17852"/>
                  <a:pt x="271978" y="16772"/>
                </a:cubicBezTo>
                <a:cubicBezTo>
                  <a:pt x="271222" y="15691"/>
                  <a:pt x="270114" y="15150"/>
                  <a:pt x="268656" y="15150"/>
                </a:cubicBezTo>
                <a:cubicBezTo>
                  <a:pt x="268018" y="15150"/>
                  <a:pt x="267375" y="15264"/>
                  <a:pt x="266728" y="15491"/>
                </a:cubicBezTo>
                <a:cubicBezTo>
                  <a:pt x="266080" y="15718"/>
                  <a:pt x="265415" y="16081"/>
                  <a:pt x="264731" y="16580"/>
                </a:cubicBezTo>
                <a:cubicBezTo>
                  <a:pt x="264048" y="17079"/>
                  <a:pt x="263323" y="17719"/>
                  <a:pt x="262557" y="18500"/>
                </a:cubicBezTo>
                <a:cubicBezTo>
                  <a:pt x="261791" y="19281"/>
                  <a:pt x="260971" y="20225"/>
                  <a:pt x="260096" y="21333"/>
                </a:cubicBezTo>
                <a:lnTo>
                  <a:pt x="260096" y="38997"/>
                </a:lnTo>
                <a:lnTo>
                  <a:pt x="255283" y="38997"/>
                </a:lnTo>
                <a:lnTo>
                  <a:pt x="255283" y="11541"/>
                </a:lnTo>
                <a:close/>
                <a:moveTo>
                  <a:pt x="308436" y="23819"/>
                </a:moveTo>
                <a:cubicBezTo>
                  <a:pt x="308436" y="24494"/>
                  <a:pt x="308427" y="25059"/>
                  <a:pt x="308409" y="25515"/>
                </a:cubicBezTo>
                <a:cubicBezTo>
                  <a:pt x="308391" y="25971"/>
                  <a:pt x="308363" y="26399"/>
                  <a:pt x="308327" y="26800"/>
                </a:cubicBezTo>
                <a:lnTo>
                  <a:pt x="289047" y="26800"/>
                </a:lnTo>
                <a:cubicBezTo>
                  <a:pt x="289047" y="29608"/>
                  <a:pt x="289831" y="31764"/>
                  <a:pt x="291399" y="33268"/>
                </a:cubicBezTo>
                <a:cubicBezTo>
                  <a:pt x="292967" y="34772"/>
                  <a:pt x="295228" y="35524"/>
                  <a:pt x="298181" y="35524"/>
                </a:cubicBezTo>
                <a:cubicBezTo>
                  <a:pt x="298983" y="35524"/>
                  <a:pt x="299785" y="35492"/>
                  <a:pt x="300588" y="35427"/>
                </a:cubicBezTo>
                <a:cubicBezTo>
                  <a:pt x="301390" y="35361"/>
                  <a:pt x="302165" y="35273"/>
                  <a:pt x="302912" y="35161"/>
                </a:cubicBezTo>
                <a:cubicBezTo>
                  <a:pt x="303660" y="35049"/>
                  <a:pt x="304375" y="34923"/>
                  <a:pt x="305059" y="34783"/>
                </a:cubicBezTo>
                <a:cubicBezTo>
                  <a:pt x="305743" y="34643"/>
                  <a:pt x="306376" y="34489"/>
                  <a:pt x="306959" y="34321"/>
                </a:cubicBezTo>
                <a:lnTo>
                  <a:pt x="306959" y="38231"/>
                </a:lnTo>
                <a:cubicBezTo>
                  <a:pt x="305665" y="38604"/>
                  <a:pt x="304202" y="38907"/>
                  <a:pt x="302570" y="39140"/>
                </a:cubicBezTo>
                <a:cubicBezTo>
                  <a:pt x="300939" y="39373"/>
                  <a:pt x="299248" y="39489"/>
                  <a:pt x="297497" y="39489"/>
                </a:cubicBezTo>
                <a:cubicBezTo>
                  <a:pt x="295145" y="39489"/>
                  <a:pt x="293122" y="39170"/>
                  <a:pt x="291426" y="38532"/>
                </a:cubicBezTo>
                <a:cubicBezTo>
                  <a:pt x="289731" y="37894"/>
                  <a:pt x="288341" y="36969"/>
                  <a:pt x="287256" y="35757"/>
                </a:cubicBezTo>
                <a:cubicBezTo>
                  <a:pt x="286171" y="34544"/>
                  <a:pt x="285369" y="33058"/>
                  <a:pt x="284849" y="31299"/>
                </a:cubicBezTo>
                <a:cubicBezTo>
                  <a:pt x="284330" y="29540"/>
                  <a:pt x="284070" y="27548"/>
                  <a:pt x="284070" y="25324"/>
                </a:cubicBezTo>
                <a:cubicBezTo>
                  <a:pt x="284070" y="23391"/>
                  <a:pt x="284348" y="21563"/>
                  <a:pt x="284904" y="19840"/>
                </a:cubicBezTo>
                <a:cubicBezTo>
                  <a:pt x="285460" y="18118"/>
                  <a:pt x="286271" y="16604"/>
                  <a:pt x="287338" y="15301"/>
                </a:cubicBezTo>
                <a:cubicBezTo>
                  <a:pt x="288404" y="13997"/>
                  <a:pt x="289712" y="12963"/>
                  <a:pt x="291262" y="12197"/>
                </a:cubicBezTo>
                <a:cubicBezTo>
                  <a:pt x="292812" y="11431"/>
                  <a:pt x="294571" y="11048"/>
                  <a:pt x="296540" y="11048"/>
                </a:cubicBezTo>
                <a:cubicBezTo>
                  <a:pt x="298454" y="11048"/>
                  <a:pt x="300150" y="11349"/>
                  <a:pt x="301627" y="11951"/>
                </a:cubicBezTo>
                <a:cubicBezTo>
                  <a:pt x="303104" y="12552"/>
                  <a:pt x="304348" y="13405"/>
                  <a:pt x="305360" y="14508"/>
                </a:cubicBezTo>
                <a:cubicBezTo>
                  <a:pt x="306372" y="15611"/>
                  <a:pt x="307137" y="16951"/>
                  <a:pt x="307657" y="18528"/>
                </a:cubicBezTo>
                <a:cubicBezTo>
                  <a:pt x="308176" y="20105"/>
                  <a:pt x="308436" y="21869"/>
                  <a:pt x="308436" y="23819"/>
                </a:cubicBezTo>
                <a:moveTo>
                  <a:pt x="303486" y="23136"/>
                </a:moveTo>
                <a:cubicBezTo>
                  <a:pt x="303541" y="21914"/>
                  <a:pt x="303423" y="20798"/>
                  <a:pt x="303131" y="19786"/>
                </a:cubicBezTo>
                <a:cubicBezTo>
                  <a:pt x="302839" y="18774"/>
                  <a:pt x="302388" y="17903"/>
                  <a:pt x="301777" y="17174"/>
                </a:cubicBezTo>
                <a:cubicBezTo>
                  <a:pt x="301166" y="16445"/>
                  <a:pt x="300405" y="15875"/>
                  <a:pt x="299494" y="15465"/>
                </a:cubicBezTo>
                <a:cubicBezTo>
                  <a:pt x="298582" y="15055"/>
                  <a:pt x="297525" y="14850"/>
                  <a:pt x="296321" y="14850"/>
                </a:cubicBezTo>
                <a:cubicBezTo>
                  <a:pt x="295282" y="14850"/>
                  <a:pt x="294334" y="15050"/>
                  <a:pt x="293477" y="15451"/>
                </a:cubicBezTo>
                <a:cubicBezTo>
                  <a:pt x="292620" y="15852"/>
                  <a:pt x="291882" y="16417"/>
                  <a:pt x="291262" y="17147"/>
                </a:cubicBezTo>
                <a:cubicBezTo>
                  <a:pt x="290642" y="17876"/>
                  <a:pt x="290141" y="18751"/>
                  <a:pt x="289758" y="19772"/>
                </a:cubicBezTo>
                <a:cubicBezTo>
                  <a:pt x="289375" y="20793"/>
                  <a:pt x="289138" y="21914"/>
                  <a:pt x="289047" y="23136"/>
                </a:cubicBezTo>
                <a:lnTo>
                  <a:pt x="303486" y="23136"/>
                </a:lnTo>
                <a:close/>
                <a:moveTo>
                  <a:pt x="334977" y="38997"/>
                </a:moveTo>
                <a:lnTo>
                  <a:pt x="334868" y="35298"/>
                </a:lnTo>
                <a:cubicBezTo>
                  <a:pt x="333373" y="36777"/>
                  <a:pt x="331855" y="37846"/>
                  <a:pt x="330314" y="38503"/>
                </a:cubicBezTo>
                <a:cubicBezTo>
                  <a:pt x="328774" y="39161"/>
                  <a:pt x="327156" y="39489"/>
                  <a:pt x="325460" y="39489"/>
                </a:cubicBezTo>
                <a:cubicBezTo>
                  <a:pt x="323892" y="39489"/>
                  <a:pt x="322552" y="39289"/>
                  <a:pt x="321440" y="38887"/>
                </a:cubicBezTo>
                <a:cubicBezTo>
                  <a:pt x="320328" y="38485"/>
                  <a:pt x="319412" y="37933"/>
                  <a:pt x="318692" y="37230"/>
                </a:cubicBezTo>
                <a:cubicBezTo>
                  <a:pt x="317972" y="36527"/>
                  <a:pt x="317443" y="35700"/>
                  <a:pt x="317106" y="34751"/>
                </a:cubicBezTo>
                <a:cubicBezTo>
                  <a:pt x="316768" y="33801"/>
                  <a:pt x="316600" y="32769"/>
                  <a:pt x="316600" y="31655"/>
                </a:cubicBezTo>
                <a:cubicBezTo>
                  <a:pt x="316600" y="28898"/>
                  <a:pt x="317625" y="26738"/>
                  <a:pt x="319676" y="25177"/>
                </a:cubicBezTo>
                <a:cubicBezTo>
                  <a:pt x="321727" y="23616"/>
                  <a:pt x="324758" y="22835"/>
                  <a:pt x="328769" y="22835"/>
                </a:cubicBezTo>
                <a:lnTo>
                  <a:pt x="334457" y="22835"/>
                </a:lnTo>
                <a:lnTo>
                  <a:pt x="334457" y="20437"/>
                </a:lnTo>
                <a:cubicBezTo>
                  <a:pt x="334457" y="18820"/>
                  <a:pt x="333938" y="17526"/>
                  <a:pt x="332899" y="16554"/>
                </a:cubicBezTo>
                <a:cubicBezTo>
                  <a:pt x="331859" y="15582"/>
                  <a:pt x="330273" y="15096"/>
                  <a:pt x="328140" y="15096"/>
                </a:cubicBezTo>
                <a:cubicBezTo>
                  <a:pt x="326591" y="15096"/>
                  <a:pt x="325064" y="15271"/>
                  <a:pt x="323560" y="15623"/>
                </a:cubicBezTo>
                <a:cubicBezTo>
                  <a:pt x="322055" y="15974"/>
                  <a:pt x="320501" y="16473"/>
                  <a:pt x="318897" y="17119"/>
                </a:cubicBezTo>
                <a:lnTo>
                  <a:pt x="318897" y="12826"/>
                </a:lnTo>
                <a:cubicBezTo>
                  <a:pt x="319498" y="12604"/>
                  <a:pt x="320169" y="12386"/>
                  <a:pt x="320907" y="12173"/>
                </a:cubicBezTo>
                <a:cubicBezTo>
                  <a:pt x="321645" y="11960"/>
                  <a:pt x="322425" y="11770"/>
                  <a:pt x="323245" y="11604"/>
                </a:cubicBezTo>
                <a:cubicBezTo>
                  <a:pt x="324065" y="11437"/>
                  <a:pt x="324922" y="11303"/>
                  <a:pt x="325816" y="11201"/>
                </a:cubicBezTo>
                <a:cubicBezTo>
                  <a:pt x="326709" y="11099"/>
                  <a:pt x="327612" y="11048"/>
                  <a:pt x="328523" y="11048"/>
                </a:cubicBezTo>
                <a:cubicBezTo>
                  <a:pt x="330182" y="11048"/>
                  <a:pt x="331677" y="11231"/>
                  <a:pt x="333008" y="11595"/>
                </a:cubicBezTo>
                <a:cubicBezTo>
                  <a:pt x="334339" y="11960"/>
                  <a:pt x="335465" y="12516"/>
                  <a:pt x="336385" y="13263"/>
                </a:cubicBezTo>
                <a:cubicBezTo>
                  <a:pt x="337306" y="14011"/>
                  <a:pt x="338013" y="14950"/>
                  <a:pt x="338505" y="16080"/>
                </a:cubicBezTo>
                <a:cubicBezTo>
                  <a:pt x="338997" y="17211"/>
                  <a:pt x="339243" y="18541"/>
                  <a:pt x="339243" y="20073"/>
                </a:cubicBezTo>
                <a:lnTo>
                  <a:pt x="339243" y="38997"/>
                </a:lnTo>
                <a:lnTo>
                  <a:pt x="334977" y="38997"/>
                </a:lnTo>
                <a:moveTo>
                  <a:pt x="334457" y="26472"/>
                </a:moveTo>
                <a:lnTo>
                  <a:pt x="328414" y="26472"/>
                </a:lnTo>
                <a:cubicBezTo>
                  <a:pt x="327229" y="26472"/>
                  <a:pt x="326208" y="26591"/>
                  <a:pt x="325351" y="26829"/>
                </a:cubicBezTo>
                <a:cubicBezTo>
                  <a:pt x="324494" y="27067"/>
                  <a:pt x="323792" y="27405"/>
                  <a:pt x="323245" y="27844"/>
                </a:cubicBezTo>
                <a:cubicBezTo>
                  <a:pt x="322698" y="28282"/>
                  <a:pt x="322292" y="28808"/>
                  <a:pt x="322028" y="29421"/>
                </a:cubicBezTo>
                <a:cubicBezTo>
                  <a:pt x="321764" y="30034"/>
                  <a:pt x="321632" y="30724"/>
                  <a:pt x="321632" y="31492"/>
                </a:cubicBezTo>
                <a:cubicBezTo>
                  <a:pt x="321632" y="32022"/>
                  <a:pt x="321714" y="32530"/>
                  <a:pt x="321878" y="33015"/>
                </a:cubicBezTo>
                <a:cubicBezTo>
                  <a:pt x="322042" y="33499"/>
                  <a:pt x="322306" y="33929"/>
                  <a:pt x="322671" y="34304"/>
                </a:cubicBezTo>
                <a:cubicBezTo>
                  <a:pt x="323035" y="34679"/>
                  <a:pt x="323509" y="34976"/>
                  <a:pt x="324093" y="35195"/>
                </a:cubicBezTo>
                <a:cubicBezTo>
                  <a:pt x="324676" y="35414"/>
                  <a:pt x="325387" y="35524"/>
                  <a:pt x="326226" y="35524"/>
                </a:cubicBezTo>
                <a:cubicBezTo>
                  <a:pt x="327320" y="35524"/>
                  <a:pt x="328573" y="35190"/>
                  <a:pt x="329986" y="34523"/>
                </a:cubicBezTo>
                <a:cubicBezTo>
                  <a:pt x="331399" y="33856"/>
                  <a:pt x="332890" y="32799"/>
                  <a:pt x="334457" y="31354"/>
                </a:cubicBezTo>
                <a:lnTo>
                  <a:pt x="334457" y="26472"/>
                </a:lnTo>
                <a:close/>
                <a:moveTo>
                  <a:pt x="347028" y="25843"/>
                </a:moveTo>
                <a:cubicBezTo>
                  <a:pt x="347028" y="23510"/>
                  <a:pt x="347347" y="21436"/>
                  <a:pt x="347985" y="19622"/>
                </a:cubicBezTo>
                <a:cubicBezTo>
                  <a:pt x="348623" y="17808"/>
                  <a:pt x="349530" y="16276"/>
                  <a:pt x="350706" y="15027"/>
                </a:cubicBezTo>
                <a:cubicBezTo>
                  <a:pt x="351882" y="13778"/>
                  <a:pt x="353295" y="12830"/>
                  <a:pt x="354945" y="12183"/>
                </a:cubicBezTo>
                <a:cubicBezTo>
                  <a:pt x="356595" y="11536"/>
                  <a:pt x="358432" y="11212"/>
                  <a:pt x="360455" y="11212"/>
                </a:cubicBezTo>
                <a:cubicBezTo>
                  <a:pt x="361330" y="11212"/>
                  <a:pt x="362192" y="11267"/>
                  <a:pt x="363040" y="11376"/>
                </a:cubicBezTo>
                <a:cubicBezTo>
                  <a:pt x="363887" y="11486"/>
                  <a:pt x="364721" y="11659"/>
                  <a:pt x="365542" y="11896"/>
                </a:cubicBezTo>
                <a:lnTo>
                  <a:pt x="365542" y="328"/>
                </a:lnTo>
                <a:lnTo>
                  <a:pt x="370328" y="328"/>
                </a:lnTo>
                <a:lnTo>
                  <a:pt x="370328" y="38997"/>
                </a:lnTo>
                <a:lnTo>
                  <a:pt x="366061" y="38997"/>
                </a:lnTo>
                <a:lnTo>
                  <a:pt x="365897" y="33801"/>
                </a:lnTo>
                <a:cubicBezTo>
                  <a:pt x="364567" y="35734"/>
                  <a:pt x="363126" y="37165"/>
                  <a:pt x="361577" y="38095"/>
                </a:cubicBezTo>
                <a:cubicBezTo>
                  <a:pt x="360027" y="39025"/>
                  <a:pt x="358350" y="39489"/>
                  <a:pt x="356545" y="39489"/>
                </a:cubicBezTo>
                <a:cubicBezTo>
                  <a:pt x="354977" y="39489"/>
                  <a:pt x="353596" y="39161"/>
                  <a:pt x="352402" y="38505"/>
                </a:cubicBezTo>
                <a:cubicBezTo>
                  <a:pt x="351207" y="37849"/>
                  <a:pt x="350214" y="36923"/>
                  <a:pt x="349421" y="35729"/>
                </a:cubicBezTo>
                <a:cubicBezTo>
                  <a:pt x="348628" y="34535"/>
                  <a:pt x="348031" y="33099"/>
                  <a:pt x="347629" y="31422"/>
                </a:cubicBezTo>
                <a:cubicBezTo>
                  <a:pt x="347228" y="29745"/>
                  <a:pt x="347028" y="27885"/>
                  <a:pt x="347028" y="25843"/>
                </a:cubicBezTo>
                <a:moveTo>
                  <a:pt x="351896" y="25542"/>
                </a:moveTo>
                <a:cubicBezTo>
                  <a:pt x="351896" y="28860"/>
                  <a:pt x="352383" y="31335"/>
                  <a:pt x="353359" y="32967"/>
                </a:cubicBezTo>
                <a:cubicBezTo>
                  <a:pt x="354334" y="34599"/>
                  <a:pt x="355715" y="35415"/>
                  <a:pt x="357502" y="35415"/>
                </a:cubicBezTo>
                <a:cubicBezTo>
                  <a:pt x="358705" y="35415"/>
                  <a:pt x="359977" y="34877"/>
                  <a:pt x="361317" y="33801"/>
                </a:cubicBezTo>
                <a:cubicBezTo>
                  <a:pt x="362657" y="32726"/>
                  <a:pt x="364065" y="31130"/>
                  <a:pt x="365542" y="29015"/>
                </a:cubicBezTo>
                <a:lnTo>
                  <a:pt x="365542" y="16272"/>
                </a:lnTo>
                <a:cubicBezTo>
                  <a:pt x="364758" y="15907"/>
                  <a:pt x="363892" y="15629"/>
                  <a:pt x="362944" y="15438"/>
                </a:cubicBezTo>
                <a:cubicBezTo>
                  <a:pt x="361996" y="15246"/>
                  <a:pt x="361057" y="15150"/>
                  <a:pt x="360127" y="15150"/>
                </a:cubicBezTo>
                <a:cubicBezTo>
                  <a:pt x="357538" y="15150"/>
                  <a:pt x="355519" y="15989"/>
                  <a:pt x="354070" y="17666"/>
                </a:cubicBezTo>
                <a:cubicBezTo>
                  <a:pt x="352620" y="19344"/>
                  <a:pt x="351896" y="21969"/>
                  <a:pt x="351896" y="25542"/>
                </a:cubicBezTo>
                <a:close/>
                <a:moveTo>
                  <a:pt x="469199" y="38587"/>
                </a:moveTo>
                <a:cubicBezTo>
                  <a:pt x="468124" y="38870"/>
                  <a:pt x="467012" y="39073"/>
                  <a:pt x="465863" y="39195"/>
                </a:cubicBezTo>
                <a:cubicBezTo>
                  <a:pt x="464714" y="39319"/>
                  <a:pt x="463548" y="39380"/>
                  <a:pt x="462363" y="39380"/>
                </a:cubicBezTo>
                <a:cubicBezTo>
                  <a:pt x="458917" y="39380"/>
                  <a:pt x="456346" y="38601"/>
                  <a:pt x="454651" y="37042"/>
                </a:cubicBezTo>
                <a:cubicBezTo>
                  <a:pt x="452955" y="35483"/>
                  <a:pt x="452107" y="33090"/>
                  <a:pt x="452107" y="29863"/>
                </a:cubicBezTo>
                <a:lnTo>
                  <a:pt x="452107" y="15533"/>
                </a:lnTo>
                <a:lnTo>
                  <a:pt x="444423" y="15533"/>
                </a:lnTo>
                <a:lnTo>
                  <a:pt x="444423" y="11541"/>
                </a:lnTo>
                <a:lnTo>
                  <a:pt x="452107" y="11541"/>
                </a:lnTo>
                <a:lnTo>
                  <a:pt x="452107" y="3969"/>
                </a:lnTo>
                <a:lnTo>
                  <a:pt x="456866" y="2735"/>
                </a:lnTo>
                <a:lnTo>
                  <a:pt x="456866" y="11541"/>
                </a:lnTo>
                <a:lnTo>
                  <a:pt x="469199" y="11541"/>
                </a:lnTo>
                <a:lnTo>
                  <a:pt x="469199" y="15533"/>
                </a:lnTo>
                <a:lnTo>
                  <a:pt x="456866" y="15533"/>
                </a:lnTo>
                <a:lnTo>
                  <a:pt x="456866" y="29480"/>
                </a:lnTo>
                <a:cubicBezTo>
                  <a:pt x="456866" y="31449"/>
                  <a:pt x="457390" y="32922"/>
                  <a:pt x="458438" y="33897"/>
                </a:cubicBezTo>
                <a:cubicBezTo>
                  <a:pt x="459487" y="34872"/>
                  <a:pt x="461032" y="35360"/>
                  <a:pt x="463074" y="35360"/>
                </a:cubicBezTo>
                <a:cubicBezTo>
                  <a:pt x="463949" y="35360"/>
                  <a:pt x="464906" y="35290"/>
                  <a:pt x="465945" y="35149"/>
                </a:cubicBezTo>
                <a:cubicBezTo>
                  <a:pt x="466984" y="35008"/>
                  <a:pt x="468069" y="34786"/>
                  <a:pt x="469199" y="34485"/>
                </a:cubicBezTo>
                <a:lnTo>
                  <a:pt x="469199" y="38587"/>
                </a:lnTo>
                <a:close/>
                <a:moveTo>
                  <a:pt x="500259" y="38997"/>
                </a:moveTo>
                <a:lnTo>
                  <a:pt x="495501" y="38997"/>
                </a:lnTo>
                <a:lnTo>
                  <a:pt x="495501" y="21468"/>
                </a:lnTo>
                <a:cubicBezTo>
                  <a:pt x="495501" y="19353"/>
                  <a:pt x="495104" y="17771"/>
                  <a:pt x="494311" y="16723"/>
                </a:cubicBezTo>
                <a:cubicBezTo>
                  <a:pt x="493518" y="15675"/>
                  <a:pt x="492383" y="15150"/>
                  <a:pt x="490907" y="15150"/>
                </a:cubicBezTo>
                <a:cubicBezTo>
                  <a:pt x="490269" y="15150"/>
                  <a:pt x="489671" y="15237"/>
                  <a:pt x="489115" y="15410"/>
                </a:cubicBezTo>
                <a:cubicBezTo>
                  <a:pt x="488559" y="15583"/>
                  <a:pt x="487980" y="15884"/>
                  <a:pt x="487379" y="16313"/>
                </a:cubicBezTo>
                <a:cubicBezTo>
                  <a:pt x="486777" y="16741"/>
                  <a:pt x="486121" y="17320"/>
                  <a:pt x="485410" y="18049"/>
                </a:cubicBezTo>
                <a:cubicBezTo>
                  <a:pt x="484699" y="18778"/>
                  <a:pt x="483878" y="19690"/>
                  <a:pt x="482949" y="20784"/>
                </a:cubicBezTo>
                <a:lnTo>
                  <a:pt x="482949" y="38997"/>
                </a:lnTo>
                <a:lnTo>
                  <a:pt x="478190" y="38997"/>
                </a:lnTo>
                <a:lnTo>
                  <a:pt x="478190" y="328"/>
                </a:lnTo>
                <a:lnTo>
                  <a:pt x="482949" y="328"/>
                </a:lnTo>
                <a:lnTo>
                  <a:pt x="482949" y="11533"/>
                </a:lnTo>
                <a:lnTo>
                  <a:pt x="482785" y="15861"/>
                </a:lnTo>
                <a:cubicBezTo>
                  <a:pt x="483532" y="14968"/>
                  <a:pt x="484266" y="14216"/>
                  <a:pt x="484986" y="13605"/>
                </a:cubicBezTo>
                <a:cubicBezTo>
                  <a:pt x="485706" y="12995"/>
                  <a:pt x="486426" y="12498"/>
                  <a:pt x="487146" y="12115"/>
                </a:cubicBezTo>
                <a:cubicBezTo>
                  <a:pt x="487867" y="11732"/>
                  <a:pt x="488600" y="11458"/>
                  <a:pt x="489348" y="11294"/>
                </a:cubicBezTo>
                <a:cubicBezTo>
                  <a:pt x="490095" y="11130"/>
                  <a:pt x="490870" y="11048"/>
                  <a:pt x="491672" y="11048"/>
                </a:cubicBezTo>
                <a:cubicBezTo>
                  <a:pt x="494407" y="11048"/>
                  <a:pt x="496522" y="11882"/>
                  <a:pt x="498017" y="13551"/>
                </a:cubicBezTo>
                <a:cubicBezTo>
                  <a:pt x="499512" y="15219"/>
                  <a:pt x="500259" y="17730"/>
                  <a:pt x="500259" y="21085"/>
                </a:cubicBezTo>
                <a:lnTo>
                  <a:pt x="500259" y="38997"/>
                </a:lnTo>
                <a:close/>
                <a:moveTo>
                  <a:pt x="532496" y="23819"/>
                </a:moveTo>
                <a:cubicBezTo>
                  <a:pt x="532496" y="24494"/>
                  <a:pt x="532487" y="25059"/>
                  <a:pt x="532468" y="25515"/>
                </a:cubicBezTo>
                <a:cubicBezTo>
                  <a:pt x="532450" y="25971"/>
                  <a:pt x="532423" y="26399"/>
                  <a:pt x="532386" y="26800"/>
                </a:cubicBezTo>
                <a:lnTo>
                  <a:pt x="513106" y="26800"/>
                </a:lnTo>
                <a:cubicBezTo>
                  <a:pt x="513106" y="29608"/>
                  <a:pt x="513890" y="31764"/>
                  <a:pt x="515458" y="33268"/>
                </a:cubicBezTo>
                <a:cubicBezTo>
                  <a:pt x="517026" y="34772"/>
                  <a:pt x="519287" y="35524"/>
                  <a:pt x="522240" y="35524"/>
                </a:cubicBezTo>
                <a:cubicBezTo>
                  <a:pt x="523043" y="35524"/>
                  <a:pt x="523845" y="35492"/>
                  <a:pt x="524647" y="35427"/>
                </a:cubicBezTo>
                <a:cubicBezTo>
                  <a:pt x="525449" y="35361"/>
                  <a:pt x="526224" y="35273"/>
                  <a:pt x="526972" y="35161"/>
                </a:cubicBezTo>
                <a:cubicBezTo>
                  <a:pt x="527719" y="35049"/>
                  <a:pt x="528435" y="34923"/>
                  <a:pt x="529118" y="34783"/>
                </a:cubicBezTo>
                <a:cubicBezTo>
                  <a:pt x="529802" y="34643"/>
                  <a:pt x="530436" y="34489"/>
                  <a:pt x="531019" y="34321"/>
                </a:cubicBezTo>
                <a:lnTo>
                  <a:pt x="531019" y="38231"/>
                </a:lnTo>
                <a:cubicBezTo>
                  <a:pt x="529724" y="38604"/>
                  <a:pt x="528261" y="38907"/>
                  <a:pt x="526630" y="39140"/>
                </a:cubicBezTo>
                <a:cubicBezTo>
                  <a:pt x="524998" y="39373"/>
                  <a:pt x="523307" y="39489"/>
                  <a:pt x="521557" y="39489"/>
                </a:cubicBezTo>
                <a:cubicBezTo>
                  <a:pt x="519205" y="39489"/>
                  <a:pt x="517181" y="39170"/>
                  <a:pt x="515486" y="38532"/>
                </a:cubicBezTo>
                <a:cubicBezTo>
                  <a:pt x="513790" y="37894"/>
                  <a:pt x="512400" y="36969"/>
                  <a:pt x="511315" y="35757"/>
                </a:cubicBezTo>
                <a:cubicBezTo>
                  <a:pt x="510230" y="34544"/>
                  <a:pt x="509428" y="33058"/>
                  <a:pt x="508909" y="31299"/>
                </a:cubicBezTo>
                <a:cubicBezTo>
                  <a:pt x="508389" y="29540"/>
                  <a:pt x="508129" y="27548"/>
                  <a:pt x="508129" y="25324"/>
                </a:cubicBezTo>
                <a:cubicBezTo>
                  <a:pt x="508129" y="23391"/>
                  <a:pt x="508407" y="21563"/>
                  <a:pt x="508963" y="19840"/>
                </a:cubicBezTo>
                <a:cubicBezTo>
                  <a:pt x="509519" y="18118"/>
                  <a:pt x="510331" y="16604"/>
                  <a:pt x="511397" y="15301"/>
                </a:cubicBezTo>
                <a:cubicBezTo>
                  <a:pt x="512464" y="13997"/>
                  <a:pt x="513772" y="12963"/>
                  <a:pt x="515322" y="12197"/>
                </a:cubicBezTo>
                <a:cubicBezTo>
                  <a:pt x="516871" y="11431"/>
                  <a:pt x="518631" y="11048"/>
                  <a:pt x="520600" y="11048"/>
                </a:cubicBezTo>
                <a:cubicBezTo>
                  <a:pt x="522514" y="11048"/>
                  <a:pt x="524209" y="11349"/>
                  <a:pt x="525686" y="11951"/>
                </a:cubicBezTo>
                <a:cubicBezTo>
                  <a:pt x="527163" y="12552"/>
                  <a:pt x="528407" y="13405"/>
                  <a:pt x="529419" y="14508"/>
                </a:cubicBezTo>
                <a:cubicBezTo>
                  <a:pt x="530431" y="15611"/>
                  <a:pt x="531197" y="16951"/>
                  <a:pt x="531716" y="18528"/>
                </a:cubicBezTo>
                <a:cubicBezTo>
                  <a:pt x="532236" y="20105"/>
                  <a:pt x="532496" y="21869"/>
                  <a:pt x="532496" y="23819"/>
                </a:cubicBezTo>
                <a:moveTo>
                  <a:pt x="527546" y="23136"/>
                </a:moveTo>
                <a:cubicBezTo>
                  <a:pt x="527601" y="21914"/>
                  <a:pt x="527482" y="20798"/>
                  <a:pt x="527190" y="19786"/>
                </a:cubicBezTo>
                <a:cubicBezTo>
                  <a:pt x="526899" y="18774"/>
                  <a:pt x="526447" y="17903"/>
                  <a:pt x="525837" y="17174"/>
                </a:cubicBezTo>
                <a:cubicBezTo>
                  <a:pt x="525226" y="16445"/>
                  <a:pt x="524465" y="15875"/>
                  <a:pt x="523553" y="15465"/>
                </a:cubicBezTo>
                <a:cubicBezTo>
                  <a:pt x="522642" y="15055"/>
                  <a:pt x="521584" y="14850"/>
                  <a:pt x="520381" y="14850"/>
                </a:cubicBezTo>
                <a:cubicBezTo>
                  <a:pt x="519342" y="14850"/>
                  <a:pt x="518394" y="15050"/>
                  <a:pt x="517537" y="15451"/>
                </a:cubicBezTo>
                <a:cubicBezTo>
                  <a:pt x="516680" y="15852"/>
                  <a:pt x="515941" y="16417"/>
                  <a:pt x="515322" y="17147"/>
                </a:cubicBezTo>
                <a:cubicBezTo>
                  <a:pt x="514702" y="17876"/>
                  <a:pt x="514200" y="18751"/>
                  <a:pt x="513817" y="19772"/>
                </a:cubicBezTo>
                <a:cubicBezTo>
                  <a:pt x="513435" y="20793"/>
                  <a:pt x="513198" y="21914"/>
                  <a:pt x="513106" y="23136"/>
                </a:cubicBezTo>
                <a:lnTo>
                  <a:pt x="527546" y="23136"/>
                </a:lnTo>
                <a:close/>
                <a:moveTo>
                  <a:pt x="617189" y="15479"/>
                </a:moveTo>
                <a:lnTo>
                  <a:pt x="609067" y="15479"/>
                </a:lnTo>
                <a:lnTo>
                  <a:pt x="609067" y="11541"/>
                </a:lnTo>
                <a:lnTo>
                  <a:pt x="622002" y="11541"/>
                </a:lnTo>
                <a:lnTo>
                  <a:pt x="622002" y="35032"/>
                </a:lnTo>
                <a:lnTo>
                  <a:pt x="630179" y="35032"/>
                </a:lnTo>
                <a:lnTo>
                  <a:pt x="630179" y="38997"/>
                </a:lnTo>
                <a:lnTo>
                  <a:pt x="608165" y="38997"/>
                </a:lnTo>
                <a:lnTo>
                  <a:pt x="608165" y="35032"/>
                </a:lnTo>
                <a:lnTo>
                  <a:pt x="617189" y="35032"/>
                </a:lnTo>
                <a:lnTo>
                  <a:pt x="617189" y="15479"/>
                </a:lnTo>
                <a:moveTo>
                  <a:pt x="618857" y="0"/>
                </a:moveTo>
                <a:cubicBezTo>
                  <a:pt x="619386" y="0"/>
                  <a:pt x="619878" y="96"/>
                  <a:pt x="620334" y="287"/>
                </a:cubicBezTo>
                <a:cubicBezTo>
                  <a:pt x="620790" y="479"/>
                  <a:pt x="621186" y="747"/>
                  <a:pt x="621524" y="1094"/>
                </a:cubicBezTo>
                <a:cubicBezTo>
                  <a:pt x="621861" y="1440"/>
                  <a:pt x="622125" y="1837"/>
                  <a:pt x="622317" y="2283"/>
                </a:cubicBezTo>
                <a:cubicBezTo>
                  <a:pt x="622508" y="2730"/>
                  <a:pt x="622604" y="3218"/>
                  <a:pt x="622604" y="3747"/>
                </a:cubicBezTo>
                <a:cubicBezTo>
                  <a:pt x="622604" y="4257"/>
                  <a:pt x="622508" y="4740"/>
                  <a:pt x="622317" y="5196"/>
                </a:cubicBezTo>
                <a:cubicBezTo>
                  <a:pt x="622125" y="5652"/>
                  <a:pt x="621861" y="6053"/>
                  <a:pt x="621524" y="6399"/>
                </a:cubicBezTo>
                <a:cubicBezTo>
                  <a:pt x="621186" y="6746"/>
                  <a:pt x="620790" y="7015"/>
                  <a:pt x="620334" y="7206"/>
                </a:cubicBezTo>
                <a:cubicBezTo>
                  <a:pt x="619878" y="7397"/>
                  <a:pt x="619386" y="7493"/>
                  <a:pt x="618857" y="7493"/>
                </a:cubicBezTo>
                <a:cubicBezTo>
                  <a:pt x="618329" y="7493"/>
                  <a:pt x="617836" y="7397"/>
                  <a:pt x="617381" y="7206"/>
                </a:cubicBezTo>
                <a:cubicBezTo>
                  <a:pt x="616925" y="7015"/>
                  <a:pt x="616528" y="6746"/>
                  <a:pt x="616191" y="6399"/>
                </a:cubicBezTo>
                <a:cubicBezTo>
                  <a:pt x="615854" y="6053"/>
                  <a:pt x="615589" y="5652"/>
                  <a:pt x="615398" y="5196"/>
                </a:cubicBezTo>
                <a:cubicBezTo>
                  <a:pt x="615206" y="4740"/>
                  <a:pt x="615111" y="4257"/>
                  <a:pt x="615111" y="3747"/>
                </a:cubicBezTo>
                <a:cubicBezTo>
                  <a:pt x="615111" y="3218"/>
                  <a:pt x="615206" y="2730"/>
                  <a:pt x="615398" y="2283"/>
                </a:cubicBezTo>
                <a:cubicBezTo>
                  <a:pt x="615589" y="1837"/>
                  <a:pt x="615854" y="1440"/>
                  <a:pt x="616191" y="1094"/>
                </a:cubicBezTo>
                <a:cubicBezTo>
                  <a:pt x="616528" y="747"/>
                  <a:pt x="616925" y="479"/>
                  <a:pt x="617381" y="287"/>
                </a:cubicBezTo>
                <a:cubicBezTo>
                  <a:pt x="617836" y="96"/>
                  <a:pt x="618329" y="0"/>
                  <a:pt x="618857" y="0"/>
                </a:cubicBezTo>
                <a:close/>
                <a:moveTo>
                  <a:pt x="660662" y="31504"/>
                </a:moveTo>
                <a:cubicBezTo>
                  <a:pt x="660662" y="32470"/>
                  <a:pt x="660498" y="33336"/>
                  <a:pt x="660170" y="34102"/>
                </a:cubicBezTo>
                <a:cubicBezTo>
                  <a:pt x="659841" y="34868"/>
                  <a:pt x="659395" y="35547"/>
                  <a:pt x="658830" y="36139"/>
                </a:cubicBezTo>
                <a:cubicBezTo>
                  <a:pt x="658264" y="36732"/>
                  <a:pt x="657608" y="37238"/>
                  <a:pt x="656861" y="37657"/>
                </a:cubicBezTo>
                <a:cubicBezTo>
                  <a:pt x="656113" y="38076"/>
                  <a:pt x="655316" y="38423"/>
                  <a:pt x="654468" y="38696"/>
                </a:cubicBezTo>
                <a:cubicBezTo>
                  <a:pt x="653620" y="38970"/>
                  <a:pt x="652749" y="39170"/>
                  <a:pt x="651856" y="39298"/>
                </a:cubicBezTo>
                <a:cubicBezTo>
                  <a:pt x="650963" y="39426"/>
                  <a:pt x="650088" y="39489"/>
                  <a:pt x="649231" y="39489"/>
                </a:cubicBezTo>
                <a:cubicBezTo>
                  <a:pt x="647371" y="39489"/>
                  <a:pt x="645662" y="39407"/>
                  <a:pt x="644103" y="39243"/>
                </a:cubicBezTo>
                <a:cubicBezTo>
                  <a:pt x="642544" y="39079"/>
                  <a:pt x="641017" y="38815"/>
                  <a:pt x="639522" y="38450"/>
                </a:cubicBezTo>
                <a:lnTo>
                  <a:pt x="639522" y="34075"/>
                </a:lnTo>
                <a:cubicBezTo>
                  <a:pt x="641127" y="34530"/>
                  <a:pt x="642722" y="34877"/>
                  <a:pt x="644308" y="35114"/>
                </a:cubicBezTo>
                <a:cubicBezTo>
                  <a:pt x="645894" y="35351"/>
                  <a:pt x="647471" y="35469"/>
                  <a:pt x="649039" y="35469"/>
                </a:cubicBezTo>
                <a:cubicBezTo>
                  <a:pt x="651318" y="35469"/>
                  <a:pt x="653005" y="35159"/>
                  <a:pt x="654099" y="34540"/>
                </a:cubicBezTo>
                <a:cubicBezTo>
                  <a:pt x="655192" y="33920"/>
                  <a:pt x="655739" y="33035"/>
                  <a:pt x="655739" y="31887"/>
                </a:cubicBezTo>
                <a:cubicBezTo>
                  <a:pt x="655739" y="31395"/>
                  <a:pt x="655653" y="30953"/>
                  <a:pt x="655480" y="30561"/>
                </a:cubicBezTo>
                <a:cubicBezTo>
                  <a:pt x="655306" y="30169"/>
                  <a:pt x="654992" y="29795"/>
                  <a:pt x="654536" y="29439"/>
                </a:cubicBezTo>
                <a:cubicBezTo>
                  <a:pt x="654080" y="29084"/>
                  <a:pt x="653374" y="28715"/>
                  <a:pt x="652417" y="28332"/>
                </a:cubicBezTo>
                <a:cubicBezTo>
                  <a:pt x="651460" y="27949"/>
                  <a:pt x="650151" y="27511"/>
                  <a:pt x="648492" y="27019"/>
                </a:cubicBezTo>
                <a:cubicBezTo>
                  <a:pt x="647253" y="26654"/>
                  <a:pt x="646109" y="26240"/>
                  <a:pt x="645060" y="25775"/>
                </a:cubicBezTo>
                <a:cubicBezTo>
                  <a:pt x="644012" y="25310"/>
                  <a:pt x="643105" y="24758"/>
                  <a:pt x="642339" y="24120"/>
                </a:cubicBezTo>
                <a:cubicBezTo>
                  <a:pt x="641574" y="23482"/>
                  <a:pt x="640972" y="22735"/>
                  <a:pt x="640534" y="21878"/>
                </a:cubicBezTo>
                <a:cubicBezTo>
                  <a:pt x="640097" y="21021"/>
                  <a:pt x="639878" y="20009"/>
                  <a:pt x="639878" y="18842"/>
                </a:cubicBezTo>
                <a:cubicBezTo>
                  <a:pt x="639878" y="18077"/>
                  <a:pt x="640056" y="17238"/>
                  <a:pt x="640411" y="16326"/>
                </a:cubicBezTo>
                <a:cubicBezTo>
                  <a:pt x="640767" y="15415"/>
                  <a:pt x="641373" y="14567"/>
                  <a:pt x="642230" y="13783"/>
                </a:cubicBezTo>
                <a:cubicBezTo>
                  <a:pt x="643087" y="12999"/>
                  <a:pt x="644244" y="12347"/>
                  <a:pt x="645703" y="11828"/>
                </a:cubicBezTo>
                <a:cubicBezTo>
                  <a:pt x="647161" y="11308"/>
                  <a:pt x="648985" y="11048"/>
                  <a:pt x="651172" y="11048"/>
                </a:cubicBezTo>
                <a:cubicBezTo>
                  <a:pt x="652248" y="11048"/>
                  <a:pt x="653442" y="11108"/>
                  <a:pt x="654755" y="11226"/>
                </a:cubicBezTo>
                <a:cubicBezTo>
                  <a:pt x="656068" y="11345"/>
                  <a:pt x="657435" y="11550"/>
                  <a:pt x="658857" y="11841"/>
                </a:cubicBezTo>
                <a:lnTo>
                  <a:pt x="658857" y="16080"/>
                </a:lnTo>
                <a:cubicBezTo>
                  <a:pt x="657362" y="15716"/>
                  <a:pt x="655944" y="15447"/>
                  <a:pt x="654604" y="15273"/>
                </a:cubicBezTo>
                <a:cubicBezTo>
                  <a:pt x="653264" y="15100"/>
                  <a:pt x="652102" y="15014"/>
                  <a:pt x="651118" y="15014"/>
                </a:cubicBezTo>
                <a:cubicBezTo>
                  <a:pt x="649933" y="15014"/>
                  <a:pt x="648934" y="15105"/>
                  <a:pt x="648123" y="15287"/>
                </a:cubicBezTo>
                <a:cubicBezTo>
                  <a:pt x="647312" y="15469"/>
                  <a:pt x="646656" y="15720"/>
                  <a:pt x="646154" y="16039"/>
                </a:cubicBezTo>
                <a:cubicBezTo>
                  <a:pt x="645653" y="16358"/>
                  <a:pt x="645293" y="16732"/>
                  <a:pt x="645074" y="17160"/>
                </a:cubicBezTo>
                <a:cubicBezTo>
                  <a:pt x="644855" y="17589"/>
                  <a:pt x="644746" y="18049"/>
                  <a:pt x="644746" y="18541"/>
                </a:cubicBezTo>
                <a:cubicBezTo>
                  <a:pt x="644746" y="19034"/>
                  <a:pt x="644842" y="19480"/>
                  <a:pt x="645033" y="19881"/>
                </a:cubicBezTo>
                <a:cubicBezTo>
                  <a:pt x="645224" y="20283"/>
                  <a:pt x="645580" y="20670"/>
                  <a:pt x="646099" y="21044"/>
                </a:cubicBezTo>
                <a:cubicBezTo>
                  <a:pt x="646619" y="21417"/>
                  <a:pt x="647344" y="21791"/>
                  <a:pt x="648274" y="22165"/>
                </a:cubicBezTo>
                <a:cubicBezTo>
                  <a:pt x="649203" y="22539"/>
                  <a:pt x="650416" y="22944"/>
                  <a:pt x="651911" y="23382"/>
                </a:cubicBezTo>
                <a:cubicBezTo>
                  <a:pt x="653533" y="23856"/>
                  <a:pt x="654901" y="24353"/>
                  <a:pt x="656013" y="24872"/>
                </a:cubicBezTo>
                <a:cubicBezTo>
                  <a:pt x="657125" y="25392"/>
                  <a:pt x="658027" y="25971"/>
                  <a:pt x="658720" y="26609"/>
                </a:cubicBezTo>
                <a:cubicBezTo>
                  <a:pt x="659413" y="27247"/>
                  <a:pt x="659910" y="27967"/>
                  <a:pt x="660211" y="28769"/>
                </a:cubicBezTo>
                <a:cubicBezTo>
                  <a:pt x="660511" y="29571"/>
                  <a:pt x="660662" y="30483"/>
                  <a:pt x="660662" y="31504"/>
                </a:cubicBezTo>
                <a:close/>
                <a:moveTo>
                  <a:pt x="692754" y="31504"/>
                </a:moveTo>
                <a:cubicBezTo>
                  <a:pt x="692754" y="32470"/>
                  <a:pt x="692590" y="33336"/>
                  <a:pt x="692262" y="34102"/>
                </a:cubicBezTo>
                <a:cubicBezTo>
                  <a:pt x="691934" y="34868"/>
                  <a:pt x="691487" y="35547"/>
                  <a:pt x="690922" y="36139"/>
                </a:cubicBezTo>
                <a:cubicBezTo>
                  <a:pt x="690357" y="36732"/>
                  <a:pt x="689700" y="37238"/>
                  <a:pt x="688953" y="37657"/>
                </a:cubicBezTo>
                <a:cubicBezTo>
                  <a:pt x="688205" y="38076"/>
                  <a:pt x="687408" y="38423"/>
                  <a:pt x="686560" y="38696"/>
                </a:cubicBezTo>
                <a:cubicBezTo>
                  <a:pt x="685712" y="38970"/>
                  <a:pt x="684842" y="39170"/>
                  <a:pt x="683948" y="39298"/>
                </a:cubicBezTo>
                <a:cubicBezTo>
                  <a:pt x="683055" y="39426"/>
                  <a:pt x="682180" y="39489"/>
                  <a:pt x="681323" y="39489"/>
                </a:cubicBezTo>
                <a:cubicBezTo>
                  <a:pt x="679463" y="39489"/>
                  <a:pt x="677754" y="39407"/>
                  <a:pt x="676195" y="39243"/>
                </a:cubicBezTo>
                <a:cubicBezTo>
                  <a:pt x="674637" y="39079"/>
                  <a:pt x="673110" y="38815"/>
                  <a:pt x="671615" y="38450"/>
                </a:cubicBezTo>
                <a:lnTo>
                  <a:pt x="671615" y="34075"/>
                </a:lnTo>
                <a:cubicBezTo>
                  <a:pt x="673219" y="34530"/>
                  <a:pt x="674814" y="34877"/>
                  <a:pt x="676401" y="35114"/>
                </a:cubicBezTo>
                <a:cubicBezTo>
                  <a:pt x="677987" y="35351"/>
                  <a:pt x="679564" y="35469"/>
                  <a:pt x="681132" y="35469"/>
                </a:cubicBezTo>
                <a:cubicBezTo>
                  <a:pt x="683411" y="35469"/>
                  <a:pt x="685097" y="35159"/>
                  <a:pt x="686191" y="34540"/>
                </a:cubicBezTo>
                <a:cubicBezTo>
                  <a:pt x="687285" y="33920"/>
                  <a:pt x="687832" y="33035"/>
                  <a:pt x="687832" y="31887"/>
                </a:cubicBezTo>
                <a:cubicBezTo>
                  <a:pt x="687832" y="31395"/>
                  <a:pt x="687745" y="30953"/>
                  <a:pt x="687572" y="30561"/>
                </a:cubicBezTo>
                <a:cubicBezTo>
                  <a:pt x="687399" y="30169"/>
                  <a:pt x="687084" y="29795"/>
                  <a:pt x="686628" y="29439"/>
                </a:cubicBezTo>
                <a:cubicBezTo>
                  <a:pt x="686173" y="29084"/>
                  <a:pt x="685466" y="28715"/>
                  <a:pt x="684509" y="28332"/>
                </a:cubicBezTo>
                <a:cubicBezTo>
                  <a:pt x="683552" y="27949"/>
                  <a:pt x="682244" y="27511"/>
                  <a:pt x="680585" y="27019"/>
                </a:cubicBezTo>
                <a:cubicBezTo>
                  <a:pt x="679345" y="26654"/>
                  <a:pt x="678201" y="26240"/>
                  <a:pt x="677153" y="25775"/>
                </a:cubicBezTo>
                <a:cubicBezTo>
                  <a:pt x="676104" y="25310"/>
                  <a:pt x="675197" y="24758"/>
                  <a:pt x="674432" y="24120"/>
                </a:cubicBezTo>
                <a:cubicBezTo>
                  <a:pt x="673666" y="23482"/>
                  <a:pt x="673064" y="22735"/>
                  <a:pt x="672627" y="21878"/>
                </a:cubicBezTo>
                <a:cubicBezTo>
                  <a:pt x="672189" y="21021"/>
                  <a:pt x="671970" y="20009"/>
                  <a:pt x="671970" y="18842"/>
                </a:cubicBezTo>
                <a:cubicBezTo>
                  <a:pt x="671970" y="18077"/>
                  <a:pt x="672148" y="17238"/>
                  <a:pt x="672504" y="16326"/>
                </a:cubicBezTo>
                <a:cubicBezTo>
                  <a:pt x="672859" y="15415"/>
                  <a:pt x="673465" y="14567"/>
                  <a:pt x="674322" y="13783"/>
                </a:cubicBezTo>
                <a:cubicBezTo>
                  <a:pt x="675179" y="12999"/>
                  <a:pt x="676337" y="12347"/>
                  <a:pt x="677795" y="11828"/>
                </a:cubicBezTo>
                <a:cubicBezTo>
                  <a:pt x="679254" y="11308"/>
                  <a:pt x="681077" y="11048"/>
                  <a:pt x="683265" y="11048"/>
                </a:cubicBezTo>
                <a:cubicBezTo>
                  <a:pt x="684340" y="11048"/>
                  <a:pt x="685535" y="11108"/>
                  <a:pt x="686847" y="11226"/>
                </a:cubicBezTo>
                <a:cubicBezTo>
                  <a:pt x="688160" y="11345"/>
                  <a:pt x="689527" y="11550"/>
                  <a:pt x="690949" y="11841"/>
                </a:cubicBezTo>
                <a:lnTo>
                  <a:pt x="690949" y="16080"/>
                </a:lnTo>
                <a:cubicBezTo>
                  <a:pt x="689454" y="15716"/>
                  <a:pt x="688037" y="15447"/>
                  <a:pt x="686697" y="15273"/>
                </a:cubicBezTo>
                <a:cubicBezTo>
                  <a:pt x="685357" y="15100"/>
                  <a:pt x="684194" y="15014"/>
                  <a:pt x="683210" y="15014"/>
                </a:cubicBezTo>
                <a:cubicBezTo>
                  <a:pt x="682025" y="15014"/>
                  <a:pt x="681027" y="15105"/>
                  <a:pt x="680215" y="15287"/>
                </a:cubicBezTo>
                <a:cubicBezTo>
                  <a:pt x="679404" y="15469"/>
                  <a:pt x="678748" y="15720"/>
                  <a:pt x="678246" y="16039"/>
                </a:cubicBezTo>
                <a:cubicBezTo>
                  <a:pt x="677745" y="16358"/>
                  <a:pt x="677385" y="16732"/>
                  <a:pt x="677166" y="17160"/>
                </a:cubicBezTo>
                <a:cubicBezTo>
                  <a:pt x="676947" y="17589"/>
                  <a:pt x="676838" y="18049"/>
                  <a:pt x="676838" y="18541"/>
                </a:cubicBezTo>
                <a:cubicBezTo>
                  <a:pt x="676838" y="19034"/>
                  <a:pt x="676934" y="19480"/>
                  <a:pt x="677125" y="19881"/>
                </a:cubicBezTo>
                <a:cubicBezTo>
                  <a:pt x="677317" y="20283"/>
                  <a:pt x="677672" y="20670"/>
                  <a:pt x="678192" y="21044"/>
                </a:cubicBezTo>
                <a:cubicBezTo>
                  <a:pt x="678711" y="21417"/>
                  <a:pt x="679436" y="21791"/>
                  <a:pt x="680366" y="22165"/>
                </a:cubicBezTo>
                <a:cubicBezTo>
                  <a:pt x="681296" y="22539"/>
                  <a:pt x="682508" y="22944"/>
                  <a:pt x="684003" y="23382"/>
                </a:cubicBezTo>
                <a:cubicBezTo>
                  <a:pt x="685626" y="23856"/>
                  <a:pt x="686993" y="24353"/>
                  <a:pt x="688105" y="24872"/>
                </a:cubicBezTo>
                <a:cubicBezTo>
                  <a:pt x="689217" y="25392"/>
                  <a:pt x="690120" y="25971"/>
                  <a:pt x="690813" y="26609"/>
                </a:cubicBezTo>
                <a:cubicBezTo>
                  <a:pt x="691505" y="27247"/>
                  <a:pt x="692002" y="27967"/>
                  <a:pt x="692303" y="28769"/>
                </a:cubicBezTo>
                <a:cubicBezTo>
                  <a:pt x="692604" y="29571"/>
                  <a:pt x="692754" y="30483"/>
                  <a:pt x="692754" y="31504"/>
                </a:cubicBezTo>
                <a:close/>
                <a:moveTo>
                  <a:pt x="724167" y="38997"/>
                </a:moveTo>
                <a:lnTo>
                  <a:pt x="719900" y="38997"/>
                </a:lnTo>
                <a:lnTo>
                  <a:pt x="719736" y="34567"/>
                </a:lnTo>
                <a:cubicBezTo>
                  <a:pt x="718916" y="35515"/>
                  <a:pt x="718136" y="36303"/>
                  <a:pt x="717398" y="36932"/>
                </a:cubicBezTo>
                <a:cubicBezTo>
                  <a:pt x="716660" y="37561"/>
                  <a:pt x="715926" y="38067"/>
                  <a:pt x="715197" y="38450"/>
                </a:cubicBezTo>
                <a:cubicBezTo>
                  <a:pt x="714467" y="38833"/>
                  <a:pt x="713734" y="39102"/>
                  <a:pt x="712995" y="39257"/>
                </a:cubicBezTo>
                <a:cubicBezTo>
                  <a:pt x="712257" y="39412"/>
                  <a:pt x="711477" y="39489"/>
                  <a:pt x="710657" y="39489"/>
                </a:cubicBezTo>
                <a:cubicBezTo>
                  <a:pt x="707831" y="39489"/>
                  <a:pt x="705698" y="38660"/>
                  <a:pt x="704258" y="37001"/>
                </a:cubicBezTo>
                <a:cubicBezTo>
                  <a:pt x="702817" y="35342"/>
                  <a:pt x="702097" y="32835"/>
                  <a:pt x="702097" y="29480"/>
                </a:cubicBezTo>
                <a:lnTo>
                  <a:pt x="702097" y="11541"/>
                </a:lnTo>
                <a:lnTo>
                  <a:pt x="706856" y="11541"/>
                </a:lnTo>
                <a:lnTo>
                  <a:pt x="706856" y="29097"/>
                </a:lnTo>
                <a:cubicBezTo>
                  <a:pt x="706856" y="33309"/>
                  <a:pt x="708442" y="35415"/>
                  <a:pt x="711614" y="35415"/>
                </a:cubicBezTo>
                <a:cubicBezTo>
                  <a:pt x="712198" y="35415"/>
                  <a:pt x="712767" y="35328"/>
                  <a:pt x="713323" y="35155"/>
                </a:cubicBezTo>
                <a:cubicBezTo>
                  <a:pt x="713879" y="34982"/>
                  <a:pt x="714463" y="34681"/>
                  <a:pt x="715074" y="34252"/>
                </a:cubicBezTo>
                <a:cubicBezTo>
                  <a:pt x="715684" y="33824"/>
                  <a:pt x="716341" y="33245"/>
                  <a:pt x="717043" y="32516"/>
                </a:cubicBezTo>
                <a:cubicBezTo>
                  <a:pt x="717744" y="31787"/>
                  <a:pt x="718533" y="30866"/>
                  <a:pt x="719408" y="29754"/>
                </a:cubicBezTo>
                <a:lnTo>
                  <a:pt x="719408" y="11541"/>
                </a:lnTo>
                <a:lnTo>
                  <a:pt x="724167" y="11541"/>
                </a:lnTo>
                <a:lnTo>
                  <a:pt x="724167" y="38997"/>
                </a:lnTo>
                <a:close/>
                <a:moveTo>
                  <a:pt x="756372" y="23819"/>
                </a:moveTo>
                <a:cubicBezTo>
                  <a:pt x="756372" y="24494"/>
                  <a:pt x="756363" y="25059"/>
                  <a:pt x="756345" y="25515"/>
                </a:cubicBezTo>
                <a:cubicBezTo>
                  <a:pt x="756327" y="25971"/>
                  <a:pt x="756299" y="26399"/>
                  <a:pt x="756263" y="26800"/>
                </a:cubicBezTo>
                <a:lnTo>
                  <a:pt x="736983" y="26800"/>
                </a:lnTo>
                <a:cubicBezTo>
                  <a:pt x="736983" y="29608"/>
                  <a:pt x="737767" y="31764"/>
                  <a:pt x="739335" y="33268"/>
                </a:cubicBezTo>
                <a:cubicBezTo>
                  <a:pt x="740903" y="34772"/>
                  <a:pt x="743163" y="35524"/>
                  <a:pt x="746117" y="35524"/>
                </a:cubicBezTo>
                <a:cubicBezTo>
                  <a:pt x="746919" y="35524"/>
                  <a:pt x="747721" y="35492"/>
                  <a:pt x="748524" y="35427"/>
                </a:cubicBezTo>
                <a:cubicBezTo>
                  <a:pt x="749326" y="35361"/>
                  <a:pt x="750101" y="35273"/>
                  <a:pt x="750848" y="35161"/>
                </a:cubicBezTo>
                <a:cubicBezTo>
                  <a:pt x="751596" y="35049"/>
                  <a:pt x="752311" y="34923"/>
                  <a:pt x="752995" y="34783"/>
                </a:cubicBezTo>
                <a:cubicBezTo>
                  <a:pt x="753679" y="34643"/>
                  <a:pt x="754312" y="34489"/>
                  <a:pt x="754895" y="34321"/>
                </a:cubicBezTo>
                <a:lnTo>
                  <a:pt x="754895" y="38231"/>
                </a:lnTo>
                <a:cubicBezTo>
                  <a:pt x="753601" y="38604"/>
                  <a:pt x="752138" y="38907"/>
                  <a:pt x="750506" y="39140"/>
                </a:cubicBezTo>
                <a:cubicBezTo>
                  <a:pt x="748875" y="39373"/>
                  <a:pt x="747184" y="39489"/>
                  <a:pt x="745433" y="39489"/>
                </a:cubicBezTo>
                <a:cubicBezTo>
                  <a:pt x="743081" y="39489"/>
                  <a:pt x="741058" y="39170"/>
                  <a:pt x="739362" y="38532"/>
                </a:cubicBezTo>
                <a:cubicBezTo>
                  <a:pt x="737667" y="37894"/>
                  <a:pt x="736277" y="36969"/>
                  <a:pt x="735192" y="35757"/>
                </a:cubicBezTo>
                <a:cubicBezTo>
                  <a:pt x="734107" y="34544"/>
                  <a:pt x="733305" y="33058"/>
                  <a:pt x="732785" y="31299"/>
                </a:cubicBezTo>
                <a:cubicBezTo>
                  <a:pt x="732266" y="29540"/>
                  <a:pt x="732006" y="27548"/>
                  <a:pt x="732006" y="25324"/>
                </a:cubicBezTo>
                <a:cubicBezTo>
                  <a:pt x="732006" y="23391"/>
                  <a:pt x="732284" y="21563"/>
                  <a:pt x="732840" y="19840"/>
                </a:cubicBezTo>
                <a:cubicBezTo>
                  <a:pt x="733396" y="18118"/>
                  <a:pt x="734207" y="16604"/>
                  <a:pt x="735274" y="15301"/>
                </a:cubicBezTo>
                <a:cubicBezTo>
                  <a:pt x="736340" y="13997"/>
                  <a:pt x="737648" y="12963"/>
                  <a:pt x="739198" y="12197"/>
                </a:cubicBezTo>
                <a:cubicBezTo>
                  <a:pt x="740748" y="11431"/>
                  <a:pt x="742507" y="11048"/>
                  <a:pt x="744476" y="11048"/>
                </a:cubicBezTo>
                <a:cubicBezTo>
                  <a:pt x="746390" y="11048"/>
                  <a:pt x="748086" y="11349"/>
                  <a:pt x="749563" y="11951"/>
                </a:cubicBezTo>
                <a:cubicBezTo>
                  <a:pt x="751040" y="12552"/>
                  <a:pt x="752284" y="13405"/>
                  <a:pt x="753296" y="14508"/>
                </a:cubicBezTo>
                <a:cubicBezTo>
                  <a:pt x="754308" y="15611"/>
                  <a:pt x="755073" y="16951"/>
                  <a:pt x="755593" y="18528"/>
                </a:cubicBezTo>
                <a:cubicBezTo>
                  <a:pt x="756112" y="20105"/>
                  <a:pt x="756372" y="21869"/>
                  <a:pt x="756372" y="23819"/>
                </a:cubicBezTo>
                <a:moveTo>
                  <a:pt x="751422" y="23136"/>
                </a:moveTo>
                <a:cubicBezTo>
                  <a:pt x="751477" y="21914"/>
                  <a:pt x="751359" y="20798"/>
                  <a:pt x="751067" y="19786"/>
                </a:cubicBezTo>
                <a:cubicBezTo>
                  <a:pt x="750775" y="18774"/>
                  <a:pt x="750324" y="17903"/>
                  <a:pt x="749713" y="17174"/>
                </a:cubicBezTo>
                <a:cubicBezTo>
                  <a:pt x="749102" y="16445"/>
                  <a:pt x="748341" y="15875"/>
                  <a:pt x="747430" y="15465"/>
                </a:cubicBezTo>
                <a:cubicBezTo>
                  <a:pt x="746518" y="15055"/>
                  <a:pt x="745461" y="14850"/>
                  <a:pt x="744257" y="14850"/>
                </a:cubicBezTo>
                <a:cubicBezTo>
                  <a:pt x="743218" y="14850"/>
                  <a:pt x="742270" y="15050"/>
                  <a:pt x="741413" y="15451"/>
                </a:cubicBezTo>
                <a:cubicBezTo>
                  <a:pt x="740556" y="15852"/>
                  <a:pt x="739818" y="16417"/>
                  <a:pt x="739198" y="17147"/>
                </a:cubicBezTo>
                <a:cubicBezTo>
                  <a:pt x="738578" y="17876"/>
                  <a:pt x="738077" y="18751"/>
                  <a:pt x="737694" y="19772"/>
                </a:cubicBezTo>
                <a:cubicBezTo>
                  <a:pt x="737311" y="20793"/>
                  <a:pt x="737074" y="21914"/>
                  <a:pt x="736983" y="23136"/>
                </a:cubicBezTo>
                <a:lnTo>
                  <a:pt x="751422" y="23136"/>
                </a:lnTo>
                <a:close/>
                <a:moveTo>
                  <a:pt x="832986" y="11541"/>
                </a:moveTo>
                <a:lnTo>
                  <a:pt x="837334" y="11541"/>
                </a:lnTo>
                <a:lnTo>
                  <a:pt x="837471" y="16587"/>
                </a:lnTo>
                <a:cubicBezTo>
                  <a:pt x="839093" y="14641"/>
                  <a:pt x="840693" y="13231"/>
                  <a:pt x="842270" y="12358"/>
                </a:cubicBezTo>
                <a:cubicBezTo>
                  <a:pt x="843847" y="11485"/>
                  <a:pt x="845438" y="11048"/>
                  <a:pt x="847042" y="11048"/>
                </a:cubicBezTo>
                <a:cubicBezTo>
                  <a:pt x="849886" y="11048"/>
                  <a:pt x="852042" y="11967"/>
                  <a:pt x="853510" y="13804"/>
                </a:cubicBezTo>
                <a:cubicBezTo>
                  <a:pt x="854978" y="15640"/>
                  <a:pt x="855657" y="18368"/>
                  <a:pt x="855547" y="21987"/>
                </a:cubicBezTo>
                <a:lnTo>
                  <a:pt x="850734" y="21987"/>
                </a:lnTo>
                <a:cubicBezTo>
                  <a:pt x="850789" y="19590"/>
                  <a:pt x="850438" y="17852"/>
                  <a:pt x="849681" y="16772"/>
                </a:cubicBezTo>
                <a:cubicBezTo>
                  <a:pt x="848925" y="15691"/>
                  <a:pt x="847817" y="15150"/>
                  <a:pt x="846359" y="15150"/>
                </a:cubicBezTo>
                <a:cubicBezTo>
                  <a:pt x="845721" y="15150"/>
                  <a:pt x="845078" y="15264"/>
                  <a:pt x="844431" y="15491"/>
                </a:cubicBezTo>
                <a:cubicBezTo>
                  <a:pt x="843783" y="15718"/>
                  <a:pt x="843118" y="16081"/>
                  <a:pt x="842434" y="16580"/>
                </a:cubicBezTo>
                <a:cubicBezTo>
                  <a:pt x="841751" y="17079"/>
                  <a:pt x="841026" y="17719"/>
                  <a:pt x="840260" y="18500"/>
                </a:cubicBezTo>
                <a:cubicBezTo>
                  <a:pt x="839495" y="19281"/>
                  <a:pt x="838674" y="20225"/>
                  <a:pt x="837799" y="21333"/>
                </a:cubicBezTo>
                <a:lnTo>
                  <a:pt x="837799" y="38997"/>
                </a:lnTo>
                <a:lnTo>
                  <a:pt x="832986" y="38997"/>
                </a:lnTo>
                <a:lnTo>
                  <a:pt x="832986" y="11541"/>
                </a:lnTo>
                <a:close/>
                <a:moveTo>
                  <a:pt x="886140" y="23819"/>
                </a:moveTo>
                <a:cubicBezTo>
                  <a:pt x="886140" y="24494"/>
                  <a:pt x="886130" y="25059"/>
                  <a:pt x="886112" y="25515"/>
                </a:cubicBezTo>
                <a:cubicBezTo>
                  <a:pt x="886094" y="25971"/>
                  <a:pt x="886067" y="26399"/>
                  <a:pt x="886030" y="26800"/>
                </a:cubicBezTo>
                <a:lnTo>
                  <a:pt x="866750" y="26800"/>
                </a:lnTo>
                <a:cubicBezTo>
                  <a:pt x="866750" y="29608"/>
                  <a:pt x="867534" y="31764"/>
                  <a:pt x="869102" y="33268"/>
                </a:cubicBezTo>
                <a:cubicBezTo>
                  <a:pt x="870670" y="34772"/>
                  <a:pt x="872931" y="35524"/>
                  <a:pt x="875884" y="35524"/>
                </a:cubicBezTo>
                <a:cubicBezTo>
                  <a:pt x="876687" y="35524"/>
                  <a:pt x="877489" y="35492"/>
                  <a:pt x="878291" y="35427"/>
                </a:cubicBezTo>
                <a:cubicBezTo>
                  <a:pt x="879093" y="35361"/>
                  <a:pt x="879868" y="35273"/>
                  <a:pt x="880615" y="35161"/>
                </a:cubicBezTo>
                <a:cubicBezTo>
                  <a:pt x="881363" y="35049"/>
                  <a:pt x="882079" y="34923"/>
                  <a:pt x="882762" y="34783"/>
                </a:cubicBezTo>
                <a:cubicBezTo>
                  <a:pt x="883446" y="34643"/>
                  <a:pt x="884079" y="34489"/>
                  <a:pt x="884663" y="34321"/>
                </a:cubicBezTo>
                <a:lnTo>
                  <a:pt x="884663" y="38231"/>
                </a:lnTo>
                <a:cubicBezTo>
                  <a:pt x="883368" y="38604"/>
                  <a:pt x="881905" y="38907"/>
                  <a:pt x="880274" y="39140"/>
                </a:cubicBezTo>
                <a:cubicBezTo>
                  <a:pt x="878642" y="39373"/>
                  <a:pt x="876951" y="39489"/>
                  <a:pt x="875201" y="39489"/>
                </a:cubicBezTo>
                <a:cubicBezTo>
                  <a:pt x="872849" y="39489"/>
                  <a:pt x="870825" y="39170"/>
                  <a:pt x="869130" y="38532"/>
                </a:cubicBezTo>
                <a:cubicBezTo>
                  <a:pt x="867434" y="37894"/>
                  <a:pt x="866044" y="36969"/>
                  <a:pt x="864959" y="35757"/>
                </a:cubicBezTo>
                <a:cubicBezTo>
                  <a:pt x="863874" y="34544"/>
                  <a:pt x="863072" y="33058"/>
                  <a:pt x="862553" y="31299"/>
                </a:cubicBezTo>
                <a:cubicBezTo>
                  <a:pt x="862033" y="29540"/>
                  <a:pt x="861773" y="27548"/>
                  <a:pt x="861773" y="25324"/>
                </a:cubicBezTo>
                <a:cubicBezTo>
                  <a:pt x="861773" y="23391"/>
                  <a:pt x="862051" y="21563"/>
                  <a:pt x="862607" y="19840"/>
                </a:cubicBezTo>
                <a:cubicBezTo>
                  <a:pt x="863163" y="18118"/>
                  <a:pt x="863975" y="16604"/>
                  <a:pt x="865041" y="15301"/>
                </a:cubicBezTo>
                <a:cubicBezTo>
                  <a:pt x="866108" y="13997"/>
                  <a:pt x="867416" y="12963"/>
                  <a:pt x="868966" y="12197"/>
                </a:cubicBezTo>
                <a:cubicBezTo>
                  <a:pt x="870515" y="11431"/>
                  <a:pt x="872275" y="11048"/>
                  <a:pt x="874244" y="11048"/>
                </a:cubicBezTo>
                <a:cubicBezTo>
                  <a:pt x="876158" y="11048"/>
                  <a:pt x="877853" y="11349"/>
                  <a:pt x="879330" y="11951"/>
                </a:cubicBezTo>
                <a:cubicBezTo>
                  <a:pt x="880807" y="12552"/>
                  <a:pt x="882051" y="13405"/>
                  <a:pt x="883063" y="14508"/>
                </a:cubicBezTo>
                <a:cubicBezTo>
                  <a:pt x="884075" y="15611"/>
                  <a:pt x="884841" y="16951"/>
                  <a:pt x="885360" y="18528"/>
                </a:cubicBezTo>
                <a:cubicBezTo>
                  <a:pt x="885880" y="20105"/>
                  <a:pt x="886140" y="21869"/>
                  <a:pt x="886140" y="23819"/>
                </a:cubicBezTo>
                <a:moveTo>
                  <a:pt x="881190" y="23136"/>
                </a:moveTo>
                <a:cubicBezTo>
                  <a:pt x="881244" y="21914"/>
                  <a:pt x="881126" y="20798"/>
                  <a:pt x="880834" y="19786"/>
                </a:cubicBezTo>
                <a:cubicBezTo>
                  <a:pt x="880543" y="18774"/>
                  <a:pt x="880091" y="17903"/>
                  <a:pt x="879481" y="17174"/>
                </a:cubicBezTo>
                <a:cubicBezTo>
                  <a:pt x="878870" y="16445"/>
                  <a:pt x="878109" y="15875"/>
                  <a:pt x="877197" y="15465"/>
                </a:cubicBezTo>
                <a:cubicBezTo>
                  <a:pt x="876285" y="15055"/>
                  <a:pt x="875228" y="14850"/>
                  <a:pt x="874025" y="14850"/>
                </a:cubicBezTo>
                <a:cubicBezTo>
                  <a:pt x="872986" y="14850"/>
                  <a:pt x="872038" y="15050"/>
                  <a:pt x="871181" y="15451"/>
                </a:cubicBezTo>
                <a:cubicBezTo>
                  <a:pt x="870324" y="15852"/>
                  <a:pt x="869585" y="16417"/>
                  <a:pt x="868966" y="17147"/>
                </a:cubicBezTo>
                <a:cubicBezTo>
                  <a:pt x="868346" y="17876"/>
                  <a:pt x="867844" y="18751"/>
                  <a:pt x="867461" y="19772"/>
                </a:cubicBezTo>
                <a:cubicBezTo>
                  <a:pt x="867079" y="20793"/>
                  <a:pt x="866842" y="21914"/>
                  <a:pt x="866750" y="23136"/>
                </a:cubicBezTo>
                <a:lnTo>
                  <a:pt x="881190" y="23136"/>
                </a:lnTo>
                <a:close/>
                <a:moveTo>
                  <a:pt x="918505" y="24777"/>
                </a:moveTo>
                <a:cubicBezTo>
                  <a:pt x="918505" y="27220"/>
                  <a:pt x="918164" y="29353"/>
                  <a:pt x="917480" y="31176"/>
                </a:cubicBezTo>
                <a:cubicBezTo>
                  <a:pt x="916796" y="32999"/>
                  <a:pt x="915853" y="34512"/>
                  <a:pt x="914649" y="35716"/>
                </a:cubicBezTo>
                <a:cubicBezTo>
                  <a:pt x="913446" y="36919"/>
                  <a:pt x="912024" y="37821"/>
                  <a:pt x="910383" y="38423"/>
                </a:cubicBezTo>
                <a:cubicBezTo>
                  <a:pt x="908742" y="39025"/>
                  <a:pt x="906965" y="39325"/>
                  <a:pt x="905051" y="39325"/>
                </a:cubicBezTo>
                <a:cubicBezTo>
                  <a:pt x="904175" y="39325"/>
                  <a:pt x="903305" y="39280"/>
                  <a:pt x="902439" y="39189"/>
                </a:cubicBezTo>
                <a:cubicBezTo>
                  <a:pt x="901573" y="39097"/>
                  <a:pt x="900693" y="38942"/>
                  <a:pt x="899800" y="38724"/>
                </a:cubicBezTo>
                <a:lnTo>
                  <a:pt x="899800" y="50210"/>
                </a:lnTo>
                <a:lnTo>
                  <a:pt x="895041" y="50210"/>
                </a:lnTo>
                <a:lnTo>
                  <a:pt x="895041" y="11541"/>
                </a:lnTo>
                <a:lnTo>
                  <a:pt x="899280" y="11541"/>
                </a:lnTo>
                <a:lnTo>
                  <a:pt x="899581" y="16135"/>
                </a:lnTo>
                <a:cubicBezTo>
                  <a:pt x="900948" y="14257"/>
                  <a:pt x="902407" y="12940"/>
                  <a:pt x="903957" y="12183"/>
                </a:cubicBezTo>
                <a:cubicBezTo>
                  <a:pt x="905506" y="11427"/>
                  <a:pt x="907184" y="11048"/>
                  <a:pt x="908989" y="11048"/>
                </a:cubicBezTo>
                <a:cubicBezTo>
                  <a:pt x="910556" y="11048"/>
                  <a:pt x="911933" y="11376"/>
                  <a:pt x="913118" y="12033"/>
                </a:cubicBezTo>
                <a:cubicBezTo>
                  <a:pt x="914303" y="12689"/>
                  <a:pt x="915297" y="13614"/>
                  <a:pt x="916099" y="14809"/>
                </a:cubicBezTo>
                <a:cubicBezTo>
                  <a:pt x="916901" y="16003"/>
                  <a:pt x="917503" y="17443"/>
                  <a:pt x="917904" y="19129"/>
                </a:cubicBezTo>
                <a:cubicBezTo>
                  <a:pt x="918305" y="20816"/>
                  <a:pt x="918505" y="22698"/>
                  <a:pt x="918505" y="24777"/>
                </a:cubicBezTo>
                <a:moveTo>
                  <a:pt x="913638" y="24995"/>
                </a:moveTo>
                <a:cubicBezTo>
                  <a:pt x="913638" y="23555"/>
                  <a:pt x="913533" y="22233"/>
                  <a:pt x="913323" y="21030"/>
                </a:cubicBezTo>
                <a:cubicBezTo>
                  <a:pt x="913113" y="19827"/>
                  <a:pt x="912781" y="18797"/>
                  <a:pt x="912325" y="17940"/>
                </a:cubicBezTo>
                <a:cubicBezTo>
                  <a:pt x="911869" y="17083"/>
                  <a:pt x="911286" y="16413"/>
                  <a:pt x="910575" y="15930"/>
                </a:cubicBezTo>
                <a:cubicBezTo>
                  <a:pt x="909864" y="15447"/>
                  <a:pt x="909016" y="15205"/>
                  <a:pt x="908031" y="15205"/>
                </a:cubicBezTo>
                <a:cubicBezTo>
                  <a:pt x="907430" y="15205"/>
                  <a:pt x="906819" y="15301"/>
                  <a:pt x="906199" y="15492"/>
                </a:cubicBezTo>
                <a:cubicBezTo>
                  <a:pt x="905579" y="15684"/>
                  <a:pt x="904937" y="16003"/>
                  <a:pt x="904271" y="16449"/>
                </a:cubicBezTo>
                <a:cubicBezTo>
                  <a:pt x="903606" y="16896"/>
                  <a:pt x="902904" y="17489"/>
                  <a:pt x="902165" y="18227"/>
                </a:cubicBezTo>
                <a:cubicBezTo>
                  <a:pt x="901427" y="18965"/>
                  <a:pt x="900638" y="19881"/>
                  <a:pt x="899800" y="20975"/>
                </a:cubicBezTo>
                <a:lnTo>
                  <a:pt x="899800" y="34293"/>
                </a:lnTo>
                <a:cubicBezTo>
                  <a:pt x="900675" y="34658"/>
                  <a:pt x="901596" y="34945"/>
                  <a:pt x="902562" y="35155"/>
                </a:cubicBezTo>
                <a:cubicBezTo>
                  <a:pt x="903528" y="35365"/>
                  <a:pt x="904476" y="35469"/>
                  <a:pt x="905406" y="35469"/>
                </a:cubicBezTo>
                <a:cubicBezTo>
                  <a:pt x="907977" y="35469"/>
                  <a:pt x="909991" y="34599"/>
                  <a:pt x="911450" y="32858"/>
                </a:cubicBezTo>
                <a:cubicBezTo>
                  <a:pt x="912908" y="31117"/>
                  <a:pt x="913638" y="28496"/>
                  <a:pt x="913638" y="24995"/>
                </a:cubicBezTo>
                <a:close/>
                <a:moveTo>
                  <a:pt x="950027" y="25050"/>
                </a:moveTo>
                <a:cubicBezTo>
                  <a:pt x="950027" y="27183"/>
                  <a:pt x="949727" y="29138"/>
                  <a:pt x="949125" y="30916"/>
                </a:cubicBezTo>
                <a:cubicBezTo>
                  <a:pt x="948523" y="32694"/>
                  <a:pt x="947657" y="34216"/>
                  <a:pt x="946527" y="35483"/>
                </a:cubicBezTo>
                <a:cubicBezTo>
                  <a:pt x="945397" y="36750"/>
                  <a:pt x="944020" y="37735"/>
                  <a:pt x="942397" y="38437"/>
                </a:cubicBezTo>
                <a:cubicBezTo>
                  <a:pt x="940775" y="39138"/>
                  <a:pt x="938933" y="39489"/>
                  <a:pt x="936873" y="39489"/>
                </a:cubicBezTo>
                <a:cubicBezTo>
                  <a:pt x="934904" y="39489"/>
                  <a:pt x="933140" y="39184"/>
                  <a:pt x="931582" y="38573"/>
                </a:cubicBezTo>
                <a:cubicBezTo>
                  <a:pt x="930023" y="37963"/>
                  <a:pt x="928701" y="37065"/>
                  <a:pt x="927616" y="35880"/>
                </a:cubicBezTo>
                <a:cubicBezTo>
                  <a:pt x="926532" y="34695"/>
                  <a:pt x="925702" y="33227"/>
                  <a:pt x="925128" y="31477"/>
                </a:cubicBezTo>
                <a:cubicBezTo>
                  <a:pt x="924553" y="29726"/>
                  <a:pt x="924266" y="27712"/>
                  <a:pt x="924266" y="25433"/>
                </a:cubicBezTo>
                <a:cubicBezTo>
                  <a:pt x="924266" y="23300"/>
                  <a:pt x="924567" y="21354"/>
                  <a:pt x="925169" y="19594"/>
                </a:cubicBezTo>
                <a:cubicBezTo>
                  <a:pt x="925770" y="17835"/>
                  <a:pt x="926636" y="16322"/>
                  <a:pt x="927767" y="15055"/>
                </a:cubicBezTo>
                <a:cubicBezTo>
                  <a:pt x="928897" y="13788"/>
                  <a:pt x="930274" y="12803"/>
                  <a:pt x="931896" y="12101"/>
                </a:cubicBezTo>
                <a:cubicBezTo>
                  <a:pt x="933519" y="11399"/>
                  <a:pt x="935360" y="11048"/>
                  <a:pt x="937420" y="11048"/>
                </a:cubicBezTo>
                <a:cubicBezTo>
                  <a:pt x="939389" y="11048"/>
                  <a:pt x="941153" y="11354"/>
                  <a:pt x="942712" y="11964"/>
                </a:cubicBezTo>
                <a:cubicBezTo>
                  <a:pt x="944271" y="12575"/>
                  <a:pt x="945593" y="13469"/>
                  <a:pt x="946677" y="14644"/>
                </a:cubicBezTo>
                <a:cubicBezTo>
                  <a:pt x="947762" y="15820"/>
                  <a:pt x="948592" y="17283"/>
                  <a:pt x="949166" y="19034"/>
                </a:cubicBezTo>
                <a:cubicBezTo>
                  <a:pt x="949740" y="20784"/>
                  <a:pt x="950027" y="22789"/>
                  <a:pt x="950027" y="25050"/>
                </a:cubicBezTo>
                <a:moveTo>
                  <a:pt x="945160" y="25269"/>
                </a:moveTo>
                <a:cubicBezTo>
                  <a:pt x="945160" y="23573"/>
                  <a:pt x="944973" y="22092"/>
                  <a:pt x="944599" y="20825"/>
                </a:cubicBezTo>
                <a:cubicBezTo>
                  <a:pt x="944225" y="19558"/>
                  <a:pt x="943692" y="18500"/>
                  <a:pt x="942999" y="17653"/>
                </a:cubicBezTo>
                <a:cubicBezTo>
                  <a:pt x="942306" y="16805"/>
                  <a:pt x="941463" y="16167"/>
                  <a:pt x="940469" y="15738"/>
                </a:cubicBezTo>
                <a:cubicBezTo>
                  <a:pt x="939476" y="15310"/>
                  <a:pt x="938368" y="15096"/>
                  <a:pt x="937147" y="15096"/>
                </a:cubicBezTo>
                <a:cubicBezTo>
                  <a:pt x="935725" y="15096"/>
                  <a:pt x="934508" y="15374"/>
                  <a:pt x="933496" y="15930"/>
                </a:cubicBezTo>
                <a:cubicBezTo>
                  <a:pt x="932484" y="16486"/>
                  <a:pt x="931655" y="17229"/>
                  <a:pt x="931007" y="18159"/>
                </a:cubicBezTo>
                <a:cubicBezTo>
                  <a:pt x="930360" y="19088"/>
                  <a:pt x="929886" y="20169"/>
                  <a:pt x="929585" y="21399"/>
                </a:cubicBezTo>
                <a:cubicBezTo>
                  <a:pt x="929284" y="22630"/>
                  <a:pt x="929134" y="23920"/>
                  <a:pt x="929134" y="25269"/>
                </a:cubicBezTo>
                <a:cubicBezTo>
                  <a:pt x="929134" y="26964"/>
                  <a:pt x="929321" y="28450"/>
                  <a:pt x="929695" y="29726"/>
                </a:cubicBezTo>
                <a:cubicBezTo>
                  <a:pt x="930068" y="31003"/>
                  <a:pt x="930602" y="32065"/>
                  <a:pt x="931294" y="32912"/>
                </a:cubicBezTo>
                <a:cubicBezTo>
                  <a:pt x="931987" y="33760"/>
                  <a:pt x="932826" y="34398"/>
                  <a:pt x="933810" y="34827"/>
                </a:cubicBezTo>
                <a:cubicBezTo>
                  <a:pt x="934795" y="35255"/>
                  <a:pt x="935907" y="35469"/>
                  <a:pt x="937147" y="35469"/>
                </a:cubicBezTo>
                <a:cubicBezTo>
                  <a:pt x="938569" y="35469"/>
                  <a:pt x="939786" y="35191"/>
                  <a:pt x="940798" y="34635"/>
                </a:cubicBezTo>
                <a:cubicBezTo>
                  <a:pt x="941810" y="34079"/>
                  <a:pt x="942639" y="33336"/>
                  <a:pt x="943286" y="32406"/>
                </a:cubicBezTo>
                <a:cubicBezTo>
                  <a:pt x="943933" y="31477"/>
                  <a:pt x="944408" y="30396"/>
                  <a:pt x="944708" y="29166"/>
                </a:cubicBezTo>
                <a:cubicBezTo>
                  <a:pt x="945009" y="27935"/>
                  <a:pt x="945160" y="26636"/>
                  <a:pt x="945160" y="25269"/>
                </a:cubicBezTo>
                <a:close/>
                <a:moveTo>
                  <a:pt x="958331" y="11541"/>
                </a:moveTo>
                <a:lnTo>
                  <a:pt x="962679" y="11541"/>
                </a:lnTo>
                <a:lnTo>
                  <a:pt x="962816" y="16587"/>
                </a:lnTo>
                <a:cubicBezTo>
                  <a:pt x="964439" y="14641"/>
                  <a:pt x="966039" y="13231"/>
                  <a:pt x="967616" y="12358"/>
                </a:cubicBezTo>
                <a:cubicBezTo>
                  <a:pt x="969193" y="11485"/>
                  <a:pt x="970783" y="11048"/>
                  <a:pt x="972388" y="11048"/>
                </a:cubicBezTo>
                <a:cubicBezTo>
                  <a:pt x="975232" y="11048"/>
                  <a:pt x="977388" y="11967"/>
                  <a:pt x="978855" y="13804"/>
                </a:cubicBezTo>
                <a:cubicBezTo>
                  <a:pt x="980323" y="15640"/>
                  <a:pt x="981002" y="18368"/>
                  <a:pt x="980893" y="21987"/>
                </a:cubicBezTo>
                <a:lnTo>
                  <a:pt x="976080" y="21987"/>
                </a:lnTo>
                <a:cubicBezTo>
                  <a:pt x="976134" y="19590"/>
                  <a:pt x="975783" y="17852"/>
                  <a:pt x="975027" y="16772"/>
                </a:cubicBezTo>
                <a:cubicBezTo>
                  <a:pt x="974270" y="15691"/>
                  <a:pt x="973163" y="15150"/>
                  <a:pt x="971704" y="15150"/>
                </a:cubicBezTo>
                <a:cubicBezTo>
                  <a:pt x="971066" y="15150"/>
                  <a:pt x="970423" y="15264"/>
                  <a:pt x="969776" y="15491"/>
                </a:cubicBezTo>
                <a:cubicBezTo>
                  <a:pt x="969129" y="15718"/>
                  <a:pt x="968463" y="16081"/>
                  <a:pt x="967780" y="16580"/>
                </a:cubicBezTo>
                <a:cubicBezTo>
                  <a:pt x="967096" y="17079"/>
                  <a:pt x="966371" y="17719"/>
                  <a:pt x="965606" y="18500"/>
                </a:cubicBezTo>
                <a:cubicBezTo>
                  <a:pt x="964840" y="19281"/>
                  <a:pt x="964020" y="20225"/>
                  <a:pt x="963144" y="21333"/>
                </a:cubicBezTo>
                <a:lnTo>
                  <a:pt x="963144" y="38997"/>
                </a:lnTo>
                <a:lnTo>
                  <a:pt x="958331" y="38997"/>
                </a:lnTo>
                <a:lnTo>
                  <a:pt x="958331" y="11541"/>
                </a:lnTo>
                <a:close/>
                <a:moveTo>
                  <a:pt x="1010418" y="38587"/>
                </a:moveTo>
                <a:cubicBezTo>
                  <a:pt x="1009342" y="38870"/>
                  <a:pt x="1008230" y="39073"/>
                  <a:pt x="1007082" y="39195"/>
                </a:cubicBezTo>
                <a:cubicBezTo>
                  <a:pt x="1005933" y="39319"/>
                  <a:pt x="1004766" y="39380"/>
                  <a:pt x="1003581" y="39380"/>
                </a:cubicBezTo>
                <a:cubicBezTo>
                  <a:pt x="1000136" y="39380"/>
                  <a:pt x="997565" y="38601"/>
                  <a:pt x="995869" y="37042"/>
                </a:cubicBezTo>
                <a:cubicBezTo>
                  <a:pt x="994174" y="35483"/>
                  <a:pt x="993326" y="33090"/>
                  <a:pt x="993326" y="29863"/>
                </a:cubicBezTo>
                <a:lnTo>
                  <a:pt x="993326" y="15533"/>
                </a:lnTo>
                <a:lnTo>
                  <a:pt x="985642" y="15533"/>
                </a:lnTo>
                <a:lnTo>
                  <a:pt x="985642" y="11541"/>
                </a:lnTo>
                <a:lnTo>
                  <a:pt x="993326" y="11541"/>
                </a:lnTo>
                <a:lnTo>
                  <a:pt x="993326" y="3969"/>
                </a:lnTo>
                <a:lnTo>
                  <a:pt x="998085" y="2735"/>
                </a:lnTo>
                <a:lnTo>
                  <a:pt x="998085" y="11541"/>
                </a:lnTo>
                <a:lnTo>
                  <a:pt x="1010418" y="11541"/>
                </a:lnTo>
                <a:lnTo>
                  <a:pt x="1010418" y="15533"/>
                </a:lnTo>
                <a:lnTo>
                  <a:pt x="998085" y="15533"/>
                </a:lnTo>
                <a:lnTo>
                  <a:pt x="998085" y="29480"/>
                </a:lnTo>
                <a:cubicBezTo>
                  <a:pt x="998085" y="31449"/>
                  <a:pt x="998609" y="32922"/>
                  <a:pt x="999657" y="33897"/>
                </a:cubicBezTo>
                <a:cubicBezTo>
                  <a:pt x="1000705" y="34872"/>
                  <a:pt x="1002250" y="35360"/>
                  <a:pt x="1004292" y="35360"/>
                </a:cubicBezTo>
                <a:cubicBezTo>
                  <a:pt x="1005167" y="35360"/>
                  <a:pt x="1006125" y="35290"/>
                  <a:pt x="1007164" y="35149"/>
                </a:cubicBezTo>
                <a:cubicBezTo>
                  <a:pt x="1008203" y="35008"/>
                  <a:pt x="1009288" y="34786"/>
                  <a:pt x="1010418" y="34485"/>
                </a:cubicBezTo>
                <a:lnTo>
                  <a:pt x="1010418" y="38587"/>
                </a:lnTo>
                <a:close/>
                <a:moveTo>
                  <a:pt x="1110170" y="38587"/>
                </a:moveTo>
                <a:cubicBezTo>
                  <a:pt x="1109094" y="38870"/>
                  <a:pt x="1107982" y="39073"/>
                  <a:pt x="1106834" y="39195"/>
                </a:cubicBezTo>
                <a:cubicBezTo>
                  <a:pt x="1105685" y="39319"/>
                  <a:pt x="1104518" y="39380"/>
                  <a:pt x="1103333" y="39380"/>
                </a:cubicBezTo>
                <a:cubicBezTo>
                  <a:pt x="1099887" y="39380"/>
                  <a:pt x="1097317" y="38601"/>
                  <a:pt x="1095621" y="37042"/>
                </a:cubicBezTo>
                <a:cubicBezTo>
                  <a:pt x="1093926" y="35483"/>
                  <a:pt x="1093078" y="33090"/>
                  <a:pt x="1093078" y="29863"/>
                </a:cubicBezTo>
                <a:lnTo>
                  <a:pt x="1093078" y="15533"/>
                </a:lnTo>
                <a:lnTo>
                  <a:pt x="1085393" y="15533"/>
                </a:lnTo>
                <a:lnTo>
                  <a:pt x="1085393" y="11541"/>
                </a:lnTo>
                <a:lnTo>
                  <a:pt x="1093078" y="11541"/>
                </a:lnTo>
                <a:lnTo>
                  <a:pt x="1093078" y="3969"/>
                </a:lnTo>
                <a:lnTo>
                  <a:pt x="1097836" y="2735"/>
                </a:lnTo>
                <a:lnTo>
                  <a:pt x="1097836" y="11541"/>
                </a:lnTo>
                <a:lnTo>
                  <a:pt x="1110170" y="11541"/>
                </a:lnTo>
                <a:lnTo>
                  <a:pt x="1110170" y="15533"/>
                </a:lnTo>
                <a:lnTo>
                  <a:pt x="1097836" y="15533"/>
                </a:lnTo>
                <a:lnTo>
                  <a:pt x="1097836" y="29480"/>
                </a:lnTo>
                <a:cubicBezTo>
                  <a:pt x="1097836" y="31449"/>
                  <a:pt x="1098361" y="32922"/>
                  <a:pt x="1099409" y="33897"/>
                </a:cubicBezTo>
                <a:cubicBezTo>
                  <a:pt x="1100457" y="34872"/>
                  <a:pt x="1102002" y="35360"/>
                  <a:pt x="1104044" y="35360"/>
                </a:cubicBezTo>
                <a:cubicBezTo>
                  <a:pt x="1104919" y="35360"/>
                  <a:pt x="1105877" y="35290"/>
                  <a:pt x="1106916" y="35149"/>
                </a:cubicBezTo>
                <a:cubicBezTo>
                  <a:pt x="1107955" y="35008"/>
                  <a:pt x="1109040" y="34786"/>
                  <a:pt x="1110170" y="34485"/>
                </a:cubicBezTo>
                <a:lnTo>
                  <a:pt x="1110170" y="38587"/>
                </a:lnTo>
                <a:close/>
                <a:moveTo>
                  <a:pt x="1143062" y="25050"/>
                </a:moveTo>
                <a:cubicBezTo>
                  <a:pt x="1143062" y="27183"/>
                  <a:pt x="1142762" y="29138"/>
                  <a:pt x="1142160" y="30916"/>
                </a:cubicBezTo>
                <a:cubicBezTo>
                  <a:pt x="1141558" y="32694"/>
                  <a:pt x="1140692" y="34216"/>
                  <a:pt x="1139562" y="35483"/>
                </a:cubicBezTo>
                <a:cubicBezTo>
                  <a:pt x="1138432" y="36750"/>
                  <a:pt x="1137055" y="37735"/>
                  <a:pt x="1135432" y="38437"/>
                </a:cubicBezTo>
                <a:cubicBezTo>
                  <a:pt x="1133810" y="39138"/>
                  <a:pt x="1131968" y="39489"/>
                  <a:pt x="1129908" y="39489"/>
                </a:cubicBezTo>
                <a:cubicBezTo>
                  <a:pt x="1127939" y="39489"/>
                  <a:pt x="1126175" y="39184"/>
                  <a:pt x="1124617" y="38573"/>
                </a:cubicBezTo>
                <a:cubicBezTo>
                  <a:pt x="1123058" y="37963"/>
                  <a:pt x="1121736" y="37065"/>
                  <a:pt x="1120651" y="35880"/>
                </a:cubicBezTo>
                <a:cubicBezTo>
                  <a:pt x="1119567" y="34695"/>
                  <a:pt x="1118737" y="33227"/>
                  <a:pt x="1118163" y="31477"/>
                </a:cubicBezTo>
                <a:cubicBezTo>
                  <a:pt x="1117588" y="29726"/>
                  <a:pt x="1117301" y="27712"/>
                  <a:pt x="1117301" y="25433"/>
                </a:cubicBezTo>
                <a:cubicBezTo>
                  <a:pt x="1117301" y="23300"/>
                  <a:pt x="1117602" y="21354"/>
                  <a:pt x="1118204" y="19594"/>
                </a:cubicBezTo>
                <a:cubicBezTo>
                  <a:pt x="1118805" y="17835"/>
                  <a:pt x="1119671" y="16322"/>
                  <a:pt x="1120802" y="15055"/>
                </a:cubicBezTo>
                <a:cubicBezTo>
                  <a:pt x="1121932" y="13788"/>
                  <a:pt x="1123309" y="12803"/>
                  <a:pt x="1124931" y="12101"/>
                </a:cubicBezTo>
                <a:cubicBezTo>
                  <a:pt x="1126554" y="11399"/>
                  <a:pt x="1128395" y="11048"/>
                  <a:pt x="1130455" y="11048"/>
                </a:cubicBezTo>
                <a:cubicBezTo>
                  <a:pt x="1132424" y="11048"/>
                  <a:pt x="1134188" y="11354"/>
                  <a:pt x="1135747" y="11964"/>
                </a:cubicBezTo>
                <a:cubicBezTo>
                  <a:pt x="1137306" y="12575"/>
                  <a:pt x="1138628" y="13469"/>
                  <a:pt x="1139712" y="14644"/>
                </a:cubicBezTo>
                <a:cubicBezTo>
                  <a:pt x="1140797" y="15820"/>
                  <a:pt x="1141627" y="17283"/>
                  <a:pt x="1142201" y="19034"/>
                </a:cubicBezTo>
                <a:cubicBezTo>
                  <a:pt x="1142775" y="20784"/>
                  <a:pt x="1143062" y="22789"/>
                  <a:pt x="1143062" y="25050"/>
                </a:cubicBezTo>
                <a:moveTo>
                  <a:pt x="1138195" y="25269"/>
                </a:moveTo>
                <a:cubicBezTo>
                  <a:pt x="1138195" y="23573"/>
                  <a:pt x="1138008" y="22092"/>
                  <a:pt x="1137634" y="20825"/>
                </a:cubicBezTo>
                <a:cubicBezTo>
                  <a:pt x="1137260" y="19558"/>
                  <a:pt x="1136727" y="18500"/>
                  <a:pt x="1136034" y="17653"/>
                </a:cubicBezTo>
                <a:cubicBezTo>
                  <a:pt x="1135341" y="16805"/>
                  <a:pt x="1134498" y="16167"/>
                  <a:pt x="1133504" y="15738"/>
                </a:cubicBezTo>
                <a:cubicBezTo>
                  <a:pt x="1132511" y="15310"/>
                  <a:pt x="1131403" y="15096"/>
                  <a:pt x="1130182" y="15096"/>
                </a:cubicBezTo>
                <a:cubicBezTo>
                  <a:pt x="1128760" y="15096"/>
                  <a:pt x="1127543" y="15374"/>
                  <a:pt x="1126531" y="15930"/>
                </a:cubicBezTo>
                <a:cubicBezTo>
                  <a:pt x="1125519" y="16486"/>
                  <a:pt x="1124690" y="17229"/>
                  <a:pt x="1124042" y="18159"/>
                </a:cubicBezTo>
                <a:cubicBezTo>
                  <a:pt x="1123395" y="19088"/>
                  <a:pt x="1122921" y="20169"/>
                  <a:pt x="1122620" y="21399"/>
                </a:cubicBezTo>
                <a:cubicBezTo>
                  <a:pt x="1122319" y="22630"/>
                  <a:pt x="1122169" y="23920"/>
                  <a:pt x="1122169" y="25269"/>
                </a:cubicBezTo>
                <a:cubicBezTo>
                  <a:pt x="1122169" y="26964"/>
                  <a:pt x="1122356" y="28450"/>
                  <a:pt x="1122730" y="29726"/>
                </a:cubicBezTo>
                <a:cubicBezTo>
                  <a:pt x="1123103" y="31003"/>
                  <a:pt x="1123637" y="32065"/>
                  <a:pt x="1124329" y="32912"/>
                </a:cubicBezTo>
                <a:cubicBezTo>
                  <a:pt x="1125022" y="33760"/>
                  <a:pt x="1125861" y="34398"/>
                  <a:pt x="1126845" y="34827"/>
                </a:cubicBezTo>
                <a:cubicBezTo>
                  <a:pt x="1127830" y="35255"/>
                  <a:pt x="1128942" y="35469"/>
                  <a:pt x="1130182" y="35469"/>
                </a:cubicBezTo>
                <a:cubicBezTo>
                  <a:pt x="1131604" y="35469"/>
                  <a:pt x="1132821" y="35191"/>
                  <a:pt x="1133833" y="34635"/>
                </a:cubicBezTo>
                <a:cubicBezTo>
                  <a:pt x="1134844" y="34079"/>
                  <a:pt x="1135674" y="33336"/>
                  <a:pt x="1136321" y="32406"/>
                </a:cubicBezTo>
                <a:cubicBezTo>
                  <a:pt x="1136968" y="31477"/>
                  <a:pt x="1137442" y="30396"/>
                  <a:pt x="1137743" y="29166"/>
                </a:cubicBezTo>
                <a:cubicBezTo>
                  <a:pt x="1138044" y="27935"/>
                  <a:pt x="1138195" y="26636"/>
                  <a:pt x="1138195" y="252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Text analyzethebugscenariosandthen">
            <a:extLst xmlns:a="http://schemas.openxmlformats.org/drawingml/2006/main">
              <a:ext uri="{FF2B5EF4-FFF2-40B4-BE49-F238E27FC236}">
                <a16:creationId xmlns:a16="http://schemas.microsoft.com/office/drawing/2014/main" id="{FB20D4D2-ED2D-4FDD-BEB2-B44E20F7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574" y="9515324"/>
            <a:ext cx="1141792" cy="50483"/>
          </a:xfrm>
          <a:custGeom xmlns:a="http://schemas.openxmlformats.org/drawingml/2006/main">
            <a:pathLst>
              <a:path w="1141792" h="50483">
                <a:moveTo>
                  <a:pt x="18377" y="38997"/>
                </a:moveTo>
                <a:lnTo>
                  <a:pt x="18268" y="35298"/>
                </a:lnTo>
                <a:cubicBezTo>
                  <a:pt x="16773" y="36777"/>
                  <a:pt x="15255" y="37846"/>
                  <a:pt x="13715" y="38503"/>
                </a:cubicBezTo>
                <a:cubicBezTo>
                  <a:pt x="12174" y="39161"/>
                  <a:pt x="10556" y="39489"/>
                  <a:pt x="8861" y="39489"/>
                </a:cubicBezTo>
                <a:cubicBezTo>
                  <a:pt x="7293" y="39489"/>
                  <a:pt x="5953" y="39289"/>
                  <a:pt x="4840" y="38887"/>
                </a:cubicBezTo>
                <a:cubicBezTo>
                  <a:pt x="3728" y="38485"/>
                  <a:pt x="2812" y="37933"/>
                  <a:pt x="2092" y="37230"/>
                </a:cubicBezTo>
                <a:cubicBezTo>
                  <a:pt x="1372" y="36527"/>
                  <a:pt x="843" y="35700"/>
                  <a:pt x="506" y="34751"/>
                </a:cubicBezTo>
                <a:cubicBezTo>
                  <a:pt x="169" y="33801"/>
                  <a:pt x="0" y="32769"/>
                  <a:pt x="0" y="31655"/>
                </a:cubicBezTo>
                <a:cubicBezTo>
                  <a:pt x="0" y="28898"/>
                  <a:pt x="1026" y="26738"/>
                  <a:pt x="3077" y="25177"/>
                </a:cubicBezTo>
                <a:cubicBezTo>
                  <a:pt x="5128" y="23616"/>
                  <a:pt x="8159" y="22835"/>
                  <a:pt x="12170" y="22835"/>
                </a:cubicBezTo>
                <a:lnTo>
                  <a:pt x="17858" y="22835"/>
                </a:lnTo>
                <a:lnTo>
                  <a:pt x="17858" y="20437"/>
                </a:lnTo>
                <a:cubicBezTo>
                  <a:pt x="17858" y="18820"/>
                  <a:pt x="17338" y="17526"/>
                  <a:pt x="16299" y="16554"/>
                </a:cubicBezTo>
                <a:cubicBezTo>
                  <a:pt x="15260" y="15582"/>
                  <a:pt x="13674" y="15096"/>
                  <a:pt x="11541" y="15096"/>
                </a:cubicBezTo>
                <a:cubicBezTo>
                  <a:pt x="9991" y="15096"/>
                  <a:pt x="8464" y="15271"/>
                  <a:pt x="6960" y="15623"/>
                </a:cubicBezTo>
                <a:cubicBezTo>
                  <a:pt x="5456" y="15974"/>
                  <a:pt x="3902" y="16473"/>
                  <a:pt x="2297" y="17119"/>
                </a:cubicBezTo>
                <a:lnTo>
                  <a:pt x="2297" y="12826"/>
                </a:lnTo>
                <a:cubicBezTo>
                  <a:pt x="2899" y="12604"/>
                  <a:pt x="3569" y="12386"/>
                  <a:pt x="4307" y="12173"/>
                </a:cubicBezTo>
                <a:cubicBezTo>
                  <a:pt x="5046" y="11960"/>
                  <a:pt x="5825" y="11770"/>
                  <a:pt x="6645" y="11604"/>
                </a:cubicBezTo>
                <a:cubicBezTo>
                  <a:pt x="7466" y="11437"/>
                  <a:pt x="8323" y="11303"/>
                  <a:pt x="9216" y="11201"/>
                </a:cubicBezTo>
                <a:cubicBezTo>
                  <a:pt x="10109" y="11099"/>
                  <a:pt x="11012" y="11048"/>
                  <a:pt x="11923" y="11048"/>
                </a:cubicBezTo>
                <a:cubicBezTo>
                  <a:pt x="13582" y="11048"/>
                  <a:pt x="15077" y="11231"/>
                  <a:pt x="16408" y="11595"/>
                </a:cubicBezTo>
                <a:cubicBezTo>
                  <a:pt x="17739" y="11960"/>
                  <a:pt x="18865" y="12516"/>
                  <a:pt x="19786" y="13263"/>
                </a:cubicBezTo>
                <a:cubicBezTo>
                  <a:pt x="20706" y="14011"/>
                  <a:pt x="21413" y="14950"/>
                  <a:pt x="21905" y="16080"/>
                </a:cubicBezTo>
                <a:cubicBezTo>
                  <a:pt x="22397" y="17211"/>
                  <a:pt x="22644" y="18541"/>
                  <a:pt x="22644" y="20073"/>
                </a:cubicBezTo>
                <a:lnTo>
                  <a:pt x="22644" y="38997"/>
                </a:lnTo>
                <a:lnTo>
                  <a:pt x="18377" y="38997"/>
                </a:lnTo>
                <a:moveTo>
                  <a:pt x="17858" y="26472"/>
                </a:moveTo>
                <a:lnTo>
                  <a:pt x="11814" y="26472"/>
                </a:lnTo>
                <a:cubicBezTo>
                  <a:pt x="10629" y="26472"/>
                  <a:pt x="9608" y="26591"/>
                  <a:pt x="8751" y="26829"/>
                </a:cubicBezTo>
                <a:cubicBezTo>
                  <a:pt x="7894" y="27067"/>
                  <a:pt x="7192" y="27405"/>
                  <a:pt x="6645" y="27844"/>
                </a:cubicBezTo>
                <a:cubicBezTo>
                  <a:pt x="6098" y="28282"/>
                  <a:pt x="5693" y="28808"/>
                  <a:pt x="5428" y="29421"/>
                </a:cubicBezTo>
                <a:cubicBezTo>
                  <a:pt x="5164" y="30034"/>
                  <a:pt x="5032" y="30724"/>
                  <a:pt x="5032" y="31492"/>
                </a:cubicBezTo>
                <a:cubicBezTo>
                  <a:pt x="5032" y="32022"/>
                  <a:pt x="5114" y="32530"/>
                  <a:pt x="5278" y="33015"/>
                </a:cubicBezTo>
                <a:cubicBezTo>
                  <a:pt x="5442" y="33499"/>
                  <a:pt x="5706" y="33929"/>
                  <a:pt x="6071" y="34304"/>
                </a:cubicBezTo>
                <a:cubicBezTo>
                  <a:pt x="6436" y="34679"/>
                  <a:pt x="6910" y="34976"/>
                  <a:pt x="7493" y="35195"/>
                </a:cubicBezTo>
                <a:cubicBezTo>
                  <a:pt x="8077" y="35414"/>
                  <a:pt x="8788" y="35524"/>
                  <a:pt x="9626" y="35524"/>
                </a:cubicBezTo>
                <a:cubicBezTo>
                  <a:pt x="10720" y="35524"/>
                  <a:pt x="11974" y="35190"/>
                  <a:pt x="13386" y="34523"/>
                </a:cubicBezTo>
                <a:cubicBezTo>
                  <a:pt x="14799" y="33856"/>
                  <a:pt x="16290" y="32799"/>
                  <a:pt x="17858" y="31354"/>
                </a:cubicBezTo>
                <a:lnTo>
                  <a:pt x="17858" y="26472"/>
                </a:lnTo>
                <a:close/>
                <a:moveTo>
                  <a:pt x="31853" y="11541"/>
                </a:moveTo>
                <a:lnTo>
                  <a:pt x="36092" y="11541"/>
                </a:lnTo>
                <a:lnTo>
                  <a:pt x="36284" y="15971"/>
                </a:lnTo>
                <a:cubicBezTo>
                  <a:pt x="37086" y="15023"/>
                  <a:pt x="37861" y="14234"/>
                  <a:pt x="38608" y="13605"/>
                </a:cubicBezTo>
                <a:cubicBezTo>
                  <a:pt x="39356" y="12976"/>
                  <a:pt x="40089" y="12470"/>
                  <a:pt x="40810" y="12087"/>
                </a:cubicBezTo>
                <a:cubicBezTo>
                  <a:pt x="41530" y="11705"/>
                  <a:pt x="42264" y="11436"/>
                  <a:pt x="43011" y="11281"/>
                </a:cubicBezTo>
                <a:cubicBezTo>
                  <a:pt x="43759" y="11126"/>
                  <a:pt x="44533" y="11048"/>
                  <a:pt x="45336" y="11048"/>
                </a:cubicBezTo>
                <a:cubicBezTo>
                  <a:pt x="48161" y="11048"/>
                  <a:pt x="50299" y="11882"/>
                  <a:pt x="51749" y="13551"/>
                </a:cubicBezTo>
                <a:cubicBezTo>
                  <a:pt x="53198" y="15219"/>
                  <a:pt x="53923" y="17730"/>
                  <a:pt x="53923" y="21085"/>
                </a:cubicBezTo>
                <a:lnTo>
                  <a:pt x="53923" y="38997"/>
                </a:lnTo>
                <a:lnTo>
                  <a:pt x="49164" y="38997"/>
                </a:lnTo>
                <a:lnTo>
                  <a:pt x="49164" y="21468"/>
                </a:lnTo>
                <a:cubicBezTo>
                  <a:pt x="49164" y="19316"/>
                  <a:pt x="48763" y="17726"/>
                  <a:pt x="47961" y="16695"/>
                </a:cubicBezTo>
                <a:cubicBezTo>
                  <a:pt x="47159" y="15665"/>
                  <a:pt x="45965" y="15150"/>
                  <a:pt x="44378" y="15150"/>
                </a:cubicBezTo>
                <a:cubicBezTo>
                  <a:pt x="43795" y="15150"/>
                  <a:pt x="43225" y="15237"/>
                  <a:pt x="42669" y="15410"/>
                </a:cubicBezTo>
                <a:cubicBezTo>
                  <a:pt x="42113" y="15583"/>
                  <a:pt x="41534" y="15884"/>
                  <a:pt x="40933" y="16313"/>
                </a:cubicBezTo>
                <a:cubicBezTo>
                  <a:pt x="40331" y="16741"/>
                  <a:pt x="39679" y="17320"/>
                  <a:pt x="38977" y="18049"/>
                </a:cubicBezTo>
                <a:cubicBezTo>
                  <a:pt x="38275" y="18778"/>
                  <a:pt x="37487" y="19690"/>
                  <a:pt x="36612" y="20784"/>
                </a:cubicBezTo>
                <a:lnTo>
                  <a:pt x="36612" y="38997"/>
                </a:lnTo>
                <a:lnTo>
                  <a:pt x="31853" y="38997"/>
                </a:lnTo>
                <a:lnTo>
                  <a:pt x="31853" y="11541"/>
                </a:lnTo>
                <a:close/>
                <a:moveTo>
                  <a:pt x="80607" y="38997"/>
                </a:moveTo>
                <a:lnTo>
                  <a:pt x="80498" y="35298"/>
                </a:lnTo>
                <a:cubicBezTo>
                  <a:pt x="79003" y="36777"/>
                  <a:pt x="77485" y="37846"/>
                  <a:pt x="75945" y="38503"/>
                </a:cubicBezTo>
                <a:cubicBezTo>
                  <a:pt x="74404" y="39161"/>
                  <a:pt x="72786" y="39489"/>
                  <a:pt x="71091" y="39489"/>
                </a:cubicBezTo>
                <a:cubicBezTo>
                  <a:pt x="69523" y="39489"/>
                  <a:pt x="68183" y="39289"/>
                  <a:pt x="67071" y="38887"/>
                </a:cubicBezTo>
                <a:cubicBezTo>
                  <a:pt x="65958" y="38485"/>
                  <a:pt x="65042" y="37933"/>
                  <a:pt x="64322" y="37230"/>
                </a:cubicBezTo>
                <a:cubicBezTo>
                  <a:pt x="63602" y="36527"/>
                  <a:pt x="63073" y="35700"/>
                  <a:pt x="62736" y="34751"/>
                </a:cubicBezTo>
                <a:cubicBezTo>
                  <a:pt x="62399" y="33801"/>
                  <a:pt x="62230" y="32769"/>
                  <a:pt x="62230" y="31655"/>
                </a:cubicBezTo>
                <a:cubicBezTo>
                  <a:pt x="62230" y="28898"/>
                  <a:pt x="63256" y="26738"/>
                  <a:pt x="65307" y="25177"/>
                </a:cubicBezTo>
                <a:cubicBezTo>
                  <a:pt x="67358" y="23616"/>
                  <a:pt x="70389" y="22835"/>
                  <a:pt x="74400" y="22835"/>
                </a:cubicBezTo>
                <a:lnTo>
                  <a:pt x="80088" y="22835"/>
                </a:lnTo>
                <a:lnTo>
                  <a:pt x="80088" y="20437"/>
                </a:lnTo>
                <a:cubicBezTo>
                  <a:pt x="80088" y="18820"/>
                  <a:pt x="79568" y="17526"/>
                  <a:pt x="78529" y="16554"/>
                </a:cubicBezTo>
                <a:cubicBezTo>
                  <a:pt x="77490" y="15582"/>
                  <a:pt x="75904" y="15096"/>
                  <a:pt x="73771" y="15096"/>
                </a:cubicBezTo>
                <a:cubicBezTo>
                  <a:pt x="72221" y="15096"/>
                  <a:pt x="70694" y="15271"/>
                  <a:pt x="69190" y="15623"/>
                </a:cubicBezTo>
                <a:cubicBezTo>
                  <a:pt x="67686" y="15974"/>
                  <a:pt x="66132" y="16473"/>
                  <a:pt x="64527" y="17119"/>
                </a:cubicBezTo>
                <a:lnTo>
                  <a:pt x="64527" y="12826"/>
                </a:lnTo>
                <a:cubicBezTo>
                  <a:pt x="65129" y="12604"/>
                  <a:pt x="65799" y="12386"/>
                  <a:pt x="66537" y="12173"/>
                </a:cubicBezTo>
                <a:cubicBezTo>
                  <a:pt x="67276" y="11960"/>
                  <a:pt x="68055" y="11770"/>
                  <a:pt x="68875" y="11604"/>
                </a:cubicBezTo>
                <a:cubicBezTo>
                  <a:pt x="69696" y="11437"/>
                  <a:pt x="70553" y="11303"/>
                  <a:pt x="71446" y="11201"/>
                </a:cubicBezTo>
                <a:cubicBezTo>
                  <a:pt x="72339" y="11099"/>
                  <a:pt x="73242" y="11048"/>
                  <a:pt x="74153" y="11048"/>
                </a:cubicBezTo>
                <a:cubicBezTo>
                  <a:pt x="75813" y="11048"/>
                  <a:pt x="77308" y="11231"/>
                  <a:pt x="78638" y="11595"/>
                </a:cubicBezTo>
                <a:cubicBezTo>
                  <a:pt x="79969" y="11960"/>
                  <a:pt x="81095" y="12516"/>
                  <a:pt x="82016" y="13263"/>
                </a:cubicBezTo>
                <a:cubicBezTo>
                  <a:pt x="82936" y="14011"/>
                  <a:pt x="83643" y="14950"/>
                  <a:pt x="84135" y="16080"/>
                </a:cubicBezTo>
                <a:cubicBezTo>
                  <a:pt x="84627" y="17211"/>
                  <a:pt x="84874" y="18541"/>
                  <a:pt x="84874" y="20073"/>
                </a:cubicBezTo>
                <a:lnTo>
                  <a:pt x="84874" y="38997"/>
                </a:lnTo>
                <a:lnTo>
                  <a:pt x="80607" y="38997"/>
                </a:lnTo>
                <a:moveTo>
                  <a:pt x="80088" y="26472"/>
                </a:moveTo>
                <a:lnTo>
                  <a:pt x="74044" y="26472"/>
                </a:lnTo>
                <a:cubicBezTo>
                  <a:pt x="72859" y="26472"/>
                  <a:pt x="71838" y="26591"/>
                  <a:pt x="70981" y="26829"/>
                </a:cubicBezTo>
                <a:cubicBezTo>
                  <a:pt x="70124" y="27067"/>
                  <a:pt x="69422" y="27405"/>
                  <a:pt x="68875" y="27844"/>
                </a:cubicBezTo>
                <a:cubicBezTo>
                  <a:pt x="68328" y="28282"/>
                  <a:pt x="67923" y="28808"/>
                  <a:pt x="67658" y="29421"/>
                </a:cubicBezTo>
                <a:cubicBezTo>
                  <a:pt x="67394" y="30034"/>
                  <a:pt x="67262" y="30724"/>
                  <a:pt x="67262" y="31492"/>
                </a:cubicBezTo>
                <a:cubicBezTo>
                  <a:pt x="67262" y="32022"/>
                  <a:pt x="67344" y="32530"/>
                  <a:pt x="67508" y="33015"/>
                </a:cubicBezTo>
                <a:cubicBezTo>
                  <a:pt x="67672" y="33499"/>
                  <a:pt x="67937" y="33929"/>
                  <a:pt x="68301" y="34304"/>
                </a:cubicBezTo>
                <a:cubicBezTo>
                  <a:pt x="68666" y="34679"/>
                  <a:pt x="69140" y="34976"/>
                  <a:pt x="69723" y="35195"/>
                </a:cubicBezTo>
                <a:cubicBezTo>
                  <a:pt x="70307" y="35414"/>
                  <a:pt x="71018" y="35524"/>
                  <a:pt x="71856" y="35524"/>
                </a:cubicBezTo>
                <a:cubicBezTo>
                  <a:pt x="72950" y="35524"/>
                  <a:pt x="74204" y="35190"/>
                  <a:pt x="75617" y="34523"/>
                </a:cubicBezTo>
                <a:cubicBezTo>
                  <a:pt x="77029" y="33856"/>
                  <a:pt x="78520" y="32799"/>
                  <a:pt x="80088" y="31354"/>
                </a:cubicBezTo>
                <a:lnTo>
                  <a:pt x="80088" y="26472"/>
                </a:lnTo>
                <a:close/>
                <a:moveTo>
                  <a:pt x="103436" y="4239"/>
                </a:moveTo>
                <a:lnTo>
                  <a:pt x="95314" y="4239"/>
                </a:lnTo>
                <a:lnTo>
                  <a:pt x="95314" y="328"/>
                </a:lnTo>
                <a:lnTo>
                  <a:pt x="108249" y="328"/>
                </a:lnTo>
                <a:lnTo>
                  <a:pt x="108249" y="35032"/>
                </a:lnTo>
                <a:lnTo>
                  <a:pt x="116426" y="35032"/>
                </a:lnTo>
                <a:lnTo>
                  <a:pt x="116426" y="38997"/>
                </a:lnTo>
                <a:lnTo>
                  <a:pt x="94412" y="38997"/>
                </a:lnTo>
                <a:lnTo>
                  <a:pt x="94412" y="35032"/>
                </a:lnTo>
                <a:lnTo>
                  <a:pt x="103436" y="35032"/>
                </a:lnTo>
                <a:lnTo>
                  <a:pt x="103436" y="4239"/>
                </a:lnTo>
                <a:close/>
                <a:moveTo>
                  <a:pt x="149619" y="11541"/>
                </a:moveTo>
                <a:lnTo>
                  <a:pt x="140267" y="36098"/>
                </a:lnTo>
                <a:cubicBezTo>
                  <a:pt x="139300" y="38596"/>
                  <a:pt x="138302" y="40747"/>
                  <a:pt x="137272" y="42552"/>
                </a:cubicBezTo>
                <a:cubicBezTo>
                  <a:pt x="136242" y="44357"/>
                  <a:pt x="135116" y="45839"/>
                  <a:pt x="133895" y="46996"/>
                </a:cubicBezTo>
                <a:cubicBezTo>
                  <a:pt x="132673" y="48154"/>
                  <a:pt x="131333" y="49006"/>
                  <a:pt x="129875" y="49553"/>
                </a:cubicBezTo>
                <a:cubicBezTo>
                  <a:pt x="128416" y="50100"/>
                  <a:pt x="126784" y="50374"/>
                  <a:pt x="124979" y="50374"/>
                </a:cubicBezTo>
                <a:cubicBezTo>
                  <a:pt x="124505" y="50374"/>
                  <a:pt x="124077" y="50365"/>
                  <a:pt x="123694" y="50346"/>
                </a:cubicBezTo>
                <a:cubicBezTo>
                  <a:pt x="123311" y="50328"/>
                  <a:pt x="122892" y="50301"/>
                  <a:pt x="122436" y="50264"/>
                </a:cubicBezTo>
                <a:lnTo>
                  <a:pt x="122436" y="45943"/>
                </a:lnTo>
                <a:cubicBezTo>
                  <a:pt x="122837" y="45998"/>
                  <a:pt x="123275" y="46048"/>
                  <a:pt x="123749" y="46094"/>
                </a:cubicBezTo>
                <a:cubicBezTo>
                  <a:pt x="124223" y="46139"/>
                  <a:pt x="124724" y="46162"/>
                  <a:pt x="125253" y="46162"/>
                </a:cubicBezTo>
                <a:cubicBezTo>
                  <a:pt x="126128" y="46162"/>
                  <a:pt x="126944" y="46035"/>
                  <a:pt x="127700" y="45779"/>
                </a:cubicBezTo>
                <a:cubicBezTo>
                  <a:pt x="128457" y="45524"/>
                  <a:pt x="129173" y="45109"/>
                  <a:pt x="129847" y="44535"/>
                </a:cubicBezTo>
                <a:cubicBezTo>
                  <a:pt x="130522" y="43961"/>
                  <a:pt x="131169" y="43218"/>
                  <a:pt x="131789" y="42306"/>
                </a:cubicBezTo>
                <a:cubicBezTo>
                  <a:pt x="132409" y="41395"/>
                  <a:pt x="133010" y="40292"/>
                  <a:pt x="133594" y="38997"/>
                </a:cubicBezTo>
                <a:lnTo>
                  <a:pt x="122628" y="11541"/>
                </a:lnTo>
                <a:lnTo>
                  <a:pt x="128042" y="11541"/>
                </a:lnTo>
                <a:lnTo>
                  <a:pt x="134989" y="29699"/>
                </a:lnTo>
                <a:lnTo>
                  <a:pt x="136383" y="33965"/>
                </a:lnTo>
                <a:lnTo>
                  <a:pt x="137969" y="29590"/>
                </a:lnTo>
                <a:lnTo>
                  <a:pt x="144396" y="11541"/>
                </a:lnTo>
                <a:lnTo>
                  <a:pt x="149619" y="11541"/>
                </a:lnTo>
                <a:close/>
                <a:moveTo>
                  <a:pt x="178546" y="38997"/>
                </a:moveTo>
                <a:lnTo>
                  <a:pt x="156422" y="38997"/>
                </a:lnTo>
                <a:lnTo>
                  <a:pt x="156422" y="35579"/>
                </a:lnTo>
                <a:lnTo>
                  <a:pt x="171928" y="15533"/>
                </a:lnTo>
                <a:lnTo>
                  <a:pt x="156805" y="15533"/>
                </a:lnTo>
                <a:lnTo>
                  <a:pt x="156805" y="11541"/>
                </a:lnTo>
                <a:lnTo>
                  <a:pt x="177644" y="11541"/>
                </a:lnTo>
                <a:lnTo>
                  <a:pt x="177644" y="15260"/>
                </a:lnTo>
                <a:lnTo>
                  <a:pt x="162411" y="34977"/>
                </a:lnTo>
                <a:lnTo>
                  <a:pt x="178546" y="34977"/>
                </a:lnTo>
                <a:lnTo>
                  <a:pt x="178546" y="38997"/>
                </a:lnTo>
                <a:close/>
                <a:moveTo>
                  <a:pt x="210618" y="23819"/>
                </a:moveTo>
                <a:cubicBezTo>
                  <a:pt x="210618" y="24494"/>
                  <a:pt x="210609" y="25059"/>
                  <a:pt x="210591" y="25515"/>
                </a:cubicBezTo>
                <a:cubicBezTo>
                  <a:pt x="210573" y="25971"/>
                  <a:pt x="210545" y="26399"/>
                  <a:pt x="210509" y="26800"/>
                </a:cubicBezTo>
                <a:lnTo>
                  <a:pt x="191229" y="26800"/>
                </a:lnTo>
                <a:cubicBezTo>
                  <a:pt x="191229" y="29608"/>
                  <a:pt x="192013" y="31764"/>
                  <a:pt x="193581" y="33268"/>
                </a:cubicBezTo>
                <a:cubicBezTo>
                  <a:pt x="195149" y="34772"/>
                  <a:pt x="197409" y="35524"/>
                  <a:pt x="200363" y="35524"/>
                </a:cubicBezTo>
                <a:cubicBezTo>
                  <a:pt x="201165" y="35524"/>
                  <a:pt x="201967" y="35492"/>
                  <a:pt x="202770" y="35427"/>
                </a:cubicBezTo>
                <a:cubicBezTo>
                  <a:pt x="203572" y="35361"/>
                  <a:pt x="204347" y="35273"/>
                  <a:pt x="205094" y="35161"/>
                </a:cubicBezTo>
                <a:cubicBezTo>
                  <a:pt x="205842" y="35049"/>
                  <a:pt x="206557" y="34923"/>
                  <a:pt x="207241" y="34783"/>
                </a:cubicBezTo>
                <a:cubicBezTo>
                  <a:pt x="207924" y="34643"/>
                  <a:pt x="208558" y="34489"/>
                  <a:pt x="209141" y="34321"/>
                </a:cubicBezTo>
                <a:lnTo>
                  <a:pt x="209141" y="38231"/>
                </a:lnTo>
                <a:cubicBezTo>
                  <a:pt x="207847" y="38604"/>
                  <a:pt x="206384" y="38907"/>
                  <a:pt x="204752" y="39140"/>
                </a:cubicBezTo>
                <a:cubicBezTo>
                  <a:pt x="203120" y="39373"/>
                  <a:pt x="201429" y="39489"/>
                  <a:pt x="199679" y="39489"/>
                </a:cubicBezTo>
                <a:cubicBezTo>
                  <a:pt x="197327" y="39489"/>
                  <a:pt x="195304" y="39170"/>
                  <a:pt x="193608" y="38532"/>
                </a:cubicBezTo>
                <a:cubicBezTo>
                  <a:pt x="191913" y="37894"/>
                  <a:pt x="190523" y="36969"/>
                  <a:pt x="189438" y="35757"/>
                </a:cubicBezTo>
                <a:cubicBezTo>
                  <a:pt x="188353" y="34544"/>
                  <a:pt x="187551" y="33058"/>
                  <a:pt x="187031" y="31299"/>
                </a:cubicBezTo>
                <a:cubicBezTo>
                  <a:pt x="186512" y="29540"/>
                  <a:pt x="186252" y="27548"/>
                  <a:pt x="186252" y="25324"/>
                </a:cubicBezTo>
                <a:cubicBezTo>
                  <a:pt x="186252" y="23391"/>
                  <a:pt x="186530" y="21563"/>
                  <a:pt x="187086" y="19840"/>
                </a:cubicBezTo>
                <a:cubicBezTo>
                  <a:pt x="187642" y="18118"/>
                  <a:pt x="188453" y="16604"/>
                  <a:pt x="189520" y="15301"/>
                </a:cubicBezTo>
                <a:cubicBezTo>
                  <a:pt x="190586" y="13997"/>
                  <a:pt x="191894" y="12963"/>
                  <a:pt x="193444" y="12197"/>
                </a:cubicBezTo>
                <a:cubicBezTo>
                  <a:pt x="194994" y="11431"/>
                  <a:pt x="196753" y="11048"/>
                  <a:pt x="198722" y="11048"/>
                </a:cubicBezTo>
                <a:cubicBezTo>
                  <a:pt x="200636" y="11048"/>
                  <a:pt x="202332" y="11349"/>
                  <a:pt x="203809" y="11951"/>
                </a:cubicBezTo>
                <a:cubicBezTo>
                  <a:pt x="205285" y="12552"/>
                  <a:pt x="206530" y="13405"/>
                  <a:pt x="207542" y="14508"/>
                </a:cubicBezTo>
                <a:cubicBezTo>
                  <a:pt x="208553" y="15611"/>
                  <a:pt x="209319" y="16951"/>
                  <a:pt x="209839" y="18528"/>
                </a:cubicBezTo>
                <a:cubicBezTo>
                  <a:pt x="210358" y="20105"/>
                  <a:pt x="210618" y="21869"/>
                  <a:pt x="210618" y="23819"/>
                </a:cubicBezTo>
                <a:moveTo>
                  <a:pt x="205668" y="23136"/>
                </a:moveTo>
                <a:cubicBezTo>
                  <a:pt x="205723" y="21914"/>
                  <a:pt x="205605" y="20798"/>
                  <a:pt x="205313" y="19786"/>
                </a:cubicBezTo>
                <a:cubicBezTo>
                  <a:pt x="205021" y="18774"/>
                  <a:pt x="204570" y="17903"/>
                  <a:pt x="203959" y="17174"/>
                </a:cubicBezTo>
                <a:cubicBezTo>
                  <a:pt x="203348" y="16445"/>
                  <a:pt x="202587" y="15875"/>
                  <a:pt x="201676" y="15465"/>
                </a:cubicBezTo>
                <a:cubicBezTo>
                  <a:pt x="200764" y="15055"/>
                  <a:pt x="199707" y="14850"/>
                  <a:pt x="198503" y="14850"/>
                </a:cubicBezTo>
                <a:cubicBezTo>
                  <a:pt x="197464" y="14850"/>
                  <a:pt x="196516" y="15050"/>
                  <a:pt x="195659" y="15451"/>
                </a:cubicBezTo>
                <a:cubicBezTo>
                  <a:pt x="194802" y="15852"/>
                  <a:pt x="194064" y="16417"/>
                  <a:pt x="193444" y="17147"/>
                </a:cubicBezTo>
                <a:cubicBezTo>
                  <a:pt x="192824" y="17876"/>
                  <a:pt x="192323" y="18751"/>
                  <a:pt x="191940" y="19772"/>
                </a:cubicBezTo>
                <a:cubicBezTo>
                  <a:pt x="191557" y="20793"/>
                  <a:pt x="191320" y="21914"/>
                  <a:pt x="191229" y="23136"/>
                </a:cubicBezTo>
                <a:lnTo>
                  <a:pt x="205668" y="23136"/>
                </a:lnTo>
                <a:close/>
                <a:moveTo>
                  <a:pt x="289415" y="38587"/>
                </a:moveTo>
                <a:cubicBezTo>
                  <a:pt x="288340" y="38870"/>
                  <a:pt x="287228" y="39073"/>
                  <a:pt x="286079" y="39195"/>
                </a:cubicBezTo>
                <a:cubicBezTo>
                  <a:pt x="284930" y="39319"/>
                  <a:pt x="283764" y="39380"/>
                  <a:pt x="282579" y="39380"/>
                </a:cubicBezTo>
                <a:cubicBezTo>
                  <a:pt x="279133" y="39380"/>
                  <a:pt x="276562" y="38601"/>
                  <a:pt x="274867" y="37042"/>
                </a:cubicBezTo>
                <a:cubicBezTo>
                  <a:pt x="273171" y="35483"/>
                  <a:pt x="272323" y="33090"/>
                  <a:pt x="272323" y="29863"/>
                </a:cubicBezTo>
                <a:lnTo>
                  <a:pt x="272323" y="15533"/>
                </a:lnTo>
                <a:lnTo>
                  <a:pt x="264639" y="15533"/>
                </a:lnTo>
                <a:lnTo>
                  <a:pt x="264639" y="11541"/>
                </a:lnTo>
                <a:lnTo>
                  <a:pt x="272323" y="11541"/>
                </a:lnTo>
                <a:lnTo>
                  <a:pt x="272323" y="3969"/>
                </a:lnTo>
                <a:lnTo>
                  <a:pt x="277082" y="2735"/>
                </a:lnTo>
                <a:lnTo>
                  <a:pt x="277082" y="11541"/>
                </a:lnTo>
                <a:lnTo>
                  <a:pt x="289415" y="11541"/>
                </a:lnTo>
                <a:lnTo>
                  <a:pt x="289415" y="15533"/>
                </a:lnTo>
                <a:lnTo>
                  <a:pt x="277082" y="15533"/>
                </a:lnTo>
                <a:lnTo>
                  <a:pt x="277082" y="29480"/>
                </a:lnTo>
                <a:cubicBezTo>
                  <a:pt x="277082" y="31449"/>
                  <a:pt x="277606" y="32922"/>
                  <a:pt x="278654" y="33897"/>
                </a:cubicBezTo>
                <a:cubicBezTo>
                  <a:pt x="279702" y="34872"/>
                  <a:pt x="281248" y="35360"/>
                  <a:pt x="283290" y="35360"/>
                </a:cubicBezTo>
                <a:cubicBezTo>
                  <a:pt x="284165" y="35360"/>
                  <a:pt x="285122" y="35290"/>
                  <a:pt x="286161" y="35149"/>
                </a:cubicBezTo>
                <a:cubicBezTo>
                  <a:pt x="287200" y="35008"/>
                  <a:pt x="288285" y="34786"/>
                  <a:pt x="289415" y="34485"/>
                </a:cubicBezTo>
                <a:lnTo>
                  <a:pt x="289415" y="38587"/>
                </a:lnTo>
                <a:close/>
                <a:moveTo>
                  <a:pt x="321453" y="38997"/>
                </a:moveTo>
                <a:lnTo>
                  <a:pt x="316695" y="38997"/>
                </a:lnTo>
                <a:lnTo>
                  <a:pt x="316695" y="21468"/>
                </a:lnTo>
                <a:cubicBezTo>
                  <a:pt x="316695" y="19353"/>
                  <a:pt x="316298" y="17771"/>
                  <a:pt x="315505" y="16723"/>
                </a:cubicBezTo>
                <a:cubicBezTo>
                  <a:pt x="314712" y="15675"/>
                  <a:pt x="313577" y="15150"/>
                  <a:pt x="312100" y="15150"/>
                </a:cubicBezTo>
                <a:cubicBezTo>
                  <a:pt x="311462" y="15150"/>
                  <a:pt x="310865" y="15237"/>
                  <a:pt x="310309" y="15410"/>
                </a:cubicBezTo>
                <a:cubicBezTo>
                  <a:pt x="309753" y="15583"/>
                  <a:pt x="309174" y="15884"/>
                  <a:pt x="308572" y="16313"/>
                </a:cubicBezTo>
                <a:cubicBezTo>
                  <a:pt x="307971" y="16741"/>
                  <a:pt x="307314" y="17320"/>
                  <a:pt x="306603" y="18049"/>
                </a:cubicBezTo>
                <a:cubicBezTo>
                  <a:pt x="305892" y="18778"/>
                  <a:pt x="305072" y="19690"/>
                  <a:pt x="304142" y="20784"/>
                </a:cubicBezTo>
                <a:lnTo>
                  <a:pt x="304142" y="38997"/>
                </a:lnTo>
                <a:lnTo>
                  <a:pt x="299384" y="38997"/>
                </a:lnTo>
                <a:lnTo>
                  <a:pt x="299384" y="328"/>
                </a:lnTo>
                <a:lnTo>
                  <a:pt x="304142" y="328"/>
                </a:lnTo>
                <a:lnTo>
                  <a:pt x="304142" y="11533"/>
                </a:lnTo>
                <a:lnTo>
                  <a:pt x="303978" y="15861"/>
                </a:lnTo>
                <a:cubicBezTo>
                  <a:pt x="304726" y="14968"/>
                  <a:pt x="305459" y="14216"/>
                  <a:pt x="306179" y="13605"/>
                </a:cubicBezTo>
                <a:cubicBezTo>
                  <a:pt x="306900" y="12995"/>
                  <a:pt x="307620" y="12498"/>
                  <a:pt x="308340" y="12115"/>
                </a:cubicBezTo>
                <a:cubicBezTo>
                  <a:pt x="309060" y="11732"/>
                  <a:pt x="309794" y="11458"/>
                  <a:pt x="310541" y="11294"/>
                </a:cubicBezTo>
                <a:cubicBezTo>
                  <a:pt x="311289" y="11130"/>
                  <a:pt x="312064" y="11048"/>
                  <a:pt x="312866" y="11048"/>
                </a:cubicBezTo>
                <a:cubicBezTo>
                  <a:pt x="315601" y="11048"/>
                  <a:pt x="317715" y="11882"/>
                  <a:pt x="319210" y="13551"/>
                </a:cubicBezTo>
                <a:cubicBezTo>
                  <a:pt x="320705" y="15219"/>
                  <a:pt x="321453" y="17730"/>
                  <a:pt x="321453" y="21085"/>
                </a:cubicBezTo>
                <a:lnTo>
                  <a:pt x="321453" y="38997"/>
                </a:lnTo>
                <a:close/>
                <a:moveTo>
                  <a:pt x="353659" y="23819"/>
                </a:moveTo>
                <a:cubicBezTo>
                  <a:pt x="353659" y="24494"/>
                  <a:pt x="353650" y="25059"/>
                  <a:pt x="353631" y="25515"/>
                </a:cubicBezTo>
                <a:cubicBezTo>
                  <a:pt x="353613" y="25971"/>
                  <a:pt x="353586" y="26399"/>
                  <a:pt x="353549" y="26800"/>
                </a:cubicBezTo>
                <a:lnTo>
                  <a:pt x="334269" y="26800"/>
                </a:lnTo>
                <a:cubicBezTo>
                  <a:pt x="334269" y="29608"/>
                  <a:pt x="335053" y="31764"/>
                  <a:pt x="336621" y="33268"/>
                </a:cubicBezTo>
                <a:cubicBezTo>
                  <a:pt x="338189" y="34772"/>
                  <a:pt x="340450" y="35524"/>
                  <a:pt x="343403" y="35524"/>
                </a:cubicBezTo>
                <a:cubicBezTo>
                  <a:pt x="344206" y="35524"/>
                  <a:pt x="345008" y="35492"/>
                  <a:pt x="345810" y="35427"/>
                </a:cubicBezTo>
                <a:cubicBezTo>
                  <a:pt x="346612" y="35361"/>
                  <a:pt x="347387" y="35273"/>
                  <a:pt x="348134" y="35161"/>
                </a:cubicBezTo>
                <a:cubicBezTo>
                  <a:pt x="348882" y="35049"/>
                  <a:pt x="349598" y="34923"/>
                  <a:pt x="350281" y="34783"/>
                </a:cubicBezTo>
                <a:cubicBezTo>
                  <a:pt x="350965" y="34643"/>
                  <a:pt x="351598" y="34489"/>
                  <a:pt x="352182" y="34321"/>
                </a:cubicBezTo>
                <a:lnTo>
                  <a:pt x="352182" y="38231"/>
                </a:lnTo>
                <a:cubicBezTo>
                  <a:pt x="350887" y="38604"/>
                  <a:pt x="349424" y="38907"/>
                  <a:pt x="347793" y="39140"/>
                </a:cubicBezTo>
                <a:cubicBezTo>
                  <a:pt x="346161" y="39373"/>
                  <a:pt x="344470" y="39489"/>
                  <a:pt x="342720" y="39489"/>
                </a:cubicBezTo>
                <a:cubicBezTo>
                  <a:pt x="340368" y="39489"/>
                  <a:pt x="338344" y="39170"/>
                  <a:pt x="336649" y="38532"/>
                </a:cubicBezTo>
                <a:cubicBezTo>
                  <a:pt x="334953" y="37894"/>
                  <a:pt x="333563" y="36969"/>
                  <a:pt x="332478" y="35757"/>
                </a:cubicBezTo>
                <a:cubicBezTo>
                  <a:pt x="331393" y="34544"/>
                  <a:pt x="330591" y="33058"/>
                  <a:pt x="330072" y="31299"/>
                </a:cubicBezTo>
                <a:cubicBezTo>
                  <a:pt x="329552" y="29540"/>
                  <a:pt x="329292" y="27548"/>
                  <a:pt x="329292" y="25324"/>
                </a:cubicBezTo>
                <a:cubicBezTo>
                  <a:pt x="329292" y="23391"/>
                  <a:pt x="329570" y="21563"/>
                  <a:pt x="330126" y="19840"/>
                </a:cubicBezTo>
                <a:cubicBezTo>
                  <a:pt x="330682" y="18118"/>
                  <a:pt x="331494" y="16604"/>
                  <a:pt x="332560" y="15301"/>
                </a:cubicBezTo>
                <a:cubicBezTo>
                  <a:pt x="333627" y="13997"/>
                  <a:pt x="334935" y="12963"/>
                  <a:pt x="336485" y="12197"/>
                </a:cubicBezTo>
                <a:cubicBezTo>
                  <a:pt x="338034" y="11431"/>
                  <a:pt x="339794" y="11048"/>
                  <a:pt x="341763" y="11048"/>
                </a:cubicBezTo>
                <a:cubicBezTo>
                  <a:pt x="343677" y="11048"/>
                  <a:pt x="345372" y="11349"/>
                  <a:pt x="346849" y="11951"/>
                </a:cubicBezTo>
                <a:cubicBezTo>
                  <a:pt x="348326" y="12552"/>
                  <a:pt x="349570" y="13405"/>
                  <a:pt x="350582" y="14508"/>
                </a:cubicBezTo>
                <a:cubicBezTo>
                  <a:pt x="351594" y="15611"/>
                  <a:pt x="352360" y="16951"/>
                  <a:pt x="352879" y="18528"/>
                </a:cubicBezTo>
                <a:cubicBezTo>
                  <a:pt x="353399" y="20105"/>
                  <a:pt x="353659" y="21869"/>
                  <a:pt x="353659" y="23819"/>
                </a:cubicBezTo>
                <a:moveTo>
                  <a:pt x="348709" y="23136"/>
                </a:moveTo>
                <a:cubicBezTo>
                  <a:pt x="348763" y="21914"/>
                  <a:pt x="348645" y="20798"/>
                  <a:pt x="348353" y="19786"/>
                </a:cubicBezTo>
                <a:cubicBezTo>
                  <a:pt x="348062" y="18774"/>
                  <a:pt x="347610" y="17903"/>
                  <a:pt x="347000" y="17174"/>
                </a:cubicBezTo>
                <a:cubicBezTo>
                  <a:pt x="346389" y="16445"/>
                  <a:pt x="345628" y="15875"/>
                  <a:pt x="344716" y="15465"/>
                </a:cubicBezTo>
                <a:cubicBezTo>
                  <a:pt x="343804" y="15055"/>
                  <a:pt x="342747" y="14850"/>
                  <a:pt x="341544" y="14850"/>
                </a:cubicBezTo>
                <a:cubicBezTo>
                  <a:pt x="340505" y="14850"/>
                  <a:pt x="339557" y="15050"/>
                  <a:pt x="338700" y="15451"/>
                </a:cubicBezTo>
                <a:cubicBezTo>
                  <a:pt x="337843" y="15852"/>
                  <a:pt x="337104" y="16417"/>
                  <a:pt x="336485" y="17147"/>
                </a:cubicBezTo>
                <a:cubicBezTo>
                  <a:pt x="335865" y="17876"/>
                  <a:pt x="335363" y="18751"/>
                  <a:pt x="334980" y="19772"/>
                </a:cubicBezTo>
                <a:cubicBezTo>
                  <a:pt x="334598" y="20793"/>
                  <a:pt x="334361" y="21914"/>
                  <a:pt x="334269" y="23136"/>
                </a:cubicBezTo>
                <a:lnTo>
                  <a:pt x="348709" y="23136"/>
                </a:lnTo>
                <a:close/>
                <a:moveTo>
                  <a:pt x="433885" y="24777"/>
                </a:moveTo>
                <a:cubicBezTo>
                  <a:pt x="433885" y="27056"/>
                  <a:pt x="433570" y="29093"/>
                  <a:pt x="432941" y="30889"/>
                </a:cubicBezTo>
                <a:cubicBezTo>
                  <a:pt x="432312" y="32685"/>
                  <a:pt x="431419" y="34207"/>
                  <a:pt x="430261" y="35456"/>
                </a:cubicBezTo>
                <a:cubicBezTo>
                  <a:pt x="429104" y="36705"/>
                  <a:pt x="427695" y="37662"/>
                  <a:pt x="426036" y="38327"/>
                </a:cubicBezTo>
                <a:cubicBezTo>
                  <a:pt x="424377" y="38993"/>
                  <a:pt x="422508" y="39325"/>
                  <a:pt x="420430" y="39325"/>
                </a:cubicBezTo>
                <a:cubicBezTo>
                  <a:pt x="418807" y="39325"/>
                  <a:pt x="417148" y="39170"/>
                  <a:pt x="415453" y="38860"/>
                </a:cubicBezTo>
                <a:cubicBezTo>
                  <a:pt x="413757" y="38551"/>
                  <a:pt x="412080" y="38058"/>
                  <a:pt x="410421" y="37384"/>
                </a:cubicBezTo>
                <a:lnTo>
                  <a:pt x="410421" y="328"/>
                </a:lnTo>
                <a:lnTo>
                  <a:pt x="415179" y="328"/>
                </a:lnTo>
                <a:lnTo>
                  <a:pt x="415179" y="10985"/>
                </a:lnTo>
                <a:lnTo>
                  <a:pt x="414961" y="16080"/>
                </a:lnTo>
                <a:cubicBezTo>
                  <a:pt x="416328" y="14239"/>
                  <a:pt x="417791" y="12940"/>
                  <a:pt x="419350" y="12183"/>
                </a:cubicBezTo>
                <a:cubicBezTo>
                  <a:pt x="420909" y="11427"/>
                  <a:pt x="422581" y="11048"/>
                  <a:pt x="424368" y="11048"/>
                </a:cubicBezTo>
                <a:cubicBezTo>
                  <a:pt x="425936" y="11048"/>
                  <a:pt x="427312" y="11376"/>
                  <a:pt x="428498" y="12033"/>
                </a:cubicBezTo>
                <a:cubicBezTo>
                  <a:pt x="429683" y="12689"/>
                  <a:pt x="430676" y="13614"/>
                  <a:pt x="431478" y="14809"/>
                </a:cubicBezTo>
                <a:cubicBezTo>
                  <a:pt x="432281" y="16003"/>
                  <a:pt x="432882" y="17443"/>
                  <a:pt x="433283" y="19129"/>
                </a:cubicBezTo>
                <a:cubicBezTo>
                  <a:pt x="433684" y="20816"/>
                  <a:pt x="433885" y="22698"/>
                  <a:pt x="433885" y="24777"/>
                </a:cubicBezTo>
                <a:moveTo>
                  <a:pt x="429017" y="24995"/>
                </a:moveTo>
                <a:cubicBezTo>
                  <a:pt x="429017" y="23555"/>
                  <a:pt x="428912" y="22233"/>
                  <a:pt x="428703" y="21030"/>
                </a:cubicBezTo>
                <a:cubicBezTo>
                  <a:pt x="428493" y="19827"/>
                  <a:pt x="428160" y="18797"/>
                  <a:pt x="427704" y="17940"/>
                </a:cubicBezTo>
                <a:cubicBezTo>
                  <a:pt x="427249" y="17083"/>
                  <a:pt x="426665" y="16413"/>
                  <a:pt x="425954" y="15930"/>
                </a:cubicBezTo>
                <a:cubicBezTo>
                  <a:pt x="425243" y="15447"/>
                  <a:pt x="424395" y="15205"/>
                  <a:pt x="423411" y="15205"/>
                </a:cubicBezTo>
                <a:cubicBezTo>
                  <a:pt x="422809" y="15205"/>
                  <a:pt x="422199" y="15301"/>
                  <a:pt x="421579" y="15492"/>
                </a:cubicBezTo>
                <a:cubicBezTo>
                  <a:pt x="420959" y="15684"/>
                  <a:pt x="420316" y="16003"/>
                  <a:pt x="419651" y="16449"/>
                </a:cubicBezTo>
                <a:cubicBezTo>
                  <a:pt x="418985" y="16896"/>
                  <a:pt x="418283" y="17489"/>
                  <a:pt x="417545" y="18227"/>
                </a:cubicBezTo>
                <a:cubicBezTo>
                  <a:pt x="416807" y="18965"/>
                  <a:pt x="416018" y="19881"/>
                  <a:pt x="415179" y="20975"/>
                </a:cubicBezTo>
                <a:lnTo>
                  <a:pt x="415179" y="34293"/>
                </a:lnTo>
                <a:cubicBezTo>
                  <a:pt x="416109" y="34658"/>
                  <a:pt x="417057" y="34945"/>
                  <a:pt x="418024" y="35155"/>
                </a:cubicBezTo>
                <a:cubicBezTo>
                  <a:pt x="418990" y="35365"/>
                  <a:pt x="419911" y="35469"/>
                  <a:pt x="420786" y="35469"/>
                </a:cubicBezTo>
                <a:cubicBezTo>
                  <a:pt x="421880" y="35469"/>
                  <a:pt x="422923" y="35296"/>
                  <a:pt x="423917" y="34950"/>
                </a:cubicBezTo>
                <a:cubicBezTo>
                  <a:pt x="424910" y="34603"/>
                  <a:pt x="425786" y="34025"/>
                  <a:pt x="426542" y="33213"/>
                </a:cubicBezTo>
                <a:cubicBezTo>
                  <a:pt x="427299" y="32402"/>
                  <a:pt x="427900" y="31326"/>
                  <a:pt x="428347" y="29986"/>
                </a:cubicBezTo>
                <a:cubicBezTo>
                  <a:pt x="428794" y="28646"/>
                  <a:pt x="429017" y="26983"/>
                  <a:pt x="429017" y="24995"/>
                </a:cubicBezTo>
                <a:close/>
                <a:moveTo>
                  <a:pt x="463605" y="38997"/>
                </a:moveTo>
                <a:lnTo>
                  <a:pt x="459339" y="38997"/>
                </a:lnTo>
                <a:lnTo>
                  <a:pt x="459175" y="34567"/>
                </a:lnTo>
                <a:cubicBezTo>
                  <a:pt x="458354" y="35515"/>
                  <a:pt x="457575" y="36303"/>
                  <a:pt x="456837" y="36932"/>
                </a:cubicBezTo>
                <a:cubicBezTo>
                  <a:pt x="456098" y="37561"/>
                  <a:pt x="455364" y="38067"/>
                  <a:pt x="454635" y="38450"/>
                </a:cubicBezTo>
                <a:cubicBezTo>
                  <a:pt x="453906" y="38833"/>
                  <a:pt x="453172" y="39102"/>
                  <a:pt x="452434" y="39257"/>
                </a:cubicBezTo>
                <a:cubicBezTo>
                  <a:pt x="451695" y="39412"/>
                  <a:pt x="450916" y="39489"/>
                  <a:pt x="450095" y="39489"/>
                </a:cubicBezTo>
                <a:cubicBezTo>
                  <a:pt x="447270" y="39489"/>
                  <a:pt x="445136" y="38660"/>
                  <a:pt x="443696" y="37001"/>
                </a:cubicBezTo>
                <a:cubicBezTo>
                  <a:pt x="442256" y="35342"/>
                  <a:pt x="441536" y="32835"/>
                  <a:pt x="441536" y="29480"/>
                </a:cubicBezTo>
                <a:lnTo>
                  <a:pt x="441536" y="11541"/>
                </a:lnTo>
                <a:lnTo>
                  <a:pt x="446294" y="11541"/>
                </a:lnTo>
                <a:lnTo>
                  <a:pt x="446294" y="29097"/>
                </a:lnTo>
                <a:cubicBezTo>
                  <a:pt x="446294" y="33309"/>
                  <a:pt x="447880" y="35415"/>
                  <a:pt x="451053" y="35415"/>
                </a:cubicBezTo>
                <a:cubicBezTo>
                  <a:pt x="451636" y="35415"/>
                  <a:pt x="452206" y="35328"/>
                  <a:pt x="452762" y="35155"/>
                </a:cubicBezTo>
                <a:cubicBezTo>
                  <a:pt x="453318" y="34982"/>
                  <a:pt x="453901" y="34681"/>
                  <a:pt x="454512" y="34252"/>
                </a:cubicBezTo>
                <a:cubicBezTo>
                  <a:pt x="455123" y="33824"/>
                  <a:pt x="455779" y="33245"/>
                  <a:pt x="456481" y="32516"/>
                </a:cubicBezTo>
                <a:cubicBezTo>
                  <a:pt x="457183" y="31787"/>
                  <a:pt x="457971" y="30866"/>
                  <a:pt x="458847" y="29754"/>
                </a:cubicBezTo>
                <a:lnTo>
                  <a:pt x="458847" y="11541"/>
                </a:lnTo>
                <a:lnTo>
                  <a:pt x="463605" y="11541"/>
                </a:lnTo>
                <a:lnTo>
                  <a:pt x="463605" y="38997"/>
                </a:lnTo>
                <a:close/>
                <a:moveTo>
                  <a:pt x="492423" y="15424"/>
                </a:moveTo>
                <a:cubicBezTo>
                  <a:pt x="492933" y="16062"/>
                  <a:pt x="493330" y="16805"/>
                  <a:pt x="493612" y="17653"/>
                </a:cubicBezTo>
                <a:cubicBezTo>
                  <a:pt x="493895" y="18500"/>
                  <a:pt x="494036" y="19417"/>
                  <a:pt x="494036" y="20401"/>
                </a:cubicBezTo>
                <a:cubicBezTo>
                  <a:pt x="494036" y="21823"/>
                  <a:pt x="493777" y="23122"/>
                  <a:pt x="493257" y="24298"/>
                </a:cubicBezTo>
                <a:cubicBezTo>
                  <a:pt x="492737" y="25474"/>
                  <a:pt x="492004" y="26481"/>
                  <a:pt x="491055" y="27320"/>
                </a:cubicBezTo>
                <a:cubicBezTo>
                  <a:pt x="490107" y="28159"/>
                  <a:pt x="488973" y="28810"/>
                  <a:pt x="487651" y="29275"/>
                </a:cubicBezTo>
                <a:cubicBezTo>
                  <a:pt x="486329" y="29740"/>
                  <a:pt x="484875" y="29973"/>
                  <a:pt x="483289" y="29973"/>
                </a:cubicBezTo>
                <a:cubicBezTo>
                  <a:pt x="482140" y="29973"/>
                  <a:pt x="481065" y="29850"/>
                  <a:pt x="480062" y="29603"/>
                </a:cubicBezTo>
                <a:cubicBezTo>
                  <a:pt x="479059" y="29357"/>
                  <a:pt x="478266" y="29052"/>
                  <a:pt x="477683" y="28687"/>
                </a:cubicBezTo>
                <a:cubicBezTo>
                  <a:pt x="477336" y="29198"/>
                  <a:pt x="477045" y="29680"/>
                  <a:pt x="476808" y="30134"/>
                </a:cubicBezTo>
                <a:cubicBezTo>
                  <a:pt x="476571" y="30588"/>
                  <a:pt x="476452" y="31095"/>
                  <a:pt x="476452" y="31657"/>
                </a:cubicBezTo>
                <a:cubicBezTo>
                  <a:pt x="476452" y="32345"/>
                  <a:pt x="476785" y="32916"/>
                  <a:pt x="477450" y="33369"/>
                </a:cubicBezTo>
                <a:cubicBezTo>
                  <a:pt x="478116" y="33821"/>
                  <a:pt x="478995" y="34066"/>
                  <a:pt x="480089" y="34102"/>
                </a:cubicBezTo>
                <a:lnTo>
                  <a:pt x="487309" y="34375"/>
                </a:lnTo>
                <a:cubicBezTo>
                  <a:pt x="488676" y="34412"/>
                  <a:pt x="489939" y="34585"/>
                  <a:pt x="491097" y="34896"/>
                </a:cubicBezTo>
                <a:cubicBezTo>
                  <a:pt x="492254" y="35206"/>
                  <a:pt x="493248" y="35654"/>
                  <a:pt x="494077" y="36239"/>
                </a:cubicBezTo>
                <a:cubicBezTo>
                  <a:pt x="494907" y="36823"/>
                  <a:pt x="495554" y="37544"/>
                  <a:pt x="496019" y="38402"/>
                </a:cubicBezTo>
                <a:cubicBezTo>
                  <a:pt x="496484" y="39260"/>
                  <a:pt x="496716" y="40256"/>
                  <a:pt x="496716" y="41388"/>
                </a:cubicBezTo>
                <a:cubicBezTo>
                  <a:pt x="496716" y="42612"/>
                  <a:pt x="496452" y="43772"/>
                  <a:pt x="495923" y="44867"/>
                </a:cubicBezTo>
                <a:cubicBezTo>
                  <a:pt x="495395" y="45963"/>
                  <a:pt x="494579" y="46926"/>
                  <a:pt x="493476" y="47757"/>
                </a:cubicBezTo>
                <a:cubicBezTo>
                  <a:pt x="492373" y="48588"/>
                  <a:pt x="490973" y="49250"/>
                  <a:pt x="489278" y="49743"/>
                </a:cubicBezTo>
                <a:cubicBezTo>
                  <a:pt x="487582" y="50236"/>
                  <a:pt x="485568" y="50483"/>
                  <a:pt x="483234" y="50483"/>
                </a:cubicBezTo>
                <a:cubicBezTo>
                  <a:pt x="481010" y="50483"/>
                  <a:pt x="479118" y="50305"/>
                  <a:pt x="477560" y="49949"/>
                </a:cubicBezTo>
                <a:cubicBezTo>
                  <a:pt x="476001" y="49593"/>
                  <a:pt x="474720" y="49100"/>
                  <a:pt x="473717" y="48470"/>
                </a:cubicBezTo>
                <a:cubicBezTo>
                  <a:pt x="472715" y="47839"/>
                  <a:pt x="471985" y="47091"/>
                  <a:pt x="471530" y="46223"/>
                </a:cubicBezTo>
                <a:cubicBezTo>
                  <a:pt x="471074" y="45356"/>
                  <a:pt x="470846" y="44402"/>
                  <a:pt x="470846" y="43361"/>
                </a:cubicBezTo>
                <a:cubicBezTo>
                  <a:pt x="470846" y="42028"/>
                  <a:pt x="471156" y="40859"/>
                  <a:pt x="471776" y="39854"/>
                </a:cubicBezTo>
                <a:cubicBezTo>
                  <a:pt x="472396" y="38850"/>
                  <a:pt x="473353" y="37883"/>
                  <a:pt x="474647" y="36951"/>
                </a:cubicBezTo>
                <a:cubicBezTo>
                  <a:pt x="474173" y="36733"/>
                  <a:pt x="473763" y="36460"/>
                  <a:pt x="473417" y="36133"/>
                </a:cubicBezTo>
                <a:cubicBezTo>
                  <a:pt x="473070" y="35805"/>
                  <a:pt x="472788" y="35446"/>
                  <a:pt x="472569" y="35055"/>
                </a:cubicBezTo>
                <a:cubicBezTo>
                  <a:pt x="472350" y="34663"/>
                  <a:pt x="472186" y="34250"/>
                  <a:pt x="472076" y="33813"/>
                </a:cubicBezTo>
                <a:cubicBezTo>
                  <a:pt x="471967" y="33376"/>
                  <a:pt x="471912" y="32949"/>
                  <a:pt x="471912" y="32530"/>
                </a:cubicBezTo>
                <a:cubicBezTo>
                  <a:pt x="471912" y="31348"/>
                  <a:pt x="472190" y="30265"/>
                  <a:pt x="472747" y="29283"/>
                </a:cubicBezTo>
                <a:cubicBezTo>
                  <a:pt x="473303" y="28301"/>
                  <a:pt x="473963" y="27373"/>
                  <a:pt x="474729" y="26499"/>
                </a:cubicBezTo>
                <a:cubicBezTo>
                  <a:pt x="474383" y="26080"/>
                  <a:pt x="474077" y="25670"/>
                  <a:pt x="473813" y="25269"/>
                </a:cubicBezTo>
                <a:cubicBezTo>
                  <a:pt x="473549" y="24868"/>
                  <a:pt x="473321" y="24435"/>
                  <a:pt x="473129" y="23970"/>
                </a:cubicBezTo>
                <a:cubicBezTo>
                  <a:pt x="472938" y="23505"/>
                  <a:pt x="472792" y="23004"/>
                  <a:pt x="472692" y="22466"/>
                </a:cubicBezTo>
                <a:cubicBezTo>
                  <a:pt x="472592" y="21928"/>
                  <a:pt x="472541" y="21313"/>
                  <a:pt x="472541" y="20620"/>
                </a:cubicBezTo>
                <a:cubicBezTo>
                  <a:pt x="472541" y="19198"/>
                  <a:pt x="472801" y="17899"/>
                  <a:pt x="473321" y="16723"/>
                </a:cubicBezTo>
                <a:cubicBezTo>
                  <a:pt x="473840" y="15547"/>
                  <a:pt x="474570" y="14540"/>
                  <a:pt x="475509" y="13701"/>
                </a:cubicBezTo>
                <a:cubicBezTo>
                  <a:pt x="476447" y="12862"/>
                  <a:pt x="477578" y="12211"/>
                  <a:pt x="478900" y="11746"/>
                </a:cubicBezTo>
                <a:cubicBezTo>
                  <a:pt x="480221" y="11281"/>
                  <a:pt x="481684" y="11048"/>
                  <a:pt x="483289" y="11048"/>
                </a:cubicBezTo>
                <a:cubicBezTo>
                  <a:pt x="483963" y="11048"/>
                  <a:pt x="484611" y="11094"/>
                  <a:pt x="485231" y="11185"/>
                </a:cubicBezTo>
                <a:cubicBezTo>
                  <a:pt x="485850" y="11276"/>
                  <a:pt x="486397" y="11395"/>
                  <a:pt x="486871" y="11541"/>
                </a:cubicBezTo>
                <a:lnTo>
                  <a:pt x="496826" y="11541"/>
                </a:lnTo>
                <a:lnTo>
                  <a:pt x="496826" y="15424"/>
                </a:lnTo>
                <a:lnTo>
                  <a:pt x="492423" y="15424"/>
                </a:lnTo>
                <a:moveTo>
                  <a:pt x="475905" y="42951"/>
                </a:moveTo>
                <a:cubicBezTo>
                  <a:pt x="475905" y="44249"/>
                  <a:pt x="476580" y="45195"/>
                  <a:pt x="477929" y="45790"/>
                </a:cubicBezTo>
                <a:cubicBezTo>
                  <a:pt x="479278" y="46384"/>
                  <a:pt x="481156" y="46682"/>
                  <a:pt x="483562" y="46682"/>
                </a:cubicBezTo>
                <a:cubicBezTo>
                  <a:pt x="485076" y="46682"/>
                  <a:pt x="486347" y="46544"/>
                  <a:pt x="487377" y="46270"/>
                </a:cubicBezTo>
                <a:cubicBezTo>
                  <a:pt x="488407" y="45996"/>
                  <a:pt x="489237" y="45635"/>
                  <a:pt x="489866" y="45186"/>
                </a:cubicBezTo>
                <a:cubicBezTo>
                  <a:pt x="490495" y="44738"/>
                  <a:pt x="490946" y="44226"/>
                  <a:pt x="491220" y="43650"/>
                </a:cubicBezTo>
                <a:cubicBezTo>
                  <a:pt x="491493" y="43074"/>
                  <a:pt x="491630" y="42484"/>
                  <a:pt x="491630" y="41880"/>
                </a:cubicBezTo>
                <a:cubicBezTo>
                  <a:pt x="491630" y="40764"/>
                  <a:pt x="491174" y="39940"/>
                  <a:pt x="490262" y="39410"/>
                </a:cubicBezTo>
                <a:cubicBezTo>
                  <a:pt x="489351" y="38880"/>
                  <a:pt x="487956" y="38569"/>
                  <a:pt x="486078" y="38478"/>
                </a:cubicBezTo>
                <a:lnTo>
                  <a:pt x="478913" y="38231"/>
                </a:lnTo>
                <a:cubicBezTo>
                  <a:pt x="478312" y="38634"/>
                  <a:pt x="477815" y="39027"/>
                  <a:pt x="477423" y="39411"/>
                </a:cubicBezTo>
                <a:cubicBezTo>
                  <a:pt x="477031" y="39795"/>
                  <a:pt x="476726" y="40184"/>
                  <a:pt x="476507" y="40577"/>
                </a:cubicBezTo>
                <a:cubicBezTo>
                  <a:pt x="476288" y="40970"/>
                  <a:pt x="476133" y="41364"/>
                  <a:pt x="476042" y="41757"/>
                </a:cubicBezTo>
                <a:cubicBezTo>
                  <a:pt x="475951" y="42150"/>
                  <a:pt x="475905" y="42548"/>
                  <a:pt x="475905" y="42951"/>
                </a:cubicBezTo>
                <a:moveTo>
                  <a:pt x="477355" y="20510"/>
                </a:moveTo>
                <a:cubicBezTo>
                  <a:pt x="477355" y="21386"/>
                  <a:pt x="477500" y="22188"/>
                  <a:pt x="477792" y="22917"/>
                </a:cubicBezTo>
                <a:cubicBezTo>
                  <a:pt x="478084" y="23646"/>
                  <a:pt x="478494" y="24266"/>
                  <a:pt x="479023" y="24777"/>
                </a:cubicBezTo>
                <a:cubicBezTo>
                  <a:pt x="479551" y="25287"/>
                  <a:pt x="480176" y="25684"/>
                  <a:pt x="480896" y="25966"/>
                </a:cubicBezTo>
                <a:cubicBezTo>
                  <a:pt x="481616" y="26249"/>
                  <a:pt x="482414" y="26390"/>
                  <a:pt x="483289" y="26390"/>
                </a:cubicBezTo>
                <a:cubicBezTo>
                  <a:pt x="484237" y="26390"/>
                  <a:pt x="485080" y="26231"/>
                  <a:pt x="485818" y="25912"/>
                </a:cubicBezTo>
                <a:cubicBezTo>
                  <a:pt x="486557" y="25592"/>
                  <a:pt x="487177" y="25159"/>
                  <a:pt x="487678" y="24613"/>
                </a:cubicBezTo>
                <a:cubicBezTo>
                  <a:pt x="488179" y="24066"/>
                  <a:pt x="488562" y="23437"/>
                  <a:pt x="488827" y="22726"/>
                </a:cubicBezTo>
                <a:cubicBezTo>
                  <a:pt x="489091" y="22015"/>
                  <a:pt x="489223" y="21276"/>
                  <a:pt x="489223" y="20510"/>
                </a:cubicBezTo>
                <a:cubicBezTo>
                  <a:pt x="489223" y="19635"/>
                  <a:pt x="489077" y="18833"/>
                  <a:pt x="488786" y="18104"/>
                </a:cubicBezTo>
                <a:cubicBezTo>
                  <a:pt x="488494" y="17375"/>
                  <a:pt x="488084" y="16755"/>
                  <a:pt x="487555" y="16244"/>
                </a:cubicBezTo>
                <a:cubicBezTo>
                  <a:pt x="487026" y="15734"/>
                  <a:pt x="486402" y="15337"/>
                  <a:pt x="485682" y="15055"/>
                </a:cubicBezTo>
                <a:cubicBezTo>
                  <a:pt x="484962" y="14772"/>
                  <a:pt x="484164" y="14631"/>
                  <a:pt x="483289" y="14631"/>
                </a:cubicBezTo>
                <a:cubicBezTo>
                  <a:pt x="482341" y="14631"/>
                  <a:pt x="481498" y="14795"/>
                  <a:pt x="480759" y="15123"/>
                </a:cubicBezTo>
                <a:cubicBezTo>
                  <a:pt x="480021" y="15451"/>
                  <a:pt x="479401" y="15884"/>
                  <a:pt x="478900" y="16422"/>
                </a:cubicBezTo>
                <a:cubicBezTo>
                  <a:pt x="478398" y="16960"/>
                  <a:pt x="478015" y="17584"/>
                  <a:pt x="477751" y="18295"/>
                </a:cubicBezTo>
                <a:cubicBezTo>
                  <a:pt x="477487" y="19006"/>
                  <a:pt x="477355" y="19745"/>
                  <a:pt x="477355" y="20510"/>
                </a:cubicBezTo>
                <a:close/>
                <a:moveTo>
                  <a:pt x="574254" y="31504"/>
                </a:moveTo>
                <a:cubicBezTo>
                  <a:pt x="574254" y="32470"/>
                  <a:pt x="574090" y="33336"/>
                  <a:pt x="573762" y="34102"/>
                </a:cubicBezTo>
                <a:cubicBezTo>
                  <a:pt x="573434" y="34868"/>
                  <a:pt x="572987" y="35547"/>
                  <a:pt x="572422" y="36139"/>
                </a:cubicBezTo>
                <a:cubicBezTo>
                  <a:pt x="571857" y="36732"/>
                  <a:pt x="571200" y="37238"/>
                  <a:pt x="570453" y="37657"/>
                </a:cubicBezTo>
                <a:cubicBezTo>
                  <a:pt x="569705" y="38076"/>
                  <a:pt x="568908" y="38423"/>
                  <a:pt x="568060" y="38696"/>
                </a:cubicBezTo>
                <a:cubicBezTo>
                  <a:pt x="567212" y="38970"/>
                  <a:pt x="566342" y="39170"/>
                  <a:pt x="565448" y="39298"/>
                </a:cubicBezTo>
                <a:cubicBezTo>
                  <a:pt x="564555" y="39426"/>
                  <a:pt x="563680" y="39489"/>
                  <a:pt x="562823" y="39489"/>
                </a:cubicBezTo>
                <a:cubicBezTo>
                  <a:pt x="560963" y="39489"/>
                  <a:pt x="559254" y="39407"/>
                  <a:pt x="557695" y="39243"/>
                </a:cubicBezTo>
                <a:cubicBezTo>
                  <a:pt x="556137" y="39079"/>
                  <a:pt x="554610" y="38815"/>
                  <a:pt x="553115" y="38450"/>
                </a:cubicBezTo>
                <a:lnTo>
                  <a:pt x="553115" y="34075"/>
                </a:lnTo>
                <a:cubicBezTo>
                  <a:pt x="554719" y="34530"/>
                  <a:pt x="556314" y="34877"/>
                  <a:pt x="557900" y="35114"/>
                </a:cubicBezTo>
                <a:cubicBezTo>
                  <a:pt x="559487" y="35351"/>
                  <a:pt x="561064" y="35469"/>
                  <a:pt x="562632" y="35469"/>
                </a:cubicBezTo>
                <a:cubicBezTo>
                  <a:pt x="564910" y="35469"/>
                  <a:pt x="566597" y="35159"/>
                  <a:pt x="567691" y="34540"/>
                </a:cubicBezTo>
                <a:cubicBezTo>
                  <a:pt x="568785" y="33920"/>
                  <a:pt x="569332" y="33035"/>
                  <a:pt x="569332" y="31887"/>
                </a:cubicBezTo>
                <a:cubicBezTo>
                  <a:pt x="569332" y="31395"/>
                  <a:pt x="569245" y="30953"/>
                  <a:pt x="569072" y="30561"/>
                </a:cubicBezTo>
                <a:cubicBezTo>
                  <a:pt x="568899" y="30169"/>
                  <a:pt x="568584" y="29795"/>
                  <a:pt x="568128" y="29439"/>
                </a:cubicBezTo>
                <a:cubicBezTo>
                  <a:pt x="567673" y="29084"/>
                  <a:pt x="566966" y="28715"/>
                  <a:pt x="566009" y="28332"/>
                </a:cubicBezTo>
                <a:cubicBezTo>
                  <a:pt x="565052" y="27949"/>
                  <a:pt x="563744" y="27511"/>
                  <a:pt x="562085" y="27019"/>
                </a:cubicBezTo>
                <a:cubicBezTo>
                  <a:pt x="560845" y="26654"/>
                  <a:pt x="559701" y="26240"/>
                  <a:pt x="558653" y="25775"/>
                </a:cubicBezTo>
                <a:cubicBezTo>
                  <a:pt x="557604" y="25310"/>
                  <a:pt x="556697" y="24758"/>
                  <a:pt x="555931" y="24120"/>
                </a:cubicBezTo>
                <a:cubicBezTo>
                  <a:pt x="555166" y="23482"/>
                  <a:pt x="554564" y="22735"/>
                  <a:pt x="554127" y="21878"/>
                </a:cubicBezTo>
                <a:cubicBezTo>
                  <a:pt x="553689" y="21021"/>
                  <a:pt x="553470" y="20009"/>
                  <a:pt x="553470" y="18842"/>
                </a:cubicBezTo>
                <a:cubicBezTo>
                  <a:pt x="553470" y="18077"/>
                  <a:pt x="553648" y="17238"/>
                  <a:pt x="554003" y="16326"/>
                </a:cubicBezTo>
                <a:cubicBezTo>
                  <a:pt x="554359" y="15415"/>
                  <a:pt x="554965" y="14567"/>
                  <a:pt x="555822" y="13783"/>
                </a:cubicBezTo>
                <a:cubicBezTo>
                  <a:pt x="556679" y="12999"/>
                  <a:pt x="557837" y="12347"/>
                  <a:pt x="559295" y="11828"/>
                </a:cubicBezTo>
                <a:cubicBezTo>
                  <a:pt x="560754" y="11308"/>
                  <a:pt x="562577" y="11048"/>
                  <a:pt x="564765" y="11048"/>
                </a:cubicBezTo>
                <a:cubicBezTo>
                  <a:pt x="565840" y="11048"/>
                  <a:pt x="567034" y="11108"/>
                  <a:pt x="568347" y="11226"/>
                </a:cubicBezTo>
                <a:cubicBezTo>
                  <a:pt x="569660" y="11345"/>
                  <a:pt x="571027" y="11550"/>
                  <a:pt x="572449" y="11841"/>
                </a:cubicBezTo>
                <a:lnTo>
                  <a:pt x="572449" y="16080"/>
                </a:lnTo>
                <a:cubicBezTo>
                  <a:pt x="570954" y="15716"/>
                  <a:pt x="569537" y="15447"/>
                  <a:pt x="568197" y="15273"/>
                </a:cubicBezTo>
                <a:cubicBezTo>
                  <a:pt x="566857" y="15100"/>
                  <a:pt x="565694" y="15014"/>
                  <a:pt x="564710" y="15014"/>
                </a:cubicBezTo>
                <a:cubicBezTo>
                  <a:pt x="563525" y="15014"/>
                  <a:pt x="562527" y="15105"/>
                  <a:pt x="561715" y="15287"/>
                </a:cubicBezTo>
                <a:cubicBezTo>
                  <a:pt x="560904" y="15469"/>
                  <a:pt x="560248" y="15720"/>
                  <a:pt x="559746" y="16039"/>
                </a:cubicBezTo>
                <a:cubicBezTo>
                  <a:pt x="559245" y="16358"/>
                  <a:pt x="558885" y="16732"/>
                  <a:pt x="558666" y="17160"/>
                </a:cubicBezTo>
                <a:cubicBezTo>
                  <a:pt x="558447" y="17589"/>
                  <a:pt x="558338" y="18049"/>
                  <a:pt x="558338" y="18541"/>
                </a:cubicBezTo>
                <a:cubicBezTo>
                  <a:pt x="558338" y="19034"/>
                  <a:pt x="558434" y="19480"/>
                  <a:pt x="558625" y="19881"/>
                </a:cubicBezTo>
                <a:cubicBezTo>
                  <a:pt x="558817" y="20283"/>
                  <a:pt x="559172" y="20670"/>
                  <a:pt x="559692" y="21044"/>
                </a:cubicBezTo>
                <a:cubicBezTo>
                  <a:pt x="560211" y="21417"/>
                  <a:pt x="560936" y="21791"/>
                  <a:pt x="561866" y="22165"/>
                </a:cubicBezTo>
                <a:cubicBezTo>
                  <a:pt x="562796" y="22539"/>
                  <a:pt x="564008" y="22944"/>
                  <a:pt x="565503" y="23382"/>
                </a:cubicBezTo>
                <a:cubicBezTo>
                  <a:pt x="567126" y="23856"/>
                  <a:pt x="568493" y="24353"/>
                  <a:pt x="569605" y="24872"/>
                </a:cubicBezTo>
                <a:cubicBezTo>
                  <a:pt x="570717" y="25392"/>
                  <a:pt x="571620" y="25971"/>
                  <a:pt x="572312" y="26609"/>
                </a:cubicBezTo>
                <a:cubicBezTo>
                  <a:pt x="573005" y="27247"/>
                  <a:pt x="573502" y="27967"/>
                  <a:pt x="573803" y="28769"/>
                </a:cubicBezTo>
                <a:cubicBezTo>
                  <a:pt x="574104" y="29571"/>
                  <a:pt x="574254" y="30483"/>
                  <a:pt x="574254" y="31504"/>
                </a:cubicBezTo>
                <a:close/>
                <a:moveTo>
                  <a:pt x="604928" y="37985"/>
                </a:moveTo>
                <a:cubicBezTo>
                  <a:pt x="603688" y="38459"/>
                  <a:pt x="602417" y="38810"/>
                  <a:pt x="601113" y="39038"/>
                </a:cubicBezTo>
                <a:cubicBezTo>
                  <a:pt x="599810" y="39266"/>
                  <a:pt x="598465" y="39380"/>
                  <a:pt x="597079" y="39380"/>
                </a:cubicBezTo>
                <a:cubicBezTo>
                  <a:pt x="592740" y="39380"/>
                  <a:pt x="589399" y="38204"/>
                  <a:pt x="587057" y="35852"/>
                </a:cubicBezTo>
                <a:cubicBezTo>
                  <a:pt x="584714" y="33500"/>
                  <a:pt x="583543" y="30064"/>
                  <a:pt x="583543" y="25542"/>
                </a:cubicBezTo>
                <a:cubicBezTo>
                  <a:pt x="583543" y="23373"/>
                  <a:pt x="583880" y="21404"/>
                  <a:pt x="584554" y="19635"/>
                </a:cubicBezTo>
                <a:cubicBezTo>
                  <a:pt x="585229" y="17867"/>
                  <a:pt x="586177" y="16354"/>
                  <a:pt x="587398" y="15096"/>
                </a:cubicBezTo>
                <a:cubicBezTo>
                  <a:pt x="588620" y="13838"/>
                  <a:pt x="590079" y="12867"/>
                  <a:pt x="591774" y="12183"/>
                </a:cubicBezTo>
                <a:cubicBezTo>
                  <a:pt x="593470" y="11500"/>
                  <a:pt x="595338" y="11158"/>
                  <a:pt x="597380" y="11158"/>
                </a:cubicBezTo>
                <a:cubicBezTo>
                  <a:pt x="598802" y="11158"/>
                  <a:pt x="600133" y="11260"/>
                  <a:pt x="601373" y="11465"/>
                </a:cubicBezTo>
                <a:cubicBezTo>
                  <a:pt x="602613" y="11670"/>
                  <a:pt x="603798" y="12005"/>
                  <a:pt x="604928" y="12470"/>
                </a:cubicBezTo>
                <a:lnTo>
                  <a:pt x="604928" y="17010"/>
                </a:lnTo>
                <a:cubicBezTo>
                  <a:pt x="603743" y="16380"/>
                  <a:pt x="602535" y="15922"/>
                  <a:pt x="601305" y="15636"/>
                </a:cubicBezTo>
                <a:cubicBezTo>
                  <a:pt x="600074" y="15349"/>
                  <a:pt x="598802" y="15205"/>
                  <a:pt x="597490" y="15205"/>
                </a:cubicBezTo>
                <a:cubicBezTo>
                  <a:pt x="596268" y="15205"/>
                  <a:pt x="595115" y="15438"/>
                  <a:pt x="594030" y="15902"/>
                </a:cubicBezTo>
                <a:cubicBezTo>
                  <a:pt x="592945" y="16367"/>
                  <a:pt x="591993" y="17037"/>
                  <a:pt x="591172" y="17912"/>
                </a:cubicBezTo>
                <a:cubicBezTo>
                  <a:pt x="590352" y="18788"/>
                  <a:pt x="589705" y="19854"/>
                  <a:pt x="589231" y="21112"/>
                </a:cubicBezTo>
                <a:cubicBezTo>
                  <a:pt x="588757" y="22370"/>
                  <a:pt x="588520" y="23792"/>
                  <a:pt x="588520" y="25378"/>
                </a:cubicBezTo>
                <a:cubicBezTo>
                  <a:pt x="588520" y="28696"/>
                  <a:pt x="589326" y="31180"/>
                  <a:pt x="590940" y="32830"/>
                </a:cubicBezTo>
                <a:cubicBezTo>
                  <a:pt x="592553" y="34480"/>
                  <a:pt x="594791" y="35305"/>
                  <a:pt x="597654" y="35305"/>
                </a:cubicBezTo>
                <a:cubicBezTo>
                  <a:pt x="598948" y="35305"/>
                  <a:pt x="600202" y="35159"/>
                  <a:pt x="601414" y="34868"/>
                </a:cubicBezTo>
                <a:cubicBezTo>
                  <a:pt x="602626" y="34576"/>
                  <a:pt x="603798" y="34138"/>
                  <a:pt x="604928" y="33555"/>
                </a:cubicBezTo>
                <a:lnTo>
                  <a:pt x="604928" y="37985"/>
                </a:lnTo>
                <a:close/>
                <a:moveTo>
                  <a:pt x="637872" y="23819"/>
                </a:moveTo>
                <a:cubicBezTo>
                  <a:pt x="637872" y="24494"/>
                  <a:pt x="637863" y="25059"/>
                  <a:pt x="637845" y="25515"/>
                </a:cubicBezTo>
                <a:cubicBezTo>
                  <a:pt x="637826" y="25971"/>
                  <a:pt x="637799" y="26399"/>
                  <a:pt x="637762" y="26800"/>
                </a:cubicBezTo>
                <a:lnTo>
                  <a:pt x="618483" y="26800"/>
                </a:lnTo>
                <a:cubicBezTo>
                  <a:pt x="618483" y="29608"/>
                  <a:pt x="619267" y="31764"/>
                  <a:pt x="620835" y="33268"/>
                </a:cubicBezTo>
                <a:cubicBezTo>
                  <a:pt x="622402" y="34772"/>
                  <a:pt x="624663" y="35524"/>
                  <a:pt x="627617" y="35524"/>
                </a:cubicBezTo>
                <a:cubicBezTo>
                  <a:pt x="628419" y="35524"/>
                  <a:pt x="629221" y="35492"/>
                  <a:pt x="630023" y="35427"/>
                </a:cubicBezTo>
                <a:cubicBezTo>
                  <a:pt x="630825" y="35361"/>
                  <a:pt x="631600" y="35273"/>
                  <a:pt x="632348" y="35161"/>
                </a:cubicBezTo>
                <a:cubicBezTo>
                  <a:pt x="633095" y="35049"/>
                  <a:pt x="633811" y="34923"/>
                  <a:pt x="634494" y="34783"/>
                </a:cubicBezTo>
                <a:cubicBezTo>
                  <a:pt x="635178" y="34643"/>
                  <a:pt x="635812" y="34489"/>
                  <a:pt x="636395" y="34321"/>
                </a:cubicBezTo>
                <a:lnTo>
                  <a:pt x="636395" y="38231"/>
                </a:lnTo>
                <a:cubicBezTo>
                  <a:pt x="635101" y="38604"/>
                  <a:pt x="633638" y="38907"/>
                  <a:pt x="632006" y="39140"/>
                </a:cubicBezTo>
                <a:cubicBezTo>
                  <a:pt x="630374" y="39373"/>
                  <a:pt x="628683" y="39489"/>
                  <a:pt x="626933" y="39489"/>
                </a:cubicBezTo>
                <a:cubicBezTo>
                  <a:pt x="624581" y="39489"/>
                  <a:pt x="622557" y="39170"/>
                  <a:pt x="620862" y="38532"/>
                </a:cubicBezTo>
                <a:cubicBezTo>
                  <a:pt x="619166" y="37894"/>
                  <a:pt x="617776" y="36969"/>
                  <a:pt x="616691" y="35757"/>
                </a:cubicBezTo>
                <a:cubicBezTo>
                  <a:pt x="615607" y="34544"/>
                  <a:pt x="614804" y="33058"/>
                  <a:pt x="614285" y="31299"/>
                </a:cubicBezTo>
                <a:cubicBezTo>
                  <a:pt x="613765" y="29540"/>
                  <a:pt x="613505" y="27548"/>
                  <a:pt x="613505" y="25324"/>
                </a:cubicBezTo>
                <a:cubicBezTo>
                  <a:pt x="613505" y="23391"/>
                  <a:pt x="613783" y="21563"/>
                  <a:pt x="614340" y="19840"/>
                </a:cubicBezTo>
                <a:cubicBezTo>
                  <a:pt x="614896" y="18118"/>
                  <a:pt x="615707" y="16604"/>
                  <a:pt x="616773" y="15301"/>
                </a:cubicBezTo>
                <a:cubicBezTo>
                  <a:pt x="617840" y="13997"/>
                  <a:pt x="619148" y="12963"/>
                  <a:pt x="620698" y="12197"/>
                </a:cubicBezTo>
                <a:cubicBezTo>
                  <a:pt x="622247" y="11431"/>
                  <a:pt x="624007" y="11048"/>
                  <a:pt x="625976" y="11048"/>
                </a:cubicBezTo>
                <a:cubicBezTo>
                  <a:pt x="627890" y="11048"/>
                  <a:pt x="629586" y="11349"/>
                  <a:pt x="631062" y="11951"/>
                </a:cubicBezTo>
                <a:cubicBezTo>
                  <a:pt x="632539" y="12552"/>
                  <a:pt x="633783" y="13405"/>
                  <a:pt x="634795" y="14508"/>
                </a:cubicBezTo>
                <a:cubicBezTo>
                  <a:pt x="635807" y="15611"/>
                  <a:pt x="636573" y="16951"/>
                  <a:pt x="637092" y="18528"/>
                </a:cubicBezTo>
                <a:cubicBezTo>
                  <a:pt x="637612" y="20105"/>
                  <a:pt x="637872" y="21869"/>
                  <a:pt x="637872" y="23819"/>
                </a:cubicBezTo>
                <a:moveTo>
                  <a:pt x="632922" y="23136"/>
                </a:moveTo>
                <a:cubicBezTo>
                  <a:pt x="632977" y="21914"/>
                  <a:pt x="632858" y="20798"/>
                  <a:pt x="632566" y="19786"/>
                </a:cubicBezTo>
                <a:cubicBezTo>
                  <a:pt x="632275" y="18774"/>
                  <a:pt x="631824" y="17903"/>
                  <a:pt x="631213" y="17174"/>
                </a:cubicBezTo>
                <a:cubicBezTo>
                  <a:pt x="630602" y="16445"/>
                  <a:pt x="629841" y="15875"/>
                  <a:pt x="628929" y="15465"/>
                </a:cubicBezTo>
                <a:cubicBezTo>
                  <a:pt x="628018" y="15055"/>
                  <a:pt x="626960" y="14850"/>
                  <a:pt x="625757" y="14850"/>
                </a:cubicBezTo>
                <a:cubicBezTo>
                  <a:pt x="624718" y="14850"/>
                  <a:pt x="623770" y="15050"/>
                  <a:pt x="622913" y="15451"/>
                </a:cubicBezTo>
                <a:cubicBezTo>
                  <a:pt x="622056" y="15852"/>
                  <a:pt x="621318" y="16417"/>
                  <a:pt x="620698" y="17147"/>
                </a:cubicBezTo>
                <a:cubicBezTo>
                  <a:pt x="620078" y="17876"/>
                  <a:pt x="619577" y="18751"/>
                  <a:pt x="619194" y="19772"/>
                </a:cubicBezTo>
                <a:cubicBezTo>
                  <a:pt x="618811" y="20793"/>
                  <a:pt x="618574" y="21914"/>
                  <a:pt x="618483" y="23136"/>
                </a:cubicBezTo>
                <a:lnTo>
                  <a:pt x="632922" y="23136"/>
                </a:lnTo>
                <a:close/>
                <a:moveTo>
                  <a:pt x="646774" y="11541"/>
                </a:moveTo>
                <a:lnTo>
                  <a:pt x="651013" y="11541"/>
                </a:lnTo>
                <a:lnTo>
                  <a:pt x="651204" y="15971"/>
                </a:lnTo>
                <a:cubicBezTo>
                  <a:pt x="652006" y="15023"/>
                  <a:pt x="652781" y="14234"/>
                  <a:pt x="653529" y="13605"/>
                </a:cubicBezTo>
                <a:cubicBezTo>
                  <a:pt x="654276" y="12976"/>
                  <a:pt x="655010" y="12470"/>
                  <a:pt x="655730" y="12087"/>
                </a:cubicBezTo>
                <a:cubicBezTo>
                  <a:pt x="656450" y="11705"/>
                  <a:pt x="657184" y="11436"/>
                  <a:pt x="657932" y="11281"/>
                </a:cubicBezTo>
                <a:cubicBezTo>
                  <a:pt x="658679" y="11126"/>
                  <a:pt x="659454" y="11048"/>
                  <a:pt x="660256" y="11048"/>
                </a:cubicBezTo>
                <a:cubicBezTo>
                  <a:pt x="663082" y="11048"/>
                  <a:pt x="665220" y="11882"/>
                  <a:pt x="666669" y="13551"/>
                </a:cubicBezTo>
                <a:cubicBezTo>
                  <a:pt x="668119" y="15219"/>
                  <a:pt x="668843" y="17730"/>
                  <a:pt x="668843" y="21085"/>
                </a:cubicBezTo>
                <a:lnTo>
                  <a:pt x="668843" y="38997"/>
                </a:lnTo>
                <a:lnTo>
                  <a:pt x="664085" y="38997"/>
                </a:lnTo>
                <a:lnTo>
                  <a:pt x="664085" y="21468"/>
                </a:lnTo>
                <a:cubicBezTo>
                  <a:pt x="664085" y="19316"/>
                  <a:pt x="663684" y="17726"/>
                  <a:pt x="662882" y="16695"/>
                </a:cubicBezTo>
                <a:cubicBezTo>
                  <a:pt x="662079" y="15665"/>
                  <a:pt x="660885" y="15150"/>
                  <a:pt x="659299" y="15150"/>
                </a:cubicBezTo>
                <a:cubicBezTo>
                  <a:pt x="658716" y="15150"/>
                  <a:pt x="658146" y="15237"/>
                  <a:pt x="657590" y="15410"/>
                </a:cubicBezTo>
                <a:cubicBezTo>
                  <a:pt x="657034" y="15583"/>
                  <a:pt x="656455" y="15884"/>
                  <a:pt x="655853" y="16313"/>
                </a:cubicBezTo>
                <a:cubicBezTo>
                  <a:pt x="655252" y="16741"/>
                  <a:pt x="654600" y="17320"/>
                  <a:pt x="653898" y="18049"/>
                </a:cubicBezTo>
                <a:cubicBezTo>
                  <a:pt x="653196" y="18778"/>
                  <a:pt x="652408" y="19690"/>
                  <a:pt x="651532" y="20784"/>
                </a:cubicBezTo>
                <a:lnTo>
                  <a:pt x="651532" y="38997"/>
                </a:lnTo>
                <a:lnTo>
                  <a:pt x="646774" y="38997"/>
                </a:lnTo>
                <a:lnTo>
                  <a:pt x="646774" y="11541"/>
                </a:lnTo>
                <a:close/>
                <a:moveTo>
                  <a:pt x="695497" y="38997"/>
                </a:moveTo>
                <a:lnTo>
                  <a:pt x="695388" y="35298"/>
                </a:lnTo>
                <a:cubicBezTo>
                  <a:pt x="693893" y="36777"/>
                  <a:pt x="692375" y="37846"/>
                  <a:pt x="690834" y="38503"/>
                </a:cubicBezTo>
                <a:cubicBezTo>
                  <a:pt x="689294" y="39161"/>
                  <a:pt x="687676" y="39489"/>
                  <a:pt x="685980" y="39489"/>
                </a:cubicBezTo>
                <a:cubicBezTo>
                  <a:pt x="684412" y="39489"/>
                  <a:pt x="683072" y="39289"/>
                  <a:pt x="681960" y="38887"/>
                </a:cubicBezTo>
                <a:cubicBezTo>
                  <a:pt x="680848" y="38485"/>
                  <a:pt x="679932" y="37933"/>
                  <a:pt x="679212" y="37230"/>
                </a:cubicBezTo>
                <a:cubicBezTo>
                  <a:pt x="678492" y="36527"/>
                  <a:pt x="677963" y="35700"/>
                  <a:pt x="677626" y="34751"/>
                </a:cubicBezTo>
                <a:cubicBezTo>
                  <a:pt x="677288" y="33801"/>
                  <a:pt x="677120" y="32769"/>
                  <a:pt x="677120" y="31655"/>
                </a:cubicBezTo>
                <a:cubicBezTo>
                  <a:pt x="677120" y="28898"/>
                  <a:pt x="678145" y="26738"/>
                  <a:pt x="680196" y="25177"/>
                </a:cubicBezTo>
                <a:cubicBezTo>
                  <a:pt x="682247" y="23616"/>
                  <a:pt x="685278" y="22835"/>
                  <a:pt x="689289" y="22835"/>
                </a:cubicBezTo>
                <a:lnTo>
                  <a:pt x="694978" y="22835"/>
                </a:lnTo>
                <a:lnTo>
                  <a:pt x="694978" y="20437"/>
                </a:lnTo>
                <a:cubicBezTo>
                  <a:pt x="694978" y="18820"/>
                  <a:pt x="694458" y="17526"/>
                  <a:pt x="693419" y="16554"/>
                </a:cubicBezTo>
                <a:cubicBezTo>
                  <a:pt x="692380" y="15582"/>
                  <a:pt x="690793" y="15096"/>
                  <a:pt x="688660" y="15096"/>
                </a:cubicBezTo>
                <a:cubicBezTo>
                  <a:pt x="687111" y="15096"/>
                  <a:pt x="685584" y="15271"/>
                  <a:pt x="684080" y="15623"/>
                </a:cubicBezTo>
                <a:cubicBezTo>
                  <a:pt x="682576" y="15974"/>
                  <a:pt x="681021" y="16473"/>
                  <a:pt x="679417" y="17119"/>
                </a:cubicBezTo>
                <a:lnTo>
                  <a:pt x="679417" y="12826"/>
                </a:lnTo>
                <a:cubicBezTo>
                  <a:pt x="680019" y="12604"/>
                  <a:pt x="680689" y="12386"/>
                  <a:pt x="681427" y="12173"/>
                </a:cubicBezTo>
                <a:cubicBezTo>
                  <a:pt x="682165" y="11960"/>
                  <a:pt x="682945" y="11770"/>
                  <a:pt x="683765" y="11604"/>
                </a:cubicBezTo>
                <a:cubicBezTo>
                  <a:pt x="684586" y="11437"/>
                  <a:pt x="685442" y="11303"/>
                  <a:pt x="686336" y="11201"/>
                </a:cubicBezTo>
                <a:cubicBezTo>
                  <a:pt x="687229" y="11099"/>
                  <a:pt x="688132" y="11048"/>
                  <a:pt x="689043" y="11048"/>
                </a:cubicBezTo>
                <a:cubicBezTo>
                  <a:pt x="690702" y="11048"/>
                  <a:pt x="692197" y="11231"/>
                  <a:pt x="693528" y="11595"/>
                </a:cubicBezTo>
                <a:cubicBezTo>
                  <a:pt x="694859" y="11960"/>
                  <a:pt x="695985" y="12516"/>
                  <a:pt x="696906" y="13263"/>
                </a:cubicBezTo>
                <a:cubicBezTo>
                  <a:pt x="697826" y="14011"/>
                  <a:pt x="698533" y="14950"/>
                  <a:pt x="699025" y="16080"/>
                </a:cubicBezTo>
                <a:cubicBezTo>
                  <a:pt x="699517" y="17211"/>
                  <a:pt x="699763" y="18541"/>
                  <a:pt x="699763" y="20073"/>
                </a:cubicBezTo>
                <a:lnTo>
                  <a:pt x="699763" y="38997"/>
                </a:lnTo>
                <a:lnTo>
                  <a:pt x="695497" y="38997"/>
                </a:lnTo>
                <a:moveTo>
                  <a:pt x="694978" y="26472"/>
                </a:moveTo>
                <a:lnTo>
                  <a:pt x="688934" y="26472"/>
                </a:lnTo>
                <a:cubicBezTo>
                  <a:pt x="687749" y="26472"/>
                  <a:pt x="686728" y="26591"/>
                  <a:pt x="685871" y="26829"/>
                </a:cubicBezTo>
                <a:cubicBezTo>
                  <a:pt x="685014" y="27067"/>
                  <a:pt x="684312" y="27405"/>
                  <a:pt x="683765" y="27844"/>
                </a:cubicBezTo>
                <a:cubicBezTo>
                  <a:pt x="683218" y="28282"/>
                  <a:pt x="682813" y="28808"/>
                  <a:pt x="682548" y="29421"/>
                </a:cubicBezTo>
                <a:cubicBezTo>
                  <a:pt x="682284" y="30034"/>
                  <a:pt x="682152" y="30724"/>
                  <a:pt x="682152" y="31492"/>
                </a:cubicBezTo>
                <a:cubicBezTo>
                  <a:pt x="682152" y="32022"/>
                  <a:pt x="682234" y="32530"/>
                  <a:pt x="682398" y="33015"/>
                </a:cubicBezTo>
                <a:cubicBezTo>
                  <a:pt x="682562" y="33499"/>
                  <a:pt x="682826" y="33929"/>
                  <a:pt x="683191" y="34304"/>
                </a:cubicBezTo>
                <a:cubicBezTo>
                  <a:pt x="683555" y="34679"/>
                  <a:pt x="684030" y="34976"/>
                  <a:pt x="684613" y="35195"/>
                </a:cubicBezTo>
                <a:cubicBezTo>
                  <a:pt x="685196" y="35414"/>
                  <a:pt x="685907" y="35524"/>
                  <a:pt x="686746" y="35524"/>
                </a:cubicBezTo>
                <a:cubicBezTo>
                  <a:pt x="687840" y="35524"/>
                  <a:pt x="689093" y="35190"/>
                  <a:pt x="690506" y="34523"/>
                </a:cubicBezTo>
                <a:cubicBezTo>
                  <a:pt x="691919" y="33856"/>
                  <a:pt x="693410" y="32799"/>
                  <a:pt x="694978" y="31354"/>
                </a:cubicBezTo>
                <a:lnTo>
                  <a:pt x="694978" y="26472"/>
                </a:lnTo>
                <a:close/>
                <a:moveTo>
                  <a:pt x="710064" y="11541"/>
                </a:moveTo>
                <a:lnTo>
                  <a:pt x="714412" y="11541"/>
                </a:lnTo>
                <a:lnTo>
                  <a:pt x="714549" y="16587"/>
                </a:lnTo>
                <a:cubicBezTo>
                  <a:pt x="716171" y="14641"/>
                  <a:pt x="717771" y="13231"/>
                  <a:pt x="719348" y="12358"/>
                </a:cubicBezTo>
                <a:cubicBezTo>
                  <a:pt x="720925" y="11485"/>
                  <a:pt x="722516" y="11048"/>
                  <a:pt x="724120" y="11048"/>
                </a:cubicBezTo>
                <a:cubicBezTo>
                  <a:pt x="726964" y="11048"/>
                  <a:pt x="729120" y="11967"/>
                  <a:pt x="730588" y="13804"/>
                </a:cubicBezTo>
                <a:cubicBezTo>
                  <a:pt x="732056" y="15640"/>
                  <a:pt x="732735" y="18368"/>
                  <a:pt x="732625" y="21987"/>
                </a:cubicBezTo>
                <a:lnTo>
                  <a:pt x="727812" y="21987"/>
                </a:lnTo>
                <a:cubicBezTo>
                  <a:pt x="727867" y="19590"/>
                  <a:pt x="727516" y="17852"/>
                  <a:pt x="726759" y="16772"/>
                </a:cubicBezTo>
                <a:cubicBezTo>
                  <a:pt x="726003" y="15691"/>
                  <a:pt x="724895" y="15150"/>
                  <a:pt x="723437" y="15150"/>
                </a:cubicBezTo>
                <a:cubicBezTo>
                  <a:pt x="722799" y="15150"/>
                  <a:pt x="722156" y="15264"/>
                  <a:pt x="721509" y="15491"/>
                </a:cubicBezTo>
                <a:cubicBezTo>
                  <a:pt x="720861" y="15718"/>
                  <a:pt x="720196" y="16081"/>
                  <a:pt x="719512" y="16580"/>
                </a:cubicBezTo>
                <a:cubicBezTo>
                  <a:pt x="718829" y="17079"/>
                  <a:pt x="718104" y="17719"/>
                  <a:pt x="717338" y="18500"/>
                </a:cubicBezTo>
                <a:cubicBezTo>
                  <a:pt x="716572" y="19281"/>
                  <a:pt x="715752" y="20225"/>
                  <a:pt x="714877" y="21333"/>
                </a:cubicBezTo>
                <a:lnTo>
                  <a:pt x="714877" y="38997"/>
                </a:lnTo>
                <a:lnTo>
                  <a:pt x="710064" y="38997"/>
                </a:lnTo>
                <a:lnTo>
                  <a:pt x="710064" y="11541"/>
                </a:lnTo>
                <a:close/>
                <a:moveTo>
                  <a:pt x="749379" y="15479"/>
                </a:moveTo>
                <a:lnTo>
                  <a:pt x="741257" y="15479"/>
                </a:lnTo>
                <a:lnTo>
                  <a:pt x="741257" y="11541"/>
                </a:lnTo>
                <a:lnTo>
                  <a:pt x="754192" y="11541"/>
                </a:lnTo>
                <a:lnTo>
                  <a:pt x="754192" y="35032"/>
                </a:lnTo>
                <a:lnTo>
                  <a:pt x="762369" y="35032"/>
                </a:lnTo>
                <a:lnTo>
                  <a:pt x="762369" y="38997"/>
                </a:lnTo>
                <a:lnTo>
                  <a:pt x="740355" y="38997"/>
                </a:lnTo>
                <a:lnTo>
                  <a:pt x="740355" y="35032"/>
                </a:lnTo>
                <a:lnTo>
                  <a:pt x="749379" y="35032"/>
                </a:lnTo>
                <a:lnTo>
                  <a:pt x="749379" y="15479"/>
                </a:lnTo>
                <a:moveTo>
                  <a:pt x="751047" y="0"/>
                </a:moveTo>
                <a:cubicBezTo>
                  <a:pt x="751576" y="0"/>
                  <a:pt x="752068" y="96"/>
                  <a:pt x="752524" y="287"/>
                </a:cubicBezTo>
                <a:cubicBezTo>
                  <a:pt x="752980" y="479"/>
                  <a:pt x="753377" y="747"/>
                  <a:pt x="753714" y="1094"/>
                </a:cubicBezTo>
                <a:cubicBezTo>
                  <a:pt x="754051" y="1440"/>
                  <a:pt x="754315" y="1837"/>
                  <a:pt x="754507" y="2283"/>
                </a:cubicBezTo>
                <a:cubicBezTo>
                  <a:pt x="754698" y="2730"/>
                  <a:pt x="754794" y="3218"/>
                  <a:pt x="754794" y="3747"/>
                </a:cubicBezTo>
                <a:cubicBezTo>
                  <a:pt x="754794" y="4257"/>
                  <a:pt x="754698" y="4740"/>
                  <a:pt x="754507" y="5196"/>
                </a:cubicBezTo>
                <a:cubicBezTo>
                  <a:pt x="754315" y="5652"/>
                  <a:pt x="754051" y="6053"/>
                  <a:pt x="753714" y="6399"/>
                </a:cubicBezTo>
                <a:cubicBezTo>
                  <a:pt x="753377" y="6746"/>
                  <a:pt x="752980" y="7015"/>
                  <a:pt x="752524" y="7206"/>
                </a:cubicBezTo>
                <a:cubicBezTo>
                  <a:pt x="752068" y="7397"/>
                  <a:pt x="751576" y="7493"/>
                  <a:pt x="751047" y="7493"/>
                </a:cubicBezTo>
                <a:cubicBezTo>
                  <a:pt x="750519" y="7493"/>
                  <a:pt x="750026" y="7397"/>
                  <a:pt x="749571" y="7206"/>
                </a:cubicBezTo>
                <a:cubicBezTo>
                  <a:pt x="749115" y="7015"/>
                  <a:pt x="748718" y="6746"/>
                  <a:pt x="748381" y="6399"/>
                </a:cubicBezTo>
                <a:cubicBezTo>
                  <a:pt x="748044" y="6053"/>
                  <a:pt x="747779" y="5652"/>
                  <a:pt x="747588" y="5196"/>
                </a:cubicBezTo>
                <a:cubicBezTo>
                  <a:pt x="747397" y="4740"/>
                  <a:pt x="747301" y="4257"/>
                  <a:pt x="747301" y="3747"/>
                </a:cubicBezTo>
                <a:cubicBezTo>
                  <a:pt x="747301" y="3218"/>
                  <a:pt x="747397" y="2730"/>
                  <a:pt x="747588" y="2283"/>
                </a:cubicBezTo>
                <a:cubicBezTo>
                  <a:pt x="747779" y="1837"/>
                  <a:pt x="748044" y="1440"/>
                  <a:pt x="748381" y="1094"/>
                </a:cubicBezTo>
                <a:cubicBezTo>
                  <a:pt x="748718" y="747"/>
                  <a:pt x="749115" y="479"/>
                  <a:pt x="749571" y="287"/>
                </a:cubicBezTo>
                <a:cubicBezTo>
                  <a:pt x="750026" y="96"/>
                  <a:pt x="750519" y="0"/>
                  <a:pt x="751047" y="0"/>
                </a:cubicBezTo>
                <a:close/>
                <a:moveTo>
                  <a:pt x="795012" y="25050"/>
                </a:moveTo>
                <a:cubicBezTo>
                  <a:pt x="795012" y="27183"/>
                  <a:pt x="794712" y="29138"/>
                  <a:pt x="794110" y="30916"/>
                </a:cubicBezTo>
                <a:cubicBezTo>
                  <a:pt x="793508" y="32694"/>
                  <a:pt x="792642" y="34216"/>
                  <a:pt x="791512" y="35483"/>
                </a:cubicBezTo>
                <a:cubicBezTo>
                  <a:pt x="790382" y="36750"/>
                  <a:pt x="789005" y="37735"/>
                  <a:pt x="787383" y="38437"/>
                </a:cubicBezTo>
                <a:cubicBezTo>
                  <a:pt x="785760" y="39138"/>
                  <a:pt x="783919" y="39489"/>
                  <a:pt x="781858" y="39489"/>
                </a:cubicBezTo>
                <a:cubicBezTo>
                  <a:pt x="779889" y="39489"/>
                  <a:pt x="778126" y="39184"/>
                  <a:pt x="776567" y="38573"/>
                </a:cubicBezTo>
                <a:cubicBezTo>
                  <a:pt x="775008" y="37963"/>
                  <a:pt x="773686" y="37065"/>
                  <a:pt x="772601" y="35880"/>
                </a:cubicBezTo>
                <a:cubicBezTo>
                  <a:pt x="771517" y="34695"/>
                  <a:pt x="770687" y="33227"/>
                  <a:pt x="770113" y="31477"/>
                </a:cubicBezTo>
                <a:cubicBezTo>
                  <a:pt x="769538" y="29726"/>
                  <a:pt x="769251" y="27712"/>
                  <a:pt x="769251" y="25433"/>
                </a:cubicBezTo>
                <a:cubicBezTo>
                  <a:pt x="769251" y="23300"/>
                  <a:pt x="769552" y="21354"/>
                  <a:pt x="770154" y="19594"/>
                </a:cubicBezTo>
                <a:cubicBezTo>
                  <a:pt x="770755" y="17835"/>
                  <a:pt x="771621" y="16322"/>
                  <a:pt x="772752" y="15055"/>
                </a:cubicBezTo>
                <a:cubicBezTo>
                  <a:pt x="773882" y="13788"/>
                  <a:pt x="775259" y="12803"/>
                  <a:pt x="776881" y="12101"/>
                </a:cubicBezTo>
                <a:cubicBezTo>
                  <a:pt x="778504" y="11399"/>
                  <a:pt x="780345" y="11048"/>
                  <a:pt x="782405" y="11048"/>
                </a:cubicBezTo>
                <a:cubicBezTo>
                  <a:pt x="784374" y="11048"/>
                  <a:pt x="786138" y="11354"/>
                  <a:pt x="787697" y="11964"/>
                </a:cubicBezTo>
                <a:cubicBezTo>
                  <a:pt x="789256" y="12575"/>
                  <a:pt x="790578" y="13469"/>
                  <a:pt x="791662" y="14644"/>
                </a:cubicBezTo>
                <a:cubicBezTo>
                  <a:pt x="792747" y="15820"/>
                  <a:pt x="793577" y="17283"/>
                  <a:pt x="794151" y="19034"/>
                </a:cubicBezTo>
                <a:cubicBezTo>
                  <a:pt x="794725" y="20784"/>
                  <a:pt x="795012" y="22789"/>
                  <a:pt x="795012" y="25050"/>
                </a:cubicBezTo>
                <a:moveTo>
                  <a:pt x="790145" y="25269"/>
                </a:moveTo>
                <a:cubicBezTo>
                  <a:pt x="790145" y="23573"/>
                  <a:pt x="789958" y="22092"/>
                  <a:pt x="789584" y="20825"/>
                </a:cubicBezTo>
                <a:cubicBezTo>
                  <a:pt x="789210" y="19558"/>
                  <a:pt x="788677" y="18500"/>
                  <a:pt x="787984" y="17653"/>
                </a:cubicBezTo>
                <a:cubicBezTo>
                  <a:pt x="787291" y="16805"/>
                  <a:pt x="786448" y="16167"/>
                  <a:pt x="785455" y="15738"/>
                </a:cubicBezTo>
                <a:cubicBezTo>
                  <a:pt x="784461" y="15310"/>
                  <a:pt x="783353" y="15096"/>
                  <a:pt x="782132" y="15096"/>
                </a:cubicBezTo>
                <a:cubicBezTo>
                  <a:pt x="780710" y="15096"/>
                  <a:pt x="779493" y="15374"/>
                  <a:pt x="778481" y="15930"/>
                </a:cubicBezTo>
                <a:cubicBezTo>
                  <a:pt x="777469" y="16486"/>
                  <a:pt x="776640" y="17229"/>
                  <a:pt x="775992" y="18159"/>
                </a:cubicBezTo>
                <a:cubicBezTo>
                  <a:pt x="775345" y="19088"/>
                  <a:pt x="774871" y="20169"/>
                  <a:pt x="774570" y="21399"/>
                </a:cubicBezTo>
                <a:cubicBezTo>
                  <a:pt x="774270" y="22630"/>
                  <a:pt x="774119" y="23920"/>
                  <a:pt x="774119" y="25269"/>
                </a:cubicBezTo>
                <a:cubicBezTo>
                  <a:pt x="774119" y="26964"/>
                  <a:pt x="774306" y="28450"/>
                  <a:pt x="774680" y="29726"/>
                </a:cubicBezTo>
                <a:cubicBezTo>
                  <a:pt x="775054" y="31003"/>
                  <a:pt x="775587" y="32065"/>
                  <a:pt x="776280" y="32912"/>
                </a:cubicBezTo>
                <a:cubicBezTo>
                  <a:pt x="776972" y="33760"/>
                  <a:pt x="777811" y="34398"/>
                  <a:pt x="778796" y="34827"/>
                </a:cubicBezTo>
                <a:cubicBezTo>
                  <a:pt x="779780" y="35255"/>
                  <a:pt x="780892" y="35469"/>
                  <a:pt x="782132" y="35469"/>
                </a:cubicBezTo>
                <a:cubicBezTo>
                  <a:pt x="783554" y="35469"/>
                  <a:pt x="784771" y="35191"/>
                  <a:pt x="785783" y="34635"/>
                </a:cubicBezTo>
                <a:cubicBezTo>
                  <a:pt x="786795" y="34079"/>
                  <a:pt x="787624" y="33336"/>
                  <a:pt x="788271" y="32406"/>
                </a:cubicBezTo>
                <a:cubicBezTo>
                  <a:pt x="788919" y="31477"/>
                  <a:pt x="789393" y="30396"/>
                  <a:pt x="789693" y="29166"/>
                </a:cubicBezTo>
                <a:cubicBezTo>
                  <a:pt x="789994" y="27935"/>
                  <a:pt x="790145" y="26636"/>
                  <a:pt x="790145" y="25269"/>
                </a:cubicBezTo>
                <a:close/>
                <a:moveTo>
                  <a:pt x="824945" y="31504"/>
                </a:moveTo>
                <a:cubicBezTo>
                  <a:pt x="824945" y="32470"/>
                  <a:pt x="824781" y="33336"/>
                  <a:pt x="824452" y="34102"/>
                </a:cubicBezTo>
                <a:cubicBezTo>
                  <a:pt x="824124" y="34868"/>
                  <a:pt x="823678" y="35547"/>
                  <a:pt x="823112" y="36139"/>
                </a:cubicBezTo>
                <a:cubicBezTo>
                  <a:pt x="822547" y="36732"/>
                  <a:pt x="821891" y="37238"/>
                  <a:pt x="821143" y="37657"/>
                </a:cubicBezTo>
                <a:cubicBezTo>
                  <a:pt x="820396" y="38076"/>
                  <a:pt x="819598" y="38423"/>
                  <a:pt x="818750" y="38696"/>
                </a:cubicBezTo>
                <a:cubicBezTo>
                  <a:pt x="817903" y="38970"/>
                  <a:pt x="817032" y="39170"/>
                  <a:pt x="816139" y="39298"/>
                </a:cubicBezTo>
                <a:cubicBezTo>
                  <a:pt x="815245" y="39426"/>
                  <a:pt x="814370" y="39489"/>
                  <a:pt x="813513" y="39489"/>
                </a:cubicBezTo>
                <a:cubicBezTo>
                  <a:pt x="811654" y="39489"/>
                  <a:pt x="809945" y="39407"/>
                  <a:pt x="808386" y="39243"/>
                </a:cubicBezTo>
                <a:cubicBezTo>
                  <a:pt x="806827" y="39079"/>
                  <a:pt x="805300" y="38815"/>
                  <a:pt x="803805" y="38450"/>
                </a:cubicBezTo>
                <a:lnTo>
                  <a:pt x="803805" y="34075"/>
                </a:lnTo>
                <a:cubicBezTo>
                  <a:pt x="805410" y="34530"/>
                  <a:pt x="807005" y="34877"/>
                  <a:pt x="808591" y="35114"/>
                </a:cubicBezTo>
                <a:cubicBezTo>
                  <a:pt x="810177" y="35351"/>
                  <a:pt x="811754" y="35469"/>
                  <a:pt x="813322" y="35469"/>
                </a:cubicBezTo>
                <a:cubicBezTo>
                  <a:pt x="815601" y="35469"/>
                  <a:pt x="817287" y="35159"/>
                  <a:pt x="818381" y="34540"/>
                </a:cubicBezTo>
                <a:cubicBezTo>
                  <a:pt x="819475" y="33920"/>
                  <a:pt x="820022" y="33035"/>
                  <a:pt x="820022" y="31887"/>
                </a:cubicBezTo>
                <a:cubicBezTo>
                  <a:pt x="820022" y="31395"/>
                  <a:pt x="819935" y="30953"/>
                  <a:pt x="819762" y="30561"/>
                </a:cubicBezTo>
                <a:cubicBezTo>
                  <a:pt x="819589" y="30169"/>
                  <a:pt x="819275" y="29795"/>
                  <a:pt x="818819" y="29439"/>
                </a:cubicBezTo>
                <a:cubicBezTo>
                  <a:pt x="818363" y="29084"/>
                  <a:pt x="817657" y="28715"/>
                  <a:pt x="816699" y="28332"/>
                </a:cubicBezTo>
                <a:cubicBezTo>
                  <a:pt x="815742" y="27949"/>
                  <a:pt x="814434" y="27511"/>
                  <a:pt x="812775" y="27019"/>
                </a:cubicBezTo>
                <a:cubicBezTo>
                  <a:pt x="811535" y="26654"/>
                  <a:pt x="810391" y="26240"/>
                  <a:pt x="809343" y="25775"/>
                </a:cubicBezTo>
                <a:cubicBezTo>
                  <a:pt x="808295" y="25310"/>
                  <a:pt x="807388" y="24758"/>
                  <a:pt x="806622" y="24120"/>
                </a:cubicBezTo>
                <a:cubicBezTo>
                  <a:pt x="805856" y="23482"/>
                  <a:pt x="805255" y="22735"/>
                  <a:pt x="804817" y="21878"/>
                </a:cubicBezTo>
                <a:cubicBezTo>
                  <a:pt x="804379" y="21021"/>
                  <a:pt x="804161" y="20009"/>
                  <a:pt x="804161" y="18842"/>
                </a:cubicBezTo>
                <a:cubicBezTo>
                  <a:pt x="804161" y="18077"/>
                  <a:pt x="804338" y="17238"/>
                  <a:pt x="804694" y="16326"/>
                </a:cubicBezTo>
                <a:cubicBezTo>
                  <a:pt x="805049" y="15415"/>
                  <a:pt x="805656" y="14567"/>
                  <a:pt x="806513" y="13783"/>
                </a:cubicBezTo>
                <a:cubicBezTo>
                  <a:pt x="807369" y="12999"/>
                  <a:pt x="808527" y="12347"/>
                  <a:pt x="809986" y="11828"/>
                </a:cubicBezTo>
                <a:cubicBezTo>
                  <a:pt x="811444" y="11308"/>
                  <a:pt x="813267" y="11048"/>
                  <a:pt x="815455" y="11048"/>
                </a:cubicBezTo>
                <a:cubicBezTo>
                  <a:pt x="816531" y="11048"/>
                  <a:pt x="817725" y="11108"/>
                  <a:pt x="819038" y="11226"/>
                </a:cubicBezTo>
                <a:cubicBezTo>
                  <a:pt x="820350" y="11345"/>
                  <a:pt x="821718" y="11550"/>
                  <a:pt x="823140" y="11841"/>
                </a:cubicBezTo>
                <a:lnTo>
                  <a:pt x="823140" y="16080"/>
                </a:lnTo>
                <a:cubicBezTo>
                  <a:pt x="821645" y="15716"/>
                  <a:pt x="820227" y="15447"/>
                  <a:pt x="818887" y="15273"/>
                </a:cubicBezTo>
                <a:cubicBezTo>
                  <a:pt x="817547" y="15100"/>
                  <a:pt x="816385" y="15014"/>
                  <a:pt x="815400" y="15014"/>
                </a:cubicBezTo>
                <a:cubicBezTo>
                  <a:pt x="814215" y="15014"/>
                  <a:pt x="813217" y="15105"/>
                  <a:pt x="812406" y="15287"/>
                </a:cubicBezTo>
                <a:cubicBezTo>
                  <a:pt x="811595" y="15469"/>
                  <a:pt x="810938" y="15720"/>
                  <a:pt x="810437" y="16039"/>
                </a:cubicBezTo>
                <a:cubicBezTo>
                  <a:pt x="809936" y="16358"/>
                  <a:pt x="809575" y="16732"/>
                  <a:pt x="809357" y="17160"/>
                </a:cubicBezTo>
                <a:cubicBezTo>
                  <a:pt x="809138" y="17589"/>
                  <a:pt x="809028" y="18049"/>
                  <a:pt x="809028" y="18541"/>
                </a:cubicBezTo>
                <a:cubicBezTo>
                  <a:pt x="809028" y="19034"/>
                  <a:pt x="809124" y="19480"/>
                  <a:pt x="809316" y="19881"/>
                </a:cubicBezTo>
                <a:cubicBezTo>
                  <a:pt x="809507" y="20283"/>
                  <a:pt x="809863" y="20670"/>
                  <a:pt x="810382" y="21044"/>
                </a:cubicBezTo>
                <a:cubicBezTo>
                  <a:pt x="810902" y="21417"/>
                  <a:pt x="811626" y="21791"/>
                  <a:pt x="812556" y="22165"/>
                </a:cubicBezTo>
                <a:cubicBezTo>
                  <a:pt x="813486" y="22539"/>
                  <a:pt x="814698" y="22944"/>
                  <a:pt x="816193" y="23382"/>
                </a:cubicBezTo>
                <a:cubicBezTo>
                  <a:pt x="817816" y="23856"/>
                  <a:pt x="819183" y="24353"/>
                  <a:pt x="820296" y="24872"/>
                </a:cubicBezTo>
                <a:cubicBezTo>
                  <a:pt x="821408" y="25392"/>
                  <a:pt x="822310" y="25971"/>
                  <a:pt x="823003" y="26609"/>
                </a:cubicBezTo>
                <a:cubicBezTo>
                  <a:pt x="823696" y="27247"/>
                  <a:pt x="824193" y="27967"/>
                  <a:pt x="824493" y="28769"/>
                </a:cubicBezTo>
                <a:cubicBezTo>
                  <a:pt x="824794" y="29571"/>
                  <a:pt x="824945" y="30483"/>
                  <a:pt x="824945" y="31504"/>
                </a:cubicBezTo>
                <a:close/>
                <a:moveTo>
                  <a:pt x="899972" y="38997"/>
                </a:moveTo>
                <a:lnTo>
                  <a:pt x="899862" y="35298"/>
                </a:lnTo>
                <a:cubicBezTo>
                  <a:pt x="898367" y="36777"/>
                  <a:pt x="896850" y="37846"/>
                  <a:pt x="895309" y="38503"/>
                </a:cubicBezTo>
                <a:cubicBezTo>
                  <a:pt x="893769" y="39161"/>
                  <a:pt x="892151" y="39489"/>
                  <a:pt x="890455" y="39489"/>
                </a:cubicBezTo>
                <a:cubicBezTo>
                  <a:pt x="888887" y="39489"/>
                  <a:pt x="887547" y="39289"/>
                  <a:pt x="886435" y="38887"/>
                </a:cubicBezTo>
                <a:cubicBezTo>
                  <a:pt x="885323" y="38485"/>
                  <a:pt x="884407" y="37933"/>
                  <a:pt x="883687" y="37230"/>
                </a:cubicBezTo>
                <a:cubicBezTo>
                  <a:pt x="882966" y="36527"/>
                  <a:pt x="882438" y="35700"/>
                  <a:pt x="882100" y="34751"/>
                </a:cubicBezTo>
                <a:cubicBezTo>
                  <a:pt x="881763" y="33801"/>
                  <a:pt x="881594" y="32769"/>
                  <a:pt x="881594" y="31655"/>
                </a:cubicBezTo>
                <a:cubicBezTo>
                  <a:pt x="881594" y="28898"/>
                  <a:pt x="882620" y="26738"/>
                  <a:pt x="884671" y="25177"/>
                </a:cubicBezTo>
                <a:cubicBezTo>
                  <a:pt x="886722" y="23616"/>
                  <a:pt x="889753" y="22835"/>
                  <a:pt x="893764" y="22835"/>
                </a:cubicBezTo>
                <a:lnTo>
                  <a:pt x="899452" y="22835"/>
                </a:lnTo>
                <a:lnTo>
                  <a:pt x="899452" y="20437"/>
                </a:lnTo>
                <a:cubicBezTo>
                  <a:pt x="899452" y="18820"/>
                  <a:pt x="898933" y="17526"/>
                  <a:pt x="897893" y="16554"/>
                </a:cubicBezTo>
                <a:cubicBezTo>
                  <a:pt x="896854" y="15582"/>
                  <a:pt x="895268" y="15096"/>
                  <a:pt x="893135" y="15096"/>
                </a:cubicBezTo>
                <a:cubicBezTo>
                  <a:pt x="891585" y="15096"/>
                  <a:pt x="890058" y="15271"/>
                  <a:pt x="888554" y="15623"/>
                </a:cubicBezTo>
                <a:cubicBezTo>
                  <a:pt x="887050" y="15974"/>
                  <a:pt x="885496" y="16473"/>
                  <a:pt x="883892" y="17119"/>
                </a:cubicBezTo>
                <a:lnTo>
                  <a:pt x="883892" y="12826"/>
                </a:lnTo>
                <a:cubicBezTo>
                  <a:pt x="884493" y="12604"/>
                  <a:pt x="885163" y="12386"/>
                  <a:pt x="885902" y="12173"/>
                </a:cubicBezTo>
                <a:cubicBezTo>
                  <a:pt x="886640" y="11960"/>
                  <a:pt x="887419" y="11770"/>
                  <a:pt x="888240" y="11604"/>
                </a:cubicBezTo>
                <a:cubicBezTo>
                  <a:pt x="889060" y="11437"/>
                  <a:pt x="889917" y="11303"/>
                  <a:pt x="890810" y="11201"/>
                </a:cubicBezTo>
                <a:cubicBezTo>
                  <a:pt x="891704" y="11099"/>
                  <a:pt x="892606" y="11048"/>
                  <a:pt x="893518" y="11048"/>
                </a:cubicBezTo>
                <a:cubicBezTo>
                  <a:pt x="895177" y="11048"/>
                  <a:pt x="896672" y="11231"/>
                  <a:pt x="898003" y="11595"/>
                </a:cubicBezTo>
                <a:cubicBezTo>
                  <a:pt x="899334" y="11960"/>
                  <a:pt x="900460" y="12516"/>
                  <a:pt x="901380" y="13263"/>
                </a:cubicBezTo>
                <a:cubicBezTo>
                  <a:pt x="902301" y="14011"/>
                  <a:pt x="903007" y="14950"/>
                  <a:pt x="903500" y="16080"/>
                </a:cubicBezTo>
                <a:cubicBezTo>
                  <a:pt x="903992" y="17211"/>
                  <a:pt x="904238" y="18541"/>
                  <a:pt x="904238" y="20073"/>
                </a:cubicBezTo>
                <a:lnTo>
                  <a:pt x="904238" y="38997"/>
                </a:lnTo>
                <a:lnTo>
                  <a:pt x="899972" y="38997"/>
                </a:lnTo>
                <a:moveTo>
                  <a:pt x="899452" y="26472"/>
                </a:moveTo>
                <a:lnTo>
                  <a:pt x="893408" y="26472"/>
                </a:lnTo>
                <a:cubicBezTo>
                  <a:pt x="892223" y="26472"/>
                  <a:pt x="891202" y="26591"/>
                  <a:pt x="890346" y="26829"/>
                </a:cubicBezTo>
                <a:cubicBezTo>
                  <a:pt x="889489" y="27067"/>
                  <a:pt x="888787" y="27405"/>
                  <a:pt x="888240" y="27844"/>
                </a:cubicBezTo>
                <a:cubicBezTo>
                  <a:pt x="887693" y="28282"/>
                  <a:pt x="887287" y="28808"/>
                  <a:pt x="887023" y="29421"/>
                </a:cubicBezTo>
                <a:cubicBezTo>
                  <a:pt x="886759" y="30034"/>
                  <a:pt x="886626" y="30724"/>
                  <a:pt x="886626" y="31492"/>
                </a:cubicBezTo>
                <a:cubicBezTo>
                  <a:pt x="886626" y="32022"/>
                  <a:pt x="886708" y="32530"/>
                  <a:pt x="886872" y="33015"/>
                </a:cubicBezTo>
                <a:cubicBezTo>
                  <a:pt x="887037" y="33499"/>
                  <a:pt x="887301" y="33929"/>
                  <a:pt x="887666" y="34304"/>
                </a:cubicBezTo>
                <a:cubicBezTo>
                  <a:pt x="888030" y="34679"/>
                  <a:pt x="888504" y="34976"/>
                  <a:pt x="889088" y="35195"/>
                </a:cubicBezTo>
                <a:cubicBezTo>
                  <a:pt x="889671" y="35414"/>
                  <a:pt x="890382" y="35524"/>
                  <a:pt x="891221" y="35524"/>
                </a:cubicBezTo>
                <a:cubicBezTo>
                  <a:pt x="892315" y="35524"/>
                  <a:pt x="893568" y="35190"/>
                  <a:pt x="894981" y="34523"/>
                </a:cubicBezTo>
                <a:cubicBezTo>
                  <a:pt x="896394" y="33856"/>
                  <a:pt x="897884" y="32799"/>
                  <a:pt x="899452" y="31354"/>
                </a:cubicBezTo>
                <a:lnTo>
                  <a:pt x="899452" y="26472"/>
                </a:lnTo>
                <a:close/>
                <a:moveTo>
                  <a:pt x="914425" y="11541"/>
                </a:moveTo>
                <a:lnTo>
                  <a:pt x="918664" y="11541"/>
                </a:lnTo>
                <a:lnTo>
                  <a:pt x="918855" y="15971"/>
                </a:lnTo>
                <a:cubicBezTo>
                  <a:pt x="919658" y="15023"/>
                  <a:pt x="920432" y="14234"/>
                  <a:pt x="921180" y="13605"/>
                </a:cubicBezTo>
                <a:cubicBezTo>
                  <a:pt x="921927" y="12976"/>
                  <a:pt x="922661" y="12470"/>
                  <a:pt x="923381" y="12087"/>
                </a:cubicBezTo>
                <a:cubicBezTo>
                  <a:pt x="924102" y="11705"/>
                  <a:pt x="924835" y="11436"/>
                  <a:pt x="925583" y="11281"/>
                </a:cubicBezTo>
                <a:cubicBezTo>
                  <a:pt x="926330" y="11126"/>
                  <a:pt x="927105" y="11048"/>
                  <a:pt x="927907" y="11048"/>
                </a:cubicBezTo>
                <a:cubicBezTo>
                  <a:pt x="930733" y="11048"/>
                  <a:pt x="932871" y="11882"/>
                  <a:pt x="934320" y="13551"/>
                </a:cubicBezTo>
                <a:cubicBezTo>
                  <a:pt x="935770" y="15219"/>
                  <a:pt x="936494" y="17730"/>
                  <a:pt x="936494" y="21085"/>
                </a:cubicBezTo>
                <a:lnTo>
                  <a:pt x="936494" y="38997"/>
                </a:lnTo>
                <a:lnTo>
                  <a:pt x="931736" y="38997"/>
                </a:lnTo>
                <a:lnTo>
                  <a:pt x="931736" y="21468"/>
                </a:lnTo>
                <a:cubicBezTo>
                  <a:pt x="931736" y="19316"/>
                  <a:pt x="931335" y="17726"/>
                  <a:pt x="930533" y="16695"/>
                </a:cubicBezTo>
                <a:cubicBezTo>
                  <a:pt x="929730" y="15665"/>
                  <a:pt x="928536" y="15150"/>
                  <a:pt x="926950" y="15150"/>
                </a:cubicBezTo>
                <a:cubicBezTo>
                  <a:pt x="926367" y="15150"/>
                  <a:pt x="925797" y="15237"/>
                  <a:pt x="925241" y="15410"/>
                </a:cubicBezTo>
                <a:cubicBezTo>
                  <a:pt x="924685" y="15583"/>
                  <a:pt x="924106" y="15884"/>
                  <a:pt x="923504" y="16313"/>
                </a:cubicBezTo>
                <a:cubicBezTo>
                  <a:pt x="922903" y="16741"/>
                  <a:pt x="922251" y="17320"/>
                  <a:pt x="921549" y="18049"/>
                </a:cubicBezTo>
                <a:cubicBezTo>
                  <a:pt x="920847" y="18778"/>
                  <a:pt x="920059" y="19690"/>
                  <a:pt x="919184" y="20784"/>
                </a:cubicBezTo>
                <a:lnTo>
                  <a:pt x="919184" y="38997"/>
                </a:lnTo>
                <a:lnTo>
                  <a:pt x="914425" y="38997"/>
                </a:lnTo>
                <a:lnTo>
                  <a:pt x="914425" y="11541"/>
                </a:lnTo>
                <a:close/>
                <a:moveTo>
                  <a:pt x="944115" y="25843"/>
                </a:moveTo>
                <a:cubicBezTo>
                  <a:pt x="944115" y="23510"/>
                  <a:pt x="944434" y="21436"/>
                  <a:pt x="945072" y="19622"/>
                </a:cubicBezTo>
                <a:cubicBezTo>
                  <a:pt x="945710" y="17808"/>
                  <a:pt x="946617" y="16276"/>
                  <a:pt x="947793" y="15027"/>
                </a:cubicBezTo>
                <a:cubicBezTo>
                  <a:pt x="948969" y="13778"/>
                  <a:pt x="950382" y="12830"/>
                  <a:pt x="952032" y="12183"/>
                </a:cubicBezTo>
                <a:cubicBezTo>
                  <a:pt x="953682" y="11536"/>
                  <a:pt x="955518" y="11212"/>
                  <a:pt x="957542" y="11212"/>
                </a:cubicBezTo>
                <a:cubicBezTo>
                  <a:pt x="958417" y="11212"/>
                  <a:pt x="959279" y="11267"/>
                  <a:pt x="960126" y="11376"/>
                </a:cubicBezTo>
                <a:cubicBezTo>
                  <a:pt x="960974" y="11486"/>
                  <a:pt x="961808" y="11659"/>
                  <a:pt x="962629" y="11896"/>
                </a:cubicBezTo>
                <a:lnTo>
                  <a:pt x="962629" y="328"/>
                </a:lnTo>
                <a:lnTo>
                  <a:pt x="967414" y="328"/>
                </a:lnTo>
                <a:lnTo>
                  <a:pt x="967414" y="38997"/>
                </a:lnTo>
                <a:lnTo>
                  <a:pt x="963148" y="38997"/>
                </a:lnTo>
                <a:lnTo>
                  <a:pt x="962984" y="33801"/>
                </a:lnTo>
                <a:cubicBezTo>
                  <a:pt x="961653" y="35734"/>
                  <a:pt x="960213" y="37165"/>
                  <a:pt x="958663" y="38095"/>
                </a:cubicBezTo>
                <a:cubicBezTo>
                  <a:pt x="957114" y="39025"/>
                  <a:pt x="955436" y="39489"/>
                  <a:pt x="953631" y="39489"/>
                </a:cubicBezTo>
                <a:cubicBezTo>
                  <a:pt x="952064" y="39489"/>
                  <a:pt x="950683" y="39161"/>
                  <a:pt x="949488" y="38505"/>
                </a:cubicBezTo>
                <a:cubicBezTo>
                  <a:pt x="948294" y="37849"/>
                  <a:pt x="947301" y="36923"/>
                  <a:pt x="946507" y="35729"/>
                </a:cubicBezTo>
                <a:cubicBezTo>
                  <a:pt x="945714" y="34535"/>
                  <a:pt x="945117" y="33099"/>
                  <a:pt x="944716" y="31422"/>
                </a:cubicBezTo>
                <a:cubicBezTo>
                  <a:pt x="944315" y="29745"/>
                  <a:pt x="944115" y="27885"/>
                  <a:pt x="944115" y="25843"/>
                </a:cubicBezTo>
                <a:moveTo>
                  <a:pt x="948982" y="25542"/>
                </a:moveTo>
                <a:cubicBezTo>
                  <a:pt x="948982" y="28860"/>
                  <a:pt x="949470" y="31335"/>
                  <a:pt x="950445" y="32967"/>
                </a:cubicBezTo>
                <a:cubicBezTo>
                  <a:pt x="951421" y="34599"/>
                  <a:pt x="952802" y="35415"/>
                  <a:pt x="954589" y="35415"/>
                </a:cubicBezTo>
                <a:cubicBezTo>
                  <a:pt x="955792" y="35415"/>
                  <a:pt x="957064" y="34877"/>
                  <a:pt x="958404" y="33801"/>
                </a:cubicBezTo>
                <a:cubicBezTo>
                  <a:pt x="959744" y="32726"/>
                  <a:pt x="961152" y="31130"/>
                  <a:pt x="962629" y="29015"/>
                </a:cubicBezTo>
                <a:lnTo>
                  <a:pt x="962629" y="16272"/>
                </a:lnTo>
                <a:cubicBezTo>
                  <a:pt x="961845" y="15907"/>
                  <a:pt x="960979" y="15629"/>
                  <a:pt x="960031" y="15438"/>
                </a:cubicBezTo>
                <a:cubicBezTo>
                  <a:pt x="959083" y="15246"/>
                  <a:pt x="958144" y="15150"/>
                  <a:pt x="957214" y="15150"/>
                </a:cubicBezTo>
                <a:cubicBezTo>
                  <a:pt x="954625" y="15150"/>
                  <a:pt x="952606" y="15989"/>
                  <a:pt x="951157" y="17666"/>
                </a:cubicBezTo>
                <a:cubicBezTo>
                  <a:pt x="949707" y="19344"/>
                  <a:pt x="948982" y="21969"/>
                  <a:pt x="948982" y="25542"/>
                </a:cubicBezTo>
                <a:close/>
                <a:moveTo>
                  <a:pt x="1047586" y="38587"/>
                </a:moveTo>
                <a:cubicBezTo>
                  <a:pt x="1046510" y="38870"/>
                  <a:pt x="1045398" y="39073"/>
                  <a:pt x="1044249" y="39195"/>
                </a:cubicBezTo>
                <a:cubicBezTo>
                  <a:pt x="1043101" y="39319"/>
                  <a:pt x="1041934" y="39380"/>
                  <a:pt x="1040749" y="39380"/>
                </a:cubicBezTo>
                <a:cubicBezTo>
                  <a:pt x="1037303" y="39380"/>
                  <a:pt x="1034733" y="38601"/>
                  <a:pt x="1033037" y="37042"/>
                </a:cubicBezTo>
                <a:cubicBezTo>
                  <a:pt x="1031342" y="35483"/>
                  <a:pt x="1030494" y="33090"/>
                  <a:pt x="1030494" y="29863"/>
                </a:cubicBezTo>
                <a:lnTo>
                  <a:pt x="1030494" y="15533"/>
                </a:lnTo>
                <a:lnTo>
                  <a:pt x="1022809" y="15533"/>
                </a:lnTo>
                <a:lnTo>
                  <a:pt x="1022809" y="11541"/>
                </a:lnTo>
                <a:lnTo>
                  <a:pt x="1030494" y="11541"/>
                </a:lnTo>
                <a:lnTo>
                  <a:pt x="1030494" y="3969"/>
                </a:lnTo>
                <a:lnTo>
                  <a:pt x="1035252" y="2735"/>
                </a:lnTo>
                <a:lnTo>
                  <a:pt x="1035252" y="11541"/>
                </a:lnTo>
                <a:lnTo>
                  <a:pt x="1047586" y="11541"/>
                </a:lnTo>
                <a:lnTo>
                  <a:pt x="1047586" y="15533"/>
                </a:lnTo>
                <a:lnTo>
                  <a:pt x="1035252" y="15533"/>
                </a:lnTo>
                <a:lnTo>
                  <a:pt x="1035252" y="29480"/>
                </a:lnTo>
                <a:cubicBezTo>
                  <a:pt x="1035252" y="31449"/>
                  <a:pt x="1035776" y="32922"/>
                  <a:pt x="1036825" y="33897"/>
                </a:cubicBezTo>
                <a:cubicBezTo>
                  <a:pt x="1037873" y="34872"/>
                  <a:pt x="1039418" y="35360"/>
                  <a:pt x="1041460" y="35360"/>
                </a:cubicBezTo>
                <a:cubicBezTo>
                  <a:pt x="1042335" y="35360"/>
                  <a:pt x="1043292" y="35290"/>
                  <a:pt x="1044331" y="35149"/>
                </a:cubicBezTo>
                <a:cubicBezTo>
                  <a:pt x="1045371" y="35008"/>
                  <a:pt x="1046455" y="34786"/>
                  <a:pt x="1047586" y="34485"/>
                </a:cubicBezTo>
                <a:lnTo>
                  <a:pt x="1047586" y="38587"/>
                </a:lnTo>
                <a:close/>
                <a:moveTo>
                  <a:pt x="1079624" y="38997"/>
                </a:moveTo>
                <a:lnTo>
                  <a:pt x="1074865" y="38997"/>
                </a:lnTo>
                <a:lnTo>
                  <a:pt x="1074865" y="21468"/>
                </a:lnTo>
                <a:cubicBezTo>
                  <a:pt x="1074865" y="19353"/>
                  <a:pt x="1074469" y="17771"/>
                  <a:pt x="1073676" y="16723"/>
                </a:cubicBezTo>
                <a:cubicBezTo>
                  <a:pt x="1072883" y="15675"/>
                  <a:pt x="1071748" y="15150"/>
                  <a:pt x="1070271" y="15150"/>
                </a:cubicBezTo>
                <a:cubicBezTo>
                  <a:pt x="1069633" y="15150"/>
                  <a:pt x="1069036" y="15237"/>
                  <a:pt x="1068480" y="15410"/>
                </a:cubicBezTo>
                <a:cubicBezTo>
                  <a:pt x="1067924" y="15583"/>
                  <a:pt x="1067345" y="15884"/>
                  <a:pt x="1066743" y="16313"/>
                </a:cubicBezTo>
                <a:cubicBezTo>
                  <a:pt x="1066141" y="16741"/>
                  <a:pt x="1065485" y="17320"/>
                  <a:pt x="1064774" y="18049"/>
                </a:cubicBezTo>
                <a:cubicBezTo>
                  <a:pt x="1064063" y="18778"/>
                  <a:pt x="1063243" y="19690"/>
                  <a:pt x="1062313" y="20784"/>
                </a:cubicBezTo>
                <a:lnTo>
                  <a:pt x="1062313" y="38997"/>
                </a:lnTo>
                <a:lnTo>
                  <a:pt x="1057554" y="38997"/>
                </a:lnTo>
                <a:lnTo>
                  <a:pt x="1057554" y="328"/>
                </a:lnTo>
                <a:lnTo>
                  <a:pt x="1062313" y="328"/>
                </a:lnTo>
                <a:lnTo>
                  <a:pt x="1062313" y="11533"/>
                </a:lnTo>
                <a:lnTo>
                  <a:pt x="1062149" y="15861"/>
                </a:lnTo>
                <a:cubicBezTo>
                  <a:pt x="1062896" y="14968"/>
                  <a:pt x="1063630" y="14216"/>
                  <a:pt x="1064350" y="13605"/>
                </a:cubicBezTo>
                <a:cubicBezTo>
                  <a:pt x="1065070" y="12995"/>
                  <a:pt x="1065791" y="12498"/>
                  <a:pt x="1066511" y="12115"/>
                </a:cubicBezTo>
                <a:cubicBezTo>
                  <a:pt x="1067231" y="11732"/>
                  <a:pt x="1067965" y="11458"/>
                  <a:pt x="1068712" y="11294"/>
                </a:cubicBezTo>
                <a:cubicBezTo>
                  <a:pt x="1069460" y="11130"/>
                  <a:pt x="1070234" y="11048"/>
                  <a:pt x="1071037" y="11048"/>
                </a:cubicBezTo>
                <a:cubicBezTo>
                  <a:pt x="1073771" y="11048"/>
                  <a:pt x="1075886" y="11882"/>
                  <a:pt x="1077381" y="13551"/>
                </a:cubicBezTo>
                <a:cubicBezTo>
                  <a:pt x="1078876" y="15219"/>
                  <a:pt x="1079624" y="17730"/>
                  <a:pt x="1079624" y="21085"/>
                </a:cubicBezTo>
                <a:lnTo>
                  <a:pt x="1079624" y="38997"/>
                </a:lnTo>
                <a:close/>
                <a:moveTo>
                  <a:pt x="1111829" y="23819"/>
                </a:moveTo>
                <a:cubicBezTo>
                  <a:pt x="1111829" y="24494"/>
                  <a:pt x="1111820" y="25059"/>
                  <a:pt x="1111802" y="25515"/>
                </a:cubicBezTo>
                <a:cubicBezTo>
                  <a:pt x="1111784" y="25971"/>
                  <a:pt x="1111756" y="26399"/>
                  <a:pt x="1111720" y="26800"/>
                </a:cubicBezTo>
                <a:lnTo>
                  <a:pt x="1092440" y="26800"/>
                </a:lnTo>
                <a:cubicBezTo>
                  <a:pt x="1092440" y="29608"/>
                  <a:pt x="1093224" y="31764"/>
                  <a:pt x="1094792" y="33268"/>
                </a:cubicBezTo>
                <a:cubicBezTo>
                  <a:pt x="1096360" y="34772"/>
                  <a:pt x="1098620" y="35524"/>
                  <a:pt x="1101574" y="35524"/>
                </a:cubicBezTo>
                <a:cubicBezTo>
                  <a:pt x="1102376" y="35524"/>
                  <a:pt x="1103178" y="35492"/>
                  <a:pt x="1103980" y="35427"/>
                </a:cubicBezTo>
                <a:cubicBezTo>
                  <a:pt x="1104783" y="35361"/>
                  <a:pt x="1105557" y="35273"/>
                  <a:pt x="1106305" y="35161"/>
                </a:cubicBezTo>
                <a:cubicBezTo>
                  <a:pt x="1107052" y="35049"/>
                  <a:pt x="1107768" y="34923"/>
                  <a:pt x="1108452" y="34783"/>
                </a:cubicBezTo>
                <a:cubicBezTo>
                  <a:pt x="1109135" y="34643"/>
                  <a:pt x="1109769" y="34489"/>
                  <a:pt x="1110352" y="34321"/>
                </a:cubicBezTo>
                <a:lnTo>
                  <a:pt x="1110352" y="38231"/>
                </a:lnTo>
                <a:cubicBezTo>
                  <a:pt x="1109058" y="38604"/>
                  <a:pt x="1107595" y="38907"/>
                  <a:pt x="1105963" y="39140"/>
                </a:cubicBezTo>
                <a:cubicBezTo>
                  <a:pt x="1104331" y="39373"/>
                  <a:pt x="1102640" y="39489"/>
                  <a:pt x="1100890" y="39489"/>
                </a:cubicBezTo>
                <a:cubicBezTo>
                  <a:pt x="1098538" y="39489"/>
                  <a:pt x="1096515" y="39170"/>
                  <a:pt x="1094819" y="38532"/>
                </a:cubicBezTo>
                <a:cubicBezTo>
                  <a:pt x="1093124" y="37894"/>
                  <a:pt x="1091733" y="36969"/>
                  <a:pt x="1090649" y="35757"/>
                </a:cubicBezTo>
                <a:cubicBezTo>
                  <a:pt x="1089564" y="34544"/>
                  <a:pt x="1088762" y="33058"/>
                  <a:pt x="1088242" y="31299"/>
                </a:cubicBezTo>
                <a:cubicBezTo>
                  <a:pt x="1087722" y="29540"/>
                  <a:pt x="1087463" y="27548"/>
                  <a:pt x="1087463" y="25324"/>
                </a:cubicBezTo>
                <a:cubicBezTo>
                  <a:pt x="1087463" y="23391"/>
                  <a:pt x="1087741" y="21563"/>
                  <a:pt x="1088297" y="19840"/>
                </a:cubicBezTo>
                <a:cubicBezTo>
                  <a:pt x="1088853" y="18118"/>
                  <a:pt x="1089664" y="16604"/>
                  <a:pt x="1090731" y="15301"/>
                </a:cubicBezTo>
                <a:cubicBezTo>
                  <a:pt x="1091797" y="13997"/>
                  <a:pt x="1093105" y="12963"/>
                  <a:pt x="1094655" y="12197"/>
                </a:cubicBezTo>
                <a:cubicBezTo>
                  <a:pt x="1096205" y="11431"/>
                  <a:pt x="1097964" y="11048"/>
                  <a:pt x="1099933" y="11048"/>
                </a:cubicBezTo>
                <a:cubicBezTo>
                  <a:pt x="1101847" y="11048"/>
                  <a:pt x="1103543" y="11349"/>
                  <a:pt x="1105020" y="11951"/>
                </a:cubicBezTo>
                <a:cubicBezTo>
                  <a:pt x="1106496" y="12552"/>
                  <a:pt x="1107741" y="13405"/>
                  <a:pt x="1108753" y="14508"/>
                </a:cubicBezTo>
                <a:cubicBezTo>
                  <a:pt x="1109764" y="15611"/>
                  <a:pt x="1110530" y="16951"/>
                  <a:pt x="1111050" y="18528"/>
                </a:cubicBezTo>
                <a:cubicBezTo>
                  <a:pt x="1111569" y="20105"/>
                  <a:pt x="1111829" y="21869"/>
                  <a:pt x="1111829" y="23819"/>
                </a:cubicBezTo>
                <a:moveTo>
                  <a:pt x="1106879" y="23136"/>
                </a:moveTo>
                <a:cubicBezTo>
                  <a:pt x="1106934" y="21914"/>
                  <a:pt x="1106815" y="20798"/>
                  <a:pt x="1106524" y="19786"/>
                </a:cubicBezTo>
                <a:cubicBezTo>
                  <a:pt x="1106232" y="18774"/>
                  <a:pt x="1105781" y="17903"/>
                  <a:pt x="1105170" y="17174"/>
                </a:cubicBezTo>
                <a:cubicBezTo>
                  <a:pt x="1104559" y="16445"/>
                  <a:pt x="1103798" y="15875"/>
                  <a:pt x="1102887" y="15465"/>
                </a:cubicBezTo>
                <a:cubicBezTo>
                  <a:pt x="1101975" y="15055"/>
                  <a:pt x="1100918" y="14850"/>
                  <a:pt x="1099714" y="14850"/>
                </a:cubicBezTo>
                <a:cubicBezTo>
                  <a:pt x="1098675" y="14850"/>
                  <a:pt x="1097727" y="15050"/>
                  <a:pt x="1096870" y="15451"/>
                </a:cubicBezTo>
                <a:cubicBezTo>
                  <a:pt x="1096013" y="15852"/>
                  <a:pt x="1095275" y="16417"/>
                  <a:pt x="1094655" y="17147"/>
                </a:cubicBezTo>
                <a:cubicBezTo>
                  <a:pt x="1094035" y="17876"/>
                  <a:pt x="1093534" y="18751"/>
                  <a:pt x="1093151" y="19772"/>
                </a:cubicBezTo>
                <a:cubicBezTo>
                  <a:pt x="1092768" y="20793"/>
                  <a:pt x="1092531" y="21914"/>
                  <a:pt x="1092440" y="23136"/>
                </a:cubicBezTo>
                <a:lnTo>
                  <a:pt x="1106879" y="23136"/>
                </a:lnTo>
                <a:close/>
                <a:moveTo>
                  <a:pt x="1119723" y="11541"/>
                </a:moveTo>
                <a:lnTo>
                  <a:pt x="1123962" y="11541"/>
                </a:lnTo>
                <a:lnTo>
                  <a:pt x="1124153" y="15971"/>
                </a:lnTo>
                <a:cubicBezTo>
                  <a:pt x="1124955" y="15023"/>
                  <a:pt x="1125730" y="14234"/>
                  <a:pt x="1126478" y="13605"/>
                </a:cubicBezTo>
                <a:cubicBezTo>
                  <a:pt x="1127225" y="12976"/>
                  <a:pt x="1127959" y="12470"/>
                  <a:pt x="1128679" y="12087"/>
                </a:cubicBezTo>
                <a:cubicBezTo>
                  <a:pt x="1129399" y="11705"/>
                  <a:pt x="1130133" y="11436"/>
                  <a:pt x="1130880" y="11281"/>
                </a:cubicBezTo>
                <a:cubicBezTo>
                  <a:pt x="1131628" y="11126"/>
                  <a:pt x="1132403" y="11048"/>
                  <a:pt x="1133205" y="11048"/>
                </a:cubicBezTo>
                <a:cubicBezTo>
                  <a:pt x="1136031" y="11048"/>
                  <a:pt x="1138169" y="11882"/>
                  <a:pt x="1139618" y="13551"/>
                </a:cubicBezTo>
                <a:cubicBezTo>
                  <a:pt x="1141067" y="15219"/>
                  <a:pt x="1141792" y="17730"/>
                  <a:pt x="1141792" y="21085"/>
                </a:cubicBezTo>
                <a:lnTo>
                  <a:pt x="1141792" y="38997"/>
                </a:lnTo>
                <a:lnTo>
                  <a:pt x="1137034" y="38997"/>
                </a:lnTo>
                <a:lnTo>
                  <a:pt x="1137034" y="21468"/>
                </a:lnTo>
                <a:cubicBezTo>
                  <a:pt x="1137034" y="19316"/>
                  <a:pt x="1136633" y="17726"/>
                  <a:pt x="1135830" y="16695"/>
                </a:cubicBezTo>
                <a:cubicBezTo>
                  <a:pt x="1135028" y="15665"/>
                  <a:pt x="1133834" y="15150"/>
                  <a:pt x="1132248" y="15150"/>
                </a:cubicBezTo>
                <a:cubicBezTo>
                  <a:pt x="1131664" y="15150"/>
                  <a:pt x="1131095" y="15237"/>
                  <a:pt x="1130539" y="15410"/>
                </a:cubicBezTo>
                <a:cubicBezTo>
                  <a:pt x="1129983" y="15583"/>
                  <a:pt x="1129404" y="15884"/>
                  <a:pt x="1128802" y="16313"/>
                </a:cubicBezTo>
                <a:cubicBezTo>
                  <a:pt x="1128200" y="16741"/>
                  <a:pt x="1127549" y="17320"/>
                  <a:pt x="1126847" y="18049"/>
                </a:cubicBezTo>
                <a:cubicBezTo>
                  <a:pt x="1126145" y="18778"/>
                  <a:pt x="1125356" y="19690"/>
                  <a:pt x="1124481" y="20784"/>
                </a:cubicBezTo>
                <a:lnTo>
                  <a:pt x="1124481" y="38997"/>
                </a:lnTo>
                <a:lnTo>
                  <a:pt x="1119723" y="38997"/>
                </a:lnTo>
                <a:lnTo>
                  <a:pt x="1119723" y="115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Text observetherepaireffectofthe">
            <a:extLst xmlns:a="http://schemas.openxmlformats.org/drawingml/2006/main">
              <a:ext uri="{FF2B5EF4-FFF2-40B4-BE49-F238E27FC236}">
                <a16:creationId xmlns:a16="http://schemas.microsoft.com/office/drawing/2014/main" id="{1942BD98-9F2C-421B-9E64-04C91574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453" y="9582741"/>
            <a:ext cx="1144156" cy="50210"/>
          </a:xfrm>
          <a:custGeom xmlns:a="http://schemas.openxmlformats.org/drawingml/2006/main">
            <a:pathLst>
              <a:path w="1144156" h="50210">
                <a:moveTo>
                  <a:pt x="25761" y="25050"/>
                </a:moveTo>
                <a:cubicBezTo>
                  <a:pt x="25761" y="27183"/>
                  <a:pt x="25460" y="29138"/>
                  <a:pt x="24859" y="30916"/>
                </a:cubicBezTo>
                <a:cubicBezTo>
                  <a:pt x="24257" y="32694"/>
                  <a:pt x="23391" y="34216"/>
                  <a:pt x="22261" y="35483"/>
                </a:cubicBezTo>
                <a:cubicBezTo>
                  <a:pt x="21130" y="36750"/>
                  <a:pt x="19754" y="37735"/>
                  <a:pt x="18131" y="38437"/>
                </a:cubicBezTo>
                <a:cubicBezTo>
                  <a:pt x="16509" y="39138"/>
                  <a:pt x="14667" y="39489"/>
                  <a:pt x="12607" y="39489"/>
                </a:cubicBezTo>
                <a:cubicBezTo>
                  <a:pt x="10638" y="39489"/>
                  <a:pt x="8874" y="39184"/>
                  <a:pt x="7315" y="38573"/>
                </a:cubicBezTo>
                <a:cubicBezTo>
                  <a:pt x="5757" y="37963"/>
                  <a:pt x="4435" y="37065"/>
                  <a:pt x="3350" y="35880"/>
                </a:cubicBezTo>
                <a:cubicBezTo>
                  <a:pt x="2265" y="34695"/>
                  <a:pt x="1436" y="33227"/>
                  <a:pt x="861" y="31477"/>
                </a:cubicBezTo>
                <a:cubicBezTo>
                  <a:pt x="287" y="29726"/>
                  <a:pt x="0" y="27712"/>
                  <a:pt x="0" y="25433"/>
                </a:cubicBezTo>
                <a:cubicBezTo>
                  <a:pt x="0" y="23300"/>
                  <a:pt x="301" y="21354"/>
                  <a:pt x="902" y="19594"/>
                </a:cubicBezTo>
                <a:cubicBezTo>
                  <a:pt x="1504" y="17835"/>
                  <a:pt x="2370" y="16322"/>
                  <a:pt x="3500" y="15055"/>
                </a:cubicBezTo>
                <a:cubicBezTo>
                  <a:pt x="4631" y="13788"/>
                  <a:pt x="6007" y="12803"/>
                  <a:pt x="7630" y="12101"/>
                </a:cubicBezTo>
                <a:cubicBezTo>
                  <a:pt x="9252" y="11399"/>
                  <a:pt x="11094" y="11048"/>
                  <a:pt x="13154" y="11048"/>
                </a:cubicBezTo>
                <a:cubicBezTo>
                  <a:pt x="15123" y="11048"/>
                  <a:pt x="16887" y="11354"/>
                  <a:pt x="18446" y="11964"/>
                </a:cubicBezTo>
                <a:cubicBezTo>
                  <a:pt x="20005" y="12575"/>
                  <a:pt x="21326" y="13469"/>
                  <a:pt x="22411" y="14644"/>
                </a:cubicBezTo>
                <a:cubicBezTo>
                  <a:pt x="23496" y="15820"/>
                  <a:pt x="24325" y="17283"/>
                  <a:pt x="24900" y="19034"/>
                </a:cubicBezTo>
                <a:cubicBezTo>
                  <a:pt x="25474" y="20784"/>
                  <a:pt x="25761" y="22789"/>
                  <a:pt x="25761" y="25050"/>
                </a:cubicBezTo>
                <a:moveTo>
                  <a:pt x="20893" y="25269"/>
                </a:moveTo>
                <a:cubicBezTo>
                  <a:pt x="20893" y="23573"/>
                  <a:pt x="20706" y="22092"/>
                  <a:pt x="20333" y="20825"/>
                </a:cubicBezTo>
                <a:cubicBezTo>
                  <a:pt x="19959" y="19558"/>
                  <a:pt x="19426" y="18500"/>
                  <a:pt x="18733" y="17653"/>
                </a:cubicBezTo>
                <a:cubicBezTo>
                  <a:pt x="18040" y="16805"/>
                  <a:pt x="17197" y="16167"/>
                  <a:pt x="16203" y="15738"/>
                </a:cubicBezTo>
                <a:cubicBezTo>
                  <a:pt x="15210" y="15310"/>
                  <a:pt x="14102" y="15096"/>
                  <a:pt x="12881" y="15096"/>
                </a:cubicBezTo>
                <a:cubicBezTo>
                  <a:pt x="11458" y="15096"/>
                  <a:pt x="10242" y="15374"/>
                  <a:pt x="9230" y="15930"/>
                </a:cubicBezTo>
                <a:cubicBezTo>
                  <a:pt x="8218" y="16486"/>
                  <a:pt x="7388" y="17229"/>
                  <a:pt x="6741" y="18159"/>
                </a:cubicBezTo>
                <a:cubicBezTo>
                  <a:pt x="6094" y="19088"/>
                  <a:pt x="5620" y="20169"/>
                  <a:pt x="5319" y="21399"/>
                </a:cubicBezTo>
                <a:cubicBezTo>
                  <a:pt x="5018" y="22630"/>
                  <a:pt x="4868" y="23920"/>
                  <a:pt x="4868" y="25269"/>
                </a:cubicBezTo>
                <a:cubicBezTo>
                  <a:pt x="4868" y="26964"/>
                  <a:pt x="5055" y="28450"/>
                  <a:pt x="5428" y="29726"/>
                </a:cubicBezTo>
                <a:cubicBezTo>
                  <a:pt x="5802" y="31003"/>
                  <a:pt x="6335" y="32065"/>
                  <a:pt x="7028" y="32912"/>
                </a:cubicBezTo>
                <a:cubicBezTo>
                  <a:pt x="7721" y="33760"/>
                  <a:pt x="8560" y="34398"/>
                  <a:pt x="9544" y="34827"/>
                </a:cubicBezTo>
                <a:cubicBezTo>
                  <a:pt x="10529" y="35255"/>
                  <a:pt x="11641" y="35469"/>
                  <a:pt x="12881" y="35469"/>
                </a:cubicBezTo>
                <a:cubicBezTo>
                  <a:pt x="14303" y="35469"/>
                  <a:pt x="15520" y="35191"/>
                  <a:pt x="16531" y="34635"/>
                </a:cubicBezTo>
                <a:cubicBezTo>
                  <a:pt x="17543" y="34079"/>
                  <a:pt x="18373" y="33336"/>
                  <a:pt x="19020" y="32406"/>
                </a:cubicBezTo>
                <a:cubicBezTo>
                  <a:pt x="19667" y="31477"/>
                  <a:pt x="20141" y="30396"/>
                  <a:pt x="20442" y="29166"/>
                </a:cubicBezTo>
                <a:cubicBezTo>
                  <a:pt x="20743" y="27935"/>
                  <a:pt x="20893" y="26636"/>
                  <a:pt x="20893" y="25269"/>
                </a:cubicBezTo>
                <a:close/>
                <a:moveTo>
                  <a:pt x="56439" y="24777"/>
                </a:moveTo>
                <a:cubicBezTo>
                  <a:pt x="56439" y="27056"/>
                  <a:pt x="56124" y="29093"/>
                  <a:pt x="55495" y="30889"/>
                </a:cubicBezTo>
                <a:cubicBezTo>
                  <a:pt x="54866" y="32685"/>
                  <a:pt x="53973" y="34207"/>
                  <a:pt x="52815" y="35456"/>
                </a:cubicBezTo>
                <a:cubicBezTo>
                  <a:pt x="51657" y="36705"/>
                  <a:pt x="50249" y="37662"/>
                  <a:pt x="48590" y="38327"/>
                </a:cubicBezTo>
                <a:cubicBezTo>
                  <a:pt x="46931" y="38993"/>
                  <a:pt x="45062" y="39325"/>
                  <a:pt x="42984" y="39325"/>
                </a:cubicBezTo>
                <a:cubicBezTo>
                  <a:pt x="41361" y="39325"/>
                  <a:pt x="39702" y="39170"/>
                  <a:pt x="38007" y="38860"/>
                </a:cubicBezTo>
                <a:cubicBezTo>
                  <a:pt x="36311" y="38551"/>
                  <a:pt x="34634" y="38058"/>
                  <a:pt x="32975" y="37384"/>
                </a:cubicBezTo>
                <a:lnTo>
                  <a:pt x="32975" y="328"/>
                </a:lnTo>
                <a:lnTo>
                  <a:pt x="37733" y="328"/>
                </a:lnTo>
                <a:lnTo>
                  <a:pt x="37733" y="10985"/>
                </a:lnTo>
                <a:lnTo>
                  <a:pt x="37514" y="16080"/>
                </a:lnTo>
                <a:cubicBezTo>
                  <a:pt x="38882" y="14239"/>
                  <a:pt x="40345" y="12940"/>
                  <a:pt x="41904" y="12183"/>
                </a:cubicBezTo>
                <a:cubicBezTo>
                  <a:pt x="43462" y="11427"/>
                  <a:pt x="45135" y="11048"/>
                  <a:pt x="46922" y="11048"/>
                </a:cubicBezTo>
                <a:cubicBezTo>
                  <a:pt x="48490" y="11048"/>
                  <a:pt x="49866" y="11376"/>
                  <a:pt x="51051" y="12033"/>
                </a:cubicBezTo>
                <a:cubicBezTo>
                  <a:pt x="52236" y="12689"/>
                  <a:pt x="53230" y="13614"/>
                  <a:pt x="54032" y="14809"/>
                </a:cubicBezTo>
                <a:cubicBezTo>
                  <a:pt x="54834" y="16003"/>
                  <a:pt x="55436" y="17443"/>
                  <a:pt x="55837" y="19129"/>
                </a:cubicBezTo>
                <a:cubicBezTo>
                  <a:pt x="56238" y="20816"/>
                  <a:pt x="56439" y="22698"/>
                  <a:pt x="56439" y="24777"/>
                </a:cubicBezTo>
                <a:moveTo>
                  <a:pt x="51571" y="24995"/>
                </a:moveTo>
                <a:cubicBezTo>
                  <a:pt x="51571" y="23555"/>
                  <a:pt x="51466" y="22233"/>
                  <a:pt x="51256" y="21030"/>
                </a:cubicBezTo>
                <a:cubicBezTo>
                  <a:pt x="51047" y="19827"/>
                  <a:pt x="50714" y="18797"/>
                  <a:pt x="50258" y="17940"/>
                </a:cubicBezTo>
                <a:cubicBezTo>
                  <a:pt x="49802" y="17083"/>
                  <a:pt x="49219" y="16413"/>
                  <a:pt x="48508" y="15930"/>
                </a:cubicBezTo>
                <a:cubicBezTo>
                  <a:pt x="47797" y="15447"/>
                  <a:pt x="46949" y="15205"/>
                  <a:pt x="45965" y="15205"/>
                </a:cubicBezTo>
                <a:cubicBezTo>
                  <a:pt x="45363" y="15205"/>
                  <a:pt x="44752" y="15301"/>
                  <a:pt x="44132" y="15492"/>
                </a:cubicBezTo>
                <a:cubicBezTo>
                  <a:pt x="43512" y="15684"/>
                  <a:pt x="42870" y="16003"/>
                  <a:pt x="42204" y="16449"/>
                </a:cubicBezTo>
                <a:cubicBezTo>
                  <a:pt x="41539" y="16896"/>
                  <a:pt x="40837" y="17489"/>
                  <a:pt x="40099" y="18227"/>
                </a:cubicBezTo>
                <a:cubicBezTo>
                  <a:pt x="39360" y="18965"/>
                  <a:pt x="38572" y="19881"/>
                  <a:pt x="37733" y="20975"/>
                </a:cubicBezTo>
                <a:lnTo>
                  <a:pt x="37733" y="34293"/>
                </a:lnTo>
                <a:cubicBezTo>
                  <a:pt x="38663" y="34658"/>
                  <a:pt x="39611" y="34945"/>
                  <a:pt x="40577" y="35155"/>
                </a:cubicBezTo>
                <a:cubicBezTo>
                  <a:pt x="41543" y="35365"/>
                  <a:pt x="42464" y="35469"/>
                  <a:pt x="43339" y="35469"/>
                </a:cubicBezTo>
                <a:cubicBezTo>
                  <a:pt x="44433" y="35469"/>
                  <a:pt x="45477" y="35296"/>
                  <a:pt x="46471" y="34950"/>
                </a:cubicBezTo>
                <a:cubicBezTo>
                  <a:pt x="47464" y="34603"/>
                  <a:pt x="48339" y="34025"/>
                  <a:pt x="49096" y="33213"/>
                </a:cubicBezTo>
                <a:cubicBezTo>
                  <a:pt x="49852" y="32402"/>
                  <a:pt x="50454" y="31326"/>
                  <a:pt x="50901" y="29986"/>
                </a:cubicBezTo>
                <a:cubicBezTo>
                  <a:pt x="51347" y="28646"/>
                  <a:pt x="51571" y="26983"/>
                  <a:pt x="51571" y="24995"/>
                </a:cubicBezTo>
                <a:close/>
                <a:moveTo>
                  <a:pt x="85831" y="31504"/>
                </a:moveTo>
                <a:cubicBezTo>
                  <a:pt x="85831" y="32470"/>
                  <a:pt x="85667" y="33336"/>
                  <a:pt x="85338" y="34102"/>
                </a:cubicBezTo>
                <a:cubicBezTo>
                  <a:pt x="85010" y="34868"/>
                  <a:pt x="84564" y="35547"/>
                  <a:pt x="83998" y="36139"/>
                </a:cubicBezTo>
                <a:cubicBezTo>
                  <a:pt x="83433" y="36732"/>
                  <a:pt x="82777" y="37238"/>
                  <a:pt x="82029" y="37657"/>
                </a:cubicBezTo>
                <a:cubicBezTo>
                  <a:pt x="81282" y="38076"/>
                  <a:pt x="80484" y="38423"/>
                  <a:pt x="79637" y="38696"/>
                </a:cubicBezTo>
                <a:cubicBezTo>
                  <a:pt x="78789" y="38970"/>
                  <a:pt x="77918" y="39170"/>
                  <a:pt x="77025" y="39298"/>
                </a:cubicBezTo>
                <a:cubicBezTo>
                  <a:pt x="76132" y="39426"/>
                  <a:pt x="75256" y="39489"/>
                  <a:pt x="74400" y="39489"/>
                </a:cubicBezTo>
                <a:cubicBezTo>
                  <a:pt x="72540" y="39489"/>
                  <a:pt x="70831" y="39407"/>
                  <a:pt x="69272" y="39243"/>
                </a:cubicBezTo>
                <a:cubicBezTo>
                  <a:pt x="67713" y="39079"/>
                  <a:pt x="66186" y="38815"/>
                  <a:pt x="64691" y="38450"/>
                </a:cubicBezTo>
                <a:lnTo>
                  <a:pt x="64691" y="34075"/>
                </a:lnTo>
                <a:cubicBezTo>
                  <a:pt x="66296" y="34530"/>
                  <a:pt x="67891" y="34877"/>
                  <a:pt x="69477" y="35114"/>
                </a:cubicBezTo>
                <a:cubicBezTo>
                  <a:pt x="71063" y="35351"/>
                  <a:pt x="72640" y="35469"/>
                  <a:pt x="74208" y="35469"/>
                </a:cubicBezTo>
                <a:cubicBezTo>
                  <a:pt x="76487" y="35469"/>
                  <a:pt x="78174" y="35159"/>
                  <a:pt x="79267" y="34540"/>
                </a:cubicBezTo>
                <a:cubicBezTo>
                  <a:pt x="80361" y="33920"/>
                  <a:pt x="80908" y="33035"/>
                  <a:pt x="80908" y="31887"/>
                </a:cubicBezTo>
                <a:cubicBezTo>
                  <a:pt x="80908" y="31395"/>
                  <a:pt x="80822" y="30953"/>
                  <a:pt x="80648" y="30561"/>
                </a:cubicBezTo>
                <a:cubicBezTo>
                  <a:pt x="80475" y="30169"/>
                  <a:pt x="80161" y="29795"/>
                  <a:pt x="79705" y="29439"/>
                </a:cubicBezTo>
                <a:cubicBezTo>
                  <a:pt x="79249" y="29084"/>
                  <a:pt x="78543" y="28715"/>
                  <a:pt x="77586" y="28332"/>
                </a:cubicBezTo>
                <a:cubicBezTo>
                  <a:pt x="76628" y="27949"/>
                  <a:pt x="75320" y="27511"/>
                  <a:pt x="73661" y="27019"/>
                </a:cubicBezTo>
                <a:cubicBezTo>
                  <a:pt x="72421" y="26654"/>
                  <a:pt x="71277" y="26240"/>
                  <a:pt x="70229" y="25775"/>
                </a:cubicBezTo>
                <a:cubicBezTo>
                  <a:pt x="69181" y="25310"/>
                  <a:pt x="68274" y="24758"/>
                  <a:pt x="67508" y="24120"/>
                </a:cubicBezTo>
                <a:cubicBezTo>
                  <a:pt x="66742" y="23482"/>
                  <a:pt x="66141" y="22735"/>
                  <a:pt x="65703" y="21878"/>
                </a:cubicBezTo>
                <a:cubicBezTo>
                  <a:pt x="65266" y="21021"/>
                  <a:pt x="65047" y="20009"/>
                  <a:pt x="65047" y="18842"/>
                </a:cubicBezTo>
                <a:cubicBezTo>
                  <a:pt x="65047" y="18077"/>
                  <a:pt x="65225" y="17238"/>
                  <a:pt x="65580" y="16326"/>
                </a:cubicBezTo>
                <a:cubicBezTo>
                  <a:pt x="65936" y="15415"/>
                  <a:pt x="66542" y="14567"/>
                  <a:pt x="67399" y="13783"/>
                </a:cubicBezTo>
                <a:cubicBezTo>
                  <a:pt x="68256" y="12999"/>
                  <a:pt x="69413" y="12347"/>
                  <a:pt x="70872" y="11828"/>
                </a:cubicBezTo>
                <a:cubicBezTo>
                  <a:pt x="72330" y="11308"/>
                  <a:pt x="74153" y="11048"/>
                  <a:pt x="76341" y="11048"/>
                </a:cubicBezTo>
                <a:cubicBezTo>
                  <a:pt x="77417" y="11048"/>
                  <a:pt x="78611" y="11108"/>
                  <a:pt x="79924" y="11226"/>
                </a:cubicBezTo>
                <a:cubicBezTo>
                  <a:pt x="81236" y="11345"/>
                  <a:pt x="82604" y="11550"/>
                  <a:pt x="84026" y="11841"/>
                </a:cubicBezTo>
                <a:lnTo>
                  <a:pt x="84026" y="16080"/>
                </a:lnTo>
                <a:cubicBezTo>
                  <a:pt x="82531" y="15716"/>
                  <a:pt x="81113" y="15447"/>
                  <a:pt x="79773" y="15273"/>
                </a:cubicBezTo>
                <a:cubicBezTo>
                  <a:pt x="78433" y="15100"/>
                  <a:pt x="77271" y="15014"/>
                  <a:pt x="76287" y="15014"/>
                </a:cubicBezTo>
                <a:cubicBezTo>
                  <a:pt x="75102" y="15014"/>
                  <a:pt x="74103" y="15105"/>
                  <a:pt x="73292" y="15287"/>
                </a:cubicBezTo>
                <a:cubicBezTo>
                  <a:pt x="72481" y="15469"/>
                  <a:pt x="71824" y="15720"/>
                  <a:pt x="71323" y="16039"/>
                </a:cubicBezTo>
                <a:cubicBezTo>
                  <a:pt x="70822" y="16358"/>
                  <a:pt x="70462" y="16732"/>
                  <a:pt x="70243" y="17160"/>
                </a:cubicBezTo>
                <a:cubicBezTo>
                  <a:pt x="70024" y="17589"/>
                  <a:pt x="69915" y="18049"/>
                  <a:pt x="69915" y="18541"/>
                </a:cubicBezTo>
                <a:cubicBezTo>
                  <a:pt x="69915" y="19034"/>
                  <a:pt x="70010" y="19480"/>
                  <a:pt x="70202" y="19881"/>
                </a:cubicBezTo>
                <a:cubicBezTo>
                  <a:pt x="70393" y="20283"/>
                  <a:pt x="70749" y="20670"/>
                  <a:pt x="71268" y="21044"/>
                </a:cubicBezTo>
                <a:cubicBezTo>
                  <a:pt x="71788" y="21417"/>
                  <a:pt x="72513" y="21791"/>
                  <a:pt x="73442" y="22165"/>
                </a:cubicBezTo>
                <a:cubicBezTo>
                  <a:pt x="74372" y="22539"/>
                  <a:pt x="75585" y="22944"/>
                  <a:pt x="77080" y="23382"/>
                </a:cubicBezTo>
                <a:cubicBezTo>
                  <a:pt x="78702" y="23856"/>
                  <a:pt x="80070" y="24353"/>
                  <a:pt x="81182" y="24872"/>
                </a:cubicBezTo>
                <a:cubicBezTo>
                  <a:pt x="82294" y="25392"/>
                  <a:pt x="83196" y="25971"/>
                  <a:pt x="83889" y="26609"/>
                </a:cubicBezTo>
                <a:cubicBezTo>
                  <a:pt x="84582" y="27247"/>
                  <a:pt x="85079" y="27967"/>
                  <a:pt x="85380" y="28769"/>
                </a:cubicBezTo>
                <a:cubicBezTo>
                  <a:pt x="85680" y="29571"/>
                  <a:pt x="85831" y="30483"/>
                  <a:pt x="85831" y="31504"/>
                </a:cubicBezTo>
                <a:close/>
                <a:moveTo>
                  <a:pt x="118395" y="23819"/>
                </a:moveTo>
                <a:cubicBezTo>
                  <a:pt x="118395" y="24494"/>
                  <a:pt x="118386" y="25059"/>
                  <a:pt x="118368" y="25515"/>
                </a:cubicBezTo>
                <a:cubicBezTo>
                  <a:pt x="118350" y="25971"/>
                  <a:pt x="118322" y="26399"/>
                  <a:pt x="118286" y="26800"/>
                </a:cubicBezTo>
                <a:lnTo>
                  <a:pt x="99006" y="26800"/>
                </a:lnTo>
                <a:cubicBezTo>
                  <a:pt x="99006" y="29608"/>
                  <a:pt x="99790" y="31764"/>
                  <a:pt x="101358" y="33268"/>
                </a:cubicBezTo>
                <a:cubicBezTo>
                  <a:pt x="102926" y="34772"/>
                  <a:pt x="105186" y="35524"/>
                  <a:pt x="108140" y="35524"/>
                </a:cubicBezTo>
                <a:cubicBezTo>
                  <a:pt x="108942" y="35524"/>
                  <a:pt x="109744" y="35492"/>
                  <a:pt x="110547" y="35427"/>
                </a:cubicBezTo>
                <a:cubicBezTo>
                  <a:pt x="111349" y="35361"/>
                  <a:pt x="112124" y="35273"/>
                  <a:pt x="112871" y="35161"/>
                </a:cubicBezTo>
                <a:cubicBezTo>
                  <a:pt x="113619" y="35049"/>
                  <a:pt x="114334" y="34923"/>
                  <a:pt x="115018" y="34783"/>
                </a:cubicBezTo>
                <a:cubicBezTo>
                  <a:pt x="115701" y="34643"/>
                  <a:pt x="116335" y="34489"/>
                  <a:pt x="116918" y="34321"/>
                </a:cubicBezTo>
                <a:lnTo>
                  <a:pt x="116918" y="38231"/>
                </a:lnTo>
                <a:cubicBezTo>
                  <a:pt x="115624" y="38604"/>
                  <a:pt x="114161" y="38907"/>
                  <a:pt x="112529" y="39140"/>
                </a:cubicBezTo>
                <a:cubicBezTo>
                  <a:pt x="110897" y="39373"/>
                  <a:pt x="109206" y="39489"/>
                  <a:pt x="107456" y="39489"/>
                </a:cubicBezTo>
                <a:cubicBezTo>
                  <a:pt x="105104" y="39489"/>
                  <a:pt x="103081" y="39170"/>
                  <a:pt x="101385" y="38532"/>
                </a:cubicBezTo>
                <a:cubicBezTo>
                  <a:pt x="99690" y="37894"/>
                  <a:pt x="98300" y="36969"/>
                  <a:pt x="97215" y="35757"/>
                </a:cubicBezTo>
                <a:cubicBezTo>
                  <a:pt x="96130" y="34544"/>
                  <a:pt x="95328" y="33058"/>
                  <a:pt x="94808" y="31299"/>
                </a:cubicBezTo>
                <a:cubicBezTo>
                  <a:pt x="94289" y="29540"/>
                  <a:pt x="94029" y="27548"/>
                  <a:pt x="94029" y="25324"/>
                </a:cubicBezTo>
                <a:cubicBezTo>
                  <a:pt x="94029" y="23391"/>
                  <a:pt x="94307" y="21563"/>
                  <a:pt x="94863" y="19840"/>
                </a:cubicBezTo>
                <a:cubicBezTo>
                  <a:pt x="95419" y="18118"/>
                  <a:pt x="96230" y="16604"/>
                  <a:pt x="97297" y="15301"/>
                </a:cubicBezTo>
                <a:cubicBezTo>
                  <a:pt x="98363" y="13997"/>
                  <a:pt x="99671" y="12963"/>
                  <a:pt x="101221" y="12197"/>
                </a:cubicBezTo>
                <a:cubicBezTo>
                  <a:pt x="102771" y="11431"/>
                  <a:pt x="104530" y="11048"/>
                  <a:pt x="106499" y="11048"/>
                </a:cubicBezTo>
                <a:cubicBezTo>
                  <a:pt x="108413" y="11048"/>
                  <a:pt x="110109" y="11349"/>
                  <a:pt x="111586" y="11951"/>
                </a:cubicBezTo>
                <a:cubicBezTo>
                  <a:pt x="113062" y="12552"/>
                  <a:pt x="114307" y="13405"/>
                  <a:pt x="115319" y="14508"/>
                </a:cubicBezTo>
                <a:cubicBezTo>
                  <a:pt x="116330" y="15611"/>
                  <a:pt x="117096" y="16951"/>
                  <a:pt x="117616" y="18528"/>
                </a:cubicBezTo>
                <a:cubicBezTo>
                  <a:pt x="118135" y="20105"/>
                  <a:pt x="118395" y="21869"/>
                  <a:pt x="118395" y="23819"/>
                </a:cubicBezTo>
                <a:moveTo>
                  <a:pt x="113445" y="23136"/>
                </a:moveTo>
                <a:cubicBezTo>
                  <a:pt x="113500" y="21914"/>
                  <a:pt x="113382" y="20798"/>
                  <a:pt x="113090" y="19786"/>
                </a:cubicBezTo>
                <a:cubicBezTo>
                  <a:pt x="112798" y="18774"/>
                  <a:pt x="112347" y="17903"/>
                  <a:pt x="111736" y="17174"/>
                </a:cubicBezTo>
                <a:cubicBezTo>
                  <a:pt x="111125" y="16445"/>
                  <a:pt x="110364" y="15875"/>
                  <a:pt x="109453" y="15465"/>
                </a:cubicBezTo>
                <a:cubicBezTo>
                  <a:pt x="108541" y="15055"/>
                  <a:pt x="107484" y="14850"/>
                  <a:pt x="106280" y="14850"/>
                </a:cubicBezTo>
                <a:cubicBezTo>
                  <a:pt x="105241" y="14850"/>
                  <a:pt x="104293" y="15050"/>
                  <a:pt x="103436" y="15451"/>
                </a:cubicBezTo>
                <a:cubicBezTo>
                  <a:pt x="102579" y="15852"/>
                  <a:pt x="101841" y="16417"/>
                  <a:pt x="101221" y="17147"/>
                </a:cubicBezTo>
                <a:cubicBezTo>
                  <a:pt x="100601" y="17876"/>
                  <a:pt x="100100" y="18751"/>
                  <a:pt x="99717" y="19772"/>
                </a:cubicBezTo>
                <a:cubicBezTo>
                  <a:pt x="99334" y="20793"/>
                  <a:pt x="99097" y="21914"/>
                  <a:pt x="99006" y="23136"/>
                </a:cubicBezTo>
                <a:lnTo>
                  <a:pt x="113445" y="23136"/>
                </a:lnTo>
                <a:close/>
                <a:moveTo>
                  <a:pt x="127441" y="11541"/>
                </a:moveTo>
                <a:lnTo>
                  <a:pt x="131789" y="11541"/>
                </a:lnTo>
                <a:lnTo>
                  <a:pt x="131926" y="16587"/>
                </a:lnTo>
                <a:cubicBezTo>
                  <a:pt x="133548" y="14641"/>
                  <a:pt x="135148" y="13231"/>
                  <a:pt x="136725" y="12358"/>
                </a:cubicBezTo>
                <a:cubicBezTo>
                  <a:pt x="138302" y="11485"/>
                  <a:pt x="139893" y="11048"/>
                  <a:pt x="141497" y="11048"/>
                </a:cubicBezTo>
                <a:cubicBezTo>
                  <a:pt x="144341" y="11048"/>
                  <a:pt x="146497" y="11967"/>
                  <a:pt x="147965" y="13804"/>
                </a:cubicBezTo>
                <a:cubicBezTo>
                  <a:pt x="149432" y="15640"/>
                  <a:pt x="150112" y="18368"/>
                  <a:pt x="150002" y="21987"/>
                </a:cubicBezTo>
                <a:lnTo>
                  <a:pt x="145189" y="21987"/>
                </a:lnTo>
                <a:cubicBezTo>
                  <a:pt x="145244" y="19590"/>
                  <a:pt x="144893" y="17852"/>
                  <a:pt x="144136" y="16772"/>
                </a:cubicBezTo>
                <a:cubicBezTo>
                  <a:pt x="143380" y="15691"/>
                  <a:pt x="142272" y="15150"/>
                  <a:pt x="140813" y="15150"/>
                </a:cubicBezTo>
                <a:cubicBezTo>
                  <a:pt x="140175" y="15150"/>
                  <a:pt x="139533" y="15264"/>
                  <a:pt x="138886" y="15491"/>
                </a:cubicBezTo>
                <a:cubicBezTo>
                  <a:pt x="138238" y="15718"/>
                  <a:pt x="137573" y="16081"/>
                  <a:pt x="136889" y="16580"/>
                </a:cubicBezTo>
                <a:cubicBezTo>
                  <a:pt x="136205" y="17079"/>
                  <a:pt x="135481" y="17719"/>
                  <a:pt x="134715" y="18500"/>
                </a:cubicBezTo>
                <a:cubicBezTo>
                  <a:pt x="133949" y="19281"/>
                  <a:pt x="133129" y="20225"/>
                  <a:pt x="132254" y="21333"/>
                </a:cubicBezTo>
                <a:lnTo>
                  <a:pt x="132254" y="38997"/>
                </a:lnTo>
                <a:lnTo>
                  <a:pt x="127441" y="38997"/>
                </a:lnTo>
                <a:lnTo>
                  <a:pt x="127441" y="11541"/>
                </a:lnTo>
                <a:close/>
                <a:moveTo>
                  <a:pt x="154864" y="11541"/>
                </a:moveTo>
                <a:lnTo>
                  <a:pt x="160278" y="11541"/>
                </a:lnTo>
                <a:lnTo>
                  <a:pt x="167006" y="29699"/>
                </a:lnTo>
                <a:lnTo>
                  <a:pt x="168455" y="34129"/>
                </a:lnTo>
                <a:lnTo>
                  <a:pt x="169959" y="29590"/>
                </a:lnTo>
                <a:lnTo>
                  <a:pt x="176632" y="11541"/>
                </a:lnTo>
                <a:lnTo>
                  <a:pt x="181855" y="11541"/>
                </a:lnTo>
                <a:lnTo>
                  <a:pt x="171080" y="38997"/>
                </a:lnTo>
                <a:lnTo>
                  <a:pt x="165611" y="38997"/>
                </a:lnTo>
                <a:lnTo>
                  <a:pt x="154864" y="11541"/>
                </a:lnTo>
                <a:close/>
                <a:moveTo>
                  <a:pt x="211739" y="23819"/>
                </a:moveTo>
                <a:cubicBezTo>
                  <a:pt x="211739" y="24494"/>
                  <a:pt x="211730" y="25059"/>
                  <a:pt x="211712" y="25515"/>
                </a:cubicBezTo>
                <a:cubicBezTo>
                  <a:pt x="211694" y="25971"/>
                  <a:pt x="211666" y="26399"/>
                  <a:pt x="211630" y="26800"/>
                </a:cubicBezTo>
                <a:lnTo>
                  <a:pt x="192350" y="26800"/>
                </a:lnTo>
                <a:cubicBezTo>
                  <a:pt x="192350" y="29608"/>
                  <a:pt x="193134" y="31764"/>
                  <a:pt x="194702" y="33268"/>
                </a:cubicBezTo>
                <a:cubicBezTo>
                  <a:pt x="196270" y="34772"/>
                  <a:pt x="198531" y="35524"/>
                  <a:pt x="201484" y="35524"/>
                </a:cubicBezTo>
                <a:cubicBezTo>
                  <a:pt x="202286" y="35524"/>
                  <a:pt x="203089" y="35492"/>
                  <a:pt x="203891" y="35427"/>
                </a:cubicBezTo>
                <a:cubicBezTo>
                  <a:pt x="204693" y="35361"/>
                  <a:pt x="205468" y="35273"/>
                  <a:pt x="206215" y="35161"/>
                </a:cubicBezTo>
                <a:cubicBezTo>
                  <a:pt x="206963" y="35049"/>
                  <a:pt x="207678" y="34923"/>
                  <a:pt x="208362" y="34783"/>
                </a:cubicBezTo>
                <a:cubicBezTo>
                  <a:pt x="209046" y="34643"/>
                  <a:pt x="209679" y="34489"/>
                  <a:pt x="210263" y="34321"/>
                </a:cubicBezTo>
                <a:lnTo>
                  <a:pt x="210263" y="38231"/>
                </a:lnTo>
                <a:cubicBezTo>
                  <a:pt x="208968" y="38604"/>
                  <a:pt x="207505" y="38907"/>
                  <a:pt x="205873" y="39140"/>
                </a:cubicBezTo>
                <a:cubicBezTo>
                  <a:pt x="204242" y="39373"/>
                  <a:pt x="202551" y="39489"/>
                  <a:pt x="200801" y="39489"/>
                </a:cubicBezTo>
                <a:cubicBezTo>
                  <a:pt x="198449" y="39489"/>
                  <a:pt x="196425" y="39170"/>
                  <a:pt x="194729" y="38532"/>
                </a:cubicBezTo>
                <a:cubicBezTo>
                  <a:pt x="193034" y="37894"/>
                  <a:pt x="191644" y="36969"/>
                  <a:pt x="190559" y="35757"/>
                </a:cubicBezTo>
                <a:cubicBezTo>
                  <a:pt x="189474" y="34544"/>
                  <a:pt x="188672" y="33058"/>
                  <a:pt x="188152" y="31299"/>
                </a:cubicBezTo>
                <a:cubicBezTo>
                  <a:pt x="187633" y="29540"/>
                  <a:pt x="187373" y="27548"/>
                  <a:pt x="187373" y="25324"/>
                </a:cubicBezTo>
                <a:cubicBezTo>
                  <a:pt x="187373" y="23391"/>
                  <a:pt x="187651" y="21563"/>
                  <a:pt x="188207" y="19840"/>
                </a:cubicBezTo>
                <a:cubicBezTo>
                  <a:pt x="188763" y="18118"/>
                  <a:pt x="189574" y="16604"/>
                  <a:pt x="190641" y="15301"/>
                </a:cubicBezTo>
                <a:cubicBezTo>
                  <a:pt x="191708" y="13997"/>
                  <a:pt x="193016" y="12963"/>
                  <a:pt x="194565" y="12197"/>
                </a:cubicBezTo>
                <a:cubicBezTo>
                  <a:pt x="196115" y="11431"/>
                  <a:pt x="197874" y="11048"/>
                  <a:pt x="199843" y="11048"/>
                </a:cubicBezTo>
                <a:cubicBezTo>
                  <a:pt x="201758" y="11048"/>
                  <a:pt x="203453" y="11349"/>
                  <a:pt x="204930" y="11951"/>
                </a:cubicBezTo>
                <a:cubicBezTo>
                  <a:pt x="206407" y="12552"/>
                  <a:pt x="207651" y="13405"/>
                  <a:pt x="208663" y="14508"/>
                </a:cubicBezTo>
                <a:cubicBezTo>
                  <a:pt x="209675" y="15611"/>
                  <a:pt x="210440" y="16951"/>
                  <a:pt x="210960" y="18528"/>
                </a:cubicBezTo>
                <a:cubicBezTo>
                  <a:pt x="211480" y="20105"/>
                  <a:pt x="211739" y="21869"/>
                  <a:pt x="211739" y="23819"/>
                </a:cubicBezTo>
                <a:moveTo>
                  <a:pt x="206790" y="23136"/>
                </a:moveTo>
                <a:cubicBezTo>
                  <a:pt x="206844" y="21914"/>
                  <a:pt x="206726" y="20798"/>
                  <a:pt x="206434" y="19786"/>
                </a:cubicBezTo>
                <a:cubicBezTo>
                  <a:pt x="206142" y="18774"/>
                  <a:pt x="205691" y="17903"/>
                  <a:pt x="205080" y="17174"/>
                </a:cubicBezTo>
                <a:cubicBezTo>
                  <a:pt x="204470" y="16445"/>
                  <a:pt x="203708" y="15875"/>
                  <a:pt x="202797" y="15465"/>
                </a:cubicBezTo>
                <a:cubicBezTo>
                  <a:pt x="201885" y="15055"/>
                  <a:pt x="200828" y="14850"/>
                  <a:pt x="199625" y="14850"/>
                </a:cubicBezTo>
                <a:cubicBezTo>
                  <a:pt x="198585" y="14850"/>
                  <a:pt x="197637" y="15050"/>
                  <a:pt x="196780" y="15451"/>
                </a:cubicBezTo>
                <a:cubicBezTo>
                  <a:pt x="195924" y="15852"/>
                  <a:pt x="195185" y="16417"/>
                  <a:pt x="194565" y="17147"/>
                </a:cubicBezTo>
                <a:cubicBezTo>
                  <a:pt x="193945" y="17876"/>
                  <a:pt x="193444" y="18751"/>
                  <a:pt x="193061" y="19772"/>
                </a:cubicBezTo>
                <a:cubicBezTo>
                  <a:pt x="192678" y="20793"/>
                  <a:pt x="192441" y="21914"/>
                  <a:pt x="192350" y="23136"/>
                </a:cubicBezTo>
                <a:lnTo>
                  <a:pt x="206790" y="23136"/>
                </a:lnTo>
                <a:close/>
                <a:moveTo>
                  <a:pt x="302983" y="38587"/>
                </a:moveTo>
                <a:cubicBezTo>
                  <a:pt x="301907" y="38870"/>
                  <a:pt x="300795" y="39073"/>
                  <a:pt x="299646" y="39195"/>
                </a:cubicBezTo>
                <a:cubicBezTo>
                  <a:pt x="298498" y="39319"/>
                  <a:pt x="297331" y="39380"/>
                  <a:pt x="296146" y="39380"/>
                </a:cubicBezTo>
                <a:cubicBezTo>
                  <a:pt x="292700" y="39380"/>
                  <a:pt x="290129" y="38601"/>
                  <a:pt x="288434" y="37042"/>
                </a:cubicBezTo>
                <a:cubicBezTo>
                  <a:pt x="286738" y="35483"/>
                  <a:pt x="285891" y="33090"/>
                  <a:pt x="285891" y="29863"/>
                </a:cubicBezTo>
                <a:lnTo>
                  <a:pt x="285891" y="15533"/>
                </a:lnTo>
                <a:lnTo>
                  <a:pt x="278206" y="15533"/>
                </a:lnTo>
                <a:lnTo>
                  <a:pt x="278206" y="11541"/>
                </a:lnTo>
                <a:lnTo>
                  <a:pt x="285891" y="11541"/>
                </a:lnTo>
                <a:lnTo>
                  <a:pt x="285891" y="3969"/>
                </a:lnTo>
                <a:lnTo>
                  <a:pt x="290649" y="2735"/>
                </a:lnTo>
                <a:lnTo>
                  <a:pt x="290649" y="11541"/>
                </a:lnTo>
                <a:lnTo>
                  <a:pt x="302983" y="11541"/>
                </a:lnTo>
                <a:lnTo>
                  <a:pt x="302983" y="15533"/>
                </a:lnTo>
                <a:lnTo>
                  <a:pt x="290649" y="15533"/>
                </a:lnTo>
                <a:lnTo>
                  <a:pt x="290649" y="29480"/>
                </a:lnTo>
                <a:cubicBezTo>
                  <a:pt x="290649" y="31449"/>
                  <a:pt x="291173" y="32922"/>
                  <a:pt x="292222" y="33897"/>
                </a:cubicBezTo>
                <a:cubicBezTo>
                  <a:pt x="293270" y="34872"/>
                  <a:pt x="294815" y="35360"/>
                  <a:pt x="296857" y="35360"/>
                </a:cubicBezTo>
                <a:cubicBezTo>
                  <a:pt x="297732" y="35360"/>
                  <a:pt x="298689" y="35290"/>
                  <a:pt x="299728" y="35149"/>
                </a:cubicBezTo>
                <a:cubicBezTo>
                  <a:pt x="300768" y="35008"/>
                  <a:pt x="301852" y="34786"/>
                  <a:pt x="302983" y="34485"/>
                </a:cubicBezTo>
                <a:lnTo>
                  <a:pt x="302983" y="38587"/>
                </a:lnTo>
                <a:close/>
                <a:moveTo>
                  <a:pt x="335020" y="38997"/>
                </a:moveTo>
                <a:lnTo>
                  <a:pt x="330262" y="38997"/>
                </a:lnTo>
                <a:lnTo>
                  <a:pt x="330262" y="21468"/>
                </a:lnTo>
                <a:cubicBezTo>
                  <a:pt x="330262" y="19353"/>
                  <a:pt x="329865" y="17771"/>
                  <a:pt x="329072" y="16723"/>
                </a:cubicBezTo>
                <a:cubicBezTo>
                  <a:pt x="328279" y="15675"/>
                  <a:pt x="327144" y="15150"/>
                  <a:pt x="325668" y="15150"/>
                </a:cubicBezTo>
                <a:cubicBezTo>
                  <a:pt x="325029" y="15150"/>
                  <a:pt x="324432" y="15237"/>
                  <a:pt x="323876" y="15410"/>
                </a:cubicBezTo>
                <a:cubicBezTo>
                  <a:pt x="323320" y="15583"/>
                  <a:pt x="322741" y="15884"/>
                  <a:pt x="322140" y="16313"/>
                </a:cubicBezTo>
                <a:cubicBezTo>
                  <a:pt x="321538" y="16741"/>
                  <a:pt x="320882" y="17320"/>
                  <a:pt x="320171" y="18049"/>
                </a:cubicBezTo>
                <a:cubicBezTo>
                  <a:pt x="319460" y="18778"/>
                  <a:pt x="318639" y="19690"/>
                  <a:pt x="317709" y="20784"/>
                </a:cubicBezTo>
                <a:lnTo>
                  <a:pt x="317709" y="38997"/>
                </a:lnTo>
                <a:lnTo>
                  <a:pt x="312951" y="38997"/>
                </a:lnTo>
                <a:lnTo>
                  <a:pt x="312951" y="328"/>
                </a:lnTo>
                <a:lnTo>
                  <a:pt x="317709" y="328"/>
                </a:lnTo>
                <a:lnTo>
                  <a:pt x="317709" y="11533"/>
                </a:lnTo>
                <a:lnTo>
                  <a:pt x="317545" y="15861"/>
                </a:lnTo>
                <a:cubicBezTo>
                  <a:pt x="318293" y="14968"/>
                  <a:pt x="319027" y="14216"/>
                  <a:pt x="319747" y="13605"/>
                </a:cubicBezTo>
                <a:cubicBezTo>
                  <a:pt x="320467" y="12995"/>
                  <a:pt x="321187" y="12498"/>
                  <a:pt x="321907" y="12115"/>
                </a:cubicBezTo>
                <a:cubicBezTo>
                  <a:pt x="322627" y="11732"/>
                  <a:pt x="323361" y="11458"/>
                  <a:pt x="324109" y="11294"/>
                </a:cubicBezTo>
                <a:cubicBezTo>
                  <a:pt x="324856" y="11130"/>
                  <a:pt x="325631" y="11048"/>
                  <a:pt x="326433" y="11048"/>
                </a:cubicBezTo>
                <a:cubicBezTo>
                  <a:pt x="329168" y="11048"/>
                  <a:pt x="331283" y="11882"/>
                  <a:pt x="332778" y="13551"/>
                </a:cubicBezTo>
                <a:cubicBezTo>
                  <a:pt x="334273" y="15219"/>
                  <a:pt x="335020" y="17730"/>
                  <a:pt x="335020" y="21085"/>
                </a:cubicBezTo>
                <a:lnTo>
                  <a:pt x="335020" y="38997"/>
                </a:lnTo>
                <a:close/>
                <a:moveTo>
                  <a:pt x="367226" y="23819"/>
                </a:moveTo>
                <a:cubicBezTo>
                  <a:pt x="367226" y="24494"/>
                  <a:pt x="367217" y="25059"/>
                  <a:pt x="367198" y="25515"/>
                </a:cubicBezTo>
                <a:cubicBezTo>
                  <a:pt x="367180" y="25971"/>
                  <a:pt x="367153" y="26399"/>
                  <a:pt x="367116" y="26800"/>
                </a:cubicBezTo>
                <a:lnTo>
                  <a:pt x="347837" y="26800"/>
                </a:lnTo>
                <a:cubicBezTo>
                  <a:pt x="347837" y="29608"/>
                  <a:pt x="348620" y="31764"/>
                  <a:pt x="350188" y="33268"/>
                </a:cubicBezTo>
                <a:cubicBezTo>
                  <a:pt x="351756" y="34772"/>
                  <a:pt x="354017" y="35524"/>
                  <a:pt x="356970" y="35524"/>
                </a:cubicBezTo>
                <a:cubicBezTo>
                  <a:pt x="357773" y="35524"/>
                  <a:pt x="358575" y="35492"/>
                  <a:pt x="359377" y="35427"/>
                </a:cubicBezTo>
                <a:cubicBezTo>
                  <a:pt x="360179" y="35361"/>
                  <a:pt x="360954" y="35273"/>
                  <a:pt x="361702" y="35161"/>
                </a:cubicBezTo>
                <a:cubicBezTo>
                  <a:pt x="362449" y="35049"/>
                  <a:pt x="363165" y="34923"/>
                  <a:pt x="363848" y="34783"/>
                </a:cubicBezTo>
                <a:cubicBezTo>
                  <a:pt x="364532" y="34643"/>
                  <a:pt x="365166" y="34489"/>
                  <a:pt x="365749" y="34321"/>
                </a:cubicBezTo>
                <a:lnTo>
                  <a:pt x="365749" y="38231"/>
                </a:lnTo>
                <a:cubicBezTo>
                  <a:pt x="364455" y="38604"/>
                  <a:pt x="362991" y="38907"/>
                  <a:pt x="361360" y="39140"/>
                </a:cubicBezTo>
                <a:cubicBezTo>
                  <a:pt x="359728" y="39373"/>
                  <a:pt x="358037" y="39489"/>
                  <a:pt x="356287" y="39489"/>
                </a:cubicBezTo>
                <a:cubicBezTo>
                  <a:pt x="353935" y="39489"/>
                  <a:pt x="351911" y="39170"/>
                  <a:pt x="350216" y="38532"/>
                </a:cubicBezTo>
                <a:cubicBezTo>
                  <a:pt x="348520" y="37894"/>
                  <a:pt x="347130" y="36969"/>
                  <a:pt x="346045" y="35757"/>
                </a:cubicBezTo>
                <a:cubicBezTo>
                  <a:pt x="344960" y="34544"/>
                  <a:pt x="344158" y="33058"/>
                  <a:pt x="343639" y="31299"/>
                </a:cubicBezTo>
                <a:cubicBezTo>
                  <a:pt x="343119" y="29540"/>
                  <a:pt x="342859" y="27548"/>
                  <a:pt x="342859" y="25324"/>
                </a:cubicBezTo>
                <a:cubicBezTo>
                  <a:pt x="342859" y="23391"/>
                  <a:pt x="343137" y="21563"/>
                  <a:pt x="343693" y="19840"/>
                </a:cubicBezTo>
                <a:cubicBezTo>
                  <a:pt x="344249" y="18118"/>
                  <a:pt x="345061" y="16604"/>
                  <a:pt x="346127" y="15301"/>
                </a:cubicBezTo>
                <a:cubicBezTo>
                  <a:pt x="347194" y="13997"/>
                  <a:pt x="348502" y="12963"/>
                  <a:pt x="350052" y="12197"/>
                </a:cubicBezTo>
                <a:cubicBezTo>
                  <a:pt x="351601" y="11431"/>
                  <a:pt x="353361" y="11048"/>
                  <a:pt x="355330" y="11048"/>
                </a:cubicBezTo>
                <a:cubicBezTo>
                  <a:pt x="357244" y="11048"/>
                  <a:pt x="358939" y="11349"/>
                  <a:pt x="360416" y="11951"/>
                </a:cubicBezTo>
                <a:cubicBezTo>
                  <a:pt x="361893" y="12552"/>
                  <a:pt x="363137" y="13405"/>
                  <a:pt x="364149" y="14508"/>
                </a:cubicBezTo>
                <a:cubicBezTo>
                  <a:pt x="365161" y="15611"/>
                  <a:pt x="365927" y="16951"/>
                  <a:pt x="366446" y="18528"/>
                </a:cubicBezTo>
                <a:cubicBezTo>
                  <a:pt x="366966" y="20105"/>
                  <a:pt x="367226" y="21869"/>
                  <a:pt x="367226" y="23819"/>
                </a:cubicBezTo>
                <a:moveTo>
                  <a:pt x="362276" y="23136"/>
                </a:moveTo>
                <a:cubicBezTo>
                  <a:pt x="362331" y="21914"/>
                  <a:pt x="362212" y="20798"/>
                  <a:pt x="361920" y="19786"/>
                </a:cubicBezTo>
                <a:cubicBezTo>
                  <a:pt x="361629" y="18774"/>
                  <a:pt x="361177" y="17903"/>
                  <a:pt x="360567" y="17174"/>
                </a:cubicBezTo>
                <a:cubicBezTo>
                  <a:pt x="359956" y="16445"/>
                  <a:pt x="359195" y="15875"/>
                  <a:pt x="358283" y="15465"/>
                </a:cubicBezTo>
                <a:cubicBezTo>
                  <a:pt x="357372" y="15055"/>
                  <a:pt x="356314" y="14850"/>
                  <a:pt x="355111" y="14850"/>
                </a:cubicBezTo>
                <a:cubicBezTo>
                  <a:pt x="354072" y="14850"/>
                  <a:pt x="353124" y="15050"/>
                  <a:pt x="352267" y="15451"/>
                </a:cubicBezTo>
                <a:cubicBezTo>
                  <a:pt x="351410" y="15852"/>
                  <a:pt x="350672" y="16417"/>
                  <a:pt x="350052" y="17147"/>
                </a:cubicBezTo>
                <a:cubicBezTo>
                  <a:pt x="349432" y="17876"/>
                  <a:pt x="348930" y="18751"/>
                  <a:pt x="348548" y="19772"/>
                </a:cubicBezTo>
                <a:cubicBezTo>
                  <a:pt x="348165" y="20793"/>
                  <a:pt x="347928" y="21914"/>
                  <a:pt x="347837" y="23136"/>
                </a:cubicBezTo>
                <a:lnTo>
                  <a:pt x="362276" y="23136"/>
                </a:lnTo>
                <a:close/>
                <a:moveTo>
                  <a:pt x="437555" y="11541"/>
                </a:moveTo>
                <a:lnTo>
                  <a:pt x="441904" y="11541"/>
                </a:lnTo>
                <a:lnTo>
                  <a:pt x="442040" y="16587"/>
                </a:lnTo>
                <a:cubicBezTo>
                  <a:pt x="443663" y="14641"/>
                  <a:pt x="445263" y="13231"/>
                  <a:pt x="446840" y="12358"/>
                </a:cubicBezTo>
                <a:cubicBezTo>
                  <a:pt x="448417" y="11485"/>
                  <a:pt x="450008" y="11048"/>
                  <a:pt x="451612" y="11048"/>
                </a:cubicBezTo>
                <a:cubicBezTo>
                  <a:pt x="454456" y="11048"/>
                  <a:pt x="456612" y="11967"/>
                  <a:pt x="458080" y="13804"/>
                </a:cubicBezTo>
                <a:cubicBezTo>
                  <a:pt x="459547" y="15640"/>
                  <a:pt x="460226" y="18368"/>
                  <a:pt x="460117" y="21987"/>
                </a:cubicBezTo>
                <a:lnTo>
                  <a:pt x="455304" y="21987"/>
                </a:lnTo>
                <a:cubicBezTo>
                  <a:pt x="455359" y="19590"/>
                  <a:pt x="455008" y="17852"/>
                  <a:pt x="454251" y="16772"/>
                </a:cubicBezTo>
                <a:cubicBezTo>
                  <a:pt x="453494" y="15691"/>
                  <a:pt x="452387" y="15150"/>
                  <a:pt x="450928" y="15150"/>
                </a:cubicBezTo>
                <a:cubicBezTo>
                  <a:pt x="450290" y="15150"/>
                  <a:pt x="449647" y="15264"/>
                  <a:pt x="449000" y="15491"/>
                </a:cubicBezTo>
                <a:cubicBezTo>
                  <a:pt x="448353" y="15718"/>
                  <a:pt x="447688" y="16081"/>
                  <a:pt x="447004" y="16580"/>
                </a:cubicBezTo>
                <a:cubicBezTo>
                  <a:pt x="446320" y="17079"/>
                  <a:pt x="445596" y="17719"/>
                  <a:pt x="444830" y="18500"/>
                </a:cubicBezTo>
                <a:cubicBezTo>
                  <a:pt x="444064" y="19281"/>
                  <a:pt x="443244" y="20225"/>
                  <a:pt x="442369" y="21333"/>
                </a:cubicBezTo>
                <a:lnTo>
                  <a:pt x="442369" y="38997"/>
                </a:lnTo>
                <a:lnTo>
                  <a:pt x="437555" y="38997"/>
                </a:lnTo>
                <a:lnTo>
                  <a:pt x="437555" y="11541"/>
                </a:lnTo>
                <a:close/>
                <a:moveTo>
                  <a:pt x="490709" y="23819"/>
                </a:moveTo>
                <a:cubicBezTo>
                  <a:pt x="490709" y="24494"/>
                  <a:pt x="490700" y="25059"/>
                  <a:pt x="490682" y="25515"/>
                </a:cubicBezTo>
                <a:cubicBezTo>
                  <a:pt x="490663" y="25971"/>
                  <a:pt x="490636" y="26399"/>
                  <a:pt x="490599" y="26800"/>
                </a:cubicBezTo>
                <a:lnTo>
                  <a:pt x="471320" y="26800"/>
                </a:lnTo>
                <a:cubicBezTo>
                  <a:pt x="471320" y="29608"/>
                  <a:pt x="472104" y="31764"/>
                  <a:pt x="473672" y="33268"/>
                </a:cubicBezTo>
                <a:cubicBezTo>
                  <a:pt x="475239" y="34772"/>
                  <a:pt x="477500" y="35524"/>
                  <a:pt x="480454" y="35524"/>
                </a:cubicBezTo>
                <a:cubicBezTo>
                  <a:pt x="481256" y="35524"/>
                  <a:pt x="482058" y="35492"/>
                  <a:pt x="482860" y="35427"/>
                </a:cubicBezTo>
                <a:cubicBezTo>
                  <a:pt x="483662" y="35361"/>
                  <a:pt x="484437" y="35273"/>
                  <a:pt x="485185" y="35161"/>
                </a:cubicBezTo>
                <a:cubicBezTo>
                  <a:pt x="485932" y="35049"/>
                  <a:pt x="486648" y="34923"/>
                  <a:pt x="487331" y="34783"/>
                </a:cubicBezTo>
                <a:cubicBezTo>
                  <a:pt x="488015" y="34643"/>
                  <a:pt x="488649" y="34489"/>
                  <a:pt x="489232" y="34321"/>
                </a:cubicBezTo>
                <a:lnTo>
                  <a:pt x="489232" y="38231"/>
                </a:lnTo>
                <a:cubicBezTo>
                  <a:pt x="487938" y="38604"/>
                  <a:pt x="486475" y="38907"/>
                  <a:pt x="484843" y="39140"/>
                </a:cubicBezTo>
                <a:cubicBezTo>
                  <a:pt x="483211" y="39373"/>
                  <a:pt x="481520" y="39489"/>
                  <a:pt x="479770" y="39489"/>
                </a:cubicBezTo>
                <a:cubicBezTo>
                  <a:pt x="477418" y="39489"/>
                  <a:pt x="475394" y="39170"/>
                  <a:pt x="473699" y="38532"/>
                </a:cubicBezTo>
                <a:cubicBezTo>
                  <a:pt x="472003" y="37894"/>
                  <a:pt x="470613" y="36969"/>
                  <a:pt x="469528" y="35757"/>
                </a:cubicBezTo>
                <a:cubicBezTo>
                  <a:pt x="468444" y="34544"/>
                  <a:pt x="467641" y="33058"/>
                  <a:pt x="467122" y="31299"/>
                </a:cubicBezTo>
                <a:cubicBezTo>
                  <a:pt x="466602" y="29540"/>
                  <a:pt x="466342" y="27548"/>
                  <a:pt x="466342" y="25324"/>
                </a:cubicBezTo>
                <a:cubicBezTo>
                  <a:pt x="466342" y="23391"/>
                  <a:pt x="466620" y="21563"/>
                  <a:pt x="467177" y="19840"/>
                </a:cubicBezTo>
                <a:cubicBezTo>
                  <a:pt x="467733" y="18118"/>
                  <a:pt x="468544" y="16604"/>
                  <a:pt x="469610" y="15301"/>
                </a:cubicBezTo>
                <a:cubicBezTo>
                  <a:pt x="470677" y="13997"/>
                  <a:pt x="471985" y="12963"/>
                  <a:pt x="473535" y="12197"/>
                </a:cubicBezTo>
                <a:cubicBezTo>
                  <a:pt x="475084" y="11431"/>
                  <a:pt x="476844" y="11048"/>
                  <a:pt x="478813" y="11048"/>
                </a:cubicBezTo>
                <a:cubicBezTo>
                  <a:pt x="480727" y="11048"/>
                  <a:pt x="482423" y="11349"/>
                  <a:pt x="483899" y="11951"/>
                </a:cubicBezTo>
                <a:cubicBezTo>
                  <a:pt x="485376" y="12552"/>
                  <a:pt x="486620" y="13405"/>
                  <a:pt x="487632" y="14508"/>
                </a:cubicBezTo>
                <a:cubicBezTo>
                  <a:pt x="488644" y="15611"/>
                  <a:pt x="489410" y="16951"/>
                  <a:pt x="489929" y="18528"/>
                </a:cubicBezTo>
                <a:cubicBezTo>
                  <a:pt x="490449" y="20105"/>
                  <a:pt x="490709" y="21869"/>
                  <a:pt x="490709" y="23819"/>
                </a:cubicBezTo>
                <a:moveTo>
                  <a:pt x="485759" y="23136"/>
                </a:moveTo>
                <a:cubicBezTo>
                  <a:pt x="485814" y="21914"/>
                  <a:pt x="485695" y="20798"/>
                  <a:pt x="485403" y="19786"/>
                </a:cubicBezTo>
                <a:cubicBezTo>
                  <a:pt x="485112" y="18774"/>
                  <a:pt x="484661" y="17903"/>
                  <a:pt x="484050" y="17174"/>
                </a:cubicBezTo>
                <a:cubicBezTo>
                  <a:pt x="483439" y="16445"/>
                  <a:pt x="482678" y="15875"/>
                  <a:pt x="481766" y="15465"/>
                </a:cubicBezTo>
                <a:cubicBezTo>
                  <a:pt x="480855" y="15055"/>
                  <a:pt x="479797" y="14850"/>
                  <a:pt x="478594" y="14850"/>
                </a:cubicBezTo>
                <a:cubicBezTo>
                  <a:pt x="477555" y="14850"/>
                  <a:pt x="476607" y="15050"/>
                  <a:pt x="475750" y="15451"/>
                </a:cubicBezTo>
                <a:cubicBezTo>
                  <a:pt x="474893" y="15852"/>
                  <a:pt x="474155" y="16417"/>
                  <a:pt x="473535" y="17147"/>
                </a:cubicBezTo>
                <a:cubicBezTo>
                  <a:pt x="472915" y="17876"/>
                  <a:pt x="472414" y="18751"/>
                  <a:pt x="472031" y="19772"/>
                </a:cubicBezTo>
                <a:cubicBezTo>
                  <a:pt x="471648" y="20793"/>
                  <a:pt x="471411" y="21914"/>
                  <a:pt x="471320" y="23136"/>
                </a:cubicBezTo>
                <a:lnTo>
                  <a:pt x="485759" y="23136"/>
                </a:lnTo>
                <a:close/>
                <a:moveTo>
                  <a:pt x="522067" y="24777"/>
                </a:moveTo>
                <a:cubicBezTo>
                  <a:pt x="522067" y="27220"/>
                  <a:pt x="521725" y="29353"/>
                  <a:pt x="521041" y="31176"/>
                </a:cubicBezTo>
                <a:cubicBezTo>
                  <a:pt x="520358" y="32999"/>
                  <a:pt x="519414" y="34512"/>
                  <a:pt x="518211" y="35716"/>
                </a:cubicBezTo>
                <a:cubicBezTo>
                  <a:pt x="517008" y="36919"/>
                  <a:pt x="515585" y="37821"/>
                  <a:pt x="513945" y="38423"/>
                </a:cubicBezTo>
                <a:cubicBezTo>
                  <a:pt x="512304" y="39025"/>
                  <a:pt x="510526" y="39325"/>
                  <a:pt x="508612" y="39325"/>
                </a:cubicBezTo>
                <a:cubicBezTo>
                  <a:pt x="507737" y="39325"/>
                  <a:pt x="506866" y="39280"/>
                  <a:pt x="506000" y="39189"/>
                </a:cubicBezTo>
                <a:cubicBezTo>
                  <a:pt x="505134" y="39097"/>
                  <a:pt x="504255" y="38942"/>
                  <a:pt x="503361" y="38724"/>
                </a:cubicBezTo>
                <a:lnTo>
                  <a:pt x="503361" y="50210"/>
                </a:lnTo>
                <a:lnTo>
                  <a:pt x="498603" y="50210"/>
                </a:lnTo>
                <a:lnTo>
                  <a:pt x="498603" y="11541"/>
                </a:lnTo>
                <a:lnTo>
                  <a:pt x="502842" y="11541"/>
                </a:lnTo>
                <a:lnTo>
                  <a:pt x="503142" y="16135"/>
                </a:lnTo>
                <a:cubicBezTo>
                  <a:pt x="504510" y="14257"/>
                  <a:pt x="505968" y="12940"/>
                  <a:pt x="507518" y="12183"/>
                </a:cubicBezTo>
                <a:cubicBezTo>
                  <a:pt x="509068" y="11427"/>
                  <a:pt x="510745" y="11048"/>
                  <a:pt x="512550" y="11048"/>
                </a:cubicBezTo>
                <a:cubicBezTo>
                  <a:pt x="514118" y="11048"/>
                  <a:pt x="515494" y="11376"/>
                  <a:pt x="516679" y="12033"/>
                </a:cubicBezTo>
                <a:cubicBezTo>
                  <a:pt x="517864" y="12689"/>
                  <a:pt x="518858" y="13614"/>
                  <a:pt x="519660" y="14809"/>
                </a:cubicBezTo>
                <a:cubicBezTo>
                  <a:pt x="520462" y="16003"/>
                  <a:pt x="521064" y="17443"/>
                  <a:pt x="521465" y="19129"/>
                </a:cubicBezTo>
                <a:cubicBezTo>
                  <a:pt x="521866" y="20816"/>
                  <a:pt x="522067" y="22698"/>
                  <a:pt x="522067" y="24777"/>
                </a:cubicBezTo>
                <a:moveTo>
                  <a:pt x="517199" y="24995"/>
                </a:moveTo>
                <a:cubicBezTo>
                  <a:pt x="517199" y="23555"/>
                  <a:pt x="517094" y="22233"/>
                  <a:pt x="516884" y="21030"/>
                </a:cubicBezTo>
                <a:cubicBezTo>
                  <a:pt x="516675" y="19827"/>
                  <a:pt x="516342" y="18797"/>
                  <a:pt x="515886" y="17940"/>
                </a:cubicBezTo>
                <a:cubicBezTo>
                  <a:pt x="515431" y="17083"/>
                  <a:pt x="514847" y="16413"/>
                  <a:pt x="514136" y="15930"/>
                </a:cubicBezTo>
                <a:cubicBezTo>
                  <a:pt x="513425" y="15447"/>
                  <a:pt x="512577" y="15205"/>
                  <a:pt x="511593" y="15205"/>
                </a:cubicBezTo>
                <a:cubicBezTo>
                  <a:pt x="510991" y="15205"/>
                  <a:pt x="510380" y="15301"/>
                  <a:pt x="509761" y="15492"/>
                </a:cubicBezTo>
                <a:cubicBezTo>
                  <a:pt x="509141" y="15684"/>
                  <a:pt x="508498" y="16003"/>
                  <a:pt x="507833" y="16449"/>
                </a:cubicBezTo>
                <a:cubicBezTo>
                  <a:pt x="507167" y="16896"/>
                  <a:pt x="506465" y="17489"/>
                  <a:pt x="505727" y="18227"/>
                </a:cubicBezTo>
                <a:cubicBezTo>
                  <a:pt x="504988" y="18965"/>
                  <a:pt x="504200" y="19881"/>
                  <a:pt x="503361" y="20975"/>
                </a:cubicBezTo>
                <a:lnTo>
                  <a:pt x="503361" y="34293"/>
                </a:lnTo>
                <a:cubicBezTo>
                  <a:pt x="504236" y="34658"/>
                  <a:pt x="505157" y="34945"/>
                  <a:pt x="506123" y="35155"/>
                </a:cubicBezTo>
                <a:cubicBezTo>
                  <a:pt x="507090" y="35365"/>
                  <a:pt x="508038" y="35469"/>
                  <a:pt x="508967" y="35469"/>
                </a:cubicBezTo>
                <a:cubicBezTo>
                  <a:pt x="511538" y="35469"/>
                  <a:pt x="513553" y="34599"/>
                  <a:pt x="515011" y="32858"/>
                </a:cubicBezTo>
                <a:cubicBezTo>
                  <a:pt x="516470" y="31117"/>
                  <a:pt x="517199" y="28496"/>
                  <a:pt x="517199" y="24995"/>
                </a:cubicBezTo>
                <a:close/>
                <a:moveTo>
                  <a:pt x="547326" y="38997"/>
                </a:moveTo>
                <a:lnTo>
                  <a:pt x="547217" y="35298"/>
                </a:lnTo>
                <a:cubicBezTo>
                  <a:pt x="545722" y="36777"/>
                  <a:pt x="544204" y="37846"/>
                  <a:pt x="542663" y="38503"/>
                </a:cubicBezTo>
                <a:cubicBezTo>
                  <a:pt x="541123" y="39161"/>
                  <a:pt x="539505" y="39489"/>
                  <a:pt x="537809" y="39489"/>
                </a:cubicBezTo>
                <a:cubicBezTo>
                  <a:pt x="536241" y="39489"/>
                  <a:pt x="534901" y="39289"/>
                  <a:pt x="533789" y="38887"/>
                </a:cubicBezTo>
                <a:cubicBezTo>
                  <a:pt x="532677" y="38485"/>
                  <a:pt x="531761" y="37933"/>
                  <a:pt x="531041" y="37230"/>
                </a:cubicBezTo>
                <a:cubicBezTo>
                  <a:pt x="530321" y="36527"/>
                  <a:pt x="529792" y="35700"/>
                  <a:pt x="529455" y="34751"/>
                </a:cubicBezTo>
                <a:cubicBezTo>
                  <a:pt x="529117" y="33801"/>
                  <a:pt x="528949" y="32769"/>
                  <a:pt x="528949" y="31655"/>
                </a:cubicBezTo>
                <a:cubicBezTo>
                  <a:pt x="528949" y="28898"/>
                  <a:pt x="529974" y="26738"/>
                  <a:pt x="532025" y="25177"/>
                </a:cubicBezTo>
                <a:cubicBezTo>
                  <a:pt x="534076" y="23616"/>
                  <a:pt x="537107" y="22835"/>
                  <a:pt x="541118" y="22835"/>
                </a:cubicBezTo>
                <a:lnTo>
                  <a:pt x="546806" y="22835"/>
                </a:lnTo>
                <a:lnTo>
                  <a:pt x="546806" y="20437"/>
                </a:lnTo>
                <a:cubicBezTo>
                  <a:pt x="546806" y="18820"/>
                  <a:pt x="546287" y="17526"/>
                  <a:pt x="545248" y="16554"/>
                </a:cubicBezTo>
                <a:cubicBezTo>
                  <a:pt x="544208" y="15582"/>
                  <a:pt x="542622" y="15096"/>
                  <a:pt x="540489" y="15096"/>
                </a:cubicBezTo>
                <a:cubicBezTo>
                  <a:pt x="538939" y="15096"/>
                  <a:pt x="537413" y="15271"/>
                  <a:pt x="535909" y="15623"/>
                </a:cubicBezTo>
                <a:cubicBezTo>
                  <a:pt x="534404" y="15974"/>
                  <a:pt x="532850" y="16473"/>
                  <a:pt x="531246" y="17119"/>
                </a:cubicBezTo>
                <a:lnTo>
                  <a:pt x="531246" y="12826"/>
                </a:lnTo>
                <a:cubicBezTo>
                  <a:pt x="531847" y="12604"/>
                  <a:pt x="532517" y="12386"/>
                  <a:pt x="533256" y="12173"/>
                </a:cubicBezTo>
                <a:cubicBezTo>
                  <a:pt x="533994" y="11960"/>
                  <a:pt x="534774" y="11770"/>
                  <a:pt x="535594" y="11604"/>
                </a:cubicBezTo>
                <a:cubicBezTo>
                  <a:pt x="536414" y="11437"/>
                  <a:pt x="537271" y="11303"/>
                  <a:pt x="538165" y="11201"/>
                </a:cubicBezTo>
                <a:cubicBezTo>
                  <a:pt x="539058" y="11099"/>
                  <a:pt x="539960" y="11048"/>
                  <a:pt x="540872" y="11048"/>
                </a:cubicBezTo>
                <a:cubicBezTo>
                  <a:pt x="542531" y="11048"/>
                  <a:pt x="544026" y="11231"/>
                  <a:pt x="545357" y="11595"/>
                </a:cubicBezTo>
                <a:cubicBezTo>
                  <a:pt x="546688" y="11960"/>
                  <a:pt x="547814" y="12516"/>
                  <a:pt x="548734" y="13263"/>
                </a:cubicBezTo>
                <a:cubicBezTo>
                  <a:pt x="549655" y="14011"/>
                  <a:pt x="550362" y="14950"/>
                  <a:pt x="550854" y="16080"/>
                </a:cubicBezTo>
                <a:cubicBezTo>
                  <a:pt x="551346" y="17211"/>
                  <a:pt x="551592" y="18541"/>
                  <a:pt x="551592" y="20073"/>
                </a:cubicBezTo>
                <a:lnTo>
                  <a:pt x="551592" y="38997"/>
                </a:lnTo>
                <a:lnTo>
                  <a:pt x="547326" y="38997"/>
                </a:lnTo>
                <a:moveTo>
                  <a:pt x="546806" y="26472"/>
                </a:moveTo>
                <a:lnTo>
                  <a:pt x="540763" y="26472"/>
                </a:lnTo>
                <a:cubicBezTo>
                  <a:pt x="539578" y="26472"/>
                  <a:pt x="538557" y="26591"/>
                  <a:pt x="537700" y="26829"/>
                </a:cubicBezTo>
                <a:cubicBezTo>
                  <a:pt x="536843" y="27067"/>
                  <a:pt x="536141" y="27405"/>
                  <a:pt x="535594" y="27844"/>
                </a:cubicBezTo>
                <a:cubicBezTo>
                  <a:pt x="535047" y="28282"/>
                  <a:pt x="534641" y="28808"/>
                  <a:pt x="534377" y="29421"/>
                </a:cubicBezTo>
                <a:cubicBezTo>
                  <a:pt x="534113" y="30034"/>
                  <a:pt x="533981" y="30724"/>
                  <a:pt x="533981" y="31492"/>
                </a:cubicBezTo>
                <a:cubicBezTo>
                  <a:pt x="533981" y="32022"/>
                  <a:pt x="534063" y="32530"/>
                  <a:pt x="534227" y="33015"/>
                </a:cubicBezTo>
                <a:cubicBezTo>
                  <a:pt x="534391" y="33499"/>
                  <a:pt x="534655" y="33929"/>
                  <a:pt x="535020" y="34304"/>
                </a:cubicBezTo>
                <a:cubicBezTo>
                  <a:pt x="535384" y="34679"/>
                  <a:pt x="535858" y="34976"/>
                  <a:pt x="536442" y="35195"/>
                </a:cubicBezTo>
                <a:cubicBezTo>
                  <a:pt x="537025" y="35414"/>
                  <a:pt x="537736" y="35524"/>
                  <a:pt x="538575" y="35524"/>
                </a:cubicBezTo>
                <a:cubicBezTo>
                  <a:pt x="539669" y="35524"/>
                  <a:pt x="540922" y="35190"/>
                  <a:pt x="542335" y="34523"/>
                </a:cubicBezTo>
                <a:cubicBezTo>
                  <a:pt x="543748" y="33856"/>
                  <a:pt x="545238" y="32799"/>
                  <a:pt x="546806" y="31354"/>
                </a:cubicBezTo>
                <a:lnTo>
                  <a:pt x="546806" y="26472"/>
                </a:lnTo>
                <a:close/>
                <a:moveTo>
                  <a:pt x="571132" y="15479"/>
                </a:moveTo>
                <a:lnTo>
                  <a:pt x="563010" y="15479"/>
                </a:lnTo>
                <a:lnTo>
                  <a:pt x="563010" y="11541"/>
                </a:lnTo>
                <a:lnTo>
                  <a:pt x="575945" y="11541"/>
                </a:lnTo>
                <a:lnTo>
                  <a:pt x="575945" y="35032"/>
                </a:lnTo>
                <a:lnTo>
                  <a:pt x="584122" y="35032"/>
                </a:lnTo>
                <a:lnTo>
                  <a:pt x="584122" y="38997"/>
                </a:lnTo>
                <a:lnTo>
                  <a:pt x="562108" y="38997"/>
                </a:lnTo>
                <a:lnTo>
                  <a:pt x="562108" y="35032"/>
                </a:lnTo>
                <a:lnTo>
                  <a:pt x="571132" y="35032"/>
                </a:lnTo>
                <a:lnTo>
                  <a:pt x="571132" y="15479"/>
                </a:lnTo>
                <a:moveTo>
                  <a:pt x="572801" y="0"/>
                </a:moveTo>
                <a:cubicBezTo>
                  <a:pt x="573329" y="0"/>
                  <a:pt x="573821" y="96"/>
                  <a:pt x="574277" y="287"/>
                </a:cubicBezTo>
                <a:cubicBezTo>
                  <a:pt x="574733" y="479"/>
                  <a:pt x="575130" y="747"/>
                  <a:pt x="575467" y="1094"/>
                </a:cubicBezTo>
                <a:cubicBezTo>
                  <a:pt x="575804" y="1440"/>
                  <a:pt x="576069" y="1837"/>
                  <a:pt x="576260" y="2283"/>
                </a:cubicBezTo>
                <a:cubicBezTo>
                  <a:pt x="576451" y="2730"/>
                  <a:pt x="576547" y="3218"/>
                  <a:pt x="576547" y="3747"/>
                </a:cubicBezTo>
                <a:cubicBezTo>
                  <a:pt x="576547" y="4257"/>
                  <a:pt x="576451" y="4740"/>
                  <a:pt x="576260" y="5196"/>
                </a:cubicBezTo>
                <a:cubicBezTo>
                  <a:pt x="576069" y="5652"/>
                  <a:pt x="575804" y="6053"/>
                  <a:pt x="575467" y="6399"/>
                </a:cubicBezTo>
                <a:cubicBezTo>
                  <a:pt x="575130" y="6746"/>
                  <a:pt x="574733" y="7015"/>
                  <a:pt x="574277" y="7206"/>
                </a:cubicBezTo>
                <a:cubicBezTo>
                  <a:pt x="573821" y="7397"/>
                  <a:pt x="573329" y="7493"/>
                  <a:pt x="572801" y="7493"/>
                </a:cubicBezTo>
                <a:cubicBezTo>
                  <a:pt x="572272" y="7493"/>
                  <a:pt x="571780" y="7397"/>
                  <a:pt x="571324" y="7206"/>
                </a:cubicBezTo>
                <a:cubicBezTo>
                  <a:pt x="570868" y="7015"/>
                  <a:pt x="570471" y="6746"/>
                  <a:pt x="570134" y="6399"/>
                </a:cubicBezTo>
                <a:cubicBezTo>
                  <a:pt x="569797" y="6053"/>
                  <a:pt x="569533" y="5652"/>
                  <a:pt x="569341" y="5196"/>
                </a:cubicBezTo>
                <a:cubicBezTo>
                  <a:pt x="569150" y="4740"/>
                  <a:pt x="569054" y="4257"/>
                  <a:pt x="569054" y="3747"/>
                </a:cubicBezTo>
                <a:cubicBezTo>
                  <a:pt x="569054" y="3218"/>
                  <a:pt x="569150" y="2730"/>
                  <a:pt x="569341" y="2283"/>
                </a:cubicBezTo>
                <a:cubicBezTo>
                  <a:pt x="569533" y="1837"/>
                  <a:pt x="569797" y="1440"/>
                  <a:pt x="570134" y="1094"/>
                </a:cubicBezTo>
                <a:cubicBezTo>
                  <a:pt x="570471" y="747"/>
                  <a:pt x="570868" y="479"/>
                  <a:pt x="571324" y="287"/>
                </a:cubicBezTo>
                <a:cubicBezTo>
                  <a:pt x="571780" y="96"/>
                  <a:pt x="572272" y="0"/>
                  <a:pt x="572801" y="0"/>
                </a:cubicBezTo>
                <a:close/>
                <a:moveTo>
                  <a:pt x="593985" y="11541"/>
                </a:moveTo>
                <a:lnTo>
                  <a:pt x="598333" y="11541"/>
                </a:lnTo>
                <a:lnTo>
                  <a:pt x="598470" y="16587"/>
                </a:lnTo>
                <a:cubicBezTo>
                  <a:pt x="600092" y="14641"/>
                  <a:pt x="601692" y="13231"/>
                  <a:pt x="603269" y="12358"/>
                </a:cubicBezTo>
                <a:cubicBezTo>
                  <a:pt x="604846" y="11485"/>
                  <a:pt x="606437" y="11048"/>
                  <a:pt x="608041" y="11048"/>
                </a:cubicBezTo>
                <a:cubicBezTo>
                  <a:pt x="610885" y="11048"/>
                  <a:pt x="613041" y="11967"/>
                  <a:pt x="614509" y="13804"/>
                </a:cubicBezTo>
                <a:cubicBezTo>
                  <a:pt x="615976" y="15640"/>
                  <a:pt x="616656" y="18368"/>
                  <a:pt x="616546" y="21987"/>
                </a:cubicBezTo>
                <a:lnTo>
                  <a:pt x="611733" y="21987"/>
                </a:lnTo>
                <a:cubicBezTo>
                  <a:pt x="611788" y="19590"/>
                  <a:pt x="611437" y="17852"/>
                  <a:pt x="610680" y="16772"/>
                </a:cubicBezTo>
                <a:cubicBezTo>
                  <a:pt x="609924" y="15691"/>
                  <a:pt x="608816" y="15150"/>
                  <a:pt x="607358" y="15150"/>
                </a:cubicBezTo>
                <a:cubicBezTo>
                  <a:pt x="606719" y="15150"/>
                  <a:pt x="606077" y="15264"/>
                  <a:pt x="605430" y="15491"/>
                </a:cubicBezTo>
                <a:cubicBezTo>
                  <a:pt x="604782" y="15718"/>
                  <a:pt x="604117" y="16081"/>
                  <a:pt x="603433" y="16580"/>
                </a:cubicBezTo>
                <a:cubicBezTo>
                  <a:pt x="602750" y="17079"/>
                  <a:pt x="602025" y="17719"/>
                  <a:pt x="601259" y="18500"/>
                </a:cubicBezTo>
                <a:cubicBezTo>
                  <a:pt x="600493" y="19281"/>
                  <a:pt x="599673" y="20225"/>
                  <a:pt x="598798" y="21333"/>
                </a:cubicBezTo>
                <a:lnTo>
                  <a:pt x="598798" y="38997"/>
                </a:lnTo>
                <a:lnTo>
                  <a:pt x="593985" y="38997"/>
                </a:lnTo>
                <a:lnTo>
                  <a:pt x="593985" y="11541"/>
                </a:lnTo>
                <a:close/>
                <a:moveTo>
                  <a:pt x="708546" y="23819"/>
                </a:moveTo>
                <a:cubicBezTo>
                  <a:pt x="708546" y="24494"/>
                  <a:pt x="708536" y="25059"/>
                  <a:pt x="708518" y="25515"/>
                </a:cubicBezTo>
                <a:cubicBezTo>
                  <a:pt x="708500" y="25971"/>
                  <a:pt x="708473" y="26399"/>
                  <a:pt x="708436" y="26800"/>
                </a:cubicBezTo>
                <a:lnTo>
                  <a:pt x="689156" y="26800"/>
                </a:lnTo>
                <a:cubicBezTo>
                  <a:pt x="689156" y="29608"/>
                  <a:pt x="689940" y="31764"/>
                  <a:pt x="691508" y="33268"/>
                </a:cubicBezTo>
                <a:cubicBezTo>
                  <a:pt x="693076" y="34772"/>
                  <a:pt x="695337" y="35524"/>
                  <a:pt x="698290" y="35524"/>
                </a:cubicBezTo>
                <a:cubicBezTo>
                  <a:pt x="699092" y="35524"/>
                  <a:pt x="699895" y="35492"/>
                  <a:pt x="700697" y="35427"/>
                </a:cubicBezTo>
                <a:cubicBezTo>
                  <a:pt x="701499" y="35361"/>
                  <a:pt x="702274" y="35273"/>
                  <a:pt x="703021" y="35161"/>
                </a:cubicBezTo>
                <a:cubicBezTo>
                  <a:pt x="703769" y="35049"/>
                  <a:pt x="704484" y="34923"/>
                  <a:pt x="705168" y="34783"/>
                </a:cubicBezTo>
                <a:cubicBezTo>
                  <a:pt x="705852" y="34643"/>
                  <a:pt x="706485" y="34489"/>
                  <a:pt x="707069" y="34321"/>
                </a:cubicBezTo>
                <a:lnTo>
                  <a:pt x="707069" y="38231"/>
                </a:lnTo>
                <a:cubicBezTo>
                  <a:pt x="705774" y="38604"/>
                  <a:pt x="704311" y="38907"/>
                  <a:pt x="702680" y="39140"/>
                </a:cubicBezTo>
                <a:cubicBezTo>
                  <a:pt x="701048" y="39373"/>
                  <a:pt x="699357" y="39489"/>
                  <a:pt x="697607" y="39489"/>
                </a:cubicBezTo>
                <a:cubicBezTo>
                  <a:pt x="695255" y="39489"/>
                  <a:pt x="693231" y="39170"/>
                  <a:pt x="691536" y="38532"/>
                </a:cubicBezTo>
                <a:cubicBezTo>
                  <a:pt x="689840" y="37894"/>
                  <a:pt x="688450" y="36969"/>
                  <a:pt x="687365" y="35757"/>
                </a:cubicBezTo>
                <a:cubicBezTo>
                  <a:pt x="686280" y="34544"/>
                  <a:pt x="685478" y="33058"/>
                  <a:pt x="684959" y="31299"/>
                </a:cubicBezTo>
                <a:cubicBezTo>
                  <a:pt x="684439" y="29540"/>
                  <a:pt x="684179" y="27548"/>
                  <a:pt x="684179" y="25324"/>
                </a:cubicBezTo>
                <a:cubicBezTo>
                  <a:pt x="684179" y="23391"/>
                  <a:pt x="684457" y="21563"/>
                  <a:pt x="685013" y="19840"/>
                </a:cubicBezTo>
                <a:cubicBezTo>
                  <a:pt x="685569" y="18118"/>
                  <a:pt x="686381" y="16604"/>
                  <a:pt x="687447" y="15301"/>
                </a:cubicBezTo>
                <a:cubicBezTo>
                  <a:pt x="688514" y="13997"/>
                  <a:pt x="689822" y="12963"/>
                  <a:pt x="691371" y="12197"/>
                </a:cubicBezTo>
                <a:cubicBezTo>
                  <a:pt x="692921" y="11431"/>
                  <a:pt x="694680" y="11048"/>
                  <a:pt x="696649" y="11048"/>
                </a:cubicBezTo>
                <a:cubicBezTo>
                  <a:pt x="698564" y="11048"/>
                  <a:pt x="700259" y="11349"/>
                  <a:pt x="701736" y="11951"/>
                </a:cubicBezTo>
                <a:cubicBezTo>
                  <a:pt x="703213" y="12552"/>
                  <a:pt x="704457" y="13405"/>
                  <a:pt x="705469" y="14508"/>
                </a:cubicBezTo>
                <a:cubicBezTo>
                  <a:pt x="706481" y="15611"/>
                  <a:pt x="707247" y="16951"/>
                  <a:pt x="707766" y="18528"/>
                </a:cubicBezTo>
                <a:cubicBezTo>
                  <a:pt x="708286" y="20105"/>
                  <a:pt x="708546" y="21869"/>
                  <a:pt x="708546" y="23819"/>
                </a:cubicBezTo>
                <a:moveTo>
                  <a:pt x="703596" y="23136"/>
                </a:moveTo>
                <a:cubicBezTo>
                  <a:pt x="703650" y="21914"/>
                  <a:pt x="703532" y="20798"/>
                  <a:pt x="703240" y="19786"/>
                </a:cubicBezTo>
                <a:cubicBezTo>
                  <a:pt x="702948" y="18774"/>
                  <a:pt x="702497" y="17903"/>
                  <a:pt x="701886" y="17174"/>
                </a:cubicBezTo>
                <a:cubicBezTo>
                  <a:pt x="701276" y="16445"/>
                  <a:pt x="700515" y="15875"/>
                  <a:pt x="699603" y="15465"/>
                </a:cubicBezTo>
                <a:cubicBezTo>
                  <a:pt x="698691" y="15055"/>
                  <a:pt x="697634" y="14850"/>
                  <a:pt x="696431" y="14850"/>
                </a:cubicBezTo>
                <a:cubicBezTo>
                  <a:pt x="695391" y="14850"/>
                  <a:pt x="694443" y="15050"/>
                  <a:pt x="693587" y="15451"/>
                </a:cubicBezTo>
                <a:cubicBezTo>
                  <a:pt x="692730" y="15852"/>
                  <a:pt x="691991" y="16417"/>
                  <a:pt x="691371" y="17147"/>
                </a:cubicBezTo>
                <a:cubicBezTo>
                  <a:pt x="690752" y="17876"/>
                  <a:pt x="690250" y="18751"/>
                  <a:pt x="689867" y="19772"/>
                </a:cubicBezTo>
                <a:cubicBezTo>
                  <a:pt x="689484" y="20793"/>
                  <a:pt x="689247" y="21914"/>
                  <a:pt x="689156" y="23136"/>
                </a:cubicBezTo>
                <a:lnTo>
                  <a:pt x="703596" y="23136"/>
                </a:lnTo>
                <a:close/>
                <a:moveTo>
                  <a:pt x="740805" y="4758"/>
                </a:moveTo>
                <a:cubicBezTo>
                  <a:pt x="738308" y="4230"/>
                  <a:pt x="736156" y="3965"/>
                  <a:pt x="734351" y="3965"/>
                </a:cubicBezTo>
                <a:cubicBezTo>
                  <a:pt x="730067" y="3965"/>
                  <a:pt x="727925" y="6208"/>
                  <a:pt x="727925" y="10693"/>
                </a:cubicBezTo>
                <a:lnTo>
                  <a:pt x="727925" y="15506"/>
                </a:lnTo>
                <a:lnTo>
                  <a:pt x="739958" y="15506"/>
                </a:lnTo>
                <a:lnTo>
                  <a:pt x="739958" y="19471"/>
                </a:lnTo>
                <a:lnTo>
                  <a:pt x="727925" y="19471"/>
                </a:lnTo>
                <a:lnTo>
                  <a:pt x="727925" y="38997"/>
                </a:lnTo>
                <a:lnTo>
                  <a:pt x="723084" y="38997"/>
                </a:lnTo>
                <a:lnTo>
                  <a:pt x="723084" y="19471"/>
                </a:lnTo>
                <a:lnTo>
                  <a:pt x="714251" y="19471"/>
                </a:lnTo>
                <a:lnTo>
                  <a:pt x="714251" y="15506"/>
                </a:lnTo>
                <a:lnTo>
                  <a:pt x="723084" y="15506"/>
                </a:lnTo>
                <a:lnTo>
                  <a:pt x="723084" y="10966"/>
                </a:lnTo>
                <a:cubicBezTo>
                  <a:pt x="723084" y="3655"/>
                  <a:pt x="726895" y="0"/>
                  <a:pt x="734515" y="0"/>
                </a:cubicBezTo>
                <a:cubicBezTo>
                  <a:pt x="736412" y="0"/>
                  <a:pt x="738508" y="219"/>
                  <a:pt x="740805" y="656"/>
                </a:cubicBezTo>
                <a:lnTo>
                  <a:pt x="740805" y="4758"/>
                </a:lnTo>
                <a:moveTo>
                  <a:pt x="712063" y="11541"/>
                </a:moveTo>
                <a:lnTo>
                  <a:pt x="712063" y="11541"/>
                </a:lnTo>
                <a:close/>
                <a:moveTo>
                  <a:pt x="771890" y="4758"/>
                </a:moveTo>
                <a:cubicBezTo>
                  <a:pt x="769392" y="4230"/>
                  <a:pt x="767241" y="3965"/>
                  <a:pt x="765436" y="3965"/>
                </a:cubicBezTo>
                <a:cubicBezTo>
                  <a:pt x="761151" y="3965"/>
                  <a:pt x="759009" y="6208"/>
                  <a:pt x="759009" y="10693"/>
                </a:cubicBezTo>
                <a:lnTo>
                  <a:pt x="759009" y="15506"/>
                </a:lnTo>
                <a:lnTo>
                  <a:pt x="771042" y="15506"/>
                </a:lnTo>
                <a:lnTo>
                  <a:pt x="771042" y="19471"/>
                </a:lnTo>
                <a:lnTo>
                  <a:pt x="759009" y="19471"/>
                </a:lnTo>
                <a:lnTo>
                  <a:pt x="759009" y="38997"/>
                </a:lnTo>
                <a:lnTo>
                  <a:pt x="754169" y="38997"/>
                </a:lnTo>
                <a:lnTo>
                  <a:pt x="754169" y="19471"/>
                </a:lnTo>
                <a:lnTo>
                  <a:pt x="745336" y="19471"/>
                </a:lnTo>
                <a:lnTo>
                  <a:pt x="745336" y="15506"/>
                </a:lnTo>
                <a:lnTo>
                  <a:pt x="754169" y="15506"/>
                </a:lnTo>
                <a:lnTo>
                  <a:pt x="754169" y="10966"/>
                </a:lnTo>
                <a:cubicBezTo>
                  <a:pt x="754169" y="3655"/>
                  <a:pt x="757979" y="0"/>
                  <a:pt x="765600" y="0"/>
                </a:cubicBezTo>
                <a:cubicBezTo>
                  <a:pt x="767496" y="0"/>
                  <a:pt x="769593" y="219"/>
                  <a:pt x="771890" y="656"/>
                </a:cubicBezTo>
                <a:lnTo>
                  <a:pt x="771890" y="4758"/>
                </a:lnTo>
                <a:moveTo>
                  <a:pt x="743148" y="11541"/>
                </a:moveTo>
                <a:lnTo>
                  <a:pt x="743148" y="11541"/>
                </a:lnTo>
                <a:close/>
                <a:moveTo>
                  <a:pt x="801798" y="23819"/>
                </a:moveTo>
                <a:cubicBezTo>
                  <a:pt x="801798" y="24494"/>
                  <a:pt x="801789" y="25059"/>
                  <a:pt x="801771" y="25515"/>
                </a:cubicBezTo>
                <a:cubicBezTo>
                  <a:pt x="801753" y="25971"/>
                  <a:pt x="801725" y="26399"/>
                  <a:pt x="801689" y="26800"/>
                </a:cubicBezTo>
                <a:lnTo>
                  <a:pt x="782409" y="26800"/>
                </a:lnTo>
                <a:cubicBezTo>
                  <a:pt x="782409" y="29608"/>
                  <a:pt x="783193" y="31764"/>
                  <a:pt x="784761" y="33268"/>
                </a:cubicBezTo>
                <a:cubicBezTo>
                  <a:pt x="786329" y="34772"/>
                  <a:pt x="788590" y="35524"/>
                  <a:pt x="791543" y="35524"/>
                </a:cubicBezTo>
                <a:cubicBezTo>
                  <a:pt x="792345" y="35524"/>
                  <a:pt x="793147" y="35492"/>
                  <a:pt x="793950" y="35427"/>
                </a:cubicBezTo>
                <a:cubicBezTo>
                  <a:pt x="794752" y="35361"/>
                  <a:pt x="795527" y="35273"/>
                  <a:pt x="796274" y="35161"/>
                </a:cubicBezTo>
                <a:cubicBezTo>
                  <a:pt x="797022" y="35049"/>
                  <a:pt x="797737" y="34923"/>
                  <a:pt x="798421" y="34783"/>
                </a:cubicBezTo>
                <a:cubicBezTo>
                  <a:pt x="799105" y="34643"/>
                  <a:pt x="799738" y="34489"/>
                  <a:pt x="800322" y="34321"/>
                </a:cubicBezTo>
                <a:lnTo>
                  <a:pt x="800322" y="38231"/>
                </a:lnTo>
                <a:cubicBezTo>
                  <a:pt x="799027" y="38604"/>
                  <a:pt x="797564" y="38907"/>
                  <a:pt x="795932" y="39140"/>
                </a:cubicBezTo>
                <a:cubicBezTo>
                  <a:pt x="794301" y="39373"/>
                  <a:pt x="792610" y="39489"/>
                  <a:pt x="790859" y="39489"/>
                </a:cubicBezTo>
                <a:cubicBezTo>
                  <a:pt x="788508" y="39489"/>
                  <a:pt x="786484" y="39170"/>
                  <a:pt x="784788" y="38532"/>
                </a:cubicBezTo>
                <a:cubicBezTo>
                  <a:pt x="783093" y="37894"/>
                  <a:pt x="781703" y="36969"/>
                  <a:pt x="780618" y="35757"/>
                </a:cubicBezTo>
                <a:cubicBezTo>
                  <a:pt x="779533" y="34544"/>
                  <a:pt x="778731" y="33058"/>
                  <a:pt x="778211" y="31299"/>
                </a:cubicBezTo>
                <a:cubicBezTo>
                  <a:pt x="777692" y="29540"/>
                  <a:pt x="777432" y="27548"/>
                  <a:pt x="777432" y="25324"/>
                </a:cubicBezTo>
                <a:cubicBezTo>
                  <a:pt x="777432" y="23391"/>
                  <a:pt x="777710" y="21563"/>
                  <a:pt x="778266" y="19840"/>
                </a:cubicBezTo>
                <a:cubicBezTo>
                  <a:pt x="778822" y="18118"/>
                  <a:pt x="779633" y="16604"/>
                  <a:pt x="780700" y="15301"/>
                </a:cubicBezTo>
                <a:cubicBezTo>
                  <a:pt x="781766" y="13997"/>
                  <a:pt x="783075" y="12963"/>
                  <a:pt x="784624" y="12197"/>
                </a:cubicBezTo>
                <a:cubicBezTo>
                  <a:pt x="786174" y="11431"/>
                  <a:pt x="787933" y="11048"/>
                  <a:pt x="789902" y="11048"/>
                </a:cubicBezTo>
                <a:cubicBezTo>
                  <a:pt x="791817" y="11048"/>
                  <a:pt x="793512" y="11349"/>
                  <a:pt x="794989" y="11951"/>
                </a:cubicBezTo>
                <a:cubicBezTo>
                  <a:pt x="796466" y="12552"/>
                  <a:pt x="797710" y="13405"/>
                  <a:pt x="798722" y="14508"/>
                </a:cubicBezTo>
                <a:cubicBezTo>
                  <a:pt x="799734" y="15611"/>
                  <a:pt x="800499" y="16951"/>
                  <a:pt x="801019" y="18528"/>
                </a:cubicBezTo>
                <a:cubicBezTo>
                  <a:pt x="801539" y="20105"/>
                  <a:pt x="801798" y="21869"/>
                  <a:pt x="801798" y="23819"/>
                </a:cubicBezTo>
                <a:moveTo>
                  <a:pt x="796848" y="23136"/>
                </a:moveTo>
                <a:cubicBezTo>
                  <a:pt x="796903" y="21914"/>
                  <a:pt x="796785" y="20798"/>
                  <a:pt x="796493" y="19786"/>
                </a:cubicBezTo>
                <a:cubicBezTo>
                  <a:pt x="796201" y="18774"/>
                  <a:pt x="795750" y="17903"/>
                  <a:pt x="795139" y="17174"/>
                </a:cubicBezTo>
                <a:cubicBezTo>
                  <a:pt x="794528" y="16445"/>
                  <a:pt x="793767" y="15875"/>
                  <a:pt x="792856" y="15465"/>
                </a:cubicBezTo>
                <a:cubicBezTo>
                  <a:pt x="791944" y="15055"/>
                  <a:pt x="790887" y="14850"/>
                  <a:pt x="789683" y="14850"/>
                </a:cubicBezTo>
                <a:cubicBezTo>
                  <a:pt x="788644" y="14850"/>
                  <a:pt x="787696" y="15050"/>
                  <a:pt x="786839" y="15451"/>
                </a:cubicBezTo>
                <a:cubicBezTo>
                  <a:pt x="785982" y="15852"/>
                  <a:pt x="785244" y="16417"/>
                  <a:pt x="784624" y="17147"/>
                </a:cubicBezTo>
                <a:cubicBezTo>
                  <a:pt x="784004" y="17876"/>
                  <a:pt x="783503" y="18751"/>
                  <a:pt x="783120" y="19772"/>
                </a:cubicBezTo>
                <a:cubicBezTo>
                  <a:pt x="782737" y="20793"/>
                  <a:pt x="782500" y="21914"/>
                  <a:pt x="782409" y="23136"/>
                </a:cubicBezTo>
                <a:lnTo>
                  <a:pt x="796848" y="23136"/>
                </a:lnTo>
                <a:close/>
                <a:moveTo>
                  <a:pt x="832031" y="37985"/>
                </a:moveTo>
                <a:cubicBezTo>
                  <a:pt x="830791" y="38459"/>
                  <a:pt x="829520" y="38810"/>
                  <a:pt x="828216" y="39038"/>
                </a:cubicBezTo>
                <a:cubicBezTo>
                  <a:pt x="826912" y="39266"/>
                  <a:pt x="825568" y="39380"/>
                  <a:pt x="824182" y="39380"/>
                </a:cubicBezTo>
                <a:cubicBezTo>
                  <a:pt x="819843" y="39380"/>
                  <a:pt x="816502" y="38204"/>
                  <a:pt x="814160" y="35852"/>
                </a:cubicBezTo>
                <a:cubicBezTo>
                  <a:pt x="811817" y="33500"/>
                  <a:pt x="810645" y="30064"/>
                  <a:pt x="810645" y="25542"/>
                </a:cubicBezTo>
                <a:cubicBezTo>
                  <a:pt x="810645" y="23373"/>
                  <a:pt x="810983" y="21404"/>
                  <a:pt x="811657" y="19635"/>
                </a:cubicBezTo>
                <a:cubicBezTo>
                  <a:pt x="812332" y="17867"/>
                  <a:pt x="813280" y="16354"/>
                  <a:pt x="814501" y="15096"/>
                </a:cubicBezTo>
                <a:cubicBezTo>
                  <a:pt x="815723" y="13838"/>
                  <a:pt x="817181" y="12867"/>
                  <a:pt x="818877" y="12183"/>
                </a:cubicBezTo>
                <a:cubicBezTo>
                  <a:pt x="820572" y="11500"/>
                  <a:pt x="822441" y="11158"/>
                  <a:pt x="824483" y="11158"/>
                </a:cubicBezTo>
                <a:cubicBezTo>
                  <a:pt x="825905" y="11158"/>
                  <a:pt x="827236" y="11260"/>
                  <a:pt x="828476" y="11465"/>
                </a:cubicBezTo>
                <a:cubicBezTo>
                  <a:pt x="829716" y="11670"/>
                  <a:pt x="830901" y="12005"/>
                  <a:pt x="832031" y="12470"/>
                </a:cubicBezTo>
                <a:lnTo>
                  <a:pt x="832031" y="17010"/>
                </a:lnTo>
                <a:cubicBezTo>
                  <a:pt x="830846" y="16380"/>
                  <a:pt x="829638" y="15922"/>
                  <a:pt x="828407" y="15636"/>
                </a:cubicBezTo>
                <a:cubicBezTo>
                  <a:pt x="827177" y="15349"/>
                  <a:pt x="825905" y="15205"/>
                  <a:pt x="824593" y="15205"/>
                </a:cubicBezTo>
                <a:cubicBezTo>
                  <a:pt x="823371" y="15205"/>
                  <a:pt x="822218" y="15438"/>
                  <a:pt x="821133" y="15902"/>
                </a:cubicBezTo>
                <a:cubicBezTo>
                  <a:pt x="820048" y="16367"/>
                  <a:pt x="819096" y="17037"/>
                  <a:pt x="818275" y="17912"/>
                </a:cubicBezTo>
                <a:cubicBezTo>
                  <a:pt x="817455" y="18788"/>
                  <a:pt x="816808" y="19854"/>
                  <a:pt x="816334" y="21112"/>
                </a:cubicBezTo>
                <a:cubicBezTo>
                  <a:pt x="815860" y="22370"/>
                  <a:pt x="815623" y="23792"/>
                  <a:pt x="815623" y="25378"/>
                </a:cubicBezTo>
                <a:cubicBezTo>
                  <a:pt x="815623" y="28696"/>
                  <a:pt x="816429" y="31180"/>
                  <a:pt x="818043" y="32830"/>
                </a:cubicBezTo>
                <a:cubicBezTo>
                  <a:pt x="819656" y="34480"/>
                  <a:pt x="821894" y="35305"/>
                  <a:pt x="824757" y="35305"/>
                </a:cubicBezTo>
                <a:cubicBezTo>
                  <a:pt x="826051" y="35305"/>
                  <a:pt x="827304" y="35159"/>
                  <a:pt x="828517" y="34868"/>
                </a:cubicBezTo>
                <a:cubicBezTo>
                  <a:pt x="829729" y="34576"/>
                  <a:pt x="830901" y="34138"/>
                  <a:pt x="832031" y="33555"/>
                </a:cubicBezTo>
                <a:lnTo>
                  <a:pt x="832031" y="37985"/>
                </a:lnTo>
                <a:close/>
                <a:moveTo>
                  <a:pt x="863909" y="38587"/>
                </a:moveTo>
                <a:cubicBezTo>
                  <a:pt x="862833" y="38870"/>
                  <a:pt x="861721" y="39073"/>
                  <a:pt x="860572" y="39195"/>
                </a:cubicBezTo>
                <a:cubicBezTo>
                  <a:pt x="859424" y="39319"/>
                  <a:pt x="858257" y="39380"/>
                  <a:pt x="857072" y="39380"/>
                </a:cubicBezTo>
                <a:cubicBezTo>
                  <a:pt x="853626" y="39380"/>
                  <a:pt x="851055" y="38601"/>
                  <a:pt x="849360" y="37042"/>
                </a:cubicBezTo>
                <a:cubicBezTo>
                  <a:pt x="847664" y="35483"/>
                  <a:pt x="846816" y="33090"/>
                  <a:pt x="846816" y="29863"/>
                </a:cubicBezTo>
                <a:lnTo>
                  <a:pt x="846816" y="15533"/>
                </a:lnTo>
                <a:lnTo>
                  <a:pt x="839132" y="15533"/>
                </a:lnTo>
                <a:lnTo>
                  <a:pt x="839132" y="11541"/>
                </a:lnTo>
                <a:lnTo>
                  <a:pt x="846816" y="11541"/>
                </a:lnTo>
                <a:lnTo>
                  <a:pt x="846816" y="3969"/>
                </a:lnTo>
                <a:lnTo>
                  <a:pt x="851575" y="2735"/>
                </a:lnTo>
                <a:lnTo>
                  <a:pt x="851575" y="11541"/>
                </a:lnTo>
                <a:lnTo>
                  <a:pt x="863909" y="11541"/>
                </a:lnTo>
                <a:lnTo>
                  <a:pt x="863909" y="15533"/>
                </a:lnTo>
                <a:lnTo>
                  <a:pt x="851575" y="15533"/>
                </a:lnTo>
                <a:lnTo>
                  <a:pt x="851575" y="29480"/>
                </a:lnTo>
                <a:cubicBezTo>
                  <a:pt x="851575" y="31449"/>
                  <a:pt x="852099" y="32922"/>
                  <a:pt x="853147" y="33897"/>
                </a:cubicBezTo>
                <a:cubicBezTo>
                  <a:pt x="854196" y="34872"/>
                  <a:pt x="855741" y="35360"/>
                  <a:pt x="857783" y="35360"/>
                </a:cubicBezTo>
                <a:cubicBezTo>
                  <a:pt x="858658" y="35360"/>
                  <a:pt x="859615" y="35290"/>
                  <a:pt x="860654" y="35149"/>
                </a:cubicBezTo>
                <a:cubicBezTo>
                  <a:pt x="861693" y="35008"/>
                  <a:pt x="862778" y="34786"/>
                  <a:pt x="863909" y="34485"/>
                </a:cubicBezTo>
                <a:lnTo>
                  <a:pt x="863909" y="38587"/>
                </a:lnTo>
                <a:close/>
                <a:moveTo>
                  <a:pt x="958177" y="25050"/>
                </a:moveTo>
                <a:cubicBezTo>
                  <a:pt x="958177" y="27183"/>
                  <a:pt x="957876" y="29138"/>
                  <a:pt x="957274" y="30916"/>
                </a:cubicBezTo>
                <a:cubicBezTo>
                  <a:pt x="956673" y="32694"/>
                  <a:pt x="955807" y="34216"/>
                  <a:pt x="954676" y="35483"/>
                </a:cubicBezTo>
                <a:cubicBezTo>
                  <a:pt x="953546" y="36750"/>
                  <a:pt x="952170" y="37735"/>
                  <a:pt x="950547" y="38437"/>
                </a:cubicBezTo>
                <a:cubicBezTo>
                  <a:pt x="948924" y="39138"/>
                  <a:pt x="947083" y="39489"/>
                  <a:pt x="945023" y="39489"/>
                </a:cubicBezTo>
                <a:cubicBezTo>
                  <a:pt x="943054" y="39489"/>
                  <a:pt x="941290" y="39184"/>
                  <a:pt x="939731" y="38573"/>
                </a:cubicBezTo>
                <a:cubicBezTo>
                  <a:pt x="938172" y="37963"/>
                  <a:pt x="936850" y="37065"/>
                  <a:pt x="935766" y="35880"/>
                </a:cubicBezTo>
                <a:cubicBezTo>
                  <a:pt x="934681" y="34695"/>
                  <a:pt x="933851" y="33227"/>
                  <a:pt x="933277" y="31477"/>
                </a:cubicBezTo>
                <a:cubicBezTo>
                  <a:pt x="932703" y="29726"/>
                  <a:pt x="932416" y="27712"/>
                  <a:pt x="932416" y="25433"/>
                </a:cubicBezTo>
                <a:cubicBezTo>
                  <a:pt x="932416" y="23300"/>
                  <a:pt x="932716" y="21354"/>
                  <a:pt x="933318" y="19594"/>
                </a:cubicBezTo>
                <a:cubicBezTo>
                  <a:pt x="933920" y="17835"/>
                  <a:pt x="934786" y="16322"/>
                  <a:pt x="935916" y="15055"/>
                </a:cubicBezTo>
                <a:cubicBezTo>
                  <a:pt x="937046" y="13788"/>
                  <a:pt x="938423" y="12803"/>
                  <a:pt x="940046" y="12101"/>
                </a:cubicBezTo>
                <a:cubicBezTo>
                  <a:pt x="941668" y="11399"/>
                  <a:pt x="943510" y="11048"/>
                  <a:pt x="945570" y="11048"/>
                </a:cubicBezTo>
                <a:cubicBezTo>
                  <a:pt x="947539" y="11048"/>
                  <a:pt x="949303" y="11354"/>
                  <a:pt x="950861" y="11964"/>
                </a:cubicBezTo>
                <a:cubicBezTo>
                  <a:pt x="952420" y="12575"/>
                  <a:pt x="953742" y="13469"/>
                  <a:pt x="954827" y="14644"/>
                </a:cubicBezTo>
                <a:cubicBezTo>
                  <a:pt x="955912" y="15820"/>
                  <a:pt x="956741" y="17283"/>
                  <a:pt x="957315" y="19034"/>
                </a:cubicBezTo>
                <a:cubicBezTo>
                  <a:pt x="957890" y="20784"/>
                  <a:pt x="958177" y="22789"/>
                  <a:pt x="958177" y="25050"/>
                </a:cubicBezTo>
                <a:moveTo>
                  <a:pt x="953309" y="25269"/>
                </a:moveTo>
                <a:cubicBezTo>
                  <a:pt x="953309" y="23573"/>
                  <a:pt x="953122" y="22092"/>
                  <a:pt x="952748" y="20825"/>
                </a:cubicBezTo>
                <a:cubicBezTo>
                  <a:pt x="952375" y="19558"/>
                  <a:pt x="951841" y="18500"/>
                  <a:pt x="951149" y="17653"/>
                </a:cubicBezTo>
                <a:cubicBezTo>
                  <a:pt x="950456" y="16805"/>
                  <a:pt x="949613" y="16167"/>
                  <a:pt x="948619" y="15738"/>
                </a:cubicBezTo>
                <a:cubicBezTo>
                  <a:pt x="947625" y="15310"/>
                  <a:pt x="946518" y="15096"/>
                  <a:pt x="945296" y="15096"/>
                </a:cubicBezTo>
                <a:cubicBezTo>
                  <a:pt x="943874" y="15096"/>
                  <a:pt x="942657" y="15374"/>
                  <a:pt x="941645" y="15930"/>
                </a:cubicBezTo>
                <a:cubicBezTo>
                  <a:pt x="940634" y="16486"/>
                  <a:pt x="939804" y="17229"/>
                  <a:pt x="939157" y="18159"/>
                </a:cubicBezTo>
                <a:cubicBezTo>
                  <a:pt x="938510" y="19088"/>
                  <a:pt x="938036" y="20169"/>
                  <a:pt x="937735" y="21399"/>
                </a:cubicBezTo>
                <a:cubicBezTo>
                  <a:pt x="937434" y="22630"/>
                  <a:pt x="937283" y="23920"/>
                  <a:pt x="937283" y="25269"/>
                </a:cubicBezTo>
                <a:cubicBezTo>
                  <a:pt x="937283" y="26964"/>
                  <a:pt x="937470" y="28450"/>
                  <a:pt x="937844" y="29726"/>
                </a:cubicBezTo>
                <a:cubicBezTo>
                  <a:pt x="938218" y="31003"/>
                  <a:pt x="938751" y="32065"/>
                  <a:pt x="939444" y="32912"/>
                </a:cubicBezTo>
                <a:cubicBezTo>
                  <a:pt x="940137" y="33760"/>
                  <a:pt x="940975" y="34398"/>
                  <a:pt x="941960" y="34827"/>
                </a:cubicBezTo>
                <a:cubicBezTo>
                  <a:pt x="942944" y="35255"/>
                  <a:pt x="944056" y="35469"/>
                  <a:pt x="945296" y="35469"/>
                </a:cubicBezTo>
                <a:cubicBezTo>
                  <a:pt x="946718" y="35469"/>
                  <a:pt x="947935" y="35191"/>
                  <a:pt x="948947" y="34635"/>
                </a:cubicBezTo>
                <a:cubicBezTo>
                  <a:pt x="949959" y="34079"/>
                  <a:pt x="950788" y="33336"/>
                  <a:pt x="951436" y="32406"/>
                </a:cubicBezTo>
                <a:cubicBezTo>
                  <a:pt x="952083" y="31477"/>
                  <a:pt x="952557" y="30396"/>
                  <a:pt x="952858" y="29166"/>
                </a:cubicBezTo>
                <a:cubicBezTo>
                  <a:pt x="953159" y="27935"/>
                  <a:pt x="953309" y="26636"/>
                  <a:pt x="953309" y="25269"/>
                </a:cubicBezTo>
                <a:close/>
                <a:moveTo>
                  <a:pt x="989757" y="4758"/>
                </a:moveTo>
                <a:cubicBezTo>
                  <a:pt x="987259" y="4230"/>
                  <a:pt x="985108" y="3965"/>
                  <a:pt x="983303" y="3965"/>
                </a:cubicBezTo>
                <a:cubicBezTo>
                  <a:pt x="979018" y="3965"/>
                  <a:pt x="976876" y="6208"/>
                  <a:pt x="976876" y="10693"/>
                </a:cubicBezTo>
                <a:lnTo>
                  <a:pt x="976876" y="15506"/>
                </a:lnTo>
                <a:lnTo>
                  <a:pt x="988909" y="15506"/>
                </a:lnTo>
                <a:lnTo>
                  <a:pt x="988909" y="19471"/>
                </a:lnTo>
                <a:lnTo>
                  <a:pt x="976876" y="19471"/>
                </a:lnTo>
                <a:lnTo>
                  <a:pt x="976876" y="38997"/>
                </a:lnTo>
                <a:lnTo>
                  <a:pt x="972036" y="38997"/>
                </a:lnTo>
                <a:lnTo>
                  <a:pt x="972036" y="19471"/>
                </a:lnTo>
                <a:lnTo>
                  <a:pt x="963203" y="19471"/>
                </a:lnTo>
                <a:lnTo>
                  <a:pt x="963203" y="15506"/>
                </a:lnTo>
                <a:lnTo>
                  <a:pt x="972036" y="15506"/>
                </a:lnTo>
                <a:lnTo>
                  <a:pt x="972036" y="10966"/>
                </a:lnTo>
                <a:cubicBezTo>
                  <a:pt x="972036" y="3655"/>
                  <a:pt x="975846" y="0"/>
                  <a:pt x="983467" y="0"/>
                </a:cubicBezTo>
                <a:cubicBezTo>
                  <a:pt x="985363" y="0"/>
                  <a:pt x="987460" y="219"/>
                  <a:pt x="989757" y="656"/>
                </a:cubicBezTo>
                <a:lnTo>
                  <a:pt x="989757" y="4758"/>
                </a:lnTo>
                <a:moveTo>
                  <a:pt x="961015" y="11541"/>
                </a:moveTo>
                <a:lnTo>
                  <a:pt x="961015" y="11541"/>
                </a:lnTo>
                <a:close/>
                <a:moveTo>
                  <a:pt x="1080860" y="38587"/>
                </a:moveTo>
                <a:cubicBezTo>
                  <a:pt x="1079784" y="38870"/>
                  <a:pt x="1078672" y="39073"/>
                  <a:pt x="1077523" y="39195"/>
                </a:cubicBezTo>
                <a:cubicBezTo>
                  <a:pt x="1076375" y="39319"/>
                  <a:pt x="1075208" y="39380"/>
                  <a:pt x="1074023" y="39380"/>
                </a:cubicBezTo>
                <a:cubicBezTo>
                  <a:pt x="1070577" y="39380"/>
                  <a:pt x="1068006" y="38601"/>
                  <a:pt x="1066311" y="37042"/>
                </a:cubicBezTo>
                <a:cubicBezTo>
                  <a:pt x="1064615" y="35483"/>
                  <a:pt x="1063768" y="33090"/>
                  <a:pt x="1063768" y="29863"/>
                </a:cubicBezTo>
                <a:lnTo>
                  <a:pt x="1063768" y="15533"/>
                </a:lnTo>
                <a:lnTo>
                  <a:pt x="1056083" y="15533"/>
                </a:lnTo>
                <a:lnTo>
                  <a:pt x="1056083" y="11541"/>
                </a:lnTo>
                <a:lnTo>
                  <a:pt x="1063768" y="11541"/>
                </a:lnTo>
                <a:lnTo>
                  <a:pt x="1063768" y="3969"/>
                </a:lnTo>
                <a:lnTo>
                  <a:pt x="1068526" y="2735"/>
                </a:lnTo>
                <a:lnTo>
                  <a:pt x="1068526" y="11541"/>
                </a:lnTo>
                <a:lnTo>
                  <a:pt x="1080860" y="11541"/>
                </a:lnTo>
                <a:lnTo>
                  <a:pt x="1080860" y="15533"/>
                </a:lnTo>
                <a:lnTo>
                  <a:pt x="1068526" y="15533"/>
                </a:lnTo>
                <a:lnTo>
                  <a:pt x="1068526" y="29480"/>
                </a:lnTo>
                <a:cubicBezTo>
                  <a:pt x="1068526" y="31449"/>
                  <a:pt x="1069050" y="32922"/>
                  <a:pt x="1070098" y="33897"/>
                </a:cubicBezTo>
                <a:cubicBezTo>
                  <a:pt x="1071147" y="34872"/>
                  <a:pt x="1072692" y="35360"/>
                  <a:pt x="1074734" y="35360"/>
                </a:cubicBezTo>
                <a:cubicBezTo>
                  <a:pt x="1075609" y="35360"/>
                  <a:pt x="1076566" y="35290"/>
                  <a:pt x="1077605" y="35149"/>
                </a:cubicBezTo>
                <a:cubicBezTo>
                  <a:pt x="1078645" y="35008"/>
                  <a:pt x="1079729" y="34786"/>
                  <a:pt x="1080860" y="34485"/>
                </a:cubicBezTo>
                <a:lnTo>
                  <a:pt x="1080860" y="38587"/>
                </a:lnTo>
                <a:close/>
                <a:moveTo>
                  <a:pt x="1111920" y="38997"/>
                </a:moveTo>
                <a:lnTo>
                  <a:pt x="1107162" y="38997"/>
                </a:lnTo>
                <a:lnTo>
                  <a:pt x="1107162" y="21468"/>
                </a:lnTo>
                <a:cubicBezTo>
                  <a:pt x="1107162" y="19353"/>
                  <a:pt x="1106765" y="17771"/>
                  <a:pt x="1105972" y="16723"/>
                </a:cubicBezTo>
                <a:cubicBezTo>
                  <a:pt x="1105179" y="15675"/>
                  <a:pt x="1104044" y="15150"/>
                  <a:pt x="1102567" y="15150"/>
                </a:cubicBezTo>
                <a:cubicBezTo>
                  <a:pt x="1101929" y="15150"/>
                  <a:pt x="1101332" y="15237"/>
                  <a:pt x="1100776" y="15410"/>
                </a:cubicBezTo>
                <a:cubicBezTo>
                  <a:pt x="1100220" y="15583"/>
                  <a:pt x="1099641" y="15884"/>
                  <a:pt x="1099040" y="16313"/>
                </a:cubicBezTo>
                <a:cubicBezTo>
                  <a:pt x="1098438" y="16741"/>
                  <a:pt x="1097782" y="17320"/>
                  <a:pt x="1097071" y="18049"/>
                </a:cubicBezTo>
                <a:cubicBezTo>
                  <a:pt x="1096360" y="18778"/>
                  <a:pt x="1095539" y="19690"/>
                  <a:pt x="1094609" y="20784"/>
                </a:cubicBezTo>
                <a:lnTo>
                  <a:pt x="1094609" y="38997"/>
                </a:lnTo>
                <a:lnTo>
                  <a:pt x="1089851" y="38997"/>
                </a:lnTo>
                <a:lnTo>
                  <a:pt x="1089851" y="328"/>
                </a:lnTo>
                <a:lnTo>
                  <a:pt x="1094609" y="328"/>
                </a:lnTo>
                <a:lnTo>
                  <a:pt x="1094609" y="11533"/>
                </a:lnTo>
                <a:lnTo>
                  <a:pt x="1094445" y="15861"/>
                </a:lnTo>
                <a:cubicBezTo>
                  <a:pt x="1095193" y="14968"/>
                  <a:pt x="1095927" y="14216"/>
                  <a:pt x="1096647" y="13605"/>
                </a:cubicBezTo>
                <a:cubicBezTo>
                  <a:pt x="1097367" y="12995"/>
                  <a:pt x="1098087" y="12498"/>
                  <a:pt x="1098807" y="12115"/>
                </a:cubicBezTo>
                <a:cubicBezTo>
                  <a:pt x="1099527" y="11732"/>
                  <a:pt x="1100261" y="11458"/>
                  <a:pt x="1101009" y="11294"/>
                </a:cubicBezTo>
                <a:cubicBezTo>
                  <a:pt x="1101756" y="11130"/>
                  <a:pt x="1102531" y="11048"/>
                  <a:pt x="1103333" y="11048"/>
                </a:cubicBezTo>
                <a:cubicBezTo>
                  <a:pt x="1106068" y="11048"/>
                  <a:pt x="1108183" y="11882"/>
                  <a:pt x="1109678" y="13551"/>
                </a:cubicBezTo>
                <a:cubicBezTo>
                  <a:pt x="1111173" y="15219"/>
                  <a:pt x="1111920" y="17730"/>
                  <a:pt x="1111920" y="21085"/>
                </a:cubicBezTo>
                <a:lnTo>
                  <a:pt x="1111920" y="38997"/>
                </a:lnTo>
                <a:close/>
                <a:moveTo>
                  <a:pt x="1144156" y="23819"/>
                </a:moveTo>
                <a:cubicBezTo>
                  <a:pt x="1144156" y="24494"/>
                  <a:pt x="1144147" y="25059"/>
                  <a:pt x="1144129" y="25515"/>
                </a:cubicBezTo>
                <a:cubicBezTo>
                  <a:pt x="1144111" y="25971"/>
                  <a:pt x="1144083" y="26399"/>
                  <a:pt x="1144047" y="26800"/>
                </a:cubicBezTo>
                <a:lnTo>
                  <a:pt x="1124767" y="26800"/>
                </a:lnTo>
                <a:cubicBezTo>
                  <a:pt x="1124767" y="29608"/>
                  <a:pt x="1125551" y="31764"/>
                  <a:pt x="1127119" y="33268"/>
                </a:cubicBezTo>
                <a:cubicBezTo>
                  <a:pt x="1128687" y="34772"/>
                  <a:pt x="1130948" y="35524"/>
                  <a:pt x="1133901" y="35524"/>
                </a:cubicBezTo>
                <a:cubicBezTo>
                  <a:pt x="1134703" y="35524"/>
                  <a:pt x="1135505" y="35492"/>
                  <a:pt x="1136308" y="35427"/>
                </a:cubicBezTo>
                <a:cubicBezTo>
                  <a:pt x="1137110" y="35361"/>
                  <a:pt x="1137885" y="35273"/>
                  <a:pt x="1138632" y="35161"/>
                </a:cubicBezTo>
                <a:cubicBezTo>
                  <a:pt x="1139380" y="35049"/>
                  <a:pt x="1140095" y="34923"/>
                  <a:pt x="1140779" y="34783"/>
                </a:cubicBezTo>
                <a:cubicBezTo>
                  <a:pt x="1141463" y="34643"/>
                  <a:pt x="1142096" y="34489"/>
                  <a:pt x="1142679" y="34321"/>
                </a:cubicBezTo>
                <a:lnTo>
                  <a:pt x="1142679" y="38231"/>
                </a:lnTo>
                <a:cubicBezTo>
                  <a:pt x="1141385" y="38604"/>
                  <a:pt x="1139922" y="38907"/>
                  <a:pt x="1138290" y="39140"/>
                </a:cubicBezTo>
                <a:cubicBezTo>
                  <a:pt x="1136659" y="39373"/>
                  <a:pt x="1134968" y="39489"/>
                  <a:pt x="1133217" y="39489"/>
                </a:cubicBezTo>
                <a:cubicBezTo>
                  <a:pt x="1130865" y="39489"/>
                  <a:pt x="1128842" y="39170"/>
                  <a:pt x="1127146" y="38532"/>
                </a:cubicBezTo>
                <a:cubicBezTo>
                  <a:pt x="1125451" y="37894"/>
                  <a:pt x="1124061" y="36969"/>
                  <a:pt x="1122976" y="35757"/>
                </a:cubicBezTo>
                <a:cubicBezTo>
                  <a:pt x="1121891" y="34544"/>
                  <a:pt x="1121089" y="33058"/>
                  <a:pt x="1120569" y="31299"/>
                </a:cubicBezTo>
                <a:cubicBezTo>
                  <a:pt x="1120050" y="29540"/>
                  <a:pt x="1119790" y="27548"/>
                  <a:pt x="1119790" y="25324"/>
                </a:cubicBezTo>
                <a:cubicBezTo>
                  <a:pt x="1119790" y="23391"/>
                  <a:pt x="1120068" y="21563"/>
                  <a:pt x="1120624" y="19840"/>
                </a:cubicBezTo>
                <a:cubicBezTo>
                  <a:pt x="1121180" y="18118"/>
                  <a:pt x="1121991" y="16604"/>
                  <a:pt x="1123058" y="15301"/>
                </a:cubicBezTo>
                <a:cubicBezTo>
                  <a:pt x="1124124" y="13997"/>
                  <a:pt x="1125432" y="12963"/>
                  <a:pt x="1126982" y="12197"/>
                </a:cubicBezTo>
                <a:cubicBezTo>
                  <a:pt x="1128532" y="11431"/>
                  <a:pt x="1130291" y="11048"/>
                  <a:pt x="1132260" y="11048"/>
                </a:cubicBezTo>
                <a:cubicBezTo>
                  <a:pt x="1134174" y="11048"/>
                  <a:pt x="1135870" y="11349"/>
                  <a:pt x="1137347" y="11951"/>
                </a:cubicBezTo>
                <a:cubicBezTo>
                  <a:pt x="1138824" y="12552"/>
                  <a:pt x="1140068" y="13405"/>
                  <a:pt x="1141080" y="14508"/>
                </a:cubicBezTo>
                <a:cubicBezTo>
                  <a:pt x="1142092" y="15611"/>
                  <a:pt x="1142857" y="16951"/>
                  <a:pt x="1143377" y="18528"/>
                </a:cubicBezTo>
                <a:cubicBezTo>
                  <a:pt x="1143896" y="20105"/>
                  <a:pt x="1144156" y="21869"/>
                  <a:pt x="1144156" y="23819"/>
                </a:cubicBezTo>
                <a:moveTo>
                  <a:pt x="1139206" y="23136"/>
                </a:moveTo>
                <a:cubicBezTo>
                  <a:pt x="1139261" y="21914"/>
                  <a:pt x="1139143" y="20798"/>
                  <a:pt x="1138851" y="19786"/>
                </a:cubicBezTo>
                <a:cubicBezTo>
                  <a:pt x="1138559" y="18774"/>
                  <a:pt x="1138108" y="17903"/>
                  <a:pt x="1137497" y="17174"/>
                </a:cubicBezTo>
                <a:cubicBezTo>
                  <a:pt x="1136886" y="16445"/>
                  <a:pt x="1136125" y="15875"/>
                  <a:pt x="1135214" y="15465"/>
                </a:cubicBezTo>
                <a:cubicBezTo>
                  <a:pt x="1134302" y="15055"/>
                  <a:pt x="1133245" y="14850"/>
                  <a:pt x="1132041" y="14850"/>
                </a:cubicBezTo>
                <a:cubicBezTo>
                  <a:pt x="1131002" y="14850"/>
                  <a:pt x="1130054" y="15050"/>
                  <a:pt x="1129197" y="15451"/>
                </a:cubicBezTo>
                <a:cubicBezTo>
                  <a:pt x="1128340" y="15852"/>
                  <a:pt x="1127602" y="16417"/>
                  <a:pt x="1126982" y="17147"/>
                </a:cubicBezTo>
                <a:cubicBezTo>
                  <a:pt x="1126362" y="17876"/>
                  <a:pt x="1125861" y="18751"/>
                  <a:pt x="1125478" y="19772"/>
                </a:cubicBezTo>
                <a:cubicBezTo>
                  <a:pt x="1125095" y="20793"/>
                  <a:pt x="1124858" y="21914"/>
                  <a:pt x="1124767" y="23136"/>
                </a:cubicBezTo>
                <a:lnTo>
                  <a:pt x="1139206" y="231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Text currentpatchtodeterminewhether">
            <a:extLst xmlns:a="http://schemas.openxmlformats.org/drawingml/2006/main">
              <a:ext uri="{FF2B5EF4-FFF2-40B4-BE49-F238E27FC236}">
                <a16:creationId xmlns:a16="http://schemas.microsoft.com/office/drawing/2014/main" id="{B6370C33-B271-40C8-88ED-87B26FBB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258" y="9650156"/>
            <a:ext cx="1142710" cy="50210"/>
          </a:xfrm>
          <a:custGeom xmlns:a="http://schemas.openxmlformats.org/drawingml/2006/main">
            <a:pathLst>
              <a:path w="1142710" h="50210">
                <a:moveTo>
                  <a:pt x="21386" y="37985"/>
                </a:moveTo>
                <a:cubicBezTo>
                  <a:pt x="20146" y="38459"/>
                  <a:pt x="18874" y="38810"/>
                  <a:pt x="17571" y="39038"/>
                </a:cubicBezTo>
                <a:cubicBezTo>
                  <a:pt x="16267" y="39266"/>
                  <a:pt x="14922" y="39380"/>
                  <a:pt x="13537" y="39380"/>
                </a:cubicBezTo>
                <a:cubicBezTo>
                  <a:pt x="9198" y="39380"/>
                  <a:pt x="5857" y="38204"/>
                  <a:pt x="3514" y="35852"/>
                </a:cubicBezTo>
                <a:cubicBezTo>
                  <a:pt x="1171" y="33500"/>
                  <a:pt x="0" y="30064"/>
                  <a:pt x="0" y="25542"/>
                </a:cubicBezTo>
                <a:cubicBezTo>
                  <a:pt x="0" y="23373"/>
                  <a:pt x="337" y="21404"/>
                  <a:pt x="1012" y="19635"/>
                </a:cubicBezTo>
                <a:cubicBezTo>
                  <a:pt x="1686" y="17867"/>
                  <a:pt x="2634" y="16354"/>
                  <a:pt x="3856" y="15096"/>
                </a:cubicBezTo>
                <a:cubicBezTo>
                  <a:pt x="5077" y="13838"/>
                  <a:pt x="6536" y="12867"/>
                  <a:pt x="8232" y="12183"/>
                </a:cubicBezTo>
                <a:cubicBezTo>
                  <a:pt x="9927" y="11500"/>
                  <a:pt x="11796" y="11158"/>
                  <a:pt x="13838" y="11158"/>
                </a:cubicBezTo>
                <a:cubicBezTo>
                  <a:pt x="15260" y="11158"/>
                  <a:pt x="16591" y="11260"/>
                  <a:pt x="17830" y="11465"/>
                </a:cubicBezTo>
                <a:cubicBezTo>
                  <a:pt x="19070" y="11670"/>
                  <a:pt x="20255" y="12005"/>
                  <a:pt x="21386" y="12470"/>
                </a:cubicBezTo>
                <a:lnTo>
                  <a:pt x="21386" y="17010"/>
                </a:lnTo>
                <a:cubicBezTo>
                  <a:pt x="20201" y="16380"/>
                  <a:pt x="18993" y="15922"/>
                  <a:pt x="17762" y="15636"/>
                </a:cubicBezTo>
                <a:cubicBezTo>
                  <a:pt x="16531" y="15349"/>
                  <a:pt x="15260" y="15205"/>
                  <a:pt x="13947" y="15205"/>
                </a:cubicBezTo>
                <a:cubicBezTo>
                  <a:pt x="12726" y="15205"/>
                  <a:pt x="11572" y="15438"/>
                  <a:pt x="10488" y="15902"/>
                </a:cubicBezTo>
                <a:cubicBezTo>
                  <a:pt x="9403" y="16367"/>
                  <a:pt x="8450" y="17037"/>
                  <a:pt x="7630" y="17912"/>
                </a:cubicBezTo>
                <a:cubicBezTo>
                  <a:pt x="6809" y="18788"/>
                  <a:pt x="6162" y="19854"/>
                  <a:pt x="5688" y="21112"/>
                </a:cubicBezTo>
                <a:cubicBezTo>
                  <a:pt x="5214" y="22370"/>
                  <a:pt x="4977" y="23792"/>
                  <a:pt x="4977" y="25378"/>
                </a:cubicBezTo>
                <a:cubicBezTo>
                  <a:pt x="4977" y="28696"/>
                  <a:pt x="5784" y="31180"/>
                  <a:pt x="7397" y="32830"/>
                </a:cubicBezTo>
                <a:cubicBezTo>
                  <a:pt x="9011" y="34480"/>
                  <a:pt x="11249" y="35305"/>
                  <a:pt x="14111" y="35305"/>
                </a:cubicBezTo>
                <a:cubicBezTo>
                  <a:pt x="15406" y="35305"/>
                  <a:pt x="16659" y="35159"/>
                  <a:pt x="17871" y="34868"/>
                </a:cubicBezTo>
                <a:cubicBezTo>
                  <a:pt x="19084" y="34576"/>
                  <a:pt x="20255" y="34138"/>
                  <a:pt x="21386" y="33555"/>
                </a:cubicBezTo>
                <a:lnTo>
                  <a:pt x="21386" y="37985"/>
                </a:lnTo>
                <a:close/>
                <a:moveTo>
                  <a:pt x="53239" y="38997"/>
                </a:moveTo>
                <a:lnTo>
                  <a:pt x="48973" y="38997"/>
                </a:lnTo>
                <a:lnTo>
                  <a:pt x="48809" y="34567"/>
                </a:lnTo>
                <a:cubicBezTo>
                  <a:pt x="47988" y="35515"/>
                  <a:pt x="47209" y="36303"/>
                  <a:pt x="46471" y="36932"/>
                </a:cubicBezTo>
                <a:cubicBezTo>
                  <a:pt x="45732" y="37561"/>
                  <a:pt x="44998" y="38067"/>
                  <a:pt x="44269" y="38450"/>
                </a:cubicBezTo>
                <a:cubicBezTo>
                  <a:pt x="43540" y="38833"/>
                  <a:pt x="42806" y="39102"/>
                  <a:pt x="42068" y="39257"/>
                </a:cubicBezTo>
                <a:cubicBezTo>
                  <a:pt x="41329" y="39412"/>
                  <a:pt x="40550" y="39489"/>
                  <a:pt x="39729" y="39489"/>
                </a:cubicBezTo>
                <a:cubicBezTo>
                  <a:pt x="36904" y="39489"/>
                  <a:pt x="34770" y="38660"/>
                  <a:pt x="33330" y="37001"/>
                </a:cubicBezTo>
                <a:cubicBezTo>
                  <a:pt x="31890" y="35342"/>
                  <a:pt x="31170" y="32835"/>
                  <a:pt x="31170" y="29480"/>
                </a:cubicBezTo>
                <a:lnTo>
                  <a:pt x="31170" y="11541"/>
                </a:lnTo>
                <a:lnTo>
                  <a:pt x="35928" y="11541"/>
                </a:lnTo>
                <a:lnTo>
                  <a:pt x="35928" y="29097"/>
                </a:lnTo>
                <a:cubicBezTo>
                  <a:pt x="35928" y="33309"/>
                  <a:pt x="37514" y="35415"/>
                  <a:pt x="40687" y="35415"/>
                </a:cubicBezTo>
                <a:cubicBezTo>
                  <a:pt x="41270" y="35415"/>
                  <a:pt x="41840" y="35328"/>
                  <a:pt x="42396" y="35155"/>
                </a:cubicBezTo>
                <a:cubicBezTo>
                  <a:pt x="42952" y="34982"/>
                  <a:pt x="43535" y="34681"/>
                  <a:pt x="44146" y="34252"/>
                </a:cubicBezTo>
                <a:cubicBezTo>
                  <a:pt x="44757" y="33824"/>
                  <a:pt x="45413" y="33245"/>
                  <a:pt x="46115" y="32516"/>
                </a:cubicBezTo>
                <a:cubicBezTo>
                  <a:pt x="46817" y="31787"/>
                  <a:pt x="47605" y="30866"/>
                  <a:pt x="48481" y="29754"/>
                </a:cubicBezTo>
                <a:lnTo>
                  <a:pt x="48481" y="11541"/>
                </a:lnTo>
                <a:lnTo>
                  <a:pt x="53239" y="11541"/>
                </a:lnTo>
                <a:lnTo>
                  <a:pt x="53239" y="38997"/>
                </a:lnTo>
                <a:close/>
                <a:moveTo>
                  <a:pt x="63406" y="11541"/>
                </a:moveTo>
                <a:lnTo>
                  <a:pt x="67754" y="11541"/>
                </a:lnTo>
                <a:lnTo>
                  <a:pt x="67891" y="16587"/>
                </a:lnTo>
                <a:cubicBezTo>
                  <a:pt x="69514" y="14641"/>
                  <a:pt x="71113" y="13231"/>
                  <a:pt x="72690" y="12358"/>
                </a:cubicBezTo>
                <a:cubicBezTo>
                  <a:pt x="74267" y="11485"/>
                  <a:pt x="75858" y="11048"/>
                  <a:pt x="77462" y="11048"/>
                </a:cubicBezTo>
                <a:cubicBezTo>
                  <a:pt x="80307" y="11048"/>
                  <a:pt x="82462" y="11967"/>
                  <a:pt x="83930" y="13804"/>
                </a:cubicBezTo>
                <a:cubicBezTo>
                  <a:pt x="85398" y="15640"/>
                  <a:pt x="86077" y="18368"/>
                  <a:pt x="85967" y="21987"/>
                </a:cubicBezTo>
                <a:lnTo>
                  <a:pt x="81154" y="21987"/>
                </a:lnTo>
                <a:cubicBezTo>
                  <a:pt x="81209" y="19590"/>
                  <a:pt x="80858" y="17852"/>
                  <a:pt x="80101" y="16772"/>
                </a:cubicBezTo>
                <a:cubicBezTo>
                  <a:pt x="79345" y="15691"/>
                  <a:pt x="78237" y="15150"/>
                  <a:pt x="76779" y="15150"/>
                </a:cubicBezTo>
                <a:cubicBezTo>
                  <a:pt x="76141" y="15150"/>
                  <a:pt x="75498" y="15264"/>
                  <a:pt x="74851" y="15491"/>
                </a:cubicBezTo>
                <a:cubicBezTo>
                  <a:pt x="74204" y="15718"/>
                  <a:pt x="73538" y="16081"/>
                  <a:pt x="72854" y="16580"/>
                </a:cubicBezTo>
                <a:cubicBezTo>
                  <a:pt x="72171" y="17079"/>
                  <a:pt x="71446" y="17719"/>
                  <a:pt x="70680" y="18500"/>
                </a:cubicBezTo>
                <a:cubicBezTo>
                  <a:pt x="69915" y="19281"/>
                  <a:pt x="69094" y="20225"/>
                  <a:pt x="68219" y="21333"/>
                </a:cubicBezTo>
                <a:lnTo>
                  <a:pt x="68219" y="38997"/>
                </a:lnTo>
                <a:lnTo>
                  <a:pt x="63406" y="38997"/>
                </a:lnTo>
                <a:lnTo>
                  <a:pt x="63406" y="11541"/>
                </a:lnTo>
                <a:close/>
                <a:moveTo>
                  <a:pt x="94521" y="11541"/>
                </a:moveTo>
                <a:lnTo>
                  <a:pt x="98869" y="11541"/>
                </a:lnTo>
                <a:lnTo>
                  <a:pt x="99006" y="16587"/>
                </a:lnTo>
                <a:cubicBezTo>
                  <a:pt x="100629" y="14641"/>
                  <a:pt x="102228" y="13231"/>
                  <a:pt x="103805" y="12358"/>
                </a:cubicBezTo>
                <a:cubicBezTo>
                  <a:pt x="105382" y="11485"/>
                  <a:pt x="106973" y="11048"/>
                  <a:pt x="108578" y="11048"/>
                </a:cubicBezTo>
                <a:cubicBezTo>
                  <a:pt x="111422" y="11048"/>
                  <a:pt x="113578" y="11967"/>
                  <a:pt x="115045" y="13804"/>
                </a:cubicBezTo>
                <a:cubicBezTo>
                  <a:pt x="116513" y="15640"/>
                  <a:pt x="117192" y="18368"/>
                  <a:pt x="117083" y="21987"/>
                </a:cubicBezTo>
                <a:lnTo>
                  <a:pt x="112269" y="21987"/>
                </a:lnTo>
                <a:cubicBezTo>
                  <a:pt x="112324" y="19590"/>
                  <a:pt x="111973" y="17852"/>
                  <a:pt x="111217" y="16772"/>
                </a:cubicBezTo>
                <a:cubicBezTo>
                  <a:pt x="110460" y="15691"/>
                  <a:pt x="109352" y="15150"/>
                  <a:pt x="107894" y="15150"/>
                </a:cubicBezTo>
                <a:cubicBezTo>
                  <a:pt x="107256" y="15150"/>
                  <a:pt x="106613" y="15264"/>
                  <a:pt x="105966" y="15491"/>
                </a:cubicBezTo>
                <a:cubicBezTo>
                  <a:pt x="105319" y="15718"/>
                  <a:pt x="104653" y="16081"/>
                  <a:pt x="103970" y="16580"/>
                </a:cubicBezTo>
                <a:cubicBezTo>
                  <a:pt x="103286" y="17079"/>
                  <a:pt x="102561" y="17719"/>
                  <a:pt x="101795" y="18500"/>
                </a:cubicBezTo>
                <a:cubicBezTo>
                  <a:pt x="101030" y="19281"/>
                  <a:pt x="100209" y="20225"/>
                  <a:pt x="99334" y="21333"/>
                </a:cubicBezTo>
                <a:lnTo>
                  <a:pt x="99334" y="38997"/>
                </a:lnTo>
                <a:lnTo>
                  <a:pt x="94521" y="38997"/>
                </a:lnTo>
                <a:lnTo>
                  <a:pt x="94521" y="11541"/>
                </a:lnTo>
                <a:close/>
                <a:moveTo>
                  <a:pt x="147705" y="23819"/>
                </a:moveTo>
                <a:cubicBezTo>
                  <a:pt x="147705" y="24494"/>
                  <a:pt x="147696" y="25059"/>
                  <a:pt x="147678" y="25515"/>
                </a:cubicBezTo>
                <a:cubicBezTo>
                  <a:pt x="147659" y="25971"/>
                  <a:pt x="147632" y="26399"/>
                  <a:pt x="147596" y="26800"/>
                </a:cubicBezTo>
                <a:lnTo>
                  <a:pt x="128316" y="26800"/>
                </a:lnTo>
                <a:cubicBezTo>
                  <a:pt x="128316" y="29608"/>
                  <a:pt x="129100" y="31764"/>
                  <a:pt x="130668" y="33268"/>
                </a:cubicBezTo>
                <a:cubicBezTo>
                  <a:pt x="132236" y="34772"/>
                  <a:pt x="134496" y="35524"/>
                  <a:pt x="137450" y="35524"/>
                </a:cubicBezTo>
                <a:cubicBezTo>
                  <a:pt x="138252" y="35524"/>
                  <a:pt x="139054" y="35492"/>
                  <a:pt x="139856" y="35427"/>
                </a:cubicBezTo>
                <a:cubicBezTo>
                  <a:pt x="140659" y="35361"/>
                  <a:pt x="141433" y="35273"/>
                  <a:pt x="142181" y="35161"/>
                </a:cubicBezTo>
                <a:cubicBezTo>
                  <a:pt x="142928" y="35049"/>
                  <a:pt x="143644" y="34923"/>
                  <a:pt x="144328" y="34783"/>
                </a:cubicBezTo>
                <a:cubicBezTo>
                  <a:pt x="145011" y="34643"/>
                  <a:pt x="145645" y="34489"/>
                  <a:pt x="146228" y="34321"/>
                </a:cubicBezTo>
                <a:lnTo>
                  <a:pt x="146228" y="38231"/>
                </a:lnTo>
                <a:cubicBezTo>
                  <a:pt x="144934" y="38604"/>
                  <a:pt x="143471" y="38907"/>
                  <a:pt x="141839" y="39140"/>
                </a:cubicBezTo>
                <a:cubicBezTo>
                  <a:pt x="140207" y="39373"/>
                  <a:pt x="138516" y="39489"/>
                  <a:pt x="136766" y="39489"/>
                </a:cubicBezTo>
                <a:cubicBezTo>
                  <a:pt x="134414" y="39489"/>
                  <a:pt x="132391" y="39170"/>
                  <a:pt x="130695" y="38532"/>
                </a:cubicBezTo>
                <a:cubicBezTo>
                  <a:pt x="128999" y="37894"/>
                  <a:pt x="127609" y="36969"/>
                  <a:pt x="126525" y="35757"/>
                </a:cubicBezTo>
                <a:cubicBezTo>
                  <a:pt x="125440" y="34544"/>
                  <a:pt x="124638" y="33058"/>
                  <a:pt x="124118" y="31299"/>
                </a:cubicBezTo>
                <a:cubicBezTo>
                  <a:pt x="123598" y="29540"/>
                  <a:pt x="123339" y="27548"/>
                  <a:pt x="123339" y="25324"/>
                </a:cubicBezTo>
                <a:cubicBezTo>
                  <a:pt x="123339" y="23391"/>
                  <a:pt x="123617" y="21563"/>
                  <a:pt x="124173" y="19840"/>
                </a:cubicBezTo>
                <a:cubicBezTo>
                  <a:pt x="124729" y="18118"/>
                  <a:pt x="125540" y="16604"/>
                  <a:pt x="126607" y="15301"/>
                </a:cubicBezTo>
                <a:cubicBezTo>
                  <a:pt x="127673" y="13997"/>
                  <a:pt x="128981" y="12963"/>
                  <a:pt x="130531" y="12197"/>
                </a:cubicBezTo>
                <a:cubicBezTo>
                  <a:pt x="132081" y="11431"/>
                  <a:pt x="133840" y="11048"/>
                  <a:pt x="135809" y="11048"/>
                </a:cubicBezTo>
                <a:cubicBezTo>
                  <a:pt x="137723" y="11048"/>
                  <a:pt x="139419" y="11349"/>
                  <a:pt x="140896" y="11951"/>
                </a:cubicBezTo>
                <a:cubicBezTo>
                  <a:pt x="142372" y="12552"/>
                  <a:pt x="143617" y="13405"/>
                  <a:pt x="144628" y="14508"/>
                </a:cubicBezTo>
                <a:cubicBezTo>
                  <a:pt x="145640" y="15611"/>
                  <a:pt x="146406" y="16951"/>
                  <a:pt x="146926" y="18528"/>
                </a:cubicBezTo>
                <a:cubicBezTo>
                  <a:pt x="147445" y="20105"/>
                  <a:pt x="147705" y="21869"/>
                  <a:pt x="147705" y="23819"/>
                </a:cubicBezTo>
                <a:moveTo>
                  <a:pt x="142755" y="23136"/>
                </a:moveTo>
                <a:cubicBezTo>
                  <a:pt x="142810" y="21914"/>
                  <a:pt x="142691" y="20798"/>
                  <a:pt x="142400" y="19786"/>
                </a:cubicBezTo>
                <a:cubicBezTo>
                  <a:pt x="142108" y="18774"/>
                  <a:pt x="141657" y="17903"/>
                  <a:pt x="141046" y="17174"/>
                </a:cubicBezTo>
                <a:cubicBezTo>
                  <a:pt x="140435" y="16445"/>
                  <a:pt x="139674" y="15875"/>
                  <a:pt x="138762" y="15465"/>
                </a:cubicBezTo>
                <a:cubicBezTo>
                  <a:pt x="137851" y="15055"/>
                  <a:pt x="136793" y="14850"/>
                  <a:pt x="135590" y="14850"/>
                </a:cubicBezTo>
                <a:cubicBezTo>
                  <a:pt x="134551" y="14850"/>
                  <a:pt x="133603" y="15050"/>
                  <a:pt x="132746" y="15451"/>
                </a:cubicBezTo>
                <a:cubicBezTo>
                  <a:pt x="131889" y="15852"/>
                  <a:pt x="131151" y="16417"/>
                  <a:pt x="130531" y="17147"/>
                </a:cubicBezTo>
                <a:cubicBezTo>
                  <a:pt x="129911" y="17876"/>
                  <a:pt x="129410" y="18751"/>
                  <a:pt x="129027" y="19772"/>
                </a:cubicBezTo>
                <a:cubicBezTo>
                  <a:pt x="128644" y="20793"/>
                  <a:pt x="128407" y="21914"/>
                  <a:pt x="128316" y="23136"/>
                </a:cubicBezTo>
                <a:lnTo>
                  <a:pt x="142755" y="23136"/>
                </a:lnTo>
                <a:close/>
                <a:moveTo>
                  <a:pt x="155629" y="11541"/>
                </a:moveTo>
                <a:lnTo>
                  <a:pt x="159868" y="11541"/>
                </a:lnTo>
                <a:lnTo>
                  <a:pt x="160060" y="15971"/>
                </a:lnTo>
                <a:cubicBezTo>
                  <a:pt x="160862" y="15023"/>
                  <a:pt x="161637" y="14234"/>
                  <a:pt x="162384" y="13605"/>
                </a:cubicBezTo>
                <a:cubicBezTo>
                  <a:pt x="163132" y="12976"/>
                  <a:pt x="163865" y="12470"/>
                  <a:pt x="164586" y="12087"/>
                </a:cubicBezTo>
                <a:cubicBezTo>
                  <a:pt x="165306" y="11705"/>
                  <a:pt x="166039" y="11436"/>
                  <a:pt x="166787" y="11281"/>
                </a:cubicBezTo>
                <a:cubicBezTo>
                  <a:pt x="167534" y="11126"/>
                  <a:pt x="168309" y="11048"/>
                  <a:pt x="169111" y="11048"/>
                </a:cubicBezTo>
                <a:cubicBezTo>
                  <a:pt x="171937" y="11048"/>
                  <a:pt x="174075" y="11882"/>
                  <a:pt x="175524" y="13551"/>
                </a:cubicBezTo>
                <a:cubicBezTo>
                  <a:pt x="176974" y="15219"/>
                  <a:pt x="177699" y="17730"/>
                  <a:pt x="177699" y="21085"/>
                </a:cubicBezTo>
                <a:lnTo>
                  <a:pt x="177699" y="38997"/>
                </a:lnTo>
                <a:lnTo>
                  <a:pt x="172940" y="38997"/>
                </a:lnTo>
                <a:lnTo>
                  <a:pt x="172940" y="21468"/>
                </a:lnTo>
                <a:cubicBezTo>
                  <a:pt x="172940" y="19316"/>
                  <a:pt x="172539" y="17726"/>
                  <a:pt x="171737" y="16695"/>
                </a:cubicBezTo>
                <a:cubicBezTo>
                  <a:pt x="170935" y="15665"/>
                  <a:pt x="169740" y="15150"/>
                  <a:pt x="168154" y="15150"/>
                </a:cubicBezTo>
                <a:cubicBezTo>
                  <a:pt x="167571" y="15150"/>
                  <a:pt x="167001" y="15237"/>
                  <a:pt x="166445" y="15410"/>
                </a:cubicBezTo>
                <a:cubicBezTo>
                  <a:pt x="165889" y="15583"/>
                  <a:pt x="165310" y="15884"/>
                  <a:pt x="164709" y="16313"/>
                </a:cubicBezTo>
                <a:cubicBezTo>
                  <a:pt x="164107" y="16741"/>
                  <a:pt x="163455" y="17320"/>
                  <a:pt x="162753" y="18049"/>
                </a:cubicBezTo>
                <a:cubicBezTo>
                  <a:pt x="162051" y="18778"/>
                  <a:pt x="161263" y="19690"/>
                  <a:pt x="160388" y="20784"/>
                </a:cubicBezTo>
                <a:lnTo>
                  <a:pt x="160388" y="38997"/>
                </a:lnTo>
                <a:lnTo>
                  <a:pt x="155629" y="38997"/>
                </a:lnTo>
                <a:lnTo>
                  <a:pt x="155629" y="11541"/>
                </a:lnTo>
                <a:close/>
                <a:moveTo>
                  <a:pt x="208868" y="38587"/>
                </a:moveTo>
                <a:cubicBezTo>
                  <a:pt x="207792" y="38870"/>
                  <a:pt x="206680" y="39073"/>
                  <a:pt x="205532" y="39195"/>
                </a:cubicBezTo>
                <a:cubicBezTo>
                  <a:pt x="204383" y="39319"/>
                  <a:pt x="203216" y="39380"/>
                  <a:pt x="202031" y="39380"/>
                </a:cubicBezTo>
                <a:cubicBezTo>
                  <a:pt x="198585" y="39380"/>
                  <a:pt x="196015" y="38601"/>
                  <a:pt x="194319" y="37042"/>
                </a:cubicBezTo>
                <a:cubicBezTo>
                  <a:pt x="192624" y="35483"/>
                  <a:pt x="191776" y="33090"/>
                  <a:pt x="191776" y="29863"/>
                </a:cubicBezTo>
                <a:lnTo>
                  <a:pt x="191776" y="15533"/>
                </a:lnTo>
                <a:lnTo>
                  <a:pt x="184091" y="15533"/>
                </a:lnTo>
                <a:lnTo>
                  <a:pt x="184091" y="11541"/>
                </a:lnTo>
                <a:lnTo>
                  <a:pt x="191776" y="11541"/>
                </a:lnTo>
                <a:lnTo>
                  <a:pt x="191776" y="3969"/>
                </a:lnTo>
                <a:lnTo>
                  <a:pt x="196534" y="2735"/>
                </a:lnTo>
                <a:lnTo>
                  <a:pt x="196534" y="11541"/>
                </a:lnTo>
                <a:lnTo>
                  <a:pt x="208868" y="11541"/>
                </a:lnTo>
                <a:lnTo>
                  <a:pt x="208868" y="15533"/>
                </a:lnTo>
                <a:lnTo>
                  <a:pt x="196534" y="15533"/>
                </a:lnTo>
                <a:lnTo>
                  <a:pt x="196534" y="29480"/>
                </a:lnTo>
                <a:cubicBezTo>
                  <a:pt x="196534" y="31449"/>
                  <a:pt x="197058" y="32922"/>
                  <a:pt x="198107" y="33897"/>
                </a:cubicBezTo>
                <a:cubicBezTo>
                  <a:pt x="199155" y="34872"/>
                  <a:pt x="200700" y="35360"/>
                  <a:pt x="202742" y="35360"/>
                </a:cubicBezTo>
                <a:cubicBezTo>
                  <a:pt x="203617" y="35360"/>
                  <a:pt x="204574" y="35290"/>
                  <a:pt x="205614" y="35149"/>
                </a:cubicBezTo>
                <a:cubicBezTo>
                  <a:pt x="206653" y="35008"/>
                  <a:pt x="207738" y="34786"/>
                  <a:pt x="208868" y="34485"/>
                </a:cubicBezTo>
                <a:lnTo>
                  <a:pt x="208868" y="38587"/>
                </a:lnTo>
                <a:close/>
                <a:moveTo>
                  <a:pt x="294220" y="24777"/>
                </a:moveTo>
                <a:cubicBezTo>
                  <a:pt x="294220" y="27220"/>
                  <a:pt x="293879" y="29353"/>
                  <a:pt x="293195" y="31176"/>
                </a:cubicBezTo>
                <a:cubicBezTo>
                  <a:pt x="292511" y="32999"/>
                  <a:pt x="291568" y="34512"/>
                  <a:pt x="290365" y="35716"/>
                </a:cubicBezTo>
                <a:cubicBezTo>
                  <a:pt x="289161" y="36919"/>
                  <a:pt x="287739" y="37821"/>
                  <a:pt x="286098" y="38423"/>
                </a:cubicBezTo>
                <a:cubicBezTo>
                  <a:pt x="284457" y="39025"/>
                  <a:pt x="282680" y="39325"/>
                  <a:pt x="280766" y="39325"/>
                </a:cubicBezTo>
                <a:cubicBezTo>
                  <a:pt x="279891" y="39325"/>
                  <a:pt x="279020" y="39280"/>
                  <a:pt x="278154" y="39189"/>
                </a:cubicBezTo>
                <a:cubicBezTo>
                  <a:pt x="277288" y="39097"/>
                  <a:pt x="276408" y="38942"/>
                  <a:pt x="275515" y="38724"/>
                </a:cubicBezTo>
                <a:lnTo>
                  <a:pt x="275515" y="50210"/>
                </a:lnTo>
                <a:lnTo>
                  <a:pt x="270757" y="50210"/>
                </a:lnTo>
                <a:lnTo>
                  <a:pt x="270757" y="11541"/>
                </a:lnTo>
                <a:lnTo>
                  <a:pt x="274995" y="11541"/>
                </a:lnTo>
                <a:lnTo>
                  <a:pt x="275296" y="16135"/>
                </a:lnTo>
                <a:cubicBezTo>
                  <a:pt x="276664" y="14257"/>
                  <a:pt x="278122" y="12940"/>
                  <a:pt x="279672" y="12183"/>
                </a:cubicBezTo>
                <a:cubicBezTo>
                  <a:pt x="281221" y="11427"/>
                  <a:pt x="282899" y="11048"/>
                  <a:pt x="284704" y="11048"/>
                </a:cubicBezTo>
                <a:cubicBezTo>
                  <a:pt x="286272" y="11048"/>
                  <a:pt x="287648" y="11376"/>
                  <a:pt x="288833" y="12033"/>
                </a:cubicBezTo>
                <a:cubicBezTo>
                  <a:pt x="290018" y="12689"/>
                  <a:pt x="291012" y="13614"/>
                  <a:pt x="291814" y="14809"/>
                </a:cubicBezTo>
                <a:cubicBezTo>
                  <a:pt x="292616" y="16003"/>
                  <a:pt x="293218" y="17443"/>
                  <a:pt x="293619" y="19129"/>
                </a:cubicBezTo>
                <a:cubicBezTo>
                  <a:pt x="294020" y="20816"/>
                  <a:pt x="294220" y="22698"/>
                  <a:pt x="294220" y="24777"/>
                </a:cubicBezTo>
                <a:moveTo>
                  <a:pt x="289353" y="24995"/>
                </a:moveTo>
                <a:cubicBezTo>
                  <a:pt x="289353" y="23555"/>
                  <a:pt x="289248" y="22233"/>
                  <a:pt x="289038" y="21030"/>
                </a:cubicBezTo>
                <a:cubicBezTo>
                  <a:pt x="288829" y="19827"/>
                  <a:pt x="288496" y="18797"/>
                  <a:pt x="288040" y="17940"/>
                </a:cubicBezTo>
                <a:cubicBezTo>
                  <a:pt x="287584" y="17083"/>
                  <a:pt x="287001" y="16413"/>
                  <a:pt x="286290" y="15930"/>
                </a:cubicBezTo>
                <a:cubicBezTo>
                  <a:pt x="285579" y="15447"/>
                  <a:pt x="284731" y="15205"/>
                  <a:pt x="283746" y="15205"/>
                </a:cubicBezTo>
                <a:cubicBezTo>
                  <a:pt x="283145" y="15205"/>
                  <a:pt x="282534" y="15301"/>
                  <a:pt x="281914" y="15492"/>
                </a:cubicBezTo>
                <a:cubicBezTo>
                  <a:pt x="281294" y="15684"/>
                  <a:pt x="280652" y="16003"/>
                  <a:pt x="279986" y="16449"/>
                </a:cubicBezTo>
                <a:cubicBezTo>
                  <a:pt x="279321" y="16896"/>
                  <a:pt x="278619" y="17489"/>
                  <a:pt x="277880" y="18227"/>
                </a:cubicBezTo>
                <a:cubicBezTo>
                  <a:pt x="277142" y="18965"/>
                  <a:pt x="276354" y="19881"/>
                  <a:pt x="275515" y="20975"/>
                </a:cubicBezTo>
                <a:lnTo>
                  <a:pt x="275515" y="34293"/>
                </a:lnTo>
                <a:cubicBezTo>
                  <a:pt x="276390" y="34658"/>
                  <a:pt x="277311" y="34945"/>
                  <a:pt x="278277" y="35155"/>
                </a:cubicBezTo>
                <a:cubicBezTo>
                  <a:pt x="279243" y="35365"/>
                  <a:pt x="280191" y="35469"/>
                  <a:pt x="281121" y="35469"/>
                </a:cubicBezTo>
                <a:cubicBezTo>
                  <a:pt x="283692" y="35469"/>
                  <a:pt x="285706" y="34599"/>
                  <a:pt x="287165" y="32858"/>
                </a:cubicBezTo>
                <a:cubicBezTo>
                  <a:pt x="288623" y="31117"/>
                  <a:pt x="289353" y="28496"/>
                  <a:pt x="289353" y="24995"/>
                </a:cubicBezTo>
                <a:close/>
                <a:moveTo>
                  <a:pt x="320488" y="38997"/>
                </a:moveTo>
                <a:lnTo>
                  <a:pt x="320378" y="35298"/>
                </a:lnTo>
                <a:cubicBezTo>
                  <a:pt x="318883" y="36777"/>
                  <a:pt x="317366" y="37846"/>
                  <a:pt x="315825" y="38503"/>
                </a:cubicBezTo>
                <a:cubicBezTo>
                  <a:pt x="314285" y="39161"/>
                  <a:pt x="312666" y="39489"/>
                  <a:pt x="310971" y="39489"/>
                </a:cubicBezTo>
                <a:cubicBezTo>
                  <a:pt x="309403" y="39489"/>
                  <a:pt x="308063" y="39289"/>
                  <a:pt x="306951" y="38887"/>
                </a:cubicBezTo>
                <a:cubicBezTo>
                  <a:pt x="305839" y="38485"/>
                  <a:pt x="304923" y="37933"/>
                  <a:pt x="304203" y="37230"/>
                </a:cubicBezTo>
                <a:cubicBezTo>
                  <a:pt x="303482" y="36527"/>
                  <a:pt x="302954" y="35700"/>
                  <a:pt x="302616" y="34751"/>
                </a:cubicBezTo>
                <a:cubicBezTo>
                  <a:pt x="302279" y="33801"/>
                  <a:pt x="302110" y="32769"/>
                  <a:pt x="302110" y="31655"/>
                </a:cubicBezTo>
                <a:cubicBezTo>
                  <a:pt x="302110" y="28898"/>
                  <a:pt x="303136" y="26738"/>
                  <a:pt x="305187" y="25177"/>
                </a:cubicBezTo>
                <a:cubicBezTo>
                  <a:pt x="307238" y="23616"/>
                  <a:pt x="310269" y="22835"/>
                  <a:pt x="314280" y="22835"/>
                </a:cubicBezTo>
                <a:lnTo>
                  <a:pt x="319968" y="22835"/>
                </a:lnTo>
                <a:lnTo>
                  <a:pt x="319968" y="20437"/>
                </a:lnTo>
                <a:cubicBezTo>
                  <a:pt x="319968" y="18820"/>
                  <a:pt x="319449" y="17526"/>
                  <a:pt x="318409" y="16554"/>
                </a:cubicBezTo>
                <a:cubicBezTo>
                  <a:pt x="317370" y="15582"/>
                  <a:pt x="315784" y="15096"/>
                  <a:pt x="313651" y="15096"/>
                </a:cubicBezTo>
                <a:cubicBezTo>
                  <a:pt x="312101" y="15096"/>
                  <a:pt x="310574" y="15271"/>
                  <a:pt x="309070" y="15623"/>
                </a:cubicBezTo>
                <a:cubicBezTo>
                  <a:pt x="307566" y="15974"/>
                  <a:pt x="306012" y="16473"/>
                  <a:pt x="304408" y="17119"/>
                </a:cubicBezTo>
                <a:lnTo>
                  <a:pt x="304408" y="12826"/>
                </a:lnTo>
                <a:cubicBezTo>
                  <a:pt x="305009" y="12604"/>
                  <a:pt x="305679" y="12386"/>
                  <a:pt x="306418" y="12173"/>
                </a:cubicBezTo>
                <a:cubicBezTo>
                  <a:pt x="307156" y="11960"/>
                  <a:pt x="307935" y="11770"/>
                  <a:pt x="308756" y="11604"/>
                </a:cubicBezTo>
                <a:cubicBezTo>
                  <a:pt x="309576" y="11437"/>
                  <a:pt x="310433" y="11303"/>
                  <a:pt x="311326" y="11201"/>
                </a:cubicBezTo>
                <a:cubicBezTo>
                  <a:pt x="312220" y="11099"/>
                  <a:pt x="313122" y="11048"/>
                  <a:pt x="314034" y="11048"/>
                </a:cubicBezTo>
                <a:cubicBezTo>
                  <a:pt x="315693" y="11048"/>
                  <a:pt x="317188" y="11231"/>
                  <a:pt x="318519" y="11595"/>
                </a:cubicBezTo>
                <a:cubicBezTo>
                  <a:pt x="319850" y="11960"/>
                  <a:pt x="320975" y="12516"/>
                  <a:pt x="321896" y="13263"/>
                </a:cubicBezTo>
                <a:cubicBezTo>
                  <a:pt x="322817" y="14011"/>
                  <a:pt x="323523" y="14950"/>
                  <a:pt x="324016" y="16080"/>
                </a:cubicBezTo>
                <a:cubicBezTo>
                  <a:pt x="324508" y="17211"/>
                  <a:pt x="324754" y="18541"/>
                  <a:pt x="324754" y="20073"/>
                </a:cubicBezTo>
                <a:lnTo>
                  <a:pt x="324754" y="38997"/>
                </a:lnTo>
                <a:lnTo>
                  <a:pt x="320488" y="38997"/>
                </a:lnTo>
                <a:moveTo>
                  <a:pt x="319968" y="26472"/>
                </a:moveTo>
                <a:lnTo>
                  <a:pt x="313924" y="26472"/>
                </a:lnTo>
                <a:cubicBezTo>
                  <a:pt x="312739" y="26472"/>
                  <a:pt x="311718" y="26591"/>
                  <a:pt x="310862" y="26829"/>
                </a:cubicBezTo>
                <a:cubicBezTo>
                  <a:pt x="310005" y="27067"/>
                  <a:pt x="309303" y="27405"/>
                  <a:pt x="308756" y="27844"/>
                </a:cubicBezTo>
                <a:cubicBezTo>
                  <a:pt x="308209" y="28282"/>
                  <a:pt x="307803" y="28808"/>
                  <a:pt x="307539" y="29421"/>
                </a:cubicBezTo>
                <a:cubicBezTo>
                  <a:pt x="307275" y="30034"/>
                  <a:pt x="307142" y="30724"/>
                  <a:pt x="307142" y="31492"/>
                </a:cubicBezTo>
                <a:cubicBezTo>
                  <a:pt x="307142" y="32022"/>
                  <a:pt x="307224" y="32530"/>
                  <a:pt x="307388" y="33015"/>
                </a:cubicBezTo>
                <a:cubicBezTo>
                  <a:pt x="307553" y="33499"/>
                  <a:pt x="307817" y="33929"/>
                  <a:pt x="308182" y="34304"/>
                </a:cubicBezTo>
                <a:cubicBezTo>
                  <a:pt x="308546" y="34679"/>
                  <a:pt x="309020" y="34976"/>
                  <a:pt x="309604" y="35195"/>
                </a:cubicBezTo>
                <a:cubicBezTo>
                  <a:pt x="310187" y="35414"/>
                  <a:pt x="310898" y="35524"/>
                  <a:pt x="311737" y="35524"/>
                </a:cubicBezTo>
                <a:cubicBezTo>
                  <a:pt x="312831" y="35524"/>
                  <a:pt x="314084" y="35190"/>
                  <a:pt x="315497" y="34523"/>
                </a:cubicBezTo>
                <a:cubicBezTo>
                  <a:pt x="316910" y="33856"/>
                  <a:pt x="318400" y="32799"/>
                  <a:pt x="319968" y="31354"/>
                </a:cubicBezTo>
                <a:lnTo>
                  <a:pt x="319968" y="26472"/>
                </a:lnTo>
                <a:close/>
                <a:moveTo>
                  <a:pt x="356057" y="38587"/>
                </a:moveTo>
                <a:cubicBezTo>
                  <a:pt x="354981" y="38870"/>
                  <a:pt x="353869" y="39073"/>
                  <a:pt x="352721" y="39195"/>
                </a:cubicBezTo>
                <a:cubicBezTo>
                  <a:pt x="351572" y="39319"/>
                  <a:pt x="350405" y="39380"/>
                  <a:pt x="349220" y="39380"/>
                </a:cubicBezTo>
                <a:cubicBezTo>
                  <a:pt x="345774" y="39380"/>
                  <a:pt x="343204" y="38601"/>
                  <a:pt x="341508" y="37042"/>
                </a:cubicBezTo>
                <a:cubicBezTo>
                  <a:pt x="339813" y="35483"/>
                  <a:pt x="338965" y="33090"/>
                  <a:pt x="338965" y="29863"/>
                </a:cubicBezTo>
                <a:lnTo>
                  <a:pt x="338965" y="15533"/>
                </a:lnTo>
                <a:lnTo>
                  <a:pt x="331280" y="15533"/>
                </a:lnTo>
                <a:lnTo>
                  <a:pt x="331280" y="11541"/>
                </a:lnTo>
                <a:lnTo>
                  <a:pt x="338965" y="11541"/>
                </a:lnTo>
                <a:lnTo>
                  <a:pt x="338965" y="3969"/>
                </a:lnTo>
                <a:lnTo>
                  <a:pt x="343723" y="2735"/>
                </a:lnTo>
                <a:lnTo>
                  <a:pt x="343723" y="11541"/>
                </a:lnTo>
                <a:lnTo>
                  <a:pt x="356057" y="11541"/>
                </a:lnTo>
                <a:lnTo>
                  <a:pt x="356057" y="15533"/>
                </a:lnTo>
                <a:lnTo>
                  <a:pt x="343723" y="15533"/>
                </a:lnTo>
                <a:lnTo>
                  <a:pt x="343723" y="29480"/>
                </a:lnTo>
                <a:cubicBezTo>
                  <a:pt x="343723" y="31449"/>
                  <a:pt x="344247" y="32922"/>
                  <a:pt x="345296" y="33897"/>
                </a:cubicBezTo>
                <a:cubicBezTo>
                  <a:pt x="346344" y="34872"/>
                  <a:pt x="347889" y="35360"/>
                  <a:pt x="349931" y="35360"/>
                </a:cubicBezTo>
                <a:cubicBezTo>
                  <a:pt x="350806" y="35360"/>
                  <a:pt x="351763" y="35290"/>
                  <a:pt x="352803" y="35149"/>
                </a:cubicBezTo>
                <a:cubicBezTo>
                  <a:pt x="353842" y="35008"/>
                  <a:pt x="354927" y="34786"/>
                  <a:pt x="356057" y="34485"/>
                </a:cubicBezTo>
                <a:lnTo>
                  <a:pt x="356057" y="38587"/>
                </a:lnTo>
                <a:close/>
                <a:moveTo>
                  <a:pt x="386348" y="37985"/>
                </a:moveTo>
                <a:cubicBezTo>
                  <a:pt x="385109" y="38459"/>
                  <a:pt x="383837" y="38810"/>
                  <a:pt x="382533" y="39038"/>
                </a:cubicBezTo>
                <a:cubicBezTo>
                  <a:pt x="381230" y="39266"/>
                  <a:pt x="379885" y="39380"/>
                  <a:pt x="378500" y="39380"/>
                </a:cubicBezTo>
                <a:cubicBezTo>
                  <a:pt x="374161" y="39380"/>
                  <a:pt x="370820" y="38204"/>
                  <a:pt x="368477" y="35852"/>
                </a:cubicBezTo>
                <a:cubicBezTo>
                  <a:pt x="366134" y="33500"/>
                  <a:pt x="364963" y="30064"/>
                  <a:pt x="364963" y="25542"/>
                </a:cubicBezTo>
                <a:cubicBezTo>
                  <a:pt x="364963" y="23373"/>
                  <a:pt x="365300" y="21404"/>
                  <a:pt x="365975" y="19635"/>
                </a:cubicBezTo>
                <a:cubicBezTo>
                  <a:pt x="366649" y="17867"/>
                  <a:pt x="367597" y="16354"/>
                  <a:pt x="368819" y="15096"/>
                </a:cubicBezTo>
                <a:cubicBezTo>
                  <a:pt x="370040" y="13838"/>
                  <a:pt x="371499" y="12867"/>
                  <a:pt x="373194" y="12183"/>
                </a:cubicBezTo>
                <a:cubicBezTo>
                  <a:pt x="374890" y="11500"/>
                  <a:pt x="376759" y="11158"/>
                  <a:pt x="378800" y="11158"/>
                </a:cubicBezTo>
                <a:cubicBezTo>
                  <a:pt x="380223" y="11158"/>
                  <a:pt x="381553" y="11260"/>
                  <a:pt x="382793" y="11465"/>
                </a:cubicBezTo>
                <a:cubicBezTo>
                  <a:pt x="384033" y="11670"/>
                  <a:pt x="385218" y="12005"/>
                  <a:pt x="386348" y="12470"/>
                </a:cubicBezTo>
                <a:lnTo>
                  <a:pt x="386348" y="17010"/>
                </a:lnTo>
                <a:cubicBezTo>
                  <a:pt x="385163" y="16380"/>
                  <a:pt x="383955" y="15922"/>
                  <a:pt x="382725" y="15636"/>
                </a:cubicBezTo>
                <a:cubicBezTo>
                  <a:pt x="381494" y="15349"/>
                  <a:pt x="380223" y="15205"/>
                  <a:pt x="378910" y="15205"/>
                </a:cubicBezTo>
                <a:cubicBezTo>
                  <a:pt x="377688" y="15205"/>
                  <a:pt x="376535" y="15438"/>
                  <a:pt x="375450" y="15902"/>
                </a:cubicBezTo>
                <a:cubicBezTo>
                  <a:pt x="374366" y="16367"/>
                  <a:pt x="373413" y="17037"/>
                  <a:pt x="372593" y="17912"/>
                </a:cubicBezTo>
                <a:cubicBezTo>
                  <a:pt x="371772" y="18788"/>
                  <a:pt x="371125" y="19854"/>
                  <a:pt x="370651" y="21112"/>
                </a:cubicBezTo>
                <a:cubicBezTo>
                  <a:pt x="370177" y="22370"/>
                  <a:pt x="369940" y="23792"/>
                  <a:pt x="369940" y="25378"/>
                </a:cubicBezTo>
                <a:cubicBezTo>
                  <a:pt x="369940" y="28696"/>
                  <a:pt x="370747" y="31180"/>
                  <a:pt x="372360" y="32830"/>
                </a:cubicBezTo>
                <a:cubicBezTo>
                  <a:pt x="373974" y="34480"/>
                  <a:pt x="376212" y="35305"/>
                  <a:pt x="379074" y="35305"/>
                </a:cubicBezTo>
                <a:cubicBezTo>
                  <a:pt x="380368" y="35305"/>
                  <a:pt x="381622" y="35159"/>
                  <a:pt x="382834" y="34868"/>
                </a:cubicBezTo>
                <a:cubicBezTo>
                  <a:pt x="384047" y="34576"/>
                  <a:pt x="385218" y="34138"/>
                  <a:pt x="386348" y="33555"/>
                </a:cubicBezTo>
                <a:lnTo>
                  <a:pt x="386348" y="37985"/>
                </a:lnTo>
                <a:close/>
                <a:moveTo>
                  <a:pt x="418171" y="38997"/>
                </a:moveTo>
                <a:lnTo>
                  <a:pt x="413412" y="38997"/>
                </a:lnTo>
                <a:lnTo>
                  <a:pt x="413412" y="21468"/>
                </a:lnTo>
                <a:cubicBezTo>
                  <a:pt x="413412" y="19353"/>
                  <a:pt x="413016" y="17771"/>
                  <a:pt x="412223" y="16723"/>
                </a:cubicBezTo>
                <a:cubicBezTo>
                  <a:pt x="411430" y="15675"/>
                  <a:pt x="410295" y="15150"/>
                  <a:pt x="408818" y="15150"/>
                </a:cubicBezTo>
                <a:cubicBezTo>
                  <a:pt x="408180" y="15150"/>
                  <a:pt x="407583" y="15237"/>
                  <a:pt x="407027" y="15410"/>
                </a:cubicBezTo>
                <a:cubicBezTo>
                  <a:pt x="406471" y="15583"/>
                  <a:pt x="405892" y="15884"/>
                  <a:pt x="405290" y="16313"/>
                </a:cubicBezTo>
                <a:cubicBezTo>
                  <a:pt x="404689" y="16741"/>
                  <a:pt x="404032" y="17320"/>
                  <a:pt x="403321" y="18049"/>
                </a:cubicBezTo>
                <a:cubicBezTo>
                  <a:pt x="402610" y="18778"/>
                  <a:pt x="401790" y="19690"/>
                  <a:pt x="400860" y="20784"/>
                </a:cubicBezTo>
                <a:lnTo>
                  <a:pt x="400860" y="38997"/>
                </a:lnTo>
                <a:lnTo>
                  <a:pt x="396102" y="38997"/>
                </a:lnTo>
                <a:lnTo>
                  <a:pt x="396102" y="328"/>
                </a:lnTo>
                <a:lnTo>
                  <a:pt x="400860" y="328"/>
                </a:lnTo>
                <a:lnTo>
                  <a:pt x="400860" y="11533"/>
                </a:lnTo>
                <a:lnTo>
                  <a:pt x="400696" y="15861"/>
                </a:lnTo>
                <a:cubicBezTo>
                  <a:pt x="401443" y="14968"/>
                  <a:pt x="402177" y="14216"/>
                  <a:pt x="402897" y="13605"/>
                </a:cubicBezTo>
                <a:cubicBezTo>
                  <a:pt x="403618" y="12995"/>
                  <a:pt x="404338" y="12498"/>
                  <a:pt x="405058" y="12115"/>
                </a:cubicBezTo>
                <a:cubicBezTo>
                  <a:pt x="405778" y="11732"/>
                  <a:pt x="406512" y="11458"/>
                  <a:pt x="407259" y="11294"/>
                </a:cubicBezTo>
                <a:cubicBezTo>
                  <a:pt x="408007" y="11130"/>
                  <a:pt x="408782" y="11048"/>
                  <a:pt x="409584" y="11048"/>
                </a:cubicBezTo>
                <a:cubicBezTo>
                  <a:pt x="412319" y="11048"/>
                  <a:pt x="414433" y="11882"/>
                  <a:pt x="415928" y="13551"/>
                </a:cubicBezTo>
                <a:cubicBezTo>
                  <a:pt x="417423" y="15219"/>
                  <a:pt x="418171" y="17730"/>
                  <a:pt x="418171" y="21085"/>
                </a:cubicBezTo>
                <a:lnTo>
                  <a:pt x="418171" y="38997"/>
                </a:lnTo>
                <a:close/>
                <a:moveTo>
                  <a:pt x="502388" y="38587"/>
                </a:moveTo>
                <a:cubicBezTo>
                  <a:pt x="501313" y="38870"/>
                  <a:pt x="500201" y="39073"/>
                  <a:pt x="499052" y="39195"/>
                </a:cubicBezTo>
                <a:cubicBezTo>
                  <a:pt x="497903" y="39319"/>
                  <a:pt x="496737" y="39380"/>
                  <a:pt x="495552" y="39380"/>
                </a:cubicBezTo>
                <a:cubicBezTo>
                  <a:pt x="492106" y="39380"/>
                  <a:pt x="489535" y="38601"/>
                  <a:pt x="487840" y="37042"/>
                </a:cubicBezTo>
                <a:cubicBezTo>
                  <a:pt x="486144" y="35483"/>
                  <a:pt x="485296" y="33090"/>
                  <a:pt x="485296" y="29863"/>
                </a:cubicBezTo>
                <a:lnTo>
                  <a:pt x="485296" y="15533"/>
                </a:lnTo>
                <a:lnTo>
                  <a:pt x="477612" y="15533"/>
                </a:lnTo>
                <a:lnTo>
                  <a:pt x="477612" y="11541"/>
                </a:lnTo>
                <a:lnTo>
                  <a:pt x="485296" y="11541"/>
                </a:lnTo>
                <a:lnTo>
                  <a:pt x="485296" y="3969"/>
                </a:lnTo>
                <a:lnTo>
                  <a:pt x="490055" y="2735"/>
                </a:lnTo>
                <a:lnTo>
                  <a:pt x="490055" y="11541"/>
                </a:lnTo>
                <a:lnTo>
                  <a:pt x="502388" y="11541"/>
                </a:lnTo>
                <a:lnTo>
                  <a:pt x="502388" y="15533"/>
                </a:lnTo>
                <a:lnTo>
                  <a:pt x="490055" y="15533"/>
                </a:lnTo>
                <a:lnTo>
                  <a:pt x="490055" y="29480"/>
                </a:lnTo>
                <a:cubicBezTo>
                  <a:pt x="490055" y="31449"/>
                  <a:pt x="490579" y="32922"/>
                  <a:pt x="491627" y="33897"/>
                </a:cubicBezTo>
                <a:cubicBezTo>
                  <a:pt x="492676" y="34872"/>
                  <a:pt x="494221" y="35360"/>
                  <a:pt x="496263" y="35360"/>
                </a:cubicBezTo>
                <a:cubicBezTo>
                  <a:pt x="497138" y="35360"/>
                  <a:pt x="498095" y="35290"/>
                  <a:pt x="499134" y="35149"/>
                </a:cubicBezTo>
                <a:cubicBezTo>
                  <a:pt x="500173" y="35008"/>
                  <a:pt x="501258" y="34786"/>
                  <a:pt x="502388" y="34485"/>
                </a:cubicBezTo>
                <a:lnTo>
                  <a:pt x="502388" y="38587"/>
                </a:lnTo>
                <a:close/>
                <a:moveTo>
                  <a:pt x="535281" y="25050"/>
                </a:moveTo>
                <a:cubicBezTo>
                  <a:pt x="535281" y="27183"/>
                  <a:pt x="534980" y="29138"/>
                  <a:pt x="534378" y="30916"/>
                </a:cubicBezTo>
                <a:cubicBezTo>
                  <a:pt x="533777" y="32694"/>
                  <a:pt x="532911" y="34216"/>
                  <a:pt x="531780" y="35483"/>
                </a:cubicBezTo>
                <a:cubicBezTo>
                  <a:pt x="530650" y="36750"/>
                  <a:pt x="529273" y="37735"/>
                  <a:pt x="527651" y="38437"/>
                </a:cubicBezTo>
                <a:cubicBezTo>
                  <a:pt x="526028" y="39138"/>
                  <a:pt x="524187" y="39489"/>
                  <a:pt x="522127" y="39489"/>
                </a:cubicBezTo>
                <a:cubicBezTo>
                  <a:pt x="520158" y="39489"/>
                  <a:pt x="518394" y="39184"/>
                  <a:pt x="516835" y="38573"/>
                </a:cubicBezTo>
                <a:cubicBezTo>
                  <a:pt x="515276" y="37963"/>
                  <a:pt x="513954" y="37065"/>
                  <a:pt x="512870" y="35880"/>
                </a:cubicBezTo>
                <a:cubicBezTo>
                  <a:pt x="511785" y="34695"/>
                  <a:pt x="510955" y="33227"/>
                  <a:pt x="510381" y="31477"/>
                </a:cubicBezTo>
                <a:cubicBezTo>
                  <a:pt x="509807" y="29726"/>
                  <a:pt x="509520" y="27712"/>
                  <a:pt x="509520" y="25433"/>
                </a:cubicBezTo>
                <a:cubicBezTo>
                  <a:pt x="509520" y="23300"/>
                  <a:pt x="509820" y="21354"/>
                  <a:pt x="510422" y="19594"/>
                </a:cubicBezTo>
                <a:cubicBezTo>
                  <a:pt x="511024" y="17835"/>
                  <a:pt x="511890" y="16322"/>
                  <a:pt x="513020" y="15055"/>
                </a:cubicBezTo>
                <a:cubicBezTo>
                  <a:pt x="514150" y="13788"/>
                  <a:pt x="515527" y="12803"/>
                  <a:pt x="517149" y="12101"/>
                </a:cubicBezTo>
                <a:cubicBezTo>
                  <a:pt x="518772" y="11399"/>
                  <a:pt x="520613" y="11048"/>
                  <a:pt x="522674" y="11048"/>
                </a:cubicBezTo>
                <a:cubicBezTo>
                  <a:pt x="524643" y="11048"/>
                  <a:pt x="526406" y="11354"/>
                  <a:pt x="527965" y="11964"/>
                </a:cubicBezTo>
                <a:cubicBezTo>
                  <a:pt x="529524" y="12575"/>
                  <a:pt x="530846" y="13469"/>
                  <a:pt x="531931" y="14644"/>
                </a:cubicBezTo>
                <a:cubicBezTo>
                  <a:pt x="533015" y="15820"/>
                  <a:pt x="533845" y="17283"/>
                  <a:pt x="534419" y="19034"/>
                </a:cubicBezTo>
                <a:cubicBezTo>
                  <a:pt x="534994" y="20784"/>
                  <a:pt x="535281" y="22789"/>
                  <a:pt x="535281" y="25050"/>
                </a:cubicBezTo>
                <a:moveTo>
                  <a:pt x="530413" y="25269"/>
                </a:moveTo>
                <a:cubicBezTo>
                  <a:pt x="530413" y="23573"/>
                  <a:pt x="530226" y="22092"/>
                  <a:pt x="529852" y="20825"/>
                </a:cubicBezTo>
                <a:cubicBezTo>
                  <a:pt x="529478" y="19558"/>
                  <a:pt x="528945" y="18500"/>
                  <a:pt x="528252" y="17653"/>
                </a:cubicBezTo>
                <a:cubicBezTo>
                  <a:pt x="527560" y="16805"/>
                  <a:pt x="526716" y="16167"/>
                  <a:pt x="525723" y="15738"/>
                </a:cubicBezTo>
                <a:cubicBezTo>
                  <a:pt x="524729" y="15310"/>
                  <a:pt x="523622" y="15096"/>
                  <a:pt x="522400" y="15096"/>
                </a:cubicBezTo>
                <a:cubicBezTo>
                  <a:pt x="520978" y="15096"/>
                  <a:pt x="519761" y="15374"/>
                  <a:pt x="518749" y="15930"/>
                </a:cubicBezTo>
                <a:cubicBezTo>
                  <a:pt x="517737" y="16486"/>
                  <a:pt x="516908" y="17229"/>
                  <a:pt x="516261" y="18159"/>
                </a:cubicBezTo>
                <a:cubicBezTo>
                  <a:pt x="515613" y="19088"/>
                  <a:pt x="515139" y="20169"/>
                  <a:pt x="514839" y="21399"/>
                </a:cubicBezTo>
                <a:cubicBezTo>
                  <a:pt x="514538" y="22630"/>
                  <a:pt x="514387" y="23920"/>
                  <a:pt x="514387" y="25269"/>
                </a:cubicBezTo>
                <a:cubicBezTo>
                  <a:pt x="514387" y="26964"/>
                  <a:pt x="514574" y="28450"/>
                  <a:pt x="514948" y="29726"/>
                </a:cubicBezTo>
                <a:cubicBezTo>
                  <a:pt x="515322" y="31003"/>
                  <a:pt x="515855" y="32065"/>
                  <a:pt x="516548" y="32912"/>
                </a:cubicBezTo>
                <a:cubicBezTo>
                  <a:pt x="517241" y="33760"/>
                  <a:pt x="518079" y="34398"/>
                  <a:pt x="519064" y="34827"/>
                </a:cubicBezTo>
                <a:cubicBezTo>
                  <a:pt x="520048" y="35255"/>
                  <a:pt x="521160" y="35469"/>
                  <a:pt x="522400" y="35469"/>
                </a:cubicBezTo>
                <a:cubicBezTo>
                  <a:pt x="523822" y="35469"/>
                  <a:pt x="525039" y="35191"/>
                  <a:pt x="526051" y="34635"/>
                </a:cubicBezTo>
                <a:cubicBezTo>
                  <a:pt x="527063" y="34079"/>
                  <a:pt x="527892" y="33336"/>
                  <a:pt x="528540" y="32406"/>
                </a:cubicBezTo>
                <a:cubicBezTo>
                  <a:pt x="529187" y="31477"/>
                  <a:pt x="529661" y="30396"/>
                  <a:pt x="529962" y="29166"/>
                </a:cubicBezTo>
                <a:cubicBezTo>
                  <a:pt x="530262" y="27935"/>
                  <a:pt x="530413" y="26636"/>
                  <a:pt x="530413" y="25269"/>
                </a:cubicBezTo>
                <a:close/>
                <a:moveTo>
                  <a:pt x="593996" y="25843"/>
                </a:moveTo>
                <a:cubicBezTo>
                  <a:pt x="593996" y="23510"/>
                  <a:pt x="594315" y="21436"/>
                  <a:pt x="594953" y="19622"/>
                </a:cubicBezTo>
                <a:cubicBezTo>
                  <a:pt x="595591" y="17808"/>
                  <a:pt x="596498" y="16276"/>
                  <a:pt x="597674" y="15027"/>
                </a:cubicBezTo>
                <a:cubicBezTo>
                  <a:pt x="598850" y="13778"/>
                  <a:pt x="600263" y="12830"/>
                  <a:pt x="601913" y="12183"/>
                </a:cubicBezTo>
                <a:cubicBezTo>
                  <a:pt x="603563" y="11536"/>
                  <a:pt x="605399" y="11212"/>
                  <a:pt x="607423" y="11212"/>
                </a:cubicBezTo>
                <a:cubicBezTo>
                  <a:pt x="608298" y="11212"/>
                  <a:pt x="609160" y="11267"/>
                  <a:pt x="610007" y="11376"/>
                </a:cubicBezTo>
                <a:cubicBezTo>
                  <a:pt x="610855" y="11486"/>
                  <a:pt x="611689" y="11659"/>
                  <a:pt x="612510" y="11896"/>
                </a:cubicBezTo>
                <a:lnTo>
                  <a:pt x="612510" y="328"/>
                </a:lnTo>
                <a:lnTo>
                  <a:pt x="617295" y="328"/>
                </a:lnTo>
                <a:lnTo>
                  <a:pt x="617295" y="38997"/>
                </a:lnTo>
                <a:lnTo>
                  <a:pt x="613029" y="38997"/>
                </a:lnTo>
                <a:lnTo>
                  <a:pt x="612865" y="33801"/>
                </a:lnTo>
                <a:cubicBezTo>
                  <a:pt x="611534" y="35734"/>
                  <a:pt x="610094" y="37165"/>
                  <a:pt x="608544" y="38095"/>
                </a:cubicBezTo>
                <a:cubicBezTo>
                  <a:pt x="606995" y="39025"/>
                  <a:pt x="605317" y="39489"/>
                  <a:pt x="603512" y="39489"/>
                </a:cubicBezTo>
                <a:cubicBezTo>
                  <a:pt x="601944" y="39489"/>
                  <a:pt x="600563" y="39161"/>
                  <a:pt x="599369" y="38505"/>
                </a:cubicBezTo>
                <a:cubicBezTo>
                  <a:pt x="598175" y="37849"/>
                  <a:pt x="597181" y="36923"/>
                  <a:pt x="596388" y="35729"/>
                </a:cubicBezTo>
                <a:cubicBezTo>
                  <a:pt x="595595" y="34535"/>
                  <a:pt x="594998" y="33099"/>
                  <a:pt x="594597" y="31422"/>
                </a:cubicBezTo>
                <a:cubicBezTo>
                  <a:pt x="594196" y="29745"/>
                  <a:pt x="593996" y="27885"/>
                  <a:pt x="593996" y="25843"/>
                </a:cubicBezTo>
                <a:moveTo>
                  <a:pt x="598863" y="25542"/>
                </a:moveTo>
                <a:cubicBezTo>
                  <a:pt x="598863" y="28860"/>
                  <a:pt x="599351" y="31335"/>
                  <a:pt x="600326" y="32967"/>
                </a:cubicBezTo>
                <a:cubicBezTo>
                  <a:pt x="601302" y="34599"/>
                  <a:pt x="602683" y="35415"/>
                  <a:pt x="604470" y="35415"/>
                </a:cubicBezTo>
                <a:cubicBezTo>
                  <a:pt x="605673" y="35415"/>
                  <a:pt x="606944" y="34877"/>
                  <a:pt x="608284" y="33801"/>
                </a:cubicBezTo>
                <a:cubicBezTo>
                  <a:pt x="609624" y="32726"/>
                  <a:pt x="611033" y="31130"/>
                  <a:pt x="612510" y="29015"/>
                </a:cubicBezTo>
                <a:lnTo>
                  <a:pt x="612510" y="16272"/>
                </a:lnTo>
                <a:cubicBezTo>
                  <a:pt x="611726" y="15907"/>
                  <a:pt x="610860" y="15629"/>
                  <a:pt x="609912" y="15438"/>
                </a:cubicBezTo>
                <a:cubicBezTo>
                  <a:pt x="608964" y="15246"/>
                  <a:pt x="608025" y="15150"/>
                  <a:pt x="607095" y="15150"/>
                </a:cubicBezTo>
                <a:cubicBezTo>
                  <a:pt x="604506" y="15150"/>
                  <a:pt x="602487" y="15989"/>
                  <a:pt x="601037" y="17666"/>
                </a:cubicBezTo>
                <a:cubicBezTo>
                  <a:pt x="599588" y="19344"/>
                  <a:pt x="598863" y="21969"/>
                  <a:pt x="598863" y="25542"/>
                </a:cubicBezTo>
                <a:close/>
                <a:moveTo>
                  <a:pt x="650673" y="23819"/>
                </a:moveTo>
                <a:cubicBezTo>
                  <a:pt x="650673" y="24494"/>
                  <a:pt x="650664" y="25059"/>
                  <a:pt x="650646" y="25515"/>
                </a:cubicBezTo>
                <a:cubicBezTo>
                  <a:pt x="650627" y="25971"/>
                  <a:pt x="650600" y="26399"/>
                  <a:pt x="650564" y="26800"/>
                </a:cubicBezTo>
                <a:lnTo>
                  <a:pt x="631284" y="26800"/>
                </a:lnTo>
                <a:cubicBezTo>
                  <a:pt x="631284" y="29608"/>
                  <a:pt x="632068" y="31764"/>
                  <a:pt x="633636" y="33268"/>
                </a:cubicBezTo>
                <a:cubicBezTo>
                  <a:pt x="635204" y="34772"/>
                  <a:pt x="637464" y="35524"/>
                  <a:pt x="640418" y="35524"/>
                </a:cubicBezTo>
                <a:cubicBezTo>
                  <a:pt x="641220" y="35524"/>
                  <a:pt x="642022" y="35492"/>
                  <a:pt x="642824" y="35427"/>
                </a:cubicBezTo>
                <a:cubicBezTo>
                  <a:pt x="643627" y="35361"/>
                  <a:pt x="644401" y="35273"/>
                  <a:pt x="645149" y="35161"/>
                </a:cubicBezTo>
                <a:cubicBezTo>
                  <a:pt x="645896" y="35049"/>
                  <a:pt x="646612" y="34923"/>
                  <a:pt x="647296" y="34783"/>
                </a:cubicBezTo>
                <a:cubicBezTo>
                  <a:pt x="647979" y="34643"/>
                  <a:pt x="648613" y="34489"/>
                  <a:pt x="649196" y="34321"/>
                </a:cubicBezTo>
                <a:lnTo>
                  <a:pt x="649196" y="38231"/>
                </a:lnTo>
                <a:cubicBezTo>
                  <a:pt x="647902" y="38604"/>
                  <a:pt x="646439" y="38907"/>
                  <a:pt x="644807" y="39140"/>
                </a:cubicBezTo>
                <a:cubicBezTo>
                  <a:pt x="643175" y="39373"/>
                  <a:pt x="641484" y="39489"/>
                  <a:pt x="639734" y="39489"/>
                </a:cubicBezTo>
                <a:cubicBezTo>
                  <a:pt x="637382" y="39489"/>
                  <a:pt x="635359" y="39170"/>
                  <a:pt x="633663" y="38532"/>
                </a:cubicBezTo>
                <a:cubicBezTo>
                  <a:pt x="631967" y="37894"/>
                  <a:pt x="630577" y="36969"/>
                  <a:pt x="629493" y="35757"/>
                </a:cubicBezTo>
                <a:cubicBezTo>
                  <a:pt x="628408" y="34544"/>
                  <a:pt x="627606" y="33058"/>
                  <a:pt x="627086" y="31299"/>
                </a:cubicBezTo>
                <a:cubicBezTo>
                  <a:pt x="626566" y="29540"/>
                  <a:pt x="626307" y="27548"/>
                  <a:pt x="626307" y="25324"/>
                </a:cubicBezTo>
                <a:cubicBezTo>
                  <a:pt x="626307" y="23391"/>
                  <a:pt x="626585" y="21563"/>
                  <a:pt x="627141" y="19840"/>
                </a:cubicBezTo>
                <a:cubicBezTo>
                  <a:pt x="627697" y="18118"/>
                  <a:pt x="628508" y="16604"/>
                  <a:pt x="629575" y="15301"/>
                </a:cubicBezTo>
                <a:cubicBezTo>
                  <a:pt x="630641" y="13997"/>
                  <a:pt x="631949" y="12963"/>
                  <a:pt x="633499" y="12197"/>
                </a:cubicBezTo>
                <a:cubicBezTo>
                  <a:pt x="635049" y="11431"/>
                  <a:pt x="636808" y="11048"/>
                  <a:pt x="638777" y="11048"/>
                </a:cubicBezTo>
                <a:cubicBezTo>
                  <a:pt x="640691" y="11048"/>
                  <a:pt x="642387" y="11349"/>
                  <a:pt x="643864" y="11951"/>
                </a:cubicBezTo>
                <a:cubicBezTo>
                  <a:pt x="645340" y="12552"/>
                  <a:pt x="646585" y="13405"/>
                  <a:pt x="647596" y="14508"/>
                </a:cubicBezTo>
                <a:cubicBezTo>
                  <a:pt x="648608" y="15611"/>
                  <a:pt x="649374" y="16951"/>
                  <a:pt x="649894" y="18528"/>
                </a:cubicBezTo>
                <a:cubicBezTo>
                  <a:pt x="650413" y="20105"/>
                  <a:pt x="650673" y="21869"/>
                  <a:pt x="650673" y="23819"/>
                </a:cubicBezTo>
                <a:moveTo>
                  <a:pt x="645723" y="23136"/>
                </a:moveTo>
                <a:cubicBezTo>
                  <a:pt x="645778" y="21914"/>
                  <a:pt x="645659" y="20798"/>
                  <a:pt x="645368" y="19786"/>
                </a:cubicBezTo>
                <a:cubicBezTo>
                  <a:pt x="645076" y="18774"/>
                  <a:pt x="644625" y="17903"/>
                  <a:pt x="644014" y="17174"/>
                </a:cubicBezTo>
                <a:cubicBezTo>
                  <a:pt x="643403" y="16445"/>
                  <a:pt x="642642" y="15875"/>
                  <a:pt x="641730" y="15465"/>
                </a:cubicBezTo>
                <a:cubicBezTo>
                  <a:pt x="640819" y="15055"/>
                  <a:pt x="639761" y="14850"/>
                  <a:pt x="638558" y="14850"/>
                </a:cubicBezTo>
                <a:cubicBezTo>
                  <a:pt x="637519" y="14850"/>
                  <a:pt x="636571" y="15050"/>
                  <a:pt x="635714" y="15451"/>
                </a:cubicBezTo>
                <a:cubicBezTo>
                  <a:pt x="634857" y="15852"/>
                  <a:pt x="634119" y="16417"/>
                  <a:pt x="633499" y="17147"/>
                </a:cubicBezTo>
                <a:cubicBezTo>
                  <a:pt x="632879" y="17876"/>
                  <a:pt x="632378" y="18751"/>
                  <a:pt x="631995" y="19772"/>
                </a:cubicBezTo>
                <a:cubicBezTo>
                  <a:pt x="631612" y="20793"/>
                  <a:pt x="631375" y="21914"/>
                  <a:pt x="631284" y="23136"/>
                </a:cubicBezTo>
                <a:lnTo>
                  <a:pt x="645723" y="23136"/>
                </a:lnTo>
                <a:close/>
                <a:moveTo>
                  <a:pt x="680691" y="38587"/>
                </a:moveTo>
                <a:cubicBezTo>
                  <a:pt x="679615" y="38870"/>
                  <a:pt x="678503" y="39073"/>
                  <a:pt x="677355" y="39195"/>
                </a:cubicBezTo>
                <a:cubicBezTo>
                  <a:pt x="676206" y="39319"/>
                  <a:pt x="675039" y="39380"/>
                  <a:pt x="673854" y="39380"/>
                </a:cubicBezTo>
                <a:cubicBezTo>
                  <a:pt x="670408" y="39380"/>
                  <a:pt x="667838" y="38601"/>
                  <a:pt x="666142" y="37042"/>
                </a:cubicBezTo>
                <a:cubicBezTo>
                  <a:pt x="664447" y="35483"/>
                  <a:pt x="663599" y="33090"/>
                  <a:pt x="663599" y="29863"/>
                </a:cubicBezTo>
                <a:lnTo>
                  <a:pt x="663599" y="15533"/>
                </a:lnTo>
                <a:lnTo>
                  <a:pt x="655914" y="15533"/>
                </a:lnTo>
                <a:lnTo>
                  <a:pt x="655914" y="11541"/>
                </a:lnTo>
                <a:lnTo>
                  <a:pt x="663599" y="11541"/>
                </a:lnTo>
                <a:lnTo>
                  <a:pt x="663599" y="3969"/>
                </a:lnTo>
                <a:lnTo>
                  <a:pt x="668357" y="2735"/>
                </a:lnTo>
                <a:lnTo>
                  <a:pt x="668357" y="11541"/>
                </a:lnTo>
                <a:lnTo>
                  <a:pt x="680691" y="11541"/>
                </a:lnTo>
                <a:lnTo>
                  <a:pt x="680691" y="15533"/>
                </a:lnTo>
                <a:lnTo>
                  <a:pt x="668357" y="15533"/>
                </a:lnTo>
                <a:lnTo>
                  <a:pt x="668357" y="29480"/>
                </a:lnTo>
                <a:cubicBezTo>
                  <a:pt x="668357" y="31449"/>
                  <a:pt x="668881" y="32922"/>
                  <a:pt x="669930" y="33897"/>
                </a:cubicBezTo>
                <a:cubicBezTo>
                  <a:pt x="670978" y="34872"/>
                  <a:pt x="672523" y="35360"/>
                  <a:pt x="674565" y="35360"/>
                </a:cubicBezTo>
                <a:cubicBezTo>
                  <a:pt x="675440" y="35360"/>
                  <a:pt x="676397" y="35290"/>
                  <a:pt x="677437" y="35149"/>
                </a:cubicBezTo>
                <a:cubicBezTo>
                  <a:pt x="678476" y="35008"/>
                  <a:pt x="679561" y="34786"/>
                  <a:pt x="680691" y="34485"/>
                </a:cubicBezTo>
                <a:lnTo>
                  <a:pt x="680691" y="38587"/>
                </a:lnTo>
                <a:close/>
                <a:moveTo>
                  <a:pt x="712842" y="23819"/>
                </a:moveTo>
                <a:cubicBezTo>
                  <a:pt x="712842" y="24494"/>
                  <a:pt x="712833" y="25059"/>
                  <a:pt x="712814" y="25515"/>
                </a:cubicBezTo>
                <a:cubicBezTo>
                  <a:pt x="712796" y="25971"/>
                  <a:pt x="712769" y="26399"/>
                  <a:pt x="712732" y="26800"/>
                </a:cubicBezTo>
                <a:lnTo>
                  <a:pt x="693452" y="26800"/>
                </a:lnTo>
                <a:cubicBezTo>
                  <a:pt x="693452" y="29608"/>
                  <a:pt x="694236" y="31764"/>
                  <a:pt x="695804" y="33268"/>
                </a:cubicBezTo>
                <a:cubicBezTo>
                  <a:pt x="697372" y="34772"/>
                  <a:pt x="699633" y="35524"/>
                  <a:pt x="702586" y="35524"/>
                </a:cubicBezTo>
                <a:cubicBezTo>
                  <a:pt x="703389" y="35524"/>
                  <a:pt x="704191" y="35492"/>
                  <a:pt x="704993" y="35427"/>
                </a:cubicBezTo>
                <a:cubicBezTo>
                  <a:pt x="705795" y="35361"/>
                  <a:pt x="706570" y="35273"/>
                  <a:pt x="707317" y="35161"/>
                </a:cubicBezTo>
                <a:cubicBezTo>
                  <a:pt x="708065" y="35049"/>
                  <a:pt x="708781" y="34923"/>
                  <a:pt x="709464" y="34783"/>
                </a:cubicBezTo>
                <a:cubicBezTo>
                  <a:pt x="710148" y="34643"/>
                  <a:pt x="710781" y="34489"/>
                  <a:pt x="711365" y="34321"/>
                </a:cubicBezTo>
                <a:lnTo>
                  <a:pt x="711365" y="38231"/>
                </a:lnTo>
                <a:cubicBezTo>
                  <a:pt x="710070" y="38604"/>
                  <a:pt x="708607" y="38907"/>
                  <a:pt x="706976" y="39140"/>
                </a:cubicBezTo>
                <a:cubicBezTo>
                  <a:pt x="705344" y="39373"/>
                  <a:pt x="703653" y="39489"/>
                  <a:pt x="701903" y="39489"/>
                </a:cubicBezTo>
                <a:cubicBezTo>
                  <a:pt x="699551" y="39489"/>
                  <a:pt x="697527" y="39170"/>
                  <a:pt x="695832" y="38532"/>
                </a:cubicBezTo>
                <a:cubicBezTo>
                  <a:pt x="694136" y="37894"/>
                  <a:pt x="692746" y="36969"/>
                  <a:pt x="691661" y="35757"/>
                </a:cubicBezTo>
                <a:cubicBezTo>
                  <a:pt x="690576" y="34544"/>
                  <a:pt x="689774" y="33058"/>
                  <a:pt x="689255" y="31299"/>
                </a:cubicBezTo>
                <a:cubicBezTo>
                  <a:pt x="688735" y="29540"/>
                  <a:pt x="688475" y="27548"/>
                  <a:pt x="688475" y="25324"/>
                </a:cubicBezTo>
                <a:cubicBezTo>
                  <a:pt x="688475" y="23391"/>
                  <a:pt x="688753" y="21563"/>
                  <a:pt x="689309" y="19840"/>
                </a:cubicBezTo>
                <a:cubicBezTo>
                  <a:pt x="689865" y="18118"/>
                  <a:pt x="690677" y="16604"/>
                  <a:pt x="691743" y="15301"/>
                </a:cubicBezTo>
                <a:cubicBezTo>
                  <a:pt x="692810" y="13997"/>
                  <a:pt x="694118" y="12963"/>
                  <a:pt x="695668" y="12197"/>
                </a:cubicBezTo>
                <a:cubicBezTo>
                  <a:pt x="697217" y="11431"/>
                  <a:pt x="698977" y="11048"/>
                  <a:pt x="700946" y="11048"/>
                </a:cubicBezTo>
                <a:cubicBezTo>
                  <a:pt x="702860" y="11048"/>
                  <a:pt x="704555" y="11349"/>
                  <a:pt x="706032" y="11951"/>
                </a:cubicBezTo>
                <a:cubicBezTo>
                  <a:pt x="707509" y="12552"/>
                  <a:pt x="708753" y="13405"/>
                  <a:pt x="709765" y="14508"/>
                </a:cubicBezTo>
                <a:cubicBezTo>
                  <a:pt x="710777" y="15611"/>
                  <a:pt x="711543" y="16951"/>
                  <a:pt x="712062" y="18528"/>
                </a:cubicBezTo>
                <a:cubicBezTo>
                  <a:pt x="712582" y="20105"/>
                  <a:pt x="712842" y="21869"/>
                  <a:pt x="712842" y="23819"/>
                </a:cubicBezTo>
                <a:moveTo>
                  <a:pt x="707892" y="23136"/>
                </a:moveTo>
                <a:cubicBezTo>
                  <a:pt x="707946" y="21914"/>
                  <a:pt x="707828" y="20798"/>
                  <a:pt x="707536" y="19786"/>
                </a:cubicBezTo>
                <a:cubicBezTo>
                  <a:pt x="707245" y="18774"/>
                  <a:pt x="706793" y="17903"/>
                  <a:pt x="706183" y="17174"/>
                </a:cubicBezTo>
                <a:cubicBezTo>
                  <a:pt x="705572" y="16445"/>
                  <a:pt x="704811" y="15875"/>
                  <a:pt x="703899" y="15465"/>
                </a:cubicBezTo>
                <a:cubicBezTo>
                  <a:pt x="702988" y="15055"/>
                  <a:pt x="701930" y="14850"/>
                  <a:pt x="700727" y="14850"/>
                </a:cubicBezTo>
                <a:cubicBezTo>
                  <a:pt x="699688" y="14850"/>
                  <a:pt x="698740" y="15050"/>
                  <a:pt x="697883" y="15451"/>
                </a:cubicBezTo>
                <a:cubicBezTo>
                  <a:pt x="697026" y="15852"/>
                  <a:pt x="696287" y="16417"/>
                  <a:pt x="695668" y="17147"/>
                </a:cubicBezTo>
                <a:cubicBezTo>
                  <a:pt x="695048" y="17876"/>
                  <a:pt x="694546" y="18751"/>
                  <a:pt x="694163" y="19772"/>
                </a:cubicBezTo>
                <a:cubicBezTo>
                  <a:pt x="693781" y="20793"/>
                  <a:pt x="693544" y="21914"/>
                  <a:pt x="693452" y="23136"/>
                </a:cubicBezTo>
                <a:lnTo>
                  <a:pt x="707892" y="23136"/>
                </a:lnTo>
                <a:close/>
                <a:moveTo>
                  <a:pt x="721857" y="11541"/>
                </a:moveTo>
                <a:lnTo>
                  <a:pt x="726205" y="11541"/>
                </a:lnTo>
                <a:lnTo>
                  <a:pt x="726342" y="16587"/>
                </a:lnTo>
                <a:cubicBezTo>
                  <a:pt x="727964" y="14641"/>
                  <a:pt x="729564" y="13231"/>
                  <a:pt x="731141" y="12358"/>
                </a:cubicBezTo>
                <a:cubicBezTo>
                  <a:pt x="732718" y="11485"/>
                  <a:pt x="734309" y="11048"/>
                  <a:pt x="735913" y="11048"/>
                </a:cubicBezTo>
                <a:cubicBezTo>
                  <a:pt x="738757" y="11048"/>
                  <a:pt x="740913" y="11967"/>
                  <a:pt x="742381" y="13804"/>
                </a:cubicBezTo>
                <a:cubicBezTo>
                  <a:pt x="743849" y="15640"/>
                  <a:pt x="744528" y="18368"/>
                  <a:pt x="744418" y="21987"/>
                </a:cubicBezTo>
                <a:lnTo>
                  <a:pt x="739605" y="21987"/>
                </a:lnTo>
                <a:cubicBezTo>
                  <a:pt x="739660" y="19590"/>
                  <a:pt x="739309" y="17852"/>
                  <a:pt x="738552" y="16772"/>
                </a:cubicBezTo>
                <a:cubicBezTo>
                  <a:pt x="737796" y="15691"/>
                  <a:pt x="736688" y="15150"/>
                  <a:pt x="735230" y="15150"/>
                </a:cubicBezTo>
                <a:cubicBezTo>
                  <a:pt x="734592" y="15150"/>
                  <a:pt x="733949" y="15264"/>
                  <a:pt x="733302" y="15491"/>
                </a:cubicBezTo>
                <a:cubicBezTo>
                  <a:pt x="732654" y="15718"/>
                  <a:pt x="731989" y="16081"/>
                  <a:pt x="731305" y="16580"/>
                </a:cubicBezTo>
                <a:cubicBezTo>
                  <a:pt x="730622" y="17079"/>
                  <a:pt x="729897" y="17719"/>
                  <a:pt x="729131" y="18500"/>
                </a:cubicBezTo>
                <a:cubicBezTo>
                  <a:pt x="728366" y="19281"/>
                  <a:pt x="727545" y="20225"/>
                  <a:pt x="726670" y="21333"/>
                </a:cubicBezTo>
                <a:lnTo>
                  <a:pt x="726670" y="38997"/>
                </a:lnTo>
                <a:lnTo>
                  <a:pt x="721857" y="38997"/>
                </a:lnTo>
                <a:lnTo>
                  <a:pt x="721857" y="11541"/>
                </a:lnTo>
                <a:close/>
                <a:moveTo>
                  <a:pt x="772409" y="38997"/>
                </a:moveTo>
                <a:lnTo>
                  <a:pt x="772409" y="19280"/>
                </a:lnTo>
                <a:cubicBezTo>
                  <a:pt x="772409" y="18423"/>
                  <a:pt x="772377" y="17721"/>
                  <a:pt x="772313" y="17174"/>
                </a:cubicBezTo>
                <a:cubicBezTo>
                  <a:pt x="772249" y="16627"/>
                  <a:pt x="772149" y="16194"/>
                  <a:pt x="772012" y="15875"/>
                </a:cubicBezTo>
                <a:cubicBezTo>
                  <a:pt x="771875" y="15556"/>
                  <a:pt x="771702" y="15333"/>
                  <a:pt x="771492" y="15205"/>
                </a:cubicBezTo>
                <a:cubicBezTo>
                  <a:pt x="771283" y="15077"/>
                  <a:pt x="771023" y="15014"/>
                  <a:pt x="770713" y="15014"/>
                </a:cubicBezTo>
                <a:cubicBezTo>
                  <a:pt x="770348" y="15014"/>
                  <a:pt x="770011" y="15123"/>
                  <a:pt x="769701" y="15342"/>
                </a:cubicBezTo>
                <a:cubicBezTo>
                  <a:pt x="769391" y="15561"/>
                  <a:pt x="769059" y="15916"/>
                  <a:pt x="768703" y="16408"/>
                </a:cubicBezTo>
                <a:cubicBezTo>
                  <a:pt x="768347" y="16901"/>
                  <a:pt x="767956" y="17552"/>
                  <a:pt x="767527" y="18364"/>
                </a:cubicBezTo>
                <a:cubicBezTo>
                  <a:pt x="767099" y="19175"/>
                  <a:pt x="766593" y="20173"/>
                  <a:pt x="766009" y="21358"/>
                </a:cubicBezTo>
                <a:lnTo>
                  <a:pt x="766009" y="38997"/>
                </a:lnTo>
                <a:lnTo>
                  <a:pt x="761661" y="38997"/>
                </a:lnTo>
                <a:lnTo>
                  <a:pt x="761661" y="19799"/>
                </a:lnTo>
                <a:cubicBezTo>
                  <a:pt x="761661" y="18797"/>
                  <a:pt x="761629" y="17985"/>
                  <a:pt x="761565" y="17366"/>
                </a:cubicBezTo>
                <a:cubicBezTo>
                  <a:pt x="761502" y="16746"/>
                  <a:pt x="761401" y="16262"/>
                  <a:pt x="761265" y="15916"/>
                </a:cubicBezTo>
                <a:cubicBezTo>
                  <a:pt x="761128" y="15570"/>
                  <a:pt x="760950" y="15333"/>
                  <a:pt x="760731" y="15205"/>
                </a:cubicBezTo>
                <a:cubicBezTo>
                  <a:pt x="760512" y="15077"/>
                  <a:pt x="760248" y="15014"/>
                  <a:pt x="759938" y="15014"/>
                </a:cubicBezTo>
                <a:cubicBezTo>
                  <a:pt x="759610" y="15014"/>
                  <a:pt x="759300" y="15105"/>
                  <a:pt x="759008" y="15287"/>
                </a:cubicBezTo>
                <a:cubicBezTo>
                  <a:pt x="758717" y="15469"/>
                  <a:pt x="758393" y="15798"/>
                  <a:pt x="758038" y="16272"/>
                </a:cubicBezTo>
                <a:cubicBezTo>
                  <a:pt x="757682" y="16746"/>
                  <a:pt x="757286" y="17393"/>
                  <a:pt x="756848" y="18213"/>
                </a:cubicBezTo>
                <a:cubicBezTo>
                  <a:pt x="756410" y="19034"/>
                  <a:pt x="755891" y="20082"/>
                  <a:pt x="755289" y="21358"/>
                </a:cubicBezTo>
                <a:lnTo>
                  <a:pt x="755289" y="38997"/>
                </a:lnTo>
                <a:lnTo>
                  <a:pt x="750914" y="38997"/>
                </a:lnTo>
                <a:lnTo>
                  <a:pt x="750914" y="11541"/>
                </a:lnTo>
                <a:lnTo>
                  <a:pt x="754551" y="11541"/>
                </a:lnTo>
                <a:lnTo>
                  <a:pt x="754770" y="16764"/>
                </a:lnTo>
                <a:cubicBezTo>
                  <a:pt x="755244" y="15725"/>
                  <a:pt x="755704" y="14840"/>
                  <a:pt x="756151" y="14111"/>
                </a:cubicBezTo>
                <a:cubicBezTo>
                  <a:pt x="756597" y="13382"/>
                  <a:pt x="757058" y="12794"/>
                  <a:pt x="757532" y="12347"/>
                </a:cubicBezTo>
                <a:cubicBezTo>
                  <a:pt x="758006" y="11901"/>
                  <a:pt x="758512" y="11572"/>
                  <a:pt x="759049" y="11363"/>
                </a:cubicBezTo>
                <a:cubicBezTo>
                  <a:pt x="759587" y="11153"/>
                  <a:pt x="760184" y="11048"/>
                  <a:pt x="760841" y="11048"/>
                </a:cubicBezTo>
                <a:cubicBezTo>
                  <a:pt x="762317" y="11048"/>
                  <a:pt x="763439" y="11531"/>
                  <a:pt x="764204" y="12498"/>
                </a:cubicBezTo>
                <a:cubicBezTo>
                  <a:pt x="764970" y="13464"/>
                  <a:pt x="765353" y="14959"/>
                  <a:pt x="765353" y="16983"/>
                </a:cubicBezTo>
                <a:cubicBezTo>
                  <a:pt x="765791" y="16035"/>
                  <a:pt x="766219" y="15191"/>
                  <a:pt x="766638" y="14453"/>
                </a:cubicBezTo>
                <a:cubicBezTo>
                  <a:pt x="767058" y="13715"/>
                  <a:pt x="767509" y="13095"/>
                  <a:pt x="767992" y="12593"/>
                </a:cubicBezTo>
                <a:cubicBezTo>
                  <a:pt x="768475" y="12092"/>
                  <a:pt x="769008" y="11709"/>
                  <a:pt x="769592" y="11445"/>
                </a:cubicBezTo>
                <a:cubicBezTo>
                  <a:pt x="770175" y="11180"/>
                  <a:pt x="770850" y="11048"/>
                  <a:pt x="771615" y="11048"/>
                </a:cubicBezTo>
                <a:cubicBezTo>
                  <a:pt x="775061" y="11048"/>
                  <a:pt x="776784" y="13701"/>
                  <a:pt x="776784" y="19006"/>
                </a:cubicBezTo>
                <a:lnTo>
                  <a:pt x="776784" y="38997"/>
                </a:lnTo>
                <a:lnTo>
                  <a:pt x="772409" y="38997"/>
                </a:lnTo>
                <a:close/>
                <a:moveTo>
                  <a:pt x="793265" y="15479"/>
                </a:moveTo>
                <a:lnTo>
                  <a:pt x="785143" y="15479"/>
                </a:lnTo>
                <a:lnTo>
                  <a:pt x="785143" y="11541"/>
                </a:lnTo>
                <a:lnTo>
                  <a:pt x="798078" y="11541"/>
                </a:lnTo>
                <a:lnTo>
                  <a:pt x="798078" y="35032"/>
                </a:lnTo>
                <a:lnTo>
                  <a:pt x="806255" y="35032"/>
                </a:lnTo>
                <a:lnTo>
                  <a:pt x="806255" y="38997"/>
                </a:lnTo>
                <a:lnTo>
                  <a:pt x="784240" y="38997"/>
                </a:lnTo>
                <a:lnTo>
                  <a:pt x="784240" y="35032"/>
                </a:lnTo>
                <a:lnTo>
                  <a:pt x="793265" y="35032"/>
                </a:lnTo>
                <a:lnTo>
                  <a:pt x="793265" y="15479"/>
                </a:lnTo>
                <a:moveTo>
                  <a:pt x="794933" y="0"/>
                </a:moveTo>
                <a:cubicBezTo>
                  <a:pt x="795462" y="0"/>
                  <a:pt x="795954" y="96"/>
                  <a:pt x="796410" y="287"/>
                </a:cubicBezTo>
                <a:cubicBezTo>
                  <a:pt x="796866" y="479"/>
                  <a:pt x="797262" y="747"/>
                  <a:pt x="797599" y="1094"/>
                </a:cubicBezTo>
                <a:cubicBezTo>
                  <a:pt x="797937" y="1440"/>
                  <a:pt x="798201" y="1837"/>
                  <a:pt x="798392" y="2283"/>
                </a:cubicBezTo>
                <a:cubicBezTo>
                  <a:pt x="798584" y="2730"/>
                  <a:pt x="798680" y="3218"/>
                  <a:pt x="798680" y="3747"/>
                </a:cubicBezTo>
                <a:cubicBezTo>
                  <a:pt x="798680" y="4257"/>
                  <a:pt x="798584" y="4740"/>
                  <a:pt x="798392" y="5196"/>
                </a:cubicBezTo>
                <a:cubicBezTo>
                  <a:pt x="798201" y="5652"/>
                  <a:pt x="797937" y="6053"/>
                  <a:pt x="797599" y="6399"/>
                </a:cubicBezTo>
                <a:cubicBezTo>
                  <a:pt x="797262" y="6746"/>
                  <a:pt x="796866" y="7015"/>
                  <a:pt x="796410" y="7206"/>
                </a:cubicBezTo>
                <a:cubicBezTo>
                  <a:pt x="795954" y="7397"/>
                  <a:pt x="795462" y="7493"/>
                  <a:pt x="794933" y="7493"/>
                </a:cubicBezTo>
                <a:cubicBezTo>
                  <a:pt x="794404" y="7493"/>
                  <a:pt x="793912" y="7397"/>
                  <a:pt x="793456" y="7206"/>
                </a:cubicBezTo>
                <a:cubicBezTo>
                  <a:pt x="793000" y="7015"/>
                  <a:pt x="792604" y="6746"/>
                  <a:pt x="792267" y="6399"/>
                </a:cubicBezTo>
                <a:cubicBezTo>
                  <a:pt x="791929" y="6053"/>
                  <a:pt x="791665" y="5652"/>
                  <a:pt x="791474" y="5196"/>
                </a:cubicBezTo>
                <a:cubicBezTo>
                  <a:pt x="791282" y="4740"/>
                  <a:pt x="791186" y="4257"/>
                  <a:pt x="791186" y="3747"/>
                </a:cubicBezTo>
                <a:cubicBezTo>
                  <a:pt x="791186" y="3218"/>
                  <a:pt x="791282" y="2730"/>
                  <a:pt x="791474" y="2283"/>
                </a:cubicBezTo>
                <a:cubicBezTo>
                  <a:pt x="791665" y="1837"/>
                  <a:pt x="791929" y="1440"/>
                  <a:pt x="792267" y="1094"/>
                </a:cubicBezTo>
                <a:cubicBezTo>
                  <a:pt x="792604" y="747"/>
                  <a:pt x="793000" y="479"/>
                  <a:pt x="793456" y="287"/>
                </a:cubicBezTo>
                <a:cubicBezTo>
                  <a:pt x="793912" y="96"/>
                  <a:pt x="794404" y="0"/>
                  <a:pt x="794933" y="0"/>
                </a:cubicBezTo>
                <a:close/>
                <a:moveTo>
                  <a:pt x="814997" y="11541"/>
                </a:moveTo>
                <a:lnTo>
                  <a:pt x="819235" y="11541"/>
                </a:lnTo>
                <a:lnTo>
                  <a:pt x="819427" y="15971"/>
                </a:lnTo>
                <a:cubicBezTo>
                  <a:pt x="820229" y="15023"/>
                  <a:pt x="821004" y="14234"/>
                  <a:pt x="821751" y="13605"/>
                </a:cubicBezTo>
                <a:cubicBezTo>
                  <a:pt x="822499" y="12976"/>
                  <a:pt x="823233" y="12470"/>
                  <a:pt x="823953" y="12087"/>
                </a:cubicBezTo>
                <a:cubicBezTo>
                  <a:pt x="824673" y="11705"/>
                  <a:pt x="825407" y="11436"/>
                  <a:pt x="826154" y="11281"/>
                </a:cubicBezTo>
                <a:cubicBezTo>
                  <a:pt x="826902" y="11126"/>
                  <a:pt x="827677" y="11048"/>
                  <a:pt x="828479" y="11048"/>
                </a:cubicBezTo>
                <a:cubicBezTo>
                  <a:pt x="831305" y="11048"/>
                  <a:pt x="833442" y="11882"/>
                  <a:pt x="834892" y="13551"/>
                </a:cubicBezTo>
                <a:cubicBezTo>
                  <a:pt x="836341" y="15219"/>
                  <a:pt x="837066" y="17730"/>
                  <a:pt x="837066" y="21085"/>
                </a:cubicBezTo>
                <a:lnTo>
                  <a:pt x="837066" y="38997"/>
                </a:lnTo>
                <a:lnTo>
                  <a:pt x="832307" y="38997"/>
                </a:lnTo>
                <a:lnTo>
                  <a:pt x="832307" y="21468"/>
                </a:lnTo>
                <a:cubicBezTo>
                  <a:pt x="832307" y="19316"/>
                  <a:pt x="831906" y="17726"/>
                  <a:pt x="831104" y="16695"/>
                </a:cubicBezTo>
                <a:cubicBezTo>
                  <a:pt x="830302" y="15665"/>
                  <a:pt x="829108" y="15150"/>
                  <a:pt x="827522" y="15150"/>
                </a:cubicBezTo>
                <a:cubicBezTo>
                  <a:pt x="826938" y="15150"/>
                  <a:pt x="826368" y="15237"/>
                  <a:pt x="825812" y="15410"/>
                </a:cubicBezTo>
                <a:cubicBezTo>
                  <a:pt x="825256" y="15583"/>
                  <a:pt x="824677" y="15884"/>
                  <a:pt x="824076" y="16313"/>
                </a:cubicBezTo>
                <a:cubicBezTo>
                  <a:pt x="823474" y="16741"/>
                  <a:pt x="822822" y="17320"/>
                  <a:pt x="822121" y="18049"/>
                </a:cubicBezTo>
                <a:cubicBezTo>
                  <a:pt x="821419" y="18778"/>
                  <a:pt x="820630" y="19690"/>
                  <a:pt x="819755" y="20784"/>
                </a:cubicBezTo>
                <a:lnTo>
                  <a:pt x="819755" y="38997"/>
                </a:lnTo>
                <a:lnTo>
                  <a:pt x="814997" y="38997"/>
                </a:lnTo>
                <a:lnTo>
                  <a:pt x="814997" y="11541"/>
                </a:lnTo>
                <a:close/>
                <a:moveTo>
                  <a:pt x="869271" y="23819"/>
                </a:moveTo>
                <a:cubicBezTo>
                  <a:pt x="869271" y="24494"/>
                  <a:pt x="869262" y="25059"/>
                  <a:pt x="869244" y="25515"/>
                </a:cubicBezTo>
                <a:cubicBezTo>
                  <a:pt x="869226" y="25971"/>
                  <a:pt x="869198" y="26399"/>
                  <a:pt x="869162" y="26800"/>
                </a:cubicBezTo>
                <a:lnTo>
                  <a:pt x="849882" y="26800"/>
                </a:lnTo>
                <a:cubicBezTo>
                  <a:pt x="849882" y="29608"/>
                  <a:pt x="850666" y="31764"/>
                  <a:pt x="852234" y="33268"/>
                </a:cubicBezTo>
                <a:cubicBezTo>
                  <a:pt x="853802" y="34772"/>
                  <a:pt x="856062" y="35524"/>
                  <a:pt x="859016" y="35524"/>
                </a:cubicBezTo>
                <a:cubicBezTo>
                  <a:pt x="859818" y="35524"/>
                  <a:pt x="860620" y="35492"/>
                  <a:pt x="861423" y="35427"/>
                </a:cubicBezTo>
                <a:cubicBezTo>
                  <a:pt x="862225" y="35361"/>
                  <a:pt x="863000" y="35273"/>
                  <a:pt x="863747" y="35161"/>
                </a:cubicBezTo>
                <a:cubicBezTo>
                  <a:pt x="864495" y="35049"/>
                  <a:pt x="865210" y="34923"/>
                  <a:pt x="865894" y="34783"/>
                </a:cubicBezTo>
                <a:cubicBezTo>
                  <a:pt x="866577" y="34643"/>
                  <a:pt x="867211" y="34489"/>
                  <a:pt x="867794" y="34321"/>
                </a:cubicBezTo>
                <a:lnTo>
                  <a:pt x="867794" y="38231"/>
                </a:lnTo>
                <a:cubicBezTo>
                  <a:pt x="866500" y="38604"/>
                  <a:pt x="865037" y="38907"/>
                  <a:pt x="863405" y="39140"/>
                </a:cubicBezTo>
                <a:cubicBezTo>
                  <a:pt x="861773" y="39373"/>
                  <a:pt x="860083" y="39489"/>
                  <a:pt x="858332" y="39489"/>
                </a:cubicBezTo>
                <a:cubicBezTo>
                  <a:pt x="855980" y="39489"/>
                  <a:pt x="853957" y="39170"/>
                  <a:pt x="852261" y="38532"/>
                </a:cubicBezTo>
                <a:cubicBezTo>
                  <a:pt x="850566" y="37894"/>
                  <a:pt x="849176" y="36969"/>
                  <a:pt x="848091" y="35757"/>
                </a:cubicBezTo>
                <a:cubicBezTo>
                  <a:pt x="847006" y="34544"/>
                  <a:pt x="846204" y="33058"/>
                  <a:pt x="845684" y="31299"/>
                </a:cubicBezTo>
                <a:cubicBezTo>
                  <a:pt x="845165" y="29540"/>
                  <a:pt x="844905" y="27548"/>
                  <a:pt x="844905" y="25324"/>
                </a:cubicBezTo>
                <a:cubicBezTo>
                  <a:pt x="844905" y="23391"/>
                  <a:pt x="845183" y="21563"/>
                  <a:pt x="845739" y="19840"/>
                </a:cubicBezTo>
                <a:cubicBezTo>
                  <a:pt x="846295" y="18118"/>
                  <a:pt x="847106" y="16604"/>
                  <a:pt x="848173" y="15301"/>
                </a:cubicBezTo>
                <a:cubicBezTo>
                  <a:pt x="849239" y="13997"/>
                  <a:pt x="850547" y="12963"/>
                  <a:pt x="852097" y="12197"/>
                </a:cubicBezTo>
                <a:cubicBezTo>
                  <a:pt x="853647" y="11431"/>
                  <a:pt x="855406" y="11048"/>
                  <a:pt x="857375" y="11048"/>
                </a:cubicBezTo>
                <a:cubicBezTo>
                  <a:pt x="859289" y="11048"/>
                  <a:pt x="860985" y="11349"/>
                  <a:pt x="862462" y="11951"/>
                </a:cubicBezTo>
                <a:cubicBezTo>
                  <a:pt x="863938" y="12552"/>
                  <a:pt x="865183" y="13405"/>
                  <a:pt x="866195" y="14508"/>
                </a:cubicBezTo>
                <a:cubicBezTo>
                  <a:pt x="867206" y="15611"/>
                  <a:pt x="867972" y="16951"/>
                  <a:pt x="868492" y="18528"/>
                </a:cubicBezTo>
                <a:cubicBezTo>
                  <a:pt x="869011" y="20105"/>
                  <a:pt x="869271" y="21869"/>
                  <a:pt x="869271" y="23819"/>
                </a:cubicBezTo>
                <a:moveTo>
                  <a:pt x="864321" y="23136"/>
                </a:moveTo>
                <a:cubicBezTo>
                  <a:pt x="864376" y="21914"/>
                  <a:pt x="864258" y="20798"/>
                  <a:pt x="863966" y="19786"/>
                </a:cubicBezTo>
                <a:cubicBezTo>
                  <a:pt x="863674" y="18774"/>
                  <a:pt x="863223" y="17903"/>
                  <a:pt x="862612" y="17174"/>
                </a:cubicBezTo>
                <a:cubicBezTo>
                  <a:pt x="862001" y="16445"/>
                  <a:pt x="861240" y="15875"/>
                  <a:pt x="860329" y="15465"/>
                </a:cubicBezTo>
                <a:cubicBezTo>
                  <a:pt x="859417" y="15055"/>
                  <a:pt x="858360" y="14850"/>
                  <a:pt x="857156" y="14850"/>
                </a:cubicBezTo>
                <a:cubicBezTo>
                  <a:pt x="856117" y="14850"/>
                  <a:pt x="855169" y="15050"/>
                  <a:pt x="854312" y="15451"/>
                </a:cubicBezTo>
                <a:cubicBezTo>
                  <a:pt x="853455" y="15852"/>
                  <a:pt x="852717" y="16417"/>
                  <a:pt x="852097" y="17147"/>
                </a:cubicBezTo>
                <a:cubicBezTo>
                  <a:pt x="851477" y="17876"/>
                  <a:pt x="850976" y="18751"/>
                  <a:pt x="850593" y="19772"/>
                </a:cubicBezTo>
                <a:cubicBezTo>
                  <a:pt x="850210" y="20793"/>
                  <a:pt x="849973" y="21914"/>
                  <a:pt x="849882" y="23136"/>
                </a:cubicBezTo>
                <a:lnTo>
                  <a:pt x="864321" y="23136"/>
                </a:lnTo>
                <a:close/>
                <a:moveTo>
                  <a:pt x="955829" y="11541"/>
                </a:moveTo>
                <a:lnTo>
                  <a:pt x="951836" y="38997"/>
                </a:lnTo>
                <a:lnTo>
                  <a:pt x="946066" y="38997"/>
                </a:lnTo>
                <a:lnTo>
                  <a:pt x="942101" y="27511"/>
                </a:lnTo>
                <a:lnTo>
                  <a:pt x="941308" y="24722"/>
                </a:lnTo>
                <a:lnTo>
                  <a:pt x="940405" y="27675"/>
                </a:lnTo>
                <a:lnTo>
                  <a:pt x="936604" y="38997"/>
                </a:lnTo>
                <a:lnTo>
                  <a:pt x="930998" y="38997"/>
                </a:lnTo>
                <a:lnTo>
                  <a:pt x="927032" y="11541"/>
                </a:lnTo>
                <a:lnTo>
                  <a:pt x="931681" y="11541"/>
                </a:lnTo>
                <a:lnTo>
                  <a:pt x="933979" y="30191"/>
                </a:lnTo>
                <a:lnTo>
                  <a:pt x="934471" y="34348"/>
                </a:lnTo>
                <a:lnTo>
                  <a:pt x="935647" y="30711"/>
                </a:lnTo>
                <a:lnTo>
                  <a:pt x="939639" y="18377"/>
                </a:lnTo>
                <a:lnTo>
                  <a:pt x="943058" y="18377"/>
                </a:lnTo>
                <a:lnTo>
                  <a:pt x="947351" y="30547"/>
                </a:lnTo>
                <a:lnTo>
                  <a:pt x="948582" y="34184"/>
                </a:lnTo>
                <a:lnTo>
                  <a:pt x="948992" y="30328"/>
                </a:lnTo>
                <a:lnTo>
                  <a:pt x="951125" y="11541"/>
                </a:lnTo>
                <a:lnTo>
                  <a:pt x="955829" y="11541"/>
                </a:lnTo>
                <a:close/>
                <a:moveTo>
                  <a:pt x="983550" y="38997"/>
                </a:moveTo>
                <a:lnTo>
                  <a:pt x="978791" y="38997"/>
                </a:lnTo>
                <a:lnTo>
                  <a:pt x="978791" y="21468"/>
                </a:lnTo>
                <a:cubicBezTo>
                  <a:pt x="978791" y="19353"/>
                  <a:pt x="978395" y="17771"/>
                  <a:pt x="977601" y="16723"/>
                </a:cubicBezTo>
                <a:cubicBezTo>
                  <a:pt x="976808" y="15675"/>
                  <a:pt x="975674" y="15150"/>
                  <a:pt x="974197" y="15150"/>
                </a:cubicBezTo>
                <a:cubicBezTo>
                  <a:pt x="973559" y="15150"/>
                  <a:pt x="972962" y="15237"/>
                  <a:pt x="972406" y="15410"/>
                </a:cubicBezTo>
                <a:cubicBezTo>
                  <a:pt x="971849" y="15583"/>
                  <a:pt x="971271" y="15884"/>
                  <a:pt x="970669" y="16313"/>
                </a:cubicBezTo>
                <a:cubicBezTo>
                  <a:pt x="970067" y="16741"/>
                  <a:pt x="969411" y="17320"/>
                  <a:pt x="968700" y="18049"/>
                </a:cubicBezTo>
                <a:cubicBezTo>
                  <a:pt x="967989" y="18778"/>
                  <a:pt x="967169" y="19690"/>
                  <a:pt x="966239" y="20784"/>
                </a:cubicBezTo>
                <a:lnTo>
                  <a:pt x="966239" y="38997"/>
                </a:lnTo>
                <a:lnTo>
                  <a:pt x="961480" y="38997"/>
                </a:lnTo>
                <a:lnTo>
                  <a:pt x="961480" y="328"/>
                </a:lnTo>
                <a:lnTo>
                  <a:pt x="966239" y="328"/>
                </a:lnTo>
                <a:lnTo>
                  <a:pt x="966239" y="11533"/>
                </a:lnTo>
                <a:lnTo>
                  <a:pt x="966075" y="15861"/>
                </a:lnTo>
                <a:cubicBezTo>
                  <a:pt x="966822" y="14968"/>
                  <a:pt x="967556" y="14216"/>
                  <a:pt x="968276" y="13605"/>
                </a:cubicBezTo>
                <a:cubicBezTo>
                  <a:pt x="968996" y="12995"/>
                  <a:pt x="969716" y="12498"/>
                  <a:pt x="970437" y="12115"/>
                </a:cubicBezTo>
                <a:cubicBezTo>
                  <a:pt x="971157" y="11732"/>
                  <a:pt x="971890" y="11458"/>
                  <a:pt x="972638" y="11294"/>
                </a:cubicBezTo>
                <a:cubicBezTo>
                  <a:pt x="973385" y="11130"/>
                  <a:pt x="974160" y="11048"/>
                  <a:pt x="974962" y="11048"/>
                </a:cubicBezTo>
                <a:cubicBezTo>
                  <a:pt x="977697" y="11048"/>
                  <a:pt x="979812" y="11882"/>
                  <a:pt x="981307" y="13551"/>
                </a:cubicBezTo>
                <a:cubicBezTo>
                  <a:pt x="982802" y="15219"/>
                  <a:pt x="983550" y="17730"/>
                  <a:pt x="983550" y="21085"/>
                </a:cubicBezTo>
                <a:lnTo>
                  <a:pt x="983550" y="38997"/>
                </a:lnTo>
                <a:close/>
                <a:moveTo>
                  <a:pt x="1016763" y="23819"/>
                </a:moveTo>
                <a:cubicBezTo>
                  <a:pt x="1016763" y="24494"/>
                  <a:pt x="1016754" y="25059"/>
                  <a:pt x="1016736" y="25515"/>
                </a:cubicBezTo>
                <a:cubicBezTo>
                  <a:pt x="1016718" y="25971"/>
                  <a:pt x="1016690" y="26399"/>
                  <a:pt x="1016654" y="26800"/>
                </a:cubicBezTo>
                <a:lnTo>
                  <a:pt x="997374" y="26800"/>
                </a:lnTo>
                <a:cubicBezTo>
                  <a:pt x="997374" y="29608"/>
                  <a:pt x="998158" y="31764"/>
                  <a:pt x="999726" y="33268"/>
                </a:cubicBezTo>
                <a:cubicBezTo>
                  <a:pt x="1001294" y="34772"/>
                  <a:pt x="1003555" y="35524"/>
                  <a:pt x="1006508" y="35524"/>
                </a:cubicBezTo>
                <a:cubicBezTo>
                  <a:pt x="1007310" y="35524"/>
                  <a:pt x="1008112" y="35492"/>
                  <a:pt x="1008915" y="35427"/>
                </a:cubicBezTo>
                <a:cubicBezTo>
                  <a:pt x="1009717" y="35361"/>
                  <a:pt x="1010492" y="35273"/>
                  <a:pt x="1011239" y="35161"/>
                </a:cubicBezTo>
                <a:cubicBezTo>
                  <a:pt x="1011987" y="35049"/>
                  <a:pt x="1012702" y="34923"/>
                  <a:pt x="1013386" y="34783"/>
                </a:cubicBezTo>
                <a:cubicBezTo>
                  <a:pt x="1014070" y="34643"/>
                  <a:pt x="1014703" y="34489"/>
                  <a:pt x="1015287" y="34321"/>
                </a:cubicBezTo>
                <a:lnTo>
                  <a:pt x="1015287" y="38231"/>
                </a:lnTo>
                <a:cubicBezTo>
                  <a:pt x="1013992" y="38604"/>
                  <a:pt x="1012529" y="38907"/>
                  <a:pt x="1010897" y="39140"/>
                </a:cubicBezTo>
                <a:cubicBezTo>
                  <a:pt x="1009266" y="39373"/>
                  <a:pt x="1007575" y="39489"/>
                  <a:pt x="1005824" y="39489"/>
                </a:cubicBezTo>
                <a:cubicBezTo>
                  <a:pt x="1003473" y="39489"/>
                  <a:pt x="1001449" y="39170"/>
                  <a:pt x="999753" y="38532"/>
                </a:cubicBezTo>
                <a:cubicBezTo>
                  <a:pt x="998058" y="37894"/>
                  <a:pt x="996668" y="36969"/>
                  <a:pt x="995583" y="35757"/>
                </a:cubicBezTo>
                <a:cubicBezTo>
                  <a:pt x="994498" y="34544"/>
                  <a:pt x="993696" y="33058"/>
                  <a:pt x="993176" y="31299"/>
                </a:cubicBezTo>
                <a:cubicBezTo>
                  <a:pt x="992657" y="29540"/>
                  <a:pt x="992397" y="27548"/>
                  <a:pt x="992397" y="25324"/>
                </a:cubicBezTo>
                <a:cubicBezTo>
                  <a:pt x="992397" y="23391"/>
                  <a:pt x="992675" y="21563"/>
                  <a:pt x="993231" y="19840"/>
                </a:cubicBezTo>
                <a:cubicBezTo>
                  <a:pt x="993787" y="18118"/>
                  <a:pt x="994598" y="16604"/>
                  <a:pt x="995665" y="15301"/>
                </a:cubicBezTo>
                <a:cubicBezTo>
                  <a:pt x="996731" y="13997"/>
                  <a:pt x="998040" y="12963"/>
                  <a:pt x="999589" y="12197"/>
                </a:cubicBezTo>
                <a:cubicBezTo>
                  <a:pt x="1001139" y="11431"/>
                  <a:pt x="1002898" y="11048"/>
                  <a:pt x="1004867" y="11048"/>
                </a:cubicBezTo>
                <a:cubicBezTo>
                  <a:pt x="1006782" y="11048"/>
                  <a:pt x="1008477" y="11349"/>
                  <a:pt x="1009954" y="11951"/>
                </a:cubicBezTo>
                <a:cubicBezTo>
                  <a:pt x="1011431" y="12552"/>
                  <a:pt x="1012675" y="13405"/>
                  <a:pt x="1013687" y="14508"/>
                </a:cubicBezTo>
                <a:cubicBezTo>
                  <a:pt x="1014699" y="15611"/>
                  <a:pt x="1015464" y="16951"/>
                  <a:pt x="1015984" y="18528"/>
                </a:cubicBezTo>
                <a:cubicBezTo>
                  <a:pt x="1016504" y="20105"/>
                  <a:pt x="1016763" y="21869"/>
                  <a:pt x="1016763" y="23819"/>
                </a:cubicBezTo>
                <a:moveTo>
                  <a:pt x="1011813" y="23136"/>
                </a:moveTo>
                <a:cubicBezTo>
                  <a:pt x="1011868" y="21914"/>
                  <a:pt x="1011750" y="20798"/>
                  <a:pt x="1011458" y="19786"/>
                </a:cubicBezTo>
                <a:cubicBezTo>
                  <a:pt x="1011166" y="18774"/>
                  <a:pt x="1010715" y="17903"/>
                  <a:pt x="1010104" y="17174"/>
                </a:cubicBezTo>
                <a:cubicBezTo>
                  <a:pt x="1009494" y="16445"/>
                  <a:pt x="1008732" y="15875"/>
                  <a:pt x="1007821" y="15465"/>
                </a:cubicBezTo>
                <a:cubicBezTo>
                  <a:pt x="1006909" y="15055"/>
                  <a:pt x="1005852" y="14850"/>
                  <a:pt x="1004649" y="14850"/>
                </a:cubicBezTo>
                <a:cubicBezTo>
                  <a:pt x="1003609" y="14850"/>
                  <a:pt x="1002661" y="15050"/>
                  <a:pt x="1001804" y="15451"/>
                </a:cubicBezTo>
                <a:cubicBezTo>
                  <a:pt x="1000948" y="15852"/>
                  <a:pt x="1000209" y="16417"/>
                  <a:pt x="999589" y="17147"/>
                </a:cubicBezTo>
                <a:cubicBezTo>
                  <a:pt x="998969" y="17876"/>
                  <a:pt x="998468" y="18751"/>
                  <a:pt x="998085" y="19772"/>
                </a:cubicBezTo>
                <a:cubicBezTo>
                  <a:pt x="997702" y="20793"/>
                  <a:pt x="997465" y="21914"/>
                  <a:pt x="997374" y="23136"/>
                </a:cubicBezTo>
                <a:lnTo>
                  <a:pt x="1011813" y="23136"/>
                </a:lnTo>
                <a:close/>
                <a:moveTo>
                  <a:pt x="1046781" y="38587"/>
                </a:moveTo>
                <a:cubicBezTo>
                  <a:pt x="1045705" y="38870"/>
                  <a:pt x="1044593" y="39073"/>
                  <a:pt x="1043445" y="39195"/>
                </a:cubicBezTo>
                <a:cubicBezTo>
                  <a:pt x="1042296" y="39319"/>
                  <a:pt x="1041129" y="39380"/>
                  <a:pt x="1039944" y="39380"/>
                </a:cubicBezTo>
                <a:cubicBezTo>
                  <a:pt x="1036498" y="39380"/>
                  <a:pt x="1033928" y="38601"/>
                  <a:pt x="1032232" y="37042"/>
                </a:cubicBezTo>
                <a:cubicBezTo>
                  <a:pt x="1030537" y="35483"/>
                  <a:pt x="1029689" y="33090"/>
                  <a:pt x="1029689" y="29863"/>
                </a:cubicBezTo>
                <a:lnTo>
                  <a:pt x="1029689" y="15533"/>
                </a:lnTo>
                <a:lnTo>
                  <a:pt x="1022004" y="15533"/>
                </a:lnTo>
                <a:lnTo>
                  <a:pt x="1022004" y="11541"/>
                </a:lnTo>
                <a:lnTo>
                  <a:pt x="1029689" y="11541"/>
                </a:lnTo>
                <a:lnTo>
                  <a:pt x="1029689" y="3969"/>
                </a:lnTo>
                <a:lnTo>
                  <a:pt x="1034447" y="2735"/>
                </a:lnTo>
                <a:lnTo>
                  <a:pt x="1034447" y="11541"/>
                </a:lnTo>
                <a:lnTo>
                  <a:pt x="1046781" y="11541"/>
                </a:lnTo>
                <a:lnTo>
                  <a:pt x="1046781" y="15533"/>
                </a:lnTo>
                <a:lnTo>
                  <a:pt x="1034447" y="15533"/>
                </a:lnTo>
                <a:lnTo>
                  <a:pt x="1034447" y="29480"/>
                </a:lnTo>
                <a:cubicBezTo>
                  <a:pt x="1034447" y="31449"/>
                  <a:pt x="1034972" y="32922"/>
                  <a:pt x="1036020" y="33897"/>
                </a:cubicBezTo>
                <a:cubicBezTo>
                  <a:pt x="1037068" y="34872"/>
                  <a:pt x="1038613" y="35360"/>
                  <a:pt x="1040655" y="35360"/>
                </a:cubicBezTo>
                <a:cubicBezTo>
                  <a:pt x="1041530" y="35360"/>
                  <a:pt x="1042487" y="35290"/>
                  <a:pt x="1043527" y="35149"/>
                </a:cubicBezTo>
                <a:cubicBezTo>
                  <a:pt x="1044566" y="35008"/>
                  <a:pt x="1045651" y="34786"/>
                  <a:pt x="1046781" y="34485"/>
                </a:cubicBezTo>
                <a:lnTo>
                  <a:pt x="1046781" y="38587"/>
                </a:lnTo>
                <a:close/>
                <a:moveTo>
                  <a:pt x="1078819" y="38997"/>
                </a:moveTo>
                <a:lnTo>
                  <a:pt x="1074060" y="38997"/>
                </a:lnTo>
                <a:lnTo>
                  <a:pt x="1074060" y="21468"/>
                </a:lnTo>
                <a:cubicBezTo>
                  <a:pt x="1074060" y="19353"/>
                  <a:pt x="1073664" y="17771"/>
                  <a:pt x="1072871" y="16723"/>
                </a:cubicBezTo>
                <a:cubicBezTo>
                  <a:pt x="1072077" y="15675"/>
                  <a:pt x="1070943" y="15150"/>
                  <a:pt x="1069466" y="15150"/>
                </a:cubicBezTo>
                <a:cubicBezTo>
                  <a:pt x="1068828" y="15150"/>
                  <a:pt x="1068231" y="15237"/>
                  <a:pt x="1067675" y="15410"/>
                </a:cubicBezTo>
                <a:cubicBezTo>
                  <a:pt x="1067119" y="15583"/>
                  <a:pt x="1066540" y="15884"/>
                  <a:pt x="1065938" y="16313"/>
                </a:cubicBezTo>
                <a:cubicBezTo>
                  <a:pt x="1065336" y="16741"/>
                  <a:pt x="1064680" y="17320"/>
                  <a:pt x="1063969" y="18049"/>
                </a:cubicBezTo>
                <a:cubicBezTo>
                  <a:pt x="1063258" y="18778"/>
                  <a:pt x="1062438" y="19690"/>
                  <a:pt x="1061508" y="20784"/>
                </a:cubicBezTo>
                <a:lnTo>
                  <a:pt x="1061508" y="38997"/>
                </a:lnTo>
                <a:lnTo>
                  <a:pt x="1056749" y="38997"/>
                </a:lnTo>
                <a:lnTo>
                  <a:pt x="1056749" y="328"/>
                </a:lnTo>
                <a:lnTo>
                  <a:pt x="1061508" y="328"/>
                </a:lnTo>
                <a:lnTo>
                  <a:pt x="1061508" y="11533"/>
                </a:lnTo>
                <a:lnTo>
                  <a:pt x="1061344" y="15861"/>
                </a:lnTo>
                <a:cubicBezTo>
                  <a:pt x="1062091" y="14968"/>
                  <a:pt x="1062825" y="14216"/>
                  <a:pt x="1063545" y="13605"/>
                </a:cubicBezTo>
                <a:cubicBezTo>
                  <a:pt x="1064265" y="12995"/>
                  <a:pt x="1064985" y="12498"/>
                  <a:pt x="1065706" y="12115"/>
                </a:cubicBezTo>
                <a:cubicBezTo>
                  <a:pt x="1066426" y="11732"/>
                  <a:pt x="1067160" y="11458"/>
                  <a:pt x="1067907" y="11294"/>
                </a:cubicBezTo>
                <a:cubicBezTo>
                  <a:pt x="1068655" y="11130"/>
                  <a:pt x="1069429" y="11048"/>
                  <a:pt x="1070232" y="11048"/>
                </a:cubicBezTo>
                <a:cubicBezTo>
                  <a:pt x="1072966" y="11048"/>
                  <a:pt x="1075081" y="11882"/>
                  <a:pt x="1076576" y="13551"/>
                </a:cubicBezTo>
                <a:cubicBezTo>
                  <a:pt x="1078071" y="15219"/>
                  <a:pt x="1078819" y="17730"/>
                  <a:pt x="1078819" y="21085"/>
                </a:cubicBezTo>
                <a:lnTo>
                  <a:pt x="1078819" y="38997"/>
                </a:lnTo>
                <a:close/>
                <a:moveTo>
                  <a:pt x="1111024" y="23819"/>
                </a:moveTo>
                <a:cubicBezTo>
                  <a:pt x="1111024" y="24494"/>
                  <a:pt x="1111015" y="25059"/>
                  <a:pt x="1110997" y="25515"/>
                </a:cubicBezTo>
                <a:cubicBezTo>
                  <a:pt x="1110979" y="25971"/>
                  <a:pt x="1110951" y="26399"/>
                  <a:pt x="1110915" y="26800"/>
                </a:cubicBezTo>
                <a:lnTo>
                  <a:pt x="1091635" y="26800"/>
                </a:lnTo>
                <a:cubicBezTo>
                  <a:pt x="1091635" y="29608"/>
                  <a:pt x="1092419" y="31764"/>
                  <a:pt x="1093987" y="33268"/>
                </a:cubicBezTo>
                <a:cubicBezTo>
                  <a:pt x="1095555" y="34772"/>
                  <a:pt x="1097816" y="35524"/>
                  <a:pt x="1100769" y="35524"/>
                </a:cubicBezTo>
                <a:cubicBezTo>
                  <a:pt x="1101571" y="35524"/>
                  <a:pt x="1102373" y="35492"/>
                  <a:pt x="1103176" y="35427"/>
                </a:cubicBezTo>
                <a:cubicBezTo>
                  <a:pt x="1103978" y="35361"/>
                  <a:pt x="1104753" y="35273"/>
                  <a:pt x="1105500" y="35161"/>
                </a:cubicBezTo>
                <a:cubicBezTo>
                  <a:pt x="1106248" y="35049"/>
                  <a:pt x="1106963" y="34923"/>
                  <a:pt x="1107647" y="34783"/>
                </a:cubicBezTo>
                <a:cubicBezTo>
                  <a:pt x="1108331" y="34643"/>
                  <a:pt x="1108964" y="34489"/>
                  <a:pt x="1109548" y="34321"/>
                </a:cubicBezTo>
                <a:lnTo>
                  <a:pt x="1109548" y="38231"/>
                </a:lnTo>
                <a:cubicBezTo>
                  <a:pt x="1108253" y="38604"/>
                  <a:pt x="1106790" y="38907"/>
                  <a:pt x="1105158" y="39140"/>
                </a:cubicBezTo>
                <a:cubicBezTo>
                  <a:pt x="1103527" y="39373"/>
                  <a:pt x="1101836" y="39489"/>
                  <a:pt x="1100085" y="39489"/>
                </a:cubicBezTo>
                <a:cubicBezTo>
                  <a:pt x="1097733" y="39489"/>
                  <a:pt x="1095710" y="39170"/>
                  <a:pt x="1094014" y="38532"/>
                </a:cubicBezTo>
                <a:cubicBezTo>
                  <a:pt x="1092319" y="37894"/>
                  <a:pt x="1090929" y="36969"/>
                  <a:pt x="1089844" y="35757"/>
                </a:cubicBezTo>
                <a:cubicBezTo>
                  <a:pt x="1088759" y="34544"/>
                  <a:pt x="1087957" y="33058"/>
                  <a:pt x="1087437" y="31299"/>
                </a:cubicBezTo>
                <a:cubicBezTo>
                  <a:pt x="1086918" y="29540"/>
                  <a:pt x="1086658" y="27548"/>
                  <a:pt x="1086658" y="25324"/>
                </a:cubicBezTo>
                <a:cubicBezTo>
                  <a:pt x="1086658" y="23391"/>
                  <a:pt x="1086936" y="21563"/>
                  <a:pt x="1087492" y="19840"/>
                </a:cubicBezTo>
                <a:cubicBezTo>
                  <a:pt x="1088048" y="18118"/>
                  <a:pt x="1088859" y="16604"/>
                  <a:pt x="1089926" y="15301"/>
                </a:cubicBezTo>
                <a:cubicBezTo>
                  <a:pt x="1090992" y="13997"/>
                  <a:pt x="1092301" y="12963"/>
                  <a:pt x="1093850" y="12197"/>
                </a:cubicBezTo>
                <a:cubicBezTo>
                  <a:pt x="1095400" y="11431"/>
                  <a:pt x="1097159" y="11048"/>
                  <a:pt x="1099128" y="11048"/>
                </a:cubicBezTo>
                <a:cubicBezTo>
                  <a:pt x="1101043" y="11048"/>
                  <a:pt x="1102738" y="11349"/>
                  <a:pt x="1104215" y="11951"/>
                </a:cubicBezTo>
                <a:cubicBezTo>
                  <a:pt x="1105692" y="12552"/>
                  <a:pt x="1106936" y="13405"/>
                  <a:pt x="1107948" y="14508"/>
                </a:cubicBezTo>
                <a:cubicBezTo>
                  <a:pt x="1108960" y="15611"/>
                  <a:pt x="1109725" y="16951"/>
                  <a:pt x="1110245" y="18528"/>
                </a:cubicBezTo>
                <a:cubicBezTo>
                  <a:pt x="1110764" y="20105"/>
                  <a:pt x="1111024" y="21869"/>
                  <a:pt x="1111024" y="23819"/>
                </a:cubicBezTo>
                <a:moveTo>
                  <a:pt x="1106074" y="23136"/>
                </a:moveTo>
                <a:cubicBezTo>
                  <a:pt x="1106129" y="21914"/>
                  <a:pt x="1106011" y="20798"/>
                  <a:pt x="1105719" y="19786"/>
                </a:cubicBezTo>
                <a:cubicBezTo>
                  <a:pt x="1105427" y="18774"/>
                  <a:pt x="1104976" y="17903"/>
                  <a:pt x="1104365" y="17174"/>
                </a:cubicBezTo>
                <a:cubicBezTo>
                  <a:pt x="1103754" y="16445"/>
                  <a:pt x="1102993" y="15875"/>
                  <a:pt x="1102082" y="15465"/>
                </a:cubicBezTo>
                <a:cubicBezTo>
                  <a:pt x="1101170" y="15055"/>
                  <a:pt x="1100113" y="14850"/>
                  <a:pt x="1098909" y="14850"/>
                </a:cubicBezTo>
                <a:cubicBezTo>
                  <a:pt x="1097870" y="14850"/>
                  <a:pt x="1096922" y="15050"/>
                  <a:pt x="1096065" y="15451"/>
                </a:cubicBezTo>
                <a:cubicBezTo>
                  <a:pt x="1095208" y="15852"/>
                  <a:pt x="1094470" y="16417"/>
                  <a:pt x="1093850" y="17147"/>
                </a:cubicBezTo>
                <a:cubicBezTo>
                  <a:pt x="1093230" y="17876"/>
                  <a:pt x="1092729" y="18751"/>
                  <a:pt x="1092346" y="19772"/>
                </a:cubicBezTo>
                <a:cubicBezTo>
                  <a:pt x="1091963" y="20793"/>
                  <a:pt x="1091726" y="21914"/>
                  <a:pt x="1091635" y="23136"/>
                </a:cubicBezTo>
                <a:lnTo>
                  <a:pt x="1106074" y="23136"/>
                </a:lnTo>
                <a:close/>
                <a:moveTo>
                  <a:pt x="1120039" y="11541"/>
                </a:moveTo>
                <a:lnTo>
                  <a:pt x="1124387" y="11541"/>
                </a:lnTo>
                <a:lnTo>
                  <a:pt x="1124524" y="16587"/>
                </a:lnTo>
                <a:cubicBezTo>
                  <a:pt x="1126147" y="14641"/>
                  <a:pt x="1127747" y="13231"/>
                  <a:pt x="1129324" y="12358"/>
                </a:cubicBezTo>
                <a:cubicBezTo>
                  <a:pt x="1130901" y="11485"/>
                  <a:pt x="1132491" y="11048"/>
                  <a:pt x="1134096" y="11048"/>
                </a:cubicBezTo>
                <a:cubicBezTo>
                  <a:pt x="1136940" y="11048"/>
                  <a:pt x="1139096" y="11967"/>
                  <a:pt x="1140563" y="13804"/>
                </a:cubicBezTo>
                <a:cubicBezTo>
                  <a:pt x="1142031" y="15640"/>
                  <a:pt x="1142710" y="18368"/>
                  <a:pt x="1142601" y="21987"/>
                </a:cubicBezTo>
                <a:lnTo>
                  <a:pt x="1137788" y="21987"/>
                </a:lnTo>
                <a:cubicBezTo>
                  <a:pt x="1137842" y="19590"/>
                  <a:pt x="1137491" y="17852"/>
                  <a:pt x="1136735" y="16772"/>
                </a:cubicBezTo>
                <a:cubicBezTo>
                  <a:pt x="1135978" y="15691"/>
                  <a:pt x="1134871" y="15150"/>
                  <a:pt x="1133412" y="15150"/>
                </a:cubicBezTo>
                <a:cubicBezTo>
                  <a:pt x="1132774" y="15150"/>
                  <a:pt x="1132131" y="15264"/>
                  <a:pt x="1131484" y="15491"/>
                </a:cubicBezTo>
                <a:cubicBezTo>
                  <a:pt x="1130837" y="15718"/>
                  <a:pt x="1130171" y="16081"/>
                  <a:pt x="1129488" y="16580"/>
                </a:cubicBezTo>
                <a:cubicBezTo>
                  <a:pt x="1128804" y="17079"/>
                  <a:pt x="1128079" y="17719"/>
                  <a:pt x="1127314" y="18500"/>
                </a:cubicBezTo>
                <a:cubicBezTo>
                  <a:pt x="1126548" y="19281"/>
                  <a:pt x="1125727" y="20225"/>
                  <a:pt x="1124852" y="21333"/>
                </a:cubicBezTo>
                <a:lnTo>
                  <a:pt x="1124852" y="38997"/>
                </a:lnTo>
                <a:lnTo>
                  <a:pt x="1120039" y="38997"/>
                </a:lnTo>
                <a:lnTo>
                  <a:pt x="1120039" y="115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Text thecurrentpatchresolvedtheissue.">
            <a:extLst xmlns:a="http://schemas.openxmlformats.org/drawingml/2006/main">
              <a:ext uri="{FF2B5EF4-FFF2-40B4-BE49-F238E27FC236}">
                <a16:creationId xmlns:a16="http://schemas.microsoft.com/office/drawing/2014/main" id="{207A19E6-A90D-4803-8548-76AA76F1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660" y="9717573"/>
            <a:ext cx="1168216" cy="50210"/>
          </a:xfrm>
          <a:custGeom xmlns:a="http://schemas.openxmlformats.org/drawingml/2006/main">
            <a:pathLst>
              <a:path w="1168216" h="50210">
                <a:moveTo>
                  <a:pt x="24777" y="38587"/>
                </a:moveTo>
                <a:cubicBezTo>
                  <a:pt x="23701" y="38870"/>
                  <a:pt x="22589" y="39073"/>
                  <a:pt x="21440" y="39195"/>
                </a:cubicBezTo>
                <a:cubicBezTo>
                  <a:pt x="20292" y="39319"/>
                  <a:pt x="19125" y="39380"/>
                  <a:pt x="17940" y="39380"/>
                </a:cubicBezTo>
                <a:cubicBezTo>
                  <a:pt x="14494" y="39380"/>
                  <a:pt x="11923" y="38601"/>
                  <a:pt x="10228" y="37042"/>
                </a:cubicBezTo>
                <a:cubicBezTo>
                  <a:pt x="8532" y="35483"/>
                  <a:pt x="7685" y="33090"/>
                  <a:pt x="7685" y="29863"/>
                </a:cubicBezTo>
                <a:lnTo>
                  <a:pt x="7685" y="15533"/>
                </a:lnTo>
                <a:lnTo>
                  <a:pt x="0" y="15533"/>
                </a:lnTo>
                <a:lnTo>
                  <a:pt x="0" y="11541"/>
                </a:lnTo>
                <a:lnTo>
                  <a:pt x="7685" y="11541"/>
                </a:lnTo>
                <a:lnTo>
                  <a:pt x="7685" y="3969"/>
                </a:lnTo>
                <a:lnTo>
                  <a:pt x="12443" y="2735"/>
                </a:lnTo>
                <a:lnTo>
                  <a:pt x="12443" y="11541"/>
                </a:lnTo>
                <a:lnTo>
                  <a:pt x="24777" y="11541"/>
                </a:lnTo>
                <a:lnTo>
                  <a:pt x="24777" y="15533"/>
                </a:lnTo>
                <a:lnTo>
                  <a:pt x="12443" y="15533"/>
                </a:lnTo>
                <a:lnTo>
                  <a:pt x="12443" y="29480"/>
                </a:lnTo>
                <a:cubicBezTo>
                  <a:pt x="12443" y="31449"/>
                  <a:pt x="12967" y="32922"/>
                  <a:pt x="14015" y="33897"/>
                </a:cubicBezTo>
                <a:cubicBezTo>
                  <a:pt x="15064" y="34872"/>
                  <a:pt x="16609" y="35360"/>
                  <a:pt x="18651" y="35360"/>
                </a:cubicBezTo>
                <a:cubicBezTo>
                  <a:pt x="19526" y="35360"/>
                  <a:pt x="20483" y="35290"/>
                  <a:pt x="21522" y="35149"/>
                </a:cubicBezTo>
                <a:cubicBezTo>
                  <a:pt x="22561" y="35008"/>
                  <a:pt x="23646" y="34786"/>
                  <a:pt x="24777" y="34485"/>
                </a:cubicBezTo>
                <a:lnTo>
                  <a:pt x="24777" y="38587"/>
                </a:lnTo>
                <a:close/>
                <a:moveTo>
                  <a:pt x="55837" y="38997"/>
                </a:moveTo>
                <a:lnTo>
                  <a:pt x="51079" y="38997"/>
                </a:lnTo>
                <a:lnTo>
                  <a:pt x="51079" y="21468"/>
                </a:lnTo>
                <a:cubicBezTo>
                  <a:pt x="51079" y="19353"/>
                  <a:pt x="50682" y="17771"/>
                  <a:pt x="49889" y="16723"/>
                </a:cubicBezTo>
                <a:cubicBezTo>
                  <a:pt x="49096" y="15675"/>
                  <a:pt x="47961" y="15150"/>
                  <a:pt x="46484" y="15150"/>
                </a:cubicBezTo>
                <a:cubicBezTo>
                  <a:pt x="45846" y="15150"/>
                  <a:pt x="45249" y="15237"/>
                  <a:pt x="44693" y="15410"/>
                </a:cubicBezTo>
                <a:cubicBezTo>
                  <a:pt x="44137" y="15583"/>
                  <a:pt x="43558" y="15884"/>
                  <a:pt x="42956" y="16313"/>
                </a:cubicBezTo>
                <a:cubicBezTo>
                  <a:pt x="42355" y="16741"/>
                  <a:pt x="41698" y="17320"/>
                  <a:pt x="40987" y="18049"/>
                </a:cubicBezTo>
                <a:cubicBezTo>
                  <a:pt x="40276" y="18778"/>
                  <a:pt x="39456" y="19690"/>
                  <a:pt x="38526" y="20784"/>
                </a:cubicBezTo>
                <a:lnTo>
                  <a:pt x="38526" y="38997"/>
                </a:lnTo>
                <a:lnTo>
                  <a:pt x="33768" y="38997"/>
                </a:lnTo>
                <a:lnTo>
                  <a:pt x="33768" y="328"/>
                </a:lnTo>
                <a:lnTo>
                  <a:pt x="38526" y="328"/>
                </a:lnTo>
                <a:lnTo>
                  <a:pt x="38526" y="11533"/>
                </a:lnTo>
                <a:lnTo>
                  <a:pt x="38362" y="15861"/>
                </a:lnTo>
                <a:cubicBezTo>
                  <a:pt x="39110" y="14968"/>
                  <a:pt x="39843" y="14216"/>
                  <a:pt x="40564" y="13605"/>
                </a:cubicBezTo>
                <a:cubicBezTo>
                  <a:pt x="41284" y="12995"/>
                  <a:pt x="42004" y="12498"/>
                  <a:pt x="42724" y="12115"/>
                </a:cubicBezTo>
                <a:cubicBezTo>
                  <a:pt x="43444" y="11732"/>
                  <a:pt x="44178" y="11458"/>
                  <a:pt x="44925" y="11294"/>
                </a:cubicBezTo>
                <a:cubicBezTo>
                  <a:pt x="45673" y="11130"/>
                  <a:pt x="46448" y="11048"/>
                  <a:pt x="47250" y="11048"/>
                </a:cubicBezTo>
                <a:cubicBezTo>
                  <a:pt x="49985" y="11048"/>
                  <a:pt x="52099" y="11882"/>
                  <a:pt x="53594" y="13551"/>
                </a:cubicBezTo>
                <a:cubicBezTo>
                  <a:pt x="55089" y="15219"/>
                  <a:pt x="55837" y="17730"/>
                  <a:pt x="55837" y="21085"/>
                </a:cubicBezTo>
                <a:lnTo>
                  <a:pt x="55837" y="38997"/>
                </a:lnTo>
                <a:close/>
                <a:moveTo>
                  <a:pt x="88073" y="23819"/>
                </a:moveTo>
                <a:cubicBezTo>
                  <a:pt x="88073" y="24494"/>
                  <a:pt x="88064" y="25059"/>
                  <a:pt x="88046" y="25515"/>
                </a:cubicBezTo>
                <a:cubicBezTo>
                  <a:pt x="88028" y="25971"/>
                  <a:pt x="88000" y="26399"/>
                  <a:pt x="87964" y="26800"/>
                </a:cubicBezTo>
                <a:lnTo>
                  <a:pt x="68684" y="26800"/>
                </a:lnTo>
                <a:cubicBezTo>
                  <a:pt x="68684" y="29608"/>
                  <a:pt x="69468" y="31764"/>
                  <a:pt x="71036" y="33268"/>
                </a:cubicBezTo>
                <a:cubicBezTo>
                  <a:pt x="72604" y="34772"/>
                  <a:pt x="74864" y="35524"/>
                  <a:pt x="77818" y="35524"/>
                </a:cubicBezTo>
                <a:cubicBezTo>
                  <a:pt x="78620" y="35524"/>
                  <a:pt x="79422" y="35492"/>
                  <a:pt x="80225" y="35427"/>
                </a:cubicBezTo>
                <a:cubicBezTo>
                  <a:pt x="81027" y="35361"/>
                  <a:pt x="81802" y="35273"/>
                  <a:pt x="82549" y="35161"/>
                </a:cubicBezTo>
                <a:cubicBezTo>
                  <a:pt x="83297" y="35049"/>
                  <a:pt x="84012" y="34923"/>
                  <a:pt x="84696" y="34783"/>
                </a:cubicBezTo>
                <a:cubicBezTo>
                  <a:pt x="85380" y="34643"/>
                  <a:pt x="86013" y="34489"/>
                  <a:pt x="86596" y="34321"/>
                </a:cubicBezTo>
                <a:lnTo>
                  <a:pt x="86596" y="38231"/>
                </a:lnTo>
                <a:cubicBezTo>
                  <a:pt x="85302" y="38604"/>
                  <a:pt x="83839" y="38907"/>
                  <a:pt x="82207" y="39140"/>
                </a:cubicBezTo>
                <a:cubicBezTo>
                  <a:pt x="80576" y="39373"/>
                  <a:pt x="78885" y="39489"/>
                  <a:pt x="77134" y="39489"/>
                </a:cubicBezTo>
                <a:cubicBezTo>
                  <a:pt x="74782" y="39489"/>
                  <a:pt x="72759" y="39170"/>
                  <a:pt x="71063" y="38532"/>
                </a:cubicBezTo>
                <a:cubicBezTo>
                  <a:pt x="69368" y="37894"/>
                  <a:pt x="67978" y="36969"/>
                  <a:pt x="66893" y="35757"/>
                </a:cubicBezTo>
                <a:cubicBezTo>
                  <a:pt x="65808" y="34544"/>
                  <a:pt x="65006" y="33058"/>
                  <a:pt x="64486" y="31299"/>
                </a:cubicBezTo>
                <a:cubicBezTo>
                  <a:pt x="63967" y="29540"/>
                  <a:pt x="63707" y="27548"/>
                  <a:pt x="63707" y="25324"/>
                </a:cubicBezTo>
                <a:cubicBezTo>
                  <a:pt x="63707" y="23391"/>
                  <a:pt x="63985" y="21563"/>
                  <a:pt x="64541" y="19840"/>
                </a:cubicBezTo>
                <a:cubicBezTo>
                  <a:pt x="65097" y="18118"/>
                  <a:pt x="65908" y="16604"/>
                  <a:pt x="66975" y="15301"/>
                </a:cubicBezTo>
                <a:cubicBezTo>
                  <a:pt x="68041" y="13997"/>
                  <a:pt x="69349" y="12963"/>
                  <a:pt x="70899" y="12197"/>
                </a:cubicBezTo>
                <a:cubicBezTo>
                  <a:pt x="72449" y="11431"/>
                  <a:pt x="74208" y="11048"/>
                  <a:pt x="76177" y="11048"/>
                </a:cubicBezTo>
                <a:cubicBezTo>
                  <a:pt x="78091" y="11048"/>
                  <a:pt x="79787" y="11349"/>
                  <a:pt x="81264" y="11951"/>
                </a:cubicBezTo>
                <a:cubicBezTo>
                  <a:pt x="82740" y="12552"/>
                  <a:pt x="83985" y="13405"/>
                  <a:pt x="84997" y="14508"/>
                </a:cubicBezTo>
                <a:cubicBezTo>
                  <a:pt x="86008" y="15611"/>
                  <a:pt x="86774" y="16951"/>
                  <a:pt x="87294" y="18528"/>
                </a:cubicBezTo>
                <a:cubicBezTo>
                  <a:pt x="87813" y="20105"/>
                  <a:pt x="88073" y="21869"/>
                  <a:pt x="88073" y="23819"/>
                </a:cubicBezTo>
                <a:moveTo>
                  <a:pt x="83123" y="23136"/>
                </a:moveTo>
                <a:cubicBezTo>
                  <a:pt x="83178" y="21914"/>
                  <a:pt x="83060" y="20798"/>
                  <a:pt x="82768" y="19786"/>
                </a:cubicBezTo>
                <a:cubicBezTo>
                  <a:pt x="82476" y="18774"/>
                  <a:pt x="82025" y="17903"/>
                  <a:pt x="81414" y="17174"/>
                </a:cubicBezTo>
                <a:cubicBezTo>
                  <a:pt x="80803" y="16445"/>
                  <a:pt x="80042" y="15875"/>
                  <a:pt x="79131" y="15465"/>
                </a:cubicBezTo>
                <a:cubicBezTo>
                  <a:pt x="78219" y="15055"/>
                  <a:pt x="77162" y="14850"/>
                  <a:pt x="75958" y="14850"/>
                </a:cubicBezTo>
                <a:cubicBezTo>
                  <a:pt x="74919" y="14850"/>
                  <a:pt x="73971" y="15050"/>
                  <a:pt x="73114" y="15451"/>
                </a:cubicBezTo>
                <a:cubicBezTo>
                  <a:pt x="72257" y="15852"/>
                  <a:pt x="71519" y="16417"/>
                  <a:pt x="70899" y="17147"/>
                </a:cubicBezTo>
                <a:cubicBezTo>
                  <a:pt x="70279" y="17876"/>
                  <a:pt x="69778" y="18751"/>
                  <a:pt x="69395" y="19772"/>
                </a:cubicBezTo>
                <a:cubicBezTo>
                  <a:pt x="69012" y="20793"/>
                  <a:pt x="68775" y="21914"/>
                  <a:pt x="68684" y="23136"/>
                </a:cubicBezTo>
                <a:lnTo>
                  <a:pt x="83123" y="23136"/>
                </a:lnTo>
                <a:close/>
                <a:moveTo>
                  <a:pt x="152593" y="37985"/>
                </a:moveTo>
                <a:cubicBezTo>
                  <a:pt x="151353" y="38459"/>
                  <a:pt x="150082" y="38810"/>
                  <a:pt x="148778" y="39038"/>
                </a:cubicBezTo>
                <a:cubicBezTo>
                  <a:pt x="147475" y="39266"/>
                  <a:pt x="146130" y="39380"/>
                  <a:pt x="144744" y="39380"/>
                </a:cubicBezTo>
                <a:cubicBezTo>
                  <a:pt x="140405" y="39380"/>
                  <a:pt x="137064" y="38204"/>
                  <a:pt x="134722" y="35852"/>
                </a:cubicBezTo>
                <a:cubicBezTo>
                  <a:pt x="132379" y="33500"/>
                  <a:pt x="131207" y="30064"/>
                  <a:pt x="131207" y="25542"/>
                </a:cubicBezTo>
                <a:cubicBezTo>
                  <a:pt x="131207" y="23373"/>
                  <a:pt x="131545" y="21404"/>
                  <a:pt x="132219" y="19635"/>
                </a:cubicBezTo>
                <a:cubicBezTo>
                  <a:pt x="132894" y="17867"/>
                  <a:pt x="133842" y="16354"/>
                  <a:pt x="135063" y="15096"/>
                </a:cubicBezTo>
                <a:cubicBezTo>
                  <a:pt x="136285" y="13838"/>
                  <a:pt x="137743" y="12867"/>
                  <a:pt x="139439" y="12183"/>
                </a:cubicBezTo>
                <a:cubicBezTo>
                  <a:pt x="141135" y="11500"/>
                  <a:pt x="143003" y="11158"/>
                  <a:pt x="145045" y="11158"/>
                </a:cubicBezTo>
                <a:cubicBezTo>
                  <a:pt x="146467" y="11158"/>
                  <a:pt x="147798" y="11260"/>
                  <a:pt x="149038" y="11465"/>
                </a:cubicBezTo>
                <a:cubicBezTo>
                  <a:pt x="150278" y="11670"/>
                  <a:pt x="151463" y="12005"/>
                  <a:pt x="152593" y="12470"/>
                </a:cubicBezTo>
                <a:lnTo>
                  <a:pt x="152593" y="17010"/>
                </a:lnTo>
                <a:cubicBezTo>
                  <a:pt x="151408" y="16380"/>
                  <a:pt x="150200" y="15922"/>
                  <a:pt x="148970" y="15636"/>
                </a:cubicBezTo>
                <a:cubicBezTo>
                  <a:pt x="147739" y="15349"/>
                  <a:pt x="146467" y="15205"/>
                  <a:pt x="145155" y="15205"/>
                </a:cubicBezTo>
                <a:cubicBezTo>
                  <a:pt x="143933" y="15205"/>
                  <a:pt x="142780" y="15438"/>
                  <a:pt x="141695" y="15902"/>
                </a:cubicBezTo>
                <a:cubicBezTo>
                  <a:pt x="140610" y="16367"/>
                  <a:pt x="139658" y="17037"/>
                  <a:pt x="138837" y="17912"/>
                </a:cubicBezTo>
                <a:cubicBezTo>
                  <a:pt x="138017" y="18788"/>
                  <a:pt x="137370" y="19854"/>
                  <a:pt x="136896" y="21112"/>
                </a:cubicBezTo>
                <a:cubicBezTo>
                  <a:pt x="136422" y="22370"/>
                  <a:pt x="136185" y="23792"/>
                  <a:pt x="136185" y="25378"/>
                </a:cubicBezTo>
                <a:cubicBezTo>
                  <a:pt x="136185" y="28696"/>
                  <a:pt x="136991" y="31180"/>
                  <a:pt x="138605" y="32830"/>
                </a:cubicBezTo>
                <a:cubicBezTo>
                  <a:pt x="140218" y="34480"/>
                  <a:pt x="142456" y="35305"/>
                  <a:pt x="145319" y="35305"/>
                </a:cubicBezTo>
                <a:cubicBezTo>
                  <a:pt x="146613" y="35305"/>
                  <a:pt x="147867" y="35159"/>
                  <a:pt x="149079" y="34868"/>
                </a:cubicBezTo>
                <a:cubicBezTo>
                  <a:pt x="150291" y="34576"/>
                  <a:pt x="151463" y="34138"/>
                  <a:pt x="152593" y="33555"/>
                </a:cubicBezTo>
                <a:lnTo>
                  <a:pt x="152593" y="37985"/>
                </a:lnTo>
                <a:close/>
                <a:moveTo>
                  <a:pt x="185423" y="38997"/>
                </a:moveTo>
                <a:lnTo>
                  <a:pt x="181157" y="38997"/>
                </a:lnTo>
                <a:lnTo>
                  <a:pt x="180993" y="34567"/>
                </a:lnTo>
                <a:cubicBezTo>
                  <a:pt x="180173" y="35515"/>
                  <a:pt x="179393" y="36303"/>
                  <a:pt x="178655" y="36932"/>
                </a:cubicBezTo>
                <a:cubicBezTo>
                  <a:pt x="177917" y="37561"/>
                  <a:pt x="177183" y="38067"/>
                  <a:pt x="176454" y="38450"/>
                </a:cubicBezTo>
                <a:cubicBezTo>
                  <a:pt x="175724" y="38833"/>
                  <a:pt x="174990" y="39102"/>
                  <a:pt x="174252" y="39257"/>
                </a:cubicBezTo>
                <a:cubicBezTo>
                  <a:pt x="173514" y="39412"/>
                  <a:pt x="172734" y="39489"/>
                  <a:pt x="171914" y="39489"/>
                </a:cubicBezTo>
                <a:cubicBezTo>
                  <a:pt x="169088" y="39489"/>
                  <a:pt x="166955" y="38660"/>
                  <a:pt x="165515" y="37001"/>
                </a:cubicBezTo>
                <a:cubicBezTo>
                  <a:pt x="164074" y="35342"/>
                  <a:pt x="163354" y="32835"/>
                  <a:pt x="163354" y="29480"/>
                </a:cubicBezTo>
                <a:lnTo>
                  <a:pt x="163354" y="11541"/>
                </a:lnTo>
                <a:lnTo>
                  <a:pt x="168113" y="11541"/>
                </a:lnTo>
                <a:lnTo>
                  <a:pt x="168113" y="29097"/>
                </a:lnTo>
                <a:cubicBezTo>
                  <a:pt x="168113" y="33309"/>
                  <a:pt x="169699" y="35415"/>
                  <a:pt x="172871" y="35415"/>
                </a:cubicBezTo>
                <a:cubicBezTo>
                  <a:pt x="173454" y="35415"/>
                  <a:pt x="174024" y="35328"/>
                  <a:pt x="174580" y="35155"/>
                </a:cubicBezTo>
                <a:cubicBezTo>
                  <a:pt x="175136" y="34982"/>
                  <a:pt x="175720" y="34681"/>
                  <a:pt x="176330" y="34252"/>
                </a:cubicBezTo>
                <a:cubicBezTo>
                  <a:pt x="176941" y="33824"/>
                  <a:pt x="177598" y="33245"/>
                  <a:pt x="178299" y="32516"/>
                </a:cubicBezTo>
                <a:cubicBezTo>
                  <a:pt x="179001" y="31787"/>
                  <a:pt x="179790" y="30866"/>
                  <a:pt x="180665" y="29754"/>
                </a:cubicBezTo>
                <a:lnTo>
                  <a:pt x="180665" y="11541"/>
                </a:lnTo>
                <a:lnTo>
                  <a:pt x="185423" y="11541"/>
                </a:lnTo>
                <a:lnTo>
                  <a:pt x="185423" y="38997"/>
                </a:lnTo>
                <a:close/>
                <a:moveTo>
                  <a:pt x="195560" y="11541"/>
                </a:moveTo>
                <a:lnTo>
                  <a:pt x="199908" y="11541"/>
                </a:lnTo>
                <a:lnTo>
                  <a:pt x="200045" y="16587"/>
                </a:lnTo>
                <a:cubicBezTo>
                  <a:pt x="201667" y="14641"/>
                  <a:pt x="203267" y="13231"/>
                  <a:pt x="204844" y="12358"/>
                </a:cubicBezTo>
                <a:cubicBezTo>
                  <a:pt x="206421" y="11485"/>
                  <a:pt x="208012" y="11048"/>
                  <a:pt x="209616" y="11048"/>
                </a:cubicBezTo>
                <a:cubicBezTo>
                  <a:pt x="212460" y="11048"/>
                  <a:pt x="214616" y="11967"/>
                  <a:pt x="216084" y="13804"/>
                </a:cubicBezTo>
                <a:cubicBezTo>
                  <a:pt x="217552" y="15640"/>
                  <a:pt x="218231" y="18368"/>
                  <a:pt x="218121" y="21987"/>
                </a:cubicBezTo>
                <a:lnTo>
                  <a:pt x="213308" y="21987"/>
                </a:lnTo>
                <a:cubicBezTo>
                  <a:pt x="213363" y="19590"/>
                  <a:pt x="213012" y="17852"/>
                  <a:pt x="212255" y="16772"/>
                </a:cubicBezTo>
                <a:cubicBezTo>
                  <a:pt x="211499" y="15691"/>
                  <a:pt x="210391" y="15150"/>
                  <a:pt x="208933" y="15150"/>
                </a:cubicBezTo>
                <a:cubicBezTo>
                  <a:pt x="208295" y="15150"/>
                  <a:pt x="207652" y="15264"/>
                  <a:pt x="207005" y="15491"/>
                </a:cubicBezTo>
                <a:cubicBezTo>
                  <a:pt x="206357" y="15718"/>
                  <a:pt x="205692" y="16081"/>
                  <a:pt x="205008" y="16580"/>
                </a:cubicBezTo>
                <a:cubicBezTo>
                  <a:pt x="204325" y="17079"/>
                  <a:pt x="203600" y="17719"/>
                  <a:pt x="202834" y="18500"/>
                </a:cubicBezTo>
                <a:cubicBezTo>
                  <a:pt x="202069" y="19281"/>
                  <a:pt x="201248" y="20225"/>
                  <a:pt x="200373" y="21333"/>
                </a:cubicBezTo>
                <a:lnTo>
                  <a:pt x="200373" y="38997"/>
                </a:lnTo>
                <a:lnTo>
                  <a:pt x="195560" y="38997"/>
                </a:lnTo>
                <a:lnTo>
                  <a:pt x="195560" y="11541"/>
                </a:lnTo>
                <a:close/>
                <a:moveTo>
                  <a:pt x="226644" y="11541"/>
                </a:moveTo>
                <a:lnTo>
                  <a:pt x="230993" y="11541"/>
                </a:lnTo>
                <a:lnTo>
                  <a:pt x="231129" y="16587"/>
                </a:lnTo>
                <a:cubicBezTo>
                  <a:pt x="232752" y="14641"/>
                  <a:pt x="234352" y="13231"/>
                  <a:pt x="235929" y="12358"/>
                </a:cubicBezTo>
                <a:cubicBezTo>
                  <a:pt x="237506" y="11485"/>
                  <a:pt x="239096" y="11048"/>
                  <a:pt x="240701" y="11048"/>
                </a:cubicBezTo>
                <a:cubicBezTo>
                  <a:pt x="243545" y="11048"/>
                  <a:pt x="245701" y="11967"/>
                  <a:pt x="247168" y="13804"/>
                </a:cubicBezTo>
                <a:cubicBezTo>
                  <a:pt x="248636" y="15640"/>
                  <a:pt x="249315" y="18368"/>
                  <a:pt x="249206" y="21987"/>
                </a:cubicBezTo>
                <a:lnTo>
                  <a:pt x="244393" y="21987"/>
                </a:lnTo>
                <a:cubicBezTo>
                  <a:pt x="244447" y="19590"/>
                  <a:pt x="244096" y="17852"/>
                  <a:pt x="243340" y="16772"/>
                </a:cubicBezTo>
                <a:cubicBezTo>
                  <a:pt x="242583" y="15691"/>
                  <a:pt x="241476" y="15150"/>
                  <a:pt x="240017" y="15150"/>
                </a:cubicBezTo>
                <a:cubicBezTo>
                  <a:pt x="239379" y="15150"/>
                  <a:pt x="238736" y="15264"/>
                  <a:pt x="238089" y="15491"/>
                </a:cubicBezTo>
                <a:cubicBezTo>
                  <a:pt x="237442" y="15718"/>
                  <a:pt x="236777" y="16081"/>
                  <a:pt x="236093" y="16580"/>
                </a:cubicBezTo>
                <a:cubicBezTo>
                  <a:pt x="235409" y="17079"/>
                  <a:pt x="234684" y="17719"/>
                  <a:pt x="233919" y="18500"/>
                </a:cubicBezTo>
                <a:cubicBezTo>
                  <a:pt x="233153" y="19281"/>
                  <a:pt x="232333" y="20225"/>
                  <a:pt x="231457" y="21333"/>
                </a:cubicBezTo>
                <a:lnTo>
                  <a:pt x="231457" y="38997"/>
                </a:lnTo>
                <a:lnTo>
                  <a:pt x="226644" y="38997"/>
                </a:lnTo>
                <a:lnTo>
                  <a:pt x="226644" y="11541"/>
                </a:lnTo>
                <a:close/>
                <a:moveTo>
                  <a:pt x="279798" y="23819"/>
                </a:moveTo>
                <a:cubicBezTo>
                  <a:pt x="279798" y="24494"/>
                  <a:pt x="279789" y="25059"/>
                  <a:pt x="279770" y="25515"/>
                </a:cubicBezTo>
                <a:cubicBezTo>
                  <a:pt x="279752" y="25971"/>
                  <a:pt x="279725" y="26399"/>
                  <a:pt x="279688" y="26800"/>
                </a:cubicBezTo>
                <a:lnTo>
                  <a:pt x="260409" y="26800"/>
                </a:lnTo>
                <a:cubicBezTo>
                  <a:pt x="260409" y="29608"/>
                  <a:pt x="261193" y="31764"/>
                  <a:pt x="262760" y="33268"/>
                </a:cubicBezTo>
                <a:cubicBezTo>
                  <a:pt x="264328" y="34772"/>
                  <a:pt x="266589" y="35524"/>
                  <a:pt x="269543" y="35524"/>
                </a:cubicBezTo>
                <a:cubicBezTo>
                  <a:pt x="270345" y="35524"/>
                  <a:pt x="271147" y="35492"/>
                  <a:pt x="271949" y="35427"/>
                </a:cubicBezTo>
                <a:cubicBezTo>
                  <a:pt x="272751" y="35361"/>
                  <a:pt x="273526" y="35273"/>
                  <a:pt x="274274" y="35161"/>
                </a:cubicBezTo>
                <a:cubicBezTo>
                  <a:pt x="275021" y="35049"/>
                  <a:pt x="275737" y="34923"/>
                  <a:pt x="276420" y="34783"/>
                </a:cubicBezTo>
                <a:cubicBezTo>
                  <a:pt x="277104" y="34643"/>
                  <a:pt x="277738" y="34489"/>
                  <a:pt x="278321" y="34321"/>
                </a:cubicBezTo>
                <a:lnTo>
                  <a:pt x="278321" y="38231"/>
                </a:lnTo>
                <a:cubicBezTo>
                  <a:pt x="277027" y="38604"/>
                  <a:pt x="275563" y="38907"/>
                  <a:pt x="273932" y="39140"/>
                </a:cubicBezTo>
                <a:cubicBezTo>
                  <a:pt x="272300" y="39373"/>
                  <a:pt x="270609" y="39489"/>
                  <a:pt x="268859" y="39489"/>
                </a:cubicBezTo>
                <a:cubicBezTo>
                  <a:pt x="266507" y="39489"/>
                  <a:pt x="264483" y="39170"/>
                  <a:pt x="262788" y="38532"/>
                </a:cubicBezTo>
                <a:cubicBezTo>
                  <a:pt x="261092" y="37894"/>
                  <a:pt x="259702" y="36969"/>
                  <a:pt x="258617" y="35757"/>
                </a:cubicBezTo>
                <a:cubicBezTo>
                  <a:pt x="257533" y="34544"/>
                  <a:pt x="256730" y="33058"/>
                  <a:pt x="256211" y="31299"/>
                </a:cubicBezTo>
                <a:cubicBezTo>
                  <a:pt x="255691" y="29540"/>
                  <a:pt x="255431" y="27548"/>
                  <a:pt x="255431" y="25324"/>
                </a:cubicBezTo>
                <a:cubicBezTo>
                  <a:pt x="255431" y="23391"/>
                  <a:pt x="255709" y="21563"/>
                  <a:pt x="256265" y="19840"/>
                </a:cubicBezTo>
                <a:cubicBezTo>
                  <a:pt x="256822" y="18118"/>
                  <a:pt x="257633" y="16604"/>
                  <a:pt x="258699" y="15301"/>
                </a:cubicBezTo>
                <a:cubicBezTo>
                  <a:pt x="259766" y="13997"/>
                  <a:pt x="261074" y="12963"/>
                  <a:pt x="262624" y="12197"/>
                </a:cubicBezTo>
                <a:cubicBezTo>
                  <a:pt x="264173" y="11431"/>
                  <a:pt x="265933" y="11048"/>
                  <a:pt x="267902" y="11048"/>
                </a:cubicBezTo>
                <a:cubicBezTo>
                  <a:pt x="269816" y="11048"/>
                  <a:pt x="271512" y="11349"/>
                  <a:pt x="272988" y="11951"/>
                </a:cubicBezTo>
                <a:cubicBezTo>
                  <a:pt x="274465" y="12552"/>
                  <a:pt x="275709" y="13405"/>
                  <a:pt x="276721" y="14508"/>
                </a:cubicBezTo>
                <a:cubicBezTo>
                  <a:pt x="277733" y="15611"/>
                  <a:pt x="278499" y="16951"/>
                  <a:pt x="279018" y="18528"/>
                </a:cubicBezTo>
                <a:cubicBezTo>
                  <a:pt x="279538" y="20105"/>
                  <a:pt x="279798" y="21869"/>
                  <a:pt x="279798" y="23819"/>
                </a:cubicBezTo>
                <a:moveTo>
                  <a:pt x="274848" y="23136"/>
                </a:moveTo>
                <a:cubicBezTo>
                  <a:pt x="274903" y="21914"/>
                  <a:pt x="274784" y="20798"/>
                  <a:pt x="274492" y="19786"/>
                </a:cubicBezTo>
                <a:cubicBezTo>
                  <a:pt x="274201" y="18774"/>
                  <a:pt x="273749" y="17903"/>
                  <a:pt x="273139" y="17174"/>
                </a:cubicBezTo>
                <a:cubicBezTo>
                  <a:pt x="272528" y="16445"/>
                  <a:pt x="271767" y="15875"/>
                  <a:pt x="270855" y="15465"/>
                </a:cubicBezTo>
                <a:cubicBezTo>
                  <a:pt x="269944" y="15055"/>
                  <a:pt x="268886" y="14850"/>
                  <a:pt x="267683" y="14850"/>
                </a:cubicBezTo>
                <a:cubicBezTo>
                  <a:pt x="266644" y="14850"/>
                  <a:pt x="265696" y="15050"/>
                  <a:pt x="264839" y="15451"/>
                </a:cubicBezTo>
                <a:cubicBezTo>
                  <a:pt x="263982" y="15852"/>
                  <a:pt x="263244" y="16417"/>
                  <a:pt x="262624" y="17147"/>
                </a:cubicBezTo>
                <a:cubicBezTo>
                  <a:pt x="262004" y="17876"/>
                  <a:pt x="261502" y="18751"/>
                  <a:pt x="261120" y="19772"/>
                </a:cubicBezTo>
                <a:cubicBezTo>
                  <a:pt x="260737" y="20793"/>
                  <a:pt x="260500" y="21914"/>
                  <a:pt x="260409" y="23136"/>
                </a:cubicBezTo>
                <a:lnTo>
                  <a:pt x="274848" y="23136"/>
                </a:lnTo>
                <a:close/>
                <a:moveTo>
                  <a:pt x="287692" y="11541"/>
                </a:moveTo>
                <a:lnTo>
                  <a:pt x="291931" y="11541"/>
                </a:lnTo>
                <a:lnTo>
                  <a:pt x="292122" y="15971"/>
                </a:lnTo>
                <a:cubicBezTo>
                  <a:pt x="292924" y="15023"/>
                  <a:pt x="293699" y="14234"/>
                  <a:pt x="294447" y="13605"/>
                </a:cubicBezTo>
                <a:cubicBezTo>
                  <a:pt x="295194" y="12976"/>
                  <a:pt x="295928" y="12470"/>
                  <a:pt x="296648" y="12087"/>
                </a:cubicBezTo>
                <a:cubicBezTo>
                  <a:pt x="297368" y="11705"/>
                  <a:pt x="298102" y="11436"/>
                  <a:pt x="298849" y="11281"/>
                </a:cubicBezTo>
                <a:cubicBezTo>
                  <a:pt x="299597" y="11126"/>
                  <a:pt x="300372" y="11048"/>
                  <a:pt x="301174" y="11048"/>
                </a:cubicBezTo>
                <a:cubicBezTo>
                  <a:pt x="304000" y="11048"/>
                  <a:pt x="306137" y="11882"/>
                  <a:pt x="307587" y="13551"/>
                </a:cubicBezTo>
                <a:cubicBezTo>
                  <a:pt x="309036" y="15219"/>
                  <a:pt x="309761" y="17730"/>
                  <a:pt x="309761" y="21085"/>
                </a:cubicBezTo>
                <a:lnTo>
                  <a:pt x="309761" y="38997"/>
                </a:lnTo>
                <a:lnTo>
                  <a:pt x="305003" y="38997"/>
                </a:lnTo>
                <a:lnTo>
                  <a:pt x="305003" y="21468"/>
                </a:lnTo>
                <a:cubicBezTo>
                  <a:pt x="305003" y="19316"/>
                  <a:pt x="304601" y="17726"/>
                  <a:pt x="303799" y="16695"/>
                </a:cubicBezTo>
                <a:cubicBezTo>
                  <a:pt x="302997" y="15665"/>
                  <a:pt x="301803" y="15150"/>
                  <a:pt x="300217" y="15150"/>
                </a:cubicBezTo>
                <a:cubicBezTo>
                  <a:pt x="299633" y="15150"/>
                  <a:pt x="299064" y="15237"/>
                  <a:pt x="298508" y="15410"/>
                </a:cubicBezTo>
                <a:cubicBezTo>
                  <a:pt x="297952" y="15583"/>
                  <a:pt x="297373" y="15884"/>
                  <a:pt x="296771" y="16313"/>
                </a:cubicBezTo>
                <a:cubicBezTo>
                  <a:pt x="296169" y="16741"/>
                  <a:pt x="295518" y="17320"/>
                  <a:pt x="294816" y="18049"/>
                </a:cubicBezTo>
                <a:cubicBezTo>
                  <a:pt x="294114" y="18778"/>
                  <a:pt x="293325" y="19690"/>
                  <a:pt x="292450" y="20784"/>
                </a:cubicBezTo>
                <a:lnTo>
                  <a:pt x="292450" y="38997"/>
                </a:lnTo>
                <a:lnTo>
                  <a:pt x="287692" y="38997"/>
                </a:lnTo>
                <a:lnTo>
                  <a:pt x="287692" y="11541"/>
                </a:lnTo>
                <a:close/>
                <a:moveTo>
                  <a:pt x="341908" y="38587"/>
                </a:moveTo>
                <a:cubicBezTo>
                  <a:pt x="340832" y="38870"/>
                  <a:pt x="339720" y="39073"/>
                  <a:pt x="338572" y="39195"/>
                </a:cubicBezTo>
                <a:cubicBezTo>
                  <a:pt x="337423" y="39319"/>
                  <a:pt x="336256" y="39380"/>
                  <a:pt x="335071" y="39380"/>
                </a:cubicBezTo>
                <a:cubicBezTo>
                  <a:pt x="331625" y="39380"/>
                  <a:pt x="329055" y="38601"/>
                  <a:pt x="327359" y="37042"/>
                </a:cubicBezTo>
                <a:cubicBezTo>
                  <a:pt x="325664" y="35483"/>
                  <a:pt x="324816" y="33090"/>
                  <a:pt x="324816" y="29863"/>
                </a:cubicBezTo>
                <a:lnTo>
                  <a:pt x="324816" y="15533"/>
                </a:lnTo>
                <a:lnTo>
                  <a:pt x="317131" y="15533"/>
                </a:lnTo>
                <a:lnTo>
                  <a:pt x="317131" y="11541"/>
                </a:lnTo>
                <a:lnTo>
                  <a:pt x="324816" y="11541"/>
                </a:lnTo>
                <a:lnTo>
                  <a:pt x="324816" y="3969"/>
                </a:lnTo>
                <a:lnTo>
                  <a:pt x="329574" y="2735"/>
                </a:lnTo>
                <a:lnTo>
                  <a:pt x="329574" y="11541"/>
                </a:lnTo>
                <a:lnTo>
                  <a:pt x="341908" y="11541"/>
                </a:lnTo>
                <a:lnTo>
                  <a:pt x="341908" y="15533"/>
                </a:lnTo>
                <a:lnTo>
                  <a:pt x="329574" y="15533"/>
                </a:lnTo>
                <a:lnTo>
                  <a:pt x="329574" y="29480"/>
                </a:lnTo>
                <a:cubicBezTo>
                  <a:pt x="329574" y="31449"/>
                  <a:pt x="330099" y="32922"/>
                  <a:pt x="331147" y="33897"/>
                </a:cubicBezTo>
                <a:cubicBezTo>
                  <a:pt x="332195" y="34872"/>
                  <a:pt x="333740" y="35360"/>
                  <a:pt x="335782" y="35360"/>
                </a:cubicBezTo>
                <a:cubicBezTo>
                  <a:pt x="336657" y="35360"/>
                  <a:pt x="337614" y="35290"/>
                  <a:pt x="338654" y="35149"/>
                </a:cubicBezTo>
                <a:cubicBezTo>
                  <a:pt x="339693" y="35008"/>
                  <a:pt x="340778" y="34786"/>
                  <a:pt x="341908" y="34485"/>
                </a:cubicBezTo>
                <a:lnTo>
                  <a:pt x="341908" y="38587"/>
                </a:lnTo>
                <a:close/>
                <a:moveTo>
                  <a:pt x="409870" y="24777"/>
                </a:moveTo>
                <a:cubicBezTo>
                  <a:pt x="409870" y="27220"/>
                  <a:pt x="409528" y="29353"/>
                  <a:pt x="408844" y="31176"/>
                </a:cubicBezTo>
                <a:cubicBezTo>
                  <a:pt x="408161" y="32999"/>
                  <a:pt x="407217" y="34512"/>
                  <a:pt x="406014" y="35716"/>
                </a:cubicBezTo>
                <a:cubicBezTo>
                  <a:pt x="404810" y="36919"/>
                  <a:pt x="403388" y="37821"/>
                  <a:pt x="401748" y="38423"/>
                </a:cubicBezTo>
                <a:cubicBezTo>
                  <a:pt x="400107" y="39025"/>
                  <a:pt x="398329" y="39325"/>
                  <a:pt x="396415" y="39325"/>
                </a:cubicBezTo>
                <a:cubicBezTo>
                  <a:pt x="395540" y="39325"/>
                  <a:pt x="394669" y="39280"/>
                  <a:pt x="393803" y="39189"/>
                </a:cubicBezTo>
                <a:cubicBezTo>
                  <a:pt x="392937" y="39097"/>
                  <a:pt x="392058" y="38942"/>
                  <a:pt x="391164" y="38724"/>
                </a:cubicBezTo>
                <a:lnTo>
                  <a:pt x="391164" y="50210"/>
                </a:lnTo>
                <a:lnTo>
                  <a:pt x="386406" y="50210"/>
                </a:lnTo>
                <a:lnTo>
                  <a:pt x="386406" y="11541"/>
                </a:lnTo>
                <a:lnTo>
                  <a:pt x="390645" y="11541"/>
                </a:lnTo>
                <a:lnTo>
                  <a:pt x="390945" y="16135"/>
                </a:lnTo>
                <a:cubicBezTo>
                  <a:pt x="392313" y="14257"/>
                  <a:pt x="393771" y="12940"/>
                  <a:pt x="395321" y="12183"/>
                </a:cubicBezTo>
                <a:cubicBezTo>
                  <a:pt x="396871" y="11427"/>
                  <a:pt x="398548" y="11048"/>
                  <a:pt x="400353" y="11048"/>
                </a:cubicBezTo>
                <a:cubicBezTo>
                  <a:pt x="401921" y="11048"/>
                  <a:pt x="403297" y="11376"/>
                  <a:pt x="404482" y="12033"/>
                </a:cubicBezTo>
                <a:cubicBezTo>
                  <a:pt x="405667" y="12689"/>
                  <a:pt x="406661" y="13614"/>
                  <a:pt x="407463" y="14809"/>
                </a:cubicBezTo>
                <a:cubicBezTo>
                  <a:pt x="408265" y="16003"/>
                  <a:pt x="408867" y="17443"/>
                  <a:pt x="409268" y="19129"/>
                </a:cubicBezTo>
                <a:cubicBezTo>
                  <a:pt x="409669" y="20816"/>
                  <a:pt x="409870" y="22698"/>
                  <a:pt x="409870" y="24777"/>
                </a:cubicBezTo>
                <a:moveTo>
                  <a:pt x="405002" y="24995"/>
                </a:moveTo>
                <a:cubicBezTo>
                  <a:pt x="405002" y="23555"/>
                  <a:pt x="404897" y="22233"/>
                  <a:pt x="404687" y="21030"/>
                </a:cubicBezTo>
                <a:cubicBezTo>
                  <a:pt x="404478" y="19827"/>
                  <a:pt x="404145" y="18797"/>
                  <a:pt x="403689" y="17940"/>
                </a:cubicBezTo>
                <a:cubicBezTo>
                  <a:pt x="403233" y="17083"/>
                  <a:pt x="402650" y="16413"/>
                  <a:pt x="401939" y="15930"/>
                </a:cubicBezTo>
                <a:cubicBezTo>
                  <a:pt x="401228" y="15447"/>
                  <a:pt x="400380" y="15205"/>
                  <a:pt x="399396" y="15205"/>
                </a:cubicBezTo>
                <a:cubicBezTo>
                  <a:pt x="398794" y="15205"/>
                  <a:pt x="398183" y="15301"/>
                  <a:pt x="397563" y="15492"/>
                </a:cubicBezTo>
                <a:cubicBezTo>
                  <a:pt x="396944" y="15684"/>
                  <a:pt x="396301" y="16003"/>
                  <a:pt x="395635" y="16449"/>
                </a:cubicBezTo>
                <a:cubicBezTo>
                  <a:pt x="394970" y="16896"/>
                  <a:pt x="394268" y="17489"/>
                  <a:pt x="393530" y="18227"/>
                </a:cubicBezTo>
                <a:cubicBezTo>
                  <a:pt x="392791" y="18965"/>
                  <a:pt x="392003" y="19881"/>
                  <a:pt x="391164" y="20975"/>
                </a:cubicBezTo>
                <a:lnTo>
                  <a:pt x="391164" y="34293"/>
                </a:lnTo>
                <a:cubicBezTo>
                  <a:pt x="392039" y="34658"/>
                  <a:pt x="392960" y="34945"/>
                  <a:pt x="393926" y="35155"/>
                </a:cubicBezTo>
                <a:cubicBezTo>
                  <a:pt x="394893" y="35365"/>
                  <a:pt x="395841" y="35469"/>
                  <a:pt x="396770" y="35469"/>
                </a:cubicBezTo>
                <a:cubicBezTo>
                  <a:pt x="399341" y="35469"/>
                  <a:pt x="401356" y="34599"/>
                  <a:pt x="402814" y="32858"/>
                </a:cubicBezTo>
                <a:cubicBezTo>
                  <a:pt x="404273" y="31117"/>
                  <a:pt x="405002" y="28496"/>
                  <a:pt x="405002" y="24995"/>
                </a:cubicBezTo>
                <a:close/>
                <a:moveTo>
                  <a:pt x="436137" y="38997"/>
                </a:moveTo>
                <a:lnTo>
                  <a:pt x="436028" y="35298"/>
                </a:lnTo>
                <a:cubicBezTo>
                  <a:pt x="434533" y="36777"/>
                  <a:pt x="433015" y="37846"/>
                  <a:pt x="431475" y="38503"/>
                </a:cubicBezTo>
                <a:cubicBezTo>
                  <a:pt x="429934" y="39161"/>
                  <a:pt x="428316" y="39489"/>
                  <a:pt x="426621" y="39489"/>
                </a:cubicBezTo>
                <a:cubicBezTo>
                  <a:pt x="425053" y="39489"/>
                  <a:pt x="423713" y="39289"/>
                  <a:pt x="422600" y="38887"/>
                </a:cubicBezTo>
                <a:cubicBezTo>
                  <a:pt x="421488" y="38485"/>
                  <a:pt x="420572" y="37933"/>
                  <a:pt x="419852" y="37230"/>
                </a:cubicBezTo>
                <a:cubicBezTo>
                  <a:pt x="419132" y="36527"/>
                  <a:pt x="418603" y="35700"/>
                  <a:pt x="418266" y="34751"/>
                </a:cubicBezTo>
                <a:cubicBezTo>
                  <a:pt x="417929" y="33801"/>
                  <a:pt x="417760" y="32769"/>
                  <a:pt x="417760" y="31655"/>
                </a:cubicBezTo>
                <a:cubicBezTo>
                  <a:pt x="417760" y="28898"/>
                  <a:pt x="418786" y="26738"/>
                  <a:pt x="420837" y="25177"/>
                </a:cubicBezTo>
                <a:cubicBezTo>
                  <a:pt x="422888" y="23616"/>
                  <a:pt x="425919" y="22835"/>
                  <a:pt x="429930" y="22835"/>
                </a:cubicBezTo>
                <a:lnTo>
                  <a:pt x="435618" y="22835"/>
                </a:lnTo>
                <a:lnTo>
                  <a:pt x="435618" y="20437"/>
                </a:lnTo>
                <a:cubicBezTo>
                  <a:pt x="435618" y="18820"/>
                  <a:pt x="435098" y="17526"/>
                  <a:pt x="434059" y="16554"/>
                </a:cubicBezTo>
                <a:cubicBezTo>
                  <a:pt x="433020" y="15582"/>
                  <a:pt x="431434" y="15096"/>
                  <a:pt x="429301" y="15096"/>
                </a:cubicBezTo>
                <a:cubicBezTo>
                  <a:pt x="427751" y="15096"/>
                  <a:pt x="426224" y="15271"/>
                  <a:pt x="424720" y="15623"/>
                </a:cubicBezTo>
                <a:cubicBezTo>
                  <a:pt x="423216" y="15974"/>
                  <a:pt x="421662" y="16473"/>
                  <a:pt x="420057" y="17119"/>
                </a:cubicBezTo>
                <a:lnTo>
                  <a:pt x="420057" y="12826"/>
                </a:lnTo>
                <a:cubicBezTo>
                  <a:pt x="420659" y="12604"/>
                  <a:pt x="421329" y="12386"/>
                  <a:pt x="422067" y="12173"/>
                </a:cubicBezTo>
                <a:cubicBezTo>
                  <a:pt x="422806" y="11960"/>
                  <a:pt x="423585" y="11770"/>
                  <a:pt x="424405" y="11604"/>
                </a:cubicBezTo>
                <a:cubicBezTo>
                  <a:pt x="425226" y="11437"/>
                  <a:pt x="426083" y="11303"/>
                  <a:pt x="426976" y="11201"/>
                </a:cubicBezTo>
                <a:cubicBezTo>
                  <a:pt x="427869" y="11099"/>
                  <a:pt x="428772" y="11048"/>
                  <a:pt x="429683" y="11048"/>
                </a:cubicBezTo>
                <a:cubicBezTo>
                  <a:pt x="431342" y="11048"/>
                  <a:pt x="432837" y="11231"/>
                  <a:pt x="434168" y="11595"/>
                </a:cubicBezTo>
                <a:cubicBezTo>
                  <a:pt x="435499" y="11960"/>
                  <a:pt x="436625" y="12516"/>
                  <a:pt x="437546" y="13263"/>
                </a:cubicBezTo>
                <a:cubicBezTo>
                  <a:pt x="438466" y="14011"/>
                  <a:pt x="439173" y="14950"/>
                  <a:pt x="439665" y="16080"/>
                </a:cubicBezTo>
                <a:cubicBezTo>
                  <a:pt x="440157" y="17211"/>
                  <a:pt x="440404" y="18541"/>
                  <a:pt x="440404" y="20073"/>
                </a:cubicBezTo>
                <a:lnTo>
                  <a:pt x="440404" y="38997"/>
                </a:lnTo>
                <a:lnTo>
                  <a:pt x="436137" y="38997"/>
                </a:lnTo>
                <a:moveTo>
                  <a:pt x="435618" y="26472"/>
                </a:moveTo>
                <a:lnTo>
                  <a:pt x="429574" y="26472"/>
                </a:lnTo>
                <a:cubicBezTo>
                  <a:pt x="428389" y="26472"/>
                  <a:pt x="427368" y="26591"/>
                  <a:pt x="426511" y="26829"/>
                </a:cubicBezTo>
                <a:cubicBezTo>
                  <a:pt x="425654" y="27067"/>
                  <a:pt x="424952" y="27405"/>
                  <a:pt x="424405" y="27844"/>
                </a:cubicBezTo>
                <a:cubicBezTo>
                  <a:pt x="423858" y="28282"/>
                  <a:pt x="423453" y="28808"/>
                  <a:pt x="423188" y="29421"/>
                </a:cubicBezTo>
                <a:cubicBezTo>
                  <a:pt x="422924" y="30034"/>
                  <a:pt x="422792" y="30724"/>
                  <a:pt x="422792" y="31492"/>
                </a:cubicBezTo>
                <a:cubicBezTo>
                  <a:pt x="422792" y="32022"/>
                  <a:pt x="422874" y="32530"/>
                  <a:pt x="423038" y="33015"/>
                </a:cubicBezTo>
                <a:cubicBezTo>
                  <a:pt x="423202" y="33499"/>
                  <a:pt x="423466" y="33929"/>
                  <a:pt x="423831" y="34304"/>
                </a:cubicBezTo>
                <a:cubicBezTo>
                  <a:pt x="424196" y="34679"/>
                  <a:pt x="424670" y="34976"/>
                  <a:pt x="425253" y="35195"/>
                </a:cubicBezTo>
                <a:cubicBezTo>
                  <a:pt x="425837" y="35414"/>
                  <a:pt x="426548" y="35524"/>
                  <a:pt x="427386" y="35524"/>
                </a:cubicBezTo>
                <a:cubicBezTo>
                  <a:pt x="428480" y="35524"/>
                  <a:pt x="429734" y="35190"/>
                  <a:pt x="431146" y="34523"/>
                </a:cubicBezTo>
                <a:cubicBezTo>
                  <a:pt x="432559" y="33856"/>
                  <a:pt x="434050" y="32799"/>
                  <a:pt x="435618" y="31354"/>
                </a:cubicBezTo>
                <a:lnTo>
                  <a:pt x="435618" y="26472"/>
                </a:lnTo>
                <a:close/>
                <a:moveTo>
                  <a:pt x="471706" y="38587"/>
                </a:moveTo>
                <a:cubicBezTo>
                  <a:pt x="470631" y="38870"/>
                  <a:pt x="469518" y="39073"/>
                  <a:pt x="468370" y="39195"/>
                </a:cubicBezTo>
                <a:cubicBezTo>
                  <a:pt x="467221" y="39319"/>
                  <a:pt x="466054" y="39380"/>
                  <a:pt x="464869" y="39380"/>
                </a:cubicBezTo>
                <a:cubicBezTo>
                  <a:pt x="461424" y="39380"/>
                  <a:pt x="458853" y="38601"/>
                  <a:pt x="457157" y="37042"/>
                </a:cubicBezTo>
                <a:cubicBezTo>
                  <a:pt x="455462" y="35483"/>
                  <a:pt x="454614" y="33090"/>
                  <a:pt x="454614" y="29863"/>
                </a:cubicBezTo>
                <a:lnTo>
                  <a:pt x="454614" y="15533"/>
                </a:lnTo>
                <a:lnTo>
                  <a:pt x="446930" y="15533"/>
                </a:lnTo>
                <a:lnTo>
                  <a:pt x="446930" y="11541"/>
                </a:lnTo>
                <a:lnTo>
                  <a:pt x="454614" y="11541"/>
                </a:lnTo>
                <a:lnTo>
                  <a:pt x="454614" y="3969"/>
                </a:lnTo>
                <a:lnTo>
                  <a:pt x="459373" y="2735"/>
                </a:lnTo>
                <a:lnTo>
                  <a:pt x="459373" y="11541"/>
                </a:lnTo>
                <a:lnTo>
                  <a:pt x="471706" y="11541"/>
                </a:lnTo>
                <a:lnTo>
                  <a:pt x="471706" y="15533"/>
                </a:lnTo>
                <a:lnTo>
                  <a:pt x="459373" y="15533"/>
                </a:lnTo>
                <a:lnTo>
                  <a:pt x="459373" y="29480"/>
                </a:lnTo>
                <a:cubicBezTo>
                  <a:pt x="459373" y="31449"/>
                  <a:pt x="459897" y="32922"/>
                  <a:pt x="460945" y="33897"/>
                </a:cubicBezTo>
                <a:cubicBezTo>
                  <a:pt x="461993" y="34872"/>
                  <a:pt x="463538" y="35360"/>
                  <a:pt x="465580" y="35360"/>
                </a:cubicBezTo>
                <a:cubicBezTo>
                  <a:pt x="466456" y="35360"/>
                  <a:pt x="467413" y="35290"/>
                  <a:pt x="468452" y="35149"/>
                </a:cubicBezTo>
                <a:cubicBezTo>
                  <a:pt x="469491" y="35008"/>
                  <a:pt x="470576" y="34786"/>
                  <a:pt x="471706" y="34485"/>
                </a:cubicBezTo>
                <a:lnTo>
                  <a:pt x="471706" y="38587"/>
                </a:lnTo>
                <a:close/>
                <a:moveTo>
                  <a:pt x="501998" y="37985"/>
                </a:moveTo>
                <a:cubicBezTo>
                  <a:pt x="500758" y="38459"/>
                  <a:pt x="499486" y="38810"/>
                  <a:pt x="498183" y="39038"/>
                </a:cubicBezTo>
                <a:cubicBezTo>
                  <a:pt x="496879" y="39266"/>
                  <a:pt x="495535" y="39380"/>
                  <a:pt x="494149" y="39380"/>
                </a:cubicBezTo>
                <a:cubicBezTo>
                  <a:pt x="489810" y="39380"/>
                  <a:pt x="486469" y="38204"/>
                  <a:pt x="484126" y="35852"/>
                </a:cubicBezTo>
                <a:cubicBezTo>
                  <a:pt x="481783" y="33500"/>
                  <a:pt x="480612" y="30064"/>
                  <a:pt x="480612" y="25542"/>
                </a:cubicBezTo>
                <a:cubicBezTo>
                  <a:pt x="480612" y="23373"/>
                  <a:pt x="480949" y="21404"/>
                  <a:pt x="481624" y="19635"/>
                </a:cubicBezTo>
                <a:cubicBezTo>
                  <a:pt x="482298" y="17867"/>
                  <a:pt x="483246" y="16354"/>
                  <a:pt x="484468" y="15096"/>
                </a:cubicBezTo>
                <a:cubicBezTo>
                  <a:pt x="485689" y="13838"/>
                  <a:pt x="487148" y="12867"/>
                  <a:pt x="488844" y="12183"/>
                </a:cubicBezTo>
                <a:cubicBezTo>
                  <a:pt x="490539" y="11500"/>
                  <a:pt x="492408" y="11158"/>
                  <a:pt x="494450" y="11158"/>
                </a:cubicBezTo>
                <a:cubicBezTo>
                  <a:pt x="495872" y="11158"/>
                  <a:pt x="497203" y="11260"/>
                  <a:pt x="498442" y="11465"/>
                </a:cubicBezTo>
                <a:cubicBezTo>
                  <a:pt x="499682" y="11670"/>
                  <a:pt x="500867" y="12005"/>
                  <a:pt x="501998" y="12470"/>
                </a:cubicBezTo>
                <a:lnTo>
                  <a:pt x="501998" y="17010"/>
                </a:lnTo>
                <a:cubicBezTo>
                  <a:pt x="500813" y="16380"/>
                  <a:pt x="499605" y="15922"/>
                  <a:pt x="498374" y="15636"/>
                </a:cubicBezTo>
                <a:cubicBezTo>
                  <a:pt x="497143" y="15349"/>
                  <a:pt x="495872" y="15205"/>
                  <a:pt x="494559" y="15205"/>
                </a:cubicBezTo>
                <a:cubicBezTo>
                  <a:pt x="493338" y="15205"/>
                  <a:pt x="492184" y="15438"/>
                  <a:pt x="491100" y="15902"/>
                </a:cubicBezTo>
                <a:cubicBezTo>
                  <a:pt x="490015" y="16367"/>
                  <a:pt x="489062" y="17037"/>
                  <a:pt x="488242" y="17912"/>
                </a:cubicBezTo>
                <a:cubicBezTo>
                  <a:pt x="487421" y="18788"/>
                  <a:pt x="486774" y="19854"/>
                  <a:pt x="486300" y="21112"/>
                </a:cubicBezTo>
                <a:cubicBezTo>
                  <a:pt x="485826" y="22370"/>
                  <a:pt x="485589" y="23792"/>
                  <a:pt x="485589" y="25378"/>
                </a:cubicBezTo>
                <a:cubicBezTo>
                  <a:pt x="485589" y="28696"/>
                  <a:pt x="486396" y="31180"/>
                  <a:pt x="488009" y="32830"/>
                </a:cubicBezTo>
                <a:cubicBezTo>
                  <a:pt x="489623" y="34480"/>
                  <a:pt x="491861" y="35305"/>
                  <a:pt x="494723" y="35305"/>
                </a:cubicBezTo>
                <a:cubicBezTo>
                  <a:pt x="496018" y="35305"/>
                  <a:pt x="497271" y="35159"/>
                  <a:pt x="498483" y="34868"/>
                </a:cubicBezTo>
                <a:cubicBezTo>
                  <a:pt x="499696" y="34576"/>
                  <a:pt x="500867" y="34138"/>
                  <a:pt x="501998" y="33555"/>
                </a:cubicBezTo>
                <a:lnTo>
                  <a:pt x="501998" y="37985"/>
                </a:lnTo>
                <a:close/>
                <a:moveTo>
                  <a:pt x="533820" y="38997"/>
                </a:moveTo>
                <a:lnTo>
                  <a:pt x="529062" y="38997"/>
                </a:lnTo>
                <a:lnTo>
                  <a:pt x="529062" y="21468"/>
                </a:lnTo>
                <a:cubicBezTo>
                  <a:pt x="529062" y="19353"/>
                  <a:pt x="528665" y="17771"/>
                  <a:pt x="527872" y="16723"/>
                </a:cubicBezTo>
                <a:cubicBezTo>
                  <a:pt x="527079" y="15675"/>
                  <a:pt x="525944" y="15150"/>
                  <a:pt x="524467" y="15150"/>
                </a:cubicBezTo>
                <a:cubicBezTo>
                  <a:pt x="523829" y="15150"/>
                  <a:pt x="523232" y="15237"/>
                  <a:pt x="522676" y="15410"/>
                </a:cubicBezTo>
                <a:cubicBezTo>
                  <a:pt x="522120" y="15583"/>
                  <a:pt x="521541" y="15884"/>
                  <a:pt x="520940" y="16313"/>
                </a:cubicBezTo>
                <a:cubicBezTo>
                  <a:pt x="520338" y="16741"/>
                  <a:pt x="519682" y="17320"/>
                  <a:pt x="518971" y="18049"/>
                </a:cubicBezTo>
                <a:cubicBezTo>
                  <a:pt x="518260" y="18778"/>
                  <a:pt x="517439" y="19690"/>
                  <a:pt x="516509" y="20784"/>
                </a:cubicBezTo>
                <a:lnTo>
                  <a:pt x="516509" y="38997"/>
                </a:lnTo>
                <a:lnTo>
                  <a:pt x="511751" y="38997"/>
                </a:lnTo>
                <a:lnTo>
                  <a:pt x="511751" y="328"/>
                </a:lnTo>
                <a:lnTo>
                  <a:pt x="516509" y="328"/>
                </a:lnTo>
                <a:lnTo>
                  <a:pt x="516509" y="11533"/>
                </a:lnTo>
                <a:lnTo>
                  <a:pt x="516345" y="15861"/>
                </a:lnTo>
                <a:cubicBezTo>
                  <a:pt x="517093" y="14968"/>
                  <a:pt x="517827" y="14216"/>
                  <a:pt x="518547" y="13605"/>
                </a:cubicBezTo>
                <a:cubicBezTo>
                  <a:pt x="519267" y="12995"/>
                  <a:pt x="519987" y="12498"/>
                  <a:pt x="520707" y="12115"/>
                </a:cubicBezTo>
                <a:cubicBezTo>
                  <a:pt x="521427" y="11732"/>
                  <a:pt x="522161" y="11458"/>
                  <a:pt x="522909" y="11294"/>
                </a:cubicBezTo>
                <a:cubicBezTo>
                  <a:pt x="523656" y="11130"/>
                  <a:pt x="524431" y="11048"/>
                  <a:pt x="525233" y="11048"/>
                </a:cubicBezTo>
                <a:cubicBezTo>
                  <a:pt x="527968" y="11048"/>
                  <a:pt x="530083" y="11882"/>
                  <a:pt x="531578" y="13551"/>
                </a:cubicBezTo>
                <a:cubicBezTo>
                  <a:pt x="533073" y="15219"/>
                  <a:pt x="533820" y="17730"/>
                  <a:pt x="533820" y="21085"/>
                </a:cubicBezTo>
                <a:lnTo>
                  <a:pt x="533820" y="38997"/>
                </a:lnTo>
                <a:close/>
                <a:moveTo>
                  <a:pt x="580441" y="11541"/>
                </a:moveTo>
                <a:lnTo>
                  <a:pt x="584789" y="11541"/>
                </a:lnTo>
                <a:lnTo>
                  <a:pt x="584926" y="16587"/>
                </a:lnTo>
                <a:cubicBezTo>
                  <a:pt x="586548" y="14641"/>
                  <a:pt x="588148" y="13231"/>
                  <a:pt x="589725" y="12358"/>
                </a:cubicBezTo>
                <a:cubicBezTo>
                  <a:pt x="591302" y="11485"/>
                  <a:pt x="592893" y="11048"/>
                  <a:pt x="594497" y="11048"/>
                </a:cubicBezTo>
                <a:cubicBezTo>
                  <a:pt x="597341" y="11048"/>
                  <a:pt x="599497" y="11967"/>
                  <a:pt x="600965" y="13804"/>
                </a:cubicBezTo>
                <a:cubicBezTo>
                  <a:pt x="602433" y="15640"/>
                  <a:pt x="603112" y="18368"/>
                  <a:pt x="603002" y="21987"/>
                </a:cubicBezTo>
                <a:lnTo>
                  <a:pt x="598189" y="21987"/>
                </a:lnTo>
                <a:cubicBezTo>
                  <a:pt x="598244" y="19590"/>
                  <a:pt x="597893" y="17852"/>
                  <a:pt x="597136" y="16772"/>
                </a:cubicBezTo>
                <a:cubicBezTo>
                  <a:pt x="596380" y="15691"/>
                  <a:pt x="595272" y="15150"/>
                  <a:pt x="593814" y="15150"/>
                </a:cubicBezTo>
                <a:cubicBezTo>
                  <a:pt x="593176" y="15150"/>
                  <a:pt x="592533" y="15264"/>
                  <a:pt x="591886" y="15491"/>
                </a:cubicBezTo>
                <a:cubicBezTo>
                  <a:pt x="591238" y="15718"/>
                  <a:pt x="590573" y="16081"/>
                  <a:pt x="589889" y="16580"/>
                </a:cubicBezTo>
                <a:cubicBezTo>
                  <a:pt x="589206" y="17079"/>
                  <a:pt x="588481" y="17719"/>
                  <a:pt x="587715" y="18500"/>
                </a:cubicBezTo>
                <a:cubicBezTo>
                  <a:pt x="586949" y="19281"/>
                  <a:pt x="586129" y="20225"/>
                  <a:pt x="585254" y="21333"/>
                </a:cubicBezTo>
                <a:lnTo>
                  <a:pt x="585254" y="38997"/>
                </a:lnTo>
                <a:lnTo>
                  <a:pt x="580441" y="38997"/>
                </a:lnTo>
                <a:lnTo>
                  <a:pt x="580441" y="11541"/>
                </a:lnTo>
                <a:close/>
                <a:moveTo>
                  <a:pt x="633594" y="23819"/>
                </a:moveTo>
                <a:cubicBezTo>
                  <a:pt x="633594" y="24494"/>
                  <a:pt x="633585" y="25059"/>
                  <a:pt x="633567" y="25515"/>
                </a:cubicBezTo>
                <a:cubicBezTo>
                  <a:pt x="633549" y="25971"/>
                  <a:pt x="633521" y="26399"/>
                  <a:pt x="633485" y="26800"/>
                </a:cubicBezTo>
                <a:lnTo>
                  <a:pt x="614205" y="26800"/>
                </a:lnTo>
                <a:cubicBezTo>
                  <a:pt x="614205" y="29608"/>
                  <a:pt x="614989" y="31764"/>
                  <a:pt x="616557" y="33268"/>
                </a:cubicBezTo>
                <a:cubicBezTo>
                  <a:pt x="618125" y="34772"/>
                  <a:pt x="620386" y="35524"/>
                  <a:pt x="623339" y="35524"/>
                </a:cubicBezTo>
                <a:cubicBezTo>
                  <a:pt x="624141" y="35524"/>
                  <a:pt x="624943" y="35492"/>
                  <a:pt x="625746" y="35427"/>
                </a:cubicBezTo>
                <a:cubicBezTo>
                  <a:pt x="626548" y="35361"/>
                  <a:pt x="627323" y="35273"/>
                  <a:pt x="628070" y="35161"/>
                </a:cubicBezTo>
                <a:cubicBezTo>
                  <a:pt x="628818" y="35049"/>
                  <a:pt x="629533" y="34923"/>
                  <a:pt x="630217" y="34783"/>
                </a:cubicBezTo>
                <a:cubicBezTo>
                  <a:pt x="630901" y="34643"/>
                  <a:pt x="631534" y="34489"/>
                  <a:pt x="632117" y="34321"/>
                </a:cubicBezTo>
                <a:lnTo>
                  <a:pt x="632117" y="38231"/>
                </a:lnTo>
                <a:cubicBezTo>
                  <a:pt x="630823" y="38604"/>
                  <a:pt x="629360" y="38907"/>
                  <a:pt x="627728" y="39140"/>
                </a:cubicBezTo>
                <a:cubicBezTo>
                  <a:pt x="626097" y="39373"/>
                  <a:pt x="624406" y="39489"/>
                  <a:pt x="622655" y="39489"/>
                </a:cubicBezTo>
                <a:cubicBezTo>
                  <a:pt x="620303" y="39489"/>
                  <a:pt x="618280" y="39170"/>
                  <a:pt x="616584" y="38532"/>
                </a:cubicBezTo>
                <a:cubicBezTo>
                  <a:pt x="614889" y="37894"/>
                  <a:pt x="613499" y="36969"/>
                  <a:pt x="612414" y="35757"/>
                </a:cubicBezTo>
                <a:cubicBezTo>
                  <a:pt x="611329" y="34544"/>
                  <a:pt x="610527" y="33058"/>
                  <a:pt x="610007" y="31299"/>
                </a:cubicBezTo>
                <a:cubicBezTo>
                  <a:pt x="609488" y="29540"/>
                  <a:pt x="609228" y="27548"/>
                  <a:pt x="609228" y="25324"/>
                </a:cubicBezTo>
                <a:cubicBezTo>
                  <a:pt x="609228" y="23391"/>
                  <a:pt x="609506" y="21563"/>
                  <a:pt x="610062" y="19840"/>
                </a:cubicBezTo>
                <a:cubicBezTo>
                  <a:pt x="610618" y="18118"/>
                  <a:pt x="611429" y="16604"/>
                  <a:pt x="612496" y="15301"/>
                </a:cubicBezTo>
                <a:cubicBezTo>
                  <a:pt x="613562" y="13997"/>
                  <a:pt x="614871" y="12963"/>
                  <a:pt x="616420" y="12197"/>
                </a:cubicBezTo>
                <a:cubicBezTo>
                  <a:pt x="617970" y="11431"/>
                  <a:pt x="619729" y="11048"/>
                  <a:pt x="621698" y="11048"/>
                </a:cubicBezTo>
                <a:cubicBezTo>
                  <a:pt x="623613" y="11048"/>
                  <a:pt x="625308" y="11349"/>
                  <a:pt x="626785" y="11951"/>
                </a:cubicBezTo>
                <a:cubicBezTo>
                  <a:pt x="628262" y="12552"/>
                  <a:pt x="629506" y="13405"/>
                  <a:pt x="630518" y="14508"/>
                </a:cubicBezTo>
                <a:cubicBezTo>
                  <a:pt x="631530" y="15611"/>
                  <a:pt x="632295" y="16951"/>
                  <a:pt x="632815" y="18528"/>
                </a:cubicBezTo>
                <a:cubicBezTo>
                  <a:pt x="633334" y="20105"/>
                  <a:pt x="633594" y="21869"/>
                  <a:pt x="633594" y="23819"/>
                </a:cubicBezTo>
                <a:moveTo>
                  <a:pt x="628644" y="23136"/>
                </a:moveTo>
                <a:cubicBezTo>
                  <a:pt x="628699" y="21914"/>
                  <a:pt x="628581" y="20798"/>
                  <a:pt x="628289" y="19786"/>
                </a:cubicBezTo>
                <a:cubicBezTo>
                  <a:pt x="627997" y="18774"/>
                  <a:pt x="627546" y="17903"/>
                  <a:pt x="626935" y="17174"/>
                </a:cubicBezTo>
                <a:cubicBezTo>
                  <a:pt x="626324" y="16445"/>
                  <a:pt x="625563" y="15875"/>
                  <a:pt x="624652" y="15465"/>
                </a:cubicBezTo>
                <a:cubicBezTo>
                  <a:pt x="623740" y="15055"/>
                  <a:pt x="622683" y="14850"/>
                  <a:pt x="621479" y="14850"/>
                </a:cubicBezTo>
                <a:cubicBezTo>
                  <a:pt x="620440" y="14850"/>
                  <a:pt x="619492" y="15050"/>
                  <a:pt x="618635" y="15451"/>
                </a:cubicBezTo>
                <a:cubicBezTo>
                  <a:pt x="617778" y="15852"/>
                  <a:pt x="617040" y="16417"/>
                  <a:pt x="616420" y="17147"/>
                </a:cubicBezTo>
                <a:cubicBezTo>
                  <a:pt x="615800" y="17876"/>
                  <a:pt x="615299" y="18751"/>
                  <a:pt x="614916" y="19772"/>
                </a:cubicBezTo>
                <a:cubicBezTo>
                  <a:pt x="614533" y="20793"/>
                  <a:pt x="614296" y="21914"/>
                  <a:pt x="614205" y="23136"/>
                </a:cubicBezTo>
                <a:lnTo>
                  <a:pt x="628644" y="23136"/>
                </a:lnTo>
                <a:close/>
                <a:moveTo>
                  <a:pt x="663229" y="31504"/>
                </a:moveTo>
                <a:cubicBezTo>
                  <a:pt x="663229" y="32470"/>
                  <a:pt x="663065" y="33336"/>
                  <a:pt x="662737" y="34102"/>
                </a:cubicBezTo>
                <a:cubicBezTo>
                  <a:pt x="662409" y="34868"/>
                  <a:pt x="661962" y="35547"/>
                  <a:pt x="661397" y="36139"/>
                </a:cubicBezTo>
                <a:cubicBezTo>
                  <a:pt x="660832" y="36732"/>
                  <a:pt x="660176" y="37238"/>
                  <a:pt x="659428" y="37657"/>
                </a:cubicBezTo>
                <a:cubicBezTo>
                  <a:pt x="658681" y="38076"/>
                  <a:pt x="657883" y="38423"/>
                  <a:pt x="657035" y="38696"/>
                </a:cubicBezTo>
                <a:cubicBezTo>
                  <a:pt x="656187" y="38970"/>
                  <a:pt x="655317" y="39170"/>
                  <a:pt x="654423" y="39298"/>
                </a:cubicBezTo>
                <a:cubicBezTo>
                  <a:pt x="653530" y="39426"/>
                  <a:pt x="652655" y="39489"/>
                  <a:pt x="651798" y="39489"/>
                </a:cubicBezTo>
                <a:cubicBezTo>
                  <a:pt x="649939" y="39489"/>
                  <a:pt x="648229" y="39407"/>
                  <a:pt x="646671" y="39243"/>
                </a:cubicBezTo>
                <a:cubicBezTo>
                  <a:pt x="645112" y="39079"/>
                  <a:pt x="643585" y="38815"/>
                  <a:pt x="642090" y="38450"/>
                </a:cubicBezTo>
                <a:lnTo>
                  <a:pt x="642090" y="34075"/>
                </a:lnTo>
                <a:cubicBezTo>
                  <a:pt x="643694" y="34530"/>
                  <a:pt x="645290" y="34877"/>
                  <a:pt x="646876" y="35114"/>
                </a:cubicBezTo>
                <a:cubicBezTo>
                  <a:pt x="648462" y="35351"/>
                  <a:pt x="650039" y="35469"/>
                  <a:pt x="651607" y="35469"/>
                </a:cubicBezTo>
                <a:cubicBezTo>
                  <a:pt x="653886" y="35469"/>
                  <a:pt x="655572" y="35159"/>
                  <a:pt x="656666" y="34540"/>
                </a:cubicBezTo>
                <a:cubicBezTo>
                  <a:pt x="657760" y="33920"/>
                  <a:pt x="658307" y="33035"/>
                  <a:pt x="658307" y="31887"/>
                </a:cubicBezTo>
                <a:cubicBezTo>
                  <a:pt x="658307" y="31395"/>
                  <a:pt x="658220" y="30953"/>
                  <a:pt x="658047" y="30561"/>
                </a:cubicBezTo>
                <a:cubicBezTo>
                  <a:pt x="657874" y="30169"/>
                  <a:pt x="657559" y="29795"/>
                  <a:pt x="657104" y="29439"/>
                </a:cubicBezTo>
                <a:cubicBezTo>
                  <a:pt x="656648" y="29084"/>
                  <a:pt x="655941" y="28715"/>
                  <a:pt x="654984" y="28332"/>
                </a:cubicBezTo>
                <a:cubicBezTo>
                  <a:pt x="654027" y="27949"/>
                  <a:pt x="652719" y="27511"/>
                  <a:pt x="651060" y="27019"/>
                </a:cubicBezTo>
                <a:cubicBezTo>
                  <a:pt x="649820" y="26654"/>
                  <a:pt x="648676" y="26240"/>
                  <a:pt x="647628" y="25775"/>
                </a:cubicBezTo>
                <a:cubicBezTo>
                  <a:pt x="646579" y="25310"/>
                  <a:pt x="645672" y="24758"/>
                  <a:pt x="644907" y="24120"/>
                </a:cubicBezTo>
                <a:cubicBezTo>
                  <a:pt x="644141" y="23482"/>
                  <a:pt x="643539" y="22735"/>
                  <a:pt x="643102" y="21878"/>
                </a:cubicBezTo>
                <a:cubicBezTo>
                  <a:pt x="642664" y="21021"/>
                  <a:pt x="642445" y="20009"/>
                  <a:pt x="642445" y="18842"/>
                </a:cubicBezTo>
                <a:cubicBezTo>
                  <a:pt x="642445" y="18077"/>
                  <a:pt x="642623" y="17238"/>
                  <a:pt x="642979" y="16326"/>
                </a:cubicBezTo>
                <a:cubicBezTo>
                  <a:pt x="643334" y="15415"/>
                  <a:pt x="643940" y="14567"/>
                  <a:pt x="644797" y="13783"/>
                </a:cubicBezTo>
                <a:cubicBezTo>
                  <a:pt x="645654" y="12999"/>
                  <a:pt x="646812" y="12347"/>
                  <a:pt x="648270" y="11828"/>
                </a:cubicBezTo>
                <a:cubicBezTo>
                  <a:pt x="649729" y="11308"/>
                  <a:pt x="651552" y="11048"/>
                  <a:pt x="653740" y="11048"/>
                </a:cubicBezTo>
                <a:cubicBezTo>
                  <a:pt x="654815" y="11048"/>
                  <a:pt x="656010" y="11108"/>
                  <a:pt x="657322" y="11226"/>
                </a:cubicBezTo>
                <a:cubicBezTo>
                  <a:pt x="658635" y="11345"/>
                  <a:pt x="660002" y="11550"/>
                  <a:pt x="661424" y="11841"/>
                </a:cubicBezTo>
                <a:lnTo>
                  <a:pt x="661424" y="16080"/>
                </a:lnTo>
                <a:cubicBezTo>
                  <a:pt x="659929" y="15716"/>
                  <a:pt x="658512" y="15447"/>
                  <a:pt x="657172" y="15273"/>
                </a:cubicBezTo>
                <a:cubicBezTo>
                  <a:pt x="655832" y="15100"/>
                  <a:pt x="654670" y="15014"/>
                  <a:pt x="653685" y="15014"/>
                </a:cubicBezTo>
                <a:cubicBezTo>
                  <a:pt x="652500" y="15014"/>
                  <a:pt x="651502" y="15105"/>
                  <a:pt x="650691" y="15287"/>
                </a:cubicBezTo>
                <a:cubicBezTo>
                  <a:pt x="649879" y="15469"/>
                  <a:pt x="649223" y="15720"/>
                  <a:pt x="648722" y="16039"/>
                </a:cubicBezTo>
                <a:cubicBezTo>
                  <a:pt x="648220" y="16358"/>
                  <a:pt x="647860" y="16732"/>
                  <a:pt x="647641" y="17160"/>
                </a:cubicBezTo>
                <a:cubicBezTo>
                  <a:pt x="647423" y="17589"/>
                  <a:pt x="647313" y="18049"/>
                  <a:pt x="647313" y="18541"/>
                </a:cubicBezTo>
                <a:cubicBezTo>
                  <a:pt x="647313" y="19034"/>
                  <a:pt x="647409" y="19480"/>
                  <a:pt x="647600" y="19881"/>
                </a:cubicBezTo>
                <a:cubicBezTo>
                  <a:pt x="647792" y="20283"/>
                  <a:pt x="648147" y="20670"/>
                  <a:pt x="648667" y="21044"/>
                </a:cubicBezTo>
                <a:cubicBezTo>
                  <a:pt x="649186" y="21417"/>
                  <a:pt x="649911" y="21791"/>
                  <a:pt x="650841" y="22165"/>
                </a:cubicBezTo>
                <a:cubicBezTo>
                  <a:pt x="651771" y="22539"/>
                  <a:pt x="652983" y="22944"/>
                  <a:pt x="654478" y="23382"/>
                </a:cubicBezTo>
                <a:cubicBezTo>
                  <a:pt x="656101" y="23856"/>
                  <a:pt x="657468" y="24353"/>
                  <a:pt x="658580" y="24872"/>
                </a:cubicBezTo>
                <a:cubicBezTo>
                  <a:pt x="659692" y="25392"/>
                  <a:pt x="660595" y="25971"/>
                  <a:pt x="661288" y="26609"/>
                </a:cubicBezTo>
                <a:cubicBezTo>
                  <a:pt x="661980" y="27247"/>
                  <a:pt x="662477" y="27967"/>
                  <a:pt x="662778" y="28769"/>
                </a:cubicBezTo>
                <a:cubicBezTo>
                  <a:pt x="663079" y="29571"/>
                  <a:pt x="663229" y="30483"/>
                  <a:pt x="663229" y="31504"/>
                </a:cubicBezTo>
                <a:close/>
                <a:moveTo>
                  <a:pt x="697482" y="25050"/>
                </a:moveTo>
                <a:cubicBezTo>
                  <a:pt x="697482" y="27183"/>
                  <a:pt x="697181" y="29138"/>
                  <a:pt x="696580" y="30916"/>
                </a:cubicBezTo>
                <a:cubicBezTo>
                  <a:pt x="695978" y="32694"/>
                  <a:pt x="695112" y="34216"/>
                  <a:pt x="693982" y="35483"/>
                </a:cubicBezTo>
                <a:cubicBezTo>
                  <a:pt x="692851" y="36750"/>
                  <a:pt x="691475" y="37735"/>
                  <a:pt x="689852" y="38437"/>
                </a:cubicBezTo>
                <a:cubicBezTo>
                  <a:pt x="688230" y="39138"/>
                  <a:pt x="686388" y="39489"/>
                  <a:pt x="684328" y="39489"/>
                </a:cubicBezTo>
                <a:cubicBezTo>
                  <a:pt x="682359" y="39489"/>
                  <a:pt x="680595" y="39184"/>
                  <a:pt x="679036" y="38573"/>
                </a:cubicBezTo>
                <a:cubicBezTo>
                  <a:pt x="677478" y="37963"/>
                  <a:pt x="676156" y="37065"/>
                  <a:pt x="675071" y="35880"/>
                </a:cubicBezTo>
                <a:cubicBezTo>
                  <a:pt x="673986" y="34695"/>
                  <a:pt x="673157" y="33227"/>
                  <a:pt x="672582" y="31477"/>
                </a:cubicBezTo>
                <a:cubicBezTo>
                  <a:pt x="672008" y="29726"/>
                  <a:pt x="671721" y="27712"/>
                  <a:pt x="671721" y="25433"/>
                </a:cubicBezTo>
                <a:cubicBezTo>
                  <a:pt x="671721" y="23300"/>
                  <a:pt x="672022" y="21354"/>
                  <a:pt x="672623" y="19594"/>
                </a:cubicBezTo>
                <a:cubicBezTo>
                  <a:pt x="673225" y="17835"/>
                  <a:pt x="674091" y="16322"/>
                  <a:pt x="675221" y="15055"/>
                </a:cubicBezTo>
                <a:cubicBezTo>
                  <a:pt x="676352" y="13788"/>
                  <a:pt x="677728" y="12803"/>
                  <a:pt x="679351" y="12101"/>
                </a:cubicBezTo>
                <a:cubicBezTo>
                  <a:pt x="680973" y="11399"/>
                  <a:pt x="682815" y="11048"/>
                  <a:pt x="684875" y="11048"/>
                </a:cubicBezTo>
                <a:cubicBezTo>
                  <a:pt x="686844" y="11048"/>
                  <a:pt x="688608" y="11354"/>
                  <a:pt x="690167" y="11964"/>
                </a:cubicBezTo>
                <a:cubicBezTo>
                  <a:pt x="691725" y="12575"/>
                  <a:pt x="693047" y="13469"/>
                  <a:pt x="694132" y="14644"/>
                </a:cubicBezTo>
                <a:cubicBezTo>
                  <a:pt x="695217" y="15820"/>
                  <a:pt x="696046" y="17283"/>
                  <a:pt x="696621" y="19034"/>
                </a:cubicBezTo>
                <a:cubicBezTo>
                  <a:pt x="697195" y="20784"/>
                  <a:pt x="697482" y="22789"/>
                  <a:pt x="697482" y="25050"/>
                </a:cubicBezTo>
                <a:moveTo>
                  <a:pt x="692614" y="25269"/>
                </a:moveTo>
                <a:cubicBezTo>
                  <a:pt x="692614" y="23573"/>
                  <a:pt x="692427" y="22092"/>
                  <a:pt x="692054" y="20825"/>
                </a:cubicBezTo>
                <a:cubicBezTo>
                  <a:pt x="691680" y="19558"/>
                  <a:pt x="691147" y="18500"/>
                  <a:pt x="690454" y="17653"/>
                </a:cubicBezTo>
                <a:cubicBezTo>
                  <a:pt x="689761" y="16805"/>
                  <a:pt x="688918" y="16167"/>
                  <a:pt x="687924" y="15738"/>
                </a:cubicBezTo>
                <a:cubicBezTo>
                  <a:pt x="686931" y="15310"/>
                  <a:pt x="685823" y="15096"/>
                  <a:pt x="684601" y="15096"/>
                </a:cubicBezTo>
                <a:cubicBezTo>
                  <a:pt x="683179" y="15096"/>
                  <a:pt x="681962" y="15374"/>
                  <a:pt x="680951" y="15930"/>
                </a:cubicBezTo>
                <a:cubicBezTo>
                  <a:pt x="679939" y="16486"/>
                  <a:pt x="679109" y="17229"/>
                  <a:pt x="678462" y="18159"/>
                </a:cubicBezTo>
                <a:cubicBezTo>
                  <a:pt x="677815" y="19088"/>
                  <a:pt x="677341" y="20169"/>
                  <a:pt x="677040" y="21399"/>
                </a:cubicBezTo>
                <a:cubicBezTo>
                  <a:pt x="676739" y="22630"/>
                  <a:pt x="676589" y="23920"/>
                  <a:pt x="676589" y="25269"/>
                </a:cubicBezTo>
                <a:cubicBezTo>
                  <a:pt x="676589" y="26964"/>
                  <a:pt x="676776" y="28450"/>
                  <a:pt x="677149" y="29726"/>
                </a:cubicBezTo>
                <a:cubicBezTo>
                  <a:pt x="677523" y="31003"/>
                  <a:pt x="678056" y="32065"/>
                  <a:pt x="678749" y="32912"/>
                </a:cubicBezTo>
                <a:cubicBezTo>
                  <a:pt x="679442" y="33760"/>
                  <a:pt x="680281" y="34398"/>
                  <a:pt x="681265" y="34827"/>
                </a:cubicBezTo>
                <a:cubicBezTo>
                  <a:pt x="682250" y="35255"/>
                  <a:pt x="683362" y="35469"/>
                  <a:pt x="684601" y="35469"/>
                </a:cubicBezTo>
                <a:cubicBezTo>
                  <a:pt x="686024" y="35469"/>
                  <a:pt x="687240" y="35191"/>
                  <a:pt x="688252" y="34635"/>
                </a:cubicBezTo>
                <a:cubicBezTo>
                  <a:pt x="689264" y="34079"/>
                  <a:pt x="690094" y="33336"/>
                  <a:pt x="690741" y="32406"/>
                </a:cubicBezTo>
                <a:cubicBezTo>
                  <a:pt x="691388" y="31477"/>
                  <a:pt x="691862" y="30396"/>
                  <a:pt x="692163" y="29166"/>
                </a:cubicBezTo>
                <a:cubicBezTo>
                  <a:pt x="692464" y="27935"/>
                  <a:pt x="692614" y="26636"/>
                  <a:pt x="692614" y="25269"/>
                </a:cubicBezTo>
                <a:close/>
                <a:moveTo>
                  <a:pt x="714017" y="4239"/>
                </a:moveTo>
                <a:lnTo>
                  <a:pt x="705895" y="4239"/>
                </a:lnTo>
                <a:lnTo>
                  <a:pt x="705895" y="328"/>
                </a:lnTo>
                <a:lnTo>
                  <a:pt x="718831" y="328"/>
                </a:lnTo>
                <a:lnTo>
                  <a:pt x="718831" y="35032"/>
                </a:lnTo>
                <a:lnTo>
                  <a:pt x="727007" y="35032"/>
                </a:lnTo>
                <a:lnTo>
                  <a:pt x="727007" y="38997"/>
                </a:lnTo>
                <a:lnTo>
                  <a:pt x="704993" y="38997"/>
                </a:lnTo>
                <a:lnTo>
                  <a:pt x="704993" y="35032"/>
                </a:lnTo>
                <a:lnTo>
                  <a:pt x="714017" y="35032"/>
                </a:lnTo>
                <a:lnTo>
                  <a:pt x="714017" y="4239"/>
                </a:lnTo>
                <a:close/>
                <a:moveTo>
                  <a:pt x="733179" y="11541"/>
                </a:moveTo>
                <a:lnTo>
                  <a:pt x="738593" y="11541"/>
                </a:lnTo>
                <a:lnTo>
                  <a:pt x="745321" y="29699"/>
                </a:lnTo>
                <a:lnTo>
                  <a:pt x="746770" y="34129"/>
                </a:lnTo>
                <a:lnTo>
                  <a:pt x="748274" y="29590"/>
                </a:lnTo>
                <a:lnTo>
                  <a:pt x="754947" y="11541"/>
                </a:lnTo>
                <a:lnTo>
                  <a:pt x="760170" y="11541"/>
                </a:lnTo>
                <a:lnTo>
                  <a:pt x="749395" y="38997"/>
                </a:lnTo>
                <a:lnTo>
                  <a:pt x="743926" y="38997"/>
                </a:lnTo>
                <a:lnTo>
                  <a:pt x="733179" y="11541"/>
                </a:lnTo>
                <a:close/>
                <a:moveTo>
                  <a:pt x="790024" y="23819"/>
                </a:moveTo>
                <a:cubicBezTo>
                  <a:pt x="790024" y="24494"/>
                  <a:pt x="790015" y="25059"/>
                  <a:pt x="789996" y="25515"/>
                </a:cubicBezTo>
                <a:cubicBezTo>
                  <a:pt x="789978" y="25971"/>
                  <a:pt x="789951" y="26399"/>
                  <a:pt x="789914" y="26800"/>
                </a:cubicBezTo>
                <a:lnTo>
                  <a:pt x="770635" y="26800"/>
                </a:lnTo>
                <a:cubicBezTo>
                  <a:pt x="770635" y="29608"/>
                  <a:pt x="771419" y="31764"/>
                  <a:pt x="772986" y="33268"/>
                </a:cubicBezTo>
                <a:cubicBezTo>
                  <a:pt x="774554" y="34772"/>
                  <a:pt x="776815" y="35524"/>
                  <a:pt x="779769" y="35524"/>
                </a:cubicBezTo>
                <a:cubicBezTo>
                  <a:pt x="780571" y="35524"/>
                  <a:pt x="781373" y="35492"/>
                  <a:pt x="782175" y="35427"/>
                </a:cubicBezTo>
                <a:cubicBezTo>
                  <a:pt x="782977" y="35361"/>
                  <a:pt x="783752" y="35273"/>
                  <a:pt x="784500" y="35161"/>
                </a:cubicBezTo>
                <a:cubicBezTo>
                  <a:pt x="785247" y="35049"/>
                  <a:pt x="785963" y="34923"/>
                  <a:pt x="786646" y="34783"/>
                </a:cubicBezTo>
                <a:cubicBezTo>
                  <a:pt x="787330" y="34643"/>
                  <a:pt x="787964" y="34489"/>
                  <a:pt x="788547" y="34321"/>
                </a:cubicBezTo>
                <a:lnTo>
                  <a:pt x="788547" y="38231"/>
                </a:lnTo>
                <a:cubicBezTo>
                  <a:pt x="787253" y="38604"/>
                  <a:pt x="785790" y="38907"/>
                  <a:pt x="784158" y="39140"/>
                </a:cubicBezTo>
                <a:cubicBezTo>
                  <a:pt x="782526" y="39373"/>
                  <a:pt x="780835" y="39489"/>
                  <a:pt x="779085" y="39489"/>
                </a:cubicBezTo>
                <a:cubicBezTo>
                  <a:pt x="776733" y="39489"/>
                  <a:pt x="774709" y="39170"/>
                  <a:pt x="773014" y="38532"/>
                </a:cubicBezTo>
                <a:cubicBezTo>
                  <a:pt x="771318" y="37894"/>
                  <a:pt x="769928" y="36969"/>
                  <a:pt x="768843" y="35757"/>
                </a:cubicBezTo>
                <a:cubicBezTo>
                  <a:pt x="767759" y="34544"/>
                  <a:pt x="766956" y="33058"/>
                  <a:pt x="766437" y="31299"/>
                </a:cubicBezTo>
                <a:cubicBezTo>
                  <a:pt x="765917" y="29540"/>
                  <a:pt x="765657" y="27548"/>
                  <a:pt x="765657" y="25324"/>
                </a:cubicBezTo>
                <a:cubicBezTo>
                  <a:pt x="765657" y="23391"/>
                  <a:pt x="765935" y="21563"/>
                  <a:pt x="766491" y="19840"/>
                </a:cubicBezTo>
                <a:cubicBezTo>
                  <a:pt x="767048" y="18118"/>
                  <a:pt x="767859" y="16604"/>
                  <a:pt x="768925" y="15301"/>
                </a:cubicBezTo>
                <a:cubicBezTo>
                  <a:pt x="769992" y="13997"/>
                  <a:pt x="771300" y="12963"/>
                  <a:pt x="772850" y="12197"/>
                </a:cubicBezTo>
                <a:cubicBezTo>
                  <a:pt x="774399" y="11431"/>
                  <a:pt x="776159" y="11048"/>
                  <a:pt x="778128" y="11048"/>
                </a:cubicBezTo>
                <a:cubicBezTo>
                  <a:pt x="780042" y="11048"/>
                  <a:pt x="781738" y="11349"/>
                  <a:pt x="783214" y="11951"/>
                </a:cubicBezTo>
                <a:cubicBezTo>
                  <a:pt x="784691" y="12552"/>
                  <a:pt x="785935" y="13405"/>
                  <a:pt x="786947" y="14508"/>
                </a:cubicBezTo>
                <a:cubicBezTo>
                  <a:pt x="787959" y="15611"/>
                  <a:pt x="788725" y="16951"/>
                  <a:pt x="789244" y="18528"/>
                </a:cubicBezTo>
                <a:cubicBezTo>
                  <a:pt x="789764" y="20105"/>
                  <a:pt x="790024" y="21869"/>
                  <a:pt x="790024" y="23819"/>
                </a:cubicBezTo>
                <a:moveTo>
                  <a:pt x="785074" y="23136"/>
                </a:moveTo>
                <a:cubicBezTo>
                  <a:pt x="785129" y="21914"/>
                  <a:pt x="785010" y="20798"/>
                  <a:pt x="784718" y="19786"/>
                </a:cubicBezTo>
                <a:cubicBezTo>
                  <a:pt x="784427" y="18774"/>
                  <a:pt x="783976" y="17903"/>
                  <a:pt x="783365" y="17174"/>
                </a:cubicBezTo>
                <a:cubicBezTo>
                  <a:pt x="782754" y="16445"/>
                  <a:pt x="781993" y="15875"/>
                  <a:pt x="781081" y="15465"/>
                </a:cubicBezTo>
                <a:cubicBezTo>
                  <a:pt x="780170" y="15055"/>
                  <a:pt x="779112" y="14850"/>
                  <a:pt x="777909" y="14850"/>
                </a:cubicBezTo>
                <a:cubicBezTo>
                  <a:pt x="776870" y="14850"/>
                  <a:pt x="775922" y="15050"/>
                  <a:pt x="775065" y="15451"/>
                </a:cubicBezTo>
                <a:cubicBezTo>
                  <a:pt x="774208" y="15852"/>
                  <a:pt x="773470" y="16417"/>
                  <a:pt x="772850" y="17147"/>
                </a:cubicBezTo>
                <a:cubicBezTo>
                  <a:pt x="772230" y="17876"/>
                  <a:pt x="771728" y="18751"/>
                  <a:pt x="771346" y="19772"/>
                </a:cubicBezTo>
                <a:cubicBezTo>
                  <a:pt x="770963" y="20793"/>
                  <a:pt x="770726" y="21914"/>
                  <a:pt x="770635" y="23136"/>
                </a:cubicBezTo>
                <a:lnTo>
                  <a:pt x="785074" y="23136"/>
                </a:lnTo>
                <a:close/>
                <a:moveTo>
                  <a:pt x="797531" y="25843"/>
                </a:moveTo>
                <a:cubicBezTo>
                  <a:pt x="797531" y="23510"/>
                  <a:pt x="797850" y="21436"/>
                  <a:pt x="798488" y="19622"/>
                </a:cubicBezTo>
                <a:cubicBezTo>
                  <a:pt x="799126" y="17808"/>
                  <a:pt x="800033" y="16276"/>
                  <a:pt x="801209" y="15027"/>
                </a:cubicBezTo>
                <a:cubicBezTo>
                  <a:pt x="802385" y="13778"/>
                  <a:pt x="803798" y="12830"/>
                  <a:pt x="805448" y="12183"/>
                </a:cubicBezTo>
                <a:cubicBezTo>
                  <a:pt x="807098" y="11536"/>
                  <a:pt x="808935" y="11212"/>
                  <a:pt x="810959" y="11212"/>
                </a:cubicBezTo>
                <a:cubicBezTo>
                  <a:pt x="811834" y="11212"/>
                  <a:pt x="812695" y="11267"/>
                  <a:pt x="813543" y="11376"/>
                </a:cubicBezTo>
                <a:cubicBezTo>
                  <a:pt x="814391" y="11486"/>
                  <a:pt x="815225" y="11659"/>
                  <a:pt x="816045" y="11896"/>
                </a:cubicBezTo>
                <a:lnTo>
                  <a:pt x="816045" y="328"/>
                </a:lnTo>
                <a:lnTo>
                  <a:pt x="820831" y="328"/>
                </a:lnTo>
                <a:lnTo>
                  <a:pt x="820831" y="38997"/>
                </a:lnTo>
                <a:lnTo>
                  <a:pt x="816565" y="38997"/>
                </a:lnTo>
                <a:lnTo>
                  <a:pt x="816401" y="33801"/>
                </a:lnTo>
                <a:cubicBezTo>
                  <a:pt x="815070" y="35734"/>
                  <a:pt x="813630" y="37165"/>
                  <a:pt x="812080" y="38095"/>
                </a:cubicBezTo>
                <a:cubicBezTo>
                  <a:pt x="810530" y="39025"/>
                  <a:pt x="808853" y="39489"/>
                  <a:pt x="807048" y="39489"/>
                </a:cubicBezTo>
                <a:cubicBezTo>
                  <a:pt x="805480" y="39489"/>
                  <a:pt x="804099" y="39161"/>
                  <a:pt x="802905" y="38505"/>
                </a:cubicBezTo>
                <a:cubicBezTo>
                  <a:pt x="801711" y="37849"/>
                  <a:pt x="800717" y="36923"/>
                  <a:pt x="799924" y="35729"/>
                </a:cubicBezTo>
                <a:cubicBezTo>
                  <a:pt x="799131" y="34535"/>
                  <a:pt x="798534" y="33099"/>
                  <a:pt x="798133" y="31422"/>
                </a:cubicBezTo>
                <a:cubicBezTo>
                  <a:pt x="797732" y="29745"/>
                  <a:pt x="797531" y="27885"/>
                  <a:pt x="797531" y="25843"/>
                </a:cubicBezTo>
                <a:moveTo>
                  <a:pt x="802399" y="25542"/>
                </a:moveTo>
                <a:cubicBezTo>
                  <a:pt x="802399" y="28860"/>
                  <a:pt x="802887" y="31335"/>
                  <a:pt x="803862" y="32967"/>
                </a:cubicBezTo>
                <a:cubicBezTo>
                  <a:pt x="804837" y="34599"/>
                  <a:pt x="806219" y="35415"/>
                  <a:pt x="808005" y="35415"/>
                </a:cubicBezTo>
                <a:cubicBezTo>
                  <a:pt x="809208" y="35415"/>
                  <a:pt x="810480" y="34877"/>
                  <a:pt x="811820" y="33801"/>
                </a:cubicBezTo>
                <a:cubicBezTo>
                  <a:pt x="813160" y="32726"/>
                  <a:pt x="814569" y="31130"/>
                  <a:pt x="816045" y="29015"/>
                </a:cubicBezTo>
                <a:lnTo>
                  <a:pt x="816045" y="16272"/>
                </a:lnTo>
                <a:cubicBezTo>
                  <a:pt x="815261" y="15907"/>
                  <a:pt x="814395" y="15629"/>
                  <a:pt x="813447" y="15438"/>
                </a:cubicBezTo>
                <a:cubicBezTo>
                  <a:pt x="812499" y="15246"/>
                  <a:pt x="811560" y="15150"/>
                  <a:pt x="810631" y="15150"/>
                </a:cubicBezTo>
                <a:cubicBezTo>
                  <a:pt x="808042" y="15150"/>
                  <a:pt x="806023" y="15989"/>
                  <a:pt x="804573" y="17666"/>
                </a:cubicBezTo>
                <a:cubicBezTo>
                  <a:pt x="803124" y="19344"/>
                  <a:pt x="802399" y="21969"/>
                  <a:pt x="802399" y="25542"/>
                </a:cubicBezTo>
                <a:close/>
                <a:moveTo>
                  <a:pt x="887702" y="38587"/>
                </a:moveTo>
                <a:cubicBezTo>
                  <a:pt x="886627" y="38870"/>
                  <a:pt x="885515" y="39073"/>
                  <a:pt x="884366" y="39195"/>
                </a:cubicBezTo>
                <a:cubicBezTo>
                  <a:pt x="883218" y="39319"/>
                  <a:pt x="882051" y="39380"/>
                  <a:pt x="880866" y="39380"/>
                </a:cubicBezTo>
                <a:cubicBezTo>
                  <a:pt x="877420" y="39380"/>
                  <a:pt x="874849" y="38601"/>
                  <a:pt x="873154" y="37042"/>
                </a:cubicBezTo>
                <a:cubicBezTo>
                  <a:pt x="871458" y="35483"/>
                  <a:pt x="870610" y="33090"/>
                  <a:pt x="870610" y="29863"/>
                </a:cubicBezTo>
                <a:lnTo>
                  <a:pt x="870610" y="15533"/>
                </a:lnTo>
                <a:lnTo>
                  <a:pt x="862926" y="15533"/>
                </a:lnTo>
                <a:lnTo>
                  <a:pt x="862926" y="11541"/>
                </a:lnTo>
                <a:lnTo>
                  <a:pt x="870610" y="11541"/>
                </a:lnTo>
                <a:lnTo>
                  <a:pt x="870610" y="3969"/>
                </a:lnTo>
                <a:lnTo>
                  <a:pt x="875369" y="2735"/>
                </a:lnTo>
                <a:lnTo>
                  <a:pt x="875369" y="11541"/>
                </a:lnTo>
                <a:lnTo>
                  <a:pt x="887702" y="11541"/>
                </a:lnTo>
                <a:lnTo>
                  <a:pt x="887702" y="15533"/>
                </a:lnTo>
                <a:lnTo>
                  <a:pt x="875369" y="15533"/>
                </a:lnTo>
                <a:lnTo>
                  <a:pt x="875369" y="29480"/>
                </a:lnTo>
                <a:cubicBezTo>
                  <a:pt x="875369" y="31449"/>
                  <a:pt x="875893" y="32922"/>
                  <a:pt x="876941" y="33897"/>
                </a:cubicBezTo>
                <a:cubicBezTo>
                  <a:pt x="877990" y="34872"/>
                  <a:pt x="879535" y="35360"/>
                  <a:pt x="881577" y="35360"/>
                </a:cubicBezTo>
                <a:cubicBezTo>
                  <a:pt x="882452" y="35360"/>
                  <a:pt x="883409" y="35290"/>
                  <a:pt x="884448" y="35149"/>
                </a:cubicBezTo>
                <a:cubicBezTo>
                  <a:pt x="885487" y="35008"/>
                  <a:pt x="886572" y="34786"/>
                  <a:pt x="887702" y="34485"/>
                </a:cubicBezTo>
                <a:lnTo>
                  <a:pt x="887702" y="38587"/>
                </a:lnTo>
                <a:close/>
                <a:moveTo>
                  <a:pt x="919740" y="38997"/>
                </a:moveTo>
                <a:lnTo>
                  <a:pt x="914982" y="38997"/>
                </a:lnTo>
                <a:lnTo>
                  <a:pt x="914982" y="21468"/>
                </a:lnTo>
                <a:cubicBezTo>
                  <a:pt x="914982" y="19353"/>
                  <a:pt x="914585" y="17771"/>
                  <a:pt x="913792" y="16723"/>
                </a:cubicBezTo>
                <a:cubicBezTo>
                  <a:pt x="912999" y="15675"/>
                  <a:pt x="911864" y="15150"/>
                  <a:pt x="910387" y="15150"/>
                </a:cubicBezTo>
                <a:cubicBezTo>
                  <a:pt x="909749" y="15150"/>
                  <a:pt x="909152" y="15237"/>
                  <a:pt x="908596" y="15410"/>
                </a:cubicBezTo>
                <a:cubicBezTo>
                  <a:pt x="908040" y="15583"/>
                  <a:pt x="907461" y="15884"/>
                  <a:pt x="906860" y="16313"/>
                </a:cubicBezTo>
                <a:cubicBezTo>
                  <a:pt x="906258" y="16741"/>
                  <a:pt x="905602" y="17320"/>
                  <a:pt x="904891" y="18049"/>
                </a:cubicBezTo>
                <a:cubicBezTo>
                  <a:pt x="904179" y="18778"/>
                  <a:pt x="903359" y="19690"/>
                  <a:pt x="902429" y="20784"/>
                </a:cubicBezTo>
                <a:lnTo>
                  <a:pt x="902429" y="38997"/>
                </a:lnTo>
                <a:lnTo>
                  <a:pt x="897671" y="38997"/>
                </a:lnTo>
                <a:lnTo>
                  <a:pt x="897671" y="328"/>
                </a:lnTo>
                <a:lnTo>
                  <a:pt x="902429" y="328"/>
                </a:lnTo>
                <a:lnTo>
                  <a:pt x="902429" y="11533"/>
                </a:lnTo>
                <a:lnTo>
                  <a:pt x="902265" y="15861"/>
                </a:lnTo>
                <a:cubicBezTo>
                  <a:pt x="903013" y="14968"/>
                  <a:pt x="903746" y="14216"/>
                  <a:pt x="904467" y="13605"/>
                </a:cubicBezTo>
                <a:cubicBezTo>
                  <a:pt x="905187" y="12995"/>
                  <a:pt x="905907" y="12498"/>
                  <a:pt x="906627" y="12115"/>
                </a:cubicBezTo>
                <a:cubicBezTo>
                  <a:pt x="907347" y="11732"/>
                  <a:pt x="908081" y="11458"/>
                  <a:pt x="908829" y="11294"/>
                </a:cubicBezTo>
                <a:cubicBezTo>
                  <a:pt x="909576" y="11130"/>
                  <a:pt x="910351" y="11048"/>
                  <a:pt x="911153" y="11048"/>
                </a:cubicBezTo>
                <a:cubicBezTo>
                  <a:pt x="913888" y="11048"/>
                  <a:pt x="916003" y="11882"/>
                  <a:pt x="917498" y="13551"/>
                </a:cubicBezTo>
                <a:cubicBezTo>
                  <a:pt x="918993" y="15219"/>
                  <a:pt x="919740" y="17730"/>
                  <a:pt x="919740" y="21085"/>
                </a:cubicBezTo>
                <a:lnTo>
                  <a:pt x="919740" y="38997"/>
                </a:lnTo>
                <a:close/>
                <a:moveTo>
                  <a:pt x="951945" y="23819"/>
                </a:moveTo>
                <a:cubicBezTo>
                  <a:pt x="951945" y="24494"/>
                  <a:pt x="951936" y="25059"/>
                  <a:pt x="951918" y="25515"/>
                </a:cubicBezTo>
                <a:cubicBezTo>
                  <a:pt x="951900" y="25971"/>
                  <a:pt x="951873" y="26399"/>
                  <a:pt x="951836" y="26800"/>
                </a:cubicBezTo>
                <a:lnTo>
                  <a:pt x="932556" y="26800"/>
                </a:lnTo>
                <a:cubicBezTo>
                  <a:pt x="932556" y="29608"/>
                  <a:pt x="933340" y="31764"/>
                  <a:pt x="934908" y="33268"/>
                </a:cubicBezTo>
                <a:cubicBezTo>
                  <a:pt x="936476" y="34772"/>
                  <a:pt x="938737" y="35524"/>
                  <a:pt x="941690" y="35524"/>
                </a:cubicBezTo>
                <a:cubicBezTo>
                  <a:pt x="942492" y="35524"/>
                  <a:pt x="943295" y="35492"/>
                  <a:pt x="944097" y="35427"/>
                </a:cubicBezTo>
                <a:cubicBezTo>
                  <a:pt x="944899" y="35361"/>
                  <a:pt x="945674" y="35273"/>
                  <a:pt x="946421" y="35161"/>
                </a:cubicBezTo>
                <a:cubicBezTo>
                  <a:pt x="947169" y="35049"/>
                  <a:pt x="947884" y="34923"/>
                  <a:pt x="948568" y="34783"/>
                </a:cubicBezTo>
                <a:cubicBezTo>
                  <a:pt x="949252" y="34643"/>
                  <a:pt x="949885" y="34489"/>
                  <a:pt x="950469" y="34321"/>
                </a:cubicBezTo>
                <a:lnTo>
                  <a:pt x="950469" y="38231"/>
                </a:lnTo>
                <a:cubicBezTo>
                  <a:pt x="949174" y="38604"/>
                  <a:pt x="947711" y="38907"/>
                  <a:pt x="946079" y="39140"/>
                </a:cubicBezTo>
                <a:cubicBezTo>
                  <a:pt x="944448" y="39373"/>
                  <a:pt x="942757" y="39489"/>
                  <a:pt x="941007" y="39489"/>
                </a:cubicBezTo>
                <a:cubicBezTo>
                  <a:pt x="938655" y="39489"/>
                  <a:pt x="936631" y="39170"/>
                  <a:pt x="934935" y="38532"/>
                </a:cubicBezTo>
                <a:cubicBezTo>
                  <a:pt x="933240" y="37894"/>
                  <a:pt x="931850" y="36969"/>
                  <a:pt x="930765" y="35757"/>
                </a:cubicBezTo>
                <a:cubicBezTo>
                  <a:pt x="929680" y="34544"/>
                  <a:pt x="928878" y="33058"/>
                  <a:pt x="928358" y="31299"/>
                </a:cubicBezTo>
                <a:cubicBezTo>
                  <a:pt x="927839" y="29540"/>
                  <a:pt x="927579" y="27548"/>
                  <a:pt x="927579" y="25324"/>
                </a:cubicBezTo>
                <a:cubicBezTo>
                  <a:pt x="927579" y="23391"/>
                  <a:pt x="927857" y="21563"/>
                  <a:pt x="928413" y="19840"/>
                </a:cubicBezTo>
                <a:cubicBezTo>
                  <a:pt x="928969" y="18118"/>
                  <a:pt x="929781" y="16604"/>
                  <a:pt x="930847" y="15301"/>
                </a:cubicBezTo>
                <a:cubicBezTo>
                  <a:pt x="931914" y="13997"/>
                  <a:pt x="933222" y="12963"/>
                  <a:pt x="934771" y="12197"/>
                </a:cubicBezTo>
                <a:cubicBezTo>
                  <a:pt x="936321" y="11431"/>
                  <a:pt x="938080" y="11048"/>
                  <a:pt x="940049" y="11048"/>
                </a:cubicBezTo>
                <a:cubicBezTo>
                  <a:pt x="941964" y="11048"/>
                  <a:pt x="943659" y="11349"/>
                  <a:pt x="945136" y="11951"/>
                </a:cubicBezTo>
                <a:cubicBezTo>
                  <a:pt x="946613" y="12552"/>
                  <a:pt x="947857" y="13405"/>
                  <a:pt x="948869" y="14508"/>
                </a:cubicBezTo>
                <a:cubicBezTo>
                  <a:pt x="949881" y="15611"/>
                  <a:pt x="950646" y="16951"/>
                  <a:pt x="951166" y="18528"/>
                </a:cubicBezTo>
                <a:cubicBezTo>
                  <a:pt x="951686" y="20105"/>
                  <a:pt x="951945" y="21869"/>
                  <a:pt x="951945" y="23819"/>
                </a:cubicBezTo>
                <a:moveTo>
                  <a:pt x="946996" y="23136"/>
                </a:moveTo>
                <a:cubicBezTo>
                  <a:pt x="947050" y="21914"/>
                  <a:pt x="946932" y="20798"/>
                  <a:pt x="946640" y="19786"/>
                </a:cubicBezTo>
                <a:cubicBezTo>
                  <a:pt x="946348" y="18774"/>
                  <a:pt x="945897" y="17903"/>
                  <a:pt x="945286" y="17174"/>
                </a:cubicBezTo>
                <a:cubicBezTo>
                  <a:pt x="944676" y="16445"/>
                  <a:pt x="943914" y="15875"/>
                  <a:pt x="943003" y="15465"/>
                </a:cubicBezTo>
                <a:cubicBezTo>
                  <a:pt x="942091" y="15055"/>
                  <a:pt x="941034" y="14850"/>
                  <a:pt x="939831" y="14850"/>
                </a:cubicBezTo>
                <a:cubicBezTo>
                  <a:pt x="938791" y="14850"/>
                  <a:pt x="937843" y="15050"/>
                  <a:pt x="936987" y="15451"/>
                </a:cubicBezTo>
                <a:cubicBezTo>
                  <a:pt x="936130" y="15852"/>
                  <a:pt x="935391" y="16417"/>
                  <a:pt x="934771" y="17147"/>
                </a:cubicBezTo>
                <a:cubicBezTo>
                  <a:pt x="934152" y="17876"/>
                  <a:pt x="933650" y="18751"/>
                  <a:pt x="933267" y="19772"/>
                </a:cubicBezTo>
                <a:cubicBezTo>
                  <a:pt x="932884" y="20793"/>
                  <a:pt x="932647" y="21914"/>
                  <a:pt x="932556" y="23136"/>
                </a:cubicBezTo>
                <a:lnTo>
                  <a:pt x="946996" y="23136"/>
                </a:lnTo>
                <a:close/>
                <a:moveTo>
                  <a:pt x="1005614" y="15479"/>
                </a:moveTo>
                <a:lnTo>
                  <a:pt x="997492" y="15479"/>
                </a:lnTo>
                <a:lnTo>
                  <a:pt x="997492" y="11541"/>
                </a:lnTo>
                <a:lnTo>
                  <a:pt x="1010427" y="11541"/>
                </a:lnTo>
                <a:lnTo>
                  <a:pt x="1010427" y="35032"/>
                </a:lnTo>
                <a:lnTo>
                  <a:pt x="1018604" y="35032"/>
                </a:lnTo>
                <a:lnTo>
                  <a:pt x="1018604" y="38997"/>
                </a:lnTo>
                <a:lnTo>
                  <a:pt x="996590" y="38997"/>
                </a:lnTo>
                <a:lnTo>
                  <a:pt x="996590" y="35032"/>
                </a:lnTo>
                <a:lnTo>
                  <a:pt x="1005614" y="35032"/>
                </a:lnTo>
                <a:lnTo>
                  <a:pt x="1005614" y="15479"/>
                </a:lnTo>
                <a:moveTo>
                  <a:pt x="1007282" y="0"/>
                </a:moveTo>
                <a:cubicBezTo>
                  <a:pt x="1007811" y="0"/>
                  <a:pt x="1008303" y="96"/>
                  <a:pt x="1008759" y="287"/>
                </a:cubicBezTo>
                <a:cubicBezTo>
                  <a:pt x="1009215" y="479"/>
                  <a:pt x="1009611" y="747"/>
                  <a:pt x="1009949" y="1094"/>
                </a:cubicBezTo>
                <a:cubicBezTo>
                  <a:pt x="1010286" y="1440"/>
                  <a:pt x="1010550" y="1837"/>
                  <a:pt x="1010742" y="2283"/>
                </a:cubicBezTo>
                <a:cubicBezTo>
                  <a:pt x="1010933" y="2730"/>
                  <a:pt x="1011029" y="3218"/>
                  <a:pt x="1011029" y="3747"/>
                </a:cubicBezTo>
                <a:cubicBezTo>
                  <a:pt x="1011029" y="4257"/>
                  <a:pt x="1010933" y="4740"/>
                  <a:pt x="1010742" y="5196"/>
                </a:cubicBezTo>
                <a:cubicBezTo>
                  <a:pt x="1010550" y="5652"/>
                  <a:pt x="1010286" y="6053"/>
                  <a:pt x="1009949" y="6399"/>
                </a:cubicBezTo>
                <a:cubicBezTo>
                  <a:pt x="1009611" y="6746"/>
                  <a:pt x="1009215" y="7015"/>
                  <a:pt x="1008759" y="7206"/>
                </a:cubicBezTo>
                <a:cubicBezTo>
                  <a:pt x="1008303" y="7397"/>
                  <a:pt x="1007811" y="7493"/>
                  <a:pt x="1007282" y="7493"/>
                </a:cubicBezTo>
                <a:cubicBezTo>
                  <a:pt x="1006754" y="7493"/>
                  <a:pt x="1006261" y="7397"/>
                  <a:pt x="1005806" y="7206"/>
                </a:cubicBezTo>
                <a:cubicBezTo>
                  <a:pt x="1005350" y="7015"/>
                  <a:pt x="1004953" y="6746"/>
                  <a:pt x="1004616" y="6399"/>
                </a:cubicBezTo>
                <a:cubicBezTo>
                  <a:pt x="1004279" y="6053"/>
                  <a:pt x="1004014" y="5652"/>
                  <a:pt x="1003823" y="5196"/>
                </a:cubicBezTo>
                <a:cubicBezTo>
                  <a:pt x="1003632" y="4740"/>
                  <a:pt x="1003536" y="4257"/>
                  <a:pt x="1003536" y="3747"/>
                </a:cubicBezTo>
                <a:cubicBezTo>
                  <a:pt x="1003536" y="3218"/>
                  <a:pt x="1003632" y="2730"/>
                  <a:pt x="1003823" y="2283"/>
                </a:cubicBezTo>
                <a:cubicBezTo>
                  <a:pt x="1004014" y="1837"/>
                  <a:pt x="1004279" y="1440"/>
                  <a:pt x="1004616" y="1094"/>
                </a:cubicBezTo>
                <a:cubicBezTo>
                  <a:pt x="1004953" y="747"/>
                  <a:pt x="1005350" y="479"/>
                  <a:pt x="1005806" y="287"/>
                </a:cubicBezTo>
                <a:cubicBezTo>
                  <a:pt x="1006261" y="96"/>
                  <a:pt x="1006754" y="0"/>
                  <a:pt x="1007282" y="0"/>
                </a:cubicBezTo>
                <a:close/>
                <a:moveTo>
                  <a:pt x="1049087" y="31504"/>
                </a:moveTo>
                <a:cubicBezTo>
                  <a:pt x="1049087" y="32470"/>
                  <a:pt x="1048923" y="33336"/>
                  <a:pt x="1048594" y="34102"/>
                </a:cubicBezTo>
                <a:cubicBezTo>
                  <a:pt x="1048266" y="34868"/>
                  <a:pt x="1047820" y="35547"/>
                  <a:pt x="1047254" y="36139"/>
                </a:cubicBezTo>
                <a:cubicBezTo>
                  <a:pt x="1046689" y="36732"/>
                  <a:pt x="1046033" y="37238"/>
                  <a:pt x="1045285" y="37657"/>
                </a:cubicBezTo>
                <a:cubicBezTo>
                  <a:pt x="1044538" y="38076"/>
                  <a:pt x="1043740" y="38423"/>
                  <a:pt x="1042893" y="38696"/>
                </a:cubicBezTo>
                <a:cubicBezTo>
                  <a:pt x="1042045" y="38970"/>
                  <a:pt x="1041174" y="39170"/>
                  <a:pt x="1040281" y="39298"/>
                </a:cubicBezTo>
                <a:cubicBezTo>
                  <a:pt x="1039388" y="39426"/>
                  <a:pt x="1038512" y="39489"/>
                  <a:pt x="1037656" y="39489"/>
                </a:cubicBezTo>
                <a:cubicBezTo>
                  <a:pt x="1035796" y="39489"/>
                  <a:pt x="1034087" y="39407"/>
                  <a:pt x="1032528" y="39243"/>
                </a:cubicBezTo>
                <a:cubicBezTo>
                  <a:pt x="1030969" y="39079"/>
                  <a:pt x="1029442" y="38815"/>
                  <a:pt x="1027947" y="38450"/>
                </a:cubicBezTo>
                <a:lnTo>
                  <a:pt x="1027947" y="34075"/>
                </a:lnTo>
                <a:cubicBezTo>
                  <a:pt x="1029552" y="34530"/>
                  <a:pt x="1031147" y="34877"/>
                  <a:pt x="1032733" y="35114"/>
                </a:cubicBezTo>
                <a:cubicBezTo>
                  <a:pt x="1034319" y="35351"/>
                  <a:pt x="1035896" y="35469"/>
                  <a:pt x="1037464" y="35469"/>
                </a:cubicBezTo>
                <a:cubicBezTo>
                  <a:pt x="1039743" y="35469"/>
                  <a:pt x="1041429" y="35159"/>
                  <a:pt x="1042523" y="34540"/>
                </a:cubicBezTo>
                <a:cubicBezTo>
                  <a:pt x="1043617" y="33920"/>
                  <a:pt x="1044164" y="33035"/>
                  <a:pt x="1044164" y="31887"/>
                </a:cubicBezTo>
                <a:cubicBezTo>
                  <a:pt x="1044164" y="31395"/>
                  <a:pt x="1044078" y="30953"/>
                  <a:pt x="1043904" y="30561"/>
                </a:cubicBezTo>
                <a:cubicBezTo>
                  <a:pt x="1043731" y="30169"/>
                  <a:pt x="1043417" y="29795"/>
                  <a:pt x="1042961" y="29439"/>
                </a:cubicBezTo>
                <a:cubicBezTo>
                  <a:pt x="1042505" y="29084"/>
                  <a:pt x="1041799" y="28715"/>
                  <a:pt x="1040841" y="28332"/>
                </a:cubicBezTo>
                <a:cubicBezTo>
                  <a:pt x="1039884" y="27949"/>
                  <a:pt x="1038576" y="27511"/>
                  <a:pt x="1036917" y="27019"/>
                </a:cubicBezTo>
                <a:cubicBezTo>
                  <a:pt x="1035677" y="26654"/>
                  <a:pt x="1034533" y="26240"/>
                  <a:pt x="1033485" y="25775"/>
                </a:cubicBezTo>
                <a:cubicBezTo>
                  <a:pt x="1032437" y="25310"/>
                  <a:pt x="1031530" y="24758"/>
                  <a:pt x="1030764" y="24120"/>
                </a:cubicBezTo>
                <a:cubicBezTo>
                  <a:pt x="1029998" y="23482"/>
                  <a:pt x="1029397" y="22735"/>
                  <a:pt x="1028959" y="21878"/>
                </a:cubicBezTo>
                <a:cubicBezTo>
                  <a:pt x="1028522" y="21021"/>
                  <a:pt x="1028303" y="20009"/>
                  <a:pt x="1028303" y="18842"/>
                </a:cubicBezTo>
                <a:cubicBezTo>
                  <a:pt x="1028303" y="18077"/>
                  <a:pt x="1028481" y="17238"/>
                  <a:pt x="1028836" y="16326"/>
                </a:cubicBezTo>
                <a:cubicBezTo>
                  <a:pt x="1029192" y="15415"/>
                  <a:pt x="1029798" y="14567"/>
                  <a:pt x="1030655" y="13783"/>
                </a:cubicBezTo>
                <a:cubicBezTo>
                  <a:pt x="1031512" y="12999"/>
                  <a:pt x="1032669" y="12347"/>
                  <a:pt x="1034128" y="11828"/>
                </a:cubicBezTo>
                <a:cubicBezTo>
                  <a:pt x="1035586" y="11308"/>
                  <a:pt x="1037409" y="11048"/>
                  <a:pt x="1039597" y="11048"/>
                </a:cubicBezTo>
                <a:cubicBezTo>
                  <a:pt x="1040673" y="11048"/>
                  <a:pt x="1041867" y="11108"/>
                  <a:pt x="1043180" y="11226"/>
                </a:cubicBezTo>
                <a:cubicBezTo>
                  <a:pt x="1044492" y="11345"/>
                  <a:pt x="1045860" y="11550"/>
                  <a:pt x="1047282" y="11841"/>
                </a:cubicBezTo>
                <a:lnTo>
                  <a:pt x="1047282" y="16080"/>
                </a:lnTo>
                <a:cubicBezTo>
                  <a:pt x="1045787" y="15716"/>
                  <a:pt x="1044369" y="15447"/>
                  <a:pt x="1043029" y="15273"/>
                </a:cubicBezTo>
                <a:cubicBezTo>
                  <a:pt x="1041689" y="15100"/>
                  <a:pt x="1040527" y="15014"/>
                  <a:pt x="1039542" y="15014"/>
                </a:cubicBezTo>
                <a:cubicBezTo>
                  <a:pt x="1038357" y="15014"/>
                  <a:pt x="1037359" y="15105"/>
                  <a:pt x="1036548" y="15287"/>
                </a:cubicBezTo>
                <a:cubicBezTo>
                  <a:pt x="1035737" y="15469"/>
                  <a:pt x="1035080" y="15720"/>
                  <a:pt x="1034579" y="16039"/>
                </a:cubicBezTo>
                <a:cubicBezTo>
                  <a:pt x="1034078" y="16358"/>
                  <a:pt x="1033718" y="16732"/>
                  <a:pt x="1033499" y="17160"/>
                </a:cubicBezTo>
                <a:cubicBezTo>
                  <a:pt x="1033280" y="17589"/>
                  <a:pt x="1033171" y="18049"/>
                  <a:pt x="1033171" y="18541"/>
                </a:cubicBezTo>
                <a:cubicBezTo>
                  <a:pt x="1033171" y="19034"/>
                  <a:pt x="1033266" y="19480"/>
                  <a:pt x="1033458" y="19881"/>
                </a:cubicBezTo>
                <a:cubicBezTo>
                  <a:pt x="1033649" y="20283"/>
                  <a:pt x="1034005" y="20670"/>
                  <a:pt x="1034524" y="21044"/>
                </a:cubicBezTo>
                <a:cubicBezTo>
                  <a:pt x="1035044" y="21417"/>
                  <a:pt x="1035769" y="21791"/>
                  <a:pt x="1036698" y="22165"/>
                </a:cubicBezTo>
                <a:cubicBezTo>
                  <a:pt x="1037628" y="22539"/>
                  <a:pt x="1038841" y="22944"/>
                  <a:pt x="1040336" y="23382"/>
                </a:cubicBezTo>
                <a:cubicBezTo>
                  <a:pt x="1041958" y="23856"/>
                  <a:pt x="1043326" y="24353"/>
                  <a:pt x="1044438" y="24872"/>
                </a:cubicBezTo>
                <a:cubicBezTo>
                  <a:pt x="1045550" y="25392"/>
                  <a:pt x="1046452" y="25971"/>
                  <a:pt x="1047145" y="26609"/>
                </a:cubicBezTo>
                <a:cubicBezTo>
                  <a:pt x="1047838" y="27247"/>
                  <a:pt x="1048335" y="27967"/>
                  <a:pt x="1048635" y="28769"/>
                </a:cubicBezTo>
                <a:cubicBezTo>
                  <a:pt x="1048936" y="29571"/>
                  <a:pt x="1049087" y="30483"/>
                  <a:pt x="1049087" y="31504"/>
                </a:cubicBezTo>
                <a:close/>
                <a:moveTo>
                  <a:pt x="1081179" y="31504"/>
                </a:moveTo>
                <a:cubicBezTo>
                  <a:pt x="1081179" y="32470"/>
                  <a:pt x="1081015" y="33336"/>
                  <a:pt x="1080687" y="34102"/>
                </a:cubicBezTo>
                <a:cubicBezTo>
                  <a:pt x="1080359" y="34868"/>
                  <a:pt x="1079912" y="35547"/>
                  <a:pt x="1079347" y="36139"/>
                </a:cubicBezTo>
                <a:cubicBezTo>
                  <a:pt x="1078782" y="36732"/>
                  <a:pt x="1078125" y="37238"/>
                  <a:pt x="1077378" y="37657"/>
                </a:cubicBezTo>
                <a:cubicBezTo>
                  <a:pt x="1076630" y="38076"/>
                  <a:pt x="1075833" y="38423"/>
                  <a:pt x="1074985" y="38696"/>
                </a:cubicBezTo>
                <a:cubicBezTo>
                  <a:pt x="1074137" y="38970"/>
                  <a:pt x="1073267" y="39170"/>
                  <a:pt x="1072373" y="39298"/>
                </a:cubicBezTo>
                <a:cubicBezTo>
                  <a:pt x="1071480" y="39426"/>
                  <a:pt x="1070605" y="39489"/>
                  <a:pt x="1069748" y="39489"/>
                </a:cubicBezTo>
                <a:cubicBezTo>
                  <a:pt x="1067888" y="39489"/>
                  <a:pt x="1066179" y="39407"/>
                  <a:pt x="1064620" y="39243"/>
                </a:cubicBezTo>
                <a:cubicBezTo>
                  <a:pt x="1063062" y="39079"/>
                  <a:pt x="1061535" y="38815"/>
                  <a:pt x="1060040" y="38450"/>
                </a:cubicBezTo>
                <a:lnTo>
                  <a:pt x="1060040" y="34075"/>
                </a:lnTo>
                <a:cubicBezTo>
                  <a:pt x="1061644" y="34530"/>
                  <a:pt x="1063239" y="34877"/>
                  <a:pt x="1064826" y="35114"/>
                </a:cubicBezTo>
                <a:cubicBezTo>
                  <a:pt x="1066412" y="35351"/>
                  <a:pt x="1067989" y="35469"/>
                  <a:pt x="1069557" y="35469"/>
                </a:cubicBezTo>
                <a:cubicBezTo>
                  <a:pt x="1071836" y="35469"/>
                  <a:pt x="1073522" y="35159"/>
                  <a:pt x="1074616" y="34540"/>
                </a:cubicBezTo>
                <a:cubicBezTo>
                  <a:pt x="1075710" y="33920"/>
                  <a:pt x="1076257" y="33035"/>
                  <a:pt x="1076257" y="31887"/>
                </a:cubicBezTo>
                <a:cubicBezTo>
                  <a:pt x="1076257" y="31395"/>
                  <a:pt x="1076170" y="30953"/>
                  <a:pt x="1075997" y="30561"/>
                </a:cubicBezTo>
                <a:cubicBezTo>
                  <a:pt x="1075824" y="30169"/>
                  <a:pt x="1075509" y="29795"/>
                  <a:pt x="1075053" y="29439"/>
                </a:cubicBezTo>
                <a:cubicBezTo>
                  <a:pt x="1074598" y="29084"/>
                  <a:pt x="1073891" y="28715"/>
                  <a:pt x="1072934" y="28332"/>
                </a:cubicBezTo>
                <a:cubicBezTo>
                  <a:pt x="1071977" y="27949"/>
                  <a:pt x="1070669" y="27511"/>
                  <a:pt x="1069010" y="27019"/>
                </a:cubicBezTo>
                <a:cubicBezTo>
                  <a:pt x="1067770" y="26654"/>
                  <a:pt x="1066626" y="26240"/>
                  <a:pt x="1065578" y="25775"/>
                </a:cubicBezTo>
                <a:cubicBezTo>
                  <a:pt x="1064529" y="25310"/>
                  <a:pt x="1063622" y="24758"/>
                  <a:pt x="1062857" y="24120"/>
                </a:cubicBezTo>
                <a:cubicBezTo>
                  <a:pt x="1062091" y="23482"/>
                  <a:pt x="1061489" y="22735"/>
                  <a:pt x="1061052" y="21878"/>
                </a:cubicBezTo>
                <a:cubicBezTo>
                  <a:pt x="1060614" y="21021"/>
                  <a:pt x="1060395" y="20009"/>
                  <a:pt x="1060395" y="18842"/>
                </a:cubicBezTo>
                <a:cubicBezTo>
                  <a:pt x="1060395" y="18077"/>
                  <a:pt x="1060573" y="17238"/>
                  <a:pt x="1060929" y="16326"/>
                </a:cubicBezTo>
                <a:cubicBezTo>
                  <a:pt x="1061284" y="15415"/>
                  <a:pt x="1061890" y="14567"/>
                  <a:pt x="1062747" y="13783"/>
                </a:cubicBezTo>
                <a:cubicBezTo>
                  <a:pt x="1063604" y="12999"/>
                  <a:pt x="1064762" y="12347"/>
                  <a:pt x="1066220" y="11828"/>
                </a:cubicBezTo>
                <a:cubicBezTo>
                  <a:pt x="1067679" y="11308"/>
                  <a:pt x="1069502" y="11048"/>
                  <a:pt x="1071690" y="11048"/>
                </a:cubicBezTo>
                <a:cubicBezTo>
                  <a:pt x="1072765" y="11048"/>
                  <a:pt x="1073960" y="11108"/>
                  <a:pt x="1075272" y="11226"/>
                </a:cubicBezTo>
                <a:cubicBezTo>
                  <a:pt x="1076585" y="11345"/>
                  <a:pt x="1077952" y="11550"/>
                  <a:pt x="1079374" y="11841"/>
                </a:cubicBezTo>
                <a:lnTo>
                  <a:pt x="1079374" y="16080"/>
                </a:lnTo>
                <a:cubicBezTo>
                  <a:pt x="1077879" y="15716"/>
                  <a:pt x="1076462" y="15447"/>
                  <a:pt x="1075122" y="15273"/>
                </a:cubicBezTo>
                <a:cubicBezTo>
                  <a:pt x="1073782" y="15100"/>
                  <a:pt x="1072620" y="15014"/>
                  <a:pt x="1071635" y="15014"/>
                </a:cubicBezTo>
                <a:cubicBezTo>
                  <a:pt x="1070450" y="15014"/>
                  <a:pt x="1069452" y="15105"/>
                  <a:pt x="1068641" y="15287"/>
                </a:cubicBezTo>
                <a:cubicBezTo>
                  <a:pt x="1067829" y="15469"/>
                  <a:pt x="1067173" y="15720"/>
                  <a:pt x="1066672" y="16039"/>
                </a:cubicBezTo>
                <a:cubicBezTo>
                  <a:pt x="1066170" y="16358"/>
                  <a:pt x="1065810" y="16732"/>
                  <a:pt x="1065591" y="17160"/>
                </a:cubicBezTo>
                <a:cubicBezTo>
                  <a:pt x="1065373" y="17589"/>
                  <a:pt x="1065263" y="18049"/>
                  <a:pt x="1065263" y="18541"/>
                </a:cubicBezTo>
                <a:cubicBezTo>
                  <a:pt x="1065263" y="19034"/>
                  <a:pt x="1065359" y="19480"/>
                  <a:pt x="1065550" y="19881"/>
                </a:cubicBezTo>
                <a:cubicBezTo>
                  <a:pt x="1065742" y="20283"/>
                  <a:pt x="1066097" y="20670"/>
                  <a:pt x="1066617" y="21044"/>
                </a:cubicBezTo>
                <a:cubicBezTo>
                  <a:pt x="1067136" y="21417"/>
                  <a:pt x="1067861" y="21791"/>
                  <a:pt x="1068791" y="22165"/>
                </a:cubicBezTo>
                <a:cubicBezTo>
                  <a:pt x="1069721" y="22539"/>
                  <a:pt x="1070933" y="22944"/>
                  <a:pt x="1072428" y="23382"/>
                </a:cubicBezTo>
                <a:cubicBezTo>
                  <a:pt x="1074051" y="23856"/>
                  <a:pt x="1075418" y="24353"/>
                  <a:pt x="1076530" y="24872"/>
                </a:cubicBezTo>
                <a:cubicBezTo>
                  <a:pt x="1077642" y="25392"/>
                  <a:pt x="1078545" y="25971"/>
                  <a:pt x="1079238" y="26609"/>
                </a:cubicBezTo>
                <a:cubicBezTo>
                  <a:pt x="1079930" y="27247"/>
                  <a:pt x="1080427" y="27967"/>
                  <a:pt x="1080728" y="28769"/>
                </a:cubicBezTo>
                <a:cubicBezTo>
                  <a:pt x="1081029" y="29571"/>
                  <a:pt x="1081179" y="30483"/>
                  <a:pt x="1081179" y="31504"/>
                </a:cubicBezTo>
                <a:close/>
                <a:moveTo>
                  <a:pt x="1112592" y="38997"/>
                </a:moveTo>
                <a:lnTo>
                  <a:pt x="1108325" y="38997"/>
                </a:lnTo>
                <a:lnTo>
                  <a:pt x="1108161" y="34567"/>
                </a:lnTo>
                <a:cubicBezTo>
                  <a:pt x="1107341" y="35515"/>
                  <a:pt x="1106562" y="36303"/>
                  <a:pt x="1105823" y="36932"/>
                </a:cubicBezTo>
                <a:cubicBezTo>
                  <a:pt x="1105085" y="37561"/>
                  <a:pt x="1104351" y="38067"/>
                  <a:pt x="1103622" y="38450"/>
                </a:cubicBezTo>
                <a:cubicBezTo>
                  <a:pt x="1102892" y="38833"/>
                  <a:pt x="1102159" y="39102"/>
                  <a:pt x="1101420" y="39257"/>
                </a:cubicBezTo>
                <a:cubicBezTo>
                  <a:pt x="1100682" y="39412"/>
                  <a:pt x="1099902" y="39489"/>
                  <a:pt x="1099082" y="39489"/>
                </a:cubicBezTo>
                <a:cubicBezTo>
                  <a:pt x="1096256" y="39489"/>
                  <a:pt x="1094123" y="38660"/>
                  <a:pt x="1092683" y="37001"/>
                </a:cubicBezTo>
                <a:cubicBezTo>
                  <a:pt x="1091243" y="35342"/>
                  <a:pt x="1090522" y="32835"/>
                  <a:pt x="1090522" y="29480"/>
                </a:cubicBezTo>
                <a:lnTo>
                  <a:pt x="1090522" y="11541"/>
                </a:lnTo>
                <a:lnTo>
                  <a:pt x="1095281" y="11541"/>
                </a:lnTo>
                <a:lnTo>
                  <a:pt x="1095281" y="29097"/>
                </a:lnTo>
                <a:cubicBezTo>
                  <a:pt x="1095281" y="33309"/>
                  <a:pt x="1096867" y="35415"/>
                  <a:pt x="1100039" y="35415"/>
                </a:cubicBezTo>
                <a:cubicBezTo>
                  <a:pt x="1100623" y="35415"/>
                  <a:pt x="1101192" y="35328"/>
                  <a:pt x="1101748" y="35155"/>
                </a:cubicBezTo>
                <a:cubicBezTo>
                  <a:pt x="1102304" y="34982"/>
                  <a:pt x="1102888" y="34681"/>
                  <a:pt x="1103499" y="34252"/>
                </a:cubicBezTo>
                <a:cubicBezTo>
                  <a:pt x="1104109" y="33824"/>
                  <a:pt x="1104766" y="33245"/>
                  <a:pt x="1105468" y="32516"/>
                </a:cubicBezTo>
                <a:cubicBezTo>
                  <a:pt x="1106170" y="31787"/>
                  <a:pt x="1106958" y="30866"/>
                  <a:pt x="1107833" y="29754"/>
                </a:cubicBezTo>
                <a:lnTo>
                  <a:pt x="1107833" y="11541"/>
                </a:lnTo>
                <a:lnTo>
                  <a:pt x="1112592" y="11541"/>
                </a:lnTo>
                <a:lnTo>
                  <a:pt x="1112592" y="38997"/>
                </a:lnTo>
                <a:close/>
                <a:moveTo>
                  <a:pt x="1144797" y="23819"/>
                </a:moveTo>
                <a:cubicBezTo>
                  <a:pt x="1144797" y="24494"/>
                  <a:pt x="1144788" y="25059"/>
                  <a:pt x="1144770" y="25515"/>
                </a:cubicBezTo>
                <a:cubicBezTo>
                  <a:pt x="1144752" y="25971"/>
                  <a:pt x="1144724" y="26399"/>
                  <a:pt x="1144688" y="26800"/>
                </a:cubicBezTo>
                <a:lnTo>
                  <a:pt x="1125408" y="26800"/>
                </a:lnTo>
                <a:cubicBezTo>
                  <a:pt x="1125408" y="29608"/>
                  <a:pt x="1126192" y="31764"/>
                  <a:pt x="1127760" y="33268"/>
                </a:cubicBezTo>
                <a:cubicBezTo>
                  <a:pt x="1129328" y="34772"/>
                  <a:pt x="1131589" y="35524"/>
                  <a:pt x="1134542" y="35524"/>
                </a:cubicBezTo>
                <a:cubicBezTo>
                  <a:pt x="1135344" y="35524"/>
                  <a:pt x="1136146" y="35492"/>
                  <a:pt x="1136949" y="35427"/>
                </a:cubicBezTo>
                <a:cubicBezTo>
                  <a:pt x="1137751" y="35361"/>
                  <a:pt x="1138526" y="35273"/>
                  <a:pt x="1139273" y="35161"/>
                </a:cubicBezTo>
                <a:cubicBezTo>
                  <a:pt x="1140021" y="35049"/>
                  <a:pt x="1140736" y="34923"/>
                  <a:pt x="1141420" y="34783"/>
                </a:cubicBezTo>
                <a:cubicBezTo>
                  <a:pt x="1142104" y="34643"/>
                  <a:pt x="1142737" y="34489"/>
                  <a:pt x="1143321" y="34321"/>
                </a:cubicBezTo>
                <a:lnTo>
                  <a:pt x="1143321" y="38231"/>
                </a:lnTo>
                <a:cubicBezTo>
                  <a:pt x="1142026" y="38604"/>
                  <a:pt x="1140563" y="38907"/>
                  <a:pt x="1138931" y="39140"/>
                </a:cubicBezTo>
                <a:cubicBezTo>
                  <a:pt x="1137300" y="39373"/>
                  <a:pt x="1135609" y="39489"/>
                  <a:pt x="1133858" y="39489"/>
                </a:cubicBezTo>
                <a:cubicBezTo>
                  <a:pt x="1131507" y="39489"/>
                  <a:pt x="1129483" y="39170"/>
                  <a:pt x="1127787" y="38532"/>
                </a:cubicBezTo>
                <a:cubicBezTo>
                  <a:pt x="1126092" y="37894"/>
                  <a:pt x="1124702" y="36969"/>
                  <a:pt x="1123617" y="35757"/>
                </a:cubicBezTo>
                <a:cubicBezTo>
                  <a:pt x="1122532" y="34544"/>
                  <a:pt x="1121730" y="33058"/>
                  <a:pt x="1121210" y="31299"/>
                </a:cubicBezTo>
                <a:cubicBezTo>
                  <a:pt x="1120691" y="29540"/>
                  <a:pt x="1120431" y="27548"/>
                  <a:pt x="1120431" y="25324"/>
                </a:cubicBezTo>
                <a:cubicBezTo>
                  <a:pt x="1120431" y="23391"/>
                  <a:pt x="1120709" y="21563"/>
                  <a:pt x="1121265" y="19840"/>
                </a:cubicBezTo>
                <a:cubicBezTo>
                  <a:pt x="1121821" y="18118"/>
                  <a:pt x="1122632" y="16604"/>
                  <a:pt x="1123699" y="15301"/>
                </a:cubicBezTo>
                <a:cubicBezTo>
                  <a:pt x="1124765" y="13997"/>
                  <a:pt x="1126074" y="12963"/>
                  <a:pt x="1127623" y="12197"/>
                </a:cubicBezTo>
                <a:cubicBezTo>
                  <a:pt x="1129173" y="11431"/>
                  <a:pt x="1130932" y="11048"/>
                  <a:pt x="1132901" y="11048"/>
                </a:cubicBezTo>
                <a:cubicBezTo>
                  <a:pt x="1134816" y="11048"/>
                  <a:pt x="1136511" y="11349"/>
                  <a:pt x="1137988" y="11951"/>
                </a:cubicBezTo>
                <a:cubicBezTo>
                  <a:pt x="1139465" y="12552"/>
                  <a:pt x="1140709" y="13405"/>
                  <a:pt x="1141721" y="14508"/>
                </a:cubicBezTo>
                <a:cubicBezTo>
                  <a:pt x="1142733" y="15611"/>
                  <a:pt x="1143498" y="16951"/>
                  <a:pt x="1144018" y="18528"/>
                </a:cubicBezTo>
                <a:cubicBezTo>
                  <a:pt x="1144537" y="20105"/>
                  <a:pt x="1144797" y="21869"/>
                  <a:pt x="1144797" y="23819"/>
                </a:cubicBezTo>
                <a:moveTo>
                  <a:pt x="1139847" y="23136"/>
                </a:moveTo>
                <a:cubicBezTo>
                  <a:pt x="1139902" y="21914"/>
                  <a:pt x="1139784" y="20798"/>
                  <a:pt x="1139492" y="19786"/>
                </a:cubicBezTo>
                <a:cubicBezTo>
                  <a:pt x="1139200" y="18774"/>
                  <a:pt x="1138749" y="17903"/>
                  <a:pt x="1138138" y="17174"/>
                </a:cubicBezTo>
                <a:cubicBezTo>
                  <a:pt x="1137527" y="16445"/>
                  <a:pt x="1136766" y="15875"/>
                  <a:pt x="1135855" y="15465"/>
                </a:cubicBezTo>
                <a:cubicBezTo>
                  <a:pt x="1134943" y="15055"/>
                  <a:pt x="1133886" y="14850"/>
                  <a:pt x="1132682" y="14850"/>
                </a:cubicBezTo>
                <a:cubicBezTo>
                  <a:pt x="1131643" y="14850"/>
                  <a:pt x="1130695" y="15050"/>
                  <a:pt x="1129838" y="15451"/>
                </a:cubicBezTo>
                <a:cubicBezTo>
                  <a:pt x="1128981" y="15852"/>
                  <a:pt x="1128243" y="16417"/>
                  <a:pt x="1127623" y="17147"/>
                </a:cubicBezTo>
                <a:cubicBezTo>
                  <a:pt x="1127003" y="17876"/>
                  <a:pt x="1126502" y="18751"/>
                  <a:pt x="1126119" y="19772"/>
                </a:cubicBezTo>
                <a:cubicBezTo>
                  <a:pt x="1125736" y="20793"/>
                  <a:pt x="1125499" y="21914"/>
                  <a:pt x="1125408" y="23136"/>
                </a:cubicBezTo>
                <a:lnTo>
                  <a:pt x="1139847" y="23136"/>
                </a:lnTo>
                <a:close/>
                <a:moveTo>
                  <a:pt x="1163676" y="30383"/>
                </a:moveTo>
                <a:cubicBezTo>
                  <a:pt x="1164296" y="30383"/>
                  <a:pt x="1164884" y="30501"/>
                  <a:pt x="1165440" y="30738"/>
                </a:cubicBezTo>
                <a:cubicBezTo>
                  <a:pt x="1165996" y="30975"/>
                  <a:pt x="1166479" y="31303"/>
                  <a:pt x="1166890" y="31723"/>
                </a:cubicBezTo>
                <a:cubicBezTo>
                  <a:pt x="1167300" y="32142"/>
                  <a:pt x="1167623" y="32630"/>
                  <a:pt x="1167860" y="33186"/>
                </a:cubicBezTo>
                <a:cubicBezTo>
                  <a:pt x="1168097" y="33742"/>
                  <a:pt x="1168216" y="34339"/>
                  <a:pt x="1168216" y="34977"/>
                </a:cubicBezTo>
                <a:cubicBezTo>
                  <a:pt x="1168216" y="35597"/>
                  <a:pt x="1168097" y="36180"/>
                  <a:pt x="1167860" y="36727"/>
                </a:cubicBezTo>
                <a:cubicBezTo>
                  <a:pt x="1167623" y="37274"/>
                  <a:pt x="1167300" y="37753"/>
                  <a:pt x="1166890" y="38163"/>
                </a:cubicBezTo>
                <a:cubicBezTo>
                  <a:pt x="1166479" y="38573"/>
                  <a:pt x="1165996" y="38897"/>
                  <a:pt x="1165440" y="39134"/>
                </a:cubicBezTo>
                <a:cubicBezTo>
                  <a:pt x="1164884" y="39371"/>
                  <a:pt x="1164296" y="39489"/>
                  <a:pt x="1163676" y="39489"/>
                </a:cubicBezTo>
                <a:cubicBezTo>
                  <a:pt x="1163038" y="39489"/>
                  <a:pt x="1162446" y="39371"/>
                  <a:pt x="1161899" y="39134"/>
                </a:cubicBezTo>
                <a:cubicBezTo>
                  <a:pt x="1161352" y="38897"/>
                  <a:pt x="1160873" y="38573"/>
                  <a:pt x="1160463" y="38163"/>
                </a:cubicBezTo>
                <a:cubicBezTo>
                  <a:pt x="1160053" y="37753"/>
                  <a:pt x="1159729" y="37274"/>
                  <a:pt x="1159492" y="36727"/>
                </a:cubicBezTo>
                <a:cubicBezTo>
                  <a:pt x="1159255" y="36180"/>
                  <a:pt x="1159137" y="35597"/>
                  <a:pt x="1159137" y="34977"/>
                </a:cubicBezTo>
                <a:cubicBezTo>
                  <a:pt x="1159137" y="34339"/>
                  <a:pt x="1159255" y="33742"/>
                  <a:pt x="1159492" y="33186"/>
                </a:cubicBezTo>
                <a:cubicBezTo>
                  <a:pt x="1159729" y="32630"/>
                  <a:pt x="1160053" y="32142"/>
                  <a:pt x="1160463" y="31723"/>
                </a:cubicBezTo>
                <a:cubicBezTo>
                  <a:pt x="1160873" y="31303"/>
                  <a:pt x="1161352" y="30975"/>
                  <a:pt x="1161899" y="30738"/>
                </a:cubicBezTo>
                <a:cubicBezTo>
                  <a:pt x="1162446" y="30501"/>
                  <a:pt x="1163038" y="30383"/>
                  <a:pt x="1163676" y="303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ADA247-A6E9-401B-A96B-71933340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053" y="8252155"/>
            <a:ext cx="239154" cy="239240"/>
          </a:xfrm>
          <a:custGeom xmlns:a="http://schemas.openxmlformats.org/drawingml/2006/main">
            <a:pathLst>
              <a:path w="239154" h="239240">
                <a:moveTo>
                  <a:pt x="119534" y="86"/>
                </a:moveTo>
                <a:cubicBezTo>
                  <a:pt x="152550" y="86"/>
                  <a:pt x="182455" y="13397"/>
                  <a:pt x="204063" y="35091"/>
                </a:cubicBezTo>
                <a:cubicBezTo>
                  <a:pt x="226535" y="57476"/>
                  <a:pt x="239154" y="87900"/>
                  <a:pt x="239154" y="119620"/>
                </a:cubicBezTo>
                <a:cubicBezTo>
                  <a:pt x="239154" y="152637"/>
                  <a:pt x="225757" y="182542"/>
                  <a:pt x="204063" y="204150"/>
                </a:cubicBezTo>
                <a:cubicBezTo>
                  <a:pt x="181678" y="226622"/>
                  <a:pt x="151254" y="239240"/>
                  <a:pt x="119534" y="239154"/>
                </a:cubicBezTo>
                <a:cubicBezTo>
                  <a:pt x="87814" y="239240"/>
                  <a:pt x="57476" y="226622"/>
                  <a:pt x="35004" y="204150"/>
                </a:cubicBezTo>
                <a:cubicBezTo>
                  <a:pt x="12619" y="181764"/>
                  <a:pt x="0" y="151340"/>
                  <a:pt x="0" y="119620"/>
                </a:cubicBezTo>
                <a:cubicBezTo>
                  <a:pt x="0" y="86604"/>
                  <a:pt x="13397" y="56699"/>
                  <a:pt x="35004" y="35091"/>
                </a:cubicBezTo>
                <a:cubicBezTo>
                  <a:pt x="57476" y="12619"/>
                  <a:pt x="87814" y="0"/>
                  <a:pt x="119534" y="86"/>
                </a:cubicBez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2C4ED2-DA31-45C9-B1F9-FB55E58E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440" y="8461264"/>
            <a:ext cx="199527" cy="10276"/>
          </a:xfrm>
          <a:custGeom xmlns:a="http://schemas.openxmlformats.org/drawingml/2006/main">
            <a:pathLst>
              <a:path w="199527" h="10276">
                <a:moveTo>
                  <a:pt x="42362" y="2057"/>
                </a:moveTo>
                <a:cubicBezTo>
                  <a:pt x="42362" y="2057"/>
                  <a:pt x="75108" y="421"/>
                  <a:pt x="96869" y="222"/>
                </a:cubicBezTo>
                <a:cubicBezTo>
                  <a:pt x="121050" y="0"/>
                  <a:pt x="159570" y="2057"/>
                  <a:pt x="159570" y="2057"/>
                </a:cubicBezTo>
                <a:lnTo>
                  <a:pt x="199527" y="6576"/>
                </a:lnTo>
                <a:cubicBezTo>
                  <a:pt x="199527" y="6576"/>
                  <a:pt x="137098" y="10276"/>
                  <a:pt x="96869" y="10248"/>
                </a:cubicBezTo>
                <a:cubicBezTo>
                  <a:pt x="57414" y="10220"/>
                  <a:pt x="0" y="6576"/>
                  <a:pt x="0" y="6576"/>
                </a:cubicBezTo>
                <a:lnTo>
                  <a:pt x="42362" y="205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B2B49-05F2-456B-B6B0-CFC8BD0E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97" y="8270579"/>
            <a:ext cx="197067" cy="195268"/>
          </a:xfrm>
          <a:custGeom xmlns:a="http://schemas.openxmlformats.org/drawingml/2006/main">
            <a:pathLst>
              <a:path w="197067" h="195268">
                <a:moveTo>
                  <a:pt x="180038" y="84407"/>
                </a:moveTo>
                <a:lnTo>
                  <a:pt x="180180" y="80741"/>
                </a:lnTo>
                <a:lnTo>
                  <a:pt x="180272" y="77181"/>
                </a:lnTo>
                <a:lnTo>
                  <a:pt x="180316" y="73726"/>
                </a:lnTo>
                <a:lnTo>
                  <a:pt x="180313" y="70376"/>
                </a:lnTo>
                <a:lnTo>
                  <a:pt x="180265" y="67128"/>
                </a:lnTo>
                <a:lnTo>
                  <a:pt x="180174" y="63981"/>
                </a:lnTo>
                <a:lnTo>
                  <a:pt x="180041" y="60935"/>
                </a:lnTo>
                <a:lnTo>
                  <a:pt x="179869" y="57987"/>
                </a:lnTo>
                <a:lnTo>
                  <a:pt x="179658" y="55137"/>
                </a:lnTo>
                <a:lnTo>
                  <a:pt x="179412" y="52382"/>
                </a:lnTo>
                <a:lnTo>
                  <a:pt x="179130" y="49722"/>
                </a:lnTo>
                <a:lnTo>
                  <a:pt x="178816" y="47156"/>
                </a:lnTo>
                <a:lnTo>
                  <a:pt x="178471" y="44681"/>
                </a:lnTo>
                <a:lnTo>
                  <a:pt x="178096" y="42297"/>
                </a:lnTo>
                <a:lnTo>
                  <a:pt x="177694" y="40003"/>
                </a:lnTo>
                <a:lnTo>
                  <a:pt x="177265" y="37796"/>
                </a:lnTo>
                <a:lnTo>
                  <a:pt x="176813" y="35676"/>
                </a:lnTo>
                <a:lnTo>
                  <a:pt x="176337" y="33641"/>
                </a:lnTo>
                <a:lnTo>
                  <a:pt x="175841" y="31690"/>
                </a:lnTo>
                <a:lnTo>
                  <a:pt x="175326" y="29822"/>
                </a:lnTo>
                <a:lnTo>
                  <a:pt x="174794" y="28035"/>
                </a:lnTo>
                <a:lnTo>
                  <a:pt x="174245" y="26328"/>
                </a:lnTo>
                <a:lnTo>
                  <a:pt x="173683" y="24699"/>
                </a:lnTo>
                <a:lnTo>
                  <a:pt x="173396" y="23909"/>
                </a:lnTo>
                <a:lnTo>
                  <a:pt x="173105" y="23137"/>
                </a:lnTo>
                <a:lnTo>
                  <a:pt x="172812" y="22384"/>
                </a:lnTo>
                <a:lnTo>
                  <a:pt x="172515" y="21650"/>
                </a:lnTo>
                <a:lnTo>
                  <a:pt x="172217" y="20934"/>
                </a:lnTo>
                <a:lnTo>
                  <a:pt x="171916" y="20237"/>
                </a:lnTo>
                <a:lnTo>
                  <a:pt x="171613" y="19558"/>
                </a:lnTo>
                <a:lnTo>
                  <a:pt x="171308" y="18896"/>
                </a:lnTo>
                <a:lnTo>
                  <a:pt x="171002" y="18253"/>
                </a:lnTo>
                <a:lnTo>
                  <a:pt x="170694" y="17627"/>
                </a:lnTo>
                <a:lnTo>
                  <a:pt x="170385" y="17018"/>
                </a:lnTo>
                <a:lnTo>
                  <a:pt x="170076" y="16427"/>
                </a:lnTo>
                <a:lnTo>
                  <a:pt x="169765" y="15854"/>
                </a:lnTo>
                <a:lnTo>
                  <a:pt x="169454" y="15297"/>
                </a:lnTo>
                <a:lnTo>
                  <a:pt x="169142" y="14757"/>
                </a:lnTo>
                <a:lnTo>
                  <a:pt x="168830" y="14235"/>
                </a:lnTo>
                <a:lnTo>
                  <a:pt x="168519" y="13728"/>
                </a:lnTo>
                <a:lnTo>
                  <a:pt x="168207" y="13239"/>
                </a:lnTo>
                <a:lnTo>
                  <a:pt x="167896" y="12766"/>
                </a:lnTo>
                <a:lnTo>
                  <a:pt x="167586" y="12309"/>
                </a:lnTo>
                <a:lnTo>
                  <a:pt x="167277" y="11868"/>
                </a:lnTo>
                <a:lnTo>
                  <a:pt x="166968" y="11443"/>
                </a:lnTo>
                <a:lnTo>
                  <a:pt x="166661" y="11034"/>
                </a:lnTo>
                <a:lnTo>
                  <a:pt x="166356" y="10640"/>
                </a:lnTo>
                <a:lnTo>
                  <a:pt x="166205" y="10450"/>
                </a:lnTo>
                <a:lnTo>
                  <a:pt x="166054" y="10264"/>
                </a:lnTo>
                <a:lnTo>
                  <a:pt x="165903" y="10080"/>
                </a:lnTo>
                <a:lnTo>
                  <a:pt x="165752" y="9901"/>
                </a:lnTo>
                <a:lnTo>
                  <a:pt x="165602" y="9724"/>
                </a:lnTo>
                <a:lnTo>
                  <a:pt x="165452" y="9551"/>
                </a:lnTo>
                <a:lnTo>
                  <a:pt x="165302" y="9381"/>
                </a:lnTo>
                <a:lnTo>
                  <a:pt x="165152" y="9215"/>
                </a:lnTo>
                <a:lnTo>
                  <a:pt x="165003" y="9052"/>
                </a:lnTo>
                <a:lnTo>
                  <a:pt x="164854" y="8893"/>
                </a:lnTo>
                <a:lnTo>
                  <a:pt x="164705" y="8737"/>
                </a:lnTo>
                <a:lnTo>
                  <a:pt x="164557" y="8584"/>
                </a:lnTo>
                <a:lnTo>
                  <a:pt x="164410" y="8435"/>
                </a:lnTo>
                <a:lnTo>
                  <a:pt x="164262" y="8289"/>
                </a:lnTo>
                <a:lnTo>
                  <a:pt x="164116" y="8147"/>
                </a:lnTo>
                <a:lnTo>
                  <a:pt x="163970" y="8008"/>
                </a:lnTo>
                <a:lnTo>
                  <a:pt x="163824" y="7872"/>
                </a:lnTo>
                <a:lnTo>
                  <a:pt x="163679" y="7740"/>
                </a:lnTo>
                <a:lnTo>
                  <a:pt x="163535" y="7612"/>
                </a:lnTo>
                <a:lnTo>
                  <a:pt x="163391" y="7486"/>
                </a:lnTo>
                <a:lnTo>
                  <a:pt x="163248" y="7365"/>
                </a:lnTo>
                <a:lnTo>
                  <a:pt x="163106" y="7247"/>
                </a:lnTo>
                <a:lnTo>
                  <a:pt x="162965" y="7132"/>
                </a:lnTo>
                <a:lnTo>
                  <a:pt x="162824" y="7021"/>
                </a:lnTo>
                <a:lnTo>
                  <a:pt x="162690" y="6917"/>
                </a:lnTo>
                <a:lnTo>
                  <a:pt x="162554" y="6815"/>
                </a:lnTo>
                <a:lnTo>
                  <a:pt x="162417" y="6715"/>
                </a:lnTo>
                <a:lnTo>
                  <a:pt x="162278" y="6617"/>
                </a:lnTo>
                <a:lnTo>
                  <a:pt x="162138" y="6520"/>
                </a:lnTo>
                <a:lnTo>
                  <a:pt x="161997" y="6426"/>
                </a:lnTo>
                <a:lnTo>
                  <a:pt x="161855" y="6334"/>
                </a:lnTo>
                <a:lnTo>
                  <a:pt x="161712" y="6244"/>
                </a:lnTo>
                <a:lnTo>
                  <a:pt x="161567" y="6157"/>
                </a:lnTo>
                <a:lnTo>
                  <a:pt x="161422" y="6072"/>
                </a:lnTo>
                <a:lnTo>
                  <a:pt x="161276" y="5991"/>
                </a:lnTo>
                <a:lnTo>
                  <a:pt x="161128" y="5912"/>
                </a:lnTo>
                <a:lnTo>
                  <a:pt x="160980" y="5836"/>
                </a:lnTo>
                <a:lnTo>
                  <a:pt x="160831" y="5764"/>
                </a:lnTo>
                <a:lnTo>
                  <a:pt x="160680" y="5695"/>
                </a:lnTo>
                <a:lnTo>
                  <a:pt x="160530" y="5629"/>
                </a:lnTo>
                <a:lnTo>
                  <a:pt x="160378" y="5567"/>
                </a:lnTo>
                <a:lnTo>
                  <a:pt x="160226" y="5509"/>
                </a:lnTo>
                <a:lnTo>
                  <a:pt x="160073" y="5455"/>
                </a:lnTo>
                <a:lnTo>
                  <a:pt x="159920" y="5406"/>
                </a:lnTo>
                <a:lnTo>
                  <a:pt x="159766" y="5360"/>
                </a:lnTo>
                <a:lnTo>
                  <a:pt x="159611" y="5319"/>
                </a:lnTo>
                <a:lnTo>
                  <a:pt x="159456" y="5282"/>
                </a:lnTo>
                <a:lnTo>
                  <a:pt x="159301" y="5250"/>
                </a:lnTo>
                <a:lnTo>
                  <a:pt x="159187" y="5230"/>
                </a:lnTo>
                <a:lnTo>
                  <a:pt x="159073" y="5213"/>
                </a:lnTo>
                <a:lnTo>
                  <a:pt x="158959" y="5199"/>
                </a:lnTo>
                <a:lnTo>
                  <a:pt x="158846" y="5189"/>
                </a:lnTo>
                <a:lnTo>
                  <a:pt x="158734" y="5181"/>
                </a:lnTo>
                <a:lnTo>
                  <a:pt x="158622" y="5175"/>
                </a:lnTo>
                <a:lnTo>
                  <a:pt x="158511" y="5173"/>
                </a:lnTo>
                <a:lnTo>
                  <a:pt x="158400" y="5172"/>
                </a:lnTo>
                <a:lnTo>
                  <a:pt x="158291" y="5174"/>
                </a:lnTo>
                <a:lnTo>
                  <a:pt x="158183" y="5178"/>
                </a:lnTo>
                <a:lnTo>
                  <a:pt x="158076" y="5184"/>
                </a:lnTo>
                <a:lnTo>
                  <a:pt x="157971" y="5192"/>
                </a:lnTo>
                <a:lnTo>
                  <a:pt x="157867" y="5201"/>
                </a:lnTo>
                <a:lnTo>
                  <a:pt x="157765" y="5212"/>
                </a:lnTo>
                <a:lnTo>
                  <a:pt x="157664" y="5224"/>
                </a:lnTo>
                <a:lnTo>
                  <a:pt x="157566" y="5237"/>
                </a:lnTo>
                <a:lnTo>
                  <a:pt x="157470" y="5251"/>
                </a:lnTo>
                <a:lnTo>
                  <a:pt x="157376" y="5266"/>
                </a:lnTo>
                <a:lnTo>
                  <a:pt x="157284" y="5282"/>
                </a:lnTo>
                <a:lnTo>
                  <a:pt x="157194" y="5298"/>
                </a:lnTo>
                <a:lnTo>
                  <a:pt x="157108" y="5314"/>
                </a:lnTo>
                <a:lnTo>
                  <a:pt x="157024" y="5331"/>
                </a:lnTo>
                <a:lnTo>
                  <a:pt x="156942" y="5347"/>
                </a:lnTo>
                <a:lnTo>
                  <a:pt x="156864" y="5364"/>
                </a:lnTo>
                <a:lnTo>
                  <a:pt x="156776" y="5384"/>
                </a:lnTo>
                <a:lnTo>
                  <a:pt x="156687" y="5405"/>
                </a:lnTo>
                <a:lnTo>
                  <a:pt x="156598" y="5427"/>
                </a:lnTo>
                <a:lnTo>
                  <a:pt x="156508" y="5450"/>
                </a:lnTo>
                <a:lnTo>
                  <a:pt x="156417" y="5474"/>
                </a:lnTo>
                <a:lnTo>
                  <a:pt x="156326" y="5498"/>
                </a:lnTo>
                <a:lnTo>
                  <a:pt x="156234" y="5523"/>
                </a:lnTo>
                <a:lnTo>
                  <a:pt x="156142" y="5549"/>
                </a:lnTo>
                <a:lnTo>
                  <a:pt x="156049" y="5576"/>
                </a:lnTo>
                <a:lnTo>
                  <a:pt x="155955" y="5604"/>
                </a:lnTo>
                <a:lnTo>
                  <a:pt x="155861" y="5632"/>
                </a:lnTo>
                <a:lnTo>
                  <a:pt x="155766" y="5661"/>
                </a:lnTo>
                <a:lnTo>
                  <a:pt x="155671" y="5691"/>
                </a:lnTo>
                <a:lnTo>
                  <a:pt x="155576" y="5721"/>
                </a:lnTo>
                <a:lnTo>
                  <a:pt x="155480" y="5752"/>
                </a:lnTo>
                <a:lnTo>
                  <a:pt x="155384" y="5783"/>
                </a:lnTo>
                <a:lnTo>
                  <a:pt x="155287" y="5816"/>
                </a:lnTo>
                <a:lnTo>
                  <a:pt x="155190" y="5848"/>
                </a:lnTo>
                <a:lnTo>
                  <a:pt x="155093" y="5882"/>
                </a:lnTo>
                <a:lnTo>
                  <a:pt x="154996" y="5916"/>
                </a:lnTo>
                <a:lnTo>
                  <a:pt x="154898" y="5950"/>
                </a:lnTo>
                <a:lnTo>
                  <a:pt x="154800" y="5985"/>
                </a:lnTo>
                <a:lnTo>
                  <a:pt x="154701" y="6021"/>
                </a:lnTo>
                <a:lnTo>
                  <a:pt x="154603" y="6056"/>
                </a:lnTo>
                <a:lnTo>
                  <a:pt x="154402" y="6131"/>
                </a:lnTo>
                <a:lnTo>
                  <a:pt x="154197" y="6209"/>
                </a:lnTo>
                <a:lnTo>
                  <a:pt x="153989" y="6290"/>
                </a:lnTo>
                <a:lnTo>
                  <a:pt x="153778" y="6374"/>
                </a:lnTo>
                <a:lnTo>
                  <a:pt x="153564" y="6460"/>
                </a:lnTo>
                <a:lnTo>
                  <a:pt x="153346" y="6550"/>
                </a:lnTo>
                <a:lnTo>
                  <a:pt x="153125" y="6642"/>
                </a:lnTo>
                <a:lnTo>
                  <a:pt x="152901" y="6737"/>
                </a:lnTo>
                <a:lnTo>
                  <a:pt x="152674" y="6834"/>
                </a:lnTo>
                <a:lnTo>
                  <a:pt x="152444" y="6935"/>
                </a:lnTo>
                <a:lnTo>
                  <a:pt x="152212" y="7038"/>
                </a:lnTo>
                <a:lnTo>
                  <a:pt x="151976" y="7143"/>
                </a:lnTo>
                <a:lnTo>
                  <a:pt x="151737" y="7251"/>
                </a:lnTo>
                <a:lnTo>
                  <a:pt x="151496" y="7362"/>
                </a:lnTo>
                <a:lnTo>
                  <a:pt x="151252" y="7475"/>
                </a:lnTo>
                <a:lnTo>
                  <a:pt x="151005" y="7591"/>
                </a:lnTo>
                <a:lnTo>
                  <a:pt x="150756" y="7709"/>
                </a:lnTo>
                <a:lnTo>
                  <a:pt x="150504" y="7829"/>
                </a:lnTo>
                <a:lnTo>
                  <a:pt x="150249" y="7951"/>
                </a:lnTo>
                <a:lnTo>
                  <a:pt x="149992" y="8076"/>
                </a:lnTo>
                <a:lnTo>
                  <a:pt x="149733" y="8204"/>
                </a:lnTo>
                <a:lnTo>
                  <a:pt x="149471" y="8333"/>
                </a:lnTo>
                <a:lnTo>
                  <a:pt x="149207" y="8464"/>
                </a:lnTo>
                <a:lnTo>
                  <a:pt x="148941" y="8598"/>
                </a:lnTo>
                <a:lnTo>
                  <a:pt x="148402" y="8871"/>
                </a:lnTo>
                <a:lnTo>
                  <a:pt x="147853" y="9154"/>
                </a:lnTo>
                <a:lnTo>
                  <a:pt x="147294" y="9445"/>
                </a:lnTo>
                <a:lnTo>
                  <a:pt x="146726" y="9745"/>
                </a:lnTo>
                <a:lnTo>
                  <a:pt x="146149" y="10053"/>
                </a:lnTo>
                <a:lnTo>
                  <a:pt x="145563" y="10370"/>
                </a:lnTo>
                <a:lnTo>
                  <a:pt x="144969" y="10695"/>
                </a:lnTo>
                <a:lnTo>
                  <a:pt x="144367" y="11028"/>
                </a:lnTo>
                <a:lnTo>
                  <a:pt x="143758" y="11368"/>
                </a:lnTo>
                <a:lnTo>
                  <a:pt x="143141" y="11716"/>
                </a:lnTo>
                <a:lnTo>
                  <a:pt x="142519" y="12071"/>
                </a:lnTo>
                <a:lnTo>
                  <a:pt x="141890" y="12433"/>
                </a:lnTo>
                <a:lnTo>
                  <a:pt x="141256" y="12801"/>
                </a:lnTo>
                <a:lnTo>
                  <a:pt x="140616" y="13177"/>
                </a:lnTo>
                <a:lnTo>
                  <a:pt x="139972" y="13558"/>
                </a:lnTo>
                <a:lnTo>
                  <a:pt x="139323" y="13946"/>
                </a:lnTo>
                <a:lnTo>
                  <a:pt x="138670" y="14340"/>
                </a:lnTo>
                <a:lnTo>
                  <a:pt x="138014" y="14739"/>
                </a:lnTo>
                <a:lnTo>
                  <a:pt x="137354" y="15143"/>
                </a:lnTo>
                <a:lnTo>
                  <a:pt x="136692" y="15553"/>
                </a:lnTo>
                <a:lnTo>
                  <a:pt x="136028" y="15968"/>
                </a:lnTo>
                <a:lnTo>
                  <a:pt x="135361" y="16388"/>
                </a:lnTo>
                <a:lnTo>
                  <a:pt x="134693" y="16812"/>
                </a:lnTo>
                <a:lnTo>
                  <a:pt x="134024" y="17240"/>
                </a:lnTo>
                <a:lnTo>
                  <a:pt x="133355" y="17672"/>
                </a:lnTo>
                <a:lnTo>
                  <a:pt x="132686" y="18108"/>
                </a:lnTo>
                <a:lnTo>
                  <a:pt x="132015" y="18548"/>
                </a:lnTo>
                <a:lnTo>
                  <a:pt x="131345" y="18991"/>
                </a:lnTo>
                <a:lnTo>
                  <a:pt x="130676" y="19439"/>
                </a:lnTo>
                <a:lnTo>
                  <a:pt x="130007" y="19889"/>
                </a:lnTo>
                <a:lnTo>
                  <a:pt x="129339" y="20343"/>
                </a:lnTo>
                <a:lnTo>
                  <a:pt x="128674" y="20800"/>
                </a:lnTo>
                <a:lnTo>
                  <a:pt x="128010" y="21259"/>
                </a:lnTo>
                <a:lnTo>
                  <a:pt x="127349" y="21721"/>
                </a:lnTo>
                <a:lnTo>
                  <a:pt x="126691" y="22185"/>
                </a:lnTo>
                <a:lnTo>
                  <a:pt x="126036" y="22651"/>
                </a:lnTo>
                <a:lnTo>
                  <a:pt x="125386" y="23119"/>
                </a:lnTo>
                <a:lnTo>
                  <a:pt x="124739" y="23589"/>
                </a:lnTo>
                <a:lnTo>
                  <a:pt x="124098" y="24059"/>
                </a:lnTo>
                <a:lnTo>
                  <a:pt x="123461" y="24531"/>
                </a:lnTo>
                <a:lnTo>
                  <a:pt x="122831" y="25004"/>
                </a:lnTo>
                <a:lnTo>
                  <a:pt x="122206" y="25477"/>
                </a:lnTo>
                <a:lnTo>
                  <a:pt x="121587" y="25951"/>
                </a:lnTo>
                <a:lnTo>
                  <a:pt x="120976" y="26425"/>
                </a:lnTo>
                <a:lnTo>
                  <a:pt x="120372" y="26899"/>
                </a:lnTo>
                <a:lnTo>
                  <a:pt x="119775" y="27373"/>
                </a:lnTo>
                <a:lnTo>
                  <a:pt x="119187" y="27846"/>
                </a:lnTo>
                <a:lnTo>
                  <a:pt x="118608" y="28319"/>
                </a:lnTo>
                <a:lnTo>
                  <a:pt x="118277" y="28593"/>
                </a:lnTo>
                <a:lnTo>
                  <a:pt x="117948" y="28867"/>
                </a:lnTo>
                <a:lnTo>
                  <a:pt x="117621" y="29142"/>
                </a:lnTo>
                <a:lnTo>
                  <a:pt x="117297" y="29418"/>
                </a:lnTo>
                <a:lnTo>
                  <a:pt x="116975" y="29693"/>
                </a:lnTo>
                <a:lnTo>
                  <a:pt x="116656" y="29969"/>
                </a:lnTo>
                <a:lnTo>
                  <a:pt x="116340" y="30245"/>
                </a:lnTo>
                <a:lnTo>
                  <a:pt x="116026" y="30521"/>
                </a:lnTo>
                <a:lnTo>
                  <a:pt x="115715" y="30797"/>
                </a:lnTo>
                <a:lnTo>
                  <a:pt x="115407" y="31073"/>
                </a:lnTo>
                <a:lnTo>
                  <a:pt x="115103" y="31349"/>
                </a:lnTo>
                <a:lnTo>
                  <a:pt x="114802" y="31625"/>
                </a:lnTo>
                <a:lnTo>
                  <a:pt x="114504" y="31901"/>
                </a:lnTo>
                <a:lnTo>
                  <a:pt x="114209" y="32177"/>
                </a:lnTo>
                <a:lnTo>
                  <a:pt x="113918" y="32453"/>
                </a:lnTo>
                <a:lnTo>
                  <a:pt x="113631" y="32728"/>
                </a:lnTo>
                <a:lnTo>
                  <a:pt x="113348" y="33004"/>
                </a:lnTo>
                <a:lnTo>
                  <a:pt x="113069" y="33279"/>
                </a:lnTo>
                <a:lnTo>
                  <a:pt x="112793" y="33553"/>
                </a:lnTo>
                <a:lnTo>
                  <a:pt x="112522" y="33827"/>
                </a:lnTo>
                <a:lnTo>
                  <a:pt x="112256" y="34101"/>
                </a:lnTo>
                <a:lnTo>
                  <a:pt x="111993" y="34374"/>
                </a:lnTo>
                <a:lnTo>
                  <a:pt x="111735" y="34647"/>
                </a:lnTo>
                <a:lnTo>
                  <a:pt x="111482" y="34919"/>
                </a:lnTo>
                <a:lnTo>
                  <a:pt x="111524" y="34612"/>
                </a:lnTo>
                <a:lnTo>
                  <a:pt x="111560" y="34310"/>
                </a:lnTo>
                <a:lnTo>
                  <a:pt x="111592" y="34015"/>
                </a:lnTo>
                <a:lnTo>
                  <a:pt x="111618" y="33727"/>
                </a:lnTo>
                <a:lnTo>
                  <a:pt x="111639" y="33447"/>
                </a:lnTo>
                <a:lnTo>
                  <a:pt x="111653" y="33176"/>
                </a:lnTo>
                <a:lnTo>
                  <a:pt x="111661" y="32915"/>
                </a:lnTo>
                <a:lnTo>
                  <a:pt x="111662" y="32665"/>
                </a:lnTo>
                <a:lnTo>
                  <a:pt x="111656" y="32427"/>
                </a:lnTo>
                <a:lnTo>
                  <a:pt x="111642" y="32202"/>
                </a:lnTo>
                <a:lnTo>
                  <a:pt x="111620" y="31991"/>
                </a:lnTo>
                <a:lnTo>
                  <a:pt x="111589" y="31795"/>
                </a:lnTo>
                <a:lnTo>
                  <a:pt x="111550" y="31615"/>
                </a:lnTo>
                <a:lnTo>
                  <a:pt x="111503" y="31452"/>
                </a:lnTo>
                <a:lnTo>
                  <a:pt x="111445" y="31307"/>
                </a:lnTo>
                <a:lnTo>
                  <a:pt x="111378" y="31180"/>
                </a:lnTo>
                <a:lnTo>
                  <a:pt x="111301" y="31074"/>
                </a:lnTo>
                <a:lnTo>
                  <a:pt x="111213" y="30988"/>
                </a:lnTo>
                <a:lnTo>
                  <a:pt x="111115" y="30924"/>
                </a:lnTo>
                <a:lnTo>
                  <a:pt x="111005" y="30883"/>
                </a:lnTo>
                <a:lnTo>
                  <a:pt x="110884" y="30866"/>
                </a:lnTo>
                <a:lnTo>
                  <a:pt x="110751" y="30873"/>
                </a:lnTo>
                <a:lnTo>
                  <a:pt x="110606" y="30906"/>
                </a:lnTo>
                <a:lnTo>
                  <a:pt x="110448" y="30966"/>
                </a:lnTo>
                <a:lnTo>
                  <a:pt x="110199" y="31090"/>
                </a:lnTo>
                <a:lnTo>
                  <a:pt x="109961" y="31238"/>
                </a:lnTo>
                <a:lnTo>
                  <a:pt x="109734" y="31406"/>
                </a:lnTo>
                <a:lnTo>
                  <a:pt x="109518" y="31594"/>
                </a:lnTo>
                <a:lnTo>
                  <a:pt x="109312" y="31800"/>
                </a:lnTo>
                <a:lnTo>
                  <a:pt x="109116" y="32022"/>
                </a:lnTo>
                <a:lnTo>
                  <a:pt x="108930" y="32258"/>
                </a:lnTo>
                <a:lnTo>
                  <a:pt x="108754" y="32508"/>
                </a:lnTo>
                <a:lnTo>
                  <a:pt x="108587" y="32769"/>
                </a:lnTo>
                <a:lnTo>
                  <a:pt x="108431" y="33040"/>
                </a:lnTo>
                <a:lnTo>
                  <a:pt x="108283" y="33319"/>
                </a:lnTo>
                <a:lnTo>
                  <a:pt x="108145" y="33604"/>
                </a:lnTo>
                <a:lnTo>
                  <a:pt x="108016" y="33894"/>
                </a:lnTo>
                <a:lnTo>
                  <a:pt x="107896" y="34188"/>
                </a:lnTo>
                <a:lnTo>
                  <a:pt x="107784" y="34483"/>
                </a:lnTo>
                <a:lnTo>
                  <a:pt x="107681" y="34779"/>
                </a:lnTo>
                <a:lnTo>
                  <a:pt x="107586" y="35073"/>
                </a:lnTo>
                <a:lnTo>
                  <a:pt x="107500" y="35363"/>
                </a:lnTo>
                <a:lnTo>
                  <a:pt x="107421" y="35650"/>
                </a:lnTo>
                <a:lnTo>
                  <a:pt x="107351" y="35929"/>
                </a:lnTo>
                <a:lnTo>
                  <a:pt x="107288" y="36201"/>
                </a:lnTo>
                <a:lnTo>
                  <a:pt x="107232" y="36463"/>
                </a:lnTo>
                <a:lnTo>
                  <a:pt x="107184" y="36714"/>
                </a:lnTo>
                <a:lnTo>
                  <a:pt x="107144" y="36952"/>
                </a:lnTo>
                <a:lnTo>
                  <a:pt x="106588" y="36849"/>
                </a:lnTo>
                <a:lnTo>
                  <a:pt x="106028" y="36751"/>
                </a:lnTo>
                <a:lnTo>
                  <a:pt x="105464" y="36658"/>
                </a:lnTo>
                <a:lnTo>
                  <a:pt x="104897" y="36569"/>
                </a:lnTo>
                <a:lnTo>
                  <a:pt x="104326" y="36484"/>
                </a:lnTo>
                <a:lnTo>
                  <a:pt x="103752" y="36404"/>
                </a:lnTo>
                <a:lnTo>
                  <a:pt x="103176" y="36329"/>
                </a:lnTo>
                <a:lnTo>
                  <a:pt x="102597" y="36257"/>
                </a:lnTo>
                <a:lnTo>
                  <a:pt x="102016" y="36190"/>
                </a:lnTo>
                <a:lnTo>
                  <a:pt x="101433" y="36128"/>
                </a:lnTo>
                <a:lnTo>
                  <a:pt x="100850" y="36069"/>
                </a:lnTo>
                <a:lnTo>
                  <a:pt x="100265" y="36014"/>
                </a:lnTo>
                <a:lnTo>
                  <a:pt x="99679" y="35964"/>
                </a:lnTo>
                <a:lnTo>
                  <a:pt x="99093" y="35917"/>
                </a:lnTo>
                <a:lnTo>
                  <a:pt x="98507" y="35874"/>
                </a:lnTo>
                <a:lnTo>
                  <a:pt x="97922" y="35835"/>
                </a:lnTo>
                <a:lnTo>
                  <a:pt x="97337" y="35800"/>
                </a:lnTo>
                <a:lnTo>
                  <a:pt x="96752" y="35769"/>
                </a:lnTo>
                <a:lnTo>
                  <a:pt x="96170" y="35741"/>
                </a:lnTo>
                <a:lnTo>
                  <a:pt x="95589" y="35717"/>
                </a:lnTo>
                <a:lnTo>
                  <a:pt x="95009" y="35696"/>
                </a:lnTo>
                <a:lnTo>
                  <a:pt x="94433" y="35679"/>
                </a:lnTo>
                <a:lnTo>
                  <a:pt x="93858" y="35665"/>
                </a:lnTo>
                <a:lnTo>
                  <a:pt x="93287" y="35655"/>
                </a:lnTo>
                <a:lnTo>
                  <a:pt x="92781" y="35647"/>
                </a:lnTo>
                <a:lnTo>
                  <a:pt x="92275" y="35642"/>
                </a:lnTo>
                <a:lnTo>
                  <a:pt x="91772" y="35640"/>
                </a:lnTo>
                <a:lnTo>
                  <a:pt x="91271" y="35639"/>
                </a:lnTo>
                <a:lnTo>
                  <a:pt x="90772" y="35641"/>
                </a:lnTo>
                <a:lnTo>
                  <a:pt x="90275" y="35646"/>
                </a:lnTo>
                <a:lnTo>
                  <a:pt x="89781" y="35652"/>
                </a:lnTo>
                <a:lnTo>
                  <a:pt x="89289" y="35661"/>
                </a:lnTo>
                <a:lnTo>
                  <a:pt x="88801" y="35673"/>
                </a:lnTo>
                <a:lnTo>
                  <a:pt x="88316" y="35686"/>
                </a:lnTo>
                <a:lnTo>
                  <a:pt x="87835" y="35702"/>
                </a:lnTo>
                <a:lnTo>
                  <a:pt x="87357" y="35720"/>
                </a:lnTo>
                <a:lnTo>
                  <a:pt x="86883" y="35740"/>
                </a:lnTo>
                <a:lnTo>
                  <a:pt x="86414" y="35762"/>
                </a:lnTo>
                <a:lnTo>
                  <a:pt x="85949" y="35786"/>
                </a:lnTo>
                <a:lnTo>
                  <a:pt x="85488" y="35812"/>
                </a:lnTo>
                <a:lnTo>
                  <a:pt x="85032" y="35840"/>
                </a:lnTo>
                <a:lnTo>
                  <a:pt x="84582" y="35871"/>
                </a:lnTo>
                <a:lnTo>
                  <a:pt x="84137" y="35903"/>
                </a:lnTo>
                <a:lnTo>
                  <a:pt x="83697" y="35937"/>
                </a:lnTo>
                <a:lnTo>
                  <a:pt x="83263" y="35973"/>
                </a:lnTo>
                <a:lnTo>
                  <a:pt x="82835" y="36011"/>
                </a:lnTo>
                <a:lnTo>
                  <a:pt x="82414" y="36051"/>
                </a:lnTo>
                <a:lnTo>
                  <a:pt x="81999" y="36093"/>
                </a:lnTo>
                <a:lnTo>
                  <a:pt x="81961" y="35857"/>
                </a:lnTo>
                <a:lnTo>
                  <a:pt x="81916" y="35607"/>
                </a:lnTo>
                <a:lnTo>
                  <a:pt x="81863" y="35344"/>
                </a:lnTo>
                <a:lnTo>
                  <a:pt x="81803" y="35070"/>
                </a:lnTo>
                <a:lnTo>
                  <a:pt x="81735" y="34786"/>
                </a:lnTo>
                <a:lnTo>
                  <a:pt x="81658" y="34495"/>
                </a:lnTo>
                <a:lnTo>
                  <a:pt x="81573" y="34198"/>
                </a:lnTo>
                <a:lnTo>
                  <a:pt x="81480" y="33896"/>
                </a:lnTo>
                <a:lnTo>
                  <a:pt x="81378" y="33593"/>
                </a:lnTo>
                <a:lnTo>
                  <a:pt x="81267" y="33289"/>
                </a:lnTo>
                <a:lnTo>
                  <a:pt x="81147" y="32986"/>
                </a:lnTo>
                <a:lnTo>
                  <a:pt x="81017" y="32686"/>
                </a:lnTo>
                <a:lnTo>
                  <a:pt x="80878" y="32390"/>
                </a:lnTo>
                <a:lnTo>
                  <a:pt x="80730" y="32101"/>
                </a:lnTo>
                <a:lnTo>
                  <a:pt x="80572" y="31821"/>
                </a:lnTo>
                <a:lnTo>
                  <a:pt x="80403" y="31550"/>
                </a:lnTo>
                <a:lnTo>
                  <a:pt x="80224" y="31291"/>
                </a:lnTo>
                <a:lnTo>
                  <a:pt x="80035" y="31045"/>
                </a:lnTo>
                <a:lnTo>
                  <a:pt x="79836" y="30814"/>
                </a:lnTo>
                <a:lnTo>
                  <a:pt x="79625" y="30600"/>
                </a:lnTo>
                <a:lnTo>
                  <a:pt x="79404" y="30405"/>
                </a:lnTo>
                <a:lnTo>
                  <a:pt x="79171" y="30230"/>
                </a:lnTo>
                <a:lnTo>
                  <a:pt x="78927" y="30078"/>
                </a:lnTo>
                <a:lnTo>
                  <a:pt x="78672" y="29949"/>
                </a:lnTo>
                <a:lnTo>
                  <a:pt x="78549" y="29900"/>
                </a:lnTo>
                <a:lnTo>
                  <a:pt x="78433" y="29868"/>
                </a:lnTo>
                <a:lnTo>
                  <a:pt x="78325" y="29851"/>
                </a:lnTo>
                <a:lnTo>
                  <a:pt x="78224" y="29849"/>
                </a:lnTo>
                <a:lnTo>
                  <a:pt x="78131" y="29862"/>
                </a:lnTo>
                <a:lnTo>
                  <a:pt x="78044" y="29890"/>
                </a:lnTo>
                <a:lnTo>
                  <a:pt x="77964" y="29931"/>
                </a:lnTo>
                <a:lnTo>
                  <a:pt x="77890" y="29986"/>
                </a:lnTo>
                <a:lnTo>
                  <a:pt x="77823" y="30053"/>
                </a:lnTo>
                <a:lnTo>
                  <a:pt x="77762" y="30133"/>
                </a:lnTo>
                <a:lnTo>
                  <a:pt x="77707" y="30226"/>
                </a:lnTo>
                <a:lnTo>
                  <a:pt x="77658" y="30329"/>
                </a:lnTo>
                <a:lnTo>
                  <a:pt x="77615" y="30444"/>
                </a:lnTo>
                <a:lnTo>
                  <a:pt x="77577" y="30569"/>
                </a:lnTo>
                <a:lnTo>
                  <a:pt x="77545" y="30705"/>
                </a:lnTo>
                <a:lnTo>
                  <a:pt x="77518" y="30850"/>
                </a:lnTo>
                <a:lnTo>
                  <a:pt x="77496" y="31005"/>
                </a:lnTo>
                <a:lnTo>
                  <a:pt x="77479" y="31168"/>
                </a:lnTo>
                <a:lnTo>
                  <a:pt x="77467" y="31340"/>
                </a:lnTo>
                <a:lnTo>
                  <a:pt x="77459" y="31519"/>
                </a:lnTo>
                <a:lnTo>
                  <a:pt x="77456" y="31706"/>
                </a:lnTo>
                <a:lnTo>
                  <a:pt x="77457" y="31900"/>
                </a:lnTo>
                <a:lnTo>
                  <a:pt x="77463" y="32100"/>
                </a:lnTo>
                <a:lnTo>
                  <a:pt x="77472" y="32307"/>
                </a:lnTo>
                <a:lnTo>
                  <a:pt x="76626" y="30887"/>
                </a:lnTo>
                <a:lnTo>
                  <a:pt x="75776" y="29506"/>
                </a:lnTo>
                <a:lnTo>
                  <a:pt x="74924" y="28164"/>
                </a:lnTo>
                <a:lnTo>
                  <a:pt x="74069" y="26860"/>
                </a:lnTo>
                <a:lnTo>
                  <a:pt x="73212" y="25594"/>
                </a:lnTo>
                <a:lnTo>
                  <a:pt x="72354" y="24366"/>
                </a:lnTo>
                <a:lnTo>
                  <a:pt x="71495" y="23174"/>
                </a:lnTo>
                <a:lnTo>
                  <a:pt x="70637" y="22018"/>
                </a:lnTo>
                <a:lnTo>
                  <a:pt x="69778" y="20898"/>
                </a:lnTo>
                <a:lnTo>
                  <a:pt x="68921" y="19814"/>
                </a:lnTo>
                <a:lnTo>
                  <a:pt x="68066" y="18765"/>
                </a:lnTo>
                <a:lnTo>
                  <a:pt x="67213" y="17750"/>
                </a:lnTo>
                <a:lnTo>
                  <a:pt x="66362" y="16769"/>
                </a:lnTo>
                <a:lnTo>
                  <a:pt x="65515" y="15821"/>
                </a:lnTo>
                <a:lnTo>
                  <a:pt x="64672" y="14907"/>
                </a:lnTo>
                <a:lnTo>
                  <a:pt x="63834" y="14026"/>
                </a:lnTo>
                <a:lnTo>
                  <a:pt x="63000" y="13176"/>
                </a:lnTo>
                <a:lnTo>
                  <a:pt x="62173" y="12358"/>
                </a:lnTo>
                <a:lnTo>
                  <a:pt x="61352" y="11571"/>
                </a:lnTo>
                <a:lnTo>
                  <a:pt x="60538" y="10816"/>
                </a:lnTo>
                <a:lnTo>
                  <a:pt x="59731" y="10090"/>
                </a:lnTo>
                <a:lnTo>
                  <a:pt x="58932" y="9394"/>
                </a:lnTo>
                <a:lnTo>
                  <a:pt x="58142" y="8728"/>
                </a:lnTo>
                <a:lnTo>
                  <a:pt x="57362" y="8090"/>
                </a:lnTo>
                <a:lnTo>
                  <a:pt x="56912" y="7732"/>
                </a:lnTo>
                <a:lnTo>
                  <a:pt x="56466" y="7383"/>
                </a:lnTo>
                <a:lnTo>
                  <a:pt x="56023" y="7044"/>
                </a:lnTo>
                <a:lnTo>
                  <a:pt x="55583" y="6714"/>
                </a:lnTo>
                <a:lnTo>
                  <a:pt x="55148" y="6394"/>
                </a:lnTo>
                <a:lnTo>
                  <a:pt x="54716" y="6082"/>
                </a:lnTo>
                <a:lnTo>
                  <a:pt x="54288" y="5779"/>
                </a:lnTo>
                <a:lnTo>
                  <a:pt x="53864" y="5485"/>
                </a:lnTo>
                <a:lnTo>
                  <a:pt x="53445" y="5200"/>
                </a:lnTo>
                <a:lnTo>
                  <a:pt x="53029" y="4924"/>
                </a:lnTo>
                <a:lnTo>
                  <a:pt x="52618" y="4657"/>
                </a:lnTo>
                <a:lnTo>
                  <a:pt x="52212" y="4398"/>
                </a:lnTo>
                <a:lnTo>
                  <a:pt x="51810" y="4147"/>
                </a:lnTo>
                <a:lnTo>
                  <a:pt x="51413" y="3905"/>
                </a:lnTo>
                <a:lnTo>
                  <a:pt x="51021" y="3671"/>
                </a:lnTo>
                <a:lnTo>
                  <a:pt x="50634" y="3446"/>
                </a:lnTo>
                <a:lnTo>
                  <a:pt x="50252" y="3228"/>
                </a:lnTo>
                <a:lnTo>
                  <a:pt x="49875" y="3019"/>
                </a:lnTo>
                <a:lnTo>
                  <a:pt x="49503" y="2818"/>
                </a:lnTo>
                <a:lnTo>
                  <a:pt x="49137" y="2624"/>
                </a:lnTo>
                <a:lnTo>
                  <a:pt x="48777" y="2439"/>
                </a:lnTo>
                <a:lnTo>
                  <a:pt x="48422" y="2261"/>
                </a:lnTo>
                <a:lnTo>
                  <a:pt x="48073" y="2091"/>
                </a:lnTo>
                <a:lnTo>
                  <a:pt x="47729" y="1928"/>
                </a:lnTo>
                <a:lnTo>
                  <a:pt x="47405" y="1778"/>
                </a:lnTo>
                <a:lnTo>
                  <a:pt x="47083" y="1633"/>
                </a:lnTo>
                <a:lnTo>
                  <a:pt x="46764" y="1493"/>
                </a:lnTo>
                <a:lnTo>
                  <a:pt x="46449" y="1359"/>
                </a:lnTo>
                <a:lnTo>
                  <a:pt x="46136" y="1231"/>
                </a:lnTo>
                <a:lnTo>
                  <a:pt x="45827" y="1109"/>
                </a:lnTo>
                <a:lnTo>
                  <a:pt x="45522" y="993"/>
                </a:lnTo>
                <a:lnTo>
                  <a:pt x="45221" y="883"/>
                </a:lnTo>
                <a:lnTo>
                  <a:pt x="44923" y="779"/>
                </a:lnTo>
                <a:lnTo>
                  <a:pt x="44631" y="681"/>
                </a:lnTo>
                <a:lnTo>
                  <a:pt x="44342" y="589"/>
                </a:lnTo>
                <a:lnTo>
                  <a:pt x="44058" y="504"/>
                </a:lnTo>
                <a:lnTo>
                  <a:pt x="43779" y="425"/>
                </a:lnTo>
                <a:lnTo>
                  <a:pt x="43505" y="353"/>
                </a:lnTo>
                <a:lnTo>
                  <a:pt x="43237" y="287"/>
                </a:lnTo>
                <a:lnTo>
                  <a:pt x="42974" y="227"/>
                </a:lnTo>
                <a:lnTo>
                  <a:pt x="42716" y="175"/>
                </a:lnTo>
                <a:lnTo>
                  <a:pt x="42465" y="129"/>
                </a:lnTo>
                <a:lnTo>
                  <a:pt x="42219" y="90"/>
                </a:lnTo>
                <a:lnTo>
                  <a:pt x="41979" y="58"/>
                </a:lnTo>
                <a:lnTo>
                  <a:pt x="41746" y="33"/>
                </a:lnTo>
                <a:lnTo>
                  <a:pt x="41520" y="15"/>
                </a:lnTo>
                <a:lnTo>
                  <a:pt x="41300" y="4"/>
                </a:lnTo>
                <a:lnTo>
                  <a:pt x="41088" y="0"/>
                </a:lnTo>
                <a:lnTo>
                  <a:pt x="40921" y="3"/>
                </a:lnTo>
                <a:lnTo>
                  <a:pt x="40755" y="11"/>
                </a:lnTo>
                <a:lnTo>
                  <a:pt x="40592" y="25"/>
                </a:lnTo>
                <a:lnTo>
                  <a:pt x="40431" y="43"/>
                </a:lnTo>
                <a:lnTo>
                  <a:pt x="40272" y="66"/>
                </a:lnTo>
                <a:lnTo>
                  <a:pt x="40115" y="94"/>
                </a:lnTo>
                <a:lnTo>
                  <a:pt x="39961" y="127"/>
                </a:lnTo>
                <a:lnTo>
                  <a:pt x="39808" y="163"/>
                </a:lnTo>
                <a:lnTo>
                  <a:pt x="39658" y="203"/>
                </a:lnTo>
                <a:lnTo>
                  <a:pt x="39510" y="248"/>
                </a:lnTo>
                <a:lnTo>
                  <a:pt x="39365" y="295"/>
                </a:lnTo>
                <a:lnTo>
                  <a:pt x="39222" y="346"/>
                </a:lnTo>
                <a:lnTo>
                  <a:pt x="39081" y="400"/>
                </a:lnTo>
                <a:lnTo>
                  <a:pt x="38943" y="457"/>
                </a:lnTo>
                <a:lnTo>
                  <a:pt x="38807" y="517"/>
                </a:lnTo>
                <a:lnTo>
                  <a:pt x="38674" y="579"/>
                </a:lnTo>
                <a:lnTo>
                  <a:pt x="38543" y="644"/>
                </a:lnTo>
                <a:lnTo>
                  <a:pt x="38415" y="710"/>
                </a:lnTo>
                <a:lnTo>
                  <a:pt x="38290" y="778"/>
                </a:lnTo>
                <a:lnTo>
                  <a:pt x="38167" y="848"/>
                </a:lnTo>
                <a:lnTo>
                  <a:pt x="38047" y="919"/>
                </a:lnTo>
                <a:lnTo>
                  <a:pt x="37929" y="992"/>
                </a:lnTo>
                <a:lnTo>
                  <a:pt x="37815" y="1065"/>
                </a:lnTo>
                <a:lnTo>
                  <a:pt x="37703" y="1139"/>
                </a:lnTo>
                <a:lnTo>
                  <a:pt x="37591" y="1216"/>
                </a:lnTo>
                <a:lnTo>
                  <a:pt x="37480" y="1295"/>
                </a:lnTo>
                <a:lnTo>
                  <a:pt x="37369" y="1376"/>
                </a:lnTo>
                <a:lnTo>
                  <a:pt x="37259" y="1459"/>
                </a:lnTo>
                <a:lnTo>
                  <a:pt x="37149" y="1544"/>
                </a:lnTo>
                <a:lnTo>
                  <a:pt x="37041" y="1630"/>
                </a:lnTo>
                <a:lnTo>
                  <a:pt x="36933" y="1719"/>
                </a:lnTo>
                <a:lnTo>
                  <a:pt x="36825" y="1809"/>
                </a:lnTo>
                <a:lnTo>
                  <a:pt x="36719" y="1901"/>
                </a:lnTo>
                <a:lnTo>
                  <a:pt x="36613" y="1995"/>
                </a:lnTo>
                <a:lnTo>
                  <a:pt x="36508" y="2090"/>
                </a:lnTo>
                <a:lnTo>
                  <a:pt x="36403" y="2187"/>
                </a:lnTo>
                <a:lnTo>
                  <a:pt x="36299" y="2285"/>
                </a:lnTo>
                <a:lnTo>
                  <a:pt x="36196" y="2385"/>
                </a:lnTo>
                <a:lnTo>
                  <a:pt x="36093" y="2486"/>
                </a:lnTo>
                <a:lnTo>
                  <a:pt x="35992" y="2588"/>
                </a:lnTo>
                <a:lnTo>
                  <a:pt x="35890" y="2691"/>
                </a:lnTo>
                <a:lnTo>
                  <a:pt x="35790" y="2796"/>
                </a:lnTo>
                <a:lnTo>
                  <a:pt x="35690" y="2902"/>
                </a:lnTo>
                <a:lnTo>
                  <a:pt x="35591" y="3008"/>
                </a:lnTo>
                <a:lnTo>
                  <a:pt x="35493" y="3116"/>
                </a:lnTo>
                <a:lnTo>
                  <a:pt x="35395" y="3225"/>
                </a:lnTo>
                <a:lnTo>
                  <a:pt x="35298" y="3334"/>
                </a:lnTo>
                <a:lnTo>
                  <a:pt x="35202" y="3445"/>
                </a:lnTo>
                <a:lnTo>
                  <a:pt x="35010" y="3671"/>
                </a:lnTo>
                <a:lnTo>
                  <a:pt x="34817" y="3905"/>
                </a:lnTo>
                <a:lnTo>
                  <a:pt x="34625" y="4146"/>
                </a:lnTo>
                <a:lnTo>
                  <a:pt x="34432" y="4393"/>
                </a:lnTo>
                <a:lnTo>
                  <a:pt x="34239" y="4646"/>
                </a:lnTo>
                <a:lnTo>
                  <a:pt x="34045" y="4906"/>
                </a:lnTo>
                <a:lnTo>
                  <a:pt x="33852" y="5173"/>
                </a:lnTo>
                <a:lnTo>
                  <a:pt x="33658" y="5445"/>
                </a:lnTo>
                <a:lnTo>
                  <a:pt x="33464" y="5724"/>
                </a:lnTo>
                <a:lnTo>
                  <a:pt x="33271" y="6008"/>
                </a:lnTo>
                <a:lnTo>
                  <a:pt x="33077" y="6298"/>
                </a:lnTo>
                <a:lnTo>
                  <a:pt x="32883" y="6594"/>
                </a:lnTo>
                <a:lnTo>
                  <a:pt x="32689" y="6896"/>
                </a:lnTo>
                <a:lnTo>
                  <a:pt x="32495" y="7203"/>
                </a:lnTo>
                <a:lnTo>
                  <a:pt x="32301" y="7516"/>
                </a:lnTo>
                <a:lnTo>
                  <a:pt x="32107" y="7833"/>
                </a:lnTo>
                <a:lnTo>
                  <a:pt x="31913" y="8156"/>
                </a:lnTo>
                <a:lnTo>
                  <a:pt x="31719" y="8484"/>
                </a:lnTo>
                <a:lnTo>
                  <a:pt x="31526" y="8817"/>
                </a:lnTo>
                <a:lnTo>
                  <a:pt x="31332" y="9155"/>
                </a:lnTo>
                <a:lnTo>
                  <a:pt x="31139" y="9498"/>
                </a:lnTo>
                <a:lnTo>
                  <a:pt x="30946" y="9845"/>
                </a:lnTo>
                <a:lnTo>
                  <a:pt x="30753" y="10197"/>
                </a:lnTo>
                <a:lnTo>
                  <a:pt x="30560" y="10553"/>
                </a:lnTo>
                <a:lnTo>
                  <a:pt x="30172" y="11286"/>
                </a:lnTo>
                <a:lnTo>
                  <a:pt x="29783" y="12041"/>
                </a:lnTo>
                <a:lnTo>
                  <a:pt x="29393" y="12817"/>
                </a:lnTo>
                <a:lnTo>
                  <a:pt x="29002" y="13614"/>
                </a:lnTo>
                <a:lnTo>
                  <a:pt x="28610" y="14431"/>
                </a:lnTo>
                <a:lnTo>
                  <a:pt x="28218" y="15268"/>
                </a:lnTo>
                <a:lnTo>
                  <a:pt x="27825" y="16124"/>
                </a:lnTo>
                <a:lnTo>
                  <a:pt x="27433" y="16999"/>
                </a:lnTo>
                <a:lnTo>
                  <a:pt x="27041" y="17892"/>
                </a:lnTo>
                <a:lnTo>
                  <a:pt x="26649" y="18802"/>
                </a:lnTo>
                <a:lnTo>
                  <a:pt x="26258" y="19730"/>
                </a:lnTo>
                <a:lnTo>
                  <a:pt x="25868" y="20674"/>
                </a:lnTo>
                <a:lnTo>
                  <a:pt x="25478" y="21634"/>
                </a:lnTo>
                <a:lnTo>
                  <a:pt x="25091" y="22609"/>
                </a:lnTo>
                <a:lnTo>
                  <a:pt x="24704" y="23600"/>
                </a:lnTo>
                <a:lnTo>
                  <a:pt x="24320" y="24604"/>
                </a:lnTo>
                <a:lnTo>
                  <a:pt x="23938" y="25623"/>
                </a:lnTo>
                <a:lnTo>
                  <a:pt x="23557" y="26655"/>
                </a:lnTo>
                <a:lnTo>
                  <a:pt x="23180" y="27699"/>
                </a:lnTo>
                <a:lnTo>
                  <a:pt x="22805" y="28756"/>
                </a:lnTo>
                <a:lnTo>
                  <a:pt x="22432" y="29825"/>
                </a:lnTo>
                <a:lnTo>
                  <a:pt x="22063" y="30905"/>
                </a:lnTo>
                <a:lnTo>
                  <a:pt x="21698" y="31995"/>
                </a:lnTo>
                <a:lnTo>
                  <a:pt x="21335" y="33096"/>
                </a:lnTo>
                <a:lnTo>
                  <a:pt x="20632" y="35293"/>
                </a:lnTo>
                <a:lnTo>
                  <a:pt x="19943" y="37531"/>
                </a:lnTo>
                <a:lnTo>
                  <a:pt x="19271" y="39803"/>
                </a:lnTo>
                <a:lnTo>
                  <a:pt x="18616" y="42106"/>
                </a:lnTo>
                <a:lnTo>
                  <a:pt x="17983" y="44436"/>
                </a:lnTo>
                <a:lnTo>
                  <a:pt x="17371" y="46789"/>
                </a:lnTo>
                <a:lnTo>
                  <a:pt x="16783" y="49160"/>
                </a:lnTo>
                <a:lnTo>
                  <a:pt x="16221" y="51547"/>
                </a:lnTo>
                <a:lnTo>
                  <a:pt x="15688" y="53943"/>
                </a:lnTo>
                <a:lnTo>
                  <a:pt x="15183" y="56347"/>
                </a:lnTo>
                <a:lnTo>
                  <a:pt x="14711" y="58752"/>
                </a:lnTo>
                <a:lnTo>
                  <a:pt x="14272" y="61156"/>
                </a:lnTo>
                <a:lnTo>
                  <a:pt x="13868" y="63554"/>
                </a:lnTo>
                <a:lnTo>
                  <a:pt x="13502" y="65942"/>
                </a:lnTo>
                <a:lnTo>
                  <a:pt x="13175" y="68316"/>
                </a:lnTo>
                <a:lnTo>
                  <a:pt x="12889" y="70672"/>
                </a:lnTo>
                <a:lnTo>
                  <a:pt x="12646" y="73005"/>
                </a:lnTo>
                <a:lnTo>
                  <a:pt x="12448" y="75313"/>
                </a:lnTo>
                <a:lnTo>
                  <a:pt x="12297" y="77589"/>
                </a:lnTo>
                <a:lnTo>
                  <a:pt x="12194" y="79832"/>
                </a:lnTo>
                <a:lnTo>
                  <a:pt x="12142" y="82036"/>
                </a:lnTo>
                <a:lnTo>
                  <a:pt x="12143" y="84197"/>
                </a:lnTo>
                <a:lnTo>
                  <a:pt x="12198" y="86311"/>
                </a:lnTo>
                <a:lnTo>
                  <a:pt x="12309" y="88375"/>
                </a:lnTo>
                <a:lnTo>
                  <a:pt x="12273" y="88514"/>
                </a:lnTo>
                <a:lnTo>
                  <a:pt x="12236" y="88653"/>
                </a:lnTo>
                <a:lnTo>
                  <a:pt x="12200" y="88792"/>
                </a:lnTo>
                <a:lnTo>
                  <a:pt x="12164" y="88931"/>
                </a:lnTo>
                <a:lnTo>
                  <a:pt x="12128" y="89070"/>
                </a:lnTo>
                <a:lnTo>
                  <a:pt x="12092" y="89209"/>
                </a:lnTo>
                <a:lnTo>
                  <a:pt x="12056" y="89348"/>
                </a:lnTo>
                <a:lnTo>
                  <a:pt x="12020" y="89488"/>
                </a:lnTo>
                <a:lnTo>
                  <a:pt x="11985" y="89627"/>
                </a:lnTo>
                <a:lnTo>
                  <a:pt x="11949" y="89765"/>
                </a:lnTo>
                <a:lnTo>
                  <a:pt x="11914" y="89904"/>
                </a:lnTo>
                <a:lnTo>
                  <a:pt x="11879" y="90043"/>
                </a:lnTo>
                <a:lnTo>
                  <a:pt x="11844" y="90182"/>
                </a:lnTo>
                <a:lnTo>
                  <a:pt x="11809" y="90321"/>
                </a:lnTo>
                <a:lnTo>
                  <a:pt x="11775" y="90460"/>
                </a:lnTo>
                <a:lnTo>
                  <a:pt x="11740" y="90598"/>
                </a:lnTo>
                <a:lnTo>
                  <a:pt x="11706" y="90737"/>
                </a:lnTo>
                <a:lnTo>
                  <a:pt x="11672" y="90876"/>
                </a:lnTo>
                <a:lnTo>
                  <a:pt x="11637" y="91014"/>
                </a:lnTo>
                <a:lnTo>
                  <a:pt x="11604" y="91152"/>
                </a:lnTo>
                <a:lnTo>
                  <a:pt x="11570" y="91291"/>
                </a:lnTo>
                <a:lnTo>
                  <a:pt x="11536" y="91429"/>
                </a:lnTo>
                <a:lnTo>
                  <a:pt x="11503" y="91567"/>
                </a:lnTo>
                <a:lnTo>
                  <a:pt x="11469" y="91705"/>
                </a:lnTo>
                <a:lnTo>
                  <a:pt x="11068" y="92299"/>
                </a:lnTo>
                <a:lnTo>
                  <a:pt x="10669" y="92914"/>
                </a:lnTo>
                <a:lnTo>
                  <a:pt x="10273" y="93550"/>
                </a:lnTo>
                <a:lnTo>
                  <a:pt x="9879" y="94209"/>
                </a:lnTo>
                <a:lnTo>
                  <a:pt x="9490" y="94889"/>
                </a:lnTo>
                <a:lnTo>
                  <a:pt x="9104" y="95593"/>
                </a:lnTo>
                <a:lnTo>
                  <a:pt x="8722" y="96319"/>
                </a:lnTo>
                <a:lnTo>
                  <a:pt x="8344" y="97068"/>
                </a:lnTo>
                <a:lnTo>
                  <a:pt x="7972" y="97841"/>
                </a:lnTo>
                <a:lnTo>
                  <a:pt x="7604" y="98638"/>
                </a:lnTo>
                <a:lnTo>
                  <a:pt x="7242" y="99458"/>
                </a:lnTo>
                <a:lnTo>
                  <a:pt x="6886" y="100304"/>
                </a:lnTo>
                <a:lnTo>
                  <a:pt x="6537" y="101173"/>
                </a:lnTo>
                <a:lnTo>
                  <a:pt x="6193" y="102068"/>
                </a:lnTo>
                <a:lnTo>
                  <a:pt x="5857" y="102988"/>
                </a:lnTo>
                <a:lnTo>
                  <a:pt x="5528" y="103933"/>
                </a:lnTo>
                <a:lnTo>
                  <a:pt x="5207" y="104904"/>
                </a:lnTo>
                <a:lnTo>
                  <a:pt x="4893" y="105902"/>
                </a:lnTo>
                <a:lnTo>
                  <a:pt x="4588" y="106926"/>
                </a:lnTo>
                <a:lnTo>
                  <a:pt x="4292" y="107976"/>
                </a:lnTo>
                <a:lnTo>
                  <a:pt x="4004" y="109054"/>
                </a:lnTo>
                <a:lnTo>
                  <a:pt x="3726" y="110159"/>
                </a:lnTo>
                <a:lnTo>
                  <a:pt x="3458" y="111291"/>
                </a:lnTo>
                <a:lnTo>
                  <a:pt x="3199" y="112451"/>
                </a:lnTo>
                <a:lnTo>
                  <a:pt x="2831" y="114222"/>
                </a:lnTo>
                <a:lnTo>
                  <a:pt x="2524" y="115829"/>
                </a:lnTo>
                <a:lnTo>
                  <a:pt x="2278" y="117280"/>
                </a:lnTo>
                <a:lnTo>
                  <a:pt x="2089" y="118581"/>
                </a:lnTo>
                <a:lnTo>
                  <a:pt x="1956" y="119739"/>
                </a:lnTo>
                <a:lnTo>
                  <a:pt x="1877" y="120759"/>
                </a:lnTo>
                <a:lnTo>
                  <a:pt x="1850" y="121650"/>
                </a:lnTo>
                <a:lnTo>
                  <a:pt x="1873" y="122416"/>
                </a:lnTo>
                <a:lnTo>
                  <a:pt x="1944" y="123065"/>
                </a:lnTo>
                <a:lnTo>
                  <a:pt x="2062" y="123602"/>
                </a:lnTo>
                <a:lnTo>
                  <a:pt x="2224" y="124036"/>
                </a:lnTo>
                <a:lnTo>
                  <a:pt x="2428" y="124371"/>
                </a:lnTo>
                <a:lnTo>
                  <a:pt x="2673" y="124615"/>
                </a:lnTo>
                <a:lnTo>
                  <a:pt x="2956" y="124774"/>
                </a:lnTo>
                <a:lnTo>
                  <a:pt x="3276" y="124854"/>
                </a:lnTo>
                <a:lnTo>
                  <a:pt x="3630" y="124862"/>
                </a:lnTo>
                <a:lnTo>
                  <a:pt x="4017" y="124805"/>
                </a:lnTo>
                <a:lnTo>
                  <a:pt x="4435" y="124688"/>
                </a:lnTo>
                <a:lnTo>
                  <a:pt x="4881" y="124519"/>
                </a:lnTo>
                <a:lnTo>
                  <a:pt x="5355" y="124304"/>
                </a:lnTo>
                <a:lnTo>
                  <a:pt x="5853" y="124049"/>
                </a:lnTo>
                <a:lnTo>
                  <a:pt x="6374" y="123761"/>
                </a:lnTo>
                <a:lnTo>
                  <a:pt x="6916" y="123447"/>
                </a:lnTo>
                <a:lnTo>
                  <a:pt x="7477" y="123112"/>
                </a:lnTo>
                <a:lnTo>
                  <a:pt x="7434" y="123507"/>
                </a:lnTo>
                <a:lnTo>
                  <a:pt x="7388" y="123906"/>
                </a:lnTo>
                <a:lnTo>
                  <a:pt x="7338" y="124309"/>
                </a:lnTo>
                <a:lnTo>
                  <a:pt x="7286" y="124715"/>
                </a:lnTo>
                <a:lnTo>
                  <a:pt x="7228" y="125122"/>
                </a:lnTo>
                <a:lnTo>
                  <a:pt x="7166" y="125529"/>
                </a:lnTo>
                <a:lnTo>
                  <a:pt x="7098" y="125936"/>
                </a:lnTo>
                <a:lnTo>
                  <a:pt x="7024" y="126341"/>
                </a:lnTo>
                <a:lnTo>
                  <a:pt x="6943" y="126743"/>
                </a:lnTo>
                <a:lnTo>
                  <a:pt x="6853" y="127141"/>
                </a:lnTo>
                <a:lnTo>
                  <a:pt x="6756" y="127534"/>
                </a:lnTo>
                <a:lnTo>
                  <a:pt x="6649" y="127921"/>
                </a:lnTo>
                <a:lnTo>
                  <a:pt x="6533" y="128301"/>
                </a:lnTo>
                <a:lnTo>
                  <a:pt x="6406" y="128672"/>
                </a:lnTo>
                <a:lnTo>
                  <a:pt x="6269" y="129034"/>
                </a:lnTo>
                <a:lnTo>
                  <a:pt x="6119" y="129386"/>
                </a:lnTo>
                <a:lnTo>
                  <a:pt x="5957" y="129727"/>
                </a:lnTo>
                <a:lnTo>
                  <a:pt x="5782" y="130055"/>
                </a:lnTo>
                <a:lnTo>
                  <a:pt x="5594" y="130370"/>
                </a:lnTo>
                <a:lnTo>
                  <a:pt x="5391" y="130670"/>
                </a:lnTo>
                <a:lnTo>
                  <a:pt x="5173" y="130954"/>
                </a:lnTo>
                <a:lnTo>
                  <a:pt x="4939" y="131221"/>
                </a:lnTo>
                <a:lnTo>
                  <a:pt x="4689" y="131471"/>
                </a:lnTo>
                <a:lnTo>
                  <a:pt x="4421" y="131701"/>
                </a:lnTo>
                <a:lnTo>
                  <a:pt x="3957" y="132095"/>
                </a:lnTo>
                <a:lnTo>
                  <a:pt x="3560" y="132477"/>
                </a:lnTo>
                <a:lnTo>
                  <a:pt x="3230" y="132846"/>
                </a:lnTo>
                <a:lnTo>
                  <a:pt x="2965" y="133200"/>
                </a:lnTo>
                <a:lnTo>
                  <a:pt x="2764" y="133538"/>
                </a:lnTo>
                <a:lnTo>
                  <a:pt x="2627" y="133858"/>
                </a:lnTo>
                <a:lnTo>
                  <a:pt x="2551" y="134159"/>
                </a:lnTo>
                <a:lnTo>
                  <a:pt x="2535" y="134440"/>
                </a:lnTo>
                <a:lnTo>
                  <a:pt x="2578" y="134698"/>
                </a:lnTo>
                <a:lnTo>
                  <a:pt x="2679" y="134933"/>
                </a:lnTo>
                <a:lnTo>
                  <a:pt x="2837" y="135142"/>
                </a:lnTo>
                <a:lnTo>
                  <a:pt x="3050" y="135325"/>
                </a:lnTo>
                <a:lnTo>
                  <a:pt x="3317" y="135480"/>
                </a:lnTo>
                <a:lnTo>
                  <a:pt x="3637" y="135606"/>
                </a:lnTo>
                <a:lnTo>
                  <a:pt x="4009" y="135701"/>
                </a:lnTo>
                <a:lnTo>
                  <a:pt x="4431" y="135763"/>
                </a:lnTo>
                <a:lnTo>
                  <a:pt x="4902" y="135791"/>
                </a:lnTo>
                <a:lnTo>
                  <a:pt x="5421" y="135784"/>
                </a:lnTo>
                <a:lnTo>
                  <a:pt x="5987" y="135740"/>
                </a:lnTo>
                <a:lnTo>
                  <a:pt x="6597" y="135658"/>
                </a:lnTo>
                <a:lnTo>
                  <a:pt x="7252" y="135536"/>
                </a:lnTo>
                <a:lnTo>
                  <a:pt x="7950" y="135373"/>
                </a:lnTo>
                <a:lnTo>
                  <a:pt x="8690" y="135167"/>
                </a:lnTo>
                <a:lnTo>
                  <a:pt x="9470" y="134916"/>
                </a:lnTo>
                <a:lnTo>
                  <a:pt x="9476" y="134940"/>
                </a:lnTo>
                <a:lnTo>
                  <a:pt x="9482" y="134963"/>
                </a:lnTo>
                <a:lnTo>
                  <a:pt x="9488" y="134987"/>
                </a:lnTo>
                <a:lnTo>
                  <a:pt x="9494" y="135010"/>
                </a:lnTo>
                <a:lnTo>
                  <a:pt x="9500" y="135034"/>
                </a:lnTo>
                <a:lnTo>
                  <a:pt x="9506" y="135057"/>
                </a:lnTo>
                <a:lnTo>
                  <a:pt x="9512" y="135081"/>
                </a:lnTo>
                <a:lnTo>
                  <a:pt x="9518" y="135104"/>
                </a:lnTo>
                <a:lnTo>
                  <a:pt x="9524" y="135128"/>
                </a:lnTo>
                <a:lnTo>
                  <a:pt x="9530" y="135151"/>
                </a:lnTo>
                <a:lnTo>
                  <a:pt x="9536" y="135174"/>
                </a:lnTo>
                <a:lnTo>
                  <a:pt x="9543" y="135198"/>
                </a:lnTo>
                <a:lnTo>
                  <a:pt x="9549" y="135221"/>
                </a:lnTo>
                <a:lnTo>
                  <a:pt x="9555" y="135245"/>
                </a:lnTo>
                <a:lnTo>
                  <a:pt x="9561" y="135268"/>
                </a:lnTo>
                <a:lnTo>
                  <a:pt x="9567" y="135291"/>
                </a:lnTo>
                <a:lnTo>
                  <a:pt x="9573" y="135315"/>
                </a:lnTo>
                <a:lnTo>
                  <a:pt x="9579" y="135338"/>
                </a:lnTo>
                <a:lnTo>
                  <a:pt x="9586" y="135361"/>
                </a:lnTo>
                <a:lnTo>
                  <a:pt x="9592" y="135385"/>
                </a:lnTo>
                <a:lnTo>
                  <a:pt x="9598" y="135408"/>
                </a:lnTo>
                <a:lnTo>
                  <a:pt x="9604" y="135431"/>
                </a:lnTo>
                <a:lnTo>
                  <a:pt x="9611" y="135455"/>
                </a:lnTo>
                <a:lnTo>
                  <a:pt x="9617" y="135478"/>
                </a:lnTo>
                <a:lnTo>
                  <a:pt x="9372" y="136075"/>
                </a:lnTo>
                <a:lnTo>
                  <a:pt x="9138" y="136690"/>
                </a:lnTo>
                <a:lnTo>
                  <a:pt x="8916" y="137322"/>
                </a:lnTo>
                <a:lnTo>
                  <a:pt x="8706" y="137973"/>
                </a:lnTo>
                <a:lnTo>
                  <a:pt x="8510" y="138641"/>
                </a:lnTo>
                <a:lnTo>
                  <a:pt x="8329" y="139326"/>
                </a:lnTo>
                <a:lnTo>
                  <a:pt x="8165" y="140028"/>
                </a:lnTo>
                <a:lnTo>
                  <a:pt x="8017" y="140746"/>
                </a:lnTo>
                <a:lnTo>
                  <a:pt x="7889" y="141481"/>
                </a:lnTo>
                <a:lnTo>
                  <a:pt x="7780" y="142233"/>
                </a:lnTo>
                <a:lnTo>
                  <a:pt x="7692" y="143000"/>
                </a:lnTo>
                <a:lnTo>
                  <a:pt x="7627" y="143783"/>
                </a:lnTo>
                <a:lnTo>
                  <a:pt x="7585" y="144581"/>
                </a:lnTo>
                <a:lnTo>
                  <a:pt x="7567" y="145394"/>
                </a:lnTo>
                <a:lnTo>
                  <a:pt x="7575" y="146223"/>
                </a:lnTo>
                <a:lnTo>
                  <a:pt x="7611" y="147066"/>
                </a:lnTo>
                <a:lnTo>
                  <a:pt x="7674" y="147924"/>
                </a:lnTo>
                <a:lnTo>
                  <a:pt x="7767" y="148796"/>
                </a:lnTo>
                <a:lnTo>
                  <a:pt x="7890" y="149682"/>
                </a:lnTo>
                <a:lnTo>
                  <a:pt x="8045" y="150582"/>
                </a:lnTo>
                <a:lnTo>
                  <a:pt x="8232" y="151495"/>
                </a:lnTo>
                <a:lnTo>
                  <a:pt x="8454" y="152422"/>
                </a:lnTo>
                <a:lnTo>
                  <a:pt x="8711" y="153361"/>
                </a:lnTo>
                <a:lnTo>
                  <a:pt x="9005" y="154313"/>
                </a:lnTo>
                <a:lnTo>
                  <a:pt x="9172" y="154778"/>
                </a:lnTo>
                <a:lnTo>
                  <a:pt x="9346" y="155168"/>
                </a:lnTo>
                <a:lnTo>
                  <a:pt x="9527" y="155486"/>
                </a:lnTo>
                <a:lnTo>
                  <a:pt x="9715" y="155736"/>
                </a:lnTo>
                <a:lnTo>
                  <a:pt x="9909" y="155918"/>
                </a:lnTo>
                <a:lnTo>
                  <a:pt x="10111" y="156037"/>
                </a:lnTo>
                <a:lnTo>
                  <a:pt x="10320" y="156095"/>
                </a:lnTo>
                <a:lnTo>
                  <a:pt x="10535" y="156094"/>
                </a:lnTo>
                <a:lnTo>
                  <a:pt x="10758" y="156038"/>
                </a:lnTo>
                <a:lnTo>
                  <a:pt x="10988" y="155928"/>
                </a:lnTo>
                <a:lnTo>
                  <a:pt x="11225" y="155769"/>
                </a:lnTo>
                <a:lnTo>
                  <a:pt x="11468" y="155561"/>
                </a:lnTo>
                <a:lnTo>
                  <a:pt x="11719" y="155309"/>
                </a:lnTo>
                <a:lnTo>
                  <a:pt x="11978" y="155014"/>
                </a:lnTo>
                <a:lnTo>
                  <a:pt x="12243" y="154679"/>
                </a:lnTo>
                <a:lnTo>
                  <a:pt x="12515" y="154308"/>
                </a:lnTo>
                <a:lnTo>
                  <a:pt x="12795" y="153902"/>
                </a:lnTo>
                <a:lnTo>
                  <a:pt x="13082" y="153465"/>
                </a:lnTo>
                <a:lnTo>
                  <a:pt x="13376" y="152999"/>
                </a:lnTo>
                <a:lnTo>
                  <a:pt x="13677" y="152507"/>
                </a:lnTo>
                <a:lnTo>
                  <a:pt x="13986" y="151991"/>
                </a:lnTo>
                <a:lnTo>
                  <a:pt x="14302" y="151454"/>
                </a:lnTo>
                <a:lnTo>
                  <a:pt x="14625" y="150899"/>
                </a:lnTo>
                <a:lnTo>
                  <a:pt x="14955" y="150329"/>
                </a:lnTo>
                <a:lnTo>
                  <a:pt x="16031" y="152614"/>
                </a:lnTo>
                <a:lnTo>
                  <a:pt x="17149" y="154828"/>
                </a:lnTo>
                <a:lnTo>
                  <a:pt x="18308" y="156971"/>
                </a:lnTo>
                <a:lnTo>
                  <a:pt x="19505" y="159043"/>
                </a:lnTo>
                <a:lnTo>
                  <a:pt x="20738" y="161045"/>
                </a:lnTo>
                <a:lnTo>
                  <a:pt x="22006" y="162975"/>
                </a:lnTo>
                <a:lnTo>
                  <a:pt x="23305" y="164834"/>
                </a:lnTo>
                <a:lnTo>
                  <a:pt x="24633" y="166622"/>
                </a:lnTo>
                <a:lnTo>
                  <a:pt x="25989" y="168339"/>
                </a:lnTo>
                <a:lnTo>
                  <a:pt x="27370" y="169985"/>
                </a:lnTo>
                <a:lnTo>
                  <a:pt x="28775" y="171560"/>
                </a:lnTo>
                <a:lnTo>
                  <a:pt x="30200" y="173063"/>
                </a:lnTo>
                <a:lnTo>
                  <a:pt x="31643" y="174496"/>
                </a:lnTo>
                <a:lnTo>
                  <a:pt x="33104" y="175857"/>
                </a:lnTo>
                <a:lnTo>
                  <a:pt x="34578" y="177147"/>
                </a:lnTo>
                <a:lnTo>
                  <a:pt x="36065" y="178366"/>
                </a:lnTo>
                <a:lnTo>
                  <a:pt x="37561" y="179513"/>
                </a:lnTo>
                <a:lnTo>
                  <a:pt x="39066" y="180589"/>
                </a:lnTo>
                <a:lnTo>
                  <a:pt x="40576" y="181594"/>
                </a:lnTo>
                <a:lnTo>
                  <a:pt x="42089" y="182527"/>
                </a:lnTo>
                <a:lnTo>
                  <a:pt x="43603" y="183389"/>
                </a:lnTo>
                <a:lnTo>
                  <a:pt x="45116" y="184179"/>
                </a:lnTo>
                <a:lnTo>
                  <a:pt x="46627" y="184898"/>
                </a:lnTo>
                <a:lnTo>
                  <a:pt x="48131" y="185546"/>
                </a:lnTo>
                <a:lnTo>
                  <a:pt x="49661" y="186149"/>
                </a:lnTo>
                <a:lnTo>
                  <a:pt x="51288" y="186750"/>
                </a:lnTo>
                <a:lnTo>
                  <a:pt x="53010" y="187347"/>
                </a:lnTo>
                <a:lnTo>
                  <a:pt x="54822" y="187937"/>
                </a:lnTo>
                <a:lnTo>
                  <a:pt x="56720" y="188519"/>
                </a:lnTo>
                <a:lnTo>
                  <a:pt x="58702" y="189088"/>
                </a:lnTo>
                <a:lnTo>
                  <a:pt x="60764" y="189644"/>
                </a:lnTo>
                <a:lnTo>
                  <a:pt x="62902" y="190183"/>
                </a:lnTo>
                <a:lnTo>
                  <a:pt x="65112" y="190704"/>
                </a:lnTo>
                <a:lnTo>
                  <a:pt x="67391" y="191203"/>
                </a:lnTo>
                <a:lnTo>
                  <a:pt x="69736" y="191678"/>
                </a:lnTo>
                <a:lnTo>
                  <a:pt x="72142" y="192126"/>
                </a:lnTo>
                <a:lnTo>
                  <a:pt x="74607" y="192546"/>
                </a:lnTo>
                <a:lnTo>
                  <a:pt x="77125" y="192935"/>
                </a:lnTo>
                <a:lnTo>
                  <a:pt x="79695" y="193289"/>
                </a:lnTo>
                <a:lnTo>
                  <a:pt x="82312" y="193608"/>
                </a:lnTo>
                <a:lnTo>
                  <a:pt x="84973" y="193888"/>
                </a:lnTo>
                <a:lnTo>
                  <a:pt x="87675" y="194127"/>
                </a:lnTo>
                <a:lnTo>
                  <a:pt x="90412" y="194322"/>
                </a:lnTo>
                <a:lnTo>
                  <a:pt x="93183" y="194471"/>
                </a:lnTo>
                <a:lnTo>
                  <a:pt x="95983" y="194571"/>
                </a:lnTo>
                <a:lnTo>
                  <a:pt x="98809" y="194620"/>
                </a:lnTo>
                <a:lnTo>
                  <a:pt x="101657" y="194616"/>
                </a:lnTo>
                <a:lnTo>
                  <a:pt x="104523" y="194556"/>
                </a:lnTo>
                <a:lnTo>
                  <a:pt x="107406" y="194437"/>
                </a:lnTo>
                <a:lnTo>
                  <a:pt x="110306" y="194257"/>
                </a:lnTo>
                <a:lnTo>
                  <a:pt x="113217" y="194013"/>
                </a:lnTo>
                <a:lnTo>
                  <a:pt x="116137" y="193702"/>
                </a:lnTo>
                <a:lnTo>
                  <a:pt x="119061" y="193322"/>
                </a:lnTo>
                <a:lnTo>
                  <a:pt x="121987" y="192869"/>
                </a:lnTo>
                <a:lnTo>
                  <a:pt x="124909" y="192342"/>
                </a:lnTo>
                <a:lnTo>
                  <a:pt x="127824" y="191737"/>
                </a:lnTo>
                <a:lnTo>
                  <a:pt x="130728" y="191052"/>
                </a:lnTo>
                <a:lnTo>
                  <a:pt x="133618" y="190283"/>
                </a:lnTo>
                <a:lnTo>
                  <a:pt x="136489" y="189429"/>
                </a:lnTo>
                <a:lnTo>
                  <a:pt x="139338" y="188487"/>
                </a:lnTo>
                <a:lnTo>
                  <a:pt x="142161" y="187453"/>
                </a:lnTo>
                <a:lnTo>
                  <a:pt x="144953" y="186325"/>
                </a:lnTo>
                <a:lnTo>
                  <a:pt x="147712" y="185101"/>
                </a:lnTo>
                <a:lnTo>
                  <a:pt x="150433" y="183778"/>
                </a:lnTo>
                <a:lnTo>
                  <a:pt x="153112" y="182352"/>
                </a:lnTo>
                <a:lnTo>
                  <a:pt x="155746" y="180822"/>
                </a:lnTo>
                <a:lnTo>
                  <a:pt x="158331" y="179185"/>
                </a:lnTo>
                <a:lnTo>
                  <a:pt x="160862" y="177437"/>
                </a:lnTo>
                <a:lnTo>
                  <a:pt x="163336" y="175577"/>
                </a:lnTo>
                <a:lnTo>
                  <a:pt x="165750" y="173601"/>
                </a:lnTo>
                <a:lnTo>
                  <a:pt x="168099" y="171507"/>
                </a:lnTo>
                <a:lnTo>
                  <a:pt x="170379" y="169292"/>
                </a:lnTo>
                <a:lnTo>
                  <a:pt x="171006" y="168647"/>
                </a:lnTo>
                <a:lnTo>
                  <a:pt x="171619" y="167997"/>
                </a:lnTo>
                <a:lnTo>
                  <a:pt x="172219" y="167342"/>
                </a:lnTo>
                <a:lnTo>
                  <a:pt x="172805" y="166683"/>
                </a:lnTo>
                <a:lnTo>
                  <a:pt x="173378" y="166020"/>
                </a:lnTo>
                <a:lnTo>
                  <a:pt x="173938" y="165352"/>
                </a:lnTo>
                <a:lnTo>
                  <a:pt x="174486" y="164681"/>
                </a:lnTo>
                <a:lnTo>
                  <a:pt x="175020" y="164005"/>
                </a:lnTo>
                <a:lnTo>
                  <a:pt x="175541" y="163325"/>
                </a:lnTo>
                <a:lnTo>
                  <a:pt x="176050" y="162641"/>
                </a:lnTo>
                <a:lnTo>
                  <a:pt x="176546" y="161953"/>
                </a:lnTo>
                <a:lnTo>
                  <a:pt x="177029" y="161262"/>
                </a:lnTo>
                <a:lnTo>
                  <a:pt x="177500" y="160566"/>
                </a:lnTo>
                <a:lnTo>
                  <a:pt x="177959" y="159867"/>
                </a:lnTo>
                <a:lnTo>
                  <a:pt x="178405" y="159164"/>
                </a:lnTo>
                <a:lnTo>
                  <a:pt x="178839" y="158458"/>
                </a:lnTo>
                <a:lnTo>
                  <a:pt x="179260" y="157748"/>
                </a:lnTo>
                <a:lnTo>
                  <a:pt x="179670" y="157035"/>
                </a:lnTo>
                <a:lnTo>
                  <a:pt x="180067" y="156318"/>
                </a:lnTo>
                <a:lnTo>
                  <a:pt x="180453" y="155598"/>
                </a:lnTo>
                <a:lnTo>
                  <a:pt x="180827" y="154875"/>
                </a:lnTo>
                <a:lnTo>
                  <a:pt x="181189" y="154148"/>
                </a:lnTo>
                <a:lnTo>
                  <a:pt x="181539" y="153419"/>
                </a:lnTo>
                <a:lnTo>
                  <a:pt x="181878" y="152686"/>
                </a:lnTo>
                <a:lnTo>
                  <a:pt x="182097" y="153058"/>
                </a:lnTo>
                <a:lnTo>
                  <a:pt x="182429" y="153630"/>
                </a:lnTo>
                <a:lnTo>
                  <a:pt x="182753" y="154186"/>
                </a:lnTo>
                <a:lnTo>
                  <a:pt x="183070" y="154724"/>
                </a:lnTo>
                <a:lnTo>
                  <a:pt x="183379" y="155242"/>
                </a:lnTo>
                <a:lnTo>
                  <a:pt x="183681" y="155735"/>
                </a:lnTo>
                <a:lnTo>
                  <a:pt x="183976" y="156203"/>
                </a:lnTo>
                <a:lnTo>
                  <a:pt x="184264" y="156642"/>
                </a:lnTo>
                <a:lnTo>
                  <a:pt x="184544" y="157049"/>
                </a:lnTo>
                <a:lnTo>
                  <a:pt x="184817" y="157421"/>
                </a:lnTo>
                <a:lnTo>
                  <a:pt x="185083" y="157757"/>
                </a:lnTo>
                <a:lnTo>
                  <a:pt x="185342" y="158053"/>
                </a:lnTo>
                <a:lnTo>
                  <a:pt x="185593" y="158307"/>
                </a:lnTo>
                <a:lnTo>
                  <a:pt x="185838" y="158515"/>
                </a:lnTo>
                <a:lnTo>
                  <a:pt x="186075" y="158676"/>
                </a:lnTo>
                <a:lnTo>
                  <a:pt x="186305" y="158787"/>
                </a:lnTo>
                <a:lnTo>
                  <a:pt x="186528" y="158844"/>
                </a:lnTo>
                <a:lnTo>
                  <a:pt x="186743" y="158845"/>
                </a:lnTo>
                <a:lnTo>
                  <a:pt x="186952" y="158788"/>
                </a:lnTo>
                <a:lnTo>
                  <a:pt x="187154" y="158669"/>
                </a:lnTo>
                <a:lnTo>
                  <a:pt x="187348" y="158487"/>
                </a:lnTo>
                <a:lnTo>
                  <a:pt x="187536" y="158238"/>
                </a:lnTo>
                <a:lnTo>
                  <a:pt x="187717" y="157919"/>
                </a:lnTo>
                <a:lnTo>
                  <a:pt x="187890" y="157529"/>
                </a:lnTo>
                <a:lnTo>
                  <a:pt x="188057" y="157064"/>
                </a:lnTo>
                <a:lnTo>
                  <a:pt x="188365" y="156062"/>
                </a:lnTo>
                <a:lnTo>
                  <a:pt x="188633" y="155074"/>
                </a:lnTo>
                <a:lnTo>
                  <a:pt x="188862" y="154100"/>
                </a:lnTo>
                <a:lnTo>
                  <a:pt x="189053" y="153142"/>
                </a:lnTo>
                <a:lnTo>
                  <a:pt x="189208" y="152198"/>
                </a:lnTo>
                <a:lnTo>
                  <a:pt x="189328" y="151270"/>
                </a:lnTo>
                <a:lnTo>
                  <a:pt x="189415" y="150357"/>
                </a:lnTo>
                <a:lnTo>
                  <a:pt x="189470" y="149460"/>
                </a:lnTo>
                <a:lnTo>
                  <a:pt x="189494" y="148579"/>
                </a:lnTo>
                <a:lnTo>
                  <a:pt x="189489" y="147715"/>
                </a:lnTo>
                <a:lnTo>
                  <a:pt x="189456" y="146868"/>
                </a:lnTo>
                <a:lnTo>
                  <a:pt x="189397" y="146037"/>
                </a:lnTo>
                <a:lnTo>
                  <a:pt x="189313" y="145224"/>
                </a:lnTo>
                <a:lnTo>
                  <a:pt x="189205" y="144428"/>
                </a:lnTo>
                <a:lnTo>
                  <a:pt x="189074" y="143651"/>
                </a:lnTo>
                <a:lnTo>
                  <a:pt x="188923" y="142891"/>
                </a:lnTo>
                <a:lnTo>
                  <a:pt x="188752" y="142150"/>
                </a:lnTo>
                <a:lnTo>
                  <a:pt x="188564" y="141428"/>
                </a:lnTo>
                <a:lnTo>
                  <a:pt x="188358" y="140724"/>
                </a:lnTo>
                <a:lnTo>
                  <a:pt x="188137" y="140040"/>
                </a:lnTo>
                <a:lnTo>
                  <a:pt x="187902" y="139375"/>
                </a:lnTo>
                <a:lnTo>
                  <a:pt x="187655" y="138731"/>
                </a:lnTo>
                <a:lnTo>
                  <a:pt x="187396" y="138106"/>
                </a:lnTo>
                <a:lnTo>
                  <a:pt x="187128" y="137502"/>
                </a:lnTo>
                <a:lnTo>
                  <a:pt x="187146" y="137507"/>
                </a:lnTo>
                <a:lnTo>
                  <a:pt x="187966" y="137789"/>
                </a:lnTo>
                <a:lnTo>
                  <a:pt x="188744" y="138023"/>
                </a:lnTo>
                <a:lnTo>
                  <a:pt x="189479" y="138212"/>
                </a:lnTo>
                <a:lnTo>
                  <a:pt x="190170" y="138357"/>
                </a:lnTo>
                <a:lnTo>
                  <a:pt x="190816" y="138459"/>
                </a:lnTo>
                <a:lnTo>
                  <a:pt x="191415" y="138520"/>
                </a:lnTo>
                <a:lnTo>
                  <a:pt x="191965" y="138543"/>
                </a:lnTo>
                <a:lnTo>
                  <a:pt x="192466" y="138528"/>
                </a:lnTo>
                <a:lnTo>
                  <a:pt x="192915" y="138476"/>
                </a:lnTo>
                <a:lnTo>
                  <a:pt x="193313" y="138390"/>
                </a:lnTo>
                <a:lnTo>
                  <a:pt x="193657" y="138272"/>
                </a:lnTo>
                <a:lnTo>
                  <a:pt x="193946" y="138121"/>
                </a:lnTo>
                <a:lnTo>
                  <a:pt x="194178" y="137942"/>
                </a:lnTo>
                <a:lnTo>
                  <a:pt x="194353" y="137734"/>
                </a:lnTo>
                <a:lnTo>
                  <a:pt x="194469" y="137499"/>
                </a:lnTo>
                <a:lnTo>
                  <a:pt x="194525" y="137239"/>
                </a:lnTo>
                <a:lnTo>
                  <a:pt x="194519" y="136956"/>
                </a:lnTo>
                <a:lnTo>
                  <a:pt x="194451" y="136651"/>
                </a:lnTo>
                <a:lnTo>
                  <a:pt x="194318" y="136326"/>
                </a:lnTo>
                <a:lnTo>
                  <a:pt x="194119" y="135982"/>
                </a:lnTo>
                <a:lnTo>
                  <a:pt x="193853" y="135621"/>
                </a:lnTo>
                <a:lnTo>
                  <a:pt x="193519" y="135245"/>
                </a:lnTo>
                <a:lnTo>
                  <a:pt x="193115" y="134855"/>
                </a:lnTo>
                <a:lnTo>
                  <a:pt x="192641" y="134452"/>
                </a:lnTo>
                <a:lnTo>
                  <a:pt x="192374" y="134221"/>
                </a:lnTo>
                <a:lnTo>
                  <a:pt x="192123" y="133971"/>
                </a:lnTo>
                <a:lnTo>
                  <a:pt x="191890" y="133704"/>
                </a:lnTo>
                <a:lnTo>
                  <a:pt x="191672" y="133420"/>
                </a:lnTo>
                <a:lnTo>
                  <a:pt x="191469" y="133120"/>
                </a:lnTo>
                <a:lnTo>
                  <a:pt x="191281" y="132805"/>
                </a:lnTo>
                <a:lnTo>
                  <a:pt x="191106" y="132477"/>
                </a:lnTo>
                <a:lnTo>
                  <a:pt x="190944" y="132136"/>
                </a:lnTo>
                <a:lnTo>
                  <a:pt x="190795" y="131784"/>
                </a:lnTo>
                <a:lnTo>
                  <a:pt x="190658" y="131422"/>
                </a:lnTo>
                <a:lnTo>
                  <a:pt x="190532" y="131050"/>
                </a:lnTo>
                <a:lnTo>
                  <a:pt x="190416" y="130670"/>
                </a:lnTo>
                <a:lnTo>
                  <a:pt x="190310" y="130283"/>
                </a:lnTo>
                <a:lnTo>
                  <a:pt x="190213" y="129890"/>
                </a:lnTo>
                <a:lnTo>
                  <a:pt x="190124" y="129492"/>
                </a:lnTo>
                <a:lnTo>
                  <a:pt x="190043" y="129090"/>
                </a:lnTo>
                <a:lnTo>
                  <a:pt x="189969" y="128685"/>
                </a:lnTo>
                <a:lnTo>
                  <a:pt x="189901" y="128279"/>
                </a:lnTo>
                <a:lnTo>
                  <a:pt x="189839" y="127871"/>
                </a:lnTo>
                <a:lnTo>
                  <a:pt x="189782" y="127465"/>
                </a:lnTo>
                <a:lnTo>
                  <a:pt x="189729" y="127059"/>
                </a:lnTo>
                <a:lnTo>
                  <a:pt x="189680" y="126656"/>
                </a:lnTo>
                <a:lnTo>
                  <a:pt x="189635" y="126256"/>
                </a:lnTo>
                <a:lnTo>
                  <a:pt x="189591" y="125861"/>
                </a:lnTo>
                <a:lnTo>
                  <a:pt x="190152" y="126196"/>
                </a:lnTo>
                <a:lnTo>
                  <a:pt x="190693" y="126511"/>
                </a:lnTo>
                <a:lnTo>
                  <a:pt x="191214" y="126799"/>
                </a:lnTo>
                <a:lnTo>
                  <a:pt x="191712" y="127054"/>
                </a:lnTo>
                <a:lnTo>
                  <a:pt x="192185" y="127269"/>
                </a:lnTo>
                <a:lnTo>
                  <a:pt x="192632" y="127438"/>
                </a:lnTo>
                <a:lnTo>
                  <a:pt x="193049" y="127554"/>
                </a:lnTo>
                <a:lnTo>
                  <a:pt x="193436" y="127612"/>
                </a:lnTo>
                <a:lnTo>
                  <a:pt x="193790" y="127604"/>
                </a:lnTo>
                <a:lnTo>
                  <a:pt x="194110" y="127524"/>
                </a:lnTo>
                <a:lnTo>
                  <a:pt x="194393" y="127365"/>
                </a:lnTo>
                <a:lnTo>
                  <a:pt x="194638" y="127121"/>
                </a:lnTo>
                <a:lnTo>
                  <a:pt x="194842" y="126786"/>
                </a:lnTo>
                <a:lnTo>
                  <a:pt x="195004" y="126353"/>
                </a:lnTo>
                <a:lnTo>
                  <a:pt x="195122" y="125815"/>
                </a:lnTo>
                <a:lnTo>
                  <a:pt x="195194" y="125166"/>
                </a:lnTo>
                <a:lnTo>
                  <a:pt x="195217" y="124400"/>
                </a:lnTo>
                <a:lnTo>
                  <a:pt x="195190" y="123510"/>
                </a:lnTo>
                <a:lnTo>
                  <a:pt x="195111" y="122489"/>
                </a:lnTo>
                <a:lnTo>
                  <a:pt x="194978" y="121332"/>
                </a:lnTo>
                <a:lnTo>
                  <a:pt x="194790" y="120031"/>
                </a:lnTo>
                <a:lnTo>
                  <a:pt x="194543" y="118581"/>
                </a:lnTo>
                <a:lnTo>
                  <a:pt x="194236" y="116973"/>
                </a:lnTo>
                <a:lnTo>
                  <a:pt x="193868" y="115204"/>
                </a:lnTo>
                <a:lnTo>
                  <a:pt x="193452" y="113371"/>
                </a:lnTo>
                <a:lnTo>
                  <a:pt x="193011" y="111608"/>
                </a:lnTo>
                <a:lnTo>
                  <a:pt x="192546" y="109915"/>
                </a:lnTo>
                <a:lnTo>
                  <a:pt x="192060" y="108289"/>
                </a:lnTo>
                <a:lnTo>
                  <a:pt x="191553" y="106729"/>
                </a:lnTo>
                <a:lnTo>
                  <a:pt x="191026" y="105235"/>
                </a:lnTo>
                <a:lnTo>
                  <a:pt x="190482" y="103805"/>
                </a:lnTo>
                <a:lnTo>
                  <a:pt x="189921" y="102439"/>
                </a:lnTo>
                <a:lnTo>
                  <a:pt x="189345" y="101133"/>
                </a:lnTo>
                <a:lnTo>
                  <a:pt x="188755" y="99889"/>
                </a:lnTo>
                <a:lnTo>
                  <a:pt x="188153" y="98704"/>
                </a:lnTo>
                <a:lnTo>
                  <a:pt x="187540" y="97578"/>
                </a:lnTo>
                <a:lnTo>
                  <a:pt x="186918" y="96508"/>
                </a:lnTo>
                <a:lnTo>
                  <a:pt x="186287" y="95495"/>
                </a:lnTo>
                <a:lnTo>
                  <a:pt x="185650" y="94536"/>
                </a:lnTo>
                <a:lnTo>
                  <a:pt x="185007" y="93631"/>
                </a:lnTo>
                <a:lnTo>
                  <a:pt x="184361" y="92779"/>
                </a:lnTo>
                <a:lnTo>
                  <a:pt x="183712" y="91978"/>
                </a:lnTo>
                <a:lnTo>
                  <a:pt x="183062" y="91226"/>
                </a:lnTo>
                <a:lnTo>
                  <a:pt x="182412" y="90524"/>
                </a:lnTo>
                <a:lnTo>
                  <a:pt x="181764" y="89870"/>
                </a:lnTo>
                <a:lnTo>
                  <a:pt x="181120" y="89262"/>
                </a:lnTo>
                <a:lnTo>
                  <a:pt x="180479" y="88700"/>
                </a:lnTo>
                <a:lnTo>
                  <a:pt x="179845" y="88182"/>
                </a:lnTo>
                <a:lnTo>
                  <a:pt x="180038" y="844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A89B4F-DA62-4BDB-B264-AE42FE1D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305" y="8276347"/>
            <a:ext cx="174805" cy="193465"/>
          </a:xfrm>
          <a:custGeom xmlns:a="http://schemas.openxmlformats.org/drawingml/2006/main">
            <a:pathLst>
              <a:path w="174805" h="193465">
                <a:moveTo>
                  <a:pt x="30721" y="0"/>
                </a:moveTo>
                <a:cubicBezTo>
                  <a:pt x="22716" y="0"/>
                  <a:pt x="3447" y="52588"/>
                  <a:pt x="5792" y="83239"/>
                </a:cubicBezTo>
                <a:cubicBezTo>
                  <a:pt x="1074" y="101022"/>
                  <a:pt x="0" y="117049"/>
                  <a:pt x="3150" y="128360"/>
                </a:cubicBezTo>
                <a:cubicBezTo>
                  <a:pt x="10266" y="153913"/>
                  <a:pt x="25247" y="169215"/>
                  <a:pt x="38674" y="174698"/>
                </a:cubicBezTo>
                <a:cubicBezTo>
                  <a:pt x="60868" y="183759"/>
                  <a:pt x="120702" y="193465"/>
                  <a:pt x="154051" y="159558"/>
                </a:cubicBezTo>
                <a:cubicBezTo>
                  <a:pt x="174805" y="138462"/>
                  <a:pt x="171842" y="109042"/>
                  <a:pt x="162359" y="83239"/>
                </a:cubicBezTo>
                <a:cubicBezTo>
                  <a:pt x="165909" y="23472"/>
                  <a:pt x="150562" y="5644"/>
                  <a:pt x="146197" y="4803"/>
                </a:cubicBezTo>
                <a:cubicBezTo>
                  <a:pt x="141824" y="3970"/>
                  <a:pt x="105136" y="25251"/>
                  <a:pt x="98247" y="36821"/>
                </a:cubicBezTo>
                <a:cubicBezTo>
                  <a:pt x="88405" y="33946"/>
                  <a:pt x="73488" y="34331"/>
                  <a:pt x="66595" y="35655"/>
                </a:cubicBezTo>
                <a:cubicBezTo>
                  <a:pt x="52063" y="7336"/>
                  <a:pt x="34576" y="0"/>
                  <a:pt x="30722" y="0"/>
                </a:cubicBezTo>
                <a:lnTo>
                  <a:pt x="3072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F8DA7-6A0F-4D2F-9CC5-CC54417D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357" y="8308671"/>
            <a:ext cx="152473" cy="150752"/>
          </a:xfrm>
          <a:custGeom xmlns:a="http://schemas.openxmlformats.org/drawingml/2006/main">
            <a:pathLst>
              <a:path w="152473" h="150752">
                <a:moveTo>
                  <a:pt x="33000" y="81082"/>
                </a:moveTo>
                <a:cubicBezTo>
                  <a:pt x="41563" y="83460"/>
                  <a:pt x="44670" y="83176"/>
                  <a:pt x="49501" y="79557"/>
                </a:cubicBezTo>
                <a:cubicBezTo>
                  <a:pt x="55721" y="74886"/>
                  <a:pt x="59640" y="59390"/>
                  <a:pt x="62637" y="30361"/>
                </a:cubicBezTo>
                <a:cubicBezTo>
                  <a:pt x="63645" y="20580"/>
                  <a:pt x="58632" y="6083"/>
                  <a:pt x="59281" y="3164"/>
                </a:cubicBezTo>
                <a:cubicBezTo>
                  <a:pt x="59736" y="0"/>
                  <a:pt x="86775" y="1332"/>
                  <a:pt x="87388" y="4382"/>
                </a:cubicBezTo>
                <a:cubicBezTo>
                  <a:pt x="88019" y="7529"/>
                  <a:pt x="83725" y="17223"/>
                  <a:pt x="83111" y="30361"/>
                </a:cubicBezTo>
                <a:cubicBezTo>
                  <a:pt x="84032" y="61835"/>
                  <a:pt x="89106" y="70363"/>
                  <a:pt x="95636" y="77717"/>
                </a:cubicBezTo>
                <a:cubicBezTo>
                  <a:pt x="98081" y="80469"/>
                  <a:pt x="101446" y="81503"/>
                  <a:pt x="106635" y="81082"/>
                </a:cubicBezTo>
                <a:cubicBezTo>
                  <a:pt x="117941" y="80162"/>
                  <a:pt x="139186" y="67445"/>
                  <a:pt x="147889" y="79557"/>
                </a:cubicBezTo>
                <a:cubicBezTo>
                  <a:pt x="151921" y="85160"/>
                  <a:pt x="152473" y="105527"/>
                  <a:pt x="141474" y="122639"/>
                </a:cubicBezTo>
                <a:cubicBezTo>
                  <a:pt x="126530" y="145886"/>
                  <a:pt x="89834" y="150752"/>
                  <a:pt x="75469" y="150752"/>
                </a:cubicBezTo>
                <a:cubicBezTo>
                  <a:pt x="47041" y="150752"/>
                  <a:pt x="32695" y="142806"/>
                  <a:pt x="21695" y="133945"/>
                </a:cubicBezTo>
                <a:cubicBezTo>
                  <a:pt x="10695" y="125083"/>
                  <a:pt x="0" y="112250"/>
                  <a:pt x="2138" y="91776"/>
                </a:cubicBezTo>
                <a:cubicBezTo>
                  <a:pt x="4280" y="71275"/>
                  <a:pt x="27500" y="79557"/>
                  <a:pt x="33000" y="8108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C774F3-D15C-49FE-89D0-882EF5CC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218" y="8401365"/>
            <a:ext cx="66307" cy="26847"/>
          </a:xfrm>
          <a:custGeom xmlns:a="http://schemas.openxmlformats.org/drawingml/2006/main">
            <a:pathLst>
              <a:path w="66307" h="26847">
                <a:moveTo>
                  <a:pt x="32082" y="26278"/>
                </a:moveTo>
                <a:cubicBezTo>
                  <a:pt x="15579" y="25839"/>
                  <a:pt x="1834" y="14667"/>
                  <a:pt x="0" y="305"/>
                </a:cubicBezTo>
                <a:cubicBezTo>
                  <a:pt x="14361" y="13139"/>
                  <a:pt x="21889" y="4583"/>
                  <a:pt x="33607" y="4583"/>
                </a:cubicBezTo>
                <a:cubicBezTo>
                  <a:pt x="44913" y="4583"/>
                  <a:pt x="49199" y="14972"/>
                  <a:pt x="66307" y="0"/>
                </a:cubicBezTo>
                <a:cubicBezTo>
                  <a:pt x="66307" y="11612"/>
                  <a:pt x="53467" y="26847"/>
                  <a:pt x="32082" y="262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C6601-57A1-41C6-A2AE-C7836D48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286" y="8407365"/>
            <a:ext cx="29536" cy="36662"/>
          </a:xfrm>
          <a:custGeom xmlns:a="http://schemas.openxmlformats.org/drawingml/2006/main">
            <a:pathLst>
              <a:path w="29536" h="36662">
                <a:moveTo>
                  <a:pt x="1174" y="23830"/>
                </a:moveTo>
                <a:cubicBezTo>
                  <a:pt x="0" y="15176"/>
                  <a:pt x="1069" y="6212"/>
                  <a:pt x="3313" y="612"/>
                </a:cubicBezTo>
                <a:lnTo>
                  <a:pt x="29536" y="0"/>
                </a:lnTo>
                <a:cubicBezTo>
                  <a:pt x="29028" y="5500"/>
                  <a:pt x="27652" y="15153"/>
                  <a:pt x="28625" y="23220"/>
                </a:cubicBezTo>
                <a:cubicBezTo>
                  <a:pt x="29475" y="30246"/>
                  <a:pt x="26188" y="36662"/>
                  <a:pt x="15206" y="36662"/>
                </a:cubicBezTo>
                <a:cubicBezTo>
                  <a:pt x="6056" y="36662"/>
                  <a:pt x="2086" y="30551"/>
                  <a:pt x="1174" y="23830"/>
                </a:cubicBezTo>
                <a:close/>
              </a:path>
            </a:pathLst>
          </a:custGeom>
          <a:solidFill xmlns:a="http://schemas.openxmlformats.org/drawingml/2006/main">
            <a:srgbClr val="FF8F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92530-40B9-4668-8BF1-A6F4285E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7454" y="8405643"/>
            <a:ext cx="32875" cy="39586"/>
          </a:xfrm>
          <a:custGeom xmlns:a="http://schemas.openxmlformats.org/drawingml/2006/main">
            <a:pathLst>
              <a:path w="32875" h="39586">
                <a:moveTo>
                  <a:pt x="32875" y="1423"/>
                </a:moveTo>
                <a:lnTo>
                  <a:pt x="32446" y="725"/>
                </a:lnTo>
                <a:cubicBezTo>
                  <a:pt x="32358" y="1690"/>
                  <a:pt x="32244" y="2767"/>
                  <a:pt x="32122" y="3929"/>
                </a:cubicBezTo>
                <a:cubicBezTo>
                  <a:pt x="31526" y="9705"/>
                  <a:pt x="30702" y="17584"/>
                  <a:pt x="31517" y="24348"/>
                </a:cubicBezTo>
                <a:cubicBezTo>
                  <a:pt x="31973" y="28179"/>
                  <a:pt x="31333" y="32029"/>
                  <a:pt x="28923" y="34935"/>
                </a:cubicBezTo>
                <a:cubicBezTo>
                  <a:pt x="26495" y="37860"/>
                  <a:pt x="22481" y="39586"/>
                  <a:pt x="16679" y="39586"/>
                </a:cubicBezTo>
                <a:cubicBezTo>
                  <a:pt x="11736" y="39586"/>
                  <a:pt x="8072" y="37900"/>
                  <a:pt x="5530" y="35188"/>
                </a:cubicBezTo>
                <a:cubicBezTo>
                  <a:pt x="3024" y="32505"/>
                  <a:pt x="1709" y="28929"/>
                  <a:pt x="1218" y="25297"/>
                </a:cubicBezTo>
                <a:cubicBezTo>
                  <a:pt x="0" y="16218"/>
                  <a:pt x="1104" y="6770"/>
                  <a:pt x="3462" y="770"/>
                </a:cubicBezTo>
                <a:lnTo>
                  <a:pt x="3769" y="0"/>
                </a:lnTo>
                <a:lnTo>
                  <a:pt x="32875" y="1423"/>
                </a:lnTo>
                <a:close/>
                <a:moveTo>
                  <a:pt x="5478" y="2474"/>
                </a:moveTo>
                <a:cubicBezTo>
                  <a:pt x="3497" y="8043"/>
                  <a:pt x="2559" y="16622"/>
                  <a:pt x="3672" y="24957"/>
                </a:cubicBezTo>
                <a:cubicBezTo>
                  <a:pt x="4111" y="28240"/>
                  <a:pt x="5276" y="31265"/>
                  <a:pt x="7327" y="33454"/>
                </a:cubicBezTo>
                <a:cubicBezTo>
                  <a:pt x="9352" y="35615"/>
                  <a:pt x="12340" y="37071"/>
                  <a:pt x="16679" y="37071"/>
                </a:cubicBezTo>
                <a:cubicBezTo>
                  <a:pt x="22008" y="37071"/>
                  <a:pt x="25224" y="35498"/>
                  <a:pt x="27030" y="33314"/>
                </a:cubicBezTo>
                <a:cubicBezTo>
                  <a:pt x="28861" y="31113"/>
                  <a:pt x="29466" y="28047"/>
                  <a:pt x="29054" y="24649"/>
                </a:cubicBezTo>
                <a:cubicBezTo>
                  <a:pt x="28213" y="17568"/>
                  <a:pt x="29072" y="9327"/>
                  <a:pt x="29668" y="3570"/>
                </a:cubicBezTo>
                <a:cubicBezTo>
                  <a:pt x="29729" y="2986"/>
                  <a:pt x="29790" y="2428"/>
                  <a:pt x="29843" y="1898"/>
                </a:cubicBezTo>
                <a:lnTo>
                  <a:pt x="5478" y="2474"/>
                </a:lnTo>
                <a:close/>
              </a:path>
            </a:pathLst>
          </a:custGeom>
          <a:solidFill xmlns:a="http://schemas.openxmlformats.org/drawingml/2006/main">
            <a:srgbClr val="DF413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7A603A-2FA6-4711-8921-50164C5C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717" y="8405948"/>
            <a:ext cx="8861" cy="24107"/>
          </a:xfrm>
          <a:custGeom xmlns:a="http://schemas.openxmlformats.org/drawingml/2006/main">
            <a:pathLst>
              <a:path w="8861" h="24107">
                <a:moveTo>
                  <a:pt x="8861" y="2444"/>
                </a:moveTo>
                <a:cubicBezTo>
                  <a:pt x="6722" y="4889"/>
                  <a:pt x="4891" y="8983"/>
                  <a:pt x="4891" y="19250"/>
                </a:cubicBezTo>
                <a:lnTo>
                  <a:pt x="4891" y="19799"/>
                </a:lnTo>
                <a:cubicBezTo>
                  <a:pt x="5005" y="22971"/>
                  <a:pt x="4899" y="24107"/>
                  <a:pt x="4891" y="19799"/>
                </a:cubicBezTo>
                <a:cubicBezTo>
                  <a:pt x="4707" y="14534"/>
                  <a:pt x="3953" y="3658"/>
                  <a:pt x="1227" y="2750"/>
                </a:cubicBezTo>
                <a:cubicBezTo>
                  <a:pt x="307" y="2444"/>
                  <a:pt x="0" y="0"/>
                  <a:pt x="8861" y="2444"/>
                </a:cubicBezTo>
                <a:close/>
              </a:path>
            </a:pathLst>
          </a:custGeom>
          <a:solidFill xmlns:a="http://schemas.openxmlformats.org/drawingml/2006/main">
            <a:srgbClr val="D74D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182A77-2DDE-40FF-994A-6D66FD7E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735" y="8380288"/>
            <a:ext cx="67079" cy="32194"/>
          </a:xfrm>
          <a:custGeom xmlns:a="http://schemas.openxmlformats.org/drawingml/2006/main">
            <a:pathLst>
              <a:path w="67079" h="32194">
                <a:moveTo>
                  <a:pt x="31776" y="16149"/>
                </a:moveTo>
                <a:cubicBezTo>
                  <a:pt x="38797" y="16149"/>
                  <a:pt x="44485" y="10881"/>
                  <a:pt x="44485" y="6354"/>
                </a:cubicBezTo>
                <a:cubicBezTo>
                  <a:pt x="44485" y="1832"/>
                  <a:pt x="38797" y="0"/>
                  <a:pt x="31776" y="0"/>
                </a:cubicBezTo>
                <a:cubicBezTo>
                  <a:pt x="24756" y="0"/>
                  <a:pt x="19068" y="1832"/>
                  <a:pt x="19068" y="6354"/>
                </a:cubicBezTo>
                <a:cubicBezTo>
                  <a:pt x="19068" y="10881"/>
                  <a:pt x="24756" y="16149"/>
                  <a:pt x="31776" y="16149"/>
                </a:cubicBezTo>
                <a:close/>
                <a:moveTo>
                  <a:pt x="5024" y="19651"/>
                </a:moveTo>
                <a:cubicBezTo>
                  <a:pt x="4490" y="18410"/>
                  <a:pt x="3053" y="17838"/>
                  <a:pt x="1812" y="18372"/>
                </a:cubicBezTo>
                <a:cubicBezTo>
                  <a:pt x="572" y="18906"/>
                  <a:pt x="0" y="20344"/>
                  <a:pt x="534" y="21584"/>
                </a:cubicBezTo>
                <a:cubicBezTo>
                  <a:pt x="1432" y="23669"/>
                  <a:pt x="3584" y="26795"/>
                  <a:pt x="7015" y="28924"/>
                </a:cubicBezTo>
                <a:cubicBezTo>
                  <a:pt x="10561" y="31124"/>
                  <a:pt x="15378" y="32194"/>
                  <a:pt x="21241" y="30124"/>
                </a:cubicBezTo>
                <a:cubicBezTo>
                  <a:pt x="30234" y="26952"/>
                  <a:pt x="37289" y="27683"/>
                  <a:pt x="44651" y="30138"/>
                </a:cubicBezTo>
                <a:cubicBezTo>
                  <a:pt x="48587" y="31450"/>
                  <a:pt x="53407" y="31348"/>
                  <a:pt x="57509" y="29980"/>
                </a:cubicBezTo>
                <a:cubicBezTo>
                  <a:pt x="61593" y="28619"/>
                  <a:pt x="65502" y="25802"/>
                  <a:pt x="66711" y="21244"/>
                </a:cubicBezTo>
                <a:cubicBezTo>
                  <a:pt x="67079" y="19945"/>
                  <a:pt x="66317" y="18594"/>
                  <a:pt x="65020" y="18227"/>
                </a:cubicBezTo>
                <a:cubicBezTo>
                  <a:pt x="63723" y="17861"/>
                  <a:pt x="62373" y="18617"/>
                  <a:pt x="62005" y="19916"/>
                </a:cubicBezTo>
                <a:cubicBezTo>
                  <a:pt x="61996" y="19941"/>
                  <a:pt x="61987" y="19965"/>
                  <a:pt x="61987" y="19991"/>
                </a:cubicBezTo>
                <a:cubicBezTo>
                  <a:pt x="61356" y="22351"/>
                  <a:pt x="59191" y="24266"/>
                  <a:pt x="55966" y="25341"/>
                </a:cubicBezTo>
                <a:cubicBezTo>
                  <a:pt x="52767" y="26408"/>
                  <a:pt x="49033" y="26447"/>
                  <a:pt x="46194" y="25500"/>
                </a:cubicBezTo>
                <a:cubicBezTo>
                  <a:pt x="38025" y="22778"/>
                  <a:pt x="29831" y="21907"/>
                  <a:pt x="19620" y="25514"/>
                </a:cubicBezTo>
                <a:cubicBezTo>
                  <a:pt x="15220" y="27065"/>
                  <a:pt x="11943" y="26228"/>
                  <a:pt x="9594" y="24770"/>
                </a:cubicBezTo>
                <a:cubicBezTo>
                  <a:pt x="7129" y="23241"/>
                  <a:pt x="5586" y="20955"/>
                  <a:pt x="5024" y="196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411BEF-1D1B-4D8A-8303-1291CB21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616" y="8384013"/>
            <a:ext cx="4899" cy="2708"/>
          </a:xfrm>
          <a:custGeom xmlns:a="http://schemas.openxmlformats.org/drawingml/2006/main">
            <a:pathLst>
              <a:path w="4899" h="2708">
                <a:moveTo>
                  <a:pt x="4724" y="605"/>
                </a:moveTo>
                <a:cubicBezTo>
                  <a:pt x="4899" y="1122"/>
                  <a:pt x="4014" y="1876"/>
                  <a:pt x="2752" y="2296"/>
                </a:cubicBezTo>
                <a:cubicBezTo>
                  <a:pt x="1499" y="2708"/>
                  <a:pt x="333" y="2621"/>
                  <a:pt x="167" y="2104"/>
                </a:cubicBezTo>
                <a:cubicBezTo>
                  <a:pt x="0" y="1586"/>
                  <a:pt x="876" y="833"/>
                  <a:pt x="2139" y="412"/>
                </a:cubicBezTo>
                <a:cubicBezTo>
                  <a:pt x="3401" y="0"/>
                  <a:pt x="4558" y="88"/>
                  <a:pt x="4724" y="605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5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C4ED21-CD64-4BF7-8261-B148B31B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8690" y="8371014"/>
            <a:ext cx="27354" cy="7643"/>
          </a:xfrm>
          <a:custGeom xmlns:a="http://schemas.openxmlformats.org/drawingml/2006/main">
            <a:pathLst>
              <a:path w="27354" h="7643">
                <a:moveTo>
                  <a:pt x="13830" y="3769"/>
                </a:moveTo>
                <a:cubicBezTo>
                  <a:pt x="9650" y="3681"/>
                  <a:pt x="5618" y="4654"/>
                  <a:pt x="3146" y="6425"/>
                </a:cubicBezTo>
                <a:cubicBezTo>
                  <a:pt x="2323" y="7012"/>
                  <a:pt x="1183" y="6819"/>
                  <a:pt x="596" y="5995"/>
                </a:cubicBezTo>
                <a:cubicBezTo>
                  <a:pt x="0" y="5171"/>
                  <a:pt x="193" y="4023"/>
                  <a:pt x="1017" y="3436"/>
                </a:cubicBezTo>
                <a:cubicBezTo>
                  <a:pt x="4356" y="1052"/>
                  <a:pt x="9264" y="0"/>
                  <a:pt x="13909" y="105"/>
                </a:cubicBezTo>
                <a:cubicBezTo>
                  <a:pt x="18546" y="210"/>
                  <a:pt x="23392" y="1464"/>
                  <a:pt x="26521" y="4225"/>
                </a:cubicBezTo>
                <a:cubicBezTo>
                  <a:pt x="27275" y="4891"/>
                  <a:pt x="27354" y="6056"/>
                  <a:pt x="26679" y="6810"/>
                </a:cubicBezTo>
                <a:cubicBezTo>
                  <a:pt x="26013" y="7573"/>
                  <a:pt x="24856" y="7643"/>
                  <a:pt x="24093" y="6977"/>
                </a:cubicBezTo>
                <a:cubicBezTo>
                  <a:pt x="21876" y="5013"/>
                  <a:pt x="18020" y="3865"/>
                  <a:pt x="13830" y="3769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E9C82-B982-4B53-941E-F9E21970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8996" y="8363170"/>
            <a:ext cx="86777" cy="23218"/>
          </a:xfrm>
          <a:custGeom xmlns:a="http://schemas.openxmlformats.org/drawingml/2006/main">
            <a:pathLst>
              <a:path w="86777" h="23218">
                <a:moveTo>
                  <a:pt x="75777" y="21999"/>
                </a:moveTo>
                <a:cubicBezTo>
                  <a:pt x="81851" y="21999"/>
                  <a:pt x="86777" y="17074"/>
                  <a:pt x="86777" y="11000"/>
                </a:cubicBezTo>
                <a:cubicBezTo>
                  <a:pt x="86777" y="4926"/>
                  <a:pt x="81851" y="0"/>
                  <a:pt x="75777" y="0"/>
                </a:cubicBezTo>
                <a:cubicBezTo>
                  <a:pt x="69704" y="0"/>
                  <a:pt x="64778" y="4926"/>
                  <a:pt x="64778" y="11000"/>
                </a:cubicBezTo>
                <a:cubicBezTo>
                  <a:pt x="64778" y="17074"/>
                  <a:pt x="69704" y="21999"/>
                  <a:pt x="75777" y="21999"/>
                </a:cubicBezTo>
                <a:close/>
                <a:moveTo>
                  <a:pt x="10999" y="23218"/>
                </a:moveTo>
                <a:cubicBezTo>
                  <a:pt x="17075" y="23218"/>
                  <a:pt x="22000" y="18292"/>
                  <a:pt x="22000" y="12218"/>
                </a:cubicBezTo>
                <a:cubicBezTo>
                  <a:pt x="22000" y="6144"/>
                  <a:pt x="17075" y="1218"/>
                  <a:pt x="10999" y="1218"/>
                </a:cubicBezTo>
                <a:cubicBezTo>
                  <a:pt x="4924" y="1218"/>
                  <a:pt x="0" y="6144"/>
                  <a:pt x="0" y="12218"/>
                </a:cubicBezTo>
                <a:cubicBezTo>
                  <a:pt x="0" y="18292"/>
                  <a:pt x="4924" y="23218"/>
                  <a:pt x="10999" y="2321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CF9D7-1C0C-4DCE-A595-950A46EC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051" y="8366220"/>
            <a:ext cx="76386" cy="12840"/>
          </a:xfrm>
          <a:custGeom xmlns:a="http://schemas.openxmlformats.org/drawingml/2006/main">
            <a:pathLst>
              <a:path w="76386" h="12840">
                <a:moveTo>
                  <a:pt x="70583" y="11613"/>
                </a:moveTo>
                <a:cubicBezTo>
                  <a:pt x="73791" y="11613"/>
                  <a:pt x="76386" y="9019"/>
                  <a:pt x="76386" y="5811"/>
                </a:cubicBezTo>
                <a:cubicBezTo>
                  <a:pt x="76386" y="2603"/>
                  <a:pt x="73791" y="0"/>
                  <a:pt x="70583" y="0"/>
                </a:cubicBezTo>
                <a:cubicBezTo>
                  <a:pt x="67376" y="0"/>
                  <a:pt x="64781" y="2603"/>
                  <a:pt x="64781" y="5811"/>
                </a:cubicBezTo>
                <a:cubicBezTo>
                  <a:pt x="64781" y="9019"/>
                  <a:pt x="67376" y="11613"/>
                  <a:pt x="70583" y="11613"/>
                </a:cubicBezTo>
                <a:close/>
                <a:moveTo>
                  <a:pt x="5806" y="12840"/>
                </a:moveTo>
                <a:cubicBezTo>
                  <a:pt x="9012" y="12840"/>
                  <a:pt x="11611" y="10237"/>
                  <a:pt x="11611" y="7029"/>
                </a:cubicBezTo>
                <a:cubicBezTo>
                  <a:pt x="11611" y="3830"/>
                  <a:pt x="9012" y="1227"/>
                  <a:pt x="5806" y="1227"/>
                </a:cubicBezTo>
                <a:cubicBezTo>
                  <a:pt x="2600" y="1227"/>
                  <a:pt x="0" y="3830"/>
                  <a:pt x="0" y="7029"/>
                </a:cubicBezTo>
                <a:cubicBezTo>
                  <a:pt x="0" y="10237"/>
                  <a:pt x="2600" y="12840"/>
                  <a:pt x="5806" y="128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8B65D-5E18-44C4-84E7-57860678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519" y="8368665"/>
            <a:ext cx="68423" cy="4917"/>
          </a:xfrm>
          <a:custGeom xmlns:a="http://schemas.openxmlformats.org/drawingml/2006/main">
            <a:pathLst>
              <a:path w="68423" h="4917">
                <a:moveTo>
                  <a:pt x="66285" y="4277"/>
                </a:moveTo>
                <a:cubicBezTo>
                  <a:pt x="67468" y="4277"/>
                  <a:pt x="68423" y="3322"/>
                  <a:pt x="68423" y="2139"/>
                </a:cubicBezTo>
                <a:cubicBezTo>
                  <a:pt x="68423" y="964"/>
                  <a:pt x="67468" y="0"/>
                  <a:pt x="66285" y="0"/>
                </a:cubicBezTo>
                <a:cubicBezTo>
                  <a:pt x="65101" y="0"/>
                  <a:pt x="64146" y="964"/>
                  <a:pt x="64146" y="2139"/>
                </a:cubicBezTo>
                <a:cubicBezTo>
                  <a:pt x="64146" y="3322"/>
                  <a:pt x="65101" y="4277"/>
                  <a:pt x="66285" y="4277"/>
                </a:cubicBezTo>
                <a:close/>
                <a:moveTo>
                  <a:pt x="2117" y="4891"/>
                </a:moveTo>
                <a:cubicBezTo>
                  <a:pt x="3298" y="4917"/>
                  <a:pt x="4278" y="3988"/>
                  <a:pt x="4306" y="2805"/>
                </a:cubicBezTo>
                <a:cubicBezTo>
                  <a:pt x="4334" y="1621"/>
                  <a:pt x="3399" y="640"/>
                  <a:pt x="2218" y="614"/>
                </a:cubicBezTo>
                <a:cubicBezTo>
                  <a:pt x="2184" y="614"/>
                  <a:pt x="2150" y="614"/>
                  <a:pt x="2117" y="614"/>
                </a:cubicBezTo>
                <a:cubicBezTo>
                  <a:pt x="935" y="640"/>
                  <a:pt x="0" y="1621"/>
                  <a:pt x="28" y="2805"/>
                </a:cubicBezTo>
                <a:cubicBezTo>
                  <a:pt x="55" y="3944"/>
                  <a:pt x="975" y="4864"/>
                  <a:pt x="2117" y="489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B1CD58-001A-45D7-9249-3398FA8C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0662" y="8378447"/>
            <a:ext cx="124060" cy="11612"/>
          </a:xfrm>
          <a:custGeom xmlns:a="http://schemas.openxmlformats.org/drawingml/2006/main">
            <a:pathLst>
              <a:path w="124060" h="11612">
                <a:moveTo>
                  <a:pt x="113665" y="9781"/>
                </a:moveTo>
                <a:cubicBezTo>
                  <a:pt x="119406" y="9781"/>
                  <a:pt x="124060" y="7590"/>
                  <a:pt x="124060" y="4891"/>
                </a:cubicBezTo>
                <a:cubicBezTo>
                  <a:pt x="124060" y="2191"/>
                  <a:pt x="119406" y="0"/>
                  <a:pt x="113665" y="0"/>
                </a:cubicBezTo>
                <a:cubicBezTo>
                  <a:pt x="107933" y="0"/>
                  <a:pt x="103279" y="2191"/>
                  <a:pt x="103279" y="4891"/>
                </a:cubicBezTo>
                <a:cubicBezTo>
                  <a:pt x="103279" y="7590"/>
                  <a:pt x="107933" y="9781"/>
                  <a:pt x="113665" y="9781"/>
                </a:cubicBezTo>
                <a:close/>
                <a:moveTo>
                  <a:pt x="10389" y="11612"/>
                </a:moveTo>
                <a:cubicBezTo>
                  <a:pt x="16127" y="11612"/>
                  <a:pt x="20779" y="9422"/>
                  <a:pt x="20779" y="6723"/>
                </a:cubicBezTo>
                <a:cubicBezTo>
                  <a:pt x="20779" y="4023"/>
                  <a:pt x="16127" y="1832"/>
                  <a:pt x="10389" y="1832"/>
                </a:cubicBezTo>
                <a:cubicBezTo>
                  <a:pt x="4652" y="1832"/>
                  <a:pt x="0" y="4023"/>
                  <a:pt x="0" y="6723"/>
                </a:cubicBezTo>
                <a:cubicBezTo>
                  <a:pt x="0" y="9422"/>
                  <a:pt x="4652" y="11612"/>
                  <a:pt x="10389" y="11612"/>
                </a:cubicBezTo>
                <a:close/>
              </a:path>
            </a:pathLst>
          </a:custGeom>
          <a:solidFill xmlns:a="http://schemas.openxmlformats.org/drawingml/2006/main">
            <a:srgbClr val="FF8F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79A7A-9BB2-4E85-BBCF-947776BD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4902" y="8291632"/>
            <a:ext cx="139452" cy="52360"/>
          </a:xfrm>
          <a:custGeom xmlns:a="http://schemas.openxmlformats.org/drawingml/2006/main">
            <a:pathLst>
              <a:path w="139452" h="52360">
                <a:moveTo>
                  <a:pt x="4581" y="49144"/>
                </a:moveTo>
                <a:cubicBezTo>
                  <a:pt x="0" y="49302"/>
                  <a:pt x="1069" y="0"/>
                  <a:pt x="16013" y="131"/>
                </a:cubicBezTo>
                <a:cubicBezTo>
                  <a:pt x="18471" y="316"/>
                  <a:pt x="37388" y="16811"/>
                  <a:pt x="36797" y="21526"/>
                </a:cubicBezTo>
                <a:cubicBezTo>
                  <a:pt x="36459" y="24217"/>
                  <a:pt x="29096" y="29730"/>
                  <a:pt x="21079" y="35743"/>
                </a:cubicBezTo>
                <a:cubicBezTo>
                  <a:pt x="15046" y="40265"/>
                  <a:pt x="8640" y="45059"/>
                  <a:pt x="4581" y="49144"/>
                </a:cubicBezTo>
                <a:close/>
                <a:moveTo>
                  <a:pt x="134868" y="52203"/>
                </a:moveTo>
                <a:cubicBezTo>
                  <a:pt x="139452" y="52360"/>
                  <a:pt x="138382" y="3059"/>
                  <a:pt x="123439" y="3182"/>
                </a:cubicBezTo>
                <a:cubicBezTo>
                  <a:pt x="120976" y="3374"/>
                  <a:pt x="102063" y="19870"/>
                  <a:pt x="102659" y="24576"/>
                </a:cubicBezTo>
                <a:cubicBezTo>
                  <a:pt x="102992" y="27267"/>
                  <a:pt x="110354" y="32789"/>
                  <a:pt x="118373" y="38793"/>
                </a:cubicBezTo>
                <a:cubicBezTo>
                  <a:pt x="124403" y="43315"/>
                  <a:pt x="130810" y="48118"/>
                  <a:pt x="134868" y="52203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A40A44-3DBB-4C69-9EE5-44B40BCE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339" y="8426437"/>
            <a:ext cx="161925" cy="49627"/>
          </a:xfrm>
          <a:custGeom xmlns:a="http://schemas.openxmlformats.org/drawingml/2006/main">
            <a:pathLst>
              <a:path w="161925" h="49627">
                <a:moveTo>
                  <a:pt x="13554" y="38379"/>
                </a:moveTo>
                <a:cubicBezTo>
                  <a:pt x="9126" y="40467"/>
                  <a:pt x="239" y="42350"/>
                  <a:pt x="133" y="33182"/>
                </a:cubicBezTo>
                <a:cubicBezTo>
                  <a:pt x="0" y="21722"/>
                  <a:pt x="5448" y="0"/>
                  <a:pt x="28704" y="5997"/>
                </a:cubicBezTo>
                <a:cubicBezTo>
                  <a:pt x="51959" y="11993"/>
                  <a:pt x="54483" y="29851"/>
                  <a:pt x="53420" y="33182"/>
                </a:cubicBezTo>
                <a:cubicBezTo>
                  <a:pt x="52357" y="36514"/>
                  <a:pt x="50098" y="41178"/>
                  <a:pt x="42657" y="38379"/>
                </a:cubicBezTo>
                <a:cubicBezTo>
                  <a:pt x="40841" y="42822"/>
                  <a:pt x="35268" y="49627"/>
                  <a:pt x="27508" y="41312"/>
                </a:cubicBezTo>
                <a:cubicBezTo>
                  <a:pt x="24540" y="43932"/>
                  <a:pt x="17595" y="47016"/>
                  <a:pt x="13554" y="38379"/>
                </a:cubicBezTo>
                <a:close/>
                <a:moveTo>
                  <a:pt x="148674" y="38482"/>
                </a:moveTo>
                <a:cubicBezTo>
                  <a:pt x="153003" y="40539"/>
                  <a:pt x="161689" y="42394"/>
                  <a:pt x="161794" y="33361"/>
                </a:cubicBezTo>
                <a:cubicBezTo>
                  <a:pt x="161925" y="22072"/>
                  <a:pt x="156597" y="675"/>
                  <a:pt x="133862" y="6581"/>
                </a:cubicBezTo>
                <a:cubicBezTo>
                  <a:pt x="111136" y="12489"/>
                  <a:pt x="108664" y="30081"/>
                  <a:pt x="109707" y="33361"/>
                </a:cubicBezTo>
                <a:cubicBezTo>
                  <a:pt x="110741" y="36644"/>
                  <a:pt x="112950" y="41239"/>
                  <a:pt x="120224" y="38482"/>
                </a:cubicBezTo>
                <a:cubicBezTo>
                  <a:pt x="122004" y="42858"/>
                  <a:pt x="127446" y="49561"/>
                  <a:pt x="135036" y="41370"/>
                </a:cubicBezTo>
                <a:cubicBezTo>
                  <a:pt x="137937" y="43951"/>
                  <a:pt x="144730" y="46989"/>
                  <a:pt x="148674" y="3848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831DA-861B-47C3-8277-314F0C14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812" y="8426814"/>
            <a:ext cx="171869" cy="49628"/>
          </a:xfrm>
          <a:custGeom xmlns:a="http://schemas.openxmlformats.org/drawingml/2006/main">
            <a:pathLst>
              <a:path w="171869" h="49628">
                <a:moveTo>
                  <a:pt x="6186" y="33440"/>
                </a:moveTo>
                <a:cubicBezTo>
                  <a:pt x="6120" y="27715"/>
                  <a:pt x="7480" y="19642"/>
                  <a:pt x="11497" y="13882"/>
                </a:cubicBezTo>
                <a:cubicBezTo>
                  <a:pt x="13464" y="11062"/>
                  <a:pt x="16022" y="8856"/>
                  <a:pt x="19342" y="7653"/>
                </a:cubicBezTo>
                <a:cubicBezTo>
                  <a:pt x="22665" y="6450"/>
                  <a:pt x="27016" y="6158"/>
                  <a:pt x="32729" y="7627"/>
                </a:cubicBezTo>
                <a:cubicBezTo>
                  <a:pt x="44336" y="10611"/>
                  <a:pt x="50509" y="16451"/>
                  <a:pt x="53701" y="21715"/>
                </a:cubicBezTo>
                <a:cubicBezTo>
                  <a:pt x="55317" y="24380"/>
                  <a:pt x="56196" y="26941"/>
                  <a:pt x="56608" y="28984"/>
                </a:cubicBezTo>
                <a:cubicBezTo>
                  <a:pt x="56815" y="30006"/>
                  <a:pt x="56899" y="30872"/>
                  <a:pt x="56909" y="31532"/>
                </a:cubicBezTo>
                <a:cubicBezTo>
                  <a:pt x="56920" y="32195"/>
                  <a:pt x="56853" y="32508"/>
                  <a:pt x="56846" y="32541"/>
                </a:cubicBezTo>
                <a:lnTo>
                  <a:pt x="56845" y="32544"/>
                </a:lnTo>
                <a:cubicBezTo>
                  <a:pt x="56304" y="34232"/>
                  <a:pt x="55654" y="35534"/>
                  <a:pt x="54737" y="36226"/>
                </a:cubicBezTo>
                <a:cubicBezTo>
                  <a:pt x="54083" y="36721"/>
                  <a:pt x="52685" y="37357"/>
                  <a:pt x="49390" y="36121"/>
                </a:cubicBezTo>
                <a:lnTo>
                  <a:pt x="46615" y="35081"/>
                </a:lnTo>
                <a:lnTo>
                  <a:pt x="45490" y="37823"/>
                </a:lnTo>
                <a:cubicBezTo>
                  <a:pt x="44652" y="39867"/>
                  <a:pt x="43089" y="42020"/>
                  <a:pt x="41341" y="42839"/>
                </a:cubicBezTo>
                <a:cubicBezTo>
                  <a:pt x="40576" y="43197"/>
                  <a:pt x="39754" y="43318"/>
                  <a:pt x="38768" y="43041"/>
                </a:cubicBezTo>
                <a:cubicBezTo>
                  <a:pt x="37720" y="42747"/>
                  <a:pt x="36262" y="41937"/>
                  <a:pt x="34450" y="40001"/>
                </a:cubicBezTo>
                <a:lnTo>
                  <a:pt x="32425" y="37837"/>
                </a:lnTo>
                <a:lnTo>
                  <a:pt x="30201" y="39796"/>
                </a:lnTo>
                <a:cubicBezTo>
                  <a:pt x="28938" y="40908"/>
                  <a:pt x="26987" y="41940"/>
                  <a:pt x="25212" y="41954"/>
                </a:cubicBezTo>
                <a:cubicBezTo>
                  <a:pt x="24356" y="41968"/>
                  <a:pt x="23519" y="41709"/>
                  <a:pt x="22823" y="41212"/>
                </a:cubicBezTo>
                <a:cubicBezTo>
                  <a:pt x="22018" y="40651"/>
                  <a:pt x="21062" y="39610"/>
                  <a:pt x="20159" y="37685"/>
                </a:cubicBezTo>
                <a:lnTo>
                  <a:pt x="18860" y="34917"/>
                </a:lnTo>
                <a:lnTo>
                  <a:pt x="16092" y="36217"/>
                </a:lnTo>
                <a:cubicBezTo>
                  <a:pt x="13965" y="37218"/>
                  <a:pt x="11082" y="37990"/>
                  <a:pt x="8986" y="37680"/>
                </a:cubicBezTo>
                <a:cubicBezTo>
                  <a:pt x="8030" y="37538"/>
                  <a:pt x="7446" y="37205"/>
                  <a:pt x="7071" y="36765"/>
                </a:cubicBezTo>
                <a:cubicBezTo>
                  <a:pt x="6688" y="36315"/>
                  <a:pt x="6208" y="35383"/>
                  <a:pt x="6186" y="33440"/>
                </a:cubicBezTo>
                <a:close/>
                <a:moveTo>
                  <a:pt x="34251" y="1708"/>
                </a:moveTo>
                <a:cubicBezTo>
                  <a:pt x="27608" y="0"/>
                  <a:pt x="21970" y="202"/>
                  <a:pt x="17261" y="1907"/>
                </a:cubicBezTo>
                <a:cubicBezTo>
                  <a:pt x="12549" y="3614"/>
                  <a:pt x="9036" y="6729"/>
                  <a:pt x="6485" y="10386"/>
                </a:cubicBezTo>
                <a:cubicBezTo>
                  <a:pt x="1465" y="17583"/>
                  <a:pt x="0" y="27092"/>
                  <a:pt x="75" y="33510"/>
                </a:cubicBezTo>
                <a:cubicBezTo>
                  <a:pt x="109" y="36425"/>
                  <a:pt x="852" y="38887"/>
                  <a:pt x="2418" y="40727"/>
                </a:cubicBezTo>
                <a:cubicBezTo>
                  <a:pt x="3993" y="42576"/>
                  <a:pt x="6084" y="43427"/>
                  <a:pt x="8091" y="43725"/>
                </a:cubicBezTo>
                <a:cubicBezTo>
                  <a:pt x="10793" y="44125"/>
                  <a:pt x="13673" y="43581"/>
                  <a:pt x="16041" y="42800"/>
                </a:cubicBezTo>
                <a:cubicBezTo>
                  <a:pt x="17001" y="44227"/>
                  <a:pt x="18100" y="45369"/>
                  <a:pt x="19330" y="46226"/>
                </a:cubicBezTo>
                <a:cubicBezTo>
                  <a:pt x="21064" y="47446"/>
                  <a:pt x="23136" y="48089"/>
                  <a:pt x="25256" y="48064"/>
                </a:cubicBezTo>
                <a:cubicBezTo>
                  <a:pt x="27791" y="48046"/>
                  <a:pt x="30120" y="47144"/>
                  <a:pt x="31948" y="46047"/>
                </a:cubicBezTo>
                <a:cubicBezTo>
                  <a:pt x="33637" y="47469"/>
                  <a:pt x="35360" y="48432"/>
                  <a:pt x="37117" y="48925"/>
                </a:cubicBezTo>
                <a:cubicBezTo>
                  <a:pt x="39621" y="49628"/>
                  <a:pt x="41947" y="49303"/>
                  <a:pt x="43934" y="48373"/>
                </a:cubicBezTo>
                <a:cubicBezTo>
                  <a:pt x="46617" y="47115"/>
                  <a:pt x="48588" y="44814"/>
                  <a:pt x="49894" y="42632"/>
                </a:cubicBezTo>
                <a:cubicBezTo>
                  <a:pt x="53314" y="43364"/>
                  <a:pt x="56172" y="42800"/>
                  <a:pt x="58419" y="41104"/>
                </a:cubicBezTo>
                <a:cubicBezTo>
                  <a:pt x="60961" y="39184"/>
                  <a:pt x="62076" y="36249"/>
                  <a:pt x="62666" y="34407"/>
                </a:cubicBezTo>
                <a:cubicBezTo>
                  <a:pt x="63185" y="32783"/>
                  <a:pt x="63114" y="30322"/>
                  <a:pt x="62598" y="27774"/>
                </a:cubicBezTo>
                <a:cubicBezTo>
                  <a:pt x="62053" y="25077"/>
                  <a:pt x="60928" y="21848"/>
                  <a:pt x="58926" y="18546"/>
                </a:cubicBezTo>
                <a:cubicBezTo>
                  <a:pt x="54881" y="11877"/>
                  <a:pt x="47358" y="5079"/>
                  <a:pt x="34251" y="1708"/>
                </a:cubicBezTo>
                <a:close/>
                <a:moveTo>
                  <a:pt x="165690" y="33440"/>
                </a:moveTo>
                <a:cubicBezTo>
                  <a:pt x="165751" y="27715"/>
                  <a:pt x="164393" y="19642"/>
                  <a:pt x="160379" y="13882"/>
                </a:cubicBezTo>
                <a:cubicBezTo>
                  <a:pt x="158407" y="11062"/>
                  <a:pt x="155847" y="8856"/>
                  <a:pt x="152534" y="7653"/>
                </a:cubicBezTo>
                <a:cubicBezTo>
                  <a:pt x="149204" y="6450"/>
                  <a:pt x="144857" y="6158"/>
                  <a:pt x="139142" y="7627"/>
                </a:cubicBezTo>
                <a:cubicBezTo>
                  <a:pt x="127538" y="10611"/>
                  <a:pt x="121359" y="16451"/>
                  <a:pt x="118169" y="21715"/>
                </a:cubicBezTo>
                <a:cubicBezTo>
                  <a:pt x="116556" y="24380"/>
                  <a:pt x="115680" y="26941"/>
                  <a:pt x="115268" y="28984"/>
                </a:cubicBezTo>
                <a:cubicBezTo>
                  <a:pt x="115058" y="30006"/>
                  <a:pt x="114970" y="30872"/>
                  <a:pt x="114961" y="31532"/>
                </a:cubicBezTo>
                <a:cubicBezTo>
                  <a:pt x="114953" y="32195"/>
                  <a:pt x="115023" y="32507"/>
                  <a:pt x="115023" y="32541"/>
                </a:cubicBezTo>
                <a:lnTo>
                  <a:pt x="115023" y="32544"/>
                </a:lnTo>
                <a:cubicBezTo>
                  <a:pt x="115566" y="34232"/>
                  <a:pt x="116215" y="35534"/>
                  <a:pt x="117135" y="36226"/>
                </a:cubicBezTo>
                <a:cubicBezTo>
                  <a:pt x="117792" y="36721"/>
                  <a:pt x="119186" y="37357"/>
                  <a:pt x="122481" y="36121"/>
                </a:cubicBezTo>
                <a:lnTo>
                  <a:pt x="125260" y="35081"/>
                </a:lnTo>
                <a:lnTo>
                  <a:pt x="126381" y="37823"/>
                </a:lnTo>
                <a:cubicBezTo>
                  <a:pt x="127223" y="39867"/>
                  <a:pt x="128783" y="42020"/>
                  <a:pt x="130536" y="42839"/>
                </a:cubicBezTo>
                <a:cubicBezTo>
                  <a:pt x="131298" y="43197"/>
                  <a:pt x="132122" y="43318"/>
                  <a:pt x="133104" y="43041"/>
                </a:cubicBezTo>
                <a:cubicBezTo>
                  <a:pt x="134155" y="42747"/>
                  <a:pt x="135610" y="41937"/>
                  <a:pt x="137425" y="40001"/>
                </a:cubicBezTo>
                <a:lnTo>
                  <a:pt x="139449" y="37837"/>
                </a:lnTo>
                <a:lnTo>
                  <a:pt x="141675" y="39796"/>
                </a:lnTo>
                <a:cubicBezTo>
                  <a:pt x="142937" y="40908"/>
                  <a:pt x="144883" y="41940"/>
                  <a:pt x="146662" y="41954"/>
                </a:cubicBezTo>
                <a:cubicBezTo>
                  <a:pt x="147512" y="41968"/>
                  <a:pt x="148354" y="41709"/>
                  <a:pt x="149046" y="41212"/>
                </a:cubicBezTo>
                <a:cubicBezTo>
                  <a:pt x="149853" y="40651"/>
                  <a:pt x="150808" y="39610"/>
                  <a:pt x="151711" y="37685"/>
                </a:cubicBezTo>
                <a:lnTo>
                  <a:pt x="153008" y="34917"/>
                </a:lnTo>
                <a:lnTo>
                  <a:pt x="155777" y="36217"/>
                </a:lnTo>
                <a:cubicBezTo>
                  <a:pt x="157907" y="37218"/>
                  <a:pt x="160791" y="37990"/>
                  <a:pt x="162885" y="37680"/>
                </a:cubicBezTo>
                <a:cubicBezTo>
                  <a:pt x="163841" y="37538"/>
                  <a:pt x="164428" y="37205"/>
                  <a:pt x="164805" y="36765"/>
                </a:cubicBezTo>
                <a:cubicBezTo>
                  <a:pt x="165182" y="36315"/>
                  <a:pt x="165664" y="35383"/>
                  <a:pt x="165690" y="33440"/>
                </a:cubicBezTo>
                <a:close/>
                <a:moveTo>
                  <a:pt x="137617" y="1708"/>
                </a:moveTo>
                <a:cubicBezTo>
                  <a:pt x="144261" y="0"/>
                  <a:pt x="149905" y="202"/>
                  <a:pt x="154612" y="1907"/>
                </a:cubicBezTo>
                <a:cubicBezTo>
                  <a:pt x="159327" y="3614"/>
                  <a:pt x="162833" y="6729"/>
                  <a:pt x="165392" y="10386"/>
                </a:cubicBezTo>
                <a:cubicBezTo>
                  <a:pt x="170405" y="17583"/>
                  <a:pt x="171869" y="27092"/>
                  <a:pt x="171799" y="33510"/>
                </a:cubicBezTo>
                <a:cubicBezTo>
                  <a:pt x="171764" y="36425"/>
                  <a:pt x="171019" y="38887"/>
                  <a:pt x="169450" y="40727"/>
                </a:cubicBezTo>
                <a:cubicBezTo>
                  <a:pt x="167881" y="42576"/>
                  <a:pt x="165786" y="43427"/>
                  <a:pt x="163779" y="43725"/>
                </a:cubicBezTo>
                <a:cubicBezTo>
                  <a:pt x="161080" y="44125"/>
                  <a:pt x="158196" y="43581"/>
                  <a:pt x="155830" y="42800"/>
                </a:cubicBezTo>
                <a:cubicBezTo>
                  <a:pt x="154875" y="44227"/>
                  <a:pt x="153770" y="45369"/>
                  <a:pt x="152543" y="46226"/>
                </a:cubicBezTo>
                <a:cubicBezTo>
                  <a:pt x="150808" y="47446"/>
                  <a:pt x="148739" y="48089"/>
                  <a:pt x="146618" y="48064"/>
                </a:cubicBezTo>
                <a:cubicBezTo>
                  <a:pt x="144077" y="48046"/>
                  <a:pt x="141754" y="47144"/>
                  <a:pt x="139922" y="46047"/>
                </a:cubicBezTo>
                <a:cubicBezTo>
                  <a:pt x="138231" y="47469"/>
                  <a:pt x="136513" y="48432"/>
                  <a:pt x="134751" y="48925"/>
                </a:cubicBezTo>
                <a:cubicBezTo>
                  <a:pt x="132254" y="49628"/>
                  <a:pt x="129922" y="49303"/>
                  <a:pt x="127941" y="48373"/>
                </a:cubicBezTo>
                <a:cubicBezTo>
                  <a:pt x="125260" y="47115"/>
                  <a:pt x="123288" y="44814"/>
                  <a:pt x="121982" y="42632"/>
                </a:cubicBezTo>
                <a:cubicBezTo>
                  <a:pt x="118555" y="43364"/>
                  <a:pt x="115698" y="42800"/>
                  <a:pt x="113454" y="41104"/>
                </a:cubicBezTo>
                <a:cubicBezTo>
                  <a:pt x="110912" y="39184"/>
                  <a:pt x="109799" y="36249"/>
                  <a:pt x="109203" y="34407"/>
                </a:cubicBezTo>
                <a:cubicBezTo>
                  <a:pt x="108686" y="32783"/>
                  <a:pt x="108756" y="30322"/>
                  <a:pt x="109273" y="27774"/>
                </a:cubicBezTo>
                <a:cubicBezTo>
                  <a:pt x="109817" y="25077"/>
                  <a:pt x="110947" y="21848"/>
                  <a:pt x="112945" y="18546"/>
                </a:cubicBezTo>
                <a:cubicBezTo>
                  <a:pt x="116995" y="11877"/>
                  <a:pt x="124514" y="5079"/>
                  <a:pt x="137617" y="17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9FAC7-CB2B-4695-B52E-A203BD7B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816" y="8241697"/>
            <a:ext cx="1310550" cy="1016426"/>
          </a:xfrm>
          <a:custGeom xmlns:a="http://schemas.openxmlformats.org/drawingml/2006/main">
            <a:pathLst>
              <a:path w="1310550" h="1016426">
                <a:moveTo>
                  <a:pt x="0" y="32584"/>
                </a:moveTo>
                <a:cubicBezTo>
                  <a:pt x="0" y="14607"/>
                  <a:pt x="14607" y="0"/>
                  <a:pt x="32584" y="0"/>
                </a:cubicBezTo>
                <a:lnTo>
                  <a:pt x="1277879" y="0"/>
                </a:lnTo>
                <a:cubicBezTo>
                  <a:pt x="1295943" y="0"/>
                  <a:pt x="1310550" y="14607"/>
                  <a:pt x="1310550" y="32584"/>
                </a:cubicBezTo>
                <a:lnTo>
                  <a:pt x="1310550" y="983842"/>
                </a:lnTo>
                <a:cubicBezTo>
                  <a:pt x="1310550" y="1001819"/>
                  <a:pt x="1295943" y="1016426"/>
                  <a:pt x="1277879" y="1016426"/>
                </a:cubicBezTo>
                <a:lnTo>
                  <a:pt x="32584" y="1016426"/>
                </a:lnTo>
                <a:cubicBezTo>
                  <a:pt x="14607" y="1016426"/>
                  <a:pt x="0" y="1001819"/>
                  <a:pt x="0" y="983842"/>
                </a:cubicBezTo>
                <a:lnTo>
                  <a:pt x="0" y="32584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ba3bb74474b31"/>
          <a:stretch xmlns:a="http://schemas.openxmlformats.org/drawingml/2006/main"/>
        </p:blipFill>
        <p:spPr>
          <a:xfrm xmlns:a="http://schemas.openxmlformats.org/drawingml/2006/main">
            <a:off x="6281209" y="8737481"/>
            <a:ext cx="508865" cy="484341"/>
          </a:xfrm>
          <a:prstGeom xmlns:a="http://schemas.openxmlformats.org/drawingml/2006/main" prst="rect">
            <a:avLst/>
          </a:prstGeom>
        </p:spPr>
      </p:pic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0845D9-5689-40F5-A7B8-7A7985AE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531" y="8748009"/>
            <a:ext cx="440797" cy="414868"/>
          </a:xfrm>
          <a:custGeom xmlns:a="http://schemas.openxmlformats.org/drawingml/2006/main">
            <a:pathLst>
              <a:path w="440797" h="414868">
                <a:moveTo>
                  <a:pt x="0" y="18237"/>
                </a:moveTo>
                <a:cubicBezTo>
                  <a:pt x="0" y="8211"/>
                  <a:pt x="8124" y="0"/>
                  <a:pt x="18150" y="0"/>
                </a:cubicBezTo>
                <a:lnTo>
                  <a:pt x="422560" y="0"/>
                </a:lnTo>
                <a:cubicBezTo>
                  <a:pt x="432673" y="0"/>
                  <a:pt x="440797" y="8211"/>
                  <a:pt x="440797" y="18237"/>
                </a:cubicBezTo>
                <a:lnTo>
                  <a:pt x="440797" y="396631"/>
                </a:lnTo>
                <a:cubicBezTo>
                  <a:pt x="440797" y="406743"/>
                  <a:pt x="432673" y="414868"/>
                  <a:pt x="422560" y="414868"/>
                </a:cubicBezTo>
                <a:lnTo>
                  <a:pt x="18150" y="414868"/>
                </a:lnTo>
                <a:cubicBezTo>
                  <a:pt x="8124" y="414868"/>
                  <a:pt x="0" y="406743"/>
                  <a:pt x="0" y="396631"/>
                </a:cubicBezTo>
                <a:lnTo>
                  <a:pt x="0" y="18237"/>
                </a:lnTo>
                <a:close/>
              </a:path>
            </a:pathLst>
          </a:custGeom>
          <a:solidFill xmlns:a="http://schemas.openxmlformats.org/drawingml/2006/main">
            <a:srgbClr val="F4F4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Text ●">
            <a:extLst xmlns:a="http://schemas.openxmlformats.org/drawingml/2006/main">
              <a:ext uri="{FF2B5EF4-FFF2-40B4-BE49-F238E27FC236}">
                <a16:creationId xmlns:a16="http://schemas.microsoft.com/office/drawing/2014/main" id="{8623B069-9789-44FC-9338-DFEB294A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005" y="8790573"/>
            <a:ext cx="24901" cy="24851"/>
          </a:xfrm>
          <a:custGeom xmlns:a="http://schemas.openxmlformats.org/drawingml/2006/main">
            <a:pathLst>
              <a:path w="24901" h="24851">
                <a:moveTo>
                  <a:pt x="12451" y="0"/>
                </a:moveTo>
                <a:cubicBezTo>
                  <a:pt x="20027" y="735"/>
                  <a:pt x="24177" y="4891"/>
                  <a:pt x="24901" y="12467"/>
                </a:cubicBezTo>
                <a:cubicBezTo>
                  <a:pt x="24177" y="20021"/>
                  <a:pt x="20027" y="24149"/>
                  <a:pt x="12451" y="24851"/>
                </a:cubicBezTo>
                <a:cubicBezTo>
                  <a:pt x="4874" y="24149"/>
                  <a:pt x="724" y="20021"/>
                  <a:pt x="0" y="12467"/>
                </a:cubicBezTo>
                <a:cubicBezTo>
                  <a:pt x="724" y="4891"/>
                  <a:pt x="4874" y="735"/>
                  <a:pt x="12451" y="0"/>
                </a:cubicBezTo>
                <a:close/>
              </a:path>
            </a:pathLst>
          </a:custGeom>
          <a:solidFill xmlns:a="http://schemas.openxmlformats.org/drawingml/2006/main">
            <a:srgbClr val="FE82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Text ●">
            <a:extLst xmlns:a="http://schemas.openxmlformats.org/drawingml/2006/main">
              <a:ext uri="{FF2B5EF4-FFF2-40B4-BE49-F238E27FC236}">
                <a16:creationId xmlns:a16="http://schemas.microsoft.com/office/drawing/2014/main" id="{E450F8FD-4E6A-41F9-9A13-6336FEA8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2231" y="8790573"/>
            <a:ext cx="24901" cy="24851"/>
          </a:xfrm>
          <a:custGeom xmlns:a="http://schemas.openxmlformats.org/drawingml/2006/main">
            <a:pathLst>
              <a:path w="24901" h="24851">
                <a:moveTo>
                  <a:pt x="12451" y="0"/>
                </a:moveTo>
                <a:cubicBezTo>
                  <a:pt x="20027" y="735"/>
                  <a:pt x="24177" y="4891"/>
                  <a:pt x="24901" y="12467"/>
                </a:cubicBezTo>
                <a:cubicBezTo>
                  <a:pt x="24177" y="20021"/>
                  <a:pt x="20027" y="24149"/>
                  <a:pt x="12451" y="24851"/>
                </a:cubicBezTo>
                <a:cubicBezTo>
                  <a:pt x="4874" y="24149"/>
                  <a:pt x="724" y="20021"/>
                  <a:pt x="0" y="12467"/>
                </a:cubicBezTo>
                <a:cubicBezTo>
                  <a:pt x="724" y="4891"/>
                  <a:pt x="4874" y="735"/>
                  <a:pt x="12451" y="0"/>
                </a:cubicBezTo>
                <a:close/>
              </a:path>
            </a:pathLst>
          </a:custGeom>
          <a:solidFill xmlns:a="http://schemas.openxmlformats.org/drawingml/2006/main">
            <a:srgbClr val="F8E2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Text ●">
            <a:extLst xmlns:a="http://schemas.openxmlformats.org/drawingml/2006/main">
              <a:ext uri="{FF2B5EF4-FFF2-40B4-BE49-F238E27FC236}">
                <a16:creationId xmlns:a16="http://schemas.microsoft.com/office/drawing/2014/main" id="{D8646466-0E47-43E1-AA47-B1F4E66F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457" y="8790573"/>
            <a:ext cx="24901" cy="24851"/>
          </a:xfrm>
          <a:custGeom xmlns:a="http://schemas.openxmlformats.org/drawingml/2006/main">
            <a:pathLst>
              <a:path w="24901" h="24851">
                <a:moveTo>
                  <a:pt x="12451" y="0"/>
                </a:moveTo>
                <a:cubicBezTo>
                  <a:pt x="20027" y="735"/>
                  <a:pt x="24177" y="4891"/>
                  <a:pt x="24901" y="12467"/>
                </a:cubicBezTo>
                <a:cubicBezTo>
                  <a:pt x="24177" y="20021"/>
                  <a:pt x="20027" y="24149"/>
                  <a:pt x="12451" y="24851"/>
                </a:cubicBezTo>
                <a:cubicBezTo>
                  <a:pt x="4874" y="24149"/>
                  <a:pt x="724" y="20021"/>
                  <a:pt x="0" y="12467"/>
                </a:cubicBezTo>
                <a:cubicBezTo>
                  <a:pt x="724" y="4891"/>
                  <a:pt x="4874" y="735"/>
                  <a:pt x="12451" y="0"/>
                </a:cubicBezTo>
                <a:close/>
              </a:path>
            </a:pathLst>
          </a:custGeom>
          <a:solidFill xmlns:a="http://schemas.openxmlformats.org/drawingml/2006/main">
            <a:srgbClr val="60EF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07DB24-A199-409F-B24C-CE6256B4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852" y="8877415"/>
            <a:ext cx="238668" cy="202874"/>
          </a:xfrm>
          <a:custGeom xmlns:a="http://schemas.openxmlformats.org/drawingml/2006/main">
            <a:pathLst>
              <a:path w="238668" h="202874">
                <a:moveTo>
                  <a:pt x="214804" y="202874"/>
                </a:moveTo>
                <a:lnTo>
                  <a:pt x="23867" y="202874"/>
                </a:lnTo>
                <a:cubicBezTo>
                  <a:pt x="10678" y="202874"/>
                  <a:pt x="0" y="192196"/>
                  <a:pt x="0" y="179006"/>
                </a:cubicBezTo>
                <a:lnTo>
                  <a:pt x="0" y="23865"/>
                </a:lnTo>
                <a:cubicBezTo>
                  <a:pt x="0" y="10670"/>
                  <a:pt x="10678" y="0"/>
                  <a:pt x="23867" y="0"/>
                </a:cubicBezTo>
                <a:lnTo>
                  <a:pt x="214804" y="0"/>
                </a:lnTo>
                <a:cubicBezTo>
                  <a:pt x="227999" y="0"/>
                  <a:pt x="238668" y="10670"/>
                  <a:pt x="238668" y="23866"/>
                </a:cubicBezTo>
                <a:lnTo>
                  <a:pt x="238668" y="179006"/>
                </a:lnTo>
                <a:cubicBezTo>
                  <a:pt x="238668" y="192197"/>
                  <a:pt x="227999" y="202874"/>
                  <a:pt x="214804" y="202874"/>
                </a:cubicBezTo>
                <a:close/>
              </a:path>
            </a:pathLst>
          </a:custGeom>
          <a:solidFill xmlns:a="http://schemas.openxmlformats.org/drawingml/2006/main">
            <a:srgbClr val="D2F4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ECA437-B95C-4677-9B11-22C5B7E6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853" y="8929070"/>
            <a:ext cx="238668" cy="151377"/>
          </a:xfrm>
          <a:custGeom xmlns:a="http://schemas.openxmlformats.org/drawingml/2006/main">
            <a:pathLst>
              <a:path w="238668" h="151377">
                <a:moveTo>
                  <a:pt x="238668" y="93119"/>
                </a:moveTo>
                <a:lnTo>
                  <a:pt x="226742" y="78672"/>
                </a:lnTo>
                <a:lnTo>
                  <a:pt x="153726" y="5809"/>
                </a:lnTo>
                <a:cubicBezTo>
                  <a:pt x="147917" y="0"/>
                  <a:pt x="138492" y="0"/>
                  <a:pt x="132683" y="5809"/>
                </a:cubicBezTo>
                <a:lnTo>
                  <a:pt x="91543" y="46795"/>
                </a:lnTo>
                <a:cubicBezTo>
                  <a:pt x="90758" y="47577"/>
                  <a:pt x="89972" y="47744"/>
                  <a:pt x="89501" y="47744"/>
                </a:cubicBezTo>
                <a:cubicBezTo>
                  <a:pt x="89031" y="47744"/>
                  <a:pt x="88088" y="47577"/>
                  <a:pt x="87460" y="46795"/>
                </a:cubicBezTo>
                <a:lnTo>
                  <a:pt x="76155" y="35651"/>
                </a:lnTo>
                <a:cubicBezTo>
                  <a:pt x="70344" y="29841"/>
                  <a:pt x="60923" y="29841"/>
                  <a:pt x="55114" y="35651"/>
                </a:cubicBezTo>
                <a:lnTo>
                  <a:pt x="11933" y="78829"/>
                </a:lnTo>
                <a:lnTo>
                  <a:pt x="0" y="93276"/>
                </a:lnTo>
                <a:lnTo>
                  <a:pt x="0" y="127508"/>
                </a:lnTo>
                <a:cubicBezTo>
                  <a:pt x="0" y="140698"/>
                  <a:pt x="10678" y="151376"/>
                  <a:pt x="23867" y="151376"/>
                </a:cubicBezTo>
                <a:lnTo>
                  <a:pt x="214804" y="151377"/>
                </a:lnTo>
                <a:cubicBezTo>
                  <a:pt x="227999" y="151377"/>
                  <a:pt x="238668" y="140698"/>
                  <a:pt x="238668" y="127509"/>
                </a:cubicBezTo>
                <a:lnTo>
                  <a:pt x="238668" y="93119"/>
                </a:lnTo>
              </a:path>
            </a:pathLst>
          </a:custGeom>
          <a:solidFill xmlns:a="http://schemas.openxmlformats.org/drawingml/2006/main">
            <a:srgbClr val="16C4A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4CF82A-0DBB-4657-A6E7-D973FED3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670" y="8904256"/>
            <a:ext cx="29833" cy="29841"/>
          </a:xfrm>
          <a:custGeom xmlns:a="http://schemas.openxmlformats.org/drawingml/2006/main">
            <a:pathLst>
              <a:path w="29833" h="29841">
                <a:moveTo>
                  <a:pt x="0" y="14927"/>
                </a:moveTo>
                <a:cubicBezTo>
                  <a:pt x="0" y="23160"/>
                  <a:pt x="6678" y="29841"/>
                  <a:pt x="14917" y="29841"/>
                </a:cubicBezTo>
                <a:cubicBezTo>
                  <a:pt x="23155" y="29841"/>
                  <a:pt x="29833" y="23160"/>
                  <a:pt x="29833" y="14927"/>
                </a:cubicBezTo>
                <a:cubicBezTo>
                  <a:pt x="29833" y="6681"/>
                  <a:pt x="23155" y="0"/>
                  <a:pt x="14917" y="0"/>
                </a:cubicBezTo>
                <a:cubicBezTo>
                  <a:pt x="6678" y="0"/>
                  <a:pt x="0" y="6681"/>
                  <a:pt x="0" y="14927"/>
                </a:cubicBezTo>
                <a:close/>
              </a:path>
            </a:pathLst>
          </a:custGeom>
          <a:solidFill xmlns:a="http://schemas.openxmlformats.org/drawingml/2006/main">
            <a:srgbClr val="E5404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3D6BFB-E710-45F2-9880-80CDF4AA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0720" y="9014024"/>
            <a:ext cx="122478" cy="41769"/>
          </a:xfrm>
          <a:custGeom xmlns:a="http://schemas.openxmlformats.org/drawingml/2006/main">
            <a:pathLst>
              <a:path w="122478" h="41769">
                <a:moveTo>
                  <a:pt x="116194" y="41769"/>
                </a:moveTo>
                <a:lnTo>
                  <a:pt x="6281" y="41769"/>
                </a:lnTo>
                <a:cubicBezTo>
                  <a:pt x="2826" y="41769"/>
                  <a:pt x="0" y="38942"/>
                  <a:pt x="0" y="35488"/>
                </a:cubicBezTo>
                <a:cubicBezTo>
                  <a:pt x="0" y="32033"/>
                  <a:pt x="2826" y="29207"/>
                  <a:pt x="6281" y="29207"/>
                </a:cubicBezTo>
                <a:lnTo>
                  <a:pt x="116194" y="29207"/>
                </a:lnTo>
                <a:cubicBezTo>
                  <a:pt x="119644" y="29207"/>
                  <a:pt x="122478" y="32033"/>
                  <a:pt x="122478" y="35488"/>
                </a:cubicBezTo>
                <a:cubicBezTo>
                  <a:pt x="122478" y="38943"/>
                  <a:pt x="119644" y="41769"/>
                  <a:pt x="116194" y="41769"/>
                </a:cubicBezTo>
                <a:close/>
                <a:moveTo>
                  <a:pt x="61234" y="12562"/>
                </a:moveTo>
                <a:lnTo>
                  <a:pt x="6281" y="12562"/>
                </a:lnTo>
                <a:cubicBezTo>
                  <a:pt x="2826" y="12562"/>
                  <a:pt x="0" y="9736"/>
                  <a:pt x="0" y="6281"/>
                </a:cubicBezTo>
                <a:cubicBezTo>
                  <a:pt x="0" y="2826"/>
                  <a:pt x="2826" y="0"/>
                  <a:pt x="6281" y="0"/>
                </a:cubicBezTo>
                <a:lnTo>
                  <a:pt x="61234" y="0"/>
                </a:lnTo>
                <a:cubicBezTo>
                  <a:pt x="64696" y="0"/>
                  <a:pt x="67517" y="2826"/>
                  <a:pt x="67517" y="6281"/>
                </a:cubicBezTo>
                <a:cubicBezTo>
                  <a:pt x="67517" y="9736"/>
                  <a:pt x="64696" y="12562"/>
                  <a:pt x="61234" y="12562"/>
                </a:cubicBezTo>
                <a:close/>
              </a:path>
            </a:pathLst>
          </a:custGeom>
          <a:solidFill xmlns:a="http://schemas.openxmlformats.org/drawingml/2006/main">
            <a:srgbClr val="0B9682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f1a6c00b74ecc"/>
          <a:stretch xmlns:a="http://schemas.openxmlformats.org/drawingml/2006/main"/>
        </p:blipFill>
        <p:spPr>
          <a:xfrm xmlns:a="http://schemas.openxmlformats.org/drawingml/2006/main">
            <a:off x="5615346" y="8744742"/>
            <a:ext cx="508865" cy="484341"/>
          </a:xfrm>
          <a:prstGeom xmlns:a="http://schemas.openxmlformats.org/drawingml/2006/main" prst="rect">
            <a:avLst/>
          </a:prstGeom>
        </p:spPr>
      </p:pic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1E232-B6FB-439F-A02D-D517BDE7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668" y="8755269"/>
            <a:ext cx="440884" cy="414868"/>
          </a:xfrm>
          <a:custGeom xmlns:a="http://schemas.openxmlformats.org/drawingml/2006/main">
            <a:pathLst>
              <a:path w="440884" h="414868">
                <a:moveTo>
                  <a:pt x="0" y="18237"/>
                </a:moveTo>
                <a:cubicBezTo>
                  <a:pt x="0" y="8124"/>
                  <a:pt x="8211" y="0"/>
                  <a:pt x="18237" y="0"/>
                </a:cubicBezTo>
                <a:lnTo>
                  <a:pt x="422647" y="0"/>
                </a:lnTo>
                <a:cubicBezTo>
                  <a:pt x="432759" y="0"/>
                  <a:pt x="440884" y="8124"/>
                  <a:pt x="440884" y="18237"/>
                </a:cubicBezTo>
                <a:lnTo>
                  <a:pt x="440884" y="396631"/>
                </a:lnTo>
                <a:cubicBezTo>
                  <a:pt x="440884" y="406657"/>
                  <a:pt x="432759" y="414868"/>
                  <a:pt x="422647" y="414868"/>
                </a:cubicBezTo>
                <a:lnTo>
                  <a:pt x="18237" y="414868"/>
                </a:lnTo>
                <a:cubicBezTo>
                  <a:pt x="8211" y="414868"/>
                  <a:pt x="0" y="406657"/>
                  <a:pt x="0" y="396631"/>
                </a:cubicBezTo>
                <a:lnTo>
                  <a:pt x="0" y="18237"/>
                </a:lnTo>
                <a:close/>
              </a:path>
            </a:pathLst>
          </a:custGeom>
          <a:solidFill xmlns:a="http://schemas.openxmlformats.org/drawingml/2006/main">
            <a:srgbClr val="4757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D2A4AD-63BC-4373-BACC-D3100BD5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575" y="8873123"/>
            <a:ext cx="372771" cy="185658"/>
          </a:xfrm>
          <a:custGeom xmlns:a="http://schemas.openxmlformats.org/drawingml/2006/main">
            <a:pathLst>
              <a:path w="372771" h="185658">
                <a:moveTo>
                  <a:pt x="354690" y="185358"/>
                </a:moveTo>
                <a:lnTo>
                  <a:pt x="356840" y="184990"/>
                </a:lnTo>
                <a:lnTo>
                  <a:pt x="358942" y="184484"/>
                </a:lnTo>
                <a:lnTo>
                  <a:pt x="360989" y="183844"/>
                </a:lnTo>
                <a:lnTo>
                  <a:pt x="362977" y="183076"/>
                </a:lnTo>
                <a:lnTo>
                  <a:pt x="364901" y="182184"/>
                </a:lnTo>
                <a:lnTo>
                  <a:pt x="366756" y="181173"/>
                </a:lnTo>
                <a:lnTo>
                  <a:pt x="368537" y="180049"/>
                </a:lnTo>
                <a:lnTo>
                  <a:pt x="370239" y="178816"/>
                </a:lnTo>
                <a:lnTo>
                  <a:pt x="371857" y="177479"/>
                </a:lnTo>
                <a:lnTo>
                  <a:pt x="372771" y="176621"/>
                </a:lnTo>
                <a:lnTo>
                  <a:pt x="372770" y="0"/>
                </a:lnTo>
                <a:lnTo>
                  <a:pt x="0" y="0"/>
                </a:lnTo>
                <a:lnTo>
                  <a:pt x="0" y="180919"/>
                </a:lnTo>
                <a:lnTo>
                  <a:pt x="402" y="181173"/>
                </a:lnTo>
                <a:lnTo>
                  <a:pt x="2258" y="182184"/>
                </a:lnTo>
                <a:lnTo>
                  <a:pt x="4182" y="183075"/>
                </a:lnTo>
                <a:lnTo>
                  <a:pt x="6171" y="183844"/>
                </a:lnTo>
                <a:lnTo>
                  <a:pt x="8218" y="184484"/>
                </a:lnTo>
                <a:lnTo>
                  <a:pt x="10320" y="184990"/>
                </a:lnTo>
                <a:lnTo>
                  <a:pt x="12471" y="185358"/>
                </a:lnTo>
                <a:lnTo>
                  <a:pt x="14666" y="185582"/>
                </a:lnTo>
                <a:lnTo>
                  <a:pt x="16900" y="185658"/>
                </a:lnTo>
                <a:lnTo>
                  <a:pt x="350262" y="185658"/>
                </a:lnTo>
                <a:lnTo>
                  <a:pt x="352496" y="185582"/>
                </a:lnTo>
                <a:lnTo>
                  <a:pt x="354690" y="185358"/>
                </a:lnTo>
                <a:close/>
              </a:path>
            </a:pathLst>
          </a:custGeom>
          <a:solidFill xmlns:a="http://schemas.openxmlformats.org/drawingml/2006/main">
            <a:srgbClr val="E3E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6B4691-D56A-4EF9-BD5C-BA53BA94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575" y="8873123"/>
            <a:ext cx="372771" cy="262009"/>
          </a:xfrm>
          <a:custGeom xmlns:a="http://schemas.openxmlformats.org/drawingml/2006/main">
            <a:pathLst>
              <a:path w="372771" h="262009">
                <a:moveTo>
                  <a:pt x="372771" y="262009"/>
                </a:moveTo>
                <a:lnTo>
                  <a:pt x="372770" y="0"/>
                </a:lnTo>
                <a:lnTo>
                  <a:pt x="0" y="0"/>
                </a:lnTo>
                <a:lnTo>
                  <a:pt x="0" y="262008"/>
                </a:lnTo>
                <a:lnTo>
                  <a:pt x="372771" y="262009"/>
                </a:lnTo>
                <a:close/>
              </a:path>
            </a:pathLst>
          </a:custGeom>
          <a:solidFill xmlns:a="http://schemas.openxmlformats.org/drawingml/2006/main">
            <a:srgbClr val="4757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E894CD-5BD7-456B-ADD7-CCE922C5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9183" y="8907076"/>
            <a:ext cx="26970" cy="14093"/>
          </a:xfrm>
          <a:custGeom xmlns:a="http://schemas.openxmlformats.org/drawingml/2006/main">
            <a:pathLst>
              <a:path w="26970" h="14093">
                <a:moveTo>
                  <a:pt x="20402" y="14077"/>
                </a:moveTo>
                <a:lnTo>
                  <a:pt x="20875" y="14029"/>
                </a:lnTo>
                <a:lnTo>
                  <a:pt x="21338" y="13950"/>
                </a:lnTo>
                <a:lnTo>
                  <a:pt x="21791" y="13840"/>
                </a:lnTo>
                <a:lnTo>
                  <a:pt x="22232" y="13703"/>
                </a:lnTo>
                <a:lnTo>
                  <a:pt x="22660" y="13537"/>
                </a:lnTo>
                <a:lnTo>
                  <a:pt x="23074" y="13345"/>
                </a:lnTo>
                <a:lnTo>
                  <a:pt x="23474" y="13127"/>
                </a:lnTo>
                <a:lnTo>
                  <a:pt x="23857" y="12885"/>
                </a:lnTo>
                <a:lnTo>
                  <a:pt x="24224" y="12619"/>
                </a:lnTo>
                <a:lnTo>
                  <a:pt x="24572" y="12331"/>
                </a:lnTo>
                <a:lnTo>
                  <a:pt x="24901" y="12022"/>
                </a:lnTo>
                <a:lnTo>
                  <a:pt x="25210" y="11692"/>
                </a:lnTo>
                <a:lnTo>
                  <a:pt x="25498" y="11344"/>
                </a:lnTo>
                <a:lnTo>
                  <a:pt x="25763" y="10977"/>
                </a:lnTo>
                <a:lnTo>
                  <a:pt x="26005" y="10593"/>
                </a:lnTo>
                <a:lnTo>
                  <a:pt x="26222" y="10193"/>
                </a:lnTo>
                <a:lnTo>
                  <a:pt x="26414" y="9779"/>
                </a:lnTo>
                <a:lnTo>
                  <a:pt x="26579" y="9350"/>
                </a:lnTo>
                <a:lnTo>
                  <a:pt x="26717" y="8909"/>
                </a:lnTo>
                <a:lnTo>
                  <a:pt x="26826" y="8456"/>
                </a:lnTo>
                <a:lnTo>
                  <a:pt x="26905" y="7993"/>
                </a:lnTo>
                <a:lnTo>
                  <a:pt x="26953" y="7520"/>
                </a:lnTo>
                <a:lnTo>
                  <a:pt x="26970" y="7038"/>
                </a:lnTo>
                <a:lnTo>
                  <a:pt x="26953" y="6557"/>
                </a:lnTo>
                <a:lnTo>
                  <a:pt x="26905" y="6084"/>
                </a:lnTo>
                <a:lnTo>
                  <a:pt x="26826" y="5621"/>
                </a:lnTo>
                <a:lnTo>
                  <a:pt x="26717" y="5169"/>
                </a:lnTo>
                <a:lnTo>
                  <a:pt x="26579" y="4728"/>
                </a:lnTo>
                <a:lnTo>
                  <a:pt x="26414" y="4301"/>
                </a:lnTo>
                <a:lnTo>
                  <a:pt x="26222" y="3887"/>
                </a:lnTo>
                <a:lnTo>
                  <a:pt x="26005" y="3488"/>
                </a:lnTo>
                <a:lnTo>
                  <a:pt x="25763" y="3105"/>
                </a:lnTo>
                <a:lnTo>
                  <a:pt x="25498" y="2739"/>
                </a:lnTo>
                <a:lnTo>
                  <a:pt x="25210" y="2392"/>
                </a:lnTo>
                <a:lnTo>
                  <a:pt x="24901" y="2063"/>
                </a:lnTo>
                <a:lnTo>
                  <a:pt x="24572" y="1755"/>
                </a:lnTo>
                <a:lnTo>
                  <a:pt x="24224" y="1468"/>
                </a:lnTo>
                <a:lnTo>
                  <a:pt x="23857" y="1203"/>
                </a:lnTo>
                <a:lnTo>
                  <a:pt x="23474" y="962"/>
                </a:lnTo>
                <a:lnTo>
                  <a:pt x="23074" y="745"/>
                </a:lnTo>
                <a:lnTo>
                  <a:pt x="22660" y="554"/>
                </a:lnTo>
                <a:lnTo>
                  <a:pt x="22232" y="389"/>
                </a:lnTo>
                <a:lnTo>
                  <a:pt x="21791" y="252"/>
                </a:lnTo>
                <a:lnTo>
                  <a:pt x="21338" y="143"/>
                </a:lnTo>
                <a:lnTo>
                  <a:pt x="20875" y="64"/>
                </a:lnTo>
                <a:lnTo>
                  <a:pt x="20402" y="16"/>
                </a:lnTo>
                <a:lnTo>
                  <a:pt x="19921" y="0"/>
                </a:lnTo>
                <a:lnTo>
                  <a:pt x="7049" y="0"/>
                </a:lnTo>
                <a:lnTo>
                  <a:pt x="6567" y="16"/>
                </a:lnTo>
                <a:lnTo>
                  <a:pt x="6094" y="64"/>
                </a:lnTo>
                <a:lnTo>
                  <a:pt x="5631" y="143"/>
                </a:lnTo>
                <a:lnTo>
                  <a:pt x="5178" y="252"/>
                </a:lnTo>
                <a:lnTo>
                  <a:pt x="4738" y="389"/>
                </a:lnTo>
                <a:lnTo>
                  <a:pt x="4309" y="554"/>
                </a:lnTo>
                <a:lnTo>
                  <a:pt x="3895" y="745"/>
                </a:lnTo>
                <a:lnTo>
                  <a:pt x="3496" y="962"/>
                </a:lnTo>
                <a:lnTo>
                  <a:pt x="3112" y="1203"/>
                </a:lnTo>
                <a:lnTo>
                  <a:pt x="2746" y="1468"/>
                </a:lnTo>
                <a:lnTo>
                  <a:pt x="2398" y="1755"/>
                </a:lnTo>
                <a:lnTo>
                  <a:pt x="2068" y="2063"/>
                </a:lnTo>
                <a:lnTo>
                  <a:pt x="1760" y="2392"/>
                </a:lnTo>
                <a:lnTo>
                  <a:pt x="1472" y="2739"/>
                </a:lnTo>
                <a:lnTo>
                  <a:pt x="1207" y="3105"/>
                </a:lnTo>
                <a:lnTo>
                  <a:pt x="965" y="3488"/>
                </a:lnTo>
                <a:lnTo>
                  <a:pt x="747" y="3887"/>
                </a:lnTo>
                <a:lnTo>
                  <a:pt x="555" y="4301"/>
                </a:lnTo>
                <a:lnTo>
                  <a:pt x="390" y="4728"/>
                </a:lnTo>
                <a:lnTo>
                  <a:pt x="253" y="5169"/>
                </a:lnTo>
                <a:lnTo>
                  <a:pt x="144" y="5621"/>
                </a:lnTo>
                <a:lnTo>
                  <a:pt x="65" y="6084"/>
                </a:lnTo>
                <a:lnTo>
                  <a:pt x="16" y="6557"/>
                </a:lnTo>
                <a:lnTo>
                  <a:pt x="0" y="7038"/>
                </a:lnTo>
                <a:lnTo>
                  <a:pt x="16" y="7520"/>
                </a:lnTo>
                <a:lnTo>
                  <a:pt x="65" y="7993"/>
                </a:lnTo>
                <a:lnTo>
                  <a:pt x="144" y="8456"/>
                </a:lnTo>
                <a:lnTo>
                  <a:pt x="253" y="8909"/>
                </a:lnTo>
                <a:lnTo>
                  <a:pt x="390" y="9350"/>
                </a:lnTo>
                <a:lnTo>
                  <a:pt x="555" y="9779"/>
                </a:lnTo>
                <a:lnTo>
                  <a:pt x="747" y="10193"/>
                </a:lnTo>
                <a:lnTo>
                  <a:pt x="965" y="10593"/>
                </a:lnTo>
                <a:lnTo>
                  <a:pt x="1207" y="10977"/>
                </a:lnTo>
                <a:lnTo>
                  <a:pt x="1472" y="11344"/>
                </a:lnTo>
                <a:lnTo>
                  <a:pt x="1760" y="11692"/>
                </a:lnTo>
                <a:lnTo>
                  <a:pt x="2069" y="12022"/>
                </a:lnTo>
                <a:lnTo>
                  <a:pt x="2398" y="12331"/>
                </a:lnTo>
                <a:lnTo>
                  <a:pt x="2746" y="12619"/>
                </a:lnTo>
                <a:lnTo>
                  <a:pt x="3112" y="12885"/>
                </a:lnTo>
                <a:lnTo>
                  <a:pt x="3496" y="13127"/>
                </a:lnTo>
                <a:lnTo>
                  <a:pt x="3895" y="13345"/>
                </a:lnTo>
                <a:lnTo>
                  <a:pt x="4309" y="13537"/>
                </a:lnTo>
                <a:lnTo>
                  <a:pt x="4738" y="13703"/>
                </a:lnTo>
                <a:lnTo>
                  <a:pt x="5178" y="13840"/>
                </a:lnTo>
                <a:lnTo>
                  <a:pt x="5631" y="13950"/>
                </a:lnTo>
                <a:lnTo>
                  <a:pt x="6094" y="14029"/>
                </a:lnTo>
                <a:lnTo>
                  <a:pt x="6567" y="14077"/>
                </a:lnTo>
                <a:lnTo>
                  <a:pt x="7049" y="14093"/>
                </a:lnTo>
                <a:lnTo>
                  <a:pt x="19921" y="14093"/>
                </a:lnTo>
                <a:lnTo>
                  <a:pt x="20402" y="14077"/>
                </a:lnTo>
                <a:close/>
              </a:path>
            </a:pathLst>
          </a:custGeom>
          <a:solidFill xmlns:a="http://schemas.openxmlformats.org/drawingml/2006/main">
            <a:srgbClr val="CACA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E8DE51-27A5-442F-BC87-6A4DD447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007" y="8891298"/>
            <a:ext cx="74543" cy="87201"/>
          </a:xfrm>
          <a:custGeom xmlns:a="http://schemas.openxmlformats.org/drawingml/2006/main">
            <a:pathLst>
              <a:path w="74543" h="87201">
                <a:moveTo>
                  <a:pt x="36459" y="18240"/>
                </a:moveTo>
                <a:lnTo>
                  <a:pt x="9124" y="18240"/>
                </a:lnTo>
                <a:cubicBezTo>
                  <a:pt x="4099" y="18240"/>
                  <a:pt x="0" y="14143"/>
                  <a:pt x="0" y="9120"/>
                </a:cubicBezTo>
                <a:cubicBezTo>
                  <a:pt x="0" y="4097"/>
                  <a:pt x="4099" y="0"/>
                  <a:pt x="9124" y="0"/>
                </a:cubicBezTo>
                <a:lnTo>
                  <a:pt x="36459" y="0"/>
                </a:lnTo>
                <a:cubicBezTo>
                  <a:pt x="41486" y="0"/>
                  <a:pt x="45583" y="4098"/>
                  <a:pt x="45583" y="9120"/>
                </a:cubicBezTo>
                <a:cubicBezTo>
                  <a:pt x="45583" y="14143"/>
                  <a:pt x="41486" y="18240"/>
                  <a:pt x="36459" y="18240"/>
                </a:cubicBezTo>
                <a:close/>
                <a:moveTo>
                  <a:pt x="45198" y="52722"/>
                </a:moveTo>
                <a:lnTo>
                  <a:pt x="31936" y="52722"/>
                </a:lnTo>
                <a:cubicBezTo>
                  <a:pt x="26910" y="52722"/>
                  <a:pt x="22812" y="48625"/>
                  <a:pt x="22812" y="43602"/>
                </a:cubicBezTo>
                <a:cubicBezTo>
                  <a:pt x="22812" y="38579"/>
                  <a:pt x="26910" y="34482"/>
                  <a:pt x="31936" y="34482"/>
                </a:cubicBezTo>
                <a:lnTo>
                  <a:pt x="45198" y="34482"/>
                </a:lnTo>
                <a:cubicBezTo>
                  <a:pt x="50224" y="34482"/>
                  <a:pt x="54323" y="38579"/>
                  <a:pt x="54323" y="43602"/>
                </a:cubicBezTo>
                <a:cubicBezTo>
                  <a:pt x="54323" y="48625"/>
                  <a:pt x="50184" y="52722"/>
                  <a:pt x="45198" y="52722"/>
                </a:cubicBezTo>
                <a:close/>
                <a:moveTo>
                  <a:pt x="65419" y="87201"/>
                </a:moveTo>
                <a:lnTo>
                  <a:pt x="52736" y="87201"/>
                </a:lnTo>
                <a:cubicBezTo>
                  <a:pt x="47710" y="87201"/>
                  <a:pt x="43612" y="83103"/>
                  <a:pt x="43612" y="78084"/>
                </a:cubicBezTo>
                <a:cubicBezTo>
                  <a:pt x="43612" y="73061"/>
                  <a:pt x="47710" y="68964"/>
                  <a:pt x="52736" y="68964"/>
                </a:cubicBezTo>
                <a:lnTo>
                  <a:pt x="65418" y="68964"/>
                </a:lnTo>
                <a:cubicBezTo>
                  <a:pt x="70444" y="68964"/>
                  <a:pt x="74543" y="73061"/>
                  <a:pt x="74543" y="78084"/>
                </a:cubicBezTo>
                <a:cubicBezTo>
                  <a:pt x="74543" y="83103"/>
                  <a:pt x="70406" y="87201"/>
                  <a:pt x="65419" y="87201"/>
                </a:cubicBezTo>
                <a:close/>
              </a:path>
            </a:pathLst>
          </a:custGeom>
          <a:solidFill xmlns:a="http://schemas.openxmlformats.org/drawingml/2006/main">
            <a:srgbClr val="F263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31E2E-0F00-4162-A779-E348EFB1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299" y="8960344"/>
            <a:ext cx="59441" cy="14092"/>
          </a:xfrm>
          <a:custGeom xmlns:a="http://schemas.openxmlformats.org/drawingml/2006/main">
            <a:pathLst>
              <a:path w="59441" h="14092">
                <a:moveTo>
                  <a:pt x="52384" y="14092"/>
                </a:moveTo>
                <a:lnTo>
                  <a:pt x="7052" y="14092"/>
                </a:lnTo>
                <a:cubicBezTo>
                  <a:pt x="3168" y="14092"/>
                  <a:pt x="0" y="10926"/>
                  <a:pt x="0" y="7038"/>
                </a:cubicBezTo>
                <a:cubicBezTo>
                  <a:pt x="0" y="3156"/>
                  <a:pt x="3168" y="0"/>
                  <a:pt x="7052" y="0"/>
                </a:cubicBezTo>
                <a:lnTo>
                  <a:pt x="52384" y="0"/>
                </a:lnTo>
                <a:cubicBezTo>
                  <a:pt x="56268" y="0"/>
                  <a:pt x="59441" y="3156"/>
                  <a:pt x="59441" y="7038"/>
                </a:cubicBezTo>
                <a:cubicBezTo>
                  <a:pt x="59408" y="10926"/>
                  <a:pt x="56235" y="14092"/>
                  <a:pt x="52384" y="14092"/>
                </a:cubicBezTo>
                <a:close/>
              </a:path>
            </a:pathLst>
          </a:custGeom>
          <a:solidFill xmlns:a="http://schemas.openxmlformats.org/drawingml/2006/main">
            <a:srgbClr val="6ACE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59D958-3560-4D1A-8D82-C17E3392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278" y="8960261"/>
            <a:ext cx="135087" cy="121674"/>
          </a:xfrm>
          <a:custGeom xmlns:a="http://schemas.openxmlformats.org/drawingml/2006/main">
            <a:pathLst>
              <a:path w="135087" h="121674">
                <a:moveTo>
                  <a:pt x="72039" y="18237"/>
                </a:moveTo>
                <a:lnTo>
                  <a:pt x="47447" y="18237"/>
                </a:lnTo>
                <a:cubicBezTo>
                  <a:pt x="42423" y="18237"/>
                  <a:pt x="38325" y="14140"/>
                  <a:pt x="38325" y="9120"/>
                </a:cubicBezTo>
                <a:cubicBezTo>
                  <a:pt x="38325" y="4097"/>
                  <a:pt x="42423" y="0"/>
                  <a:pt x="47447" y="0"/>
                </a:cubicBezTo>
                <a:lnTo>
                  <a:pt x="72039" y="0"/>
                </a:lnTo>
                <a:cubicBezTo>
                  <a:pt x="77063" y="0"/>
                  <a:pt x="81161" y="4098"/>
                  <a:pt x="81161" y="9120"/>
                </a:cubicBezTo>
                <a:cubicBezTo>
                  <a:pt x="81161" y="14140"/>
                  <a:pt x="77063" y="18237"/>
                  <a:pt x="72039" y="18237"/>
                </a:cubicBezTo>
                <a:close/>
                <a:moveTo>
                  <a:pt x="125965" y="49933"/>
                </a:moveTo>
                <a:lnTo>
                  <a:pt x="68866" y="49933"/>
                </a:lnTo>
                <a:cubicBezTo>
                  <a:pt x="63842" y="49933"/>
                  <a:pt x="59743" y="45836"/>
                  <a:pt x="59743" y="40811"/>
                </a:cubicBezTo>
                <a:cubicBezTo>
                  <a:pt x="59743" y="35787"/>
                  <a:pt x="63842" y="31690"/>
                  <a:pt x="68866" y="31690"/>
                </a:cubicBezTo>
                <a:lnTo>
                  <a:pt x="125965" y="31690"/>
                </a:lnTo>
                <a:cubicBezTo>
                  <a:pt x="130989" y="31690"/>
                  <a:pt x="135087" y="35787"/>
                  <a:pt x="135087" y="40811"/>
                </a:cubicBezTo>
                <a:cubicBezTo>
                  <a:pt x="135087" y="45798"/>
                  <a:pt x="130956" y="49933"/>
                  <a:pt x="125965" y="49933"/>
                </a:cubicBezTo>
                <a:close/>
                <a:moveTo>
                  <a:pt x="68089" y="87196"/>
                </a:moveTo>
                <a:lnTo>
                  <a:pt x="40754" y="87196"/>
                </a:lnTo>
                <a:cubicBezTo>
                  <a:pt x="35730" y="87196"/>
                  <a:pt x="31632" y="83098"/>
                  <a:pt x="31632" y="78072"/>
                </a:cubicBezTo>
                <a:cubicBezTo>
                  <a:pt x="31632" y="73048"/>
                  <a:pt x="35730" y="68950"/>
                  <a:pt x="40754" y="68950"/>
                </a:cubicBezTo>
                <a:lnTo>
                  <a:pt x="68089" y="68950"/>
                </a:lnTo>
                <a:cubicBezTo>
                  <a:pt x="73113" y="68950"/>
                  <a:pt x="77212" y="73048"/>
                  <a:pt x="77212" y="78072"/>
                </a:cubicBezTo>
                <a:cubicBezTo>
                  <a:pt x="77212" y="83098"/>
                  <a:pt x="73080" y="87196"/>
                  <a:pt x="68089" y="87196"/>
                </a:cubicBezTo>
                <a:close/>
                <a:moveTo>
                  <a:pt x="36457" y="121674"/>
                </a:moveTo>
                <a:lnTo>
                  <a:pt x="9123" y="121674"/>
                </a:lnTo>
                <a:cubicBezTo>
                  <a:pt x="4099" y="121674"/>
                  <a:pt x="0" y="117577"/>
                  <a:pt x="0" y="112552"/>
                </a:cubicBezTo>
                <a:cubicBezTo>
                  <a:pt x="0" y="107526"/>
                  <a:pt x="4099" y="103429"/>
                  <a:pt x="9123" y="103429"/>
                </a:cubicBezTo>
                <a:lnTo>
                  <a:pt x="36457" y="103429"/>
                </a:lnTo>
                <a:cubicBezTo>
                  <a:pt x="41481" y="103429"/>
                  <a:pt x="45580" y="107526"/>
                  <a:pt x="45580" y="112552"/>
                </a:cubicBezTo>
                <a:cubicBezTo>
                  <a:pt x="45580" y="117577"/>
                  <a:pt x="41481" y="121674"/>
                  <a:pt x="36457" y="121674"/>
                </a:cubicBezTo>
                <a:close/>
                <a:moveTo>
                  <a:pt x="125965" y="18237"/>
                </a:moveTo>
                <a:lnTo>
                  <a:pt x="101373" y="18237"/>
                </a:lnTo>
                <a:cubicBezTo>
                  <a:pt x="96349" y="18237"/>
                  <a:pt x="92251" y="14140"/>
                  <a:pt x="92251" y="9120"/>
                </a:cubicBezTo>
                <a:cubicBezTo>
                  <a:pt x="92251" y="4098"/>
                  <a:pt x="96349" y="0"/>
                  <a:pt x="101373" y="0"/>
                </a:cubicBezTo>
                <a:lnTo>
                  <a:pt x="125965" y="0"/>
                </a:lnTo>
                <a:cubicBezTo>
                  <a:pt x="130989" y="0"/>
                  <a:pt x="135087" y="4098"/>
                  <a:pt x="135087" y="9120"/>
                </a:cubicBezTo>
                <a:cubicBezTo>
                  <a:pt x="135087" y="14140"/>
                  <a:pt x="130956" y="18237"/>
                  <a:pt x="125965" y="18237"/>
                </a:cubicBezTo>
                <a:close/>
                <a:moveTo>
                  <a:pt x="122990" y="87196"/>
                </a:moveTo>
                <a:lnTo>
                  <a:pt x="115057" y="87196"/>
                </a:lnTo>
                <a:cubicBezTo>
                  <a:pt x="110033" y="87196"/>
                  <a:pt x="105935" y="83098"/>
                  <a:pt x="105935" y="78072"/>
                </a:cubicBezTo>
                <a:cubicBezTo>
                  <a:pt x="105935" y="73048"/>
                  <a:pt x="110033" y="68950"/>
                  <a:pt x="115057" y="68950"/>
                </a:cubicBezTo>
                <a:lnTo>
                  <a:pt x="122990" y="68950"/>
                </a:lnTo>
                <a:cubicBezTo>
                  <a:pt x="128014" y="68950"/>
                  <a:pt x="132113" y="73048"/>
                  <a:pt x="132113" y="78072"/>
                </a:cubicBezTo>
                <a:cubicBezTo>
                  <a:pt x="132113" y="83098"/>
                  <a:pt x="128014" y="87196"/>
                  <a:pt x="122990" y="87196"/>
                </a:cubicBezTo>
                <a:close/>
              </a:path>
            </a:pathLst>
          </a:custGeom>
          <a:solidFill xmlns:a="http://schemas.openxmlformats.org/drawingml/2006/main">
            <a:srgbClr val="5F778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BC7251-1E72-4500-A686-70619FA6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340" y="8925780"/>
            <a:ext cx="95183" cy="156156"/>
          </a:xfrm>
          <a:custGeom xmlns:a="http://schemas.openxmlformats.org/drawingml/2006/main">
            <a:pathLst>
              <a:path w="95183" h="156156">
                <a:moveTo>
                  <a:pt x="67815" y="18241"/>
                </a:moveTo>
                <a:lnTo>
                  <a:pt x="9126" y="18240"/>
                </a:lnTo>
                <a:cubicBezTo>
                  <a:pt x="4099" y="18240"/>
                  <a:pt x="0" y="14143"/>
                  <a:pt x="0" y="9120"/>
                </a:cubicBezTo>
                <a:cubicBezTo>
                  <a:pt x="0" y="4097"/>
                  <a:pt x="4099" y="0"/>
                  <a:pt x="9126" y="0"/>
                </a:cubicBezTo>
                <a:lnTo>
                  <a:pt x="67815" y="0"/>
                </a:lnTo>
                <a:cubicBezTo>
                  <a:pt x="72839" y="0"/>
                  <a:pt x="76937" y="4098"/>
                  <a:pt x="76937" y="9120"/>
                </a:cubicBezTo>
                <a:cubicBezTo>
                  <a:pt x="76937" y="14143"/>
                  <a:pt x="72839" y="18241"/>
                  <a:pt x="67815" y="18241"/>
                </a:cubicBezTo>
                <a:close/>
                <a:moveTo>
                  <a:pt x="86060" y="84415"/>
                </a:moveTo>
                <a:lnTo>
                  <a:pt x="27375" y="84415"/>
                </a:lnTo>
                <a:cubicBezTo>
                  <a:pt x="22349" y="84415"/>
                  <a:pt x="18250" y="80318"/>
                  <a:pt x="18250" y="75293"/>
                </a:cubicBezTo>
                <a:cubicBezTo>
                  <a:pt x="18250" y="70269"/>
                  <a:pt x="22349" y="66171"/>
                  <a:pt x="27375" y="66171"/>
                </a:cubicBezTo>
                <a:lnTo>
                  <a:pt x="86060" y="66171"/>
                </a:lnTo>
                <a:cubicBezTo>
                  <a:pt x="91084" y="66171"/>
                  <a:pt x="95183" y="70269"/>
                  <a:pt x="95183" y="75293"/>
                </a:cubicBezTo>
                <a:cubicBezTo>
                  <a:pt x="95150" y="80280"/>
                  <a:pt x="91051" y="84415"/>
                  <a:pt x="86060" y="84415"/>
                </a:cubicBezTo>
                <a:close/>
                <a:moveTo>
                  <a:pt x="86060" y="121678"/>
                </a:moveTo>
                <a:lnTo>
                  <a:pt x="27375" y="121677"/>
                </a:lnTo>
                <a:cubicBezTo>
                  <a:pt x="22349" y="121677"/>
                  <a:pt x="18250" y="117580"/>
                  <a:pt x="18250" y="112554"/>
                </a:cubicBezTo>
                <a:cubicBezTo>
                  <a:pt x="18250" y="107530"/>
                  <a:pt x="22349" y="103432"/>
                  <a:pt x="27375" y="103432"/>
                </a:cubicBezTo>
                <a:lnTo>
                  <a:pt x="86060" y="103432"/>
                </a:lnTo>
                <a:cubicBezTo>
                  <a:pt x="91084" y="103432"/>
                  <a:pt x="95183" y="107530"/>
                  <a:pt x="95183" y="112554"/>
                </a:cubicBezTo>
                <a:cubicBezTo>
                  <a:pt x="95150" y="117580"/>
                  <a:pt x="91051" y="121678"/>
                  <a:pt x="86060" y="121678"/>
                </a:cubicBezTo>
                <a:close/>
                <a:moveTo>
                  <a:pt x="41637" y="156156"/>
                </a:moveTo>
                <a:lnTo>
                  <a:pt x="27375" y="156156"/>
                </a:lnTo>
                <a:cubicBezTo>
                  <a:pt x="22349" y="156156"/>
                  <a:pt x="18250" y="152058"/>
                  <a:pt x="18250" y="147034"/>
                </a:cubicBezTo>
                <a:cubicBezTo>
                  <a:pt x="18250" y="142008"/>
                  <a:pt x="22349" y="137911"/>
                  <a:pt x="27375" y="137911"/>
                </a:cubicBezTo>
                <a:lnTo>
                  <a:pt x="41637" y="137911"/>
                </a:lnTo>
                <a:cubicBezTo>
                  <a:pt x="46661" y="137911"/>
                  <a:pt x="50760" y="142008"/>
                  <a:pt x="50760" y="147034"/>
                </a:cubicBezTo>
                <a:cubicBezTo>
                  <a:pt x="50760" y="152058"/>
                  <a:pt x="46661" y="156156"/>
                  <a:pt x="41637" y="156156"/>
                </a:cubicBezTo>
                <a:close/>
              </a:path>
            </a:pathLst>
          </a:custGeom>
          <a:solidFill xmlns:a="http://schemas.openxmlformats.org/drawingml/2006/main">
            <a:srgbClr val="6ACEB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CFC62E-FB24-40E6-8D4C-37BD46AD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576" y="8986976"/>
            <a:ext cx="61077" cy="92473"/>
          </a:xfrm>
          <a:custGeom xmlns:a="http://schemas.openxmlformats.org/drawingml/2006/main">
            <a:pathLst>
              <a:path w="61077" h="92473">
                <a:moveTo>
                  <a:pt x="54028" y="14093"/>
                </a:moveTo>
                <a:lnTo>
                  <a:pt x="43783" y="14093"/>
                </a:lnTo>
                <a:cubicBezTo>
                  <a:pt x="39901" y="14093"/>
                  <a:pt x="36737" y="10929"/>
                  <a:pt x="36737" y="7047"/>
                </a:cubicBezTo>
                <a:cubicBezTo>
                  <a:pt x="36737" y="3166"/>
                  <a:pt x="39901" y="0"/>
                  <a:pt x="43783" y="0"/>
                </a:cubicBezTo>
                <a:lnTo>
                  <a:pt x="54028" y="0"/>
                </a:lnTo>
                <a:cubicBezTo>
                  <a:pt x="57910" y="0"/>
                  <a:pt x="61077" y="3166"/>
                  <a:pt x="61077" y="7047"/>
                </a:cubicBezTo>
                <a:cubicBezTo>
                  <a:pt x="61077" y="10929"/>
                  <a:pt x="57910" y="14093"/>
                  <a:pt x="54028" y="14093"/>
                </a:cubicBezTo>
                <a:close/>
                <a:moveTo>
                  <a:pt x="54028" y="40727"/>
                </a:moveTo>
                <a:lnTo>
                  <a:pt x="43783" y="40727"/>
                </a:lnTo>
                <a:cubicBezTo>
                  <a:pt x="39901" y="40727"/>
                  <a:pt x="36737" y="37563"/>
                  <a:pt x="36737" y="33682"/>
                </a:cubicBezTo>
                <a:cubicBezTo>
                  <a:pt x="36737" y="29799"/>
                  <a:pt x="39901" y="26635"/>
                  <a:pt x="43783" y="26635"/>
                </a:cubicBezTo>
                <a:lnTo>
                  <a:pt x="54028" y="26635"/>
                </a:lnTo>
                <a:cubicBezTo>
                  <a:pt x="57910" y="26635"/>
                  <a:pt x="61077" y="29799"/>
                  <a:pt x="61077" y="33682"/>
                </a:cubicBezTo>
                <a:cubicBezTo>
                  <a:pt x="61077" y="37563"/>
                  <a:pt x="57910" y="40727"/>
                  <a:pt x="54028" y="40727"/>
                </a:cubicBezTo>
                <a:close/>
                <a:moveTo>
                  <a:pt x="38588" y="67363"/>
                </a:moveTo>
                <a:lnTo>
                  <a:pt x="26193" y="67363"/>
                </a:lnTo>
                <a:cubicBezTo>
                  <a:pt x="22311" y="67363"/>
                  <a:pt x="19144" y="64197"/>
                  <a:pt x="19144" y="60316"/>
                </a:cubicBezTo>
                <a:cubicBezTo>
                  <a:pt x="19144" y="56433"/>
                  <a:pt x="22311" y="53269"/>
                  <a:pt x="26193" y="53269"/>
                </a:cubicBezTo>
                <a:lnTo>
                  <a:pt x="38588" y="53269"/>
                </a:lnTo>
                <a:cubicBezTo>
                  <a:pt x="42470" y="53269"/>
                  <a:pt x="45636" y="56433"/>
                  <a:pt x="45636" y="60316"/>
                </a:cubicBezTo>
                <a:cubicBezTo>
                  <a:pt x="45606" y="64197"/>
                  <a:pt x="42440" y="67363"/>
                  <a:pt x="38588" y="67363"/>
                </a:cubicBezTo>
                <a:close/>
                <a:moveTo>
                  <a:pt x="28164" y="92473"/>
                </a:moveTo>
                <a:lnTo>
                  <a:pt x="7049" y="92473"/>
                </a:lnTo>
                <a:cubicBezTo>
                  <a:pt x="3166" y="92473"/>
                  <a:pt x="0" y="89307"/>
                  <a:pt x="0" y="85426"/>
                </a:cubicBezTo>
                <a:cubicBezTo>
                  <a:pt x="0" y="81545"/>
                  <a:pt x="3166" y="78379"/>
                  <a:pt x="7049" y="78379"/>
                </a:cubicBezTo>
                <a:lnTo>
                  <a:pt x="28164" y="78379"/>
                </a:lnTo>
                <a:cubicBezTo>
                  <a:pt x="32046" y="78379"/>
                  <a:pt x="35213" y="81545"/>
                  <a:pt x="35213" y="85426"/>
                </a:cubicBezTo>
                <a:cubicBezTo>
                  <a:pt x="35213" y="89307"/>
                  <a:pt x="32046" y="92473"/>
                  <a:pt x="28164" y="92473"/>
                </a:cubicBezTo>
                <a:close/>
              </a:path>
            </a:pathLst>
          </a:custGeom>
          <a:solidFill xmlns:a="http://schemas.openxmlformats.org/drawingml/2006/main">
            <a:srgbClr val="F2639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63A066-FD8F-441B-AE2E-9790E53E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630" y="8925779"/>
            <a:ext cx="34912" cy="190634"/>
          </a:xfrm>
          <a:custGeom xmlns:a="http://schemas.openxmlformats.org/drawingml/2006/main">
            <a:pathLst>
              <a:path w="34912" h="190634">
                <a:moveTo>
                  <a:pt x="25788" y="18240"/>
                </a:moveTo>
                <a:lnTo>
                  <a:pt x="9124" y="18240"/>
                </a:lnTo>
                <a:cubicBezTo>
                  <a:pt x="4099" y="18240"/>
                  <a:pt x="0" y="14143"/>
                  <a:pt x="0" y="9120"/>
                </a:cubicBezTo>
                <a:cubicBezTo>
                  <a:pt x="0" y="4097"/>
                  <a:pt x="4099" y="0"/>
                  <a:pt x="9124" y="0"/>
                </a:cubicBezTo>
                <a:lnTo>
                  <a:pt x="25788" y="0"/>
                </a:lnTo>
                <a:cubicBezTo>
                  <a:pt x="30814" y="0"/>
                  <a:pt x="34912" y="4098"/>
                  <a:pt x="34912" y="9120"/>
                </a:cubicBezTo>
                <a:cubicBezTo>
                  <a:pt x="34912" y="14143"/>
                  <a:pt x="30814" y="18240"/>
                  <a:pt x="25788" y="18240"/>
                </a:cubicBezTo>
                <a:close/>
                <a:moveTo>
                  <a:pt x="25788" y="52719"/>
                </a:moveTo>
                <a:lnTo>
                  <a:pt x="9124" y="52719"/>
                </a:lnTo>
                <a:cubicBezTo>
                  <a:pt x="4099" y="52719"/>
                  <a:pt x="0" y="48621"/>
                  <a:pt x="0" y="43602"/>
                </a:cubicBezTo>
                <a:cubicBezTo>
                  <a:pt x="0" y="38579"/>
                  <a:pt x="4099" y="34482"/>
                  <a:pt x="9124" y="34482"/>
                </a:cubicBezTo>
                <a:lnTo>
                  <a:pt x="25788" y="34482"/>
                </a:lnTo>
                <a:cubicBezTo>
                  <a:pt x="30814" y="34482"/>
                  <a:pt x="34912" y="38579"/>
                  <a:pt x="34912" y="43602"/>
                </a:cubicBezTo>
                <a:cubicBezTo>
                  <a:pt x="34912" y="48621"/>
                  <a:pt x="30814" y="52719"/>
                  <a:pt x="25788" y="52719"/>
                </a:cubicBezTo>
                <a:close/>
                <a:moveTo>
                  <a:pt x="25788" y="87197"/>
                </a:moveTo>
                <a:lnTo>
                  <a:pt x="9124" y="87197"/>
                </a:lnTo>
                <a:cubicBezTo>
                  <a:pt x="4099" y="87197"/>
                  <a:pt x="0" y="83102"/>
                  <a:pt x="0" y="78075"/>
                </a:cubicBezTo>
                <a:cubicBezTo>
                  <a:pt x="0" y="73051"/>
                  <a:pt x="4099" y="68954"/>
                  <a:pt x="9124" y="68954"/>
                </a:cubicBezTo>
                <a:lnTo>
                  <a:pt x="25788" y="68954"/>
                </a:lnTo>
                <a:cubicBezTo>
                  <a:pt x="30814" y="68954"/>
                  <a:pt x="34912" y="73051"/>
                  <a:pt x="34912" y="78076"/>
                </a:cubicBezTo>
                <a:cubicBezTo>
                  <a:pt x="34912" y="83102"/>
                  <a:pt x="30814" y="87197"/>
                  <a:pt x="25788" y="87197"/>
                </a:cubicBezTo>
                <a:close/>
                <a:moveTo>
                  <a:pt x="25788" y="121677"/>
                </a:moveTo>
                <a:lnTo>
                  <a:pt x="9124" y="121677"/>
                </a:lnTo>
                <a:cubicBezTo>
                  <a:pt x="4099" y="121677"/>
                  <a:pt x="0" y="117580"/>
                  <a:pt x="0" y="112554"/>
                </a:cubicBezTo>
                <a:cubicBezTo>
                  <a:pt x="0" y="107530"/>
                  <a:pt x="4099" y="103432"/>
                  <a:pt x="9124" y="103432"/>
                </a:cubicBezTo>
                <a:lnTo>
                  <a:pt x="25788" y="103432"/>
                </a:lnTo>
                <a:cubicBezTo>
                  <a:pt x="30814" y="103432"/>
                  <a:pt x="34912" y="107530"/>
                  <a:pt x="34912" y="112554"/>
                </a:cubicBezTo>
                <a:cubicBezTo>
                  <a:pt x="34912" y="117580"/>
                  <a:pt x="30814" y="121677"/>
                  <a:pt x="25788" y="121677"/>
                </a:cubicBezTo>
                <a:close/>
                <a:moveTo>
                  <a:pt x="25788" y="156156"/>
                </a:moveTo>
                <a:lnTo>
                  <a:pt x="9125" y="156156"/>
                </a:lnTo>
                <a:cubicBezTo>
                  <a:pt x="4099" y="156156"/>
                  <a:pt x="0" y="152058"/>
                  <a:pt x="0" y="147034"/>
                </a:cubicBezTo>
                <a:cubicBezTo>
                  <a:pt x="0" y="142008"/>
                  <a:pt x="4099" y="137911"/>
                  <a:pt x="9125" y="137911"/>
                </a:cubicBezTo>
                <a:lnTo>
                  <a:pt x="25788" y="137911"/>
                </a:lnTo>
                <a:cubicBezTo>
                  <a:pt x="30814" y="137911"/>
                  <a:pt x="34912" y="142008"/>
                  <a:pt x="34912" y="147034"/>
                </a:cubicBezTo>
                <a:cubicBezTo>
                  <a:pt x="34912" y="152058"/>
                  <a:pt x="30814" y="156156"/>
                  <a:pt x="25788" y="156156"/>
                </a:cubicBezTo>
                <a:close/>
                <a:moveTo>
                  <a:pt x="25788" y="190634"/>
                </a:moveTo>
                <a:lnTo>
                  <a:pt x="9125" y="190634"/>
                </a:lnTo>
                <a:cubicBezTo>
                  <a:pt x="4099" y="190634"/>
                  <a:pt x="0" y="186537"/>
                  <a:pt x="0" y="181512"/>
                </a:cubicBezTo>
                <a:cubicBezTo>
                  <a:pt x="0" y="176486"/>
                  <a:pt x="4099" y="172389"/>
                  <a:pt x="9125" y="172389"/>
                </a:cubicBezTo>
                <a:lnTo>
                  <a:pt x="25788" y="172389"/>
                </a:lnTo>
                <a:cubicBezTo>
                  <a:pt x="30814" y="172389"/>
                  <a:pt x="34912" y="176486"/>
                  <a:pt x="34912" y="181513"/>
                </a:cubicBezTo>
                <a:cubicBezTo>
                  <a:pt x="34912" y="186537"/>
                  <a:pt x="30814" y="190634"/>
                  <a:pt x="25788" y="190634"/>
                </a:cubicBezTo>
                <a:close/>
              </a:path>
            </a:pathLst>
          </a:custGeom>
          <a:solidFill xmlns:a="http://schemas.openxmlformats.org/drawingml/2006/main">
            <a:srgbClr val="CACAC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Text ●">
            <a:extLst xmlns:a="http://schemas.openxmlformats.org/drawingml/2006/main">
              <a:ext uri="{FF2B5EF4-FFF2-40B4-BE49-F238E27FC236}">
                <a16:creationId xmlns:a16="http://schemas.microsoft.com/office/drawing/2014/main" id="{69BC3683-3AC6-4375-8516-36027228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142" y="8797834"/>
            <a:ext cx="24901" cy="24851"/>
          </a:xfrm>
          <a:custGeom xmlns:a="http://schemas.openxmlformats.org/drawingml/2006/main">
            <a:pathLst>
              <a:path w="24901" h="24851">
                <a:moveTo>
                  <a:pt x="12451" y="0"/>
                </a:moveTo>
                <a:cubicBezTo>
                  <a:pt x="20027" y="735"/>
                  <a:pt x="24177" y="4891"/>
                  <a:pt x="24901" y="12467"/>
                </a:cubicBezTo>
                <a:cubicBezTo>
                  <a:pt x="24177" y="20021"/>
                  <a:pt x="20027" y="24149"/>
                  <a:pt x="12451" y="24851"/>
                </a:cubicBezTo>
                <a:cubicBezTo>
                  <a:pt x="4874" y="24149"/>
                  <a:pt x="724" y="20021"/>
                  <a:pt x="0" y="12467"/>
                </a:cubicBezTo>
                <a:cubicBezTo>
                  <a:pt x="724" y="4891"/>
                  <a:pt x="4874" y="735"/>
                  <a:pt x="12451" y="0"/>
                </a:cubicBezTo>
                <a:close/>
              </a:path>
            </a:pathLst>
          </a:custGeom>
          <a:solidFill xmlns:a="http://schemas.openxmlformats.org/drawingml/2006/main">
            <a:srgbClr val="FE82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Text ●">
            <a:extLst xmlns:a="http://schemas.openxmlformats.org/drawingml/2006/main">
              <a:ext uri="{FF2B5EF4-FFF2-40B4-BE49-F238E27FC236}">
                <a16:creationId xmlns:a16="http://schemas.microsoft.com/office/drawing/2014/main" id="{7B09BB29-16A8-47DD-B0D3-D22ABF57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368" y="8797834"/>
            <a:ext cx="24901" cy="24851"/>
          </a:xfrm>
          <a:custGeom xmlns:a="http://schemas.openxmlformats.org/drawingml/2006/main">
            <a:pathLst>
              <a:path w="24901" h="24851">
                <a:moveTo>
                  <a:pt x="12451" y="0"/>
                </a:moveTo>
                <a:cubicBezTo>
                  <a:pt x="20027" y="735"/>
                  <a:pt x="24177" y="4891"/>
                  <a:pt x="24901" y="12467"/>
                </a:cubicBezTo>
                <a:cubicBezTo>
                  <a:pt x="24177" y="20021"/>
                  <a:pt x="20027" y="24149"/>
                  <a:pt x="12451" y="24851"/>
                </a:cubicBezTo>
                <a:cubicBezTo>
                  <a:pt x="4874" y="24149"/>
                  <a:pt x="724" y="20021"/>
                  <a:pt x="0" y="12467"/>
                </a:cubicBezTo>
                <a:cubicBezTo>
                  <a:pt x="724" y="4891"/>
                  <a:pt x="4874" y="735"/>
                  <a:pt x="12451" y="0"/>
                </a:cubicBezTo>
                <a:close/>
              </a:path>
            </a:pathLst>
          </a:custGeom>
          <a:solidFill xmlns:a="http://schemas.openxmlformats.org/drawingml/2006/main">
            <a:srgbClr val="F8E2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Text ●">
            <a:extLst xmlns:a="http://schemas.openxmlformats.org/drawingml/2006/main">
              <a:ext uri="{FF2B5EF4-FFF2-40B4-BE49-F238E27FC236}">
                <a16:creationId xmlns:a16="http://schemas.microsoft.com/office/drawing/2014/main" id="{B3C15E71-1416-4D19-9C82-558D4314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595" y="8797834"/>
            <a:ext cx="24901" cy="24851"/>
          </a:xfrm>
          <a:custGeom xmlns:a="http://schemas.openxmlformats.org/drawingml/2006/main">
            <a:pathLst>
              <a:path w="24901" h="24851">
                <a:moveTo>
                  <a:pt x="12451" y="0"/>
                </a:moveTo>
                <a:cubicBezTo>
                  <a:pt x="20027" y="735"/>
                  <a:pt x="24177" y="4891"/>
                  <a:pt x="24901" y="12467"/>
                </a:cubicBezTo>
                <a:cubicBezTo>
                  <a:pt x="24177" y="20021"/>
                  <a:pt x="20027" y="24149"/>
                  <a:pt x="12451" y="24851"/>
                </a:cubicBezTo>
                <a:cubicBezTo>
                  <a:pt x="4874" y="24149"/>
                  <a:pt x="724" y="20021"/>
                  <a:pt x="0" y="12467"/>
                </a:cubicBezTo>
                <a:cubicBezTo>
                  <a:pt x="724" y="4891"/>
                  <a:pt x="4874" y="735"/>
                  <a:pt x="12451" y="0"/>
                </a:cubicBezTo>
                <a:close/>
              </a:path>
            </a:pathLst>
          </a:custGeom>
          <a:solidFill xmlns:a="http://schemas.openxmlformats.org/drawingml/2006/main">
            <a:srgbClr val="60EF8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57f5f6a754435"/>
          <a:stretch xmlns:a="http://schemas.openxmlformats.org/drawingml/2006/main"/>
        </p:blipFill>
        <p:spPr>
          <a:xfrm xmlns:a="http://schemas.openxmlformats.org/drawingml/2006/main">
            <a:off x="5607221" y="8327764"/>
            <a:ext cx="1179552" cy="399328"/>
          </a:xfrm>
          <a:prstGeom xmlns:a="http://schemas.openxmlformats.org/drawingml/2006/main" prst="rect">
            <a:avLst/>
          </a:prstGeom>
        </p:spPr>
      </p:pic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088876-20BB-4748-88CE-17428C02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346" y="8341092"/>
            <a:ext cx="1104586" cy="323251"/>
          </a:xfrm>
          <a:custGeom xmlns:a="http://schemas.openxmlformats.org/drawingml/2006/main">
            <a:pathLst>
              <a:path w="1104586" h="323251">
                <a:moveTo>
                  <a:pt x="0" y="18583"/>
                </a:moveTo>
                <a:cubicBezTo>
                  <a:pt x="0" y="8297"/>
                  <a:pt x="8297" y="0"/>
                  <a:pt x="18583" y="0"/>
                </a:cubicBezTo>
                <a:lnTo>
                  <a:pt x="1086003" y="0"/>
                </a:lnTo>
                <a:cubicBezTo>
                  <a:pt x="1096288" y="0"/>
                  <a:pt x="1104586" y="8297"/>
                  <a:pt x="1104586" y="18583"/>
                </a:cubicBezTo>
                <a:lnTo>
                  <a:pt x="1104586" y="304669"/>
                </a:lnTo>
                <a:cubicBezTo>
                  <a:pt x="1104586" y="314954"/>
                  <a:pt x="1096288" y="323251"/>
                  <a:pt x="1086003" y="323251"/>
                </a:cubicBezTo>
                <a:lnTo>
                  <a:pt x="18583" y="323251"/>
                </a:lnTo>
                <a:cubicBezTo>
                  <a:pt x="8297" y="323251"/>
                  <a:pt x="0" y="314954"/>
                  <a:pt x="0" y="304669"/>
                </a:cubicBezTo>
                <a:lnTo>
                  <a:pt x="0" y="18583"/>
                </a:lnTo>
                <a:close/>
              </a:path>
            </a:pathLst>
          </a:custGeom>
          <a:solidFill xmlns:a="http://schemas.openxmlformats.org/drawingml/2006/main">
            <a:srgbClr val="DEEBF7">
              <a:alpha val="32941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173B1D-7A29-41D2-92B1-9FBA8F6E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346" y="8341092"/>
            <a:ext cx="1104586" cy="323251"/>
          </a:xfrm>
          <a:custGeom xmlns:a="http://schemas.openxmlformats.org/drawingml/2006/main">
            <a:pathLst>
              <a:path w="1104586" h="323251" fill="none">
                <a:moveTo>
                  <a:pt x="0" y="18583"/>
                </a:moveTo>
                <a:cubicBezTo>
                  <a:pt x="0" y="8297"/>
                  <a:pt x="8297" y="0"/>
                  <a:pt x="18583" y="0"/>
                </a:cubicBezTo>
                <a:lnTo>
                  <a:pt x="1086003" y="0"/>
                </a:lnTo>
                <a:cubicBezTo>
                  <a:pt x="1096288" y="0"/>
                  <a:pt x="1104586" y="8297"/>
                  <a:pt x="1104586" y="18583"/>
                </a:cubicBezTo>
                <a:lnTo>
                  <a:pt x="1104586" y="304669"/>
                </a:lnTo>
                <a:cubicBezTo>
                  <a:pt x="1104586" y="314954"/>
                  <a:pt x="1096288" y="323251"/>
                  <a:pt x="1086003" y="323251"/>
                </a:cubicBezTo>
                <a:lnTo>
                  <a:pt x="18583" y="323251"/>
                </a:lnTo>
                <a:cubicBezTo>
                  <a:pt x="8297" y="323251"/>
                  <a:pt x="0" y="314954"/>
                  <a:pt x="0" y="304669"/>
                </a:cubicBezTo>
                <a:lnTo>
                  <a:pt x="0" y="1858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82" cap="flat">
            <a:solidFill>
              <a:srgbClr val="F7F7F7"/>
            </a:solidFill>
            <a:round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B2A8D4-D820-4284-87EB-184C944A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500" y="8387274"/>
            <a:ext cx="1024810" cy="59091"/>
          </a:xfrm>
          <a:custGeom xmlns:a="http://schemas.openxmlformats.org/drawingml/2006/main">
            <a:pathLst>
              <a:path w="1024810" h="59091">
                <a:moveTo>
                  <a:pt x="0" y="59091"/>
                </a:moveTo>
                <a:lnTo>
                  <a:pt x="0" y="0"/>
                </a:lnTo>
                <a:lnTo>
                  <a:pt x="1024810" y="0"/>
                </a:lnTo>
                <a:lnTo>
                  <a:pt x="1024810" y="59091"/>
                </a:lnTo>
                <a:lnTo>
                  <a:pt x="0" y="59091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AA6891-6D45-4562-A049-E52909A8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500" y="8476211"/>
            <a:ext cx="1024810" cy="59091"/>
          </a:xfrm>
          <a:custGeom xmlns:a="http://schemas.openxmlformats.org/drawingml/2006/main">
            <a:pathLst>
              <a:path w="1024810" h="59091">
                <a:moveTo>
                  <a:pt x="0" y="59091"/>
                </a:moveTo>
                <a:lnTo>
                  <a:pt x="0" y="0"/>
                </a:lnTo>
                <a:lnTo>
                  <a:pt x="1024810" y="0"/>
                </a:lnTo>
                <a:lnTo>
                  <a:pt x="1024810" y="59091"/>
                </a:lnTo>
                <a:lnTo>
                  <a:pt x="0" y="59091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1A7C83-B484-4A1C-A5DF-428046E2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500" y="8561692"/>
            <a:ext cx="719882" cy="59091"/>
          </a:xfrm>
          <a:custGeom xmlns:a="http://schemas.openxmlformats.org/drawingml/2006/main">
            <a:pathLst>
              <a:path w="719882" h="59091">
                <a:moveTo>
                  <a:pt x="0" y="59091"/>
                </a:moveTo>
                <a:lnTo>
                  <a:pt x="0" y="0"/>
                </a:lnTo>
                <a:lnTo>
                  <a:pt x="719882" y="0"/>
                </a:lnTo>
                <a:lnTo>
                  <a:pt x="719882" y="59091"/>
                </a:lnTo>
                <a:lnTo>
                  <a:pt x="0" y="59091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224B3-243E-4E46-A27A-7BA8219B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648" y="10371103"/>
            <a:ext cx="248731" cy="12810"/>
          </a:xfrm>
          <a:custGeom xmlns:a="http://schemas.openxmlformats.org/drawingml/2006/main">
            <a:pathLst>
              <a:path w="248731" h="12810">
                <a:moveTo>
                  <a:pt x="52809" y="2564"/>
                </a:moveTo>
                <a:cubicBezTo>
                  <a:pt x="52809" y="2564"/>
                  <a:pt x="93630" y="524"/>
                  <a:pt x="120757" y="276"/>
                </a:cubicBezTo>
                <a:cubicBezTo>
                  <a:pt x="150901" y="0"/>
                  <a:pt x="198920" y="2564"/>
                  <a:pt x="198920" y="2564"/>
                </a:cubicBezTo>
                <a:lnTo>
                  <a:pt x="248731" y="8198"/>
                </a:lnTo>
                <a:cubicBezTo>
                  <a:pt x="248731" y="8198"/>
                  <a:pt x="170906" y="12810"/>
                  <a:pt x="120757" y="12775"/>
                </a:cubicBezTo>
                <a:cubicBezTo>
                  <a:pt x="71573" y="12741"/>
                  <a:pt x="0" y="8198"/>
                  <a:pt x="0" y="8198"/>
                </a:cubicBezTo>
                <a:lnTo>
                  <a:pt x="52809" y="25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4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046FA0-768D-4881-BBC2-A3D2F39A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470" y="10133395"/>
            <a:ext cx="245664" cy="243421"/>
          </a:xfrm>
          <a:custGeom xmlns:a="http://schemas.openxmlformats.org/drawingml/2006/main">
            <a:pathLst>
              <a:path w="245664" h="243421">
                <a:moveTo>
                  <a:pt x="33840" y="43617"/>
                </a:moveTo>
                <a:cubicBezTo>
                  <a:pt x="26800" y="65196"/>
                  <a:pt x="21537" y="91321"/>
                  <a:pt x="22988" y="110234"/>
                </a:cubicBezTo>
                <a:lnTo>
                  <a:pt x="23037" y="110878"/>
                </a:lnTo>
                <a:lnTo>
                  <a:pt x="22871" y="111501"/>
                </a:lnTo>
                <a:lnTo>
                  <a:pt x="22758" y="111927"/>
                </a:lnTo>
                <a:lnTo>
                  <a:pt x="22793" y="112321"/>
                </a:lnTo>
                <a:cubicBezTo>
                  <a:pt x="23960" y="125334"/>
                  <a:pt x="25666" y="144356"/>
                  <a:pt x="17301" y="149376"/>
                </a:cubicBezTo>
                <a:cubicBezTo>
                  <a:pt x="17306" y="153051"/>
                  <a:pt x="17519" y="156517"/>
                  <a:pt x="17945" y="159742"/>
                </a:cubicBezTo>
                <a:lnTo>
                  <a:pt x="18082" y="159609"/>
                </a:lnTo>
                <a:lnTo>
                  <a:pt x="24557" y="178274"/>
                </a:lnTo>
                <a:cubicBezTo>
                  <a:pt x="24220" y="178691"/>
                  <a:pt x="23892" y="179117"/>
                  <a:pt x="23574" y="179550"/>
                </a:cubicBezTo>
                <a:cubicBezTo>
                  <a:pt x="33331" y="203998"/>
                  <a:pt x="49077" y="218624"/>
                  <a:pt x="62875" y="224246"/>
                </a:cubicBezTo>
                <a:cubicBezTo>
                  <a:pt x="76633" y="229851"/>
                  <a:pt x="102449" y="235774"/>
                  <a:pt x="130059" y="234919"/>
                </a:cubicBezTo>
                <a:cubicBezTo>
                  <a:pt x="157679" y="234065"/>
                  <a:pt x="186490" y="226459"/>
                  <a:pt x="206965" y="205692"/>
                </a:cubicBezTo>
                <a:cubicBezTo>
                  <a:pt x="213914" y="198648"/>
                  <a:pt x="218688" y="190809"/>
                  <a:pt x="221704" y="182459"/>
                </a:cubicBezTo>
                <a:cubicBezTo>
                  <a:pt x="221507" y="182203"/>
                  <a:pt x="221310" y="181951"/>
                  <a:pt x="221103" y="181701"/>
                </a:cubicBezTo>
                <a:lnTo>
                  <a:pt x="224621" y="171565"/>
                </a:lnTo>
                <a:cubicBezTo>
                  <a:pt x="225888" y="164662"/>
                  <a:pt x="226161" y="157515"/>
                  <a:pt x="225648" y="150265"/>
                </a:cubicBezTo>
                <a:cubicBezTo>
                  <a:pt x="222195" y="145503"/>
                  <a:pt x="221649" y="136937"/>
                  <a:pt x="221966" y="128382"/>
                </a:cubicBezTo>
                <a:cubicBezTo>
                  <a:pt x="220535" y="122821"/>
                  <a:pt x="218776" y="117292"/>
                  <a:pt x="216765" y="111840"/>
                </a:cubicBezTo>
                <a:lnTo>
                  <a:pt x="216492" y="111086"/>
                </a:lnTo>
                <a:lnTo>
                  <a:pt x="216536" y="110299"/>
                </a:lnTo>
                <a:cubicBezTo>
                  <a:pt x="218808" y="72331"/>
                  <a:pt x="214602" y="48086"/>
                  <a:pt x="209336" y="33358"/>
                </a:cubicBezTo>
                <a:cubicBezTo>
                  <a:pt x="206702" y="25993"/>
                  <a:pt x="203818" y="21066"/>
                  <a:pt x="201403" y="17984"/>
                </a:cubicBezTo>
                <a:cubicBezTo>
                  <a:pt x="200191" y="16444"/>
                  <a:pt x="199120" y="15406"/>
                  <a:pt x="198290" y="14761"/>
                </a:cubicBezTo>
                <a:cubicBezTo>
                  <a:pt x="197809" y="14390"/>
                  <a:pt x="197481" y="14193"/>
                  <a:pt x="197295" y="14106"/>
                </a:cubicBezTo>
                <a:cubicBezTo>
                  <a:pt x="197263" y="14106"/>
                  <a:pt x="197230" y="14117"/>
                  <a:pt x="197197" y="14128"/>
                </a:cubicBezTo>
                <a:cubicBezTo>
                  <a:pt x="196782" y="14215"/>
                  <a:pt x="196181" y="14401"/>
                  <a:pt x="195372" y="14696"/>
                </a:cubicBezTo>
                <a:cubicBezTo>
                  <a:pt x="193755" y="15286"/>
                  <a:pt x="191625" y="16247"/>
                  <a:pt x="189101" y="17515"/>
                </a:cubicBezTo>
                <a:cubicBezTo>
                  <a:pt x="184053" y="20060"/>
                  <a:pt x="177695" y="23721"/>
                  <a:pt x="171194" y="27894"/>
                </a:cubicBezTo>
                <a:cubicBezTo>
                  <a:pt x="164704" y="32068"/>
                  <a:pt x="158148" y="36712"/>
                  <a:pt x="152696" y="41192"/>
                </a:cubicBezTo>
                <a:cubicBezTo>
                  <a:pt x="147157" y="45748"/>
                  <a:pt x="143104" y="49867"/>
                  <a:pt x="141246" y="52970"/>
                </a:cubicBezTo>
                <a:lnTo>
                  <a:pt x="139739" y="55505"/>
                </a:lnTo>
                <a:lnTo>
                  <a:pt x="136909" y="54674"/>
                </a:lnTo>
                <a:cubicBezTo>
                  <a:pt x="131053" y="52970"/>
                  <a:pt x="123481" y="52183"/>
                  <a:pt x="116161" y="52063"/>
                </a:cubicBezTo>
                <a:cubicBezTo>
                  <a:pt x="108851" y="51932"/>
                  <a:pt x="102121" y="52478"/>
                  <a:pt x="98028" y="53265"/>
                </a:cubicBezTo>
                <a:lnTo>
                  <a:pt x="95227" y="53800"/>
                </a:lnTo>
                <a:lnTo>
                  <a:pt x="93923" y="51265"/>
                </a:lnTo>
                <a:cubicBezTo>
                  <a:pt x="84813" y="33554"/>
                  <a:pt x="74858" y="22552"/>
                  <a:pt x="66734" y="16018"/>
                </a:cubicBezTo>
                <a:cubicBezTo>
                  <a:pt x="62665" y="12751"/>
                  <a:pt x="59066" y="10609"/>
                  <a:pt x="56270" y="9298"/>
                </a:cubicBezTo>
                <a:cubicBezTo>
                  <a:pt x="53689" y="8096"/>
                  <a:pt x="52051" y="7714"/>
                  <a:pt x="51422" y="7637"/>
                </a:cubicBezTo>
                <a:cubicBezTo>
                  <a:pt x="51369" y="7670"/>
                  <a:pt x="51315" y="7703"/>
                  <a:pt x="51264" y="7736"/>
                </a:cubicBezTo>
                <a:cubicBezTo>
                  <a:pt x="50895" y="7987"/>
                  <a:pt x="50351" y="8468"/>
                  <a:pt x="49652" y="9276"/>
                </a:cubicBezTo>
                <a:cubicBezTo>
                  <a:pt x="48256" y="10893"/>
                  <a:pt x="46608" y="13406"/>
                  <a:pt x="44809" y="16761"/>
                </a:cubicBezTo>
                <a:cubicBezTo>
                  <a:pt x="41229" y="23437"/>
                  <a:pt x="37346" y="32866"/>
                  <a:pt x="33840" y="43617"/>
                </a:cubicBezTo>
                <a:close/>
                <a:moveTo>
                  <a:pt x="224195" y="109928"/>
                </a:moveTo>
                <a:cubicBezTo>
                  <a:pt x="226391" y="71741"/>
                  <a:pt x="222184" y="46644"/>
                  <a:pt x="216514" y="30790"/>
                </a:cubicBezTo>
                <a:cubicBezTo>
                  <a:pt x="213662" y="22814"/>
                  <a:pt x="210417" y="17110"/>
                  <a:pt x="207380" y="13264"/>
                </a:cubicBezTo>
                <a:cubicBezTo>
                  <a:pt x="205872" y="11352"/>
                  <a:pt x="204375" y="9845"/>
                  <a:pt x="202977" y="8752"/>
                </a:cubicBezTo>
                <a:cubicBezTo>
                  <a:pt x="201644" y="7714"/>
                  <a:pt x="200136" y="6840"/>
                  <a:pt x="198585" y="6545"/>
                </a:cubicBezTo>
                <a:cubicBezTo>
                  <a:pt x="197448" y="6326"/>
                  <a:pt x="196312" y="6523"/>
                  <a:pt x="195547" y="6687"/>
                </a:cubicBezTo>
                <a:cubicBezTo>
                  <a:pt x="194673" y="6884"/>
                  <a:pt x="193712" y="7189"/>
                  <a:pt x="192728" y="7550"/>
                </a:cubicBezTo>
                <a:cubicBezTo>
                  <a:pt x="190740" y="8282"/>
                  <a:pt x="188336" y="9375"/>
                  <a:pt x="185670" y="10719"/>
                </a:cubicBezTo>
                <a:cubicBezTo>
                  <a:pt x="180350" y="13395"/>
                  <a:pt x="173750" y="17198"/>
                  <a:pt x="167075" y="21492"/>
                </a:cubicBezTo>
                <a:cubicBezTo>
                  <a:pt x="160410" y="25775"/>
                  <a:pt x="153592" y="30593"/>
                  <a:pt x="147856" y="35302"/>
                </a:cubicBezTo>
                <a:cubicBezTo>
                  <a:pt x="144546" y="38034"/>
                  <a:pt x="141476" y="40820"/>
                  <a:pt x="138974" y="43530"/>
                </a:cubicBezTo>
                <a:cubicBezTo>
                  <a:pt x="139411" y="40449"/>
                  <a:pt x="139323" y="37870"/>
                  <a:pt x="137685" y="38602"/>
                </a:cubicBezTo>
                <a:cubicBezTo>
                  <a:pt x="135150" y="39727"/>
                  <a:pt x="133937" y="43759"/>
                  <a:pt x="133566" y="46065"/>
                </a:cubicBezTo>
                <a:cubicBezTo>
                  <a:pt x="128048" y="45016"/>
                  <a:pt x="121973" y="44535"/>
                  <a:pt x="116292" y="44447"/>
                </a:cubicBezTo>
                <a:cubicBezTo>
                  <a:pt x="111233" y="44360"/>
                  <a:pt x="106328" y="44568"/>
                  <a:pt x="102220" y="44994"/>
                </a:cubicBezTo>
                <a:cubicBezTo>
                  <a:pt x="101881" y="42721"/>
                  <a:pt x="100679" y="38493"/>
                  <a:pt x="98072" y="37335"/>
                </a:cubicBezTo>
                <a:cubicBezTo>
                  <a:pt x="96808" y="36766"/>
                  <a:pt x="96466" y="38187"/>
                  <a:pt x="96576" y="40274"/>
                </a:cubicBezTo>
                <a:cubicBezTo>
                  <a:pt x="88160" y="25917"/>
                  <a:pt x="79245" y="16302"/>
                  <a:pt x="71507" y="10085"/>
                </a:cubicBezTo>
                <a:cubicBezTo>
                  <a:pt x="67006" y="6468"/>
                  <a:pt x="62892" y="3988"/>
                  <a:pt x="59500" y="2404"/>
                </a:cubicBezTo>
                <a:cubicBezTo>
                  <a:pt x="56250" y="874"/>
                  <a:pt x="53305" y="0"/>
                  <a:pt x="51220" y="0"/>
                </a:cubicBezTo>
                <a:cubicBezTo>
                  <a:pt x="49543" y="0"/>
                  <a:pt x="48101" y="677"/>
                  <a:pt x="47001" y="1420"/>
                </a:cubicBezTo>
                <a:cubicBezTo>
                  <a:pt x="45880" y="2174"/>
                  <a:pt x="44840" y="3190"/>
                  <a:pt x="43882" y="4294"/>
                </a:cubicBezTo>
                <a:cubicBezTo>
                  <a:pt x="41968" y="6523"/>
                  <a:pt x="40017" y="9582"/>
                  <a:pt x="38096" y="13155"/>
                </a:cubicBezTo>
                <a:cubicBezTo>
                  <a:pt x="34236" y="20355"/>
                  <a:pt x="30190" y="30233"/>
                  <a:pt x="26597" y="41257"/>
                </a:cubicBezTo>
                <a:cubicBezTo>
                  <a:pt x="19515" y="62967"/>
                  <a:pt x="13948" y="89856"/>
                  <a:pt x="15345" y="110168"/>
                </a:cubicBezTo>
                <a:cubicBezTo>
                  <a:pt x="14980" y="111556"/>
                  <a:pt x="14629" y="112943"/>
                  <a:pt x="14298" y="114320"/>
                </a:cubicBezTo>
                <a:cubicBezTo>
                  <a:pt x="10284" y="120133"/>
                  <a:pt x="6513" y="128469"/>
                  <a:pt x="3988" y="140182"/>
                </a:cubicBezTo>
                <a:cubicBezTo>
                  <a:pt x="0" y="158670"/>
                  <a:pt x="3636" y="156888"/>
                  <a:pt x="9321" y="153472"/>
                </a:cubicBezTo>
                <a:cubicBezTo>
                  <a:pt x="8895" y="157383"/>
                  <a:pt x="8265" y="161976"/>
                  <a:pt x="5512" y="164179"/>
                </a:cubicBezTo>
                <a:cubicBezTo>
                  <a:pt x="536" y="168161"/>
                  <a:pt x="3831" y="170909"/>
                  <a:pt x="11805" y="168187"/>
                </a:cubicBezTo>
                <a:cubicBezTo>
                  <a:pt x="11865" y="168422"/>
                  <a:pt x="11926" y="168654"/>
                  <a:pt x="11988" y="168887"/>
                </a:cubicBezTo>
                <a:cubicBezTo>
                  <a:pt x="9504" y="174747"/>
                  <a:pt x="8112" y="182807"/>
                  <a:pt x="11226" y="192367"/>
                </a:cubicBezTo>
                <a:cubicBezTo>
                  <a:pt x="12857" y="197381"/>
                  <a:pt x="15311" y="193156"/>
                  <a:pt x="18643" y="187400"/>
                </a:cubicBezTo>
                <a:cubicBezTo>
                  <a:pt x="29149" y="210541"/>
                  <a:pt x="45028" y="225202"/>
                  <a:pt x="60001" y="231302"/>
                </a:cubicBezTo>
                <a:cubicBezTo>
                  <a:pt x="74757" y="237314"/>
                  <a:pt x="101630" y="243421"/>
                  <a:pt x="130299" y="242534"/>
                </a:cubicBezTo>
                <a:cubicBezTo>
                  <a:pt x="158957" y="241648"/>
                  <a:pt x="190008" y="233741"/>
                  <a:pt x="212395" y="211040"/>
                </a:cubicBezTo>
                <a:cubicBezTo>
                  <a:pt x="218710" y="204624"/>
                  <a:pt x="223408" y="197660"/>
                  <a:pt x="226730" y="190339"/>
                </a:cubicBezTo>
                <a:lnTo>
                  <a:pt x="227003" y="190803"/>
                </a:lnTo>
                <a:cubicBezTo>
                  <a:pt x="230346" y="196572"/>
                  <a:pt x="232804" y="200817"/>
                  <a:pt x="234432" y="195796"/>
                </a:cubicBezTo>
                <a:cubicBezTo>
                  <a:pt x="237710" y="185732"/>
                  <a:pt x="235995" y="177333"/>
                  <a:pt x="233274" y="171410"/>
                </a:cubicBezTo>
                <a:lnTo>
                  <a:pt x="233296" y="171417"/>
                </a:lnTo>
                <a:cubicBezTo>
                  <a:pt x="241676" y="174464"/>
                  <a:pt x="245238" y="171681"/>
                  <a:pt x="240146" y="167608"/>
                </a:cubicBezTo>
                <a:cubicBezTo>
                  <a:pt x="237393" y="165404"/>
                  <a:pt x="236770" y="160811"/>
                  <a:pt x="236344" y="156899"/>
                </a:cubicBezTo>
                <a:cubicBezTo>
                  <a:pt x="242026" y="160317"/>
                  <a:pt x="245664" y="162098"/>
                  <a:pt x="241676" y="143613"/>
                </a:cubicBezTo>
                <a:cubicBezTo>
                  <a:pt x="237655" y="124984"/>
                  <a:pt x="230488" y="114877"/>
                  <a:pt x="224195" y="109928"/>
                </a:cubicBezTo>
                <a:close/>
                <a:moveTo>
                  <a:pt x="51536" y="7583"/>
                </a:moveTo>
                <a:lnTo>
                  <a:pt x="51531" y="7583"/>
                </a:lnTo>
                <a:lnTo>
                  <a:pt x="51535" y="7583"/>
                </a:lnTo>
                <a:lnTo>
                  <a:pt x="51536" y="75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12F0F7-A93C-4B5A-8AFA-A0A1EEA2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439" y="10140585"/>
            <a:ext cx="217912" cy="241173"/>
          </a:xfrm>
          <a:custGeom xmlns:a="http://schemas.openxmlformats.org/drawingml/2006/main">
            <a:pathLst>
              <a:path w="217912" h="241173">
                <a:moveTo>
                  <a:pt x="38297" y="0"/>
                </a:moveTo>
                <a:cubicBezTo>
                  <a:pt x="28318" y="0"/>
                  <a:pt x="4297" y="65557"/>
                  <a:pt x="7221" y="103765"/>
                </a:cubicBezTo>
                <a:cubicBezTo>
                  <a:pt x="1339" y="125934"/>
                  <a:pt x="0" y="145913"/>
                  <a:pt x="3927" y="160014"/>
                </a:cubicBezTo>
                <a:cubicBezTo>
                  <a:pt x="12797" y="191868"/>
                  <a:pt x="31473" y="210944"/>
                  <a:pt x="48211" y="217778"/>
                </a:cubicBezTo>
                <a:cubicBezTo>
                  <a:pt x="75878" y="229074"/>
                  <a:pt x="150467" y="241173"/>
                  <a:pt x="192040" y="198906"/>
                </a:cubicBezTo>
                <a:cubicBezTo>
                  <a:pt x="217912" y="172608"/>
                  <a:pt x="214219" y="135932"/>
                  <a:pt x="202397" y="103765"/>
                </a:cubicBezTo>
                <a:cubicBezTo>
                  <a:pt x="206822" y="29260"/>
                  <a:pt x="187691" y="7036"/>
                  <a:pt x="182250" y="5988"/>
                </a:cubicBezTo>
                <a:cubicBezTo>
                  <a:pt x="176798" y="4950"/>
                  <a:pt x="131063" y="31478"/>
                  <a:pt x="122475" y="45901"/>
                </a:cubicBezTo>
                <a:cubicBezTo>
                  <a:pt x="110206" y="42317"/>
                  <a:pt x="91610" y="42798"/>
                  <a:pt x="83017" y="44447"/>
                </a:cubicBezTo>
                <a:cubicBezTo>
                  <a:pt x="64902" y="9145"/>
                  <a:pt x="43103" y="0"/>
                  <a:pt x="38298" y="0"/>
                </a:cubicBezTo>
                <a:lnTo>
                  <a:pt x="3829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C75DEA-6388-4227-8FC1-6C611707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216" y="10180880"/>
            <a:ext cx="190073" cy="187927"/>
          </a:xfrm>
          <a:custGeom xmlns:a="http://schemas.openxmlformats.org/drawingml/2006/main">
            <a:pathLst>
              <a:path w="190073" h="187927">
                <a:moveTo>
                  <a:pt x="41138" y="101078"/>
                </a:moveTo>
                <a:cubicBezTo>
                  <a:pt x="51813" y="104042"/>
                  <a:pt x="55685" y="103688"/>
                  <a:pt x="61707" y="99176"/>
                </a:cubicBezTo>
                <a:cubicBezTo>
                  <a:pt x="69461" y="93353"/>
                  <a:pt x="74347" y="74035"/>
                  <a:pt x="78084" y="37848"/>
                </a:cubicBezTo>
                <a:cubicBezTo>
                  <a:pt x="79340" y="25655"/>
                  <a:pt x="73091" y="7583"/>
                  <a:pt x="73899" y="3944"/>
                </a:cubicBezTo>
                <a:cubicBezTo>
                  <a:pt x="74468" y="0"/>
                  <a:pt x="108173" y="1661"/>
                  <a:pt x="108938" y="5463"/>
                </a:cubicBezTo>
                <a:cubicBezTo>
                  <a:pt x="109725" y="9386"/>
                  <a:pt x="104371" y="21470"/>
                  <a:pt x="103607" y="37848"/>
                </a:cubicBezTo>
                <a:cubicBezTo>
                  <a:pt x="104754" y="77084"/>
                  <a:pt x="111080" y="87715"/>
                  <a:pt x="119220" y="96882"/>
                </a:cubicBezTo>
                <a:cubicBezTo>
                  <a:pt x="122268" y="100313"/>
                  <a:pt x="126463" y="101602"/>
                  <a:pt x="132931" y="101078"/>
                </a:cubicBezTo>
                <a:cubicBezTo>
                  <a:pt x="147026" y="99930"/>
                  <a:pt x="173510" y="84077"/>
                  <a:pt x="184359" y="99176"/>
                </a:cubicBezTo>
                <a:cubicBezTo>
                  <a:pt x="189385" y="106160"/>
                  <a:pt x="190073" y="131551"/>
                  <a:pt x="176361" y="152882"/>
                </a:cubicBezTo>
                <a:cubicBezTo>
                  <a:pt x="157733" y="181862"/>
                  <a:pt x="111987" y="187927"/>
                  <a:pt x="94080" y="187927"/>
                </a:cubicBezTo>
                <a:cubicBezTo>
                  <a:pt x="58642" y="187927"/>
                  <a:pt x="40758" y="178023"/>
                  <a:pt x="27045" y="166976"/>
                </a:cubicBezTo>
                <a:cubicBezTo>
                  <a:pt x="13333" y="155929"/>
                  <a:pt x="0" y="139931"/>
                  <a:pt x="2666" y="114408"/>
                </a:cubicBezTo>
                <a:cubicBezTo>
                  <a:pt x="5336" y="88851"/>
                  <a:pt x="34282" y="99176"/>
                  <a:pt x="41138" y="10107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8D24E5-F442-4816-B52D-60DFB2F3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401" y="10296433"/>
            <a:ext cx="82659" cy="33468"/>
          </a:xfrm>
          <a:custGeom xmlns:a="http://schemas.openxmlformats.org/drawingml/2006/main">
            <a:pathLst>
              <a:path w="82659" h="33468">
                <a:moveTo>
                  <a:pt x="39994" y="32759"/>
                </a:moveTo>
                <a:cubicBezTo>
                  <a:pt x="19421" y="32211"/>
                  <a:pt x="2286" y="18284"/>
                  <a:pt x="0" y="380"/>
                </a:cubicBezTo>
                <a:cubicBezTo>
                  <a:pt x="17902" y="16379"/>
                  <a:pt x="27287" y="5713"/>
                  <a:pt x="41895" y="5713"/>
                </a:cubicBezTo>
                <a:cubicBezTo>
                  <a:pt x="55989" y="5713"/>
                  <a:pt x="61332" y="18664"/>
                  <a:pt x="82659" y="0"/>
                </a:cubicBezTo>
                <a:cubicBezTo>
                  <a:pt x="82659" y="14475"/>
                  <a:pt x="66653" y="33468"/>
                  <a:pt x="39994" y="327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7D09B9-7E05-40BA-A277-91AB362C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924" y="10303913"/>
            <a:ext cx="36820" cy="45703"/>
          </a:xfrm>
          <a:custGeom xmlns:a="http://schemas.openxmlformats.org/drawingml/2006/main">
            <a:pathLst>
              <a:path w="36820" h="45703">
                <a:moveTo>
                  <a:pt x="1464" y="29707"/>
                </a:moveTo>
                <a:cubicBezTo>
                  <a:pt x="0" y="18919"/>
                  <a:pt x="1333" y="7744"/>
                  <a:pt x="4130" y="763"/>
                </a:cubicBezTo>
                <a:lnTo>
                  <a:pt x="36820" y="0"/>
                </a:lnTo>
                <a:cubicBezTo>
                  <a:pt x="36186" y="6856"/>
                  <a:pt x="34471" y="18890"/>
                  <a:pt x="35684" y="28945"/>
                </a:cubicBezTo>
                <a:cubicBezTo>
                  <a:pt x="36743" y="37705"/>
                  <a:pt x="32646" y="45703"/>
                  <a:pt x="18956" y="45703"/>
                </a:cubicBezTo>
                <a:cubicBezTo>
                  <a:pt x="7550" y="45703"/>
                  <a:pt x="2600" y="38085"/>
                  <a:pt x="1464" y="29707"/>
                </a:cubicBezTo>
                <a:close/>
              </a:path>
            </a:pathLst>
          </a:custGeom>
          <a:solidFill xmlns:a="http://schemas.openxmlformats.org/drawingml/2006/main">
            <a:srgbClr val="FF8F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F1C1CB-68A1-4E04-8499-5C20C6FF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641" y="10301766"/>
            <a:ext cx="40982" cy="49348"/>
          </a:xfrm>
          <a:custGeom xmlns:a="http://schemas.openxmlformats.org/drawingml/2006/main">
            <a:pathLst>
              <a:path w="40982" h="49348">
                <a:moveTo>
                  <a:pt x="40982" y="1773"/>
                </a:moveTo>
                <a:lnTo>
                  <a:pt x="40447" y="904"/>
                </a:lnTo>
                <a:cubicBezTo>
                  <a:pt x="40338" y="2107"/>
                  <a:pt x="40196" y="3449"/>
                  <a:pt x="40043" y="4898"/>
                </a:cubicBezTo>
                <a:cubicBezTo>
                  <a:pt x="39300" y="12099"/>
                  <a:pt x="38273" y="21920"/>
                  <a:pt x="39289" y="30352"/>
                </a:cubicBezTo>
                <a:cubicBezTo>
                  <a:pt x="39857" y="35127"/>
                  <a:pt x="39060" y="39927"/>
                  <a:pt x="36055" y="43550"/>
                </a:cubicBezTo>
                <a:cubicBezTo>
                  <a:pt x="33029" y="47196"/>
                  <a:pt x="28025" y="49348"/>
                  <a:pt x="20792" y="49348"/>
                </a:cubicBezTo>
                <a:cubicBezTo>
                  <a:pt x="14630" y="49348"/>
                  <a:pt x="10063" y="47246"/>
                  <a:pt x="6894" y="43865"/>
                </a:cubicBezTo>
                <a:cubicBezTo>
                  <a:pt x="3769" y="40521"/>
                  <a:pt x="2131" y="36063"/>
                  <a:pt x="1519" y="31535"/>
                </a:cubicBezTo>
                <a:cubicBezTo>
                  <a:pt x="0" y="20218"/>
                  <a:pt x="1377" y="8439"/>
                  <a:pt x="4316" y="960"/>
                </a:cubicBezTo>
                <a:lnTo>
                  <a:pt x="4698" y="0"/>
                </a:lnTo>
                <a:lnTo>
                  <a:pt x="40982" y="1773"/>
                </a:lnTo>
                <a:close/>
                <a:moveTo>
                  <a:pt x="6829" y="3084"/>
                </a:moveTo>
                <a:cubicBezTo>
                  <a:pt x="4359" y="10026"/>
                  <a:pt x="3190" y="20721"/>
                  <a:pt x="4578" y="31111"/>
                </a:cubicBezTo>
                <a:cubicBezTo>
                  <a:pt x="5124" y="35204"/>
                  <a:pt x="6577" y="38975"/>
                  <a:pt x="9134" y="41704"/>
                </a:cubicBezTo>
                <a:cubicBezTo>
                  <a:pt x="11658" y="44397"/>
                  <a:pt x="15384" y="46213"/>
                  <a:pt x="20792" y="46213"/>
                </a:cubicBezTo>
                <a:cubicBezTo>
                  <a:pt x="27435" y="46213"/>
                  <a:pt x="31444" y="44252"/>
                  <a:pt x="33695" y="41529"/>
                </a:cubicBezTo>
                <a:cubicBezTo>
                  <a:pt x="35979" y="38786"/>
                  <a:pt x="36732" y="34964"/>
                  <a:pt x="36219" y="30728"/>
                </a:cubicBezTo>
                <a:cubicBezTo>
                  <a:pt x="35170" y="21900"/>
                  <a:pt x="36241" y="11626"/>
                  <a:pt x="36984" y="4450"/>
                </a:cubicBezTo>
                <a:cubicBezTo>
                  <a:pt x="37060" y="3723"/>
                  <a:pt x="37137" y="3027"/>
                  <a:pt x="37202" y="2367"/>
                </a:cubicBezTo>
                <a:lnTo>
                  <a:pt x="6829" y="3084"/>
                </a:lnTo>
                <a:close/>
              </a:path>
            </a:pathLst>
          </a:custGeom>
          <a:solidFill xmlns:a="http://schemas.openxmlformats.org/drawingml/2006/main">
            <a:srgbClr val="DF413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E5F8A5-13CB-455D-9064-6CC0ECDD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680" y="10302146"/>
            <a:ext cx="11046" cy="30052"/>
          </a:xfrm>
          <a:custGeom xmlns:a="http://schemas.openxmlformats.org/drawingml/2006/main">
            <a:pathLst>
              <a:path w="11046" h="30052">
                <a:moveTo>
                  <a:pt x="11046" y="3047"/>
                </a:moveTo>
                <a:cubicBezTo>
                  <a:pt x="8380" y="6095"/>
                  <a:pt x="6097" y="11198"/>
                  <a:pt x="6097" y="23997"/>
                </a:cubicBezTo>
                <a:lnTo>
                  <a:pt x="6097" y="24681"/>
                </a:lnTo>
                <a:cubicBezTo>
                  <a:pt x="6239" y="28636"/>
                  <a:pt x="6108" y="30052"/>
                  <a:pt x="6097" y="24681"/>
                </a:cubicBezTo>
                <a:cubicBezTo>
                  <a:pt x="5867" y="18118"/>
                  <a:pt x="4928" y="4559"/>
                  <a:pt x="1530" y="3429"/>
                </a:cubicBezTo>
                <a:cubicBezTo>
                  <a:pt x="382" y="3047"/>
                  <a:pt x="0" y="0"/>
                  <a:pt x="11046" y="3047"/>
                </a:cubicBezTo>
                <a:close/>
              </a:path>
            </a:pathLst>
          </a:custGeom>
          <a:solidFill xmlns:a="http://schemas.openxmlformats.org/drawingml/2006/main">
            <a:srgbClr val="D74D4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CDB77-5004-4E98-88C9-E2DD8DFB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799" y="10270158"/>
            <a:ext cx="83621" cy="40133"/>
          </a:xfrm>
          <a:custGeom xmlns:a="http://schemas.openxmlformats.org/drawingml/2006/main">
            <a:pathLst>
              <a:path w="83621" h="40133">
                <a:moveTo>
                  <a:pt x="39612" y="20131"/>
                </a:moveTo>
                <a:cubicBezTo>
                  <a:pt x="48364" y="20131"/>
                  <a:pt x="55455" y="13564"/>
                  <a:pt x="55455" y="7921"/>
                </a:cubicBezTo>
                <a:cubicBezTo>
                  <a:pt x="55455" y="2284"/>
                  <a:pt x="48364" y="0"/>
                  <a:pt x="39612" y="0"/>
                </a:cubicBezTo>
                <a:cubicBezTo>
                  <a:pt x="30861" y="0"/>
                  <a:pt x="23770" y="2284"/>
                  <a:pt x="23770" y="7921"/>
                </a:cubicBezTo>
                <a:cubicBezTo>
                  <a:pt x="23770" y="13564"/>
                  <a:pt x="30861" y="20131"/>
                  <a:pt x="39612" y="20131"/>
                </a:cubicBezTo>
                <a:close/>
                <a:moveTo>
                  <a:pt x="6263" y="24496"/>
                </a:moveTo>
                <a:cubicBezTo>
                  <a:pt x="5597" y="22950"/>
                  <a:pt x="3805" y="22237"/>
                  <a:pt x="2259" y="22902"/>
                </a:cubicBezTo>
                <a:cubicBezTo>
                  <a:pt x="713" y="23568"/>
                  <a:pt x="0" y="25361"/>
                  <a:pt x="665" y="26907"/>
                </a:cubicBezTo>
                <a:cubicBezTo>
                  <a:pt x="1785" y="29506"/>
                  <a:pt x="4468" y="33402"/>
                  <a:pt x="8745" y="36057"/>
                </a:cubicBezTo>
                <a:cubicBezTo>
                  <a:pt x="13166" y="38800"/>
                  <a:pt x="19170" y="40133"/>
                  <a:pt x="26480" y="37553"/>
                </a:cubicBezTo>
                <a:cubicBezTo>
                  <a:pt x="37689" y="33599"/>
                  <a:pt x="46485" y="34510"/>
                  <a:pt x="55662" y="37569"/>
                </a:cubicBezTo>
                <a:cubicBezTo>
                  <a:pt x="60568" y="39206"/>
                  <a:pt x="66577" y="39078"/>
                  <a:pt x="71690" y="37373"/>
                </a:cubicBezTo>
                <a:cubicBezTo>
                  <a:pt x="76782" y="35676"/>
                  <a:pt x="81655" y="32165"/>
                  <a:pt x="83162" y="26483"/>
                </a:cubicBezTo>
                <a:cubicBezTo>
                  <a:pt x="83621" y="24864"/>
                  <a:pt x="82671" y="23180"/>
                  <a:pt x="81054" y="22722"/>
                </a:cubicBezTo>
                <a:cubicBezTo>
                  <a:pt x="79437" y="22265"/>
                  <a:pt x="77754" y="23208"/>
                  <a:pt x="77295" y="24827"/>
                </a:cubicBezTo>
                <a:cubicBezTo>
                  <a:pt x="77284" y="24858"/>
                  <a:pt x="77273" y="24889"/>
                  <a:pt x="77273" y="24920"/>
                </a:cubicBezTo>
                <a:cubicBezTo>
                  <a:pt x="76487" y="27863"/>
                  <a:pt x="73788" y="30250"/>
                  <a:pt x="69768" y="31591"/>
                </a:cubicBezTo>
                <a:cubicBezTo>
                  <a:pt x="65780" y="32920"/>
                  <a:pt x="61125" y="32968"/>
                  <a:pt x="57585" y="31788"/>
                </a:cubicBezTo>
                <a:cubicBezTo>
                  <a:pt x="47402" y="28395"/>
                  <a:pt x="37187" y="27310"/>
                  <a:pt x="24458" y="31806"/>
                </a:cubicBezTo>
                <a:cubicBezTo>
                  <a:pt x="18974" y="33740"/>
                  <a:pt x="14889" y="32696"/>
                  <a:pt x="11959" y="30878"/>
                </a:cubicBezTo>
                <a:cubicBezTo>
                  <a:pt x="8887" y="28972"/>
                  <a:pt x="6963" y="26122"/>
                  <a:pt x="6263" y="244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21C58B-BE4B-407E-9243-31FED1E4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322" y="10274801"/>
            <a:ext cx="6107" cy="3376"/>
          </a:xfrm>
          <a:custGeom xmlns:a="http://schemas.openxmlformats.org/drawingml/2006/main">
            <a:pathLst>
              <a:path w="6107" h="3376">
                <a:moveTo>
                  <a:pt x="5889" y="754"/>
                </a:moveTo>
                <a:cubicBezTo>
                  <a:pt x="6107" y="1399"/>
                  <a:pt x="5004" y="2338"/>
                  <a:pt x="3431" y="2863"/>
                </a:cubicBezTo>
                <a:cubicBezTo>
                  <a:pt x="1868" y="3376"/>
                  <a:pt x="415" y="3267"/>
                  <a:pt x="208" y="2622"/>
                </a:cubicBezTo>
                <a:cubicBezTo>
                  <a:pt x="0" y="1978"/>
                  <a:pt x="1093" y="1038"/>
                  <a:pt x="2666" y="514"/>
                </a:cubicBezTo>
                <a:cubicBezTo>
                  <a:pt x="4239" y="0"/>
                  <a:pt x="5681" y="109"/>
                  <a:pt x="5889" y="754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5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967715-4786-4544-A96E-17DD6E25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181" y="10258598"/>
            <a:ext cx="34099" cy="9528"/>
          </a:xfrm>
          <a:custGeom xmlns:a="http://schemas.openxmlformats.org/drawingml/2006/main">
            <a:pathLst>
              <a:path w="34099" h="9528">
                <a:moveTo>
                  <a:pt x="17241" y="4698"/>
                </a:moveTo>
                <a:cubicBezTo>
                  <a:pt x="12029" y="4589"/>
                  <a:pt x="7003" y="5802"/>
                  <a:pt x="3922" y="8009"/>
                </a:cubicBezTo>
                <a:cubicBezTo>
                  <a:pt x="2895" y="8741"/>
                  <a:pt x="1475" y="8501"/>
                  <a:pt x="743" y="7473"/>
                </a:cubicBezTo>
                <a:cubicBezTo>
                  <a:pt x="0" y="6446"/>
                  <a:pt x="240" y="5015"/>
                  <a:pt x="1267" y="4283"/>
                </a:cubicBezTo>
                <a:cubicBezTo>
                  <a:pt x="5430" y="1311"/>
                  <a:pt x="11549" y="0"/>
                  <a:pt x="17339" y="131"/>
                </a:cubicBezTo>
                <a:cubicBezTo>
                  <a:pt x="23119" y="262"/>
                  <a:pt x="29161" y="1825"/>
                  <a:pt x="33061" y="5266"/>
                </a:cubicBezTo>
                <a:cubicBezTo>
                  <a:pt x="34001" y="6097"/>
                  <a:pt x="34099" y="7550"/>
                  <a:pt x="33258" y="8490"/>
                </a:cubicBezTo>
                <a:cubicBezTo>
                  <a:pt x="32428" y="9440"/>
                  <a:pt x="30985" y="9528"/>
                  <a:pt x="30035" y="8697"/>
                </a:cubicBezTo>
                <a:cubicBezTo>
                  <a:pt x="27271" y="6250"/>
                  <a:pt x="22463" y="4818"/>
                  <a:pt x="17241" y="4698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9804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A5AC39-1DBF-4D87-B1E0-40BA7E14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165" y="10248819"/>
            <a:ext cx="108176" cy="28943"/>
          </a:xfrm>
          <a:custGeom xmlns:a="http://schemas.openxmlformats.org/drawingml/2006/main">
            <a:pathLst>
              <a:path w="108176" h="28943">
                <a:moveTo>
                  <a:pt x="94464" y="27425"/>
                </a:moveTo>
                <a:cubicBezTo>
                  <a:pt x="102036" y="27425"/>
                  <a:pt x="108176" y="21284"/>
                  <a:pt x="108176" y="13712"/>
                </a:cubicBezTo>
                <a:cubicBezTo>
                  <a:pt x="108176" y="6140"/>
                  <a:pt x="102036" y="0"/>
                  <a:pt x="94464" y="0"/>
                </a:cubicBezTo>
                <a:cubicBezTo>
                  <a:pt x="86893" y="0"/>
                  <a:pt x="80752" y="6140"/>
                  <a:pt x="80752" y="13712"/>
                </a:cubicBezTo>
                <a:cubicBezTo>
                  <a:pt x="80752" y="21284"/>
                  <a:pt x="86893" y="27425"/>
                  <a:pt x="94464" y="27425"/>
                </a:cubicBezTo>
                <a:close/>
                <a:moveTo>
                  <a:pt x="13712" y="28943"/>
                </a:moveTo>
                <a:cubicBezTo>
                  <a:pt x="21286" y="28943"/>
                  <a:pt x="27425" y="22803"/>
                  <a:pt x="27425" y="15231"/>
                </a:cubicBezTo>
                <a:cubicBezTo>
                  <a:pt x="27425" y="7659"/>
                  <a:pt x="21286" y="1519"/>
                  <a:pt x="13712" y="1519"/>
                </a:cubicBezTo>
                <a:cubicBezTo>
                  <a:pt x="6138" y="1519"/>
                  <a:pt x="0" y="7659"/>
                  <a:pt x="0" y="15231"/>
                </a:cubicBezTo>
                <a:cubicBezTo>
                  <a:pt x="0" y="22803"/>
                  <a:pt x="6138" y="28943"/>
                  <a:pt x="13712" y="289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23BEC3-E6D6-49A3-AA35-9CB904D9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974" y="10252621"/>
            <a:ext cx="95222" cy="16007"/>
          </a:xfrm>
          <a:custGeom xmlns:a="http://schemas.openxmlformats.org/drawingml/2006/main">
            <a:pathLst>
              <a:path w="95222" h="16007">
                <a:moveTo>
                  <a:pt x="87989" y="14477"/>
                </a:moveTo>
                <a:cubicBezTo>
                  <a:pt x="91988" y="14477"/>
                  <a:pt x="95222" y="11243"/>
                  <a:pt x="95222" y="7244"/>
                </a:cubicBezTo>
                <a:cubicBezTo>
                  <a:pt x="95222" y="3245"/>
                  <a:pt x="91988" y="0"/>
                  <a:pt x="87989" y="0"/>
                </a:cubicBezTo>
                <a:cubicBezTo>
                  <a:pt x="83991" y="0"/>
                  <a:pt x="80757" y="3245"/>
                  <a:pt x="80757" y="7244"/>
                </a:cubicBezTo>
                <a:cubicBezTo>
                  <a:pt x="80757" y="11243"/>
                  <a:pt x="83991" y="14477"/>
                  <a:pt x="87989" y="14477"/>
                </a:cubicBezTo>
                <a:close/>
                <a:moveTo>
                  <a:pt x="7237" y="16007"/>
                </a:moveTo>
                <a:cubicBezTo>
                  <a:pt x="11234" y="16007"/>
                  <a:pt x="14474" y="12762"/>
                  <a:pt x="14474" y="8763"/>
                </a:cubicBezTo>
                <a:cubicBezTo>
                  <a:pt x="14474" y="4775"/>
                  <a:pt x="11234" y="1530"/>
                  <a:pt x="7237" y="1530"/>
                </a:cubicBezTo>
                <a:cubicBezTo>
                  <a:pt x="3241" y="1530"/>
                  <a:pt x="0" y="4775"/>
                  <a:pt x="0" y="8763"/>
                </a:cubicBezTo>
                <a:cubicBezTo>
                  <a:pt x="0" y="12762"/>
                  <a:pt x="3241" y="16007"/>
                  <a:pt x="7237" y="160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1DC242-4F74-4E19-913F-1D96CB14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049" y="10255670"/>
            <a:ext cx="85296" cy="6130"/>
          </a:xfrm>
          <a:custGeom xmlns:a="http://schemas.openxmlformats.org/drawingml/2006/main">
            <a:pathLst>
              <a:path w="85296" h="6130">
                <a:moveTo>
                  <a:pt x="82630" y="5332"/>
                </a:moveTo>
                <a:cubicBezTo>
                  <a:pt x="84105" y="5332"/>
                  <a:pt x="85296" y="4141"/>
                  <a:pt x="85296" y="2666"/>
                </a:cubicBezTo>
                <a:cubicBezTo>
                  <a:pt x="85296" y="1202"/>
                  <a:pt x="84105" y="0"/>
                  <a:pt x="82630" y="0"/>
                </a:cubicBezTo>
                <a:cubicBezTo>
                  <a:pt x="81155" y="0"/>
                  <a:pt x="79965" y="1202"/>
                  <a:pt x="79965" y="2666"/>
                </a:cubicBezTo>
                <a:cubicBezTo>
                  <a:pt x="79965" y="4141"/>
                  <a:pt x="81155" y="5332"/>
                  <a:pt x="82630" y="5332"/>
                </a:cubicBezTo>
                <a:close/>
                <a:moveTo>
                  <a:pt x="2639" y="6097"/>
                </a:moveTo>
                <a:cubicBezTo>
                  <a:pt x="4111" y="6130"/>
                  <a:pt x="5333" y="4971"/>
                  <a:pt x="5368" y="3496"/>
                </a:cubicBezTo>
                <a:cubicBezTo>
                  <a:pt x="5403" y="2021"/>
                  <a:pt x="4237" y="798"/>
                  <a:pt x="2765" y="765"/>
                </a:cubicBezTo>
                <a:cubicBezTo>
                  <a:pt x="2723" y="765"/>
                  <a:pt x="2680" y="765"/>
                  <a:pt x="2639" y="765"/>
                </a:cubicBezTo>
                <a:cubicBezTo>
                  <a:pt x="1166" y="798"/>
                  <a:pt x="0" y="2021"/>
                  <a:pt x="35" y="3496"/>
                </a:cubicBezTo>
                <a:cubicBezTo>
                  <a:pt x="69" y="4917"/>
                  <a:pt x="1215" y="6064"/>
                  <a:pt x="2639" y="609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1CE8B4-4A6E-47F1-923D-DCA7F7A5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309" y="10267863"/>
            <a:ext cx="154653" cy="14475"/>
          </a:xfrm>
          <a:custGeom xmlns:a="http://schemas.openxmlformats.org/drawingml/2006/main">
            <a:pathLst>
              <a:path w="154653" h="14475">
                <a:moveTo>
                  <a:pt x="141695" y="12194"/>
                </a:moveTo>
                <a:cubicBezTo>
                  <a:pt x="148851" y="12194"/>
                  <a:pt x="154653" y="9462"/>
                  <a:pt x="154653" y="6097"/>
                </a:cubicBezTo>
                <a:cubicBezTo>
                  <a:pt x="154653" y="2732"/>
                  <a:pt x="148851" y="0"/>
                  <a:pt x="141695" y="0"/>
                </a:cubicBezTo>
                <a:cubicBezTo>
                  <a:pt x="134550" y="0"/>
                  <a:pt x="128748" y="2732"/>
                  <a:pt x="128748" y="6097"/>
                </a:cubicBezTo>
                <a:cubicBezTo>
                  <a:pt x="128748" y="9462"/>
                  <a:pt x="134550" y="12194"/>
                  <a:pt x="141695" y="12194"/>
                </a:cubicBezTo>
                <a:close/>
                <a:moveTo>
                  <a:pt x="12951" y="14475"/>
                </a:moveTo>
                <a:cubicBezTo>
                  <a:pt x="20104" y="14475"/>
                  <a:pt x="25903" y="11746"/>
                  <a:pt x="25903" y="8380"/>
                </a:cubicBezTo>
                <a:cubicBezTo>
                  <a:pt x="25903" y="5015"/>
                  <a:pt x="20103" y="2284"/>
                  <a:pt x="12951" y="2284"/>
                </a:cubicBezTo>
                <a:cubicBezTo>
                  <a:pt x="5799" y="2284"/>
                  <a:pt x="0" y="5015"/>
                  <a:pt x="0" y="8380"/>
                </a:cubicBezTo>
                <a:cubicBezTo>
                  <a:pt x="0" y="11746"/>
                  <a:pt x="5799" y="14475"/>
                  <a:pt x="12951" y="14475"/>
                </a:cubicBezTo>
                <a:close/>
              </a:path>
            </a:pathLst>
          </a:custGeom>
          <a:solidFill xmlns:a="http://schemas.openxmlformats.org/drawingml/2006/main">
            <a:srgbClr val="FF8F8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F7E5AD-184D-4F5C-834E-FEBAD5FC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129" y="10159640"/>
            <a:ext cx="173841" cy="65273"/>
          </a:xfrm>
          <a:custGeom xmlns:a="http://schemas.openxmlformats.org/drawingml/2006/main">
            <a:pathLst>
              <a:path w="173841" h="65273">
                <a:moveTo>
                  <a:pt x="5711" y="61263"/>
                </a:moveTo>
                <a:cubicBezTo>
                  <a:pt x="0" y="61459"/>
                  <a:pt x="1333" y="0"/>
                  <a:pt x="19962" y="164"/>
                </a:cubicBezTo>
                <a:cubicBezTo>
                  <a:pt x="23026" y="393"/>
                  <a:pt x="46608" y="20956"/>
                  <a:pt x="45871" y="26835"/>
                </a:cubicBezTo>
                <a:cubicBezTo>
                  <a:pt x="45450" y="30189"/>
                  <a:pt x="36271" y="37061"/>
                  <a:pt x="26278" y="44557"/>
                </a:cubicBezTo>
                <a:cubicBezTo>
                  <a:pt x="18756" y="50195"/>
                  <a:pt x="10771" y="56171"/>
                  <a:pt x="5711" y="61263"/>
                </a:cubicBezTo>
                <a:close/>
                <a:moveTo>
                  <a:pt x="168127" y="65076"/>
                </a:moveTo>
                <a:cubicBezTo>
                  <a:pt x="173841" y="65273"/>
                  <a:pt x="172508" y="3813"/>
                  <a:pt x="153879" y="3966"/>
                </a:cubicBezTo>
                <a:cubicBezTo>
                  <a:pt x="150809" y="4207"/>
                  <a:pt x="127231" y="24770"/>
                  <a:pt x="127974" y="30637"/>
                </a:cubicBezTo>
                <a:cubicBezTo>
                  <a:pt x="128390" y="33991"/>
                  <a:pt x="137567" y="40875"/>
                  <a:pt x="147564" y="48359"/>
                </a:cubicBezTo>
                <a:cubicBezTo>
                  <a:pt x="155081" y="53997"/>
                  <a:pt x="163068" y="59984"/>
                  <a:pt x="168127" y="65076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960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AB7EE6-D1C4-4A85-AE35-28BB5B69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8961" y="10327688"/>
            <a:ext cx="201857" cy="61865"/>
          </a:xfrm>
          <a:custGeom xmlns:a="http://schemas.openxmlformats.org/drawingml/2006/main">
            <a:pathLst>
              <a:path w="201857" h="61865">
                <a:moveTo>
                  <a:pt x="16897" y="47843"/>
                </a:moveTo>
                <a:cubicBezTo>
                  <a:pt x="11376" y="50446"/>
                  <a:pt x="298" y="52794"/>
                  <a:pt x="166" y="41365"/>
                </a:cubicBezTo>
                <a:cubicBezTo>
                  <a:pt x="0" y="27078"/>
                  <a:pt x="6791" y="0"/>
                  <a:pt x="35783" y="7476"/>
                </a:cubicBezTo>
                <a:cubicBezTo>
                  <a:pt x="64772" y="14950"/>
                  <a:pt x="67919" y="37212"/>
                  <a:pt x="66594" y="41365"/>
                </a:cubicBezTo>
                <a:cubicBezTo>
                  <a:pt x="65268" y="45518"/>
                  <a:pt x="62453" y="51332"/>
                  <a:pt x="53176" y="47843"/>
                </a:cubicBezTo>
                <a:cubicBezTo>
                  <a:pt x="50912" y="53381"/>
                  <a:pt x="43965" y="61865"/>
                  <a:pt x="34292" y="51499"/>
                </a:cubicBezTo>
                <a:cubicBezTo>
                  <a:pt x="30592" y="54765"/>
                  <a:pt x="21934" y="58610"/>
                  <a:pt x="16897" y="47843"/>
                </a:cubicBezTo>
                <a:close/>
                <a:moveTo>
                  <a:pt x="185337" y="47971"/>
                </a:moveTo>
                <a:cubicBezTo>
                  <a:pt x="190734" y="50536"/>
                  <a:pt x="201562" y="52848"/>
                  <a:pt x="201693" y="41588"/>
                </a:cubicBezTo>
                <a:cubicBezTo>
                  <a:pt x="201857" y="27515"/>
                  <a:pt x="195214" y="841"/>
                  <a:pt x="166872" y="8204"/>
                </a:cubicBezTo>
                <a:cubicBezTo>
                  <a:pt x="138542" y="15569"/>
                  <a:pt x="135461" y="37499"/>
                  <a:pt x="136761" y="41588"/>
                </a:cubicBezTo>
                <a:cubicBezTo>
                  <a:pt x="138050" y="45680"/>
                  <a:pt x="140804" y="51409"/>
                  <a:pt x="149872" y="47971"/>
                </a:cubicBezTo>
                <a:cubicBezTo>
                  <a:pt x="152090" y="53427"/>
                  <a:pt x="158875" y="61783"/>
                  <a:pt x="168336" y="51571"/>
                </a:cubicBezTo>
                <a:cubicBezTo>
                  <a:pt x="171953" y="54790"/>
                  <a:pt x="180420" y="58577"/>
                  <a:pt x="185337" y="4797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6EF7E-DE71-4224-A21D-8082084A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318" y="10328158"/>
            <a:ext cx="214252" cy="61866"/>
          </a:xfrm>
          <a:custGeom xmlns:a="http://schemas.openxmlformats.org/drawingml/2006/main">
            <a:pathLst>
              <a:path w="214252" h="61866">
                <a:moveTo>
                  <a:pt x="7711" y="41686"/>
                </a:moveTo>
                <a:cubicBezTo>
                  <a:pt x="7629" y="34549"/>
                  <a:pt x="9324" y="24485"/>
                  <a:pt x="14332" y="17306"/>
                </a:cubicBezTo>
                <a:cubicBezTo>
                  <a:pt x="16784" y="13790"/>
                  <a:pt x="19973" y="11040"/>
                  <a:pt x="24112" y="9541"/>
                </a:cubicBezTo>
                <a:cubicBezTo>
                  <a:pt x="28254" y="8041"/>
                  <a:pt x="33679" y="7677"/>
                  <a:pt x="40800" y="9508"/>
                </a:cubicBezTo>
                <a:cubicBezTo>
                  <a:pt x="55269" y="13228"/>
                  <a:pt x="62964" y="20508"/>
                  <a:pt x="66943" y="27071"/>
                </a:cubicBezTo>
                <a:cubicBezTo>
                  <a:pt x="68958" y="30392"/>
                  <a:pt x="70054" y="33585"/>
                  <a:pt x="70567" y="36132"/>
                </a:cubicBezTo>
                <a:cubicBezTo>
                  <a:pt x="70825" y="37406"/>
                  <a:pt x="70930" y="38485"/>
                  <a:pt x="70943" y="39308"/>
                </a:cubicBezTo>
                <a:cubicBezTo>
                  <a:pt x="70956" y="40135"/>
                  <a:pt x="70873" y="40525"/>
                  <a:pt x="70864" y="40565"/>
                </a:cubicBezTo>
                <a:lnTo>
                  <a:pt x="70863" y="40570"/>
                </a:lnTo>
                <a:cubicBezTo>
                  <a:pt x="70189" y="42673"/>
                  <a:pt x="69379" y="44297"/>
                  <a:pt x="68235" y="45160"/>
                </a:cubicBezTo>
                <a:cubicBezTo>
                  <a:pt x="67420" y="45776"/>
                  <a:pt x="65677" y="46569"/>
                  <a:pt x="61570" y="45029"/>
                </a:cubicBezTo>
                <a:lnTo>
                  <a:pt x="58110" y="43732"/>
                </a:lnTo>
                <a:lnTo>
                  <a:pt x="56708" y="47151"/>
                </a:lnTo>
                <a:cubicBezTo>
                  <a:pt x="55663" y="49699"/>
                  <a:pt x="53714" y="52382"/>
                  <a:pt x="51536" y="53403"/>
                </a:cubicBezTo>
                <a:cubicBezTo>
                  <a:pt x="50582" y="53850"/>
                  <a:pt x="49557" y="54000"/>
                  <a:pt x="48328" y="53656"/>
                </a:cubicBezTo>
                <a:cubicBezTo>
                  <a:pt x="47021" y="53289"/>
                  <a:pt x="45204" y="52279"/>
                  <a:pt x="42946" y="49866"/>
                </a:cubicBezTo>
                <a:lnTo>
                  <a:pt x="40421" y="47168"/>
                </a:lnTo>
                <a:lnTo>
                  <a:pt x="37648" y="49610"/>
                </a:lnTo>
                <a:cubicBezTo>
                  <a:pt x="36074" y="50995"/>
                  <a:pt x="33642" y="52283"/>
                  <a:pt x="31429" y="52300"/>
                </a:cubicBezTo>
                <a:cubicBezTo>
                  <a:pt x="30363" y="52318"/>
                  <a:pt x="29319" y="51994"/>
                  <a:pt x="28452" y="51375"/>
                </a:cubicBezTo>
                <a:cubicBezTo>
                  <a:pt x="27448" y="50675"/>
                  <a:pt x="26256" y="49377"/>
                  <a:pt x="25130" y="46978"/>
                </a:cubicBezTo>
                <a:lnTo>
                  <a:pt x="23511" y="43527"/>
                </a:lnTo>
                <a:lnTo>
                  <a:pt x="20061" y="45148"/>
                </a:lnTo>
                <a:cubicBezTo>
                  <a:pt x="17409" y="46396"/>
                  <a:pt x="13815" y="47358"/>
                  <a:pt x="11202" y="46971"/>
                </a:cubicBezTo>
                <a:cubicBezTo>
                  <a:pt x="10010" y="46794"/>
                  <a:pt x="9283" y="46380"/>
                  <a:pt x="8815" y="45831"/>
                </a:cubicBezTo>
                <a:cubicBezTo>
                  <a:pt x="8337" y="45270"/>
                  <a:pt x="7739" y="44109"/>
                  <a:pt x="7711" y="41686"/>
                </a:cubicBezTo>
                <a:close/>
                <a:moveTo>
                  <a:pt x="42698" y="2130"/>
                </a:moveTo>
                <a:cubicBezTo>
                  <a:pt x="34416" y="0"/>
                  <a:pt x="27388" y="252"/>
                  <a:pt x="21518" y="2378"/>
                </a:cubicBezTo>
                <a:cubicBezTo>
                  <a:pt x="15643" y="4505"/>
                  <a:pt x="11264" y="8388"/>
                  <a:pt x="8084" y="12947"/>
                </a:cubicBezTo>
                <a:cubicBezTo>
                  <a:pt x="1826" y="21919"/>
                  <a:pt x="0" y="33773"/>
                  <a:pt x="94" y="41774"/>
                </a:cubicBezTo>
                <a:cubicBezTo>
                  <a:pt x="136" y="45408"/>
                  <a:pt x="1062" y="48477"/>
                  <a:pt x="3014" y="50770"/>
                </a:cubicBezTo>
                <a:cubicBezTo>
                  <a:pt x="4978" y="53075"/>
                  <a:pt x="7585" y="54137"/>
                  <a:pt x="10087" y="54507"/>
                </a:cubicBezTo>
                <a:cubicBezTo>
                  <a:pt x="13454" y="55006"/>
                  <a:pt x="17044" y="54328"/>
                  <a:pt x="19996" y="53354"/>
                </a:cubicBezTo>
                <a:cubicBezTo>
                  <a:pt x="21194" y="55134"/>
                  <a:pt x="22564" y="56557"/>
                  <a:pt x="24097" y="57625"/>
                </a:cubicBezTo>
                <a:cubicBezTo>
                  <a:pt x="26258" y="59146"/>
                  <a:pt x="28842" y="59948"/>
                  <a:pt x="31484" y="59917"/>
                </a:cubicBezTo>
                <a:cubicBezTo>
                  <a:pt x="34645" y="59894"/>
                  <a:pt x="37547" y="58770"/>
                  <a:pt x="39827" y="57402"/>
                </a:cubicBezTo>
                <a:cubicBezTo>
                  <a:pt x="41932" y="59175"/>
                  <a:pt x="44080" y="60376"/>
                  <a:pt x="46271" y="60990"/>
                </a:cubicBezTo>
                <a:cubicBezTo>
                  <a:pt x="49392" y="61866"/>
                  <a:pt x="52291" y="61461"/>
                  <a:pt x="54768" y="60301"/>
                </a:cubicBezTo>
                <a:cubicBezTo>
                  <a:pt x="58113" y="58734"/>
                  <a:pt x="60570" y="55866"/>
                  <a:pt x="62198" y="53145"/>
                </a:cubicBezTo>
                <a:cubicBezTo>
                  <a:pt x="66461" y="54058"/>
                  <a:pt x="70024" y="53355"/>
                  <a:pt x="72826" y="51240"/>
                </a:cubicBezTo>
                <a:cubicBezTo>
                  <a:pt x="75994" y="48847"/>
                  <a:pt x="77384" y="45188"/>
                  <a:pt x="78119" y="42892"/>
                </a:cubicBezTo>
                <a:cubicBezTo>
                  <a:pt x="78766" y="40867"/>
                  <a:pt x="78677" y="37800"/>
                  <a:pt x="78035" y="34623"/>
                </a:cubicBezTo>
                <a:cubicBezTo>
                  <a:pt x="77355" y="31261"/>
                  <a:pt x="75953" y="27236"/>
                  <a:pt x="73457" y="23120"/>
                </a:cubicBezTo>
                <a:cubicBezTo>
                  <a:pt x="68415" y="14806"/>
                  <a:pt x="59036" y="6332"/>
                  <a:pt x="42698" y="2130"/>
                </a:cubicBezTo>
                <a:close/>
                <a:moveTo>
                  <a:pt x="206549" y="41687"/>
                </a:moveTo>
                <a:cubicBezTo>
                  <a:pt x="206626" y="34550"/>
                  <a:pt x="204932" y="24486"/>
                  <a:pt x="199928" y="17306"/>
                </a:cubicBezTo>
                <a:cubicBezTo>
                  <a:pt x="197470" y="13790"/>
                  <a:pt x="194280" y="11040"/>
                  <a:pt x="190150" y="9541"/>
                </a:cubicBezTo>
                <a:cubicBezTo>
                  <a:pt x="185998" y="8041"/>
                  <a:pt x="180579" y="7677"/>
                  <a:pt x="173455" y="9508"/>
                </a:cubicBezTo>
                <a:cubicBezTo>
                  <a:pt x="158989" y="13228"/>
                  <a:pt x="151287" y="20508"/>
                  <a:pt x="147310" y="27071"/>
                </a:cubicBezTo>
                <a:cubicBezTo>
                  <a:pt x="145299" y="30392"/>
                  <a:pt x="144207" y="33585"/>
                  <a:pt x="143693" y="36132"/>
                </a:cubicBezTo>
                <a:cubicBezTo>
                  <a:pt x="143431" y="37406"/>
                  <a:pt x="143322" y="38485"/>
                  <a:pt x="143311" y="39308"/>
                </a:cubicBezTo>
                <a:cubicBezTo>
                  <a:pt x="143300" y="40135"/>
                  <a:pt x="143387" y="40524"/>
                  <a:pt x="143387" y="40565"/>
                </a:cubicBezTo>
                <a:lnTo>
                  <a:pt x="143387" y="40570"/>
                </a:lnTo>
                <a:cubicBezTo>
                  <a:pt x="144065" y="42673"/>
                  <a:pt x="144873" y="44297"/>
                  <a:pt x="146021" y="45160"/>
                </a:cubicBezTo>
                <a:cubicBezTo>
                  <a:pt x="146840" y="45776"/>
                  <a:pt x="148577" y="46569"/>
                  <a:pt x="152685" y="45029"/>
                </a:cubicBezTo>
                <a:lnTo>
                  <a:pt x="156149" y="43732"/>
                </a:lnTo>
                <a:lnTo>
                  <a:pt x="157547" y="47151"/>
                </a:lnTo>
                <a:cubicBezTo>
                  <a:pt x="158596" y="49699"/>
                  <a:pt x="160541" y="52382"/>
                  <a:pt x="162726" y="53403"/>
                </a:cubicBezTo>
                <a:cubicBezTo>
                  <a:pt x="163677" y="53850"/>
                  <a:pt x="164704" y="54000"/>
                  <a:pt x="165927" y="53656"/>
                </a:cubicBezTo>
                <a:cubicBezTo>
                  <a:pt x="167238" y="53289"/>
                  <a:pt x="169052" y="52279"/>
                  <a:pt x="171314" y="49866"/>
                </a:cubicBezTo>
                <a:lnTo>
                  <a:pt x="173838" y="47168"/>
                </a:lnTo>
                <a:lnTo>
                  <a:pt x="176613" y="49610"/>
                </a:lnTo>
                <a:cubicBezTo>
                  <a:pt x="178186" y="50996"/>
                  <a:pt x="180611" y="52283"/>
                  <a:pt x="182829" y="52300"/>
                </a:cubicBezTo>
                <a:cubicBezTo>
                  <a:pt x="183889" y="52318"/>
                  <a:pt x="184938" y="51994"/>
                  <a:pt x="185801" y="51375"/>
                </a:cubicBezTo>
                <a:cubicBezTo>
                  <a:pt x="186806" y="50675"/>
                  <a:pt x="187997" y="49377"/>
                  <a:pt x="189123" y="46978"/>
                </a:cubicBezTo>
                <a:lnTo>
                  <a:pt x="190740" y="43528"/>
                </a:lnTo>
                <a:lnTo>
                  <a:pt x="194192" y="45148"/>
                </a:lnTo>
                <a:cubicBezTo>
                  <a:pt x="196847" y="46396"/>
                  <a:pt x="200442" y="47358"/>
                  <a:pt x="203053" y="46971"/>
                </a:cubicBezTo>
                <a:cubicBezTo>
                  <a:pt x="204244" y="46794"/>
                  <a:pt x="204976" y="46380"/>
                  <a:pt x="205446" y="45831"/>
                </a:cubicBezTo>
                <a:cubicBezTo>
                  <a:pt x="205916" y="45270"/>
                  <a:pt x="206516" y="44109"/>
                  <a:pt x="206549" y="41687"/>
                </a:cubicBezTo>
                <a:close/>
                <a:moveTo>
                  <a:pt x="171554" y="2130"/>
                </a:moveTo>
                <a:cubicBezTo>
                  <a:pt x="179836" y="0"/>
                  <a:pt x="186872" y="252"/>
                  <a:pt x="192739" y="2378"/>
                </a:cubicBezTo>
                <a:cubicBezTo>
                  <a:pt x="198617" y="4505"/>
                  <a:pt x="202987" y="8388"/>
                  <a:pt x="206178" y="12948"/>
                </a:cubicBezTo>
                <a:cubicBezTo>
                  <a:pt x="212427" y="21919"/>
                  <a:pt x="214252" y="33773"/>
                  <a:pt x="214164" y="41774"/>
                </a:cubicBezTo>
                <a:cubicBezTo>
                  <a:pt x="214121" y="45408"/>
                  <a:pt x="213192" y="48477"/>
                  <a:pt x="211236" y="50770"/>
                </a:cubicBezTo>
                <a:cubicBezTo>
                  <a:pt x="209281" y="53075"/>
                  <a:pt x="206669" y="54137"/>
                  <a:pt x="204167" y="54508"/>
                </a:cubicBezTo>
                <a:cubicBezTo>
                  <a:pt x="200802" y="55006"/>
                  <a:pt x="197208" y="54328"/>
                  <a:pt x="194258" y="53354"/>
                </a:cubicBezTo>
                <a:cubicBezTo>
                  <a:pt x="193067" y="55134"/>
                  <a:pt x="191690" y="56557"/>
                  <a:pt x="190161" y="57625"/>
                </a:cubicBezTo>
                <a:cubicBezTo>
                  <a:pt x="187997" y="59146"/>
                  <a:pt x="185419" y="59948"/>
                  <a:pt x="182775" y="59917"/>
                </a:cubicBezTo>
                <a:cubicBezTo>
                  <a:pt x="179606" y="59894"/>
                  <a:pt x="176711" y="58770"/>
                  <a:pt x="174428" y="57403"/>
                </a:cubicBezTo>
                <a:cubicBezTo>
                  <a:pt x="172319" y="59175"/>
                  <a:pt x="170177" y="60376"/>
                  <a:pt x="167981" y="60990"/>
                </a:cubicBezTo>
                <a:cubicBezTo>
                  <a:pt x="164867" y="61866"/>
                  <a:pt x="161961" y="61461"/>
                  <a:pt x="159492" y="60301"/>
                </a:cubicBezTo>
                <a:cubicBezTo>
                  <a:pt x="156149" y="58734"/>
                  <a:pt x="153690" y="55866"/>
                  <a:pt x="152062" y="53145"/>
                </a:cubicBezTo>
                <a:cubicBezTo>
                  <a:pt x="147791" y="54058"/>
                  <a:pt x="144229" y="53355"/>
                  <a:pt x="141432" y="51240"/>
                </a:cubicBezTo>
                <a:cubicBezTo>
                  <a:pt x="138263" y="48847"/>
                  <a:pt x="136876" y="45188"/>
                  <a:pt x="136133" y="42892"/>
                </a:cubicBezTo>
                <a:cubicBezTo>
                  <a:pt x="135488" y="40867"/>
                  <a:pt x="135576" y="37800"/>
                  <a:pt x="136220" y="34623"/>
                </a:cubicBezTo>
                <a:cubicBezTo>
                  <a:pt x="136898" y="31261"/>
                  <a:pt x="138307" y="27236"/>
                  <a:pt x="140798" y="23120"/>
                </a:cubicBezTo>
                <a:cubicBezTo>
                  <a:pt x="145846" y="14806"/>
                  <a:pt x="155220" y="6332"/>
                  <a:pt x="171554" y="21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C612B6-2478-4FE3-98CC-3662A9CC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405" y="4769448"/>
            <a:ext cx="123772" cy="156064"/>
          </a:xfrm>
          <a:custGeom xmlns:a="http://schemas.openxmlformats.org/drawingml/2006/main">
            <a:pathLst>
              <a:path w="123772" h="156064">
                <a:moveTo>
                  <a:pt x="2561" y="89492"/>
                </a:moveTo>
                <a:cubicBezTo>
                  <a:pt x="5125" y="86931"/>
                  <a:pt x="9279" y="86931"/>
                  <a:pt x="11843" y="89492"/>
                </a:cubicBezTo>
                <a:lnTo>
                  <a:pt x="55357" y="133012"/>
                </a:lnTo>
                <a:lnTo>
                  <a:pt x="55357" y="6567"/>
                </a:lnTo>
                <a:cubicBezTo>
                  <a:pt x="55357" y="2941"/>
                  <a:pt x="58298" y="0"/>
                  <a:pt x="61924" y="0"/>
                </a:cubicBezTo>
                <a:cubicBezTo>
                  <a:pt x="65551" y="0"/>
                  <a:pt x="68491" y="2941"/>
                  <a:pt x="68491" y="6567"/>
                </a:cubicBezTo>
                <a:lnTo>
                  <a:pt x="68492" y="133012"/>
                </a:lnTo>
                <a:lnTo>
                  <a:pt x="112010" y="89492"/>
                </a:lnTo>
                <a:cubicBezTo>
                  <a:pt x="114476" y="86836"/>
                  <a:pt x="118628" y="86683"/>
                  <a:pt x="121284" y="89149"/>
                </a:cubicBezTo>
                <a:cubicBezTo>
                  <a:pt x="122211" y="90010"/>
                  <a:pt x="122868" y="91119"/>
                  <a:pt x="123174" y="92345"/>
                </a:cubicBezTo>
                <a:cubicBezTo>
                  <a:pt x="123772" y="94673"/>
                  <a:pt x="123050" y="97140"/>
                  <a:pt x="121292" y="98774"/>
                </a:cubicBezTo>
                <a:lnTo>
                  <a:pt x="66565" y="153503"/>
                </a:lnTo>
                <a:cubicBezTo>
                  <a:pt x="64004" y="156064"/>
                  <a:pt x="59852" y="156064"/>
                  <a:pt x="57284" y="153503"/>
                </a:cubicBezTo>
                <a:lnTo>
                  <a:pt x="2561" y="98774"/>
                </a:lnTo>
                <a:cubicBezTo>
                  <a:pt x="0" y="96213"/>
                  <a:pt x="0" y="92053"/>
                  <a:pt x="2561" y="894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6CA0A-9BC0-4D90-97A2-A61DC822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405" y="7641889"/>
            <a:ext cx="123772" cy="156064"/>
          </a:xfrm>
          <a:custGeom xmlns:a="http://schemas.openxmlformats.org/drawingml/2006/main">
            <a:pathLst>
              <a:path w="123772" h="156064">
                <a:moveTo>
                  <a:pt x="2561" y="89492"/>
                </a:moveTo>
                <a:cubicBezTo>
                  <a:pt x="5125" y="86931"/>
                  <a:pt x="9279" y="86931"/>
                  <a:pt x="11843" y="89492"/>
                </a:cubicBezTo>
                <a:lnTo>
                  <a:pt x="55357" y="133012"/>
                </a:lnTo>
                <a:lnTo>
                  <a:pt x="55357" y="6567"/>
                </a:lnTo>
                <a:cubicBezTo>
                  <a:pt x="55357" y="2941"/>
                  <a:pt x="58298" y="0"/>
                  <a:pt x="61924" y="0"/>
                </a:cubicBezTo>
                <a:cubicBezTo>
                  <a:pt x="65551" y="0"/>
                  <a:pt x="68491" y="2941"/>
                  <a:pt x="68491" y="6567"/>
                </a:cubicBezTo>
                <a:lnTo>
                  <a:pt x="68492" y="133012"/>
                </a:lnTo>
                <a:lnTo>
                  <a:pt x="112010" y="89492"/>
                </a:lnTo>
                <a:cubicBezTo>
                  <a:pt x="114476" y="86836"/>
                  <a:pt x="118628" y="86683"/>
                  <a:pt x="121284" y="89149"/>
                </a:cubicBezTo>
                <a:cubicBezTo>
                  <a:pt x="122211" y="90010"/>
                  <a:pt x="122868" y="91119"/>
                  <a:pt x="123174" y="92345"/>
                </a:cubicBezTo>
                <a:cubicBezTo>
                  <a:pt x="123772" y="94673"/>
                  <a:pt x="123050" y="97139"/>
                  <a:pt x="121292" y="98774"/>
                </a:cubicBezTo>
                <a:lnTo>
                  <a:pt x="66565" y="153503"/>
                </a:lnTo>
                <a:cubicBezTo>
                  <a:pt x="64004" y="156064"/>
                  <a:pt x="59852" y="156064"/>
                  <a:pt x="57284" y="153503"/>
                </a:cubicBezTo>
                <a:lnTo>
                  <a:pt x="2561" y="98774"/>
                </a:lnTo>
                <a:cubicBezTo>
                  <a:pt x="0" y="96213"/>
                  <a:pt x="0" y="92053"/>
                  <a:pt x="2561" y="894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A72C22-BD5F-4F21-8FBA-BF726389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524" y="7709982"/>
            <a:ext cx="123849" cy="25231"/>
          </a:xfrm>
          <a:custGeom xmlns:a="http://schemas.openxmlformats.org/drawingml/2006/main">
            <a:pathLst>
              <a:path w="123849" h="25231">
                <a:moveTo>
                  <a:pt x="111580" y="24798"/>
                </a:moveTo>
                <a:cubicBezTo>
                  <a:pt x="104735" y="24953"/>
                  <a:pt x="99063" y="19528"/>
                  <a:pt x="98908" y="12683"/>
                </a:cubicBezTo>
                <a:cubicBezTo>
                  <a:pt x="98753" y="5838"/>
                  <a:pt x="104177" y="160"/>
                  <a:pt x="111022" y="5"/>
                </a:cubicBezTo>
                <a:cubicBezTo>
                  <a:pt x="111208" y="0"/>
                  <a:pt x="111389" y="0"/>
                  <a:pt x="111575" y="5"/>
                </a:cubicBezTo>
                <a:cubicBezTo>
                  <a:pt x="118420" y="160"/>
                  <a:pt x="123849" y="5833"/>
                  <a:pt x="123700" y="12678"/>
                </a:cubicBezTo>
                <a:cubicBezTo>
                  <a:pt x="123550" y="19306"/>
                  <a:pt x="118213" y="24648"/>
                  <a:pt x="111580" y="24798"/>
                </a:cubicBezTo>
                <a:close/>
                <a:moveTo>
                  <a:pt x="24795" y="12399"/>
                </a:moveTo>
                <a:cubicBezTo>
                  <a:pt x="24949" y="19244"/>
                  <a:pt x="19525" y="24921"/>
                  <a:pt x="12679" y="25076"/>
                </a:cubicBezTo>
                <a:cubicBezTo>
                  <a:pt x="5834" y="25231"/>
                  <a:pt x="159" y="19807"/>
                  <a:pt x="4" y="12962"/>
                </a:cubicBezTo>
                <a:cubicBezTo>
                  <a:pt x="0" y="12776"/>
                  <a:pt x="0" y="12590"/>
                  <a:pt x="4" y="12404"/>
                </a:cubicBezTo>
                <a:cubicBezTo>
                  <a:pt x="155" y="5558"/>
                  <a:pt x="5828" y="134"/>
                  <a:pt x="12673" y="284"/>
                </a:cubicBezTo>
                <a:cubicBezTo>
                  <a:pt x="19304" y="429"/>
                  <a:pt x="24644" y="5770"/>
                  <a:pt x="24795" y="12399"/>
                </a:cubicBezTo>
                <a:close/>
                <a:moveTo>
                  <a:pt x="74385" y="12399"/>
                </a:moveTo>
                <a:cubicBezTo>
                  <a:pt x="74540" y="19244"/>
                  <a:pt x="69116" y="24922"/>
                  <a:pt x="62271" y="25077"/>
                </a:cubicBezTo>
                <a:cubicBezTo>
                  <a:pt x="55426" y="25231"/>
                  <a:pt x="49754" y="19807"/>
                  <a:pt x="49599" y="12962"/>
                </a:cubicBezTo>
                <a:cubicBezTo>
                  <a:pt x="49594" y="12776"/>
                  <a:pt x="49594" y="12590"/>
                  <a:pt x="49599" y="12404"/>
                </a:cubicBezTo>
                <a:cubicBezTo>
                  <a:pt x="49749" y="5559"/>
                  <a:pt x="55421" y="134"/>
                  <a:pt x="62266" y="284"/>
                </a:cubicBezTo>
                <a:cubicBezTo>
                  <a:pt x="68899" y="429"/>
                  <a:pt x="74235" y="5771"/>
                  <a:pt x="74385" y="12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Text (b)ThereasoningtraceofGUIRepair">
            <a:extLst xmlns:a="http://schemas.openxmlformats.org/drawingml/2006/main">
              <a:ext uri="{FF2B5EF4-FFF2-40B4-BE49-F238E27FC236}">
                <a16:creationId xmlns:a16="http://schemas.microsoft.com/office/drawing/2014/main" id="{1068CC02-0B30-48E5-930C-D418303C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34" y="10568829"/>
            <a:ext cx="3537345" cy="205220"/>
          </a:xfrm>
          <a:custGeom xmlns:a="http://schemas.openxmlformats.org/drawingml/2006/main">
            <a:pathLst>
              <a:path w="3537345" h="205220">
                <a:moveTo>
                  <a:pt x="56255" y="1633"/>
                </a:moveTo>
                <a:cubicBezTo>
                  <a:pt x="39401" y="12566"/>
                  <a:pt x="32569" y="18488"/>
                  <a:pt x="24142" y="28965"/>
                </a:cubicBezTo>
                <a:cubicBezTo>
                  <a:pt x="7972" y="48777"/>
                  <a:pt x="0" y="71553"/>
                  <a:pt x="0" y="98200"/>
                </a:cubicBezTo>
                <a:cubicBezTo>
                  <a:pt x="0" y="127123"/>
                  <a:pt x="8427" y="149441"/>
                  <a:pt x="28468" y="172672"/>
                </a:cubicBezTo>
                <a:cubicBezTo>
                  <a:pt x="37806" y="183605"/>
                  <a:pt x="43727" y="188616"/>
                  <a:pt x="55571" y="195903"/>
                </a:cubicBezTo>
                <a:lnTo>
                  <a:pt x="58302" y="192258"/>
                </a:lnTo>
                <a:cubicBezTo>
                  <a:pt x="40086" y="177909"/>
                  <a:pt x="33709" y="169940"/>
                  <a:pt x="27558" y="152857"/>
                </a:cubicBezTo>
                <a:cubicBezTo>
                  <a:pt x="22091" y="137601"/>
                  <a:pt x="19586" y="120291"/>
                  <a:pt x="19586" y="97515"/>
                </a:cubicBezTo>
                <a:cubicBezTo>
                  <a:pt x="19586" y="73603"/>
                  <a:pt x="22547" y="54928"/>
                  <a:pt x="28698" y="40808"/>
                </a:cubicBezTo>
                <a:cubicBezTo>
                  <a:pt x="35074" y="26685"/>
                  <a:pt x="41906" y="18488"/>
                  <a:pt x="58302" y="5279"/>
                </a:cubicBezTo>
                <a:lnTo>
                  <a:pt x="56255" y="1633"/>
                </a:lnTo>
                <a:close/>
                <a:moveTo>
                  <a:pt x="99755" y="455"/>
                </a:moveTo>
                <a:lnTo>
                  <a:pt x="98615" y="0"/>
                </a:lnTo>
                <a:cubicBezTo>
                  <a:pt x="89048" y="3416"/>
                  <a:pt x="82901" y="5237"/>
                  <a:pt x="72197" y="8198"/>
                </a:cubicBezTo>
                <a:lnTo>
                  <a:pt x="65591" y="10022"/>
                </a:lnTo>
                <a:lnTo>
                  <a:pt x="65591" y="13664"/>
                </a:lnTo>
                <a:cubicBezTo>
                  <a:pt x="66957" y="13438"/>
                  <a:pt x="67867" y="13438"/>
                  <a:pt x="69463" y="13438"/>
                </a:cubicBezTo>
                <a:cubicBezTo>
                  <a:pt x="78574" y="13438"/>
                  <a:pt x="80621" y="15485"/>
                  <a:pt x="80621" y="25052"/>
                </a:cubicBezTo>
                <a:lnTo>
                  <a:pt x="80621" y="143196"/>
                </a:lnTo>
                <a:cubicBezTo>
                  <a:pt x="80621" y="150250"/>
                  <a:pt x="99981" y="157764"/>
                  <a:pt x="118201" y="157764"/>
                </a:cubicBezTo>
                <a:cubicBezTo>
                  <a:pt x="148264" y="157764"/>
                  <a:pt x="171492" y="132725"/>
                  <a:pt x="171492" y="100181"/>
                </a:cubicBezTo>
                <a:cubicBezTo>
                  <a:pt x="171492" y="72189"/>
                  <a:pt x="154186" y="50785"/>
                  <a:pt x="131410" y="50785"/>
                </a:cubicBezTo>
                <a:cubicBezTo>
                  <a:pt x="117517" y="50785"/>
                  <a:pt x="104308" y="58987"/>
                  <a:pt x="99755" y="70142"/>
                </a:cubicBezTo>
                <a:lnTo>
                  <a:pt x="99755" y="455"/>
                </a:lnTo>
                <a:moveTo>
                  <a:pt x="99755" y="82204"/>
                </a:moveTo>
                <a:cubicBezTo>
                  <a:pt x="99755" y="73329"/>
                  <a:pt x="110459" y="65134"/>
                  <a:pt x="122302" y="65134"/>
                </a:cubicBezTo>
                <a:cubicBezTo>
                  <a:pt x="140063" y="65134"/>
                  <a:pt x="151451" y="82885"/>
                  <a:pt x="151451" y="110651"/>
                </a:cubicBezTo>
                <a:cubicBezTo>
                  <a:pt x="151451" y="135912"/>
                  <a:pt x="140518" y="150476"/>
                  <a:pt x="121847" y="150476"/>
                </a:cubicBezTo>
                <a:cubicBezTo>
                  <a:pt x="110003" y="150476"/>
                  <a:pt x="99755" y="145243"/>
                  <a:pt x="99755" y="139554"/>
                </a:cubicBezTo>
                <a:lnTo>
                  <a:pt x="99755" y="82204"/>
                </a:lnTo>
                <a:close/>
                <a:moveTo>
                  <a:pt x="187436" y="195903"/>
                </a:moveTo>
                <a:cubicBezTo>
                  <a:pt x="204290" y="184970"/>
                  <a:pt x="211122" y="179049"/>
                  <a:pt x="219546" y="168571"/>
                </a:cubicBezTo>
                <a:cubicBezTo>
                  <a:pt x="235719" y="148760"/>
                  <a:pt x="243688" y="125984"/>
                  <a:pt x="243688" y="99340"/>
                </a:cubicBezTo>
                <a:cubicBezTo>
                  <a:pt x="243688" y="70187"/>
                  <a:pt x="235260" y="48096"/>
                  <a:pt x="215219" y="24864"/>
                </a:cubicBezTo>
                <a:cubicBezTo>
                  <a:pt x="205882" y="13932"/>
                  <a:pt x="199960" y="8924"/>
                  <a:pt x="188117" y="1633"/>
                </a:cubicBezTo>
                <a:lnTo>
                  <a:pt x="185386" y="5279"/>
                </a:lnTo>
                <a:cubicBezTo>
                  <a:pt x="203606" y="19627"/>
                  <a:pt x="209753" y="27599"/>
                  <a:pt x="216130" y="44680"/>
                </a:cubicBezTo>
                <a:cubicBezTo>
                  <a:pt x="221596" y="59939"/>
                  <a:pt x="224102" y="77245"/>
                  <a:pt x="224102" y="100021"/>
                </a:cubicBezTo>
                <a:cubicBezTo>
                  <a:pt x="224102" y="123707"/>
                  <a:pt x="221141" y="142609"/>
                  <a:pt x="214994" y="156502"/>
                </a:cubicBezTo>
                <a:cubicBezTo>
                  <a:pt x="208617" y="170851"/>
                  <a:pt x="201785" y="179049"/>
                  <a:pt x="185386" y="192258"/>
                </a:cubicBezTo>
                <a:lnTo>
                  <a:pt x="187436" y="195903"/>
                </a:lnTo>
                <a:close/>
                <a:moveTo>
                  <a:pt x="392180" y="14314"/>
                </a:moveTo>
                <a:lnTo>
                  <a:pt x="392180" y="128208"/>
                </a:lnTo>
                <a:cubicBezTo>
                  <a:pt x="392180" y="147571"/>
                  <a:pt x="389674" y="150077"/>
                  <a:pt x="370770" y="151213"/>
                </a:cubicBezTo>
                <a:lnTo>
                  <a:pt x="370770" y="155540"/>
                </a:lnTo>
                <a:lnTo>
                  <a:pt x="437273" y="155540"/>
                </a:lnTo>
                <a:lnTo>
                  <a:pt x="437273" y="151213"/>
                </a:lnTo>
                <a:cubicBezTo>
                  <a:pt x="418598" y="150303"/>
                  <a:pt x="415408" y="147342"/>
                  <a:pt x="415408" y="130713"/>
                </a:cubicBezTo>
                <a:lnTo>
                  <a:pt x="415408" y="14314"/>
                </a:lnTo>
                <a:lnTo>
                  <a:pt x="427706" y="14314"/>
                </a:lnTo>
                <a:cubicBezTo>
                  <a:pt x="453669" y="14314"/>
                  <a:pt x="458680" y="18415"/>
                  <a:pt x="463920" y="43470"/>
                </a:cubicBezTo>
                <a:lnTo>
                  <a:pt x="469383" y="43470"/>
                </a:lnTo>
                <a:lnTo>
                  <a:pt x="468018" y="4747"/>
                </a:lnTo>
                <a:lnTo>
                  <a:pt x="339570" y="4747"/>
                </a:lnTo>
                <a:lnTo>
                  <a:pt x="338204" y="43470"/>
                </a:lnTo>
                <a:lnTo>
                  <a:pt x="343667" y="43470"/>
                </a:lnTo>
                <a:cubicBezTo>
                  <a:pt x="349134" y="18641"/>
                  <a:pt x="354374" y="14314"/>
                  <a:pt x="379882" y="14314"/>
                </a:cubicBezTo>
                <a:lnTo>
                  <a:pt x="392180" y="14314"/>
                </a:lnTo>
                <a:close/>
                <a:moveTo>
                  <a:pt x="509241" y="77433"/>
                </a:moveTo>
                <a:cubicBezTo>
                  <a:pt x="518805" y="66959"/>
                  <a:pt x="525637" y="63084"/>
                  <a:pt x="534519" y="63084"/>
                </a:cubicBezTo>
                <a:cubicBezTo>
                  <a:pt x="545907" y="63084"/>
                  <a:pt x="551599" y="71285"/>
                  <a:pt x="551599" y="87226"/>
                </a:cubicBezTo>
                <a:lnTo>
                  <a:pt x="551599" y="132312"/>
                </a:lnTo>
                <a:cubicBezTo>
                  <a:pt x="551599" y="147797"/>
                  <a:pt x="549323" y="150758"/>
                  <a:pt x="536114" y="152123"/>
                </a:cubicBezTo>
                <a:lnTo>
                  <a:pt x="536114" y="155540"/>
                </a:lnTo>
                <a:lnTo>
                  <a:pt x="584398" y="155540"/>
                </a:lnTo>
                <a:lnTo>
                  <a:pt x="584398" y="152123"/>
                </a:lnTo>
                <a:cubicBezTo>
                  <a:pt x="572099" y="149847"/>
                  <a:pt x="570730" y="148026"/>
                  <a:pt x="570730" y="132312"/>
                </a:cubicBezTo>
                <a:lnTo>
                  <a:pt x="570730" y="86996"/>
                </a:lnTo>
                <a:cubicBezTo>
                  <a:pt x="570730" y="63084"/>
                  <a:pt x="561166" y="50785"/>
                  <a:pt x="542717" y="50785"/>
                </a:cubicBezTo>
                <a:cubicBezTo>
                  <a:pt x="529282" y="50785"/>
                  <a:pt x="519715" y="56252"/>
                  <a:pt x="509241" y="69916"/>
                </a:cubicBezTo>
                <a:lnTo>
                  <a:pt x="509241" y="685"/>
                </a:lnTo>
                <a:lnTo>
                  <a:pt x="508101" y="0"/>
                </a:lnTo>
                <a:cubicBezTo>
                  <a:pt x="500359" y="2731"/>
                  <a:pt x="494663" y="4556"/>
                  <a:pt x="481909" y="8198"/>
                </a:cubicBezTo>
                <a:lnTo>
                  <a:pt x="475762" y="10022"/>
                </a:lnTo>
                <a:lnTo>
                  <a:pt x="475762" y="13664"/>
                </a:lnTo>
                <a:cubicBezTo>
                  <a:pt x="476672" y="13438"/>
                  <a:pt x="477357" y="13438"/>
                  <a:pt x="478493" y="13438"/>
                </a:cubicBezTo>
                <a:cubicBezTo>
                  <a:pt x="488286" y="13438"/>
                  <a:pt x="490111" y="15259"/>
                  <a:pt x="490111" y="25052"/>
                </a:cubicBezTo>
                <a:lnTo>
                  <a:pt x="490111" y="132312"/>
                </a:lnTo>
                <a:cubicBezTo>
                  <a:pt x="490111" y="148252"/>
                  <a:pt x="488741" y="150303"/>
                  <a:pt x="475532" y="152123"/>
                </a:cubicBezTo>
                <a:lnTo>
                  <a:pt x="475532" y="155540"/>
                </a:lnTo>
                <a:lnTo>
                  <a:pt x="524726" y="155540"/>
                </a:lnTo>
                <a:lnTo>
                  <a:pt x="524726" y="152123"/>
                </a:lnTo>
                <a:cubicBezTo>
                  <a:pt x="511517" y="150758"/>
                  <a:pt x="509241" y="148026"/>
                  <a:pt x="509241" y="132312"/>
                </a:cubicBezTo>
                <a:lnTo>
                  <a:pt x="509241" y="77433"/>
                </a:lnTo>
                <a:close/>
                <a:moveTo>
                  <a:pt x="680276" y="118126"/>
                </a:moveTo>
                <a:cubicBezTo>
                  <a:pt x="669347" y="135443"/>
                  <a:pt x="659551" y="142053"/>
                  <a:pt x="644976" y="142053"/>
                </a:cubicBezTo>
                <a:cubicBezTo>
                  <a:pt x="631996" y="142053"/>
                  <a:pt x="622203" y="135443"/>
                  <a:pt x="615597" y="122456"/>
                </a:cubicBezTo>
                <a:cubicBezTo>
                  <a:pt x="611497" y="113796"/>
                  <a:pt x="609905" y="106276"/>
                  <a:pt x="609450" y="92376"/>
                </a:cubicBezTo>
                <a:lnTo>
                  <a:pt x="679595" y="92376"/>
                </a:lnTo>
                <a:cubicBezTo>
                  <a:pt x="677771" y="77599"/>
                  <a:pt x="675494" y="71018"/>
                  <a:pt x="669802" y="63755"/>
                </a:cubicBezTo>
                <a:cubicBezTo>
                  <a:pt x="662967" y="55571"/>
                  <a:pt x="652493" y="50785"/>
                  <a:pt x="640649" y="50785"/>
                </a:cubicBezTo>
                <a:cubicBezTo>
                  <a:pt x="629261" y="50785"/>
                  <a:pt x="618558" y="54886"/>
                  <a:pt x="609905" y="62618"/>
                </a:cubicBezTo>
                <a:cubicBezTo>
                  <a:pt x="599198" y="71925"/>
                  <a:pt x="593051" y="88049"/>
                  <a:pt x="593051" y="106731"/>
                </a:cubicBezTo>
                <a:cubicBezTo>
                  <a:pt x="593051" y="138178"/>
                  <a:pt x="609450" y="157764"/>
                  <a:pt x="635638" y="157764"/>
                </a:cubicBezTo>
                <a:cubicBezTo>
                  <a:pt x="657274" y="157764"/>
                  <a:pt x="674355" y="144329"/>
                  <a:pt x="683922" y="119721"/>
                </a:cubicBezTo>
                <a:lnTo>
                  <a:pt x="680276" y="118126"/>
                </a:lnTo>
                <a:moveTo>
                  <a:pt x="609905" y="85088"/>
                </a:moveTo>
                <a:cubicBezTo>
                  <a:pt x="612407" y="67386"/>
                  <a:pt x="620153" y="58987"/>
                  <a:pt x="634043" y="58987"/>
                </a:cubicBezTo>
                <a:cubicBezTo>
                  <a:pt x="647937" y="58987"/>
                  <a:pt x="653403" y="65343"/>
                  <a:pt x="656364" y="85088"/>
                </a:cubicBezTo>
                <a:lnTo>
                  <a:pt x="609905" y="85088"/>
                </a:lnTo>
                <a:close/>
                <a:moveTo>
                  <a:pt x="769780" y="66729"/>
                </a:moveTo>
                <a:cubicBezTo>
                  <a:pt x="772970" y="66045"/>
                  <a:pt x="775020" y="65815"/>
                  <a:pt x="777752" y="65815"/>
                </a:cubicBezTo>
                <a:cubicBezTo>
                  <a:pt x="783444" y="65815"/>
                  <a:pt x="785494" y="69461"/>
                  <a:pt x="785494" y="79480"/>
                </a:cubicBezTo>
                <a:lnTo>
                  <a:pt x="785494" y="136412"/>
                </a:lnTo>
                <a:cubicBezTo>
                  <a:pt x="785494" y="147797"/>
                  <a:pt x="783899" y="149392"/>
                  <a:pt x="769325" y="152123"/>
                </a:cubicBezTo>
                <a:lnTo>
                  <a:pt x="769325" y="155540"/>
                </a:lnTo>
                <a:lnTo>
                  <a:pt x="823985" y="155540"/>
                </a:lnTo>
                <a:lnTo>
                  <a:pt x="823985" y="152123"/>
                </a:lnTo>
                <a:cubicBezTo>
                  <a:pt x="808496" y="151442"/>
                  <a:pt x="804625" y="148026"/>
                  <a:pt x="804625" y="135047"/>
                </a:cubicBezTo>
                <a:lnTo>
                  <a:pt x="804625" y="83806"/>
                </a:lnTo>
                <a:cubicBezTo>
                  <a:pt x="804625" y="76519"/>
                  <a:pt x="814418" y="65134"/>
                  <a:pt x="820569" y="65134"/>
                </a:cubicBezTo>
                <a:cubicBezTo>
                  <a:pt x="821935" y="65134"/>
                  <a:pt x="823985" y="66274"/>
                  <a:pt x="826490" y="68550"/>
                </a:cubicBezTo>
                <a:cubicBezTo>
                  <a:pt x="830132" y="71737"/>
                  <a:pt x="832638" y="73103"/>
                  <a:pt x="835599" y="73103"/>
                </a:cubicBezTo>
                <a:cubicBezTo>
                  <a:pt x="841065" y="73103"/>
                  <a:pt x="844481" y="69231"/>
                  <a:pt x="844481" y="62858"/>
                </a:cubicBezTo>
                <a:cubicBezTo>
                  <a:pt x="844481" y="55341"/>
                  <a:pt x="839699" y="50785"/>
                  <a:pt x="831957" y="50785"/>
                </a:cubicBezTo>
                <a:cubicBezTo>
                  <a:pt x="822390" y="50785"/>
                  <a:pt x="815787" y="56026"/>
                  <a:pt x="804625" y="72192"/>
                </a:cubicBezTo>
                <a:lnTo>
                  <a:pt x="804625" y="51244"/>
                </a:lnTo>
                <a:lnTo>
                  <a:pt x="803489" y="50785"/>
                </a:lnTo>
                <a:cubicBezTo>
                  <a:pt x="791416" y="55797"/>
                  <a:pt x="783218" y="58757"/>
                  <a:pt x="769780" y="63084"/>
                </a:cubicBezTo>
                <a:lnTo>
                  <a:pt x="769780" y="66729"/>
                </a:lnTo>
                <a:close/>
                <a:moveTo>
                  <a:pt x="936946" y="118126"/>
                </a:moveTo>
                <a:cubicBezTo>
                  <a:pt x="926016" y="135443"/>
                  <a:pt x="916220" y="142053"/>
                  <a:pt x="901645" y="142053"/>
                </a:cubicBezTo>
                <a:cubicBezTo>
                  <a:pt x="888666" y="142053"/>
                  <a:pt x="878873" y="135443"/>
                  <a:pt x="872267" y="122456"/>
                </a:cubicBezTo>
                <a:cubicBezTo>
                  <a:pt x="868166" y="113796"/>
                  <a:pt x="866574" y="106276"/>
                  <a:pt x="866119" y="92376"/>
                </a:cubicBezTo>
                <a:lnTo>
                  <a:pt x="936264" y="92376"/>
                </a:lnTo>
                <a:cubicBezTo>
                  <a:pt x="934440" y="77599"/>
                  <a:pt x="932164" y="71018"/>
                  <a:pt x="926472" y="63755"/>
                </a:cubicBezTo>
                <a:cubicBezTo>
                  <a:pt x="919636" y="55571"/>
                  <a:pt x="909162" y="50785"/>
                  <a:pt x="897319" y="50785"/>
                </a:cubicBezTo>
                <a:cubicBezTo>
                  <a:pt x="885931" y="50785"/>
                  <a:pt x="875227" y="54886"/>
                  <a:pt x="866574" y="62618"/>
                </a:cubicBezTo>
                <a:cubicBezTo>
                  <a:pt x="855867" y="71925"/>
                  <a:pt x="849720" y="88049"/>
                  <a:pt x="849720" y="106731"/>
                </a:cubicBezTo>
                <a:cubicBezTo>
                  <a:pt x="849720" y="138178"/>
                  <a:pt x="866119" y="157764"/>
                  <a:pt x="892308" y="157764"/>
                </a:cubicBezTo>
                <a:cubicBezTo>
                  <a:pt x="913944" y="157764"/>
                  <a:pt x="931024" y="144329"/>
                  <a:pt x="940591" y="119721"/>
                </a:cubicBezTo>
                <a:lnTo>
                  <a:pt x="936946" y="118126"/>
                </a:lnTo>
                <a:moveTo>
                  <a:pt x="866574" y="85088"/>
                </a:moveTo>
                <a:cubicBezTo>
                  <a:pt x="869076" y="67386"/>
                  <a:pt x="876822" y="58987"/>
                  <a:pt x="890713" y="58987"/>
                </a:cubicBezTo>
                <a:cubicBezTo>
                  <a:pt x="904606" y="58987"/>
                  <a:pt x="910072" y="65343"/>
                  <a:pt x="913033" y="85088"/>
                </a:cubicBezTo>
                <a:lnTo>
                  <a:pt x="866574" y="85088"/>
                </a:lnTo>
                <a:close/>
                <a:moveTo>
                  <a:pt x="1045807" y="140461"/>
                </a:moveTo>
                <a:cubicBezTo>
                  <a:pt x="1041936" y="143644"/>
                  <a:pt x="1039205" y="144784"/>
                  <a:pt x="1035788" y="144784"/>
                </a:cubicBezTo>
                <a:cubicBezTo>
                  <a:pt x="1030551" y="144784"/>
                  <a:pt x="1028956" y="141597"/>
                  <a:pt x="1028956" y="131586"/>
                </a:cubicBezTo>
                <a:lnTo>
                  <a:pt x="1028956" y="87205"/>
                </a:lnTo>
                <a:cubicBezTo>
                  <a:pt x="1028956" y="75368"/>
                  <a:pt x="1027817" y="68769"/>
                  <a:pt x="1024401" y="63306"/>
                </a:cubicBezTo>
                <a:cubicBezTo>
                  <a:pt x="1019389" y="55115"/>
                  <a:pt x="1009596" y="50785"/>
                  <a:pt x="996162" y="50785"/>
                </a:cubicBezTo>
                <a:cubicBezTo>
                  <a:pt x="974751" y="50785"/>
                  <a:pt x="957901" y="61941"/>
                  <a:pt x="957901" y="76279"/>
                </a:cubicBezTo>
                <a:cubicBezTo>
                  <a:pt x="957901" y="81516"/>
                  <a:pt x="962453" y="86065"/>
                  <a:pt x="967693" y="86065"/>
                </a:cubicBezTo>
                <a:cubicBezTo>
                  <a:pt x="973156" y="86065"/>
                  <a:pt x="977942" y="81516"/>
                  <a:pt x="977942" y="76508"/>
                </a:cubicBezTo>
                <a:cubicBezTo>
                  <a:pt x="977942" y="75598"/>
                  <a:pt x="977712" y="74458"/>
                  <a:pt x="977486" y="72866"/>
                </a:cubicBezTo>
                <a:cubicBezTo>
                  <a:pt x="977031" y="70820"/>
                  <a:pt x="976802" y="68999"/>
                  <a:pt x="976802" y="67403"/>
                </a:cubicBezTo>
                <a:cubicBezTo>
                  <a:pt x="976802" y="61259"/>
                  <a:pt x="984089" y="56252"/>
                  <a:pt x="993201" y="56252"/>
                </a:cubicBezTo>
                <a:cubicBezTo>
                  <a:pt x="1004359" y="56252"/>
                  <a:pt x="1010507" y="62851"/>
                  <a:pt x="1010507" y="75143"/>
                </a:cubicBezTo>
                <a:lnTo>
                  <a:pt x="1010507" y="89026"/>
                </a:lnTo>
                <a:cubicBezTo>
                  <a:pt x="975436" y="103135"/>
                  <a:pt x="971565" y="104956"/>
                  <a:pt x="961772" y="113605"/>
                </a:cubicBezTo>
                <a:cubicBezTo>
                  <a:pt x="956761" y="118158"/>
                  <a:pt x="953571" y="125893"/>
                  <a:pt x="953571" y="133403"/>
                </a:cubicBezTo>
                <a:cubicBezTo>
                  <a:pt x="953571" y="147745"/>
                  <a:pt x="963593" y="157764"/>
                  <a:pt x="977486" y="157764"/>
                </a:cubicBezTo>
                <a:cubicBezTo>
                  <a:pt x="987505" y="157764"/>
                  <a:pt x="996843" y="152982"/>
                  <a:pt x="1010736" y="141139"/>
                </a:cubicBezTo>
                <a:cubicBezTo>
                  <a:pt x="1011876" y="152982"/>
                  <a:pt x="1015973" y="157764"/>
                  <a:pt x="1025311" y="157764"/>
                </a:cubicBezTo>
                <a:cubicBezTo>
                  <a:pt x="1033054" y="157764"/>
                  <a:pt x="1037839" y="155032"/>
                  <a:pt x="1045807" y="146379"/>
                </a:cubicBezTo>
                <a:lnTo>
                  <a:pt x="1045807" y="140461"/>
                </a:lnTo>
                <a:moveTo>
                  <a:pt x="1010507" y="127474"/>
                </a:moveTo>
                <a:cubicBezTo>
                  <a:pt x="1010507" y="134536"/>
                  <a:pt x="1009371" y="136586"/>
                  <a:pt x="1004585" y="139318"/>
                </a:cubicBezTo>
                <a:cubicBezTo>
                  <a:pt x="999122" y="142508"/>
                  <a:pt x="992746" y="144555"/>
                  <a:pt x="987960" y="144555"/>
                </a:cubicBezTo>
                <a:cubicBezTo>
                  <a:pt x="979992" y="144555"/>
                  <a:pt x="973615" y="136812"/>
                  <a:pt x="973615" y="127019"/>
                </a:cubicBezTo>
                <a:lnTo>
                  <a:pt x="973615" y="126109"/>
                </a:lnTo>
                <a:cubicBezTo>
                  <a:pt x="973615" y="112670"/>
                  <a:pt x="982949" y="104473"/>
                  <a:pt x="1010507" y="94450"/>
                </a:cubicBezTo>
                <a:lnTo>
                  <a:pt x="1010507" y="127474"/>
                </a:lnTo>
                <a:close/>
                <a:moveTo>
                  <a:pt x="1118003" y="83983"/>
                </a:moveTo>
                <a:lnTo>
                  <a:pt x="1117092" y="53010"/>
                </a:lnTo>
                <a:lnTo>
                  <a:pt x="1114587" y="53010"/>
                </a:lnTo>
                <a:lnTo>
                  <a:pt x="1114132" y="53468"/>
                </a:lnTo>
                <a:cubicBezTo>
                  <a:pt x="1112081" y="55060"/>
                  <a:pt x="1111855" y="55289"/>
                  <a:pt x="1110945" y="55289"/>
                </a:cubicBezTo>
                <a:cubicBezTo>
                  <a:pt x="1109579" y="55289"/>
                  <a:pt x="1107300" y="54834"/>
                  <a:pt x="1104794" y="53694"/>
                </a:cubicBezTo>
                <a:cubicBezTo>
                  <a:pt x="1099783" y="51922"/>
                  <a:pt x="1094775" y="51008"/>
                  <a:pt x="1088854" y="51008"/>
                </a:cubicBezTo>
                <a:cubicBezTo>
                  <a:pt x="1070859" y="51008"/>
                  <a:pt x="1057880" y="62622"/>
                  <a:pt x="1057880" y="79010"/>
                </a:cubicBezTo>
                <a:cubicBezTo>
                  <a:pt x="1057880" y="91754"/>
                  <a:pt x="1065167" y="100858"/>
                  <a:pt x="1084527" y="111784"/>
                </a:cubicBezTo>
                <a:lnTo>
                  <a:pt x="1097736" y="119297"/>
                </a:lnTo>
                <a:cubicBezTo>
                  <a:pt x="1105704" y="123850"/>
                  <a:pt x="1109579" y="129313"/>
                  <a:pt x="1109579" y="136367"/>
                </a:cubicBezTo>
                <a:cubicBezTo>
                  <a:pt x="1109579" y="146383"/>
                  <a:pt x="1102288" y="152756"/>
                  <a:pt x="1090675" y="152756"/>
                </a:cubicBezTo>
                <a:cubicBezTo>
                  <a:pt x="1082932" y="152756"/>
                  <a:pt x="1075871" y="149795"/>
                  <a:pt x="1071544" y="144787"/>
                </a:cubicBezTo>
                <a:cubicBezTo>
                  <a:pt x="1066762" y="139099"/>
                  <a:pt x="1064712" y="133862"/>
                  <a:pt x="1061751" y="120889"/>
                </a:cubicBezTo>
                <a:lnTo>
                  <a:pt x="1058106" y="120889"/>
                </a:lnTo>
                <a:lnTo>
                  <a:pt x="1058106" y="156398"/>
                </a:lnTo>
                <a:lnTo>
                  <a:pt x="1061067" y="156398"/>
                </a:lnTo>
                <a:cubicBezTo>
                  <a:pt x="1062662" y="154122"/>
                  <a:pt x="1063572" y="153666"/>
                  <a:pt x="1066307" y="153666"/>
                </a:cubicBezTo>
                <a:cubicBezTo>
                  <a:pt x="1068357" y="153719"/>
                  <a:pt x="1071544" y="154174"/>
                  <a:pt x="1076781" y="155540"/>
                </a:cubicBezTo>
                <a:cubicBezTo>
                  <a:pt x="1083158" y="156853"/>
                  <a:pt x="1089309" y="157764"/>
                  <a:pt x="1093406" y="157764"/>
                </a:cubicBezTo>
                <a:cubicBezTo>
                  <a:pt x="1110945" y="157764"/>
                  <a:pt x="1125520" y="144562"/>
                  <a:pt x="1125520" y="128628"/>
                </a:cubicBezTo>
                <a:cubicBezTo>
                  <a:pt x="1125520" y="117247"/>
                  <a:pt x="1120053" y="109737"/>
                  <a:pt x="1106389" y="101543"/>
                </a:cubicBezTo>
                <a:lnTo>
                  <a:pt x="1081792" y="86975"/>
                </a:lnTo>
                <a:cubicBezTo>
                  <a:pt x="1075415" y="83333"/>
                  <a:pt x="1071999" y="77645"/>
                  <a:pt x="1071999" y="71497"/>
                </a:cubicBezTo>
                <a:cubicBezTo>
                  <a:pt x="1071999" y="62392"/>
                  <a:pt x="1079061" y="56019"/>
                  <a:pt x="1089535" y="56019"/>
                </a:cubicBezTo>
                <a:cubicBezTo>
                  <a:pt x="1102518" y="56019"/>
                  <a:pt x="1109350" y="63758"/>
                  <a:pt x="1114587" y="84018"/>
                </a:cubicBezTo>
                <a:lnTo>
                  <a:pt x="1118003" y="83983"/>
                </a:lnTo>
                <a:close/>
                <a:moveTo>
                  <a:pt x="1191795" y="50785"/>
                </a:moveTo>
                <a:cubicBezTo>
                  <a:pt x="1162187" y="50785"/>
                  <a:pt x="1141462" y="72640"/>
                  <a:pt x="1141462" y="104049"/>
                </a:cubicBezTo>
                <a:cubicBezTo>
                  <a:pt x="1141462" y="134772"/>
                  <a:pt x="1162643" y="157764"/>
                  <a:pt x="1191337" y="157764"/>
                </a:cubicBezTo>
                <a:cubicBezTo>
                  <a:pt x="1220034" y="157764"/>
                  <a:pt x="1241896" y="133636"/>
                  <a:pt x="1241896" y="102228"/>
                </a:cubicBezTo>
                <a:cubicBezTo>
                  <a:pt x="1241896" y="72411"/>
                  <a:pt x="1220945" y="50785"/>
                  <a:pt x="1191795" y="50785"/>
                </a:cubicBezTo>
                <a:moveTo>
                  <a:pt x="1188835" y="57166"/>
                </a:moveTo>
                <a:cubicBezTo>
                  <a:pt x="1207965" y="57166"/>
                  <a:pt x="1221400" y="79014"/>
                  <a:pt x="1221400" y="110193"/>
                </a:cubicBezTo>
                <a:cubicBezTo>
                  <a:pt x="1221400" y="135912"/>
                  <a:pt x="1211152" y="151387"/>
                  <a:pt x="1194072" y="151387"/>
                </a:cubicBezTo>
                <a:cubicBezTo>
                  <a:pt x="1185189" y="151387"/>
                  <a:pt x="1176762" y="145927"/>
                  <a:pt x="1171980" y="136823"/>
                </a:cubicBezTo>
                <a:cubicBezTo>
                  <a:pt x="1165603" y="124986"/>
                  <a:pt x="1161958" y="109056"/>
                  <a:pt x="1161958" y="92897"/>
                </a:cubicBezTo>
                <a:cubicBezTo>
                  <a:pt x="1161958" y="71275"/>
                  <a:pt x="1172661" y="57166"/>
                  <a:pt x="1188835" y="57166"/>
                </a:cubicBezTo>
                <a:close/>
                <a:moveTo>
                  <a:pt x="1252374" y="64908"/>
                </a:moveTo>
                <a:cubicBezTo>
                  <a:pt x="1253739" y="64224"/>
                  <a:pt x="1256019" y="63998"/>
                  <a:pt x="1258525" y="63998"/>
                </a:cubicBezTo>
                <a:cubicBezTo>
                  <a:pt x="1264902" y="63998"/>
                  <a:pt x="1266948" y="67414"/>
                  <a:pt x="1266948" y="78569"/>
                </a:cubicBezTo>
                <a:lnTo>
                  <a:pt x="1266948" y="135047"/>
                </a:lnTo>
                <a:cubicBezTo>
                  <a:pt x="1266948" y="148026"/>
                  <a:pt x="1264443" y="151213"/>
                  <a:pt x="1252829" y="152123"/>
                </a:cubicBezTo>
                <a:lnTo>
                  <a:pt x="1252829" y="155540"/>
                </a:lnTo>
                <a:lnTo>
                  <a:pt x="1301112" y="155540"/>
                </a:lnTo>
                <a:lnTo>
                  <a:pt x="1301112" y="152123"/>
                </a:lnTo>
                <a:cubicBezTo>
                  <a:pt x="1289495" y="151213"/>
                  <a:pt x="1286079" y="148482"/>
                  <a:pt x="1286079" y="140284"/>
                </a:cubicBezTo>
                <a:lnTo>
                  <a:pt x="1286079" y="76293"/>
                </a:lnTo>
                <a:cubicBezTo>
                  <a:pt x="1297012" y="66045"/>
                  <a:pt x="1302023" y="63313"/>
                  <a:pt x="1309540" y="63313"/>
                </a:cubicBezTo>
                <a:cubicBezTo>
                  <a:pt x="1320698" y="63313"/>
                  <a:pt x="1326165" y="70371"/>
                  <a:pt x="1326165" y="85401"/>
                </a:cubicBezTo>
                <a:lnTo>
                  <a:pt x="1326165" y="132996"/>
                </a:lnTo>
                <a:cubicBezTo>
                  <a:pt x="1326165" y="147342"/>
                  <a:pt x="1323204" y="151213"/>
                  <a:pt x="1311816" y="152123"/>
                </a:cubicBezTo>
                <a:lnTo>
                  <a:pt x="1311816" y="155540"/>
                </a:lnTo>
                <a:lnTo>
                  <a:pt x="1359189" y="155540"/>
                </a:lnTo>
                <a:lnTo>
                  <a:pt x="1359189" y="152123"/>
                </a:lnTo>
                <a:cubicBezTo>
                  <a:pt x="1348027" y="150987"/>
                  <a:pt x="1345295" y="148252"/>
                  <a:pt x="1345295" y="137097"/>
                </a:cubicBezTo>
                <a:lnTo>
                  <a:pt x="1345295" y="84946"/>
                </a:lnTo>
                <a:cubicBezTo>
                  <a:pt x="1345295" y="63543"/>
                  <a:pt x="1335273" y="50785"/>
                  <a:pt x="1318422" y="50785"/>
                </a:cubicBezTo>
                <a:cubicBezTo>
                  <a:pt x="1307944" y="50785"/>
                  <a:pt x="1300883" y="54660"/>
                  <a:pt x="1285398" y="69235"/>
                </a:cubicBezTo>
                <a:lnTo>
                  <a:pt x="1285398" y="51244"/>
                </a:lnTo>
                <a:lnTo>
                  <a:pt x="1283803" y="50785"/>
                </a:lnTo>
                <a:cubicBezTo>
                  <a:pt x="1272644" y="54886"/>
                  <a:pt x="1264902" y="57392"/>
                  <a:pt x="1252374" y="61037"/>
                </a:cubicBezTo>
                <a:lnTo>
                  <a:pt x="1252374" y="64908"/>
                </a:lnTo>
                <a:close/>
                <a:moveTo>
                  <a:pt x="1402457" y="50785"/>
                </a:moveTo>
                <a:lnTo>
                  <a:pt x="1367157" y="63240"/>
                </a:lnTo>
                <a:lnTo>
                  <a:pt x="1367157" y="66660"/>
                </a:lnTo>
                <a:lnTo>
                  <a:pt x="1368981" y="66430"/>
                </a:lnTo>
                <a:cubicBezTo>
                  <a:pt x="1371713" y="65975"/>
                  <a:pt x="1374674" y="65746"/>
                  <a:pt x="1376724" y="65746"/>
                </a:cubicBezTo>
                <a:cubicBezTo>
                  <a:pt x="1382190" y="65746"/>
                  <a:pt x="1384237" y="69391"/>
                  <a:pt x="1384237" y="79420"/>
                </a:cubicBezTo>
                <a:lnTo>
                  <a:pt x="1384237" y="132298"/>
                </a:lnTo>
                <a:cubicBezTo>
                  <a:pt x="1384237" y="148707"/>
                  <a:pt x="1381961" y="151213"/>
                  <a:pt x="1366247" y="152123"/>
                </a:cubicBezTo>
                <a:lnTo>
                  <a:pt x="1366247" y="155540"/>
                </a:lnTo>
                <a:lnTo>
                  <a:pt x="1420222" y="155540"/>
                </a:lnTo>
                <a:lnTo>
                  <a:pt x="1420222" y="152123"/>
                </a:lnTo>
                <a:cubicBezTo>
                  <a:pt x="1405192" y="150987"/>
                  <a:pt x="1403368" y="148707"/>
                  <a:pt x="1403368" y="132298"/>
                </a:cubicBezTo>
                <a:lnTo>
                  <a:pt x="1403368" y="51470"/>
                </a:lnTo>
                <a:lnTo>
                  <a:pt x="1402457" y="50785"/>
                </a:lnTo>
                <a:moveTo>
                  <a:pt x="1391754" y="76"/>
                </a:moveTo>
                <a:cubicBezTo>
                  <a:pt x="1385606" y="76"/>
                  <a:pt x="1380366" y="5317"/>
                  <a:pt x="1380366" y="11694"/>
                </a:cubicBezTo>
                <a:cubicBezTo>
                  <a:pt x="1380366" y="18071"/>
                  <a:pt x="1385377" y="23308"/>
                  <a:pt x="1391754" y="23308"/>
                </a:cubicBezTo>
                <a:cubicBezTo>
                  <a:pt x="1398360" y="23308"/>
                  <a:pt x="1403597" y="18297"/>
                  <a:pt x="1403597" y="11694"/>
                </a:cubicBezTo>
                <a:cubicBezTo>
                  <a:pt x="1403597" y="5317"/>
                  <a:pt x="1398360" y="76"/>
                  <a:pt x="1391754" y="76"/>
                </a:cubicBezTo>
                <a:close/>
                <a:moveTo>
                  <a:pt x="1429560" y="64908"/>
                </a:moveTo>
                <a:cubicBezTo>
                  <a:pt x="1430926" y="64224"/>
                  <a:pt x="1433205" y="63998"/>
                  <a:pt x="1435711" y="63998"/>
                </a:cubicBezTo>
                <a:cubicBezTo>
                  <a:pt x="1442088" y="63998"/>
                  <a:pt x="1444135" y="67414"/>
                  <a:pt x="1444135" y="78569"/>
                </a:cubicBezTo>
                <a:lnTo>
                  <a:pt x="1444135" y="135047"/>
                </a:lnTo>
                <a:cubicBezTo>
                  <a:pt x="1444135" y="148026"/>
                  <a:pt x="1441629" y="151213"/>
                  <a:pt x="1430015" y="152123"/>
                </a:cubicBezTo>
                <a:lnTo>
                  <a:pt x="1430015" y="155540"/>
                </a:lnTo>
                <a:lnTo>
                  <a:pt x="1478298" y="155540"/>
                </a:lnTo>
                <a:lnTo>
                  <a:pt x="1478298" y="152123"/>
                </a:lnTo>
                <a:cubicBezTo>
                  <a:pt x="1466681" y="151213"/>
                  <a:pt x="1463265" y="148482"/>
                  <a:pt x="1463265" y="140284"/>
                </a:cubicBezTo>
                <a:lnTo>
                  <a:pt x="1463265" y="76293"/>
                </a:lnTo>
                <a:cubicBezTo>
                  <a:pt x="1474198" y="66045"/>
                  <a:pt x="1479209" y="63313"/>
                  <a:pt x="1486726" y="63313"/>
                </a:cubicBezTo>
                <a:cubicBezTo>
                  <a:pt x="1497884" y="63313"/>
                  <a:pt x="1503351" y="70371"/>
                  <a:pt x="1503351" y="85401"/>
                </a:cubicBezTo>
                <a:lnTo>
                  <a:pt x="1503351" y="132996"/>
                </a:lnTo>
                <a:cubicBezTo>
                  <a:pt x="1503351" y="147342"/>
                  <a:pt x="1500390" y="151213"/>
                  <a:pt x="1489002" y="152123"/>
                </a:cubicBezTo>
                <a:lnTo>
                  <a:pt x="1489002" y="155540"/>
                </a:lnTo>
                <a:lnTo>
                  <a:pt x="1536375" y="155540"/>
                </a:lnTo>
                <a:lnTo>
                  <a:pt x="1536375" y="152123"/>
                </a:lnTo>
                <a:cubicBezTo>
                  <a:pt x="1525213" y="150987"/>
                  <a:pt x="1522481" y="148252"/>
                  <a:pt x="1522481" y="137097"/>
                </a:cubicBezTo>
                <a:lnTo>
                  <a:pt x="1522481" y="84946"/>
                </a:lnTo>
                <a:cubicBezTo>
                  <a:pt x="1522481" y="63543"/>
                  <a:pt x="1512459" y="50785"/>
                  <a:pt x="1495608" y="50785"/>
                </a:cubicBezTo>
                <a:cubicBezTo>
                  <a:pt x="1485131" y="50785"/>
                  <a:pt x="1478069" y="54660"/>
                  <a:pt x="1462584" y="69235"/>
                </a:cubicBezTo>
                <a:lnTo>
                  <a:pt x="1462584" y="51244"/>
                </a:lnTo>
                <a:lnTo>
                  <a:pt x="1460989" y="50785"/>
                </a:lnTo>
                <a:cubicBezTo>
                  <a:pt x="1449830" y="54886"/>
                  <a:pt x="1442088" y="57392"/>
                  <a:pt x="1429560" y="61037"/>
                </a:cubicBezTo>
                <a:lnTo>
                  <a:pt x="1429560" y="64908"/>
                </a:lnTo>
                <a:close/>
                <a:moveTo>
                  <a:pt x="1646828" y="67230"/>
                </a:moveTo>
                <a:lnTo>
                  <a:pt x="1646828" y="58347"/>
                </a:lnTo>
                <a:lnTo>
                  <a:pt x="1629293" y="58347"/>
                </a:lnTo>
                <a:cubicBezTo>
                  <a:pt x="1624737" y="58347"/>
                  <a:pt x="1621321" y="57638"/>
                  <a:pt x="1616768" y="56026"/>
                </a:cubicBezTo>
                <a:lnTo>
                  <a:pt x="1611757" y="54205"/>
                </a:lnTo>
                <a:cubicBezTo>
                  <a:pt x="1605606" y="51925"/>
                  <a:pt x="1599459" y="50785"/>
                  <a:pt x="1593537" y="50785"/>
                </a:cubicBezTo>
                <a:cubicBezTo>
                  <a:pt x="1572356" y="50785"/>
                  <a:pt x="1555502" y="67230"/>
                  <a:pt x="1555502" y="87948"/>
                </a:cubicBezTo>
                <a:cubicBezTo>
                  <a:pt x="1555502" y="102294"/>
                  <a:pt x="1561653" y="110943"/>
                  <a:pt x="1576683" y="118456"/>
                </a:cubicBezTo>
                <a:cubicBezTo>
                  <a:pt x="1572356" y="122557"/>
                  <a:pt x="1568259" y="126421"/>
                  <a:pt x="1566890" y="127558"/>
                </a:cubicBezTo>
                <a:cubicBezTo>
                  <a:pt x="1559377" y="134150"/>
                  <a:pt x="1556416" y="138699"/>
                  <a:pt x="1556416" y="143245"/>
                </a:cubicBezTo>
                <a:cubicBezTo>
                  <a:pt x="1556416" y="148019"/>
                  <a:pt x="1559147" y="150747"/>
                  <a:pt x="1568485" y="155303"/>
                </a:cubicBezTo>
                <a:cubicBezTo>
                  <a:pt x="1552315" y="167157"/>
                  <a:pt x="1546168" y="174684"/>
                  <a:pt x="1546168" y="183118"/>
                </a:cubicBezTo>
                <a:cubicBezTo>
                  <a:pt x="1546168" y="195198"/>
                  <a:pt x="1563929" y="205220"/>
                  <a:pt x="1585565" y="205220"/>
                </a:cubicBezTo>
                <a:cubicBezTo>
                  <a:pt x="1602645" y="205220"/>
                  <a:pt x="1620410" y="199298"/>
                  <a:pt x="1632253" y="189731"/>
                </a:cubicBezTo>
                <a:cubicBezTo>
                  <a:pt x="1640910" y="182663"/>
                  <a:pt x="1644781" y="175365"/>
                  <a:pt x="1644781" y="166702"/>
                </a:cubicBezTo>
                <a:cubicBezTo>
                  <a:pt x="1644781" y="152568"/>
                  <a:pt x="1634074" y="143019"/>
                  <a:pt x="1617223" y="142338"/>
                </a:cubicBezTo>
                <a:lnTo>
                  <a:pt x="1587845" y="140972"/>
                </a:lnTo>
                <a:cubicBezTo>
                  <a:pt x="1575772" y="140517"/>
                  <a:pt x="1570080" y="138470"/>
                  <a:pt x="1570080" y="134835"/>
                </a:cubicBezTo>
                <a:cubicBezTo>
                  <a:pt x="1570080" y="130286"/>
                  <a:pt x="1577593" y="122328"/>
                  <a:pt x="1583744" y="120507"/>
                </a:cubicBezTo>
                <a:cubicBezTo>
                  <a:pt x="1585794" y="120736"/>
                  <a:pt x="1587390" y="120962"/>
                  <a:pt x="1588071" y="120962"/>
                </a:cubicBezTo>
                <a:cubicBezTo>
                  <a:pt x="1592397" y="121417"/>
                  <a:pt x="1595358" y="121647"/>
                  <a:pt x="1596727" y="121647"/>
                </a:cubicBezTo>
                <a:cubicBezTo>
                  <a:pt x="1605151" y="121647"/>
                  <a:pt x="1614263" y="118231"/>
                  <a:pt x="1621321" y="112083"/>
                </a:cubicBezTo>
                <a:cubicBezTo>
                  <a:pt x="1628837" y="105706"/>
                  <a:pt x="1632253" y="97738"/>
                  <a:pt x="1632253" y="86357"/>
                </a:cubicBezTo>
                <a:cubicBezTo>
                  <a:pt x="1632253" y="79754"/>
                  <a:pt x="1631114" y="74517"/>
                  <a:pt x="1627927" y="67230"/>
                </a:cubicBezTo>
                <a:lnTo>
                  <a:pt x="1646828" y="67230"/>
                </a:lnTo>
                <a:moveTo>
                  <a:pt x="1573267" y="155984"/>
                </a:moveTo>
                <a:cubicBezTo>
                  <a:pt x="1580783" y="157583"/>
                  <a:pt x="1599003" y="158949"/>
                  <a:pt x="1610162" y="158949"/>
                </a:cubicBezTo>
                <a:cubicBezTo>
                  <a:pt x="1630888" y="158949"/>
                  <a:pt x="1638404" y="161913"/>
                  <a:pt x="1638404" y="170121"/>
                </a:cubicBezTo>
                <a:cubicBezTo>
                  <a:pt x="1638404" y="183347"/>
                  <a:pt x="1621095" y="192237"/>
                  <a:pt x="1595358" y="192237"/>
                </a:cubicBezTo>
                <a:cubicBezTo>
                  <a:pt x="1575317" y="192237"/>
                  <a:pt x="1562108" y="185627"/>
                  <a:pt x="1562108" y="175594"/>
                </a:cubicBezTo>
                <a:cubicBezTo>
                  <a:pt x="1562108" y="170350"/>
                  <a:pt x="1563703" y="167386"/>
                  <a:pt x="1573267" y="155984"/>
                </a:cubicBezTo>
                <a:moveTo>
                  <a:pt x="1574406" y="78614"/>
                </a:moveTo>
                <a:cubicBezTo>
                  <a:pt x="1574406" y="65183"/>
                  <a:pt x="1580783" y="57166"/>
                  <a:pt x="1591261" y="57166"/>
                </a:cubicBezTo>
                <a:cubicBezTo>
                  <a:pt x="1598319" y="57166"/>
                  <a:pt x="1604240" y="61082"/>
                  <a:pt x="1607886" y="67914"/>
                </a:cubicBezTo>
                <a:cubicBezTo>
                  <a:pt x="1611983" y="75883"/>
                  <a:pt x="1614718" y="86357"/>
                  <a:pt x="1614718" y="95236"/>
                </a:cubicBezTo>
                <a:cubicBezTo>
                  <a:pt x="1614718" y="107982"/>
                  <a:pt x="1608112" y="115951"/>
                  <a:pt x="1597638" y="115951"/>
                </a:cubicBezTo>
                <a:cubicBezTo>
                  <a:pt x="1583973" y="115951"/>
                  <a:pt x="1574406" y="101154"/>
                  <a:pt x="1574406" y="79299"/>
                </a:cubicBezTo>
                <a:lnTo>
                  <a:pt x="1574406" y="78614"/>
                </a:lnTo>
                <a:close/>
                <a:moveTo>
                  <a:pt x="1791447" y="53010"/>
                </a:moveTo>
                <a:lnTo>
                  <a:pt x="1768445" y="53010"/>
                </a:lnTo>
                <a:lnTo>
                  <a:pt x="1768445" y="26592"/>
                </a:lnTo>
                <a:cubicBezTo>
                  <a:pt x="1768445" y="24315"/>
                  <a:pt x="1768219" y="23631"/>
                  <a:pt x="1766850" y="23631"/>
                </a:cubicBezTo>
                <a:cubicBezTo>
                  <a:pt x="1765259" y="25681"/>
                  <a:pt x="1763889" y="27731"/>
                  <a:pt x="1762298" y="30008"/>
                </a:cubicBezTo>
                <a:cubicBezTo>
                  <a:pt x="1753641" y="42536"/>
                  <a:pt x="1743848" y="53468"/>
                  <a:pt x="1740206" y="54379"/>
                </a:cubicBezTo>
                <a:cubicBezTo>
                  <a:pt x="1737701" y="55970"/>
                  <a:pt x="1736332" y="57565"/>
                  <a:pt x="1736332" y="58705"/>
                </a:cubicBezTo>
                <a:cubicBezTo>
                  <a:pt x="1736332" y="59390"/>
                  <a:pt x="1736561" y="59845"/>
                  <a:pt x="1737246" y="60300"/>
                </a:cubicBezTo>
                <a:lnTo>
                  <a:pt x="1749315" y="60300"/>
                </a:lnTo>
                <a:lnTo>
                  <a:pt x="1749315" y="128844"/>
                </a:lnTo>
                <a:cubicBezTo>
                  <a:pt x="1749315" y="147971"/>
                  <a:pt x="1756147" y="157764"/>
                  <a:pt x="1769585" y="157764"/>
                </a:cubicBezTo>
                <a:cubicBezTo>
                  <a:pt x="1780744" y="157764"/>
                  <a:pt x="1789397" y="152301"/>
                  <a:pt x="1796914" y="140457"/>
                </a:cubicBezTo>
                <a:lnTo>
                  <a:pt x="1793953" y="137952"/>
                </a:lnTo>
                <a:cubicBezTo>
                  <a:pt x="1789171" y="143644"/>
                  <a:pt x="1785300" y="145924"/>
                  <a:pt x="1780289" y="145924"/>
                </a:cubicBezTo>
                <a:cubicBezTo>
                  <a:pt x="1771861" y="145924"/>
                  <a:pt x="1768445" y="139773"/>
                  <a:pt x="1768445" y="125428"/>
                </a:cubicBezTo>
                <a:lnTo>
                  <a:pt x="1768445" y="60300"/>
                </a:lnTo>
                <a:lnTo>
                  <a:pt x="1791447" y="60300"/>
                </a:lnTo>
                <a:lnTo>
                  <a:pt x="1791447" y="53010"/>
                </a:lnTo>
                <a:close/>
                <a:moveTo>
                  <a:pt x="1798279" y="66729"/>
                </a:moveTo>
                <a:cubicBezTo>
                  <a:pt x="1801469" y="66045"/>
                  <a:pt x="1803520" y="65815"/>
                  <a:pt x="1806251" y="65815"/>
                </a:cubicBezTo>
                <a:cubicBezTo>
                  <a:pt x="1811943" y="65815"/>
                  <a:pt x="1813994" y="69461"/>
                  <a:pt x="1813994" y="79480"/>
                </a:cubicBezTo>
                <a:lnTo>
                  <a:pt x="1813994" y="136412"/>
                </a:lnTo>
                <a:cubicBezTo>
                  <a:pt x="1813994" y="147797"/>
                  <a:pt x="1812399" y="149392"/>
                  <a:pt x="1797824" y="152123"/>
                </a:cubicBezTo>
                <a:lnTo>
                  <a:pt x="1797824" y="155540"/>
                </a:lnTo>
                <a:lnTo>
                  <a:pt x="1852484" y="155540"/>
                </a:lnTo>
                <a:lnTo>
                  <a:pt x="1852484" y="152123"/>
                </a:lnTo>
                <a:cubicBezTo>
                  <a:pt x="1836996" y="151442"/>
                  <a:pt x="1833124" y="148026"/>
                  <a:pt x="1833124" y="135047"/>
                </a:cubicBezTo>
                <a:lnTo>
                  <a:pt x="1833124" y="83806"/>
                </a:lnTo>
                <a:cubicBezTo>
                  <a:pt x="1833124" y="76519"/>
                  <a:pt x="1842917" y="65134"/>
                  <a:pt x="1849068" y="65134"/>
                </a:cubicBezTo>
                <a:cubicBezTo>
                  <a:pt x="1850434" y="65134"/>
                  <a:pt x="1852484" y="66274"/>
                  <a:pt x="1854990" y="68550"/>
                </a:cubicBezTo>
                <a:cubicBezTo>
                  <a:pt x="1858632" y="71737"/>
                  <a:pt x="1861137" y="73103"/>
                  <a:pt x="1864098" y="73103"/>
                </a:cubicBezTo>
                <a:cubicBezTo>
                  <a:pt x="1869564" y="73103"/>
                  <a:pt x="1872981" y="69231"/>
                  <a:pt x="1872981" y="62858"/>
                </a:cubicBezTo>
                <a:cubicBezTo>
                  <a:pt x="1872981" y="55341"/>
                  <a:pt x="1868199" y="50785"/>
                  <a:pt x="1860456" y="50785"/>
                </a:cubicBezTo>
                <a:cubicBezTo>
                  <a:pt x="1850889" y="50785"/>
                  <a:pt x="1844286" y="56026"/>
                  <a:pt x="1833124" y="72192"/>
                </a:cubicBezTo>
                <a:lnTo>
                  <a:pt x="1833124" y="51244"/>
                </a:lnTo>
                <a:lnTo>
                  <a:pt x="1831988" y="50785"/>
                </a:lnTo>
                <a:cubicBezTo>
                  <a:pt x="1819915" y="55797"/>
                  <a:pt x="1811718" y="58757"/>
                  <a:pt x="1798279" y="63084"/>
                </a:cubicBezTo>
                <a:lnTo>
                  <a:pt x="1798279" y="66729"/>
                </a:lnTo>
                <a:close/>
                <a:moveTo>
                  <a:pt x="1973187" y="140461"/>
                </a:moveTo>
                <a:cubicBezTo>
                  <a:pt x="1969316" y="143644"/>
                  <a:pt x="1966584" y="144784"/>
                  <a:pt x="1963168" y="144784"/>
                </a:cubicBezTo>
                <a:cubicBezTo>
                  <a:pt x="1957931" y="144784"/>
                  <a:pt x="1956336" y="141597"/>
                  <a:pt x="1956336" y="131586"/>
                </a:cubicBezTo>
                <a:lnTo>
                  <a:pt x="1956336" y="87205"/>
                </a:lnTo>
                <a:cubicBezTo>
                  <a:pt x="1956336" y="75368"/>
                  <a:pt x="1955196" y="68769"/>
                  <a:pt x="1951780" y="63306"/>
                </a:cubicBezTo>
                <a:cubicBezTo>
                  <a:pt x="1946769" y="55115"/>
                  <a:pt x="1936976" y="50785"/>
                  <a:pt x="1923541" y="50785"/>
                </a:cubicBezTo>
                <a:cubicBezTo>
                  <a:pt x="1902131" y="50785"/>
                  <a:pt x="1885280" y="61941"/>
                  <a:pt x="1885280" y="76279"/>
                </a:cubicBezTo>
                <a:cubicBezTo>
                  <a:pt x="1885280" y="81516"/>
                  <a:pt x="1889833" y="86065"/>
                  <a:pt x="1895073" y="86065"/>
                </a:cubicBezTo>
                <a:cubicBezTo>
                  <a:pt x="1900536" y="86065"/>
                  <a:pt x="1905321" y="81516"/>
                  <a:pt x="1905321" y="76508"/>
                </a:cubicBezTo>
                <a:cubicBezTo>
                  <a:pt x="1905321" y="75598"/>
                  <a:pt x="1905092" y="74458"/>
                  <a:pt x="1904866" y="72866"/>
                </a:cubicBezTo>
                <a:cubicBezTo>
                  <a:pt x="1904411" y="70820"/>
                  <a:pt x="1904182" y="68999"/>
                  <a:pt x="1904182" y="67403"/>
                </a:cubicBezTo>
                <a:cubicBezTo>
                  <a:pt x="1904182" y="61259"/>
                  <a:pt x="1911469" y="56252"/>
                  <a:pt x="1920581" y="56252"/>
                </a:cubicBezTo>
                <a:cubicBezTo>
                  <a:pt x="1931739" y="56252"/>
                  <a:pt x="1937887" y="62851"/>
                  <a:pt x="1937887" y="75143"/>
                </a:cubicBezTo>
                <a:lnTo>
                  <a:pt x="1937887" y="89026"/>
                </a:lnTo>
                <a:cubicBezTo>
                  <a:pt x="1902816" y="103135"/>
                  <a:pt x="1898945" y="104956"/>
                  <a:pt x="1889152" y="113605"/>
                </a:cubicBezTo>
                <a:cubicBezTo>
                  <a:pt x="1884141" y="118158"/>
                  <a:pt x="1880950" y="125893"/>
                  <a:pt x="1880950" y="133403"/>
                </a:cubicBezTo>
                <a:cubicBezTo>
                  <a:pt x="1880950" y="147745"/>
                  <a:pt x="1890973" y="157764"/>
                  <a:pt x="1904866" y="157764"/>
                </a:cubicBezTo>
                <a:cubicBezTo>
                  <a:pt x="1914885" y="157764"/>
                  <a:pt x="1924223" y="152982"/>
                  <a:pt x="1938116" y="141139"/>
                </a:cubicBezTo>
                <a:cubicBezTo>
                  <a:pt x="1939256" y="152982"/>
                  <a:pt x="1943353" y="157764"/>
                  <a:pt x="1952691" y="157764"/>
                </a:cubicBezTo>
                <a:cubicBezTo>
                  <a:pt x="1960433" y="157764"/>
                  <a:pt x="1965219" y="155032"/>
                  <a:pt x="1973187" y="146379"/>
                </a:cubicBezTo>
                <a:lnTo>
                  <a:pt x="1973187" y="140461"/>
                </a:lnTo>
                <a:moveTo>
                  <a:pt x="1937887" y="127474"/>
                </a:moveTo>
                <a:cubicBezTo>
                  <a:pt x="1937887" y="134536"/>
                  <a:pt x="1936750" y="136586"/>
                  <a:pt x="1931965" y="139318"/>
                </a:cubicBezTo>
                <a:cubicBezTo>
                  <a:pt x="1926502" y="142508"/>
                  <a:pt x="1920125" y="144555"/>
                  <a:pt x="1915340" y="144555"/>
                </a:cubicBezTo>
                <a:cubicBezTo>
                  <a:pt x="1907372" y="144555"/>
                  <a:pt x="1900995" y="136812"/>
                  <a:pt x="1900995" y="127019"/>
                </a:cubicBezTo>
                <a:lnTo>
                  <a:pt x="1900995" y="126109"/>
                </a:lnTo>
                <a:cubicBezTo>
                  <a:pt x="1900995" y="112670"/>
                  <a:pt x="1910329" y="104473"/>
                  <a:pt x="1937887" y="94450"/>
                </a:cubicBezTo>
                <a:lnTo>
                  <a:pt x="1937887" y="127474"/>
                </a:lnTo>
                <a:close/>
                <a:moveTo>
                  <a:pt x="2064287" y="119975"/>
                </a:moveTo>
                <a:cubicBezTo>
                  <a:pt x="2053355" y="135905"/>
                  <a:pt x="2045157" y="141368"/>
                  <a:pt x="2032174" y="141368"/>
                </a:cubicBezTo>
                <a:cubicBezTo>
                  <a:pt x="2011448" y="141368"/>
                  <a:pt x="1996874" y="123162"/>
                  <a:pt x="1996874" y="96991"/>
                </a:cubicBezTo>
                <a:cubicBezTo>
                  <a:pt x="1996874" y="73551"/>
                  <a:pt x="2009401" y="57392"/>
                  <a:pt x="2027847" y="57392"/>
                </a:cubicBezTo>
                <a:cubicBezTo>
                  <a:pt x="2036045" y="57392"/>
                  <a:pt x="2039006" y="59894"/>
                  <a:pt x="2041286" y="68314"/>
                </a:cubicBezTo>
                <a:lnTo>
                  <a:pt x="2042651" y="73322"/>
                </a:lnTo>
                <a:cubicBezTo>
                  <a:pt x="2044472" y="79695"/>
                  <a:pt x="2048573" y="83792"/>
                  <a:pt x="2053355" y="83792"/>
                </a:cubicBezTo>
                <a:cubicBezTo>
                  <a:pt x="2059276" y="83792"/>
                  <a:pt x="2064287" y="79466"/>
                  <a:pt x="2064287" y="74232"/>
                </a:cubicBezTo>
                <a:cubicBezTo>
                  <a:pt x="2064287" y="61489"/>
                  <a:pt x="2048344" y="50785"/>
                  <a:pt x="2029213" y="50785"/>
                </a:cubicBezTo>
                <a:cubicBezTo>
                  <a:pt x="2018054" y="50785"/>
                  <a:pt x="2006441" y="55341"/>
                  <a:pt x="1997103" y="63536"/>
                </a:cubicBezTo>
                <a:cubicBezTo>
                  <a:pt x="1985715" y="73551"/>
                  <a:pt x="1979338" y="89026"/>
                  <a:pt x="1979338" y="107002"/>
                </a:cubicBezTo>
                <a:cubicBezTo>
                  <a:pt x="1979338" y="136590"/>
                  <a:pt x="1997329" y="157764"/>
                  <a:pt x="2022610" y="157764"/>
                </a:cubicBezTo>
                <a:cubicBezTo>
                  <a:pt x="2032858" y="157764"/>
                  <a:pt x="2041967" y="154122"/>
                  <a:pt x="2050168" y="147060"/>
                </a:cubicBezTo>
                <a:cubicBezTo>
                  <a:pt x="2056316" y="141594"/>
                  <a:pt x="2060642" y="135450"/>
                  <a:pt x="2067474" y="122022"/>
                </a:cubicBezTo>
                <a:lnTo>
                  <a:pt x="2064287" y="119975"/>
                </a:lnTo>
                <a:close/>
                <a:moveTo>
                  <a:pt x="2167683" y="118126"/>
                </a:moveTo>
                <a:cubicBezTo>
                  <a:pt x="2156754" y="135443"/>
                  <a:pt x="2146957" y="142053"/>
                  <a:pt x="2132383" y="142053"/>
                </a:cubicBezTo>
                <a:cubicBezTo>
                  <a:pt x="2119403" y="142053"/>
                  <a:pt x="2109610" y="135443"/>
                  <a:pt x="2103004" y="122456"/>
                </a:cubicBezTo>
                <a:cubicBezTo>
                  <a:pt x="2098903" y="113796"/>
                  <a:pt x="2097312" y="106276"/>
                  <a:pt x="2096856" y="92376"/>
                </a:cubicBezTo>
                <a:lnTo>
                  <a:pt x="2167002" y="92376"/>
                </a:lnTo>
                <a:cubicBezTo>
                  <a:pt x="2165177" y="77599"/>
                  <a:pt x="2162901" y="71018"/>
                  <a:pt x="2157209" y="63755"/>
                </a:cubicBezTo>
                <a:cubicBezTo>
                  <a:pt x="2150373" y="55571"/>
                  <a:pt x="2139899" y="50785"/>
                  <a:pt x="2128056" y="50785"/>
                </a:cubicBezTo>
                <a:cubicBezTo>
                  <a:pt x="2116668" y="50785"/>
                  <a:pt x="2105965" y="54886"/>
                  <a:pt x="2097312" y="62618"/>
                </a:cubicBezTo>
                <a:cubicBezTo>
                  <a:pt x="2086605" y="71925"/>
                  <a:pt x="2080457" y="88049"/>
                  <a:pt x="2080457" y="106731"/>
                </a:cubicBezTo>
                <a:cubicBezTo>
                  <a:pt x="2080457" y="138178"/>
                  <a:pt x="2096856" y="157764"/>
                  <a:pt x="2123045" y="157764"/>
                </a:cubicBezTo>
                <a:cubicBezTo>
                  <a:pt x="2144681" y="157764"/>
                  <a:pt x="2161761" y="144329"/>
                  <a:pt x="2171328" y="119721"/>
                </a:cubicBezTo>
                <a:lnTo>
                  <a:pt x="2167683" y="118126"/>
                </a:lnTo>
                <a:moveTo>
                  <a:pt x="2097312" y="85088"/>
                </a:moveTo>
                <a:cubicBezTo>
                  <a:pt x="2099814" y="67386"/>
                  <a:pt x="2107560" y="58987"/>
                  <a:pt x="2121450" y="58987"/>
                </a:cubicBezTo>
                <a:cubicBezTo>
                  <a:pt x="2135343" y="58987"/>
                  <a:pt x="2140810" y="65343"/>
                  <a:pt x="2143771" y="85088"/>
                </a:cubicBezTo>
                <a:lnTo>
                  <a:pt x="2097312" y="85088"/>
                </a:lnTo>
                <a:close/>
                <a:moveTo>
                  <a:pt x="2312532" y="50785"/>
                </a:moveTo>
                <a:cubicBezTo>
                  <a:pt x="2282923" y="50785"/>
                  <a:pt x="2262198" y="72640"/>
                  <a:pt x="2262198" y="104049"/>
                </a:cubicBezTo>
                <a:cubicBezTo>
                  <a:pt x="2262198" y="134772"/>
                  <a:pt x="2283379" y="157764"/>
                  <a:pt x="2312073" y="157764"/>
                </a:cubicBezTo>
                <a:cubicBezTo>
                  <a:pt x="2340770" y="157764"/>
                  <a:pt x="2362632" y="133636"/>
                  <a:pt x="2362632" y="102228"/>
                </a:cubicBezTo>
                <a:cubicBezTo>
                  <a:pt x="2362632" y="72411"/>
                  <a:pt x="2341681" y="50785"/>
                  <a:pt x="2312532" y="50785"/>
                </a:cubicBezTo>
                <a:moveTo>
                  <a:pt x="2309571" y="57166"/>
                </a:moveTo>
                <a:cubicBezTo>
                  <a:pt x="2328701" y="57166"/>
                  <a:pt x="2342136" y="79014"/>
                  <a:pt x="2342136" y="110193"/>
                </a:cubicBezTo>
                <a:cubicBezTo>
                  <a:pt x="2342136" y="135912"/>
                  <a:pt x="2331888" y="151387"/>
                  <a:pt x="2314808" y="151387"/>
                </a:cubicBezTo>
                <a:cubicBezTo>
                  <a:pt x="2305925" y="151387"/>
                  <a:pt x="2297498" y="145927"/>
                  <a:pt x="2292716" y="136823"/>
                </a:cubicBezTo>
                <a:cubicBezTo>
                  <a:pt x="2286340" y="124986"/>
                  <a:pt x="2282694" y="109056"/>
                  <a:pt x="2282694" y="92897"/>
                </a:cubicBezTo>
                <a:cubicBezTo>
                  <a:pt x="2282694" y="71275"/>
                  <a:pt x="2293397" y="57166"/>
                  <a:pt x="2309571" y="57166"/>
                </a:cubicBezTo>
                <a:close/>
                <a:moveTo>
                  <a:pt x="2439839" y="53010"/>
                </a:moveTo>
                <a:lnTo>
                  <a:pt x="2411826" y="53010"/>
                </a:lnTo>
                <a:lnTo>
                  <a:pt x="2411826" y="26668"/>
                </a:lnTo>
                <a:cubicBezTo>
                  <a:pt x="2411826" y="13494"/>
                  <a:pt x="2416153" y="6457"/>
                  <a:pt x="2424809" y="6457"/>
                </a:cubicBezTo>
                <a:cubicBezTo>
                  <a:pt x="2429591" y="6457"/>
                  <a:pt x="2432781" y="8726"/>
                  <a:pt x="2436878" y="15311"/>
                </a:cubicBezTo>
                <a:cubicBezTo>
                  <a:pt x="2440524" y="21216"/>
                  <a:pt x="2443255" y="23488"/>
                  <a:pt x="2447126" y="23488"/>
                </a:cubicBezTo>
                <a:cubicBezTo>
                  <a:pt x="2452367" y="23488"/>
                  <a:pt x="2456693" y="19398"/>
                  <a:pt x="2456693" y="14175"/>
                </a:cubicBezTo>
                <a:cubicBezTo>
                  <a:pt x="2456693" y="5998"/>
                  <a:pt x="2446671" y="76"/>
                  <a:pt x="2433007" y="76"/>
                </a:cubicBezTo>
                <a:cubicBezTo>
                  <a:pt x="2418888" y="76"/>
                  <a:pt x="2406815" y="6227"/>
                  <a:pt x="2400893" y="16674"/>
                </a:cubicBezTo>
                <a:cubicBezTo>
                  <a:pt x="2394975" y="26668"/>
                  <a:pt x="2393151" y="34842"/>
                  <a:pt x="2392925" y="53010"/>
                </a:cubicBezTo>
                <a:lnTo>
                  <a:pt x="2374250" y="53010"/>
                </a:lnTo>
                <a:lnTo>
                  <a:pt x="2374250" y="60300"/>
                </a:lnTo>
                <a:lnTo>
                  <a:pt x="2392925" y="60300"/>
                </a:lnTo>
                <a:lnTo>
                  <a:pt x="2392925" y="131846"/>
                </a:lnTo>
                <a:cubicBezTo>
                  <a:pt x="2392925" y="148478"/>
                  <a:pt x="2390419" y="151213"/>
                  <a:pt x="2374020" y="152123"/>
                </a:cubicBezTo>
                <a:lnTo>
                  <a:pt x="2374020" y="155540"/>
                </a:lnTo>
                <a:lnTo>
                  <a:pt x="2433236" y="155540"/>
                </a:lnTo>
                <a:lnTo>
                  <a:pt x="2433236" y="152123"/>
                </a:lnTo>
                <a:cubicBezTo>
                  <a:pt x="2414561" y="151442"/>
                  <a:pt x="2412055" y="148937"/>
                  <a:pt x="2412055" y="131846"/>
                </a:cubicBezTo>
                <a:lnTo>
                  <a:pt x="2412055" y="60300"/>
                </a:lnTo>
                <a:lnTo>
                  <a:pt x="2439839" y="60300"/>
                </a:lnTo>
                <a:lnTo>
                  <a:pt x="2439839" y="53010"/>
                </a:lnTo>
                <a:close/>
                <a:moveTo>
                  <a:pt x="2686489" y="74910"/>
                </a:moveTo>
                <a:lnTo>
                  <a:pt x="2628413" y="74910"/>
                </a:lnTo>
                <a:lnTo>
                  <a:pt x="2628413" y="79007"/>
                </a:lnTo>
                <a:cubicBezTo>
                  <a:pt x="2638206" y="79688"/>
                  <a:pt x="2640938" y="80373"/>
                  <a:pt x="2643672" y="82194"/>
                </a:cubicBezTo>
                <a:cubicBezTo>
                  <a:pt x="2647089" y="84240"/>
                  <a:pt x="2648454" y="89474"/>
                  <a:pt x="2648454" y="99260"/>
                </a:cubicBezTo>
                <a:lnTo>
                  <a:pt x="2648454" y="136121"/>
                </a:lnTo>
                <a:cubicBezTo>
                  <a:pt x="2648454" y="143401"/>
                  <a:pt x="2634561" y="149545"/>
                  <a:pt x="2618165" y="149545"/>
                </a:cubicBezTo>
                <a:cubicBezTo>
                  <a:pt x="2581040" y="149545"/>
                  <a:pt x="2558268" y="123607"/>
                  <a:pt x="2558268" y="81283"/>
                </a:cubicBezTo>
                <a:cubicBezTo>
                  <a:pt x="2558268" y="59894"/>
                  <a:pt x="2564645" y="39185"/>
                  <a:pt x="2574664" y="28037"/>
                </a:cubicBezTo>
                <a:cubicBezTo>
                  <a:pt x="2584686" y="16889"/>
                  <a:pt x="2598805" y="10745"/>
                  <a:pt x="2614294" y="10745"/>
                </a:cubicBezTo>
                <a:cubicBezTo>
                  <a:pt x="2627048" y="10745"/>
                  <a:pt x="2638206" y="15068"/>
                  <a:pt x="2647089" y="23259"/>
                </a:cubicBezTo>
                <a:cubicBezTo>
                  <a:pt x="2653921" y="29629"/>
                  <a:pt x="2657566" y="35773"/>
                  <a:pt x="2663258" y="49653"/>
                </a:cubicBezTo>
                <a:lnTo>
                  <a:pt x="2668495" y="49653"/>
                </a:lnTo>
                <a:lnTo>
                  <a:pt x="2666674" y="1633"/>
                </a:lnTo>
                <a:lnTo>
                  <a:pt x="2661663" y="1633"/>
                </a:lnTo>
                <a:cubicBezTo>
                  <a:pt x="2660297" y="5963"/>
                  <a:pt x="2656197" y="9150"/>
                  <a:pt x="2651415" y="9150"/>
                </a:cubicBezTo>
                <a:cubicBezTo>
                  <a:pt x="2649139" y="9150"/>
                  <a:pt x="2645493" y="8469"/>
                  <a:pt x="2641393" y="6874"/>
                </a:cubicBezTo>
                <a:cubicBezTo>
                  <a:pt x="2631145" y="3458"/>
                  <a:pt x="2620671" y="1633"/>
                  <a:pt x="2610423" y="1633"/>
                </a:cubicBezTo>
                <a:cubicBezTo>
                  <a:pt x="2564871" y="1633"/>
                  <a:pt x="2532305" y="35092"/>
                  <a:pt x="2532305" y="81509"/>
                </a:cubicBezTo>
                <a:cubicBezTo>
                  <a:pt x="2532305" y="103809"/>
                  <a:pt x="2538453" y="120875"/>
                  <a:pt x="2551206" y="134300"/>
                </a:cubicBezTo>
                <a:cubicBezTo>
                  <a:pt x="2566466" y="150000"/>
                  <a:pt x="2588331" y="158653"/>
                  <a:pt x="2613383" y="158653"/>
                </a:cubicBezTo>
                <a:cubicBezTo>
                  <a:pt x="2632969" y="158653"/>
                  <a:pt x="2661437" y="150685"/>
                  <a:pt x="2670546" y="142720"/>
                </a:cubicBezTo>
                <a:lnTo>
                  <a:pt x="2670546" y="96528"/>
                </a:lnTo>
                <a:cubicBezTo>
                  <a:pt x="2670546" y="83104"/>
                  <a:pt x="2673281" y="80143"/>
                  <a:pt x="2686489" y="79007"/>
                </a:cubicBezTo>
                <a:lnTo>
                  <a:pt x="2686489" y="74910"/>
                </a:lnTo>
                <a:close/>
                <a:moveTo>
                  <a:pt x="2828601" y="38216"/>
                </a:moveTo>
                <a:cubicBezTo>
                  <a:pt x="2828601" y="14995"/>
                  <a:pt x="2831336" y="11353"/>
                  <a:pt x="2850008" y="9077"/>
                </a:cubicBezTo>
                <a:lnTo>
                  <a:pt x="2850008" y="4747"/>
                </a:lnTo>
                <a:lnTo>
                  <a:pt x="2797172" y="4747"/>
                </a:lnTo>
                <a:lnTo>
                  <a:pt x="2797172" y="9077"/>
                </a:lnTo>
                <a:cubicBezTo>
                  <a:pt x="2814937" y="10443"/>
                  <a:pt x="2818579" y="15450"/>
                  <a:pt x="2818579" y="38216"/>
                </a:cubicBezTo>
                <a:lnTo>
                  <a:pt x="2818579" y="99687"/>
                </a:lnTo>
                <a:cubicBezTo>
                  <a:pt x="2818579" y="115169"/>
                  <a:pt x="2816987" y="123819"/>
                  <a:pt x="2813342" y="130647"/>
                </a:cubicBezTo>
                <a:cubicBezTo>
                  <a:pt x="2807194" y="141576"/>
                  <a:pt x="2792616" y="148634"/>
                  <a:pt x="2775536" y="148634"/>
                </a:cubicBezTo>
                <a:cubicBezTo>
                  <a:pt x="2759366" y="148634"/>
                  <a:pt x="2748208" y="143172"/>
                  <a:pt x="2742057" y="132472"/>
                </a:cubicBezTo>
                <a:cubicBezTo>
                  <a:pt x="2737959" y="125184"/>
                  <a:pt x="2736364" y="116761"/>
                  <a:pt x="2736364" y="102419"/>
                </a:cubicBezTo>
                <a:lnTo>
                  <a:pt x="2736364" y="29566"/>
                </a:lnTo>
                <a:cubicBezTo>
                  <a:pt x="2736364" y="13174"/>
                  <a:pt x="2738870" y="10669"/>
                  <a:pt x="2757090" y="9077"/>
                </a:cubicBezTo>
                <a:lnTo>
                  <a:pt x="2757090" y="4747"/>
                </a:lnTo>
                <a:lnTo>
                  <a:pt x="2692637" y="4747"/>
                </a:lnTo>
                <a:lnTo>
                  <a:pt x="2692637" y="9077"/>
                </a:lnTo>
                <a:cubicBezTo>
                  <a:pt x="2710628" y="10443"/>
                  <a:pt x="2713133" y="12945"/>
                  <a:pt x="2713133" y="29566"/>
                </a:cubicBezTo>
                <a:lnTo>
                  <a:pt x="2713133" y="100598"/>
                </a:lnTo>
                <a:cubicBezTo>
                  <a:pt x="2713133" y="139981"/>
                  <a:pt x="2731583" y="158653"/>
                  <a:pt x="2770299" y="158653"/>
                </a:cubicBezTo>
                <a:cubicBezTo>
                  <a:pt x="2795122" y="158653"/>
                  <a:pt x="2812202" y="150685"/>
                  <a:pt x="2821084" y="135203"/>
                </a:cubicBezTo>
                <a:cubicBezTo>
                  <a:pt x="2826551" y="125640"/>
                  <a:pt x="2828601" y="115169"/>
                  <a:pt x="2828601" y="97637"/>
                </a:cubicBezTo>
                <a:lnTo>
                  <a:pt x="2828601" y="38216"/>
                </a:lnTo>
                <a:close/>
                <a:moveTo>
                  <a:pt x="2880071" y="130713"/>
                </a:moveTo>
                <a:cubicBezTo>
                  <a:pt x="2880071" y="147797"/>
                  <a:pt x="2877110" y="150532"/>
                  <a:pt x="2857980" y="151213"/>
                </a:cubicBezTo>
                <a:lnTo>
                  <a:pt x="2857980" y="155540"/>
                </a:lnTo>
                <a:lnTo>
                  <a:pt x="2925619" y="155540"/>
                </a:lnTo>
                <a:lnTo>
                  <a:pt x="2925619" y="151213"/>
                </a:lnTo>
                <a:cubicBezTo>
                  <a:pt x="2906944" y="150532"/>
                  <a:pt x="2903302" y="147342"/>
                  <a:pt x="2903302" y="130713"/>
                </a:cubicBezTo>
                <a:lnTo>
                  <a:pt x="2903302" y="29577"/>
                </a:lnTo>
                <a:cubicBezTo>
                  <a:pt x="2903302" y="12948"/>
                  <a:pt x="2906489" y="9988"/>
                  <a:pt x="2925619" y="9077"/>
                </a:cubicBezTo>
                <a:lnTo>
                  <a:pt x="2925619" y="4747"/>
                </a:lnTo>
                <a:lnTo>
                  <a:pt x="2857980" y="4747"/>
                </a:lnTo>
                <a:lnTo>
                  <a:pt x="2857980" y="9077"/>
                </a:lnTo>
                <a:cubicBezTo>
                  <a:pt x="2877340" y="10213"/>
                  <a:pt x="2880071" y="12719"/>
                  <a:pt x="2880071" y="29577"/>
                </a:cubicBezTo>
                <a:lnTo>
                  <a:pt x="2880071" y="130713"/>
                </a:lnTo>
                <a:close/>
                <a:moveTo>
                  <a:pt x="3079805" y="151213"/>
                </a:moveTo>
                <a:cubicBezTo>
                  <a:pt x="3071149" y="150532"/>
                  <a:pt x="3066596" y="148252"/>
                  <a:pt x="3059990" y="140510"/>
                </a:cubicBezTo>
                <a:lnTo>
                  <a:pt x="3013076" y="82878"/>
                </a:lnTo>
                <a:cubicBezTo>
                  <a:pt x="3028335" y="79917"/>
                  <a:pt x="3035167" y="77182"/>
                  <a:pt x="3042680" y="71032"/>
                </a:cubicBezTo>
                <a:cubicBezTo>
                  <a:pt x="3049971" y="65110"/>
                  <a:pt x="3054298" y="55543"/>
                  <a:pt x="3054298" y="44836"/>
                </a:cubicBezTo>
                <a:cubicBezTo>
                  <a:pt x="3054298" y="35043"/>
                  <a:pt x="3051337" y="26616"/>
                  <a:pt x="3045415" y="20010"/>
                </a:cubicBezTo>
                <a:cubicBezTo>
                  <a:pt x="3036759" y="10669"/>
                  <a:pt x="3017858" y="4747"/>
                  <a:pt x="2996451" y="4747"/>
                </a:cubicBezTo>
                <a:lnTo>
                  <a:pt x="2933593" y="4747"/>
                </a:lnTo>
                <a:lnTo>
                  <a:pt x="2933593" y="9077"/>
                </a:lnTo>
                <a:cubicBezTo>
                  <a:pt x="2950673" y="10898"/>
                  <a:pt x="2952949" y="13404"/>
                  <a:pt x="2952949" y="29577"/>
                </a:cubicBezTo>
                <a:lnTo>
                  <a:pt x="2952949" y="128208"/>
                </a:lnTo>
                <a:cubicBezTo>
                  <a:pt x="2952949" y="147112"/>
                  <a:pt x="2950673" y="149847"/>
                  <a:pt x="2933593" y="151213"/>
                </a:cubicBezTo>
                <a:lnTo>
                  <a:pt x="2933593" y="155540"/>
                </a:lnTo>
                <a:lnTo>
                  <a:pt x="2996677" y="155540"/>
                </a:lnTo>
                <a:lnTo>
                  <a:pt x="2996677" y="151213"/>
                </a:lnTo>
                <a:cubicBezTo>
                  <a:pt x="2979141" y="150077"/>
                  <a:pt x="2976181" y="147112"/>
                  <a:pt x="2976181" y="130713"/>
                </a:cubicBezTo>
                <a:lnTo>
                  <a:pt x="2976181" y="85839"/>
                </a:lnTo>
                <a:lnTo>
                  <a:pt x="2988934" y="85384"/>
                </a:lnTo>
                <a:lnTo>
                  <a:pt x="3043136" y="155540"/>
                </a:lnTo>
                <a:lnTo>
                  <a:pt x="3079805" y="155540"/>
                </a:lnTo>
                <a:lnTo>
                  <a:pt x="3079805" y="151213"/>
                </a:lnTo>
                <a:moveTo>
                  <a:pt x="2976181" y="21375"/>
                </a:moveTo>
                <a:cubicBezTo>
                  <a:pt x="2976181" y="14999"/>
                  <a:pt x="2978686" y="13174"/>
                  <a:pt x="2987794" y="13174"/>
                </a:cubicBezTo>
                <a:cubicBezTo>
                  <a:pt x="3016263" y="13174"/>
                  <a:pt x="3029472" y="22967"/>
                  <a:pt x="3029472" y="44377"/>
                </a:cubicBezTo>
                <a:cubicBezTo>
                  <a:pt x="3029472" y="55765"/>
                  <a:pt x="3024690" y="65329"/>
                  <a:pt x="3016492" y="69655"/>
                </a:cubicBezTo>
                <a:cubicBezTo>
                  <a:pt x="3006014" y="75577"/>
                  <a:pt x="2998043" y="76943"/>
                  <a:pt x="2976181" y="77401"/>
                </a:cubicBezTo>
                <a:lnTo>
                  <a:pt x="2976181" y="21375"/>
                </a:lnTo>
                <a:close/>
                <a:moveTo>
                  <a:pt x="3174546" y="118126"/>
                </a:moveTo>
                <a:cubicBezTo>
                  <a:pt x="3163616" y="135443"/>
                  <a:pt x="3153820" y="142053"/>
                  <a:pt x="3139245" y="142053"/>
                </a:cubicBezTo>
                <a:cubicBezTo>
                  <a:pt x="3126266" y="142053"/>
                  <a:pt x="3116473" y="135443"/>
                  <a:pt x="3109867" y="122456"/>
                </a:cubicBezTo>
                <a:cubicBezTo>
                  <a:pt x="3105766" y="113796"/>
                  <a:pt x="3104174" y="106276"/>
                  <a:pt x="3103719" y="92376"/>
                </a:cubicBezTo>
                <a:lnTo>
                  <a:pt x="3173864" y="92376"/>
                </a:lnTo>
                <a:cubicBezTo>
                  <a:pt x="3172040" y="77599"/>
                  <a:pt x="3169764" y="71018"/>
                  <a:pt x="3164072" y="63755"/>
                </a:cubicBezTo>
                <a:cubicBezTo>
                  <a:pt x="3157236" y="55571"/>
                  <a:pt x="3146762" y="50785"/>
                  <a:pt x="3134919" y="50785"/>
                </a:cubicBezTo>
                <a:cubicBezTo>
                  <a:pt x="3123531" y="50785"/>
                  <a:pt x="3112827" y="54886"/>
                  <a:pt x="3104174" y="62618"/>
                </a:cubicBezTo>
                <a:cubicBezTo>
                  <a:pt x="3093468" y="71925"/>
                  <a:pt x="3087320" y="88049"/>
                  <a:pt x="3087320" y="106731"/>
                </a:cubicBezTo>
                <a:cubicBezTo>
                  <a:pt x="3087320" y="138178"/>
                  <a:pt x="3103719" y="157764"/>
                  <a:pt x="3129908" y="157764"/>
                </a:cubicBezTo>
                <a:cubicBezTo>
                  <a:pt x="3151544" y="157764"/>
                  <a:pt x="3168624" y="144329"/>
                  <a:pt x="3178191" y="119721"/>
                </a:cubicBezTo>
                <a:lnTo>
                  <a:pt x="3174546" y="118126"/>
                </a:lnTo>
                <a:moveTo>
                  <a:pt x="3104174" y="85088"/>
                </a:moveTo>
                <a:cubicBezTo>
                  <a:pt x="3106676" y="67386"/>
                  <a:pt x="3114423" y="58987"/>
                  <a:pt x="3128313" y="58987"/>
                </a:cubicBezTo>
                <a:cubicBezTo>
                  <a:pt x="3142206" y="58987"/>
                  <a:pt x="3147672" y="65343"/>
                  <a:pt x="3150633" y="85088"/>
                </a:cubicBezTo>
                <a:lnTo>
                  <a:pt x="3104174" y="85088"/>
                </a:lnTo>
                <a:close/>
                <a:moveTo>
                  <a:pt x="3184794" y="65989"/>
                </a:moveTo>
                <a:cubicBezTo>
                  <a:pt x="3186844" y="65763"/>
                  <a:pt x="3188439" y="65763"/>
                  <a:pt x="3190490" y="65763"/>
                </a:cubicBezTo>
                <a:cubicBezTo>
                  <a:pt x="3198232" y="65763"/>
                  <a:pt x="3199827" y="68039"/>
                  <a:pt x="3199827" y="78743"/>
                </a:cubicBezTo>
                <a:lnTo>
                  <a:pt x="3199827" y="185328"/>
                </a:lnTo>
                <a:cubicBezTo>
                  <a:pt x="3199827" y="197171"/>
                  <a:pt x="3197322" y="199677"/>
                  <a:pt x="3183883" y="201043"/>
                </a:cubicBezTo>
                <a:lnTo>
                  <a:pt x="3183883" y="204914"/>
                </a:lnTo>
                <a:lnTo>
                  <a:pt x="3238999" y="204914"/>
                </a:lnTo>
                <a:lnTo>
                  <a:pt x="3238999" y="200817"/>
                </a:lnTo>
                <a:cubicBezTo>
                  <a:pt x="3221919" y="200588"/>
                  <a:pt x="3218958" y="198082"/>
                  <a:pt x="3218958" y="183733"/>
                </a:cubicBezTo>
                <a:lnTo>
                  <a:pt x="3218958" y="147974"/>
                </a:lnTo>
                <a:cubicBezTo>
                  <a:pt x="3226930" y="155487"/>
                  <a:pt x="3232393" y="157764"/>
                  <a:pt x="3241960" y="157764"/>
                </a:cubicBezTo>
                <a:cubicBezTo>
                  <a:pt x="3268833" y="157764"/>
                  <a:pt x="3289784" y="132270"/>
                  <a:pt x="3289784" y="99270"/>
                </a:cubicBezTo>
                <a:cubicBezTo>
                  <a:pt x="3289784" y="71052"/>
                  <a:pt x="3273844" y="50785"/>
                  <a:pt x="3251752" y="50785"/>
                </a:cubicBezTo>
                <a:cubicBezTo>
                  <a:pt x="3238999" y="50785"/>
                  <a:pt x="3228977" y="56481"/>
                  <a:pt x="3218958" y="68776"/>
                </a:cubicBezTo>
                <a:lnTo>
                  <a:pt x="3218958" y="51244"/>
                </a:lnTo>
                <a:lnTo>
                  <a:pt x="3217592" y="50785"/>
                </a:lnTo>
                <a:cubicBezTo>
                  <a:pt x="3205294" y="55571"/>
                  <a:pt x="3197322" y="58531"/>
                  <a:pt x="3184794" y="62403"/>
                </a:cubicBezTo>
                <a:lnTo>
                  <a:pt x="3184794" y="65989"/>
                </a:lnTo>
                <a:moveTo>
                  <a:pt x="3218958" y="79473"/>
                </a:moveTo>
                <a:cubicBezTo>
                  <a:pt x="3218958" y="72644"/>
                  <a:pt x="3231711" y="64453"/>
                  <a:pt x="3242185" y="64453"/>
                </a:cubicBezTo>
                <a:cubicBezTo>
                  <a:pt x="3259040" y="64453"/>
                  <a:pt x="3270198" y="81749"/>
                  <a:pt x="3270198" y="108149"/>
                </a:cubicBezTo>
                <a:cubicBezTo>
                  <a:pt x="3270198" y="133410"/>
                  <a:pt x="3259040" y="150476"/>
                  <a:pt x="3242644" y="150476"/>
                </a:cubicBezTo>
                <a:cubicBezTo>
                  <a:pt x="3231937" y="150476"/>
                  <a:pt x="3218958" y="142285"/>
                  <a:pt x="3218958" y="135457"/>
                </a:cubicBezTo>
                <a:lnTo>
                  <a:pt x="3218958" y="79473"/>
                </a:lnTo>
                <a:close/>
                <a:moveTo>
                  <a:pt x="3397280" y="140461"/>
                </a:moveTo>
                <a:cubicBezTo>
                  <a:pt x="3393409" y="143644"/>
                  <a:pt x="3390677" y="144784"/>
                  <a:pt x="3387261" y="144784"/>
                </a:cubicBezTo>
                <a:cubicBezTo>
                  <a:pt x="3382024" y="144784"/>
                  <a:pt x="3380429" y="141597"/>
                  <a:pt x="3380429" y="131586"/>
                </a:cubicBezTo>
                <a:lnTo>
                  <a:pt x="3380429" y="87205"/>
                </a:lnTo>
                <a:cubicBezTo>
                  <a:pt x="3380429" y="75368"/>
                  <a:pt x="3379289" y="68769"/>
                  <a:pt x="3375873" y="63306"/>
                </a:cubicBezTo>
                <a:cubicBezTo>
                  <a:pt x="3370862" y="55115"/>
                  <a:pt x="3361069" y="50785"/>
                  <a:pt x="3347635" y="50785"/>
                </a:cubicBezTo>
                <a:cubicBezTo>
                  <a:pt x="3326224" y="50785"/>
                  <a:pt x="3309373" y="61941"/>
                  <a:pt x="3309373" y="76279"/>
                </a:cubicBezTo>
                <a:cubicBezTo>
                  <a:pt x="3309373" y="81516"/>
                  <a:pt x="3313926" y="86065"/>
                  <a:pt x="3319166" y="86065"/>
                </a:cubicBezTo>
                <a:cubicBezTo>
                  <a:pt x="3324629" y="86065"/>
                  <a:pt x="3329415" y="81516"/>
                  <a:pt x="3329415" y="76508"/>
                </a:cubicBezTo>
                <a:cubicBezTo>
                  <a:pt x="3329415" y="75598"/>
                  <a:pt x="3329185" y="74458"/>
                  <a:pt x="3328959" y="72866"/>
                </a:cubicBezTo>
                <a:cubicBezTo>
                  <a:pt x="3328504" y="70820"/>
                  <a:pt x="3328275" y="68999"/>
                  <a:pt x="3328275" y="67403"/>
                </a:cubicBezTo>
                <a:cubicBezTo>
                  <a:pt x="3328275" y="61259"/>
                  <a:pt x="3335562" y="56252"/>
                  <a:pt x="3344674" y="56252"/>
                </a:cubicBezTo>
                <a:cubicBezTo>
                  <a:pt x="3355832" y="56252"/>
                  <a:pt x="3361980" y="62851"/>
                  <a:pt x="3361980" y="75143"/>
                </a:cubicBezTo>
                <a:lnTo>
                  <a:pt x="3361980" y="89026"/>
                </a:lnTo>
                <a:cubicBezTo>
                  <a:pt x="3326909" y="103135"/>
                  <a:pt x="3323038" y="104956"/>
                  <a:pt x="3313245" y="113605"/>
                </a:cubicBezTo>
                <a:cubicBezTo>
                  <a:pt x="3308234" y="118158"/>
                  <a:pt x="3305043" y="125893"/>
                  <a:pt x="3305043" y="133403"/>
                </a:cubicBezTo>
                <a:cubicBezTo>
                  <a:pt x="3305043" y="147745"/>
                  <a:pt x="3315066" y="157764"/>
                  <a:pt x="3328959" y="157764"/>
                </a:cubicBezTo>
                <a:cubicBezTo>
                  <a:pt x="3338978" y="157764"/>
                  <a:pt x="3348316" y="152982"/>
                  <a:pt x="3362209" y="141139"/>
                </a:cubicBezTo>
                <a:cubicBezTo>
                  <a:pt x="3363349" y="152982"/>
                  <a:pt x="3367446" y="157764"/>
                  <a:pt x="3376784" y="157764"/>
                </a:cubicBezTo>
                <a:cubicBezTo>
                  <a:pt x="3384526" y="157764"/>
                  <a:pt x="3389312" y="155032"/>
                  <a:pt x="3397280" y="146379"/>
                </a:cubicBezTo>
                <a:lnTo>
                  <a:pt x="3397280" y="140461"/>
                </a:lnTo>
                <a:moveTo>
                  <a:pt x="3361980" y="127474"/>
                </a:moveTo>
                <a:cubicBezTo>
                  <a:pt x="3361980" y="134536"/>
                  <a:pt x="3360844" y="136586"/>
                  <a:pt x="3356058" y="139318"/>
                </a:cubicBezTo>
                <a:cubicBezTo>
                  <a:pt x="3350595" y="142508"/>
                  <a:pt x="3344219" y="144555"/>
                  <a:pt x="3339433" y="144555"/>
                </a:cubicBezTo>
                <a:cubicBezTo>
                  <a:pt x="3331465" y="144555"/>
                  <a:pt x="3325088" y="136812"/>
                  <a:pt x="3325088" y="127019"/>
                </a:cubicBezTo>
                <a:lnTo>
                  <a:pt x="3325088" y="126109"/>
                </a:lnTo>
                <a:cubicBezTo>
                  <a:pt x="3325088" y="112670"/>
                  <a:pt x="3334422" y="104473"/>
                  <a:pt x="3361980" y="94450"/>
                </a:cubicBezTo>
                <a:lnTo>
                  <a:pt x="3361980" y="127474"/>
                </a:lnTo>
                <a:close/>
                <a:moveTo>
                  <a:pt x="3437591" y="50785"/>
                </a:moveTo>
                <a:lnTo>
                  <a:pt x="3402291" y="63240"/>
                </a:lnTo>
                <a:lnTo>
                  <a:pt x="3402291" y="66660"/>
                </a:lnTo>
                <a:lnTo>
                  <a:pt x="3404116" y="66430"/>
                </a:lnTo>
                <a:cubicBezTo>
                  <a:pt x="3406847" y="65975"/>
                  <a:pt x="3409808" y="65746"/>
                  <a:pt x="3411858" y="65746"/>
                </a:cubicBezTo>
                <a:cubicBezTo>
                  <a:pt x="3417325" y="65746"/>
                  <a:pt x="3419371" y="69391"/>
                  <a:pt x="3419371" y="79420"/>
                </a:cubicBezTo>
                <a:lnTo>
                  <a:pt x="3419371" y="132298"/>
                </a:lnTo>
                <a:cubicBezTo>
                  <a:pt x="3419371" y="148707"/>
                  <a:pt x="3417095" y="151213"/>
                  <a:pt x="3401381" y="152123"/>
                </a:cubicBezTo>
                <a:lnTo>
                  <a:pt x="3401381" y="155540"/>
                </a:lnTo>
                <a:lnTo>
                  <a:pt x="3455356" y="155540"/>
                </a:lnTo>
                <a:lnTo>
                  <a:pt x="3455356" y="152123"/>
                </a:lnTo>
                <a:cubicBezTo>
                  <a:pt x="3440326" y="150987"/>
                  <a:pt x="3438502" y="148707"/>
                  <a:pt x="3438502" y="132298"/>
                </a:cubicBezTo>
                <a:lnTo>
                  <a:pt x="3438502" y="51470"/>
                </a:lnTo>
                <a:lnTo>
                  <a:pt x="3437591" y="50785"/>
                </a:lnTo>
                <a:moveTo>
                  <a:pt x="3426888" y="76"/>
                </a:moveTo>
                <a:cubicBezTo>
                  <a:pt x="3420741" y="76"/>
                  <a:pt x="3415500" y="5317"/>
                  <a:pt x="3415500" y="11694"/>
                </a:cubicBezTo>
                <a:cubicBezTo>
                  <a:pt x="3415500" y="18071"/>
                  <a:pt x="3420511" y="23308"/>
                  <a:pt x="3426888" y="23308"/>
                </a:cubicBezTo>
                <a:cubicBezTo>
                  <a:pt x="3433494" y="23308"/>
                  <a:pt x="3438731" y="18297"/>
                  <a:pt x="3438731" y="11694"/>
                </a:cubicBezTo>
                <a:cubicBezTo>
                  <a:pt x="3438731" y="5317"/>
                  <a:pt x="3433494" y="76"/>
                  <a:pt x="3426888" y="76"/>
                </a:cubicBezTo>
                <a:close/>
                <a:moveTo>
                  <a:pt x="3462643" y="66729"/>
                </a:moveTo>
                <a:cubicBezTo>
                  <a:pt x="3465834" y="66045"/>
                  <a:pt x="3467884" y="65815"/>
                  <a:pt x="3470615" y="65815"/>
                </a:cubicBezTo>
                <a:cubicBezTo>
                  <a:pt x="3476308" y="65815"/>
                  <a:pt x="3478358" y="69461"/>
                  <a:pt x="3478358" y="79480"/>
                </a:cubicBezTo>
                <a:lnTo>
                  <a:pt x="3478358" y="136412"/>
                </a:lnTo>
                <a:cubicBezTo>
                  <a:pt x="3478358" y="147797"/>
                  <a:pt x="3476763" y="149392"/>
                  <a:pt x="3462188" y="152123"/>
                </a:cubicBezTo>
                <a:lnTo>
                  <a:pt x="3462188" y="155540"/>
                </a:lnTo>
                <a:lnTo>
                  <a:pt x="3516848" y="155540"/>
                </a:lnTo>
                <a:lnTo>
                  <a:pt x="3516848" y="152123"/>
                </a:lnTo>
                <a:cubicBezTo>
                  <a:pt x="3501360" y="151442"/>
                  <a:pt x="3497488" y="148026"/>
                  <a:pt x="3497488" y="135047"/>
                </a:cubicBezTo>
                <a:lnTo>
                  <a:pt x="3497488" y="83806"/>
                </a:lnTo>
                <a:cubicBezTo>
                  <a:pt x="3497488" y="76519"/>
                  <a:pt x="3507281" y="65134"/>
                  <a:pt x="3513432" y="65134"/>
                </a:cubicBezTo>
                <a:cubicBezTo>
                  <a:pt x="3514798" y="65134"/>
                  <a:pt x="3516848" y="66274"/>
                  <a:pt x="3519354" y="68550"/>
                </a:cubicBezTo>
                <a:cubicBezTo>
                  <a:pt x="3522996" y="71737"/>
                  <a:pt x="3525501" y="73103"/>
                  <a:pt x="3528462" y="73103"/>
                </a:cubicBezTo>
                <a:cubicBezTo>
                  <a:pt x="3533929" y="73103"/>
                  <a:pt x="3537345" y="69231"/>
                  <a:pt x="3537345" y="62858"/>
                </a:cubicBezTo>
                <a:cubicBezTo>
                  <a:pt x="3537345" y="55341"/>
                  <a:pt x="3532563" y="50785"/>
                  <a:pt x="3524820" y="50785"/>
                </a:cubicBezTo>
                <a:cubicBezTo>
                  <a:pt x="3515253" y="50785"/>
                  <a:pt x="3508651" y="56026"/>
                  <a:pt x="3497488" y="72192"/>
                </a:cubicBezTo>
                <a:lnTo>
                  <a:pt x="3497488" y="51244"/>
                </a:lnTo>
                <a:lnTo>
                  <a:pt x="3496352" y="50785"/>
                </a:lnTo>
                <a:cubicBezTo>
                  <a:pt x="3484279" y="55797"/>
                  <a:pt x="3476082" y="58757"/>
                  <a:pt x="3462643" y="63084"/>
                </a:cubicBezTo>
                <a:lnTo>
                  <a:pt x="3462643" y="66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Text full">
            <a:extLst xmlns:a="http://schemas.openxmlformats.org/drawingml/2006/main">
              <a:ext uri="{FF2B5EF4-FFF2-40B4-BE49-F238E27FC236}">
                <a16:creationId xmlns:a16="http://schemas.microsoft.com/office/drawing/2014/main" id="{26E3A6F2-47E9-4504-8C8C-D7BBB0B3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678" y="10644278"/>
            <a:ext cx="354603" cy="155130"/>
          </a:xfrm>
          <a:custGeom xmlns:a="http://schemas.openxmlformats.org/drawingml/2006/main">
            <a:pathLst>
              <a:path w="354603" h="155130">
                <a:moveTo>
                  <a:pt x="58760" y="53540"/>
                </a:moveTo>
                <a:lnTo>
                  <a:pt x="76181" y="53540"/>
                </a:lnTo>
                <a:cubicBezTo>
                  <a:pt x="79598" y="53540"/>
                  <a:pt x="81988" y="53540"/>
                  <a:pt x="81988" y="49270"/>
                </a:cubicBezTo>
                <a:cubicBezTo>
                  <a:pt x="81988" y="46706"/>
                  <a:pt x="79770" y="46706"/>
                  <a:pt x="76695" y="46706"/>
                </a:cubicBezTo>
                <a:lnTo>
                  <a:pt x="59954" y="46706"/>
                </a:lnTo>
                <a:cubicBezTo>
                  <a:pt x="65078" y="18609"/>
                  <a:pt x="65078" y="18268"/>
                  <a:pt x="65763" y="15195"/>
                </a:cubicBezTo>
                <a:cubicBezTo>
                  <a:pt x="66616" y="11437"/>
                  <a:pt x="66957" y="9899"/>
                  <a:pt x="69519" y="7850"/>
                </a:cubicBezTo>
                <a:cubicBezTo>
                  <a:pt x="71570" y="6318"/>
                  <a:pt x="73108" y="5638"/>
                  <a:pt x="75670" y="5638"/>
                </a:cubicBezTo>
                <a:cubicBezTo>
                  <a:pt x="78402" y="5638"/>
                  <a:pt x="81136" y="5976"/>
                  <a:pt x="83526" y="7167"/>
                </a:cubicBezTo>
                <a:cubicBezTo>
                  <a:pt x="80111" y="8533"/>
                  <a:pt x="77036" y="12292"/>
                  <a:pt x="77036" y="16389"/>
                </a:cubicBezTo>
                <a:cubicBezTo>
                  <a:pt x="77036" y="19978"/>
                  <a:pt x="79939" y="22881"/>
                  <a:pt x="84039" y="22881"/>
                </a:cubicBezTo>
                <a:cubicBezTo>
                  <a:pt x="88480" y="22881"/>
                  <a:pt x="93774" y="19123"/>
                  <a:pt x="93774" y="12461"/>
                </a:cubicBezTo>
                <a:cubicBezTo>
                  <a:pt x="93774" y="3075"/>
                  <a:pt x="83184" y="0"/>
                  <a:pt x="75670" y="0"/>
                </a:cubicBezTo>
                <a:cubicBezTo>
                  <a:pt x="67984" y="0"/>
                  <a:pt x="56368" y="3589"/>
                  <a:pt x="51243" y="20661"/>
                </a:cubicBezTo>
                <a:cubicBezTo>
                  <a:pt x="49878" y="24938"/>
                  <a:pt x="49364" y="28365"/>
                  <a:pt x="48168" y="34537"/>
                </a:cubicBezTo>
                <a:cubicBezTo>
                  <a:pt x="47316" y="39507"/>
                  <a:pt x="46974" y="41736"/>
                  <a:pt x="45947" y="46706"/>
                </a:cubicBezTo>
                <a:lnTo>
                  <a:pt x="31941" y="46706"/>
                </a:lnTo>
                <a:cubicBezTo>
                  <a:pt x="28527" y="46706"/>
                  <a:pt x="26134" y="46706"/>
                  <a:pt x="26134" y="50978"/>
                </a:cubicBezTo>
                <a:cubicBezTo>
                  <a:pt x="26134" y="53540"/>
                  <a:pt x="28355" y="53540"/>
                  <a:pt x="31430" y="53540"/>
                </a:cubicBezTo>
                <a:lnTo>
                  <a:pt x="44754" y="53540"/>
                </a:lnTo>
                <a:cubicBezTo>
                  <a:pt x="38092" y="91785"/>
                  <a:pt x="35699" y="104934"/>
                  <a:pt x="35016" y="108007"/>
                </a:cubicBezTo>
                <a:cubicBezTo>
                  <a:pt x="29720" y="137376"/>
                  <a:pt x="28868" y="139085"/>
                  <a:pt x="27330" y="141989"/>
                </a:cubicBezTo>
                <a:cubicBezTo>
                  <a:pt x="24938" y="146089"/>
                  <a:pt x="22034" y="149495"/>
                  <a:pt x="17765" y="149495"/>
                </a:cubicBezTo>
                <a:cubicBezTo>
                  <a:pt x="16741" y="149495"/>
                  <a:pt x="12982" y="149156"/>
                  <a:pt x="10248" y="147965"/>
                </a:cubicBezTo>
                <a:cubicBezTo>
                  <a:pt x="13665" y="146600"/>
                  <a:pt x="16741" y="142841"/>
                  <a:pt x="16741" y="138744"/>
                </a:cubicBezTo>
                <a:cubicBezTo>
                  <a:pt x="16741" y="135155"/>
                  <a:pt x="13837" y="132252"/>
                  <a:pt x="9737" y="132252"/>
                </a:cubicBezTo>
                <a:cubicBezTo>
                  <a:pt x="5296" y="132252"/>
                  <a:pt x="0" y="136010"/>
                  <a:pt x="0" y="142672"/>
                </a:cubicBezTo>
                <a:cubicBezTo>
                  <a:pt x="0" y="152227"/>
                  <a:pt x="10762" y="155130"/>
                  <a:pt x="17593" y="155130"/>
                </a:cubicBezTo>
                <a:cubicBezTo>
                  <a:pt x="26989" y="155130"/>
                  <a:pt x="33651" y="147454"/>
                  <a:pt x="36724" y="143696"/>
                </a:cubicBezTo>
                <a:cubicBezTo>
                  <a:pt x="44240" y="133620"/>
                  <a:pt x="47827" y="113301"/>
                  <a:pt x="48168" y="111763"/>
                </a:cubicBezTo>
                <a:lnTo>
                  <a:pt x="58760" y="53540"/>
                </a:lnTo>
                <a:close/>
                <a:moveTo>
                  <a:pt x="190284" y="74774"/>
                </a:moveTo>
                <a:lnTo>
                  <a:pt x="184988" y="96135"/>
                </a:lnTo>
                <a:cubicBezTo>
                  <a:pt x="183792" y="100921"/>
                  <a:pt x="183109" y="103655"/>
                  <a:pt x="176278" y="110147"/>
                </a:cubicBezTo>
                <a:cubicBezTo>
                  <a:pt x="174399" y="111857"/>
                  <a:pt x="168933" y="116301"/>
                  <a:pt x="161586" y="116301"/>
                </a:cubicBezTo>
                <a:cubicBezTo>
                  <a:pt x="148947" y="116301"/>
                  <a:pt x="148947" y="105192"/>
                  <a:pt x="148947" y="102117"/>
                </a:cubicBezTo>
                <a:cubicBezTo>
                  <a:pt x="148947" y="94598"/>
                  <a:pt x="150996" y="86909"/>
                  <a:pt x="158513" y="68109"/>
                </a:cubicBezTo>
                <a:cubicBezTo>
                  <a:pt x="160392" y="63837"/>
                  <a:pt x="160733" y="62813"/>
                  <a:pt x="160733" y="59738"/>
                </a:cubicBezTo>
                <a:cubicBezTo>
                  <a:pt x="160733" y="50167"/>
                  <a:pt x="152020" y="44871"/>
                  <a:pt x="143651" y="44871"/>
                </a:cubicBezTo>
                <a:cubicBezTo>
                  <a:pt x="126228" y="44871"/>
                  <a:pt x="117859" y="67598"/>
                  <a:pt x="117859" y="71187"/>
                </a:cubicBezTo>
                <a:cubicBezTo>
                  <a:pt x="117859" y="72040"/>
                  <a:pt x="118542" y="73577"/>
                  <a:pt x="120934" y="73577"/>
                </a:cubicBezTo>
                <a:cubicBezTo>
                  <a:pt x="123324" y="73577"/>
                  <a:pt x="123838" y="72553"/>
                  <a:pt x="124351" y="71015"/>
                </a:cubicBezTo>
                <a:cubicBezTo>
                  <a:pt x="129134" y="54780"/>
                  <a:pt x="138014" y="50509"/>
                  <a:pt x="142969" y="50509"/>
                </a:cubicBezTo>
                <a:cubicBezTo>
                  <a:pt x="146385" y="50509"/>
                  <a:pt x="147579" y="52729"/>
                  <a:pt x="147579" y="56660"/>
                </a:cubicBezTo>
                <a:cubicBezTo>
                  <a:pt x="147579" y="60248"/>
                  <a:pt x="145361" y="66061"/>
                  <a:pt x="143482" y="70674"/>
                </a:cubicBezTo>
                <a:cubicBezTo>
                  <a:pt x="137503" y="85713"/>
                  <a:pt x="135452" y="93573"/>
                  <a:pt x="135452" y="99724"/>
                </a:cubicBezTo>
                <a:cubicBezTo>
                  <a:pt x="135452" y="115959"/>
                  <a:pt x="147579" y="121936"/>
                  <a:pt x="160903" y="121936"/>
                </a:cubicBezTo>
                <a:cubicBezTo>
                  <a:pt x="172519" y="121936"/>
                  <a:pt x="179523" y="114932"/>
                  <a:pt x="183964" y="110491"/>
                </a:cubicBezTo>
                <a:cubicBezTo>
                  <a:pt x="186867" y="119032"/>
                  <a:pt x="195919" y="121936"/>
                  <a:pt x="202240" y="121936"/>
                </a:cubicBezTo>
                <a:cubicBezTo>
                  <a:pt x="208219" y="121936"/>
                  <a:pt x="212660" y="118691"/>
                  <a:pt x="215905" y="113567"/>
                </a:cubicBezTo>
                <a:cubicBezTo>
                  <a:pt x="220346" y="106389"/>
                  <a:pt x="222736" y="96477"/>
                  <a:pt x="222736" y="95622"/>
                </a:cubicBezTo>
                <a:cubicBezTo>
                  <a:pt x="222736" y="95280"/>
                  <a:pt x="222567" y="93229"/>
                  <a:pt x="219491" y="93229"/>
                </a:cubicBezTo>
                <a:cubicBezTo>
                  <a:pt x="216929" y="93229"/>
                  <a:pt x="216588" y="94426"/>
                  <a:pt x="215905" y="97160"/>
                </a:cubicBezTo>
                <a:cubicBezTo>
                  <a:pt x="213171" y="107926"/>
                  <a:pt x="209584" y="116301"/>
                  <a:pt x="202922" y="116301"/>
                </a:cubicBezTo>
                <a:cubicBezTo>
                  <a:pt x="197115" y="116301"/>
                  <a:pt x="196602" y="110147"/>
                  <a:pt x="196602" y="107757"/>
                </a:cubicBezTo>
                <a:cubicBezTo>
                  <a:pt x="196602" y="105364"/>
                  <a:pt x="197115" y="103655"/>
                  <a:pt x="198481" y="97845"/>
                </a:cubicBezTo>
                <a:cubicBezTo>
                  <a:pt x="200191" y="91350"/>
                  <a:pt x="200191" y="91009"/>
                  <a:pt x="201726" y="84686"/>
                </a:cubicBezTo>
                <a:lnTo>
                  <a:pt x="208388" y="58541"/>
                </a:lnTo>
                <a:cubicBezTo>
                  <a:pt x="208901" y="56490"/>
                  <a:pt x="209756" y="53073"/>
                  <a:pt x="209756" y="52218"/>
                </a:cubicBezTo>
                <a:cubicBezTo>
                  <a:pt x="209756" y="50167"/>
                  <a:pt x="208219" y="46581"/>
                  <a:pt x="203605" y="46581"/>
                </a:cubicBezTo>
                <a:cubicBezTo>
                  <a:pt x="200702" y="46581"/>
                  <a:pt x="197798" y="48460"/>
                  <a:pt x="196602" y="50850"/>
                </a:cubicBezTo>
                <a:cubicBezTo>
                  <a:pt x="195919" y="52046"/>
                  <a:pt x="194723" y="57345"/>
                  <a:pt x="193871" y="60590"/>
                </a:cubicBezTo>
                <a:lnTo>
                  <a:pt x="190284" y="74774"/>
                </a:lnTo>
                <a:close/>
                <a:moveTo>
                  <a:pt x="284398" y="6797"/>
                </a:moveTo>
                <a:cubicBezTo>
                  <a:pt x="284570" y="6115"/>
                  <a:pt x="284912" y="5090"/>
                  <a:pt x="284912" y="4235"/>
                </a:cubicBezTo>
                <a:cubicBezTo>
                  <a:pt x="284912" y="1501"/>
                  <a:pt x="281495" y="1673"/>
                  <a:pt x="279446" y="1845"/>
                </a:cubicBezTo>
                <a:lnTo>
                  <a:pt x="260316" y="3380"/>
                </a:lnTo>
                <a:cubicBezTo>
                  <a:pt x="257412" y="3552"/>
                  <a:pt x="255191" y="3722"/>
                  <a:pt x="255191" y="7822"/>
                </a:cubicBezTo>
                <a:cubicBezTo>
                  <a:pt x="255191" y="10386"/>
                  <a:pt x="257412" y="10386"/>
                  <a:pt x="260143" y="10386"/>
                </a:cubicBezTo>
                <a:cubicBezTo>
                  <a:pt x="265098" y="10386"/>
                  <a:pt x="266294" y="10897"/>
                  <a:pt x="268512" y="11580"/>
                </a:cubicBezTo>
                <a:cubicBezTo>
                  <a:pt x="268512" y="13631"/>
                  <a:pt x="268512" y="13973"/>
                  <a:pt x="267830" y="16707"/>
                </a:cubicBezTo>
                <a:lnTo>
                  <a:pt x="246992" y="99729"/>
                </a:lnTo>
                <a:cubicBezTo>
                  <a:pt x="246478" y="101609"/>
                  <a:pt x="246137" y="103146"/>
                  <a:pt x="246137" y="105539"/>
                </a:cubicBezTo>
                <a:cubicBezTo>
                  <a:pt x="246137" y="115959"/>
                  <a:pt x="255702" y="121936"/>
                  <a:pt x="265268" y="121936"/>
                </a:cubicBezTo>
                <a:cubicBezTo>
                  <a:pt x="272443" y="121936"/>
                  <a:pt x="276543" y="117325"/>
                  <a:pt x="278933" y="113397"/>
                </a:cubicBezTo>
                <a:cubicBezTo>
                  <a:pt x="283546" y="106050"/>
                  <a:pt x="285767" y="96313"/>
                  <a:pt x="285767" y="95630"/>
                </a:cubicBezTo>
                <a:cubicBezTo>
                  <a:pt x="285767" y="95288"/>
                  <a:pt x="285595" y="93237"/>
                  <a:pt x="282519" y="93237"/>
                </a:cubicBezTo>
                <a:cubicBezTo>
                  <a:pt x="279957" y="93237"/>
                  <a:pt x="279616" y="94433"/>
                  <a:pt x="278933" y="97167"/>
                </a:cubicBezTo>
                <a:cubicBezTo>
                  <a:pt x="275860" y="109295"/>
                  <a:pt x="271929" y="116301"/>
                  <a:pt x="265950" y="116301"/>
                </a:cubicBezTo>
                <a:cubicBezTo>
                  <a:pt x="259633" y="116301"/>
                  <a:pt x="259633" y="109467"/>
                  <a:pt x="259633" y="107760"/>
                </a:cubicBezTo>
                <a:cubicBezTo>
                  <a:pt x="259633" y="105026"/>
                  <a:pt x="259974" y="103660"/>
                  <a:pt x="260485" y="101781"/>
                </a:cubicBezTo>
                <a:lnTo>
                  <a:pt x="284398" y="6797"/>
                </a:lnTo>
                <a:close/>
                <a:moveTo>
                  <a:pt x="353235" y="6797"/>
                </a:moveTo>
                <a:cubicBezTo>
                  <a:pt x="353407" y="6115"/>
                  <a:pt x="353748" y="5090"/>
                  <a:pt x="353748" y="4235"/>
                </a:cubicBezTo>
                <a:cubicBezTo>
                  <a:pt x="353748" y="1501"/>
                  <a:pt x="350331" y="1673"/>
                  <a:pt x="348283" y="1845"/>
                </a:cubicBezTo>
                <a:lnTo>
                  <a:pt x="329152" y="3380"/>
                </a:lnTo>
                <a:cubicBezTo>
                  <a:pt x="326249" y="3552"/>
                  <a:pt x="324028" y="3722"/>
                  <a:pt x="324028" y="7822"/>
                </a:cubicBezTo>
                <a:cubicBezTo>
                  <a:pt x="324028" y="10386"/>
                  <a:pt x="326249" y="10386"/>
                  <a:pt x="328980" y="10386"/>
                </a:cubicBezTo>
                <a:cubicBezTo>
                  <a:pt x="333935" y="10386"/>
                  <a:pt x="335131" y="10897"/>
                  <a:pt x="337349" y="11580"/>
                </a:cubicBezTo>
                <a:cubicBezTo>
                  <a:pt x="337349" y="13631"/>
                  <a:pt x="337349" y="13973"/>
                  <a:pt x="336666" y="16707"/>
                </a:cubicBezTo>
                <a:lnTo>
                  <a:pt x="315828" y="99729"/>
                </a:lnTo>
                <a:cubicBezTo>
                  <a:pt x="315315" y="101609"/>
                  <a:pt x="314974" y="103146"/>
                  <a:pt x="314974" y="105539"/>
                </a:cubicBezTo>
                <a:cubicBezTo>
                  <a:pt x="314974" y="115959"/>
                  <a:pt x="324539" y="121936"/>
                  <a:pt x="334104" y="121936"/>
                </a:cubicBezTo>
                <a:cubicBezTo>
                  <a:pt x="341279" y="121936"/>
                  <a:pt x="345379" y="117325"/>
                  <a:pt x="347769" y="113397"/>
                </a:cubicBezTo>
                <a:cubicBezTo>
                  <a:pt x="352383" y="106050"/>
                  <a:pt x="354603" y="96313"/>
                  <a:pt x="354603" y="95630"/>
                </a:cubicBezTo>
                <a:cubicBezTo>
                  <a:pt x="354603" y="95288"/>
                  <a:pt x="354431" y="93237"/>
                  <a:pt x="351356" y="93237"/>
                </a:cubicBezTo>
                <a:cubicBezTo>
                  <a:pt x="348794" y="93237"/>
                  <a:pt x="348452" y="94433"/>
                  <a:pt x="347769" y="97167"/>
                </a:cubicBezTo>
                <a:cubicBezTo>
                  <a:pt x="344696" y="109295"/>
                  <a:pt x="340766" y="116301"/>
                  <a:pt x="334787" y="116301"/>
                </a:cubicBezTo>
                <a:cubicBezTo>
                  <a:pt x="328469" y="116301"/>
                  <a:pt x="328469" y="109467"/>
                  <a:pt x="328469" y="107760"/>
                </a:cubicBezTo>
                <a:cubicBezTo>
                  <a:pt x="328469" y="105026"/>
                  <a:pt x="328811" y="103660"/>
                  <a:pt x="329322" y="101781"/>
                </a:cubicBezTo>
                <a:lnTo>
                  <a:pt x="353235" y="67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Text tosolvenext-4182.">
            <a:extLst xmlns:a="http://schemas.openxmlformats.org/drawingml/2006/main">
              <a:ext uri="{FF2B5EF4-FFF2-40B4-BE49-F238E27FC236}">
                <a16:creationId xmlns:a16="http://schemas.microsoft.com/office/drawing/2014/main" id="{8AB6ED84-B900-485A-BC60-F33F9F1E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037" y="10568819"/>
            <a:ext cx="1772319" cy="158664"/>
          </a:xfrm>
          <a:custGeom xmlns:a="http://schemas.openxmlformats.org/drawingml/2006/main">
            <a:pathLst>
              <a:path w="1772319" h="158664">
                <a:moveTo>
                  <a:pt x="55115" y="53020"/>
                </a:moveTo>
                <a:lnTo>
                  <a:pt x="32114" y="53020"/>
                </a:lnTo>
                <a:lnTo>
                  <a:pt x="32114" y="26602"/>
                </a:lnTo>
                <a:cubicBezTo>
                  <a:pt x="32114" y="24326"/>
                  <a:pt x="31888" y="23641"/>
                  <a:pt x="30519" y="23641"/>
                </a:cubicBezTo>
                <a:cubicBezTo>
                  <a:pt x="28927" y="25692"/>
                  <a:pt x="27558" y="27742"/>
                  <a:pt x="25966" y="30018"/>
                </a:cubicBezTo>
                <a:cubicBezTo>
                  <a:pt x="17310" y="42546"/>
                  <a:pt x="7517" y="53479"/>
                  <a:pt x="3875" y="54389"/>
                </a:cubicBezTo>
                <a:cubicBezTo>
                  <a:pt x="1369" y="55981"/>
                  <a:pt x="0" y="57576"/>
                  <a:pt x="0" y="58716"/>
                </a:cubicBezTo>
                <a:cubicBezTo>
                  <a:pt x="0" y="59400"/>
                  <a:pt x="229" y="59856"/>
                  <a:pt x="914" y="60311"/>
                </a:cubicBezTo>
                <a:lnTo>
                  <a:pt x="12983" y="60311"/>
                </a:lnTo>
                <a:lnTo>
                  <a:pt x="12983" y="128854"/>
                </a:lnTo>
                <a:cubicBezTo>
                  <a:pt x="12983" y="147981"/>
                  <a:pt x="19815" y="157774"/>
                  <a:pt x="33253" y="157774"/>
                </a:cubicBezTo>
                <a:cubicBezTo>
                  <a:pt x="44412" y="157774"/>
                  <a:pt x="53065" y="152311"/>
                  <a:pt x="60582" y="140468"/>
                </a:cubicBezTo>
                <a:lnTo>
                  <a:pt x="57621" y="137962"/>
                </a:lnTo>
                <a:cubicBezTo>
                  <a:pt x="52839" y="143655"/>
                  <a:pt x="48968" y="145934"/>
                  <a:pt x="43957" y="145934"/>
                </a:cubicBezTo>
                <a:cubicBezTo>
                  <a:pt x="35530" y="145934"/>
                  <a:pt x="32114" y="139783"/>
                  <a:pt x="32114" y="125438"/>
                </a:cubicBezTo>
                <a:lnTo>
                  <a:pt x="32114" y="60311"/>
                </a:lnTo>
                <a:lnTo>
                  <a:pt x="55115" y="60311"/>
                </a:lnTo>
                <a:lnTo>
                  <a:pt x="55115" y="53020"/>
                </a:lnTo>
                <a:close/>
                <a:moveTo>
                  <a:pt x="117292" y="50796"/>
                </a:moveTo>
                <a:cubicBezTo>
                  <a:pt x="87684" y="50796"/>
                  <a:pt x="66958" y="72651"/>
                  <a:pt x="66958" y="104059"/>
                </a:cubicBezTo>
                <a:cubicBezTo>
                  <a:pt x="66958" y="134783"/>
                  <a:pt x="88139" y="157774"/>
                  <a:pt x="116833" y="157774"/>
                </a:cubicBezTo>
                <a:cubicBezTo>
                  <a:pt x="145531" y="157774"/>
                  <a:pt x="167393" y="133646"/>
                  <a:pt x="167393" y="102238"/>
                </a:cubicBezTo>
                <a:cubicBezTo>
                  <a:pt x="167393" y="72422"/>
                  <a:pt x="146441" y="50796"/>
                  <a:pt x="117292" y="50796"/>
                </a:cubicBezTo>
                <a:moveTo>
                  <a:pt x="114331" y="57176"/>
                </a:moveTo>
                <a:cubicBezTo>
                  <a:pt x="133462" y="57176"/>
                  <a:pt x="146897" y="79024"/>
                  <a:pt x="146897" y="110203"/>
                </a:cubicBezTo>
                <a:cubicBezTo>
                  <a:pt x="146897" y="135922"/>
                  <a:pt x="136649" y="151397"/>
                  <a:pt x="119568" y="151397"/>
                </a:cubicBezTo>
                <a:cubicBezTo>
                  <a:pt x="110686" y="151397"/>
                  <a:pt x="102259" y="145938"/>
                  <a:pt x="97477" y="136833"/>
                </a:cubicBezTo>
                <a:cubicBezTo>
                  <a:pt x="91100" y="124997"/>
                  <a:pt x="87455" y="109067"/>
                  <a:pt x="87455" y="92907"/>
                </a:cubicBezTo>
                <a:cubicBezTo>
                  <a:pt x="87455" y="71285"/>
                  <a:pt x="98158" y="57176"/>
                  <a:pt x="114331" y="57176"/>
                </a:cubicBezTo>
                <a:close/>
                <a:moveTo>
                  <a:pt x="325676" y="83994"/>
                </a:moveTo>
                <a:lnTo>
                  <a:pt x="324766" y="53020"/>
                </a:lnTo>
                <a:lnTo>
                  <a:pt x="322260" y="53020"/>
                </a:lnTo>
                <a:lnTo>
                  <a:pt x="321805" y="53479"/>
                </a:lnTo>
                <a:cubicBezTo>
                  <a:pt x="319755" y="55070"/>
                  <a:pt x="319529" y="55300"/>
                  <a:pt x="318618" y="55300"/>
                </a:cubicBezTo>
                <a:cubicBezTo>
                  <a:pt x="317253" y="55300"/>
                  <a:pt x="314973" y="54844"/>
                  <a:pt x="312467" y="53705"/>
                </a:cubicBezTo>
                <a:cubicBezTo>
                  <a:pt x="307456" y="51932"/>
                  <a:pt x="302449" y="51018"/>
                  <a:pt x="296527" y="51018"/>
                </a:cubicBezTo>
                <a:cubicBezTo>
                  <a:pt x="278533" y="51018"/>
                  <a:pt x="265553" y="62632"/>
                  <a:pt x="265553" y="79021"/>
                </a:cubicBezTo>
                <a:cubicBezTo>
                  <a:pt x="265553" y="91764"/>
                  <a:pt x="272841" y="100869"/>
                  <a:pt x="292200" y="111795"/>
                </a:cubicBezTo>
                <a:lnTo>
                  <a:pt x="305409" y="119308"/>
                </a:lnTo>
                <a:cubicBezTo>
                  <a:pt x="313378" y="123860"/>
                  <a:pt x="317253" y="129323"/>
                  <a:pt x="317253" y="136378"/>
                </a:cubicBezTo>
                <a:cubicBezTo>
                  <a:pt x="317253" y="146393"/>
                  <a:pt x="309962" y="152766"/>
                  <a:pt x="298348" y="152766"/>
                </a:cubicBezTo>
                <a:cubicBezTo>
                  <a:pt x="290605" y="152766"/>
                  <a:pt x="283544" y="149806"/>
                  <a:pt x="279217" y="144798"/>
                </a:cubicBezTo>
                <a:cubicBezTo>
                  <a:pt x="274436" y="139109"/>
                  <a:pt x="272385" y="133872"/>
                  <a:pt x="269424" y="120900"/>
                </a:cubicBezTo>
                <a:lnTo>
                  <a:pt x="265779" y="120900"/>
                </a:lnTo>
                <a:lnTo>
                  <a:pt x="265779" y="156408"/>
                </a:lnTo>
                <a:lnTo>
                  <a:pt x="268740" y="156408"/>
                </a:lnTo>
                <a:cubicBezTo>
                  <a:pt x="270335" y="154132"/>
                  <a:pt x="271245" y="153677"/>
                  <a:pt x="273980" y="153677"/>
                </a:cubicBezTo>
                <a:cubicBezTo>
                  <a:pt x="276031" y="153729"/>
                  <a:pt x="279217" y="154184"/>
                  <a:pt x="284454" y="155550"/>
                </a:cubicBezTo>
                <a:cubicBezTo>
                  <a:pt x="290831" y="156864"/>
                  <a:pt x="296982" y="157774"/>
                  <a:pt x="301079" y="157774"/>
                </a:cubicBezTo>
                <a:cubicBezTo>
                  <a:pt x="318618" y="157774"/>
                  <a:pt x="333193" y="144572"/>
                  <a:pt x="333193" y="128639"/>
                </a:cubicBezTo>
                <a:cubicBezTo>
                  <a:pt x="333193" y="117258"/>
                  <a:pt x="327727" y="109748"/>
                  <a:pt x="314062" y="101553"/>
                </a:cubicBezTo>
                <a:lnTo>
                  <a:pt x="289466" y="86986"/>
                </a:lnTo>
                <a:cubicBezTo>
                  <a:pt x="283089" y="83344"/>
                  <a:pt x="279673" y="77655"/>
                  <a:pt x="279673" y="71508"/>
                </a:cubicBezTo>
                <a:cubicBezTo>
                  <a:pt x="279673" y="62403"/>
                  <a:pt x="286734" y="56029"/>
                  <a:pt x="297208" y="56029"/>
                </a:cubicBezTo>
                <a:cubicBezTo>
                  <a:pt x="310191" y="56029"/>
                  <a:pt x="317023" y="63768"/>
                  <a:pt x="322260" y="84028"/>
                </a:cubicBezTo>
                <a:lnTo>
                  <a:pt x="325676" y="83994"/>
                </a:lnTo>
                <a:close/>
                <a:moveTo>
                  <a:pt x="399469" y="50796"/>
                </a:moveTo>
                <a:cubicBezTo>
                  <a:pt x="369861" y="50796"/>
                  <a:pt x="349135" y="72651"/>
                  <a:pt x="349135" y="104059"/>
                </a:cubicBezTo>
                <a:cubicBezTo>
                  <a:pt x="349135" y="134783"/>
                  <a:pt x="370316" y="157774"/>
                  <a:pt x="399010" y="157774"/>
                </a:cubicBezTo>
                <a:cubicBezTo>
                  <a:pt x="427708" y="157774"/>
                  <a:pt x="449570" y="133646"/>
                  <a:pt x="449570" y="102238"/>
                </a:cubicBezTo>
                <a:cubicBezTo>
                  <a:pt x="449570" y="72422"/>
                  <a:pt x="428618" y="50796"/>
                  <a:pt x="399469" y="50796"/>
                </a:cubicBezTo>
                <a:moveTo>
                  <a:pt x="396508" y="57176"/>
                </a:moveTo>
                <a:cubicBezTo>
                  <a:pt x="415639" y="57176"/>
                  <a:pt x="429073" y="79024"/>
                  <a:pt x="429073" y="110203"/>
                </a:cubicBezTo>
                <a:cubicBezTo>
                  <a:pt x="429073" y="135922"/>
                  <a:pt x="418825" y="151397"/>
                  <a:pt x="401745" y="151397"/>
                </a:cubicBezTo>
                <a:cubicBezTo>
                  <a:pt x="392863" y="151397"/>
                  <a:pt x="384435" y="145938"/>
                  <a:pt x="379654" y="136833"/>
                </a:cubicBezTo>
                <a:cubicBezTo>
                  <a:pt x="373277" y="124997"/>
                  <a:pt x="369631" y="109067"/>
                  <a:pt x="369631" y="92907"/>
                </a:cubicBezTo>
                <a:cubicBezTo>
                  <a:pt x="369631" y="71285"/>
                  <a:pt x="380335" y="57176"/>
                  <a:pt x="396508" y="57176"/>
                </a:cubicBezTo>
                <a:close/>
                <a:moveTo>
                  <a:pt x="460732" y="13664"/>
                </a:moveTo>
                <a:lnTo>
                  <a:pt x="462097" y="13664"/>
                </a:lnTo>
                <a:cubicBezTo>
                  <a:pt x="464603" y="13438"/>
                  <a:pt x="467334" y="13209"/>
                  <a:pt x="469159" y="13209"/>
                </a:cubicBezTo>
                <a:cubicBezTo>
                  <a:pt x="476446" y="13209"/>
                  <a:pt x="478722" y="16399"/>
                  <a:pt x="478722" y="27102"/>
                </a:cubicBezTo>
                <a:lnTo>
                  <a:pt x="478722" y="135738"/>
                </a:lnTo>
                <a:cubicBezTo>
                  <a:pt x="478722" y="148037"/>
                  <a:pt x="475536" y="150998"/>
                  <a:pt x="461187" y="152134"/>
                </a:cubicBezTo>
                <a:lnTo>
                  <a:pt x="461187" y="155550"/>
                </a:lnTo>
                <a:lnTo>
                  <a:pt x="514933" y="155550"/>
                </a:lnTo>
                <a:lnTo>
                  <a:pt x="514933" y="152134"/>
                </a:lnTo>
                <a:cubicBezTo>
                  <a:pt x="500588" y="151223"/>
                  <a:pt x="497853" y="148947"/>
                  <a:pt x="497853" y="136419"/>
                </a:cubicBezTo>
                <a:lnTo>
                  <a:pt x="497853" y="455"/>
                </a:lnTo>
                <a:lnTo>
                  <a:pt x="496943" y="0"/>
                </a:lnTo>
                <a:cubicBezTo>
                  <a:pt x="485099" y="3871"/>
                  <a:pt x="476446" y="6151"/>
                  <a:pt x="460732" y="10022"/>
                </a:cubicBezTo>
                <a:lnTo>
                  <a:pt x="460732" y="13664"/>
                </a:lnTo>
                <a:close/>
                <a:moveTo>
                  <a:pt x="628351" y="53020"/>
                </a:moveTo>
                <a:lnTo>
                  <a:pt x="596696" y="53020"/>
                </a:lnTo>
                <a:lnTo>
                  <a:pt x="596696" y="56439"/>
                </a:lnTo>
                <a:cubicBezTo>
                  <a:pt x="603983" y="57121"/>
                  <a:pt x="607399" y="59397"/>
                  <a:pt x="607399" y="63723"/>
                </a:cubicBezTo>
                <a:cubicBezTo>
                  <a:pt x="607399" y="66000"/>
                  <a:pt x="606944" y="68276"/>
                  <a:pt x="606033" y="70555"/>
                </a:cubicBezTo>
                <a:lnTo>
                  <a:pt x="583487" y="129521"/>
                </a:lnTo>
                <a:lnTo>
                  <a:pt x="560256" y="71237"/>
                </a:lnTo>
                <a:cubicBezTo>
                  <a:pt x="558890" y="68050"/>
                  <a:pt x="558205" y="64863"/>
                  <a:pt x="558205" y="62813"/>
                </a:cubicBezTo>
                <a:cubicBezTo>
                  <a:pt x="558205" y="58716"/>
                  <a:pt x="560711" y="57121"/>
                  <a:pt x="568683" y="56439"/>
                </a:cubicBezTo>
                <a:lnTo>
                  <a:pt x="568683" y="53020"/>
                </a:lnTo>
                <a:lnTo>
                  <a:pt x="524045" y="53020"/>
                </a:lnTo>
                <a:lnTo>
                  <a:pt x="524045" y="56439"/>
                </a:lnTo>
                <a:cubicBezTo>
                  <a:pt x="532698" y="56895"/>
                  <a:pt x="534293" y="59171"/>
                  <a:pt x="544767" y="82621"/>
                </a:cubicBezTo>
                <a:lnTo>
                  <a:pt x="572099" y="147964"/>
                </a:lnTo>
                <a:cubicBezTo>
                  <a:pt x="572554" y="149329"/>
                  <a:pt x="573235" y="150925"/>
                  <a:pt x="573920" y="152746"/>
                </a:cubicBezTo>
                <a:cubicBezTo>
                  <a:pt x="575285" y="156843"/>
                  <a:pt x="576655" y="158664"/>
                  <a:pt x="578020" y="158664"/>
                </a:cubicBezTo>
                <a:cubicBezTo>
                  <a:pt x="579386" y="158664"/>
                  <a:pt x="580981" y="155706"/>
                  <a:pt x="584397" y="147279"/>
                </a:cubicBezTo>
                <a:lnTo>
                  <a:pt x="613547" y="74197"/>
                </a:lnTo>
                <a:cubicBezTo>
                  <a:pt x="620153" y="58716"/>
                  <a:pt x="621519" y="57121"/>
                  <a:pt x="628351" y="56439"/>
                </a:cubicBezTo>
                <a:lnTo>
                  <a:pt x="628351" y="53020"/>
                </a:lnTo>
                <a:close/>
                <a:moveTo>
                  <a:pt x="723093" y="118137"/>
                </a:moveTo>
                <a:cubicBezTo>
                  <a:pt x="712164" y="135453"/>
                  <a:pt x="702367" y="142063"/>
                  <a:pt x="687792" y="142063"/>
                </a:cubicBezTo>
                <a:cubicBezTo>
                  <a:pt x="674813" y="142063"/>
                  <a:pt x="665020" y="135453"/>
                  <a:pt x="658414" y="122467"/>
                </a:cubicBezTo>
                <a:cubicBezTo>
                  <a:pt x="654313" y="113807"/>
                  <a:pt x="652722" y="106287"/>
                  <a:pt x="652266" y="92386"/>
                </a:cubicBezTo>
                <a:lnTo>
                  <a:pt x="722412" y="92386"/>
                </a:lnTo>
                <a:cubicBezTo>
                  <a:pt x="720587" y="77610"/>
                  <a:pt x="718311" y="71028"/>
                  <a:pt x="712619" y="63765"/>
                </a:cubicBezTo>
                <a:cubicBezTo>
                  <a:pt x="705783" y="55581"/>
                  <a:pt x="695309" y="50796"/>
                  <a:pt x="683466" y="50796"/>
                </a:cubicBezTo>
                <a:cubicBezTo>
                  <a:pt x="672078" y="50796"/>
                  <a:pt x="661375" y="54897"/>
                  <a:pt x="652722" y="62629"/>
                </a:cubicBezTo>
                <a:cubicBezTo>
                  <a:pt x="642015" y="71935"/>
                  <a:pt x="635867" y="88060"/>
                  <a:pt x="635867" y="106742"/>
                </a:cubicBezTo>
                <a:cubicBezTo>
                  <a:pt x="635867" y="138188"/>
                  <a:pt x="652266" y="157774"/>
                  <a:pt x="678455" y="157774"/>
                </a:cubicBezTo>
                <a:cubicBezTo>
                  <a:pt x="700091" y="157774"/>
                  <a:pt x="717171" y="144339"/>
                  <a:pt x="726738" y="119732"/>
                </a:cubicBezTo>
                <a:lnTo>
                  <a:pt x="723093" y="118137"/>
                </a:lnTo>
                <a:moveTo>
                  <a:pt x="652722" y="85099"/>
                </a:moveTo>
                <a:cubicBezTo>
                  <a:pt x="655224" y="67397"/>
                  <a:pt x="662970" y="58997"/>
                  <a:pt x="676860" y="58997"/>
                </a:cubicBezTo>
                <a:cubicBezTo>
                  <a:pt x="690753" y="58997"/>
                  <a:pt x="696220" y="65353"/>
                  <a:pt x="699180" y="85099"/>
                </a:cubicBezTo>
                <a:lnTo>
                  <a:pt x="652722" y="85099"/>
                </a:lnTo>
                <a:close/>
                <a:moveTo>
                  <a:pt x="814647" y="64919"/>
                </a:moveTo>
                <a:cubicBezTo>
                  <a:pt x="816013" y="64234"/>
                  <a:pt x="818292" y="64008"/>
                  <a:pt x="820798" y="64008"/>
                </a:cubicBezTo>
                <a:cubicBezTo>
                  <a:pt x="827175" y="64008"/>
                  <a:pt x="829222" y="67424"/>
                  <a:pt x="829222" y="78579"/>
                </a:cubicBezTo>
                <a:lnTo>
                  <a:pt x="829222" y="135057"/>
                </a:lnTo>
                <a:cubicBezTo>
                  <a:pt x="829222" y="148037"/>
                  <a:pt x="826716" y="151223"/>
                  <a:pt x="815102" y="152134"/>
                </a:cubicBezTo>
                <a:lnTo>
                  <a:pt x="815102" y="155550"/>
                </a:lnTo>
                <a:lnTo>
                  <a:pt x="863385" y="155550"/>
                </a:lnTo>
                <a:lnTo>
                  <a:pt x="863385" y="152134"/>
                </a:lnTo>
                <a:cubicBezTo>
                  <a:pt x="851768" y="151223"/>
                  <a:pt x="848352" y="148492"/>
                  <a:pt x="848352" y="140294"/>
                </a:cubicBezTo>
                <a:lnTo>
                  <a:pt x="848352" y="76303"/>
                </a:lnTo>
                <a:cubicBezTo>
                  <a:pt x="859285" y="66055"/>
                  <a:pt x="864296" y="63324"/>
                  <a:pt x="871813" y="63324"/>
                </a:cubicBezTo>
                <a:cubicBezTo>
                  <a:pt x="882971" y="63324"/>
                  <a:pt x="888438" y="70382"/>
                  <a:pt x="888438" y="85412"/>
                </a:cubicBezTo>
                <a:lnTo>
                  <a:pt x="888438" y="133007"/>
                </a:lnTo>
                <a:cubicBezTo>
                  <a:pt x="888438" y="147352"/>
                  <a:pt x="885477" y="151223"/>
                  <a:pt x="874089" y="152134"/>
                </a:cubicBezTo>
                <a:lnTo>
                  <a:pt x="874089" y="155550"/>
                </a:lnTo>
                <a:lnTo>
                  <a:pt x="921462" y="155550"/>
                </a:lnTo>
                <a:lnTo>
                  <a:pt x="921462" y="152134"/>
                </a:lnTo>
                <a:cubicBezTo>
                  <a:pt x="910300" y="150998"/>
                  <a:pt x="907568" y="148263"/>
                  <a:pt x="907568" y="137107"/>
                </a:cubicBezTo>
                <a:lnTo>
                  <a:pt x="907568" y="84956"/>
                </a:lnTo>
                <a:cubicBezTo>
                  <a:pt x="907568" y="63553"/>
                  <a:pt x="897546" y="50796"/>
                  <a:pt x="880695" y="50796"/>
                </a:cubicBezTo>
                <a:cubicBezTo>
                  <a:pt x="870218" y="50796"/>
                  <a:pt x="863156" y="54671"/>
                  <a:pt x="847671" y="69245"/>
                </a:cubicBezTo>
                <a:lnTo>
                  <a:pt x="847671" y="51255"/>
                </a:lnTo>
                <a:lnTo>
                  <a:pt x="846076" y="50796"/>
                </a:lnTo>
                <a:cubicBezTo>
                  <a:pt x="834917" y="54897"/>
                  <a:pt x="827175" y="57402"/>
                  <a:pt x="814647" y="61047"/>
                </a:cubicBezTo>
                <a:lnTo>
                  <a:pt x="814647" y="64919"/>
                </a:lnTo>
                <a:close/>
                <a:moveTo>
                  <a:pt x="1017796" y="118137"/>
                </a:moveTo>
                <a:cubicBezTo>
                  <a:pt x="1006866" y="135453"/>
                  <a:pt x="997070" y="142063"/>
                  <a:pt x="982495" y="142063"/>
                </a:cubicBezTo>
                <a:cubicBezTo>
                  <a:pt x="969516" y="142063"/>
                  <a:pt x="959723" y="135453"/>
                  <a:pt x="953117" y="122467"/>
                </a:cubicBezTo>
                <a:cubicBezTo>
                  <a:pt x="949016" y="113807"/>
                  <a:pt x="947424" y="106287"/>
                  <a:pt x="946969" y="92386"/>
                </a:cubicBezTo>
                <a:lnTo>
                  <a:pt x="1017114" y="92386"/>
                </a:lnTo>
                <a:cubicBezTo>
                  <a:pt x="1015290" y="77610"/>
                  <a:pt x="1013014" y="71028"/>
                  <a:pt x="1007322" y="63765"/>
                </a:cubicBezTo>
                <a:cubicBezTo>
                  <a:pt x="1000486" y="55581"/>
                  <a:pt x="990012" y="50796"/>
                  <a:pt x="978169" y="50796"/>
                </a:cubicBezTo>
                <a:cubicBezTo>
                  <a:pt x="966781" y="50796"/>
                  <a:pt x="956077" y="54897"/>
                  <a:pt x="947424" y="62629"/>
                </a:cubicBezTo>
                <a:cubicBezTo>
                  <a:pt x="936718" y="71935"/>
                  <a:pt x="930570" y="88060"/>
                  <a:pt x="930570" y="106742"/>
                </a:cubicBezTo>
                <a:cubicBezTo>
                  <a:pt x="930570" y="138188"/>
                  <a:pt x="946969" y="157774"/>
                  <a:pt x="973158" y="157774"/>
                </a:cubicBezTo>
                <a:cubicBezTo>
                  <a:pt x="994794" y="157774"/>
                  <a:pt x="1011874" y="144339"/>
                  <a:pt x="1021441" y="119732"/>
                </a:cubicBezTo>
                <a:lnTo>
                  <a:pt x="1017796" y="118137"/>
                </a:lnTo>
                <a:moveTo>
                  <a:pt x="947424" y="85099"/>
                </a:moveTo>
                <a:cubicBezTo>
                  <a:pt x="949926" y="67397"/>
                  <a:pt x="957673" y="58997"/>
                  <a:pt x="971563" y="58997"/>
                </a:cubicBezTo>
                <a:cubicBezTo>
                  <a:pt x="985456" y="58997"/>
                  <a:pt x="990922" y="65353"/>
                  <a:pt x="993883" y="85099"/>
                </a:cubicBezTo>
                <a:lnTo>
                  <a:pt x="947424" y="85099"/>
                </a:lnTo>
                <a:close/>
                <a:moveTo>
                  <a:pt x="1085894" y="155550"/>
                </a:moveTo>
                <a:lnTo>
                  <a:pt x="1131668" y="155550"/>
                </a:lnTo>
                <a:lnTo>
                  <a:pt x="1131668" y="152134"/>
                </a:lnTo>
                <a:cubicBezTo>
                  <a:pt x="1124610" y="152134"/>
                  <a:pt x="1120054" y="148492"/>
                  <a:pt x="1112993" y="138466"/>
                </a:cubicBezTo>
                <a:lnTo>
                  <a:pt x="1083843" y="93807"/>
                </a:lnTo>
                <a:lnTo>
                  <a:pt x="1102745" y="66465"/>
                </a:lnTo>
                <a:cubicBezTo>
                  <a:pt x="1107071" y="60311"/>
                  <a:pt x="1113903" y="56665"/>
                  <a:pt x="1121194" y="56439"/>
                </a:cubicBezTo>
                <a:lnTo>
                  <a:pt x="1121194" y="53020"/>
                </a:lnTo>
                <a:lnTo>
                  <a:pt x="1085209" y="53020"/>
                </a:lnTo>
                <a:lnTo>
                  <a:pt x="1085209" y="56439"/>
                </a:lnTo>
                <a:cubicBezTo>
                  <a:pt x="1092041" y="56895"/>
                  <a:pt x="1094318" y="58260"/>
                  <a:pt x="1094318" y="61451"/>
                </a:cubicBezTo>
                <a:cubicBezTo>
                  <a:pt x="1094318" y="64186"/>
                  <a:pt x="1091586" y="69197"/>
                  <a:pt x="1085894" y="76262"/>
                </a:cubicBezTo>
                <a:cubicBezTo>
                  <a:pt x="1084754" y="77627"/>
                  <a:pt x="1082019" y="81731"/>
                  <a:pt x="1079058" y="86287"/>
                </a:cubicBezTo>
                <a:lnTo>
                  <a:pt x="1075872" y="81731"/>
                </a:lnTo>
                <a:cubicBezTo>
                  <a:pt x="1069495" y="72161"/>
                  <a:pt x="1065394" y="64415"/>
                  <a:pt x="1065394" y="61451"/>
                </a:cubicBezTo>
                <a:cubicBezTo>
                  <a:pt x="1065394" y="58260"/>
                  <a:pt x="1068355" y="56665"/>
                  <a:pt x="1075187" y="56439"/>
                </a:cubicBezTo>
                <a:lnTo>
                  <a:pt x="1075187" y="53020"/>
                </a:lnTo>
                <a:lnTo>
                  <a:pt x="1028043" y="53020"/>
                </a:lnTo>
                <a:lnTo>
                  <a:pt x="1028043" y="56439"/>
                </a:lnTo>
                <a:lnTo>
                  <a:pt x="1030094" y="56439"/>
                </a:lnTo>
                <a:cubicBezTo>
                  <a:pt x="1036926" y="56439"/>
                  <a:pt x="1040571" y="59400"/>
                  <a:pt x="1047629" y="70111"/>
                </a:cubicBezTo>
                <a:lnTo>
                  <a:pt x="1069039" y="102919"/>
                </a:lnTo>
                <a:lnTo>
                  <a:pt x="1043077" y="140517"/>
                </a:lnTo>
                <a:cubicBezTo>
                  <a:pt x="1036245" y="149858"/>
                  <a:pt x="1033965" y="151453"/>
                  <a:pt x="1026452" y="152134"/>
                </a:cubicBezTo>
                <a:lnTo>
                  <a:pt x="1026452" y="155550"/>
                </a:lnTo>
                <a:lnTo>
                  <a:pt x="1059472" y="155550"/>
                </a:lnTo>
                <a:lnTo>
                  <a:pt x="1059472" y="152134"/>
                </a:lnTo>
                <a:cubicBezTo>
                  <a:pt x="1053096" y="152134"/>
                  <a:pt x="1050364" y="150998"/>
                  <a:pt x="1050364" y="148033"/>
                </a:cubicBezTo>
                <a:cubicBezTo>
                  <a:pt x="1050364" y="146668"/>
                  <a:pt x="1051959" y="143251"/>
                  <a:pt x="1054920" y="138692"/>
                </a:cubicBezTo>
                <a:lnTo>
                  <a:pt x="1072911" y="110669"/>
                </a:lnTo>
                <a:lnTo>
                  <a:pt x="1093636" y="142567"/>
                </a:lnTo>
                <a:cubicBezTo>
                  <a:pt x="1094547" y="143933"/>
                  <a:pt x="1095002" y="145302"/>
                  <a:pt x="1095002" y="146668"/>
                </a:cubicBezTo>
                <a:cubicBezTo>
                  <a:pt x="1095002" y="150768"/>
                  <a:pt x="1093407" y="151679"/>
                  <a:pt x="1085894" y="152134"/>
                </a:cubicBezTo>
                <a:lnTo>
                  <a:pt x="1085894" y="155550"/>
                </a:lnTo>
                <a:close/>
                <a:moveTo>
                  <a:pt x="1194526" y="53020"/>
                </a:moveTo>
                <a:lnTo>
                  <a:pt x="1171524" y="53020"/>
                </a:lnTo>
                <a:lnTo>
                  <a:pt x="1171524" y="26602"/>
                </a:lnTo>
                <a:cubicBezTo>
                  <a:pt x="1171524" y="24326"/>
                  <a:pt x="1171298" y="23641"/>
                  <a:pt x="1169929" y="23641"/>
                </a:cubicBezTo>
                <a:cubicBezTo>
                  <a:pt x="1168338" y="25692"/>
                  <a:pt x="1166968" y="27742"/>
                  <a:pt x="1165377" y="30018"/>
                </a:cubicBezTo>
                <a:cubicBezTo>
                  <a:pt x="1156720" y="42546"/>
                  <a:pt x="1146927" y="53479"/>
                  <a:pt x="1143285" y="54389"/>
                </a:cubicBezTo>
                <a:cubicBezTo>
                  <a:pt x="1140780" y="55981"/>
                  <a:pt x="1139411" y="57576"/>
                  <a:pt x="1139411" y="58716"/>
                </a:cubicBezTo>
                <a:cubicBezTo>
                  <a:pt x="1139411" y="59400"/>
                  <a:pt x="1139640" y="59856"/>
                  <a:pt x="1140325" y="60311"/>
                </a:cubicBezTo>
                <a:lnTo>
                  <a:pt x="1152394" y="60311"/>
                </a:lnTo>
                <a:lnTo>
                  <a:pt x="1152394" y="128854"/>
                </a:lnTo>
                <a:cubicBezTo>
                  <a:pt x="1152394" y="147981"/>
                  <a:pt x="1159226" y="157774"/>
                  <a:pt x="1172664" y="157774"/>
                </a:cubicBezTo>
                <a:cubicBezTo>
                  <a:pt x="1183823" y="157774"/>
                  <a:pt x="1192476" y="152311"/>
                  <a:pt x="1199992" y="140468"/>
                </a:cubicBezTo>
                <a:lnTo>
                  <a:pt x="1197032" y="137962"/>
                </a:lnTo>
                <a:cubicBezTo>
                  <a:pt x="1192250" y="143655"/>
                  <a:pt x="1188379" y="145934"/>
                  <a:pt x="1183368" y="145934"/>
                </a:cubicBezTo>
                <a:cubicBezTo>
                  <a:pt x="1174940" y="145934"/>
                  <a:pt x="1171524" y="139783"/>
                  <a:pt x="1171524" y="125438"/>
                </a:cubicBezTo>
                <a:lnTo>
                  <a:pt x="1171524" y="60311"/>
                </a:lnTo>
                <a:lnTo>
                  <a:pt x="1194526" y="60311"/>
                </a:lnTo>
                <a:lnTo>
                  <a:pt x="1194526" y="53020"/>
                </a:lnTo>
                <a:close/>
                <a:moveTo>
                  <a:pt x="1208646" y="97057"/>
                </a:moveTo>
                <a:lnTo>
                  <a:pt x="1208646" y="111405"/>
                </a:lnTo>
                <a:lnTo>
                  <a:pt x="1264672" y="111405"/>
                </a:lnTo>
                <a:lnTo>
                  <a:pt x="1264672" y="97057"/>
                </a:lnTo>
                <a:lnTo>
                  <a:pt x="1208646" y="97057"/>
                </a:lnTo>
                <a:close/>
                <a:moveTo>
                  <a:pt x="1383102" y="102944"/>
                </a:moveTo>
                <a:lnTo>
                  <a:pt x="1359871" y="102944"/>
                </a:lnTo>
                <a:lnTo>
                  <a:pt x="1359871" y="1644"/>
                </a:lnTo>
                <a:lnTo>
                  <a:pt x="1349849" y="1644"/>
                </a:lnTo>
                <a:lnTo>
                  <a:pt x="1278338" y="102944"/>
                </a:lnTo>
                <a:lnTo>
                  <a:pt x="1278338" y="117518"/>
                </a:lnTo>
                <a:lnTo>
                  <a:pt x="1342336" y="117518"/>
                </a:lnTo>
                <a:lnTo>
                  <a:pt x="1342336" y="155550"/>
                </a:lnTo>
                <a:lnTo>
                  <a:pt x="1359871" y="155550"/>
                </a:lnTo>
                <a:lnTo>
                  <a:pt x="1359871" y="117518"/>
                </a:lnTo>
                <a:lnTo>
                  <a:pt x="1383102" y="117518"/>
                </a:lnTo>
                <a:lnTo>
                  <a:pt x="1383102" y="102944"/>
                </a:lnTo>
                <a:moveTo>
                  <a:pt x="1342106" y="102944"/>
                </a:moveTo>
                <a:lnTo>
                  <a:pt x="1287446" y="102944"/>
                </a:lnTo>
                <a:lnTo>
                  <a:pt x="1342106" y="24865"/>
                </a:lnTo>
                <a:lnTo>
                  <a:pt x="1342106" y="102944"/>
                </a:lnTo>
                <a:close/>
                <a:moveTo>
                  <a:pt x="1455753" y="1644"/>
                </a:moveTo>
                <a:lnTo>
                  <a:pt x="1414757" y="22328"/>
                </a:lnTo>
                <a:lnTo>
                  <a:pt x="1414757" y="25518"/>
                </a:lnTo>
                <a:cubicBezTo>
                  <a:pt x="1417488" y="24378"/>
                  <a:pt x="1419994" y="23467"/>
                  <a:pt x="1420905" y="23012"/>
                </a:cubicBezTo>
                <a:cubicBezTo>
                  <a:pt x="1425005" y="21421"/>
                  <a:pt x="1428876" y="20514"/>
                  <a:pt x="1431156" y="20514"/>
                </a:cubicBezTo>
                <a:cubicBezTo>
                  <a:pt x="1435938" y="20514"/>
                  <a:pt x="1437988" y="23923"/>
                  <a:pt x="1437988" y="31210"/>
                </a:cubicBezTo>
                <a:lnTo>
                  <a:pt x="1437988" y="134373"/>
                </a:lnTo>
                <a:cubicBezTo>
                  <a:pt x="1437988" y="141889"/>
                  <a:pt x="1436164" y="147126"/>
                  <a:pt x="1432522" y="149177"/>
                </a:cubicBezTo>
                <a:cubicBezTo>
                  <a:pt x="1429106" y="151223"/>
                  <a:pt x="1425916" y="151908"/>
                  <a:pt x="1416352" y="152134"/>
                </a:cubicBezTo>
                <a:lnTo>
                  <a:pt x="1416352" y="155550"/>
                </a:lnTo>
                <a:lnTo>
                  <a:pt x="1479210" y="155550"/>
                </a:lnTo>
                <a:lnTo>
                  <a:pt x="1479210" y="152134"/>
                </a:lnTo>
                <a:cubicBezTo>
                  <a:pt x="1461216" y="151908"/>
                  <a:pt x="1457574" y="149632"/>
                  <a:pt x="1457574" y="138699"/>
                </a:cubicBezTo>
                <a:lnTo>
                  <a:pt x="1457574" y="2102"/>
                </a:lnTo>
                <a:lnTo>
                  <a:pt x="1455753" y="1644"/>
                </a:lnTo>
                <a:close/>
                <a:moveTo>
                  <a:pt x="1569396" y="71052"/>
                </a:moveTo>
                <a:cubicBezTo>
                  <a:pt x="1591943" y="58994"/>
                  <a:pt x="1599915" y="49437"/>
                  <a:pt x="1599915" y="33962"/>
                </a:cubicBezTo>
                <a:cubicBezTo>
                  <a:pt x="1599915" y="15304"/>
                  <a:pt x="1583516" y="1644"/>
                  <a:pt x="1560743" y="1644"/>
                </a:cubicBezTo>
                <a:cubicBezTo>
                  <a:pt x="1535917" y="1644"/>
                  <a:pt x="1517471" y="16896"/>
                  <a:pt x="1517471" y="37604"/>
                </a:cubicBezTo>
                <a:cubicBezTo>
                  <a:pt x="1517471" y="52394"/>
                  <a:pt x="1521798" y="58994"/>
                  <a:pt x="1545710" y="79928"/>
                </a:cubicBezTo>
                <a:cubicBezTo>
                  <a:pt x="1521113" y="98586"/>
                  <a:pt x="1516105" y="105640"/>
                  <a:pt x="1516105" y="121115"/>
                </a:cubicBezTo>
                <a:cubicBezTo>
                  <a:pt x="1516105" y="143185"/>
                  <a:pt x="1534096" y="158664"/>
                  <a:pt x="1559829" y="158664"/>
                </a:cubicBezTo>
                <a:cubicBezTo>
                  <a:pt x="1587161" y="158664"/>
                  <a:pt x="1604697" y="143641"/>
                  <a:pt x="1604697" y="120204"/>
                </a:cubicBezTo>
                <a:cubicBezTo>
                  <a:pt x="1604697" y="102683"/>
                  <a:pt x="1596954" y="91531"/>
                  <a:pt x="1569396" y="71052"/>
                </a:cubicBezTo>
                <a:moveTo>
                  <a:pt x="1565296" y="94492"/>
                </a:moveTo>
                <a:cubicBezTo>
                  <a:pt x="1581921" y="106325"/>
                  <a:pt x="1587387" y="114516"/>
                  <a:pt x="1587387" y="127259"/>
                </a:cubicBezTo>
                <a:cubicBezTo>
                  <a:pt x="1587387" y="142049"/>
                  <a:pt x="1577139" y="152287"/>
                  <a:pt x="1562335" y="152287"/>
                </a:cubicBezTo>
                <a:cubicBezTo>
                  <a:pt x="1545029" y="152287"/>
                  <a:pt x="1533412" y="139092"/>
                  <a:pt x="1533412" y="119294"/>
                </a:cubicBezTo>
                <a:cubicBezTo>
                  <a:pt x="1533412" y="104730"/>
                  <a:pt x="1538423" y="95173"/>
                  <a:pt x="1551632" y="84480"/>
                </a:cubicBezTo>
                <a:lnTo>
                  <a:pt x="1565296" y="94492"/>
                </a:lnTo>
                <a:moveTo>
                  <a:pt x="1562790" y="66959"/>
                </a:moveTo>
                <a:cubicBezTo>
                  <a:pt x="1542523" y="53760"/>
                  <a:pt x="1534322" y="43293"/>
                  <a:pt x="1534322" y="30550"/>
                </a:cubicBezTo>
                <a:cubicBezTo>
                  <a:pt x="1534322" y="17351"/>
                  <a:pt x="1544574" y="8024"/>
                  <a:pt x="1558919" y="8024"/>
                </a:cubicBezTo>
                <a:cubicBezTo>
                  <a:pt x="1574408" y="8024"/>
                  <a:pt x="1584201" y="18036"/>
                  <a:pt x="1584201" y="33736"/>
                </a:cubicBezTo>
                <a:cubicBezTo>
                  <a:pt x="1584201" y="46706"/>
                  <a:pt x="1577824" y="56947"/>
                  <a:pt x="1564841" y="65593"/>
                </a:cubicBezTo>
                <a:cubicBezTo>
                  <a:pt x="1563704" y="66274"/>
                  <a:pt x="1563704" y="66274"/>
                  <a:pt x="1562790" y="66959"/>
                </a:cubicBezTo>
                <a:close/>
                <a:moveTo>
                  <a:pt x="1725402" y="124357"/>
                </a:moveTo>
                <a:lnTo>
                  <a:pt x="1722441" y="123217"/>
                </a:lnTo>
                <a:cubicBezTo>
                  <a:pt x="1714014" y="136194"/>
                  <a:pt x="1711053" y="138244"/>
                  <a:pt x="1700805" y="138244"/>
                </a:cubicBezTo>
                <a:lnTo>
                  <a:pt x="1646374" y="138244"/>
                </a:lnTo>
                <a:lnTo>
                  <a:pt x="1684635" y="98176"/>
                </a:lnTo>
                <a:cubicBezTo>
                  <a:pt x="1704905" y="77005"/>
                  <a:pt x="1713788" y="59703"/>
                  <a:pt x="1713788" y="41948"/>
                </a:cubicBezTo>
                <a:cubicBezTo>
                  <a:pt x="1713788" y="19183"/>
                  <a:pt x="1695338" y="1644"/>
                  <a:pt x="1671655" y="1644"/>
                </a:cubicBezTo>
                <a:cubicBezTo>
                  <a:pt x="1659128" y="1644"/>
                  <a:pt x="1647284" y="6655"/>
                  <a:pt x="1638857" y="15767"/>
                </a:cubicBezTo>
                <a:cubicBezTo>
                  <a:pt x="1631570" y="23506"/>
                  <a:pt x="1628154" y="30793"/>
                  <a:pt x="1624283" y="46956"/>
                </a:cubicBezTo>
                <a:lnTo>
                  <a:pt x="1629064" y="48092"/>
                </a:lnTo>
                <a:cubicBezTo>
                  <a:pt x="1638176" y="25782"/>
                  <a:pt x="1646374" y="18498"/>
                  <a:pt x="1662088" y="18498"/>
                </a:cubicBezTo>
                <a:cubicBezTo>
                  <a:pt x="1681219" y="18498"/>
                  <a:pt x="1694202" y="31474"/>
                  <a:pt x="1694202" y="50598"/>
                </a:cubicBezTo>
                <a:cubicBezTo>
                  <a:pt x="1694202" y="68356"/>
                  <a:pt x="1683725" y="89526"/>
                  <a:pt x="1664594" y="109786"/>
                </a:cubicBezTo>
                <a:lnTo>
                  <a:pt x="1624057" y="152819"/>
                </a:lnTo>
                <a:lnTo>
                  <a:pt x="1624057" y="155550"/>
                </a:lnTo>
                <a:lnTo>
                  <a:pt x="1712877" y="155550"/>
                </a:lnTo>
                <a:lnTo>
                  <a:pt x="1725402" y="124357"/>
                </a:lnTo>
                <a:close/>
                <a:moveTo>
                  <a:pt x="1759565" y="132718"/>
                </a:moveTo>
                <a:cubicBezTo>
                  <a:pt x="1752730" y="132718"/>
                  <a:pt x="1747038" y="138640"/>
                  <a:pt x="1747038" y="145701"/>
                </a:cubicBezTo>
                <a:cubicBezTo>
                  <a:pt x="1747038" y="152304"/>
                  <a:pt x="1752730" y="157996"/>
                  <a:pt x="1759336" y="157996"/>
                </a:cubicBezTo>
                <a:cubicBezTo>
                  <a:pt x="1766397" y="157996"/>
                  <a:pt x="1772319" y="152304"/>
                  <a:pt x="1772319" y="145701"/>
                </a:cubicBezTo>
                <a:cubicBezTo>
                  <a:pt x="1772319" y="138640"/>
                  <a:pt x="1766397" y="132718"/>
                  <a:pt x="1759565" y="1327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936329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2026-09-08T03:29:29.6360000Z</dcterms:created>
  <dcterms:modified xsi:type="dcterms:W3CDTF">2026-09-08T03:29:29.6360000Z</dcterms:modified>
</coreProperties>
</file>